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47a5a59642c513226d0202b19694b748f429be.png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Do Stricter Gun Laws Reduce Firearm Mortality?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CDC API + GIFFORDS Likert &lt;U+2022&gt; Latest year: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Assignment Context &amp;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Story goal:
Assess whether stricter state gun laws are associated with lower firearm mortality.
Assignment requirements covered:
1) CDC firearm mortality data via API (data.cdc.gov / SODA)
2) 5-point Likert scale for gun-law strictness
3) Determine whether stricter laws are linked to reduced deaths
4) Present findings with heat maps using accessible color palettes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Data Pipeline &amp; Likert 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Data sources:
&lt;U+2022&gt; CDC state firearm mortality rates per 100,000 (SODA API endpoint: fpsi-y8tj)
&lt;U+2022&gt; GIFFORDS annual state gun-law grades (A+ to F), scraped and cached
5-point Likert mapping (strictness):
&lt;U+2022&gt; 5 = A+, A, A-
&lt;U+2022&gt; 4 = B+, B, B-
&lt;U+2022&gt; 3 = C+, C, C-
&lt;U+2022&gt; 2 = D+, D, D-
&lt;U+2022&gt; 1 = F
Analysis year used: 2024 (latest overlap with full state coverage)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Heat Map 1: Gun-Law Strictness (Likert 1&lt;U+2013&gt;5)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1751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palette: A=blue, B=sky blue, C=gray, D=orange, F=orange-red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08655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Heat Map 2: Firearm Mortality by State (CDC)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FBB53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F9C93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F626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F18A4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D1507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B934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57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A6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DA5C6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A020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C542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E8745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FAA13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1508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830EA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EC7E5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F6984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E2656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8E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1908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F4E82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2407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2407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A020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C13D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C13D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EA795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CA487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A6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2D07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2D07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EB7C5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A5B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BC3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B029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CC4B7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FAC43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67068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3996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20923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7851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7477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67068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3996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20923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7851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7477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30678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39995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6923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93851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707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690106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API: data.cdc.gov (SODA). Likert is from GIFFORDS grades (collapsed A&lt;U+2013&gt;F &lt;U+2192&gt; 1&lt;U+2013&gt;5).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310941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CDC firearm mortality rate by state (2024)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Heat Map 3: Combined Strictness + Mortality Distance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35989" y="1600200"/>
              <a:ext cx="7472021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357048" y="5865641"/>
              <a:ext cx="11176" cy="10876"/>
            </a:xfrm>
            <a:custGeom>
              <a:avLst/>
              <a:pathLst>
                <a:path w="11176" h="10876">
                  <a:moveTo>
                    <a:pt x="577" y="1576"/>
                  </a:moveTo>
                  <a:lnTo>
                    <a:pt x="4807" y="0"/>
                  </a:lnTo>
                  <a:lnTo>
                    <a:pt x="6885" y="81"/>
                  </a:lnTo>
                  <a:lnTo>
                    <a:pt x="11176" y="5702"/>
                  </a:lnTo>
                  <a:lnTo>
                    <a:pt x="9302" y="9425"/>
                  </a:lnTo>
                  <a:lnTo>
                    <a:pt x="5404" y="10876"/>
                  </a:lnTo>
                  <a:lnTo>
                    <a:pt x="1756" y="8288"/>
                  </a:lnTo>
                  <a:lnTo>
                    <a:pt x="0" y="53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21531" y="5473203"/>
              <a:ext cx="99010" cy="95989"/>
            </a:xfrm>
            <a:custGeom>
              <a:avLst/>
              <a:pathLst>
                <a:path w="99010" h="95989">
                  <a:moveTo>
                    <a:pt x="1475" y="36651"/>
                  </a:moveTo>
                  <a:lnTo>
                    <a:pt x="4283" y="32191"/>
                  </a:lnTo>
                  <a:lnTo>
                    <a:pt x="5394" y="26889"/>
                  </a:lnTo>
                  <a:lnTo>
                    <a:pt x="6334" y="22394"/>
                  </a:lnTo>
                  <a:lnTo>
                    <a:pt x="5681" y="19430"/>
                  </a:lnTo>
                  <a:lnTo>
                    <a:pt x="2234" y="13933"/>
                  </a:lnTo>
                  <a:lnTo>
                    <a:pt x="1190" y="10065"/>
                  </a:lnTo>
                  <a:lnTo>
                    <a:pt x="0" y="7212"/>
                  </a:lnTo>
                  <a:lnTo>
                    <a:pt x="1769" y="4520"/>
                  </a:lnTo>
                  <a:lnTo>
                    <a:pt x="7697" y="3360"/>
                  </a:lnTo>
                  <a:lnTo>
                    <a:pt x="14951" y="0"/>
                  </a:lnTo>
                  <a:lnTo>
                    <a:pt x="16715" y="551"/>
                  </a:lnTo>
                  <a:lnTo>
                    <a:pt x="21171" y="3564"/>
                  </a:lnTo>
                  <a:lnTo>
                    <a:pt x="22642" y="3467"/>
                  </a:lnTo>
                  <a:lnTo>
                    <a:pt x="25441" y="3279"/>
                  </a:lnTo>
                  <a:lnTo>
                    <a:pt x="29441" y="5255"/>
                  </a:lnTo>
                  <a:lnTo>
                    <a:pt x="33083" y="8711"/>
                  </a:lnTo>
                  <a:lnTo>
                    <a:pt x="31132" y="9923"/>
                  </a:lnTo>
                  <a:lnTo>
                    <a:pt x="33616" y="12272"/>
                  </a:lnTo>
                  <a:lnTo>
                    <a:pt x="35122" y="13693"/>
                  </a:lnTo>
                  <a:lnTo>
                    <a:pt x="45447" y="17302"/>
                  </a:lnTo>
                  <a:lnTo>
                    <a:pt x="53896" y="22992"/>
                  </a:lnTo>
                  <a:lnTo>
                    <a:pt x="57153" y="29546"/>
                  </a:lnTo>
                  <a:lnTo>
                    <a:pt x="60050" y="28818"/>
                  </a:lnTo>
                  <a:lnTo>
                    <a:pt x="65929" y="34586"/>
                  </a:lnTo>
                  <a:lnTo>
                    <a:pt x="73794" y="37807"/>
                  </a:lnTo>
                  <a:lnTo>
                    <a:pt x="71114" y="42207"/>
                  </a:lnTo>
                  <a:lnTo>
                    <a:pt x="79086" y="47968"/>
                  </a:lnTo>
                  <a:lnTo>
                    <a:pt x="82449" y="47355"/>
                  </a:lnTo>
                  <a:lnTo>
                    <a:pt x="87099" y="52181"/>
                  </a:lnTo>
                  <a:lnTo>
                    <a:pt x="87560" y="57673"/>
                  </a:lnTo>
                  <a:lnTo>
                    <a:pt x="91164" y="61689"/>
                  </a:lnTo>
                  <a:lnTo>
                    <a:pt x="94878" y="69658"/>
                  </a:lnTo>
                  <a:lnTo>
                    <a:pt x="98748" y="75784"/>
                  </a:lnTo>
                  <a:lnTo>
                    <a:pt x="99010" y="80100"/>
                  </a:lnTo>
                  <a:lnTo>
                    <a:pt x="98856" y="82480"/>
                  </a:lnTo>
                  <a:lnTo>
                    <a:pt x="94455" y="85121"/>
                  </a:lnTo>
                  <a:lnTo>
                    <a:pt x="91437" y="84231"/>
                  </a:lnTo>
                  <a:lnTo>
                    <a:pt x="88909" y="85917"/>
                  </a:lnTo>
                  <a:lnTo>
                    <a:pt x="86012" y="84862"/>
                  </a:lnTo>
                  <a:lnTo>
                    <a:pt x="83817" y="83404"/>
                  </a:lnTo>
                  <a:lnTo>
                    <a:pt x="80314" y="85308"/>
                  </a:lnTo>
                  <a:lnTo>
                    <a:pt x="76682" y="89108"/>
                  </a:lnTo>
                  <a:lnTo>
                    <a:pt x="77660" y="94518"/>
                  </a:lnTo>
                  <a:lnTo>
                    <a:pt x="75014" y="95861"/>
                  </a:lnTo>
                  <a:lnTo>
                    <a:pt x="70397" y="95989"/>
                  </a:lnTo>
                  <a:lnTo>
                    <a:pt x="68555" y="92865"/>
                  </a:lnTo>
                  <a:lnTo>
                    <a:pt x="66328" y="91702"/>
                  </a:lnTo>
                  <a:lnTo>
                    <a:pt x="62845" y="90503"/>
                  </a:lnTo>
                  <a:lnTo>
                    <a:pt x="56472" y="86146"/>
                  </a:lnTo>
                  <a:lnTo>
                    <a:pt x="52659" y="83590"/>
                  </a:lnTo>
                  <a:lnTo>
                    <a:pt x="50003" y="80604"/>
                  </a:lnTo>
                  <a:lnTo>
                    <a:pt x="46977" y="77601"/>
                  </a:lnTo>
                  <a:lnTo>
                    <a:pt x="46603" y="74464"/>
                  </a:lnTo>
                  <a:lnTo>
                    <a:pt x="44333" y="70895"/>
                  </a:lnTo>
                  <a:lnTo>
                    <a:pt x="42166" y="70527"/>
                  </a:lnTo>
                  <a:lnTo>
                    <a:pt x="40471" y="72149"/>
                  </a:lnTo>
                  <a:lnTo>
                    <a:pt x="38083" y="72546"/>
                  </a:lnTo>
                  <a:lnTo>
                    <a:pt x="34927" y="71563"/>
                  </a:lnTo>
                  <a:lnTo>
                    <a:pt x="34134" y="69385"/>
                  </a:lnTo>
                  <a:lnTo>
                    <a:pt x="29409" y="69510"/>
                  </a:lnTo>
                  <a:lnTo>
                    <a:pt x="31493" y="75293"/>
                  </a:lnTo>
                  <a:lnTo>
                    <a:pt x="29022" y="75335"/>
                  </a:lnTo>
                  <a:lnTo>
                    <a:pt x="26029" y="71359"/>
                  </a:lnTo>
                  <a:lnTo>
                    <a:pt x="26438" y="66953"/>
                  </a:lnTo>
                  <a:lnTo>
                    <a:pt x="25042" y="63514"/>
                  </a:lnTo>
                  <a:lnTo>
                    <a:pt x="21756" y="62125"/>
                  </a:lnTo>
                  <a:lnTo>
                    <a:pt x="18603" y="63307"/>
                  </a:lnTo>
                  <a:lnTo>
                    <a:pt x="17524" y="57384"/>
                  </a:lnTo>
                  <a:lnTo>
                    <a:pt x="17042" y="53978"/>
                  </a:lnTo>
                  <a:lnTo>
                    <a:pt x="15657" y="49623"/>
                  </a:lnTo>
                  <a:lnTo>
                    <a:pt x="16281" y="44238"/>
                  </a:lnTo>
                  <a:lnTo>
                    <a:pt x="12857" y="41613"/>
                  </a:lnTo>
                  <a:lnTo>
                    <a:pt x="11493" y="38350"/>
                  </a:lnTo>
                  <a:lnTo>
                    <a:pt x="5835" y="40033"/>
                  </a:lnTo>
                  <a:lnTo>
                    <a:pt x="3557" y="401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983410" y="5430051"/>
              <a:ext cx="65024" cy="92123"/>
            </a:xfrm>
            <a:custGeom>
              <a:avLst/>
              <a:pathLst>
                <a:path w="65024" h="92123">
                  <a:moveTo>
                    <a:pt x="0" y="27439"/>
                  </a:moveTo>
                  <a:lnTo>
                    <a:pt x="2163" y="21235"/>
                  </a:lnTo>
                  <a:lnTo>
                    <a:pt x="4709" y="20269"/>
                  </a:lnTo>
                  <a:lnTo>
                    <a:pt x="5624" y="18142"/>
                  </a:lnTo>
                  <a:lnTo>
                    <a:pt x="9731" y="18848"/>
                  </a:lnTo>
                  <a:lnTo>
                    <a:pt x="12919" y="22724"/>
                  </a:lnTo>
                  <a:lnTo>
                    <a:pt x="16190" y="24684"/>
                  </a:lnTo>
                  <a:lnTo>
                    <a:pt x="17546" y="21096"/>
                  </a:lnTo>
                  <a:lnTo>
                    <a:pt x="12836" y="14631"/>
                  </a:lnTo>
                  <a:lnTo>
                    <a:pt x="6937" y="12227"/>
                  </a:lnTo>
                  <a:lnTo>
                    <a:pt x="7072" y="8814"/>
                  </a:lnTo>
                  <a:lnTo>
                    <a:pt x="10385" y="5639"/>
                  </a:lnTo>
                  <a:lnTo>
                    <a:pt x="15853" y="5103"/>
                  </a:lnTo>
                  <a:lnTo>
                    <a:pt x="23300" y="4256"/>
                  </a:lnTo>
                  <a:lnTo>
                    <a:pt x="30786" y="3572"/>
                  </a:lnTo>
                  <a:lnTo>
                    <a:pt x="31310" y="3318"/>
                  </a:lnTo>
                  <a:lnTo>
                    <a:pt x="38119" y="0"/>
                  </a:lnTo>
                  <a:lnTo>
                    <a:pt x="44192" y="3042"/>
                  </a:lnTo>
                  <a:lnTo>
                    <a:pt x="50041" y="9558"/>
                  </a:lnTo>
                  <a:lnTo>
                    <a:pt x="54215" y="9618"/>
                  </a:lnTo>
                  <a:lnTo>
                    <a:pt x="57654" y="12732"/>
                  </a:lnTo>
                  <a:lnTo>
                    <a:pt x="63113" y="14141"/>
                  </a:lnTo>
                  <a:lnTo>
                    <a:pt x="65024" y="17786"/>
                  </a:lnTo>
                  <a:lnTo>
                    <a:pt x="64619" y="22209"/>
                  </a:lnTo>
                  <a:lnTo>
                    <a:pt x="61211" y="26587"/>
                  </a:lnTo>
                  <a:lnTo>
                    <a:pt x="56639" y="27453"/>
                  </a:lnTo>
                  <a:lnTo>
                    <a:pt x="53192" y="29322"/>
                  </a:lnTo>
                  <a:lnTo>
                    <a:pt x="50271" y="35422"/>
                  </a:lnTo>
                  <a:lnTo>
                    <a:pt x="46219" y="36664"/>
                  </a:lnTo>
                  <a:lnTo>
                    <a:pt x="42622" y="38730"/>
                  </a:lnTo>
                  <a:lnTo>
                    <a:pt x="41190" y="39550"/>
                  </a:lnTo>
                  <a:lnTo>
                    <a:pt x="35107" y="43163"/>
                  </a:lnTo>
                  <a:lnTo>
                    <a:pt x="30977" y="48762"/>
                  </a:lnTo>
                  <a:lnTo>
                    <a:pt x="32436" y="53430"/>
                  </a:lnTo>
                  <a:lnTo>
                    <a:pt x="32200" y="56786"/>
                  </a:lnTo>
                  <a:lnTo>
                    <a:pt x="33434" y="60139"/>
                  </a:lnTo>
                  <a:lnTo>
                    <a:pt x="32551" y="63723"/>
                  </a:lnTo>
                  <a:lnTo>
                    <a:pt x="33919" y="65644"/>
                  </a:lnTo>
                  <a:lnTo>
                    <a:pt x="34264" y="69532"/>
                  </a:lnTo>
                  <a:lnTo>
                    <a:pt x="32438" y="70577"/>
                  </a:lnTo>
                  <a:lnTo>
                    <a:pt x="29957" y="71173"/>
                  </a:lnTo>
                  <a:lnTo>
                    <a:pt x="30512" y="75740"/>
                  </a:lnTo>
                  <a:lnTo>
                    <a:pt x="32442" y="78274"/>
                  </a:lnTo>
                  <a:lnTo>
                    <a:pt x="33651" y="82882"/>
                  </a:lnTo>
                  <a:lnTo>
                    <a:pt x="31632" y="86578"/>
                  </a:lnTo>
                  <a:lnTo>
                    <a:pt x="30904" y="89271"/>
                  </a:lnTo>
                  <a:lnTo>
                    <a:pt x="29850" y="92123"/>
                  </a:lnTo>
                  <a:lnTo>
                    <a:pt x="27864" y="90477"/>
                  </a:lnTo>
                  <a:lnTo>
                    <a:pt x="24717" y="85780"/>
                  </a:lnTo>
                  <a:lnTo>
                    <a:pt x="27552" y="84707"/>
                  </a:lnTo>
                  <a:lnTo>
                    <a:pt x="27702" y="76586"/>
                  </a:lnTo>
                  <a:lnTo>
                    <a:pt x="23207" y="71220"/>
                  </a:lnTo>
                  <a:lnTo>
                    <a:pt x="19340" y="64018"/>
                  </a:lnTo>
                  <a:lnTo>
                    <a:pt x="16828" y="59125"/>
                  </a:lnTo>
                  <a:lnTo>
                    <a:pt x="16980" y="54633"/>
                  </a:lnTo>
                  <a:lnTo>
                    <a:pt x="15428" y="51708"/>
                  </a:lnTo>
                  <a:lnTo>
                    <a:pt x="14965" y="45521"/>
                  </a:lnTo>
                  <a:lnTo>
                    <a:pt x="12887" y="44620"/>
                  </a:lnTo>
                  <a:lnTo>
                    <a:pt x="10344" y="45808"/>
                  </a:lnTo>
                  <a:lnTo>
                    <a:pt x="9272" y="41414"/>
                  </a:lnTo>
                  <a:lnTo>
                    <a:pt x="5565" y="39464"/>
                  </a:lnTo>
                  <a:lnTo>
                    <a:pt x="240" y="304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926590" y="5368453"/>
              <a:ext cx="64931" cy="81469"/>
            </a:xfrm>
            <a:custGeom>
              <a:avLst/>
              <a:pathLst>
                <a:path w="64931" h="81469">
                  <a:moveTo>
                    <a:pt x="0" y="0"/>
                  </a:moveTo>
                  <a:lnTo>
                    <a:pt x="4144" y="1666"/>
                  </a:lnTo>
                  <a:lnTo>
                    <a:pt x="8242" y="4942"/>
                  </a:lnTo>
                  <a:lnTo>
                    <a:pt x="11252" y="7670"/>
                  </a:lnTo>
                  <a:lnTo>
                    <a:pt x="12193" y="8987"/>
                  </a:lnTo>
                  <a:lnTo>
                    <a:pt x="14202" y="11791"/>
                  </a:lnTo>
                  <a:lnTo>
                    <a:pt x="16823" y="9926"/>
                  </a:lnTo>
                  <a:lnTo>
                    <a:pt x="21775" y="8711"/>
                  </a:lnTo>
                  <a:lnTo>
                    <a:pt x="26547" y="8443"/>
                  </a:lnTo>
                  <a:lnTo>
                    <a:pt x="28458" y="6950"/>
                  </a:lnTo>
                  <a:lnTo>
                    <a:pt x="28622" y="6822"/>
                  </a:lnTo>
                  <a:lnTo>
                    <a:pt x="31697" y="6924"/>
                  </a:lnTo>
                  <a:lnTo>
                    <a:pt x="32611" y="10066"/>
                  </a:lnTo>
                  <a:lnTo>
                    <a:pt x="34822" y="11330"/>
                  </a:lnTo>
                  <a:lnTo>
                    <a:pt x="37712" y="13805"/>
                  </a:lnTo>
                  <a:lnTo>
                    <a:pt x="42570" y="17706"/>
                  </a:lnTo>
                  <a:lnTo>
                    <a:pt x="48338" y="23104"/>
                  </a:lnTo>
                  <a:lnTo>
                    <a:pt x="51728" y="30616"/>
                  </a:lnTo>
                  <a:lnTo>
                    <a:pt x="56510" y="34116"/>
                  </a:lnTo>
                  <a:lnTo>
                    <a:pt x="57279" y="36826"/>
                  </a:lnTo>
                  <a:lnTo>
                    <a:pt x="57728" y="42852"/>
                  </a:lnTo>
                  <a:lnTo>
                    <a:pt x="60883" y="50056"/>
                  </a:lnTo>
                  <a:lnTo>
                    <a:pt x="64931" y="52430"/>
                  </a:lnTo>
                  <a:lnTo>
                    <a:pt x="64228" y="55734"/>
                  </a:lnTo>
                  <a:lnTo>
                    <a:pt x="63198" y="56446"/>
                  </a:lnTo>
                  <a:lnTo>
                    <a:pt x="58816" y="55776"/>
                  </a:lnTo>
                  <a:lnTo>
                    <a:pt x="56001" y="59714"/>
                  </a:lnTo>
                  <a:lnTo>
                    <a:pt x="55074" y="66132"/>
                  </a:lnTo>
                  <a:lnTo>
                    <a:pt x="52783" y="70698"/>
                  </a:lnTo>
                  <a:lnTo>
                    <a:pt x="50884" y="73113"/>
                  </a:lnTo>
                  <a:lnTo>
                    <a:pt x="51340" y="74953"/>
                  </a:lnTo>
                  <a:lnTo>
                    <a:pt x="50107" y="77339"/>
                  </a:lnTo>
                  <a:lnTo>
                    <a:pt x="49148" y="80048"/>
                  </a:lnTo>
                  <a:lnTo>
                    <a:pt x="47128" y="81469"/>
                  </a:lnTo>
                  <a:lnTo>
                    <a:pt x="42706" y="77024"/>
                  </a:lnTo>
                  <a:lnTo>
                    <a:pt x="39236" y="68936"/>
                  </a:lnTo>
                  <a:lnTo>
                    <a:pt x="37730" y="57236"/>
                  </a:lnTo>
                  <a:lnTo>
                    <a:pt x="33391" y="51319"/>
                  </a:lnTo>
                  <a:lnTo>
                    <a:pt x="26244" y="41693"/>
                  </a:lnTo>
                  <a:lnTo>
                    <a:pt x="23426" y="35892"/>
                  </a:lnTo>
                  <a:lnTo>
                    <a:pt x="18086" y="26508"/>
                  </a:lnTo>
                  <a:lnTo>
                    <a:pt x="13522" y="17906"/>
                  </a:lnTo>
                  <a:lnTo>
                    <a:pt x="8540" y="12799"/>
                  </a:lnTo>
                  <a:lnTo>
                    <a:pt x="2084" y="51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84049" y="5386602"/>
              <a:ext cx="107967" cy="118617"/>
            </a:xfrm>
            <a:custGeom>
              <a:avLst/>
              <a:pathLst>
                <a:path w="107967" h="118617">
                  <a:moveTo>
                    <a:pt x="582" y="25928"/>
                  </a:moveTo>
                  <a:lnTo>
                    <a:pt x="0" y="21896"/>
                  </a:lnTo>
                  <a:lnTo>
                    <a:pt x="2494" y="19478"/>
                  </a:lnTo>
                  <a:lnTo>
                    <a:pt x="4233" y="16196"/>
                  </a:lnTo>
                  <a:lnTo>
                    <a:pt x="1117" y="9875"/>
                  </a:lnTo>
                  <a:lnTo>
                    <a:pt x="4204" y="8694"/>
                  </a:lnTo>
                  <a:lnTo>
                    <a:pt x="7503" y="6400"/>
                  </a:lnTo>
                  <a:lnTo>
                    <a:pt x="11753" y="3844"/>
                  </a:lnTo>
                  <a:lnTo>
                    <a:pt x="17103" y="2914"/>
                  </a:lnTo>
                  <a:lnTo>
                    <a:pt x="19439" y="0"/>
                  </a:lnTo>
                  <a:lnTo>
                    <a:pt x="23000" y="2559"/>
                  </a:lnTo>
                  <a:lnTo>
                    <a:pt x="31316" y="3760"/>
                  </a:lnTo>
                  <a:lnTo>
                    <a:pt x="40107" y="5386"/>
                  </a:lnTo>
                  <a:lnTo>
                    <a:pt x="45614" y="3728"/>
                  </a:lnTo>
                  <a:lnTo>
                    <a:pt x="51891" y="4854"/>
                  </a:lnTo>
                  <a:lnTo>
                    <a:pt x="55517" y="11780"/>
                  </a:lnTo>
                  <a:lnTo>
                    <a:pt x="53947" y="15205"/>
                  </a:lnTo>
                  <a:lnTo>
                    <a:pt x="58273" y="20955"/>
                  </a:lnTo>
                  <a:lnTo>
                    <a:pt x="59015" y="21938"/>
                  </a:lnTo>
                  <a:lnTo>
                    <a:pt x="69274" y="36971"/>
                  </a:lnTo>
                  <a:lnTo>
                    <a:pt x="72456" y="45030"/>
                  </a:lnTo>
                  <a:lnTo>
                    <a:pt x="74200" y="52191"/>
                  </a:lnTo>
                  <a:lnTo>
                    <a:pt x="85269" y="68747"/>
                  </a:lnTo>
                  <a:lnTo>
                    <a:pt x="88552" y="72862"/>
                  </a:lnTo>
                  <a:lnTo>
                    <a:pt x="92046" y="78444"/>
                  </a:lnTo>
                  <a:lnTo>
                    <a:pt x="95571" y="83938"/>
                  </a:lnTo>
                  <a:lnTo>
                    <a:pt x="97863" y="88282"/>
                  </a:lnTo>
                  <a:lnTo>
                    <a:pt x="99630" y="93672"/>
                  </a:lnTo>
                  <a:lnTo>
                    <a:pt x="98978" y="96146"/>
                  </a:lnTo>
                  <a:lnTo>
                    <a:pt x="101909" y="100683"/>
                  </a:lnTo>
                  <a:lnTo>
                    <a:pt x="104700" y="106868"/>
                  </a:lnTo>
                  <a:lnTo>
                    <a:pt x="106740" y="111850"/>
                  </a:lnTo>
                  <a:lnTo>
                    <a:pt x="107832" y="116354"/>
                  </a:lnTo>
                  <a:lnTo>
                    <a:pt x="107967" y="118617"/>
                  </a:lnTo>
                  <a:lnTo>
                    <a:pt x="103882" y="117171"/>
                  </a:lnTo>
                  <a:lnTo>
                    <a:pt x="101450" y="115662"/>
                  </a:lnTo>
                  <a:lnTo>
                    <a:pt x="98840" y="112032"/>
                  </a:lnTo>
                  <a:lnTo>
                    <a:pt x="95006" y="109902"/>
                  </a:lnTo>
                  <a:lnTo>
                    <a:pt x="91040" y="105940"/>
                  </a:lnTo>
                  <a:lnTo>
                    <a:pt x="86034" y="101281"/>
                  </a:lnTo>
                  <a:lnTo>
                    <a:pt x="82042" y="97572"/>
                  </a:lnTo>
                  <a:lnTo>
                    <a:pt x="78434" y="93573"/>
                  </a:lnTo>
                  <a:lnTo>
                    <a:pt x="77431" y="94917"/>
                  </a:lnTo>
                  <a:lnTo>
                    <a:pt x="72973" y="92302"/>
                  </a:lnTo>
                  <a:lnTo>
                    <a:pt x="70289" y="91048"/>
                  </a:lnTo>
                  <a:lnTo>
                    <a:pt x="66526" y="91687"/>
                  </a:lnTo>
                  <a:lnTo>
                    <a:pt x="62058" y="88418"/>
                  </a:lnTo>
                  <a:lnTo>
                    <a:pt x="62886" y="86257"/>
                  </a:lnTo>
                  <a:lnTo>
                    <a:pt x="63248" y="84253"/>
                  </a:lnTo>
                  <a:lnTo>
                    <a:pt x="63114" y="80556"/>
                  </a:lnTo>
                  <a:lnTo>
                    <a:pt x="64076" y="74386"/>
                  </a:lnTo>
                  <a:lnTo>
                    <a:pt x="59451" y="72696"/>
                  </a:lnTo>
                  <a:lnTo>
                    <a:pt x="54873" y="71987"/>
                  </a:lnTo>
                  <a:lnTo>
                    <a:pt x="55264" y="76217"/>
                  </a:lnTo>
                  <a:lnTo>
                    <a:pt x="55089" y="78927"/>
                  </a:lnTo>
                  <a:lnTo>
                    <a:pt x="49425" y="82784"/>
                  </a:lnTo>
                  <a:lnTo>
                    <a:pt x="48268" y="82774"/>
                  </a:lnTo>
                  <a:lnTo>
                    <a:pt x="46502" y="77053"/>
                  </a:lnTo>
                  <a:lnTo>
                    <a:pt x="48442" y="73297"/>
                  </a:lnTo>
                  <a:lnTo>
                    <a:pt x="47436" y="70544"/>
                  </a:lnTo>
                  <a:lnTo>
                    <a:pt x="44788" y="71374"/>
                  </a:lnTo>
                  <a:lnTo>
                    <a:pt x="42304" y="68654"/>
                  </a:lnTo>
                  <a:lnTo>
                    <a:pt x="41905" y="64390"/>
                  </a:lnTo>
                  <a:lnTo>
                    <a:pt x="40289" y="62172"/>
                  </a:lnTo>
                  <a:lnTo>
                    <a:pt x="37090" y="57128"/>
                  </a:lnTo>
                  <a:lnTo>
                    <a:pt x="34194" y="54593"/>
                  </a:lnTo>
                  <a:lnTo>
                    <a:pt x="29515" y="52466"/>
                  </a:lnTo>
                  <a:lnTo>
                    <a:pt x="27210" y="50360"/>
                  </a:lnTo>
                  <a:lnTo>
                    <a:pt x="24702" y="51110"/>
                  </a:lnTo>
                  <a:lnTo>
                    <a:pt x="20677" y="47820"/>
                  </a:lnTo>
                  <a:lnTo>
                    <a:pt x="18870" y="44244"/>
                  </a:lnTo>
                  <a:lnTo>
                    <a:pt x="15092" y="39456"/>
                  </a:lnTo>
                  <a:lnTo>
                    <a:pt x="11462" y="36410"/>
                  </a:lnTo>
                  <a:lnTo>
                    <a:pt x="8184" y="36157"/>
                  </a:lnTo>
                  <a:lnTo>
                    <a:pt x="6356" y="33757"/>
                  </a:lnTo>
                  <a:lnTo>
                    <a:pt x="2790" y="329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55266" y="5376326"/>
              <a:ext cx="6400" cy="12186"/>
            </a:xfrm>
            <a:custGeom>
              <a:avLst/>
              <a:pathLst>
                <a:path w="6400" h="12186">
                  <a:moveTo>
                    <a:pt x="0" y="6891"/>
                  </a:moveTo>
                  <a:lnTo>
                    <a:pt x="2680" y="0"/>
                  </a:lnTo>
                  <a:lnTo>
                    <a:pt x="6400" y="1235"/>
                  </a:lnTo>
                  <a:lnTo>
                    <a:pt x="5166" y="4596"/>
                  </a:lnTo>
                  <a:lnTo>
                    <a:pt x="3769" y="9843"/>
                  </a:lnTo>
                  <a:lnTo>
                    <a:pt x="141" y="12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15006" y="5457487"/>
              <a:ext cx="8073" cy="6875"/>
            </a:xfrm>
            <a:custGeom>
              <a:avLst/>
              <a:pathLst>
                <a:path w="8073" h="6875">
                  <a:moveTo>
                    <a:pt x="0" y="2605"/>
                  </a:moveTo>
                  <a:lnTo>
                    <a:pt x="3261" y="262"/>
                  </a:lnTo>
                  <a:lnTo>
                    <a:pt x="5714" y="0"/>
                  </a:lnTo>
                  <a:lnTo>
                    <a:pt x="8073" y="2331"/>
                  </a:lnTo>
                  <a:lnTo>
                    <a:pt x="7181" y="5735"/>
                  </a:lnTo>
                  <a:lnTo>
                    <a:pt x="3132" y="6875"/>
                  </a:lnTo>
                  <a:lnTo>
                    <a:pt x="2044" y="62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291040" y="5506892"/>
              <a:ext cx="92829" cy="142102"/>
            </a:xfrm>
            <a:custGeom>
              <a:avLst/>
              <a:pathLst>
                <a:path w="92829" h="142102">
                  <a:moveTo>
                    <a:pt x="0" y="96935"/>
                  </a:moveTo>
                  <a:lnTo>
                    <a:pt x="2333" y="91135"/>
                  </a:lnTo>
                  <a:lnTo>
                    <a:pt x="4341" y="86123"/>
                  </a:lnTo>
                  <a:lnTo>
                    <a:pt x="7133" y="81457"/>
                  </a:lnTo>
                  <a:lnTo>
                    <a:pt x="10711" y="79656"/>
                  </a:lnTo>
                  <a:lnTo>
                    <a:pt x="14367" y="76085"/>
                  </a:lnTo>
                  <a:lnTo>
                    <a:pt x="17426" y="74342"/>
                  </a:lnTo>
                  <a:lnTo>
                    <a:pt x="24303" y="74159"/>
                  </a:lnTo>
                  <a:lnTo>
                    <a:pt x="26147" y="71171"/>
                  </a:lnTo>
                  <a:lnTo>
                    <a:pt x="25048" y="63157"/>
                  </a:lnTo>
                  <a:lnTo>
                    <a:pt x="29691" y="58219"/>
                  </a:lnTo>
                  <a:lnTo>
                    <a:pt x="31592" y="57016"/>
                  </a:lnTo>
                  <a:lnTo>
                    <a:pt x="34100" y="57472"/>
                  </a:lnTo>
                  <a:lnTo>
                    <a:pt x="38436" y="54948"/>
                  </a:lnTo>
                  <a:lnTo>
                    <a:pt x="37462" y="52823"/>
                  </a:lnTo>
                  <a:lnTo>
                    <a:pt x="38791" y="50196"/>
                  </a:lnTo>
                  <a:lnTo>
                    <a:pt x="42405" y="52576"/>
                  </a:lnTo>
                  <a:lnTo>
                    <a:pt x="44908" y="48847"/>
                  </a:lnTo>
                  <a:lnTo>
                    <a:pt x="42237" y="45422"/>
                  </a:lnTo>
                  <a:lnTo>
                    <a:pt x="40260" y="44210"/>
                  </a:lnTo>
                  <a:lnTo>
                    <a:pt x="41779" y="40736"/>
                  </a:lnTo>
                  <a:lnTo>
                    <a:pt x="43032" y="38239"/>
                  </a:lnTo>
                  <a:lnTo>
                    <a:pt x="45918" y="36379"/>
                  </a:lnTo>
                  <a:lnTo>
                    <a:pt x="46223" y="33127"/>
                  </a:lnTo>
                  <a:lnTo>
                    <a:pt x="49145" y="29290"/>
                  </a:lnTo>
                  <a:lnTo>
                    <a:pt x="50635" y="25724"/>
                  </a:lnTo>
                  <a:lnTo>
                    <a:pt x="54272" y="22947"/>
                  </a:lnTo>
                  <a:lnTo>
                    <a:pt x="55149" y="18588"/>
                  </a:lnTo>
                  <a:lnTo>
                    <a:pt x="58197" y="17449"/>
                  </a:lnTo>
                  <a:lnTo>
                    <a:pt x="59542" y="13827"/>
                  </a:lnTo>
                  <a:lnTo>
                    <a:pt x="62539" y="12804"/>
                  </a:lnTo>
                  <a:lnTo>
                    <a:pt x="61034" y="7800"/>
                  </a:lnTo>
                  <a:lnTo>
                    <a:pt x="62170" y="3614"/>
                  </a:lnTo>
                  <a:lnTo>
                    <a:pt x="63846" y="2152"/>
                  </a:lnTo>
                  <a:lnTo>
                    <a:pt x="67341" y="1783"/>
                  </a:lnTo>
                  <a:lnTo>
                    <a:pt x="70410" y="0"/>
                  </a:lnTo>
                  <a:lnTo>
                    <a:pt x="71428" y="3309"/>
                  </a:lnTo>
                  <a:lnTo>
                    <a:pt x="70373" y="8083"/>
                  </a:lnTo>
                  <a:lnTo>
                    <a:pt x="68175" y="11608"/>
                  </a:lnTo>
                  <a:lnTo>
                    <a:pt x="67127" y="15192"/>
                  </a:lnTo>
                  <a:lnTo>
                    <a:pt x="68083" y="18918"/>
                  </a:lnTo>
                  <a:lnTo>
                    <a:pt x="70425" y="19812"/>
                  </a:lnTo>
                  <a:lnTo>
                    <a:pt x="71867" y="19323"/>
                  </a:lnTo>
                  <a:lnTo>
                    <a:pt x="72975" y="16928"/>
                  </a:lnTo>
                  <a:lnTo>
                    <a:pt x="72314" y="14786"/>
                  </a:lnTo>
                  <a:lnTo>
                    <a:pt x="74057" y="14189"/>
                  </a:lnTo>
                  <a:lnTo>
                    <a:pt x="76974" y="17460"/>
                  </a:lnTo>
                  <a:lnTo>
                    <a:pt x="80038" y="15647"/>
                  </a:lnTo>
                  <a:lnTo>
                    <a:pt x="81627" y="17445"/>
                  </a:lnTo>
                  <a:lnTo>
                    <a:pt x="85359" y="18310"/>
                  </a:lnTo>
                  <a:lnTo>
                    <a:pt x="91611" y="23355"/>
                  </a:lnTo>
                  <a:lnTo>
                    <a:pt x="92829" y="26849"/>
                  </a:lnTo>
                  <a:lnTo>
                    <a:pt x="91038" y="30102"/>
                  </a:lnTo>
                  <a:lnTo>
                    <a:pt x="85193" y="29834"/>
                  </a:lnTo>
                  <a:lnTo>
                    <a:pt x="82937" y="32607"/>
                  </a:lnTo>
                  <a:lnTo>
                    <a:pt x="77982" y="34177"/>
                  </a:lnTo>
                  <a:lnTo>
                    <a:pt x="74499" y="35742"/>
                  </a:lnTo>
                  <a:lnTo>
                    <a:pt x="70812" y="35541"/>
                  </a:lnTo>
                  <a:lnTo>
                    <a:pt x="69601" y="38221"/>
                  </a:lnTo>
                  <a:lnTo>
                    <a:pt x="65648" y="41022"/>
                  </a:lnTo>
                  <a:lnTo>
                    <a:pt x="62270" y="43633"/>
                  </a:lnTo>
                  <a:lnTo>
                    <a:pt x="64124" y="46375"/>
                  </a:lnTo>
                  <a:lnTo>
                    <a:pt x="63627" y="50210"/>
                  </a:lnTo>
                  <a:lnTo>
                    <a:pt x="62170" y="52795"/>
                  </a:lnTo>
                  <a:lnTo>
                    <a:pt x="63029" y="55564"/>
                  </a:lnTo>
                  <a:lnTo>
                    <a:pt x="64473" y="57034"/>
                  </a:lnTo>
                  <a:lnTo>
                    <a:pt x="66517" y="53887"/>
                  </a:lnTo>
                  <a:lnTo>
                    <a:pt x="67657" y="50735"/>
                  </a:lnTo>
                  <a:lnTo>
                    <a:pt x="71351" y="50630"/>
                  </a:lnTo>
                  <a:lnTo>
                    <a:pt x="73897" y="45902"/>
                  </a:lnTo>
                  <a:lnTo>
                    <a:pt x="74487" y="47740"/>
                  </a:lnTo>
                  <a:lnTo>
                    <a:pt x="78075" y="49507"/>
                  </a:lnTo>
                  <a:lnTo>
                    <a:pt x="77942" y="55255"/>
                  </a:lnTo>
                  <a:lnTo>
                    <a:pt x="83008" y="57606"/>
                  </a:lnTo>
                  <a:lnTo>
                    <a:pt x="80541" y="61127"/>
                  </a:lnTo>
                  <a:lnTo>
                    <a:pt x="75976" y="63088"/>
                  </a:lnTo>
                  <a:lnTo>
                    <a:pt x="78325" y="66886"/>
                  </a:lnTo>
                  <a:lnTo>
                    <a:pt x="81076" y="68723"/>
                  </a:lnTo>
                  <a:lnTo>
                    <a:pt x="86332" y="68927"/>
                  </a:lnTo>
                  <a:lnTo>
                    <a:pt x="86686" y="70956"/>
                  </a:lnTo>
                  <a:lnTo>
                    <a:pt x="83960" y="75984"/>
                  </a:lnTo>
                  <a:lnTo>
                    <a:pt x="82369" y="80352"/>
                  </a:lnTo>
                  <a:lnTo>
                    <a:pt x="85556" y="85791"/>
                  </a:lnTo>
                  <a:lnTo>
                    <a:pt x="83582" y="88956"/>
                  </a:lnTo>
                  <a:lnTo>
                    <a:pt x="77576" y="83352"/>
                  </a:lnTo>
                  <a:lnTo>
                    <a:pt x="74199" y="82768"/>
                  </a:lnTo>
                  <a:lnTo>
                    <a:pt x="73792" y="87495"/>
                  </a:lnTo>
                  <a:lnTo>
                    <a:pt x="73360" y="91717"/>
                  </a:lnTo>
                  <a:lnTo>
                    <a:pt x="71533" y="94850"/>
                  </a:lnTo>
                  <a:lnTo>
                    <a:pt x="67516" y="96484"/>
                  </a:lnTo>
                  <a:lnTo>
                    <a:pt x="63332" y="97603"/>
                  </a:lnTo>
                  <a:lnTo>
                    <a:pt x="63773" y="102420"/>
                  </a:lnTo>
                  <a:lnTo>
                    <a:pt x="66336" y="103674"/>
                  </a:lnTo>
                  <a:lnTo>
                    <a:pt x="65950" y="106014"/>
                  </a:lnTo>
                  <a:lnTo>
                    <a:pt x="60617" y="108663"/>
                  </a:lnTo>
                  <a:lnTo>
                    <a:pt x="56533" y="113488"/>
                  </a:lnTo>
                  <a:lnTo>
                    <a:pt x="54636" y="116686"/>
                  </a:lnTo>
                  <a:lnTo>
                    <a:pt x="52209" y="118156"/>
                  </a:lnTo>
                  <a:lnTo>
                    <a:pt x="49206" y="111677"/>
                  </a:lnTo>
                  <a:lnTo>
                    <a:pt x="46346" y="111636"/>
                  </a:lnTo>
                  <a:lnTo>
                    <a:pt x="43442" y="114554"/>
                  </a:lnTo>
                  <a:lnTo>
                    <a:pt x="45194" y="118116"/>
                  </a:lnTo>
                  <a:lnTo>
                    <a:pt x="46207" y="125511"/>
                  </a:lnTo>
                  <a:lnTo>
                    <a:pt x="44076" y="125797"/>
                  </a:lnTo>
                  <a:lnTo>
                    <a:pt x="41061" y="128380"/>
                  </a:lnTo>
                  <a:lnTo>
                    <a:pt x="38626" y="130411"/>
                  </a:lnTo>
                  <a:lnTo>
                    <a:pt x="36521" y="131223"/>
                  </a:lnTo>
                  <a:lnTo>
                    <a:pt x="34804" y="134975"/>
                  </a:lnTo>
                  <a:lnTo>
                    <a:pt x="32627" y="137060"/>
                  </a:lnTo>
                  <a:lnTo>
                    <a:pt x="31537" y="141066"/>
                  </a:lnTo>
                  <a:lnTo>
                    <a:pt x="26896" y="142102"/>
                  </a:lnTo>
                  <a:lnTo>
                    <a:pt x="27222" y="137837"/>
                  </a:lnTo>
                  <a:lnTo>
                    <a:pt x="20263" y="131250"/>
                  </a:lnTo>
                  <a:lnTo>
                    <a:pt x="19432" y="126314"/>
                  </a:lnTo>
                  <a:lnTo>
                    <a:pt x="15782" y="123216"/>
                  </a:lnTo>
                  <a:lnTo>
                    <a:pt x="11363" y="121316"/>
                  </a:lnTo>
                  <a:lnTo>
                    <a:pt x="10540" y="112501"/>
                  </a:lnTo>
                  <a:lnTo>
                    <a:pt x="7106" y="103884"/>
                  </a:lnTo>
                  <a:lnTo>
                    <a:pt x="3603" y="102341"/>
                  </a:lnTo>
                  <a:lnTo>
                    <a:pt x="96" y="10234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296217" y="5653193"/>
              <a:ext cx="32210" cy="17258"/>
            </a:xfrm>
            <a:custGeom>
              <a:avLst/>
              <a:pathLst>
                <a:path w="32210" h="17258">
                  <a:moveTo>
                    <a:pt x="0" y="16301"/>
                  </a:moveTo>
                  <a:lnTo>
                    <a:pt x="3868" y="8862"/>
                  </a:lnTo>
                  <a:lnTo>
                    <a:pt x="9865" y="2470"/>
                  </a:lnTo>
                  <a:lnTo>
                    <a:pt x="20343" y="986"/>
                  </a:lnTo>
                  <a:lnTo>
                    <a:pt x="24241" y="0"/>
                  </a:lnTo>
                  <a:lnTo>
                    <a:pt x="27081" y="2857"/>
                  </a:lnTo>
                  <a:lnTo>
                    <a:pt x="32210" y="2748"/>
                  </a:lnTo>
                  <a:lnTo>
                    <a:pt x="32182" y="5011"/>
                  </a:lnTo>
                  <a:lnTo>
                    <a:pt x="28001" y="9087"/>
                  </a:lnTo>
                  <a:lnTo>
                    <a:pt x="19351" y="9019"/>
                  </a:lnTo>
                  <a:lnTo>
                    <a:pt x="10154" y="9534"/>
                  </a:lnTo>
                  <a:lnTo>
                    <a:pt x="7082" y="11766"/>
                  </a:lnTo>
                  <a:lnTo>
                    <a:pt x="3545" y="172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268869" y="5705967"/>
              <a:ext cx="7077" cy="11533"/>
            </a:xfrm>
            <a:custGeom>
              <a:avLst/>
              <a:pathLst>
                <a:path w="7077" h="11533">
                  <a:moveTo>
                    <a:pt x="0" y="7845"/>
                  </a:moveTo>
                  <a:lnTo>
                    <a:pt x="1869" y="4678"/>
                  </a:lnTo>
                  <a:lnTo>
                    <a:pt x="4313" y="0"/>
                  </a:lnTo>
                  <a:lnTo>
                    <a:pt x="7077" y="923"/>
                  </a:lnTo>
                  <a:lnTo>
                    <a:pt x="6739" y="5550"/>
                  </a:lnTo>
                  <a:lnTo>
                    <a:pt x="6744" y="9534"/>
                  </a:lnTo>
                  <a:lnTo>
                    <a:pt x="6080" y="11533"/>
                  </a:lnTo>
                  <a:lnTo>
                    <a:pt x="1479" y="111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232420" y="5697068"/>
              <a:ext cx="4445" cy="7257"/>
            </a:xfrm>
            <a:custGeom>
              <a:avLst/>
              <a:pathLst>
                <a:path w="4445" h="7257">
                  <a:moveTo>
                    <a:pt x="0" y="1593"/>
                  </a:moveTo>
                  <a:lnTo>
                    <a:pt x="1643" y="0"/>
                  </a:lnTo>
                  <a:lnTo>
                    <a:pt x="4258" y="2174"/>
                  </a:lnTo>
                  <a:lnTo>
                    <a:pt x="4445" y="5474"/>
                  </a:lnTo>
                  <a:lnTo>
                    <a:pt x="2357" y="7257"/>
                  </a:lnTo>
                  <a:lnTo>
                    <a:pt x="292" y="541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320926" y="5876616"/>
              <a:ext cx="28891" cy="33341"/>
            </a:xfrm>
            <a:custGeom>
              <a:avLst/>
              <a:pathLst>
                <a:path w="28891" h="33341">
                  <a:moveTo>
                    <a:pt x="370" y="1113"/>
                  </a:moveTo>
                  <a:lnTo>
                    <a:pt x="2938" y="0"/>
                  </a:lnTo>
                  <a:lnTo>
                    <a:pt x="11819" y="7742"/>
                  </a:lnTo>
                  <a:lnTo>
                    <a:pt x="19821" y="21580"/>
                  </a:lnTo>
                  <a:lnTo>
                    <a:pt x="22774" y="27021"/>
                  </a:lnTo>
                  <a:lnTo>
                    <a:pt x="27252" y="28859"/>
                  </a:lnTo>
                  <a:lnTo>
                    <a:pt x="28891" y="33341"/>
                  </a:lnTo>
                  <a:lnTo>
                    <a:pt x="20165" y="32186"/>
                  </a:lnTo>
                  <a:lnTo>
                    <a:pt x="13439" y="21335"/>
                  </a:lnTo>
                  <a:lnTo>
                    <a:pt x="10764" y="14360"/>
                  </a:lnTo>
                  <a:lnTo>
                    <a:pt x="8883" y="11653"/>
                  </a:lnTo>
                  <a:lnTo>
                    <a:pt x="5298" y="10533"/>
                  </a:lnTo>
                  <a:lnTo>
                    <a:pt x="0" y="39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209048" y="5663407"/>
              <a:ext cx="12085" cy="5372"/>
            </a:xfrm>
            <a:custGeom>
              <a:avLst/>
              <a:pathLst>
                <a:path w="12085" h="5372">
                  <a:moveTo>
                    <a:pt x="1068" y="2455"/>
                  </a:moveTo>
                  <a:lnTo>
                    <a:pt x="4935" y="0"/>
                  </a:lnTo>
                  <a:lnTo>
                    <a:pt x="7836" y="1013"/>
                  </a:lnTo>
                  <a:lnTo>
                    <a:pt x="12085" y="3605"/>
                  </a:lnTo>
                  <a:lnTo>
                    <a:pt x="9717" y="5182"/>
                  </a:lnTo>
                  <a:lnTo>
                    <a:pt x="5434" y="4714"/>
                  </a:lnTo>
                  <a:lnTo>
                    <a:pt x="0" y="53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12845" y="5758514"/>
              <a:ext cx="37956" cy="29611"/>
            </a:xfrm>
            <a:custGeom>
              <a:avLst/>
              <a:pathLst>
                <a:path w="37956" h="29611">
                  <a:moveTo>
                    <a:pt x="0" y="26181"/>
                  </a:moveTo>
                  <a:lnTo>
                    <a:pt x="1716" y="17417"/>
                  </a:lnTo>
                  <a:lnTo>
                    <a:pt x="1586" y="11802"/>
                  </a:lnTo>
                  <a:lnTo>
                    <a:pt x="3189" y="8060"/>
                  </a:lnTo>
                  <a:lnTo>
                    <a:pt x="7083" y="5746"/>
                  </a:lnTo>
                  <a:lnTo>
                    <a:pt x="12314" y="0"/>
                  </a:lnTo>
                  <a:lnTo>
                    <a:pt x="13413" y="2468"/>
                  </a:lnTo>
                  <a:lnTo>
                    <a:pt x="14685" y="7438"/>
                  </a:lnTo>
                  <a:lnTo>
                    <a:pt x="19917" y="7042"/>
                  </a:lnTo>
                  <a:lnTo>
                    <a:pt x="24972" y="1963"/>
                  </a:lnTo>
                  <a:lnTo>
                    <a:pt x="26412" y="6450"/>
                  </a:lnTo>
                  <a:lnTo>
                    <a:pt x="32455" y="16249"/>
                  </a:lnTo>
                  <a:lnTo>
                    <a:pt x="37956" y="25323"/>
                  </a:lnTo>
                  <a:lnTo>
                    <a:pt x="35694" y="28929"/>
                  </a:lnTo>
                  <a:lnTo>
                    <a:pt x="34334" y="28854"/>
                  </a:lnTo>
                  <a:lnTo>
                    <a:pt x="28980" y="23704"/>
                  </a:lnTo>
                  <a:lnTo>
                    <a:pt x="26556" y="17748"/>
                  </a:lnTo>
                  <a:lnTo>
                    <a:pt x="21795" y="17154"/>
                  </a:lnTo>
                  <a:lnTo>
                    <a:pt x="17436" y="15222"/>
                  </a:lnTo>
                  <a:lnTo>
                    <a:pt x="15403" y="17965"/>
                  </a:lnTo>
                  <a:lnTo>
                    <a:pt x="7733" y="18547"/>
                  </a:lnTo>
                  <a:lnTo>
                    <a:pt x="5353" y="22644"/>
                  </a:lnTo>
                  <a:lnTo>
                    <a:pt x="1121" y="296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089743" y="5746177"/>
              <a:ext cx="25265" cy="24307"/>
            </a:xfrm>
            <a:custGeom>
              <a:avLst/>
              <a:pathLst>
                <a:path w="25265" h="24307">
                  <a:moveTo>
                    <a:pt x="0" y="10250"/>
                  </a:moveTo>
                  <a:lnTo>
                    <a:pt x="1548" y="6634"/>
                  </a:lnTo>
                  <a:lnTo>
                    <a:pt x="5788" y="4384"/>
                  </a:lnTo>
                  <a:lnTo>
                    <a:pt x="11929" y="5963"/>
                  </a:lnTo>
                  <a:lnTo>
                    <a:pt x="18307" y="1893"/>
                  </a:lnTo>
                  <a:lnTo>
                    <a:pt x="20813" y="0"/>
                  </a:lnTo>
                  <a:lnTo>
                    <a:pt x="25265" y="864"/>
                  </a:lnTo>
                  <a:lnTo>
                    <a:pt x="24922" y="5992"/>
                  </a:lnTo>
                  <a:lnTo>
                    <a:pt x="19733" y="11241"/>
                  </a:lnTo>
                  <a:lnTo>
                    <a:pt x="18673" y="14854"/>
                  </a:lnTo>
                  <a:lnTo>
                    <a:pt x="13993" y="12287"/>
                  </a:lnTo>
                  <a:lnTo>
                    <a:pt x="11976" y="14578"/>
                  </a:lnTo>
                  <a:lnTo>
                    <a:pt x="13704" y="19781"/>
                  </a:lnTo>
                  <a:lnTo>
                    <a:pt x="12492" y="23435"/>
                  </a:lnTo>
                  <a:lnTo>
                    <a:pt x="7705" y="21326"/>
                  </a:lnTo>
                  <a:lnTo>
                    <a:pt x="4883" y="21960"/>
                  </a:lnTo>
                  <a:lnTo>
                    <a:pt x="1884" y="24307"/>
                  </a:lnTo>
                  <a:lnTo>
                    <a:pt x="875" y="182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075746" y="5511114"/>
              <a:ext cx="12870" cy="18611"/>
            </a:xfrm>
            <a:custGeom>
              <a:avLst/>
              <a:pathLst>
                <a:path w="12870" h="18611">
                  <a:moveTo>
                    <a:pt x="0" y="12597"/>
                  </a:moveTo>
                  <a:lnTo>
                    <a:pt x="658" y="7931"/>
                  </a:lnTo>
                  <a:lnTo>
                    <a:pt x="5115" y="4858"/>
                  </a:lnTo>
                  <a:lnTo>
                    <a:pt x="12135" y="0"/>
                  </a:lnTo>
                  <a:lnTo>
                    <a:pt x="12870" y="2612"/>
                  </a:lnTo>
                  <a:lnTo>
                    <a:pt x="6523" y="16496"/>
                  </a:lnTo>
                  <a:lnTo>
                    <a:pt x="3903" y="18399"/>
                  </a:lnTo>
                  <a:lnTo>
                    <a:pt x="167" y="186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068833" y="5763152"/>
              <a:ext cx="4245" cy="4404"/>
            </a:xfrm>
            <a:custGeom>
              <a:avLst/>
              <a:pathLst>
                <a:path w="4245" h="4404">
                  <a:moveTo>
                    <a:pt x="808" y="305"/>
                  </a:moveTo>
                  <a:lnTo>
                    <a:pt x="3278" y="0"/>
                  </a:lnTo>
                  <a:lnTo>
                    <a:pt x="4245" y="137"/>
                  </a:lnTo>
                  <a:lnTo>
                    <a:pt x="3895" y="4404"/>
                  </a:lnTo>
                  <a:lnTo>
                    <a:pt x="0" y="29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059851" y="5759554"/>
              <a:ext cx="6163" cy="5051"/>
            </a:xfrm>
            <a:custGeom>
              <a:avLst/>
              <a:pathLst>
                <a:path w="6163" h="5051">
                  <a:moveTo>
                    <a:pt x="0" y="1494"/>
                  </a:moveTo>
                  <a:lnTo>
                    <a:pt x="6163" y="0"/>
                  </a:lnTo>
                  <a:lnTo>
                    <a:pt x="5003" y="4515"/>
                  </a:lnTo>
                  <a:lnTo>
                    <a:pt x="316" y="50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019396" y="5811925"/>
              <a:ext cx="18925" cy="12176"/>
            </a:xfrm>
            <a:custGeom>
              <a:avLst/>
              <a:pathLst>
                <a:path w="18925" h="12176">
                  <a:moveTo>
                    <a:pt x="488" y="0"/>
                  </a:moveTo>
                  <a:lnTo>
                    <a:pt x="10046" y="4668"/>
                  </a:lnTo>
                  <a:lnTo>
                    <a:pt x="18925" y="8168"/>
                  </a:lnTo>
                  <a:lnTo>
                    <a:pt x="17393" y="10496"/>
                  </a:lnTo>
                  <a:lnTo>
                    <a:pt x="14586" y="12176"/>
                  </a:lnTo>
                  <a:lnTo>
                    <a:pt x="9350" y="10181"/>
                  </a:lnTo>
                  <a:lnTo>
                    <a:pt x="3800" y="9806"/>
                  </a:lnTo>
                  <a:lnTo>
                    <a:pt x="0" y="59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919332" y="5828473"/>
              <a:ext cx="30672" cy="12232"/>
            </a:xfrm>
            <a:custGeom>
              <a:avLst/>
              <a:pathLst>
                <a:path w="30672" h="12232">
                  <a:moveTo>
                    <a:pt x="0" y="10568"/>
                  </a:moveTo>
                  <a:lnTo>
                    <a:pt x="4931" y="8529"/>
                  </a:lnTo>
                  <a:lnTo>
                    <a:pt x="11814" y="6510"/>
                  </a:lnTo>
                  <a:lnTo>
                    <a:pt x="16940" y="5793"/>
                  </a:lnTo>
                  <a:lnTo>
                    <a:pt x="21815" y="5862"/>
                  </a:lnTo>
                  <a:lnTo>
                    <a:pt x="26386" y="1859"/>
                  </a:lnTo>
                  <a:lnTo>
                    <a:pt x="28460" y="0"/>
                  </a:lnTo>
                  <a:lnTo>
                    <a:pt x="30672" y="311"/>
                  </a:lnTo>
                  <a:lnTo>
                    <a:pt x="28757" y="4720"/>
                  </a:lnTo>
                  <a:lnTo>
                    <a:pt x="23711" y="11199"/>
                  </a:lnTo>
                  <a:lnTo>
                    <a:pt x="18862" y="10055"/>
                  </a:lnTo>
                  <a:lnTo>
                    <a:pt x="11538" y="11935"/>
                  </a:lnTo>
                  <a:lnTo>
                    <a:pt x="1692" y="122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900719" y="5821098"/>
              <a:ext cx="26693" cy="17751"/>
            </a:xfrm>
            <a:custGeom>
              <a:avLst/>
              <a:pathLst>
                <a:path w="26693" h="17751">
                  <a:moveTo>
                    <a:pt x="1920" y="6688"/>
                  </a:moveTo>
                  <a:lnTo>
                    <a:pt x="5673" y="4481"/>
                  </a:lnTo>
                  <a:lnTo>
                    <a:pt x="9009" y="5196"/>
                  </a:lnTo>
                  <a:lnTo>
                    <a:pt x="17929" y="0"/>
                  </a:lnTo>
                  <a:lnTo>
                    <a:pt x="23288" y="679"/>
                  </a:lnTo>
                  <a:lnTo>
                    <a:pt x="26693" y="7891"/>
                  </a:lnTo>
                  <a:lnTo>
                    <a:pt x="20594" y="13380"/>
                  </a:lnTo>
                  <a:lnTo>
                    <a:pt x="11950" y="15701"/>
                  </a:lnTo>
                  <a:lnTo>
                    <a:pt x="8599" y="17751"/>
                  </a:lnTo>
                  <a:lnTo>
                    <a:pt x="7650" y="15805"/>
                  </a:lnTo>
                  <a:lnTo>
                    <a:pt x="2327" y="16668"/>
                  </a:lnTo>
                  <a:lnTo>
                    <a:pt x="0" y="109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878455" y="5386821"/>
              <a:ext cx="57402" cy="48226"/>
            </a:xfrm>
            <a:custGeom>
              <a:avLst/>
              <a:pathLst>
                <a:path w="57402" h="48226">
                  <a:moveTo>
                    <a:pt x="0" y="12030"/>
                  </a:moveTo>
                  <a:lnTo>
                    <a:pt x="3681" y="10062"/>
                  </a:lnTo>
                  <a:lnTo>
                    <a:pt x="9966" y="10890"/>
                  </a:lnTo>
                  <a:lnTo>
                    <a:pt x="15219" y="12755"/>
                  </a:lnTo>
                  <a:lnTo>
                    <a:pt x="18148" y="13423"/>
                  </a:lnTo>
                  <a:lnTo>
                    <a:pt x="19275" y="10767"/>
                  </a:lnTo>
                  <a:lnTo>
                    <a:pt x="18686" y="9343"/>
                  </a:lnTo>
                  <a:lnTo>
                    <a:pt x="22766" y="5678"/>
                  </a:lnTo>
                  <a:lnTo>
                    <a:pt x="25694" y="6611"/>
                  </a:lnTo>
                  <a:lnTo>
                    <a:pt x="28011" y="3857"/>
                  </a:lnTo>
                  <a:lnTo>
                    <a:pt x="29944" y="2124"/>
                  </a:lnTo>
                  <a:lnTo>
                    <a:pt x="33390" y="4967"/>
                  </a:lnTo>
                  <a:lnTo>
                    <a:pt x="37575" y="3056"/>
                  </a:lnTo>
                  <a:lnTo>
                    <a:pt x="40616" y="0"/>
                  </a:lnTo>
                  <a:lnTo>
                    <a:pt x="41687" y="5046"/>
                  </a:lnTo>
                  <a:lnTo>
                    <a:pt x="43473" y="8642"/>
                  </a:lnTo>
                  <a:lnTo>
                    <a:pt x="48327" y="7472"/>
                  </a:lnTo>
                  <a:lnTo>
                    <a:pt x="54336" y="11717"/>
                  </a:lnTo>
                  <a:lnTo>
                    <a:pt x="52766" y="15524"/>
                  </a:lnTo>
                  <a:lnTo>
                    <a:pt x="53795" y="18334"/>
                  </a:lnTo>
                  <a:lnTo>
                    <a:pt x="52405" y="20638"/>
                  </a:lnTo>
                  <a:lnTo>
                    <a:pt x="53984" y="23603"/>
                  </a:lnTo>
                  <a:lnTo>
                    <a:pt x="52407" y="27575"/>
                  </a:lnTo>
                  <a:lnTo>
                    <a:pt x="54539" y="31084"/>
                  </a:lnTo>
                  <a:lnTo>
                    <a:pt x="57402" y="36062"/>
                  </a:lnTo>
                  <a:lnTo>
                    <a:pt x="55665" y="39090"/>
                  </a:lnTo>
                  <a:lnTo>
                    <a:pt x="51686" y="40437"/>
                  </a:lnTo>
                  <a:lnTo>
                    <a:pt x="49790" y="39041"/>
                  </a:lnTo>
                  <a:lnTo>
                    <a:pt x="46943" y="40927"/>
                  </a:lnTo>
                  <a:lnTo>
                    <a:pt x="43041" y="40377"/>
                  </a:lnTo>
                  <a:lnTo>
                    <a:pt x="39693" y="42285"/>
                  </a:lnTo>
                  <a:lnTo>
                    <a:pt x="39419" y="46768"/>
                  </a:lnTo>
                  <a:lnTo>
                    <a:pt x="35982" y="48226"/>
                  </a:lnTo>
                  <a:lnTo>
                    <a:pt x="33722" y="43626"/>
                  </a:lnTo>
                  <a:lnTo>
                    <a:pt x="31051" y="41395"/>
                  </a:lnTo>
                  <a:lnTo>
                    <a:pt x="26397" y="40303"/>
                  </a:lnTo>
                  <a:lnTo>
                    <a:pt x="21811" y="37504"/>
                  </a:lnTo>
                  <a:lnTo>
                    <a:pt x="17970" y="34549"/>
                  </a:lnTo>
                  <a:lnTo>
                    <a:pt x="13780" y="30311"/>
                  </a:lnTo>
                  <a:lnTo>
                    <a:pt x="10000" y="28234"/>
                  </a:lnTo>
                  <a:lnTo>
                    <a:pt x="5363" y="23867"/>
                  </a:lnTo>
                  <a:lnTo>
                    <a:pt x="2198" y="21616"/>
                  </a:lnTo>
                  <a:lnTo>
                    <a:pt x="2244" y="1737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319446" y="5852638"/>
              <a:ext cx="5580" cy="6948"/>
            </a:xfrm>
            <a:custGeom>
              <a:avLst/>
              <a:pathLst>
                <a:path w="5580" h="6948">
                  <a:moveTo>
                    <a:pt x="1427" y="0"/>
                  </a:moveTo>
                  <a:lnTo>
                    <a:pt x="4462" y="2198"/>
                  </a:lnTo>
                  <a:lnTo>
                    <a:pt x="5580" y="4221"/>
                  </a:lnTo>
                  <a:lnTo>
                    <a:pt x="3009" y="6948"/>
                  </a:lnTo>
                  <a:lnTo>
                    <a:pt x="1622" y="6690"/>
                  </a:lnTo>
                  <a:lnTo>
                    <a:pt x="0" y="112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835268" y="5837416"/>
              <a:ext cx="66648" cy="50531"/>
            </a:xfrm>
            <a:custGeom>
              <a:avLst/>
              <a:pathLst>
                <a:path w="66648" h="50531">
                  <a:moveTo>
                    <a:pt x="2308" y="43809"/>
                  </a:moveTo>
                  <a:lnTo>
                    <a:pt x="5999" y="40515"/>
                  </a:lnTo>
                  <a:lnTo>
                    <a:pt x="9842" y="40574"/>
                  </a:lnTo>
                  <a:lnTo>
                    <a:pt x="14903" y="37637"/>
                  </a:lnTo>
                  <a:lnTo>
                    <a:pt x="18165" y="37437"/>
                  </a:lnTo>
                  <a:lnTo>
                    <a:pt x="21586" y="35831"/>
                  </a:lnTo>
                  <a:lnTo>
                    <a:pt x="25028" y="32978"/>
                  </a:lnTo>
                  <a:lnTo>
                    <a:pt x="27011" y="31266"/>
                  </a:lnTo>
                  <a:lnTo>
                    <a:pt x="26145" y="27309"/>
                  </a:lnTo>
                  <a:lnTo>
                    <a:pt x="28179" y="25603"/>
                  </a:lnTo>
                  <a:lnTo>
                    <a:pt x="29564" y="23449"/>
                  </a:lnTo>
                  <a:lnTo>
                    <a:pt x="30763" y="20578"/>
                  </a:lnTo>
                  <a:lnTo>
                    <a:pt x="32150" y="17361"/>
                  </a:lnTo>
                  <a:lnTo>
                    <a:pt x="28828" y="13867"/>
                  </a:lnTo>
                  <a:lnTo>
                    <a:pt x="27266" y="11797"/>
                  </a:lnTo>
                  <a:lnTo>
                    <a:pt x="27376" y="8991"/>
                  </a:lnTo>
                  <a:lnTo>
                    <a:pt x="31547" y="3882"/>
                  </a:lnTo>
                  <a:lnTo>
                    <a:pt x="37184" y="1385"/>
                  </a:lnTo>
                  <a:lnTo>
                    <a:pt x="42242" y="0"/>
                  </a:lnTo>
                  <a:lnTo>
                    <a:pt x="45827" y="423"/>
                  </a:lnTo>
                  <a:lnTo>
                    <a:pt x="47845" y="4481"/>
                  </a:lnTo>
                  <a:lnTo>
                    <a:pt x="50694" y="7287"/>
                  </a:lnTo>
                  <a:lnTo>
                    <a:pt x="53353" y="5299"/>
                  </a:lnTo>
                  <a:lnTo>
                    <a:pt x="56345" y="2279"/>
                  </a:lnTo>
                  <a:lnTo>
                    <a:pt x="59711" y="4338"/>
                  </a:lnTo>
                  <a:lnTo>
                    <a:pt x="61147" y="3855"/>
                  </a:lnTo>
                  <a:lnTo>
                    <a:pt x="63114" y="3191"/>
                  </a:lnTo>
                  <a:lnTo>
                    <a:pt x="66648" y="5517"/>
                  </a:lnTo>
                  <a:lnTo>
                    <a:pt x="63469" y="7632"/>
                  </a:lnTo>
                  <a:lnTo>
                    <a:pt x="61620" y="8860"/>
                  </a:lnTo>
                  <a:lnTo>
                    <a:pt x="60099" y="11481"/>
                  </a:lnTo>
                  <a:lnTo>
                    <a:pt x="57551" y="11767"/>
                  </a:lnTo>
                  <a:lnTo>
                    <a:pt x="54357" y="15723"/>
                  </a:lnTo>
                  <a:lnTo>
                    <a:pt x="56843" y="17522"/>
                  </a:lnTo>
                  <a:lnTo>
                    <a:pt x="61978" y="14525"/>
                  </a:lnTo>
                  <a:lnTo>
                    <a:pt x="65151" y="13562"/>
                  </a:lnTo>
                  <a:lnTo>
                    <a:pt x="65697" y="15499"/>
                  </a:lnTo>
                  <a:lnTo>
                    <a:pt x="64096" y="22122"/>
                  </a:lnTo>
                  <a:lnTo>
                    <a:pt x="60186" y="23215"/>
                  </a:lnTo>
                  <a:lnTo>
                    <a:pt x="57334" y="25530"/>
                  </a:lnTo>
                  <a:lnTo>
                    <a:pt x="52691" y="27479"/>
                  </a:lnTo>
                  <a:lnTo>
                    <a:pt x="50257" y="31266"/>
                  </a:lnTo>
                  <a:lnTo>
                    <a:pt x="47528" y="34776"/>
                  </a:lnTo>
                  <a:lnTo>
                    <a:pt x="44687" y="37566"/>
                  </a:lnTo>
                  <a:lnTo>
                    <a:pt x="41181" y="40489"/>
                  </a:lnTo>
                  <a:lnTo>
                    <a:pt x="36379" y="40798"/>
                  </a:lnTo>
                  <a:lnTo>
                    <a:pt x="32061" y="40412"/>
                  </a:lnTo>
                  <a:lnTo>
                    <a:pt x="29045" y="40402"/>
                  </a:lnTo>
                  <a:lnTo>
                    <a:pt x="25648" y="40911"/>
                  </a:lnTo>
                  <a:lnTo>
                    <a:pt x="20907" y="43853"/>
                  </a:lnTo>
                  <a:lnTo>
                    <a:pt x="20251" y="45888"/>
                  </a:lnTo>
                  <a:lnTo>
                    <a:pt x="16168" y="45764"/>
                  </a:lnTo>
                  <a:lnTo>
                    <a:pt x="13435" y="49762"/>
                  </a:lnTo>
                  <a:lnTo>
                    <a:pt x="11551" y="48935"/>
                  </a:lnTo>
                  <a:lnTo>
                    <a:pt x="8412" y="50531"/>
                  </a:lnTo>
                  <a:lnTo>
                    <a:pt x="3784" y="48365"/>
                  </a:lnTo>
                  <a:lnTo>
                    <a:pt x="0" y="454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904074" y="4633656"/>
              <a:ext cx="1268029" cy="1183529"/>
            </a:xfrm>
            <a:custGeom>
              <a:avLst/>
              <a:pathLst>
                <a:path w="1268029" h="1183529">
                  <a:moveTo>
                    <a:pt x="0" y="378562"/>
                  </a:moveTo>
                  <a:lnTo>
                    <a:pt x="4506" y="374131"/>
                  </a:lnTo>
                  <a:lnTo>
                    <a:pt x="13503" y="370741"/>
                  </a:lnTo>
                  <a:lnTo>
                    <a:pt x="23738" y="365064"/>
                  </a:lnTo>
                  <a:lnTo>
                    <a:pt x="38232" y="354981"/>
                  </a:lnTo>
                  <a:lnTo>
                    <a:pt x="58250" y="343409"/>
                  </a:lnTo>
                  <a:lnTo>
                    <a:pt x="75169" y="334798"/>
                  </a:lnTo>
                  <a:lnTo>
                    <a:pt x="90611" y="329149"/>
                  </a:lnTo>
                  <a:lnTo>
                    <a:pt x="101402" y="326312"/>
                  </a:lnTo>
                  <a:lnTo>
                    <a:pt x="115598" y="326954"/>
                  </a:lnTo>
                  <a:lnTo>
                    <a:pt x="120828" y="329803"/>
                  </a:lnTo>
                  <a:lnTo>
                    <a:pt x="117362" y="333706"/>
                  </a:lnTo>
                  <a:lnTo>
                    <a:pt x="115213" y="337876"/>
                  </a:lnTo>
                  <a:lnTo>
                    <a:pt x="113048" y="341064"/>
                  </a:lnTo>
                  <a:lnTo>
                    <a:pt x="113116" y="346831"/>
                  </a:lnTo>
                  <a:lnTo>
                    <a:pt x="112959" y="350198"/>
                  </a:lnTo>
                  <a:lnTo>
                    <a:pt x="110678" y="352450"/>
                  </a:lnTo>
                  <a:lnTo>
                    <a:pt x="110669" y="354898"/>
                  </a:lnTo>
                  <a:lnTo>
                    <a:pt x="112934" y="361506"/>
                  </a:lnTo>
                  <a:lnTo>
                    <a:pt x="115411" y="364593"/>
                  </a:lnTo>
                  <a:lnTo>
                    <a:pt x="120608" y="363214"/>
                  </a:lnTo>
                  <a:lnTo>
                    <a:pt x="123731" y="363501"/>
                  </a:lnTo>
                  <a:lnTo>
                    <a:pt x="129281" y="365751"/>
                  </a:lnTo>
                  <a:lnTo>
                    <a:pt x="133152" y="364822"/>
                  </a:lnTo>
                  <a:lnTo>
                    <a:pt x="139465" y="364346"/>
                  </a:lnTo>
                  <a:lnTo>
                    <a:pt x="142456" y="368127"/>
                  </a:lnTo>
                  <a:lnTo>
                    <a:pt x="147537" y="367800"/>
                  </a:lnTo>
                  <a:lnTo>
                    <a:pt x="149797" y="369185"/>
                  </a:lnTo>
                  <a:lnTo>
                    <a:pt x="154936" y="366180"/>
                  </a:lnTo>
                  <a:lnTo>
                    <a:pt x="162286" y="370543"/>
                  </a:lnTo>
                  <a:lnTo>
                    <a:pt x="164091" y="367040"/>
                  </a:lnTo>
                  <a:lnTo>
                    <a:pt x="168616" y="360030"/>
                  </a:lnTo>
                  <a:lnTo>
                    <a:pt x="170532" y="355678"/>
                  </a:lnTo>
                  <a:lnTo>
                    <a:pt x="172235" y="354179"/>
                  </a:lnTo>
                  <a:lnTo>
                    <a:pt x="175819" y="354866"/>
                  </a:lnTo>
                  <a:lnTo>
                    <a:pt x="176211" y="357100"/>
                  </a:lnTo>
                  <a:lnTo>
                    <a:pt x="179239" y="358125"/>
                  </a:lnTo>
                  <a:lnTo>
                    <a:pt x="184504" y="356695"/>
                  </a:lnTo>
                  <a:lnTo>
                    <a:pt x="182398" y="350936"/>
                  </a:lnTo>
                  <a:lnTo>
                    <a:pt x="176747" y="346930"/>
                  </a:lnTo>
                  <a:lnTo>
                    <a:pt x="170511" y="344638"/>
                  </a:lnTo>
                  <a:lnTo>
                    <a:pt x="167527" y="344526"/>
                  </a:lnTo>
                  <a:lnTo>
                    <a:pt x="161756" y="347495"/>
                  </a:lnTo>
                  <a:lnTo>
                    <a:pt x="163575" y="339852"/>
                  </a:lnTo>
                  <a:lnTo>
                    <a:pt x="163535" y="336191"/>
                  </a:lnTo>
                  <a:lnTo>
                    <a:pt x="158327" y="328055"/>
                  </a:lnTo>
                  <a:lnTo>
                    <a:pt x="156924" y="323373"/>
                  </a:lnTo>
                  <a:lnTo>
                    <a:pt x="152815" y="320364"/>
                  </a:lnTo>
                  <a:lnTo>
                    <a:pt x="149158" y="319004"/>
                  </a:lnTo>
                  <a:lnTo>
                    <a:pt x="146719" y="310574"/>
                  </a:lnTo>
                  <a:lnTo>
                    <a:pt x="148043" y="307514"/>
                  </a:lnTo>
                  <a:lnTo>
                    <a:pt x="151143" y="304436"/>
                  </a:lnTo>
                  <a:lnTo>
                    <a:pt x="151263" y="302357"/>
                  </a:lnTo>
                  <a:lnTo>
                    <a:pt x="147286" y="300818"/>
                  </a:lnTo>
                  <a:lnTo>
                    <a:pt x="142184" y="300952"/>
                  </a:lnTo>
                  <a:lnTo>
                    <a:pt x="138304" y="297942"/>
                  </a:lnTo>
                  <a:lnTo>
                    <a:pt x="131507" y="295181"/>
                  </a:lnTo>
                  <a:lnTo>
                    <a:pt x="124633" y="292345"/>
                  </a:lnTo>
                  <a:lnTo>
                    <a:pt x="122063" y="290909"/>
                  </a:lnTo>
                  <a:lnTo>
                    <a:pt x="121817" y="283767"/>
                  </a:lnTo>
                  <a:lnTo>
                    <a:pt x="119960" y="268996"/>
                  </a:lnTo>
                  <a:lnTo>
                    <a:pt x="116953" y="258060"/>
                  </a:lnTo>
                  <a:lnTo>
                    <a:pt x="112739" y="251584"/>
                  </a:lnTo>
                  <a:lnTo>
                    <a:pt x="106784" y="245703"/>
                  </a:lnTo>
                  <a:lnTo>
                    <a:pt x="95404" y="229737"/>
                  </a:lnTo>
                  <a:lnTo>
                    <a:pt x="90300" y="222430"/>
                  </a:lnTo>
                  <a:lnTo>
                    <a:pt x="89305" y="221673"/>
                  </a:lnTo>
                  <a:lnTo>
                    <a:pt x="83084" y="216905"/>
                  </a:lnTo>
                  <a:lnTo>
                    <a:pt x="79032" y="214962"/>
                  </a:lnTo>
                  <a:lnTo>
                    <a:pt x="76964" y="212478"/>
                  </a:lnTo>
                  <a:lnTo>
                    <a:pt x="75128" y="206487"/>
                  </a:lnTo>
                  <a:lnTo>
                    <a:pt x="70698" y="201011"/>
                  </a:lnTo>
                  <a:lnTo>
                    <a:pt x="64606" y="196935"/>
                  </a:lnTo>
                  <a:lnTo>
                    <a:pt x="59234" y="195863"/>
                  </a:lnTo>
                  <a:lnTo>
                    <a:pt x="65568" y="191937"/>
                  </a:lnTo>
                  <a:lnTo>
                    <a:pt x="71916" y="190251"/>
                  </a:lnTo>
                  <a:lnTo>
                    <a:pt x="73754" y="184874"/>
                  </a:lnTo>
                  <a:lnTo>
                    <a:pt x="75908" y="178577"/>
                  </a:lnTo>
                  <a:lnTo>
                    <a:pt x="77886" y="170800"/>
                  </a:lnTo>
                  <a:lnTo>
                    <a:pt x="78722" y="160455"/>
                  </a:lnTo>
                  <a:lnTo>
                    <a:pt x="85354" y="161736"/>
                  </a:lnTo>
                  <a:lnTo>
                    <a:pt x="94170" y="163829"/>
                  </a:lnTo>
                  <a:lnTo>
                    <a:pt x="106803" y="163494"/>
                  </a:lnTo>
                  <a:lnTo>
                    <a:pt x="116949" y="162209"/>
                  </a:lnTo>
                  <a:lnTo>
                    <a:pt x="123170" y="161975"/>
                  </a:lnTo>
                  <a:lnTo>
                    <a:pt x="131025" y="157852"/>
                  </a:lnTo>
                  <a:lnTo>
                    <a:pt x="139861" y="150005"/>
                  </a:lnTo>
                  <a:lnTo>
                    <a:pt x="148556" y="137949"/>
                  </a:lnTo>
                  <a:lnTo>
                    <a:pt x="151557" y="129442"/>
                  </a:lnTo>
                  <a:lnTo>
                    <a:pt x="152966" y="116680"/>
                  </a:lnTo>
                  <a:lnTo>
                    <a:pt x="155654" y="108090"/>
                  </a:lnTo>
                  <a:lnTo>
                    <a:pt x="158117" y="102117"/>
                  </a:lnTo>
                  <a:lnTo>
                    <a:pt x="163224" y="95226"/>
                  </a:lnTo>
                  <a:lnTo>
                    <a:pt x="170575" y="83747"/>
                  </a:lnTo>
                  <a:lnTo>
                    <a:pt x="175603" y="76821"/>
                  </a:lnTo>
                  <a:lnTo>
                    <a:pt x="185415" y="68734"/>
                  </a:lnTo>
                  <a:lnTo>
                    <a:pt x="191503" y="71002"/>
                  </a:lnTo>
                  <a:lnTo>
                    <a:pt x="197663" y="71814"/>
                  </a:lnTo>
                  <a:lnTo>
                    <a:pt x="208173" y="66779"/>
                  </a:lnTo>
                  <a:lnTo>
                    <a:pt x="221738" y="54607"/>
                  </a:lnTo>
                  <a:lnTo>
                    <a:pt x="229704" y="44587"/>
                  </a:lnTo>
                  <a:lnTo>
                    <a:pt x="234718" y="38594"/>
                  </a:lnTo>
                  <a:lnTo>
                    <a:pt x="244939" y="33226"/>
                  </a:lnTo>
                  <a:lnTo>
                    <a:pt x="245860" y="37283"/>
                  </a:lnTo>
                  <a:lnTo>
                    <a:pt x="251171" y="39141"/>
                  </a:lnTo>
                  <a:lnTo>
                    <a:pt x="256976" y="39047"/>
                  </a:lnTo>
                  <a:lnTo>
                    <a:pt x="261370" y="37366"/>
                  </a:lnTo>
                  <a:lnTo>
                    <a:pt x="268331" y="36533"/>
                  </a:lnTo>
                  <a:lnTo>
                    <a:pt x="273930" y="33498"/>
                  </a:lnTo>
                  <a:lnTo>
                    <a:pt x="281386" y="26427"/>
                  </a:lnTo>
                  <a:lnTo>
                    <a:pt x="286724" y="18103"/>
                  </a:lnTo>
                  <a:lnTo>
                    <a:pt x="292578" y="7990"/>
                  </a:lnTo>
                  <a:lnTo>
                    <a:pt x="294645" y="4666"/>
                  </a:lnTo>
                  <a:lnTo>
                    <a:pt x="299668" y="0"/>
                  </a:lnTo>
                  <a:lnTo>
                    <a:pt x="300316" y="3899"/>
                  </a:lnTo>
                  <a:lnTo>
                    <a:pt x="304743" y="6332"/>
                  </a:lnTo>
                  <a:lnTo>
                    <a:pt x="309506" y="7411"/>
                  </a:lnTo>
                  <a:lnTo>
                    <a:pt x="310032" y="11415"/>
                  </a:lnTo>
                  <a:lnTo>
                    <a:pt x="313096" y="10679"/>
                  </a:lnTo>
                  <a:lnTo>
                    <a:pt x="319352" y="11939"/>
                  </a:lnTo>
                  <a:lnTo>
                    <a:pt x="320664" y="16761"/>
                  </a:lnTo>
                  <a:lnTo>
                    <a:pt x="320377" y="19191"/>
                  </a:lnTo>
                  <a:lnTo>
                    <a:pt x="316794" y="22633"/>
                  </a:lnTo>
                  <a:lnTo>
                    <a:pt x="315595" y="25077"/>
                  </a:lnTo>
                  <a:lnTo>
                    <a:pt x="311652" y="26660"/>
                  </a:lnTo>
                  <a:lnTo>
                    <a:pt x="311035" y="29901"/>
                  </a:lnTo>
                  <a:lnTo>
                    <a:pt x="312087" y="34445"/>
                  </a:lnTo>
                  <a:lnTo>
                    <a:pt x="316078" y="35804"/>
                  </a:lnTo>
                  <a:lnTo>
                    <a:pt x="320015" y="34539"/>
                  </a:lnTo>
                  <a:lnTo>
                    <a:pt x="321226" y="31796"/>
                  </a:lnTo>
                  <a:lnTo>
                    <a:pt x="320696" y="28016"/>
                  </a:lnTo>
                  <a:lnTo>
                    <a:pt x="323810" y="24159"/>
                  </a:lnTo>
                  <a:lnTo>
                    <a:pt x="325948" y="18161"/>
                  </a:lnTo>
                  <a:lnTo>
                    <a:pt x="330117" y="13363"/>
                  </a:lnTo>
                  <a:lnTo>
                    <a:pt x="332527" y="14577"/>
                  </a:lnTo>
                  <a:lnTo>
                    <a:pt x="339967" y="22447"/>
                  </a:lnTo>
                  <a:lnTo>
                    <a:pt x="339420" y="26987"/>
                  </a:lnTo>
                  <a:lnTo>
                    <a:pt x="340197" y="35035"/>
                  </a:lnTo>
                  <a:lnTo>
                    <a:pt x="343155" y="34493"/>
                  </a:lnTo>
                  <a:lnTo>
                    <a:pt x="346074" y="34994"/>
                  </a:lnTo>
                  <a:lnTo>
                    <a:pt x="349500" y="37789"/>
                  </a:lnTo>
                  <a:lnTo>
                    <a:pt x="354338" y="29995"/>
                  </a:lnTo>
                  <a:lnTo>
                    <a:pt x="358995" y="29824"/>
                  </a:lnTo>
                  <a:lnTo>
                    <a:pt x="363973" y="28990"/>
                  </a:lnTo>
                  <a:lnTo>
                    <a:pt x="367820" y="26445"/>
                  </a:lnTo>
                  <a:lnTo>
                    <a:pt x="371762" y="26774"/>
                  </a:lnTo>
                  <a:lnTo>
                    <a:pt x="374829" y="28544"/>
                  </a:lnTo>
                  <a:lnTo>
                    <a:pt x="379142" y="28292"/>
                  </a:lnTo>
                  <a:lnTo>
                    <a:pt x="384882" y="29390"/>
                  </a:lnTo>
                  <a:lnTo>
                    <a:pt x="389147" y="31349"/>
                  </a:lnTo>
                  <a:lnTo>
                    <a:pt x="389866" y="33312"/>
                  </a:lnTo>
                  <a:lnTo>
                    <a:pt x="386745" y="37147"/>
                  </a:lnTo>
                  <a:lnTo>
                    <a:pt x="386790" y="40375"/>
                  </a:lnTo>
                  <a:lnTo>
                    <a:pt x="384285" y="41593"/>
                  </a:lnTo>
                  <a:lnTo>
                    <a:pt x="385290" y="46131"/>
                  </a:lnTo>
                  <a:lnTo>
                    <a:pt x="388218" y="46867"/>
                  </a:lnTo>
                  <a:lnTo>
                    <a:pt x="392866" y="47643"/>
                  </a:lnTo>
                  <a:lnTo>
                    <a:pt x="395102" y="48894"/>
                  </a:lnTo>
                  <a:lnTo>
                    <a:pt x="401036" y="49346"/>
                  </a:lnTo>
                  <a:lnTo>
                    <a:pt x="400404" y="52485"/>
                  </a:lnTo>
                  <a:lnTo>
                    <a:pt x="400516" y="57144"/>
                  </a:lnTo>
                  <a:lnTo>
                    <a:pt x="405537" y="56952"/>
                  </a:lnTo>
                  <a:lnTo>
                    <a:pt x="410050" y="58551"/>
                  </a:lnTo>
                  <a:lnTo>
                    <a:pt x="412757" y="59987"/>
                  </a:lnTo>
                  <a:lnTo>
                    <a:pt x="415809" y="55581"/>
                  </a:lnTo>
                  <a:lnTo>
                    <a:pt x="418172" y="53419"/>
                  </a:lnTo>
                  <a:lnTo>
                    <a:pt x="420654" y="52953"/>
                  </a:lnTo>
                  <a:lnTo>
                    <a:pt x="425425" y="51082"/>
                  </a:lnTo>
                  <a:lnTo>
                    <a:pt x="428562" y="52204"/>
                  </a:lnTo>
                  <a:lnTo>
                    <a:pt x="431158" y="54733"/>
                  </a:lnTo>
                  <a:lnTo>
                    <a:pt x="435877" y="52651"/>
                  </a:lnTo>
                  <a:lnTo>
                    <a:pt x="439908" y="47139"/>
                  </a:lnTo>
                  <a:lnTo>
                    <a:pt x="442654" y="47633"/>
                  </a:lnTo>
                  <a:lnTo>
                    <a:pt x="448434" y="45409"/>
                  </a:lnTo>
                  <a:lnTo>
                    <a:pt x="454606" y="46760"/>
                  </a:lnTo>
                  <a:lnTo>
                    <a:pt x="460274" y="49985"/>
                  </a:lnTo>
                  <a:lnTo>
                    <a:pt x="465815" y="48891"/>
                  </a:lnTo>
                  <a:lnTo>
                    <a:pt x="470329" y="53101"/>
                  </a:lnTo>
                  <a:lnTo>
                    <a:pt x="470871" y="56172"/>
                  </a:lnTo>
                  <a:lnTo>
                    <a:pt x="473383" y="56397"/>
                  </a:lnTo>
                  <a:lnTo>
                    <a:pt x="476231" y="52885"/>
                  </a:lnTo>
                  <a:lnTo>
                    <a:pt x="481635" y="54333"/>
                  </a:lnTo>
                  <a:lnTo>
                    <a:pt x="483876" y="55400"/>
                  </a:lnTo>
                  <a:lnTo>
                    <a:pt x="486538" y="60050"/>
                  </a:lnTo>
                  <a:lnTo>
                    <a:pt x="493929" y="60892"/>
                  </a:lnTo>
                  <a:lnTo>
                    <a:pt x="498027" y="58842"/>
                  </a:lnTo>
                  <a:lnTo>
                    <a:pt x="499991" y="62095"/>
                  </a:lnTo>
                  <a:lnTo>
                    <a:pt x="503719" y="61956"/>
                  </a:lnTo>
                  <a:lnTo>
                    <a:pt x="505656" y="58922"/>
                  </a:lnTo>
                  <a:lnTo>
                    <a:pt x="513748" y="57351"/>
                  </a:lnTo>
                  <a:lnTo>
                    <a:pt x="522108" y="57572"/>
                  </a:lnTo>
                  <a:lnTo>
                    <a:pt x="524923" y="58291"/>
                  </a:lnTo>
                  <a:lnTo>
                    <a:pt x="527857" y="55902"/>
                  </a:lnTo>
                  <a:lnTo>
                    <a:pt x="533691" y="60373"/>
                  </a:lnTo>
                  <a:lnTo>
                    <a:pt x="538217" y="62715"/>
                  </a:lnTo>
                  <a:lnTo>
                    <a:pt x="544278" y="64560"/>
                  </a:lnTo>
                  <a:lnTo>
                    <a:pt x="550451" y="65091"/>
                  </a:lnTo>
                  <a:lnTo>
                    <a:pt x="552656" y="63527"/>
                  </a:lnTo>
                  <a:lnTo>
                    <a:pt x="555391" y="63810"/>
                  </a:lnTo>
                  <a:lnTo>
                    <a:pt x="559318" y="58129"/>
                  </a:lnTo>
                  <a:lnTo>
                    <a:pt x="563050" y="56318"/>
                  </a:lnTo>
                  <a:lnTo>
                    <a:pt x="570025" y="49977"/>
                  </a:lnTo>
                  <a:lnTo>
                    <a:pt x="578249" y="46382"/>
                  </a:lnTo>
                  <a:lnTo>
                    <a:pt x="580378" y="46799"/>
                  </a:lnTo>
                  <a:lnTo>
                    <a:pt x="583124" y="44283"/>
                  </a:lnTo>
                  <a:lnTo>
                    <a:pt x="589922" y="46958"/>
                  </a:lnTo>
                  <a:lnTo>
                    <a:pt x="595913" y="48622"/>
                  </a:lnTo>
                  <a:lnTo>
                    <a:pt x="603306" y="52601"/>
                  </a:lnTo>
                  <a:lnTo>
                    <a:pt x="604894" y="55101"/>
                  </a:lnTo>
                  <a:lnTo>
                    <a:pt x="608700" y="55480"/>
                  </a:lnTo>
                  <a:lnTo>
                    <a:pt x="614321" y="58075"/>
                  </a:lnTo>
                  <a:lnTo>
                    <a:pt x="621515" y="59499"/>
                  </a:lnTo>
                  <a:lnTo>
                    <a:pt x="628955" y="64050"/>
                  </a:lnTo>
                  <a:lnTo>
                    <a:pt x="633894" y="63411"/>
                  </a:lnTo>
                  <a:lnTo>
                    <a:pt x="638967" y="64666"/>
                  </a:lnTo>
                  <a:lnTo>
                    <a:pt x="656006" y="140661"/>
                  </a:lnTo>
                  <a:lnTo>
                    <a:pt x="697694" y="316556"/>
                  </a:lnTo>
                  <a:lnTo>
                    <a:pt x="764952" y="576087"/>
                  </a:lnTo>
                  <a:lnTo>
                    <a:pt x="792538" y="675507"/>
                  </a:lnTo>
                  <a:lnTo>
                    <a:pt x="794128" y="681127"/>
                  </a:lnTo>
                  <a:lnTo>
                    <a:pt x="809913" y="681959"/>
                  </a:lnTo>
                  <a:lnTo>
                    <a:pt x="810183" y="675685"/>
                  </a:lnTo>
                  <a:lnTo>
                    <a:pt x="827328" y="679057"/>
                  </a:lnTo>
                  <a:lnTo>
                    <a:pt x="833127" y="665978"/>
                  </a:lnTo>
                  <a:lnTo>
                    <a:pt x="851315" y="658530"/>
                  </a:lnTo>
                  <a:lnTo>
                    <a:pt x="852135" y="660681"/>
                  </a:lnTo>
                  <a:lnTo>
                    <a:pt x="853275" y="677068"/>
                  </a:lnTo>
                  <a:lnTo>
                    <a:pt x="859859" y="681444"/>
                  </a:lnTo>
                  <a:lnTo>
                    <a:pt x="872205" y="683449"/>
                  </a:lnTo>
                  <a:lnTo>
                    <a:pt x="876457" y="690436"/>
                  </a:lnTo>
                  <a:lnTo>
                    <a:pt x="879095" y="692387"/>
                  </a:lnTo>
                  <a:lnTo>
                    <a:pt x="920338" y="714172"/>
                  </a:lnTo>
                  <a:lnTo>
                    <a:pt x="929301" y="729404"/>
                  </a:lnTo>
                  <a:lnTo>
                    <a:pt x="930211" y="734856"/>
                  </a:lnTo>
                  <a:lnTo>
                    <a:pt x="932619" y="733754"/>
                  </a:lnTo>
                  <a:lnTo>
                    <a:pt x="936257" y="725634"/>
                  </a:lnTo>
                  <a:lnTo>
                    <a:pt x="945670" y="712128"/>
                  </a:lnTo>
                  <a:lnTo>
                    <a:pt x="946374" y="710406"/>
                  </a:lnTo>
                  <a:lnTo>
                    <a:pt x="953827" y="707028"/>
                  </a:lnTo>
                  <a:lnTo>
                    <a:pt x="954473" y="699841"/>
                  </a:lnTo>
                  <a:lnTo>
                    <a:pt x="954635" y="698017"/>
                  </a:lnTo>
                  <a:lnTo>
                    <a:pt x="950274" y="686623"/>
                  </a:lnTo>
                  <a:lnTo>
                    <a:pt x="954185" y="686149"/>
                  </a:lnTo>
                  <a:lnTo>
                    <a:pt x="956258" y="679867"/>
                  </a:lnTo>
                  <a:lnTo>
                    <a:pt x="955378" y="677737"/>
                  </a:lnTo>
                  <a:lnTo>
                    <a:pt x="950977" y="676520"/>
                  </a:lnTo>
                  <a:lnTo>
                    <a:pt x="954941" y="671996"/>
                  </a:lnTo>
                  <a:lnTo>
                    <a:pt x="961841" y="667494"/>
                  </a:lnTo>
                  <a:lnTo>
                    <a:pt x="967112" y="660652"/>
                  </a:lnTo>
                  <a:lnTo>
                    <a:pt x="972887" y="653096"/>
                  </a:lnTo>
                  <a:lnTo>
                    <a:pt x="982790" y="656520"/>
                  </a:lnTo>
                  <a:lnTo>
                    <a:pt x="984086" y="658388"/>
                  </a:lnTo>
                  <a:lnTo>
                    <a:pt x="988098" y="659722"/>
                  </a:lnTo>
                  <a:lnTo>
                    <a:pt x="992186" y="662396"/>
                  </a:lnTo>
                  <a:lnTo>
                    <a:pt x="994370" y="668012"/>
                  </a:lnTo>
                  <a:lnTo>
                    <a:pt x="994393" y="671874"/>
                  </a:lnTo>
                  <a:lnTo>
                    <a:pt x="997126" y="673707"/>
                  </a:lnTo>
                  <a:lnTo>
                    <a:pt x="997407" y="676224"/>
                  </a:lnTo>
                  <a:lnTo>
                    <a:pt x="1001044" y="679468"/>
                  </a:lnTo>
                  <a:lnTo>
                    <a:pt x="1009798" y="678169"/>
                  </a:lnTo>
                  <a:lnTo>
                    <a:pt x="1012610" y="681874"/>
                  </a:lnTo>
                  <a:lnTo>
                    <a:pt x="1016904" y="683935"/>
                  </a:lnTo>
                  <a:lnTo>
                    <a:pt x="1019535" y="682827"/>
                  </a:lnTo>
                  <a:lnTo>
                    <a:pt x="1024967" y="687349"/>
                  </a:lnTo>
                  <a:lnTo>
                    <a:pt x="1025772" y="691325"/>
                  </a:lnTo>
                  <a:lnTo>
                    <a:pt x="1028371" y="691230"/>
                  </a:lnTo>
                  <a:lnTo>
                    <a:pt x="1029407" y="693930"/>
                  </a:lnTo>
                  <a:lnTo>
                    <a:pt x="1033369" y="696752"/>
                  </a:lnTo>
                  <a:lnTo>
                    <a:pt x="1049343" y="699379"/>
                  </a:lnTo>
                  <a:lnTo>
                    <a:pt x="1056781" y="705013"/>
                  </a:lnTo>
                  <a:lnTo>
                    <a:pt x="1071351" y="711790"/>
                  </a:lnTo>
                  <a:lnTo>
                    <a:pt x="1069906" y="715574"/>
                  </a:lnTo>
                  <a:lnTo>
                    <a:pt x="1076557" y="721078"/>
                  </a:lnTo>
                  <a:lnTo>
                    <a:pt x="1084947" y="726243"/>
                  </a:lnTo>
                  <a:lnTo>
                    <a:pt x="1092036" y="734181"/>
                  </a:lnTo>
                  <a:lnTo>
                    <a:pt x="1102707" y="740952"/>
                  </a:lnTo>
                  <a:lnTo>
                    <a:pt x="1109932" y="747875"/>
                  </a:lnTo>
                  <a:lnTo>
                    <a:pt x="1115913" y="752799"/>
                  </a:lnTo>
                  <a:lnTo>
                    <a:pt x="1121592" y="757446"/>
                  </a:lnTo>
                  <a:lnTo>
                    <a:pt x="1131872" y="764214"/>
                  </a:lnTo>
                  <a:lnTo>
                    <a:pt x="1139187" y="770700"/>
                  </a:lnTo>
                  <a:lnTo>
                    <a:pt x="1138651" y="779932"/>
                  </a:lnTo>
                  <a:lnTo>
                    <a:pt x="1150130" y="777808"/>
                  </a:lnTo>
                  <a:lnTo>
                    <a:pt x="1152343" y="788703"/>
                  </a:lnTo>
                  <a:lnTo>
                    <a:pt x="1152571" y="789829"/>
                  </a:lnTo>
                  <a:lnTo>
                    <a:pt x="1162689" y="790227"/>
                  </a:lnTo>
                  <a:lnTo>
                    <a:pt x="1163155" y="793879"/>
                  </a:lnTo>
                  <a:lnTo>
                    <a:pt x="1169509" y="802157"/>
                  </a:lnTo>
                  <a:lnTo>
                    <a:pt x="1177410" y="797499"/>
                  </a:lnTo>
                  <a:lnTo>
                    <a:pt x="1183108" y="799638"/>
                  </a:lnTo>
                  <a:lnTo>
                    <a:pt x="1195439" y="801086"/>
                  </a:lnTo>
                  <a:lnTo>
                    <a:pt x="1199293" y="802333"/>
                  </a:lnTo>
                  <a:lnTo>
                    <a:pt x="1209220" y="800087"/>
                  </a:lnTo>
                  <a:lnTo>
                    <a:pt x="1212298" y="800670"/>
                  </a:lnTo>
                  <a:lnTo>
                    <a:pt x="1218292" y="803325"/>
                  </a:lnTo>
                  <a:lnTo>
                    <a:pt x="1224155" y="802502"/>
                  </a:lnTo>
                  <a:lnTo>
                    <a:pt x="1228375" y="807853"/>
                  </a:lnTo>
                  <a:lnTo>
                    <a:pt x="1231430" y="807329"/>
                  </a:lnTo>
                  <a:lnTo>
                    <a:pt x="1235505" y="807549"/>
                  </a:lnTo>
                  <a:lnTo>
                    <a:pt x="1239563" y="803984"/>
                  </a:lnTo>
                  <a:lnTo>
                    <a:pt x="1246392" y="809820"/>
                  </a:lnTo>
                  <a:lnTo>
                    <a:pt x="1248370" y="814633"/>
                  </a:lnTo>
                  <a:lnTo>
                    <a:pt x="1248764" y="821423"/>
                  </a:lnTo>
                  <a:lnTo>
                    <a:pt x="1247980" y="823106"/>
                  </a:lnTo>
                  <a:lnTo>
                    <a:pt x="1248801" y="826016"/>
                  </a:lnTo>
                  <a:lnTo>
                    <a:pt x="1249470" y="828392"/>
                  </a:lnTo>
                  <a:lnTo>
                    <a:pt x="1252056" y="830479"/>
                  </a:lnTo>
                  <a:lnTo>
                    <a:pt x="1255261" y="837778"/>
                  </a:lnTo>
                  <a:lnTo>
                    <a:pt x="1258542" y="841578"/>
                  </a:lnTo>
                  <a:lnTo>
                    <a:pt x="1261879" y="844569"/>
                  </a:lnTo>
                  <a:lnTo>
                    <a:pt x="1265120" y="849808"/>
                  </a:lnTo>
                  <a:lnTo>
                    <a:pt x="1267557" y="851297"/>
                  </a:lnTo>
                  <a:lnTo>
                    <a:pt x="1268029" y="853896"/>
                  </a:lnTo>
                  <a:lnTo>
                    <a:pt x="1266854" y="860224"/>
                  </a:lnTo>
                  <a:lnTo>
                    <a:pt x="1267182" y="866381"/>
                  </a:lnTo>
                  <a:lnTo>
                    <a:pt x="1267792" y="872080"/>
                  </a:lnTo>
                  <a:lnTo>
                    <a:pt x="1266941" y="880429"/>
                  </a:lnTo>
                  <a:lnTo>
                    <a:pt x="1263835" y="890356"/>
                  </a:lnTo>
                  <a:lnTo>
                    <a:pt x="1261174" y="894150"/>
                  </a:lnTo>
                  <a:lnTo>
                    <a:pt x="1262614" y="896379"/>
                  </a:lnTo>
                  <a:lnTo>
                    <a:pt x="1261314" y="898727"/>
                  </a:lnTo>
                  <a:lnTo>
                    <a:pt x="1258516" y="897368"/>
                  </a:lnTo>
                  <a:lnTo>
                    <a:pt x="1255761" y="896393"/>
                  </a:lnTo>
                  <a:lnTo>
                    <a:pt x="1254563" y="898425"/>
                  </a:lnTo>
                  <a:lnTo>
                    <a:pt x="1253702" y="898609"/>
                  </a:lnTo>
                  <a:lnTo>
                    <a:pt x="1250391" y="897408"/>
                  </a:lnTo>
                  <a:lnTo>
                    <a:pt x="1247571" y="892799"/>
                  </a:lnTo>
                  <a:lnTo>
                    <a:pt x="1245769" y="890158"/>
                  </a:lnTo>
                  <a:lnTo>
                    <a:pt x="1244083" y="887895"/>
                  </a:lnTo>
                  <a:lnTo>
                    <a:pt x="1242222" y="887210"/>
                  </a:lnTo>
                  <a:lnTo>
                    <a:pt x="1241334" y="884034"/>
                  </a:lnTo>
                  <a:lnTo>
                    <a:pt x="1239467" y="881511"/>
                  </a:lnTo>
                  <a:lnTo>
                    <a:pt x="1237347" y="880447"/>
                  </a:lnTo>
                  <a:lnTo>
                    <a:pt x="1234875" y="878294"/>
                  </a:lnTo>
                  <a:lnTo>
                    <a:pt x="1233848" y="876672"/>
                  </a:lnTo>
                  <a:lnTo>
                    <a:pt x="1231443" y="877399"/>
                  </a:lnTo>
                  <a:lnTo>
                    <a:pt x="1233011" y="883357"/>
                  </a:lnTo>
                  <a:lnTo>
                    <a:pt x="1234898" y="887304"/>
                  </a:lnTo>
                  <a:lnTo>
                    <a:pt x="1234563" y="891503"/>
                  </a:lnTo>
                  <a:lnTo>
                    <a:pt x="1235976" y="894498"/>
                  </a:lnTo>
                  <a:lnTo>
                    <a:pt x="1238281" y="894919"/>
                  </a:lnTo>
                  <a:lnTo>
                    <a:pt x="1237841" y="899124"/>
                  </a:lnTo>
                  <a:lnTo>
                    <a:pt x="1235569" y="900818"/>
                  </a:lnTo>
                  <a:lnTo>
                    <a:pt x="1230928" y="900283"/>
                  </a:lnTo>
                  <a:lnTo>
                    <a:pt x="1228003" y="899170"/>
                  </a:lnTo>
                  <a:lnTo>
                    <a:pt x="1224510" y="900818"/>
                  </a:lnTo>
                  <a:lnTo>
                    <a:pt x="1223149" y="900325"/>
                  </a:lnTo>
                  <a:lnTo>
                    <a:pt x="1222469" y="897972"/>
                  </a:lnTo>
                  <a:lnTo>
                    <a:pt x="1222048" y="896516"/>
                  </a:lnTo>
                  <a:lnTo>
                    <a:pt x="1219794" y="895271"/>
                  </a:lnTo>
                  <a:lnTo>
                    <a:pt x="1220187" y="891075"/>
                  </a:lnTo>
                  <a:lnTo>
                    <a:pt x="1219127" y="890202"/>
                  </a:lnTo>
                  <a:lnTo>
                    <a:pt x="1216149" y="890773"/>
                  </a:lnTo>
                  <a:lnTo>
                    <a:pt x="1213725" y="891235"/>
                  </a:lnTo>
                  <a:lnTo>
                    <a:pt x="1209061" y="888247"/>
                  </a:lnTo>
                  <a:lnTo>
                    <a:pt x="1205368" y="883222"/>
                  </a:lnTo>
                  <a:lnTo>
                    <a:pt x="1201917" y="875007"/>
                  </a:lnTo>
                  <a:lnTo>
                    <a:pt x="1201251" y="872655"/>
                  </a:lnTo>
                  <a:lnTo>
                    <a:pt x="1195831" y="872147"/>
                  </a:lnTo>
                  <a:lnTo>
                    <a:pt x="1189608" y="871203"/>
                  </a:lnTo>
                  <a:lnTo>
                    <a:pt x="1186280" y="869981"/>
                  </a:lnTo>
                  <a:lnTo>
                    <a:pt x="1184440" y="867399"/>
                  </a:lnTo>
                  <a:lnTo>
                    <a:pt x="1181759" y="863632"/>
                  </a:lnTo>
                  <a:lnTo>
                    <a:pt x="1178726" y="860554"/>
                  </a:lnTo>
                  <a:lnTo>
                    <a:pt x="1181819" y="855405"/>
                  </a:lnTo>
                  <a:lnTo>
                    <a:pt x="1182130" y="850496"/>
                  </a:lnTo>
                  <a:lnTo>
                    <a:pt x="1177509" y="849393"/>
                  </a:lnTo>
                  <a:lnTo>
                    <a:pt x="1173729" y="850765"/>
                  </a:lnTo>
                  <a:lnTo>
                    <a:pt x="1174315" y="855938"/>
                  </a:lnTo>
                  <a:lnTo>
                    <a:pt x="1171119" y="855429"/>
                  </a:lnTo>
                  <a:lnTo>
                    <a:pt x="1167253" y="851476"/>
                  </a:lnTo>
                  <a:lnTo>
                    <a:pt x="1162807" y="845336"/>
                  </a:lnTo>
                  <a:lnTo>
                    <a:pt x="1160683" y="849655"/>
                  </a:lnTo>
                  <a:lnTo>
                    <a:pt x="1154443" y="845835"/>
                  </a:lnTo>
                  <a:lnTo>
                    <a:pt x="1151251" y="839452"/>
                  </a:lnTo>
                  <a:lnTo>
                    <a:pt x="1146554" y="840048"/>
                  </a:lnTo>
                  <a:lnTo>
                    <a:pt x="1145403" y="840476"/>
                  </a:lnTo>
                  <a:lnTo>
                    <a:pt x="1143087" y="839619"/>
                  </a:lnTo>
                  <a:lnTo>
                    <a:pt x="1141150" y="838281"/>
                  </a:lnTo>
                  <a:lnTo>
                    <a:pt x="1138369" y="838106"/>
                  </a:lnTo>
                  <a:lnTo>
                    <a:pt x="1136634" y="837768"/>
                  </a:lnTo>
                  <a:lnTo>
                    <a:pt x="1136236" y="836807"/>
                  </a:lnTo>
                  <a:lnTo>
                    <a:pt x="1136215" y="835921"/>
                  </a:lnTo>
                  <a:lnTo>
                    <a:pt x="1136755" y="829627"/>
                  </a:lnTo>
                  <a:lnTo>
                    <a:pt x="1138906" y="827275"/>
                  </a:lnTo>
                  <a:lnTo>
                    <a:pt x="1142560" y="826243"/>
                  </a:lnTo>
                  <a:lnTo>
                    <a:pt x="1147557" y="822903"/>
                  </a:lnTo>
                  <a:lnTo>
                    <a:pt x="1148975" y="817293"/>
                  </a:lnTo>
                  <a:lnTo>
                    <a:pt x="1150560" y="813955"/>
                  </a:lnTo>
                  <a:lnTo>
                    <a:pt x="1146001" y="810579"/>
                  </a:lnTo>
                  <a:lnTo>
                    <a:pt x="1143812" y="806836"/>
                  </a:lnTo>
                  <a:lnTo>
                    <a:pt x="1143398" y="806156"/>
                  </a:lnTo>
                  <a:lnTo>
                    <a:pt x="1141858" y="803624"/>
                  </a:lnTo>
                  <a:lnTo>
                    <a:pt x="1131563" y="801036"/>
                  </a:lnTo>
                  <a:lnTo>
                    <a:pt x="1124645" y="794044"/>
                  </a:lnTo>
                  <a:lnTo>
                    <a:pt x="1121708" y="791282"/>
                  </a:lnTo>
                  <a:lnTo>
                    <a:pt x="1113480" y="792223"/>
                  </a:lnTo>
                  <a:lnTo>
                    <a:pt x="1109371" y="790339"/>
                  </a:lnTo>
                  <a:lnTo>
                    <a:pt x="1107592" y="792930"/>
                  </a:lnTo>
                  <a:lnTo>
                    <a:pt x="1101704" y="792127"/>
                  </a:lnTo>
                  <a:lnTo>
                    <a:pt x="1097014" y="788066"/>
                  </a:lnTo>
                  <a:lnTo>
                    <a:pt x="1097143" y="783369"/>
                  </a:lnTo>
                  <a:lnTo>
                    <a:pt x="1096048" y="779158"/>
                  </a:lnTo>
                  <a:lnTo>
                    <a:pt x="1091935" y="773248"/>
                  </a:lnTo>
                  <a:lnTo>
                    <a:pt x="1090288" y="769737"/>
                  </a:lnTo>
                  <a:lnTo>
                    <a:pt x="1085804" y="768171"/>
                  </a:lnTo>
                  <a:lnTo>
                    <a:pt x="1082826" y="766073"/>
                  </a:lnTo>
                  <a:lnTo>
                    <a:pt x="1081228" y="760236"/>
                  </a:lnTo>
                  <a:lnTo>
                    <a:pt x="1077945" y="756366"/>
                  </a:lnTo>
                  <a:lnTo>
                    <a:pt x="1077653" y="756021"/>
                  </a:lnTo>
                  <a:lnTo>
                    <a:pt x="1069343" y="749106"/>
                  </a:lnTo>
                  <a:lnTo>
                    <a:pt x="1059757" y="743969"/>
                  </a:lnTo>
                  <a:lnTo>
                    <a:pt x="1056565" y="738721"/>
                  </a:lnTo>
                  <a:lnTo>
                    <a:pt x="1053213" y="736713"/>
                  </a:lnTo>
                  <a:lnTo>
                    <a:pt x="1050494" y="738031"/>
                  </a:lnTo>
                  <a:lnTo>
                    <a:pt x="1045766" y="739232"/>
                  </a:lnTo>
                  <a:lnTo>
                    <a:pt x="1042492" y="739266"/>
                  </a:lnTo>
                  <a:lnTo>
                    <a:pt x="1036745" y="740253"/>
                  </a:lnTo>
                  <a:lnTo>
                    <a:pt x="1029409" y="732779"/>
                  </a:lnTo>
                  <a:lnTo>
                    <a:pt x="1021935" y="731095"/>
                  </a:lnTo>
                  <a:lnTo>
                    <a:pt x="1018134" y="733146"/>
                  </a:lnTo>
                  <a:lnTo>
                    <a:pt x="1016880" y="733821"/>
                  </a:lnTo>
                  <a:lnTo>
                    <a:pt x="1019849" y="738090"/>
                  </a:lnTo>
                  <a:lnTo>
                    <a:pt x="1022051" y="741929"/>
                  </a:lnTo>
                  <a:lnTo>
                    <a:pt x="1020817" y="743671"/>
                  </a:lnTo>
                  <a:lnTo>
                    <a:pt x="1023508" y="749337"/>
                  </a:lnTo>
                  <a:lnTo>
                    <a:pt x="1018186" y="748859"/>
                  </a:lnTo>
                  <a:lnTo>
                    <a:pt x="1015551" y="749515"/>
                  </a:lnTo>
                  <a:lnTo>
                    <a:pt x="1009913" y="744514"/>
                  </a:lnTo>
                  <a:lnTo>
                    <a:pt x="1008687" y="745308"/>
                  </a:lnTo>
                  <a:lnTo>
                    <a:pt x="1005926" y="747093"/>
                  </a:lnTo>
                  <a:lnTo>
                    <a:pt x="1002728" y="748824"/>
                  </a:lnTo>
                  <a:lnTo>
                    <a:pt x="998520" y="745233"/>
                  </a:lnTo>
                  <a:lnTo>
                    <a:pt x="992907" y="748672"/>
                  </a:lnTo>
                  <a:lnTo>
                    <a:pt x="989019" y="750321"/>
                  </a:lnTo>
                  <a:lnTo>
                    <a:pt x="987693" y="753604"/>
                  </a:lnTo>
                  <a:lnTo>
                    <a:pt x="983480" y="757338"/>
                  </a:lnTo>
                  <a:lnTo>
                    <a:pt x="978335" y="760265"/>
                  </a:lnTo>
                  <a:lnTo>
                    <a:pt x="974577" y="760693"/>
                  </a:lnTo>
                  <a:lnTo>
                    <a:pt x="974462" y="763561"/>
                  </a:lnTo>
                  <a:lnTo>
                    <a:pt x="975506" y="765542"/>
                  </a:lnTo>
                  <a:lnTo>
                    <a:pt x="975379" y="767580"/>
                  </a:lnTo>
                  <a:lnTo>
                    <a:pt x="971865" y="768849"/>
                  </a:lnTo>
                  <a:lnTo>
                    <a:pt x="970109" y="765595"/>
                  </a:lnTo>
                  <a:lnTo>
                    <a:pt x="964656" y="764601"/>
                  </a:lnTo>
                  <a:lnTo>
                    <a:pt x="961700" y="761825"/>
                  </a:lnTo>
                  <a:lnTo>
                    <a:pt x="958558" y="760582"/>
                  </a:lnTo>
                  <a:lnTo>
                    <a:pt x="955799" y="762124"/>
                  </a:lnTo>
                  <a:lnTo>
                    <a:pt x="949421" y="760522"/>
                  </a:lnTo>
                  <a:lnTo>
                    <a:pt x="944862" y="759410"/>
                  </a:lnTo>
                  <a:lnTo>
                    <a:pt x="935982" y="755825"/>
                  </a:lnTo>
                  <a:lnTo>
                    <a:pt x="932826" y="755535"/>
                  </a:lnTo>
                  <a:lnTo>
                    <a:pt x="930875" y="752774"/>
                  </a:lnTo>
                  <a:lnTo>
                    <a:pt x="924111" y="749124"/>
                  </a:lnTo>
                  <a:lnTo>
                    <a:pt x="919632" y="746960"/>
                  </a:lnTo>
                  <a:lnTo>
                    <a:pt x="919453" y="745843"/>
                  </a:lnTo>
                  <a:lnTo>
                    <a:pt x="919088" y="743567"/>
                  </a:lnTo>
                  <a:lnTo>
                    <a:pt x="917307" y="741175"/>
                  </a:lnTo>
                  <a:lnTo>
                    <a:pt x="912169" y="737917"/>
                  </a:lnTo>
                  <a:lnTo>
                    <a:pt x="905592" y="734887"/>
                  </a:lnTo>
                  <a:lnTo>
                    <a:pt x="900610" y="734007"/>
                  </a:lnTo>
                  <a:lnTo>
                    <a:pt x="890582" y="733190"/>
                  </a:lnTo>
                  <a:lnTo>
                    <a:pt x="883605" y="730025"/>
                  </a:lnTo>
                  <a:lnTo>
                    <a:pt x="879258" y="728691"/>
                  </a:lnTo>
                  <a:lnTo>
                    <a:pt x="873720" y="727848"/>
                  </a:lnTo>
                  <a:lnTo>
                    <a:pt x="866460" y="726750"/>
                  </a:lnTo>
                  <a:lnTo>
                    <a:pt x="860946" y="725601"/>
                  </a:lnTo>
                  <a:lnTo>
                    <a:pt x="852698" y="722650"/>
                  </a:lnTo>
                  <a:lnTo>
                    <a:pt x="843859" y="719395"/>
                  </a:lnTo>
                  <a:lnTo>
                    <a:pt x="845999" y="713127"/>
                  </a:lnTo>
                  <a:lnTo>
                    <a:pt x="850478" y="710252"/>
                  </a:lnTo>
                  <a:lnTo>
                    <a:pt x="849054" y="705975"/>
                  </a:lnTo>
                  <a:lnTo>
                    <a:pt x="846178" y="698826"/>
                  </a:lnTo>
                  <a:lnTo>
                    <a:pt x="840759" y="699802"/>
                  </a:lnTo>
                  <a:lnTo>
                    <a:pt x="838469" y="702813"/>
                  </a:lnTo>
                  <a:lnTo>
                    <a:pt x="832925" y="707985"/>
                  </a:lnTo>
                  <a:lnTo>
                    <a:pt x="830362" y="710292"/>
                  </a:lnTo>
                  <a:lnTo>
                    <a:pt x="829247" y="714109"/>
                  </a:lnTo>
                  <a:lnTo>
                    <a:pt x="823773" y="715057"/>
                  </a:lnTo>
                  <a:lnTo>
                    <a:pt x="811421" y="716970"/>
                  </a:lnTo>
                  <a:lnTo>
                    <a:pt x="806950" y="716739"/>
                  </a:lnTo>
                  <a:lnTo>
                    <a:pt x="798543" y="714960"/>
                  </a:lnTo>
                  <a:lnTo>
                    <a:pt x="790183" y="713526"/>
                  </a:lnTo>
                  <a:lnTo>
                    <a:pt x="786317" y="710789"/>
                  </a:lnTo>
                  <a:lnTo>
                    <a:pt x="782241" y="709404"/>
                  </a:lnTo>
                  <a:lnTo>
                    <a:pt x="777891" y="710728"/>
                  </a:lnTo>
                  <a:lnTo>
                    <a:pt x="771597" y="709211"/>
                  </a:lnTo>
                  <a:lnTo>
                    <a:pt x="766711" y="709672"/>
                  </a:lnTo>
                  <a:lnTo>
                    <a:pt x="754644" y="709857"/>
                  </a:lnTo>
                  <a:lnTo>
                    <a:pt x="744424" y="711166"/>
                  </a:lnTo>
                  <a:lnTo>
                    <a:pt x="739427" y="712859"/>
                  </a:lnTo>
                  <a:lnTo>
                    <a:pt x="734855" y="715693"/>
                  </a:lnTo>
                  <a:lnTo>
                    <a:pt x="728864" y="718072"/>
                  </a:lnTo>
                  <a:lnTo>
                    <a:pt x="718184" y="722524"/>
                  </a:lnTo>
                  <a:lnTo>
                    <a:pt x="713738" y="725635"/>
                  </a:lnTo>
                  <a:lnTo>
                    <a:pt x="710552" y="728221"/>
                  </a:lnTo>
                  <a:lnTo>
                    <a:pt x="706738" y="727319"/>
                  </a:lnTo>
                  <a:lnTo>
                    <a:pt x="704830" y="725784"/>
                  </a:lnTo>
                  <a:lnTo>
                    <a:pt x="702130" y="722443"/>
                  </a:lnTo>
                  <a:lnTo>
                    <a:pt x="699477" y="721862"/>
                  </a:lnTo>
                  <a:lnTo>
                    <a:pt x="694859" y="724894"/>
                  </a:lnTo>
                  <a:lnTo>
                    <a:pt x="691483" y="721741"/>
                  </a:lnTo>
                  <a:lnTo>
                    <a:pt x="687117" y="720706"/>
                  </a:lnTo>
                  <a:lnTo>
                    <a:pt x="683625" y="719727"/>
                  </a:lnTo>
                  <a:lnTo>
                    <a:pt x="674785" y="720300"/>
                  </a:lnTo>
                  <a:lnTo>
                    <a:pt x="673003" y="716507"/>
                  </a:lnTo>
                  <a:lnTo>
                    <a:pt x="668476" y="715376"/>
                  </a:lnTo>
                  <a:lnTo>
                    <a:pt x="667362" y="717332"/>
                  </a:lnTo>
                  <a:lnTo>
                    <a:pt x="663494" y="717203"/>
                  </a:lnTo>
                  <a:lnTo>
                    <a:pt x="659021" y="715365"/>
                  </a:lnTo>
                  <a:lnTo>
                    <a:pt x="655489" y="718655"/>
                  </a:lnTo>
                  <a:lnTo>
                    <a:pt x="651759" y="720697"/>
                  </a:lnTo>
                  <a:lnTo>
                    <a:pt x="645140" y="718848"/>
                  </a:lnTo>
                  <a:lnTo>
                    <a:pt x="639761" y="717480"/>
                  </a:lnTo>
                  <a:lnTo>
                    <a:pt x="637002" y="719700"/>
                  </a:lnTo>
                  <a:lnTo>
                    <a:pt x="633865" y="721596"/>
                  </a:lnTo>
                  <a:lnTo>
                    <a:pt x="632900" y="722482"/>
                  </a:lnTo>
                  <a:lnTo>
                    <a:pt x="628093" y="724372"/>
                  </a:lnTo>
                  <a:lnTo>
                    <a:pt x="625518" y="727243"/>
                  </a:lnTo>
                  <a:lnTo>
                    <a:pt x="622625" y="731676"/>
                  </a:lnTo>
                  <a:lnTo>
                    <a:pt x="621262" y="731850"/>
                  </a:lnTo>
                  <a:lnTo>
                    <a:pt x="619431" y="729674"/>
                  </a:lnTo>
                  <a:lnTo>
                    <a:pt x="612386" y="730411"/>
                  </a:lnTo>
                  <a:lnTo>
                    <a:pt x="610674" y="734365"/>
                  </a:lnTo>
                  <a:lnTo>
                    <a:pt x="606857" y="740024"/>
                  </a:lnTo>
                  <a:lnTo>
                    <a:pt x="604176" y="745059"/>
                  </a:lnTo>
                  <a:lnTo>
                    <a:pt x="601661" y="752042"/>
                  </a:lnTo>
                  <a:lnTo>
                    <a:pt x="603507" y="755462"/>
                  </a:lnTo>
                  <a:lnTo>
                    <a:pt x="600091" y="756747"/>
                  </a:lnTo>
                  <a:lnTo>
                    <a:pt x="600134" y="760066"/>
                  </a:lnTo>
                  <a:lnTo>
                    <a:pt x="602970" y="761512"/>
                  </a:lnTo>
                  <a:lnTo>
                    <a:pt x="599774" y="764699"/>
                  </a:lnTo>
                  <a:lnTo>
                    <a:pt x="595752" y="767229"/>
                  </a:lnTo>
                  <a:lnTo>
                    <a:pt x="592281" y="769479"/>
                  </a:lnTo>
                  <a:lnTo>
                    <a:pt x="589178" y="772364"/>
                  </a:lnTo>
                  <a:lnTo>
                    <a:pt x="587263" y="771345"/>
                  </a:lnTo>
                  <a:lnTo>
                    <a:pt x="587097" y="767629"/>
                  </a:lnTo>
                  <a:lnTo>
                    <a:pt x="588493" y="764905"/>
                  </a:lnTo>
                  <a:lnTo>
                    <a:pt x="584209" y="759614"/>
                  </a:lnTo>
                  <a:lnTo>
                    <a:pt x="579760" y="760964"/>
                  </a:lnTo>
                  <a:lnTo>
                    <a:pt x="575214" y="763294"/>
                  </a:lnTo>
                  <a:lnTo>
                    <a:pt x="575731" y="760101"/>
                  </a:lnTo>
                  <a:lnTo>
                    <a:pt x="572108" y="756765"/>
                  </a:lnTo>
                  <a:lnTo>
                    <a:pt x="570034" y="761103"/>
                  </a:lnTo>
                  <a:lnTo>
                    <a:pt x="568114" y="764426"/>
                  </a:lnTo>
                  <a:lnTo>
                    <a:pt x="563455" y="766722"/>
                  </a:lnTo>
                  <a:lnTo>
                    <a:pt x="562900" y="766278"/>
                  </a:lnTo>
                  <a:lnTo>
                    <a:pt x="561395" y="765077"/>
                  </a:lnTo>
                  <a:lnTo>
                    <a:pt x="557789" y="765183"/>
                  </a:lnTo>
                  <a:lnTo>
                    <a:pt x="556290" y="767456"/>
                  </a:lnTo>
                  <a:lnTo>
                    <a:pt x="553540" y="765925"/>
                  </a:lnTo>
                  <a:lnTo>
                    <a:pt x="550526" y="767270"/>
                  </a:lnTo>
                  <a:lnTo>
                    <a:pt x="547499" y="765966"/>
                  </a:lnTo>
                  <a:lnTo>
                    <a:pt x="544763" y="768551"/>
                  </a:lnTo>
                  <a:lnTo>
                    <a:pt x="543954" y="773375"/>
                  </a:lnTo>
                  <a:lnTo>
                    <a:pt x="541020" y="776437"/>
                  </a:lnTo>
                  <a:lnTo>
                    <a:pt x="537254" y="772342"/>
                  </a:lnTo>
                  <a:lnTo>
                    <a:pt x="534654" y="776400"/>
                  </a:lnTo>
                  <a:lnTo>
                    <a:pt x="534534" y="780252"/>
                  </a:lnTo>
                  <a:lnTo>
                    <a:pt x="537633" y="781591"/>
                  </a:lnTo>
                  <a:lnTo>
                    <a:pt x="537678" y="786079"/>
                  </a:lnTo>
                  <a:lnTo>
                    <a:pt x="534256" y="784741"/>
                  </a:lnTo>
                  <a:lnTo>
                    <a:pt x="531214" y="787204"/>
                  </a:lnTo>
                  <a:lnTo>
                    <a:pt x="531517" y="792006"/>
                  </a:lnTo>
                  <a:lnTo>
                    <a:pt x="527767" y="788177"/>
                  </a:lnTo>
                  <a:lnTo>
                    <a:pt x="525436" y="789235"/>
                  </a:lnTo>
                  <a:lnTo>
                    <a:pt x="523463" y="793863"/>
                  </a:lnTo>
                  <a:lnTo>
                    <a:pt x="520072" y="799600"/>
                  </a:lnTo>
                  <a:lnTo>
                    <a:pt x="516334" y="806521"/>
                  </a:lnTo>
                  <a:lnTo>
                    <a:pt x="516257" y="809485"/>
                  </a:lnTo>
                  <a:lnTo>
                    <a:pt x="514542" y="811521"/>
                  </a:lnTo>
                  <a:lnTo>
                    <a:pt x="514303" y="815606"/>
                  </a:lnTo>
                  <a:lnTo>
                    <a:pt x="512854" y="815742"/>
                  </a:lnTo>
                  <a:lnTo>
                    <a:pt x="510513" y="810597"/>
                  </a:lnTo>
                  <a:lnTo>
                    <a:pt x="509483" y="808366"/>
                  </a:lnTo>
                  <a:lnTo>
                    <a:pt x="506969" y="809541"/>
                  </a:lnTo>
                  <a:lnTo>
                    <a:pt x="506668" y="813718"/>
                  </a:lnTo>
                  <a:lnTo>
                    <a:pt x="505209" y="819618"/>
                  </a:lnTo>
                  <a:lnTo>
                    <a:pt x="504032" y="820736"/>
                  </a:lnTo>
                  <a:lnTo>
                    <a:pt x="500401" y="818590"/>
                  </a:lnTo>
                  <a:lnTo>
                    <a:pt x="497770" y="820786"/>
                  </a:lnTo>
                  <a:lnTo>
                    <a:pt x="498947" y="823218"/>
                  </a:lnTo>
                  <a:lnTo>
                    <a:pt x="497548" y="825870"/>
                  </a:lnTo>
                  <a:lnTo>
                    <a:pt x="495741" y="826775"/>
                  </a:lnTo>
                  <a:lnTo>
                    <a:pt x="491859" y="828358"/>
                  </a:lnTo>
                  <a:lnTo>
                    <a:pt x="486569" y="828479"/>
                  </a:lnTo>
                  <a:lnTo>
                    <a:pt x="484810" y="828540"/>
                  </a:lnTo>
                  <a:lnTo>
                    <a:pt x="480464" y="827743"/>
                  </a:lnTo>
                  <a:lnTo>
                    <a:pt x="482688" y="834923"/>
                  </a:lnTo>
                  <a:lnTo>
                    <a:pt x="475732" y="839125"/>
                  </a:lnTo>
                  <a:lnTo>
                    <a:pt x="468904" y="836263"/>
                  </a:lnTo>
                  <a:lnTo>
                    <a:pt x="466286" y="830792"/>
                  </a:lnTo>
                  <a:lnTo>
                    <a:pt x="463621" y="827573"/>
                  </a:lnTo>
                  <a:lnTo>
                    <a:pt x="463697" y="822924"/>
                  </a:lnTo>
                  <a:lnTo>
                    <a:pt x="465465" y="817358"/>
                  </a:lnTo>
                  <a:lnTo>
                    <a:pt x="469627" y="813476"/>
                  </a:lnTo>
                  <a:lnTo>
                    <a:pt x="476350" y="808663"/>
                  </a:lnTo>
                  <a:lnTo>
                    <a:pt x="481894" y="804396"/>
                  </a:lnTo>
                  <a:lnTo>
                    <a:pt x="485241" y="799897"/>
                  </a:lnTo>
                  <a:lnTo>
                    <a:pt x="481704" y="795753"/>
                  </a:lnTo>
                  <a:lnTo>
                    <a:pt x="477341" y="799793"/>
                  </a:lnTo>
                  <a:lnTo>
                    <a:pt x="471174" y="800752"/>
                  </a:lnTo>
                  <a:lnTo>
                    <a:pt x="467520" y="798511"/>
                  </a:lnTo>
                  <a:lnTo>
                    <a:pt x="462887" y="793342"/>
                  </a:lnTo>
                  <a:lnTo>
                    <a:pt x="463986" y="787934"/>
                  </a:lnTo>
                  <a:lnTo>
                    <a:pt x="465099" y="782648"/>
                  </a:lnTo>
                  <a:lnTo>
                    <a:pt x="465531" y="776161"/>
                  </a:lnTo>
                  <a:lnTo>
                    <a:pt x="468217" y="769483"/>
                  </a:lnTo>
                  <a:lnTo>
                    <a:pt x="472993" y="760875"/>
                  </a:lnTo>
                  <a:lnTo>
                    <a:pt x="473472" y="754926"/>
                  </a:lnTo>
                  <a:lnTo>
                    <a:pt x="473256" y="749658"/>
                  </a:lnTo>
                  <a:lnTo>
                    <a:pt x="475014" y="748384"/>
                  </a:lnTo>
                  <a:lnTo>
                    <a:pt x="474780" y="740803"/>
                  </a:lnTo>
                  <a:lnTo>
                    <a:pt x="473531" y="736412"/>
                  </a:lnTo>
                  <a:lnTo>
                    <a:pt x="471421" y="731581"/>
                  </a:lnTo>
                  <a:lnTo>
                    <a:pt x="468890" y="726594"/>
                  </a:lnTo>
                  <a:lnTo>
                    <a:pt x="469915" y="724872"/>
                  </a:lnTo>
                  <a:lnTo>
                    <a:pt x="472950" y="721904"/>
                  </a:lnTo>
                  <a:lnTo>
                    <a:pt x="478896" y="719810"/>
                  </a:lnTo>
                  <a:lnTo>
                    <a:pt x="483416" y="714540"/>
                  </a:lnTo>
                  <a:lnTo>
                    <a:pt x="488433" y="707861"/>
                  </a:lnTo>
                  <a:lnTo>
                    <a:pt x="493992" y="702095"/>
                  </a:lnTo>
                  <a:lnTo>
                    <a:pt x="496770" y="699682"/>
                  </a:lnTo>
                  <a:lnTo>
                    <a:pt x="498718" y="700218"/>
                  </a:lnTo>
                  <a:lnTo>
                    <a:pt x="504422" y="707916"/>
                  </a:lnTo>
                  <a:lnTo>
                    <a:pt x="507126" y="708250"/>
                  </a:lnTo>
                  <a:lnTo>
                    <a:pt x="511028" y="708407"/>
                  </a:lnTo>
                  <a:lnTo>
                    <a:pt x="513016" y="703805"/>
                  </a:lnTo>
                  <a:lnTo>
                    <a:pt x="514156" y="701699"/>
                  </a:lnTo>
                  <a:lnTo>
                    <a:pt x="517018" y="698850"/>
                  </a:lnTo>
                  <a:lnTo>
                    <a:pt x="517868" y="698002"/>
                  </a:lnTo>
                  <a:lnTo>
                    <a:pt x="513716" y="694148"/>
                  </a:lnTo>
                  <a:lnTo>
                    <a:pt x="507833" y="690747"/>
                  </a:lnTo>
                  <a:lnTo>
                    <a:pt x="505870" y="690188"/>
                  </a:lnTo>
                  <a:lnTo>
                    <a:pt x="500025" y="692786"/>
                  </a:lnTo>
                  <a:lnTo>
                    <a:pt x="500810" y="690195"/>
                  </a:lnTo>
                  <a:lnTo>
                    <a:pt x="500741" y="688064"/>
                  </a:lnTo>
                  <a:lnTo>
                    <a:pt x="500593" y="683438"/>
                  </a:lnTo>
                  <a:lnTo>
                    <a:pt x="494070" y="685446"/>
                  </a:lnTo>
                  <a:lnTo>
                    <a:pt x="490485" y="684308"/>
                  </a:lnTo>
                  <a:lnTo>
                    <a:pt x="486169" y="685235"/>
                  </a:lnTo>
                  <a:lnTo>
                    <a:pt x="482052" y="688478"/>
                  </a:lnTo>
                  <a:lnTo>
                    <a:pt x="478824" y="690222"/>
                  </a:lnTo>
                  <a:lnTo>
                    <a:pt x="477913" y="691464"/>
                  </a:lnTo>
                  <a:lnTo>
                    <a:pt x="475977" y="694097"/>
                  </a:lnTo>
                  <a:lnTo>
                    <a:pt x="474420" y="699734"/>
                  </a:lnTo>
                  <a:lnTo>
                    <a:pt x="473383" y="702485"/>
                  </a:lnTo>
                  <a:lnTo>
                    <a:pt x="470826" y="703301"/>
                  </a:lnTo>
                  <a:lnTo>
                    <a:pt x="468143" y="705778"/>
                  </a:lnTo>
                  <a:lnTo>
                    <a:pt x="464130" y="706277"/>
                  </a:lnTo>
                  <a:lnTo>
                    <a:pt x="460860" y="709898"/>
                  </a:lnTo>
                  <a:lnTo>
                    <a:pt x="457689" y="714620"/>
                  </a:lnTo>
                  <a:lnTo>
                    <a:pt x="455681" y="718429"/>
                  </a:lnTo>
                  <a:lnTo>
                    <a:pt x="456748" y="721308"/>
                  </a:lnTo>
                  <a:lnTo>
                    <a:pt x="459670" y="726376"/>
                  </a:lnTo>
                  <a:lnTo>
                    <a:pt x="459471" y="727940"/>
                  </a:lnTo>
                  <a:lnTo>
                    <a:pt x="453785" y="727910"/>
                  </a:lnTo>
                  <a:lnTo>
                    <a:pt x="449934" y="732700"/>
                  </a:lnTo>
                  <a:lnTo>
                    <a:pt x="447621" y="738739"/>
                  </a:lnTo>
                  <a:lnTo>
                    <a:pt x="444070" y="742009"/>
                  </a:lnTo>
                  <a:lnTo>
                    <a:pt x="442429" y="746743"/>
                  </a:lnTo>
                  <a:lnTo>
                    <a:pt x="443823" y="750707"/>
                  </a:lnTo>
                  <a:lnTo>
                    <a:pt x="446096" y="751847"/>
                  </a:lnTo>
                  <a:lnTo>
                    <a:pt x="442053" y="755737"/>
                  </a:lnTo>
                  <a:lnTo>
                    <a:pt x="441445" y="759853"/>
                  </a:lnTo>
                  <a:lnTo>
                    <a:pt x="437802" y="763539"/>
                  </a:lnTo>
                  <a:lnTo>
                    <a:pt x="436986" y="766101"/>
                  </a:lnTo>
                  <a:lnTo>
                    <a:pt x="437160" y="768639"/>
                  </a:lnTo>
                  <a:lnTo>
                    <a:pt x="438507" y="772400"/>
                  </a:lnTo>
                  <a:lnTo>
                    <a:pt x="438251" y="777010"/>
                  </a:lnTo>
                  <a:lnTo>
                    <a:pt x="435615" y="782944"/>
                  </a:lnTo>
                  <a:lnTo>
                    <a:pt x="435323" y="786319"/>
                  </a:lnTo>
                  <a:lnTo>
                    <a:pt x="430629" y="790051"/>
                  </a:lnTo>
                  <a:lnTo>
                    <a:pt x="427216" y="790003"/>
                  </a:lnTo>
                  <a:lnTo>
                    <a:pt x="426290" y="793668"/>
                  </a:lnTo>
                  <a:lnTo>
                    <a:pt x="426680" y="799183"/>
                  </a:lnTo>
                  <a:lnTo>
                    <a:pt x="426028" y="803426"/>
                  </a:lnTo>
                  <a:lnTo>
                    <a:pt x="423028" y="806376"/>
                  </a:lnTo>
                  <a:lnTo>
                    <a:pt x="420492" y="808199"/>
                  </a:lnTo>
                  <a:lnTo>
                    <a:pt x="418352" y="808910"/>
                  </a:lnTo>
                  <a:lnTo>
                    <a:pt x="415070" y="808534"/>
                  </a:lnTo>
                  <a:lnTo>
                    <a:pt x="410879" y="809420"/>
                  </a:lnTo>
                  <a:lnTo>
                    <a:pt x="410784" y="811751"/>
                  </a:lnTo>
                  <a:lnTo>
                    <a:pt x="410301" y="814674"/>
                  </a:lnTo>
                  <a:lnTo>
                    <a:pt x="406906" y="815257"/>
                  </a:lnTo>
                  <a:lnTo>
                    <a:pt x="404531" y="816169"/>
                  </a:lnTo>
                  <a:lnTo>
                    <a:pt x="407108" y="821477"/>
                  </a:lnTo>
                  <a:lnTo>
                    <a:pt x="405814" y="823988"/>
                  </a:lnTo>
                  <a:lnTo>
                    <a:pt x="402171" y="824757"/>
                  </a:lnTo>
                  <a:lnTo>
                    <a:pt x="400284" y="826271"/>
                  </a:lnTo>
                  <a:lnTo>
                    <a:pt x="398083" y="827932"/>
                  </a:lnTo>
                  <a:lnTo>
                    <a:pt x="397455" y="832029"/>
                  </a:lnTo>
                  <a:lnTo>
                    <a:pt x="394780" y="835054"/>
                  </a:lnTo>
                  <a:lnTo>
                    <a:pt x="394684" y="840030"/>
                  </a:lnTo>
                  <a:lnTo>
                    <a:pt x="393970" y="843185"/>
                  </a:lnTo>
                  <a:lnTo>
                    <a:pt x="394067" y="846620"/>
                  </a:lnTo>
                  <a:lnTo>
                    <a:pt x="398223" y="849775"/>
                  </a:lnTo>
                  <a:lnTo>
                    <a:pt x="402521" y="849995"/>
                  </a:lnTo>
                  <a:lnTo>
                    <a:pt x="406952" y="848919"/>
                  </a:lnTo>
                  <a:lnTo>
                    <a:pt x="410114" y="848401"/>
                  </a:lnTo>
                  <a:lnTo>
                    <a:pt x="413888" y="853152"/>
                  </a:lnTo>
                  <a:lnTo>
                    <a:pt x="417706" y="853073"/>
                  </a:lnTo>
                  <a:lnTo>
                    <a:pt x="420871" y="855809"/>
                  </a:lnTo>
                  <a:lnTo>
                    <a:pt x="423497" y="858535"/>
                  </a:lnTo>
                  <a:lnTo>
                    <a:pt x="425626" y="861133"/>
                  </a:lnTo>
                  <a:lnTo>
                    <a:pt x="424844" y="862075"/>
                  </a:lnTo>
                  <a:lnTo>
                    <a:pt x="422672" y="864686"/>
                  </a:lnTo>
                  <a:lnTo>
                    <a:pt x="422221" y="870239"/>
                  </a:lnTo>
                  <a:lnTo>
                    <a:pt x="421097" y="872696"/>
                  </a:lnTo>
                  <a:lnTo>
                    <a:pt x="417751" y="874619"/>
                  </a:lnTo>
                  <a:lnTo>
                    <a:pt x="416845" y="878014"/>
                  </a:lnTo>
                  <a:lnTo>
                    <a:pt x="412525" y="880716"/>
                  </a:lnTo>
                  <a:lnTo>
                    <a:pt x="408548" y="880888"/>
                  </a:lnTo>
                  <a:lnTo>
                    <a:pt x="407012" y="884594"/>
                  </a:lnTo>
                  <a:lnTo>
                    <a:pt x="406825" y="889071"/>
                  </a:lnTo>
                  <a:lnTo>
                    <a:pt x="404513" y="889673"/>
                  </a:lnTo>
                  <a:lnTo>
                    <a:pt x="402644" y="893527"/>
                  </a:lnTo>
                  <a:lnTo>
                    <a:pt x="405828" y="896632"/>
                  </a:lnTo>
                  <a:lnTo>
                    <a:pt x="403189" y="899580"/>
                  </a:lnTo>
                  <a:lnTo>
                    <a:pt x="402771" y="904694"/>
                  </a:lnTo>
                  <a:lnTo>
                    <a:pt x="401909" y="909625"/>
                  </a:lnTo>
                  <a:lnTo>
                    <a:pt x="399939" y="915307"/>
                  </a:lnTo>
                  <a:lnTo>
                    <a:pt x="396327" y="918584"/>
                  </a:lnTo>
                  <a:lnTo>
                    <a:pt x="392032" y="921704"/>
                  </a:lnTo>
                  <a:lnTo>
                    <a:pt x="388822" y="924330"/>
                  </a:lnTo>
                  <a:lnTo>
                    <a:pt x="382805" y="925988"/>
                  </a:lnTo>
                  <a:lnTo>
                    <a:pt x="378923" y="924667"/>
                  </a:lnTo>
                  <a:lnTo>
                    <a:pt x="374126" y="927086"/>
                  </a:lnTo>
                  <a:lnTo>
                    <a:pt x="371352" y="930504"/>
                  </a:lnTo>
                  <a:lnTo>
                    <a:pt x="373593" y="933774"/>
                  </a:lnTo>
                  <a:lnTo>
                    <a:pt x="372680" y="936580"/>
                  </a:lnTo>
                  <a:lnTo>
                    <a:pt x="367069" y="939960"/>
                  </a:lnTo>
                  <a:lnTo>
                    <a:pt x="367093" y="944520"/>
                  </a:lnTo>
                  <a:lnTo>
                    <a:pt x="365078" y="947730"/>
                  </a:lnTo>
                  <a:lnTo>
                    <a:pt x="359646" y="944984"/>
                  </a:lnTo>
                  <a:lnTo>
                    <a:pt x="356084" y="944102"/>
                  </a:lnTo>
                  <a:lnTo>
                    <a:pt x="356468" y="950338"/>
                  </a:lnTo>
                  <a:lnTo>
                    <a:pt x="356179" y="952578"/>
                  </a:lnTo>
                  <a:lnTo>
                    <a:pt x="353150" y="954420"/>
                  </a:lnTo>
                  <a:lnTo>
                    <a:pt x="353400" y="960254"/>
                  </a:lnTo>
                  <a:lnTo>
                    <a:pt x="347324" y="961728"/>
                  </a:lnTo>
                  <a:lnTo>
                    <a:pt x="342936" y="962726"/>
                  </a:lnTo>
                  <a:lnTo>
                    <a:pt x="344549" y="967805"/>
                  </a:lnTo>
                  <a:lnTo>
                    <a:pt x="341950" y="968804"/>
                  </a:lnTo>
                  <a:lnTo>
                    <a:pt x="337563" y="968736"/>
                  </a:lnTo>
                  <a:lnTo>
                    <a:pt x="333020" y="972186"/>
                  </a:lnTo>
                  <a:lnTo>
                    <a:pt x="334277" y="976602"/>
                  </a:lnTo>
                  <a:lnTo>
                    <a:pt x="334588" y="982736"/>
                  </a:lnTo>
                  <a:lnTo>
                    <a:pt x="335280" y="987286"/>
                  </a:lnTo>
                  <a:lnTo>
                    <a:pt x="335044" y="987614"/>
                  </a:lnTo>
                  <a:lnTo>
                    <a:pt x="331952" y="991904"/>
                  </a:lnTo>
                  <a:lnTo>
                    <a:pt x="331026" y="995542"/>
                  </a:lnTo>
                  <a:lnTo>
                    <a:pt x="329084" y="1001531"/>
                  </a:lnTo>
                  <a:lnTo>
                    <a:pt x="326033" y="1001082"/>
                  </a:lnTo>
                  <a:lnTo>
                    <a:pt x="323796" y="1001703"/>
                  </a:lnTo>
                  <a:lnTo>
                    <a:pt x="320136" y="1008186"/>
                  </a:lnTo>
                  <a:lnTo>
                    <a:pt x="316237" y="1006857"/>
                  </a:lnTo>
                  <a:lnTo>
                    <a:pt x="313035" y="1009537"/>
                  </a:lnTo>
                  <a:lnTo>
                    <a:pt x="311958" y="1012827"/>
                  </a:lnTo>
                  <a:lnTo>
                    <a:pt x="308547" y="1017866"/>
                  </a:lnTo>
                  <a:lnTo>
                    <a:pt x="304664" y="1015590"/>
                  </a:lnTo>
                  <a:lnTo>
                    <a:pt x="300634" y="1017650"/>
                  </a:lnTo>
                  <a:lnTo>
                    <a:pt x="296648" y="1019575"/>
                  </a:lnTo>
                  <a:lnTo>
                    <a:pt x="295771" y="1023141"/>
                  </a:lnTo>
                  <a:lnTo>
                    <a:pt x="299954" y="1027136"/>
                  </a:lnTo>
                  <a:lnTo>
                    <a:pt x="298559" y="1029050"/>
                  </a:lnTo>
                  <a:lnTo>
                    <a:pt x="294769" y="1028934"/>
                  </a:lnTo>
                  <a:lnTo>
                    <a:pt x="292428" y="1029875"/>
                  </a:lnTo>
                  <a:lnTo>
                    <a:pt x="290663" y="1026913"/>
                  </a:lnTo>
                  <a:lnTo>
                    <a:pt x="288054" y="1025804"/>
                  </a:lnTo>
                  <a:lnTo>
                    <a:pt x="283808" y="1027925"/>
                  </a:lnTo>
                  <a:lnTo>
                    <a:pt x="285875" y="1033169"/>
                  </a:lnTo>
                  <a:lnTo>
                    <a:pt x="287950" y="1036754"/>
                  </a:lnTo>
                  <a:lnTo>
                    <a:pt x="286462" y="1040852"/>
                  </a:lnTo>
                  <a:lnTo>
                    <a:pt x="282792" y="1039610"/>
                  </a:lnTo>
                  <a:lnTo>
                    <a:pt x="277454" y="1040953"/>
                  </a:lnTo>
                  <a:lnTo>
                    <a:pt x="273300" y="1040750"/>
                  </a:lnTo>
                  <a:lnTo>
                    <a:pt x="271889" y="1039759"/>
                  </a:lnTo>
                  <a:lnTo>
                    <a:pt x="268920" y="1040834"/>
                  </a:lnTo>
                  <a:lnTo>
                    <a:pt x="266792" y="1043702"/>
                  </a:lnTo>
                  <a:lnTo>
                    <a:pt x="265404" y="1049741"/>
                  </a:lnTo>
                  <a:lnTo>
                    <a:pt x="268027" y="1050040"/>
                  </a:lnTo>
                  <a:lnTo>
                    <a:pt x="272546" y="1051276"/>
                  </a:lnTo>
                  <a:lnTo>
                    <a:pt x="275480" y="1052679"/>
                  </a:lnTo>
                  <a:lnTo>
                    <a:pt x="278927" y="1056985"/>
                  </a:lnTo>
                  <a:lnTo>
                    <a:pt x="273420" y="1061236"/>
                  </a:lnTo>
                  <a:lnTo>
                    <a:pt x="270412" y="1064061"/>
                  </a:lnTo>
                  <a:lnTo>
                    <a:pt x="270027" y="1068958"/>
                  </a:lnTo>
                  <a:lnTo>
                    <a:pt x="269082" y="1073910"/>
                  </a:lnTo>
                  <a:lnTo>
                    <a:pt x="266394" y="1075048"/>
                  </a:lnTo>
                  <a:lnTo>
                    <a:pt x="261802" y="1074154"/>
                  </a:lnTo>
                  <a:lnTo>
                    <a:pt x="261442" y="1076694"/>
                  </a:lnTo>
                  <a:lnTo>
                    <a:pt x="258079" y="1076754"/>
                  </a:lnTo>
                  <a:lnTo>
                    <a:pt x="252847" y="1077502"/>
                  </a:lnTo>
                  <a:lnTo>
                    <a:pt x="246022" y="1080237"/>
                  </a:lnTo>
                  <a:lnTo>
                    <a:pt x="246719" y="1085808"/>
                  </a:lnTo>
                  <a:lnTo>
                    <a:pt x="236313" y="1094461"/>
                  </a:lnTo>
                  <a:lnTo>
                    <a:pt x="231570" y="1097259"/>
                  </a:lnTo>
                  <a:lnTo>
                    <a:pt x="230695" y="1099763"/>
                  </a:lnTo>
                  <a:lnTo>
                    <a:pt x="230369" y="1100695"/>
                  </a:lnTo>
                  <a:lnTo>
                    <a:pt x="226156" y="1104581"/>
                  </a:lnTo>
                  <a:lnTo>
                    <a:pt x="224847" y="1104837"/>
                  </a:lnTo>
                  <a:lnTo>
                    <a:pt x="223730" y="1101691"/>
                  </a:lnTo>
                  <a:lnTo>
                    <a:pt x="226455" y="1098795"/>
                  </a:lnTo>
                  <a:lnTo>
                    <a:pt x="226299" y="1092143"/>
                  </a:lnTo>
                  <a:lnTo>
                    <a:pt x="227715" y="1088457"/>
                  </a:lnTo>
                  <a:lnTo>
                    <a:pt x="225730" y="1086006"/>
                  </a:lnTo>
                  <a:lnTo>
                    <a:pt x="222483" y="1085109"/>
                  </a:lnTo>
                  <a:lnTo>
                    <a:pt x="219943" y="1088636"/>
                  </a:lnTo>
                  <a:lnTo>
                    <a:pt x="216769" y="1088626"/>
                  </a:lnTo>
                  <a:lnTo>
                    <a:pt x="213654" y="1089435"/>
                  </a:lnTo>
                  <a:lnTo>
                    <a:pt x="212764" y="1094386"/>
                  </a:lnTo>
                  <a:lnTo>
                    <a:pt x="210353" y="1097235"/>
                  </a:lnTo>
                  <a:lnTo>
                    <a:pt x="205190" y="1100086"/>
                  </a:lnTo>
                  <a:lnTo>
                    <a:pt x="201315" y="1102817"/>
                  </a:lnTo>
                  <a:lnTo>
                    <a:pt x="198992" y="1107700"/>
                  </a:lnTo>
                  <a:lnTo>
                    <a:pt x="199134" y="1109561"/>
                  </a:lnTo>
                  <a:lnTo>
                    <a:pt x="197152" y="1111828"/>
                  </a:lnTo>
                  <a:lnTo>
                    <a:pt x="192302" y="1109169"/>
                  </a:lnTo>
                  <a:lnTo>
                    <a:pt x="192010" y="1112870"/>
                  </a:lnTo>
                  <a:lnTo>
                    <a:pt x="187954" y="1113434"/>
                  </a:lnTo>
                  <a:lnTo>
                    <a:pt x="185919" y="1111936"/>
                  </a:lnTo>
                  <a:lnTo>
                    <a:pt x="180939" y="1111953"/>
                  </a:lnTo>
                  <a:lnTo>
                    <a:pt x="177410" y="1116439"/>
                  </a:lnTo>
                  <a:lnTo>
                    <a:pt x="171361" y="1120087"/>
                  </a:lnTo>
                  <a:lnTo>
                    <a:pt x="163063" y="1119765"/>
                  </a:lnTo>
                  <a:lnTo>
                    <a:pt x="161998" y="1117934"/>
                  </a:lnTo>
                  <a:lnTo>
                    <a:pt x="163147" y="1114067"/>
                  </a:lnTo>
                  <a:lnTo>
                    <a:pt x="163336" y="1110127"/>
                  </a:lnTo>
                  <a:lnTo>
                    <a:pt x="166475" y="1105047"/>
                  </a:lnTo>
                  <a:lnTo>
                    <a:pt x="165751" y="1100943"/>
                  </a:lnTo>
                  <a:lnTo>
                    <a:pt x="162566" y="1100501"/>
                  </a:lnTo>
                  <a:lnTo>
                    <a:pt x="158874" y="1101427"/>
                  </a:lnTo>
                  <a:lnTo>
                    <a:pt x="156475" y="1105571"/>
                  </a:lnTo>
                  <a:lnTo>
                    <a:pt x="155088" y="1108780"/>
                  </a:lnTo>
                  <a:lnTo>
                    <a:pt x="155801" y="1116249"/>
                  </a:lnTo>
                  <a:lnTo>
                    <a:pt x="152728" y="1121717"/>
                  </a:lnTo>
                  <a:lnTo>
                    <a:pt x="149790" y="1126041"/>
                  </a:lnTo>
                  <a:lnTo>
                    <a:pt x="151637" y="1132418"/>
                  </a:lnTo>
                  <a:lnTo>
                    <a:pt x="155226" y="1134044"/>
                  </a:lnTo>
                  <a:lnTo>
                    <a:pt x="160445" y="1137645"/>
                  </a:lnTo>
                  <a:lnTo>
                    <a:pt x="161486" y="1140329"/>
                  </a:lnTo>
                  <a:lnTo>
                    <a:pt x="156420" y="1139367"/>
                  </a:lnTo>
                  <a:lnTo>
                    <a:pt x="152815" y="1141150"/>
                  </a:lnTo>
                  <a:lnTo>
                    <a:pt x="148603" y="1137709"/>
                  </a:lnTo>
                  <a:lnTo>
                    <a:pt x="146776" y="1136844"/>
                  </a:lnTo>
                  <a:lnTo>
                    <a:pt x="143382" y="1139439"/>
                  </a:lnTo>
                  <a:lnTo>
                    <a:pt x="140972" y="1137374"/>
                  </a:lnTo>
                  <a:lnTo>
                    <a:pt x="138470" y="1139839"/>
                  </a:lnTo>
                  <a:lnTo>
                    <a:pt x="137501" y="1142483"/>
                  </a:lnTo>
                  <a:lnTo>
                    <a:pt x="137042" y="1147129"/>
                  </a:lnTo>
                  <a:lnTo>
                    <a:pt x="137162" y="1152812"/>
                  </a:lnTo>
                  <a:lnTo>
                    <a:pt x="135575" y="1155611"/>
                  </a:lnTo>
                  <a:lnTo>
                    <a:pt x="133186" y="1155915"/>
                  </a:lnTo>
                  <a:lnTo>
                    <a:pt x="130224" y="1151672"/>
                  </a:lnTo>
                  <a:lnTo>
                    <a:pt x="129902" y="1149290"/>
                  </a:lnTo>
                  <a:lnTo>
                    <a:pt x="130502" y="1141776"/>
                  </a:lnTo>
                  <a:lnTo>
                    <a:pt x="128396" y="1140639"/>
                  </a:lnTo>
                  <a:lnTo>
                    <a:pt x="124953" y="1143863"/>
                  </a:lnTo>
                  <a:lnTo>
                    <a:pt x="124333" y="1146132"/>
                  </a:lnTo>
                  <a:lnTo>
                    <a:pt x="120015" y="1146950"/>
                  </a:lnTo>
                  <a:lnTo>
                    <a:pt x="115530" y="1149025"/>
                  </a:lnTo>
                  <a:lnTo>
                    <a:pt x="112635" y="1147280"/>
                  </a:lnTo>
                  <a:lnTo>
                    <a:pt x="110832" y="1144178"/>
                  </a:lnTo>
                  <a:lnTo>
                    <a:pt x="107194" y="1148775"/>
                  </a:lnTo>
                  <a:lnTo>
                    <a:pt x="104215" y="1151489"/>
                  </a:lnTo>
                  <a:lnTo>
                    <a:pt x="100479" y="1154642"/>
                  </a:lnTo>
                  <a:lnTo>
                    <a:pt x="96956" y="1156515"/>
                  </a:lnTo>
                  <a:lnTo>
                    <a:pt x="99580" y="1158974"/>
                  </a:lnTo>
                  <a:lnTo>
                    <a:pt x="103092" y="1159242"/>
                  </a:lnTo>
                  <a:lnTo>
                    <a:pt x="107346" y="1163780"/>
                  </a:lnTo>
                  <a:lnTo>
                    <a:pt x="108567" y="1168432"/>
                  </a:lnTo>
                  <a:lnTo>
                    <a:pt x="101803" y="1166076"/>
                  </a:lnTo>
                  <a:lnTo>
                    <a:pt x="95697" y="1167119"/>
                  </a:lnTo>
                  <a:lnTo>
                    <a:pt x="89197" y="1169313"/>
                  </a:lnTo>
                  <a:lnTo>
                    <a:pt x="80801" y="1167980"/>
                  </a:lnTo>
                  <a:lnTo>
                    <a:pt x="72300" y="1168373"/>
                  </a:lnTo>
                  <a:lnTo>
                    <a:pt x="64368" y="1171589"/>
                  </a:lnTo>
                  <a:lnTo>
                    <a:pt x="61481" y="1174831"/>
                  </a:lnTo>
                  <a:lnTo>
                    <a:pt x="60947" y="1178968"/>
                  </a:lnTo>
                  <a:lnTo>
                    <a:pt x="57180" y="1181923"/>
                  </a:lnTo>
                  <a:lnTo>
                    <a:pt x="50488" y="1183529"/>
                  </a:lnTo>
                  <a:lnTo>
                    <a:pt x="46717" y="1183072"/>
                  </a:lnTo>
                  <a:lnTo>
                    <a:pt x="42443" y="1180174"/>
                  </a:lnTo>
                  <a:lnTo>
                    <a:pt x="40906" y="1175292"/>
                  </a:lnTo>
                  <a:lnTo>
                    <a:pt x="39443" y="1172817"/>
                  </a:lnTo>
                  <a:lnTo>
                    <a:pt x="39306" y="1169498"/>
                  </a:lnTo>
                  <a:lnTo>
                    <a:pt x="42376" y="1166870"/>
                  </a:lnTo>
                  <a:lnTo>
                    <a:pt x="46815" y="1165389"/>
                  </a:lnTo>
                  <a:lnTo>
                    <a:pt x="49245" y="1161523"/>
                  </a:lnTo>
                  <a:lnTo>
                    <a:pt x="52794" y="1153163"/>
                  </a:lnTo>
                  <a:lnTo>
                    <a:pt x="52827" y="1148182"/>
                  </a:lnTo>
                  <a:lnTo>
                    <a:pt x="57900" y="1145840"/>
                  </a:lnTo>
                  <a:lnTo>
                    <a:pt x="61199" y="1148785"/>
                  </a:lnTo>
                  <a:lnTo>
                    <a:pt x="66182" y="1146466"/>
                  </a:lnTo>
                  <a:lnTo>
                    <a:pt x="69255" y="1143955"/>
                  </a:lnTo>
                  <a:lnTo>
                    <a:pt x="73742" y="1143225"/>
                  </a:lnTo>
                  <a:lnTo>
                    <a:pt x="77294" y="1139489"/>
                  </a:lnTo>
                  <a:lnTo>
                    <a:pt x="81613" y="1138539"/>
                  </a:lnTo>
                  <a:lnTo>
                    <a:pt x="90485" y="1140016"/>
                  </a:lnTo>
                  <a:lnTo>
                    <a:pt x="94060" y="1146230"/>
                  </a:lnTo>
                  <a:lnTo>
                    <a:pt x="97128" y="1144980"/>
                  </a:lnTo>
                  <a:lnTo>
                    <a:pt x="99337" y="1140961"/>
                  </a:lnTo>
                  <a:lnTo>
                    <a:pt x="98037" y="1134346"/>
                  </a:lnTo>
                  <a:lnTo>
                    <a:pt x="104528" y="1130867"/>
                  </a:lnTo>
                  <a:lnTo>
                    <a:pt x="108107" y="1131532"/>
                  </a:lnTo>
                  <a:lnTo>
                    <a:pt x="114188" y="1129914"/>
                  </a:lnTo>
                  <a:lnTo>
                    <a:pt x="112745" y="1126061"/>
                  </a:lnTo>
                  <a:lnTo>
                    <a:pt x="115788" y="1122868"/>
                  </a:lnTo>
                  <a:lnTo>
                    <a:pt x="121789" y="1116528"/>
                  </a:lnTo>
                  <a:lnTo>
                    <a:pt x="124403" y="1111395"/>
                  </a:lnTo>
                  <a:lnTo>
                    <a:pt x="131307" y="1101928"/>
                  </a:lnTo>
                  <a:lnTo>
                    <a:pt x="136314" y="1094602"/>
                  </a:lnTo>
                  <a:lnTo>
                    <a:pt x="139740" y="1092005"/>
                  </a:lnTo>
                  <a:lnTo>
                    <a:pt x="142153" y="1089128"/>
                  </a:lnTo>
                  <a:lnTo>
                    <a:pt x="147430" y="1086256"/>
                  </a:lnTo>
                  <a:lnTo>
                    <a:pt x="150536" y="1082214"/>
                  </a:lnTo>
                  <a:lnTo>
                    <a:pt x="153876" y="1081414"/>
                  </a:lnTo>
                  <a:lnTo>
                    <a:pt x="162986" y="1078030"/>
                  </a:lnTo>
                  <a:lnTo>
                    <a:pt x="173174" y="1074093"/>
                  </a:lnTo>
                  <a:lnTo>
                    <a:pt x="179892" y="1073330"/>
                  </a:lnTo>
                  <a:lnTo>
                    <a:pt x="185427" y="1073335"/>
                  </a:lnTo>
                  <a:lnTo>
                    <a:pt x="185493" y="1078714"/>
                  </a:lnTo>
                  <a:lnTo>
                    <a:pt x="186287" y="1083010"/>
                  </a:lnTo>
                  <a:lnTo>
                    <a:pt x="194432" y="1084566"/>
                  </a:lnTo>
                  <a:lnTo>
                    <a:pt x="196376" y="1084164"/>
                  </a:lnTo>
                  <a:lnTo>
                    <a:pt x="198038" y="1080806"/>
                  </a:lnTo>
                  <a:lnTo>
                    <a:pt x="195217" y="1077822"/>
                  </a:lnTo>
                  <a:lnTo>
                    <a:pt x="193184" y="1076208"/>
                  </a:lnTo>
                  <a:lnTo>
                    <a:pt x="196455" y="1069603"/>
                  </a:lnTo>
                  <a:lnTo>
                    <a:pt x="198975" y="1060436"/>
                  </a:lnTo>
                  <a:lnTo>
                    <a:pt x="199464" y="1055407"/>
                  </a:lnTo>
                  <a:lnTo>
                    <a:pt x="204952" y="1050673"/>
                  </a:lnTo>
                  <a:lnTo>
                    <a:pt x="207459" y="1046921"/>
                  </a:lnTo>
                  <a:lnTo>
                    <a:pt x="212891" y="1043401"/>
                  </a:lnTo>
                  <a:lnTo>
                    <a:pt x="218058" y="1036746"/>
                  </a:lnTo>
                  <a:lnTo>
                    <a:pt x="227932" y="1030816"/>
                  </a:lnTo>
                  <a:lnTo>
                    <a:pt x="238411" y="1022698"/>
                  </a:lnTo>
                  <a:lnTo>
                    <a:pt x="246542" y="1015319"/>
                  </a:lnTo>
                  <a:lnTo>
                    <a:pt x="249396" y="1017540"/>
                  </a:lnTo>
                  <a:lnTo>
                    <a:pt x="250850" y="1018668"/>
                  </a:lnTo>
                  <a:lnTo>
                    <a:pt x="254588" y="1018384"/>
                  </a:lnTo>
                  <a:lnTo>
                    <a:pt x="257565" y="1017250"/>
                  </a:lnTo>
                  <a:lnTo>
                    <a:pt x="257739" y="1014656"/>
                  </a:lnTo>
                  <a:lnTo>
                    <a:pt x="256118" y="1010189"/>
                  </a:lnTo>
                  <a:lnTo>
                    <a:pt x="256041" y="1004798"/>
                  </a:lnTo>
                  <a:lnTo>
                    <a:pt x="260518" y="994612"/>
                  </a:lnTo>
                  <a:lnTo>
                    <a:pt x="267093" y="983933"/>
                  </a:lnTo>
                  <a:lnTo>
                    <a:pt x="269993" y="981031"/>
                  </a:lnTo>
                  <a:lnTo>
                    <a:pt x="274801" y="978353"/>
                  </a:lnTo>
                  <a:lnTo>
                    <a:pt x="279431" y="969838"/>
                  </a:lnTo>
                  <a:lnTo>
                    <a:pt x="284491" y="964664"/>
                  </a:lnTo>
                  <a:lnTo>
                    <a:pt x="287575" y="963349"/>
                  </a:lnTo>
                  <a:lnTo>
                    <a:pt x="287179" y="960143"/>
                  </a:lnTo>
                  <a:lnTo>
                    <a:pt x="286122" y="956869"/>
                  </a:lnTo>
                  <a:lnTo>
                    <a:pt x="286551" y="950118"/>
                  </a:lnTo>
                  <a:lnTo>
                    <a:pt x="287409" y="942029"/>
                  </a:lnTo>
                  <a:lnTo>
                    <a:pt x="287947" y="926622"/>
                  </a:lnTo>
                  <a:lnTo>
                    <a:pt x="289013" y="922392"/>
                  </a:lnTo>
                  <a:lnTo>
                    <a:pt x="291243" y="917469"/>
                  </a:lnTo>
                  <a:lnTo>
                    <a:pt x="288754" y="913374"/>
                  </a:lnTo>
                  <a:lnTo>
                    <a:pt x="288523" y="906406"/>
                  </a:lnTo>
                  <a:lnTo>
                    <a:pt x="290039" y="899099"/>
                  </a:lnTo>
                  <a:lnTo>
                    <a:pt x="295190" y="892961"/>
                  </a:lnTo>
                  <a:lnTo>
                    <a:pt x="297526" y="889288"/>
                  </a:lnTo>
                  <a:lnTo>
                    <a:pt x="300495" y="884605"/>
                  </a:lnTo>
                  <a:lnTo>
                    <a:pt x="302634" y="880336"/>
                  </a:lnTo>
                  <a:lnTo>
                    <a:pt x="304433" y="873484"/>
                  </a:lnTo>
                  <a:lnTo>
                    <a:pt x="303577" y="871663"/>
                  </a:lnTo>
                  <a:lnTo>
                    <a:pt x="300981" y="871575"/>
                  </a:lnTo>
                  <a:lnTo>
                    <a:pt x="300278" y="871551"/>
                  </a:lnTo>
                  <a:lnTo>
                    <a:pt x="297772" y="872948"/>
                  </a:lnTo>
                  <a:lnTo>
                    <a:pt x="291692" y="876319"/>
                  </a:lnTo>
                  <a:lnTo>
                    <a:pt x="285918" y="880392"/>
                  </a:lnTo>
                  <a:lnTo>
                    <a:pt x="279396" y="883992"/>
                  </a:lnTo>
                  <a:lnTo>
                    <a:pt x="267866" y="890599"/>
                  </a:lnTo>
                  <a:lnTo>
                    <a:pt x="264834" y="890359"/>
                  </a:lnTo>
                  <a:lnTo>
                    <a:pt x="261408" y="887291"/>
                  </a:lnTo>
                  <a:lnTo>
                    <a:pt x="259665" y="881554"/>
                  </a:lnTo>
                  <a:lnTo>
                    <a:pt x="258060" y="880075"/>
                  </a:lnTo>
                  <a:lnTo>
                    <a:pt x="253358" y="877906"/>
                  </a:lnTo>
                  <a:lnTo>
                    <a:pt x="254637" y="874064"/>
                  </a:lnTo>
                  <a:lnTo>
                    <a:pt x="251241" y="870377"/>
                  </a:lnTo>
                  <a:lnTo>
                    <a:pt x="246566" y="873765"/>
                  </a:lnTo>
                  <a:lnTo>
                    <a:pt x="246002" y="877947"/>
                  </a:lnTo>
                  <a:lnTo>
                    <a:pt x="246485" y="881501"/>
                  </a:lnTo>
                  <a:lnTo>
                    <a:pt x="244008" y="885632"/>
                  </a:lnTo>
                  <a:lnTo>
                    <a:pt x="245303" y="890445"/>
                  </a:lnTo>
                  <a:lnTo>
                    <a:pt x="249807" y="900395"/>
                  </a:lnTo>
                  <a:lnTo>
                    <a:pt x="247038" y="905694"/>
                  </a:lnTo>
                  <a:lnTo>
                    <a:pt x="244270" y="906974"/>
                  </a:lnTo>
                  <a:lnTo>
                    <a:pt x="238163" y="904829"/>
                  </a:lnTo>
                  <a:lnTo>
                    <a:pt x="232248" y="892334"/>
                  </a:lnTo>
                  <a:lnTo>
                    <a:pt x="225899" y="880477"/>
                  </a:lnTo>
                  <a:lnTo>
                    <a:pt x="221772" y="876320"/>
                  </a:lnTo>
                  <a:lnTo>
                    <a:pt x="218131" y="875550"/>
                  </a:lnTo>
                  <a:lnTo>
                    <a:pt x="219402" y="872765"/>
                  </a:lnTo>
                  <a:lnTo>
                    <a:pt x="218843" y="869481"/>
                  </a:lnTo>
                  <a:lnTo>
                    <a:pt x="215734" y="869654"/>
                  </a:lnTo>
                  <a:lnTo>
                    <a:pt x="214668" y="873419"/>
                  </a:lnTo>
                  <a:lnTo>
                    <a:pt x="213315" y="877061"/>
                  </a:lnTo>
                  <a:lnTo>
                    <a:pt x="209641" y="880166"/>
                  </a:lnTo>
                  <a:lnTo>
                    <a:pt x="207230" y="876274"/>
                  </a:lnTo>
                  <a:lnTo>
                    <a:pt x="201616" y="874139"/>
                  </a:lnTo>
                  <a:lnTo>
                    <a:pt x="198892" y="871676"/>
                  </a:lnTo>
                  <a:lnTo>
                    <a:pt x="195895" y="867962"/>
                  </a:lnTo>
                  <a:lnTo>
                    <a:pt x="197986" y="865128"/>
                  </a:lnTo>
                  <a:lnTo>
                    <a:pt x="195905" y="859792"/>
                  </a:lnTo>
                  <a:lnTo>
                    <a:pt x="189561" y="863908"/>
                  </a:lnTo>
                  <a:lnTo>
                    <a:pt x="182714" y="870162"/>
                  </a:lnTo>
                  <a:lnTo>
                    <a:pt x="179803" y="876586"/>
                  </a:lnTo>
                  <a:lnTo>
                    <a:pt x="178182" y="873104"/>
                  </a:lnTo>
                  <a:lnTo>
                    <a:pt x="174017" y="875064"/>
                  </a:lnTo>
                  <a:lnTo>
                    <a:pt x="173040" y="875742"/>
                  </a:lnTo>
                  <a:lnTo>
                    <a:pt x="171676" y="876688"/>
                  </a:lnTo>
                  <a:lnTo>
                    <a:pt x="166893" y="879992"/>
                  </a:lnTo>
                  <a:lnTo>
                    <a:pt x="163138" y="882362"/>
                  </a:lnTo>
                  <a:lnTo>
                    <a:pt x="163088" y="882612"/>
                  </a:lnTo>
                  <a:lnTo>
                    <a:pt x="162061" y="887727"/>
                  </a:lnTo>
                  <a:lnTo>
                    <a:pt x="156270" y="891459"/>
                  </a:lnTo>
                  <a:lnTo>
                    <a:pt x="149705" y="895457"/>
                  </a:lnTo>
                  <a:lnTo>
                    <a:pt x="148054" y="891162"/>
                  </a:lnTo>
                  <a:lnTo>
                    <a:pt x="140702" y="891308"/>
                  </a:lnTo>
                  <a:lnTo>
                    <a:pt x="135999" y="888240"/>
                  </a:lnTo>
                  <a:lnTo>
                    <a:pt x="141773" y="885595"/>
                  </a:lnTo>
                  <a:lnTo>
                    <a:pt x="147323" y="882553"/>
                  </a:lnTo>
                  <a:lnTo>
                    <a:pt x="149242" y="874761"/>
                  </a:lnTo>
                  <a:lnTo>
                    <a:pt x="147971" y="864502"/>
                  </a:lnTo>
                  <a:lnTo>
                    <a:pt x="144561" y="857243"/>
                  </a:lnTo>
                  <a:lnTo>
                    <a:pt x="141801" y="851485"/>
                  </a:lnTo>
                  <a:lnTo>
                    <a:pt x="140174" y="845802"/>
                  </a:lnTo>
                  <a:lnTo>
                    <a:pt x="141993" y="839945"/>
                  </a:lnTo>
                  <a:lnTo>
                    <a:pt x="146623" y="833483"/>
                  </a:lnTo>
                  <a:lnTo>
                    <a:pt x="148502" y="831034"/>
                  </a:lnTo>
                  <a:lnTo>
                    <a:pt x="151304" y="829523"/>
                  </a:lnTo>
                  <a:lnTo>
                    <a:pt x="149089" y="824161"/>
                  </a:lnTo>
                  <a:lnTo>
                    <a:pt x="145926" y="818208"/>
                  </a:lnTo>
                  <a:lnTo>
                    <a:pt x="145586" y="814759"/>
                  </a:lnTo>
                  <a:lnTo>
                    <a:pt x="140612" y="803945"/>
                  </a:lnTo>
                  <a:lnTo>
                    <a:pt x="138717" y="798921"/>
                  </a:lnTo>
                  <a:lnTo>
                    <a:pt x="137686" y="795548"/>
                  </a:lnTo>
                  <a:lnTo>
                    <a:pt x="135108" y="789197"/>
                  </a:lnTo>
                  <a:lnTo>
                    <a:pt x="130755" y="781224"/>
                  </a:lnTo>
                  <a:lnTo>
                    <a:pt x="128304" y="780597"/>
                  </a:lnTo>
                  <a:lnTo>
                    <a:pt x="126907" y="783637"/>
                  </a:lnTo>
                  <a:lnTo>
                    <a:pt x="126791" y="787244"/>
                  </a:lnTo>
                  <a:lnTo>
                    <a:pt x="126971" y="790833"/>
                  </a:lnTo>
                  <a:lnTo>
                    <a:pt x="126038" y="794443"/>
                  </a:lnTo>
                  <a:lnTo>
                    <a:pt x="122673" y="794594"/>
                  </a:lnTo>
                  <a:lnTo>
                    <a:pt x="119078" y="794388"/>
                  </a:lnTo>
                  <a:lnTo>
                    <a:pt x="116792" y="796972"/>
                  </a:lnTo>
                  <a:lnTo>
                    <a:pt x="112970" y="798597"/>
                  </a:lnTo>
                  <a:lnTo>
                    <a:pt x="105219" y="802611"/>
                  </a:lnTo>
                  <a:lnTo>
                    <a:pt x="96185" y="804550"/>
                  </a:lnTo>
                  <a:lnTo>
                    <a:pt x="86288" y="804922"/>
                  </a:lnTo>
                  <a:lnTo>
                    <a:pt x="81331" y="804001"/>
                  </a:lnTo>
                  <a:lnTo>
                    <a:pt x="75091" y="800603"/>
                  </a:lnTo>
                  <a:lnTo>
                    <a:pt x="72997" y="794172"/>
                  </a:lnTo>
                  <a:lnTo>
                    <a:pt x="74007" y="792316"/>
                  </a:lnTo>
                  <a:lnTo>
                    <a:pt x="75555" y="790358"/>
                  </a:lnTo>
                  <a:lnTo>
                    <a:pt x="71326" y="786151"/>
                  </a:lnTo>
                  <a:lnTo>
                    <a:pt x="67191" y="782189"/>
                  </a:lnTo>
                  <a:lnTo>
                    <a:pt x="64221" y="774751"/>
                  </a:lnTo>
                  <a:lnTo>
                    <a:pt x="61192" y="771994"/>
                  </a:lnTo>
                  <a:lnTo>
                    <a:pt x="58960" y="767465"/>
                  </a:lnTo>
                  <a:lnTo>
                    <a:pt x="56534" y="767430"/>
                  </a:lnTo>
                  <a:lnTo>
                    <a:pt x="50361" y="762910"/>
                  </a:lnTo>
                  <a:lnTo>
                    <a:pt x="46247" y="756598"/>
                  </a:lnTo>
                  <a:lnTo>
                    <a:pt x="48190" y="754855"/>
                  </a:lnTo>
                  <a:lnTo>
                    <a:pt x="49905" y="754268"/>
                  </a:lnTo>
                  <a:lnTo>
                    <a:pt x="51920" y="750458"/>
                  </a:lnTo>
                  <a:lnTo>
                    <a:pt x="51056" y="749348"/>
                  </a:lnTo>
                  <a:lnTo>
                    <a:pt x="47740" y="749787"/>
                  </a:lnTo>
                  <a:lnTo>
                    <a:pt x="44644" y="751893"/>
                  </a:lnTo>
                  <a:lnTo>
                    <a:pt x="42064" y="751573"/>
                  </a:lnTo>
                  <a:lnTo>
                    <a:pt x="39402" y="750758"/>
                  </a:lnTo>
                  <a:lnTo>
                    <a:pt x="37843" y="747497"/>
                  </a:lnTo>
                  <a:lnTo>
                    <a:pt x="39587" y="745511"/>
                  </a:lnTo>
                  <a:lnTo>
                    <a:pt x="44635" y="743942"/>
                  </a:lnTo>
                  <a:lnTo>
                    <a:pt x="49015" y="739117"/>
                  </a:lnTo>
                  <a:lnTo>
                    <a:pt x="51555" y="738318"/>
                  </a:lnTo>
                  <a:lnTo>
                    <a:pt x="51175" y="735029"/>
                  </a:lnTo>
                  <a:lnTo>
                    <a:pt x="50370" y="732980"/>
                  </a:lnTo>
                  <a:lnTo>
                    <a:pt x="50972" y="728405"/>
                  </a:lnTo>
                  <a:lnTo>
                    <a:pt x="49639" y="722917"/>
                  </a:lnTo>
                  <a:lnTo>
                    <a:pt x="48988" y="721948"/>
                  </a:lnTo>
                  <a:lnTo>
                    <a:pt x="46590" y="718364"/>
                  </a:lnTo>
                  <a:lnTo>
                    <a:pt x="48598" y="715912"/>
                  </a:lnTo>
                  <a:lnTo>
                    <a:pt x="51105" y="712715"/>
                  </a:lnTo>
                  <a:lnTo>
                    <a:pt x="48802" y="710143"/>
                  </a:lnTo>
                  <a:lnTo>
                    <a:pt x="47134" y="705914"/>
                  </a:lnTo>
                  <a:lnTo>
                    <a:pt x="43574" y="704217"/>
                  </a:lnTo>
                  <a:lnTo>
                    <a:pt x="41349" y="710356"/>
                  </a:lnTo>
                  <a:lnTo>
                    <a:pt x="39151" y="709859"/>
                  </a:lnTo>
                  <a:lnTo>
                    <a:pt x="36317" y="708911"/>
                  </a:lnTo>
                  <a:lnTo>
                    <a:pt x="33991" y="705447"/>
                  </a:lnTo>
                  <a:lnTo>
                    <a:pt x="34670" y="699140"/>
                  </a:lnTo>
                  <a:lnTo>
                    <a:pt x="35214" y="695617"/>
                  </a:lnTo>
                  <a:lnTo>
                    <a:pt x="30488" y="692864"/>
                  </a:lnTo>
                  <a:lnTo>
                    <a:pt x="29162" y="692956"/>
                  </a:lnTo>
                  <a:lnTo>
                    <a:pt x="27014" y="685875"/>
                  </a:lnTo>
                  <a:lnTo>
                    <a:pt x="28476" y="684044"/>
                  </a:lnTo>
                  <a:lnTo>
                    <a:pt x="31128" y="683009"/>
                  </a:lnTo>
                  <a:lnTo>
                    <a:pt x="32666" y="680376"/>
                  </a:lnTo>
                  <a:lnTo>
                    <a:pt x="29386" y="676767"/>
                  </a:lnTo>
                  <a:lnTo>
                    <a:pt x="28121" y="675123"/>
                  </a:lnTo>
                  <a:lnTo>
                    <a:pt x="25457" y="675993"/>
                  </a:lnTo>
                  <a:lnTo>
                    <a:pt x="22949" y="679027"/>
                  </a:lnTo>
                  <a:lnTo>
                    <a:pt x="20873" y="677344"/>
                  </a:lnTo>
                  <a:lnTo>
                    <a:pt x="19594" y="670434"/>
                  </a:lnTo>
                  <a:lnTo>
                    <a:pt x="22280" y="662504"/>
                  </a:lnTo>
                  <a:lnTo>
                    <a:pt x="25250" y="659840"/>
                  </a:lnTo>
                  <a:lnTo>
                    <a:pt x="24259" y="656372"/>
                  </a:lnTo>
                  <a:lnTo>
                    <a:pt x="28954" y="654410"/>
                  </a:lnTo>
                  <a:lnTo>
                    <a:pt x="32825" y="656507"/>
                  </a:lnTo>
                  <a:lnTo>
                    <a:pt x="37758" y="655534"/>
                  </a:lnTo>
                  <a:lnTo>
                    <a:pt x="37598" y="653590"/>
                  </a:lnTo>
                  <a:lnTo>
                    <a:pt x="35366" y="647070"/>
                  </a:lnTo>
                  <a:lnTo>
                    <a:pt x="35586" y="640459"/>
                  </a:lnTo>
                  <a:lnTo>
                    <a:pt x="38454" y="634815"/>
                  </a:lnTo>
                  <a:lnTo>
                    <a:pt x="45438" y="625422"/>
                  </a:lnTo>
                  <a:lnTo>
                    <a:pt x="51689" y="615825"/>
                  </a:lnTo>
                  <a:lnTo>
                    <a:pt x="57174" y="609641"/>
                  </a:lnTo>
                  <a:lnTo>
                    <a:pt x="58840" y="604436"/>
                  </a:lnTo>
                  <a:lnTo>
                    <a:pt x="61726" y="600467"/>
                  </a:lnTo>
                  <a:lnTo>
                    <a:pt x="65427" y="598914"/>
                  </a:lnTo>
                  <a:lnTo>
                    <a:pt x="65020" y="594142"/>
                  </a:lnTo>
                  <a:lnTo>
                    <a:pt x="64988" y="590297"/>
                  </a:lnTo>
                  <a:lnTo>
                    <a:pt x="67286" y="583599"/>
                  </a:lnTo>
                  <a:lnTo>
                    <a:pt x="71526" y="575625"/>
                  </a:lnTo>
                  <a:lnTo>
                    <a:pt x="74195" y="569452"/>
                  </a:lnTo>
                  <a:lnTo>
                    <a:pt x="79298" y="563567"/>
                  </a:lnTo>
                  <a:lnTo>
                    <a:pt x="86072" y="560718"/>
                  </a:lnTo>
                  <a:lnTo>
                    <a:pt x="90116" y="560302"/>
                  </a:lnTo>
                  <a:lnTo>
                    <a:pt x="95027" y="563537"/>
                  </a:lnTo>
                  <a:lnTo>
                    <a:pt x="99264" y="564517"/>
                  </a:lnTo>
                  <a:lnTo>
                    <a:pt x="102220" y="569837"/>
                  </a:lnTo>
                  <a:lnTo>
                    <a:pt x="104626" y="570429"/>
                  </a:lnTo>
                  <a:lnTo>
                    <a:pt x="110260" y="577734"/>
                  </a:lnTo>
                  <a:lnTo>
                    <a:pt x="117754" y="576794"/>
                  </a:lnTo>
                  <a:lnTo>
                    <a:pt x="121775" y="572694"/>
                  </a:lnTo>
                  <a:lnTo>
                    <a:pt x="124018" y="570435"/>
                  </a:lnTo>
                  <a:lnTo>
                    <a:pt x="124862" y="566862"/>
                  </a:lnTo>
                  <a:lnTo>
                    <a:pt x="127625" y="566396"/>
                  </a:lnTo>
                  <a:lnTo>
                    <a:pt x="131249" y="562202"/>
                  </a:lnTo>
                  <a:lnTo>
                    <a:pt x="133524" y="559559"/>
                  </a:lnTo>
                  <a:lnTo>
                    <a:pt x="136775" y="553228"/>
                  </a:lnTo>
                  <a:lnTo>
                    <a:pt x="138859" y="550169"/>
                  </a:lnTo>
                  <a:lnTo>
                    <a:pt x="133292" y="544000"/>
                  </a:lnTo>
                  <a:lnTo>
                    <a:pt x="129389" y="540910"/>
                  </a:lnTo>
                  <a:lnTo>
                    <a:pt x="132896" y="537773"/>
                  </a:lnTo>
                  <a:lnTo>
                    <a:pt x="138100" y="537423"/>
                  </a:lnTo>
                  <a:lnTo>
                    <a:pt x="141929" y="544158"/>
                  </a:lnTo>
                  <a:lnTo>
                    <a:pt x="146839" y="546383"/>
                  </a:lnTo>
                  <a:lnTo>
                    <a:pt x="149180" y="551247"/>
                  </a:lnTo>
                  <a:lnTo>
                    <a:pt x="157779" y="550324"/>
                  </a:lnTo>
                  <a:lnTo>
                    <a:pt x="164913" y="550955"/>
                  </a:lnTo>
                  <a:lnTo>
                    <a:pt x="171412" y="549089"/>
                  </a:lnTo>
                  <a:lnTo>
                    <a:pt x="174848" y="544170"/>
                  </a:lnTo>
                  <a:lnTo>
                    <a:pt x="183301" y="530995"/>
                  </a:lnTo>
                  <a:lnTo>
                    <a:pt x="183936" y="525688"/>
                  </a:lnTo>
                  <a:lnTo>
                    <a:pt x="180565" y="513673"/>
                  </a:lnTo>
                  <a:lnTo>
                    <a:pt x="179599" y="508866"/>
                  </a:lnTo>
                  <a:lnTo>
                    <a:pt x="179381" y="498021"/>
                  </a:lnTo>
                  <a:lnTo>
                    <a:pt x="173822" y="489185"/>
                  </a:lnTo>
                  <a:lnTo>
                    <a:pt x="171644" y="485262"/>
                  </a:lnTo>
                  <a:lnTo>
                    <a:pt x="165187" y="483245"/>
                  </a:lnTo>
                  <a:lnTo>
                    <a:pt x="166406" y="477424"/>
                  </a:lnTo>
                  <a:lnTo>
                    <a:pt x="168662" y="474618"/>
                  </a:lnTo>
                  <a:lnTo>
                    <a:pt x="173684" y="478418"/>
                  </a:lnTo>
                  <a:lnTo>
                    <a:pt x="179333" y="475484"/>
                  </a:lnTo>
                  <a:lnTo>
                    <a:pt x="184896" y="470185"/>
                  </a:lnTo>
                  <a:lnTo>
                    <a:pt x="185402" y="463328"/>
                  </a:lnTo>
                  <a:lnTo>
                    <a:pt x="181596" y="455812"/>
                  </a:lnTo>
                  <a:lnTo>
                    <a:pt x="177898" y="452364"/>
                  </a:lnTo>
                  <a:lnTo>
                    <a:pt x="176562" y="450298"/>
                  </a:lnTo>
                  <a:lnTo>
                    <a:pt x="174373" y="451260"/>
                  </a:lnTo>
                  <a:lnTo>
                    <a:pt x="171174" y="454891"/>
                  </a:lnTo>
                  <a:lnTo>
                    <a:pt x="169689" y="458823"/>
                  </a:lnTo>
                  <a:lnTo>
                    <a:pt x="165857" y="460049"/>
                  </a:lnTo>
                  <a:lnTo>
                    <a:pt x="162536" y="458265"/>
                  </a:lnTo>
                  <a:lnTo>
                    <a:pt x="159042" y="460011"/>
                  </a:lnTo>
                  <a:lnTo>
                    <a:pt x="156088" y="462664"/>
                  </a:lnTo>
                  <a:lnTo>
                    <a:pt x="151165" y="463575"/>
                  </a:lnTo>
                  <a:lnTo>
                    <a:pt x="147670" y="464825"/>
                  </a:lnTo>
                  <a:lnTo>
                    <a:pt x="146226" y="468482"/>
                  </a:lnTo>
                  <a:lnTo>
                    <a:pt x="137679" y="474205"/>
                  </a:lnTo>
                  <a:lnTo>
                    <a:pt x="135769" y="477683"/>
                  </a:lnTo>
                  <a:lnTo>
                    <a:pt x="134600" y="484250"/>
                  </a:lnTo>
                  <a:lnTo>
                    <a:pt x="130703" y="487683"/>
                  </a:lnTo>
                  <a:lnTo>
                    <a:pt x="129305" y="480311"/>
                  </a:lnTo>
                  <a:lnTo>
                    <a:pt x="129015" y="475841"/>
                  </a:lnTo>
                  <a:lnTo>
                    <a:pt x="126971" y="472693"/>
                  </a:lnTo>
                  <a:lnTo>
                    <a:pt x="124385" y="474142"/>
                  </a:lnTo>
                  <a:lnTo>
                    <a:pt x="124359" y="477061"/>
                  </a:lnTo>
                  <a:lnTo>
                    <a:pt x="122445" y="479763"/>
                  </a:lnTo>
                  <a:lnTo>
                    <a:pt x="121066" y="483610"/>
                  </a:lnTo>
                  <a:lnTo>
                    <a:pt x="118292" y="478155"/>
                  </a:lnTo>
                  <a:lnTo>
                    <a:pt x="114228" y="472989"/>
                  </a:lnTo>
                  <a:lnTo>
                    <a:pt x="107130" y="469323"/>
                  </a:lnTo>
                  <a:lnTo>
                    <a:pt x="103328" y="468568"/>
                  </a:lnTo>
                  <a:lnTo>
                    <a:pt x="99333" y="469892"/>
                  </a:lnTo>
                  <a:lnTo>
                    <a:pt x="94791" y="468553"/>
                  </a:lnTo>
                  <a:lnTo>
                    <a:pt x="90494" y="468372"/>
                  </a:lnTo>
                  <a:lnTo>
                    <a:pt x="83786" y="470899"/>
                  </a:lnTo>
                  <a:lnTo>
                    <a:pt x="76428" y="474933"/>
                  </a:lnTo>
                  <a:lnTo>
                    <a:pt x="71128" y="475481"/>
                  </a:lnTo>
                  <a:lnTo>
                    <a:pt x="63692" y="471348"/>
                  </a:lnTo>
                  <a:lnTo>
                    <a:pt x="50039" y="465532"/>
                  </a:lnTo>
                  <a:lnTo>
                    <a:pt x="39281" y="461094"/>
                  </a:lnTo>
                  <a:lnTo>
                    <a:pt x="35129" y="455726"/>
                  </a:lnTo>
                  <a:lnTo>
                    <a:pt x="34154" y="448188"/>
                  </a:lnTo>
                  <a:lnTo>
                    <a:pt x="34593" y="445256"/>
                  </a:lnTo>
                  <a:lnTo>
                    <a:pt x="36926" y="441628"/>
                  </a:lnTo>
                  <a:lnTo>
                    <a:pt x="36524" y="439372"/>
                  </a:lnTo>
                  <a:lnTo>
                    <a:pt x="33099" y="433732"/>
                  </a:lnTo>
                  <a:lnTo>
                    <a:pt x="30482" y="430837"/>
                  </a:lnTo>
                  <a:lnTo>
                    <a:pt x="29765" y="428143"/>
                  </a:lnTo>
                  <a:lnTo>
                    <a:pt x="26082" y="420588"/>
                  </a:lnTo>
                  <a:lnTo>
                    <a:pt x="26848" y="419783"/>
                  </a:lnTo>
                  <a:lnTo>
                    <a:pt x="33277" y="421611"/>
                  </a:lnTo>
                  <a:lnTo>
                    <a:pt x="37636" y="419257"/>
                  </a:lnTo>
                  <a:lnTo>
                    <a:pt x="38945" y="414517"/>
                  </a:lnTo>
                  <a:lnTo>
                    <a:pt x="41983" y="412062"/>
                  </a:lnTo>
                  <a:lnTo>
                    <a:pt x="39962" y="408742"/>
                  </a:lnTo>
                  <a:lnTo>
                    <a:pt x="36050" y="406978"/>
                  </a:lnTo>
                  <a:lnTo>
                    <a:pt x="32067" y="406639"/>
                  </a:lnTo>
                  <a:lnTo>
                    <a:pt x="28479" y="404163"/>
                  </a:lnTo>
                  <a:lnTo>
                    <a:pt x="24387" y="401816"/>
                  </a:lnTo>
                  <a:lnTo>
                    <a:pt x="17303" y="399836"/>
                  </a:lnTo>
                  <a:lnTo>
                    <a:pt x="14236" y="398299"/>
                  </a:lnTo>
                  <a:lnTo>
                    <a:pt x="9603" y="392099"/>
                  </a:lnTo>
                  <a:lnTo>
                    <a:pt x="5842" y="387971"/>
                  </a:lnTo>
                  <a:lnTo>
                    <a:pt x="1168" y="38497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780302" y="5864160"/>
              <a:ext cx="57743" cy="51021"/>
            </a:xfrm>
            <a:custGeom>
              <a:avLst/>
              <a:pathLst>
                <a:path w="57743" h="51021">
                  <a:moveTo>
                    <a:pt x="0" y="48783"/>
                  </a:moveTo>
                  <a:lnTo>
                    <a:pt x="9403" y="42334"/>
                  </a:lnTo>
                  <a:lnTo>
                    <a:pt x="12710" y="39745"/>
                  </a:lnTo>
                  <a:lnTo>
                    <a:pt x="16619" y="34618"/>
                  </a:lnTo>
                  <a:lnTo>
                    <a:pt x="19532" y="32972"/>
                  </a:lnTo>
                  <a:lnTo>
                    <a:pt x="19016" y="27583"/>
                  </a:lnTo>
                  <a:lnTo>
                    <a:pt x="20746" y="23356"/>
                  </a:lnTo>
                  <a:lnTo>
                    <a:pt x="27785" y="16921"/>
                  </a:lnTo>
                  <a:lnTo>
                    <a:pt x="32806" y="19069"/>
                  </a:lnTo>
                  <a:lnTo>
                    <a:pt x="33873" y="15133"/>
                  </a:lnTo>
                  <a:lnTo>
                    <a:pt x="35010" y="9957"/>
                  </a:lnTo>
                  <a:lnTo>
                    <a:pt x="37192" y="4686"/>
                  </a:lnTo>
                  <a:lnTo>
                    <a:pt x="41151" y="1926"/>
                  </a:lnTo>
                  <a:lnTo>
                    <a:pt x="49059" y="0"/>
                  </a:lnTo>
                  <a:lnTo>
                    <a:pt x="53111" y="3321"/>
                  </a:lnTo>
                  <a:lnTo>
                    <a:pt x="57743" y="4104"/>
                  </a:lnTo>
                  <a:lnTo>
                    <a:pt x="56939" y="7231"/>
                  </a:lnTo>
                  <a:lnTo>
                    <a:pt x="55033" y="10213"/>
                  </a:lnTo>
                  <a:lnTo>
                    <a:pt x="55477" y="13247"/>
                  </a:lnTo>
                  <a:lnTo>
                    <a:pt x="51044" y="15891"/>
                  </a:lnTo>
                  <a:lnTo>
                    <a:pt x="45982" y="19077"/>
                  </a:lnTo>
                  <a:lnTo>
                    <a:pt x="38240" y="22453"/>
                  </a:lnTo>
                  <a:lnTo>
                    <a:pt x="36353" y="26236"/>
                  </a:lnTo>
                  <a:lnTo>
                    <a:pt x="33613" y="30136"/>
                  </a:lnTo>
                  <a:lnTo>
                    <a:pt x="31809" y="33796"/>
                  </a:lnTo>
                  <a:lnTo>
                    <a:pt x="25827" y="36368"/>
                  </a:lnTo>
                  <a:lnTo>
                    <a:pt x="22928" y="38997"/>
                  </a:lnTo>
                  <a:lnTo>
                    <a:pt x="20258" y="42825"/>
                  </a:lnTo>
                  <a:lnTo>
                    <a:pt x="16684" y="42315"/>
                  </a:lnTo>
                  <a:lnTo>
                    <a:pt x="10690" y="47048"/>
                  </a:lnTo>
                  <a:lnTo>
                    <a:pt x="4331" y="49962"/>
                  </a:lnTo>
                  <a:lnTo>
                    <a:pt x="835" y="510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779183" y="5638486"/>
              <a:ext cx="12057" cy="8123"/>
            </a:xfrm>
            <a:custGeom>
              <a:avLst/>
              <a:pathLst>
                <a:path w="12057" h="8123">
                  <a:moveTo>
                    <a:pt x="0" y="0"/>
                  </a:moveTo>
                  <a:lnTo>
                    <a:pt x="6864" y="1900"/>
                  </a:lnTo>
                  <a:lnTo>
                    <a:pt x="11602" y="2487"/>
                  </a:lnTo>
                  <a:lnTo>
                    <a:pt x="12057" y="5518"/>
                  </a:lnTo>
                  <a:lnTo>
                    <a:pt x="7409" y="8123"/>
                  </a:lnTo>
                  <a:lnTo>
                    <a:pt x="3920" y="736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745497" y="5888666"/>
              <a:ext cx="21309" cy="24486"/>
            </a:xfrm>
            <a:custGeom>
              <a:avLst/>
              <a:pathLst>
                <a:path w="21309" h="24486">
                  <a:moveTo>
                    <a:pt x="1692" y="19338"/>
                  </a:moveTo>
                  <a:lnTo>
                    <a:pt x="5156" y="10304"/>
                  </a:lnTo>
                  <a:lnTo>
                    <a:pt x="7713" y="8884"/>
                  </a:lnTo>
                  <a:lnTo>
                    <a:pt x="13867" y="12417"/>
                  </a:lnTo>
                  <a:lnTo>
                    <a:pt x="17663" y="8043"/>
                  </a:lnTo>
                  <a:lnTo>
                    <a:pt x="15859" y="1456"/>
                  </a:lnTo>
                  <a:lnTo>
                    <a:pt x="18663" y="0"/>
                  </a:lnTo>
                  <a:lnTo>
                    <a:pt x="20955" y="4478"/>
                  </a:lnTo>
                  <a:lnTo>
                    <a:pt x="21309" y="10458"/>
                  </a:lnTo>
                  <a:lnTo>
                    <a:pt x="20843" y="16605"/>
                  </a:lnTo>
                  <a:lnTo>
                    <a:pt x="19136" y="22556"/>
                  </a:lnTo>
                  <a:lnTo>
                    <a:pt x="14894" y="20893"/>
                  </a:lnTo>
                  <a:lnTo>
                    <a:pt x="9907" y="20348"/>
                  </a:lnTo>
                  <a:lnTo>
                    <a:pt x="4921" y="24435"/>
                  </a:lnTo>
                  <a:lnTo>
                    <a:pt x="0" y="244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762426" y="5593081"/>
              <a:ext cx="9812" cy="7843"/>
            </a:xfrm>
            <a:custGeom>
              <a:avLst/>
              <a:pathLst>
                <a:path w="9812" h="7843">
                  <a:moveTo>
                    <a:pt x="428" y="1077"/>
                  </a:moveTo>
                  <a:lnTo>
                    <a:pt x="4492" y="0"/>
                  </a:lnTo>
                  <a:lnTo>
                    <a:pt x="9812" y="592"/>
                  </a:lnTo>
                  <a:lnTo>
                    <a:pt x="9726" y="4984"/>
                  </a:lnTo>
                  <a:lnTo>
                    <a:pt x="4282" y="7843"/>
                  </a:lnTo>
                  <a:lnTo>
                    <a:pt x="0" y="47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721092" y="5911111"/>
              <a:ext cx="12140" cy="10412"/>
            </a:xfrm>
            <a:custGeom>
              <a:avLst/>
              <a:pathLst>
                <a:path w="12140" h="10412">
                  <a:moveTo>
                    <a:pt x="1246" y="3447"/>
                  </a:moveTo>
                  <a:lnTo>
                    <a:pt x="6999" y="0"/>
                  </a:lnTo>
                  <a:lnTo>
                    <a:pt x="12140" y="2137"/>
                  </a:lnTo>
                  <a:lnTo>
                    <a:pt x="9769" y="8364"/>
                  </a:lnTo>
                  <a:lnTo>
                    <a:pt x="5955" y="8160"/>
                  </a:lnTo>
                  <a:lnTo>
                    <a:pt x="1927" y="10412"/>
                  </a:lnTo>
                  <a:lnTo>
                    <a:pt x="0" y="88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703128" y="5919327"/>
              <a:ext cx="4409" cy="6856"/>
            </a:xfrm>
            <a:custGeom>
              <a:avLst/>
              <a:pathLst>
                <a:path w="4409" h="6856">
                  <a:moveTo>
                    <a:pt x="0" y="2106"/>
                  </a:moveTo>
                  <a:lnTo>
                    <a:pt x="2265" y="0"/>
                  </a:lnTo>
                  <a:lnTo>
                    <a:pt x="4409" y="2410"/>
                  </a:lnTo>
                  <a:lnTo>
                    <a:pt x="2945" y="6856"/>
                  </a:lnTo>
                  <a:lnTo>
                    <a:pt x="109" y="52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781755" y="5124550"/>
              <a:ext cx="84241" cy="71223"/>
            </a:xfrm>
            <a:custGeom>
              <a:avLst/>
              <a:pathLst>
                <a:path w="84241" h="71223">
                  <a:moveTo>
                    <a:pt x="1364" y="14667"/>
                  </a:moveTo>
                  <a:lnTo>
                    <a:pt x="3279" y="11050"/>
                  </a:lnTo>
                  <a:lnTo>
                    <a:pt x="4202" y="4286"/>
                  </a:lnTo>
                  <a:lnTo>
                    <a:pt x="6638" y="0"/>
                  </a:lnTo>
                  <a:lnTo>
                    <a:pt x="10143" y="654"/>
                  </a:lnTo>
                  <a:lnTo>
                    <a:pt x="10076" y="5699"/>
                  </a:lnTo>
                  <a:lnTo>
                    <a:pt x="10270" y="9332"/>
                  </a:lnTo>
                  <a:lnTo>
                    <a:pt x="16260" y="13963"/>
                  </a:lnTo>
                  <a:lnTo>
                    <a:pt x="25317" y="19643"/>
                  </a:lnTo>
                  <a:lnTo>
                    <a:pt x="28001" y="18958"/>
                  </a:lnTo>
                  <a:lnTo>
                    <a:pt x="35813" y="14428"/>
                  </a:lnTo>
                  <a:lnTo>
                    <a:pt x="39271" y="13408"/>
                  </a:lnTo>
                  <a:lnTo>
                    <a:pt x="43107" y="14375"/>
                  </a:lnTo>
                  <a:lnTo>
                    <a:pt x="44988" y="16089"/>
                  </a:lnTo>
                  <a:lnTo>
                    <a:pt x="46889" y="20111"/>
                  </a:lnTo>
                  <a:lnTo>
                    <a:pt x="48929" y="21442"/>
                  </a:lnTo>
                  <a:lnTo>
                    <a:pt x="49382" y="26934"/>
                  </a:lnTo>
                  <a:lnTo>
                    <a:pt x="49818" y="31537"/>
                  </a:lnTo>
                  <a:lnTo>
                    <a:pt x="53571" y="34684"/>
                  </a:lnTo>
                  <a:lnTo>
                    <a:pt x="58919" y="36577"/>
                  </a:lnTo>
                  <a:lnTo>
                    <a:pt x="60949" y="39930"/>
                  </a:lnTo>
                  <a:lnTo>
                    <a:pt x="63502" y="42444"/>
                  </a:lnTo>
                  <a:lnTo>
                    <a:pt x="73589" y="45683"/>
                  </a:lnTo>
                  <a:lnTo>
                    <a:pt x="77655" y="46915"/>
                  </a:lnTo>
                  <a:lnTo>
                    <a:pt x="84241" y="50738"/>
                  </a:lnTo>
                  <a:lnTo>
                    <a:pt x="81671" y="55936"/>
                  </a:lnTo>
                  <a:lnTo>
                    <a:pt x="78574" y="60010"/>
                  </a:lnTo>
                  <a:lnTo>
                    <a:pt x="75721" y="60679"/>
                  </a:lnTo>
                  <a:lnTo>
                    <a:pt x="72349" y="57207"/>
                  </a:lnTo>
                  <a:lnTo>
                    <a:pt x="68008" y="56772"/>
                  </a:lnTo>
                  <a:lnTo>
                    <a:pt x="61720" y="59902"/>
                  </a:lnTo>
                  <a:lnTo>
                    <a:pt x="58608" y="62153"/>
                  </a:lnTo>
                  <a:lnTo>
                    <a:pt x="56967" y="65259"/>
                  </a:lnTo>
                  <a:lnTo>
                    <a:pt x="56710" y="68825"/>
                  </a:lnTo>
                  <a:lnTo>
                    <a:pt x="54360" y="71223"/>
                  </a:lnTo>
                  <a:lnTo>
                    <a:pt x="51285" y="69017"/>
                  </a:lnTo>
                  <a:lnTo>
                    <a:pt x="51273" y="63034"/>
                  </a:lnTo>
                  <a:lnTo>
                    <a:pt x="49361" y="58134"/>
                  </a:lnTo>
                  <a:lnTo>
                    <a:pt x="45327" y="53197"/>
                  </a:lnTo>
                  <a:lnTo>
                    <a:pt x="41757" y="51175"/>
                  </a:lnTo>
                  <a:lnTo>
                    <a:pt x="39626" y="50929"/>
                  </a:lnTo>
                  <a:lnTo>
                    <a:pt x="39162" y="46531"/>
                  </a:lnTo>
                  <a:lnTo>
                    <a:pt x="36519" y="40527"/>
                  </a:lnTo>
                  <a:lnTo>
                    <a:pt x="30860" y="34884"/>
                  </a:lnTo>
                  <a:lnTo>
                    <a:pt x="25011" y="30632"/>
                  </a:lnTo>
                  <a:lnTo>
                    <a:pt x="20433" y="29152"/>
                  </a:lnTo>
                  <a:lnTo>
                    <a:pt x="15775" y="30275"/>
                  </a:lnTo>
                  <a:lnTo>
                    <a:pt x="13827" y="31927"/>
                  </a:lnTo>
                  <a:lnTo>
                    <a:pt x="9095" y="35156"/>
                  </a:lnTo>
                  <a:lnTo>
                    <a:pt x="6729" y="33363"/>
                  </a:lnTo>
                  <a:lnTo>
                    <a:pt x="3337" y="30321"/>
                  </a:lnTo>
                  <a:lnTo>
                    <a:pt x="1131" y="27962"/>
                  </a:lnTo>
                  <a:lnTo>
                    <a:pt x="0" y="201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651952" y="5920648"/>
              <a:ext cx="13205" cy="9080"/>
            </a:xfrm>
            <a:custGeom>
              <a:avLst/>
              <a:pathLst>
                <a:path w="13205" h="9080">
                  <a:moveTo>
                    <a:pt x="1405" y="4743"/>
                  </a:moveTo>
                  <a:lnTo>
                    <a:pt x="4223" y="1646"/>
                  </a:lnTo>
                  <a:lnTo>
                    <a:pt x="8052" y="0"/>
                  </a:lnTo>
                  <a:lnTo>
                    <a:pt x="12473" y="2661"/>
                  </a:lnTo>
                  <a:lnTo>
                    <a:pt x="13205" y="5422"/>
                  </a:lnTo>
                  <a:lnTo>
                    <a:pt x="8661" y="8345"/>
                  </a:lnTo>
                  <a:lnTo>
                    <a:pt x="4261" y="9080"/>
                  </a:lnTo>
                  <a:lnTo>
                    <a:pt x="0" y="891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309314" y="5859973"/>
              <a:ext cx="5762" cy="8160"/>
            </a:xfrm>
            <a:custGeom>
              <a:avLst/>
              <a:pathLst>
                <a:path w="5762" h="8160">
                  <a:moveTo>
                    <a:pt x="0" y="0"/>
                  </a:moveTo>
                  <a:lnTo>
                    <a:pt x="4621" y="1340"/>
                  </a:lnTo>
                  <a:lnTo>
                    <a:pt x="5762" y="5093"/>
                  </a:lnTo>
                  <a:lnTo>
                    <a:pt x="5001" y="8160"/>
                  </a:lnTo>
                  <a:lnTo>
                    <a:pt x="1495" y="55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710814" y="5331067"/>
              <a:ext cx="22740" cy="34326"/>
            </a:xfrm>
            <a:custGeom>
              <a:avLst/>
              <a:pathLst>
                <a:path w="22740" h="34326">
                  <a:moveTo>
                    <a:pt x="2087" y="0"/>
                  </a:moveTo>
                  <a:lnTo>
                    <a:pt x="5685" y="8210"/>
                  </a:lnTo>
                  <a:lnTo>
                    <a:pt x="6600" y="14801"/>
                  </a:lnTo>
                  <a:lnTo>
                    <a:pt x="14387" y="24256"/>
                  </a:lnTo>
                  <a:lnTo>
                    <a:pt x="18991" y="27466"/>
                  </a:lnTo>
                  <a:lnTo>
                    <a:pt x="22740" y="31675"/>
                  </a:lnTo>
                  <a:lnTo>
                    <a:pt x="21848" y="34326"/>
                  </a:lnTo>
                  <a:lnTo>
                    <a:pt x="17165" y="32021"/>
                  </a:lnTo>
                  <a:lnTo>
                    <a:pt x="10990" y="29087"/>
                  </a:lnTo>
                  <a:lnTo>
                    <a:pt x="4382" y="19091"/>
                  </a:lnTo>
                  <a:lnTo>
                    <a:pt x="0" y="14236"/>
                  </a:lnTo>
                  <a:lnTo>
                    <a:pt x="330" y="29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549700" y="5904850"/>
              <a:ext cx="89854" cy="34851"/>
            </a:xfrm>
            <a:custGeom>
              <a:avLst/>
              <a:pathLst>
                <a:path w="89854" h="34851">
                  <a:moveTo>
                    <a:pt x="1206" y="15460"/>
                  </a:moveTo>
                  <a:lnTo>
                    <a:pt x="11597" y="15408"/>
                  </a:lnTo>
                  <a:lnTo>
                    <a:pt x="17263" y="14157"/>
                  </a:lnTo>
                  <a:lnTo>
                    <a:pt x="23680" y="15804"/>
                  </a:lnTo>
                  <a:lnTo>
                    <a:pt x="29931" y="14912"/>
                  </a:lnTo>
                  <a:lnTo>
                    <a:pt x="33754" y="12014"/>
                  </a:lnTo>
                  <a:lnTo>
                    <a:pt x="34774" y="4979"/>
                  </a:lnTo>
                  <a:lnTo>
                    <a:pt x="39922" y="1866"/>
                  </a:lnTo>
                  <a:lnTo>
                    <a:pt x="45626" y="0"/>
                  </a:lnTo>
                  <a:lnTo>
                    <a:pt x="49782" y="2941"/>
                  </a:lnTo>
                  <a:lnTo>
                    <a:pt x="52352" y="8777"/>
                  </a:lnTo>
                  <a:lnTo>
                    <a:pt x="49463" y="13987"/>
                  </a:lnTo>
                  <a:lnTo>
                    <a:pt x="49646" y="21427"/>
                  </a:lnTo>
                  <a:lnTo>
                    <a:pt x="54287" y="22027"/>
                  </a:lnTo>
                  <a:lnTo>
                    <a:pt x="63540" y="23638"/>
                  </a:lnTo>
                  <a:lnTo>
                    <a:pt x="68299" y="23733"/>
                  </a:lnTo>
                  <a:lnTo>
                    <a:pt x="73775" y="28598"/>
                  </a:lnTo>
                  <a:lnTo>
                    <a:pt x="81442" y="28932"/>
                  </a:lnTo>
                  <a:lnTo>
                    <a:pt x="89854" y="32047"/>
                  </a:lnTo>
                  <a:lnTo>
                    <a:pt x="88370" y="34851"/>
                  </a:lnTo>
                  <a:lnTo>
                    <a:pt x="81110" y="34787"/>
                  </a:lnTo>
                  <a:lnTo>
                    <a:pt x="72559" y="34059"/>
                  </a:lnTo>
                  <a:lnTo>
                    <a:pt x="68053" y="33328"/>
                  </a:lnTo>
                  <a:lnTo>
                    <a:pt x="61393" y="29710"/>
                  </a:lnTo>
                  <a:lnTo>
                    <a:pt x="56598" y="29511"/>
                  </a:lnTo>
                  <a:lnTo>
                    <a:pt x="53619" y="28402"/>
                  </a:lnTo>
                  <a:lnTo>
                    <a:pt x="46315" y="25114"/>
                  </a:lnTo>
                  <a:lnTo>
                    <a:pt x="39748" y="22344"/>
                  </a:lnTo>
                  <a:lnTo>
                    <a:pt x="35780" y="21983"/>
                  </a:lnTo>
                  <a:lnTo>
                    <a:pt x="34298" y="26609"/>
                  </a:lnTo>
                  <a:lnTo>
                    <a:pt x="28940" y="23616"/>
                  </a:lnTo>
                  <a:lnTo>
                    <a:pt x="21960" y="24074"/>
                  </a:lnTo>
                  <a:lnTo>
                    <a:pt x="16222" y="21788"/>
                  </a:lnTo>
                  <a:lnTo>
                    <a:pt x="11536" y="21557"/>
                  </a:lnTo>
                  <a:lnTo>
                    <a:pt x="6301" y="19933"/>
                  </a:lnTo>
                  <a:lnTo>
                    <a:pt x="0" y="186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483906" y="5907710"/>
              <a:ext cx="61709" cy="29201"/>
            </a:xfrm>
            <a:custGeom>
              <a:avLst/>
              <a:pathLst>
                <a:path w="61709" h="29201">
                  <a:moveTo>
                    <a:pt x="2147" y="22065"/>
                  </a:moveTo>
                  <a:lnTo>
                    <a:pt x="4424" y="14657"/>
                  </a:lnTo>
                  <a:lnTo>
                    <a:pt x="9799" y="13592"/>
                  </a:lnTo>
                  <a:lnTo>
                    <a:pt x="10856" y="11298"/>
                  </a:lnTo>
                  <a:lnTo>
                    <a:pt x="9630" y="6630"/>
                  </a:lnTo>
                  <a:lnTo>
                    <a:pt x="11352" y="4282"/>
                  </a:lnTo>
                  <a:lnTo>
                    <a:pt x="14135" y="5168"/>
                  </a:lnTo>
                  <a:lnTo>
                    <a:pt x="18915" y="3671"/>
                  </a:lnTo>
                  <a:lnTo>
                    <a:pt x="19619" y="7343"/>
                  </a:lnTo>
                  <a:lnTo>
                    <a:pt x="18990" y="10504"/>
                  </a:lnTo>
                  <a:lnTo>
                    <a:pt x="17557" y="15034"/>
                  </a:lnTo>
                  <a:lnTo>
                    <a:pt x="23130" y="15192"/>
                  </a:lnTo>
                  <a:lnTo>
                    <a:pt x="27715" y="15620"/>
                  </a:lnTo>
                  <a:lnTo>
                    <a:pt x="32947" y="16307"/>
                  </a:lnTo>
                  <a:lnTo>
                    <a:pt x="33724" y="11743"/>
                  </a:lnTo>
                  <a:lnTo>
                    <a:pt x="33643" y="8017"/>
                  </a:lnTo>
                  <a:lnTo>
                    <a:pt x="33187" y="3102"/>
                  </a:lnTo>
                  <a:lnTo>
                    <a:pt x="35955" y="0"/>
                  </a:lnTo>
                  <a:lnTo>
                    <a:pt x="39357" y="1503"/>
                  </a:lnTo>
                  <a:lnTo>
                    <a:pt x="40773" y="5027"/>
                  </a:lnTo>
                  <a:lnTo>
                    <a:pt x="44623" y="11218"/>
                  </a:lnTo>
                  <a:lnTo>
                    <a:pt x="47548" y="12385"/>
                  </a:lnTo>
                  <a:lnTo>
                    <a:pt x="52943" y="13486"/>
                  </a:lnTo>
                  <a:lnTo>
                    <a:pt x="61086" y="14209"/>
                  </a:lnTo>
                  <a:lnTo>
                    <a:pt x="61709" y="17300"/>
                  </a:lnTo>
                  <a:lnTo>
                    <a:pt x="53351" y="17965"/>
                  </a:lnTo>
                  <a:lnTo>
                    <a:pt x="47644" y="17522"/>
                  </a:lnTo>
                  <a:lnTo>
                    <a:pt x="40512" y="20957"/>
                  </a:lnTo>
                  <a:lnTo>
                    <a:pt x="38799" y="23755"/>
                  </a:lnTo>
                  <a:lnTo>
                    <a:pt x="32532" y="24458"/>
                  </a:lnTo>
                  <a:lnTo>
                    <a:pt x="27358" y="25046"/>
                  </a:lnTo>
                  <a:lnTo>
                    <a:pt x="20590" y="24296"/>
                  </a:lnTo>
                  <a:lnTo>
                    <a:pt x="17457" y="25471"/>
                  </a:lnTo>
                  <a:lnTo>
                    <a:pt x="12891" y="27155"/>
                  </a:lnTo>
                  <a:lnTo>
                    <a:pt x="10317" y="29201"/>
                  </a:lnTo>
                  <a:lnTo>
                    <a:pt x="6771" y="28515"/>
                  </a:lnTo>
                  <a:lnTo>
                    <a:pt x="1666" y="28919"/>
                  </a:lnTo>
                  <a:lnTo>
                    <a:pt x="0" y="272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457946" y="5909272"/>
              <a:ext cx="26591" cy="17454"/>
            </a:xfrm>
            <a:custGeom>
              <a:avLst/>
              <a:pathLst>
                <a:path w="26591" h="17454">
                  <a:moveTo>
                    <a:pt x="1809" y="8699"/>
                  </a:moveTo>
                  <a:lnTo>
                    <a:pt x="8702" y="8774"/>
                  </a:lnTo>
                  <a:lnTo>
                    <a:pt x="15443" y="10172"/>
                  </a:lnTo>
                  <a:lnTo>
                    <a:pt x="18858" y="9294"/>
                  </a:lnTo>
                  <a:lnTo>
                    <a:pt x="20966" y="2118"/>
                  </a:lnTo>
                  <a:lnTo>
                    <a:pt x="21968" y="0"/>
                  </a:lnTo>
                  <a:lnTo>
                    <a:pt x="24943" y="1374"/>
                  </a:lnTo>
                  <a:lnTo>
                    <a:pt x="26591" y="4590"/>
                  </a:lnTo>
                  <a:lnTo>
                    <a:pt x="23931" y="8868"/>
                  </a:lnTo>
                  <a:lnTo>
                    <a:pt x="22624" y="16556"/>
                  </a:lnTo>
                  <a:lnTo>
                    <a:pt x="19247" y="17200"/>
                  </a:lnTo>
                  <a:lnTo>
                    <a:pt x="15905" y="17454"/>
                  </a:lnTo>
                  <a:lnTo>
                    <a:pt x="13341" y="15537"/>
                  </a:lnTo>
                  <a:lnTo>
                    <a:pt x="8129" y="15051"/>
                  </a:lnTo>
                  <a:lnTo>
                    <a:pt x="1600" y="15217"/>
                  </a:lnTo>
                  <a:lnTo>
                    <a:pt x="0" y="110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440475" y="5900638"/>
              <a:ext cx="22450" cy="24964"/>
            </a:xfrm>
            <a:custGeom>
              <a:avLst/>
              <a:pathLst>
                <a:path w="22450" h="24964">
                  <a:moveTo>
                    <a:pt x="1435" y="0"/>
                  </a:moveTo>
                  <a:lnTo>
                    <a:pt x="5518" y="238"/>
                  </a:lnTo>
                  <a:lnTo>
                    <a:pt x="10597" y="2094"/>
                  </a:lnTo>
                  <a:lnTo>
                    <a:pt x="12316" y="7350"/>
                  </a:lnTo>
                  <a:lnTo>
                    <a:pt x="17096" y="9078"/>
                  </a:lnTo>
                  <a:lnTo>
                    <a:pt x="22450" y="10092"/>
                  </a:lnTo>
                  <a:lnTo>
                    <a:pt x="20648" y="13457"/>
                  </a:lnTo>
                  <a:lnTo>
                    <a:pt x="16423" y="14318"/>
                  </a:lnTo>
                  <a:lnTo>
                    <a:pt x="13104" y="17775"/>
                  </a:lnTo>
                  <a:lnTo>
                    <a:pt x="11264" y="19618"/>
                  </a:lnTo>
                  <a:lnTo>
                    <a:pt x="8879" y="24964"/>
                  </a:lnTo>
                  <a:lnTo>
                    <a:pt x="4139" y="21070"/>
                  </a:lnTo>
                  <a:lnTo>
                    <a:pt x="1952" y="16890"/>
                  </a:lnTo>
                  <a:lnTo>
                    <a:pt x="4579" y="15718"/>
                  </a:lnTo>
                  <a:lnTo>
                    <a:pt x="7411" y="15788"/>
                  </a:lnTo>
                  <a:lnTo>
                    <a:pt x="7593" y="11003"/>
                  </a:lnTo>
                  <a:lnTo>
                    <a:pt x="4505" y="8109"/>
                  </a:lnTo>
                  <a:lnTo>
                    <a:pt x="0" y="253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412512" y="5914706"/>
              <a:ext cx="12984" cy="5464"/>
            </a:xfrm>
            <a:custGeom>
              <a:avLst/>
              <a:pathLst>
                <a:path w="12984" h="5464">
                  <a:moveTo>
                    <a:pt x="0" y="1387"/>
                  </a:moveTo>
                  <a:lnTo>
                    <a:pt x="8454" y="0"/>
                  </a:lnTo>
                  <a:lnTo>
                    <a:pt x="12984" y="2605"/>
                  </a:lnTo>
                  <a:lnTo>
                    <a:pt x="11243" y="5464"/>
                  </a:lnTo>
                  <a:lnTo>
                    <a:pt x="5438" y="5202"/>
                  </a:lnTo>
                  <a:lnTo>
                    <a:pt x="2095" y="37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414611" y="5897477"/>
              <a:ext cx="6059" cy="7449"/>
            </a:xfrm>
            <a:custGeom>
              <a:avLst/>
              <a:pathLst>
                <a:path w="6059" h="7449">
                  <a:moveTo>
                    <a:pt x="1369" y="0"/>
                  </a:moveTo>
                  <a:lnTo>
                    <a:pt x="5106" y="202"/>
                  </a:lnTo>
                  <a:lnTo>
                    <a:pt x="6059" y="5494"/>
                  </a:lnTo>
                  <a:lnTo>
                    <a:pt x="3453" y="7449"/>
                  </a:lnTo>
                  <a:lnTo>
                    <a:pt x="0" y="38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398654" y="5925748"/>
              <a:ext cx="10587" cy="12057"/>
            </a:xfrm>
            <a:custGeom>
              <a:avLst/>
              <a:pathLst>
                <a:path w="10587" h="12057">
                  <a:moveTo>
                    <a:pt x="0" y="7325"/>
                  </a:moveTo>
                  <a:lnTo>
                    <a:pt x="8172" y="0"/>
                  </a:lnTo>
                  <a:lnTo>
                    <a:pt x="10391" y="2993"/>
                  </a:lnTo>
                  <a:lnTo>
                    <a:pt x="10587" y="6231"/>
                  </a:lnTo>
                  <a:lnTo>
                    <a:pt x="3494" y="10540"/>
                  </a:lnTo>
                  <a:lnTo>
                    <a:pt x="1111" y="120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307449" y="5842792"/>
              <a:ext cx="4577" cy="5962"/>
            </a:xfrm>
            <a:custGeom>
              <a:avLst/>
              <a:pathLst>
                <a:path w="4577" h="5962">
                  <a:moveTo>
                    <a:pt x="1036" y="0"/>
                  </a:moveTo>
                  <a:lnTo>
                    <a:pt x="3325" y="421"/>
                  </a:lnTo>
                  <a:lnTo>
                    <a:pt x="4577" y="3157"/>
                  </a:lnTo>
                  <a:lnTo>
                    <a:pt x="3992" y="5962"/>
                  </a:lnTo>
                  <a:lnTo>
                    <a:pt x="907" y="5825"/>
                  </a:lnTo>
                  <a:lnTo>
                    <a:pt x="0" y="231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273007" y="5829243"/>
              <a:ext cx="21006" cy="18259"/>
            </a:xfrm>
            <a:custGeom>
              <a:avLst/>
              <a:pathLst>
                <a:path w="21006" h="18259">
                  <a:moveTo>
                    <a:pt x="1848" y="10247"/>
                  </a:moveTo>
                  <a:lnTo>
                    <a:pt x="5551" y="10785"/>
                  </a:lnTo>
                  <a:lnTo>
                    <a:pt x="8104" y="9172"/>
                  </a:lnTo>
                  <a:lnTo>
                    <a:pt x="11915" y="8348"/>
                  </a:lnTo>
                  <a:lnTo>
                    <a:pt x="15022" y="4822"/>
                  </a:lnTo>
                  <a:lnTo>
                    <a:pt x="18393" y="0"/>
                  </a:lnTo>
                  <a:lnTo>
                    <a:pt x="20598" y="1945"/>
                  </a:lnTo>
                  <a:lnTo>
                    <a:pt x="21006" y="5032"/>
                  </a:lnTo>
                  <a:lnTo>
                    <a:pt x="17672" y="8498"/>
                  </a:lnTo>
                  <a:lnTo>
                    <a:pt x="15949" y="9821"/>
                  </a:lnTo>
                  <a:lnTo>
                    <a:pt x="16620" y="13938"/>
                  </a:lnTo>
                  <a:lnTo>
                    <a:pt x="15822" y="15774"/>
                  </a:lnTo>
                  <a:lnTo>
                    <a:pt x="12158" y="14316"/>
                  </a:lnTo>
                  <a:lnTo>
                    <a:pt x="9061" y="12399"/>
                  </a:lnTo>
                  <a:lnTo>
                    <a:pt x="7257" y="13848"/>
                  </a:lnTo>
                  <a:lnTo>
                    <a:pt x="5403" y="15752"/>
                  </a:lnTo>
                  <a:lnTo>
                    <a:pt x="3989" y="18259"/>
                  </a:lnTo>
                  <a:lnTo>
                    <a:pt x="2739" y="15034"/>
                  </a:lnTo>
                  <a:lnTo>
                    <a:pt x="0" y="126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1169978" y="5726268"/>
              <a:ext cx="10834" cy="10876"/>
            </a:xfrm>
            <a:custGeom>
              <a:avLst/>
              <a:pathLst>
                <a:path w="10834" h="10876">
                  <a:moveTo>
                    <a:pt x="2149" y="0"/>
                  </a:moveTo>
                  <a:lnTo>
                    <a:pt x="8463" y="5812"/>
                  </a:lnTo>
                  <a:lnTo>
                    <a:pt x="10834" y="7505"/>
                  </a:lnTo>
                  <a:lnTo>
                    <a:pt x="10630" y="10876"/>
                  </a:lnTo>
                  <a:lnTo>
                    <a:pt x="4371" y="7709"/>
                  </a:lnTo>
                  <a:lnTo>
                    <a:pt x="0" y="14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1146305" y="5740832"/>
              <a:ext cx="17420" cy="13003"/>
            </a:xfrm>
            <a:custGeom>
              <a:avLst/>
              <a:pathLst>
                <a:path w="17420" h="13003">
                  <a:moveTo>
                    <a:pt x="5199" y="258"/>
                  </a:moveTo>
                  <a:lnTo>
                    <a:pt x="9381" y="1656"/>
                  </a:lnTo>
                  <a:lnTo>
                    <a:pt x="13051" y="0"/>
                  </a:lnTo>
                  <a:lnTo>
                    <a:pt x="17420" y="3282"/>
                  </a:lnTo>
                  <a:lnTo>
                    <a:pt x="13592" y="7233"/>
                  </a:lnTo>
                  <a:lnTo>
                    <a:pt x="14393" y="10934"/>
                  </a:lnTo>
                  <a:lnTo>
                    <a:pt x="12950" y="13003"/>
                  </a:lnTo>
                  <a:lnTo>
                    <a:pt x="10375" y="11743"/>
                  </a:lnTo>
                  <a:lnTo>
                    <a:pt x="7342" y="7405"/>
                  </a:lnTo>
                  <a:lnTo>
                    <a:pt x="4912" y="8065"/>
                  </a:lnTo>
                  <a:lnTo>
                    <a:pt x="0" y="22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1126791" y="5690620"/>
              <a:ext cx="31816" cy="25656"/>
            </a:xfrm>
            <a:custGeom>
              <a:avLst/>
              <a:pathLst>
                <a:path w="31816" h="25656">
                  <a:moveTo>
                    <a:pt x="823" y="167"/>
                  </a:moveTo>
                  <a:lnTo>
                    <a:pt x="8037" y="0"/>
                  </a:lnTo>
                  <a:lnTo>
                    <a:pt x="13146" y="2392"/>
                  </a:lnTo>
                  <a:lnTo>
                    <a:pt x="23893" y="9386"/>
                  </a:lnTo>
                  <a:lnTo>
                    <a:pt x="27375" y="14772"/>
                  </a:lnTo>
                  <a:lnTo>
                    <a:pt x="31816" y="22974"/>
                  </a:lnTo>
                  <a:lnTo>
                    <a:pt x="31005" y="25656"/>
                  </a:lnTo>
                  <a:lnTo>
                    <a:pt x="26246" y="23312"/>
                  </a:lnTo>
                  <a:lnTo>
                    <a:pt x="23951" y="20501"/>
                  </a:lnTo>
                  <a:lnTo>
                    <a:pt x="21619" y="23514"/>
                  </a:lnTo>
                  <a:lnTo>
                    <a:pt x="19053" y="22862"/>
                  </a:lnTo>
                  <a:lnTo>
                    <a:pt x="15277" y="20583"/>
                  </a:lnTo>
                  <a:lnTo>
                    <a:pt x="12021" y="21209"/>
                  </a:lnTo>
                  <a:lnTo>
                    <a:pt x="9367" y="17662"/>
                  </a:lnTo>
                  <a:lnTo>
                    <a:pt x="8486" y="14502"/>
                  </a:lnTo>
                  <a:lnTo>
                    <a:pt x="9242" y="10664"/>
                  </a:lnTo>
                  <a:lnTo>
                    <a:pt x="7101" y="6749"/>
                  </a:lnTo>
                  <a:lnTo>
                    <a:pt x="4405" y="4677"/>
                  </a:lnTo>
                  <a:lnTo>
                    <a:pt x="0" y="480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6181482" y="5137701"/>
              <a:ext cx="42886" cy="28796"/>
            </a:xfrm>
            <a:custGeom>
              <a:avLst/>
              <a:pathLst>
                <a:path w="42886" h="28796">
                  <a:moveTo>
                    <a:pt x="0" y="26810"/>
                  </a:moveTo>
                  <a:lnTo>
                    <a:pt x="3535" y="18636"/>
                  </a:lnTo>
                  <a:lnTo>
                    <a:pt x="9050" y="13440"/>
                  </a:lnTo>
                  <a:lnTo>
                    <a:pt x="15370" y="8840"/>
                  </a:lnTo>
                  <a:lnTo>
                    <a:pt x="16140" y="6952"/>
                  </a:lnTo>
                  <a:lnTo>
                    <a:pt x="25275" y="0"/>
                  </a:lnTo>
                  <a:lnTo>
                    <a:pt x="36898" y="2610"/>
                  </a:lnTo>
                  <a:lnTo>
                    <a:pt x="42886" y="8446"/>
                  </a:lnTo>
                  <a:lnTo>
                    <a:pt x="35689" y="13179"/>
                  </a:lnTo>
                  <a:lnTo>
                    <a:pt x="31235" y="15385"/>
                  </a:lnTo>
                  <a:lnTo>
                    <a:pt x="27682" y="14467"/>
                  </a:lnTo>
                  <a:lnTo>
                    <a:pt x="22251" y="17507"/>
                  </a:lnTo>
                  <a:lnTo>
                    <a:pt x="16564" y="21184"/>
                  </a:lnTo>
                  <a:lnTo>
                    <a:pt x="10024" y="25586"/>
                  </a:lnTo>
                  <a:lnTo>
                    <a:pt x="258" y="2879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6165525" y="5164140"/>
              <a:ext cx="11285" cy="9826"/>
            </a:xfrm>
            <a:custGeom>
              <a:avLst/>
              <a:pathLst>
                <a:path w="11285" h="9826">
                  <a:moveTo>
                    <a:pt x="420" y="5854"/>
                  </a:moveTo>
                  <a:lnTo>
                    <a:pt x="2326" y="2164"/>
                  </a:lnTo>
                  <a:lnTo>
                    <a:pt x="11285" y="0"/>
                  </a:lnTo>
                  <a:lnTo>
                    <a:pt x="8557" y="8103"/>
                  </a:lnTo>
                  <a:lnTo>
                    <a:pt x="0" y="982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6151964" y="5165348"/>
              <a:ext cx="7721" cy="8451"/>
            </a:xfrm>
            <a:custGeom>
              <a:avLst/>
              <a:pathLst>
                <a:path w="7721" h="8451">
                  <a:moveTo>
                    <a:pt x="0" y="4755"/>
                  </a:moveTo>
                  <a:lnTo>
                    <a:pt x="2782" y="0"/>
                  </a:lnTo>
                  <a:lnTo>
                    <a:pt x="7721" y="1822"/>
                  </a:lnTo>
                  <a:lnTo>
                    <a:pt x="7397" y="6862"/>
                  </a:lnTo>
                  <a:lnTo>
                    <a:pt x="1289" y="845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659327" y="4634724"/>
              <a:ext cx="637145" cy="509439"/>
            </a:xfrm>
            <a:custGeom>
              <a:avLst/>
              <a:pathLst>
                <a:path w="637145" h="509439">
                  <a:moveTo>
                    <a:pt x="2260" y="64154"/>
                  </a:moveTo>
                  <a:lnTo>
                    <a:pt x="1265" y="60288"/>
                  </a:lnTo>
                  <a:lnTo>
                    <a:pt x="7132" y="59421"/>
                  </a:lnTo>
                  <a:lnTo>
                    <a:pt x="14063" y="58359"/>
                  </a:lnTo>
                  <a:lnTo>
                    <a:pt x="22462" y="57084"/>
                  </a:lnTo>
                  <a:lnTo>
                    <a:pt x="33517" y="55375"/>
                  </a:lnTo>
                  <a:lnTo>
                    <a:pt x="50890" y="52852"/>
                  </a:lnTo>
                  <a:lnTo>
                    <a:pt x="57979" y="51788"/>
                  </a:lnTo>
                  <a:lnTo>
                    <a:pt x="61403" y="51290"/>
                  </a:lnTo>
                  <a:lnTo>
                    <a:pt x="68612" y="50236"/>
                  </a:lnTo>
                  <a:lnTo>
                    <a:pt x="77837" y="48874"/>
                  </a:lnTo>
                  <a:lnTo>
                    <a:pt x="90756" y="46881"/>
                  </a:lnTo>
                  <a:lnTo>
                    <a:pt x="92504" y="46609"/>
                  </a:lnTo>
                  <a:lnTo>
                    <a:pt x="105625" y="44525"/>
                  </a:lnTo>
                  <a:lnTo>
                    <a:pt x="109650" y="43880"/>
                  </a:lnTo>
                  <a:lnTo>
                    <a:pt x="116859" y="42718"/>
                  </a:lnTo>
                  <a:lnTo>
                    <a:pt x="127291" y="41022"/>
                  </a:lnTo>
                  <a:lnTo>
                    <a:pt x="137879" y="39096"/>
                  </a:lnTo>
                  <a:lnTo>
                    <a:pt x="156396" y="35736"/>
                  </a:lnTo>
                  <a:lnTo>
                    <a:pt x="157109" y="35605"/>
                  </a:lnTo>
                  <a:lnTo>
                    <a:pt x="168503" y="33508"/>
                  </a:lnTo>
                  <a:lnTo>
                    <a:pt x="182282" y="31013"/>
                  </a:lnTo>
                  <a:lnTo>
                    <a:pt x="190721" y="29534"/>
                  </a:lnTo>
                  <a:lnTo>
                    <a:pt x="192839" y="29157"/>
                  </a:lnTo>
                  <a:lnTo>
                    <a:pt x="192883" y="31224"/>
                  </a:lnTo>
                  <a:lnTo>
                    <a:pt x="195046" y="34358"/>
                  </a:lnTo>
                  <a:lnTo>
                    <a:pt x="199343" y="38712"/>
                  </a:lnTo>
                  <a:lnTo>
                    <a:pt x="200028" y="42511"/>
                  </a:lnTo>
                  <a:lnTo>
                    <a:pt x="202024" y="47595"/>
                  </a:lnTo>
                  <a:lnTo>
                    <a:pt x="206848" y="52055"/>
                  </a:lnTo>
                  <a:lnTo>
                    <a:pt x="210596" y="51548"/>
                  </a:lnTo>
                  <a:lnTo>
                    <a:pt x="235787" y="48472"/>
                  </a:lnTo>
                  <a:lnTo>
                    <a:pt x="242753" y="47541"/>
                  </a:lnTo>
                  <a:lnTo>
                    <a:pt x="249828" y="46587"/>
                  </a:lnTo>
                  <a:lnTo>
                    <a:pt x="261750" y="44962"/>
                  </a:lnTo>
                  <a:lnTo>
                    <a:pt x="264818" y="44571"/>
                  </a:lnTo>
                  <a:lnTo>
                    <a:pt x="270492" y="43844"/>
                  </a:lnTo>
                  <a:lnTo>
                    <a:pt x="284358" y="42045"/>
                  </a:lnTo>
                  <a:lnTo>
                    <a:pt x="290102" y="41305"/>
                  </a:lnTo>
                  <a:lnTo>
                    <a:pt x="299919" y="40026"/>
                  </a:lnTo>
                  <a:lnTo>
                    <a:pt x="308227" y="38932"/>
                  </a:lnTo>
                  <a:lnTo>
                    <a:pt x="318814" y="37611"/>
                  </a:lnTo>
                  <a:lnTo>
                    <a:pt x="322413" y="37158"/>
                  </a:lnTo>
                  <a:lnTo>
                    <a:pt x="335266" y="35522"/>
                  </a:lnTo>
                  <a:lnTo>
                    <a:pt x="335652" y="35472"/>
                  </a:lnTo>
                  <a:lnTo>
                    <a:pt x="354545" y="32960"/>
                  </a:lnTo>
                  <a:lnTo>
                    <a:pt x="368506" y="31098"/>
                  </a:lnTo>
                  <a:lnTo>
                    <a:pt x="376351" y="30038"/>
                  </a:lnTo>
                  <a:lnTo>
                    <a:pt x="385598" y="28776"/>
                  </a:lnTo>
                  <a:lnTo>
                    <a:pt x="388629" y="28441"/>
                  </a:lnTo>
                  <a:lnTo>
                    <a:pt x="403588" y="26769"/>
                  </a:lnTo>
                  <a:lnTo>
                    <a:pt x="403459" y="30649"/>
                  </a:lnTo>
                  <a:lnTo>
                    <a:pt x="406257" y="34160"/>
                  </a:lnTo>
                  <a:lnTo>
                    <a:pt x="406331" y="38551"/>
                  </a:lnTo>
                  <a:lnTo>
                    <a:pt x="409411" y="42849"/>
                  </a:lnTo>
                  <a:lnTo>
                    <a:pt x="412192" y="42724"/>
                  </a:lnTo>
                  <a:lnTo>
                    <a:pt x="415806" y="42190"/>
                  </a:lnTo>
                  <a:lnTo>
                    <a:pt x="418904" y="40860"/>
                  </a:lnTo>
                  <a:lnTo>
                    <a:pt x="419628" y="40549"/>
                  </a:lnTo>
                  <a:lnTo>
                    <a:pt x="419027" y="37749"/>
                  </a:lnTo>
                  <a:lnTo>
                    <a:pt x="419359" y="33775"/>
                  </a:lnTo>
                  <a:lnTo>
                    <a:pt x="418790" y="26485"/>
                  </a:lnTo>
                  <a:lnTo>
                    <a:pt x="417894" y="20438"/>
                  </a:lnTo>
                  <a:lnTo>
                    <a:pt x="414585" y="16379"/>
                  </a:lnTo>
                  <a:lnTo>
                    <a:pt x="414579" y="13122"/>
                  </a:lnTo>
                  <a:lnTo>
                    <a:pt x="414348" y="8014"/>
                  </a:lnTo>
                  <a:lnTo>
                    <a:pt x="416555" y="4410"/>
                  </a:lnTo>
                  <a:lnTo>
                    <a:pt x="419699" y="77"/>
                  </a:lnTo>
                  <a:lnTo>
                    <a:pt x="422513" y="6"/>
                  </a:lnTo>
                  <a:lnTo>
                    <a:pt x="422787" y="0"/>
                  </a:lnTo>
                  <a:lnTo>
                    <a:pt x="425692" y="1859"/>
                  </a:lnTo>
                  <a:lnTo>
                    <a:pt x="430127" y="1145"/>
                  </a:lnTo>
                  <a:lnTo>
                    <a:pt x="433683" y="1811"/>
                  </a:lnTo>
                  <a:lnTo>
                    <a:pt x="436340" y="3376"/>
                  </a:lnTo>
                  <a:lnTo>
                    <a:pt x="441095" y="2785"/>
                  </a:lnTo>
                  <a:lnTo>
                    <a:pt x="443892" y="3508"/>
                  </a:lnTo>
                  <a:lnTo>
                    <a:pt x="449346" y="3557"/>
                  </a:lnTo>
                  <a:lnTo>
                    <a:pt x="451667" y="2360"/>
                  </a:lnTo>
                  <a:lnTo>
                    <a:pt x="453213" y="2058"/>
                  </a:lnTo>
                  <a:lnTo>
                    <a:pt x="458035" y="2169"/>
                  </a:lnTo>
                  <a:lnTo>
                    <a:pt x="459443" y="2895"/>
                  </a:lnTo>
                  <a:lnTo>
                    <a:pt x="459848" y="11410"/>
                  </a:lnTo>
                  <a:lnTo>
                    <a:pt x="461759" y="17934"/>
                  </a:lnTo>
                  <a:lnTo>
                    <a:pt x="462395" y="19245"/>
                  </a:lnTo>
                  <a:lnTo>
                    <a:pt x="462761" y="20002"/>
                  </a:lnTo>
                  <a:lnTo>
                    <a:pt x="464109" y="21007"/>
                  </a:lnTo>
                  <a:lnTo>
                    <a:pt x="466024" y="27843"/>
                  </a:lnTo>
                  <a:lnTo>
                    <a:pt x="467428" y="32857"/>
                  </a:lnTo>
                  <a:lnTo>
                    <a:pt x="470433" y="39911"/>
                  </a:lnTo>
                  <a:lnTo>
                    <a:pt x="482092" y="67253"/>
                  </a:lnTo>
                  <a:lnTo>
                    <a:pt x="483967" y="69678"/>
                  </a:lnTo>
                  <a:lnTo>
                    <a:pt x="485565" y="74725"/>
                  </a:lnTo>
                  <a:lnTo>
                    <a:pt x="486545" y="77823"/>
                  </a:lnTo>
                  <a:lnTo>
                    <a:pt x="491778" y="86763"/>
                  </a:lnTo>
                  <a:lnTo>
                    <a:pt x="497075" y="95800"/>
                  </a:lnTo>
                  <a:lnTo>
                    <a:pt x="503604" y="105706"/>
                  </a:lnTo>
                  <a:lnTo>
                    <a:pt x="509675" y="114900"/>
                  </a:lnTo>
                  <a:lnTo>
                    <a:pt x="515101" y="122700"/>
                  </a:lnTo>
                  <a:lnTo>
                    <a:pt x="518200" y="127149"/>
                  </a:lnTo>
                  <a:lnTo>
                    <a:pt x="523914" y="133276"/>
                  </a:lnTo>
                  <a:lnTo>
                    <a:pt x="535886" y="147310"/>
                  </a:lnTo>
                  <a:lnTo>
                    <a:pt x="541669" y="153445"/>
                  </a:lnTo>
                  <a:lnTo>
                    <a:pt x="549472" y="161706"/>
                  </a:lnTo>
                  <a:lnTo>
                    <a:pt x="555494" y="167432"/>
                  </a:lnTo>
                  <a:lnTo>
                    <a:pt x="562114" y="178164"/>
                  </a:lnTo>
                  <a:lnTo>
                    <a:pt x="558205" y="183364"/>
                  </a:lnTo>
                  <a:lnTo>
                    <a:pt x="557970" y="190004"/>
                  </a:lnTo>
                  <a:lnTo>
                    <a:pt x="559429" y="196645"/>
                  </a:lnTo>
                  <a:lnTo>
                    <a:pt x="561772" y="203170"/>
                  </a:lnTo>
                  <a:lnTo>
                    <a:pt x="567011" y="213411"/>
                  </a:lnTo>
                  <a:lnTo>
                    <a:pt x="577538" y="227666"/>
                  </a:lnTo>
                  <a:lnTo>
                    <a:pt x="584284" y="236779"/>
                  </a:lnTo>
                  <a:lnTo>
                    <a:pt x="590541" y="247952"/>
                  </a:lnTo>
                  <a:lnTo>
                    <a:pt x="592262" y="251113"/>
                  </a:lnTo>
                  <a:lnTo>
                    <a:pt x="599865" y="265071"/>
                  </a:lnTo>
                  <a:lnTo>
                    <a:pt x="605944" y="273998"/>
                  </a:lnTo>
                  <a:lnTo>
                    <a:pt x="610825" y="281157"/>
                  </a:lnTo>
                  <a:lnTo>
                    <a:pt x="612870" y="285797"/>
                  </a:lnTo>
                  <a:lnTo>
                    <a:pt x="615152" y="288728"/>
                  </a:lnTo>
                  <a:lnTo>
                    <a:pt x="619340" y="296767"/>
                  </a:lnTo>
                  <a:lnTo>
                    <a:pt x="623918" y="305548"/>
                  </a:lnTo>
                  <a:lnTo>
                    <a:pt x="626397" y="312730"/>
                  </a:lnTo>
                  <a:lnTo>
                    <a:pt x="626436" y="312980"/>
                  </a:lnTo>
                  <a:lnTo>
                    <a:pt x="627647" y="320886"/>
                  </a:lnTo>
                  <a:lnTo>
                    <a:pt x="628695" y="326277"/>
                  </a:lnTo>
                  <a:lnTo>
                    <a:pt x="629114" y="329983"/>
                  </a:lnTo>
                  <a:lnTo>
                    <a:pt x="629189" y="335254"/>
                  </a:lnTo>
                  <a:lnTo>
                    <a:pt x="629653" y="342499"/>
                  </a:lnTo>
                  <a:lnTo>
                    <a:pt x="630237" y="351690"/>
                  </a:lnTo>
                  <a:lnTo>
                    <a:pt x="630629" y="357932"/>
                  </a:lnTo>
                  <a:lnTo>
                    <a:pt x="631322" y="371555"/>
                  </a:lnTo>
                  <a:lnTo>
                    <a:pt x="631349" y="372090"/>
                  </a:lnTo>
                  <a:lnTo>
                    <a:pt x="632689" y="381660"/>
                  </a:lnTo>
                  <a:lnTo>
                    <a:pt x="633401" y="386755"/>
                  </a:lnTo>
                  <a:lnTo>
                    <a:pt x="635539" y="394873"/>
                  </a:lnTo>
                  <a:lnTo>
                    <a:pt x="635342" y="399818"/>
                  </a:lnTo>
                  <a:lnTo>
                    <a:pt x="635193" y="401319"/>
                  </a:lnTo>
                  <a:lnTo>
                    <a:pt x="634463" y="408610"/>
                  </a:lnTo>
                  <a:lnTo>
                    <a:pt x="632470" y="407342"/>
                  </a:lnTo>
                  <a:lnTo>
                    <a:pt x="627719" y="404248"/>
                  </a:lnTo>
                  <a:lnTo>
                    <a:pt x="626039" y="411177"/>
                  </a:lnTo>
                  <a:lnTo>
                    <a:pt x="623997" y="415622"/>
                  </a:lnTo>
                  <a:lnTo>
                    <a:pt x="624180" y="422120"/>
                  </a:lnTo>
                  <a:lnTo>
                    <a:pt x="624123" y="422711"/>
                  </a:lnTo>
                  <a:lnTo>
                    <a:pt x="623528" y="428753"/>
                  </a:lnTo>
                  <a:lnTo>
                    <a:pt x="626753" y="434711"/>
                  </a:lnTo>
                  <a:lnTo>
                    <a:pt x="632084" y="430645"/>
                  </a:lnTo>
                  <a:lnTo>
                    <a:pt x="635085" y="421206"/>
                  </a:lnTo>
                  <a:lnTo>
                    <a:pt x="637145" y="426814"/>
                  </a:lnTo>
                  <a:lnTo>
                    <a:pt x="633739" y="437308"/>
                  </a:lnTo>
                  <a:lnTo>
                    <a:pt x="633264" y="438766"/>
                  </a:lnTo>
                  <a:lnTo>
                    <a:pt x="626677" y="455577"/>
                  </a:lnTo>
                  <a:lnTo>
                    <a:pt x="618279" y="471041"/>
                  </a:lnTo>
                  <a:lnTo>
                    <a:pt x="608294" y="485012"/>
                  </a:lnTo>
                  <a:lnTo>
                    <a:pt x="586132" y="503849"/>
                  </a:lnTo>
                  <a:lnTo>
                    <a:pt x="576009" y="509439"/>
                  </a:lnTo>
                  <a:lnTo>
                    <a:pt x="571880" y="506735"/>
                  </a:lnTo>
                  <a:lnTo>
                    <a:pt x="579528" y="499607"/>
                  </a:lnTo>
                  <a:lnTo>
                    <a:pt x="593256" y="489625"/>
                  </a:lnTo>
                  <a:lnTo>
                    <a:pt x="609314" y="472384"/>
                  </a:lnTo>
                  <a:lnTo>
                    <a:pt x="615291" y="463248"/>
                  </a:lnTo>
                  <a:lnTo>
                    <a:pt x="615609" y="457784"/>
                  </a:lnTo>
                  <a:lnTo>
                    <a:pt x="615351" y="454042"/>
                  </a:lnTo>
                  <a:lnTo>
                    <a:pt x="611615" y="454307"/>
                  </a:lnTo>
                  <a:lnTo>
                    <a:pt x="603505" y="457653"/>
                  </a:lnTo>
                  <a:lnTo>
                    <a:pt x="599401" y="461791"/>
                  </a:lnTo>
                  <a:lnTo>
                    <a:pt x="596600" y="462864"/>
                  </a:lnTo>
                  <a:lnTo>
                    <a:pt x="591036" y="460705"/>
                  </a:lnTo>
                  <a:lnTo>
                    <a:pt x="587596" y="462218"/>
                  </a:lnTo>
                  <a:lnTo>
                    <a:pt x="586303" y="462786"/>
                  </a:lnTo>
                  <a:lnTo>
                    <a:pt x="583657" y="466277"/>
                  </a:lnTo>
                  <a:lnTo>
                    <a:pt x="576628" y="469224"/>
                  </a:lnTo>
                  <a:lnTo>
                    <a:pt x="571275" y="470979"/>
                  </a:lnTo>
                  <a:lnTo>
                    <a:pt x="565492" y="466597"/>
                  </a:lnTo>
                  <a:lnTo>
                    <a:pt x="562352" y="461755"/>
                  </a:lnTo>
                  <a:lnTo>
                    <a:pt x="562843" y="454002"/>
                  </a:lnTo>
                  <a:lnTo>
                    <a:pt x="561847" y="447642"/>
                  </a:lnTo>
                  <a:lnTo>
                    <a:pt x="555664" y="440426"/>
                  </a:lnTo>
                  <a:lnTo>
                    <a:pt x="551785" y="432995"/>
                  </a:lnTo>
                  <a:lnTo>
                    <a:pt x="546877" y="427506"/>
                  </a:lnTo>
                  <a:lnTo>
                    <a:pt x="541336" y="426070"/>
                  </a:lnTo>
                  <a:lnTo>
                    <a:pt x="538118" y="420324"/>
                  </a:lnTo>
                  <a:lnTo>
                    <a:pt x="533217" y="419043"/>
                  </a:lnTo>
                  <a:lnTo>
                    <a:pt x="530710" y="418386"/>
                  </a:lnTo>
                  <a:lnTo>
                    <a:pt x="518603" y="414202"/>
                  </a:lnTo>
                  <a:lnTo>
                    <a:pt x="516874" y="416016"/>
                  </a:lnTo>
                  <a:lnTo>
                    <a:pt x="514677" y="418319"/>
                  </a:lnTo>
                  <a:lnTo>
                    <a:pt x="509749" y="414921"/>
                  </a:lnTo>
                  <a:lnTo>
                    <a:pt x="507949" y="411301"/>
                  </a:lnTo>
                  <a:lnTo>
                    <a:pt x="506065" y="407512"/>
                  </a:lnTo>
                  <a:lnTo>
                    <a:pt x="499922" y="395461"/>
                  </a:lnTo>
                  <a:lnTo>
                    <a:pt x="494647" y="381148"/>
                  </a:lnTo>
                  <a:lnTo>
                    <a:pt x="494460" y="380953"/>
                  </a:lnTo>
                  <a:lnTo>
                    <a:pt x="487008" y="373176"/>
                  </a:lnTo>
                  <a:lnTo>
                    <a:pt x="484250" y="372375"/>
                  </a:lnTo>
                  <a:lnTo>
                    <a:pt x="479857" y="373320"/>
                  </a:lnTo>
                  <a:lnTo>
                    <a:pt x="475595" y="376846"/>
                  </a:lnTo>
                  <a:lnTo>
                    <a:pt x="471426" y="376462"/>
                  </a:lnTo>
                  <a:lnTo>
                    <a:pt x="466709" y="373927"/>
                  </a:lnTo>
                  <a:lnTo>
                    <a:pt x="459975" y="364350"/>
                  </a:lnTo>
                  <a:lnTo>
                    <a:pt x="457140" y="356376"/>
                  </a:lnTo>
                  <a:lnTo>
                    <a:pt x="456286" y="351425"/>
                  </a:lnTo>
                  <a:lnTo>
                    <a:pt x="454611" y="348917"/>
                  </a:lnTo>
                  <a:lnTo>
                    <a:pt x="451048" y="343580"/>
                  </a:lnTo>
                  <a:lnTo>
                    <a:pt x="445605" y="336991"/>
                  </a:lnTo>
                  <a:lnTo>
                    <a:pt x="437341" y="326969"/>
                  </a:lnTo>
                  <a:lnTo>
                    <a:pt x="428228" y="313450"/>
                  </a:lnTo>
                  <a:lnTo>
                    <a:pt x="421497" y="306512"/>
                  </a:lnTo>
                  <a:lnTo>
                    <a:pt x="418058" y="303613"/>
                  </a:lnTo>
                  <a:lnTo>
                    <a:pt x="414068" y="300245"/>
                  </a:lnTo>
                  <a:lnTo>
                    <a:pt x="408856" y="293046"/>
                  </a:lnTo>
                  <a:lnTo>
                    <a:pt x="410647" y="292875"/>
                  </a:lnTo>
                  <a:lnTo>
                    <a:pt x="415985" y="292309"/>
                  </a:lnTo>
                  <a:lnTo>
                    <a:pt x="419976" y="285091"/>
                  </a:lnTo>
                  <a:lnTo>
                    <a:pt x="421684" y="280398"/>
                  </a:lnTo>
                  <a:lnTo>
                    <a:pt x="422122" y="279193"/>
                  </a:lnTo>
                  <a:lnTo>
                    <a:pt x="423758" y="274686"/>
                  </a:lnTo>
                  <a:lnTo>
                    <a:pt x="426287" y="272637"/>
                  </a:lnTo>
                  <a:lnTo>
                    <a:pt x="429101" y="268094"/>
                  </a:lnTo>
                  <a:lnTo>
                    <a:pt x="427226" y="264788"/>
                  </a:lnTo>
                  <a:lnTo>
                    <a:pt x="423936" y="264356"/>
                  </a:lnTo>
                  <a:lnTo>
                    <a:pt x="418712" y="263148"/>
                  </a:lnTo>
                  <a:lnTo>
                    <a:pt x="417943" y="264371"/>
                  </a:lnTo>
                  <a:lnTo>
                    <a:pt x="416697" y="266351"/>
                  </a:lnTo>
                  <a:lnTo>
                    <a:pt x="414477" y="270042"/>
                  </a:lnTo>
                  <a:lnTo>
                    <a:pt x="414972" y="274089"/>
                  </a:lnTo>
                  <a:lnTo>
                    <a:pt x="413345" y="277267"/>
                  </a:lnTo>
                  <a:lnTo>
                    <a:pt x="411951" y="280690"/>
                  </a:lnTo>
                  <a:lnTo>
                    <a:pt x="410419" y="284451"/>
                  </a:lnTo>
                  <a:lnTo>
                    <a:pt x="408461" y="285930"/>
                  </a:lnTo>
                  <a:lnTo>
                    <a:pt x="407129" y="280438"/>
                  </a:lnTo>
                  <a:lnTo>
                    <a:pt x="405797" y="276065"/>
                  </a:lnTo>
                  <a:lnTo>
                    <a:pt x="401611" y="271607"/>
                  </a:lnTo>
                  <a:lnTo>
                    <a:pt x="396462" y="267128"/>
                  </a:lnTo>
                  <a:lnTo>
                    <a:pt x="395725" y="259992"/>
                  </a:lnTo>
                  <a:lnTo>
                    <a:pt x="395520" y="252740"/>
                  </a:lnTo>
                  <a:lnTo>
                    <a:pt x="392642" y="246079"/>
                  </a:lnTo>
                  <a:lnTo>
                    <a:pt x="391016" y="240274"/>
                  </a:lnTo>
                  <a:lnTo>
                    <a:pt x="390970" y="240111"/>
                  </a:lnTo>
                  <a:lnTo>
                    <a:pt x="397188" y="232686"/>
                  </a:lnTo>
                  <a:lnTo>
                    <a:pt x="398501" y="225319"/>
                  </a:lnTo>
                  <a:lnTo>
                    <a:pt x="399707" y="216707"/>
                  </a:lnTo>
                  <a:lnTo>
                    <a:pt x="400017" y="215488"/>
                  </a:lnTo>
                  <a:lnTo>
                    <a:pt x="401223" y="210743"/>
                  </a:lnTo>
                  <a:lnTo>
                    <a:pt x="400984" y="205477"/>
                  </a:lnTo>
                  <a:lnTo>
                    <a:pt x="399008" y="199047"/>
                  </a:lnTo>
                  <a:lnTo>
                    <a:pt x="397934" y="192955"/>
                  </a:lnTo>
                  <a:lnTo>
                    <a:pt x="397910" y="192821"/>
                  </a:lnTo>
                  <a:lnTo>
                    <a:pt x="394271" y="191335"/>
                  </a:lnTo>
                  <a:lnTo>
                    <a:pt x="393073" y="184590"/>
                  </a:lnTo>
                  <a:lnTo>
                    <a:pt x="391071" y="180604"/>
                  </a:lnTo>
                  <a:lnTo>
                    <a:pt x="393372" y="175254"/>
                  </a:lnTo>
                  <a:lnTo>
                    <a:pt x="390060" y="171708"/>
                  </a:lnTo>
                  <a:lnTo>
                    <a:pt x="387003" y="168151"/>
                  </a:lnTo>
                  <a:lnTo>
                    <a:pt x="386637" y="167724"/>
                  </a:lnTo>
                  <a:lnTo>
                    <a:pt x="385926" y="163678"/>
                  </a:lnTo>
                  <a:lnTo>
                    <a:pt x="380501" y="160837"/>
                  </a:lnTo>
                  <a:lnTo>
                    <a:pt x="382129" y="159134"/>
                  </a:lnTo>
                  <a:lnTo>
                    <a:pt x="379389" y="155819"/>
                  </a:lnTo>
                  <a:lnTo>
                    <a:pt x="371765" y="156429"/>
                  </a:lnTo>
                  <a:lnTo>
                    <a:pt x="366475" y="156680"/>
                  </a:lnTo>
                  <a:lnTo>
                    <a:pt x="365723" y="161470"/>
                  </a:lnTo>
                  <a:lnTo>
                    <a:pt x="362881" y="161554"/>
                  </a:lnTo>
                  <a:lnTo>
                    <a:pt x="360016" y="156306"/>
                  </a:lnTo>
                  <a:lnTo>
                    <a:pt x="359609" y="151895"/>
                  </a:lnTo>
                  <a:lnTo>
                    <a:pt x="356867" y="150599"/>
                  </a:lnTo>
                  <a:lnTo>
                    <a:pt x="352245" y="149747"/>
                  </a:lnTo>
                  <a:lnTo>
                    <a:pt x="351925" y="149688"/>
                  </a:lnTo>
                  <a:lnTo>
                    <a:pt x="350713" y="145146"/>
                  </a:lnTo>
                  <a:lnTo>
                    <a:pt x="348001" y="141304"/>
                  </a:lnTo>
                  <a:lnTo>
                    <a:pt x="344615" y="138561"/>
                  </a:lnTo>
                  <a:lnTo>
                    <a:pt x="340503" y="138952"/>
                  </a:lnTo>
                  <a:lnTo>
                    <a:pt x="339093" y="136506"/>
                  </a:lnTo>
                  <a:lnTo>
                    <a:pt x="331343" y="133233"/>
                  </a:lnTo>
                  <a:lnTo>
                    <a:pt x="330068" y="127122"/>
                  </a:lnTo>
                  <a:lnTo>
                    <a:pt x="328403" y="121234"/>
                  </a:lnTo>
                  <a:lnTo>
                    <a:pt x="328300" y="120871"/>
                  </a:lnTo>
                  <a:lnTo>
                    <a:pt x="322784" y="119480"/>
                  </a:lnTo>
                  <a:lnTo>
                    <a:pt x="318420" y="118169"/>
                  </a:lnTo>
                  <a:lnTo>
                    <a:pt x="314149" y="113343"/>
                  </a:lnTo>
                  <a:lnTo>
                    <a:pt x="310061" y="108010"/>
                  </a:lnTo>
                  <a:lnTo>
                    <a:pt x="305181" y="103528"/>
                  </a:lnTo>
                  <a:lnTo>
                    <a:pt x="296244" y="100096"/>
                  </a:lnTo>
                  <a:lnTo>
                    <a:pt x="284796" y="96811"/>
                  </a:lnTo>
                  <a:lnTo>
                    <a:pt x="279600" y="93378"/>
                  </a:lnTo>
                  <a:lnTo>
                    <a:pt x="278882" y="92903"/>
                  </a:lnTo>
                  <a:lnTo>
                    <a:pt x="274193" y="93330"/>
                  </a:lnTo>
                  <a:lnTo>
                    <a:pt x="273250" y="93707"/>
                  </a:lnTo>
                  <a:lnTo>
                    <a:pt x="269748" y="95108"/>
                  </a:lnTo>
                  <a:lnTo>
                    <a:pt x="265957" y="97345"/>
                  </a:lnTo>
                  <a:lnTo>
                    <a:pt x="263659" y="96754"/>
                  </a:lnTo>
                  <a:lnTo>
                    <a:pt x="257964" y="100231"/>
                  </a:lnTo>
                  <a:lnTo>
                    <a:pt x="252937" y="105419"/>
                  </a:lnTo>
                  <a:lnTo>
                    <a:pt x="254991" y="108458"/>
                  </a:lnTo>
                  <a:lnTo>
                    <a:pt x="255390" y="109047"/>
                  </a:lnTo>
                  <a:lnTo>
                    <a:pt x="256474" y="112227"/>
                  </a:lnTo>
                  <a:lnTo>
                    <a:pt x="255693" y="114734"/>
                  </a:lnTo>
                  <a:lnTo>
                    <a:pt x="250048" y="115226"/>
                  </a:lnTo>
                  <a:lnTo>
                    <a:pt x="246305" y="114020"/>
                  </a:lnTo>
                  <a:lnTo>
                    <a:pt x="241617" y="116139"/>
                  </a:lnTo>
                  <a:lnTo>
                    <a:pt x="238815" y="118601"/>
                  </a:lnTo>
                  <a:lnTo>
                    <a:pt x="240760" y="125062"/>
                  </a:lnTo>
                  <a:lnTo>
                    <a:pt x="238168" y="127650"/>
                  </a:lnTo>
                  <a:lnTo>
                    <a:pt x="231860" y="130802"/>
                  </a:lnTo>
                  <a:lnTo>
                    <a:pt x="226483" y="137976"/>
                  </a:lnTo>
                  <a:lnTo>
                    <a:pt x="219500" y="142412"/>
                  </a:lnTo>
                  <a:lnTo>
                    <a:pt x="207791" y="150500"/>
                  </a:lnTo>
                  <a:lnTo>
                    <a:pt x="198695" y="147190"/>
                  </a:lnTo>
                  <a:lnTo>
                    <a:pt x="193702" y="145991"/>
                  </a:lnTo>
                  <a:lnTo>
                    <a:pt x="190559" y="145235"/>
                  </a:lnTo>
                  <a:lnTo>
                    <a:pt x="183880" y="148267"/>
                  </a:lnTo>
                  <a:lnTo>
                    <a:pt x="178902" y="140452"/>
                  </a:lnTo>
                  <a:lnTo>
                    <a:pt x="176840" y="133463"/>
                  </a:lnTo>
                  <a:lnTo>
                    <a:pt x="178243" y="126364"/>
                  </a:lnTo>
                  <a:lnTo>
                    <a:pt x="177874" y="126155"/>
                  </a:lnTo>
                  <a:lnTo>
                    <a:pt x="174810" y="124417"/>
                  </a:lnTo>
                  <a:lnTo>
                    <a:pt x="170062" y="124233"/>
                  </a:lnTo>
                  <a:lnTo>
                    <a:pt x="162987" y="119723"/>
                  </a:lnTo>
                  <a:lnTo>
                    <a:pt x="160439" y="117536"/>
                  </a:lnTo>
                  <a:lnTo>
                    <a:pt x="152821" y="115267"/>
                  </a:lnTo>
                  <a:lnTo>
                    <a:pt x="143313" y="109728"/>
                  </a:lnTo>
                  <a:lnTo>
                    <a:pt x="128479" y="104259"/>
                  </a:lnTo>
                  <a:lnTo>
                    <a:pt x="128159" y="104140"/>
                  </a:lnTo>
                  <a:lnTo>
                    <a:pt x="121072" y="102431"/>
                  </a:lnTo>
                  <a:lnTo>
                    <a:pt x="114075" y="101198"/>
                  </a:lnTo>
                  <a:lnTo>
                    <a:pt x="110737" y="100608"/>
                  </a:lnTo>
                  <a:lnTo>
                    <a:pt x="97341" y="99792"/>
                  </a:lnTo>
                  <a:lnTo>
                    <a:pt x="96215" y="99722"/>
                  </a:lnTo>
                  <a:lnTo>
                    <a:pt x="79605" y="100950"/>
                  </a:lnTo>
                  <a:lnTo>
                    <a:pt x="67343" y="103882"/>
                  </a:lnTo>
                  <a:lnTo>
                    <a:pt x="63583" y="104776"/>
                  </a:lnTo>
                  <a:lnTo>
                    <a:pt x="58637" y="106576"/>
                  </a:lnTo>
                  <a:lnTo>
                    <a:pt x="41478" y="112783"/>
                  </a:lnTo>
                  <a:lnTo>
                    <a:pt x="36090" y="114289"/>
                  </a:lnTo>
                  <a:lnTo>
                    <a:pt x="33232" y="115087"/>
                  </a:lnTo>
                  <a:lnTo>
                    <a:pt x="29352" y="115459"/>
                  </a:lnTo>
                  <a:lnTo>
                    <a:pt x="22093" y="118335"/>
                  </a:lnTo>
                  <a:lnTo>
                    <a:pt x="14926" y="120840"/>
                  </a:lnTo>
                  <a:lnTo>
                    <a:pt x="19170" y="114668"/>
                  </a:lnTo>
                  <a:lnTo>
                    <a:pt x="20062" y="109383"/>
                  </a:lnTo>
                  <a:lnTo>
                    <a:pt x="24556" y="105803"/>
                  </a:lnTo>
                  <a:lnTo>
                    <a:pt x="20752" y="104562"/>
                  </a:lnTo>
                  <a:lnTo>
                    <a:pt x="17975" y="100592"/>
                  </a:lnTo>
                  <a:lnTo>
                    <a:pt x="18501" y="96784"/>
                  </a:lnTo>
                  <a:lnTo>
                    <a:pt x="20165" y="91816"/>
                  </a:lnTo>
                  <a:lnTo>
                    <a:pt x="19666" y="87281"/>
                  </a:lnTo>
                  <a:lnTo>
                    <a:pt x="16156" y="84704"/>
                  </a:lnTo>
                  <a:lnTo>
                    <a:pt x="9625" y="81680"/>
                  </a:lnTo>
                  <a:lnTo>
                    <a:pt x="7927" y="79381"/>
                  </a:lnTo>
                  <a:lnTo>
                    <a:pt x="0" y="719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677948" y="4095478"/>
              <a:ext cx="457000" cy="465982"/>
            </a:xfrm>
            <a:custGeom>
              <a:avLst/>
              <a:pathLst>
                <a:path w="457000" h="465982">
                  <a:moveTo>
                    <a:pt x="0" y="40801"/>
                  </a:moveTo>
                  <a:lnTo>
                    <a:pt x="10956" y="39006"/>
                  </a:lnTo>
                  <a:lnTo>
                    <a:pt x="18439" y="37769"/>
                  </a:lnTo>
                  <a:lnTo>
                    <a:pt x="20192" y="37421"/>
                  </a:lnTo>
                  <a:lnTo>
                    <a:pt x="27385" y="35985"/>
                  </a:lnTo>
                  <a:lnTo>
                    <a:pt x="28428" y="35790"/>
                  </a:lnTo>
                  <a:lnTo>
                    <a:pt x="46767" y="32331"/>
                  </a:lnTo>
                  <a:lnTo>
                    <a:pt x="52217" y="31316"/>
                  </a:lnTo>
                  <a:lnTo>
                    <a:pt x="52457" y="31271"/>
                  </a:lnTo>
                  <a:lnTo>
                    <a:pt x="62104" y="29463"/>
                  </a:lnTo>
                  <a:lnTo>
                    <a:pt x="66346" y="28681"/>
                  </a:lnTo>
                  <a:lnTo>
                    <a:pt x="69236" y="28146"/>
                  </a:lnTo>
                  <a:lnTo>
                    <a:pt x="73274" y="27398"/>
                  </a:lnTo>
                  <a:lnTo>
                    <a:pt x="82108" y="25737"/>
                  </a:lnTo>
                  <a:lnTo>
                    <a:pt x="91491" y="24027"/>
                  </a:lnTo>
                  <a:lnTo>
                    <a:pt x="107091" y="21063"/>
                  </a:lnTo>
                  <a:lnTo>
                    <a:pt x="123134" y="18065"/>
                  </a:lnTo>
                  <a:lnTo>
                    <a:pt x="133477" y="16112"/>
                  </a:lnTo>
                  <a:lnTo>
                    <a:pt x="139218" y="15021"/>
                  </a:lnTo>
                  <a:lnTo>
                    <a:pt x="165571" y="9964"/>
                  </a:lnTo>
                  <a:lnTo>
                    <a:pt x="171420" y="8573"/>
                  </a:lnTo>
                  <a:lnTo>
                    <a:pt x="176897" y="7266"/>
                  </a:lnTo>
                  <a:lnTo>
                    <a:pt x="190115" y="4091"/>
                  </a:lnTo>
                  <a:lnTo>
                    <a:pt x="207819" y="0"/>
                  </a:lnTo>
                  <a:lnTo>
                    <a:pt x="207355" y="4896"/>
                  </a:lnTo>
                  <a:lnTo>
                    <a:pt x="206569" y="8263"/>
                  </a:lnTo>
                  <a:lnTo>
                    <a:pt x="202278" y="13390"/>
                  </a:lnTo>
                  <a:lnTo>
                    <a:pt x="198577" y="17433"/>
                  </a:lnTo>
                  <a:lnTo>
                    <a:pt x="196454" y="21078"/>
                  </a:lnTo>
                  <a:lnTo>
                    <a:pt x="193813" y="25131"/>
                  </a:lnTo>
                  <a:lnTo>
                    <a:pt x="194682" y="28136"/>
                  </a:lnTo>
                  <a:lnTo>
                    <a:pt x="192483" y="31849"/>
                  </a:lnTo>
                  <a:lnTo>
                    <a:pt x="192998" y="32975"/>
                  </a:lnTo>
                  <a:lnTo>
                    <a:pt x="194358" y="35943"/>
                  </a:lnTo>
                  <a:lnTo>
                    <a:pt x="194550" y="36362"/>
                  </a:lnTo>
                  <a:lnTo>
                    <a:pt x="200300" y="39130"/>
                  </a:lnTo>
                  <a:lnTo>
                    <a:pt x="205664" y="41736"/>
                  </a:lnTo>
                  <a:lnTo>
                    <a:pt x="211646" y="42822"/>
                  </a:lnTo>
                  <a:lnTo>
                    <a:pt x="216904" y="47119"/>
                  </a:lnTo>
                  <a:lnTo>
                    <a:pt x="217516" y="47619"/>
                  </a:lnTo>
                  <a:lnTo>
                    <a:pt x="222060" y="50547"/>
                  </a:lnTo>
                  <a:lnTo>
                    <a:pt x="222284" y="50692"/>
                  </a:lnTo>
                  <a:lnTo>
                    <a:pt x="227118" y="51899"/>
                  </a:lnTo>
                  <a:lnTo>
                    <a:pt x="227418" y="51785"/>
                  </a:lnTo>
                  <a:lnTo>
                    <a:pt x="232738" y="49760"/>
                  </a:lnTo>
                  <a:lnTo>
                    <a:pt x="237272" y="49914"/>
                  </a:lnTo>
                  <a:lnTo>
                    <a:pt x="241278" y="56674"/>
                  </a:lnTo>
                  <a:lnTo>
                    <a:pt x="243600" y="60519"/>
                  </a:lnTo>
                  <a:lnTo>
                    <a:pt x="248376" y="66105"/>
                  </a:lnTo>
                  <a:lnTo>
                    <a:pt x="249009" y="66855"/>
                  </a:lnTo>
                  <a:lnTo>
                    <a:pt x="252310" y="70771"/>
                  </a:lnTo>
                  <a:lnTo>
                    <a:pt x="253618" y="73609"/>
                  </a:lnTo>
                  <a:lnTo>
                    <a:pt x="256612" y="80104"/>
                  </a:lnTo>
                  <a:lnTo>
                    <a:pt x="263963" y="85644"/>
                  </a:lnTo>
                  <a:lnTo>
                    <a:pt x="269255" y="91708"/>
                  </a:lnTo>
                  <a:lnTo>
                    <a:pt x="269606" y="92111"/>
                  </a:lnTo>
                  <a:lnTo>
                    <a:pt x="273024" y="96945"/>
                  </a:lnTo>
                  <a:lnTo>
                    <a:pt x="273754" y="97977"/>
                  </a:lnTo>
                  <a:lnTo>
                    <a:pt x="277602" y="98055"/>
                  </a:lnTo>
                  <a:lnTo>
                    <a:pt x="285809" y="103723"/>
                  </a:lnTo>
                  <a:lnTo>
                    <a:pt x="295681" y="106607"/>
                  </a:lnTo>
                  <a:lnTo>
                    <a:pt x="304577" y="114150"/>
                  </a:lnTo>
                  <a:lnTo>
                    <a:pt x="307357" y="118120"/>
                  </a:lnTo>
                  <a:lnTo>
                    <a:pt x="309301" y="120896"/>
                  </a:lnTo>
                  <a:lnTo>
                    <a:pt x="313394" y="124992"/>
                  </a:lnTo>
                  <a:lnTo>
                    <a:pt x="317625" y="125432"/>
                  </a:lnTo>
                  <a:lnTo>
                    <a:pt x="318377" y="125510"/>
                  </a:lnTo>
                  <a:lnTo>
                    <a:pt x="325937" y="129250"/>
                  </a:lnTo>
                  <a:lnTo>
                    <a:pt x="327227" y="130649"/>
                  </a:lnTo>
                  <a:lnTo>
                    <a:pt x="330067" y="133727"/>
                  </a:lnTo>
                  <a:lnTo>
                    <a:pt x="336128" y="135728"/>
                  </a:lnTo>
                  <a:lnTo>
                    <a:pt x="337668" y="140921"/>
                  </a:lnTo>
                  <a:lnTo>
                    <a:pt x="337908" y="147989"/>
                  </a:lnTo>
                  <a:lnTo>
                    <a:pt x="346004" y="150433"/>
                  </a:lnTo>
                  <a:lnTo>
                    <a:pt x="347075" y="156195"/>
                  </a:lnTo>
                  <a:lnTo>
                    <a:pt x="347180" y="156755"/>
                  </a:lnTo>
                  <a:lnTo>
                    <a:pt x="354949" y="159094"/>
                  </a:lnTo>
                  <a:lnTo>
                    <a:pt x="355160" y="159724"/>
                  </a:lnTo>
                  <a:lnTo>
                    <a:pt x="356678" y="164235"/>
                  </a:lnTo>
                  <a:lnTo>
                    <a:pt x="365819" y="167356"/>
                  </a:lnTo>
                  <a:lnTo>
                    <a:pt x="369689" y="167966"/>
                  </a:lnTo>
                  <a:lnTo>
                    <a:pt x="370993" y="168171"/>
                  </a:lnTo>
                  <a:lnTo>
                    <a:pt x="376676" y="171184"/>
                  </a:lnTo>
                  <a:lnTo>
                    <a:pt x="380809" y="173371"/>
                  </a:lnTo>
                  <a:lnTo>
                    <a:pt x="382429" y="180581"/>
                  </a:lnTo>
                  <a:lnTo>
                    <a:pt x="386349" y="184577"/>
                  </a:lnTo>
                  <a:lnTo>
                    <a:pt x="391356" y="190522"/>
                  </a:lnTo>
                  <a:lnTo>
                    <a:pt x="393715" y="199216"/>
                  </a:lnTo>
                  <a:lnTo>
                    <a:pt x="393855" y="199734"/>
                  </a:lnTo>
                  <a:lnTo>
                    <a:pt x="397152" y="208073"/>
                  </a:lnTo>
                  <a:lnTo>
                    <a:pt x="397818" y="213003"/>
                  </a:lnTo>
                  <a:lnTo>
                    <a:pt x="398818" y="213482"/>
                  </a:lnTo>
                  <a:lnTo>
                    <a:pt x="404519" y="216208"/>
                  </a:lnTo>
                  <a:lnTo>
                    <a:pt x="408592" y="216792"/>
                  </a:lnTo>
                  <a:lnTo>
                    <a:pt x="409445" y="216913"/>
                  </a:lnTo>
                  <a:lnTo>
                    <a:pt x="417845" y="223409"/>
                  </a:lnTo>
                  <a:lnTo>
                    <a:pt x="418904" y="228854"/>
                  </a:lnTo>
                  <a:lnTo>
                    <a:pt x="421264" y="231142"/>
                  </a:lnTo>
                  <a:lnTo>
                    <a:pt x="425715" y="235451"/>
                  </a:lnTo>
                  <a:lnTo>
                    <a:pt x="427308" y="241295"/>
                  </a:lnTo>
                  <a:lnTo>
                    <a:pt x="425897" y="245708"/>
                  </a:lnTo>
                  <a:lnTo>
                    <a:pt x="426614" y="246662"/>
                  </a:lnTo>
                  <a:lnTo>
                    <a:pt x="430024" y="251196"/>
                  </a:lnTo>
                  <a:lnTo>
                    <a:pt x="431812" y="257572"/>
                  </a:lnTo>
                  <a:lnTo>
                    <a:pt x="438812" y="259033"/>
                  </a:lnTo>
                  <a:lnTo>
                    <a:pt x="441178" y="256726"/>
                  </a:lnTo>
                  <a:lnTo>
                    <a:pt x="447484" y="259885"/>
                  </a:lnTo>
                  <a:lnTo>
                    <a:pt x="452893" y="261113"/>
                  </a:lnTo>
                  <a:lnTo>
                    <a:pt x="456732" y="261334"/>
                  </a:lnTo>
                  <a:lnTo>
                    <a:pt x="457000" y="265087"/>
                  </a:lnTo>
                  <a:lnTo>
                    <a:pt x="452514" y="270837"/>
                  </a:lnTo>
                  <a:lnTo>
                    <a:pt x="450544" y="274552"/>
                  </a:lnTo>
                  <a:lnTo>
                    <a:pt x="446606" y="281414"/>
                  </a:lnTo>
                  <a:lnTo>
                    <a:pt x="444341" y="286596"/>
                  </a:lnTo>
                  <a:lnTo>
                    <a:pt x="441908" y="292603"/>
                  </a:lnTo>
                  <a:lnTo>
                    <a:pt x="438062" y="297560"/>
                  </a:lnTo>
                  <a:lnTo>
                    <a:pt x="437900" y="298882"/>
                  </a:lnTo>
                  <a:lnTo>
                    <a:pt x="437757" y="300042"/>
                  </a:lnTo>
                  <a:lnTo>
                    <a:pt x="439774" y="307702"/>
                  </a:lnTo>
                  <a:lnTo>
                    <a:pt x="437688" y="315317"/>
                  </a:lnTo>
                  <a:lnTo>
                    <a:pt x="437857" y="317007"/>
                  </a:lnTo>
                  <a:lnTo>
                    <a:pt x="438090" y="319340"/>
                  </a:lnTo>
                  <a:lnTo>
                    <a:pt x="436026" y="325551"/>
                  </a:lnTo>
                  <a:lnTo>
                    <a:pt x="433268" y="332352"/>
                  </a:lnTo>
                  <a:lnTo>
                    <a:pt x="432515" y="338164"/>
                  </a:lnTo>
                  <a:lnTo>
                    <a:pt x="435023" y="342603"/>
                  </a:lnTo>
                  <a:lnTo>
                    <a:pt x="434909" y="343614"/>
                  </a:lnTo>
                  <a:lnTo>
                    <a:pt x="434287" y="349075"/>
                  </a:lnTo>
                  <a:lnTo>
                    <a:pt x="433112" y="353376"/>
                  </a:lnTo>
                  <a:lnTo>
                    <a:pt x="428974" y="361666"/>
                  </a:lnTo>
                  <a:lnTo>
                    <a:pt x="426252" y="363449"/>
                  </a:lnTo>
                  <a:lnTo>
                    <a:pt x="427336" y="368775"/>
                  </a:lnTo>
                  <a:lnTo>
                    <a:pt x="426746" y="374838"/>
                  </a:lnTo>
                  <a:lnTo>
                    <a:pt x="427934" y="377311"/>
                  </a:lnTo>
                  <a:lnTo>
                    <a:pt x="428536" y="378566"/>
                  </a:lnTo>
                  <a:lnTo>
                    <a:pt x="430160" y="385560"/>
                  </a:lnTo>
                  <a:lnTo>
                    <a:pt x="428778" y="395048"/>
                  </a:lnTo>
                  <a:lnTo>
                    <a:pt x="428025" y="400655"/>
                  </a:lnTo>
                  <a:lnTo>
                    <a:pt x="430562" y="406461"/>
                  </a:lnTo>
                  <a:lnTo>
                    <a:pt x="424810" y="406329"/>
                  </a:lnTo>
                  <a:lnTo>
                    <a:pt x="422965" y="406689"/>
                  </a:lnTo>
                  <a:lnTo>
                    <a:pt x="420197" y="408116"/>
                  </a:lnTo>
                  <a:lnTo>
                    <a:pt x="413692" y="408058"/>
                  </a:lnTo>
                  <a:lnTo>
                    <a:pt x="410355" y="407196"/>
                  </a:lnTo>
                  <a:lnTo>
                    <a:pt x="404683" y="407901"/>
                  </a:lnTo>
                  <a:lnTo>
                    <a:pt x="401513" y="406034"/>
                  </a:lnTo>
                  <a:lnTo>
                    <a:pt x="397272" y="405240"/>
                  </a:lnTo>
                  <a:lnTo>
                    <a:pt x="391981" y="406092"/>
                  </a:lnTo>
                  <a:lnTo>
                    <a:pt x="388517" y="403873"/>
                  </a:lnTo>
                  <a:lnTo>
                    <a:pt x="388190" y="403882"/>
                  </a:lnTo>
                  <a:lnTo>
                    <a:pt x="384833" y="403965"/>
                  </a:lnTo>
                  <a:lnTo>
                    <a:pt x="381083" y="409135"/>
                  </a:lnTo>
                  <a:lnTo>
                    <a:pt x="378450" y="413433"/>
                  </a:lnTo>
                  <a:lnTo>
                    <a:pt x="378726" y="419527"/>
                  </a:lnTo>
                  <a:lnTo>
                    <a:pt x="378732" y="423412"/>
                  </a:lnTo>
                  <a:lnTo>
                    <a:pt x="382680" y="428253"/>
                  </a:lnTo>
                  <a:lnTo>
                    <a:pt x="383748" y="435467"/>
                  </a:lnTo>
                  <a:lnTo>
                    <a:pt x="384428" y="444163"/>
                  </a:lnTo>
                  <a:lnTo>
                    <a:pt x="384031" y="448903"/>
                  </a:lnTo>
                  <a:lnTo>
                    <a:pt x="384748" y="452243"/>
                  </a:lnTo>
                  <a:lnTo>
                    <a:pt x="383884" y="452614"/>
                  </a:lnTo>
                  <a:lnTo>
                    <a:pt x="380189" y="454200"/>
                  </a:lnTo>
                  <a:lnTo>
                    <a:pt x="375878" y="454837"/>
                  </a:lnTo>
                  <a:lnTo>
                    <a:pt x="372560" y="454986"/>
                  </a:lnTo>
                  <a:lnTo>
                    <a:pt x="368887" y="449859"/>
                  </a:lnTo>
                  <a:lnTo>
                    <a:pt x="368799" y="444621"/>
                  </a:lnTo>
                  <a:lnTo>
                    <a:pt x="365461" y="440433"/>
                  </a:lnTo>
                  <a:lnTo>
                    <a:pt x="365614" y="435805"/>
                  </a:lnTo>
                  <a:lnTo>
                    <a:pt x="347771" y="437800"/>
                  </a:lnTo>
                  <a:lnTo>
                    <a:pt x="344137" y="438202"/>
                  </a:lnTo>
                  <a:lnTo>
                    <a:pt x="333125" y="439705"/>
                  </a:lnTo>
                  <a:lnTo>
                    <a:pt x="323768" y="440969"/>
                  </a:lnTo>
                  <a:lnTo>
                    <a:pt x="307114" y="443190"/>
                  </a:lnTo>
                  <a:lnTo>
                    <a:pt x="284577" y="446187"/>
                  </a:lnTo>
                  <a:lnTo>
                    <a:pt x="284117" y="446246"/>
                  </a:lnTo>
                  <a:lnTo>
                    <a:pt x="268786" y="448197"/>
                  </a:lnTo>
                  <a:lnTo>
                    <a:pt x="264492" y="448738"/>
                  </a:lnTo>
                  <a:lnTo>
                    <a:pt x="251864" y="450314"/>
                  </a:lnTo>
                  <a:lnTo>
                    <a:pt x="241954" y="451619"/>
                  </a:lnTo>
                  <a:lnTo>
                    <a:pt x="230244" y="453144"/>
                  </a:lnTo>
                  <a:lnTo>
                    <a:pt x="223392" y="454028"/>
                  </a:lnTo>
                  <a:lnTo>
                    <a:pt x="206852" y="456173"/>
                  </a:lnTo>
                  <a:lnTo>
                    <a:pt x="200083" y="457041"/>
                  </a:lnTo>
                  <a:lnTo>
                    <a:pt x="196425" y="457507"/>
                  </a:lnTo>
                  <a:lnTo>
                    <a:pt x="182203" y="459445"/>
                  </a:lnTo>
                  <a:lnTo>
                    <a:pt x="173764" y="460583"/>
                  </a:lnTo>
                  <a:lnTo>
                    <a:pt x="165454" y="461693"/>
                  </a:lnTo>
                  <a:lnTo>
                    <a:pt x="135405" y="465362"/>
                  </a:lnTo>
                  <a:lnTo>
                    <a:pt x="130825" y="465982"/>
                  </a:lnTo>
                  <a:lnTo>
                    <a:pt x="125180" y="460647"/>
                  </a:lnTo>
                  <a:lnTo>
                    <a:pt x="122800" y="454583"/>
                  </a:lnTo>
                  <a:lnTo>
                    <a:pt x="121982" y="450051"/>
                  </a:lnTo>
                  <a:lnTo>
                    <a:pt x="116856" y="444857"/>
                  </a:lnTo>
                  <a:lnTo>
                    <a:pt x="114277" y="441119"/>
                  </a:lnTo>
                  <a:lnTo>
                    <a:pt x="114224" y="438653"/>
                  </a:lnTo>
                  <a:lnTo>
                    <a:pt x="112624" y="433401"/>
                  </a:lnTo>
                  <a:lnTo>
                    <a:pt x="111432" y="431316"/>
                  </a:lnTo>
                  <a:lnTo>
                    <a:pt x="109653" y="428203"/>
                  </a:lnTo>
                  <a:lnTo>
                    <a:pt x="102143" y="421331"/>
                  </a:lnTo>
                  <a:lnTo>
                    <a:pt x="100970" y="413983"/>
                  </a:lnTo>
                  <a:lnTo>
                    <a:pt x="102018" y="409983"/>
                  </a:lnTo>
                  <a:lnTo>
                    <a:pt x="101889" y="408579"/>
                  </a:lnTo>
                  <a:lnTo>
                    <a:pt x="101767" y="407239"/>
                  </a:lnTo>
                  <a:lnTo>
                    <a:pt x="100729" y="403104"/>
                  </a:lnTo>
                  <a:lnTo>
                    <a:pt x="101980" y="395710"/>
                  </a:lnTo>
                  <a:lnTo>
                    <a:pt x="100914" y="392020"/>
                  </a:lnTo>
                  <a:lnTo>
                    <a:pt x="101858" y="386495"/>
                  </a:lnTo>
                  <a:lnTo>
                    <a:pt x="102320" y="383779"/>
                  </a:lnTo>
                  <a:lnTo>
                    <a:pt x="100510" y="381358"/>
                  </a:lnTo>
                  <a:lnTo>
                    <a:pt x="99722" y="376323"/>
                  </a:lnTo>
                  <a:lnTo>
                    <a:pt x="92691" y="369732"/>
                  </a:lnTo>
                  <a:lnTo>
                    <a:pt x="92678" y="365784"/>
                  </a:lnTo>
                  <a:lnTo>
                    <a:pt x="91640" y="362792"/>
                  </a:lnTo>
                  <a:lnTo>
                    <a:pt x="91047" y="361083"/>
                  </a:lnTo>
                  <a:lnTo>
                    <a:pt x="89027" y="355258"/>
                  </a:lnTo>
                  <a:lnTo>
                    <a:pt x="90598" y="349312"/>
                  </a:lnTo>
                  <a:lnTo>
                    <a:pt x="93451" y="341053"/>
                  </a:lnTo>
                  <a:lnTo>
                    <a:pt x="93434" y="338488"/>
                  </a:lnTo>
                  <a:lnTo>
                    <a:pt x="93384" y="331118"/>
                  </a:lnTo>
                  <a:lnTo>
                    <a:pt x="93366" y="328486"/>
                  </a:lnTo>
                  <a:lnTo>
                    <a:pt x="91588" y="323703"/>
                  </a:lnTo>
                  <a:lnTo>
                    <a:pt x="96087" y="317722"/>
                  </a:lnTo>
                  <a:lnTo>
                    <a:pt x="101404" y="313249"/>
                  </a:lnTo>
                  <a:lnTo>
                    <a:pt x="102097" y="311888"/>
                  </a:lnTo>
                  <a:lnTo>
                    <a:pt x="104008" y="308132"/>
                  </a:lnTo>
                  <a:lnTo>
                    <a:pt x="97813" y="304780"/>
                  </a:lnTo>
                  <a:lnTo>
                    <a:pt x="92799" y="302447"/>
                  </a:lnTo>
                  <a:lnTo>
                    <a:pt x="94505" y="299363"/>
                  </a:lnTo>
                  <a:lnTo>
                    <a:pt x="94453" y="297709"/>
                  </a:lnTo>
                  <a:lnTo>
                    <a:pt x="94243" y="291054"/>
                  </a:lnTo>
                  <a:lnTo>
                    <a:pt x="90811" y="284928"/>
                  </a:lnTo>
                  <a:lnTo>
                    <a:pt x="90646" y="284634"/>
                  </a:lnTo>
                  <a:lnTo>
                    <a:pt x="89913" y="283326"/>
                  </a:lnTo>
                  <a:lnTo>
                    <a:pt x="83567" y="278235"/>
                  </a:lnTo>
                  <a:lnTo>
                    <a:pt x="82636" y="275786"/>
                  </a:lnTo>
                  <a:lnTo>
                    <a:pt x="80773" y="270883"/>
                  </a:lnTo>
                  <a:lnTo>
                    <a:pt x="77412" y="263874"/>
                  </a:lnTo>
                  <a:lnTo>
                    <a:pt x="76193" y="261867"/>
                  </a:lnTo>
                  <a:lnTo>
                    <a:pt x="71875" y="254758"/>
                  </a:lnTo>
                  <a:lnTo>
                    <a:pt x="69315" y="251575"/>
                  </a:lnTo>
                  <a:lnTo>
                    <a:pt x="69028" y="250700"/>
                  </a:lnTo>
                  <a:lnTo>
                    <a:pt x="61296" y="227100"/>
                  </a:lnTo>
                  <a:lnTo>
                    <a:pt x="60601" y="224970"/>
                  </a:lnTo>
                  <a:lnTo>
                    <a:pt x="50946" y="195351"/>
                  </a:lnTo>
                  <a:lnTo>
                    <a:pt x="49175" y="189914"/>
                  </a:lnTo>
                  <a:lnTo>
                    <a:pt x="47655" y="185244"/>
                  </a:lnTo>
                  <a:lnTo>
                    <a:pt x="43653" y="173004"/>
                  </a:lnTo>
                  <a:lnTo>
                    <a:pt x="39929" y="161602"/>
                  </a:lnTo>
                  <a:lnTo>
                    <a:pt x="35591" y="148322"/>
                  </a:lnTo>
                  <a:lnTo>
                    <a:pt x="33567" y="142123"/>
                  </a:lnTo>
                  <a:lnTo>
                    <a:pt x="29837" y="130525"/>
                  </a:lnTo>
                  <a:lnTo>
                    <a:pt x="28422" y="126123"/>
                  </a:lnTo>
                  <a:lnTo>
                    <a:pt x="23024" y="110151"/>
                  </a:lnTo>
                  <a:lnTo>
                    <a:pt x="16720" y="91474"/>
                  </a:lnTo>
                  <a:lnTo>
                    <a:pt x="15046" y="86576"/>
                  </a:lnTo>
                  <a:lnTo>
                    <a:pt x="12853" y="80159"/>
                  </a:lnTo>
                  <a:lnTo>
                    <a:pt x="11664" y="76679"/>
                  </a:lnTo>
                  <a:lnTo>
                    <a:pt x="7391" y="64159"/>
                  </a:lnTo>
                  <a:lnTo>
                    <a:pt x="3845" y="53184"/>
                  </a:lnTo>
                  <a:lnTo>
                    <a:pt x="1798" y="468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575984" y="5286037"/>
              <a:ext cx="58409" cy="66379"/>
            </a:xfrm>
            <a:custGeom>
              <a:avLst/>
              <a:pathLst>
                <a:path w="58409" h="66379">
                  <a:moveTo>
                    <a:pt x="305" y="23354"/>
                  </a:moveTo>
                  <a:lnTo>
                    <a:pt x="2000" y="21674"/>
                  </a:lnTo>
                  <a:lnTo>
                    <a:pt x="3101" y="20156"/>
                  </a:lnTo>
                  <a:lnTo>
                    <a:pt x="4294" y="19919"/>
                  </a:lnTo>
                  <a:lnTo>
                    <a:pt x="5596" y="18551"/>
                  </a:lnTo>
                  <a:lnTo>
                    <a:pt x="6315" y="16424"/>
                  </a:lnTo>
                  <a:lnTo>
                    <a:pt x="7674" y="14739"/>
                  </a:lnTo>
                  <a:lnTo>
                    <a:pt x="8688" y="14133"/>
                  </a:lnTo>
                  <a:lnTo>
                    <a:pt x="8667" y="12049"/>
                  </a:lnTo>
                  <a:lnTo>
                    <a:pt x="7277" y="10196"/>
                  </a:lnTo>
                  <a:lnTo>
                    <a:pt x="5018" y="7103"/>
                  </a:lnTo>
                  <a:lnTo>
                    <a:pt x="4087" y="4460"/>
                  </a:lnTo>
                  <a:lnTo>
                    <a:pt x="4077" y="685"/>
                  </a:lnTo>
                  <a:lnTo>
                    <a:pt x="5646" y="0"/>
                  </a:lnTo>
                  <a:lnTo>
                    <a:pt x="8225" y="1007"/>
                  </a:lnTo>
                  <a:lnTo>
                    <a:pt x="11242" y="2711"/>
                  </a:lnTo>
                  <a:lnTo>
                    <a:pt x="12941" y="4317"/>
                  </a:lnTo>
                  <a:lnTo>
                    <a:pt x="16240" y="6386"/>
                  </a:lnTo>
                  <a:lnTo>
                    <a:pt x="18228" y="7883"/>
                  </a:lnTo>
                  <a:lnTo>
                    <a:pt x="19943" y="7647"/>
                  </a:lnTo>
                  <a:lnTo>
                    <a:pt x="22618" y="8646"/>
                  </a:lnTo>
                  <a:lnTo>
                    <a:pt x="28162" y="11238"/>
                  </a:lnTo>
                  <a:lnTo>
                    <a:pt x="33856" y="14095"/>
                  </a:lnTo>
                  <a:lnTo>
                    <a:pt x="39125" y="18078"/>
                  </a:lnTo>
                  <a:lnTo>
                    <a:pt x="41334" y="20153"/>
                  </a:lnTo>
                  <a:lnTo>
                    <a:pt x="43387" y="22279"/>
                  </a:lnTo>
                  <a:lnTo>
                    <a:pt x="43770" y="26108"/>
                  </a:lnTo>
                  <a:lnTo>
                    <a:pt x="44327" y="28467"/>
                  </a:lnTo>
                  <a:lnTo>
                    <a:pt x="46129" y="27991"/>
                  </a:lnTo>
                  <a:lnTo>
                    <a:pt x="47900" y="28107"/>
                  </a:lnTo>
                  <a:lnTo>
                    <a:pt x="49425" y="30525"/>
                  </a:lnTo>
                  <a:lnTo>
                    <a:pt x="50177" y="33331"/>
                  </a:lnTo>
                  <a:lnTo>
                    <a:pt x="51635" y="34769"/>
                  </a:lnTo>
                  <a:lnTo>
                    <a:pt x="56363" y="37680"/>
                  </a:lnTo>
                  <a:lnTo>
                    <a:pt x="58249" y="38688"/>
                  </a:lnTo>
                  <a:lnTo>
                    <a:pt x="58409" y="40113"/>
                  </a:lnTo>
                  <a:lnTo>
                    <a:pt x="56185" y="43253"/>
                  </a:lnTo>
                  <a:lnTo>
                    <a:pt x="53516" y="45597"/>
                  </a:lnTo>
                  <a:lnTo>
                    <a:pt x="50440" y="47879"/>
                  </a:lnTo>
                  <a:lnTo>
                    <a:pt x="46538" y="49642"/>
                  </a:lnTo>
                  <a:lnTo>
                    <a:pt x="44602" y="50614"/>
                  </a:lnTo>
                  <a:lnTo>
                    <a:pt x="42554" y="50868"/>
                  </a:lnTo>
                  <a:lnTo>
                    <a:pt x="39775" y="50082"/>
                  </a:lnTo>
                  <a:lnTo>
                    <a:pt x="37738" y="51106"/>
                  </a:lnTo>
                  <a:lnTo>
                    <a:pt x="35912" y="53018"/>
                  </a:lnTo>
                  <a:lnTo>
                    <a:pt x="34602" y="53321"/>
                  </a:lnTo>
                  <a:lnTo>
                    <a:pt x="32123" y="55554"/>
                  </a:lnTo>
                  <a:lnTo>
                    <a:pt x="29873" y="56105"/>
                  </a:lnTo>
                  <a:lnTo>
                    <a:pt x="28125" y="59306"/>
                  </a:lnTo>
                  <a:lnTo>
                    <a:pt x="26992" y="62211"/>
                  </a:lnTo>
                  <a:lnTo>
                    <a:pt x="26222" y="63960"/>
                  </a:lnTo>
                  <a:lnTo>
                    <a:pt x="25346" y="65290"/>
                  </a:lnTo>
                  <a:lnTo>
                    <a:pt x="23985" y="66379"/>
                  </a:lnTo>
                  <a:lnTo>
                    <a:pt x="21114" y="63713"/>
                  </a:lnTo>
                  <a:lnTo>
                    <a:pt x="17116" y="61335"/>
                  </a:lnTo>
                  <a:lnTo>
                    <a:pt x="13501" y="60027"/>
                  </a:lnTo>
                  <a:lnTo>
                    <a:pt x="11533" y="56898"/>
                  </a:lnTo>
                  <a:lnTo>
                    <a:pt x="11022" y="53017"/>
                  </a:lnTo>
                  <a:lnTo>
                    <a:pt x="10854" y="49187"/>
                  </a:lnTo>
                  <a:lnTo>
                    <a:pt x="11081" y="47251"/>
                  </a:lnTo>
                  <a:lnTo>
                    <a:pt x="10808" y="44868"/>
                  </a:lnTo>
                  <a:lnTo>
                    <a:pt x="9375" y="41531"/>
                  </a:lnTo>
                  <a:lnTo>
                    <a:pt x="8377" y="39615"/>
                  </a:lnTo>
                  <a:lnTo>
                    <a:pt x="6917" y="37946"/>
                  </a:lnTo>
                  <a:lnTo>
                    <a:pt x="5592" y="34521"/>
                  </a:lnTo>
                  <a:lnTo>
                    <a:pt x="4804" y="31954"/>
                  </a:lnTo>
                  <a:lnTo>
                    <a:pt x="3664" y="30210"/>
                  </a:lnTo>
                  <a:lnTo>
                    <a:pt x="2193" y="29764"/>
                  </a:lnTo>
                  <a:lnTo>
                    <a:pt x="1856" y="28819"/>
                  </a:lnTo>
                  <a:lnTo>
                    <a:pt x="0" y="2573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539166" y="5246636"/>
              <a:ext cx="33214" cy="22796"/>
            </a:xfrm>
            <a:custGeom>
              <a:avLst/>
              <a:pathLst>
                <a:path w="33214" h="22796">
                  <a:moveTo>
                    <a:pt x="0" y="4961"/>
                  </a:moveTo>
                  <a:lnTo>
                    <a:pt x="464" y="2110"/>
                  </a:lnTo>
                  <a:lnTo>
                    <a:pt x="2901" y="0"/>
                  </a:lnTo>
                  <a:lnTo>
                    <a:pt x="5519" y="767"/>
                  </a:lnTo>
                  <a:lnTo>
                    <a:pt x="7892" y="3928"/>
                  </a:lnTo>
                  <a:lnTo>
                    <a:pt x="9949" y="6818"/>
                  </a:lnTo>
                  <a:lnTo>
                    <a:pt x="13316" y="6219"/>
                  </a:lnTo>
                  <a:lnTo>
                    <a:pt x="16272" y="4956"/>
                  </a:lnTo>
                  <a:lnTo>
                    <a:pt x="20373" y="5673"/>
                  </a:lnTo>
                  <a:lnTo>
                    <a:pt x="22823" y="8070"/>
                  </a:lnTo>
                  <a:lnTo>
                    <a:pt x="25811" y="9764"/>
                  </a:lnTo>
                  <a:lnTo>
                    <a:pt x="29424" y="12476"/>
                  </a:lnTo>
                  <a:lnTo>
                    <a:pt x="32050" y="13382"/>
                  </a:lnTo>
                  <a:lnTo>
                    <a:pt x="33214" y="15943"/>
                  </a:lnTo>
                  <a:lnTo>
                    <a:pt x="32792" y="18148"/>
                  </a:lnTo>
                  <a:lnTo>
                    <a:pt x="31137" y="19638"/>
                  </a:lnTo>
                  <a:lnTo>
                    <a:pt x="27524" y="21195"/>
                  </a:lnTo>
                  <a:lnTo>
                    <a:pt x="23906" y="20892"/>
                  </a:lnTo>
                  <a:lnTo>
                    <a:pt x="20792" y="22218"/>
                  </a:lnTo>
                  <a:lnTo>
                    <a:pt x="16724" y="22796"/>
                  </a:lnTo>
                  <a:lnTo>
                    <a:pt x="14153" y="21653"/>
                  </a:lnTo>
                  <a:lnTo>
                    <a:pt x="13234" y="18785"/>
                  </a:lnTo>
                  <a:lnTo>
                    <a:pt x="12032" y="14793"/>
                  </a:lnTo>
                  <a:lnTo>
                    <a:pt x="11747" y="13936"/>
                  </a:lnTo>
                  <a:lnTo>
                    <a:pt x="10994" y="12098"/>
                  </a:lnTo>
                  <a:lnTo>
                    <a:pt x="9481" y="11562"/>
                  </a:lnTo>
                  <a:lnTo>
                    <a:pt x="8197" y="12483"/>
                  </a:lnTo>
                  <a:lnTo>
                    <a:pt x="7390" y="12050"/>
                  </a:lnTo>
                  <a:lnTo>
                    <a:pt x="3698" y="10063"/>
                  </a:lnTo>
                  <a:lnTo>
                    <a:pt x="735" y="646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541608" y="5267503"/>
              <a:ext cx="7342" cy="4545"/>
            </a:xfrm>
            <a:custGeom>
              <a:avLst/>
              <a:pathLst>
                <a:path w="7342" h="4545">
                  <a:moveTo>
                    <a:pt x="1246" y="1842"/>
                  </a:moveTo>
                  <a:lnTo>
                    <a:pt x="3704" y="394"/>
                  </a:lnTo>
                  <a:lnTo>
                    <a:pt x="5589" y="0"/>
                  </a:lnTo>
                  <a:lnTo>
                    <a:pt x="6838" y="1293"/>
                  </a:lnTo>
                  <a:lnTo>
                    <a:pt x="7342" y="3869"/>
                  </a:lnTo>
                  <a:lnTo>
                    <a:pt x="5354" y="4489"/>
                  </a:lnTo>
                  <a:lnTo>
                    <a:pt x="1688" y="4545"/>
                  </a:lnTo>
                  <a:lnTo>
                    <a:pt x="0" y="30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523127" y="5250020"/>
              <a:ext cx="11823" cy="9689"/>
            </a:xfrm>
            <a:custGeom>
              <a:avLst/>
              <a:pathLst>
                <a:path w="11823" h="9689">
                  <a:moveTo>
                    <a:pt x="0" y="616"/>
                  </a:moveTo>
                  <a:lnTo>
                    <a:pt x="2095" y="0"/>
                  </a:lnTo>
                  <a:lnTo>
                    <a:pt x="5368" y="489"/>
                  </a:lnTo>
                  <a:lnTo>
                    <a:pt x="8447" y="2224"/>
                  </a:lnTo>
                  <a:lnTo>
                    <a:pt x="10263" y="3878"/>
                  </a:lnTo>
                  <a:lnTo>
                    <a:pt x="11823" y="6094"/>
                  </a:lnTo>
                  <a:lnTo>
                    <a:pt x="10846" y="8719"/>
                  </a:lnTo>
                  <a:lnTo>
                    <a:pt x="8644" y="9495"/>
                  </a:lnTo>
                  <a:lnTo>
                    <a:pt x="7835" y="9687"/>
                  </a:lnTo>
                  <a:lnTo>
                    <a:pt x="5227" y="9689"/>
                  </a:lnTo>
                  <a:lnTo>
                    <a:pt x="3942" y="7606"/>
                  </a:lnTo>
                  <a:lnTo>
                    <a:pt x="3566" y="5119"/>
                  </a:lnTo>
                  <a:lnTo>
                    <a:pt x="2533" y="3683"/>
                  </a:lnTo>
                  <a:lnTo>
                    <a:pt x="158" y="202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510703" y="5234552"/>
              <a:ext cx="26523" cy="10106"/>
            </a:xfrm>
            <a:custGeom>
              <a:avLst/>
              <a:pathLst>
                <a:path w="26523" h="10106">
                  <a:moveTo>
                    <a:pt x="1149" y="3232"/>
                  </a:moveTo>
                  <a:lnTo>
                    <a:pt x="2219" y="2067"/>
                  </a:lnTo>
                  <a:lnTo>
                    <a:pt x="1476" y="0"/>
                  </a:lnTo>
                  <a:lnTo>
                    <a:pt x="4128" y="543"/>
                  </a:lnTo>
                  <a:lnTo>
                    <a:pt x="7537" y="1703"/>
                  </a:lnTo>
                  <a:lnTo>
                    <a:pt x="11541" y="2559"/>
                  </a:lnTo>
                  <a:lnTo>
                    <a:pt x="12628" y="2177"/>
                  </a:lnTo>
                  <a:lnTo>
                    <a:pt x="13907" y="1727"/>
                  </a:lnTo>
                  <a:lnTo>
                    <a:pt x="14853" y="1810"/>
                  </a:lnTo>
                  <a:lnTo>
                    <a:pt x="16986" y="4076"/>
                  </a:lnTo>
                  <a:lnTo>
                    <a:pt x="17131" y="4091"/>
                  </a:lnTo>
                  <a:lnTo>
                    <a:pt x="20545" y="4426"/>
                  </a:lnTo>
                  <a:lnTo>
                    <a:pt x="24931" y="4381"/>
                  </a:lnTo>
                  <a:lnTo>
                    <a:pt x="26523" y="5360"/>
                  </a:lnTo>
                  <a:lnTo>
                    <a:pt x="25473" y="7569"/>
                  </a:lnTo>
                  <a:lnTo>
                    <a:pt x="22944" y="9508"/>
                  </a:lnTo>
                  <a:lnTo>
                    <a:pt x="19706" y="10106"/>
                  </a:lnTo>
                  <a:lnTo>
                    <a:pt x="16169" y="8998"/>
                  </a:lnTo>
                  <a:lnTo>
                    <a:pt x="12793" y="7605"/>
                  </a:lnTo>
                  <a:lnTo>
                    <a:pt x="10277" y="6763"/>
                  </a:lnTo>
                  <a:lnTo>
                    <a:pt x="6283" y="6966"/>
                  </a:lnTo>
                  <a:lnTo>
                    <a:pt x="2686" y="6799"/>
                  </a:lnTo>
                  <a:lnTo>
                    <a:pt x="0" y="58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464865" y="5207654"/>
              <a:ext cx="29345" cy="23219"/>
            </a:xfrm>
            <a:custGeom>
              <a:avLst/>
              <a:pathLst>
                <a:path w="29345" h="23219">
                  <a:moveTo>
                    <a:pt x="1991" y="5143"/>
                  </a:moveTo>
                  <a:lnTo>
                    <a:pt x="6708" y="5488"/>
                  </a:lnTo>
                  <a:lnTo>
                    <a:pt x="8507" y="3661"/>
                  </a:lnTo>
                  <a:lnTo>
                    <a:pt x="9564" y="1672"/>
                  </a:lnTo>
                  <a:lnTo>
                    <a:pt x="11951" y="125"/>
                  </a:lnTo>
                  <a:lnTo>
                    <a:pt x="12975" y="0"/>
                  </a:lnTo>
                  <a:lnTo>
                    <a:pt x="15273" y="3221"/>
                  </a:lnTo>
                  <a:lnTo>
                    <a:pt x="17799" y="7161"/>
                  </a:lnTo>
                  <a:lnTo>
                    <a:pt x="19853" y="9566"/>
                  </a:lnTo>
                  <a:lnTo>
                    <a:pt x="19834" y="12635"/>
                  </a:lnTo>
                  <a:lnTo>
                    <a:pt x="21392" y="14072"/>
                  </a:lnTo>
                  <a:lnTo>
                    <a:pt x="23465" y="13251"/>
                  </a:lnTo>
                  <a:lnTo>
                    <a:pt x="25349" y="13535"/>
                  </a:lnTo>
                  <a:lnTo>
                    <a:pt x="25592" y="16274"/>
                  </a:lnTo>
                  <a:lnTo>
                    <a:pt x="26465" y="18533"/>
                  </a:lnTo>
                  <a:lnTo>
                    <a:pt x="29345" y="20973"/>
                  </a:lnTo>
                  <a:lnTo>
                    <a:pt x="29228" y="21181"/>
                  </a:lnTo>
                  <a:lnTo>
                    <a:pt x="28573" y="22341"/>
                  </a:lnTo>
                  <a:lnTo>
                    <a:pt x="27487" y="23219"/>
                  </a:lnTo>
                  <a:lnTo>
                    <a:pt x="24860" y="22288"/>
                  </a:lnTo>
                  <a:lnTo>
                    <a:pt x="23921" y="22817"/>
                  </a:lnTo>
                  <a:lnTo>
                    <a:pt x="22643" y="23060"/>
                  </a:lnTo>
                  <a:lnTo>
                    <a:pt x="20640" y="21563"/>
                  </a:lnTo>
                  <a:lnTo>
                    <a:pt x="18777" y="20315"/>
                  </a:lnTo>
                  <a:lnTo>
                    <a:pt x="16037" y="19753"/>
                  </a:lnTo>
                  <a:lnTo>
                    <a:pt x="14646" y="19451"/>
                  </a:lnTo>
                  <a:lnTo>
                    <a:pt x="12770" y="19584"/>
                  </a:lnTo>
                  <a:lnTo>
                    <a:pt x="9989" y="19815"/>
                  </a:lnTo>
                  <a:lnTo>
                    <a:pt x="9326" y="19791"/>
                  </a:lnTo>
                  <a:lnTo>
                    <a:pt x="7899" y="17367"/>
                  </a:lnTo>
                  <a:lnTo>
                    <a:pt x="7248" y="15893"/>
                  </a:lnTo>
                  <a:lnTo>
                    <a:pt x="5346" y="14216"/>
                  </a:lnTo>
                  <a:lnTo>
                    <a:pt x="5048" y="12933"/>
                  </a:lnTo>
                  <a:lnTo>
                    <a:pt x="2488" y="9872"/>
                  </a:lnTo>
                  <a:lnTo>
                    <a:pt x="2368" y="8097"/>
                  </a:lnTo>
                  <a:lnTo>
                    <a:pt x="0" y="517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395790" y="5174375"/>
              <a:ext cx="21354" cy="18279"/>
            </a:xfrm>
            <a:custGeom>
              <a:avLst/>
              <a:pathLst>
                <a:path w="21354" h="18279">
                  <a:moveTo>
                    <a:pt x="0" y="6696"/>
                  </a:moveTo>
                  <a:lnTo>
                    <a:pt x="1545" y="5303"/>
                  </a:lnTo>
                  <a:lnTo>
                    <a:pt x="1998" y="3288"/>
                  </a:lnTo>
                  <a:lnTo>
                    <a:pt x="3010" y="2472"/>
                  </a:lnTo>
                  <a:lnTo>
                    <a:pt x="6949" y="921"/>
                  </a:lnTo>
                  <a:lnTo>
                    <a:pt x="8194" y="0"/>
                  </a:lnTo>
                  <a:lnTo>
                    <a:pt x="9836" y="295"/>
                  </a:lnTo>
                  <a:lnTo>
                    <a:pt x="11381" y="1375"/>
                  </a:lnTo>
                  <a:lnTo>
                    <a:pt x="12264" y="218"/>
                  </a:lnTo>
                  <a:lnTo>
                    <a:pt x="14784" y="997"/>
                  </a:lnTo>
                  <a:lnTo>
                    <a:pt x="16012" y="535"/>
                  </a:lnTo>
                  <a:lnTo>
                    <a:pt x="17903" y="1672"/>
                  </a:lnTo>
                  <a:lnTo>
                    <a:pt x="20217" y="3470"/>
                  </a:lnTo>
                  <a:lnTo>
                    <a:pt x="21354" y="6543"/>
                  </a:lnTo>
                  <a:lnTo>
                    <a:pt x="20536" y="9446"/>
                  </a:lnTo>
                  <a:lnTo>
                    <a:pt x="19916" y="10332"/>
                  </a:lnTo>
                  <a:lnTo>
                    <a:pt x="20205" y="12433"/>
                  </a:lnTo>
                  <a:lnTo>
                    <a:pt x="20213" y="14784"/>
                  </a:lnTo>
                  <a:lnTo>
                    <a:pt x="18300" y="16440"/>
                  </a:lnTo>
                  <a:lnTo>
                    <a:pt x="15880" y="18279"/>
                  </a:lnTo>
                  <a:lnTo>
                    <a:pt x="12182" y="17076"/>
                  </a:lnTo>
                  <a:lnTo>
                    <a:pt x="10037" y="16373"/>
                  </a:lnTo>
                  <a:lnTo>
                    <a:pt x="8770" y="16241"/>
                  </a:lnTo>
                  <a:lnTo>
                    <a:pt x="6520" y="13927"/>
                  </a:lnTo>
                  <a:lnTo>
                    <a:pt x="3830" y="12249"/>
                  </a:lnTo>
                  <a:lnTo>
                    <a:pt x="1680" y="11166"/>
                  </a:lnTo>
                  <a:lnTo>
                    <a:pt x="82" y="895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376387" y="5182448"/>
              <a:ext cx="8002" cy="10278"/>
            </a:xfrm>
            <a:custGeom>
              <a:avLst/>
              <a:pathLst>
                <a:path w="8002" h="10278">
                  <a:moveTo>
                    <a:pt x="0" y="8255"/>
                  </a:moveTo>
                  <a:lnTo>
                    <a:pt x="577" y="4720"/>
                  </a:lnTo>
                  <a:lnTo>
                    <a:pt x="1971" y="3283"/>
                  </a:lnTo>
                  <a:lnTo>
                    <a:pt x="4361" y="2322"/>
                  </a:lnTo>
                  <a:lnTo>
                    <a:pt x="4949" y="1705"/>
                  </a:lnTo>
                  <a:lnTo>
                    <a:pt x="5223" y="160"/>
                  </a:lnTo>
                  <a:lnTo>
                    <a:pt x="6976" y="0"/>
                  </a:lnTo>
                  <a:lnTo>
                    <a:pt x="7606" y="423"/>
                  </a:lnTo>
                  <a:lnTo>
                    <a:pt x="8002" y="1224"/>
                  </a:lnTo>
                  <a:lnTo>
                    <a:pt x="7235" y="1958"/>
                  </a:lnTo>
                  <a:lnTo>
                    <a:pt x="6718" y="3679"/>
                  </a:lnTo>
                  <a:lnTo>
                    <a:pt x="7157" y="5262"/>
                  </a:lnTo>
                  <a:lnTo>
                    <a:pt x="5250" y="5950"/>
                  </a:lnTo>
                  <a:lnTo>
                    <a:pt x="3887" y="6201"/>
                  </a:lnTo>
                  <a:lnTo>
                    <a:pt x="3157" y="7129"/>
                  </a:lnTo>
                  <a:lnTo>
                    <a:pt x="2607" y="8250"/>
                  </a:lnTo>
                  <a:lnTo>
                    <a:pt x="2093" y="10278"/>
                  </a:lnTo>
                  <a:lnTo>
                    <a:pt x="964" y="962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560253" y="3175352"/>
              <a:ext cx="378690" cy="248316"/>
            </a:xfrm>
            <a:custGeom>
              <a:avLst/>
              <a:pathLst>
                <a:path w="378690" h="248316">
                  <a:moveTo>
                    <a:pt x="993" y="79222"/>
                  </a:moveTo>
                  <a:lnTo>
                    <a:pt x="3358" y="75335"/>
                  </a:lnTo>
                  <a:lnTo>
                    <a:pt x="5490" y="71266"/>
                  </a:lnTo>
                  <a:lnTo>
                    <a:pt x="5242" y="68918"/>
                  </a:lnTo>
                  <a:lnTo>
                    <a:pt x="5127" y="67828"/>
                  </a:lnTo>
                  <a:lnTo>
                    <a:pt x="7374" y="64850"/>
                  </a:lnTo>
                  <a:lnTo>
                    <a:pt x="6174" y="63472"/>
                  </a:lnTo>
                  <a:lnTo>
                    <a:pt x="7659" y="61260"/>
                  </a:lnTo>
                  <a:lnTo>
                    <a:pt x="6464" y="58584"/>
                  </a:lnTo>
                  <a:lnTo>
                    <a:pt x="9422" y="56293"/>
                  </a:lnTo>
                  <a:lnTo>
                    <a:pt x="9720" y="55106"/>
                  </a:lnTo>
                  <a:lnTo>
                    <a:pt x="10343" y="52623"/>
                  </a:lnTo>
                  <a:lnTo>
                    <a:pt x="9132" y="50370"/>
                  </a:lnTo>
                  <a:lnTo>
                    <a:pt x="7921" y="44339"/>
                  </a:lnTo>
                  <a:lnTo>
                    <a:pt x="5273" y="44460"/>
                  </a:lnTo>
                  <a:lnTo>
                    <a:pt x="3429" y="42478"/>
                  </a:lnTo>
                  <a:lnTo>
                    <a:pt x="3050" y="41689"/>
                  </a:lnTo>
                  <a:lnTo>
                    <a:pt x="1816" y="39115"/>
                  </a:lnTo>
                  <a:lnTo>
                    <a:pt x="4541" y="38300"/>
                  </a:lnTo>
                  <a:lnTo>
                    <a:pt x="4733" y="34598"/>
                  </a:lnTo>
                  <a:lnTo>
                    <a:pt x="4761" y="31588"/>
                  </a:lnTo>
                  <a:lnTo>
                    <a:pt x="478" y="27970"/>
                  </a:lnTo>
                  <a:lnTo>
                    <a:pt x="911" y="25176"/>
                  </a:lnTo>
                  <a:lnTo>
                    <a:pt x="0" y="22799"/>
                  </a:lnTo>
                  <a:lnTo>
                    <a:pt x="8255" y="22452"/>
                  </a:lnTo>
                  <a:lnTo>
                    <a:pt x="22693" y="21805"/>
                  </a:lnTo>
                  <a:lnTo>
                    <a:pt x="30928" y="21425"/>
                  </a:lnTo>
                  <a:lnTo>
                    <a:pt x="41818" y="20900"/>
                  </a:lnTo>
                  <a:lnTo>
                    <a:pt x="43321" y="20826"/>
                  </a:lnTo>
                  <a:lnTo>
                    <a:pt x="63009" y="19755"/>
                  </a:lnTo>
                  <a:lnTo>
                    <a:pt x="64841" y="19647"/>
                  </a:lnTo>
                  <a:lnTo>
                    <a:pt x="68615" y="19422"/>
                  </a:lnTo>
                  <a:lnTo>
                    <a:pt x="78400" y="18826"/>
                  </a:lnTo>
                  <a:lnTo>
                    <a:pt x="95403" y="17817"/>
                  </a:lnTo>
                  <a:lnTo>
                    <a:pt x="97688" y="17677"/>
                  </a:lnTo>
                  <a:lnTo>
                    <a:pt x="98802" y="17607"/>
                  </a:lnTo>
                  <a:lnTo>
                    <a:pt x="122100" y="16081"/>
                  </a:lnTo>
                  <a:lnTo>
                    <a:pt x="125056" y="15879"/>
                  </a:lnTo>
                  <a:lnTo>
                    <a:pt x="133126" y="15338"/>
                  </a:lnTo>
                  <a:lnTo>
                    <a:pt x="148806" y="14247"/>
                  </a:lnTo>
                  <a:lnTo>
                    <a:pt x="167024" y="12866"/>
                  </a:lnTo>
                  <a:lnTo>
                    <a:pt x="171083" y="12548"/>
                  </a:lnTo>
                  <a:lnTo>
                    <a:pt x="175569" y="12190"/>
                  </a:lnTo>
                  <a:lnTo>
                    <a:pt x="190740" y="10948"/>
                  </a:lnTo>
                  <a:lnTo>
                    <a:pt x="200890" y="10092"/>
                  </a:lnTo>
                  <a:lnTo>
                    <a:pt x="202293" y="9972"/>
                  </a:lnTo>
                  <a:lnTo>
                    <a:pt x="210994" y="9217"/>
                  </a:lnTo>
                  <a:lnTo>
                    <a:pt x="228895" y="7551"/>
                  </a:lnTo>
                  <a:lnTo>
                    <a:pt x="234774" y="6999"/>
                  </a:lnTo>
                  <a:lnTo>
                    <a:pt x="250011" y="5533"/>
                  </a:lnTo>
                  <a:lnTo>
                    <a:pt x="255599" y="4992"/>
                  </a:lnTo>
                  <a:lnTo>
                    <a:pt x="269977" y="3567"/>
                  </a:lnTo>
                  <a:lnTo>
                    <a:pt x="275313" y="3026"/>
                  </a:lnTo>
                  <a:lnTo>
                    <a:pt x="282042" y="2335"/>
                  </a:lnTo>
                  <a:lnTo>
                    <a:pt x="288794" y="1631"/>
                  </a:lnTo>
                  <a:lnTo>
                    <a:pt x="304195" y="0"/>
                  </a:lnTo>
                  <a:lnTo>
                    <a:pt x="303785" y="3951"/>
                  </a:lnTo>
                  <a:lnTo>
                    <a:pt x="305265" y="6273"/>
                  </a:lnTo>
                  <a:lnTo>
                    <a:pt x="306037" y="7482"/>
                  </a:lnTo>
                  <a:lnTo>
                    <a:pt x="305831" y="9819"/>
                  </a:lnTo>
                  <a:lnTo>
                    <a:pt x="309122" y="12520"/>
                  </a:lnTo>
                  <a:lnTo>
                    <a:pt x="311986" y="13876"/>
                  </a:lnTo>
                  <a:lnTo>
                    <a:pt x="315276" y="18216"/>
                  </a:lnTo>
                  <a:lnTo>
                    <a:pt x="313875" y="20898"/>
                  </a:lnTo>
                  <a:lnTo>
                    <a:pt x="311628" y="24886"/>
                  </a:lnTo>
                  <a:lnTo>
                    <a:pt x="309631" y="28234"/>
                  </a:lnTo>
                  <a:lnTo>
                    <a:pt x="310101" y="32469"/>
                  </a:lnTo>
                  <a:lnTo>
                    <a:pt x="310459" y="35703"/>
                  </a:lnTo>
                  <a:lnTo>
                    <a:pt x="311771" y="39597"/>
                  </a:lnTo>
                  <a:lnTo>
                    <a:pt x="312070" y="40486"/>
                  </a:lnTo>
                  <a:lnTo>
                    <a:pt x="313664" y="45985"/>
                  </a:lnTo>
                  <a:lnTo>
                    <a:pt x="316221" y="48806"/>
                  </a:lnTo>
                  <a:lnTo>
                    <a:pt x="318565" y="55554"/>
                  </a:lnTo>
                  <a:lnTo>
                    <a:pt x="322083" y="59574"/>
                  </a:lnTo>
                  <a:lnTo>
                    <a:pt x="326702" y="61876"/>
                  </a:lnTo>
                  <a:lnTo>
                    <a:pt x="329328" y="62334"/>
                  </a:lnTo>
                  <a:lnTo>
                    <a:pt x="331947" y="62788"/>
                  </a:lnTo>
                  <a:lnTo>
                    <a:pt x="338324" y="63585"/>
                  </a:lnTo>
                  <a:lnTo>
                    <a:pt x="340935" y="64794"/>
                  </a:lnTo>
                  <a:lnTo>
                    <a:pt x="342975" y="68490"/>
                  </a:lnTo>
                  <a:lnTo>
                    <a:pt x="345278" y="73595"/>
                  </a:lnTo>
                  <a:lnTo>
                    <a:pt x="345374" y="76468"/>
                  </a:lnTo>
                  <a:lnTo>
                    <a:pt x="348811" y="77996"/>
                  </a:lnTo>
                  <a:lnTo>
                    <a:pt x="350329" y="78510"/>
                  </a:lnTo>
                  <a:lnTo>
                    <a:pt x="353378" y="80973"/>
                  </a:lnTo>
                  <a:lnTo>
                    <a:pt x="355468" y="82418"/>
                  </a:lnTo>
                  <a:lnTo>
                    <a:pt x="357865" y="84074"/>
                  </a:lnTo>
                  <a:lnTo>
                    <a:pt x="359870" y="86764"/>
                  </a:lnTo>
                  <a:lnTo>
                    <a:pt x="359452" y="90103"/>
                  </a:lnTo>
                  <a:lnTo>
                    <a:pt x="361534" y="92928"/>
                  </a:lnTo>
                  <a:lnTo>
                    <a:pt x="365445" y="95303"/>
                  </a:lnTo>
                  <a:lnTo>
                    <a:pt x="366855" y="95893"/>
                  </a:lnTo>
                  <a:lnTo>
                    <a:pt x="369675" y="97072"/>
                  </a:lnTo>
                  <a:lnTo>
                    <a:pt x="373450" y="98623"/>
                  </a:lnTo>
                  <a:lnTo>
                    <a:pt x="376499" y="101627"/>
                  </a:lnTo>
                  <a:lnTo>
                    <a:pt x="376969" y="106775"/>
                  </a:lnTo>
                  <a:lnTo>
                    <a:pt x="377253" y="107318"/>
                  </a:lnTo>
                  <a:lnTo>
                    <a:pt x="378690" y="110070"/>
                  </a:lnTo>
                  <a:lnTo>
                    <a:pt x="378278" y="114682"/>
                  </a:lnTo>
                  <a:lnTo>
                    <a:pt x="378282" y="115339"/>
                  </a:lnTo>
                  <a:lnTo>
                    <a:pt x="378302" y="118971"/>
                  </a:lnTo>
                  <a:lnTo>
                    <a:pt x="377714" y="122129"/>
                  </a:lnTo>
                  <a:lnTo>
                    <a:pt x="378054" y="124665"/>
                  </a:lnTo>
                  <a:lnTo>
                    <a:pt x="374749" y="127366"/>
                  </a:lnTo>
                  <a:lnTo>
                    <a:pt x="374414" y="127640"/>
                  </a:lnTo>
                  <a:lnTo>
                    <a:pt x="371159" y="130993"/>
                  </a:lnTo>
                  <a:lnTo>
                    <a:pt x="371215" y="132065"/>
                  </a:lnTo>
                  <a:lnTo>
                    <a:pt x="371353" y="134707"/>
                  </a:lnTo>
                  <a:lnTo>
                    <a:pt x="370346" y="137216"/>
                  </a:lnTo>
                  <a:lnTo>
                    <a:pt x="370770" y="142362"/>
                  </a:lnTo>
                  <a:lnTo>
                    <a:pt x="369512" y="144009"/>
                  </a:lnTo>
                  <a:lnTo>
                    <a:pt x="366658" y="145662"/>
                  </a:lnTo>
                  <a:lnTo>
                    <a:pt x="364357" y="149038"/>
                  </a:lnTo>
                  <a:lnTo>
                    <a:pt x="361388" y="149699"/>
                  </a:lnTo>
                  <a:lnTo>
                    <a:pt x="358045" y="150339"/>
                  </a:lnTo>
                  <a:lnTo>
                    <a:pt x="355561" y="153092"/>
                  </a:lnTo>
                  <a:lnTo>
                    <a:pt x="351015" y="155998"/>
                  </a:lnTo>
                  <a:lnTo>
                    <a:pt x="346078" y="156704"/>
                  </a:lnTo>
                  <a:lnTo>
                    <a:pt x="341403" y="157597"/>
                  </a:lnTo>
                  <a:lnTo>
                    <a:pt x="338293" y="159940"/>
                  </a:lnTo>
                  <a:lnTo>
                    <a:pt x="335769" y="159653"/>
                  </a:lnTo>
                  <a:lnTo>
                    <a:pt x="332262" y="160547"/>
                  </a:lnTo>
                  <a:lnTo>
                    <a:pt x="330539" y="165029"/>
                  </a:lnTo>
                  <a:lnTo>
                    <a:pt x="330402" y="167363"/>
                  </a:lnTo>
                  <a:lnTo>
                    <a:pt x="330284" y="167850"/>
                  </a:lnTo>
                  <a:lnTo>
                    <a:pt x="328645" y="174612"/>
                  </a:lnTo>
                  <a:lnTo>
                    <a:pt x="330849" y="177176"/>
                  </a:lnTo>
                  <a:lnTo>
                    <a:pt x="333577" y="180681"/>
                  </a:lnTo>
                  <a:lnTo>
                    <a:pt x="336158" y="180679"/>
                  </a:lnTo>
                  <a:lnTo>
                    <a:pt x="338962" y="184424"/>
                  </a:lnTo>
                  <a:lnTo>
                    <a:pt x="339571" y="187378"/>
                  </a:lnTo>
                  <a:lnTo>
                    <a:pt x="339616" y="187598"/>
                  </a:lnTo>
                  <a:lnTo>
                    <a:pt x="340419" y="191494"/>
                  </a:lnTo>
                  <a:lnTo>
                    <a:pt x="340554" y="196617"/>
                  </a:lnTo>
                  <a:lnTo>
                    <a:pt x="338949" y="200094"/>
                  </a:lnTo>
                  <a:lnTo>
                    <a:pt x="335831" y="203884"/>
                  </a:lnTo>
                  <a:lnTo>
                    <a:pt x="333375" y="207874"/>
                  </a:lnTo>
                  <a:lnTo>
                    <a:pt x="333787" y="211087"/>
                  </a:lnTo>
                  <a:lnTo>
                    <a:pt x="332814" y="215486"/>
                  </a:lnTo>
                  <a:lnTo>
                    <a:pt x="332874" y="217498"/>
                  </a:lnTo>
                  <a:lnTo>
                    <a:pt x="332937" y="219598"/>
                  </a:lnTo>
                  <a:lnTo>
                    <a:pt x="329322" y="222780"/>
                  </a:lnTo>
                  <a:lnTo>
                    <a:pt x="325723" y="223079"/>
                  </a:lnTo>
                  <a:lnTo>
                    <a:pt x="320500" y="225593"/>
                  </a:lnTo>
                  <a:lnTo>
                    <a:pt x="318704" y="228214"/>
                  </a:lnTo>
                  <a:lnTo>
                    <a:pt x="317886" y="232080"/>
                  </a:lnTo>
                  <a:lnTo>
                    <a:pt x="319646" y="233789"/>
                  </a:lnTo>
                  <a:lnTo>
                    <a:pt x="319391" y="238409"/>
                  </a:lnTo>
                  <a:lnTo>
                    <a:pt x="320219" y="242493"/>
                  </a:lnTo>
                  <a:lnTo>
                    <a:pt x="317627" y="244404"/>
                  </a:lnTo>
                  <a:lnTo>
                    <a:pt x="312785" y="243046"/>
                  </a:lnTo>
                  <a:lnTo>
                    <a:pt x="311301" y="240768"/>
                  </a:lnTo>
                  <a:lnTo>
                    <a:pt x="308439" y="238847"/>
                  </a:lnTo>
                  <a:lnTo>
                    <a:pt x="305509" y="236075"/>
                  </a:lnTo>
                  <a:lnTo>
                    <a:pt x="304582" y="233098"/>
                  </a:lnTo>
                  <a:lnTo>
                    <a:pt x="301419" y="232488"/>
                  </a:lnTo>
                  <a:lnTo>
                    <a:pt x="300358" y="230396"/>
                  </a:lnTo>
                  <a:lnTo>
                    <a:pt x="298323" y="228647"/>
                  </a:lnTo>
                  <a:lnTo>
                    <a:pt x="297513" y="227950"/>
                  </a:lnTo>
                  <a:lnTo>
                    <a:pt x="285155" y="229768"/>
                  </a:lnTo>
                  <a:lnTo>
                    <a:pt x="284930" y="229797"/>
                  </a:lnTo>
                  <a:lnTo>
                    <a:pt x="270986" y="231578"/>
                  </a:lnTo>
                  <a:lnTo>
                    <a:pt x="260900" y="232784"/>
                  </a:lnTo>
                  <a:lnTo>
                    <a:pt x="254828" y="233500"/>
                  </a:lnTo>
                  <a:lnTo>
                    <a:pt x="243967" y="234825"/>
                  </a:lnTo>
                  <a:lnTo>
                    <a:pt x="241089" y="235172"/>
                  </a:lnTo>
                  <a:lnTo>
                    <a:pt x="239440" y="235336"/>
                  </a:lnTo>
                  <a:lnTo>
                    <a:pt x="226022" y="236650"/>
                  </a:lnTo>
                  <a:lnTo>
                    <a:pt x="216833" y="237737"/>
                  </a:lnTo>
                  <a:lnTo>
                    <a:pt x="214559" y="238003"/>
                  </a:lnTo>
                  <a:lnTo>
                    <a:pt x="202163" y="239205"/>
                  </a:lnTo>
                  <a:lnTo>
                    <a:pt x="200450" y="239352"/>
                  </a:lnTo>
                  <a:lnTo>
                    <a:pt x="189646" y="240267"/>
                  </a:lnTo>
                  <a:lnTo>
                    <a:pt x="187251" y="240467"/>
                  </a:lnTo>
                  <a:lnTo>
                    <a:pt x="176779" y="241424"/>
                  </a:lnTo>
                  <a:lnTo>
                    <a:pt x="172838" y="241778"/>
                  </a:lnTo>
                  <a:lnTo>
                    <a:pt x="162510" y="242753"/>
                  </a:lnTo>
                  <a:lnTo>
                    <a:pt x="158036" y="243168"/>
                  </a:lnTo>
                  <a:lnTo>
                    <a:pt x="149674" y="243829"/>
                  </a:lnTo>
                  <a:lnTo>
                    <a:pt x="145025" y="244191"/>
                  </a:lnTo>
                  <a:lnTo>
                    <a:pt x="135513" y="244883"/>
                  </a:lnTo>
                  <a:lnTo>
                    <a:pt x="131798" y="245148"/>
                  </a:lnTo>
                  <a:lnTo>
                    <a:pt x="125973" y="245451"/>
                  </a:lnTo>
                  <a:lnTo>
                    <a:pt x="114817" y="246011"/>
                  </a:lnTo>
                  <a:lnTo>
                    <a:pt x="109182" y="246267"/>
                  </a:lnTo>
                  <a:lnTo>
                    <a:pt x="100037" y="246669"/>
                  </a:lnTo>
                  <a:lnTo>
                    <a:pt x="92120" y="247019"/>
                  </a:lnTo>
                  <a:lnTo>
                    <a:pt x="84204" y="247356"/>
                  </a:lnTo>
                  <a:lnTo>
                    <a:pt x="81927" y="247448"/>
                  </a:lnTo>
                  <a:lnTo>
                    <a:pt x="72470" y="247819"/>
                  </a:lnTo>
                  <a:lnTo>
                    <a:pt x="58663" y="248316"/>
                  </a:lnTo>
                  <a:lnTo>
                    <a:pt x="59603" y="246847"/>
                  </a:lnTo>
                  <a:lnTo>
                    <a:pt x="57437" y="243050"/>
                  </a:lnTo>
                  <a:lnTo>
                    <a:pt x="53524" y="240952"/>
                  </a:lnTo>
                  <a:lnTo>
                    <a:pt x="50795" y="236886"/>
                  </a:lnTo>
                  <a:lnTo>
                    <a:pt x="53839" y="233015"/>
                  </a:lnTo>
                  <a:lnTo>
                    <a:pt x="53187" y="228208"/>
                  </a:lnTo>
                  <a:lnTo>
                    <a:pt x="54838" y="224909"/>
                  </a:lnTo>
                  <a:lnTo>
                    <a:pt x="54322" y="224053"/>
                  </a:lnTo>
                  <a:lnTo>
                    <a:pt x="53095" y="222020"/>
                  </a:lnTo>
                  <a:lnTo>
                    <a:pt x="53471" y="218269"/>
                  </a:lnTo>
                  <a:lnTo>
                    <a:pt x="51086" y="214864"/>
                  </a:lnTo>
                  <a:lnTo>
                    <a:pt x="51016" y="212092"/>
                  </a:lnTo>
                  <a:lnTo>
                    <a:pt x="50956" y="209695"/>
                  </a:lnTo>
                  <a:lnTo>
                    <a:pt x="50514" y="206492"/>
                  </a:lnTo>
                  <a:lnTo>
                    <a:pt x="50779" y="203691"/>
                  </a:lnTo>
                  <a:lnTo>
                    <a:pt x="50978" y="201583"/>
                  </a:lnTo>
                  <a:lnTo>
                    <a:pt x="47877" y="201949"/>
                  </a:lnTo>
                  <a:lnTo>
                    <a:pt x="47838" y="201401"/>
                  </a:lnTo>
                  <a:lnTo>
                    <a:pt x="47576" y="197768"/>
                  </a:lnTo>
                  <a:lnTo>
                    <a:pt x="48672" y="194557"/>
                  </a:lnTo>
                  <a:lnTo>
                    <a:pt x="46421" y="191232"/>
                  </a:lnTo>
                  <a:lnTo>
                    <a:pt x="46060" y="187500"/>
                  </a:lnTo>
                  <a:lnTo>
                    <a:pt x="46071" y="185942"/>
                  </a:lnTo>
                  <a:lnTo>
                    <a:pt x="46106" y="180790"/>
                  </a:lnTo>
                  <a:lnTo>
                    <a:pt x="42516" y="179870"/>
                  </a:lnTo>
                  <a:lnTo>
                    <a:pt x="41731" y="177002"/>
                  </a:lnTo>
                  <a:lnTo>
                    <a:pt x="40948" y="174134"/>
                  </a:lnTo>
                  <a:lnTo>
                    <a:pt x="36595" y="175581"/>
                  </a:lnTo>
                  <a:lnTo>
                    <a:pt x="35814" y="173044"/>
                  </a:lnTo>
                  <a:lnTo>
                    <a:pt x="34089" y="169022"/>
                  </a:lnTo>
                  <a:lnTo>
                    <a:pt x="34279" y="164703"/>
                  </a:lnTo>
                  <a:lnTo>
                    <a:pt x="34457" y="164071"/>
                  </a:lnTo>
                  <a:lnTo>
                    <a:pt x="35479" y="160447"/>
                  </a:lnTo>
                  <a:lnTo>
                    <a:pt x="36566" y="154850"/>
                  </a:lnTo>
                  <a:lnTo>
                    <a:pt x="33869" y="151272"/>
                  </a:lnTo>
                  <a:lnTo>
                    <a:pt x="32676" y="149312"/>
                  </a:lnTo>
                  <a:lnTo>
                    <a:pt x="30642" y="145965"/>
                  </a:lnTo>
                  <a:lnTo>
                    <a:pt x="31955" y="140848"/>
                  </a:lnTo>
                  <a:lnTo>
                    <a:pt x="26497" y="137342"/>
                  </a:lnTo>
                  <a:lnTo>
                    <a:pt x="23552" y="135552"/>
                  </a:lnTo>
                  <a:lnTo>
                    <a:pt x="23553" y="130357"/>
                  </a:lnTo>
                  <a:lnTo>
                    <a:pt x="18801" y="126405"/>
                  </a:lnTo>
                  <a:lnTo>
                    <a:pt x="19248" y="122623"/>
                  </a:lnTo>
                  <a:lnTo>
                    <a:pt x="19286" y="122303"/>
                  </a:lnTo>
                  <a:lnTo>
                    <a:pt x="19148" y="118717"/>
                  </a:lnTo>
                  <a:lnTo>
                    <a:pt x="18171" y="117501"/>
                  </a:lnTo>
                  <a:lnTo>
                    <a:pt x="14742" y="113228"/>
                  </a:lnTo>
                  <a:lnTo>
                    <a:pt x="14276" y="107495"/>
                  </a:lnTo>
                  <a:lnTo>
                    <a:pt x="15865" y="103447"/>
                  </a:lnTo>
                  <a:lnTo>
                    <a:pt x="12068" y="101348"/>
                  </a:lnTo>
                  <a:lnTo>
                    <a:pt x="10164" y="99946"/>
                  </a:lnTo>
                  <a:lnTo>
                    <a:pt x="9245" y="99384"/>
                  </a:lnTo>
                  <a:lnTo>
                    <a:pt x="10040" y="96312"/>
                  </a:lnTo>
                  <a:lnTo>
                    <a:pt x="9846" y="95910"/>
                  </a:lnTo>
                  <a:lnTo>
                    <a:pt x="6897" y="89784"/>
                  </a:lnTo>
                  <a:lnTo>
                    <a:pt x="3020" y="86275"/>
                  </a:lnTo>
                  <a:lnTo>
                    <a:pt x="1001" y="834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599000" y="2401282"/>
              <a:ext cx="461480" cy="751449"/>
            </a:xfrm>
            <a:custGeom>
              <a:avLst/>
              <a:pathLst>
                <a:path w="461480" h="751449">
                  <a:moveTo>
                    <a:pt x="33278" y="442293"/>
                  </a:moveTo>
                  <a:lnTo>
                    <a:pt x="35936" y="439207"/>
                  </a:lnTo>
                  <a:lnTo>
                    <a:pt x="36275" y="433994"/>
                  </a:lnTo>
                  <a:lnTo>
                    <a:pt x="41192" y="430603"/>
                  </a:lnTo>
                  <a:lnTo>
                    <a:pt x="43543" y="427690"/>
                  </a:lnTo>
                  <a:lnTo>
                    <a:pt x="48762" y="419226"/>
                  </a:lnTo>
                  <a:lnTo>
                    <a:pt x="52531" y="412436"/>
                  </a:lnTo>
                  <a:lnTo>
                    <a:pt x="56435" y="410271"/>
                  </a:lnTo>
                  <a:lnTo>
                    <a:pt x="62627" y="408529"/>
                  </a:lnTo>
                  <a:lnTo>
                    <a:pt x="66602" y="403982"/>
                  </a:lnTo>
                  <a:lnTo>
                    <a:pt x="68840" y="401418"/>
                  </a:lnTo>
                  <a:lnTo>
                    <a:pt x="72179" y="396226"/>
                  </a:lnTo>
                  <a:lnTo>
                    <a:pt x="71521" y="391051"/>
                  </a:lnTo>
                  <a:lnTo>
                    <a:pt x="73734" y="386249"/>
                  </a:lnTo>
                  <a:lnTo>
                    <a:pt x="78622" y="382555"/>
                  </a:lnTo>
                  <a:lnTo>
                    <a:pt x="81284" y="379453"/>
                  </a:lnTo>
                  <a:lnTo>
                    <a:pt x="88093" y="366668"/>
                  </a:lnTo>
                  <a:lnTo>
                    <a:pt x="88729" y="365357"/>
                  </a:lnTo>
                  <a:lnTo>
                    <a:pt x="90744" y="361197"/>
                  </a:lnTo>
                  <a:lnTo>
                    <a:pt x="99160" y="349973"/>
                  </a:lnTo>
                  <a:lnTo>
                    <a:pt x="107389" y="339199"/>
                  </a:lnTo>
                  <a:lnTo>
                    <a:pt x="111010" y="334986"/>
                  </a:lnTo>
                  <a:lnTo>
                    <a:pt x="107993" y="327720"/>
                  </a:lnTo>
                  <a:lnTo>
                    <a:pt x="108562" y="322508"/>
                  </a:lnTo>
                  <a:lnTo>
                    <a:pt x="105628" y="317414"/>
                  </a:lnTo>
                  <a:lnTo>
                    <a:pt x="100867" y="316061"/>
                  </a:lnTo>
                  <a:lnTo>
                    <a:pt x="97034" y="310783"/>
                  </a:lnTo>
                  <a:lnTo>
                    <a:pt x="93903" y="308699"/>
                  </a:lnTo>
                  <a:lnTo>
                    <a:pt x="93347" y="307484"/>
                  </a:lnTo>
                  <a:lnTo>
                    <a:pt x="90467" y="301183"/>
                  </a:lnTo>
                  <a:lnTo>
                    <a:pt x="89728" y="295830"/>
                  </a:lnTo>
                  <a:lnTo>
                    <a:pt x="88552" y="291855"/>
                  </a:lnTo>
                  <a:lnTo>
                    <a:pt x="88142" y="285131"/>
                  </a:lnTo>
                  <a:lnTo>
                    <a:pt x="86031" y="282256"/>
                  </a:lnTo>
                  <a:lnTo>
                    <a:pt x="90311" y="277356"/>
                  </a:lnTo>
                  <a:lnTo>
                    <a:pt x="91666" y="274766"/>
                  </a:lnTo>
                  <a:lnTo>
                    <a:pt x="89681" y="271429"/>
                  </a:lnTo>
                  <a:lnTo>
                    <a:pt x="90704" y="266225"/>
                  </a:lnTo>
                  <a:lnTo>
                    <a:pt x="89572" y="260934"/>
                  </a:lnTo>
                  <a:lnTo>
                    <a:pt x="86305" y="255117"/>
                  </a:lnTo>
                  <a:lnTo>
                    <a:pt x="89283" y="250055"/>
                  </a:lnTo>
                  <a:lnTo>
                    <a:pt x="89548" y="248484"/>
                  </a:lnTo>
                  <a:lnTo>
                    <a:pt x="90301" y="244023"/>
                  </a:lnTo>
                  <a:lnTo>
                    <a:pt x="91770" y="237263"/>
                  </a:lnTo>
                  <a:lnTo>
                    <a:pt x="104120" y="180667"/>
                  </a:lnTo>
                  <a:lnTo>
                    <a:pt x="104702" y="178013"/>
                  </a:lnTo>
                  <a:lnTo>
                    <a:pt x="106897" y="167907"/>
                  </a:lnTo>
                  <a:lnTo>
                    <a:pt x="109141" y="157587"/>
                  </a:lnTo>
                  <a:lnTo>
                    <a:pt x="116928" y="121897"/>
                  </a:lnTo>
                  <a:lnTo>
                    <a:pt x="122123" y="98513"/>
                  </a:lnTo>
                  <a:lnTo>
                    <a:pt x="123585" y="91947"/>
                  </a:lnTo>
                  <a:lnTo>
                    <a:pt x="125294" y="84277"/>
                  </a:lnTo>
                  <a:lnTo>
                    <a:pt x="132059" y="55601"/>
                  </a:lnTo>
                  <a:lnTo>
                    <a:pt x="137204" y="33017"/>
                  </a:lnTo>
                  <a:lnTo>
                    <a:pt x="141347" y="14711"/>
                  </a:lnTo>
                  <a:lnTo>
                    <a:pt x="144684" y="0"/>
                  </a:lnTo>
                  <a:lnTo>
                    <a:pt x="161965" y="3680"/>
                  </a:lnTo>
                  <a:lnTo>
                    <a:pt x="183310" y="8216"/>
                  </a:lnTo>
                  <a:lnTo>
                    <a:pt x="206492" y="12967"/>
                  </a:lnTo>
                  <a:lnTo>
                    <a:pt x="196341" y="61221"/>
                  </a:lnTo>
                  <a:lnTo>
                    <a:pt x="195919" y="63233"/>
                  </a:lnTo>
                  <a:lnTo>
                    <a:pt x="192459" y="79818"/>
                  </a:lnTo>
                  <a:lnTo>
                    <a:pt x="190564" y="88887"/>
                  </a:lnTo>
                  <a:lnTo>
                    <a:pt x="188722" y="97712"/>
                  </a:lnTo>
                  <a:lnTo>
                    <a:pt x="186183" y="109806"/>
                  </a:lnTo>
                  <a:lnTo>
                    <a:pt x="186555" y="111425"/>
                  </a:lnTo>
                  <a:lnTo>
                    <a:pt x="186829" y="112620"/>
                  </a:lnTo>
                  <a:lnTo>
                    <a:pt x="189870" y="120829"/>
                  </a:lnTo>
                  <a:lnTo>
                    <a:pt x="192568" y="126934"/>
                  </a:lnTo>
                  <a:lnTo>
                    <a:pt x="195582" y="130378"/>
                  </a:lnTo>
                  <a:lnTo>
                    <a:pt x="195162" y="135740"/>
                  </a:lnTo>
                  <a:lnTo>
                    <a:pt x="201098" y="143416"/>
                  </a:lnTo>
                  <a:lnTo>
                    <a:pt x="199464" y="147314"/>
                  </a:lnTo>
                  <a:lnTo>
                    <a:pt x="201566" y="150890"/>
                  </a:lnTo>
                  <a:lnTo>
                    <a:pt x="198896" y="155107"/>
                  </a:lnTo>
                  <a:lnTo>
                    <a:pt x="198310" y="159388"/>
                  </a:lnTo>
                  <a:lnTo>
                    <a:pt x="202654" y="165389"/>
                  </a:lnTo>
                  <a:lnTo>
                    <a:pt x="198393" y="167010"/>
                  </a:lnTo>
                  <a:lnTo>
                    <a:pt x="196489" y="170606"/>
                  </a:lnTo>
                  <a:lnTo>
                    <a:pt x="204063" y="177232"/>
                  </a:lnTo>
                  <a:lnTo>
                    <a:pt x="206075" y="182959"/>
                  </a:lnTo>
                  <a:lnTo>
                    <a:pt x="209486" y="186577"/>
                  </a:lnTo>
                  <a:lnTo>
                    <a:pt x="215573" y="189751"/>
                  </a:lnTo>
                  <a:lnTo>
                    <a:pt x="218327" y="191225"/>
                  </a:lnTo>
                  <a:lnTo>
                    <a:pt x="219720" y="196132"/>
                  </a:lnTo>
                  <a:lnTo>
                    <a:pt x="221426" y="200000"/>
                  </a:lnTo>
                  <a:lnTo>
                    <a:pt x="224937" y="205077"/>
                  </a:lnTo>
                  <a:lnTo>
                    <a:pt x="228111" y="212711"/>
                  </a:lnTo>
                  <a:lnTo>
                    <a:pt x="230633" y="217133"/>
                  </a:lnTo>
                  <a:lnTo>
                    <a:pt x="232287" y="222533"/>
                  </a:lnTo>
                  <a:lnTo>
                    <a:pt x="236182" y="227161"/>
                  </a:lnTo>
                  <a:lnTo>
                    <a:pt x="238070" y="229401"/>
                  </a:lnTo>
                  <a:lnTo>
                    <a:pt x="236171" y="233688"/>
                  </a:lnTo>
                  <a:lnTo>
                    <a:pt x="239261" y="239921"/>
                  </a:lnTo>
                  <a:lnTo>
                    <a:pt x="244623" y="244253"/>
                  </a:lnTo>
                  <a:lnTo>
                    <a:pt x="245401" y="248409"/>
                  </a:lnTo>
                  <a:lnTo>
                    <a:pt x="249927" y="249113"/>
                  </a:lnTo>
                  <a:lnTo>
                    <a:pt x="251239" y="250200"/>
                  </a:lnTo>
                  <a:lnTo>
                    <a:pt x="254207" y="252654"/>
                  </a:lnTo>
                  <a:lnTo>
                    <a:pt x="253561" y="258034"/>
                  </a:lnTo>
                  <a:lnTo>
                    <a:pt x="255468" y="258949"/>
                  </a:lnTo>
                  <a:lnTo>
                    <a:pt x="258220" y="260266"/>
                  </a:lnTo>
                  <a:lnTo>
                    <a:pt x="264531" y="260944"/>
                  </a:lnTo>
                  <a:lnTo>
                    <a:pt x="271007" y="260137"/>
                  </a:lnTo>
                  <a:lnTo>
                    <a:pt x="272416" y="261777"/>
                  </a:lnTo>
                  <a:lnTo>
                    <a:pt x="273266" y="262765"/>
                  </a:lnTo>
                  <a:lnTo>
                    <a:pt x="271333" y="269359"/>
                  </a:lnTo>
                  <a:lnTo>
                    <a:pt x="268752" y="275884"/>
                  </a:lnTo>
                  <a:lnTo>
                    <a:pt x="265175" y="276182"/>
                  </a:lnTo>
                  <a:lnTo>
                    <a:pt x="264845" y="284845"/>
                  </a:lnTo>
                  <a:lnTo>
                    <a:pt x="261900" y="286788"/>
                  </a:lnTo>
                  <a:lnTo>
                    <a:pt x="259927" y="294094"/>
                  </a:lnTo>
                  <a:lnTo>
                    <a:pt x="258630" y="297567"/>
                  </a:lnTo>
                  <a:lnTo>
                    <a:pt x="257411" y="301028"/>
                  </a:lnTo>
                  <a:lnTo>
                    <a:pt x="256548" y="307215"/>
                  </a:lnTo>
                  <a:lnTo>
                    <a:pt x="251846" y="306979"/>
                  </a:lnTo>
                  <a:lnTo>
                    <a:pt x="250649" y="311021"/>
                  </a:lnTo>
                  <a:lnTo>
                    <a:pt x="254240" y="314508"/>
                  </a:lnTo>
                  <a:lnTo>
                    <a:pt x="251704" y="320751"/>
                  </a:lnTo>
                  <a:lnTo>
                    <a:pt x="253576" y="325297"/>
                  </a:lnTo>
                  <a:lnTo>
                    <a:pt x="255707" y="328391"/>
                  </a:lnTo>
                  <a:lnTo>
                    <a:pt x="254093" y="333119"/>
                  </a:lnTo>
                  <a:lnTo>
                    <a:pt x="255251" y="336254"/>
                  </a:lnTo>
                  <a:lnTo>
                    <a:pt x="252445" y="338451"/>
                  </a:lnTo>
                  <a:lnTo>
                    <a:pt x="245776" y="339181"/>
                  </a:lnTo>
                  <a:lnTo>
                    <a:pt x="241731" y="344071"/>
                  </a:lnTo>
                  <a:lnTo>
                    <a:pt x="244581" y="350392"/>
                  </a:lnTo>
                  <a:lnTo>
                    <a:pt x="243992" y="355621"/>
                  </a:lnTo>
                  <a:lnTo>
                    <a:pt x="241231" y="356966"/>
                  </a:lnTo>
                  <a:lnTo>
                    <a:pt x="240295" y="361191"/>
                  </a:lnTo>
                  <a:lnTo>
                    <a:pt x="240882" y="363458"/>
                  </a:lnTo>
                  <a:lnTo>
                    <a:pt x="241596" y="366211"/>
                  </a:lnTo>
                  <a:lnTo>
                    <a:pt x="244674" y="368302"/>
                  </a:lnTo>
                  <a:lnTo>
                    <a:pt x="249735" y="374366"/>
                  </a:lnTo>
                  <a:lnTo>
                    <a:pt x="255563" y="376631"/>
                  </a:lnTo>
                  <a:lnTo>
                    <a:pt x="258409" y="371402"/>
                  </a:lnTo>
                  <a:lnTo>
                    <a:pt x="262960" y="371441"/>
                  </a:lnTo>
                  <a:lnTo>
                    <a:pt x="270947" y="366998"/>
                  </a:lnTo>
                  <a:lnTo>
                    <a:pt x="276407" y="362947"/>
                  </a:lnTo>
                  <a:lnTo>
                    <a:pt x="277084" y="358843"/>
                  </a:lnTo>
                  <a:lnTo>
                    <a:pt x="280132" y="358928"/>
                  </a:lnTo>
                  <a:lnTo>
                    <a:pt x="281392" y="360959"/>
                  </a:lnTo>
                  <a:lnTo>
                    <a:pt x="284075" y="365280"/>
                  </a:lnTo>
                  <a:lnTo>
                    <a:pt x="286258" y="367717"/>
                  </a:lnTo>
                  <a:lnTo>
                    <a:pt x="289588" y="370453"/>
                  </a:lnTo>
                  <a:lnTo>
                    <a:pt x="288520" y="378183"/>
                  </a:lnTo>
                  <a:lnTo>
                    <a:pt x="290709" y="382814"/>
                  </a:lnTo>
                  <a:lnTo>
                    <a:pt x="289591" y="387932"/>
                  </a:lnTo>
                  <a:lnTo>
                    <a:pt x="290978" y="392447"/>
                  </a:lnTo>
                  <a:lnTo>
                    <a:pt x="289761" y="398229"/>
                  </a:lnTo>
                  <a:lnTo>
                    <a:pt x="294069" y="408041"/>
                  </a:lnTo>
                  <a:lnTo>
                    <a:pt x="297448" y="419266"/>
                  </a:lnTo>
                  <a:lnTo>
                    <a:pt x="301335" y="422781"/>
                  </a:lnTo>
                  <a:lnTo>
                    <a:pt x="304688" y="427418"/>
                  </a:lnTo>
                  <a:lnTo>
                    <a:pt x="304810" y="432672"/>
                  </a:lnTo>
                  <a:lnTo>
                    <a:pt x="303171" y="437745"/>
                  </a:lnTo>
                  <a:lnTo>
                    <a:pt x="300722" y="441607"/>
                  </a:lnTo>
                  <a:lnTo>
                    <a:pt x="303189" y="448855"/>
                  </a:lnTo>
                  <a:lnTo>
                    <a:pt x="306164" y="450129"/>
                  </a:lnTo>
                  <a:lnTo>
                    <a:pt x="310776" y="454489"/>
                  </a:lnTo>
                  <a:lnTo>
                    <a:pt x="314890" y="452774"/>
                  </a:lnTo>
                  <a:lnTo>
                    <a:pt x="321912" y="459757"/>
                  </a:lnTo>
                  <a:lnTo>
                    <a:pt x="323101" y="465569"/>
                  </a:lnTo>
                  <a:lnTo>
                    <a:pt x="325418" y="473869"/>
                  </a:lnTo>
                  <a:lnTo>
                    <a:pt x="323791" y="478809"/>
                  </a:lnTo>
                  <a:lnTo>
                    <a:pt x="326609" y="485157"/>
                  </a:lnTo>
                  <a:lnTo>
                    <a:pt x="325876" y="489710"/>
                  </a:lnTo>
                  <a:lnTo>
                    <a:pt x="328867" y="495695"/>
                  </a:lnTo>
                  <a:lnTo>
                    <a:pt x="333102" y="500015"/>
                  </a:lnTo>
                  <a:lnTo>
                    <a:pt x="337289" y="498199"/>
                  </a:lnTo>
                  <a:lnTo>
                    <a:pt x="337664" y="498036"/>
                  </a:lnTo>
                  <a:lnTo>
                    <a:pt x="337769" y="494551"/>
                  </a:lnTo>
                  <a:lnTo>
                    <a:pt x="345077" y="490052"/>
                  </a:lnTo>
                  <a:lnTo>
                    <a:pt x="347021" y="489974"/>
                  </a:lnTo>
                  <a:lnTo>
                    <a:pt x="354160" y="492302"/>
                  </a:lnTo>
                  <a:lnTo>
                    <a:pt x="362891" y="494765"/>
                  </a:lnTo>
                  <a:lnTo>
                    <a:pt x="368350" y="498803"/>
                  </a:lnTo>
                  <a:lnTo>
                    <a:pt x="371523" y="491227"/>
                  </a:lnTo>
                  <a:lnTo>
                    <a:pt x="377137" y="488134"/>
                  </a:lnTo>
                  <a:lnTo>
                    <a:pt x="381226" y="491249"/>
                  </a:lnTo>
                  <a:lnTo>
                    <a:pt x="387685" y="493726"/>
                  </a:lnTo>
                  <a:lnTo>
                    <a:pt x="394111" y="493777"/>
                  </a:lnTo>
                  <a:lnTo>
                    <a:pt x="405807" y="492894"/>
                  </a:lnTo>
                  <a:lnTo>
                    <a:pt x="409392" y="498640"/>
                  </a:lnTo>
                  <a:lnTo>
                    <a:pt x="417256" y="494958"/>
                  </a:lnTo>
                  <a:lnTo>
                    <a:pt x="423241" y="496134"/>
                  </a:lnTo>
                  <a:lnTo>
                    <a:pt x="426972" y="496864"/>
                  </a:lnTo>
                  <a:lnTo>
                    <a:pt x="430381" y="494593"/>
                  </a:lnTo>
                  <a:lnTo>
                    <a:pt x="435195" y="485675"/>
                  </a:lnTo>
                  <a:lnTo>
                    <a:pt x="436242" y="484200"/>
                  </a:lnTo>
                  <a:lnTo>
                    <a:pt x="437839" y="481946"/>
                  </a:lnTo>
                  <a:lnTo>
                    <a:pt x="442029" y="479097"/>
                  </a:lnTo>
                  <a:lnTo>
                    <a:pt x="442518" y="479558"/>
                  </a:lnTo>
                  <a:lnTo>
                    <a:pt x="445842" y="482690"/>
                  </a:lnTo>
                  <a:lnTo>
                    <a:pt x="448870" y="488713"/>
                  </a:lnTo>
                  <a:lnTo>
                    <a:pt x="451345" y="493528"/>
                  </a:lnTo>
                  <a:lnTo>
                    <a:pt x="452271" y="498408"/>
                  </a:lnTo>
                  <a:lnTo>
                    <a:pt x="455744" y="502870"/>
                  </a:lnTo>
                  <a:lnTo>
                    <a:pt x="456629" y="507182"/>
                  </a:lnTo>
                  <a:lnTo>
                    <a:pt x="461480" y="509800"/>
                  </a:lnTo>
                  <a:lnTo>
                    <a:pt x="460149" y="519487"/>
                  </a:lnTo>
                  <a:lnTo>
                    <a:pt x="456748" y="544909"/>
                  </a:lnTo>
                  <a:lnTo>
                    <a:pt x="455096" y="557761"/>
                  </a:lnTo>
                  <a:lnTo>
                    <a:pt x="454154" y="565102"/>
                  </a:lnTo>
                  <a:lnTo>
                    <a:pt x="451275" y="586656"/>
                  </a:lnTo>
                  <a:lnTo>
                    <a:pt x="448872" y="604918"/>
                  </a:lnTo>
                  <a:lnTo>
                    <a:pt x="446495" y="623037"/>
                  </a:lnTo>
                  <a:lnTo>
                    <a:pt x="443347" y="646824"/>
                  </a:lnTo>
                  <a:lnTo>
                    <a:pt x="442662" y="652001"/>
                  </a:lnTo>
                  <a:lnTo>
                    <a:pt x="441952" y="657373"/>
                  </a:lnTo>
                  <a:lnTo>
                    <a:pt x="438834" y="681010"/>
                  </a:lnTo>
                  <a:lnTo>
                    <a:pt x="435986" y="701388"/>
                  </a:lnTo>
                  <a:lnTo>
                    <a:pt x="433746" y="717449"/>
                  </a:lnTo>
                  <a:lnTo>
                    <a:pt x="429287" y="751449"/>
                  </a:lnTo>
                  <a:lnTo>
                    <a:pt x="405608" y="748249"/>
                  </a:lnTo>
                  <a:lnTo>
                    <a:pt x="398565" y="747374"/>
                  </a:lnTo>
                  <a:lnTo>
                    <a:pt x="395932" y="747006"/>
                  </a:lnTo>
                  <a:lnTo>
                    <a:pt x="378378" y="744528"/>
                  </a:lnTo>
                  <a:lnTo>
                    <a:pt x="352459" y="740890"/>
                  </a:lnTo>
                  <a:lnTo>
                    <a:pt x="348892" y="740249"/>
                  </a:lnTo>
                  <a:lnTo>
                    <a:pt x="341296" y="738875"/>
                  </a:lnTo>
                  <a:lnTo>
                    <a:pt x="313669" y="734698"/>
                  </a:lnTo>
                  <a:lnTo>
                    <a:pt x="288225" y="730878"/>
                  </a:lnTo>
                  <a:lnTo>
                    <a:pt x="270319" y="728176"/>
                  </a:lnTo>
                  <a:lnTo>
                    <a:pt x="252477" y="725517"/>
                  </a:lnTo>
                  <a:lnTo>
                    <a:pt x="229295" y="722075"/>
                  </a:lnTo>
                  <a:lnTo>
                    <a:pt x="213304" y="718803"/>
                  </a:lnTo>
                  <a:lnTo>
                    <a:pt x="196072" y="715732"/>
                  </a:lnTo>
                  <a:lnTo>
                    <a:pt x="173378" y="711642"/>
                  </a:lnTo>
                  <a:lnTo>
                    <a:pt x="151901" y="707173"/>
                  </a:lnTo>
                  <a:lnTo>
                    <a:pt x="141930" y="705449"/>
                  </a:lnTo>
                  <a:lnTo>
                    <a:pt x="122143" y="701976"/>
                  </a:lnTo>
                  <a:lnTo>
                    <a:pt x="99848" y="697560"/>
                  </a:lnTo>
                  <a:lnTo>
                    <a:pt x="82379" y="694205"/>
                  </a:lnTo>
                  <a:lnTo>
                    <a:pt x="49364" y="687539"/>
                  </a:lnTo>
                  <a:lnTo>
                    <a:pt x="28459" y="683238"/>
                  </a:lnTo>
                  <a:lnTo>
                    <a:pt x="568" y="677140"/>
                  </a:lnTo>
                  <a:lnTo>
                    <a:pt x="0" y="677014"/>
                  </a:lnTo>
                  <a:lnTo>
                    <a:pt x="7489" y="640332"/>
                  </a:lnTo>
                  <a:lnTo>
                    <a:pt x="16069" y="598800"/>
                  </a:lnTo>
                  <a:lnTo>
                    <a:pt x="20404" y="577715"/>
                  </a:lnTo>
                  <a:lnTo>
                    <a:pt x="31890" y="522435"/>
                  </a:lnTo>
                  <a:lnTo>
                    <a:pt x="33679" y="514295"/>
                  </a:lnTo>
                  <a:lnTo>
                    <a:pt x="36732" y="500433"/>
                  </a:lnTo>
                  <a:lnTo>
                    <a:pt x="40520" y="495440"/>
                  </a:lnTo>
                  <a:lnTo>
                    <a:pt x="41467" y="494190"/>
                  </a:lnTo>
                  <a:lnTo>
                    <a:pt x="44350" y="485968"/>
                  </a:lnTo>
                  <a:lnTo>
                    <a:pt x="46841" y="481802"/>
                  </a:lnTo>
                  <a:lnTo>
                    <a:pt x="45224" y="475795"/>
                  </a:lnTo>
                  <a:lnTo>
                    <a:pt x="52050" y="470444"/>
                  </a:lnTo>
                  <a:lnTo>
                    <a:pt x="52215" y="470315"/>
                  </a:lnTo>
                  <a:lnTo>
                    <a:pt x="52256" y="467778"/>
                  </a:lnTo>
                  <a:lnTo>
                    <a:pt x="48246" y="465440"/>
                  </a:lnTo>
                  <a:lnTo>
                    <a:pt x="48647" y="461323"/>
                  </a:lnTo>
                  <a:lnTo>
                    <a:pt x="42687" y="459887"/>
                  </a:lnTo>
                  <a:lnTo>
                    <a:pt x="39287" y="455072"/>
                  </a:lnTo>
                  <a:lnTo>
                    <a:pt x="35525" y="456151"/>
                  </a:lnTo>
                  <a:lnTo>
                    <a:pt x="32939" y="452608"/>
                  </a:lnTo>
                  <a:lnTo>
                    <a:pt x="33447" y="451899"/>
                  </a:lnTo>
                  <a:lnTo>
                    <a:pt x="35465" y="449079"/>
                  </a:lnTo>
                  <a:lnTo>
                    <a:pt x="34426" y="4456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5028259" y="3315459"/>
              <a:ext cx="258964" cy="448442"/>
            </a:xfrm>
            <a:custGeom>
              <a:avLst/>
              <a:pathLst>
                <a:path w="258964" h="448442">
                  <a:moveTo>
                    <a:pt x="112" y="209976"/>
                  </a:moveTo>
                  <a:lnTo>
                    <a:pt x="296" y="206054"/>
                  </a:lnTo>
                  <a:lnTo>
                    <a:pt x="376" y="204339"/>
                  </a:lnTo>
                  <a:lnTo>
                    <a:pt x="1371" y="200017"/>
                  </a:lnTo>
                  <a:lnTo>
                    <a:pt x="3971" y="195255"/>
                  </a:lnTo>
                  <a:lnTo>
                    <a:pt x="6620" y="193302"/>
                  </a:lnTo>
                  <a:lnTo>
                    <a:pt x="5774" y="189129"/>
                  </a:lnTo>
                  <a:lnTo>
                    <a:pt x="6034" y="184407"/>
                  </a:lnTo>
                  <a:lnTo>
                    <a:pt x="4236" y="182661"/>
                  </a:lnTo>
                  <a:lnTo>
                    <a:pt x="5072" y="178709"/>
                  </a:lnTo>
                  <a:lnTo>
                    <a:pt x="6907" y="176031"/>
                  </a:lnTo>
                  <a:lnTo>
                    <a:pt x="12245" y="173462"/>
                  </a:lnTo>
                  <a:lnTo>
                    <a:pt x="16008" y="173082"/>
                  </a:lnTo>
                  <a:lnTo>
                    <a:pt x="19617" y="169904"/>
                  </a:lnTo>
                  <a:lnTo>
                    <a:pt x="19553" y="167758"/>
                  </a:lnTo>
                  <a:lnTo>
                    <a:pt x="19491" y="165703"/>
                  </a:lnTo>
                  <a:lnTo>
                    <a:pt x="20485" y="161207"/>
                  </a:lnTo>
                  <a:lnTo>
                    <a:pt x="20065" y="157923"/>
                  </a:lnTo>
                  <a:lnTo>
                    <a:pt x="22575" y="153846"/>
                  </a:lnTo>
                  <a:lnTo>
                    <a:pt x="25761" y="149973"/>
                  </a:lnTo>
                  <a:lnTo>
                    <a:pt x="27401" y="146419"/>
                  </a:lnTo>
                  <a:lnTo>
                    <a:pt x="27264" y="141184"/>
                  </a:lnTo>
                  <a:lnTo>
                    <a:pt x="26443" y="137202"/>
                  </a:lnTo>
                  <a:lnTo>
                    <a:pt x="26396" y="136977"/>
                  </a:lnTo>
                  <a:lnTo>
                    <a:pt x="25774" y="133959"/>
                  </a:lnTo>
                  <a:lnTo>
                    <a:pt x="22909" y="130131"/>
                  </a:lnTo>
                  <a:lnTo>
                    <a:pt x="20271" y="130133"/>
                  </a:lnTo>
                  <a:lnTo>
                    <a:pt x="17483" y="126551"/>
                  </a:lnTo>
                  <a:lnTo>
                    <a:pt x="15231" y="123931"/>
                  </a:lnTo>
                  <a:lnTo>
                    <a:pt x="16920" y="116964"/>
                  </a:lnTo>
                  <a:lnTo>
                    <a:pt x="17026" y="116523"/>
                  </a:lnTo>
                  <a:lnTo>
                    <a:pt x="17166" y="114137"/>
                  </a:lnTo>
                  <a:lnTo>
                    <a:pt x="18928" y="109558"/>
                  </a:lnTo>
                  <a:lnTo>
                    <a:pt x="22511" y="108644"/>
                  </a:lnTo>
                  <a:lnTo>
                    <a:pt x="25091" y="108938"/>
                  </a:lnTo>
                  <a:lnTo>
                    <a:pt x="28269" y="106542"/>
                  </a:lnTo>
                  <a:lnTo>
                    <a:pt x="33046" y="105630"/>
                  </a:lnTo>
                  <a:lnTo>
                    <a:pt x="38092" y="104909"/>
                  </a:lnTo>
                  <a:lnTo>
                    <a:pt x="42737" y="101939"/>
                  </a:lnTo>
                  <a:lnTo>
                    <a:pt x="45277" y="99125"/>
                  </a:lnTo>
                  <a:lnTo>
                    <a:pt x="48692" y="98472"/>
                  </a:lnTo>
                  <a:lnTo>
                    <a:pt x="51727" y="97796"/>
                  </a:lnTo>
                  <a:lnTo>
                    <a:pt x="54079" y="94346"/>
                  </a:lnTo>
                  <a:lnTo>
                    <a:pt x="56995" y="92657"/>
                  </a:lnTo>
                  <a:lnTo>
                    <a:pt x="58281" y="90974"/>
                  </a:lnTo>
                  <a:lnTo>
                    <a:pt x="57847" y="85714"/>
                  </a:lnTo>
                  <a:lnTo>
                    <a:pt x="58876" y="83150"/>
                  </a:lnTo>
                  <a:lnTo>
                    <a:pt x="58736" y="80450"/>
                  </a:lnTo>
                  <a:lnTo>
                    <a:pt x="58679" y="79355"/>
                  </a:lnTo>
                  <a:lnTo>
                    <a:pt x="62004" y="75928"/>
                  </a:lnTo>
                  <a:lnTo>
                    <a:pt x="62347" y="75648"/>
                  </a:lnTo>
                  <a:lnTo>
                    <a:pt x="65725" y="72888"/>
                  </a:lnTo>
                  <a:lnTo>
                    <a:pt x="65377" y="70296"/>
                  </a:lnTo>
                  <a:lnTo>
                    <a:pt x="65978" y="67069"/>
                  </a:lnTo>
                  <a:lnTo>
                    <a:pt x="65957" y="63357"/>
                  </a:lnTo>
                  <a:lnTo>
                    <a:pt x="65953" y="62686"/>
                  </a:lnTo>
                  <a:lnTo>
                    <a:pt x="66374" y="57973"/>
                  </a:lnTo>
                  <a:lnTo>
                    <a:pt x="64906" y="55160"/>
                  </a:lnTo>
                  <a:lnTo>
                    <a:pt x="64616" y="54605"/>
                  </a:lnTo>
                  <a:lnTo>
                    <a:pt x="64136" y="49344"/>
                  </a:lnTo>
                  <a:lnTo>
                    <a:pt x="61019" y="46274"/>
                  </a:lnTo>
                  <a:lnTo>
                    <a:pt x="57162" y="44690"/>
                  </a:lnTo>
                  <a:lnTo>
                    <a:pt x="54279" y="43484"/>
                  </a:lnTo>
                  <a:lnTo>
                    <a:pt x="52839" y="42881"/>
                  </a:lnTo>
                  <a:lnTo>
                    <a:pt x="48842" y="40455"/>
                  </a:lnTo>
                  <a:lnTo>
                    <a:pt x="46714" y="37567"/>
                  </a:lnTo>
                  <a:lnTo>
                    <a:pt x="47141" y="34155"/>
                  </a:lnTo>
                  <a:lnTo>
                    <a:pt x="45093" y="31406"/>
                  </a:lnTo>
                  <a:lnTo>
                    <a:pt x="42643" y="29714"/>
                  </a:lnTo>
                  <a:lnTo>
                    <a:pt x="40507" y="28237"/>
                  </a:lnTo>
                  <a:lnTo>
                    <a:pt x="37391" y="25720"/>
                  </a:lnTo>
                  <a:lnTo>
                    <a:pt x="35840" y="25195"/>
                  </a:lnTo>
                  <a:lnTo>
                    <a:pt x="32328" y="23633"/>
                  </a:lnTo>
                  <a:lnTo>
                    <a:pt x="32229" y="20697"/>
                  </a:lnTo>
                  <a:lnTo>
                    <a:pt x="44271" y="19404"/>
                  </a:lnTo>
                  <a:lnTo>
                    <a:pt x="44893" y="19328"/>
                  </a:lnTo>
                  <a:lnTo>
                    <a:pt x="56759" y="17869"/>
                  </a:lnTo>
                  <a:lnTo>
                    <a:pt x="74106" y="15910"/>
                  </a:lnTo>
                  <a:lnTo>
                    <a:pt x="79303" y="15333"/>
                  </a:lnTo>
                  <a:lnTo>
                    <a:pt x="99434" y="13046"/>
                  </a:lnTo>
                  <a:lnTo>
                    <a:pt x="104800" y="12435"/>
                  </a:lnTo>
                  <a:lnTo>
                    <a:pt x="106882" y="12197"/>
                  </a:lnTo>
                  <a:lnTo>
                    <a:pt x="124315" y="10161"/>
                  </a:lnTo>
                  <a:lnTo>
                    <a:pt x="125749" y="9991"/>
                  </a:lnTo>
                  <a:lnTo>
                    <a:pt x="131732" y="9245"/>
                  </a:lnTo>
                  <a:lnTo>
                    <a:pt x="141291" y="8037"/>
                  </a:lnTo>
                  <a:lnTo>
                    <a:pt x="145329" y="7521"/>
                  </a:lnTo>
                  <a:lnTo>
                    <a:pt x="156990" y="5777"/>
                  </a:lnTo>
                  <a:lnTo>
                    <a:pt x="159044" y="5475"/>
                  </a:lnTo>
                  <a:lnTo>
                    <a:pt x="168754" y="4035"/>
                  </a:lnTo>
                  <a:lnTo>
                    <a:pt x="173860" y="3269"/>
                  </a:lnTo>
                  <a:lnTo>
                    <a:pt x="174881" y="3134"/>
                  </a:lnTo>
                  <a:lnTo>
                    <a:pt x="198127" y="0"/>
                  </a:lnTo>
                  <a:lnTo>
                    <a:pt x="198786" y="5678"/>
                  </a:lnTo>
                  <a:lnTo>
                    <a:pt x="198452" y="10512"/>
                  </a:lnTo>
                  <a:lnTo>
                    <a:pt x="198336" y="15396"/>
                  </a:lnTo>
                  <a:lnTo>
                    <a:pt x="198460" y="15681"/>
                  </a:lnTo>
                  <a:lnTo>
                    <a:pt x="201443" y="22504"/>
                  </a:lnTo>
                  <a:lnTo>
                    <a:pt x="204474" y="26566"/>
                  </a:lnTo>
                  <a:lnTo>
                    <a:pt x="205802" y="28335"/>
                  </a:lnTo>
                  <a:lnTo>
                    <a:pt x="209385" y="31528"/>
                  </a:lnTo>
                  <a:lnTo>
                    <a:pt x="209861" y="31952"/>
                  </a:lnTo>
                  <a:lnTo>
                    <a:pt x="211188" y="35526"/>
                  </a:lnTo>
                  <a:lnTo>
                    <a:pt x="213623" y="41182"/>
                  </a:lnTo>
                  <a:lnTo>
                    <a:pt x="215280" y="45026"/>
                  </a:lnTo>
                  <a:lnTo>
                    <a:pt x="215782" y="45491"/>
                  </a:lnTo>
                  <a:lnTo>
                    <a:pt x="216098" y="45785"/>
                  </a:lnTo>
                  <a:lnTo>
                    <a:pt x="216127" y="46498"/>
                  </a:lnTo>
                  <a:lnTo>
                    <a:pt x="216125" y="47597"/>
                  </a:lnTo>
                  <a:lnTo>
                    <a:pt x="216620" y="48990"/>
                  </a:lnTo>
                  <a:lnTo>
                    <a:pt x="216827" y="49572"/>
                  </a:lnTo>
                  <a:lnTo>
                    <a:pt x="218182" y="51658"/>
                  </a:lnTo>
                  <a:lnTo>
                    <a:pt x="220622" y="55411"/>
                  </a:lnTo>
                  <a:lnTo>
                    <a:pt x="222590" y="56552"/>
                  </a:lnTo>
                  <a:lnTo>
                    <a:pt x="223068" y="57874"/>
                  </a:lnTo>
                  <a:lnTo>
                    <a:pt x="223263" y="58414"/>
                  </a:lnTo>
                  <a:lnTo>
                    <a:pt x="223453" y="59654"/>
                  </a:lnTo>
                  <a:lnTo>
                    <a:pt x="225496" y="73817"/>
                  </a:lnTo>
                  <a:lnTo>
                    <a:pt x="226165" y="78534"/>
                  </a:lnTo>
                  <a:lnTo>
                    <a:pt x="228100" y="92196"/>
                  </a:lnTo>
                  <a:lnTo>
                    <a:pt x="229647" y="102654"/>
                  </a:lnTo>
                  <a:lnTo>
                    <a:pt x="231301" y="113848"/>
                  </a:lnTo>
                  <a:lnTo>
                    <a:pt x="231473" y="114997"/>
                  </a:lnTo>
                  <a:lnTo>
                    <a:pt x="232834" y="124088"/>
                  </a:lnTo>
                  <a:lnTo>
                    <a:pt x="234669" y="136667"/>
                  </a:lnTo>
                  <a:lnTo>
                    <a:pt x="236992" y="152636"/>
                  </a:lnTo>
                  <a:lnTo>
                    <a:pt x="237467" y="156143"/>
                  </a:lnTo>
                  <a:lnTo>
                    <a:pt x="237622" y="157281"/>
                  </a:lnTo>
                  <a:lnTo>
                    <a:pt x="240050" y="175237"/>
                  </a:lnTo>
                  <a:lnTo>
                    <a:pt x="241172" y="183380"/>
                  </a:lnTo>
                  <a:lnTo>
                    <a:pt x="242146" y="190460"/>
                  </a:lnTo>
                  <a:lnTo>
                    <a:pt x="242661" y="194205"/>
                  </a:lnTo>
                  <a:lnTo>
                    <a:pt x="244125" y="204397"/>
                  </a:lnTo>
                  <a:lnTo>
                    <a:pt x="246603" y="221686"/>
                  </a:lnTo>
                  <a:lnTo>
                    <a:pt x="247279" y="226245"/>
                  </a:lnTo>
                  <a:lnTo>
                    <a:pt x="248806" y="236555"/>
                  </a:lnTo>
                  <a:lnTo>
                    <a:pt x="248897" y="237168"/>
                  </a:lnTo>
                  <a:lnTo>
                    <a:pt x="250277" y="246795"/>
                  </a:lnTo>
                  <a:lnTo>
                    <a:pt x="247513" y="247825"/>
                  </a:lnTo>
                  <a:lnTo>
                    <a:pt x="246476" y="250203"/>
                  </a:lnTo>
                  <a:lnTo>
                    <a:pt x="247426" y="254392"/>
                  </a:lnTo>
                  <a:lnTo>
                    <a:pt x="247637" y="255326"/>
                  </a:lnTo>
                  <a:lnTo>
                    <a:pt x="249054" y="258053"/>
                  </a:lnTo>
                  <a:lnTo>
                    <a:pt x="245675" y="262157"/>
                  </a:lnTo>
                  <a:lnTo>
                    <a:pt x="245901" y="262844"/>
                  </a:lnTo>
                  <a:lnTo>
                    <a:pt x="247326" y="267163"/>
                  </a:lnTo>
                  <a:lnTo>
                    <a:pt x="251062" y="270203"/>
                  </a:lnTo>
                  <a:lnTo>
                    <a:pt x="251289" y="274675"/>
                  </a:lnTo>
                  <a:lnTo>
                    <a:pt x="254668" y="276566"/>
                  </a:lnTo>
                  <a:lnTo>
                    <a:pt x="255507" y="281639"/>
                  </a:lnTo>
                  <a:lnTo>
                    <a:pt x="255461" y="281787"/>
                  </a:lnTo>
                  <a:lnTo>
                    <a:pt x="254657" y="284364"/>
                  </a:lnTo>
                  <a:lnTo>
                    <a:pt x="255662" y="286083"/>
                  </a:lnTo>
                  <a:lnTo>
                    <a:pt x="256789" y="288010"/>
                  </a:lnTo>
                  <a:lnTo>
                    <a:pt x="258964" y="293249"/>
                  </a:lnTo>
                  <a:lnTo>
                    <a:pt x="256998" y="300035"/>
                  </a:lnTo>
                  <a:lnTo>
                    <a:pt x="252826" y="303750"/>
                  </a:lnTo>
                  <a:lnTo>
                    <a:pt x="252307" y="307953"/>
                  </a:lnTo>
                  <a:lnTo>
                    <a:pt x="251896" y="309785"/>
                  </a:lnTo>
                  <a:lnTo>
                    <a:pt x="251415" y="311923"/>
                  </a:lnTo>
                  <a:lnTo>
                    <a:pt x="252145" y="314175"/>
                  </a:lnTo>
                  <a:lnTo>
                    <a:pt x="248799" y="317266"/>
                  </a:lnTo>
                  <a:lnTo>
                    <a:pt x="247618" y="321026"/>
                  </a:lnTo>
                  <a:lnTo>
                    <a:pt x="247180" y="322444"/>
                  </a:lnTo>
                  <a:lnTo>
                    <a:pt x="245918" y="326514"/>
                  </a:lnTo>
                  <a:lnTo>
                    <a:pt x="243394" y="332030"/>
                  </a:lnTo>
                  <a:lnTo>
                    <a:pt x="239065" y="335793"/>
                  </a:lnTo>
                  <a:lnTo>
                    <a:pt x="235652" y="338813"/>
                  </a:lnTo>
                  <a:lnTo>
                    <a:pt x="235652" y="339389"/>
                  </a:lnTo>
                  <a:lnTo>
                    <a:pt x="235653" y="342010"/>
                  </a:lnTo>
                  <a:lnTo>
                    <a:pt x="239152" y="345209"/>
                  </a:lnTo>
                  <a:lnTo>
                    <a:pt x="237552" y="349637"/>
                  </a:lnTo>
                  <a:lnTo>
                    <a:pt x="236377" y="353402"/>
                  </a:lnTo>
                  <a:lnTo>
                    <a:pt x="234022" y="355755"/>
                  </a:lnTo>
                  <a:lnTo>
                    <a:pt x="235670" y="361103"/>
                  </a:lnTo>
                  <a:lnTo>
                    <a:pt x="234884" y="366858"/>
                  </a:lnTo>
                  <a:lnTo>
                    <a:pt x="233990" y="369013"/>
                  </a:lnTo>
                  <a:lnTo>
                    <a:pt x="233610" y="369928"/>
                  </a:lnTo>
                  <a:lnTo>
                    <a:pt x="236672" y="374077"/>
                  </a:lnTo>
                  <a:lnTo>
                    <a:pt x="235302" y="378849"/>
                  </a:lnTo>
                  <a:lnTo>
                    <a:pt x="231232" y="383108"/>
                  </a:lnTo>
                  <a:lnTo>
                    <a:pt x="229947" y="386750"/>
                  </a:lnTo>
                  <a:lnTo>
                    <a:pt x="232511" y="392767"/>
                  </a:lnTo>
                  <a:lnTo>
                    <a:pt x="232586" y="392944"/>
                  </a:lnTo>
                  <a:lnTo>
                    <a:pt x="236776" y="395907"/>
                  </a:lnTo>
                  <a:lnTo>
                    <a:pt x="237413" y="397810"/>
                  </a:lnTo>
                  <a:lnTo>
                    <a:pt x="237834" y="399066"/>
                  </a:lnTo>
                  <a:lnTo>
                    <a:pt x="232105" y="401576"/>
                  </a:lnTo>
                  <a:lnTo>
                    <a:pt x="224428" y="403825"/>
                  </a:lnTo>
                  <a:lnTo>
                    <a:pt x="220094" y="408289"/>
                  </a:lnTo>
                  <a:lnTo>
                    <a:pt x="216300" y="407495"/>
                  </a:lnTo>
                  <a:lnTo>
                    <a:pt x="216139" y="407461"/>
                  </a:lnTo>
                  <a:lnTo>
                    <a:pt x="213386" y="409576"/>
                  </a:lnTo>
                  <a:lnTo>
                    <a:pt x="212681" y="414592"/>
                  </a:lnTo>
                  <a:lnTo>
                    <a:pt x="211430" y="418691"/>
                  </a:lnTo>
                  <a:lnTo>
                    <a:pt x="214854" y="423929"/>
                  </a:lnTo>
                  <a:lnTo>
                    <a:pt x="218533" y="429086"/>
                  </a:lnTo>
                  <a:lnTo>
                    <a:pt x="217805" y="433327"/>
                  </a:lnTo>
                  <a:lnTo>
                    <a:pt x="216122" y="436012"/>
                  </a:lnTo>
                  <a:lnTo>
                    <a:pt x="215638" y="436091"/>
                  </a:lnTo>
                  <a:lnTo>
                    <a:pt x="215218" y="436159"/>
                  </a:lnTo>
                  <a:lnTo>
                    <a:pt x="212629" y="436579"/>
                  </a:lnTo>
                  <a:lnTo>
                    <a:pt x="210596" y="435502"/>
                  </a:lnTo>
                  <a:lnTo>
                    <a:pt x="207124" y="433661"/>
                  </a:lnTo>
                  <a:lnTo>
                    <a:pt x="201626" y="432121"/>
                  </a:lnTo>
                  <a:lnTo>
                    <a:pt x="197760" y="431553"/>
                  </a:lnTo>
                  <a:lnTo>
                    <a:pt x="192171" y="428938"/>
                  </a:lnTo>
                  <a:lnTo>
                    <a:pt x="186019" y="427353"/>
                  </a:lnTo>
                  <a:lnTo>
                    <a:pt x="185653" y="427309"/>
                  </a:lnTo>
                  <a:lnTo>
                    <a:pt x="181426" y="428121"/>
                  </a:lnTo>
                  <a:lnTo>
                    <a:pt x="178168" y="431423"/>
                  </a:lnTo>
                  <a:lnTo>
                    <a:pt x="176037" y="435556"/>
                  </a:lnTo>
                  <a:lnTo>
                    <a:pt x="172311" y="441421"/>
                  </a:lnTo>
                  <a:lnTo>
                    <a:pt x="172424" y="441576"/>
                  </a:lnTo>
                  <a:lnTo>
                    <a:pt x="175329" y="445565"/>
                  </a:lnTo>
                  <a:lnTo>
                    <a:pt x="175418" y="448442"/>
                  </a:lnTo>
                  <a:lnTo>
                    <a:pt x="171409" y="448343"/>
                  </a:lnTo>
                  <a:lnTo>
                    <a:pt x="167202" y="446815"/>
                  </a:lnTo>
                  <a:lnTo>
                    <a:pt x="163875" y="446160"/>
                  </a:lnTo>
                  <a:lnTo>
                    <a:pt x="160497" y="445493"/>
                  </a:lnTo>
                  <a:lnTo>
                    <a:pt x="158365" y="440880"/>
                  </a:lnTo>
                  <a:lnTo>
                    <a:pt x="153024" y="434725"/>
                  </a:lnTo>
                  <a:lnTo>
                    <a:pt x="151506" y="429663"/>
                  </a:lnTo>
                  <a:lnTo>
                    <a:pt x="150655" y="429160"/>
                  </a:lnTo>
                  <a:lnTo>
                    <a:pt x="148305" y="427768"/>
                  </a:lnTo>
                  <a:lnTo>
                    <a:pt x="149287" y="424191"/>
                  </a:lnTo>
                  <a:lnTo>
                    <a:pt x="150504" y="423255"/>
                  </a:lnTo>
                  <a:lnTo>
                    <a:pt x="153219" y="421166"/>
                  </a:lnTo>
                  <a:lnTo>
                    <a:pt x="152880" y="417076"/>
                  </a:lnTo>
                  <a:lnTo>
                    <a:pt x="149478" y="412755"/>
                  </a:lnTo>
                  <a:lnTo>
                    <a:pt x="146295" y="408057"/>
                  </a:lnTo>
                  <a:lnTo>
                    <a:pt x="146691" y="405664"/>
                  </a:lnTo>
                  <a:lnTo>
                    <a:pt x="146842" y="404751"/>
                  </a:lnTo>
                  <a:lnTo>
                    <a:pt x="146980" y="403918"/>
                  </a:lnTo>
                  <a:lnTo>
                    <a:pt x="145775" y="400451"/>
                  </a:lnTo>
                  <a:lnTo>
                    <a:pt x="144143" y="394904"/>
                  </a:lnTo>
                  <a:lnTo>
                    <a:pt x="139540" y="393298"/>
                  </a:lnTo>
                  <a:lnTo>
                    <a:pt x="134396" y="391050"/>
                  </a:lnTo>
                  <a:lnTo>
                    <a:pt x="132850" y="388267"/>
                  </a:lnTo>
                  <a:lnTo>
                    <a:pt x="132101" y="386918"/>
                  </a:lnTo>
                  <a:lnTo>
                    <a:pt x="126372" y="384345"/>
                  </a:lnTo>
                  <a:lnTo>
                    <a:pt x="121606" y="380993"/>
                  </a:lnTo>
                  <a:lnTo>
                    <a:pt x="117388" y="384189"/>
                  </a:lnTo>
                  <a:lnTo>
                    <a:pt x="116682" y="383516"/>
                  </a:lnTo>
                  <a:lnTo>
                    <a:pt x="113756" y="380721"/>
                  </a:lnTo>
                  <a:lnTo>
                    <a:pt x="114540" y="376808"/>
                  </a:lnTo>
                  <a:lnTo>
                    <a:pt x="111164" y="376932"/>
                  </a:lnTo>
                  <a:lnTo>
                    <a:pt x="106219" y="373883"/>
                  </a:lnTo>
                  <a:lnTo>
                    <a:pt x="103092" y="371428"/>
                  </a:lnTo>
                  <a:lnTo>
                    <a:pt x="97900" y="369083"/>
                  </a:lnTo>
                  <a:lnTo>
                    <a:pt x="96913" y="368636"/>
                  </a:lnTo>
                  <a:lnTo>
                    <a:pt x="94494" y="366232"/>
                  </a:lnTo>
                  <a:lnTo>
                    <a:pt x="89680" y="362466"/>
                  </a:lnTo>
                  <a:lnTo>
                    <a:pt x="86612" y="358417"/>
                  </a:lnTo>
                  <a:lnTo>
                    <a:pt x="85324" y="351567"/>
                  </a:lnTo>
                  <a:lnTo>
                    <a:pt x="86273" y="347091"/>
                  </a:lnTo>
                  <a:lnTo>
                    <a:pt x="86782" y="346268"/>
                  </a:lnTo>
                  <a:lnTo>
                    <a:pt x="89534" y="341813"/>
                  </a:lnTo>
                  <a:lnTo>
                    <a:pt x="90118" y="337109"/>
                  </a:lnTo>
                  <a:lnTo>
                    <a:pt x="90558" y="335269"/>
                  </a:lnTo>
                  <a:lnTo>
                    <a:pt x="90808" y="334225"/>
                  </a:lnTo>
                  <a:lnTo>
                    <a:pt x="91082" y="333076"/>
                  </a:lnTo>
                  <a:lnTo>
                    <a:pt x="94490" y="327296"/>
                  </a:lnTo>
                  <a:lnTo>
                    <a:pt x="94257" y="323422"/>
                  </a:lnTo>
                  <a:lnTo>
                    <a:pt x="93154" y="321336"/>
                  </a:lnTo>
                  <a:lnTo>
                    <a:pt x="91903" y="318385"/>
                  </a:lnTo>
                  <a:lnTo>
                    <a:pt x="94182" y="314363"/>
                  </a:lnTo>
                  <a:lnTo>
                    <a:pt x="96899" y="311374"/>
                  </a:lnTo>
                  <a:lnTo>
                    <a:pt x="96781" y="307880"/>
                  </a:lnTo>
                  <a:lnTo>
                    <a:pt x="91604" y="305199"/>
                  </a:lnTo>
                  <a:lnTo>
                    <a:pt x="89005" y="303849"/>
                  </a:lnTo>
                  <a:lnTo>
                    <a:pt x="86081" y="303513"/>
                  </a:lnTo>
                  <a:lnTo>
                    <a:pt x="84672" y="303351"/>
                  </a:lnTo>
                  <a:lnTo>
                    <a:pt x="78356" y="301139"/>
                  </a:lnTo>
                  <a:lnTo>
                    <a:pt x="74940" y="301426"/>
                  </a:lnTo>
                  <a:lnTo>
                    <a:pt x="73898" y="301513"/>
                  </a:lnTo>
                  <a:lnTo>
                    <a:pt x="72345" y="305828"/>
                  </a:lnTo>
                  <a:lnTo>
                    <a:pt x="69250" y="309372"/>
                  </a:lnTo>
                  <a:lnTo>
                    <a:pt x="66761" y="309312"/>
                  </a:lnTo>
                  <a:lnTo>
                    <a:pt x="62551" y="306151"/>
                  </a:lnTo>
                  <a:lnTo>
                    <a:pt x="62162" y="305034"/>
                  </a:lnTo>
                  <a:lnTo>
                    <a:pt x="60829" y="301211"/>
                  </a:lnTo>
                  <a:lnTo>
                    <a:pt x="57942" y="295914"/>
                  </a:lnTo>
                  <a:lnTo>
                    <a:pt x="59555" y="291983"/>
                  </a:lnTo>
                  <a:lnTo>
                    <a:pt x="57477" y="288172"/>
                  </a:lnTo>
                  <a:lnTo>
                    <a:pt x="55912" y="282455"/>
                  </a:lnTo>
                  <a:lnTo>
                    <a:pt x="55233" y="279974"/>
                  </a:lnTo>
                  <a:lnTo>
                    <a:pt x="47754" y="274008"/>
                  </a:lnTo>
                  <a:lnTo>
                    <a:pt x="41418" y="269958"/>
                  </a:lnTo>
                  <a:lnTo>
                    <a:pt x="41277" y="269867"/>
                  </a:lnTo>
                  <a:lnTo>
                    <a:pt x="34696" y="266755"/>
                  </a:lnTo>
                  <a:lnTo>
                    <a:pt x="32722" y="263253"/>
                  </a:lnTo>
                  <a:lnTo>
                    <a:pt x="30156" y="259988"/>
                  </a:lnTo>
                  <a:lnTo>
                    <a:pt x="27159" y="259739"/>
                  </a:lnTo>
                  <a:lnTo>
                    <a:pt x="25196" y="256236"/>
                  </a:lnTo>
                  <a:lnTo>
                    <a:pt x="24616" y="255795"/>
                  </a:lnTo>
                  <a:lnTo>
                    <a:pt x="18366" y="251031"/>
                  </a:lnTo>
                  <a:lnTo>
                    <a:pt x="16391" y="249594"/>
                  </a:lnTo>
                  <a:lnTo>
                    <a:pt x="12261" y="246587"/>
                  </a:lnTo>
                  <a:lnTo>
                    <a:pt x="12218" y="244204"/>
                  </a:lnTo>
                  <a:lnTo>
                    <a:pt x="12175" y="241891"/>
                  </a:lnTo>
                  <a:lnTo>
                    <a:pt x="9694" y="239451"/>
                  </a:lnTo>
                  <a:lnTo>
                    <a:pt x="7171" y="237754"/>
                  </a:lnTo>
                  <a:lnTo>
                    <a:pt x="7114" y="232758"/>
                  </a:lnTo>
                  <a:lnTo>
                    <a:pt x="6313" y="229731"/>
                  </a:lnTo>
                  <a:lnTo>
                    <a:pt x="2879" y="224226"/>
                  </a:lnTo>
                  <a:lnTo>
                    <a:pt x="1590" y="219622"/>
                  </a:lnTo>
                  <a:lnTo>
                    <a:pt x="0" y="21237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335330" y="3295948"/>
              <a:ext cx="252892" cy="437820"/>
            </a:xfrm>
            <a:custGeom>
              <a:avLst/>
              <a:pathLst>
                <a:path w="252892" h="437820">
                  <a:moveTo>
                    <a:pt x="13309" y="430347"/>
                  </a:moveTo>
                  <a:lnTo>
                    <a:pt x="14438" y="427624"/>
                  </a:lnTo>
                  <a:lnTo>
                    <a:pt x="15431" y="420356"/>
                  </a:lnTo>
                  <a:lnTo>
                    <a:pt x="13349" y="413600"/>
                  </a:lnTo>
                  <a:lnTo>
                    <a:pt x="16325" y="410628"/>
                  </a:lnTo>
                  <a:lnTo>
                    <a:pt x="17808" y="405873"/>
                  </a:lnTo>
                  <a:lnTo>
                    <a:pt x="19830" y="400280"/>
                  </a:lnTo>
                  <a:lnTo>
                    <a:pt x="15410" y="396240"/>
                  </a:lnTo>
                  <a:lnTo>
                    <a:pt x="15409" y="392928"/>
                  </a:lnTo>
                  <a:lnTo>
                    <a:pt x="15409" y="392201"/>
                  </a:lnTo>
                  <a:lnTo>
                    <a:pt x="19720" y="388386"/>
                  </a:lnTo>
                  <a:lnTo>
                    <a:pt x="25187" y="383634"/>
                  </a:lnTo>
                  <a:lnTo>
                    <a:pt x="28376" y="376666"/>
                  </a:lnTo>
                  <a:lnTo>
                    <a:pt x="29969" y="371525"/>
                  </a:lnTo>
                  <a:lnTo>
                    <a:pt x="30523" y="369734"/>
                  </a:lnTo>
                  <a:lnTo>
                    <a:pt x="32014" y="364985"/>
                  </a:lnTo>
                  <a:lnTo>
                    <a:pt x="36241" y="361080"/>
                  </a:lnTo>
                  <a:lnTo>
                    <a:pt x="35319" y="358236"/>
                  </a:lnTo>
                  <a:lnTo>
                    <a:pt x="35926" y="355535"/>
                  </a:lnTo>
                  <a:lnTo>
                    <a:pt x="36445" y="353221"/>
                  </a:lnTo>
                  <a:lnTo>
                    <a:pt x="37101" y="347912"/>
                  </a:lnTo>
                  <a:lnTo>
                    <a:pt x="42370" y="343221"/>
                  </a:lnTo>
                  <a:lnTo>
                    <a:pt x="44854" y="334648"/>
                  </a:lnTo>
                  <a:lnTo>
                    <a:pt x="42107" y="328031"/>
                  </a:lnTo>
                  <a:lnTo>
                    <a:pt x="40683" y="325597"/>
                  </a:lnTo>
                  <a:lnTo>
                    <a:pt x="39414" y="323426"/>
                  </a:lnTo>
                  <a:lnTo>
                    <a:pt x="40429" y="320171"/>
                  </a:lnTo>
                  <a:lnTo>
                    <a:pt x="40487" y="319984"/>
                  </a:lnTo>
                  <a:lnTo>
                    <a:pt x="39427" y="313576"/>
                  </a:lnTo>
                  <a:lnTo>
                    <a:pt x="35159" y="311188"/>
                  </a:lnTo>
                  <a:lnTo>
                    <a:pt x="34872" y="305538"/>
                  </a:lnTo>
                  <a:lnTo>
                    <a:pt x="30154" y="301699"/>
                  </a:lnTo>
                  <a:lnTo>
                    <a:pt x="28354" y="296244"/>
                  </a:lnTo>
                  <a:lnTo>
                    <a:pt x="28068" y="295376"/>
                  </a:lnTo>
                  <a:lnTo>
                    <a:pt x="32336" y="290192"/>
                  </a:lnTo>
                  <a:lnTo>
                    <a:pt x="30547" y="286748"/>
                  </a:lnTo>
                  <a:lnTo>
                    <a:pt x="30280" y="285569"/>
                  </a:lnTo>
                  <a:lnTo>
                    <a:pt x="29080" y="280277"/>
                  </a:lnTo>
                  <a:lnTo>
                    <a:pt x="30390" y="277273"/>
                  </a:lnTo>
                  <a:lnTo>
                    <a:pt x="33881" y="275972"/>
                  </a:lnTo>
                  <a:lnTo>
                    <a:pt x="32138" y="263812"/>
                  </a:lnTo>
                  <a:lnTo>
                    <a:pt x="32024" y="263038"/>
                  </a:lnTo>
                  <a:lnTo>
                    <a:pt x="30095" y="250015"/>
                  </a:lnTo>
                  <a:lnTo>
                    <a:pt x="29241" y="244257"/>
                  </a:lnTo>
                  <a:lnTo>
                    <a:pt x="26111" y="222419"/>
                  </a:lnTo>
                  <a:lnTo>
                    <a:pt x="24262" y="209546"/>
                  </a:lnTo>
                  <a:lnTo>
                    <a:pt x="23611" y="204815"/>
                  </a:lnTo>
                  <a:lnTo>
                    <a:pt x="22381" y="195872"/>
                  </a:lnTo>
                  <a:lnTo>
                    <a:pt x="20964" y="185587"/>
                  </a:lnTo>
                  <a:lnTo>
                    <a:pt x="17896" y="162907"/>
                  </a:lnTo>
                  <a:lnTo>
                    <a:pt x="17701" y="161469"/>
                  </a:lnTo>
                  <a:lnTo>
                    <a:pt x="17101" y="157039"/>
                  </a:lnTo>
                  <a:lnTo>
                    <a:pt x="14166" y="136868"/>
                  </a:lnTo>
                  <a:lnTo>
                    <a:pt x="11849" y="120980"/>
                  </a:lnTo>
                  <a:lnTo>
                    <a:pt x="10130" y="109497"/>
                  </a:lnTo>
                  <a:lnTo>
                    <a:pt x="9912" y="108046"/>
                  </a:lnTo>
                  <a:lnTo>
                    <a:pt x="7824" y="93907"/>
                  </a:lnTo>
                  <a:lnTo>
                    <a:pt x="5867" y="80685"/>
                  </a:lnTo>
                  <a:lnTo>
                    <a:pt x="3426" y="63440"/>
                  </a:lnTo>
                  <a:lnTo>
                    <a:pt x="2581" y="57483"/>
                  </a:lnTo>
                  <a:lnTo>
                    <a:pt x="0" y="39593"/>
                  </a:lnTo>
                  <a:lnTo>
                    <a:pt x="4490" y="42536"/>
                  </a:lnTo>
                  <a:lnTo>
                    <a:pt x="8344" y="40368"/>
                  </a:lnTo>
                  <a:lnTo>
                    <a:pt x="12969" y="45656"/>
                  </a:lnTo>
                  <a:lnTo>
                    <a:pt x="20837" y="45369"/>
                  </a:lnTo>
                  <a:lnTo>
                    <a:pt x="23588" y="44060"/>
                  </a:lnTo>
                  <a:lnTo>
                    <a:pt x="30470" y="40778"/>
                  </a:lnTo>
                  <a:lnTo>
                    <a:pt x="37373" y="37181"/>
                  </a:lnTo>
                  <a:lnTo>
                    <a:pt x="43781" y="31863"/>
                  </a:lnTo>
                  <a:lnTo>
                    <a:pt x="45379" y="30535"/>
                  </a:lnTo>
                  <a:lnTo>
                    <a:pt x="51110" y="26191"/>
                  </a:lnTo>
                  <a:lnTo>
                    <a:pt x="60393" y="24713"/>
                  </a:lnTo>
                  <a:lnTo>
                    <a:pt x="64815" y="24004"/>
                  </a:lnTo>
                  <a:lnTo>
                    <a:pt x="73399" y="22593"/>
                  </a:lnTo>
                  <a:lnTo>
                    <a:pt x="75062" y="22317"/>
                  </a:lnTo>
                  <a:lnTo>
                    <a:pt x="95471" y="18832"/>
                  </a:lnTo>
                  <a:lnTo>
                    <a:pt x="107578" y="16796"/>
                  </a:lnTo>
                  <a:lnTo>
                    <a:pt x="127650" y="13365"/>
                  </a:lnTo>
                  <a:lnTo>
                    <a:pt x="137374" y="11628"/>
                  </a:lnTo>
                  <a:lnTo>
                    <a:pt x="164521" y="6694"/>
                  </a:lnTo>
                  <a:lnTo>
                    <a:pt x="168901" y="5886"/>
                  </a:lnTo>
                  <a:lnTo>
                    <a:pt x="171562" y="5395"/>
                  </a:lnTo>
                  <a:lnTo>
                    <a:pt x="198977" y="268"/>
                  </a:lnTo>
                  <a:lnTo>
                    <a:pt x="200396" y="0"/>
                  </a:lnTo>
                  <a:lnTo>
                    <a:pt x="201540" y="6397"/>
                  </a:lnTo>
                  <a:lnTo>
                    <a:pt x="204617" y="22929"/>
                  </a:lnTo>
                  <a:lnTo>
                    <a:pt x="206544" y="33299"/>
                  </a:lnTo>
                  <a:lnTo>
                    <a:pt x="206873" y="35068"/>
                  </a:lnTo>
                  <a:lnTo>
                    <a:pt x="209374" y="48759"/>
                  </a:lnTo>
                  <a:lnTo>
                    <a:pt x="209708" y="50590"/>
                  </a:lnTo>
                  <a:lnTo>
                    <a:pt x="212091" y="63663"/>
                  </a:lnTo>
                  <a:lnTo>
                    <a:pt x="214484" y="76825"/>
                  </a:lnTo>
                  <a:lnTo>
                    <a:pt x="215692" y="83484"/>
                  </a:lnTo>
                  <a:lnTo>
                    <a:pt x="219204" y="102865"/>
                  </a:lnTo>
                  <a:lnTo>
                    <a:pt x="221958" y="118419"/>
                  </a:lnTo>
                  <a:lnTo>
                    <a:pt x="223200" y="125442"/>
                  </a:lnTo>
                  <a:lnTo>
                    <a:pt x="225727" y="140328"/>
                  </a:lnTo>
                  <a:lnTo>
                    <a:pt x="226423" y="144594"/>
                  </a:lnTo>
                  <a:lnTo>
                    <a:pt x="228539" y="157585"/>
                  </a:lnTo>
                  <a:lnTo>
                    <a:pt x="229726" y="164880"/>
                  </a:lnTo>
                  <a:lnTo>
                    <a:pt x="231418" y="175088"/>
                  </a:lnTo>
                  <a:lnTo>
                    <a:pt x="232877" y="183897"/>
                  </a:lnTo>
                  <a:lnTo>
                    <a:pt x="236018" y="202919"/>
                  </a:lnTo>
                  <a:lnTo>
                    <a:pt x="238684" y="218782"/>
                  </a:lnTo>
                  <a:lnTo>
                    <a:pt x="239450" y="223351"/>
                  </a:lnTo>
                  <a:lnTo>
                    <a:pt x="241629" y="236356"/>
                  </a:lnTo>
                  <a:lnTo>
                    <a:pt x="243032" y="245013"/>
                  </a:lnTo>
                  <a:lnTo>
                    <a:pt x="244292" y="252802"/>
                  </a:lnTo>
                  <a:lnTo>
                    <a:pt x="246412" y="264943"/>
                  </a:lnTo>
                  <a:lnTo>
                    <a:pt x="243772" y="268248"/>
                  </a:lnTo>
                  <a:lnTo>
                    <a:pt x="241413" y="271334"/>
                  </a:lnTo>
                  <a:lnTo>
                    <a:pt x="243287" y="273164"/>
                  </a:lnTo>
                  <a:lnTo>
                    <a:pt x="245976" y="275788"/>
                  </a:lnTo>
                  <a:lnTo>
                    <a:pt x="247956" y="279484"/>
                  </a:lnTo>
                  <a:lnTo>
                    <a:pt x="245190" y="284227"/>
                  </a:lnTo>
                  <a:lnTo>
                    <a:pt x="246339" y="284690"/>
                  </a:lnTo>
                  <a:lnTo>
                    <a:pt x="249234" y="285856"/>
                  </a:lnTo>
                  <a:lnTo>
                    <a:pt x="252892" y="286724"/>
                  </a:lnTo>
                  <a:lnTo>
                    <a:pt x="252343" y="289193"/>
                  </a:lnTo>
                  <a:lnTo>
                    <a:pt x="252140" y="290106"/>
                  </a:lnTo>
                  <a:lnTo>
                    <a:pt x="252518" y="296690"/>
                  </a:lnTo>
                  <a:lnTo>
                    <a:pt x="249048" y="296908"/>
                  </a:lnTo>
                  <a:lnTo>
                    <a:pt x="241101" y="299629"/>
                  </a:lnTo>
                  <a:lnTo>
                    <a:pt x="236915" y="302404"/>
                  </a:lnTo>
                  <a:lnTo>
                    <a:pt x="233272" y="304814"/>
                  </a:lnTo>
                  <a:lnTo>
                    <a:pt x="228261" y="310472"/>
                  </a:lnTo>
                  <a:lnTo>
                    <a:pt x="225265" y="311819"/>
                  </a:lnTo>
                  <a:lnTo>
                    <a:pt x="223979" y="311040"/>
                  </a:lnTo>
                  <a:lnTo>
                    <a:pt x="220702" y="309056"/>
                  </a:lnTo>
                  <a:lnTo>
                    <a:pt x="217543" y="307705"/>
                  </a:lnTo>
                  <a:lnTo>
                    <a:pt x="213226" y="309133"/>
                  </a:lnTo>
                  <a:lnTo>
                    <a:pt x="212598" y="309340"/>
                  </a:lnTo>
                  <a:lnTo>
                    <a:pt x="207958" y="309955"/>
                  </a:lnTo>
                  <a:lnTo>
                    <a:pt x="204589" y="312878"/>
                  </a:lnTo>
                  <a:lnTo>
                    <a:pt x="206269" y="318134"/>
                  </a:lnTo>
                  <a:lnTo>
                    <a:pt x="207480" y="324189"/>
                  </a:lnTo>
                  <a:lnTo>
                    <a:pt x="208048" y="325322"/>
                  </a:lnTo>
                  <a:lnTo>
                    <a:pt x="209937" y="329090"/>
                  </a:lnTo>
                  <a:lnTo>
                    <a:pt x="208947" y="331571"/>
                  </a:lnTo>
                  <a:lnTo>
                    <a:pt x="206075" y="334119"/>
                  </a:lnTo>
                  <a:lnTo>
                    <a:pt x="204762" y="338032"/>
                  </a:lnTo>
                  <a:lnTo>
                    <a:pt x="198145" y="341021"/>
                  </a:lnTo>
                  <a:lnTo>
                    <a:pt x="196058" y="344818"/>
                  </a:lnTo>
                  <a:lnTo>
                    <a:pt x="195691" y="348855"/>
                  </a:lnTo>
                  <a:lnTo>
                    <a:pt x="195354" y="352558"/>
                  </a:lnTo>
                  <a:lnTo>
                    <a:pt x="193214" y="357803"/>
                  </a:lnTo>
                  <a:lnTo>
                    <a:pt x="188407" y="361472"/>
                  </a:lnTo>
                  <a:lnTo>
                    <a:pt x="184850" y="361054"/>
                  </a:lnTo>
                  <a:lnTo>
                    <a:pt x="183080" y="360845"/>
                  </a:lnTo>
                  <a:lnTo>
                    <a:pt x="181940" y="365475"/>
                  </a:lnTo>
                  <a:lnTo>
                    <a:pt x="178459" y="371337"/>
                  </a:lnTo>
                  <a:lnTo>
                    <a:pt x="178506" y="372206"/>
                  </a:lnTo>
                  <a:lnTo>
                    <a:pt x="178880" y="379206"/>
                  </a:lnTo>
                  <a:lnTo>
                    <a:pt x="178843" y="387665"/>
                  </a:lnTo>
                  <a:lnTo>
                    <a:pt x="176764" y="389429"/>
                  </a:lnTo>
                  <a:lnTo>
                    <a:pt x="175042" y="390890"/>
                  </a:lnTo>
                  <a:lnTo>
                    <a:pt x="173566" y="392407"/>
                  </a:lnTo>
                  <a:lnTo>
                    <a:pt x="171072" y="394968"/>
                  </a:lnTo>
                  <a:lnTo>
                    <a:pt x="165579" y="391946"/>
                  </a:lnTo>
                  <a:lnTo>
                    <a:pt x="156707" y="392111"/>
                  </a:lnTo>
                  <a:lnTo>
                    <a:pt x="149862" y="385401"/>
                  </a:lnTo>
                  <a:lnTo>
                    <a:pt x="145770" y="381069"/>
                  </a:lnTo>
                  <a:lnTo>
                    <a:pt x="140962" y="384201"/>
                  </a:lnTo>
                  <a:lnTo>
                    <a:pt x="137877" y="388591"/>
                  </a:lnTo>
                  <a:lnTo>
                    <a:pt x="135532" y="393130"/>
                  </a:lnTo>
                  <a:lnTo>
                    <a:pt x="134305" y="393593"/>
                  </a:lnTo>
                  <a:lnTo>
                    <a:pt x="131739" y="394561"/>
                  </a:lnTo>
                  <a:lnTo>
                    <a:pt x="132542" y="401609"/>
                  </a:lnTo>
                  <a:lnTo>
                    <a:pt x="134776" y="407936"/>
                  </a:lnTo>
                  <a:lnTo>
                    <a:pt x="127611" y="408709"/>
                  </a:lnTo>
                  <a:lnTo>
                    <a:pt x="127216" y="414292"/>
                  </a:lnTo>
                  <a:lnTo>
                    <a:pt x="124559" y="413489"/>
                  </a:lnTo>
                  <a:lnTo>
                    <a:pt x="123575" y="413191"/>
                  </a:lnTo>
                  <a:lnTo>
                    <a:pt x="118207" y="411675"/>
                  </a:lnTo>
                  <a:lnTo>
                    <a:pt x="112717" y="406019"/>
                  </a:lnTo>
                  <a:lnTo>
                    <a:pt x="109685" y="402346"/>
                  </a:lnTo>
                  <a:lnTo>
                    <a:pt x="109492" y="402488"/>
                  </a:lnTo>
                  <a:lnTo>
                    <a:pt x="104977" y="405797"/>
                  </a:lnTo>
                  <a:lnTo>
                    <a:pt x="101431" y="410025"/>
                  </a:lnTo>
                  <a:lnTo>
                    <a:pt x="97638" y="411572"/>
                  </a:lnTo>
                  <a:lnTo>
                    <a:pt x="95166" y="412579"/>
                  </a:lnTo>
                  <a:lnTo>
                    <a:pt x="93244" y="417446"/>
                  </a:lnTo>
                  <a:lnTo>
                    <a:pt x="92774" y="422388"/>
                  </a:lnTo>
                  <a:lnTo>
                    <a:pt x="89880" y="428959"/>
                  </a:lnTo>
                  <a:lnTo>
                    <a:pt x="86794" y="425388"/>
                  </a:lnTo>
                  <a:lnTo>
                    <a:pt x="82950" y="422497"/>
                  </a:lnTo>
                  <a:lnTo>
                    <a:pt x="76658" y="420818"/>
                  </a:lnTo>
                  <a:lnTo>
                    <a:pt x="75351" y="420192"/>
                  </a:lnTo>
                  <a:lnTo>
                    <a:pt x="72443" y="418799"/>
                  </a:lnTo>
                  <a:lnTo>
                    <a:pt x="70051" y="417651"/>
                  </a:lnTo>
                  <a:lnTo>
                    <a:pt x="62702" y="415043"/>
                  </a:lnTo>
                  <a:lnTo>
                    <a:pt x="60488" y="416495"/>
                  </a:lnTo>
                  <a:lnTo>
                    <a:pt x="57718" y="418309"/>
                  </a:lnTo>
                  <a:lnTo>
                    <a:pt x="52535" y="418561"/>
                  </a:lnTo>
                  <a:lnTo>
                    <a:pt x="48405" y="421902"/>
                  </a:lnTo>
                  <a:lnTo>
                    <a:pt x="47690" y="426798"/>
                  </a:lnTo>
                  <a:lnTo>
                    <a:pt x="43239" y="427055"/>
                  </a:lnTo>
                  <a:lnTo>
                    <a:pt x="40380" y="424710"/>
                  </a:lnTo>
                  <a:lnTo>
                    <a:pt x="39430" y="423930"/>
                  </a:lnTo>
                  <a:lnTo>
                    <a:pt x="33015" y="426603"/>
                  </a:lnTo>
                  <a:lnTo>
                    <a:pt x="27304" y="422766"/>
                  </a:lnTo>
                  <a:lnTo>
                    <a:pt x="23607" y="424646"/>
                  </a:lnTo>
                  <a:lnTo>
                    <a:pt x="23432" y="425518"/>
                  </a:lnTo>
                  <a:lnTo>
                    <a:pt x="22822" y="428562"/>
                  </a:lnTo>
                  <a:lnTo>
                    <a:pt x="26248" y="433461"/>
                  </a:lnTo>
                  <a:lnTo>
                    <a:pt x="24100" y="436639"/>
                  </a:lnTo>
                  <a:lnTo>
                    <a:pt x="21491" y="437820"/>
                  </a:lnTo>
                  <a:lnTo>
                    <a:pt x="16697" y="436743"/>
                  </a:lnTo>
                  <a:lnTo>
                    <a:pt x="12829" y="43150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044788" y="3618661"/>
              <a:ext cx="543644" cy="283377"/>
            </a:xfrm>
            <a:custGeom>
              <a:avLst/>
              <a:pathLst>
                <a:path w="543644" h="283377">
                  <a:moveTo>
                    <a:pt x="5673" y="7258"/>
                  </a:moveTo>
                  <a:lnTo>
                    <a:pt x="21076" y="7632"/>
                  </a:lnTo>
                  <a:lnTo>
                    <a:pt x="41413" y="8076"/>
                  </a:lnTo>
                  <a:lnTo>
                    <a:pt x="50621" y="8243"/>
                  </a:lnTo>
                  <a:lnTo>
                    <a:pt x="56724" y="8345"/>
                  </a:lnTo>
                  <a:lnTo>
                    <a:pt x="58832" y="8379"/>
                  </a:lnTo>
                  <a:lnTo>
                    <a:pt x="75227" y="8635"/>
                  </a:lnTo>
                  <a:lnTo>
                    <a:pt x="96382" y="8868"/>
                  </a:lnTo>
                  <a:lnTo>
                    <a:pt x="97785" y="8884"/>
                  </a:lnTo>
                  <a:lnTo>
                    <a:pt x="116156" y="9066"/>
                  </a:lnTo>
                  <a:lnTo>
                    <a:pt x="136045" y="9162"/>
                  </a:lnTo>
                  <a:lnTo>
                    <a:pt x="137153" y="9166"/>
                  </a:lnTo>
                  <a:lnTo>
                    <a:pt x="162724" y="9179"/>
                  </a:lnTo>
                  <a:lnTo>
                    <a:pt x="175717" y="9102"/>
                  </a:lnTo>
                  <a:lnTo>
                    <a:pt x="175922" y="9100"/>
                  </a:lnTo>
                  <a:lnTo>
                    <a:pt x="184591" y="9032"/>
                  </a:lnTo>
                  <a:lnTo>
                    <a:pt x="207232" y="8844"/>
                  </a:lnTo>
                  <a:lnTo>
                    <a:pt x="213795" y="8773"/>
                  </a:lnTo>
                  <a:lnTo>
                    <a:pt x="215098" y="8757"/>
                  </a:lnTo>
                  <a:lnTo>
                    <a:pt x="239000" y="8421"/>
                  </a:lnTo>
                  <a:lnTo>
                    <a:pt x="246901" y="8289"/>
                  </a:lnTo>
                  <a:lnTo>
                    <a:pt x="254570" y="8157"/>
                  </a:lnTo>
                  <a:lnTo>
                    <a:pt x="270736" y="7847"/>
                  </a:lnTo>
                  <a:lnTo>
                    <a:pt x="284625" y="7544"/>
                  </a:lnTo>
                  <a:lnTo>
                    <a:pt x="294741" y="7306"/>
                  </a:lnTo>
                  <a:lnTo>
                    <a:pt x="302480" y="7112"/>
                  </a:lnTo>
                  <a:lnTo>
                    <a:pt x="305591" y="7031"/>
                  </a:lnTo>
                  <a:lnTo>
                    <a:pt x="330933" y="6311"/>
                  </a:lnTo>
                  <a:lnTo>
                    <a:pt x="334203" y="6213"/>
                  </a:lnTo>
                  <a:lnTo>
                    <a:pt x="359452" y="5400"/>
                  </a:lnTo>
                  <a:lnTo>
                    <a:pt x="365955" y="5162"/>
                  </a:lnTo>
                  <a:lnTo>
                    <a:pt x="368942" y="5050"/>
                  </a:lnTo>
                  <a:lnTo>
                    <a:pt x="373713" y="4875"/>
                  </a:lnTo>
                  <a:lnTo>
                    <a:pt x="397256" y="3956"/>
                  </a:lnTo>
                  <a:lnTo>
                    <a:pt x="397693" y="3938"/>
                  </a:lnTo>
                  <a:lnTo>
                    <a:pt x="413432" y="3268"/>
                  </a:lnTo>
                  <a:lnTo>
                    <a:pt x="419376" y="3013"/>
                  </a:lnTo>
                  <a:lnTo>
                    <a:pt x="428505" y="2561"/>
                  </a:lnTo>
                  <a:lnTo>
                    <a:pt x="429445" y="2517"/>
                  </a:lnTo>
                  <a:lnTo>
                    <a:pt x="445040" y="1766"/>
                  </a:lnTo>
                  <a:lnTo>
                    <a:pt x="445288" y="1754"/>
                  </a:lnTo>
                  <a:lnTo>
                    <a:pt x="476440" y="122"/>
                  </a:lnTo>
                  <a:lnTo>
                    <a:pt x="478654" y="0"/>
                  </a:lnTo>
                  <a:lnTo>
                    <a:pt x="484341" y="4825"/>
                  </a:lnTo>
                  <a:lnTo>
                    <a:pt x="490803" y="8880"/>
                  </a:lnTo>
                  <a:lnTo>
                    <a:pt x="495250" y="11705"/>
                  </a:lnTo>
                  <a:lnTo>
                    <a:pt x="499468" y="8186"/>
                  </a:lnTo>
                  <a:lnTo>
                    <a:pt x="501241" y="7969"/>
                  </a:lnTo>
                  <a:lnTo>
                    <a:pt x="504164" y="7611"/>
                  </a:lnTo>
                  <a:lnTo>
                    <a:pt x="505911" y="9721"/>
                  </a:lnTo>
                  <a:lnTo>
                    <a:pt x="509672" y="14056"/>
                  </a:lnTo>
                  <a:lnTo>
                    <a:pt x="509761" y="14584"/>
                  </a:lnTo>
                  <a:lnTo>
                    <a:pt x="510489" y="18911"/>
                  </a:lnTo>
                  <a:lnTo>
                    <a:pt x="511373" y="21006"/>
                  </a:lnTo>
                  <a:lnTo>
                    <a:pt x="508772" y="23503"/>
                  </a:lnTo>
                  <a:lnTo>
                    <a:pt x="503732" y="23893"/>
                  </a:lnTo>
                  <a:lnTo>
                    <a:pt x="503909" y="27249"/>
                  </a:lnTo>
                  <a:lnTo>
                    <a:pt x="499430" y="30589"/>
                  </a:lnTo>
                  <a:lnTo>
                    <a:pt x="499171" y="34200"/>
                  </a:lnTo>
                  <a:lnTo>
                    <a:pt x="499048" y="35907"/>
                  </a:lnTo>
                  <a:lnTo>
                    <a:pt x="497063" y="37707"/>
                  </a:lnTo>
                  <a:lnTo>
                    <a:pt x="494581" y="39945"/>
                  </a:lnTo>
                  <a:lnTo>
                    <a:pt x="496248" y="41741"/>
                  </a:lnTo>
                  <a:lnTo>
                    <a:pt x="499381" y="45114"/>
                  </a:lnTo>
                  <a:lnTo>
                    <a:pt x="504440" y="49744"/>
                  </a:lnTo>
                  <a:lnTo>
                    <a:pt x="505697" y="51397"/>
                  </a:lnTo>
                  <a:lnTo>
                    <a:pt x="507161" y="53321"/>
                  </a:lnTo>
                  <a:lnTo>
                    <a:pt x="511275" y="53736"/>
                  </a:lnTo>
                  <a:lnTo>
                    <a:pt x="510292" y="60097"/>
                  </a:lnTo>
                  <a:lnTo>
                    <a:pt x="514166" y="64425"/>
                  </a:lnTo>
                  <a:lnTo>
                    <a:pt x="516561" y="67217"/>
                  </a:lnTo>
                  <a:lnTo>
                    <a:pt x="518596" y="70362"/>
                  </a:lnTo>
                  <a:lnTo>
                    <a:pt x="519165" y="70762"/>
                  </a:lnTo>
                  <a:lnTo>
                    <a:pt x="522881" y="73373"/>
                  </a:lnTo>
                  <a:lnTo>
                    <a:pt x="527168" y="71808"/>
                  </a:lnTo>
                  <a:lnTo>
                    <a:pt x="531319" y="74079"/>
                  </a:lnTo>
                  <a:lnTo>
                    <a:pt x="532885" y="74078"/>
                  </a:lnTo>
                  <a:lnTo>
                    <a:pt x="533597" y="74077"/>
                  </a:lnTo>
                  <a:lnTo>
                    <a:pt x="532737" y="77942"/>
                  </a:lnTo>
                  <a:lnTo>
                    <a:pt x="532857" y="80102"/>
                  </a:lnTo>
                  <a:lnTo>
                    <a:pt x="533089" y="84275"/>
                  </a:lnTo>
                  <a:lnTo>
                    <a:pt x="533405" y="89962"/>
                  </a:lnTo>
                  <a:lnTo>
                    <a:pt x="534114" y="102249"/>
                  </a:lnTo>
                  <a:lnTo>
                    <a:pt x="534673" y="111972"/>
                  </a:lnTo>
                  <a:lnTo>
                    <a:pt x="534685" y="112209"/>
                  </a:lnTo>
                  <a:lnTo>
                    <a:pt x="535894" y="136001"/>
                  </a:lnTo>
                  <a:lnTo>
                    <a:pt x="536394" y="144108"/>
                  </a:lnTo>
                  <a:lnTo>
                    <a:pt x="537242" y="157881"/>
                  </a:lnTo>
                  <a:lnTo>
                    <a:pt x="538129" y="174102"/>
                  </a:lnTo>
                  <a:lnTo>
                    <a:pt x="538244" y="176201"/>
                  </a:lnTo>
                  <a:lnTo>
                    <a:pt x="538489" y="180696"/>
                  </a:lnTo>
                  <a:lnTo>
                    <a:pt x="539922" y="208589"/>
                  </a:lnTo>
                  <a:lnTo>
                    <a:pt x="539973" y="209419"/>
                  </a:lnTo>
                  <a:lnTo>
                    <a:pt x="540082" y="211201"/>
                  </a:lnTo>
                  <a:lnTo>
                    <a:pt x="541434" y="233334"/>
                  </a:lnTo>
                  <a:lnTo>
                    <a:pt x="541678" y="237597"/>
                  </a:lnTo>
                  <a:lnTo>
                    <a:pt x="541812" y="239946"/>
                  </a:lnTo>
                  <a:lnTo>
                    <a:pt x="542739" y="256201"/>
                  </a:lnTo>
                  <a:lnTo>
                    <a:pt x="543319" y="265630"/>
                  </a:lnTo>
                  <a:lnTo>
                    <a:pt x="543644" y="270909"/>
                  </a:lnTo>
                  <a:lnTo>
                    <a:pt x="536715" y="271360"/>
                  </a:lnTo>
                  <a:lnTo>
                    <a:pt x="516059" y="272561"/>
                  </a:lnTo>
                  <a:lnTo>
                    <a:pt x="515157" y="272616"/>
                  </a:lnTo>
                  <a:lnTo>
                    <a:pt x="510341" y="272904"/>
                  </a:lnTo>
                  <a:lnTo>
                    <a:pt x="492129" y="273959"/>
                  </a:lnTo>
                  <a:lnTo>
                    <a:pt x="485901" y="274305"/>
                  </a:lnTo>
                  <a:lnTo>
                    <a:pt x="477513" y="274761"/>
                  </a:lnTo>
                  <a:lnTo>
                    <a:pt x="473770" y="274961"/>
                  </a:lnTo>
                  <a:lnTo>
                    <a:pt x="458177" y="275768"/>
                  </a:lnTo>
                  <a:lnTo>
                    <a:pt x="447835" y="276281"/>
                  </a:lnTo>
                  <a:lnTo>
                    <a:pt x="445190" y="276411"/>
                  </a:lnTo>
                  <a:lnTo>
                    <a:pt x="442517" y="276541"/>
                  </a:lnTo>
                  <a:lnTo>
                    <a:pt x="426656" y="277289"/>
                  </a:lnTo>
                  <a:lnTo>
                    <a:pt x="405967" y="278226"/>
                  </a:lnTo>
                  <a:lnTo>
                    <a:pt x="404115" y="278300"/>
                  </a:lnTo>
                  <a:lnTo>
                    <a:pt x="387699" y="278929"/>
                  </a:lnTo>
                  <a:lnTo>
                    <a:pt x="362016" y="279870"/>
                  </a:lnTo>
                  <a:lnTo>
                    <a:pt x="358569" y="279990"/>
                  </a:lnTo>
                  <a:lnTo>
                    <a:pt x="341201" y="280568"/>
                  </a:lnTo>
                  <a:lnTo>
                    <a:pt x="335532" y="280743"/>
                  </a:lnTo>
                  <a:lnTo>
                    <a:pt x="313096" y="281388"/>
                  </a:lnTo>
                  <a:lnTo>
                    <a:pt x="310634" y="281457"/>
                  </a:lnTo>
                  <a:lnTo>
                    <a:pt x="292835" y="281932"/>
                  </a:lnTo>
                  <a:lnTo>
                    <a:pt x="287954" y="282051"/>
                  </a:lnTo>
                  <a:lnTo>
                    <a:pt x="270728" y="282439"/>
                  </a:lnTo>
                  <a:lnTo>
                    <a:pt x="270221" y="282450"/>
                  </a:lnTo>
                  <a:lnTo>
                    <a:pt x="256258" y="282656"/>
                  </a:lnTo>
                  <a:lnTo>
                    <a:pt x="238142" y="282877"/>
                  </a:lnTo>
                  <a:lnTo>
                    <a:pt x="222876" y="283068"/>
                  </a:lnTo>
                  <a:lnTo>
                    <a:pt x="213414" y="283168"/>
                  </a:lnTo>
                  <a:lnTo>
                    <a:pt x="193078" y="283331"/>
                  </a:lnTo>
                  <a:lnTo>
                    <a:pt x="189474" y="283344"/>
                  </a:lnTo>
                  <a:lnTo>
                    <a:pt x="183252" y="283362"/>
                  </a:lnTo>
                  <a:lnTo>
                    <a:pt x="174713" y="283377"/>
                  </a:lnTo>
                  <a:lnTo>
                    <a:pt x="149982" y="283297"/>
                  </a:lnTo>
                  <a:lnTo>
                    <a:pt x="149442" y="283298"/>
                  </a:lnTo>
                  <a:lnTo>
                    <a:pt x="143074" y="283307"/>
                  </a:lnTo>
                  <a:lnTo>
                    <a:pt x="109136" y="283246"/>
                  </a:lnTo>
                  <a:lnTo>
                    <a:pt x="103227" y="283255"/>
                  </a:lnTo>
                  <a:lnTo>
                    <a:pt x="86938" y="283252"/>
                  </a:lnTo>
                  <a:lnTo>
                    <a:pt x="80356" y="283216"/>
                  </a:lnTo>
                  <a:lnTo>
                    <a:pt x="71492" y="283156"/>
                  </a:lnTo>
                  <a:lnTo>
                    <a:pt x="60865" y="283068"/>
                  </a:lnTo>
                  <a:lnTo>
                    <a:pt x="40801" y="282884"/>
                  </a:lnTo>
                  <a:lnTo>
                    <a:pt x="35677" y="282821"/>
                  </a:lnTo>
                  <a:lnTo>
                    <a:pt x="10241" y="282442"/>
                  </a:lnTo>
                  <a:lnTo>
                    <a:pt x="1028" y="282277"/>
                  </a:lnTo>
                  <a:lnTo>
                    <a:pt x="0" y="282258"/>
                  </a:lnTo>
                  <a:lnTo>
                    <a:pt x="109" y="278424"/>
                  </a:lnTo>
                  <a:lnTo>
                    <a:pt x="252" y="271900"/>
                  </a:lnTo>
                  <a:lnTo>
                    <a:pt x="567" y="258058"/>
                  </a:lnTo>
                  <a:lnTo>
                    <a:pt x="840" y="246096"/>
                  </a:lnTo>
                  <a:lnTo>
                    <a:pt x="1372" y="222803"/>
                  </a:lnTo>
                  <a:lnTo>
                    <a:pt x="1539" y="215534"/>
                  </a:lnTo>
                  <a:lnTo>
                    <a:pt x="1563" y="214195"/>
                  </a:lnTo>
                  <a:lnTo>
                    <a:pt x="2180" y="179989"/>
                  </a:lnTo>
                  <a:lnTo>
                    <a:pt x="2466" y="166341"/>
                  </a:lnTo>
                  <a:lnTo>
                    <a:pt x="2479" y="165763"/>
                  </a:lnTo>
                  <a:lnTo>
                    <a:pt x="2701" y="155195"/>
                  </a:lnTo>
                  <a:lnTo>
                    <a:pt x="3147" y="134114"/>
                  </a:lnTo>
                  <a:lnTo>
                    <a:pt x="3307" y="126585"/>
                  </a:lnTo>
                  <a:lnTo>
                    <a:pt x="3987" y="94650"/>
                  </a:lnTo>
                  <a:lnTo>
                    <a:pt x="4126" y="86780"/>
                  </a:lnTo>
                  <a:lnTo>
                    <a:pt x="4515" y="64791"/>
                  </a:lnTo>
                  <a:lnTo>
                    <a:pt x="4861" y="47015"/>
                  </a:lnTo>
                  <a:lnTo>
                    <a:pt x="4872" y="46478"/>
                  </a:lnTo>
                  <a:lnTo>
                    <a:pt x="5310" y="240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242864" y="3578090"/>
              <a:ext cx="632179" cy="350103"/>
            </a:xfrm>
            <a:custGeom>
              <a:avLst/>
              <a:pathLst>
                <a:path w="632179" h="350103">
                  <a:moveTo>
                    <a:pt x="1893" y="341898"/>
                  </a:moveTo>
                  <a:lnTo>
                    <a:pt x="7638" y="342079"/>
                  </a:lnTo>
                  <a:lnTo>
                    <a:pt x="13880" y="341717"/>
                  </a:lnTo>
                  <a:lnTo>
                    <a:pt x="15655" y="334928"/>
                  </a:lnTo>
                  <a:lnTo>
                    <a:pt x="20083" y="334182"/>
                  </a:lnTo>
                  <a:lnTo>
                    <a:pt x="20312" y="334143"/>
                  </a:lnTo>
                  <a:lnTo>
                    <a:pt x="24862" y="338632"/>
                  </a:lnTo>
                  <a:lnTo>
                    <a:pt x="29440" y="338953"/>
                  </a:lnTo>
                  <a:lnTo>
                    <a:pt x="31159" y="332568"/>
                  </a:lnTo>
                  <a:lnTo>
                    <a:pt x="32862" y="329536"/>
                  </a:lnTo>
                  <a:lnTo>
                    <a:pt x="33598" y="328224"/>
                  </a:lnTo>
                  <a:lnTo>
                    <a:pt x="29698" y="322795"/>
                  </a:lnTo>
                  <a:lnTo>
                    <a:pt x="33125" y="318039"/>
                  </a:lnTo>
                  <a:lnTo>
                    <a:pt x="32820" y="314757"/>
                  </a:lnTo>
                  <a:lnTo>
                    <a:pt x="32791" y="314451"/>
                  </a:lnTo>
                  <a:lnTo>
                    <a:pt x="32749" y="308100"/>
                  </a:lnTo>
                  <a:lnTo>
                    <a:pt x="34515" y="302968"/>
                  </a:lnTo>
                  <a:lnTo>
                    <a:pt x="35322" y="297070"/>
                  </a:lnTo>
                  <a:lnTo>
                    <a:pt x="35521" y="295610"/>
                  </a:lnTo>
                  <a:lnTo>
                    <a:pt x="32271" y="293383"/>
                  </a:lnTo>
                  <a:lnTo>
                    <a:pt x="32151" y="289471"/>
                  </a:lnTo>
                  <a:lnTo>
                    <a:pt x="28200" y="284048"/>
                  </a:lnTo>
                  <a:lnTo>
                    <a:pt x="28046" y="283837"/>
                  </a:lnTo>
                  <a:lnTo>
                    <a:pt x="33113" y="275861"/>
                  </a:lnTo>
                  <a:lnTo>
                    <a:pt x="36010" y="270242"/>
                  </a:lnTo>
                  <a:lnTo>
                    <a:pt x="40440" y="265752"/>
                  </a:lnTo>
                  <a:lnTo>
                    <a:pt x="46188" y="264647"/>
                  </a:lnTo>
                  <a:lnTo>
                    <a:pt x="46338" y="264618"/>
                  </a:lnTo>
                  <a:lnTo>
                    <a:pt x="46685" y="264708"/>
                  </a:lnTo>
                  <a:lnTo>
                    <a:pt x="55052" y="266862"/>
                  </a:lnTo>
                  <a:lnTo>
                    <a:pt x="62651" y="270419"/>
                  </a:lnTo>
                  <a:lnTo>
                    <a:pt x="67908" y="271191"/>
                  </a:lnTo>
                  <a:lnTo>
                    <a:pt x="75384" y="273285"/>
                  </a:lnTo>
                  <a:lnTo>
                    <a:pt x="80105" y="275789"/>
                  </a:lnTo>
                  <a:lnTo>
                    <a:pt x="82869" y="277252"/>
                  </a:lnTo>
                  <a:lnTo>
                    <a:pt x="86389" y="276681"/>
                  </a:lnTo>
                  <a:lnTo>
                    <a:pt x="86961" y="276588"/>
                  </a:lnTo>
                  <a:lnTo>
                    <a:pt x="87619" y="276481"/>
                  </a:lnTo>
                  <a:lnTo>
                    <a:pt x="89907" y="272831"/>
                  </a:lnTo>
                  <a:lnTo>
                    <a:pt x="90898" y="267064"/>
                  </a:lnTo>
                  <a:lnTo>
                    <a:pt x="85894" y="260051"/>
                  </a:lnTo>
                  <a:lnTo>
                    <a:pt x="81239" y="252929"/>
                  </a:lnTo>
                  <a:lnTo>
                    <a:pt x="82939" y="247356"/>
                  </a:lnTo>
                  <a:lnTo>
                    <a:pt x="83898" y="240534"/>
                  </a:lnTo>
                  <a:lnTo>
                    <a:pt x="87641" y="237660"/>
                  </a:lnTo>
                  <a:lnTo>
                    <a:pt x="87861" y="237706"/>
                  </a:lnTo>
                  <a:lnTo>
                    <a:pt x="93024" y="238786"/>
                  </a:lnTo>
                  <a:lnTo>
                    <a:pt x="98913" y="232716"/>
                  </a:lnTo>
                  <a:lnTo>
                    <a:pt x="109351" y="229657"/>
                  </a:lnTo>
                  <a:lnTo>
                    <a:pt x="117142" y="226243"/>
                  </a:lnTo>
                  <a:lnTo>
                    <a:pt x="116570" y="224536"/>
                  </a:lnTo>
                  <a:lnTo>
                    <a:pt x="115703" y="221948"/>
                  </a:lnTo>
                  <a:lnTo>
                    <a:pt x="110006" y="217919"/>
                  </a:lnTo>
                  <a:lnTo>
                    <a:pt x="109904" y="217679"/>
                  </a:lnTo>
                  <a:lnTo>
                    <a:pt x="106418" y="209496"/>
                  </a:lnTo>
                  <a:lnTo>
                    <a:pt x="108164" y="204544"/>
                  </a:lnTo>
                  <a:lnTo>
                    <a:pt x="113699" y="198754"/>
                  </a:lnTo>
                  <a:lnTo>
                    <a:pt x="115562" y="192264"/>
                  </a:lnTo>
                  <a:lnTo>
                    <a:pt x="120723" y="193424"/>
                  </a:lnTo>
                  <a:lnTo>
                    <a:pt x="123531" y="192153"/>
                  </a:lnTo>
                  <a:lnTo>
                    <a:pt x="125843" y="188731"/>
                  </a:lnTo>
                  <a:lnTo>
                    <a:pt x="122156" y="183458"/>
                  </a:lnTo>
                  <a:lnTo>
                    <a:pt x="122812" y="180181"/>
                  </a:lnTo>
                  <a:lnTo>
                    <a:pt x="123000" y="179242"/>
                  </a:lnTo>
                  <a:lnTo>
                    <a:pt x="126980" y="177218"/>
                  </a:lnTo>
                  <a:lnTo>
                    <a:pt x="133128" y="181349"/>
                  </a:lnTo>
                  <a:lnTo>
                    <a:pt x="140034" y="178472"/>
                  </a:lnTo>
                  <a:lnTo>
                    <a:pt x="141057" y="179311"/>
                  </a:lnTo>
                  <a:lnTo>
                    <a:pt x="144135" y="181835"/>
                  </a:lnTo>
                  <a:lnTo>
                    <a:pt x="148927" y="181559"/>
                  </a:lnTo>
                  <a:lnTo>
                    <a:pt x="149696" y="176289"/>
                  </a:lnTo>
                  <a:lnTo>
                    <a:pt x="154143" y="172692"/>
                  </a:lnTo>
                  <a:lnTo>
                    <a:pt x="159722" y="172420"/>
                  </a:lnTo>
                  <a:lnTo>
                    <a:pt x="162703" y="170467"/>
                  </a:lnTo>
                  <a:lnTo>
                    <a:pt x="165087" y="168904"/>
                  </a:lnTo>
                  <a:lnTo>
                    <a:pt x="172999" y="171712"/>
                  </a:lnTo>
                  <a:lnTo>
                    <a:pt x="175574" y="172947"/>
                  </a:lnTo>
                  <a:lnTo>
                    <a:pt x="178704" y="174447"/>
                  </a:lnTo>
                  <a:lnTo>
                    <a:pt x="180111" y="175121"/>
                  </a:lnTo>
                  <a:lnTo>
                    <a:pt x="186885" y="176929"/>
                  </a:lnTo>
                  <a:lnTo>
                    <a:pt x="191023" y="180040"/>
                  </a:lnTo>
                  <a:lnTo>
                    <a:pt x="194345" y="183885"/>
                  </a:lnTo>
                  <a:lnTo>
                    <a:pt x="197460" y="176811"/>
                  </a:lnTo>
                  <a:lnTo>
                    <a:pt x="197966" y="171491"/>
                  </a:lnTo>
                  <a:lnTo>
                    <a:pt x="200035" y="166252"/>
                  </a:lnTo>
                  <a:lnTo>
                    <a:pt x="202696" y="165168"/>
                  </a:lnTo>
                  <a:lnTo>
                    <a:pt x="206779" y="163503"/>
                  </a:lnTo>
                  <a:lnTo>
                    <a:pt x="210597" y="158951"/>
                  </a:lnTo>
                  <a:lnTo>
                    <a:pt x="215457" y="155388"/>
                  </a:lnTo>
                  <a:lnTo>
                    <a:pt x="215665" y="155236"/>
                  </a:lnTo>
                  <a:lnTo>
                    <a:pt x="218929" y="159190"/>
                  </a:lnTo>
                  <a:lnTo>
                    <a:pt x="224839" y="165279"/>
                  </a:lnTo>
                  <a:lnTo>
                    <a:pt x="230619" y="166910"/>
                  </a:lnTo>
                  <a:lnTo>
                    <a:pt x="231678" y="167231"/>
                  </a:lnTo>
                  <a:lnTo>
                    <a:pt x="234538" y="168096"/>
                  </a:lnTo>
                  <a:lnTo>
                    <a:pt x="234963" y="162086"/>
                  </a:lnTo>
                  <a:lnTo>
                    <a:pt x="242676" y="161254"/>
                  </a:lnTo>
                  <a:lnTo>
                    <a:pt x="240272" y="154443"/>
                  </a:lnTo>
                  <a:lnTo>
                    <a:pt x="239407" y="146855"/>
                  </a:lnTo>
                  <a:lnTo>
                    <a:pt x="242169" y="145813"/>
                  </a:lnTo>
                  <a:lnTo>
                    <a:pt x="243490" y="145315"/>
                  </a:lnTo>
                  <a:lnTo>
                    <a:pt x="246048" y="140380"/>
                  </a:lnTo>
                  <a:lnTo>
                    <a:pt x="249335" y="135703"/>
                  </a:lnTo>
                  <a:lnTo>
                    <a:pt x="254511" y="132331"/>
                  </a:lnTo>
                  <a:lnTo>
                    <a:pt x="258916" y="136994"/>
                  </a:lnTo>
                  <a:lnTo>
                    <a:pt x="266285" y="144218"/>
                  </a:lnTo>
                  <a:lnTo>
                    <a:pt x="275836" y="144040"/>
                  </a:lnTo>
                  <a:lnTo>
                    <a:pt x="281749" y="147293"/>
                  </a:lnTo>
                  <a:lnTo>
                    <a:pt x="284435" y="144536"/>
                  </a:lnTo>
                  <a:lnTo>
                    <a:pt x="286023" y="142904"/>
                  </a:lnTo>
                  <a:lnTo>
                    <a:pt x="287878" y="141330"/>
                  </a:lnTo>
                  <a:lnTo>
                    <a:pt x="290115" y="139431"/>
                  </a:lnTo>
                  <a:lnTo>
                    <a:pt x="290156" y="130325"/>
                  </a:lnTo>
                  <a:lnTo>
                    <a:pt x="289753" y="122790"/>
                  </a:lnTo>
                  <a:lnTo>
                    <a:pt x="289702" y="121854"/>
                  </a:lnTo>
                  <a:lnTo>
                    <a:pt x="293449" y="115543"/>
                  </a:lnTo>
                  <a:lnTo>
                    <a:pt x="294676" y="110559"/>
                  </a:lnTo>
                  <a:lnTo>
                    <a:pt x="296581" y="110784"/>
                  </a:lnTo>
                  <a:lnTo>
                    <a:pt x="300411" y="111234"/>
                  </a:lnTo>
                  <a:lnTo>
                    <a:pt x="305586" y="107284"/>
                  </a:lnTo>
                  <a:lnTo>
                    <a:pt x="307889" y="101638"/>
                  </a:lnTo>
                  <a:lnTo>
                    <a:pt x="308253" y="97652"/>
                  </a:lnTo>
                  <a:lnTo>
                    <a:pt x="308647" y="93306"/>
                  </a:lnTo>
                  <a:lnTo>
                    <a:pt x="310895" y="89219"/>
                  </a:lnTo>
                  <a:lnTo>
                    <a:pt x="318018" y="86001"/>
                  </a:lnTo>
                  <a:lnTo>
                    <a:pt x="319432" y="81788"/>
                  </a:lnTo>
                  <a:lnTo>
                    <a:pt x="322533" y="79021"/>
                  </a:lnTo>
                  <a:lnTo>
                    <a:pt x="323588" y="76375"/>
                  </a:lnTo>
                  <a:lnTo>
                    <a:pt x="321555" y="72318"/>
                  </a:lnTo>
                  <a:lnTo>
                    <a:pt x="320944" y="71098"/>
                  </a:lnTo>
                  <a:lnTo>
                    <a:pt x="319640" y="64579"/>
                  </a:lnTo>
                  <a:lnTo>
                    <a:pt x="317832" y="58922"/>
                  </a:lnTo>
                  <a:lnTo>
                    <a:pt x="321458" y="55775"/>
                  </a:lnTo>
                  <a:lnTo>
                    <a:pt x="326453" y="55113"/>
                  </a:lnTo>
                  <a:lnTo>
                    <a:pt x="327129" y="54890"/>
                  </a:lnTo>
                  <a:lnTo>
                    <a:pt x="331776" y="53353"/>
                  </a:lnTo>
                  <a:lnTo>
                    <a:pt x="335177" y="54807"/>
                  </a:lnTo>
                  <a:lnTo>
                    <a:pt x="338705" y="56943"/>
                  </a:lnTo>
                  <a:lnTo>
                    <a:pt x="340090" y="57781"/>
                  </a:lnTo>
                  <a:lnTo>
                    <a:pt x="343314" y="56332"/>
                  </a:lnTo>
                  <a:lnTo>
                    <a:pt x="348709" y="50241"/>
                  </a:lnTo>
                  <a:lnTo>
                    <a:pt x="352631" y="47646"/>
                  </a:lnTo>
                  <a:lnTo>
                    <a:pt x="357137" y="44659"/>
                  </a:lnTo>
                  <a:lnTo>
                    <a:pt x="365692" y="41729"/>
                  </a:lnTo>
                  <a:lnTo>
                    <a:pt x="369427" y="41495"/>
                  </a:lnTo>
                  <a:lnTo>
                    <a:pt x="369021" y="34407"/>
                  </a:lnTo>
                  <a:lnTo>
                    <a:pt x="369239" y="33425"/>
                  </a:lnTo>
                  <a:lnTo>
                    <a:pt x="369830" y="30766"/>
                  </a:lnTo>
                  <a:lnTo>
                    <a:pt x="365893" y="29832"/>
                  </a:lnTo>
                  <a:lnTo>
                    <a:pt x="362776" y="28577"/>
                  </a:lnTo>
                  <a:lnTo>
                    <a:pt x="361539" y="28079"/>
                  </a:lnTo>
                  <a:lnTo>
                    <a:pt x="364517" y="22972"/>
                  </a:lnTo>
                  <a:lnTo>
                    <a:pt x="362385" y="18994"/>
                  </a:lnTo>
                  <a:lnTo>
                    <a:pt x="359490" y="16169"/>
                  </a:lnTo>
                  <a:lnTo>
                    <a:pt x="357473" y="14199"/>
                  </a:lnTo>
                  <a:lnTo>
                    <a:pt x="360013" y="10877"/>
                  </a:lnTo>
                  <a:lnTo>
                    <a:pt x="362855" y="7319"/>
                  </a:lnTo>
                  <a:lnTo>
                    <a:pt x="367807" y="1754"/>
                  </a:lnTo>
                  <a:lnTo>
                    <a:pt x="371117" y="2764"/>
                  </a:lnTo>
                  <a:lnTo>
                    <a:pt x="371329" y="2944"/>
                  </a:lnTo>
                  <a:lnTo>
                    <a:pt x="374809" y="5886"/>
                  </a:lnTo>
                  <a:lnTo>
                    <a:pt x="379750" y="7165"/>
                  </a:lnTo>
                  <a:lnTo>
                    <a:pt x="381015" y="7492"/>
                  </a:lnTo>
                  <a:lnTo>
                    <a:pt x="385237" y="3797"/>
                  </a:lnTo>
                  <a:lnTo>
                    <a:pt x="388855" y="2844"/>
                  </a:lnTo>
                  <a:lnTo>
                    <a:pt x="389897" y="2569"/>
                  </a:lnTo>
                  <a:lnTo>
                    <a:pt x="390681" y="833"/>
                  </a:lnTo>
                  <a:lnTo>
                    <a:pt x="392147" y="0"/>
                  </a:lnTo>
                  <a:lnTo>
                    <a:pt x="393675" y="518"/>
                  </a:lnTo>
                  <a:lnTo>
                    <a:pt x="395276" y="3597"/>
                  </a:lnTo>
                  <a:lnTo>
                    <a:pt x="398644" y="7125"/>
                  </a:lnTo>
                  <a:lnTo>
                    <a:pt x="405160" y="7974"/>
                  </a:lnTo>
                  <a:lnTo>
                    <a:pt x="405734" y="8626"/>
                  </a:lnTo>
                  <a:lnTo>
                    <a:pt x="408312" y="11559"/>
                  </a:lnTo>
                  <a:lnTo>
                    <a:pt x="409720" y="15051"/>
                  </a:lnTo>
                  <a:lnTo>
                    <a:pt x="415818" y="22234"/>
                  </a:lnTo>
                  <a:lnTo>
                    <a:pt x="415915" y="22856"/>
                  </a:lnTo>
                  <a:lnTo>
                    <a:pt x="416457" y="26308"/>
                  </a:lnTo>
                  <a:lnTo>
                    <a:pt x="417296" y="27578"/>
                  </a:lnTo>
                  <a:lnTo>
                    <a:pt x="418861" y="29946"/>
                  </a:lnTo>
                  <a:lnTo>
                    <a:pt x="425630" y="30435"/>
                  </a:lnTo>
                  <a:lnTo>
                    <a:pt x="432904" y="31025"/>
                  </a:lnTo>
                  <a:lnTo>
                    <a:pt x="438634" y="28158"/>
                  </a:lnTo>
                  <a:lnTo>
                    <a:pt x="443056" y="28679"/>
                  </a:lnTo>
                  <a:lnTo>
                    <a:pt x="445196" y="29068"/>
                  </a:lnTo>
                  <a:lnTo>
                    <a:pt x="449845" y="29910"/>
                  </a:lnTo>
                  <a:lnTo>
                    <a:pt x="452046" y="33411"/>
                  </a:lnTo>
                  <a:lnTo>
                    <a:pt x="456630" y="34764"/>
                  </a:lnTo>
                  <a:lnTo>
                    <a:pt x="458327" y="38594"/>
                  </a:lnTo>
                  <a:lnTo>
                    <a:pt x="464231" y="39652"/>
                  </a:lnTo>
                  <a:lnTo>
                    <a:pt x="466581" y="40072"/>
                  </a:lnTo>
                  <a:lnTo>
                    <a:pt x="469044" y="38267"/>
                  </a:lnTo>
                  <a:lnTo>
                    <a:pt x="469344" y="38047"/>
                  </a:lnTo>
                  <a:lnTo>
                    <a:pt x="469954" y="33909"/>
                  </a:lnTo>
                  <a:lnTo>
                    <a:pt x="477256" y="29912"/>
                  </a:lnTo>
                  <a:lnTo>
                    <a:pt x="485623" y="31859"/>
                  </a:lnTo>
                  <a:lnTo>
                    <a:pt x="491098" y="31622"/>
                  </a:lnTo>
                  <a:lnTo>
                    <a:pt x="496513" y="34829"/>
                  </a:lnTo>
                  <a:lnTo>
                    <a:pt x="499814" y="36765"/>
                  </a:lnTo>
                  <a:lnTo>
                    <a:pt x="501375" y="34898"/>
                  </a:lnTo>
                  <a:lnTo>
                    <a:pt x="503111" y="32821"/>
                  </a:lnTo>
                  <a:lnTo>
                    <a:pt x="508826" y="32571"/>
                  </a:lnTo>
                  <a:lnTo>
                    <a:pt x="512033" y="29683"/>
                  </a:lnTo>
                  <a:lnTo>
                    <a:pt x="512758" y="26030"/>
                  </a:lnTo>
                  <a:lnTo>
                    <a:pt x="517797" y="20902"/>
                  </a:lnTo>
                  <a:lnTo>
                    <a:pt x="518612" y="19780"/>
                  </a:lnTo>
                  <a:lnTo>
                    <a:pt x="519870" y="18048"/>
                  </a:lnTo>
                  <a:lnTo>
                    <a:pt x="525273" y="15445"/>
                  </a:lnTo>
                  <a:lnTo>
                    <a:pt x="529466" y="13138"/>
                  </a:lnTo>
                  <a:lnTo>
                    <a:pt x="531745" y="16860"/>
                  </a:lnTo>
                  <a:lnTo>
                    <a:pt x="532722" y="21135"/>
                  </a:lnTo>
                  <a:lnTo>
                    <a:pt x="535785" y="28719"/>
                  </a:lnTo>
                  <a:lnTo>
                    <a:pt x="539752" y="31445"/>
                  </a:lnTo>
                  <a:lnTo>
                    <a:pt x="540893" y="32228"/>
                  </a:lnTo>
                  <a:lnTo>
                    <a:pt x="547247" y="31505"/>
                  </a:lnTo>
                  <a:lnTo>
                    <a:pt x="552209" y="35143"/>
                  </a:lnTo>
                  <a:lnTo>
                    <a:pt x="553336" y="35772"/>
                  </a:lnTo>
                  <a:lnTo>
                    <a:pt x="557771" y="38241"/>
                  </a:lnTo>
                  <a:lnTo>
                    <a:pt x="561002" y="43716"/>
                  </a:lnTo>
                  <a:lnTo>
                    <a:pt x="562278" y="52019"/>
                  </a:lnTo>
                  <a:lnTo>
                    <a:pt x="565065" y="54671"/>
                  </a:lnTo>
                  <a:lnTo>
                    <a:pt x="565666" y="62035"/>
                  </a:lnTo>
                  <a:lnTo>
                    <a:pt x="565597" y="62951"/>
                  </a:lnTo>
                  <a:lnTo>
                    <a:pt x="565254" y="67429"/>
                  </a:lnTo>
                  <a:lnTo>
                    <a:pt x="564378" y="74994"/>
                  </a:lnTo>
                  <a:lnTo>
                    <a:pt x="572298" y="81305"/>
                  </a:lnTo>
                  <a:lnTo>
                    <a:pt x="581173" y="89014"/>
                  </a:lnTo>
                  <a:lnTo>
                    <a:pt x="580781" y="93369"/>
                  </a:lnTo>
                  <a:lnTo>
                    <a:pt x="580560" y="95824"/>
                  </a:lnTo>
                  <a:lnTo>
                    <a:pt x="587264" y="99356"/>
                  </a:lnTo>
                  <a:lnTo>
                    <a:pt x="589580" y="102127"/>
                  </a:lnTo>
                  <a:lnTo>
                    <a:pt x="592844" y="106030"/>
                  </a:lnTo>
                  <a:lnTo>
                    <a:pt x="597254" y="109483"/>
                  </a:lnTo>
                  <a:lnTo>
                    <a:pt x="598161" y="111102"/>
                  </a:lnTo>
                  <a:lnTo>
                    <a:pt x="601496" y="117049"/>
                  </a:lnTo>
                  <a:lnTo>
                    <a:pt x="608072" y="119311"/>
                  </a:lnTo>
                  <a:lnTo>
                    <a:pt x="616406" y="123956"/>
                  </a:lnTo>
                  <a:lnTo>
                    <a:pt x="623970" y="127951"/>
                  </a:lnTo>
                  <a:lnTo>
                    <a:pt x="632179" y="126891"/>
                  </a:lnTo>
                  <a:lnTo>
                    <a:pt x="616072" y="148584"/>
                  </a:lnTo>
                  <a:lnTo>
                    <a:pt x="608605" y="158576"/>
                  </a:lnTo>
                  <a:lnTo>
                    <a:pt x="608267" y="159068"/>
                  </a:lnTo>
                  <a:lnTo>
                    <a:pt x="605473" y="163139"/>
                  </a:lnTo>
                  <a:lnTo>
                    <a:pt x="598009" y="167120"/>
                  </a:lnTo>
                  <a:lnTo>
                    <a:pt x="590081" y="173547"/>
                  </a:lnTo>
                  <a:lnTo>
                    <a:pt x="589736" y="173826"/>
                  </a:lnTo>
                  <a:lnTo>
                    <a:pt x="589214" y="174350"/>
                  </a:lnTo>
                  <a:lnTo>
                    <a:pt x="577351" y="186226"/>
                  </a:lnTo>
                  <a:lnTo>
                    <a:pt x="578807" y="191921"/>
                  </a:lnTo>
                  <a:lnTo>
                    <a:pt x="577095" y="196050"/>
                  </a:lnTo>
                  <a:lnTo>
                    <a:pt x="571933" y="199017"/>
                  </a:lnTo>
                  <a:lnTo>
                    <a:pt x="568080" y="203497"/>
                  </a:lnTo>
                  <a:lnTo>
                    <a:pt x="569508" y="209126"/>
                  </a:lnTo>
                  <a:lnTo>
                    <a:pt x="568419" y="212001"/>
                  </a:lnTo>
                  <a:lnTo>
                    <a:pt x="567732" y="213812"/>
                  </a:lnTo>
                  <a:lnTo>
                    <a:pt x="558489" y="219609"/>
                  </a:lnTo>
                  <a:lnTo>
                    <a:pt x="553067" y="220362"/>
                  </a:lnTo>
                  <a:lnTo>
                    <a:pt x="550840" y="226881"/>
                  </a:lnTo>
                  <a:lnTo>
                    <a:pt x="550058" y="232934"/>
                  </a:lnTo>
                  <a:lnTo>
                    <a:pt x="541865" y="236412"/>
                  </a:lnTo>
                  <a:lnTo>
                    <a:pt x="529905" y="243317"/>
                  </a:lnTo>
                  <a:lnTo>
                    <a:pt x="526008" y="246369"/>
                  </a:lnTo>
                  <a:lnTo>
                    <a:pt x="523923" y="246795"/>
                  </a:lnTo>
                  <a:lnTo>
                    <a:pt x="518281" y="247943"/>
                  </a:lnTo>
                  <a:lnTo>
                    <a:pt x="511444" y="252861"/>
                  </a:lnTo>
                  <a:lnTo>
                    <a:pt x="506887" y="257448"/>
                  </a:lnTo>
                  <a:lnTo>
                    <a:pt x="505932" y="259660"/>
                  </a:lnTo>
                  <a:lnTo>
                    <a:pt x="488440" y="262670"/>
                  </a:lnTo>
                  <a:lnTo>
                    <a:pt x="485308" y="263146"/>
                  </a:lnTo>
                  <a:lnTo>
                    <a:pt x="480389" y="263892"/>
                  </a:lnTo>
                  <a:lnTo>
                    <a:pt x="459847" y="267567"/>
                  </a:lnTo>
                  <a:lnTo>
                    <a:pt x="456927" y="268062"/>
                  </a:lnTo>
                  <a:lnTo>
                    <a:pt x="436420" y="271509"/>
                  </a:lnTo>
                  <a:lnTo>
                    <a:pt x="412435" y="275250"/>
                  </a:lnTo>
                  <a:lnTo>
                    <a:pt x="411837" y="275342"/>
                  </a:lnTo>
                  <a:lnTo>
                    <a:pt x="398078" y="276846"/>
                  </a:lnTo>
                  <a:lnTo>
                    <a:pt x="395391" y="277113"/>
                  </a:lnTo>
                  <a:lnTo>
                    <a:pt x="384851" y="278148"/>
                  </a:lnTo>
                  <a:lnTo>
                    <a:pt x="369331" y="280524"/>
                  </a:lnTo>
                  <a:lnTo>
                    <a:pt x="368096" y="280712"/>
                  </a:lnTo>
                  <a:lnTo>
                    <a:pt x="367656" y="280823"/>
                  </a:lnTo>
                  <a:lnTo>
                    <a:pt x="355731" y="283834"/>
                  </a:lnTo>
                  <a:lnTo>
                    <a:pt x="351323" y="284941"/>
                  </a:lnTo>
                  <a:lnTo>
                    <a:pt x="330315" y="287995"/>
                  </a:lnTo>
                  <a:lnTo>
                    <a:pt x="325422" y="288695"/>
                  </a:lnTo>
                  <a:lnTo>
                    <a:pt x="318060" y="289743"/>
                  </a:lnTo>
                  <a:lnTo>
                    <a:pt x="309222" y="290694"/>
                  </a:lnTo>
                  <a:lnTo>
                    <a:pt x="300003" y="291675"/>
                  </a:lnTo>
                  <a:lnTo>
                    <a:pt x="289285" y="292873"/>
                  </a:lnTo>
                  <a:lnTo>
                    <a:pt x="271427" y="294833"/>
                  </a:lnTo>
                  <a:lnTo>
                    <a:pt x="263076" y="295734"/>
                  </a:lnTo>
                  <a:lnTo>
                    <a:pt x="259563" y="297898"/>
                  </a:lnTo>
                  <a:lnTo>
                    <a:pt x="258591" y="297751"/>
                  </a:lnTo>
                  <a:lnTo>
                    <a:pt x="254595" y="297146"/>
                  </a:lnTo>
                  <a:lnTo>
                    <a:pt x="241143" y="299679"/>
                  </a:lnTo>
                  <a:lnTo>
                    <a:pt x="236877" y="300477"/>
                  </a:lnTo>
                  <a:lnTo>
                    <a:pt x="215579" y="304147"/>
                  </a:lnTo>
                  <a:lnTo>
                    <a:pt x="210920" y="304941"/>
                  </a:lnTo>
                  <a:lnTo>
                    <a:pt x="191912" y="308148"/>
                  </a:lnTo>
                  <a:lnTo>
                    <a:pt x="190895" y="308319"/>
                  </a:lnTo>
                  <a:lnTo>
                    <a:pt x="165644" y="312494"/>
                  </a:lnTo>
                  <a:lnTo>
                    <a:pt x="161085" y="313303"/>
                  </a:lnTo>
                  <a:lnTo>
                    <a:pt x="147413" y="315708"/>
                  </a:lnTo>
                  <a:lnTo>
                    <a:pt x="147286" y="312383"/>
                  </a:lnTo>
                  <a:lnTo>
                    <a:pt x="133095" y="312980"/>
                  </a:lnTo>
                  <a:lnTo>
                    <a:pt x="128010" y="313592"/>
                  </a:lnTo>
                  <a:lnTo>
                    <a:pt x="129964" y="318541"/>
                  </a:lnTo>
                  <a:lnTo>
                    <a:pt x="132979" y="326751"/>
                  </a:lnTo>
                  <a:lnTo>
                    <a:pt x="132272" y="332525"/>
                  </a:lnTo>
                  <a:lnTo>
                    <a:pt x="132023" y="332567"/>
                  </a:lnTo>
                  <a:lnTo>
                    <a:pt x="125638" y="333641"/>
                  </a:lnTo>
                  <a:lnTo>
                    <a:pt x="94289" y="337743"/>
                  </a:lnTo>
                  <a:lnTo>
                    <a:pt x="92308" y="337997"/>
                  </a:lnTo>
                  <a:lnTo>
                    <a:pt x="91924" y="338050"/>
                  </a:lnTo>
                  <a:lnTo>
                    <a:pt x="65894" y="341538"/>
                  </a:lnTo>
                  <a:lnTo>
                    <a:pt x="64991" y="341657"/>
                  </a:lnTo>
                  <a:lnTo>
                    <a:pt x="64349" y="341742"/>
                  </a:lnTo>
                  <a:lnTo>
                    <a:pt x="53089" y="343218"/>
                  </a:lnTo>
                  <a:lnTo>
                    <a:pt x="31636" y="345650"/>
                  </a:lnTo>
                  <a:lnTo>
                    <a:pt x="20088" y="347604"/>
                  </a:lnTo>
                  <a:lnTo>
                    <a:pt x="13862" y="348650"/>
                  </a:lnTo>
                  <a:lnTo>
                    <a:pt x="3295" y="350103"/>
                  </a:lnTo>
                  <a:lnTo>
                    <a:pt x="0" y="3461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774557" y="4428321"/>
              <a:ext cx="569589" cy="477854"/>
            </a:xfrm>
            <a:custGeom>
              <a:avLst/>
              <a:pathLst>
                <a:path w="569589" h="477854">
                  <a:moveTo>
                    <a:pt x="2451" y="63716"/>
                  </a:moveTo>
                  <a:lnTo>
                    <a:pt x="1667" y="50974"/>
                  </a:lnTo>
                  <a:lnTo>
                    <a:pt x="1039" y="40773"/>
                  </a:lnTo>
                  <a:lnTo>
                    <a:pt x="0" y="23918"/>
                  </a:lnTo>
                  <a:lnTo>
                    <a:pt x="23578" y="22219"/>
                  </a:lnTo>
                  <a:lnTo>
                    <a:pt x="24350" y="22162"/>
                  </a:lnTo>
                  <a:lnTo>
                    <a:pt x="33006" y="21521"/>
                  </a:lnTo>
                  <a:lnTo>
                    <a:pt x="53891" y="20046"/>
                  </a:lnTo>
                  <a:lnTo>
                    <a:pt x="57033" y="19820"/>
                  </a:lnTo>
                  <a:lnTo>
                    <a:pt x="68742" y="18967"/>
                  </a:lnTo>
                  <a:lnTo>
                    <a:pt x="83034" y="17872"/>
                  </a:lnTo>
                  <a:lnTo>
                    <a:pt x="87291" y="17541"/>
                  </a:lnTo>
                  <a:lnTo>
                    <a:pt x="108819" y="15881"/>
                  </a:lnTo>
                  <a:lnTo>
                    <a:pt x="110639" y="15739"/>
                  </a:lnTo>
                  <a:lnTo>
                    <a:pt x="136200" y="13944"/>
                  </a:lnTo>
                  <a:lnTo>
                    <a:pt x="159128" y="12221"/>
                  </a:lnTo>
                  <a:lnTo>
                    <a:pt x="187871" y="10020"/>
                  </a:lnTo>
                  <a:lnTo>
                    <a:pt x="203737" y="8630"/>
                  </a:lnTo>
                  <a:lnTo>
                    <a:pt x="223711" y="6838"/>
                  </a:lnTo>
                  <a:lnTo>
                    <a:pt x="263477" y="3139"/>
                  </a:lnTo>
                  <a:lnTo>
                    <a:pt x="266444" y="2864"/>
                  </a:lnTo>
                  <a:lnTo>
                    <a:pt x="268963" y="2630"/>
                  </a:lnTo>
                  <a:lnTo>
                    <a:pt x="286616" y="970"/>
                  </a:lnTo>
                  <a:lnTo>
                    <a:pt x="296760" y="0"/>
                  </a:lnTo>
                  <a:lnTo>
                    <a:pt x="300283" y="2532"/>
                  </a:lnTo>
                  <a:lnTo>
                    <a:pt x="307184" y="7062"/>
                  </a:lnTo>
                  <a:lnTo>
                    <a:pt x="307892" y="13036"/>
                  </a:lnTo>
                  <a:lnTo>
                    <a:pt x="301403" y="18595"/>
                  </a:lnTo>
                  <a:lnTo>
                    <a:pt x="299359" y="23297"/>
                  </a:lnTo>
                  <a:lnTo>
                    <a:pt x="300185" y="27692"/>
                  </a:lnTo>
                  <a:lnTo>
                    <a:pt x="305127" y="31611"/>
                  </a:lnTo>
                  <a:lnTo>
                    <a:pt x="311138" y="32751"/>
                  </a:lnTo>
                  <a:lnTo>
                    <a:pt x="307279" y="38110"/>
                  </a:lnTo>
                  <a:lnTo>
                    <a:pt x="310220" y="48206"/>
                  </a:lnTo>
                  <a:lnTo>
                    <a:pt x="312955" y="50574"/>
                  </a:lnTo>
                  <a:lnTo>
                    <a:pt x="313714" y="51268"/>
                  </a:lnTo>
                  <a:lnTo>
                    <a:pt x="318228" y="57703"/>
                  </a:lnTo>
                  <a:lnTo>
                    <a:pt x="313178" y="58755"/>
                  </a:lnTo>
                  <a:lnTo>
                    <a:pt x="314798" y="67673"/>
                  </a:lnTo>
                  <a:lnTo>
                    <a:pt x="323958" y="68383"/>
                  </a:lnTo>
                  <a:lnTo>
                    <a:pt x="322642" y="77503"/>
                  </a:lnTo>
                  <a:lnTo>
                    <a:pt x="329545" y="77962"/>
                  </a:lnTo>
                  <a:lnTo>
                    <a:pt x="327445" y="85388"/>
                  </a:lnTo>
                  <a:lnTo>
                    <a:pt x="323718" y="94244"/>
                  </a:lnTo>
                  <a:lnTo>
                    <a:pt x="311605" y="96315"/>
                  </a:lnTo>
                  <a:lnTo>
                    <a:pt x="319902" y="107760"/>
                  </a:lnTo>
                  <a:lnTo>
                    <a:pt x="320475" y="108549"/>
                  </a:lnTo>
                  <a:lnTo>
                    <a:pt x="316422" y="115217"/>
                  </a:lnTo>
                  <a:lnTo>
                    <a:pt x="316543" y="118497"/>
                  </a:lnTo>
                  <a:lnTo>
                    <a:pt x="313135" y="123325"/>
                  </a:lnTo>
                  <a:lnTo>
                    <a:pt x="307035" y="125653"/>
                  </a:lnTo>
                  <a:lnTo>
                    <a:pt x="307234" y="132168"/>
                  </a:lnTo>
                  <a:lnTo>
                    <a:pt x="302096" y="138003"/>
                  </a:lnTo>
                  <a:lnTo>
                    <a:pt x="301223" y="138968"/>
                  </a:lnTo>
                  <a:lnTo>
                    <a:pt x="296801" y="143851"/>
                  </a:lnTo>
                  <a:lnTo>
                    <a:pt x="290899" y="143320"/>
                  </a:lnTo>
                  <a:lnTo>
                    <a:pt x="289926" y="148761"/>
                  </a:lnTo>
                  <a:lnTo>
                    <a:pt x="294561" y="154623"/>
                  </a:lnTo>
                  <a:lnTo>
                    <a:pt x="294785" y="154906"/>
                  </a:lnTo>
                  <a:lnTo>
                    <a:pt x="288407" y="157129"/>
                  </a:lnTo>
                  <a:lnTo>
                    <a:pt x="287802" y="168031"/>
                  </a:lnTo>
                  <a:lnTo>
                    <a:pt x="280926" y="171642"/>
                  </a:lnTo>
                  <a:lnTo>
                    <a:pt x="281933" y="175568"/>
                  </a:lnTo>
                  <a:lnTo>
                    <a:pt x="284457" y="180398"/>
                  </a:lnTo>
                  <a:lnTo>
                    <a:pt x="279133" y="182389"/>
                  </a:lnTo>
                  <a:lnTo>
                    <a:pt x="276625" y="187041"/>
                  </a:lnTo>
                  <a:lnTo>
                    <a:pt x="277960" y="194207"/>
                  </a:lnTo>
                  <a:lnTo>
                    <a:pt x="276163" y="200356"/>
                  </a:lnTo>
                  <a:lnTo>
                    <a:pt x="276314" y="206712"/>
                  </a:lnTo>
                  <a:lnTo>
                    <a:pt x="279661" y="212113"/>
                  </a:lnTo>
                  <a:lnTo>
                    <a:pt x="274156" y="216339"/>
                  </a:lnTo>
                  <a:lnTo>
                    <a:pt x="268081" y="216177"/>
                  </a:lnTo>
                  <a:lnTo>
                    <a:pt x="266006" y="220476"/>
                  </a:lnTo>
                  <a:lnTo>
                    <a:pt x="272140" y="224872"/>
                  </a:lnTo>
                  <a:lnTo>
                    <a:pt x="272059" y="225088"/>
                  </a:lnTo>
                  <a:lnTo>
                    <a:pt x="269398" y="232112"/>
                  </a:lnTo>
                  <a:lnTo>
                    <a:pt x="272708" y="237360"/>
                  </a:lnTo>
                  <a:lnTo>
                    <a:pt x="276760" y="242107"/>
                  </a:lnTo>
                  <a:lnTo>
                    <a:pt x="270059" y="248210"/>
                  </a:lnTo>
                  <a:lnTo>
                    <a:pt x="269201" y="248991"/>
                  </a:lnTo>
                  <a:lnTo>
                    <a:pt x="312744" y="244672"/>
                  </a:lnTo>
                  <a:lnTo>
                    <a:pt x="317796" y="244149"/>
                  </a:lnTo>
                  <a:lnTo>
                    <a:pt x="330024" y="242871"/>
                  </a:lnTo>
                  <a:lnTo>
                    <a:pt x="354712" y="240240"/>
                  </a:lnTo>
                  <a:lnTo>
                    <a:pt x="361776" y="239475"/>
                  </a:lnTo>
                  <a:lnTo>
                    <a:pt x="381952" y="237233"/>
                  </a:lnTo>
                  <a:lnTo>
                    <a:pt x="384019" y="237001"/>
                  </a:lnTo>
                  <a:lnTo>
                    <a:pt x="405103" y="234605"/>
                  </a:lnTo>
                  <a:lnTo>
                    <a:pt x="405239" y="234590"/>
                  </a:lnTo>
                  <a:lnTo>
                    <a:pt x="414337" y="233523"/>
                  </a:lnTo>
                  <a:lnTo>
                    <a:pt x="452421" y="228959"/>
                  </a:lnTo>
                  <a:lnTo>
                    <a:pt x="458900" y="228170"/>
                  </a:lnTo>
                  <a:lnTo>
                    <a:pt x="470229" y="226792"/>
                  </a:lnTo>
                  <a:lnTo>
                    <a:pt x="469049" y="237927"/>
                  </a:lnTo>
                  <a:lnTo>
                    <a:pt x="465816" y="249694"/>
                  </a:lnTo>
                  <a:lnTo>
                    <a:pt x="462273" y="261574"/>
                  </a:lnTo>
                  <a:lnTo>
                    <a:pt x="464069" y="268538"/>
                  </a:lnTo>
                  <a:lnTo>
                    <a:pt x="464832" y="271496"/>
                  </a:lnTo>
                  <a:lnTo>
                    <a:pt x="469172" y="282352"/>
                  </a:lnTo>
                  <a:lnTo>
                    <a:pt x="478468" y="290341"/>
                  </a:lnTo>
                  <a:lnTo>
                    <a:pt x="480091" y="293032"/>
                  </a:lnTo>
                  <a:lnTo>
                    <a:pt x="482859" y="297620"/>
                  </a:lnTo>
                  <a:lnTo>
                    <a:pt x="488879" y="309897"/>
                  </a:lnTo>
                  <a:lnTo>
                    <a:pt x="492840" y="320624"/>
                  </a:lnTo>
                  <a:lnTo>
                    <a:pt x="502123" y="323964"/>
                  </a:lnTo>
                  <a:lnTo>
                    <a:pt x="494046" y="329608"/>
                  </a:lnTo>
                  <a:lnTo>
                    <a:pt x="488839" y="333238"/>
                  </a:lnTo>
                  <a:lnTo>
                    <a:pt x="486527" y="338721"/>
                  </a:lnTo>
                  <a:lnTo>
                    <a:pt x="476400" y="343696"/>
                  </a:lnTo>
                  <a:lnTo>
                    <a:pt x="470080" y="347756"/>
                  </a:lnTo>
                  <a:lnTo>
                    <a:pt x="470080" y="348005"/>
                  </a:lnTo>
                  <a:lnTo>
                    <a:pt x="470083" y="355825"/>
                  </a:lnTo>
                  <a:lnTo>
                    <a:pt x="476340" y="357384"/>
                  </a:lnTo>
                  <a:lnTo>
                    <a:pt x="482046" y="358715"/>
                  </a:lnTo>
                  <a:lnTo>
                    <a:pt x="487116" y="363461"/>
                  </a:lnTo>
                  <a:lnTo>
                    <a:pt x="493070" y="364035"/>
                  </a:lnTo>
                  <a:lnTo>
                    <a:pt x="498061" y="361247"/>
                  </a:lnTo>
                  <a:lnTo>
                    <a:pt x="499302" y="348522"/>
                  </a:lnTo>
                  <a:lnTo>
                    <a:pt x="507126" y="340536"/>
                  </a:lnTo>
                  <a:lnTo>
                    <a:pt x="512128" y="337467"/>
                  </a:lnTo>
                  <a:lnTo>
                    <a:pt x="523037" y="336340"/>
                  </a:lnTo>
                  <a:lnTo>
                    <a:pt x="526777" y="331892"/>
                  </a:lnTo>
                  <a:lnTo>
                    <a:pt x="533632" y="325701"/>
                  </a:lnTo>
                  <a:lnTo>
                    <a:pt x="538741" y="323289"/>
                  </a:lnTo>
                  <a:lnTo>
                    <a:pt x="539586" y="333688"/>
                  </a:lnTo>
                  <a:lnTo>
                    <a:pt x="537328" y="342630"/>
                  </a:lnTo>
                  <a:lnTo>
                    <a:pt x="536562" y="351093"/>
                  </a:lnTo>
                  <a:lnTo>
                    <a:pt x="536644" y="357034"/>
                  </a:lnTo>
                  <a:lnTo>
                    <a:pt x="531533" y="366772"/>
                  </a:lnTo>
                  <a:lnTo>
                    <a:pt x="534501" y="372142"/>
                  </a:lnTo>
                  <a:lnTo>
                    <a:pt x="520660" y="372107"/>
                  </a:lnTo>
                  <a:lnTo>
                    <a:pt x="521277" y="382942"/>
                  </a:lnTo>
                  <a:lnTo>
                    <a:pt x="515081" y="387397"/>
                  </a:lnTo>
                  <a:lnTo>
                    <a:pt x="511531" y="390076"/>
                  </a:lnTo>
                  <a:lnTo>
                    <a:pt x="511153" y="390361"/>
                  </a:lnTo>
                  <a:lnTo>
                    <a:pt x="507686" y="388687"/>
                  </a:lnTo>
                  <a:lnTo>
                    <a:pt x="501017" y="394196"/>
                  </a:lnTo>
                  <a:lnTo>
                    <a:pt x="505853" y="401781"/>
                  </a:lnTo>
                  <a:lnTo>
                    <a:pt x="505938" y="407880"/>
                  </a:lnTo>
                  <a:lnTo>
                    <a:pt x="510688" y="414609"/>
                  </a:lnTo>
                  <a:lnTo>
                    <a:pt x="516377" y="417398"/>
                  </a:lnTo>
                  <a:lnTo>
                    <a:pt x="527512" y="417807"/>
                  </a:lnTo>
                  <a:lnTo>
                    <a:pt x="534830" y="417363"/>
                  </a:lnTo>
                  <a:lnTo>
                    <a:pt x="541290" y="422846"/>
                  </a:lnTo>
                  <a:lnTo>
                    <a:pt x="547347" y="421163"/>
                  </a:lnTo>
                  <a:lnTo>
                    <a:pt x="555260" y="428165"/>
                  </a:lnTo>
                  <a:lnTo>
                    <a:pt x="557929" y="435177"/>
                  </a:lnTo>
                  <a:lnTo>
                    <a:pt x="567707" y="434477"/>
                  </a:lnTo>
                  <a:lnTo>
                    <a:pt x="569589" y="440165"/>
                  </a:lnTo>
                  <a:lnTo>
                    <a:pt x="564964" y="450115"/>
                  </a:lnTo>
                  <a:lnTo>
                    <a:pt x="559819" y="452807"/>
                  </a:lnTo>
                  <a:lnTo>
                    <a:pt x="556925" y="458628"/>
                  </a:lnTo>
                  <a:lnTo>
                    <a:pt x="558051" y="463160"/>
                  </a:lnTo>
                  <a:lnTo>
                    <a:pt x="549508" y="460436"/>
                  </a:lnTo>
                  <a:lnTo>
                    <a:pt x="544680" y="456635"/>
                  </a:lnTo>
                  <a:lnTo>
                    <a:pt x="538557" y="463302"/>
                  </a:lnTo>
                  <a:lnTo>
                    <a:pt x="531027" y="473614"/>
                  </a:lnTo>
                  <a:lnTo>
                    <a:pt x="529709" y="463567"/>
                  </a:lnTo>
                  <a:lnTo>
                    <a:pt x="533579" y="456353"/>
                  </a:lnTo>
                  <a:lnTo>
                    <a:pt x="529768" y="450470"/>
                  </a:lnTo>
                  <a:lnTo>
                    <a:pt x="524895" y="447943"/>
                  </a:lnTo>
                  <a:lnTo>
                    <a:pt x="518712" y="440590"/>
                  </a:lnTo>
                  <a:lnTo>
                    <a:pt x="509605" y="438322"/>
                  </a:lnTo>
                  <a:lnTo>
                    <a:pt x="504971" y="437715"/>
                  </a:lnTo>
                  <a:lnTo>
                    <a:pt x="500956" y="433470"/>
                  </a:lnTo>
                  <a:lnTo>
                    <a:pt x="491516" y="432940"/>
                  </a:lnTo>
                  <a:lnTo>
                    <a:pt x="478846" y="432623"/>
                  </a:lnTo>
                  <a:lnTo>
                    <a:pt x="474610" y="434558"/>
                  </a:lnTo>
                  <a:lnTo>
                    <a:pt x="472715" y="436506"/>
                  </a:lnTo>
                  <a:lnTo>
                    <a:pt x="467418" y="441946"/>
                  </a:lnTo>
                  <a:lnTo>
                    <a:pt x="457291" y="451711"/>
                  </a:lnTo>
                  <a:lnTo>
                    <a:pt x="454152" y="454429"/>
                  </a:lnTo>
                  <a:lnTo>
                    <a:pt x="450852" y="457283"/>
                  </a:lnTo>
                  <a:lnTo>
                    <a:pt x="440699" y="465698"/>
                  </a:lnTo>
                  <a:lnTo>
                    <a:pt x="428964" y="469625"/>
                  </a:lnTo>
                  <a:lnTo>
                    <a:pt x="420987" y="471170"/>
                  </a:lnTo>
                  <a:lnTo>
                    <a:pt x="417450" y="471854"/>
                  </a:lnTo>
                  <a:lnTo>
                    <a:pt x="412534" y="472064"/>
                  </a:lnTo>
                  <a:lnTo>
                    <a:pt x="394889" y="474114"/>
                  </a:lnTo>
                  <a:lnTo>
                    <a:pt x="384717" y="477370"/>
                  </a:lnTo>
                  <a:lnTo>
                    <a:pt x="377782" y="477854"/>
                  </a:lnTo>
                  <a:lnTo>
                    <a:pt x="371674" y="476795"/>
                  </a:lnTo>
                  <a:lnTo>
                    <a:pt x="370098" y="470980"/>
                  </a:lnTo>
                  <a:lnTo>
                    <a:pt x="362559" y="464730"/>
                  </a:lnTo>
                  <a:lnTo>
                    <a:pt x="356218" y="464521"/>
                  </a:lnTo>
                  <a:lnTo>
                    <a:pt x="345920" y="463353"/>
                  </a:lnTo>
                  <a:lnTo>
                    <a:pt x="338700" y="460372"/>
                  </a:lnTo>
                  <a:lnTo>
                    <a:pt x="325415" y="458086"/>
                  </a:lnTo>
                  <a:lnTo>
                    <a:pt x="318856" y="452500"/>
                  </a:lnTo>
                  <a:lnTo>
                    <a:pt x="324794" y="448101"/>
                  </a:lnTo>
                  <a:lnTo>
                    <a:pt x="325576" y="444160"/>
                  </a:lnTo>
                  <a:lnTo>
                    <a:pt x="317989" y="441229"/>
                  </a:lnTo>
                  <a:lnTo>
                    <a:pt x="314477" y="438012"/>
                  </a:lnTo>
                  <a:lnTo>
                    <a:pt x="315998" y="434948"/>
                  </a:lnTo>
                  <a:lnTo>
                    <a:pt x="310435" y="429052"/>
                  </a:lnTo>
                  <a:lnTo>
                    <a:pt x="303561" y="433059"/>
                  </a:lnTo>
                  <a:lnTo>
                    <a:pt x="300622" y="429779"/>
                  </a:lnTo>
                  <a:lnTo>
                    <a:pt x="295420" y="426319"/>
                  </a:lnTo>
                  <a:lnTo>
                    <a:pt x="294384" y="422215"/>
                  </a:lnTo>
                  <a:lnTo>
                    <a:pt x="293610" y="418804"/>
                  </a:lnTo>
                  <a:lnTo>
                    <a:pt x="287002" y="414942"/>
                  </a:lnTo>
                  <a:lnTo>
                    <a:pt x="282330" y="415460"/>
                  </a:lnTo>
                  <a:lnTo>
                    <a:pt x="283785" y="406917"/>
                  </a:lnTo>
                  <a:lnTo>
                    <a:pt x="278684" y="401706"/>
                  </a:lnTo>
                  <a:lnTo>
                    <a:pt x="271145" y="401996"/>
                  </a:lnTo>
                  <a:lnTo>
                    <a:pt x="263796" y="405667"/>
                  </a:lnTo>
                  <a:lnTo>
                    <a:pt x="259203" y="408815"/>
                  </a:lnTo>
                  <a:lnTo>
                    <a:pt x="258533" y="413229"/>
                  </a:lnTo>
                  <a:lnTo>
                    <a:pt x="257776" y="418211"/>
                  </a:lnTo>
                  <a:lnTo>
                    <a:pt x="265536" y="421313"/>
                  </a:lnTo>
                  <a:lnTo>
                    <a:pt x="275732" y="423600"/>
                  </a:lnTo>
                  <a:lnTo>
                    <a:pt x="270377" y="433779"/>
                  </a:lnTo>
                  <a:lnTo>
                    <a:pt x="264815" y="436318"/>
                  </a:lnTo>
                  <a:lnTo>
                    <a:pt x="254320" y="431847"/>
                  </a:lnTo>
                  <a:lnTo>
                    <a:pt x="241476" y="426412"/>
                  </a:lnTo>
                  <a:lnTo>
                    <a:pt x="240067" y="425953"/>
                  </a:lnTo>
                  <a:lnTo>
                    <a:pt x="237670" y="425171"/>
                  </a:lnTo>
                  <a:lnTo>
                    <a:pt x="227613" y="426584"/>
                  </a:lnTo>
                  <a:lnTo>
                    <a:pt x="218002" y="432620"/>
                  </a:lnTo>
                  <a:lnTo>
                    <a:pt x="210387" y="434260"/>
                  </a:lnTo>
                  <a:lnTo>
                    <a:pt x="200967" y="433136"/>
                  </a:lnTo>
                  <a:lnTo>
                    <a:pt x="194003" y="432081"/>
                  </a:lnTo>
                  <a:lnTo>
                    <a:pt x="183718" y="430974"/>
                  </a:lnTo>
                  <a:lnTo>
                    <a:pt x="178461" y="430031"/>
                  </a:lnTo>
                  <a:lnTo>
                    <a:pt x="170977" y="428684"/>
                  </a:lnTo>
                  <a:lnTo>
                    <a:pt x="149352" y="421282"/>
                  </a:lnTo>
                  <a:lnTo>
                    <a:pt x="136851" y="416977"/>
                  </a:lnTo>
                  <a:lnTo>
                    <a:pt x="126450" y="414723"/>
                  </a:lnTo>
                  <a:lnTo>
                    <a:pt x="116761" y="412881"/>
                  </a:lnTo>
                  <a:lnTo>
                    <a:pt x="104007" y="413318"/>
                  </a:lnTo>
                  <a:lnTo>
                    <a:pt x="91685" y="415207"/>
                  </a:lnTo>
                  <a:lnTo>
                    <a:pt x="78059" y="416730"/>
                  </a:lnTo>
                  <a:lnTo>
                    <a:pt x="56439" y="421611"/>
                  </a:lnTo>
                  <a:lnTo>
                    <a:pt x="50448" y="424618"/>
                  </a:lnTo>
                  <a:lnTo>
                    <a:pt x="46474" y="427911"/>
                  </a:lnTo>
                  <a:lnTo>
                    <a:pt x="43520" y="424036"/>
                  </a:lnTo>
                  <a:lnTo>
                    <a:pt x="40280" y="419671"/>
                  </a:lnTo>
                  <a:lnTo>
                    <a:pt x="35862" y="414940"/>
                  </a:lnTo>
                  <a:lnTo>
                    <a:pt x="41589" y="408588"/>
                  </a:lnTo>
                  <a:lnTo>
                    <a:pt x="43596" y="405948"/>
                  </a:lnTo>
                  <a:lnTo>
                    <a:pt x="45781" y="403073"/>
                  </a:lnTo>
                  <a:lnTo>
                    <a:pt x="47749" y="395578"/>
                  </a:lnTo>
                  <a:lnTo>
                    <a:pt x="54387" y="386911"/>
                  </a:lnTo>
                  <a:lnTo>
                    <a:pt x="57885" y="382900"/>
                  </a:lnTo>
                  <a:lnTo>
                    <a:pt x="58110" y="382642"/>
                  </a:lnTo>
                  <a:lnTo>
                    <a:pt x="57827" y="375522"/>
                  </a:lnTo>
                  <a:lnTo>
                    <a:pt x="57219" y="368084"/>
                  </a:lnTo>
                  <a:lnTo>
                    <a:pt x="55805" y="361914"/>
                  </a:lnTo>
                  <a:lnTo>
                    <a:pt x="55908" y="359619"/>
                  </a:lnTo>
                  <a:lnTo>
                    <a:pt x="56080" y="355751"/>
                  </a:lnTo>
                  <a:lnTo>
                    <a:pt x="50003" y="349541"/>
                  </a:lnTo>
                  <a:lnTo>
                    <a:pt x="51092" y="341260"/>
                  </a:lnTo>
                  <a:lnTo>
                    <a:pt x="51812" y="340532"/>
                  </a:lnTo>
                  <a:lnTo>
                    <a:pt x="55384" y="336922"/>
                  </a:lnTo>
                  <a:lnTo>
                    <a:pt x="54007" y="327675"/>
                  </a:lnTo>
                  <a:lnTo>
                    <a:pt x="51684" y="323143"/>
                  </a:lnTo>
                  <a:lnTo>
                    <a:pt x="56087" y="316984"/>
                  </a:lnTo>
                  <a:lnTo>
                    <a:pt x="55752" y="313020"/>
                  </a:lnTo>
                  <a:lnTo>
                    <a:pt x="61191" y="305925"/>
                  </a:lnTo>
                  <a:lnTo>
                    <a:pt x="62032" y="298703"/>
                  </a:lnTo>
                  <a:lnTo>
                    <a:pt x="66657" y="290471"/>
                  </a:lnTo>
                  <a:lnTo>
                    <a:pt x="67266" y="282295"/>
                  </a:lnTo>
                  <a:lnTo>
                    <a:pt x="67631" y="281284"/>
                  </a:lnTo>
                  <a:lnTo>
                    <a:pt x="69761" y="275365"/>
                  </a:lnTo>
                  <a:lnTo>
                    <a:pt x="67424" y="270331"/>
                  </a:lnTo>
                  <a:lnTo>
                    <a:pt x="68187" y="265210"/>
                  </a:lnTo>
                  <a:lnTo>
                    <a:pt x="68723" y="259886"/>
                  </a:lnTo>
                  <a:lnTo>
                    <a:pt x="67153" y="250558"/>
                  </a:lnTo>
                  <a:lnTo>
                    <a:pt x="67249" y="243606"/>
                  </a:lnTo>
                  <a:lnTo>
                    <a:pt x="65419" y="243840"/>
                  </a:lnTo>
                  <a:lnTo>
                    <a:pt x="60361" y="244487"/>
                  </a:lnTo>
                  <a:lnTo>
                    <a:pt x="60167" y="244512"/>
                  </a:lnTo>
                  <a:lnTo>
                    <a:pt x="58350" y="235244"/>
                  </a:lnTo>
                  <a:lnTo>
                    <a:pt x="51542" y="230648"/>
                  </a:lnTo>
                  <a:lnTo>
                    <a:pt x="51732" y="221569"/>
                  </a:lnTo>
                  <a:lnTo>
                    <a:pt x="48216" y="215303"/>
                  </a:lnTo>
                  <a:lnTo>
                    <a:pt x="42446" y="210795"/>
                  </a:lnTo>
                  <a:lnTo>
                    <a:pt x="44649" y="206301"/>
                  </a:lnTo>
                  <a:lnTo>
                    <a:pt x="37976" y="203940"/>
                  </a:lnTo>
                  <a:lnTo>
                    <a:pt x="32562" y="197125"/>
                  </a:lnTo>
                  <a:lnTo>
                    <a:pt x="34183" y="192565"/>
                  </a:lnTo>
                  <a:lnTo>
                    <a:pt x="34991" y="182937"/>
                  </a:lnTo>
                  <a:lnTo>
                    <a:pt x="28949" y="170544"/>
                  </a:lnTo>
                  <a:lnTo>
                    <a:pt x="26049" y="166000"/>
                  </a:lnTo>
                  <a:lnTo>
                    <a:pt x="22400" y="160277"/>
                  </a:lnTo>
                  <a:lnTo>
                    <a:pt x="15042" y="156723"/>
                  </a:lnTo>
                  <a:lnTo>
                    <a:pt x="9208" y="150609"/>
                  </a:lnTo>
                  <a:lnTo>
                    <a:pt x="7816" y="149150"/>
                  </a:lnTo>
                  <a:lnTo>
                    <a:pt x="6645" y="131410"/>
                  </a:lnTo>
                  <a:lnTo>
                    <a:pt x="6210" y="124325"/>
                  </a:lnTo>
                  <a:lnTo>
                    <a:pt x="4954" y="103900"/>
                  </a:lnTo>
                  <a:lnTo>
                    <a:pt x="4734" y="100397"/>
                  </a:lnTo>
                  <a:lnTo>
                    <a:pt x="3415" y="794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353092" y="4086634"/>
              <a:ext cx="411035" cy="638412"/>
            </a:xfrm>
            <a:custGeom>
              <a:avLst/>
              <a:pathLst>
                <a:path w="411035" h="638412">
                  <a:moveTo>
                    <a:pt x="20189" y="437670"/>
                  </a:moveTo>
                  <a:lnTo>
                    <a:pt x="19600" y="432694"/>
                  </a:lnTo>
                  <a:lnTo>
                    <a:pt x="19223" y="394870"/>
                  </a:lnTo>
                  <a:lnTo>
                    <a:pt x="19192" y="391979"/>
                  </a:lnTo>
                  <a:lnTo>
                    <a:pt x="19057" y="384466"/>
                  </a:lnTo>
                  <a:lnTo>
                    <a:pt x="18411" y="349881"/>
                  </a:lnTo>
                  <a:lnTo>
                    <a:pt x="18075" y="332717"/>
                  </a:lnTo>
                  <a:lnTo>
                    <a:pt x="17508" y="304830"/>
                  </a:lnTo>
                  <a:lnTo>
                    <a:pt x="17340" y="296840"/>
                  </a:lnTo>
                  <a:lnTo>
                    <a:pt x="16807" y="272075"/>
                  </a:lnTo>
                  <a:lnTo>
                    <a:pt x="16540" y="258689"/>
                  </a:lnTo>
                  <a:lnTo>
                    <a:pt x="15888" y="227125"/>
                  </a:lnTo>
                  <a:lnTo>
                    <a:pt x="15431" y="205952"/>
                  </a:lnTo>
                  <a:lnTo>
                    <a:pt x="15346" y="200018"/>
                  </a:lnTo>
                  <a:lnTo>
                    <a:pt x="14737" y="159696"/>
                  </a:lnTo>
                  <a:lnTo>
                    <a:pt x="14673" y="156069"/>
                  </a:lnTo>
                  <a:lnTo>
                    <a:pt x="14125" y="125901"/>
                  </a:lnTo>
                  <a:lnTo>
                    <a:pt x="13776" y="107632"/>
                  </a:lnTo>
                  <a:lnTo>
                    <a:pt x="13475" y="92365"/>
                  </a:lnTo>
                  <a:lnTo>
                    <a:pt x="13369" y="87094"/>
                  </a:lnTo>
                  <a:lnTo>
                    <a:pt x="12806" y="52388"/>
                  </a:lnTo>
                  <a:lnTo>
                    <a:pt x="6411" y="49397"/>
                  </a:lnTo>
                  <a:lnTo>
                    <a:pt x="500" y="40778"/>
                  </a:lnTo>
                  <a:lnTo>
                    <a:pt x="0" y="39249"/>
                  </a:lnTo>
                  <a:lnTo>
                    <a:pt x="21131" y="36518"/>
                  </a:lnTo>
                  <a:lnTo>
                    <a:pt x="22703" y="36296"/>
                  </a:lnTo>
                  <a:lnTo>
                    <a:pt x="36532" y="34334"/>
                  </a:lnTo>
                  <a:lnTo>
                    <a:pt x="60133" y="31127"/>
                  </a:lnTo>
                  <a:lnTo>
                    <a:pt x="62103" y="30863"/>
                  </a:lnTo>
                  <a:lnTo>
                    <a:pt x="80953" y="28314"/>
                  </a:lnTo>
                  <a:lnTo>
                    <a:pt x="101841" y="25441"/>
                  </a:lnTo>
                  <a:lnTo>
                    <a:pt x="102607" y="25335"/>
                  </a:lnTo>
                  <a:lnTo>
                    <a:pt x="103224" y="25253"/>
                  </a:lnTo>
                  <a:lnTo>
                    <a:pt x="142182" y="20016"/>
                  </a:lnTo>
                  <a:lnTo>
                    <a:pt x="147658" y="19265"/>
                  </a:lnTo>
                  <a:lnTo>
                    <a:pt x="180416" y="14181"/>
                  </a:lnTo>
                  <a:lnTo>
                    <a:pt x="195849" y="11616"/>
                  </a:lnTo>
                  <a:lnTo>
                    <a:pt x="196624" y="11487"/>
                  </a:lnTo>
                  <a:lnTo>
                    <a:pt x="242067" y="4430"/>
                  </a:lnTo>
                  <a:lnTo>
                    <a:pt x="269821" y="0"/>
                  </a:lnTo>
                  <a:lnTo>
                    <a:pt x="272044" y="7471"/>
                  </a:lnTo>
                  <a:lnTo>
                    <a:pt x="274575" y="15308"/>
                  </a:lnTo>
                  <a:lnTo>
                    <a:pt x="278959" y="28876"/>
                  </a:lnTo>
                  <a:lnTo>
                    <a:pt x="284242" y="44355"/>
                  </a:lnTo>
                  <a:lnTo>
                    <a:pt x="285712" y="48657"/>
                  </a:lnTo>
                  <a:lnTo>
                    <a:pt x="288423" y="56590"/>
                  </a:lnTo>
                  <a:lnTo>
                    <a:pt x="290493" y="62646"/>
                  </a:lnTo>
                  <a:lnTo>
                    <a:pt x="298286" y="85736"/>
                  </a:lnTo>
                  <a:lnTo>
                    <a:pt x="304959" y="105482"/>
                  </a:lnTo>
                  <a:lnTo>
                    <a:pt x="306709" y="110924"/>
                  </a:lnTo>
                  <a:lnTo>
                    <a:pt x="311320" y="125262"/>
                  </a:lnTo>
                  <a:lnTo>
                    <a:pt x="313822" y="132926"/>
                  </a:lnTo>
                  <a:lnTo>
                    <a:pt x="319185" y="149344"/>
                  </a:lnTo>
                  <a:lnTo>
                    <a:pt x="323790" y="163439"/>
                  </a:lnTo>
                  <a:lnTo>
                    <a:pt x="328737" y="178571"/>
                  </a:lnTo>
                  <a:lnTo>
                    <a:pt x="330616" y="184346"/>
                  </a:lnTo>
                  <a:lnTo>
                    <a:pt x="332805" y="191067"/>
                  </a:lnTo>
                  <a:lnTo>
                    <a:pt x="344742" y="227685"/>
                  </a:lnTo>
                  <a:lnTo>
                    <a:pt x="345602" y="230318"/>
                  </a:lnTo>
                  <a:lnTo>
                    <a:pt x="355161" y="259495"/>
                  </a:lnTo>
                  <a:lnTo>
                    <a:pt x="355515" y="260576"/>
                  </a:lnTo>
                  <a:lnTo>
                    <a:pt x="358680" y="264511"/>
                  </a:lnTo>
                  <a:lnTo>
                    <a:pt x="364018" y="273300"/>
                  </a:lnTo>
                  <a:lnTo>
                    <a:pt x="365526" y="275781"/>
                  </a:lnTo>
                  <a:lnTo>
                    <a:pt x="369680" y="284446"/>
                  </a:lnTo>
                  <a:lnTo>
                    <a:pt x="371984" y="290508"/>
                  </a:lnTo>
                  <a:lnTo>
                    <a:pt x="373134" y="293535"/>
                  </a:lnTo>
                  <a:lnTo>
                    <a:pt x="380980" y="299829"/>
                  </a:lnTo>
                  <a:lnTo>
                    <a:pt x="381886" y="301446"/>
                  </a:lnTo>
                  <a:lnTo>
                    <a:pt x="382090" y="301810"/>
                  </a:lnTo>
                  <a:lnTo>
                    <a:pt x="386333" y="309383"/>
                  </a:lnTo>
                  <a:lnTo>
                    <a:pt x="386593" y="317610"/>
                  </a:lnTo>
                  <a:lnTo>
                    <a:pt x="386657" y="319655"/>
                  </a:lnTo>
                  <a:lnTo>
                    <a:pt x="384548" y="323468"/>
                  </a:lnTo>
                  <a:lnTo>
                    <a:pt x="390746" y="326353"/>
                  </a:lnTo>
                  <a:lnTo>
                    <a:pt x="398405" y="330496"/>
                  </a:lnTo>
                  <a:lnTo>
                    <a:pt x="396043" y="335140"/>
                  </a:lnTo>
                  <a:lnTo>
                    <a:pt x="395186" y="336823"/>
                  </a:lnTo>
                  <a:lnTo>
                    <a:pt x="388612" y="342352"/>
                  </a:lnTo>
                  <a:lnTo>
                    <a:pt x="383050" y="349746"/>
                  </a:lnTo>
                  <a:lnTo>
                    <a:pt x="385248" y="355660"/>
                  </a:lnTo>
                  <a:lnTo>
                    <a:pt x="385271" y="358913"/>
                  </a:lnTo>
                  <a:lnTo>
                    <a:pt x="385333" y="368025"/>
                  </a:lnTo>
                  <a:lnTo>
                    <a:pt x="385354" y="371196"/>
                  </a:lnTo>
                  <a:lnTo>
                    <a:pt x="381827" y="381407"/>
                  </a:lnTo>
                  <a:lnTo>
                    <a:pt x="379884" y="388757"/>
                  </a:lnTo>
                  <a:lnTo>
                    <a:pt x="382382" y="395958"/>
                  </a:lnTo>
                  <a:lnTo>
                    <a:pt x="383115" y="398072"/>
                  </a:lnTo>
                  <a:lnTo>
                    <a:pt x="384399" y="401771"/>
                  </a:lnTo>
                  <a:lnTo>
                    <a:pt x="384414" y="406651"/>
                  </a:lnTo>
                  <a:lnTo>
                    <a:pt x="393106" y="414800"/>
                  </a:lnTo>
                  <a:lnTo>
                    <a:pt x="394081" y="421025"/>
                  </a:lnTo>
                  <a:lnTo>
                    <a:pt x="396319" y="424017"/>
                  </a:lnTo>
                  <a:lnTo>
                    <a:pt x="395747" y="427375"/>
                  </a:lnTo>
                  <a:lnTo>
                    <a:pt x="394580" y="434206"/>
                  </a:lnTo>
                  <a:lnTo>
                    <a:pt x="395898" y="438768"/>
                  </a:lnTo>
                  <a:lnTo>
                    <a:pt x="394352" y="447908"/>
                  </a:lnTo>
                  <a:lnTo>
                    <a:pt x="395634" y="453021"/>
                  </a:lnTo>
                  <a:lnTo>
                    <a:pt x="395786" y="454678"/>
                  </a:lnTo>
                  <a:lnTo>
                    <a:pt x="395944" y="456413"/>
                  </a:lnTo>
                  <a:lnTo>
                    <a:pt x="394649" y="461358"/>
                  </a:lnTo>
                  <a:lnTo>
                    <a:pt x="396100" y="470442"/>
                  </a:lnTo>
                  <a:lnTo>
                    <a:pt x="405385" y="478938"/>
                  </a:lnTo>
                  <a:lnTo>
                    <a:pt x="407584" y="482787"/>
                  </a:lnTo>
                  <a:lnTo>
                    <a:pt x="409057" y="485364"/>
                  </a:lnTo>
                  <a:lnTo>
                    <a:pt x="411035" y="491858"/>
                  </a:lnTo>
                  <a:lnTo>
                    <a:pt x="407912" y="492414"/>
                  </a:lnTo>
                  <a:lnTo>
                    <a:pt x="395467" y="494595"/>
                  </a:lnTo>
                  <a:lnTo>
                    <a:pt x="375148" y="498275"/>
                  </a:lnTo>
                  <a:lnTo>
                    <a:pt x="358345" y="501368"/>
                  </a:lnTo>
                  <a:lnTo>
                    <a:pt x="357293" y="501560"/>
                  </a:lnTo>
                  <a:lnTo>
                    <a:pt x="329987" y="506515"/>
                  </a:lnTo>
                  <a:lnTo>
                    <a:pt x="314372" y="509355"/>
                  </a:lnTo>
                  <a:lnTo>
                    <a:pt x="298988" y="511857"/>
                  </a:lnTo>
                  <a:lnTo>
                    <a:pt x="288357" y="513570"/>
                  </a:lnTo>
                  <a:lnTo>
                    <a:pt x="282422" y="514521"/>
                  </a:lnTo>
                  <a:lnTo>
                    <a:pt x="263072" y="517594"/>
                  </a:lnTo>
                  <a:lnTo>
                    <a:pt x="260493" y="517995"/>
                  </a:lnTo>
                  <a:lnTo>
                    <a:pt x="241443" y="520935"/>
                  </a:lnTo>
                  <a:lnTo>
                    <a:pt x="227838" y="522943"/>
                  </a:lnTo>
                  <a:lnTo>
                    <a:pt x="217207" y="524498"/>
                  </a:lnTo>
                  <a:lnTo>
                    <a:pt x="212157" y="525232"/>
                  </a:lnTo>
                  <a:lnTo>
                    <a:pt x="201703" y="526801"/>
                  </a:lnTo>
                  <a:lnTo>
                    <a:pt x="175975" y="530539"/>
                  </a:lnTo>
                  <a:lnTo>
                    <a:pt x="159782" y="533042"/>
                  </a:lnTo>
                  <a:lnTo>
                    <a:pt x="147396" y="534922"/>
                  </a:lnTo>
                  <a:lnTo>
                    <a:pt x="137175" y="536488"/>
                  </a:lnTo>
                  <a:lnTo>
                    <a:pt x="128511" y="537768"/>
                  </a:lnTo>
                  <a:lnTo>
                    <a:pt x="129989" y="543468"/>
                  </a:lnTo>
                  <a:lnTo>
                    <a:pt x="126656" y="554965"/>
                  </a:lnTo>
                  <a:lnTo>
                    <a:pt x="138347" y="565923"/>
                  </a:lnTo>
                  <a:lnTo>
                    <a:pt x="140851" y="569313"/>
                  </a:lnTo>
                  <a:lnTo>
                    <a:pt x="150481" y="573772"/>
                  </a:lnTo>
                  <a:lnTo>
                    <a:pt x="155659" y="577573"/>
                  </a:lnTo>
                  <a:lnTo>
                    <a:pt x="156394" y="584261"/>
                  </a:lnTo>
                  <a:lnTo>
                    <a:pt x="153940" y="591587"/>
                  </a:lnTo>
                  <a:lnTo>
                    <a:pt x="153164" y="597203"/>
                  </a:lnTo>
                  <a:lnTo>
                    <a:pt x="157260" y="603058"/>
                  </a:lnTo>
                  <a:lnTo>
                    <a:pt x="162869" y="604887"/>
                  </a:lnTo>
                  <a:lnTo>
                    <a:pt x="156242" y="610167"/>
                  </a:lnTo>
                  <a:lnTo>
                    <a:pt x="154927" y="617961"/>
                  </a:lnTo>
                  <a:lnTo>
                    <a:pt x="148668" y="627063"/>
                  </a:lnTo>
                  <a:lnTo>
                    <a:pt x="133897" y="633155"/>
                  </a:lnTo>
                  <a:lnTo>
                    <a:pt x="116386" y="638412"/>
                  </a:lnTo>
                  <a:lnTo>
                    <a:pt x="108029" y="638193"/>
                  </a:lnTo>
                  <a:lnTo>
                    <a:pt x="116961" y="631714"/>
                  </a:lnTo>
                  <a:lnTo>
                    <a:pt x="117351" y="625953"/>
                  </a:lnTo>
                  <a:lnTo>
                    <a:pt x="108926" y="619535"/>
                  </a:lnTo>
                  <a:lnTo>
                    <a:pt x="102565" y="612378"/>
                  </a:lnTo>
                  <a:lnTo>
                    <a:pt x="99823" y="607469"/>
                  </a:lnTo>
                  <a:lnTo>
                    <a:pt x="102327" y="598951"/>
                  </a:lnTo>
                  <a:lnTo>
                    <a:pt x="100336" y="594732"/>
                  </a:lnTo>
                  <a:lnTo>
                    <a:pt x="97544" y="586540"/>
                  </a:lnTo>
                  <a:lnTo>
                    <a:pt x="88470" y="583770"/>
                  </a:lnTo>
                  <a:lnTo>
                    <a:pt x="83303" y="589542"/>
                  </a:lnTo>
                  <a:lnTo>
                    <a:pt x="83842" y="596739"/>
                  </a:lnTo>
                  <a:lnTo>
                    <a:pt x="82641" y="602300"/>
                  </a:lnTo>
                  <a:lnTo>
                    <a:pt x="80892" y="608378"/>
                  </a:lnTo>
                  <a:lnTo>
                    <a:pt x="82170" y="620923"/>
                  </a:lnTo>
                  <a:lnTo>
                    <a:pt x="80034" y="631641"/>
                  </a:lnTo>
                  <a:lnTo>
                    <a:pt x="73474" y="632482"/>
                  </a:lnTo>
                  <a:lnTo>
                    <a:pt x="66668" y="633713"/>
                  </a:lnTo>
                  <a:lnTo>
                    <a:pt x="59999" y="628208"/>
                  </a:lnTo>
                  <a:lnTo>
                    <a:pt x="53947" y="626580"/>
                  </a:lnTo>
                  <a:lnTo>
                    <a:pt x="50806" y="629391"/>
                  </a:lnTo>
                  <a:lnTo>
                    <a:pt x="47273" y="607538"/>
                  </a:lnTo>
                  <a:lnTo>
                    <a:pt x="43585" y="583842"/>
                  </a:lnTo>
                  <a:lnTo>
                    <a:pt x="43507" y="583361"/>
                  </a:lnTo>
                  <a:lnTo>
                    <a:pt x="42487" y="577077"/>
                  </a:lnTo>
                  <a:lnTo>
                    <a:pt x="38146" y="550346"/>
                  </a:lnTo>
                  <a:lnTo>
                    <a:pt x="35776" y="535761"/>
                  </a:lnTo>
                  <a:lnTo>
                    <a:pt x="29406" y="497175"/>
                  </a:lnTo>
                  <a:lnTo>
                    <a:pt x="29104" y="495345"/>
                  </a:lnTo>
                  <a:lnTo>
                    <a:pt x="25248" y="471982"/>
                  </a:lnTo>
                  <a:lnTo>
                    <a:pt x="23661" y="462390"/>
                  </a:lnTo>
                  <a:lnTo>
                    <a:pt x="21729" y="450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826900" y="2862769"/>
              <a:ext cx="11251" cy="8677"/>
            </a:xfrm>
            <a:custGeom>
              <a:avLst/>
              <a:pathLst>
                <a:path w="11251" h="8677">
                  <a:moveTo>
                    <a:pt x="0" y="6672"/>
                  </a:moveTo>
                  <a:lnTo>
                    <a:pt x="2664" y="5459"/>
                  </a:lnTo>
                  <a:lnTo>
                    <a:pt x="6376" y="3706"/>
                  </a:lnTo>
                  <a:lnTo>
                    <a:pt x="6163" y="0"/>
                  </a:lnTo>
                  <a:lnTo>
                    <a:pt x="8845" y="672"/>
                  </a:lnTo>
                  <a:lnTo>
                    <a:pt x="11251" y="4677"/>
                  </a:lnTo>
                  <a:lnTo>
                    <a:pt x="9868" y="6617"/>
                  </a:lnTo>
                  <a:lnTo>
                    <a:pt x="7101" y="7551"/>
                  </a:lnTo>
                  <a:lnTo>
                    <a:pt x="3159" y="867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807599" y="2865756"/>
              <a:ext cx="12837" cy="13421"/>
            </a:xfrm>
            <a:custGeom>
              <a:avLst/>
              <a:pathLst>
                <a:path w="12837" h="13421">
                  <a:moveTo>
                    <a:pt x="0" y="8868"/>
                  </a:moveTo>
                  <a:lnTo>
                    <a:pt x="2331" y="7335"/>
                  </a:lnTo>
                  <a:lnTo>
                    <a:pt x="3450" y="2951"/>
                  </a:lnTo>
                  <a:lnTo>
                    <a:pt x="5544" y="0"/>
                  </a:lnTo>
                  <a:lnTo>
                    <a:pt x="7701" y="710"/>
                  </a:lnTo>
                  <a:lnTo>
                    <a:pt x="10062" y="1268"/>
                  </a:lnTo>
                  <a:lnTo>
                    <a:pt x="11234" y="1117"/>
                  </a:lnTo>
                  <a:lnTo>
                    <a:pt x="12837" y="3928"/>
                  </a:lnTo>
                  <a:lnTo>
                    <a:pt x="8611" y="5793"/>
                  </a:lnTo>
                  <a:lnTo>
                    <a:pt x="4845" y="7569"/>
                  </a:lnTo>
                  <a:lnTo>
                    <a:pt x="2985" y="10327"/>
                  </a:lnTo>
                  <a:lnTo>
                    <a:pt x="2092" y="13421"/>
                  </a:lnTo>
                  <a:lnTo>
                    <a:pt x="612" y="1054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704850" y="2804562"/>
              <a:ext cx="128311" cy="69949"/>
            </a:xfrm>
            <a:custGeom>
              <a:avLst/>
              <a:pathLst>
                <a:path w="128311" h="69949">
                  <a:moveTo>
                    <a:pt x="1923" y="68490"/>
                  </a:moveTo>
                  <a:lnTo>
                    <a:pt x="700" y="47062"/>
                  </a:lnTo>
                  <a:lnTo>
                    <a:pt x="0" y="35128"/>
                  </a:lnTo>
                  <a:lnTo>
                    <a:pt x="8061" y="32572"/>
                  </a:lnTo>
                  <a:lnTo>
                    <a:pt x="11155" y="31584"/>
                  </a:lnTo>
                  <a:lnTo>
                    <a:pt x="13346" y="30881"/>
                  </a:lnTo>
                  <a:lnTo>
                    <a:pt x="15182" y="30291"/>
                  </a:lnTo>
                  <a:lnTo>
                    <a:pt x="26876" y="26627"/>
                  </a:lnTo>
                  <a:lnTo>
                    <a:pt x="32722" y="24772"/>
                  </a:lnTo>
                  <a:lnTo>
                    <a:pt x="37998" y="23085"/>
                  </a:lnTo>
                  <a:lnTo>
                    <a:pt x="38446" y="22941"/>
                  </a:lnTo>
                  <a:lnTo>
                    <a:pt x="44499" y="20988"/>
                  </a:lnTo>
                  <a:lnTo>
                    <a:pt x="45505" y="20662"/>
                  </a:lnTo>
                  <a:lnTo>
                    <a:pt x="50587" y="19007"/>
                  </a:lnTo>
                  <a:lnTo>
                    <a:pt x="54216" y="17788"/>
                  </a:lnTo>
                  <a:lnTo>
                    <a:pt x="63631" y="14624"/>
                  </a:lnTo>
                  <a:lnTo>
                    <a:pt x="65536" y="13969"/>
                  </a:lnTo>
                  <a:lnTo>
                    <a:pt x="66166" y="11674"/>
                  </a:lnTo>
                  <a:lnTo>
                    <a:pt x="66481" y="11547"/>
                  </a:lnTo>
                  <a:lnTo>
                    <a:pt x="68541" y="10716"/>
                  </a:lnTo>
                  <a:lnTo>
                    <a:pt x="67525" y="8326"/>
                  </a:lnTo>
                  <a:lnTo>
                    <a:pt x="68303" y="6736"/>
                  </a:lnTo>
                  <a:lnTo>
                    <a:pt x="69449" y="6489"/>
                  </a:lnTo>
                  <a:lnTo>
                    <a:pt x="71242" y="6102"/>
                  </a:lnTo>
                  <a:lnTo>
                    <a:pt x="71336" y="4771"/>
                  </a:lnTo>
                  <a:lnTo>
                    <a:pt x="71442" y="3265"/>
                  </a:lnTo>
                  <a:lnTo>
                    <a:pt x="73383" y="2008"/>
                  </a:lnTo>
                  <a:lnTo>
                    <a:pt x="74285" y="847"/>
                  </a:lnTo>
                  <a:lnTo>
                    <a:pt x="76671" y="684"/>
                  </a:lnTo>
                  <a:lnTo>
                    <a:pt x="78180" y="0"/>
                  </a:lnTo>
                  <a:lnTo>
                    <a:pt x="80083" y="4007"/>
                  </a:lnTo>
                  <a:lnTo>
                    <a:pt x="82337" y="6845"/>
                  </a:lnTo>
                  <a:lnTo>
                    <a:pt x="84413" y="8218"/>
                  </a:lnTo>
                  <a:lnTo>
                    <a:pt x="86106" y="7946"/>
                  </a:lnTo>
                  <a:lnTo>
                    <a:pt x="86841" y="6243"/>
                  </a:lnTo>
                  <a:lnTo>
                    <a:pt x="88425" y="6245"/>
                  </a:lnTo>
                  <a:lnTo>
                    <a:pt x="89418" y="8098"/>
                  </a:lnTo>
                  <a:lnTo>
                    <a:pt x="88322" y="11288"/>
                  </a:lnTo>
                  <a:lnTo>
                    <a:pt x="86972" y="12062"/>
                  </a:lnTo>
                  <a:lnTo>
                    <a:pt x="83790" y="14112"/>
                  </a:lnTo>
                  <a:lnTo>
                    <a:pt x="82529" y="15192"/>
                  </a:lnTo>
                  <a:lnTo>
                    <a:pt x="83929" y="17780"/>
                  </a:lnTo>
                  <a:lnTo>
                    <a:pt x="82613" y="19345"/>
                  </a:lnTo>
                  <a:lnTo>
                    <a:pt x="82443" y="21633"/>
                  </a:lnTo>
                  <a:lnTo>
                    <a:pt x="81102" y="22260"/>
                  </a:lnTo>
                  <a:lnTo>
                    <a:pt x="80216" y="22675"/>
                  </a:lnTo>
                  <a:lnTo>
                    <a:pt x="80293" y="22843"/>
                  </a:lnTo>
                  <a:lnTo>
                    <a:pt x="81599" y="25790"/>
                  </a:lnTo>
                  <a:lnTo>
                    <a:pt x="81542" y="26380"/>
                  </a:lnTo>
                  <a:lnTo>
                    <a:pt x="81425" y="27589"/>
                  </a:lnTo>
                  <a:lnTo>
                    <a:pt x="81719" y="27911"/>
                  </a:lnTo>
                  <a:lnTo>
                    <a:pt x="83301" y="29648"/>
                  </a:lnTo>
                  <a:lnTo>
                    <a:pt x="83686" y="28759"/>
                  </a:lnTo>
                  <a:lnTo>
                    <a:pt x="84319" y="27298"/>
                  </a:lnTo>
                  <a:lnTo>
                    <a:pt x="85593" y="27075"/>
                  </a:lnTo>
                  <a:lnTo>
                    <a:pt x="87119" y="28186"/>
                  </a:lnTo>
                  <a:lnTo>
                    <a:pt x="87677" y="28156"/>
                  </a:lnTo>
                  <a:lnTo>
                    <a:pt x="89405" y="28062"/>
                  </a:lnTo>
                  <a:lnTo>
                    <a:pt x="89727" y="28215"/>
                  </a:lnTo>
                  <a:lnTo>
                    <a:pt x="92028" y="29306"/>
                  </a:lnTo>
                  <a:lnTo>
                    <a:pt x="94810" y="32316"/>
                  </a:lnTo>
                  <a:lnTo>
                    <a:pt x="97206" y="34088"/>
                  </a:lnTo>
                  <a:lnTo>
                    <a:pt x="97606" y="35802"/>
                  </a:lnTo>
                  <a:lnTo>
                    <a:pt x="97142" y="38095"/>
                  </a:lnTo>
                  <a:lnTo>
                    <a:pt x="98425" y="39954"/>
                  </a:lnTo>
                  <a:lnTo>
                    <a:pt x="100546" y="40179"/>
                  </a:lnTo>
                  <a:lnTo>
                    <a:pt x="101202" y="39438"/>
                  </a:lnTo>
                  <a:lnTo>
                    <a:pt x="102982" y="40494"/>
                  </a:lnTo>
                  <a:lnTo>
                    <a:pt x="104635" y="42895"/>
                  </a:lnTo>
                  <a:lnTo>
                    <a:pt x="104839" y="45067"/>
                  </a:lnTo>
                  <a:lnTo>
                    <a:pt x="105060" y="45198"/>
                  </a:lnTo>
                  <a:lnTo>
                    <a:pt x="107088" y="46392"/>
                  </a:lnTo>
                  <a:lnTo>
                    <a:pt x="109167" y="46687"/>
                  </a:lnTo>
                  <a:lnTo>
                    <a:pt x="113343" y="45948"/>
                  </a:lnTo>
                  <a:lnTo>
                    <a:pt x="115292" y="45960"/>
                  </a:lnTo>
                  <a:lnTo>
                    <a:pt x="116785" y="44242"/>
                  </a:lnTo>
                  <a:lnTo>
                    <a:pt x="119624" y="42298"/>
                  </a:lnTo>
                  <a:lnTo>
                    <a:pt x="122348" y="39729"/>
                  </a:lnTo>
                  <a:lnTo>
                    <a:pt x="122678" y="38487"/>
                  </a:lnTo>
                  <a:lnTo>
                    <a:pt x="121861" y="36504"/>
                  </a:lnTo>
                  <a:lnTo>
                    <a:pt x="119241" y="35826"/>
                  </a:lnTo>
                  <a:lnTo>
                    <a:pt x="118168" y="33426"/>
                  </a:lnTo>
                  <a:lnTo>
                    <a:pt x="116606" y="30184"/>
                  </a:lnTo>
                  <a:lnTo>
                    <a:pt x="114161" y="30382"/>
                  </a:lnTo>
                  <a:lnTo>
                    <a:pt x="112955" y="31198"/>
                  </a:lnTo>
                  <a:lnTo>
                    <a:pt x="110426" y="29893"/>
                  </a:lnTo>
                  <a:lnTo>
                    <a:pt x="111954" y="28319"/>
                  </a:lnTo>
                  <a:lnTo>
                    <a:pt x="113427" y="27186"/>
                  </a:lnTo>
                  <a:lnTo>
                    <a:pt x="116843" y="27325"/>
                  </a:lnTo>
                  <a:lnTo>
                    <a:pt x="119765" y="29611"/>
                  </a:lnTo>
                  <a:lnTo>
                    <a:pt x="121659" y="32762"/>
                  </a:lnTo>
                  <a:lnTo>
                    <a:pt x="124898" y="37564"/>
                  </a:lnTo>
                  <a:lnTo>
                    <a:pt x="127147" y="42864"/>
                  </a:lnTo>
                  <a:lnTo>
                    <a:pt x="128221" y="46069"/>
                  </a:lnTo>
                  <a:lnTo>
                    <a:pt x="128311" y="49793"/>
                  </a:lnTo>
                  <a:lnTo>
                    <a:pt x="126903" y="50725"/>
                  </a:lnTo>
                  <a:lnTo>
                    <a:pt x="125599" y="47253"/>
                  </a:lnTo>
                  <a:lnTo>
                    <a:pt x="124889" y="44812"/>
                  </a:lnTo>
                  <a:lnTo>
                    <a:pt x="123401" y="45752"/>
                  </a:lnTo>
                  <a:lnTo>
                    <a:pt x="120237" y="47749"/>
                  </a:lnTo>
                  <a:lnTo>
                    <a:pt x="117112" y="50684"/>
                  </a:lnTo>
                  <a:lnTo>
                    <a:pt x="115182" y="50768"/>
                  </a:lnTo>
                  <a:lnTo>
                    <a:pt x="112969" y="52892"/>
                  </a:lnTo>
                  <a:lnTo>
                    <a:pt x="111730" y="54136"/>
                  </a:lnTo>
                  <a:lnTo>
                    <a:pt x="111257" y="56064"/>
                  </a:lnTo>
                  <a:lnTo>
                    <a:pt x="108658" y="57600"/>
                  </a:lnTo>
                  <a:lnTo>
                    <a:pt x="106007" y="60153"/>
                  </a:lnTo>
                  <a:lnTo>
                    <a:pt x="105611" y="60624"/>
                  </a:lnTo>
                  <a:lnTo>
                    <a:pt x="103880" y="62678"/>
                  </a:lnTo>
                  <a:lnTo>
                    <a:pt x="102675" y="65230"/>
                  </a:lnTo>
                  <a:lnTo>
                    <a:pt x="100772" y="67031"/>
                  </a:lnTo>
                  <a:lnTo>
                    <a:pt x="98014" y="68944"/>
                  </a:lnTo>
                  <a:lnTo>
                    <a:pt x="97719" y="66679"/>
                  </a:lnTo>
                  <a:lnTo>
                    <a:pt x="101282" y="63082"/>
                  </a:lnTo>
                  <a:lnTo>
                    <a:pt x="103217" y="59956"/>
                  </a:lnTo>
                  <a:lnTo>
                    <a:pt x="103883" y="58876"/>
                  </a:lnTo>
                  <a:lnTo>
                    <a:pt x="103259" y="56837"/>
                  </a:lnTo>
                  <a:lnTo>
                    <a:pt x="102386" y="56571"/>
                  </a:lnTo>
                  <a:lnTo>
                    <a:pt x="100291" y="55932"/>
                  </a:lnTo>
                  <a:lnTo>
                    <a:pt x="99672" y="58263"/>
                  </a:lnTo>
                  <a:lnTo>
                    <a:pt x="99382" y="59350"/>
                  </a:lnTo>
                  <a:lnTo>
                    <a:pt x="98272" y="59539"/>
                  </a:lnTo>
                  <a:lnTo>
                    <a:pt x="96544" y="60732"/>
                  </a:lnTo>
                  <a:lnTo>
                    <a:pt x="96097" y="62832"/>
                  </a:lnTo>
                  <a:lnTo>
                    <a:pt x="95260" y="64719"/>
                  </a:lnTo>
                  <a:lnTo>
                    <a:pt x="93648" y="65905"/>
                  </a:lnTo>
                  <a:lnTo>
                    <a:pt x="91811" y="66064"/>
                  </a:lnTo>
                  <a:lnTo>
                    <a:pt x="90840" y="67048"/>
                  </a:lnTo>
                  <a:lnTo>
                    <a:pt x="88569" y="62418"/>
                  </a:lnTo>
                  <a:lnTo>
                    <a:pt x="88313" y="61532"/>
                  </a:lnTo>
                  <a:lnTo>
                    <a:pt x="87787" y="59710"/>
                  </a:lnTo>
                  <a:lnTo>
                    <a:pt x="85458" y="59805"/>
                  </a:lnTo>
                  <a:lnTo>
                    <a:pt x="84780" y="59265"/>
                  </a:lnTo>
                  <a:lnTo>
                    <a:pt x="82020" y="57068"/>
                  </a:lnTo>
                  <a:lnTo>
                    <a:pt x="79756" y="56615"/>
                  </a:lnTo>
                  <a:lnTo>
                    <a:pt x="79271" y="56517"/>
                  </a:lnTo>
                  <a:lnTo>
                    <a:pt x="78133" y="54368"/>
                  </a:lnTo>
                  <a:lnTo>
                    <a:pt x="77149" y="51535"/>
                  </a:lnTo>
                  <a:lnTo>
                    <a:pt x="75746" y="52069"/>
                  </a:lnTo>
                  <a:lnTo>
                    <a:pt x="74801" y="49350"/>
                  </a:lnTo>
                  <a:lnTo>
                    <a:pt x="74268" y="47832"/>
                  </a:lnTo>
                  <a:lnTo>
                    <a:pt x="73723" y="46278"/>
                  </a:lnTo>
                  <a:lnTo>
                    <a:pt x="69904" y="47854"/>
                  </a:lnTo>
                  <a:lnTo>
                    <a:pt x="67901" y="48678"/>
                  </a:lnTo>
                  <a:lnTo>
                    <a:pt x="66866" y="49105"/>
                  </a:lnTo>
                  <a:lnTo>
                    <a:pt x="66356" y="49316"/>
                  </a:lnTo>
                  <a:lnTo>
                    <a:pt x="60053" y="51903"/>
                  </a:lnTo>
                  <a:lnTo>
                    <a:pt x="59759" y="51205"/>
                  </a:lnTo>
                  <a:lnTo>
                    <a:pt x="58242" y="51720"/>
                  </a:lnTo>
                  <a:lnTo>
                    <a:pt x="53513" y="53320"/>
                  </a:lnTo>
                  <a:lnTo>
                    <a:pt x="48548" y="55008"/>
                  </a:lnTo>
                  <a:lnTo>
                    <a:pt x="46218" y="55796"/>
                  </a:lnTo>
                  <a:lnTo>
                    <a:pt x="42475" y="57058"/>
                  </a:lnTo>
                  <a:lnTo>
                    <a:pt x="35417" y="59463"/>
                  </a:lnTo>
                  <a:lnTo>
                    <a:pt x="32814" y="60572"/>
                  </a:lnTo>
                  <a:lnTo>
                    <a:pt x="28477" y="61820"/>
                  </a:lnTo>
                  <a:lnTo>
                    <a:pt x="27952" y="63734"/>
                  </a:lnTo>
                  <a:lnTo>
                    <a:pt x="27697" y="63868"/>
                  </a:lnTo>
                  <a:lnTo>
                    <a:pt x="26578" y="64461"/>
                  </a:lnTo>
                  <a:lnTo>
                    <a:pt x="24748" y="63111"/>
                  </a:lnTo>
                  <a:lnTo>
                    <a:pt x="24193" y="63296"/>
                  </a:lnTo>
                  <a:lnTo>
                    <a:pt x="19636" y="64814"/>
                  </a:lnTo>
                  <a:lnTo>
                    <a:pt x="17816" y="65374"/>
                  </a:lnTo>
                  <a:lnTo>
                    <a:pt x="15320" y="66140"/>
                  </a:lnTo>
                  <a:lnTo>
                    <a:pt x="11809" y="67214"/>
                  </a:lnTo>
                  <a:lnTo>
                    <a:pt x="3170" y="69949"/>
                  </a:lnTo>
                  <a:lnTo>
                    <a:pt x="3029" y="697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446502" y="3451966"/>
              <a:ext cx="5285" cy="6896"/>
            </a:xfrm>
            <a:custGeom>
              <a:avLst/>
              <a:pathLst>
                <a:path w="5285" h="6896">
                  <a:moveTo>
                    <a:pt x="0" y="1491"/>
                  </a:moveTo>
                  <a:lnTo>
                    <a:pt x="1987" y="0"/>
                  </a:lnTo>
                  <a:lnTo>
                    <a:pt x="4186" y="1883"/>
                  </a:lnTo>
                  <a:lnTo>
                    <a:pt x="5285" y="6896"/>
                  </a:lnTo>
                  <a:lnTo>
                    <a:pt x="1441" y="681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219731" y="3323743"/>
              <a:ext cx="275061" cy="135109"/>
            </a:xfrm>
            <a:custGeom>
              <a:avLst/>
              <a:pathLst>
                <a:path w="275061" h="135109">
                  <a:moveTo>
                    <a:pt x="6270" y="86200"/>
                  </a:moveTo>
                  <a:lnTo>
                    <a:pt x="3053" y="72223"/>
                  </a:lnTo>
                  <a:lnTo>
                    <a:pt x="0" y="58045"/>
                  </a:lnTo>
                  <a:lnTo>
                    <a:pt x="4736" y="56800"/>
                  </a:lnTo>
                  <a:lnTo>
                    <a:pt x="24234" y="51621"/>
                  </a:lnTo>
                  <a:lnTo>
                    <a:pt x="30820" y="49884"/>
                  </a:lnTo>
                  <a:lnTo>
                    <a:pt x="37570" y="48095"/>
                  </a:lnTo>
                  <a:lnTo>
                    <a:pt x="42329" y="46826"/>
                  </a:lnTo>
                  <a:lnTo>
                    <a:pt x="61597" y="41684"/>
                  </a:lnTo>
                  <a:lnTo>
                    <a:pt x="63722" y="41112"/>
                  </a:lnTo>
                  <a:lnTo>
                    <a:pt x="77383" y="37397"/>
                  </a:lnTo>
                  <a:lnTo>
                    <a:pt x="78678" y="37042"/>
                  </a:lnTo>
                  <a:lnTo>
                    <a:pt x="95896" y="32343"/>
                  </a:lnTo>
                  <a:lnTo>
                    <a:pt x="112669" y="27730"/>
                  </a:lnTo>
                  <a:lnTo>
                    <a:pt x="113228" y="27572"/>
                  </a:lnTo>
                  <a:lnTo>
                    <a:pt x="125471" y="24083"/>
                  </a:lnTo>
                  <a:lnTo>
                    <a:pt x="126751" y="23718"/>
                  </a:lnTo>
                  <a:lnTo>
                    <a:pt x="138901" y="20228"/>
                  </a:lnTo>
                  <a:lnTo>
                    <a:pt x="139361" y="20095"/>
                  </a:lnTo>
                  <a:lnTo>
                    <a:pt x="150711" y="16711"/>
                  </a:lnTo>
                  <a:lnTo>
                    <a:pt x="154677" y="15520"/>
                  </a:lnTo>
                  <a:lnTo>
                    <a:pt x="155686" y="15223"/>
                  </a:lnTo>
                  <a:lnTo>
                    <a:pt x="162823" y="13115"/>
                  </a:lnTo>
                  <a:lnTo>
                    <a:pt x="171194" y="10626"/>
                  </a:lnTo>
                  <a:lnTo>
                    <a:pt x="181161" y="7637"/>
                  </a:lnTo>
                  <a:lnTo>
                    <a:pt x="181517" y="7530"/>
                  </a:lnTo>
                  <a:lnTo>
                    <a:pt x="186937" y="5889"/>
                  </a:lnTo>
                  <a:lnTo>
                    <a:pt x="206194" y="0"/>
                  </a:lnTo>
                  <a:lnTo>
                    <a:pt x="214634" y="25073"/>
                  </a:lnTo>
                  <a:lnTo>
                    <a:pt x="216683" y="30920"/>
                  </a:lnTo>
                  <a:lnTo>
                    <a:pt x="217955" y="34550"/>
                  </a:lnTo>
                  <a:lnTo>
                    <a:pt x="220582" y="42053"/>
                  </a:lnTo>
                  <a:lnTo>
                    <a:pt x="228520" y="64754"/>
                  </a:lnTo>
                  <a:lnTo>
                    <a:pt x="233439" y="78846"/>
                  </a:lnTo>
                  <a:lnTo>
                    <a:pt x="235313" y="84252"/>
                  </a:lnTo>
                  <a:lnTo>
                    <a:pt x="235765" y="85559"/>
                  </a:lnTo>
                  <a:lnTo>
                    <a:pt x="237855" y="91544"/>
                  </a:lnTo>
                  <a:lnTo>
                    <a:pt x="250102" y="88294"/>
                  </a:lnTo>
                  <a:lnTo>
                    <a:pt x="257918" y="85974"/>
                  </a:lnTo>
                  <a:lnTo>
                    <a:pt x="266738" y="83337"/>
                  </a:lnTo>
                  <a:lnTo>
                    <a:pt x="274428" y="80903"/>
                  </a:lnTo>
                  <a:lnTo>
                    <a:pt x="275061" y="90915"/>
                  </a:lnTo>
                  <a:lnTo>
                    <a:pt x="274347" y="92164"/>
                  </a:lnTo>
                  <a:lnTo>
                    <a:pt x="273996" y="99593"/>
                  </a:lnTo>
                  <a:lnTo>
                    <a:pt x="273970" y="106870"/>
                  </a:lnTo>
                  <a:lnTo>
                    <a:pt x="273756" y="109668"/>
                  </a:lnTo>
                  <a:lnTo>
                    <a:pt x="272452" y="115602"/>
                  </a:lnTo>
                  <a:lnTo>
                    <a:pt x="251428" y="124743"/>
                  </a:lnTo>
                  <a:lnTo>
                    <a:pt x="249741" y="128739"/>
                  </a:lnTo>
                  <a:lnTo>
                    <a:pt x="246305" y="128144"/>
                  </a:lnTo>
                  <a:lnTo>
                    <a:pt x="242796" y="129109"/>
                  </a:lnTo>
                  <a:lnTo>
                    <a:pt x="239525" y="134449"/>
                  </a:lnTo>
                  <a:lnTo>
                    <a:pt x="237732" y="135109"/>
                  </a:lnTo>
                  <a:lnTo>
                    <a:pt x="236198" y="130956"/>
                  </a:lnTo>
                  <a:lnTo>
                    <a:pt x="237245" y="125493"/>
                  </a:lnTo>
                  <a:lnTo>
                    <a:pt x="236730" y="123939"/>
                  </a:lnTo>
                  <a:lnTo>
                    <a:pt x="235613" y="121007"/>
                  </a:lnTo>
                  <a:lnTo>
                    <a:pt x="230971" y="120551"/>
                  </a:lnTo>
                  <a:lnTo>
                    <a:pt x="229387" y="115997"/>
                  </a:lnTo>
                  <a:lnTo>
                    <a:pt x="233550" y="113632"/>
                  </a:lnTo>
                  <a:lnTo>
                    <a:pt x="232519" y="112435"/>
                  </a:lnTo>
                  <a:lnTo>
                    <a:pt x="231332" y="111055"/>
                  </a:lnTo>
                  <a:lnTo>
                    <a:pt x="229232" y="111302"/>
                  </a:lnTo>
                  <a:lnTo>
                    <a:pt x="227997" y="111446"/>
                  </a:lnTo>
                  <a:lnTo>
                    <a:pt x="222518" y="112635"/>
                  </a:lnTo>
                  <a:lnTo>
                    <a:pt x="224288" y="117506"/>
                  </a:lnTo>
                  <a:lnTo>
                    <a:pt x="226757" y="121981"/>
                  </a:lnTo>
                  <a:lnTo>
                    <a:pt x="228016" y="125208"/>
                  </a:lnTo>
                  <a:lnTo>
                    <a:pt x="225386" y="125234"/>
                  </a:lnTo>
                  <a:lnTo>
                    <a:pt x="221940" y="123196"/>
                  </a:lnTo>
                  <a:lnTo>
                    <a:pt x="220962" y="118087"/>
                  </a:lnTo>
                  <a:lnTo>
                    <a:pt x="217495" y="115963"/>
                  </a:lnTo>
                  <a:lnTo>
                    <a:pt x="211342" y="111924"/>
                  </a:lnTo>
                  <a:lnTo>
                    <a:pt x="208681" y="111184"/>
                  </a:lnTo>
                  <a:lnTo>
                    <a:pt x="208358" y="108286"/>
                  </a:lnTo>
                  <a:lnTo>
                    <a:pt x="205799" y="105782"/>
                  </a:lnTo>
                  <a:lnTo>
                    <a:pt x="200836" y="100135"/>
                  </a:lnTo>
                  <a:lnTo>
                    <a:pt x="203167" y="95474"/>
                  </a:lnTo>
                  <a:lnTo>
                    <a:pt x="201902" y="93667"/>
                  </a:lnTo>
                  <a:lnTo>
                    <a:pt x="201675" y="90507"/>
                  </a:lnTo>
                  <a:lnTo>
                    <a:pt x="204320" y="89358"/>
                  </a:lnTo>
                  <a:lnTo>
                    <a:pt x="205976" y="89125"/>
                  </a:lnTo>
                  <a:lnTo>
                    <a:pt x="208114" y="88528"/>
                  </a:lnTo>
                  <a:lnTo>
                    <a:pt x="207222" y="86343"/>
                  </a:lnTo>
                  <a:lnTo>
                    <a:pt x="206280" y="84033"/>
                  </a:lnTo>
                  <a:lnTo>
                    <a:pt x="204909" y="84641"/>
                  </a:lnTo>
                  <a:lnTo>
                    <a:pt x="201885" y="82179"/>
                  </a:lnTo>
                  <a:lnTo>
                    <a:pt x="199839" y="82800"/>
                  </a:lnTo>
                  <a:lnTo>
                    <a:pt x="197840" y="86068"/>
                  </a:lnTo>
                  <a:lnTo>
                    <a:pt x="196255" y="85985"/>
                  </a:lnTo>
                  <a:lnTo>
                    <a:pt x="195783" y="82599"/>
                  </a:lnTo>
                  <a:lnTo>
                    <a:pt x="192432" y="81462"/>
                  </a:lnTo>
                  <a:lnTo>
                    <a:pt x="192397" y="78969"/>
                  </a:lnTo>
                  <a:lnTo>
                    <a:pt x="196152" y="77170"/>
                  </a:lnTo>
                  <a:lnTo>
                    <a:pt x="197206" y="72462"/>
                  </a:lnTo>
                  <a:lnTo>
                    <a:pt x="200952" y="74495"/>
                  </a:lnTo>
                  <a:lnTo>
                    <a:pt x="202190" y="72740"/>
                  </a:lnTo>
                  <a:lnTo>
                    <a:pt x="201332" y="70910"/>
                  </a:lnTo>
                  <a:lnTo>
                    <a:pt x="200116" y="68315"/>
                  </a:lnTo>
                  <a:lnTo>
                    <a:pt x="199467" y="65655"/>
                  </a:lnTo>
                  <a:lnTo>
                    <a:pt x="196813" y="66460"/>
                  </a:lnTo>
                  <a:lnTo>
                    <a:pt x="193383" y="68839"/>
                  </a:lnTo>
                  <a:lnTo>
                    <a:pt x="193516" y="72884"/>
                  </a:lnTo>
                  <a:lnTo>
                    <a:pt x="191337" y="74314"/>
                  </a:lnTo>
                  <a:lnTo>
                    <a:pt x="190353" y="67512"/>
                  </a:lnTo>
                  <a:lnTo>
                    <a:pt x="191204" y="61884"/>
                  </a:lnTo>
                  <a:lnTo>
                    <a:pt x="191676" y="59081"/>
                  </a:lnTo>
                  <a:lnTo>
                    <a:pt x="193970" y="59284"/>
                  </a:lnTo>
                  <a:lnTo>
                    <a:pt x="196044" y="59466"/>
                  </a:lnTo>
                  <a:lnTo>
                    <a:pt x="194459" y="54109"/>
                  </a:lnTo>
                  <a:lnTo>
                    <a:pt x="193151" y="52243"/>
                  </a:lnTo>
                  <a:lnTo>
                    <a:pt x="190819" y="50846"/>
                  </a:lnTo>
                  <a:lnTo>
                    <a:pt x="191418" y="45257"/>
                  </a:lnTo>
                  <a:lnTo>
                    <a:pt x="192047" y="40549"/>
                  </a:lnTo>
                  <a:lnTo>
                    <a:pt x="193330" y="37851"/>
                  </a:lnTo>
                  <a:lnTo>
                    <a:pt x="193572" y="34799"/>
                  </a:lnTo>
                  <a:lnTo>
                    <a:pt x="195568" y="31287"/>
                  </a:lnTo>
                  <a:lnTo>
                    <a:pt x="197986" y="29316"/>
                  </a:lnTo>
                  <a:lnTo>
                    <a:pt x="198997" y="28490"/>
                  </a:lnTo>
                  <a:lnTo>
                    <a:pt x="200479" y="26416"/>
                  </a:lnTo>
                  <a:lnTo>
                    <a:pt x="199375" y="23657"/>
                  </a:lnTo>
                  <a:lnTo>
                    <a:pt x="197972" y="24120"/>
                  </a:lnTo>
                  <a:lnTo>
                    <a:pt x="196683" y="24545"/>
                  </a:lnTo>
                  <a:lnTo>
                    <a:pt x="192885" y="29447"/>
                  </a:lnTo>
                  <a:lnTo>
                    <a:pt x="189621" y="34635"/>
                  </a:lnTo>
                  <a:lnTo>
                    <a:pt x="186628" y="39664"/>
                  </a:lnTo>
                  <a:lnTo>
                    <a:pt x="185593" y="42232"/>
                  </a:lnTo>
                  <a:lnTo>
                    <a:pt x="184709" y="44423"/>
                  </a:lnTo>
                  <a:lnTo>
                    <a:pt x="183048" y="45951"/>
                  </a:lnTo>
                  <a:lnTo>
                    <a:pt x="182508" y="46448"/>
                  </a:lnTo>
                  <a:lnTo>
                    <a:pt x="181368" y="48866"/>
                  </a:lnTo>
                  <a:lnTo>
                    <a:pt x="179222" y="49486"/>
                  </a:lnTo>
                  <a:lnTo>
                    <a:pt x="177287" y="50147"/>
                  </a:lnTo>
                  <a:lnTo>
                    <a:pt x="177083" y="50649"/>
                  </a:lnTo>
                  <a:lnTo>
                    <a:pt x="176294" y="52591"/>
                  </a:lnTo>
                  <a:lnTo>
                    <a:pt x="182680" y="54394"/>
                  </a:lnTo>
                  <a:lnTo>
                    <a:pt x="184084" y="57997"/>
                  </a:lnTo>
                  <a:lnTo>
                    <a:pt x="184965" y="60884"/>
                  </a:lnTo>
                  <a:lnTo>
                    <a:pt x="187068" y="62719"/>
                  </a:lnTo>
                  <a:lnTo>
                    <a:pt x="184558" y="65743"/>
                  </a:lnTo>
                  <a:lnTo>
                    <a:pt x="183835" y="68059"/>
                  </a:lnTo>
                  <a:lnTo>
                    <a:pt x="185329" y="68848"/>
                  </a:lnTo>
                  <a:lnTo>
                    <a:pt x="184931" y="71644"/>
                  </a:lnTo>
                  <a:lnTo>
                    <a:pt x="184771" y="72085"/>
                  </a:lnTo>
                  <a:lnTo>
                    <a:pt x="184191" y="73685"/>
                  </a:lnTo>
                  <a:lnTo>
                    <a:pt x="183389" y="76612"/>
                  </a:lnTo>
                  <a:lnTo>
                    <a:pt x="185166" y="77082"/>
                  </a:lnTo>
                  <a:lnTo>
                    <a:pt x="184114" y="81524"/>
                  </a:lnTo>
                  <a:lnTo>
                    <a:pt x="182937" y="84321"/>
                  </a:lnTo>
                  <a:lnTo>
                    <a:pt x="185391" y="86148"/>
                  </a:lnTo>
                  <a:lnTo>
                    <a:pt x="185601" y="87019"/>
                  </a:lnTo>
                  <a:lnTo>
                    <a:pt x="186479" y="90664"/>
                  </a:lnTo>
                  <a:lnTo>
                    <a:pt x="188444" y="93932"/>
                  </a:lnTo>
                  <a:lnTo>
                    <a:pt x="189629" y="99702"/>
                  </a:lnTo>
                  <a:lnTo>
                    <a:pt x="192164" y="103452"/>
                  </a:lnTo>
                  <a:lnTo>
                    <a:pt x="195344" y="105744"/>
                  </a:lnTo>
                  <a:lnTo>
                    <a:pt x="199674" y="108694"/>
                  </a:lnTo>
                  <a:lnTo>
                    <a:pt x="200604" y="110673"/>
                  </a:lnTo>
                  <a:lnTo>
                    <a:pt x="200686" y="113957"/>
                  </a:lnTo>
                  <a:lnTo>
                    <a:pt x="200703" y="114629"/>
                  </a:lnTo>
                  <a:lnTo>
                    <a:pt x="202620" y="115264"/>
                  </a:lnTo>
                  <a:lnTo>
                    <a:pt x="202725" y="119763"/>
                  </a:lnTo>
                  <a:lnTo>
                    <a:pt x="206189" y="123654"/>
                  </a:lnTo>
                  <a:lnTo>
                    <a:pt x="208889" y="126033"/>
                  </a:lnTo>
                  <a:lnTo>
                    <a:pt x="209066" y="129099"/>
                  </a:lnTo>
                  <a:lnTo>
                    <a:pt x="210823" y="133598"/>
                  </a:lnTo>
                  <a:lnTo>
                    <a:pt x="207126" y="131253"/>
                  </a:lnTo>
                  <a:lnTo>
                    <a:pt x="202986" y="129296"/>
                  </a:lnTo>
                  <a:lnTo>
                    <a:pt x="200172" y="130406"/>
                  </a:lnTo>
                  <a:lnTo>
                    <a:pt x="196049" y="128655"/>
                  </a:lnTo>
                  <a:lnTo>
                    <a:pt x="191967" y="124965"/>
                  </a:lnTo>
                  <a:lnTo>
                    <a:pt x="186848" y="124852"/>
                  </a:lnTo>
                  <a:lnTo>
                    <a:pt x="183039" y="125897"/>
                  </a:lnTo>
                  <a:lnTo>
                    <a:pt x="178948" y="125727"/>
                  </a:lnTo>
                  <a:lnTo>
                    <a:pt x="177628" y="125629"/>
                  </a:lnTo>
                  <a:lnTo>
                    <a:pt x="175296" y="125456"/>
                  </a:lnTo>
                  <a:lnTo>
                    <a:pt x="171165" y="123270"/>
                  </a:lnTo>
                  <a:lnTo>
                    <a:pt x="167422" y="121481"/>
                  </a:lnTo>
                  <a:lnTo>
                    <a:pt x="164471" y="116383"/>
                  </a:lnTo>
                  <a:lnTo>
                    <a:pt x="163170" y="114875"/>
                  </a:lnTo>
                  <a:lnTo>
                    <a:pt x="160216" y="117386"/>
                  </a:lnTo>
                  <a:lnTo>
                    <a:pt x="157768" y="119208"/>
                  </a:lnTo>
                  <a:lnTo>
                    <a:pt x="153349" y="122858"/>
                  </a:lnTo>
                  <a:lnTo>
                    <a:pt x="149501" y="119562"/>
                  </a:lnTo>
                  <a:lnTo>
                    <a:pt x="148271" y="111748"/>
                  </a:lnTo>
                  <a:lnTo>
                    <a:pt x="150625" y="106110"/>
                  </a:lnTo>
                  <a:lnTo>
                    <a:pt x="153462" y="104210"/>
                  </a:lnTo>
                  <a:lnTo>
                    <a:pt x="152994" y="102698"/>
                  </a:lnTo>
                  <a:lnTo>
                    <a:pt x="152105" y="99861"/>
                  </a:lnTo>
                  <a:lnTo>
                    <a:pt x="154136" y="96771"/>
                  </a:lnTo>
                  <a:lnTo>
                    <a:pt x="154409" y="96355"/>
                  </a:lnTo>
                  <a:lnTo>
                    <a:pt x="155891" y="95897"/>
                  </a:lnTo>
                  <a:lnTo>
                    <a:pt x="156031" y="93625"/>
                  </a:lnTo>
                  <a:lnTo>
                    <a:pt x="155877" y="92969"/>
                  </a:lnTo>
                  <a:lnTo>
                    <a:pt x="155198" y="90084"/>
                  </a:lnTo>
                  <a:lnTo>
                    <a:pt x="155087" y="89613"/>
                  </a:lnTo>
                  <a:lnTo>
                    <a:pt x="157541" y="85224"/>
                  </a:lnTo>
                  <a:lnTo>
                    <a:pt x="160412" y="80003"/>
                  </a:lnTo>
                  <a:lnTo>
                    <a:pt x="153716" y="76142"/>
                  </a:lnTo>
                  <a:lnTo>
                    <a:pt x="150953" y="74545"/>
                  </a:lnTo>
                  <a:lnTo>
                    <a:pt x="147713" y="80354"/>
                  </a:lnTo>
                  <a:lnTo>
                    <a:pt x="145613" y="78579"/>
                  </a:lnTo>
                  <a:lnTo>
                    <a:pt x="143682" y="78956"/>
                  </a:lnTo>
                  <a:lnTo>
                    <a:pt x="142384" y="79208"/>
                  </a:lnTo>
                  <a:lnTo>
                    <a:pt x="139361" y="78638"/>
                  </a:lnTo>
                  <a:lnTo>
                    <a:pt x="138638" y="75577"/>
                  </a:lnTo>
                  <a:lnTo>
                    <a:pt x="134632" y="74719"/>
                  </a:lnTo>
                  <a:lnTo>
                    <a:pt x="133464" y="74737"/>
                  </a:lnTo>
                  <a:lnTo>
                    <a:pt x="132682" y="74749"/>
                  </a:lnTo>
                  <a:lnTo>
                    <a:pt x="131672" y="74764"/>
                  </a:lnTo>
                  <a:lnTo>
                    <a:pt x="125588" y="75353"/>
                  </a:lnTo>
                  <a:lnTo>
                    <a:pt x="123965" y="73471"/>
                  </a:lnTo>
                  <a:lnTo>
                    <a:pt x="121489" y="72954"/>
                  </a:lnTo>
                  <a:lnTo>
                    <a:pt x="120638" y="70000"/>
                  </a:lnTo>
                  <a:lnTo>
                    <a:pt x="122148" y="67615"/>
                  </a:lnTo>
                  <a:lnTo>
                    <a:pt x="122962" y="64744"/>
                  </a:lnTo>
                  <a:lnTo>
                    <a:pt x="120279" y="62938"/>
                  </a:lnTo>
                  <a:lnTo>
                    <a:pt x="116551" y="61743"/>
                  </a:lnTo>
                  <a:lnTo>
                    <a:pt x="114135" y="60617"/>
                  </a:lnTo>
                  <a:lnTo>
                    <a:pt x="109460" y="60731"/>
                  </a:lnTo>
                  <a:lnTo>
                    <a:pt x="108791" y="60844"/>
                  </a:lnTo>
                  <a:lnTo>
                    <a:pt x="106372" y="61252"/>
                  </a:lnTo>
                  <a:lnTo>
                    <a:pt x="104272" y="59301"/>
                  </a:lnTo>
                  <a:lnTo>
                    <a:pt x="103672" y="55613"/>
                  </a:lnTo>
                  <a:lnTo>
                    <a:pt x="98977" y="51035"/>
                  </a:lnTo>
                  <a:lnTo>
                    <a:pt x="97781" y="49378"/>
                  </a:lnTo>
                  <a:lnTo>
                    <a:pt x="96577" y="47712"/>
                  </a:lnTo>
                  <a:lnTo>
                    <a:pt x="95057" y="43254"/>
                  </a:lnTo>
                  <a:lnTo>
                    <a:pt x="89273" y="43241"/>
                  </a:lnTo>
                  <a:lnTo>
                    <a:pt x="84864" y="44961"/>
                  </a:lnTo>
                  <a:lnTo>
                    <a:pt x="83323" y="43851"/>
                  </a:lnTo>
                  <a:lnTo>
                    <a:pt x="79296" y="40946"/>
                  </a:lnTo>
                  <a:lnTo>
                    <a:pt x="71519" y="44052"/>
                  </a:lnTo>
                  <a:lnTo>
                    <a:pt x="67107" y="47466"/>
                  </a:lnTo>
                  <a:lnTo>
                    <a:pt x="66044" y="47951"/>
                  </a:lnTo>
                  <a:lnTo>
                    <a:pt x="63344" y="49182"/>
                  </a:lnTo>
                  <a:lnTo>
                    <a:pt x="61340" y="54382"/>
                  </a:lnTo>
                  <a:lnTo>
                    <a:pt x="60760" y="57515"/>
                  </a:lnTo>
                  <a:lnTo>
                    <a:pt x="60344" y="57608"/>
                  </a:lnTo>
                  <a:lnTo>
                    <a:pt x="53380" y="59165"/>
                  </a:lnTo>
                  <a:lnTo>
                    <a:pt x="49492" y="59080"/>
                  </a:lnTo>
                  <a:lnTo>
                    <a:pt x="46348" y="59009"/>
                  </a:lnTo>
                  <a:lnTo>
                    <a:pt x="43555" y="55486"/>
                  </a:lnTo>
                  <a:lnTo>
                    <a:pt x="41220" y="53834"/>
                  </a:lnTo>
                  <a:lnTo>
                    <a:pt x="38274" y="61294"/>
                  </a:lnTo>
                  <a:lnTo>
                    <a:pt x="34471" y="68190"/>
                  </a:lnTo>
                  <a:lnTo>
                    <a:pt x="34390" y="71325"/>
                  </a:lnTo>
                  <a:lnTo>
                    <a:pt x="29335" y="70033"/>
                  </a:lnTo>
                  <a:lnTo>
                    <a:pt x="27548" y="70543"/>
                  </a:lnTo>
                  <a:lnTo>
                    <a:pt x="26207" y="70925"/>
                  </a:lnTo>
                  <a:lnTo>
                    <a:pt x="23252" y="77351"/>
                  </a:lnTo>
                  <a:lnTo>
                    <a:pt x="19167" y="84311"/>
                  </a:lnTo>
                  <a:lnTo>
                    <a:pt x="18256" y="85859"/>
                  </a:lnTo>
                  <a:lnTo>
                    <a:pt x="14852" y="89233"/>
                  </a:lnTo>
                  <a:lnTo>
                    <a:pt x="11732" y="93974"/>
                  </a:lnTo>
                  <a:lnTo>
                    <a:pt x="8580" y="965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859641" y="2504742"/>
              <a:ext cx="5122" cy="8140"/>
            </a:xfrm>
            <a:custGeom>
              <a:avLst/>
              <a:pathLst>
                <a:path w="5122" h="8140">
                  <a:moveTo>
                    <a:pt x="0" y="2597"/>
                  </a:moveTo>
                  <a:lnTo>
                    <a:pt x="2052" y="0"/>
                  </a:lnTo>
                  <a:lnTo>
                    <a:pt x="5122" y="3682"/>
                  </a:lnTo>
                  <a:lnTo>
                    <a:pt x="4412" y="8140"/>
                  </a:lnTo>
                  <a:lnTo>
                    <a:pt x="435" y="694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701826" y="2224509"/>
              <a:ext cx="232708" cy="385949"/>
            </a:xfrm>
            <a:custGeom>
              <a:avLst/>
              <a:pathLst>
                <a:path w="232708" h="385949">
                  <a:moveTo>
                    <a:pt x="0" y="218391"/>
                  </a:moveTo>
                  <a:lnTo>
                    <a:pt x="2238" y="216952"/>
                  </a:lnTo>
                  <a:lnTo>
                    <a:pt x="2631" y="213869"/>
                  </a:lnTo>
                  <a:lnTo>
                    <a:pt x="6378" y="213604"/>
                  </a:lnTo>
                  <a:lnTo>
                    <a:pt x="9387" y="215598"/>
                  </a:lnTo>
                  <a:lnTo>
                    <a:pt x="12079" y="219651"/>
                  </a:lnTo>
                  <a:lnTo>
                    <a:pt x="14784" y="219019"/>
                  </a:lnTo>
                  <a:lnTo>
                    <a:pt x="14244" y="215897"/>
                  </a:lnTo>
                  <a:lnTo>
                    <a:pt x="14024" y="214628"/>
                  </a:lnTo>
                  <a:lnTo>
                    <a:pt x="14423" y="212268"/>
                  </a:lnTo>
                  <a:lnTo>
                    <a:pt x="12972" y="210165"/>
                  </a:lnTo>
                  <a:lnTo>
                    <a:pt x="12641" y="207154"/>
                  </a:lnTo>
                  <a:lnTo>
                    <a:pt x="10919" y="205700"/>
                  </a:lnTo>
                  <a:lnTo>
                    <a:pt x="12347" y="202387"/>
                  </a:lnTo>
                  <a:lnTo>
                    <a:pt x="13799" y="202072"/>
                  </a:lnTo>
                  <a:lnTo>
                    <a:pt x="16006" y="203805"/>
                  </a:lnTo>
                  <a:lnTo>
                    <a:pt x="18902" y="203122"/>
                  </a:lnTo>
                  <a:lnTo>
                    <a:pt x="21511" y="203065"/>
                  </a:lnTo>
                  <a:lnTo>
                    <a:pt x="20160" y="199637"/>
                  </a:lnTo>
                  <a:lnTo>
                    <a:pt x="17352" y="198535"/>
                  </a:lnTo>
                  <a:lnTo>
                    <a:pt x="13080" y="195014"/>
                  </a:lnTo>
                  <a:lnTo>
                    <a:pt x="13352" y="190113"/>
                  </a:lnTo>
                  <a:lnTo>
                    <a:pt x="14377" y="186655"/>
                  </a:lnTo>
                  <a:lnTo>
                    <a:pt x="16485" y="182927"/>
                  </a:lnTo>
                  <a:lnTo>
                    <a:pt x="17401" y="179229"/>
                  </a:lnTo>
                  <a:lnTo>
                    <a:pt x="21885" y="174218"/>
                  </a:lnTo>
                  <a:lnTo>
                    <a:pt x="24287" y="170505"/>
                  </a:lnTo>
                  <a:lnTo>
                    <a:pt x="21068" y="167180"/>
                  </a:lnTo>
                  <a:lnTo>
                    <a:pt x="21399" y="165047"/>
                  </a:lnTo>
                  <a:lnTo>
                    <a:pt x="23540" y="160135"/>
                  </a:lnTo>
                  <a:lnTo>
                    <a:pt x="26122" y="155793"/>
                  </a:lnTo>
                  <a:lnTo>
                    <a:pt x="25188" y="152357"/>
                  </a:lnTo>
                  <a:lnTo>
                    <a:pt x="23627" y="150329"/>
                  </a:lnTo>
                  <a:lnTo>
                    <a:pt x="21170" y="151382"/>
                  </a:lnTo>
                  <a:lnTo>
                    <a:pt x="20571" y="148289"/>
                  </a:lnTo>
                  <a:lnTo>
                    <a:pt x="19205" y="147028"/>
                  </a:lnTo>
                  <a:lnTo>
                    <a:pt x="18501" y="143515"/>
                  </a:lnTo>
                  <a:lnTo>
                    <a:pt x="19408" y="139596"/>
                  </a:lnTo>
                  <a:lnTo>
                    <a:pt x="19540" y="135794"/>
                  </a:lnTo>
                  <a:lnTo>
                    <a:pt x="15571" y="133508"/>
                  </a:lnTo>
                  <a:lnTo>
                    <a:pt x="15579" y="128065"/>
                  </a:lnTo>
                  <a:lnTo>
                    <a:pt x="15612" y="124641"/>
                  </a:lnTo>
                  <a:lnTo>
                    <a:pt x="16542" y="122883"/>
                  </a:lnTo>
                  <a:lnTo>
                    <a:pt x="15501" y="120474"/>
                  </a:lnTo>
                  <a:lnTo>
                    <a:pt x="16986" y="117215"/>
                  </a:lnTo>
                  <a:lnTo>
                    <a:pt x="18491" y="114523"/>
                  </a:lnTo>
                  <a:lnTo>
                    <a:pt x="19670" y="111686"/>
                  </a:lnTo>
                  <a:lnTo>
                    <a:pt x="20471" y="109682"/>
                  </a:lnTo>
                  <a:lnTo>
                    <a:pt x="17649" y="97847"/>
                  </a:lnTo>
                  <a:lnTo>
                    <a:pt x="15254" y="87862"/>
                  </a:lnTo>
                  <a:lnTo>
                    <a:pt x="18869" y="70212"/>
                  </a:lnTo>
                  <a:lnTo>
                    <a:pt x="23950" y="45593"/>
                  </a:lnTo>
                  <a:lnTo>
                    <a:pt x="26482" y="33262"/>
                  </a:lnTo>
                  <a:lnTo>
                    <a:pt x="31010" y="12655"/>
                  </a:lnTo>
                  <a:lnTo>
                    <a:pt x="34422" y="11783"/>
                  </a:lnTo>
                  <a:lnTo>
                    <a:pt x="37314" y="11949"/>
                  </a:lnTo>
                  <a:lnTo>
                    <a:pt x="41217" y="11548"/>
                  </a:lnTo>
                  <a:lnTo>
                    <a:pt x="41894" y="15275"/>
                  </a:lnTo>
                  <a:lnTo>
                    <a:pt x="46811" y="25236"/>
                  </a:lnTo>
                  <a:lnTo>
                    <a:pt x="51568" y="26171"/>
                  </a:lnTo>
                  <a:lnTo>
                    <a:pt x="55965" y="27417"/>
                  </a:lnTo>
                  <a:lnTo>
                    <a:pt x="59684" y="22442"/>
                  </a:lnTo>
                  <a:lnTo>
                    <a:pt x="65263" y="17659"/>
                  </a:lnTo>
                  <a:lnTo>
                    <a:pt x="68624" y="15609"/>
                  </a:lnTo>
                  <a:lnTo>
                    <a:pt x="68392" y="12774"/>
                  </a:lnTo>
                  <a:lnTo>
                    <a:pt x="71997" y="9876"/>
                  </a:lnTo>
                  <a:lnTo>
                    <a:pt x="74720" y="9669"/>
                  </a:lnTo>
                  <a:lnTo>
                    <a:pt x="78761" y="7367"/>
                  </a:lnTo>
                  <a:lnTo>
                    <a:pt x="77199" y="4884"/>
                  </a:lnTo>
                  <a:lnTo>
                    <a:pt x="77407" y="2187"/>
                  </a:lnTo>
                  <a:lnTo>
                    <a:pt x="82073" y="343"/>
                  </a:lnTo>
                  <a:lnTo>
                    <a:pt x="85810" y="0"/>
                  </a:lnTo>
                  <a:lnTo>
                    <a:pt x="89194" y="872"/>
                  </a:lnTo>
                  <a:lnTo>
                    <a:pt x="94114" y="2572"/>
                  </a:lnTo>
                  <a:lnTo>
                    <a:pt x="100137" y="4877"/>
                  </a:lnTo>
                  <a:lnTo>
                    <a:pt x="103153" y="5539"/>
                  </a:lnTo>
                  <a:lnTo>
                    <a:pt x="108866" y="10099"/>
                  </a:lnTo>
                  <a:lnTo>
                    <a:pt x="115606" y="11983"/>
                  </a:lnTo>
                  <a:lnTo>
                    <a:pt x="124527" y="32802"/>
                  </a:lnTo>
                  <a:lnTo>
                    <a:pt x="130939" y="47616"/>
                  </a:lnTo>
                  <a:lnTo>
                    <a:pt x="141819" y="72279"/>
                  </a:lnTo>
                  <a:lnTo>
                    <a:pt x="149770" y="90785"/>
                  </a:lnTo>
                  <a:lnTo>
                    <a:pt x="153061" y="98496"/>
                  </a:lnTo>
                  <a:lnTo>
                    <a:pt x="155239" y="99392"/>
                  </a:lnTo>
                  <a:lnTo>
                    <a:pt x="154081" y="104325"/>
                  </a:lnTo>
                  <a:lnTo>
                    <a:pt x="157406" y="106466"/>
                  </a:lnTo>
                  <a:lnTo>
                    <a:pt x="156935" y="111083"/>
                  </a:lnTo>
                  <a:lnTo>
                    <a:pt x="159693" y="114479"/>
                  </a:lnTo>
                  <a:lnTo>
                    <a:pt x="160318" y="119068"/>
                  </a:lnTo>
                  <a:lnTo>
                    <a:pt x="165060" y="116859"/>
                  </a:lnTo>
                  <a:lnTo>
                    <a:pt x="168444" y="119795"/>
                  </a:lnTo>
                  <a:lnTo>
                    <a:pt x="171007" y="119541"/>
                  </a:lnTo>
                  <a:lnTo>
                    <a:pt x="176852" y="119343"/>
                  </a:lnTo>
                  <a:lnTo>
                    <a:pt x="180651" y="116822"/>
                  </a:lnTo>
                  <a:lnTo>
                    <a:pt x="183353" y="118599"/>
                  </a:lnTo>
                  <a:lnTo>
                    <a:pt x="185973" y="123856"/>
                  </a:lnTo>
                  <a:lnTo>
                    <a:pt x="183058" y="125578"/>
                  </a:lnTo>
                  <a:lnTo>
                    <a:pt x="184151" y="129234"/>
                  </a:lnTo>
                  <a:lnTo>
                    <a:pt x="189662" y="133954"/>
                  </a:lnTo>
                  <a:lnTo>
                    <a:pt x="190329" y="140359"/>
                  </a:lnTo>
                  <a:lnTo>
                    <a:pt x="190357" y="143289"/>
                  </a:lnTo>
                  <a:lnTo>
                    <a:pt x="192629" y="144759"/>
                  </a:lnTo>
                  <a:lnTo>
                    <a:pt x="198734" y="150016"/>
                  </a:lnTo>
                  <a:lnTo>
                    <a:pt x="202301" y="151045"/>
                  </a:lnTo>
                  <a:lnTo>
                    <a:pt x="203776" y="148463"/>
                  </a:lnTo>
                  <a:lnTo>
                    <a:pt x="203731" y="144420"/>
                  </a:lnTo>
                  <a:lnTo>
                    <a:pt x="207860" y="144384"/>
                  </a:lnTo>
                  <a:lnTo>
                    <a:pt x="210355" y="144054"/>
                  </a:lnTo>
                  <a:lnTo>
                    <a:pt x="214550" y="146811"/>
                  </a:lnTo>
                  <a:lnTo>
                    <a:pt x="217107" y="149662"/>
                  </a:lnTo>
                  <a:lnTo>
                    <a:pt x="218846" y="152468"/>
                  </a:lnTo>
                  <a:lnTo>
                    <a:pt x="224323" y="158235"/>
                  </a:lnTo>
                  <a:lnTo>
                    <a:pt x="228127" y="159890"/>
                  </a:lnTo>
                  <a:lnTo>
                    <a:pt x="229418" y="164269"/>
                  </a:lnTo>
                  <a:lnTo>
                    <a:pt x="232708" y="165705"/>
                  </a:lnTo>
                  <a:lnTo>
                    <a:pt x="230347" y="171273"/>
                  </a:lnTo>
                  <a:lnTo>
                    <a:pt x="228738" y="174396"/>
                  </a:lnTo>
                  <a:lnTo>
                    <a:pt x="227648" y="178165"/>
                  </a:lnTo>
                  <a:lnTo>
                    <a:pt x="226306" y="182789"/>
                  </a:lnTo>
                  <a:lnTo>
                    <a:pt x="223744" y="186206"/>
                  </a:lnTo>
                  <a:lnTo>
                    <a:pt x="221877" y="190502"/>
                  </a:lnTo>
                  <a:lnTo>
                    <a:pt x="217124" y="190280"/>
                  </a:lnTo>
                  <a:lnTo>
                    <a:pt x="216226" y="192690"/>
                  </a:lnTo>
                  <a:lnTo>
                    <a:pt x="213700" y="194014"/>
                  </a:lnTo>
                  <a:lnTo>
                    <a:pt x="212856" y="198420"/>
                  </a:lnTo>
                  <a:lnTo>
                    <a:pt x="212800" y="202663"/>
                  </a:lnTo>
                  <a:lnTo>
                    <a:pt x="214809" y="204793"/>
                  </a:lnTo>
                  <a:lnTo>
                    <a:pt x="212315" y="210246"/>
                  </a:lnTo>
                  <a:lnTo>
                    <a:pt x="207550" y="207046"/>
                  </a:lnTo>
                  <a:lnTo>
                    <a:pt x="205339" y="204476"/>
                  </a:lnTo>
                  <a:lnTo>
                    <a:pt x="203282" y="207548"/>
                  </a:lnTo>
                  <a:lnTo>
                    <a:pt x="198929" y="210097"/>
                  </a:lnTo>
                  <a:lnTo>
                    <a:pt x="197551" y="213437"/>
                  </a:lnTo>
                  <a:lnTo>
                    <a:pt x="198087" y="217324"/>
                  </a:lnTo>
                  <a:lnTo>
                    <a:pt x="196544" y="220299"/>
                  </a:lnTo>
                  <a:lnTo>
                    <a:pt x="194045" y="219822"/>
                  </a:lnTo>
                  <a:lnTo>
                    <a:pt x="193791" y="220311"/>
                  </a:lnTo>
                  <a:lnTo>
                    <a:pt x="192572" y="222655"/>
                  </a:lnTo>
                  <a:lnTo>
                    <a:pt x="190611" y="223207"/>
                  </a:lnTo>
                  <a:lnTo>
                    <a:pt x="190626" y="228613"/>
                  </a:lnTo>
                  <a:lnTo>
                    <a:pt x="186677" y="227251"/>
                  </a:lnTo>
                  <a:lnTo>
                    <a:pt x="184799" y="225988"/>
                  </a:lnTo>
                  <a:lnTo>
                    <a:pt x="181852" y="228458"/>
                  </a:lnTo>
                  <a:lnTo>
                    <a:pt x="184109" y="231619"/>
                  </a:lnTo>
                  <a:lnTo>
                    <a:pt x="183822" y="233715"/>
                  </a:lnTo>
                  <a:lnTo>
                    <a:pt x="183079" y="237643"/>
                  </a:lnTo>
                  <a:lnTo>
                    <a:pt x="187302" y="239564"/>
                  </a:lnTo>
                  <a:lnTo>
                    <a:pt x="179993" y="241871"/>
                  </a:lnTo>
                  <a:lnTo>
                    <a:pt x="180735" y="244974"/>
                  </a:lnTo>
                  <a:lnTo>
                    <a:pt x="182676" y="252277"/>
                  </a:lnTo>
                  <a:lnTo>
                    <a:pt x="176674" y="254041"/>
                  </a:lnTo>
                  <a:lnTo>
                    <a:pt x="173749" y="256769"/>
                  </a:lnTo>
                  <a:lnTo>
                    <a:pt x="172535" y="258175"/>
                  </a:lnTo>
                  <a:lnTo>
                    <a:pt x="170288" y="260776"/>
                  </a:lnTo>
                  <a:lnTo>
                    <a:pt x="170432" y="266284"/>
                  </a:lnTo>
                  <a:lnTo>
                    <a:pt x="168488" y="267668"/>
                  </a:lnTo>
                  <a:lnTo>
                    <a:pt x="165581" y="262322"/>
                  </a:lnTo>
                  <a:lnTo>
                    <a:pt x="160257" y="266233"/>
                  </a:lnTo>
                  <a:lnTo>
                    <a:pt x="156194" y="270856"/>
                  </a:lnTo>
                  <a:lnTo>
                    <a:pt x="152937" y="267512"/>
                  </a:lnTo>
                  <a:lnTo>
                    <a:pt x="149689" y="264069"/>
                  </a:lnTo>
                  <a:lnTo>
                    <a:pt x="151291" y="260767"/>
                  </a:lnTo>
                  <a:lnTo>
                    <a:pt x="149496" y="259669"/>
                  </a:lnTo>
                  <a:lnTo>
                    <a:pt x="146087" y="257582"/>
                  </a:lnTo>
                  <a:lnTo>
                    <a:pt x="142030" y="258206"/>
                  </a:lnTo>
                  <a:lnTo>
                    <a:pt x="140909" y="258378"/>
                  </a:lnTo>
                  <a:lnTo>
                    <a:pt x="142046" y="263519"/>
                  </a:lnTo>
                  <a:lnTo>
                    <a:pt x="142187" y="267212"/>
                  </a:lnTo>
                  <a:lnTo>
                    <a:pt x="146093" y="270198"/>
                  </a:lnTo>
                  <a:lnTo>
                    <a:pt x="145351" y="274050"/>
                  </a:lnTo>
                  <a:lnTo>
                    <a:pt x="147672" y="276109"/>
                  </a:lnTo>
                  <a:lnTo>
                    <a:pt x="146893" y="279381"/>
                  </a:lnTo>
                  <a:lnTo>
                    <a:pt x="143890" y="280400"/>
                  </a:lnTo>
                  <a:lnTo>
                    <a:pt x="141529" y="281294"/>
                  </a:lnTo>
                  <a:lnTo>
                    <a:pt x="141177" y="286448"/>
                  </a:lnTo>
                  <a:lnTo>
                    <a:pt x="139648" y="287309"/>
                  </a:lnTo>
                  <a:lnTo>
                    <a:pt x="138840" y="291177"/>
                  </a:lnTo>
                  <a:lnTo>
                    <a:pt x="137317" y="293861"/>
                  </a:lnTo>
                  <a:lnTo>
                    <a:pt x="133662" y="289853"/>
                  </a:lnTo>
                  <a:lnTo>
                    <a:pt x="131484" y="288411"/>
                  </a:lnTo>
                  <a:lnTo>
                    <a:pt x="130409" y="287698"/>
                  </a:lnTo>
                  <a:lnTo>
                    <a:pt x="129868" y="290925"/>
                  </a:lnTo>
                  <a:lnTo>
                    <a:pt x="129412" y="292327"/>
                  </a:lnTo>
                  <a:lnTo>
                    <a:pt x="128058" y="299347"/>
                  </a:lnTo>
                  <a:lnTo>
                    <a:pt x="125285" y="300141"/>
                  </a:lnTo>
                  <a:lnTo>
                    <a:pt x="124426" y="302111"/>
                  </a:lnTo>
                  <a:lnTo>
                    <a:pt x="121103" y="305210"/>
                  </a:lnTo>
                  <a:lnTo>
                    <a:pt x="118900" y="306793"/>
                  </a:lnTo>
                  <a:lnTo>
                    <a:pt x="117859" y="307540"/>
                  </a:lnTo>
                  <a:lnTo>
                    <a:pt x="117303" y="312125"/>
                  </a:lnTo>
                  <a:lnTo>
                    <a:pt x="114886" y="314513"/>
                  </a:lnTo>
                  <a:lnTo>
                    <a:pt x="114267" y="317168"/>
                  </a:lnTo>
                  <a:lnTo>
                    <a:pt x="112992" y="317368"/>
                  </a:lnTo>
                  <a:lnTo>
                    <a:pt x="110999" y="313297"/>
                  </a:lnTo>
                  <a:lnTo>
                    <a:pt x="109404" y="313250"/>
                  </a:lnTo>
                  <a:lnTo>
                    <a:pt x="107624" y="313196"/>
                  </a:lnTo>
                  <a:lnTo>
                    <a:pt x="104841" y="317062"/>
                  </a:lnTo>
                  <a:lnTo>
                    <a:pt x="104892" y="320093"/>
                  </a:lnTo>
                  <a:lnTo>
                    <a:pt x="100990" y="321340"/>
                  </a:lnTo>
                  <a:lnTo>
                    <a:pt x="100869" y="325109"/>
                  </a:lnTo>
                  <a:lnTo>
                    <a:pt x="96860" y="326439"/>
                  </a:lnTo>
                  <a:lnTo>
                    <a:pt x="96505" y="329228"/>
                  </a:lnTo>
                  <a:lnTo>
                    <a:pt x="96502" y="333607"/>
                  </a:lnTo>
                  <a:lnTo>
                    <a:pt x="98244" y="336421"/>
                  </a:lnTo>
                  <a:lnTo>
                    <a:pt x="96624" y="338671"/>
                  </a:lnTo>
                  <a:lnTo>
                    <a:pt x="92860" y="341259"/>
                  </a:lnTo>
                  <a:lnTo>
                    <a:pt x="91874" y="341570"/>
                  </a:lnTo>
                  <a:lnTo>
                    <a:pt x="90616" y="341967"/>
                  </a:lnTo>
                  <a:lnTo>
                    <a:pt x="90511" y="345780"/>
                  </a:lnTo>
                  <a:lnTo>
                    <a:pt x="94527" y="346758"/>
                  </a:lnTo>
                  <a:lnTo>
                    <a:pt x="92755" y="351531"/>
                  </a:lnTo>
                  <a:lnTo>
                    <a:pt x="92480" y="356269"/>
                  </a:lnTo>
                  <a:lnTo>
                    <a:pt x="90362" y="358957"/>
                  </a:lnTo>
                  <a:lnTo>
                    <a:pt x="87418" y="359765"/>
                  </a:lnTo>
                  <a:lnTo>
                    <a:pt x="86076" y="362267"/>
                  </a:lnTo>
                  <a:lnTo>
                    <a:pt x="85850" y="366981"/>
                  </a:lnTo>
                  <a:lnTo>
                    <a:pt x="87757" y="370552"/>
                  </a:lnTo>
                  <a:lnTo>
                    <a:pt x="88316" y="375552"/>
                  </a:lnTo>
                  <a:lnTo>
                    <a:pt x="87699" y="378372"/>
                  </a:lnTo>
                  <a:lnTo>
                    <a:pt x="86980" y="383860"/>
                  </a:lnTo>
                  <a:lnTo>
                    <a:pt x="85363" y="385949"/>
                  </a:lnTo>
                  <a:lnTo>
                    <a:pt x="81887" y="385490"/>
                  </a:lnTo>
                  <a:lnTo>
                    <a:pt x="77170" y="383446"/>
                  </a:lnTo>
                  <a:lnTo>
                    <a:pt x="76531" y="383169"/>
                  </a:lnTo>
                  <a:lnTo>
                    <a:pt x="75269" y="379141"/>
                  </a:lnTo>
                  <a:lnTo>
                    <a:pt x="74838" y="375955"/>
                  </a:lnTo>
                  <a:lnTo>
                    <a:pt x="70056" y="373073"/>
                  </a:lnTo>
                  <a:lnTo>
                    <a:pt x="65674" y="369882"/>
                  </a:lnTo>
                  <a:lnTo>
                    <a:pt x="60892" y="367133"/>
                  </a:lnTo>
                  <a:lnTo>
                    <a:pt x="60267" y="362644"/>
                  </a:lnTo>
                  <a:lnTo>
                    <a:pt x="58715" y="356058"/>
                  </a:lnTo>
                  <a:lnTo>
                    <a:pt x="57352" y="353868"/>
                  </a:lnTo>
                  <a:lnTo>
                    <a:pt x="56005" y="351706"/>
                  </a:lnTo>
                  <a:lnTo>
                    <a:pt x="51765" y="341674"/>
                  </a:lnTo>
                  <a:lnTo>
                    <a:pt x="48843" y="334588"/>
                  </a:lnTo>
                  <a:lnTo>
                    <a:pt x="47372" y="331025"/>
                  </a:lnTo>
                  <a:lnTo>
                    <a:pt x="39474" y="311425"/>
                  </a:lnTo>
                  <a:lnTo>
                    <a:pt x="34306" y="298609"/>
                  </a:lnTo>
                  <a:lnTo>
                    <a:pt x="33473" y="296603"/>
                  </a:lnTo>
                  <a:lnTo>
                    <a:pt x="32931" y="295299"/>
                  </a:lnTo>
                  <a:lnTo>
                    <a:pt x="26586" y="280050"/>
                  </a:lnTo>
                  <a:lnTo>
                    <a:pt x="19019" y="261858"/>
                  </a:lnTo>
                  <a:lnTo>
                    <a:pt x="10255" y="24170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439272" y="2745396"/>
              <a:ext cx="17106" cy="11317"/>
            </a:xfrm>
            <a:custGeom>
              <a:avLst/>
              <a:pathLst>
                <a:path w="17106" h="11317">
                  <a:moveTo>
                    <a:pt x="1319" y="0"/>
                  </a:moveTo>
                  <a:lnTo>
                    <a:pt x="7576" y="4085"/>
                  </a:lnTo>
                  <a:lnTo>
                    <a:pt x="13270" y="5280"/>
                  </a:lnTo>
                  <a:lnTo>
                    <a:pt x="17106" y="6772"/>
                  </a:lnTo>
                  <a:lnTo>
                    <a:pt x="15745" y="10606"/>
                  </a:lnTo>
                  <a:lnTo>
                    <a:pt x="10867" y="11317"/>
                  </a:lnTo>
                  <a:lnTo>
                    <a:pt x="4174" y="6508"/>
                  </a:lnTo>
                  <a:lnTo>
                    <a:pt x="0" y="309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384645" y="2758928"/>
              <a:ext cx="17168" cy="21034"/>
            </a:xfrm>
            <a:custGeom>
              <a:avLst/>
              <a:pathLst>
                <a:path w="17168" h="21034">
                  <a:moveTo>
                    <a:pt x="0" y="9665"/>
                  </a:moveTo>
                  <a:lnTo>
                    <a:pt x="2589" y="8636"/>
                  </a:lnTo>
                  <a:lnTo>
                    <a:pt x="8216" y="660"/>
                  </a:lnTo>
                  <a:lnTo>
                    <a:pt x="17168" y="0"/>
                  </a:lnTo>
                  <a:lnTo>
                    <a:pt x="16994" y="3929"/>
                  </a:lnTo>
                  <a:lnTo>
                    <a:pt x="12333" y="18635"/>
                  </a:lnTo>
                  <a:lnTo>
                    <a:pt x="9852" y="21034"/>
                  </a:lnTo>
                  <a:lnTo>
                    <a:pt x="6361" y="20559"/>
                  </a:lnTo>
                  <a:lnTo>
                    <a:pt x="808" y="1263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370134" y="2816705"/>
              <a:ext cx="9368" cy="13534"/>
            </a:xfrm>
            <a:custGeom>
              <a:avLst/>
              <a:pathLst>
                <a:path w="9368" h="13534">
                  <a:moveTo>
                    <a:pt x="367" y="9954"/>
                  </a:moveTo>
                  <a:lnTo>
                    <a:pt x="3899" y="0"/>
                  </a:lnTo>
                  <a:lnTo>
                    <a:pt x="7009" y="136"/>
                  </a:lnTo>
                  <a:lnTo>
                    <a:pt x="9368" y="2268"/>
                  </a:lnTo>
                  <a:lnTo>
                    <a:pt x="8893" y="6890"/>
                  </a:lnTo>
                  <a:lnTo>
                    <a:pt x="4168" y="13534"/>
                  </a:lnTo>
                  <a:lnTo>
                    <a:pt x="0" y="1327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362734" y="2755175"/>
              <a:ext cx="245035" cy="333538"/>
            </a:xfrm>
            <a:custGeom>
              <a:avLst/>
              <a:pathLst>
                <a:path w="245035" h="333538">
                  <a:moveTo>
                    <a:pt x="11286" y="333538"/>
                  </a:moveTo>
                  <a:lnTo>
                    <a:pt x="17954" y="326442"/>
                  </a:lnTo>
                  <a:lnTo>
                    <a:pt x="22420" y="319079"/>
                  </a:lnTo>
                  <a:lnTo>
                    <a:pt x="24932" y="309057"/>
                  </a:lnTo>
                  <a:lnTo>
                    <a:pt x="25892" y="305209"/>
                  </a:lnTo>
                  <a:lnTo>
                    <a:pt x="27275" y="300990"/>
                  </a:lnTo>
                  <a:lnTo>
                    <a:pt x="31620" y="291565"/>
                  </a:lnTo>
                  <a:lnTo>
                    <a:pt x="32061" y="290605"/>
                  </a:lnTo>
                  <a:lnTo>
                    <a:pt x="34368" y="278981"/>
                  </a:lnTo>
                  <a:lnTo>
                    <a:pt x="34476" y="276982"/>
                  </a:lnTo>
                  <a:lnTo>
                    <a:pt x="34995" y="267235"/>
                  </a:lnTo>
                  <a:lnTo>
                    <a:pt x="34437" y="258932"/>
                  </a:lnTo>
                  <a:lnTo>
                    <a:pt x="33952" y="249580"/>
                  </a:lnTo>
                  <a:lnTo>
                    <a:pt x="33877" y="249212"/>
                  </a:lnTo>
                  <a:lnTo>
                    <a:pt x="32029" y="240136"/>
                  </a:lnTo>
                  <a:lnTo>
                    <a:pt x="30007" y="232204"/>
                  </a:lnTo>
                  <a:lnTo>
                    <a:pt x="27172" y="225074"/>
                  </a:lnTo>
                  <a:lnTo>
                    <a:pt x="25630" y="222539"/>
                  </a:lnTo>
                  <a:lnTo>
                    <a:pt x="22250" y="216972"/>
                  </a:lnTo>
                  <a:lnTo>
                    <a:pt x="19816" y="213403"/>
                  </a:lnTo>
                  <a:lnTo>
                    <a:pt x="15247" y="206690"/>
                  </a:lnTo>
                  <a:lnTo>
                    <a:pt x="11745" y="199793"/>
                  </a:lnTo>
                  <a:lnTo>
                    <a:pt x="10398" y="196794"/>
                  </a:lnTo>
                  <a:lnTo>
                    <a:pt x="8962" y="193595"/>
                  </a:lnTo>
                  <a:lnTo>
                    <a:pt x="5146" y="187985"/>
                  </a:lnTo>
                  <a:lnTo>
                    <a:pt x="3860" y="184110"/>
                  </a:lnTo>
                  <a:lnTo>
                    <a:pt x="4870" y="179617"/>
                  </a:lnTo>
                  <a:lnTo>
                    <a:pt x="7572" y="173326"/>
                  </a:lnTo>
                  <a:lnTo>
                    <a:pt x="7491" y="169509"/>
                  </a:lnTo>
                  <a:lnTo>
                    <a:pt x="7455" y="167811"/>
                  </a:lnTo>
                  <a:lnTo>
                    <a:pt x="5523" y="161946"/>
                  </a:lnTo>
                  <a:lnTo>
                    <a:pt x="3991" y="157972"/>
                  </a:lnTo>
                  <a:lnTo>
                    <a:pt x="1187" y="154369"/>
                  </a:lnTo>
                  <a:lnTo>
                    <a:pt x="0" y="151672"/>
                  </a:lnTo>
                  <a:lnTo>
                    <a:pt x="3911" y="146077"/>
                  </a:lnTo>
                  <a:lnTo>
                    <a:pt x="5474" y="141096"/>
                  </a:lnTo>
                  <a:lnTo>
                    <a:pt x="6817" y="136806"/>
                  </a:lnTo>
                  <a:lnTo>
                    <a:pt x="9881" y="127003"/>
                  </a:lnTo>
                  <a:lnTo>
                    <a:pt x="10073" y="122513"/>
                  </a:lnTo>
                  <a:lnTo>
                    <a:pt x="9155" y="116102"/>
                  </a:lnTo>
                  <a:lnTo>
                    <a:pt x="9343" y="113244"/>
                  </a:lnTo>
                  <a:lnTo>
                    <a:pt x="9599" y="109320"/>
                  </a:lnTo>
                  <a:lnTo>
                    <a:pt x="6692" y="103306"/>
                  </a:lnTo>
                  <a:lnTo>
                    <a:pt x="6318" y="99289"/>
                  </a:lnTo>
                  <a:lnTo>
                    <a:pt x="10770" y="96186"/>
                  </a:lnTo>
                  <a:lnTo>
                    <a:pt x="14490" y="94473"/>
                  </a:lnTo>
                  <a:lnTo>
                    <a:pt x="14582" y="91506"/>
                  </a:lnTo>
                  <a:lnTo>
                    <a:pt x="14687" y="88027"/>
                  </a:lnTo>
                  <a:lnTo>
                    <a:pt x="13870" y="80999"/>
                  </a:lnTo>
                  <a:lnTo>
                    <a:pt x="18235" y="80624"/>
                  </a:lnTo>
                  <a:lnTo>
                    <a:pt x="20039" y="75285"/>
                  </a:lnTo>
                  <a:lnTo>
                    <a:pt x="24678" y="76920"/>
                  </a:lnTo>
                  <a:lnTo>
                    <a:pt x="28164" y="73110"/>
                  </a:lnTo>
                  <a:lnTo>
                    <a:pt x="29007" y="67081"/>
                  </a:lnTo>
                  <a:lnTo>
                    <a:pt x="31992" y="63220"/>
                  </a:lnTo>
                  <a:lnTo>
                    <a:pt x="33513" y="56672"/>
                  </a:lnTo>
                  <a:lnTo>
                    <a:pt x="37414" y="52769"/>
                  </a:lnTo>
                  <a:lnTo>
                    <a:pt x="38949" y="55178"/>
                  </a:lnTo>
                  <a:lnTo>
                    <a:pt x="38935" y="65902"/>
                  </a:lnTo>
                  <a:lnTo>
                    <a:pt x="39765" y="67083"/>
                  </a:lnTo>
                  <a:lnTo>
                    <a:pt x="42421" y="70857"/>
                  </a:lnTo>
                  <a:lnTo>
                    <a:pt x="44626" y="69087"/>
                  </a:lnTo>
                  <a:lnTo>
                    <a:pt x="46651" y="66662"/>
                  </a:lnTo>
                  <a:lnTo>
                    <a:pt x="48995" y="63850"/>
                  </a:lnTo>
                  <a:lnTo>
                    <a:pt x="48969" y="59418"/>
                  </a:lnTo>
                  <a:lnTo>
                    <a:pt x="47099" y="53396"/>
                  </a:lnTo>
                  <a:lnTo>
                    <a:pt x="46863" y="51290"/>
                  </a:lnTo>
                  <a:lnTo>
                    <a:pt x="46303" y="46320"/>
                  </a:lnTo>
                  <a:lnTo>
                    <a:pt x="49812" y="42013"/>
                  </a:lnTo>
                  <a:lnTo>
                    <a:pt x="54490" y="37591"/>
                  </a:lnTo>
                  <a:lnTo>
                    <a:pt x="59899" y="36383"/>
                  </a:lnTo>
                  <a:lnTo>
                    <a:pt x="62115" y="35886"/>
                  </a:lnTo>
                  <a:lnTo>
                    <a:pt x="67115" y="33987"/>
                  </a:lnTo>
                  <a:lnTo>
                    <a:pt x="69114" y="30890"/>
                  </a:lnTo>
                  <a:lnTo>
                    <a:pt x="65155" y="30065"/>
                  </a:lnTo>
                  <a:lnTo>
                    <a:pt x="61809" y="30108"/>
                  </a:lnTo>
                  <a:lnTo>
                    <a:pt x="56888" y="24209"/>
                  </a:lnTo>
                  <a:lnTo>
                    <a:pt x="55635" y="20635"/>
                  </a:lnTo>
                  <a:lnTo>
                    <a:pt x="57746" y="14575"/>
                  </a:lnTo>
                  <a:lnTo>
                    <a:pt x="61930" y="10020"/>
                  </a:lnTo>
                  <a:lnTo>
                    <a:pt x="58506" y="4721"/>
                  </a:lnTo>
                  <a:lnTo>
                    <a:pt x="66547" y="3857"/>
                  </a:lnTo>
                  <a:lnTo>
                    <a:pt x="71048" y="0"/>
                  </a:lnTo>
                  <a:lnTo>
                    <a:pt x="73352" y="264"/>
                  </a:lnTo>
                  <a:lnTo>
                    <a:pt x="74110" y="351"/>
                  </a:lnTo>
                  <a:lnTo>
                    <a:pt x="84180" y="4757"/>
                  </a:lnTo>
                  <a:lnTo>
                    <a:pt x="89797" y="7374"/>
                  </a:lnTo>
                  <a:lnTo>
                    <a:pt x="92117" y="5547"/>
                  </a:lnTo>
                  <a:lnTo>
                    <a:pt x="96708" y="5047"/>
                  </a:lnTo>
                  <a:lnTo>
                    <a:pt x="103662" y="6738"/>
                  </a:lnTo>
                  <a:lnTo>
                    <a:pt x="104533" y="6949"/>
                  </a:lnTo>
                  <a:lnTo>
                    <a:pt x="109267" y="11227"/>
                  </a:lnTo>
                  <a:lnTo>
                    <a:pt x="111832" y="15493"/>
                  </a:lnTo>
                  <a:lnTo>
                    <a:pt x="117174" y="14911"/>
                  </a:lnTo>
                  <a:lnTo>
                    <a:pt x="122037" y="14358"/>
                  </a:lnTo>
                  <a:lnTo>
                    <a:pt x="126483" y="17525"/>
                  </a:lnTo>
                  <a:lnTo>
                    <a:pt x="134861" y="18957"/>
                  </a:lnTo>
                  <a:lnTo>
                    <a:pt x="140833" y="21248"/>
                  </a:lnTo>
                  <a:lnTo>
                    <a:pt x="146726" y="19754"/>
                  </a:lnTo>
                  <a:lnTo>
                    <a:pt x="153625" y="24906"/>
                  </a:lnTo>
                  <a:lnTo>
                    <a:pt x="153261" y="28782"/>
                  </a:lnTo>
                  <a:lnTo>
                    <a:pt x="154701" y="30099"/>
                  </a:lnTo>
                  <a:lnTo>
                    <a:pt x="159523" y="34506"/>
                  </a:lnTo>
                  <a:lnTo>
                    <a:pt x="164058" y="42691"/>
                  </a:lnTo>
                  <a:lnTo>
                    <a:pt x="159797" y="42402"/>
                  </a:lnTo>
                  <a:lnTo>
                    <a:pt x="156142" y="40842"/>
                  </a:lnTo>
                  <a:lnTo>
                    <a:pt x="154137" y="42821"/>
                  </a:lnTo>
                  <a:lnTo>
                    <a:pt x="155292" y="46702"/>
                  </a:lnTo>
                  <a:lnTo>
                    <a:pt x="156075" y="51317"/>
                  </a:lnTo>
                  <a:lnTo>
                    <a:pt x="161619" y="54571"/>
                  </a:lnTo>
                  <a:lnTo>
                    <a:pt x="163461" y="54635"/>
                  </a:lnTo>
                  <a:lnTo>
                    <a:pt x="164045" y="56288"/>
                  </a:lnTo>
                  <a:lnTo>
                    <a:pt x="166705" y="63814"/>
                  </a:lnTo>
                  <a:lnTo>
                    <a:pt x="168914" y="68934"/>
                  </a:lnTo>
                  <a:lnTo>
                    <a:pt x="168159" y="75607"/>
                  </a:lnTo>
                  <a:lnTo>
                    <a:pt x="169582" y="83147"/>
                  </a:lnTo>
                  <a:lnTo>
                    <a:pt x="169958" y="85138"/>
                  </a:lnTo>
                  <a:lnTo>
                    <a:pt x="171348" y="97216"/>
                  </a:lnTo>
                  <a:lnTo>
                    <a:pt x="168291" y="100367"/>
                  </a:lnTo>
                  <a:lnTo>
                    <a:pt x="166627" y="103659"/>
                  </a:lnTo>
                  <a:lnTo>
                    <a:pt x="162183" y="104889"/>
                  </a:lnTo>
                  <a:lnTo>
                    <a:pt x="161540" y="112935"/>
                  </a:lnTo>
                  <a:lnTo>
                    <a:pt x="161490" y="113561"/>
                  </a:lnTo>
                  <a:lnTo>
                    <a:pt x="162147" y="121427"/>
                  </a:lnTo>
                  <a:lnTo>
                    <a:pt x="157200" y="124089"/>
                  </a:lnTo>
                  <a:lnTo>
                    <a:pt x="157194" y="127930"/>
                  </a:lnTo>
                  <a:lnTo>
                    <a:pt x="152026" y="129267"/>
                  </a:lnTo>
                  <a:lnTo>
                    <a:pt x="147904" y="132084"/>
                  </a:lnTo>
                  <a:lnTo>
                    <a:pt x="146944" y="136494"/>
                  </a:lnTo>
                  <a:lnTo>
                    <a:pt x="146664" y="137777"/>
                  </a:lnTo>
                  <a:lnTo>
                    <a:pt x="147405" y="146988"/>
                  </a:lnTo>
                  <a:lnTo>
                    <a:pt x="147028" y="150443"/>
                  </a:lnTo>
                  <a:lnTo>
                    <a:pt x="150107" y="154864"/>
                  </a:lnTo>
                  <a:lnTo>
                    <a:pt x="155171" y="153745"/>
                  </a:lnTo>
                  <a:lnTo>
                    <a:pt x="160771" y="156671"/>
                  </a:lnTo>
                  <a:lnTo>
                    <a:pt x="162861" y="157997"/>
                  </a:lnTo>
                  <a:lnTo>
                    <a:pt x="163924" y="158671"/>
                  </a:lnTo>
                  <a:lnTo>
                    <a:pt x="171177" y="145630"/>
                  </a:lnTo>
                  <a:lnTo>
                    <a:pt x="171344" y="144672"/>
                  </a:lnTo>
                  <a:lnTo>
                    <a:pt x="172049" y="140614"/>
                  </a:lnTo>
                  <a:lnTo>
                    <a:pt x="173200" y="132977"/>
                  </a:lnTo>
                  <a:lnTo>
                    <a:pt x="174060" y="130009"/>
                  </a:lnTo>
                  <a:lnTo>
                    <a:pt x="180656" y="127157"/>
                  </a:lnTo>
                  <a:lnTo>
                    <a:pt x="181235" y="124168"/>
                  </a:lnTo>
                  <a:lnTo>
                    <a:pt x="187897" y="121174"/>
                  </a:lnTo>
                  <a:lnTo>
                    <a:pt x="192393" y="118394"/>
                  </a:lnTo>
                  <a:lnTo>
                    <a:pt x="193124" y="115856"/>
                  </a:lnTo>
                  <a:lnTo>
                    <a:pt x="197992" y="112854"/>
                  </a:lnTo>
                  <a:lnTo>
                    <a:pt x="206205" y="114814"/>
                  </a:lnTo>
                  <a:lnTo>
                    <a:pt x="212024" y="119620"/>
                  </a:lnTo>
                  <a:lnTo>
                    <a:pt x="218153" y="127752"/>
                  </a:lnTo>
                  <a:lnTo>
                    <a:pt x="220847" y="134566"/>
                  </a:lnTo>
                  <a:lnTo>
                    <a:pt x="221980" y="138310"/>
                  </a:lnTo>
                  <a:lnTo>
                    <a:pt x="224483" y="146584"/>
                  </a:lnTo>
                  <a:lnTo>
                    <a:pt x="230097" y="158232"/>
                  </a:lnTo>
                  <a:lnTo>
                    <a:pt x="234289" y="173261"/>
                  </a:lnTo>
                  <a:lnTo>
                    <a:pt x="236171" y="177424"/>
                  </a:lnTo>
                  <a:lnTo>
                    <a:pt x="238382" y="182309"/>
                  </a:lnTo>
                  <a:lnTo>
                    <a:pt x="243898" y="188942"/>
                  </a:lnTo>
                  <a:lnTo>
                    <a:pt x="244077" y="193239"/>
                  </a:lnTo>
                  <a:lnTo>
                    <a:pt x="242831" y="198739"/>
                  </a:lnTo>
                  <a:lnTo>
                    <a:pt x="245035" y="208418"/>
                  </a:lnTo>
                  <a:lnTo>
                    <a:pt x="244698" y="218579"/>
                  </a:lnTo>
                  <a:lnTo>
                    <a:pt x="241892" y="225929"/>
                  </a:lnTo>
                  <a:lnTo>
                    <a:pt x="237054" y="229556"/>
                  </a:lnTo>
                  <a:lnTo>
                    <a:pt x="233913" y="222237"/>
                  </a:lnTo>
                  <a:lnTo>
                    <a:pt x="237012" y="218319"/>
                  </a:lnTo>
                  <a:lnTo>
                    <a:pt x="232947" y="218048"/>
                  </a:lnTo>
                  <a:lnTo>
                    <a:pt x="228450" y="222734"/>
                  </a:lnTo>
                  <a:lnTo>
                    <a:pt x="230897" y="224592"/>
                  </a:lnTo>
                  <a:lnTo>
                    <a:pt x="232040" y="227227"/>
                  </a:lnTo>
                  <a:lnTo>
                    <a:pt x="226576" y="230220"/>
                  </a:lnTo>
                  <a:lnTo>
                    <a:pt x="227413" y="237401"/>
                  </a:lnTo>
                  <a:lnTo>
                    <a:pt x="225962" y="245698"/>
                  </a:lnTo>
                  <a:lnTo>
                    <a:pt x="222617" y="247996"/>
                  </a:lnTo>
                  <a:lnTo>
                    <a:pt x="217177" y="252565"/>
                  </a:lnTo>
                  <a:lnTo>
                    <a:pt x="216942" y="259828"/>
                  </a:lnTo>
                  <a:lnTo>
                    <a:pt x="216872" y="261949"/>
                  </a:lnTo>
                  <a:lnTo>
                    <a:pt x="218255" y="268650"/>
                  </a:lnTo>
                  <a:lnTo>
                    <a:pt x="215860" y="272052"/>
                  </a:lnTo>
                  <a:lnTo>
                    <a:pt x="215623" y="273647"/>
                  </a:lnTo>
                  <a:lnTo>
                    <a:pt x="215069" y="277359"/>
                  </a:lnTo>
                  <a:lnTo>
                    <a:pt x="212841" y="281821"/>
                  </a:lnTo>
                  <a:lnTo>
                    <a:pt x="209838" y="283582"/>
                  </a:lnTo>
                  <a:lnTo>
                    <a:pt x="209648" y="287253"/>
                  </a:lnTo>
                  <a:lnTo>
                    <a:pt x="206943" y="289991"/>
                  </a:lnTo>
                  <a:lnTo>
                    <a:pt x="205028" y="293961"/>
                  </a:lnTo>
                  <a:lnTo>
                    <a:pt x="207077" y="299016"/>
                  </a:lnTo>
                  <a:lnTo>
                    <a:pt x="205498" y="299994"/>
                  </a:lnTo>
                  <a:lnTo>
                    <a:pt x="187924" y="304310"/>
                  </a:lnTo>
                  <a:lnTo>
                    <a:pt x="181255" y="305921"/>
                  </a:lnTo>
                  <a:lnTo>
                    <a:pt x="166796" y="309379"/>
                  </a:lnTo>
                  <a:lnTo>
                    <a:pt x="153913" y="312379"/>
                  </a:lnTo>
                  <a:lnTo>
                    <a:pt x="151681" y="312895"/>
                  </a:lnTo>
                  <a:lnTo>
                    <a:pt x="149484" y="313402"/>
                  </a:lnTo>
                  <a:lnTo>
                    <a:pt x="128462" y="318119"/>
                  </a:lnTo>
                  <a:lnTo>
                    <a:pt x="127571" y="313136"/>
                  </a:lnTo>
                  <a:lnTo>
                    <a:pt x="126466" y="313346"/>
                  </a:lnTo>
                  <a:lnTo>
                    <a:pt x="105111" y="317339"/>
                  </a:lnTo>
                  <a:lnTo>
                    <a:pt x="103038" y="317721"/>
                  </a:lnTo>
                  <a:lnTo>
                    <a:pt x="99626" y="318351"/>
                  </a:lnTo>
                  <a:lnTo>
                    <a:pt x="78481" y="322194"/>
                  </a:lnTo>
                  <a:lnTo>
                    <a:pt x="70904" y="323547"/>
                  </a:lnTo>
                  <a:lnTo>
                    <a:pt x="55271" y="326220"/>
                  </a:lnTo>
                  <a:lnTo>
                    <a:pt x="45838" y="327806"/>
                  </a:lnTo>
                  <a:lnTo>
                    <a:pt x="29943" y="330521"/>
                  </a:lnTo>
                  <a:lnTo>
                    <a:pt x="28647" y="330735"/>
                  </a:lnTo>
                  <a:lnTo>
                    <a:pt x="21961" y="331835"/>
                  </a:lnTo>
                  <a:lnTo>
                    <a:pt x="18516" y="33238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5169745" y="2599481"/>
              <a:ext cx="39760" cy="35551"/>
            </a:xfrm>
            <a:custGeom>
              <a:avLst/>
              <a:pathLst>
                <a:path w="39760" h="35551">
                  <a:moveTo>
                    <a:pt x="1420" y="29443"/>
                  </a:moveTo>
                  <a:lnTo>
                    <a:pt x="3325" y="27039"/>
                  </a:lnTo>
                  <a:lnTo>
                    <a:pt x="11069" y="21400"/>
                  </a:lnTo>
                  <a:lnTo>
                    <a:pt x="14795" y="18728"/>
                  </a:lnTo>
                  <a:lnTo>
                    <a:pt x="17078" y="17200"/>
                  </a:lnTo>
                  <a:lnTo>
                    <a:pt x="20861" y="14897"/>
                  </a:lnTo>
                  <a:lnTo>
                    <a:pt x="24915" y="10747"/>
                  </a:lnTo>
                  <a:lnTo>
                    <a:pt x="29379" y="6414"/>
                  </a:lnTo>
                  <a:lnTo>
                    <a:pt x="33470" y="3707"/>
                  </a:lnTo>
                  <a:lnTo>
                    <a:pt x="39362" y="0"/>
                  </a:lnTo>
                  <a:lnTo>
                    <a:pt x="39760" y="3437"/>
                  </a:lnTo>
                  <a:lnTo>
                    <a:pt x="34133" y="9407"/>
                  </a:lnTo>
                  <a:lnTo>
                    <a:pt x="33349" y="14407"/>
                  </a:lnTo>
                  <a:lnTo>
                    <a:pt x="26628" y="19004"/>
                  </a:lnTo>
                  <a:lnTo>
                    <a:pt x="19976" y="22320"/>
                  </a:lnTo>
                  <a:lnTo>
                    <a:pt x="18301" y="27699"/>
                  </a:lnTo>
                  <a:lnTo>
                    <a:pt x="11215" y="32261"/>
                  </a:lnTo>
                  <a:lnTo>
                    <a:pt x="5651" y="35551"/>
                  </a:lnTo>
                  <a:lnTo>
                    <a:pt x="3065" y="33818"/>
                  </a:lnTo>
                  <a:lnTo>
                    <a:pt x="0" y="3217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121523" y="2652062"/>
              <a:ext cx="378058" cy="183580"/>
            </a:xfrm>
            <a:custGeom>
              <a:avLst/>
              <a:pathLst>
                <a:path w="378058" h="183580">
                  <a:moveTo>
                    <a:pt x="0" y="89810"/>
                  </a:moveTo>
                  <a:lnTo>
                    <a:pt x="4451" y="85968"/>
                  </a:lnTo>
                  <a:lnTo>
                    <a:pt x="9109" y="84073"/>
                  </a:lnTo>
                  <a:lnTo>
                    <a:pt x="18961" y="79379"/>
                  </a:lnTo>
                  <a:lnTo>
                    <a:pt x="25027" y="72896"/>
                  </a:lnTo>
                  <a:lnTo>
                    <a:pt x="26596" y="70700"/>
                  </a:lnTo>
                  <a:lnTo>
                    <a:pt x="29001" y="67329"/>
                  </a:lnTo>
                  <a:lnTo>
                    <a:pt x="34683" y="64506"/>
                  </a:lnTo>
                  <a:lnTo>
                    <a:pt x="38891" y="64364"/>
                  </a:lnTo>
                  <a:lnTo>
                    <a:pt x="42681" y="63353"/>
                  </a:lnTo>
                  <a:lnTo>
                    <a:pt x="46345" y="62095"/>
                  </a:lnTo>
                  <a:lnTo>
                    <a:pt x="50787" y="61320"/>
                  </a:lnTo>
                  <a:lnTo>
                    <a:pt x="60011" y="54598"/>
                  </a:lnTo>
                  <a:lnTo>
                    <a:pt x="63767" y="48368"/>
                  </a:lnTo>
                  <a:lnTo>
                    <a:pt x="69618" y="46270"/>
                  </a:lnTo>
                  <a:lnTo>
                    <a:pt x="73223" y="45186"/>
                  </a:lnTo>
                  <a:lnTo>
                    <a:pt x="74326" y="43034"/>
                  </a:lnTo>
                  <a:lnTo>
                    <a:pt x="74702" y="42301"/>
                  </a:lnTo>
                  <a:lnTo>
                    <a:pt x="75929" y="37480"/>
                  </a:lnTo>
                  <a:lnTo>
                    <a:pt x="79405" y="33743"/>
                  </a:lnTo>
                  <a:lnTo>
                    <a:pt x="84777" y="27933"/>
                  </a:lnTo>
                  <a:lnTo>
                    <a:pt x="90405" y="24139"/>
                  </a:lnTo>
                  <a:lnTo>
                    <a:pt x="93697" y="20179"/>
                  </a:lnTo>
                  <a:lnTo>
                    <a:pt x="94253" y="19510"/>
                  </a:lnTo>
                  <a:lnTo>
                    <a:pt x="97679" y="12823"/>
                  </a:lnTo>
                  <a:lnTo>
                    <a:pt x="104096" y="7799"/>
                  </a:lnTo>
                  <a:lnTo>
                    <a:pt x="107323" y="5221"/>
                  </a:lnTo>
                  <a:lnTo>
                    <a:pt x="114038" y="2605"/>
                  </a:lnTo>
                  <a:lnTo>
                    <a:pt x="122097" y="605"/>
                  </a:lnTo>
                  <a:lnTo>
                    <a:pt x="128875" y="0"/>
                  </a:lnTo>
                  <a:lnTo>
                    <a:pt x="135437" y="389"/>
                  </a:lnTo>
                  <a:lnTo>
                    <a:pt x="140469" y="2123"/>
                  </a:lnTo>
                  <a:lnTo>
                    <a:pt x="140216" y="4996"/>
                  </a:lnTo>
                  <a:lnTo>
                    <a:pt x="129911" y="6315"/>
                  </a:lnTo>
                  <a:lnTo>
                    <a:pt x="122519" y="7613"/>
                  </a:lnTo>
                  <a:lnTo>
                    <a:pt x="123079" y="11848"/>
                  </a:lnTo>
                  <a:lnTo>
                    <a:pt x="119591" y="14740"/>
                  </a:lnTo>
                  <a:lnTo>
                    <a:pt x="115897" y="18879"/>
                  </a:lnTo>
                  <a:lnTo>
                    <a:pt x="111383" y="23708"/>
                  </a:lnTo>
                  <a:lnTo>
                    <a:pt x="111167" y="24499"/>
                  </a:lnTo>
                  <a:lnTo>
                    <a:pt x="109794" y="29508"/>
                  </a:lnTo>
                  <a:lnTo>
                    <a:pt x="105190" y="34885"/>
                  </a:lnTo>
                  <a:lnTo>
                    <a:pt x="103660" y="41163"/>
                  </a:lnTo>
                  <a:lnTo>
                    <a:pt x="101533" y="46456"/>
                  </a:lnTo>
                  <a:lnTo>
                    <a:pt x="100896" y="48036"/>
                  </a:lnTo>
                  <a:lnTo>
                    <a:pt x="100534" y="53885"/>
                  </a:lnTo>
                  <a:lnTo>
                    <a:pt x="105871" y="51377"/>
                  </a:lnTo>
                  <a:lnTo>
                    <a:pt x="112006" y="45905"/>
                  </a:lnTo>
                  <a:lnTo>
                    <a:pt x="116908" y="42223"/>
                  </a:lnTo>
                  <a:lnTo>
                    <a:pt x="121634" y="45350"/>
                  </a:lnTo>
                  <a:lnTo>
                    <a:pt x="122742" y="45272"/>
                  </a:lnTo>
                  <a:lnTo>
                    <a:pt x="130473" y="44720"/>
                  </a:lnTo>
                  <a:lnTo>
                    <a:pt x="137408" y="46287"/>
                  </a:lnTo>
                  <a:lnTo>
                    <a:pt x="142591" y="48278"/>
                  </a:lnTo>
                  <a:lnTo>
                    <a:pt x="148183" y="52100"/>
                  </a:lnTo>
                  <a:lnTo>
                    <a:pt x="150125" y="56784"/>
                  </a:lnTo>
                  <a:lnTo>
                    <a:pt x="154754" y="61883"/>
                  </a:lnTo>
                  <a:lnTo>
                    <a:pt x="162049" y="66115"/>
                  </a:lnTo>
                  <a:lnTo>
                    <a:pt x="163749" y="71656"/>
                  </a:lnTo>
                  <a:lnTo>
                    <a:pt x="174087" y="70778"/>
                  </a:lnTo>
                  <a:lnTo>
                    <a:pt x="177105" y="69602"/>
                  </a:lnTo>
                  <a:lnTo>
                    <a:pt x="184266" y="66800"/>
                  </a:lnTo>
                  <a:lnTo>
                    <a:pt x="188944" y="70864"/>
                  </a:lnTo>
                  <a:lnTo>
                    <a:pt x="194101" y="71327"/>
                  </a:lnTo>
                  <a:lnTo>
                    <a:pt x="196955" y="68496"/>
                  </a:lnTo>
                  <a:lnTo>
                    <a:pt x="198860" y="62104"/>
                  </a:lnTo>
                  <a:lnTo>
                    <a:pt x="202770" y="63152"/>
                  </a:lnTo>
                  <a:lnTo>
                    <a:pt x="207087" y="66125"/>
                  </a:lnTo>
                  <a:lnTo>
                    <a:pt x="211428" y="60224"/>
                  </a:lnTo>
                  <a:lnTo>
                    <a:pt x="224475" y="49795"/>
                  </a:lnTo>
                  <a:lnTo>
                    <a:pt x="226850" y="47864"/>
                  </a:lnTo>
                  <a:lnTo>
                    <a:pt x="234425" y="46471"/>
                  </a:lnTo>
                  <a:lnTo>
                    <a:pt x="241149" y="44241"/>
                  </a:lnTo>
                  <a:lnTo>
                    <a:pt x="242363" y="43837"/>
                  </a:lnTo>
                  <a:lnTo>
                    <a:pt x="261465" y="41052"/>
                  </a:lnTo>
                  <a:lnTo>
                    <a:pt x="272302" y="33186"/>
                  </a:lnTo>
                  <a:lnTo>
                    <a:pt x="273270" y="32819"/>
                  </a:lnTo>
                  <a:lnTo>
                    <a:pt x="276573" y="31563"/>
                  </a:lnTo>
                  <a:lnTo>
                    <a:pt x="287420" y="28770"/>
                  </a:lnTo>
                  <a:lnTo>
                    <a:pt x="285514" y="36988"/>
                  </a:lnTo>
                  <a:lnTo>
                    <a:pt x="287358" y="46395"/>
                  </a:lnTo>
                  <a:lnTo>
                    <a:pt x="291571" y="51823"/>
                  </a:lnTo>
                  <a:lnTo>
                    <a:pt x="298150" y="51856"/>
                  </a:lnTo>
                  <a:lnTo>
                    <a:pt x="306810" y="47976"/>
                  </a:lnTo>
                  <a:lnTo>
                    <a:pt x="311009" y="49650"/>
                  </a:lnTo>
                  <a:lnTo>
                    <a:pt x="317323" y="49737"/>
                  </a:lnTo>
                  <a:lnTo>
                    <a:pt x="318593" y="47373"/>
                  </a:lnTo>
                  <a:lnTo>
                    <a:pt x="320261" y="44265"/>
                  </a:lnTo>
                  <a:lnTo>
                    <a:pt x="327115" y="43572"/>
                  </a:lnTo>
                  <a:lnTo>
                    <a:pt x="331627" y="38873"/>
                  </a:lnTo>
                  <a:lnTo>
                    <a:pt x="335978" y="39796"/>
                  </a:lnTo>
                  <a:lnTo>
                    <a:pt x="336346" y="43549"/>
                  </a:lnTo>
                  <a:lnTo>
                    <a:pt x="337143" y="51281"/>
                  </a:lnTo>
                  <a:lnTo>
                    <a:pt x="341131" y="59805"/>
                  </a:lnTo>
                  <a:lnTo>
                    <a:pt x="340822" y="61099"/>
                  </a:lnTo>
                  <a:lnTo>
                    <a:pt x="341506" y="66372"/>
                  </a:lnTo>
                  <a:lnTo>
                    <a:pt x="346869" y="68713"/>
                  </a:lnTo>
                  <a:lnTo>
                    <a:pt x="350448" y="72027"/>
                  </a:lnTo>
                  <a:lnTo>
                    <a:pt x="355951" y="74091"/>
                  </a:lnTo>
                  <a:lnTo>
                    <a:pt x="358434" y="68221"/>
                  </a:lnTo>
                  <a:lnTo>
                    <a:pt x="363657" y="67751"/>
                  </a:lnTo>
                  <a:lnTo>
                    <a:pt x="370271" y="67264"/>
                  </a:lnTo>
                  <a:lnTo>
                    <a:pt x="378058" y="73222"/>
                  </a:lnTo>
                  <a:lnTo>
                    <a:pt x="376877" y="79731"/>
                  </a:lnTo>
                  <a:lnTo>
                    <a:pt x="373899" y="80571"/>
                  </a:lnTo>
                  <a:lnTo>
                    <a:pt x="369449" y="79109"/>
                  </a:lnTo>
                  <a:lnTo>
                    <a:pt x="361933" y="81295"/>
                  </a:lnTo>
                  <a:lnTo>
                    <a:pt x="355637" y="80321"/>
                  </a:lnTo>
                  <a:lnTo>
                    <a:pt x="346533" y="81746"/>
                  </a:lnTo>
                  <a:lnTo>
                    <a:pt x="344736" y="82343"/>
                  </a:lnTo>
                  <a:lnTo>
                    <a:pt x="337432" y="84759"/>
                  </a:lnTo>
                  <a:lnTo>
                    <a:pt x="331316" y="87915"/>
                  </a:lnTo>
                  <a:lnTo>
                    <a:pt x="325064" y="85458"/>
                  </a:lnTo>
                  <a:lnTo>
                    <a:pt x="320870" y="88699"/>
                  </a:lnTo>
                  <a:lnTo>
                    <a:pt x="317328" y="89122"/>
                  </a:lnTo>
                  <a:lnTo>
                    <a:pt x="312579" y="93580"/>
                  </a:lnTo>
                  <a:lnTo>
                    <a:pt x="314930" y="97822"/>
                  </a:lnTo>
                  <a:lnTo>
                    <a:pt x="310155" y="97935"/>
                  </a:lnTo>
                  <a:lnTo>
                    <a:pt x="302412" y="93628"/>
                  </a:lnTo>
                  <a:lnTo>
                    <a:pt x="296695" y="88647"/>
                  </a:lnTo>
                  <a:lnTo>
                    <a:pt x="288111" y="86681"/>
                  </a:lnTo>
                  <a:lnTo>
                    <a:pt x="281783" y="86653"/>
                  </a:lnTo>
                  <a:lnTo>
                    <a:pt x="275404" y="86529"/>
                  </a:lnTo>
                  <a:lnTo>
                    <a:pt x="266918" y="88284"/>
                  </a:lnTo>
                  <a:lnTo>
                    <a:pt x="262508" y="96780"/>
                  </a:lnTo>
                  <a:lnTo>
                    <a:pt x="260234" y="99079"/>
                  </a:lnTo>
                  <a:lnTo>
                    <a:pt x="253886" y="98621"/>
                  </a:lnTo>
                  <a:lnTo>
                    <a:pt x="251368" y="101678"/>
                  </a:lnTo>
                  <a:lnTo>
                    <a:pt x="249185" y="104321"/>
                  </a:lnTo>
                  <a:lnTo>
                    <a:pt x="240062" y="102254"/>
                  </a:lnTo>
                  <a:lnTo>
                    <a:pt x="229324" y="105987"/>
                  </a:lnTo>
                  <a:lnTo>
                    <a:pt x="226947" y="115037"/>
                  </a:lnTo>
                  <a:lnTo>
                    <a:pt x="223049" y="121589"/>
                  </a:lnTo>
                  <a:lnTo>
                    <a:pt x="222098" y="122587"/>
                  </a:lnTo>
                  <a:lnTo>
                    <a:pt x="218255" y="126610"/>
                  </a:lnTo>
                  <a:lnTo>
                    <a:pt x="215322" y="134110"/>
                  </a:lnTo>
                  <a:lnTo>
                    <a:pt x="215269" y="140402"/>
                  </a:lnTo>
                  <a:lnTo>
                    <a:pt x="210292" y="135724"/>
                  </a:lnTo>
                  <a:lnTo>
                    <a:pt x="209640" y="129435"/>
                  </a:lnTo>
                  <a:lnTo>
                    <a:pt x="212220" y="125666"/>
                  </a:lnTo>
                  <a:lnTo>
                    <a:pt x="204404" y="120670"/>
                  </a:lnTo>
                  <a:lnTo>
                    <a:pt x="202022" y="128189"/>
                  </a:lnTo>
                  <a:lnTo>
                    <a:pt x="195874" y="133162"/>
                  </a:lnTo>
                  <a:lnTo>
                    <a:pt x="189553" y="130514"/>
                  </a:lnTo>
                  <a:lnTo>
                    <a:pt x="184767" y="135842"/>
                  </a:lnTo>
                  <a:lnTo>
                    <a:pt x="181763" y="145246"/>
                  </a:lnTo>
                  <a:lnTo>
                    <a:pt x="180451" y="149331"/>
                  </a:lnTo>
                  <a:lnTo>
                    <a:pt x="178236" y="157180"/>
                  </a:lnTo>
                  <a:lnTo>
                    <a:pt x="173658" y="168635"/>
                  </a:lnTo>
                  <a:lnTo>
                    <a:pt x="170080" y="175721"/>
                  </a:lnTo>
                  <a:lnTo>
                    <a:pt x="168988" y="183580"/>
                  </a:lnTo>
                  <a:lnTo>
                    <a:pt x="165683" y="183206"/>
                  </a:lnTo>
                  <a:lnTo>
                    <a:pt x="162592" y="180159"/>
                  </a:lnTo>
                  <a:lnTo>
                    <a:pt x="159483" y="176923"/>
                  </a:lnTo>
                  <a:lnTo>
                    <a:pt x="160564" y="172914"/>
                  </a:lnTo>
                  <a:lnTo>
                    <a:pt x="162115" y="166998"/>
                  </a:lnTo>
                  <a:lnTo>
                    <a:pt x="162035" y="162829"/>
                  </a:lnTo>
                  <a:lnTo>
                    <a:pt x="159164" y="162069"/>
                  </a:lnTo>
                  <a:lnTo>
                    <a:pt x="157103" y="164682"/>
                  </a:lnTo>
                  <a:lnTo>
                    <a:pt x="154422" y="165207"/>
                  </a:lnTo>
                  <a:lnTo>
                    <a:pt x="150995" y="165775"/>
                  </a:lnTo>
                  <a:lnTo>
                    <a:pt x="150884" y="162595"/>
                  </a:lnTo>
                  <a:lnTo>
                    <a:pt x="150791" y="158535"/>
                  </a:lnTo>
                  <a:lnTo>
                    <a:pt x="152713" y="155931"/>
                  </a:lnTo>
                  <a:lnTo>
                    <a:pt x="152185" y="151900"/>
                  </a:lnTo>
                  <a:lnTo>
                    <a:pt x="152505" y="147843"/>
                  </a:lnTo>
                  <a:lnTo>
                    <a:pt x="152618" y="145090"/>
                  </a:lnTo>
                  <a:lnTo>
                    <a:pt x="149546" y="142048"/>
                  </a:lnTo>
                  <a:lnTo>
                    <a:pt x="151665" y="140071"/>
                  </a:lnTo>
                  <a:lnTo>
                    <a:pt x="150008" y="137961"/>
                  </a:lnTo>
                  <a:lnTo>
                    <a:pt x="148265" y="136696"/>
                  </a:lnTo>
                  <a:lnTo>
                    <a:pt x="145353" y="134579"/>
                  </a:lnTo>
                  <a:lnTo>
                    <a:pt x="140530" y="134577"/>
                  </a:lnTo>
                  <a:lnTo>
                    <a:pt x="138597" y="132363"/>
                  </a:lnTo>
                  <a:lnTo>
                    <a:pt x="135901" y="133795"/>
                  </a:lnTo>
                  <a:lnTo>
                    <a:pt x="135413" y="133674"/>
                  </a:lnTo>
                  <a:lnTo>
                    <a:pt x="132628" y="132985"/>
                  </a:lnTo>
                  <a:lnTo>
                    <a:pt x="130764" y="131440"/>
                  </a:lnTo>
                  <a:lnTo>
                    <a:pt x="133439" y="126744"/>
                  </a:lnTo>
                  <a:lnTo>
                    <a:pt x="130571" y="123408"/>
                  </a:lnTo>
                  <a:lnTo>
                    <a:pt x="126989" y="122003"/>
                  </a:lnTo>
                  <a:lnTo>
                    <a:pt x="123121" y="121309"/>
                  </a:lnTo>
                  <a:lnTo>
                    <a:pt x="119753" y="122092"/>
                  </a:lnTo>
                  <a:lnTo>
                    <a:pt x="115572" y="120130"/>
                  </a:lnTo>
                  <a:lnTo>
                    <a:pt x="114107" y="121297"/>
                  </a:lnTo>
                  <a:lnTo>
                    <a:pt x="107342" y="118998"/>
                  </a:lnTo>
                  <a:lnTo>
                    <a:pt x="103782" y="119961"/>
                  </a:lnTo>
                  <a:lnTo>
                    <a:pt x="103020" y="122022"/>
                  </a:lnTo>
                  <a:lnTo>
                    <a:pt x="100623" y="122470"/>
                  </a:lnTo>
                  <a:lnTo>
                    <a:pt x="99200" y="120741"/>
                  </a:lnTo>
                  <a:lnTo>
                    <a:pt x="98969" y="120700"/>
                  </a:lnTo>
                  <a:lnTo>
                    <a:pt x="95765" y="120130"/>
                  </a:lnTo>
                  <a:lnTo>
                    <a:pt x="91946" y="121121"/>
                  </a:lnTo>
                  <a:lnTo>
                    <a:pt x="84878" y="118087"/>
                  </a:lnTo>
                  <a:lnTo>
                    <a:pt x="81462" y="116615"/>
                  </a:lnTo>
                  <a:lnTo>
                    <a:pt x="75599" y="114081"/>
                  </a:lnTo>
                  <a:lnTo>
                    <a:pt x="45052" y="109777"/>
                  </a:lnTo>
                  <a:lnTo>
                    <a:pt x="28842" y="107391"/>
                  </a:lnTo>
                  <a:lnTo>
                    <a:pt x="18184" y="105789"/>
                  </a:lnTo>
                  <a:lnTo>
                    <a:pt x="15341" y="99501"/>
                  </a:lnTo>
                  <a:lnTo>
                    <a:pt x="11531" y="93661"/>
                  </a:lnTo>
                  <a:lnTo>
                    <a:pt x="7550" y="92647"/>
                  </a:lnTo>
                  <a:lnTo>
                    <a:pt x="4744" y="90255"/>
                  </a:lnTo>
                  <a:lnTo>
                    <a:pt x="1964" y="9214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504901" y="2535772"/>
              <a:ext cx="361351" cy="412440"/>
            </a:xfrm>
            <a:custGeom>
              <a:avLst/>
              <a:pathLst>
                <a:path w="361351" h="412440">
                  <a:moveTo>
                    <a:pt x="0" y="31188"/>
                  </a:moveTo>
                  <a:lnTo>
                    <a:pt x="13615" y="30737"/>
                  </a:lnTo>
                  <a:lnTo>
                    <a:pt x="37611" y="29732"/>
                  </a:lnTo>
                  <a:lnTo>
                    <a:pt x="57239" y="28792"/>
                  </a:lnTo>
                  <a:lnTo>
                    <a:pt x="86189" y="27298"/>
                  </a:lnTo>
                  <a:lnTo>
                    <a:pt x="87150" y="27240"/>
                  </a:lnTo>
                  <a:lnTo>
                    <a:pt x="94729" y="26776"/>
                  </a:lnTo>
                  <a:lnTo>
                    <a:pt x="93925" y="13859"/>
                  </a:lnTo>
                  <a:lnTo>
                    <a:pt x="93377" y="5215"/>
                  </a:lnTo>
                  <a:lnTo>
                    <a:pt x="93048" y="0"/>
                  </a:lnTo>
                  <a:lnTo>
                    <a:pt x="97483" y="1901"/>
                  </a:lnTo>
                  <a:lnTo>
                    <a:pt x="100558" y="611"/>
                  </a:lnTo>
                  <a:lnTo>
                    <a:pt x="102224" y="521"/>
                  </a:lnTo>
                  <a:lnTo>
                    <a:pt x="105723" y="2772"/>
                  </a:lnTo>
                  <a:lnTo>
                    <a:pt x="108598" y="3437"/>
                  </a:lnTo>
                  <a:lnTo>
                    <a:pt x="109961" y="10793"/>
                  </a:lnTo>
                  <a:lnTo>
                    <a:pt x="111428" y="16927"/>
                  </a:lnTo>
                  <a:lnTo>
                    <a:pt x="112640" y="18607"/>
                  </a:lnTo>
                  <a:lnTo>
                    <a:pt x="114547" y="25438"/>
                  </a:lnTo>
                  <a:lnTo>
                    <a:pt x="116739" y="33391"/>
                  </a:lnTo>
                  <a:lnTo>
                    <a:pt x="116829" y="36442"/>
                  </a:lnTo>
                  <a:lnTo>
                    <a:pt x="116677" y="39995"/>
                  </a:lnTo>
                  <a:lnTo>
                    <a:pt x="120376" y="43375"/>
                  </a:lnTo>
                  <a:lnTo>
                    <a:pt x="125605" y="45601"/>
                  </a:lnTo>
                  <a:lnTo>
                    <a:pt x="128496" y="45921"/>
                  </a:lnTo>
                  <a:lnTo>
                    <a:pt x="129221" y="45493"/>
                  </a:lnTo>
                  <a:lnTo>
                    <a:pt x="131048" y="44412"/>
                  </a:lnTo>
                  <a:lnTo>
                    <a:pt x="135988" y="44527"/>
                  </a:lnTo>
                  <a:lnTo>
                    <a:pt x="137504" y="45936"/>
                  </a:lnTo>
                  <a:lnTo>
                    <a:pt x="137689" y="47821"/>
                  </a:lnTo>
                  <a:lnTo>
                    <a:pt x="145047" y="48166"/>
                  </a:lnTo>
                  <a:lnTo>
                    <a:pt x="152648" y="48463"/>
                  </a:lnTo>
                  <a:lnTo>
                    <a:pt x="156465" y="48296"/>
                  </a:lnTo>
                  <a:lnTo>
                    <a:pt x="158571" y="52262"/>
                  </a:lnTo>
                  <a:lnTo>
                    <a:pt x="158360" y="55337"/>
                  </a:lnTo>
                  <a:lnTo>
                    <a:pt x="164880" y="55538"/>
                  </a:lnTo>
                  <a:lnTo>
                    <a:pt x="169978" y="54249"/>
                  </a:lnTo>
                  <a:lnTo>
                    <a:pt x="174224" y="52730"/>
                  </a:lnTo>
                  <a:lnTo>
                    <a:pt x="174099" y="49516"/>
                  </a:lnTo>
                  <a:lnTo>
                    <a:pt x="178294" y="48240"/>
                  </a:lnTo>
                  <a:lnTo>
                    <a:pt x="179249" y="46655"/>
                  </a:lnTo>
                  <a:lnTo>
                    <a:pt x="185576" y="45011"/>
                  </a:lnTo>
                  <a:lnTo>
                    <a:pt x="188661" y="45973"/>
                  </a:lnTo>
                  <a:lnTo>
                    <a:pt x="191119" y="45628"/>
                  </a:lnTo>
                  <a:lnTo>
                    <a:pt x="197214" y="44765"/>
                  </a:lnTo>
                  <a:lnTo>
                    <a:pt x="200206" y="47057"/>
                  </a:lnTo>
                  <a:lnTo>
                    <a:pt x="208208" y="50225"/>
                  </a:lnTo>
                  <a:lnTo>
                    <a:pt x="212456" y="49583"/>
                  </a:lnTo>
                  <a:lnTo>
                    <a:pt x="212860" y="51968"/>
                  </a:lnTo>
                  <a:lnTo>
                    <a:pt x="211940" y="54945"/>
                  </a:lnTo>
                  <a:lnTo>
                    <a:pt x="215856" y="56407"/>
                  </a:lnTo>
                  <a:lnTo>
                    <a:pt x="218597" y="55626"/>
                  </a:lnTo>
                  <a:lnTo>
                    <a:pt x="221520" y="57737"/>
                  </a:lnTo>
                  <a:lnTo>
                    <a:pt x="221314" y="62122"/>
                  </a:lnTo>
                  <a:lnTo>
                    <a:pt x="224167" y="65797"/>
                  </a:lnTo>
                  <a:lnTo>
                    <a:pt x="226852" y="70804"/>
                  </a:lnTo>
                  <a:lnTo>
                    <a:pt x="229228" y="69157"/>
                  </a:lnTo>
                  <a:lnTo>
                    <a:pt x="229845" y="66465"/>
                  </a:lnTo>
                  <a:lnTo>
                    <a:pt x="229540" y="63285"/>
                  </a:lnTo>
                  <a:lnTo>
                    <a:pt x="230851" y="60989"/>
                  </a:lnTo>
                  <a:lnTo>
                    <a:pt x="235399" y="59959"/>
                  </a:lnTo>
                  <a:lnTo>
                    <a:pt x="240347" y="59752"/>
                  </a:lnTo>
                  <a:lnTo>
                    <a:pt x="243152" y="62122"/>
                  </a:lnTo>
                  <a:lnTo>
                    <a:pt x="244571" y="67131"/>
                  </a:lnTo>
                  <a:lnTo>
                    <a:pt x="248668" y="67423"/>
                  </a:lnTo>
                  <a:lnTo>
                    <a:pt x="253335" y="69180"/>
                  </a:lnTo>
                  <a:lnTo>
                    <a:pt x="254118" y="69475"/>
                  </a:lnTo>
                  <a:lnTo>
                    <a:pt x="257183" y="69248"/>
                  </a:lnTo>
                  <a:lnTo>
                    <a:pt x="258816" y="74670"/>
                  </a:lnTo>
                  <a:lnTo>
                    <a:pt x="265046" y="74788"/>
                  </a:lnTo>
                  <a:lnTo>
                    <a:pt x="266235" y="78517"/>
                  </a:lnTo>
                  <a:lnTo>
                    <a:pt x="269692" y="77201"/>
                  </a:lnTo>
                  <a:lnTo>
                    <a:pt x="275628" y="76359"/>
                  </a:lnTo>
                  <a:lnTo>
                    <a:pt x="279509" y="74919"/>
                  </a:lnTo>
                  <a:lnTo>
                    <a:pt x="283405" y="70533"/>
                  </a:lnTo>
                  <a:lnTo>
                    <a:pt x="288698" y="66427"/>
                  </a:lnTo>
                  <a:lnTo>
                    <a:pt x="294113" y="62527"/>
                  </a:lnTo>
                  <a:lnTo>
                    <a:pt x="296970" y="61760"/>
                  </a:lnTo>
                  <a:lnTo>
                    <a:pt x="299324" y="66102"/>
                  </a:lnTo>
                  <a:lnTo>
                    <a:pt x="301084" y="69801"/>
                  </a:lnTo>
                  <a:lnTo>
                    <a:pt x="304633" y="71228"/>
                  </a:lnTo>
                  <a:lnTo>
                    <a:pt x="310754" y="68637"/>
                  </a:lnTo>
                  <a:lnTo>
                    <a:pt x="315278" y="69258"/>
                  </a:lnTo>
                  <a:lnTo>
                    <a:pt x="322386" y="68558"/>
                  </a:lnTo>
                  <a:lnTo>
                    <a:pt x="330654" y="66953"/>
                  </a:lnTo>
                  <a:lnTo>
                    <a:pt x="335781" y="68037"/>
                  </a:lnTo>
                  <a:lnTo>
                    <a:pt x="338971" y="72361"/>
                  </a:lnTo>
                  <a:lnTo>
                    <a:pt x="344102" y="73850"/>
                  </a:lnTo>
                  <a:lnTo>
                    <a:pt x="349280" y="70834"/>
                  </a:lnTo>
                  <a:lnTo>
                    <a:pt x="355116" y="70906"/>
                  </a:lnTo>
                  <a:lnTo>
                    <a:pt x="361351" y="69872"/>
                  </a:lnTo>
                  <a:lnTo>
                    <a:pt x="358688" y="73017"/>
                  </a:lnTo>
                  <a:lnTo>
                    <a:pt x="354034" y="75289"/>
                  </a:lnTo>
                  <a:lnTo>
                    <a:pt x="350785" y="78034"/>
                  </a:lnTo>
                  <a:lnTo>
                    <a:pt x="348441" y="80224"/>
                  </a:lnTo>
                  <a:lnTo>
                    <a:pt x="342688" y="83019"/>
                  </a:lnTo>
                  <a:lnTo>
                    <a:pt x="340627" y="85498"/>
                  </a:lnTo>
                  <a:lnTo>
                    <a:pt x="336273" y="87410"/>
                  </a:lnTo>
                  <a:lnTo>
                    <a:pt x="331204" y="90358"/>
                  </a:lnTo>
                  <a:lnTo>
                    <a:pt x="325116" y="92816"/>
                  </a:lnTo>
                  <a:lnTo>
                    <a:pt x="320730" y="94656"/>
                  </a:lnTo>
                  <a:lnTo>
                    <a:pt x="315628" y="97521"/>
                  </a:lnTo>
                  <a:lnTo>
                    <a:pt x="310872" y="101376"/>
                  </a:lnTo>
                  <a:lnTo>
                    <a:pt x="307036" y="104060"/>
                  </a:lnTo>
                  <a:lnTo>
                    <a:pt x="301421" y="109444"/>
                  </a:lnTo>
                  <a:lnTo>
                    <a:pt x="294933" y="116634"/>
                  </a:lnTo>
                  <a:lnTo>
                    <a:pt x="289802" y="123066"/>
                  </a:lnTo>
                  <a:lnTo>
                    <a:pt x="285183" y="130743"/>
                  </a:lnTo>
                  <a:lnTo>
                    <a:pt x="280043" y="137755"/>
                  </a:lnTo>
                  <a:lnTo>
                    <a:pt x="277120" y="141445"/>
                  </a:lnTo>
                  <a:lnTo>
                    <a:pt x="271989" y="145442"/>
                  </a:lnTo>
                  <a:lnTo>
                    <a:pt x="269125" y="150190"/>
                  </a:lnTo>
                  <a:lnTo>
                    <a:pt x="265079" y="153669"/>
                  </a:lnTo>
                  <a:lnTo>
                    <a:pt x="262668" y="156744"/>
                  </a:lnTo>
                  <a:lnTo>
                    <a:pt x="262141" y="157415"/>
                  </a:lnTo>
                  <a:lnTo>
                    <a:pt x="257736" y="160841"/>
                  </a:lnTo>
                  <a:lnTo>
                    <a:pt x="253084" y="165339"/>
                  </a:lnTo>
                  <a:lnTo>
                    <a:pt x="250986" y="167627"/>
                  </a:lnTo>
                  <a:lnTo>
                    <a:pt x="253887" y="174174"/>
                  </a:lnTo>
                  <a:lnTo>
                    <a:pt x="252173" y="174061"/>
                  </a:lnTo>
                  <a:lnTo>
                    <a:pt x="249660" y="172634"/>
                  </a:lnTo>
                  <a:lnTo>
                    <a:pt x="247636" y="173033"/>
                  </a:lnTo>
                  <a:lnTo>
                    <a:pt x="245999" y="175739"/>
                  </a:lnTo>
                  <a:lnTo>
                    <a:pt x="245144" y="177959"/>
                  </a:lnTo>
                  <a:lnTo>
                    <a:pt x="241035" y="178462"/>
                  </a:lnTo>
                  <a:lnTo>
                    <a:pt x="242159" y="190094"/>
                  </a:lnTo>
                  <a:lnTo>
                    <a:pt x="242669" y="195533"/>
                  </a:lnTo>
                  <a:lnTo>
                    <a:pt x="243794" y="207553"/>
                  </a:lnTo>
                  <a:lnTo>
                    <a:pt x="244367" y="213571"/>
                  </a:lnTo>
                  <a:lnTo>
                    <a:pt x="244914" y="219327"/>
                  </a:lnTo>
                  <a:lnTo>
                    <a:pt x="242939" y="221073"/>
                  </a:lnTo>
                  <a:lnTo>
                    <a:pt x="242532" y="223665"/>
                  </a:lnTo>
                  <a:lnTo>
                    <a:pt x="240538" y="223584"/>
                  </a:lnTo>
                  <a:lnTo>
                    <a:pt x="237913" y="225043"/>
                  </a:lnTo>
                  <a:lnTo>
                    <a:pt x="236993" y="227180"/>
                  </a:lnTo>
                  <a:lnTo>
                    <a:pt x="233501" y="227705"/>
                  </a:lnTo>
                  <a:lnTo>
                    <a:pt x="231976" y="229517"/>
                  </a:lnTo>
                  <a:lnTo>
                    <a:pt x="228476" y="231365"/>
                  </a:lnTo>
                  <a:lnTo>
                    <a:pt x="225600" y="234471"/>
                  </a:lnTo>
                  <a:lnTo>
                    <a:pt x="224056" y="238002"/>
                  </a:lnTo>
                  <a:lnTo>
                    <a:pt x="223518" y="241222"/>
                  </a:lnTo>
                  <a:lnTo>
                    <a:pt x="221458" y="245141"/>
                  </a:lnTo>
                  <a:lnTo>
                    <a:pt x="220791" y="245708"/>
                  </a:lnTo>
                  <a:lnTo>
                    <a:pt x="219479" y="246822"/>
                  </a:lnTo>
                  <a:lnTo>
                    <a:pt x="219093" y="251824"/>
                  </a:lnTo>
                  <a:lnTo>
                    <a:pt x="219065" y="252186"/>
                  </a:lnTo>
                  <a:lnTo>
                    <a:pt x="219799" y="256711"/>
                  </a:lnTo>
                  <a:lnTo>
                    <a:pt x="223727" y="257101"/>
                  </a:lnTo>
                  <a:lnTo>
                    <a:pt x="225924" y="257278"/>
                  </a:lnTo>
                  <a:lnTo>
                    <a:pt x="227525" y="259363"/>
                  </a:lnTo>
                  <a:lnTo>
                    <a:pt x="229863" y="262887"/>
                  </a:lnTo>
                  <a:lnTo>
                    <a:pt x="232026" y="265094"/>
                  </a:lnTo>
                  <a:lnTo>
                    <a:pt x="231722" y="268052"/>
                  </a:lnTo>
                  <a:lnTo>
                    <a:pt x="230129" y="272374"/>
                  </a:lnTo>
                  <a:lnTo>
                    <a:pt x="227980" y="275390"/>
                  </a:lnTo>
                  <a:lnTo>
                    <a:pt x="227386" y="276222"/>
                  </a:lnTo>
                  <a:lnTo>
                    <a:pt x="227647" y="281441"/>
                  </a:lnTo>
                  <a:lnTo>
                    <a:pt x="227699" y="282480"/>
                  </a:lnTo>
                  <a:lnTo>
                    <a:pt x="229500" y="288037"/>
                  </a:lnTo>
                  <a:lnTo>
                    <a:pt x="227329" y="290880"/>
                  </a:lnTo>
                  <a:lnTo>
                    <a:pt x="226746" y="291642"/>
                  </a:lnTo>
                  <a:lnTo>
                    <a:pt x="229019" y="294443"/>
                  </a:lnTo>
                  <a:lnTo>
                    <a:pt x="230067" y="300011"/>
                  </a:lnTo>
                  <a:lnTo>
                    <a:pt x="229763" y="305641"/>
                  </a:lnTo>
                  <a:lnTo>
                    <a:pt x="229736" y="306143"/>
                  </a:lnTo>
                  <a:lnTo>
                    <a:pt x="228463" y="312276"/>
                  </a:lnTo>
                  <a:lnTo>
                    <a:pt x="229156" y="312870"/>
                  </a:lnTo>
                  <a:lnTo>
                    <a:pt x="232419" y="315661"/>
                  </a:lnTo>
                  <a:lnTo>
                    <a:pt x="234308" y="317274"/>
                  </a:lnTo>
                  <a:lnTo>
                    <a:pt x="238655" y="322238"/>
                  </a:lnTo>
                  <a:lnTo>
                    <a:pt x="242269" y="324368"/>
                  </a:lnTo>
                  <a:lnTo>
                    <a:pt x="249794" y="325026"/>
                  </a:lnTo>
                  <a:lnTo>
                    <a:pt x="251654" y="324806"/>
                  </a:lnTo>
                  <a:lnTo>
                    <a:pt x="253982" y="325962"/>
                  </a:lnTo>
                  <a:lnTo>
                    <a:pt x="254132" y="326036"/>
                  </a:lnTo>
                  <a:lnTo>
                    <a:pt x="255616" y="329574"/>
                  </a:lnTo>
                  <a:lnTo>
                    <a:pt x="258077" y="331525"/>
                  </a:lnTo>
                  <a:lnTo>
                    <a:pt x="258772" y="332075"/>
                  </a:lnTo>
                  <a:lnTo>
                    <a:pt x="264983" y="333679"/>
                  </a:lnTo>
                  <a:lnTo>
                    <a:pt x="266359" y="334198"/>
                  </a:lnTo>
                  <a:lnTo>
                    <a:pt x="272630" y="336557"/>
                  </a:lnTo>
                  <a:lnTo>
                    <a:pt x="275278" y="339377"/>
                  </a:lnTo>
                  <a:lnTo>
                    <a:pt x="277041" y="345295"/>
                  </a:lnTo>
                  <a:lnTo>
                    <a:pt x="279170" y="347455"/>
                  </a:lnTo>
                  <a:lnTo>
                    <a:pt x="281244" y="349558"/>
                  </a:lnTo>
                  <a:lnTo>
                    <a:pt x="286367" y="351516"/>
                  </a:lnTo>
                  <a:lnTo>
                    <a:pt x="290362" y="355643"/>
                  </a:lnTo>
                  <a:lnTo>
                    <a:pt x="294336" y="357839"/>
                  </a:lnTo>
                  <a:lnTo>
                    <a:pt x="295055" y="357953"/>
                  </a:lnTo>
                  <a:lnTo>
                    <a:pt x="301121" y="358907"/>
                  </a:lnTo>
                  <a:lnTo>
                    <a:pt x="302090" y="360011"/>
                  </a:lnTo>
                  <a:lnTo>
                    <a:pt x="305872" y="364311"/>
                  </a:lnTo>
                  <a:lnTo>
                    <a:pt x="309655" y="368429"/>
                  </a:lnTo>
                  <a:lnTo>
                    <a:pt x="309864" y="368804"/>
                  </a:lnTo>
                  <a:lnTo>
                    <a:pt x="312590" y="373701"/>
                  </a:lnTo>
                  <a:lnTo>
                    <a:pt x="312289" y="377057"/>
                  </a:lnTo>
                  <a:lnTo>
                    <a:pt x="311912" y="381238"/>
                  </a:lnTo>
                  <a:lnTo>
                    <a:pt x="313417" y="385722"/>
                  </a:lnTo>
                  <a:lnTo>
                    <a:pt x="314687" y="388076"/>
                  </a:lnTo>
                  <a:lnTo>
                    <a:pt x="315919" y="392452"/>
                  </a:lnTo>
                  <a:lnTo>
                    <a:pt x="302208" y="393904"/>
                  </a:lnTo>
                  <a:lnTo>
                    <a:pt x="296197" y="394531"/>
                  </a:lnTo>
                  <a:lnTo>
                    <a:pt x="290206" y="395146"/>
                  </a:lnTo>
                  <a:lnTo>
                    <a:pt x="285456" y="395628"/>
                  </a:lnTo>
                  <a:lnTo>
                    <a:pt x="272656" y="396896"/>
                  </a:lnTo>
                  <a:lnTo>
                    <a:pt x="267681" y="397378"/>
                  </a:lnTo>
                  <a:lnTo>
                    <a:pt x="254116" y="398683"/>
                  </a:lnTo>
                  <a:lnTo>
                    <a:pt x="248881" y="399175"/>
                  </a:lnTo>
                  <a:lnTo>
                    <a:pt x="232947" y="400658"/>
                  </a:lnTo>
                  <a:lnTo>
                    <a:pt x="225200" y="401330"/>
                  </a:lnTo>
                  <a:lnTo>
                    <a:pt x="223951" y="401437"/>
                  </a:lnTo>
                  <a:lnTo>
                    <a:pt x="214915" y="402199"/>
                  </a:lnTo>
                  <a:lnTo>
                    <a:pt x="201409" y="403305"/>
                  </a:lnTo>
                  <a:lnTo>
                    <a:pt x="197415" y="403623"/>
                  </a:lnTo>
                  <a:lnTo>
                    <a:pt x="193802" y="403906"/>
                  </a:lnTo>
                  <a:lnTo>
                    <a:pt x="177584" y="405136"/>
                  </a:lnTo>
                  <a:lnTo>
                    <a:pt x="163624" y="406107"/>
                  </a:lnTo>
                  <a:lnTo>
                    <a:pt x="156440" y="406588"/>
                  </a:lnTo>
                  <a:lnTo>
                    <a:pt x="153808" y="406768"/>
                  </a:lnTo>
                  <a:lnTo>
                    <a:pt x="133067" y="408127"/>
                  </a:lnTo>
                  <a:lnTo>
                    <a:pt x="132075" y="408189"/>
                  </a:lnTo>
                  <a:lnTo>
                    <a:pt x="130041" y="408314"/>
                  </a:lnTo>
                  <a:lnTo>
                    <a:pt x="114904" y="409212"/>
                  </a:lnTo>
                  <a:lnTo>
                    <a:pt x="106193" y="409743"/>
                  </a:lnTo>
                  <a:lnTo>
                    <a:pt x="102834" y="409943"/>
                  </a:lnTo>
                  <a:lnTo>
                    <a:pt x="101202" y="410039"/>
                  </a:lnTo>
                  <a:lnTo>
                    <a:pt x="83675" y="410992"/>
                  </a:lnTo>
                  <a:lnTo>
                    <a:pt x="82337" y="411059"/>
                  </a:lnTo>
                  <a:lnTo>
                    <a:pt x="72642" y="411526"/>
                  </a:lnTo>
                  <a:lnTo>
                    <a:pt x="65311" y="411865"/>
                  </a:lnTo>
                  <a:lnTo>
                    <a:pt x="52458" y="412440"/>
                  </a:lnTo>
                  <a:lnTo>
                    <a:pt x="52300" y="408829"/>
                  </a:lnTo>
                  <a:lnTo>
                    <a:pt x="51430" y="388148"/>
                  </a:lnTo>
                  <a:lnTo>
                    <a:pt x="50409" y="363981"/>
                  </a:lnTo>
                  <a:lnTo>
                    <a:pt x="49927" y="352614"/>
                  </a:lnTo>
                  <a:lnTo>
                    <a:pt x="49318" y="339849"/>
                  </a:lnTo>
                  <a:lnTo>
                    <a:pt x="49027" y="333748"/>
                  </a:lnTo>
                  <a:lnTo>
                    <a:pt x="48447" y="321627"/>
                  </a:lnTo>
                  <a:lnTo>
                    <a:pt x="47875" y="309676"/>
                  </a:lnTo>
                  <a:lnTo>
                    <a:pt x="46902" y="289392"/>
                  </a:lnTo>
                  <a:lnTo>
                    <a:pt x="46772" y="286699"/>
                  </a:lnTo>
                  <a:lnTo>
                    <a:pt x="46112" y="285390"/>
                  </a:lnTo>
                  <a:lnTo>
                    <a:pt x="45443" y="284061"/>
                  </a:lnTo>
                  <a:lnTo>
                    <a:pt x="43437" y="282101"/>
                  </a:lnTo>
                  <a:lnTo>
                    <a:pt x="41435" y="281458"/>
                  </a:lnTo>
                  <a:lnTo>
                    <a:pt x="38655" y="280042"/>
                  </a:lnTo>
                  <a:lnTo>
                    <a:pt x="35830" y="280011"/>
                  </a:lnTo>
                  <a:lnTo>
                    <a:pt x="34029" y="278222"/>
                  </a:lnTo>
                  <a:lnTo>
                    <a:pt x="32363" y="275377"/>
                  </a:lnTo>
                  <a:lnTo>
                    <a:pt x="30324" y="271468"/>
                  </a:lnTo>
                  <a:lnTo>
                    <a:pt x="27537" y="268082"/>
                  </a:lnTo>
                  <a:lnTo>
                    <a:pt x="27100" y="267551"/>
                  </a:lnTo>
                  <a:lnTo>
                    <a:pt x="26657" y="265797"/>
                  </a:lnTo>
                  <a:lnTo>
                    <a:pt x="27801" y="263330"/>
                  </a:lnTo>
                  <a:lnTo>
                    <a:pt x="31609" y="259874"/>
                  </a:lnTo>
                  <a:lnTo>
                    <a:pt x="35038" y="257590"/>
                  </a:lnTo>
                  <a:lnTo>
                    <a:pt x="36942" y="254108"/>
                  </a:lnTo>
                  <a:lnTo>
                    <a:pt x="38944" y="251563"/>
                  </a:lnTo>
                  <a:lnTo>
                    <a:pt x="39517" y="247677"/>
                  </a:lnTo>
                  <a:lnTo>
                    <a:pt x="39725" y="243249"/>
                  </a:lnTo>
                  <a:lnTo>
                    <a:pt x="38970" y="237614"/>
                  </a:lnTo>
                  <a:lnTo>
                    <a:pt x="39030" y="237238"/>
                  </a:lnTo>
                  <a:lnTo>
                    <a:pt x="39722" y="232881"/>
                  </a:lnTo>
                  <a:lnTo>
                    <a:pt x="37332" y="223511"/>
                  </a:lnTo>
                  <a:lnTo>
                    <a:pt x="36778" y="216584"/>
                  </a:lnTo>
                  <a:lnTo>
                    <a:pt x="34442" y="213968"/>
                  </a:lnTo>
                  <a:lnTo>
                    <a:pt x="31254" y="208746"/>
                  </a:lnTo>
                  <a:lnTo>
                    <a:pt x="29187" y="199723"/>
                  </a:lnTo>
                  <a:lnTo>
                    <a:pt x="27030" y="195375"/>
                  </a:lnTo>
                  <a:lnTo>
                    <a:pt x="26783" y="194877"/>
                  </a:lnTo>
                  <a:lnTo>
                    <a:pt x="26801" y="190979"/>
                  </a:lnTo>
                  <a:lnTo>
                    <a:pt x="26468" y="185084"/>
                  </a:lnTo>
                  <a:lnTo>
                    <a:pt x="27267" y="175648"/>
                  </a:lnTo>
                  <a:lnTo>
                    <a:pt x="23690" y="168988"/>
                  </a:lnTo>
                  <a:lnTo>
                    <a:pt x="24175" y="164018"/>
                  </a:lnTo>
                  <a:lnTo>
                    <a:pt x="23626" y="159204"/>
                  </a:lnTo>
                  <a:lnTo>
                    <a:pt x="22935" y="153138"/>
                  </a:lnTo>
                  <a:lnTo>
                    <a:pt x="22627" y="150432"/>
                  </a:lnTo>
                  <a:lnTo>
                    <a:pt x="21357" y="139090"/>
                  </a:lnTo>
                  <a:lnTo>
                    <a:pt x="21265" y="135002"/>
                  </a:lnTo>
                  <a:lnTo>
                    <a:pt x="21150" y="129931"/>
                  </a:lnTo>
                  <a:lnTo>
                    <a:pt x="19608" y="124625"/>
                  </a:lnTo>
                  <a:lnTo>
                    <a:pt x="19023" y="123038"/>
                  </a:lnTo>
                  <a:lnTo>
                    <a:pt x="17184" y="118039"/>
                  </a:lnTo>
                  <a:lnTo>
                    <a:pt x="13743" y="111236"/>
                  </a:lnTo>
                  <a:lnTo>
                    <a:pt x="11593" y="105124"/>
                  </a:lnTo>
                  <a:lnTo>
                    <a:pt x="9875" y="98709"/>
                  </a:lnTo>
                  <a:lnTo>
                    <a:pt x="8002" y="94242"/>
                  </a:lnTo>
                  <a:lnTo>
                    <a:pt x="5893" y="88941"/>
                  </a:lnTo>
                  <a:lnTo>
                    <a:pt x="5923" y="88614"/>
                  </a:lnTo>
                  <a:lnTo>
                    <a:pt x="6054" y="87183"/>
                  </a:lnTo>
                  <a:lnTo>
                    <a:pt x="6463" y="82702"/>
                  </a:lnTo>
                  <a:lnTo>
                    <a:pt x="5852" y="76680"/>
                  </a:lnTo>
                  <a:lnTo>
                    <a:pt x="5573" y="70703"/>
                  </a:lnTo>
                  <a:lnTo>
                    <a:pt x="4853" y="63639"/>
                  </a:lnTo>
                  <a:lnTo>
                    <a:pt x="4878" y="63051"/>
                  </a:lnTo>
                  <a:lnTo>
                    <a:pt x="4888" y="62831"/>
                  </a:lnTo>
                  <a:lnTo>
                    <a:pt x="5007" y="60052"/>
                  </a:lnTo>
                  <a:lnTo>
                    <a:pt x="6763" y="54124"/>
                  </a:lnTo>
                  <a:lnTo>
                    <a:pt x="5668" y="50983"/>
                  </a:lnTo>
                  <a:lnTo>
                    <a:pt x="4077" y="46930"/>
                  </a:lnTo>
                  <a:lnTo>
                    <a:pt x="2241" y="40378"/>
                  </a:lnTo>
                  <a:lnTo>
                    <a:pt x="191" y="3499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582526" y="3497076"/>
              <a:ext cx="612715" cy="500178"/>
            </a:xfrm>
            <a:custGeom>
              <a:avLst/>
              <a:pathLst>
                <a:path w="612715" h="500178">
                  <a:moveTo>
                    <a:pt x="0" y="29082"/>
                  </a:moveTo>
                  <a:lnTo>
                    <a:pt x="19716" y="28373"/>
                  </a:lnTo>
                  <a:lnTo>
                    <a:pt x="33221" y="27843"/>
                  </a:lnTo>
                  <a:lnTo>
                    <a:pt x="36472" y="27711"/>
                  </a:lnTo>
                  <a:lnTo>
                    <a:pt x="47777" y="27230"/>
                  </a:lnTo>
                  <a:lnTo>
                    <a:pt x="59082" y="26730"/>
                  </a:lnTo>
                  <a:lnTo>
                    <a:pt x="72141" y="26156"/>
                  </a:lnTo>
                  <a:lnTo>
                    <a:pt x="80189" y="25790"/>
                  </a:lnTo>
                  <a:lnTo>
                    <a:pt x="96120" y="24990"/>
                  </a:lnTo>
                  <a:lnTo>
                    <a:pt x="104438" y="24558"/>
                  </a:lnTo>
                  <a:lnTo>
                    <a:pt x="109743" y="24179"/>
                  </a:lnTo>
                  <a:lnTo>
                    <a:pt x="123325" y="23191"/>
                  </a:lnTo>
                  <a:lnTo>
                    <a:pt x="129965" y="22675"/>
                  </a:lnTo>
                  <a:lnTo>
                    <a:pt x="141906" y="21730"/>
                  </a:lnTo>
                  <a:lnTo>
                    <a:pt x="148294" y="21137"/>
                  </a:lnTo>
                  <a:lnTo>
                    <a:pt x="163043" y="19746"/>
                  </a:lnTo>
                  <a:lnTo>
                    <a:pt x="168671" y="19240"/>
                  </a:lnTo>
                  <a:lnTo>
                    <a:pt x="183626" y="17873"/>
                  </a:lnTo>
                  <a:lnTo>
                    <a:pt x="187046" y="17588"/>
                  </a:lnTo>
                  <a:lnTo>
                    <a:pt x="202474" y="16281"/>
                  </a:lnTo>
                  <a:lnTo>
                    <a:pt x="204920" y="16071"/>
                  </a:lnTo>
                  <a:lnTo>
                    <a:pt x="222622" y="14355"/>
                  </a:lnTo>
                  <a:lnTo>
                    <a:pt x="225868" y="13975"/>
                  </a:lnTo>
                  <a:lnTo>
                    <a:pt x="238991" y="12422"/>
                  </a:lnTo>
                  <a:lnTo>
                    <a:pt x="258152" y="10546"/>
                  </a:lnTo>
                  <a:lnTo>
                    <a:pt x="260506" y="10311"/>
                  </a:lnTo>
                  <a:lnTo>
                    <a:pt x="264617" y="9816"/>
                  </a:lnTo>
                  <a:lnTo>
                    <a:pt x="280126" y="7924"/>
                  </a:lnTo>
                  <a:lnTo>
                    <a:pt x="288798" y="6902"/>
                  </a:lnTo>
                  <a:lnTo>
                    <a:pt x="303201" y="5180"/>
                  </a:lnTo>
                  <a:lnTo>
                    <a:pt x="323112" y="2636"/>
                  </a:lnTo>
                  <a:lnTo>
                    <a:pt x="323434" y="2594"/>
                  </a:lnTo>
                  <a:lnTo>
                    <a:pt x="341081" y="0"/>
                  </a:lnTo>
                  <a:lnTo>
                    <a:pt x="342238" y="995"/>
                  </a:lnTo>
                  <a:lnTo>
                    <a:pt x="345144" y="3492"/>
                  </a:lnTo>
                  <a:lnTo>
                    <a:pt x="346659" y="6479"/>
                  </a:lnTo>
                  <a:lnTo>
                    <a:pt x="351176" y="7351"/>
                  </a:lnTo>
                  <a:lnTo>
                    <a:pt x="352499" y="11602"/>
                  </a:lnTo>
                  <a:lnTo>
                    <a:pt x="356684" y="15560"/>
                  </a:lnTo>
                  <a:lnTo>
                    <a:pt x="360771" y="18303"/>
                  </a:lnTo>
                  <a:lnTo>
                    <a:pt x="362890" y="21556"/>
                  </a:lnTo>
                  <a:lnTo>
                    <a:pt x="369805" y="23496"/>
                  </a:lnTo>
                  <a:lnTo>
                    <a:pt x="366171" y="30149"/>
                  </a:lnTo>
                  <a:lnTo>
                    <a:pt x="364781" y="36189"/>
                  </a:lnTo>
                  <a:lnTo>
                    <a:pt x="364669" y="38585"/>
                  </a:lnTo>
                  <a:lnTo>
                    <a:pt x="364413" y="44065"/>
                  </a:lnTo>
                  <a:lnTo>
                    <a:pt x="364255" y="47419"/>
                  </a:lnTo>
                  <a:lnTo>
                    <a:pt x="366478" y="57545"/>
                  </a:lnTo>
                  <a:lnTo>
                    <a:pt x="368279" y="63977"/>
                  </a:lnTo>
                  <a:lnTo>
                    <a:pt x="373077" y="71670"/>
                  </a:lnTo>
                  <a:lnTo>
                    <a:pt x="373111" y="71799"/>
                  </a:lnTo>
                  <a:lnTo>
                    <a:pt x="374196" y="75900"/>
                  </a:lnTo>
                  <a:lnTo>
                    <a:pt x="374275" y="82881"/>
                  </a:lnTo>
                  <a:lnTo>
                    <a:pt x="377802" y="85253"/>
                  </a:lnTo>
                  <a:lnTo>
                    <a:pt x="381268" y="88662"/>
                  </a:lnTo>
                  <a:lnTo>
                    <a:pt x="381328" y="91894"/>
                  </a:lnTo>
                  <a:lnTo>
                    <a:pt x="381388" y="95223"/>
                  </a:lnTo>
                  <a:lnTo>
                    <a:pt x="387160" y="99426"/>
                  </a:lnTo>
                  <a:lnTo>
                    <a:pt x="389919" y="101433"/>
                  </a:lnTo>
                  <a:lnTo>
                    <a:pt x="398653" y="108091"/>
                  </a:lnTo>
                  <a:lnTo>
                    <a:pt x="399463" y="108707"/>
                  </a:lnTo>
                  <a:lnTo>
                    <a:pt x="402206" y="113602"/>
                  </a:lnTo>
                  <a:lnTo>
                    <a:pt x="406394" y="113949"/>
                  </a:lnTo>
                  <a:lnTo>
                    <a:pt x="409979" y="118512"/>
                  </a:lnTo>
                  <a:lnTo>
                    <a:pt x="412738" y="123405"/>
                  </a:lnTo>
                  <a:lnTo>
                    <a:pt x="421933" y="127754"/>
                  </a:lnTo>
                  <a:lnTo>
                    <a:pt x="422131" y="127881"/>
                  </a:lnTo>
                  <a:lnTo>
                    <a:pt x="430984" y="133540"/>
                  </a:lnTo>
                  <a:lnTo>
                    <a:pt x="441435" y="141877"/>
                  </a:lnTo>
                  <a:lnTo>
                    <a:pt x="442384" y="145344"/>
                  </a:lnTo>
                  <a:lnTo>
                    <a:pt x="444571" y="153333"/>
                  </a:lnTo>
                  <a:lnTo>
                    <a:pt x="447474" y="158657"/>
                  </a:lnTo>
                  <a:lnTo>
                    <a:pt x="445220" y="164151"/>
                  </a:lnTo>
                  <a:lnTo>
                    <a:pt x="449255" y="171552"/>
                  </a:lnTo>
                  <a:lnTo>
                    <a:pt x="451117" y="176895"/>
                  </a:lnTo>
                  <a:lnTo>
                    <a:pt x="451662" y="178456"/>
                  </a:lnTo>
                  <a:lnTo>
                    <a:pt x="457544" y="182872"/>
                  </a:lnTo>
                  <a:lnTo>
                    <a:pt x="461021" y="182956"/>
                  </a:lnTo>
                  <a:lnTo>
                    <a:pt x="465346" y="178005"/>
                  </a:lnTo>
                  <a:lnTo>
                    <a:pt x="467517" y="171975"/>
                  </a:lnTo>
                  <a:lnTo>
                    <a:pt x="468972" y="171853"/>
                  </a:lnTo>
                  <a:lnTo>
                    <a:pt x="473746" y="171452"/>
                  </a:lnTo>
                  <a:lnTo>
                    <a:pt x="482571" y="174543"/>
                  </a:lnTo>
                  <a:lnTo>
                    <a:pt x="484540" y="174770"/>
                  </a:lnTo>
                  <a:lnTo>
                    <a:pt x="488626" y="175239"/>
                  </a:lnTo>
                  <a:lnTo>
                    <a:pt x="492258" y="177125"/>
                  </a:lnTo>
                  <a:lnTo>
                    <a:pt x="499491" y="180872"/>
                  </a:lnTo>
                  <a:lnTo>
                    <a:pt x="499657" y="185753"/>
                  </a:lnTo>
                  <a:lnTo>
                    <a:pt x="495835" y="189975"/>
                  </a:lnTo>
                  <a:lnTo>
                    <a:pt x="492675" y="195550"/>
                  </a:lnTo>
                  <a:lnTo>
                    <a:pt x="494423" y="199674"/>
                  </a:lnTo>
                  <a:lnTo>
                    <a:pt x="495991" y="202638"/>
                  </a:lnTo>
                  <a:lnTo>
                    <a:pt x="496290" y="208002"/>
                  </a:lnTo>
                  <a:lnTo>
                    <a:pt x="491529" y="216078"/>
                  </a:lnTo>
                  <a:lnTo>
                    <a:pt x="491145" y="217685"/>
                  </a:lnTo>
                  <a:lnTo>
                    <a:pt x="490796" y="219144"/>
                  </a:lnTo>
                  <a:lnTo>
                    <a:pt x="490182" y="221714"/>
                  </a:lnTo>
                  <a:lnTo>
                    <a:pt x="489365" y="228288"/>
                  </a:lnTo>
                  <a:lnTo>
                    <a:pt x="485520" y="234513"/>
                  </a:lnTo>
                  <a:lnTo>
                    <a:pt x="484808" y="235662"/>
                  </a:lnTo>
                  <a:lnTo>
                    <a:pt x="483483" y="241917"/>
                  </a:lnTo>
                  <a:lnTo>
                    <a:pt x="485282" y="251489"/>
                  </a:lnTo>
                  <a:lnTo>
                    <a:pt x="489569" y="257147"/>
                  </a:lnTo>
                  <a:lnTo>
                    <a:pt x="496322" y="262430"/>
                  </a:lnTo>
                  <a:lnTo>
                    <a:pt x="499676" y="265768"/>
                  </a:lnTo>
                  <a:lnTo>
                    <a:pt x="501056" y="266393"/>
                  </a:lnTo>
                  <a:lnTo>
                    <a:pt x="508310" y="269670"/>
                  </a:lnTo>
                  <a:lnTo>
                    <a:pt x="512681" y="273101"/>
                  </a:lnTo>
                  <a:lnTo>
                    <a:pt x="519590" y="277361"/>
                  </a:lnTo>
                  <a:lnTo>
                    <a:pt x="524307" y="277188"/>
                  </a:lnTo>
                  <a:lnTo>
                    <a:pt x="523212" y="282656"/>
                  </a:lnTo>
                  <a:lnTo>
                    <a:pt x="527301" y="286561"/>
                  </a:lnTo>
                  <a:lnTo>
                    <a:pt x="528287" y="287502"/>
                  </a:lnTo>
                  <a:lnTo>
                    <a:pt x="534180" y="283036"/>
                  </a:lnTo>
                  <a:lnTo>
                    <a:pt x="540841" y="287719"/>
                  </a:lnTo>
                  <a:lnTo>
                    <a:pt x="548846" y="291314"/>
                  </a:lnTo>
                  <a:lnTo>
                    <a:pt x="549893" y="293200"/>
                  </a:lnTo>
                  <a:lnTo>
                    <a:pt x="552054" y="297088"/>
                  </a:lnTo>
                  <a:lnTo>
                    <a:pt x="559240" y="300230"/>
                  </a:lnTo>
                  <a:lnTo>
                    <a:pt x="565673" y="302473"/>
                  </a:lnTo>
                  <a:lnTo>
                    <a:pt x="567953" y="310225"/>
                  </a:lnTo>
                  <a:lnTo>
                    <a:pt x="569638" y="315069"/>
                  </a:lnTo>
                  <a:lnTo>
                    <a:pt x="569445" y="316234"/>
                  </a:lnTo>
                  <a:lnTo>
                    <a:pt x="569234" y="317509"/>
                  </a:lnTo>
                  <a:lnTo>
                    <a:pt x="568680" y="320853"/>
                  </a:lnTo>
                  <a:lnTo>
                    <a:pt x="573128" y="327419"/>
                  </a:lnTo>
                  <a:lnTo>
                    <a:pt x="577882" y="333456"/>
                  </a:lnTo>
                  <a:lnTo>
                    <a:pt x="578355" y="339171"/>
                  </a:lnTo>
                  <a:lnTo>
                    <a:pt x="574562" y="342090"/>
                  </a:lnTo>
                  <a:lnTo>
                    <a:pt x="572861" y="343398"/>
                  </a:lnTo>
                  <a:lnTo>
                    <a:pt x="571488" y="348396"/>
                  </a:lnTo>
                  <a:lnTo>
                    <a:pt x="574772" y="350341"/>
                  </a:lnTo>
                  <a:lnTo>
                    <a:pt x="575962" y="351045"/>
                  </a:lnTo>
                  <a:lnTo>
                    <a:pt x="578083" y="358118"/>
                  </a:lnTo>
                  <a:lnTo>
                    <a:pt x="585546" y="366718"/>
                  </a:lnTo>
                  <a:lnTo>
                    <a:pt x="588526" y="373164"/>
                  </a:lnTo>
                  <a:lnTo>
                    <a:pt x="593245" y="374096"/>
                  </a:lnTo>
                  <a:lnTo>
                    <a:pt x="597895" y="375011"/>
                  </a:lnTo>
                  <a:lnTo>
                    <a:pt x="603773" y="377146"/>
                  </a:lnTo>
                  <a:lnTo>
                    <a:pt x="609375" y="377285"/>
                  </a:lnTo>
                  <a:lnTo>
                    <a:pt x="612715" y="379573"/>
                  </a:lnTo>
                  <a:lnTo>
                    <a:pt x="612510" y="381074"/>
                  </a:lnTo>
                  <a:lnTo>
                    <a:pt x="611681" y="387134"/>
                  </a:lnTo>
                  <a:lnTo>
                    <a:pt x="609867" y="392409"/>
                  </a:lnTo>
                  <a:lnTo>
                    <a:pt x="609909" y="398935"/>
                  </a:lnTo>
                  <a:lnTo>
                    <a:pt x="609939" y="399250"/>
                  </a:lnTo>
                  <a:lnTo>
                    <a:pt x="610253" y="402623"/>
                  </a:lnTo>
                  <a:lnTo>
                    <a:pt x="606731" y="407509"/>
                  </a:lnTo>
                  <a:lnTo>
                    <a:pt x="610739" y="413089"/>
                  </a:lnTo>
                  <a:lnTo>
                    <a:pt x="609982" y="414437"/>
                  </a:lnTo>
                  <a:lnTo>
                    <a:pt x="608233" y="417553"/>
                  </a:lnTo>
                  <a:lnTo>
                    <a:pt x="606466" y="424115"/>
                  </a:lnTo>
                  <a:lnTo>
                    <a:pt x="601761" y="423785"/>
                  </a:lnTo>
                  <a:lnTo>
                    <a:pt x="597085" y="419171"/>
                  </a:lnTo>
                  <a:lnTo>
                    <a:pt x="596850" y="419211"/>
                  </a:lnTo>
                  <a:lnTo>
                    <a:pt x="592299" y="419979"/>
                  </a:lnTo>
                  <a:lnTo>
                    <a:pt x="590475" y="426955"/>
                  </a:lnTo>
                  <a:lnTo>
                    <a:pt x="584061" y="427327"/>
                  </a:lnTo>
                  <a:lnTo>
                    <a:pt x="578157" y="427141"/>
                  </a:lnTo>
                  <a:lnTo>
                    <a:pt x="576211" y="431481"/>
                  </a:lnTo>
                  <a:lnTo>
                    <a:pt x="579599" y="435572"/>
                  </a:lnTo>
                  <a:lnTo>
                    <a:pt x="581683" y="439360"/>
                  </a:lnTo>
                  <a:lnTo>
                    <a:pt x="580314" y="444235"/>
                  </a:lnTo>
                  <a:lnTo>
                    <a:pt x="583701" y="448505"/>
                  </a:lnTo>
                  <a:lnTo>
                    <a:pt x="583029" y="452364"/>
                  </a:lnTo>
                  <a:lnTo>
                    <a:pt x="581040" y="452672"/>
                  </a:lnTo>
                  <a:lnTo>
                    <a:pt x="576095" y="453434"/>
                  </a:lnTo>
                  <a:lnTo>
                    <a:pt x="575516" y="457318"/>
                  </a:lnTo>
                  <a:lnTo>
                    <a:pt x="581058" y="460150"/>
                  </a:lnTo>
                  <a:lnTo>
                    <a:pt x="577258" y="465081"/>
                  </a:lnTo>
                  <a:lnTo>
                    <a:pt x="570356" y="464791"/>
                  </a:lnTo>
                  <a:lnTo>
                    <a:pt x="569343" y="467538"/>
                  </a:lnTo>
                  <a:lnTo>
                    <a:pt x="575659" y="471198"/>
                  </a:lnTo>
                  <a:lnTo>
                    <a:pt x="576033" y="471414"/>
                  </a:lnTo>
                  <a:lnTo>
                    <a:pt x="579472" y="476325"/>
                  </a:lnTo>
                  <a:lnTo>
                    <a:pt x="575311" y="480440"/>
                  </a:lnTo>
                  <a:lnTo>
                    <a:pt x="572256" y="483193"/>
                  </a:lnTo>
                  <a:lnTo>
                    <a:pt x="571917" y="490201"/>
                  </a:lnTo>
                  <a:lnTo>
                    <a:pt x="568514" y="492856"/>
                  </a:lnTo>
                  <a:lnTo>
                    <a:pt x="553431" y="494832"/>
                  </a:lnTo>
                  <a:lnTo>
                    <a:pt x="548207" y="495500"/>
                  </a:lnTo>
                  <a:lnTo>
                    <a:pt x="535235" y="497143"/>
                  </a:lnTo>
                  <a:lnTo>
                    <a:pt x="518604" y="499274"/>
                  </a:lnTo>
                  <a:lnTo>
                    <a:pt x="511452" y="500178"/>
                  </a:lnTo>
                  <a:lnTo>
                    <a:pt x="513493" y="494184"/>
                  </a:lnTo>
                  <a:lnTo>
                    <a:pt x="516748" y="486416"/>
                  </a:lnTo>
                  <a:lnTo>
                    <a:pt x="521721" y="482859"/>
                  </a:lnTo>
                  <a:lnTo>
                    <a:pt x="522543" y="477677"/>
                  </a:lnTo>
                  <a:lnTo>
                    <a:pt x="525182" y="475769"/>
                  </a:lnTo>
                  <a:lnTo>
                    <a:pt x="527976" y="473748"/>
                  </a:lnTo>
                  <a:lnTo>
                    <a:pt x="531031" y="467601"/>
                  </a:lnTo>
                  <a:lnTo>
                    <a:pt x="535141" y="462907"/>
                  </a:lnTo>
                  <a:lnTo>
                    <a:pt x="534530" y="456928"/>
                  </a:lnTo>
                  <a:lnTo>
                    <a:pt x="533941" y="453699"/>
                  </a:lnTo>
                  <a:lnTo>
                    <a:pt x="527792" y="451193"/>
                  </a:lnTo>
                  <a:lnTo>
                    <a:pt x="526328" y="446332"/>
                  </a:lnTo>
                  <a:lnTo>
                    <a:pt x="524788" y="442529"/>
                  </a:lnTo>
                  <a:lnTo>
                    <a:pt x="518809" y="443165"/>
                  </a:lnTo>
                  <a:lnTo>
                    <a:pt x="494326" y="445718"/>
                  </a:lnTo>
                  <a:lnTo>
                    <a:pt x="487036" y="446540"/>
                  </a:lnTo>
                  <a:lnTo>
                    <a:pt x="470104" y="448420"/>
                  </a:lnTo>
                  <a:lnTo>
                    <a:pt x="468463" y="448604"/>
                  </a:lnTo>
                  <a:lnTo>
                    <a:pt x="447557" y="450925"/>
                  </a:lnTo>
                  <a:lnTo>
                    <a:pt x="437853" y="451990"/>
                  </a:lnTo>
                  <a:lnTo>
                    <a:pt x="412963" y="454665"/>
                  </a:lnTo>
                  <a:lnTo>
                    <a:pt x="412788" y="454681"/>
                  </a:lnTo>
                  <a:lnTo>
                    <a:pt x="408923" y="455032"/>
                  </a:lnTo>
                  <a:lnTo>
                    <a:pt x="391675" y="456573"/>
                  </a:lnTo>
                  <a:lnTo>
                    <a:pt x="389014" y="456847"/>
                  </a:lnTo>
                  <a:lnTo>
                    <a:pt x="360963" y="459678"/>
                  </a:lnTo>
                  <a:lnTo>
                    <a:pt x="348915" y="460848"/>
                  </a:lnTo>
                  <a:lnTo>
                    <a:pt x="346236" y="461105"/>
                  </a:lnTo>
                  <a:lnTo>
                    <a:pt x="328329" y="462802"/>
                  </a:lnTo>
                  <a:lnTo>
                    <a:pt x="312303" y="464206"/>
                  </a:lnTo>
                  <a:lnTo>
                    <a:pt x="309157" y="464477"/>
                  </a:lnTo>
                  <a:lnTo>
                    <a:pt x="290510" y="466126"/>
                  </a:lnTo>
                  <a:lnTo>
                    <a:pt x="284546" y="466644"/>
                  </a:lnTo>
                  <a:lnTo>
                    <a:pt x="283190" y="466760"/>
                  </a:lnTo>
                  <a:lnTo>
                    <a:pt x="258810" y="468818"/>
                  </a:lnTo>
                  <a:lnTo>
                    <a:pt x="243823" y="469987"/>
                  </a:lnTo>
                  <a:lnTo>
                    <a:pt x="241826" y="470140"/>
                  </a:lnTo>
                  <a:lnTo>
                    <a:pt x="231809" y="470901"/>
                  </a:lnTo>
                  <a:lnTo>
                    <a:pt x="217698" y="471958"/>
                  </a:lnTo>
                  <a:lnTo>
                    <a:pt x="207298" y="472721"/>
                  </a:lnTo>
                  <a:lnTo>
                    <a:pt x="192358" y="473858"/>
                  </a:lnTo>
                  <a:lnTo>
                    <a:pt x="184058" y="474477"/>
                  </a:lnTo>
                  <a:lnTo>
                    <a:pt x="173474" y="475202"/>
                  </a:lnTo>
                  <a:lnTo>
                    <a:pt x="147964" y="476889"/>
                  </a:lnTo>
                  <a:lnTo>
                    <a:pt x="124914" y="478423"/>
                  </a:lnTo>
                  <a:lnTo>
                    <a:pt x="124178" y="465829"/>
                  </a:lnTo>
                  <a:lnTo>
                    <a:pt x="123798" y="459676"/>
                  </a:lnTo>
                  <a:lnTo>
                    <a:pt x="123120" y="448703"/>
                  </a:lnTo>
                  <a:lnTo>
                    <a:pt x="121615" y="422846"/>
                  </a:lnTo>
                  <a:lnTo>
                    <a:pt x="121219" y="416405"/>
                  </a:lnTo>
                  <a:lnTo>
                    <a:pt x="120511" y="404897"/>
                  </a:lnTo>
                  <a:lnTo>
                    <a:pt x="119379" y="385059"/>
                  </a:lnTo>
                  <a:lnTo>
                    <a:pt x="119215" y="382192"/>
                  </a:lnTo>
                  <a:lnTo>
                    <a:pt x="118918" y="376989"/>
                  </a:lnTo>
                  <a:lnTo>
                    <a:pt x="117268" y="349978"/>
                  </a:lnTo>
                  <a:lnTo>
                    <a:pt x="117135" y="347804"/>
                  </a:lnTo>
                  <a:lnTo>
                    <a:pt x="117073" y="346791"/>
                  </a:lnTo>
                  <a:lnTo>
                    <a:pt x="115324" y="312750"/>
                  </a:lnTo>
                  <a:lnTo>
                    <a:pt x="115025" y="307263"/>
                  </a:lnTo>
                  <a:lnTo>
                    <a:pt x="114885" y="304702"/>
                  </a:lnTo>
                  <a:lnTo>
                    <a:pt x="113802" y="284906"/>
                  </a:lnTo>
                  <a:lnTo>
                    <a:pt x="112767" y="268097"/>
                  </a:lnTo>
                  <a:lnTo>
                    <a:pt x="112157" y="258199"/>
                  </a:lnTo>
                  <a:lnTo>
                    <a:pt x="110682" y="229168"/>
                  </a:lnTo>
                  <a:lnTo>
                    <a:pt x="110667" y="228878"/>
                  </a:lnTo>
                  <a:lnTo>
                    <a:pt x="109984" y="217012"/>
                  </a:lnTo>
                  <a:lnTo>
                    <a:pt x="109120" y="202016"/>
                  </a:lnTo>
                  <a:lnTo>
                    <a:pt x="108734" y="195076"/>
                  </a:lnTo>
                  <a:lnTo>
                    <a:pt x="108451" y="189984"/>
                  </a:lnTo>
                  <a:lnTo>
                    <a:pt x="108304" y="187347"/>
                  </a:lnTo>
                  <a:lnTo>
                    <a:pt x="109353" y="182631"/>
                  </a:lnTo>
                  <a:lnTo>
                    <a:pt x="108484" y="182631"/>
                  </a:lnTo>
                  <a:lnTo>
                    <a:pt x="106574" y="182632"/>
                  </a:lnTo>
                  <a:lnTo>
                    <a:pt x="101508" y="179861"/>
                  </a:lnTo>
                  <a:lnTo>
                    <a:pt x="96275" y="181771"/>
                  </a:lnTo>
                  <a:lnTo>
                    <a:pt x="91740" y="178584"/>
                  </a:lnTo>
                  <a:lnTo>
                    <a:pt x="91046" y="178096"/>
                  </a:lnTo>
                  <a:lnTo>
                    <a:pt x="88563" y="174258"/>
                  </a:lnTo>
                  <a:lnTo>
                    <a:pt x="85639" y="170851"/>
                  </a:lnTo>
                  <a:lnTo>
                    <a:pt x="80912" y="165569"/>
                  </a:lnTo>
                  <a:lnTo>
                    <a:pt x="82111" y="157806"/>
                  </a:lnTo>
                  <a:lnTo>
                    <a:pt x="77090" y="157299"/>
                  </a:lnTo>
                  <a:lnTo>
                    <a:pt x="75304" y="154951"/>
                  </a:lnTo>
                  <a:lnTo>
                    <a:pt x="73770" y="152934"/>
                  </a:lnTo>
                  <a:lnTo>
                    <a:pt x="67596" y="147283"/>
                  </a:lnTo>
                  <a:lnTo>
                    <a:pt x="63773" y="143167"/>
                  </a:lnTo>
                  <a:lnTo>
                    <a:pt x="61738" y="140975"/>
                  </a:lnTo>
                  <a:lnTo>
                    <a:pt x="64767" y="138244"/>
                  </a:lnTo>
                  <a:lnTo>
                    <a:pt x="67189" y="136047"/>
                  </a:lnTo>
                  <a:lnTo>
                    <a:pt x="67339" y="133964"/>
                  </a:lnTo>
                  <a:lnTo>
                    <a:pt x="67656" y="129557"/>
                  </a:lnTo>
                  <a:lnTo>
                    <a:pt x="73122" y="125481"/>
                  </a:lnTo>
                  <a:lnTo>
                    <a:pt x="72906" y="121385"/>
                  </a:lnTo>
                  <a:lnTo>
                    <a:pt x="79057" y="120909"/>
                  </a:lnTo>
                  <a:lnTo>
                    <a:pt x="82231" y="117862"/>
                  </a:lnTo>
                  <a:lnTo>
                    <a:pt x="81152" y="115304"/>
                  </a:lnTo>
                  <a:lnTo>
                    <a:pt x="80263" y="110024"/>
                  </a:lnTo>
                  <a:lnTo>
                    <a:pt x="80155" y="109379"/>
                  </a:lnTo>
                  <a:lnTo>
                    <a:pt x="75565" y="104090"/>
                  </a:lnTo>
                  <a:lnTo>
                    <a:pt x="73433" y="101515"/>
                  </a:lnTo>
                  <a:lnTo>
                    <a:pt x="69866" y="101951"/>
                  </a:lnTo>
                  <a:lnTo>
                    <a:pt x="67703" y="102216"/>
                  </a:lnTo>
                  <a:lnTo>
                    <a:pt x="62554" y="106511"/>
                  </a:lnTo>
                  <a:lnTo>
                    <a:pt x="57127" y="103063"/>
                  </a:lnTo>
                  <a:lnTo>
                    <a:pt x="49241" y="98114"/>
                  </a:lnTo>
                  <a:lnTo>
                    <a:pt x="42300" y="92225"/>
                  </a:lnTo>
                  <a:lnTo>
                    <a:pt x="38664" y="89154"/>
                  </a:lnTo>
                  <a:lnTo>
                    <a:pt x="35757" y="89562"/>
                  </a:lnTo>
                  <a:lnTo>
                    <a:pt x="32789" y="84952"/>
                  </a:lnTo>
                  <a:lnTo>
                    <a:pt x="34313" y="80569"/>
                  </a:lnTo>
                  <a:lnTo>
                    <a:pt x="30882" y="77096"/>
                  </a:lnTo>
                  <a:lnTo>
                    <a:pt x="26438" y="72030"/>
                  </a:lnTo>
                  <a:lnTo>
                    <a:pt x="26882" y="66689"/>
                  </a:lnTo>
                  <a:lnTo>
                    <a:pt x="20394" y="64471"/>
                  </a:lnTo>
                  <a:lnTo>
                    <a:pt x="20312" y="64060"/>
                  </a:lnTo>
                  <a:lnTo>
                    <a:pt x="20276" y="63879"/>
                  </a:lnTo>
                  <a:lnTo>
                    <a:pt x="19688" y="60921"/>
                  </a:lnTo>
                  <a:lnTo>
                    <a:pt x="15720" y="59048"/>
                  </a:lnTo>
                  <a:lnTo>
                    <a:pt x="10962" y="57872"/>
                  </a:lnTo>
                  <a:lnTo>
                    <a:pt x="11796" y="52930"/>
                  </a:lnTo>
                  <a:lnTo>
                    <a:pt x="10915" y="49650"/>
                  </a:lnTo>
                  <a:lnTo>
                    <a:pt x="7569" y="42311"/>
                  </a:lnTo>
                  <a:lnTo>
                    <a:pt x="6521" y="38986"/>
                  </a:lnTo>
                  <a:lnTo>
                    <a:pt x="4864" y="35701"/>
                  </a:lnTo>
                  <a:lnTo>
                    <a:pt x="4674" y="35325"/>
                  </a:lnTo>
                  <a:lnTo>
                    <a:pt x="1049" y="356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5030295" y="4107637"/>
              <a:ext cx="390429" cy="666750"/>
            </a:xfrm>
            <a:custGeom>
              <a:avLst/>
              <a:pathLst>
                <a:path w="390429" h="666750">
                  <a:moveTo>
                    <a:pt x="2293" y="547609"/>
                  </a:moveTo>
                  <a:lnTo>
                    <a:pt x="9008" y="547788"/>
                  </a:lnTo>
                  <a:lnTo>
                    <a:pt x="15092" y="543118"/>
                  </a:lnTo>
                  <a:lnTo>
                    <a:pt x="11393" y="537148"/>
                  </a:lnTo>
                  <a:lnTo>
                    <a:pt x="11226" y="530122"/>
                  </a:lnTo>
                  <a:lnTo>
                    <a:pt x="13212" y="523325"/>
                  </a:lnTo>
                  <a:lnTo>
                    <a:pt x="11736" y="515404"/>
                  </a:lnTo>
                  <a:lnTo>
                    <a:pt x="14508" y="510263"/>
                  </a:lnTo>
                  <a:lnTo>
                    <a:pt x="20393" y="508061"/>
                  </a:lnTo>
                  <a:lnTo>
                    <a:pt x="17604" y="502723"/>
                  </a:lnTo>
                  <a:lnTo>
                    <a:pt x="16491" y="498383"/>
                  </a:lnTo>
                  <a:lnTo>
                    <a:pt x="24091" y="494392"/>
                  </a:lnTo>
                  <a:lnTo>
                    <a:pt x="24849" y="482310"/>
                  </a:lnTo>
                  <a:lnTo>
                    <a:pt x="31809" y="479884"/>
                  </a:lnTo>
                  <a:lnTo>
                    <a:pt x="31562" y="479572"/>
                  </a:lnTo>
                  <a:lnTo>
                    <a:pt x="26438" y="473092"/>
                  </a:lnTo>
                  <a:lnTo>
                    <a:pt x="27514" y="467079"/>
                  </a:lnTo>
                  <a:lnTo>
                    <a:pt x="34038" y="467665"/>
                  </a:lnTo>
                  <a:lnTo>
                    <a:pt x="38925" y="462268"/>
                  </a:lnTo>
                  <a:lnTo>
                    <a:pt x="39891" y="461201"/>
                  </a:lnTo>
                  <a:lnTo>
                    <a:pt x="45570" y="454752"/>
                  </a:lnTo>
                  <a:lnTo>
                    <a:pt x="45350" y="447550"/>
                  </a:lnTo>
                  <a:lnTo>
                    <a:pt x="52092" y="444977"/>
                  </a:lnTo>
                  <a:lnTo>
                    <a:pt x="55859" y="439641"/>
                  </a:lnTo>
                  <a:lnTo>
                    <a:pt x="55725" y="436015"/>
                  </a:lnTo>
                  <a:lnTo>
                    <a:pt x="60205" y="428645"/>
                  </a:lnTo>
                  <a:lnTo>
                    <a:pt x="59572" y="427772"/>
                  </a:lnTo>
                  <a:lnTo>
                    <a:pt x="50401" y="415122"/>
                  </a:lnTo>
                  <a:lnTo>
                    <a:pt x="63790" y="412833"/>
                  </a:lnTo>
                  <a:lnTo>
                    <a:pt x="67909" y="403045"/>
                  </a:lnTo>
                  <a:lnTo>
                    <a:pt x="70231" y="394836"/>
                  </a:lnTo>
                  <a:lnTo>
                    <a:pt x="62600" y="394329"/>
                  </a:lnTo>
                  <a:lnTo>
                    <a:pt x="64055" y="384248"/>
                  </a:lnTo>
                  <a:lnTo>
                    <a:pt x="53930" y="383464"/>
                  </a:lnTo>
                  <a:lnTo>
                    <a:pt x="52140" y="373606"/>
                  </a:lnTo>
                  <a:lnTo>
                    <a:pt x="57721" y="372443"/>
                  </a:lnTo>
                  <a:lnTo>
                    <a:pt x="52659" y="365226"/>
                  </a:lnTo>
                  <a:lnTo>
                    <a:pt x="51894" y="364564"/>
                  </a:lnTo>
                  <a:lnTo>
                    <a:pt x="48870" y="361946"/>
                  </a:lnTo>
                  <a:lnTo>
                    <a:pt x="45619" y="350787"/>
                  </a:lnTo>
                  <a:lnTo>
                    <a:pt x="49885" y="344863"/>
                  </a:lnTo>
                  <a:lnTo>
                    <a:pt x="43240" y="343603"/>
                  </a:lnTo>
                  <a:lnTo>
                    <a:pt x="37778" y="339271"/>
                  </a:lnTo>
                  <a:lnTo>
                    <a:pt x="36865" y="334414"/>
                  </a:lnTo>
                  <a:lnTo>
                    <a:pt x="39124" y="329216"/>
                  </a:lnTo>
                  <a:lnTo>
                    <a:pt x="46297" y="323071"/>
                  </a:lnTo>
                  <a:lnTo>
                    <a:pt x="45514" y="316468"/>
                  </a:lnTo>
                  <a:lnTo>
                    <a:pt x="37887" y="311461"/>
                  </a:lnTo>
                  <a:lnTo>
                    <a:pt x="33992" y="308662"/>
                  </a:lnTo>
                  <a:lnTo>
                    <a:pt x="34639" y="307625"/>
                  </a:lnTo>
                  <a:lnTo>
                    <a:pt x="38562" y="301331"/>
                  </a:lnTo>
                  <a:lnTo>
                    <a:pt x="31146" y="296143"/>
                  </a:lnTo>
                  <a:lnTo>
                    <a:pt x="33850" y="290868"/>
                  </a:lnTo>
                  <a:lnTo>
                    <a:pt x="39425" y="290762"/>
                  </a:lnTo>
                  <a:lnTo>
                    <a:pt x="41073" y="283891"/>
                  </a:lnTo>
                  <a:lnTo>
                    <a:pt x="42195" y="276690"/>
                  </a:lnTo>
                  <a:lnTo>
                    <a:pt x="39707" y="271414"/>
                  </a:lnTo>
                  <a:lnTo>
                    <a:pt x="35158" y="270993"/>
                  </a:lnTo>
                  <a:lnTo>
                    <a:pt x="32408" y="261933"/>
                  </a:lnTo>
                  <a:lnTo>
                    <a:pt x="35078" y="255651"/>
                  </a:lnTo>
                  <a:lnTo>
                    <a:pt x="30814" y="251466"/>
                  </a:lnTo>
                  <a:lnTo>
                    <a:pt x="27645" y="247013"/>
                  </a:lnTo>
                  <a:lnTo>
                    <a:pt x="25274" y="243090"/>
                  </a:lnTo>
                  <a:lnTo>
                    <a:pt x="21849" y="238492"/>
                  </a:lnTo>
                  <a:lnTo>
                    <a:pt x="22693" y="236200"/>
                  </a:lnTo>
                  <a:lnTo>
                    <a:pt x="24286" y="231874"/>
                  </a:lnTo>
                  <a:lnTo>
                    <a:pt x="30405" y="226516"/>
                  </a:lnTo>
                  <a:lnTo>
                    <a:pt x="24550" y="221660"/>
                  </a:lnTo>
                  <a:lnTo>
                    <a:pt x="33157" y="219476"/>
                  </a:lnTo>
                  <a:lnTo>
                    <a:pt x="35363" y="211917"/>
                  </a:lnTo>
                  <a:lnTo>
                    <a:pt x="27296" y="208310"/>
                  </a:lnTo>
                  <a:lnTo>
                    <a:pt x="30533" y="204239"/>
                  </a:lnTo>
                  <a:lnTo>
                    <a:pt x="33437" y="203683"/>
                  </a:lnTo>
                  <a:lnTo>
                    <a:pt x="40215" y="204705"/>
                  </a:lnTo>
                  <a:lnTo>
                    <a:pt x="39857" y="198985"/>
                  </a:lnTo>
                  <a:lnTo>
                    <a:pt x="36512" y="196859"/>
                  </a:lnTo>
                  <a:lnTo>
                    <a:pt x="34885" y="189775"/>
                  </a:lnTo>
                  <a:lnTo>
                    <a:pt x="38418" y="185253"/>
                  </a:lnTo>
                  <a:lnTo>
                    <a:pt x="36884" y="180547"/>
                  </a:lnTo>
                  <a:lnTo>
                    <a:pt x="30733" y="178805"/>
                  </a:lnTo>
                  <a:lnTo>
                    <a:pt x="34962" y="175127"/>
                  </a:lnTo>
                  <a:lnTo>
                    <a:pt x="39940" y="175697"/>
                  </a:lnTo>
                  <a:lnTo>
                    <a:pt x="42456" y="172286"/>
                  </a:lnTo>
                  <a:lnTo>
                    <a:pt x="46411" y="169420"/>
                  </a:lnTo>
                  <a:lnTo>
                    <a:pt x="51938" y="167628"/>
                  </a:lnTo>
                  <a:lnTo>
                    <a:pt x="53357" y="161324"/>
                  </a:lnTo>
                  <a:lnTo>
                    <a:pt x="50080" y="158597"/>
                  </a:lnTo>
                  <a:lnTo>
                    <a:pt x="44820" y="157159"/>
                  </a:lnTo>
                  <a:lnTo>
                    <a:pt x="44895" y="156192"/>
                  </a:lnTo>
                  <a:lnTo>
                    <a:pt x="44933" y="155691"/>
                  </a:lnTo>
                  <a:lnTo>
                    <a:pt x="45236" y="151753"/>
                  </a:lnTo>
                  <a:lnTo>
                    <a:pt x="49974" y="149583"/>
                  </a:lnTo>
                  <a:lnTo>
                    <a:pt x="50978" y="146288"/>
                  </a:lnTo>
                  <a:lnTo>
                    <a:pt x="49128" y="141039"/>
                  </a:lnTo>
                  <a:lnTo>
                    <a:pt x="55086" y="138797"/>
                  </a:lnTo>
                  <a:lnTo>
                    <a:pt x="57555" y="132629"/>
                  </a:lnTo>
                  <a:lnTo>
                    <a:pt x="64155" y="130570"/>
                  </a:lnTo>
                  <a:lnTo>
                    <a:pt x="62048" y="123507"/>
                  </a:lnTo>
                  <a:lnTo>
                    <a:pt x="65793" y="120183"/>
                  </a:lnTo>
                  <a:lnTo>
                    <a:pt x="73854" y="123170"/>
                  </a:lnTo>
                  <a:lnTo>
                    <a:pt x="75333" y="116452"/>
                  </a:lnTo>
                  <a:lnTo>
                    <a:pt x="82289" y="111416"/>
                  </a:lnTo>
                  <a:lnTo>
                    <a:pt x="80762" y="105635"/>
                  </a:lnTo>
                  <a:lnTo>
                    <a:pt x="81471" y="96558"/>
                  </a:lnTo>
                  <a:lnTo>
                    <a:pt x="83124" y="90481"/>
                  </a:lnTo>
                  <a:lnTo>
                    <a:pt x="78246" y="84536"/>
                  </a:lnTo>
                  <a:lnTo>
                    <a:pt x="79408" y="82237"/>
                  </a:lnTo>
                  <a:lnTo>
                    <a:pt x="81725" y="77645"/>
                  </a:lnTo>
                  <a:lnTo>
                    <a:pt x="81655" y="72387"/>
                  </a:lnTo>
                  <a:lnTo>
                    <a:pt x="85310" y="63459"/>
                  </a:lnTo>
                  <a:lnTo>
                    <a:pt x="88529" y="59787"/>
                  </a:lnTo>
                  <a:lnTo>
                    <a:pt x="88975" y="53454"/>
                  </a:lnTo>
                  <a:lnTo>
                    <a:pt x="95167" y="52704"/>
                  </a:lnTo>
                  <a:lnTo>
                    <a:pt x="95871" y="52618"/>
                  </a:lnTo>
                  <a:lnTo>
                    <a:pt x="105147" y="46593"/>
                  </a:lnTo>
                  <a:lnTo>
                    <a:pt x="105356" y="46414"/>
                  </a:lnTo>
                  <a:lnTo>
                    <a:pt x="111676" y="40982"/>
                  </a:lnTo>
                  <a:lnTo>
                    <a:pt x="111872" y="36830"/>
                  </a:lnTo>
                  <a:lnTo>
                    <a:pt x="103871" y="29831"/>
                  </a:lnTo>
                  <a:lnTo>
                    <a:pt x="160813" y="23285"/>
                  </a:lnTo>
                  <a:lnTo>
                    <a:pt x="168657" y="22344"/>
                  </a:lnTo>
                  <a:lnTo>
                    <a:pt x="170617" y="22107"/>
                  </a:lnTo>
                  <a:lnTo>
                    <a:pt x="177540" y="21270"/>
                  </a:lnTo>
                  <a:lnTo>
                    <a:pt x="200676" y="18433"/>
                  </a:lnTo>
                  <a:lnTo>
                    <a:pt x="209771" y="17252"/>
                  </a:lnTo>
                  <a:lnTo>
                    <a:pt x="226834" y="15010"/>
                  </a:lnTo>
                  <a:lnTo>
                    <a:pt x="245810" y="12480"/>
                  </a:lnTo>
                  <a:lnTo>
                    <a:pt x="246850" y="12343"/>
                  </a:lnTo>
                  <a:lnTo>
                    <a:pt x="268290" y="9479"/>
                  </a:lnTo>
                  <a:lnTo>
                    <a:pt x="272314" y="8936"/>
                  </a:lnTo>
                  <a:lnTo>
                    <a:pt x="307277" y="4089"/>
                  </a:lnTo>
                  <a:lnTo>
                    <a:pt x="317148" y="2760"/>
                  </a:lnTo>
                  <a:lnTo>
                    <a:pt x="319021" y="2506"/>
                  </a:lnTo>
                  <a:lnTo>
                    <a:pt x="330659" y="922"/>
                  </a:lnTo>
                  <a:lnTo>
                    <a:pt x="337061" y="0"/>
                  </a:lnTo>
                  <a:lnTo>
                    <a:pt x="343331" y="9143"/>
                  </a:lnTo>
                  <a:lnTo>
                    <a:pt x="350115" y="12316"/>
                  </a:lnTo>
                  <a:lnTo>
                    <a:pt x="350713" y="49135"/>
                  </a:lnTo>
                  <a:lnTo>
                    <a:pt x="350826" y="54726"/>
                  </a:lnTo>
                  <a:lnTo>
                    <a:pt x="351145" y="70923"/>
                  </a:lnTo>
                  <a:lnTo>
                    <a:pt x="351515" y="90302"/>
                  </a:lnTo>
                  <a:lnTo>
                    <a:pt x="352097" y="122307"/>
                  </a:lnTo>
                  <a:lnTo>
                    <a:pt x="352165" y="126154"/>
                  </a:lnTo>
                  <a:lnTo>
                    <a:pt x="352811" y="168931"/>
                  </a:lnTo>
                  <a:lnTo>
                    <a:pt x="352900" y="175226"/>
                  </a:lnTo>
                  <a:lnTo>
                    <a:pt x="353385" y="197687"/>
                  </a:lnTo>
                  <a:lnTo>
                    <a:pt x="354078" y="231172"/>
                  </a:lnTo>
                  <a:lnTo>
                    <a:pt x="354360" y="245372"/>
                  </a:lnTo>
                  <a:lnTo>
                    <a:pt x="354926" y="271644"/>
                  </a:lnTo>
                  <a:lnTo>
                    <a:pt x="355104" y="280120"/>
                  </a:lnTo>
                  <a:lnTo>
                    <a:pt x="355706" y="309705"/>
                  </a:lnTo>
                  <a:lnTo>
                    <a:pt x="356062" y="327913"/>
                  </a:lnTo>
                  <a:lnTo>
                    <a:pt x="356747" y="364603"/>
                  </a:lnTo>
                  <a:lnTo>
                    <a:pt x="356890" y="372573"/>
                  </a:lnTo>
                  <a:lnTo>
                    <a:pt x="356923" y="375640"/>
                  </a:lnTo>
                  <a:lnTo>
                    <a:pt x="357324" y="415765"/>
                  </a:lnTo>
                  <a:lnTo>
                    <a:pt x="357948" y="421044"/>
                  </a:lnTo>
                  <a:lnTo>
                    <a:pt x="359582" y="434891"/>
                  </a:lnTo>
                  <a:lnTo>
                    <a:pt x="361631" y="447268"/>
                  </a:lnTo>
                  <a:lnTo>
                    <a:pt x="363315" y="457444"/>
                  </a:lnTo>
                  <a:lnTo>
                    <a:pt x="367406" y="482229"/>
                  </a:lnTo>
                  <a:lnTo>
                    <a:pt x="367726" y="484171"/>
                  </a:lnTo>
                  <a:lnTo>
                    <a:pt x="374483" y="525105"/>
                  </a:lnTo>
                  <a:lnTo>
                    <a:pt x="376998" y="540576"/>
                  </a:lnTo>
                  <a:lnTo>
                    <a:pt x="381604" y="568934"/>
                  </a:lnTo>
                  <a:lnTo>
                    <a:pt x="382686" y="575601"/>
                  </a:lnTo>
                  <a:lnTo>
                    <a:pt x="382768" y="576111"/>
                  </a:lnTo>
                  <a:lnTo>
                    <a:pt x="386681" y="601249"/>
                  </a:lnTo>
                  <a:lnTo>
                    <a:pt x="390429" y="624432"/>
                  </a:lnTo>
                  <a:lnTo>
                    <a:pt x="389112" y="628330"/>
                  </a:lnTo>
                  <a:lnTo>
                    <a:pt x="384751" y="628151"/>
                  </a:lnTo>
                  <a:lnTo>
                    <a:pt x="382213" y="632269"/>
                  </a:lnTo>
                  <a:lnTo>
                    <a:pt x="375986" y="630371"/>
                  </a:lnTo>
                  <a:lnTo>
                    <a:pt x="369177" y="632510"/>
                  </a:lnTo>
                  <a:lnTo>
                    <a:pt x="365194" y="629922"/>
                  </a:lnTo>
                  <a:lnTo>
                    <a:pt x="359130" y="629618"/>
                  </a:lnTo>
                  <a:lnTo>
                    <a:pt x="355111" y="632654"/>
                  </a:lnTo>
                  <a:lnTo>
                    <a:pt x="349631" y="632840"/>
                  </a:lnTo>
                  <a:lnTo>
                    <a:pt x="343242" y="632364"/>
                  </a:lnTo>
                  <a:lnTo>
                    <a:pt x="341039" y="632199"/>
                  </a:lnTo>
                  <a:lnTo>
                    <a:pt x="331761" y="628940"/>
                  </a:lnTo>
                  <a:lnTo>
                    <a:pt x="322762" y="630455"/>
                  </a:lnTo>
                  <a:lnTo>
                    <a:pt x="309997" y="635176"/>
                  </a:lnTo>
                  <a:lnTo>
                    <a:pt x="298412" y="641661"/>
                  </a:lnTo>
                  <a:lnTo>
                    <a:pt x="286154" y="646406"/>
                  </a:lnTo>
                  <a:lnTo>
                    <a:pt x="284733" y="647073"/>
                  </a:lnTo>
                  <a:lnTo>
                    <a:pt x="280469" y="649071"/>
                  </a:lnTo>
                  <a:lnTo>
                    <a:pt x="271789" y="656642"/>
                  </a:lnTo>
                  <a:lnTo>
                    <a:pt x="269680" y="662378"/>
                  </a:lnTo>
                  <a:lnTo>
                    <a:pt x="266545" y="664602"/>
                  </a:lnTo>
                  <a:lnTo>
                    <a:pt x="260986" y="666750"/>
                  </a:lnTo>
                  <a:lnTo>
                    <a:pt x="250726" y="663057"/>
                  </a:lnTo>
                  <a:lnTo>
                    <a:pt x="246347" y="651200"/>
                  </a:lnTo>
                  <a:lnTo>
                    <a:pt x="239693" y="637630"/>
                  </a:lnTo>
                  <a:lnTo>
                    <a:pt x="236633" y="632559"/>
                  </a:lnTo>
                  <a:lnTo>
                    <a:pt x="234840" y="629584"/>
                  </a:lnTo>
                  <a:lnTo>
                    <a:pt x="224564" y="620754"/>
                  </a:lnTo>
                  <a:lnTo>
                    <a:pt x="219767" y="608755"/>
                  </a:lnTo>
                  <a:lnTo>
                    <a:pt x="218924" y="605485"/>
                  </a:lnTo>
                  <a:lnTo>
                    <a:pt x="216939" y="597788"/>
                  </a:lnTo>
                  <a:lnTo>
                    <a:pt x="220855" y="584657"/>
                  </a:lnTo>
                  <a:lnTo>
                    <a:pt x="224428" y="571651"/>
                  </a:lnTo>
                  <a:lnTo>
                    <a:pt x="225734" y="559326"/>
                  </a:lnTo>
                  <a:lnTo>
                    <a:pt x="213211" y="560865"/>
                  </a:lnTo>
                  <a:lnTo>
                    <a:pt x="206049" y="561738"/>
                  </a:lnTo>
                  <a:lnTo>
                    <a:pt x="163954" y="566783"/>
                  </a:lnTo>
                  <a:lnTo>
                    <a:pt x="153898" y="567961"/>
                  </a:lnTo>
                  <a:lnTo>
                    <a:pt x="153747" y="567978"/>
                  </a:lnTo>
                  <a:lnTo>
                    <a:pt x="130442" y="570627"/>
                  </a:lnTo>
                  <a:lnTo>
                    <a:pt x="128158" y="570883"/>
                  </a:lnTo>
                  <a:lnTo>
                    <a:pt x="105857" y="573361"/>
                  </a:lnTo>
                  <a:lnTo>
                    <a:pt x="98049" y="574207"/>
                  </a:lnTo>
                  <a:lnTo>
                    <a:pt x="70760" y="577115"/>
                  </a:lnTo>
                  <a:lnTo>
                    <a:pt x="57244" y="578528"/>
                  </a:lnTo>
                  <a:lnTo>
                    <a:pt x="51660" y="579106"/>
                  </a:lnTo>
                  <a:lnTo>
                    <a:pt x="3531" y="583879"/>
                  </a:lnTo>
                  <a:lnTo>
                    <a:pt x="4479" y="583017"/>
                  </a:lnTo>
                  <a:lnTo>
                    <a:pt x="11886" y="576270"/>
                  </a:lnTo>
                  <a:lnTo>
                    <a:pt x="7408" y="571024"/>
                  </a:lnTo>
                  <a:lnTo>
                    <a:pt x="3749" y="565222"/>
                  </a:lnTo>
                  <a:lnTo>
                    <a:pt x="6689" y="557459"/>
                  </a:lnTo>
                  <a:lnTo>
                    <a:pt x="6780" y="557221"/>
                  </a:lnTo>
                  <a:lnTo>
                    <a:pt x="0" y="5523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794909" y="2324978"/>
              <a:ext cx="958246" cy="605201"/>
            </a:xfrm>
            <a:custGeom>
              <a:avLst/>
              <a:pathLst>
                <a:path w="958246" h="605201">
                  <a:moveTo>
                    <a:pt x="24738" y="0"/>
                  </a:moveTo>
                  <a:lnTo>
                    <a:pt x="66792" y="8536"/>
                  </a:lnTo>
                  <a:lnTo>
                    <a:pt x="89277" y="13139"/>
                  </a:lnTo>
                  <a:lnTo>
                    <a:pt x="126298" y="20064"/>
                  </a:lnTo>
                  <a:lnTo>
                    <a:pt x="130060" y="20755"/>
                  </a:lnTo>
                  <a:lnTo>
                    <a:pt x="153355" y="25000"/>
                  </a:lnTo>
                  <a:lnTo>
                    <a:pt x="168407" y="27952"/>
                  </a:lnTo>
                  <a:lnTo>
                    <a:pt x="177039" y="29552"/>
                  </a:lnTo>
                  <a:lnTo>
                    <a:pt x="189425" y="31824"/>
                  </a:lnTo>
                  <a:lnTo>
                    <a:pt x="205956" y="34886"/>
                  </a:lnTo>
                  <a:lnTo>
                    <a:pt x="230467" y="39003"/>
                  </a:lnTo>
                  <a:lnTo>
                    <a:pt x="250531" y="42403"/>
                  </a:lnTo>
                  <a:lnTo>
                    <a:pt x="321998" y="53862"/>
                  </a:lnTo>
                  <a:lnTo>
                    <a:pt x="325846" y="54455"/>
                  </a:lnTo>
                  <a:lnTo>
                    <a:pt x="348296" y="57982"/>
                  </a:lnTo>
                  <a:lnTo>
                    <a:pt x="375694" y="62180"/>
                  </a:lnTo>
                  <a:lnTo>
                    <a:pt x="393636" y="64741"/>
                  </a:lnTo>
                  <a:lnTo>
                    <a:pt x="414308" y="67625"/>
                  </a:lnTo>
                  <a:lnTo>
                    <a:pt x="434598" y="70367"/>
                  </a:lnTo>
                  <a:lnTo>
                    <a:pt x="451053" y="72539"/>
                  </a:lnTo>
                  <a:lnTo>
                    <a:pt x="458339" y="73411"/>
                  </a:lnTo>
                  <a:lnTo>
                    <a:pt x="479091" y="76111"/>
                  </a:lnTo>
                  <a:lnTo>
                    <a:pt x="531381" y="82481"/>
                  </a:lnTo>
                  <a:lnTo>
                    <a:pt x="532253" y="82588"/>
                  </a:lnTo>
                  <a:lnTo>
                    <a:pt x="550873" y="84844"/>
                  </a:lnTo>
                  <a:lnTo>
                    <a:pt x="570369" y="87188"/>
                  </a:lnTo>
                  <a:lnTo>
                    <a:pt x="606091" y="91131"/>
                  </a:lnTo>
                  <a:lnTo>
                    <a:pt x="630065" y="93650"/>
                  </a:lnTo>
                  <a:lnTo>
                    <a:pt x="671633" y="97795"/>
                  </a:lnTo>
                  <a:lnTo>
                    <a:pt x="692254" y="99827"/>
                  </a:lnTo>
                  <a:lnTo>
                    <a:pt x="698321" y="100314"/>
                  </a:lnTo>
                  <a:lnTo>
                    <a:pt x="712701" y="101646"/>
                  </a:lnTo>
                  <a:lnTo>
                    <a:pt x="756725" y="105515"/>
                  </a:lnTo>
                  <a:lnTo>
                    <a:pt x="786776" y="107967"/>
                  </a:lnTo>
                  <a:lnTo>
                    <a:pt x="796331" y="108727"/>
                  </a:lnTo>
                  <a:lnTo>
                    <a:pt x="801153" y="109105"/>
                  </a:lnTo>
                  <a:lnTo>
                    <a:pt x="822696" y="110658"/>
                  </a:lnTo>
                  <a:lnTo>
                    <a:pt x="855629" y="112999"/>
                  </a:lnTo>
                  <a:lnTo>
                    <a:pt x="862746" y="113458"/>
                  </a:lnTo>
                  <a:lnTo>
                    <a:pt x="879030" y="114548"/>
                  </a:lnTo>
                  <a:lnTo>
                    <a:pt x="893321" y="115470"/>
                  </a:lnTo>
                  <a:lnTo>
                    <a:pt x="919379" y="116948"/>
                  </a:lnTo>
                  <a:lnTo>
                    <a:pt x="958246" y="119007"/>
                  </a:lnTo>
                  <a:lnTo>
                    <a:pt x="957274" y="137253"/>
                  </a:lnTo>
                  <a:lnTo>
                    <a:pt x="955998" y="162801"/>
                  </a:lnTo>
                  <a:lnTo>
                    <a:pt x="955165" y="179529"/>
                  </a:lnTo>
                  <a:lnTo>
                    <a:pt x="954571" y="192079"/>
                  </a:lnTo>
                  <a:lnTo>
                    <a:pt x="953735" y="209782"/>
                  </a:lnTo>
                  <a:lnTo>
                    <a:pt x="952336" y="239151"/>
                  </a:lnTo>
                  <a:lnTo>
                    <a:pt x="952196" y="242092"/>
                  </a:lnTo>
                  <a:lnTo>
                    <a:pt x="951277" y="262237"/>
                  </a:lnTo>
                  <a:lnTo>
                    <a:pt x="949916" y="286174"/>
                  </a:lnTo>
                  <a:lnTo>
                    <a:pt x="948556" y="310847"/>
                  </a:lnTo>
                  <a:lnTo>
                    <a:pt x="948128" y="318640"/>
                  </a:lnTo>
                  <a:lnTo>
                    <a:pt x="948117" y="318857"/>
                  </a:lnTo>
                  <a:lnTo>
                    <a:pt x="946912" y="343126"/>
                  </a:lnTo>
                  <a:lnTo>
                    <a:pt x="945662" y="366292"/>
                  </a:lnTo>
                  <a:lnTo>
                    <a:pt x="944312" y="392631"/>
                  </a:lnTo>
                  <a:lnTo>
                    <a:pt x="943885" y="401296"/>
                  </a:lnTo>
                  <a:lnTo>
                    <a:pt x="943292" y="413347"/>
                  </a:lnTo>
                  <a:lnTo>
                    <a:pt x="943109" y="417067"/>
                  </a:lnTo>
                  <a:lnTo>
                    <a:pt x="941945" y="439244"/>
                  </a:lnTo>
                  <a:lnTo>
                    <a:pt x="941675" y="444567"/>
                  </a:lnTo>
                  <a:lnTo>
                    <a:pt x="939645" y="484649"/>
                  </a:lnTo>
                  <a:lnTo>
                    <a:pt x="939370" y="492238"/>
                  </a:lnTo>
                  <a:lnTo>
                    <a:pt x="939296" y="494307"/>
                  </a:lnTo>
                  <a:lnTo>
                    <a:pt x="938701" y="508046"/>
                  </a:lnTo>
                  <a:lnTo>
                    <a:pt x="937598" y="531048"/>
                  </a:lnTo>
                  <a:lnTo>
                    <a:pt x="937209" y="539086"/>
                  </a:lnTo>
                  <a:lnTo>
                    <a:pt x="936397" y="557633"/>
                  </a:lnTo>
                  <a:lnTo>
                    <a:pt x="935677" y="572368"/>
                  </a:lnTo>
                  <a:lnTo>
                    <a:pt x="935164" y="582894"/>
                  </a:lnTo>
                  <a:lnTo>
                    <a:pt x="934479" y="598041"/>
                  </a:lnTo>
                  <a:lnTo>
                    <a:pt x="932902" y="598093"/>
                  </a:lnTo>
                  <a:lnTo>
                    <a:pt x="851085" y="593156"/>
                  </a:lnTo>
                  <a:lnTo>
                    <a:pt x="849988" y="593087"/>
                  </a:lnTo>
                  <a:lnTo>
                    <a:pt x="846746" y="592884"/>
                  </a:lnTo>
                  <a:lnTo>
                    <a:pt x="781556" y="588467"/>
                  </a:lnTo>
                  <a:lnTo>
                    <a:pt x="766597" y="587706"/>
                  </a:lnTo>
                  <a:lnTo>
                    <a:pt x="746394" y="586625"/>
                  </a:lnTo>
                  <a:lnTo>
                    <a:pt x="693657" y="582078"/>
                  </a:lnTo>
                  <a:lnTo>
                    <a:pt x="654695" y="577975"/>
                  </a:lnTo>
                  <a:lnTo>
                    <a:pt x="607498" y="573492"/>
                  </a:lnTo>
                  <a:lnTo>
                    <a:pt x="600268" y="572776"/>
                  </a:lnTo>
                  <a:lnTo>
                    <a:pt x="579106" y="570755"/>
                  </a:lnTo>
                  <a:lnTo>
                    <a:pt x="557868" y="568661"/>
                  </a:lnTo>
                  <a:lnTo>
                    <a:pt x="547701" y="567582"/>
                  </a:lnTo>
                  <a:lnTo>
                    <a:pt x="510626" y="563516"/>
                  </a:lnTo>
                  <a:lnTo>
                    <a:pt x="507248" y="562376"/>
                  </a:lnTo>
                  <a:lnTo>
                    <a:pt x="467633" y="558173"/>
                  </a:lnTo>
                  <a:lnTo>
                    <a:pt x="448811" y="555870"/>
                  </a:lnTo>
                  <a:lnTo>
                    <a:pt x="432313" y="553808"/>
                  </a:lnTo>
                  <a:lnTo>
                    <a:pt x="404614" y="550791"/>
                  </a:lnTo>
                  <a:lnTo>
                    <a:pt x="372572" y="547423"/>
                  </a:lnTo>
                  <a:lnTo>
                    <a:pt x="366058" y="545262"/>
                  </a:lnTo>
                  <a:lnTo>
                    <a:pt x="344299" y="542554"/>
                  </a:lnTo>
                  <a:lnTo>
                    <a:pt x="341057" y="558383"/>
                  </a:lnTo>
                  <a:lnTo>
                    <a:pt x="338871" y="575218"/>
                  </a:lnTo>
                  <a:lnTo>
                    <a:pt x="337925" y="582252"/>
                  </a:lnTo>
                  <a:lnTo>
                    <a:pt x="337264" y="587173"/>
                  </a:lnTo>
                  <a:lnTo>
                    <a:pt x="335342" y="605201"/>
                  </a:lnTo>
                  <a:lnTo>
                    <a:pt x="329434" y="602011"/>
                  </a:lnTo>
                  <a:lnTo>
                    <a:pt x="328356" y="596759"/>
                  </a:lnTo>
                  <a:lnTo>
                    <a:pt x="324126" y="591324"/>
                  </a:lnTo>
                  <a:lnTo>
                    <a:pt x="322997" y="585379"/>
                  </a:lnTo>
                  <a:lnTo>
                    <a:pt x="319983" y="579513"/>
                  </a:lnTo>
                  <a:lnTo>
                    <a:pt x="316294" y="572177"/>
                  </a:lnTo>
                  <a:lnTo>
                    <a:pt x="312245" y="568362"/>
                  </a:lnTo>
                  <a:lnTo>
                    <a:pt x="311649" y="567800"/>
                  </a:lnTo>
                  <a:lnTo>
                    <a:pt x="306546" y="571271"/>
                  </a:lnTo>
                  <a:lnTo>
                    <a:pt x="304600" y="574016"/>
                  </a:lnTo>
                  <a:lnTo>
                    <a:pt x="303325" y="575813"/>
                  </a:lnTo>
                  <a:lnTo>
                    <a:pt x="297460" y="586676"/>
                  </a:lnTo>
                  <a:lnTo>
                    <a:pt x="293308" y="589442"/>
                  </a:lnTo>
                  <a:lnTo>
                    <a:pt x="288763" y="588553"/>
                  </a:lnTo>
                  <a:lnTo>
                    <a:pt x="281473" y="587120"/>
                  </a:lnTo>
                  <a:lnTo>
                    <a:pt x="271894" y="591606"/>
                  </a:lnTo>
                  <a:lnTo>
                    <a:pt x="267527" y="584607"/>
                  </a:lnTo>
                  <a:lnTo>
                    <a:pt x="253279" y="585682"/>
                  </a:lnTo>
                  <a:lnTo>
                    <a:pt x="245452" y="585620"/>
                  </a:lnTo>
                  <a:lnTo>
                    <a:pt x="237584" y="582603"/>
                  </a:lnTo>
                  <a:lnTo>
                    <a:pt x="232604" y="578808"/>
                  </a:lnTo>
                  <a:lnTo>
                    <a:pt x="225765" y="582576"/>
                  </a:lnTo>
                  <a:lnTo>
                    <a:pt x="221900" y="591805"/>
                  </a:lnTo>
                  <a:lnTo>
                    <a:pt x="215250" y="586885"/>
                  </a:lnTo>
                  <a:lnTo>
                    <a:pt x="204615" y="583885"/>
                  </a:lnTo>
                  <a:lnTo>
                    <a:pt x="195918" y="581050"/>
                  </a:lnTo>
                  <a:lnTo>
                    <a:pt x="193551" y="581145"/>
                  </a:lnTo>
                  <a:lnTo>
                    <a:pt x="184649" y="586625"/>
                  </a:lnTo>
                  <a:lnTo>
                    <a:pt x="184521" y="590870"/>
                  </a:lnTo>
                  <a:lnTo>
                    <a:pt x="184064" y="591069"/>
                  </a:lnTo>
                  <a:lnTo>
                    <a:pt x="178964" y="593281"/>
                  </a:lnTo>
                  <a:lnTo>
                    <a:pt x="173805" y="588019"/>
                  </a:lnTo>
                  <a:lnTo>
                    <a:pt x="170161" y="580728"/>
                  </a:lnTo>
                  <a:lnTo>
                    <a:pt x="171054" y="575182"/>
                  </a:lnTo>
                  <a:lnTo>
                    <a:pt x="167622" y="567449"/>
                  </a:lnTo>
                  <a:lnTo>
                    <a:pt x="169604" y="561432"/>
                  </a:lnTo>
                  <a:lnTo>
                    <a:pt x="166782" y="551322"/>
                  </a:lnTo>
                  <a:lnTo>
                    <a:pt x="165333" y="544242"/>
                  </a:lnTo>
                  <a:lnTo>
                    <a:pt x="156779" y="535736"/>
                  </a:lnTo>
                  <a:lnTo>
                    <a:pt x="151768" y="537825"/>
                  </a:lnTo>
                  <a:lnTo>
                    <a:pt x="146151" y="532514"/>
                  </a:lnTo>
                  <a:lnTo>
                    <a:pt x="142526" y="530962"/>
                  </a:lnTo>
                  <a:lnTo>
                    <a:pt x="139522" y="522133"/>
                  </a:lnTo>
                  <a:lnTo>
                    <a:pt x="142505" y="517429"/>
                  </a:lnTo>
                  <a:lnTo>
                    <a:pt x="144500" y="511250"/>
                  </a:lnTo>
                  <a:lnTo>
                    <a:pt x="144352" y="504849"/>
                  </a:lnTo>
                  <a:lnTo>
                    <a:pt x="140268" y="499200"/>
                  </a:lnTo>
                  <a:lnTo>
                    <a:pt x="135533" y="494919"/>
                  </a:lnTo>
                  <a:lnTo>
                    <a:pt x="131417" y="481246"/>
                  </a:lnTo>
                  <a:lnTo>
                    <a:pt x="126169" y="469293"/>
                  </a:lnTo>
                  <a:lnTo>
                    <a:pt x="127652" y="462251"/>
                  </a:lnTo>
                  <a:lnTo>
                    <a:pt x="125963" y="456751"/>
                  </a:lnTo>
                  <a:lnTo>
                    <a:pt x="127325" y="450516"/>
                  </a:lnTo>
                  <a:lnTo>
                    <a:pt x="124658" y="444876"/>
                  </a:lnTo>
                  <a:lnTo>
                    <a:pt x="125959" y="435459"/>
                  </a:lnTo>
                  <a:lnTo>
                    <a:pt x="121902" y="432126"/>
                  </a:lnTo>
                  <a:lnTo>
                    <a:pt x="119243" y="429158"/>
                  </a:lnTo>
                  <a:lnTo>
                    <a:pt x="115975" y="423895"/>
                  </a:lnTo>
                  <a:lnTo>
                    <a:pt x="114440" y="421420"/>
                  </a:lnTo>
                  <a:lnTo>
                    <a:pt x="110727" y="421317"/>
                  </a:lnTo>
                  <a:lnTo>
                    <a:pt x="109903" y="426316"/>
                  </a:lnTo>
                  <a:lnTo>
                    <a:pt x="103252" y="431250"/>
                  </a:lnTo>
                  <a:lnTo>
                    <a:pt x="93522" y="436663"/>
                  </a:lnTo>
                  <a:lnTo>
                    <a:pt x="87979" y="436616"/>
                  </a:lnTo>
                  <a:lnTo>
                    <a:pt x="84512" y="442985"/>
                  </a:lnTo>
                  <a:lnTo>
                    <a:pt x="77413" y="440226"/>
                  </a:lnTo>
                  <a:lnTo>
                    <a:pt x="71248" y="432839"/>
                  </a:lnTo>
                  <a:lnTo>
                    <a:pt x="67499" y="430292"/>
                  </a:lnTo>
                  <a:lnTo>
                    <a:pt x="66629" y="426939"/>
                  </a:lnTo>
                  <a:lnTo>
                    <a:pt x="65914" y="424177"/>
                  </a:lnTo>
                  <a:lnTo>
                    <a:pt x="67054" y="419031"/>
                  </a:lnTo>
                  <a:lnTo>
                    <a:pt x="70417" y="417392"/>
                  </a:lnTo>
                  <a:lnTo>
                    <a:pt x="71135" y="411023"/>
                  </a:lnTo>
                  <a:lnTo>
                    <a:pt x="67663" y="403322"/>
                  </a:lnTo>
                  <a:lnTo>
                    <a:pt x="72591" y="397367"/>
                  </a:lnTo>
                  <a:lnTo>
                    <a:pt x="80714" y="396477"/>
                  </a:lnTo>
                  <a:lnTo>
                    <a:pt x="84133" y="393801"/>
                  </a:lnTo>
                  <a:lnTo>
                    <a:pt x="82721" y="389982"/>
                  </a:lnTo>
                  <a:lnTo>
                    <a:pt x="84688" y="384223"/>
                  </a:lnTo>
                  <a:lnTo>
                    <a:pt x="82092" y="380454"/>
                  </a:lnTo>
                  <a:lnTo>
                    <a:pt x="79811" y="374916"/>
                  </a:lnTo>
                  <a:lnTo>
                    <a:pt x="82901" y="367312"/>
                  </a:lnTo>
                  <a:lnTo>
                    <a:pt x="78526" y="363065"/>
                  </a:lnTo>
                  <a:lnTo>
                    <a:pt x="79985" y="358140"/>
                  </a:lnTo>
                  <a:lnTo>
                    <a:pt x="85712" y="358428"/>
                  </a:lnTo>
                  <a:lnTo>
                    <a:pt x="86764" y="350892"/>
                  </a:lnTo>
                  <a:lnTo>
                    <a:pt x="88248" y="346676"/>
                  </a:lnTo>
                  <a:lnTo>
                    <a:pt x="89828" y="342446"/>
                  </a:lnTo>
                  <a:lnTo>
                    <a:pt x="92231" y="333545"/>
                  </a:lnTo>
                  <a:lnTo>
                    <a:pt x="95819" y="331179"/>
                  </a:lnTo>
                  <a:lnTo>
                    <a:pt x="96221" y="320626"/>
                  </a:lnTo>
                  <a:lnTo>
                    <a:pt x="100578" y="320263"/>
                  </a:lnTo>
                  <a:lnTo>
                    <a:pt x="103722" y="312315"/>
                  </a:lnTo>
                  <a:lnTo>
                    <a:pt x="106076" y="304283"/>
                  </a:lnTo>
                  <a:lnTo>
                    <a:pt x="105041" y="303079"/>
                  </a:lnTo>
                  <a:lnTo>
                    <a:pt x="103325" y="301082"/>
                  </a:lnTo>
                  <a:lnTo>
                    <a:pt x="95437" y="302065"/>
                  </a:lnTo>
                  <a:lnTo>
                    <a:pt x="87749" y="301239"/>
                  </a:lnTo>
                  <a:lnTo>
                    <a:pt x="84396" y="299634"/>
                  </a:lnTo>
                  <a:lnTo>
                    <a:pt x="82073" y="298521"/>
                  </a:lnTo>
                  <a:lnTo>
                    <a:pt x="82860" y="291967"/>
                  </a:lnTo>
                  <a:lnTo>
                    <a:pt x="79245" y="288977"/>
                  </a:lnTo>
                  <a:lnTo>
                    <a:pt x="77647" y="287653"/>
                  </a:lnTo>
                  <a:lnTo>
                    <a:pt x="72134" y="286795"/>
                  </a:lnTo>
                  <a:lnTo>
                    <a:pt x="71186" y="281733"/>
                  </a:lnTo>
                  <a:lnTo>
                    <a:pt x="64655" y="276456"/>
                  </a:lnTo>
                  <a:lnTo>
                    <a:pt x="60890" y="268864"/>
                  </a:lnTo>
                  <a:lnTo>
                    <a:pt x="63203" y="263641"/>
                  </a:lnTo>
                  <a:lnTo>
                    <a:pt x="60904" y="260913"/>
                  </a:lnTo>
                  <a:lnTo>
                    <a:pt x="56160" y="255275"/>
                  </a:lnTo>
                  <a:lnTo>
                    <a:pt x="54144" y="248698"/>
                  </a:lnTo>
                  <a:lnTo>
                    <a:pt x="51072" y="243311"/>
                  </a:lnTo>
                  <a:lnTo>
                    <a:pt x="47207" y="234012"/>
                  </a:lnTo>
                  <a:lnTo>
                    <a:pt x="42929" y="227828"/>
                  </a:lnTo>
                  <a:lnTo>
                    <a:pt x="40852" y="223117"/>
                  </a:lnTo>
                  <a:lnTo>
                    <a:pt x="39154" y="217139"/>
                  </a:lnTo>
                  <a:lnTo>
                    <a:pt x="35800" y="215344"/>
                  </a:lnTo>
                  <a:lnTo>
                    <a:pt x="28385" y="211478"/>
                  </a:lnTo>
                  <a:lnTo>
                    <a:pt x="24230" y="207069"/>
                  </a:lnTo>
                  <a:lnTo>
                    <a:pt x="21779" y="200094"/>
                  </a:lnTo>
                  <a:lnTo>
                    <a:pt x="12553" y="192023"/>
                  </a:lnTo>
                  <a:lnTo>
                    <a:pt x="14873" y="187642"/>
                  </a:lnTo>
                  <a:lnTo>
                    <a:pt x="20063" y="185667"/>
                  </a:lnTo>
                  <a:lnTo>
                    <a:pt x="14771" y="178357"/>
                  </a:lnTo>
                  <a:lnTo>
                    <a:pt x="15485" y="173143"/>
                  </a:lnTo>
                  <a:lnTo>
                    <a:pt x="18737" y="168006"/>
                  </a:lnTo>
                  <a:lnTo>
                    <a:pt x="16178" y="163650"/>
                  </a:lnTo>
                  <a:lnTo>
                    <a:pt x="18167" y="158902"/>
                  </a:lnTo>
                  <a:lnTo>
                    <a:pt x="10936" y="149552"/>
                  </a:lnTo>
                  <a:lnTo>
                    <a:pt x="11448" y="143021"/>
                  </a:lnTo>
                  <a:lnTo>
                    <a:pt x="7777" y="138825"/>
                  </a:lnTo>
                  <a:lnTo>
                    <a:pt x="4490" y="131389"/>
                  </a:lnTo>
                  <a:lnTo>
                    <a:pt x="786" y="121389"/>
                  </a:lnTo>
                  <a:lnTo>
                    <a:pt x="452" y="119933"/>
                  </a:lnTo>
                  <a:lnTo>
                    <a:pt x="0" y="117961"/>
                  </a:lnTo>
                  <a:lnTo>
                    <a:pt x="3092" y="103229"/>
                  </a:lnTo>
                  <a:lnTo>
                    <a:pt x="5335" y="92479"/>
                  </a:lnTo>
                  <a:lnTo>
                    <a:pt x="7644" y="81432"/>
                  </a:lnTo>
                  <a:lnTo>
                    <a:pt x="11859" y="61229"/>
                  </a:lnTo>
                  <a:lnTo>
                    <a:pt x="12373" y="587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837162" y="3719331"/>
              <a:ext cx="683808" cy="318123"/>
            </a:xfrm>
            <a:custGeom>
              <a:avLst/>
              <a:pathLst>
                <a:path w="683808" h="318123">
                  <a:moveTo>
                    <a:pt x="78" y="289254"/>
                  </a:moveTo>
                  <a:lnTo>
                    <a:pt x="0" y="287174"/>
                  </a:lnTo>
                  <a:lnTo>
                    <a:pt x="4008" y="282138"/>
                  </a:lnTo>
                  <a:lnTo>
                    <a:pt x="8065" y="284223"/>
                  </a:lnTo>
                  <a:lnTo>
                    <a:pt x="14371" y="282343"/>
                  </a:lnTo>
                  <a:lnTo>
                    <a:pt x="19034" y="276943"/>
                  </a:lnTo>
                  <a:lnTo>
                    <a:pt x="19415" y="276501"/>
                  </a:lnTo>
                  <a:lnTo>
                    <a:pt x="17373" y="271600"/>
                  </a:lnTo>
                  <a:lnTo>
                    <a:pt x="19391" y="268866"/>
                  </a:lnTo>
                  <a:lnTo>
                    <a:pt x="17662" y="265599"/>
                  </a:lnTo>
                  <a:lnTo>
                    <a:pt x="20736" y="260457"/>
                  </a:lnTo>
                  <a:lnTo>
                    <a:pt x="21772" y="259721"/>
                  </a:lnTo>
                  <a:lnTo>
                    <a:pt x="22185" y="259427"/>
                  </a:lnTo>
                  <a:lnTo>
                    <a:pt x="24830" y="257545"/>
                  </a:lnTo>
                  <a:lnTo>
                    <a:pt x="29438" y="252050"/>
                  </a:lnTo>
                  <a:lnTo>
                    <a:pt x="34754" y="246691"/>
                  </a:lnTo>
                  <a:lnTo>
                    <a:pt x="43232" y="244450"/>
                  </a:lnTo>
                  <a:lnTo>
                    <a:pt x="43992" y="244249"/>
                  </a:lnTo>
                  <a:lnTo>
                    <a:pt x="49162" y="243361"/>
                  </a:lnTo>
                  <a:lnTo>
                    <a:pt x="56281" y="242346"/>
                  </a:lnTo>
                  <a:lnTo>
                    <a:pt x="59194" y="237736"/>
                  </a:lnTo>
                  <a:lnTo>
                    <a:pt x="61476" y="236444"/>
                  </a:lnTo>
                  <a:lnTo>
                    <a:pt x="66450" y="230471"/>
                  </a:lnTo>
                  <a:lnTo>
                    <a:pt x="70438" y="229941"/>
                  </a:lnTo>
                  <a:lnTo>
                    <a:pt x="72178" y="225013"/>
                  </a:lnTo>
                  <a:lnTo>
                    <a:pt x="72681" y="223584"/>
                  </a:lnTo>
                  <a:lnTo>
                    <a:pt x="76998" y="221772"/>
                  </a:lnTo>
                  <a:lnTo>
                    <a:pt x="79203" y="217499"/>
                  </a:lnTo>
                  <a:lnTo>
                    <a:pt x="84022" y="215231"/>
                  </a:lnTo>
                  <a:lnTo>
                    <a:pt x="87629" y="213316"/>
                  </a:lnTo>
                  <a:lnTo>
                    <a:pt x="93219" y="212680"/>
                  </a:lnTo>
                  <a:lnTo>
                    <a:pt x="93908" y="211241"/>
                  </a:lnTo>
                  <a:lnTo>
                    <a:pt x="95618" y="207666"/>
                  </a:lnTo>
                  <a:lnTo>
                    <a:pt x="97709" y="202455"/>
                  </a:lnTo>
                  <a:lnTo>
                    <a:pt x="95901" y="197541"/>
                  </a:lnTo>
                  <a:lnTo>
                    <a:pt x="97093" y="196593"/>
                  </a:lnTo>
                  <a:lnTo>
                    <a:pt x="99428" y="194736"/>
                  </a:lnTo>
                  <a:lnTo>
                    <a:pt x="103346" y="196290"/>
                  </a:lnTo>
                  <a:lnTo>
                    <a:pt x="105069" y="193082"/>
                  </a:lnTo>
                  <a:lnTo>
                    <a:pt x="104957" y="189026"/>
                  </a:lnTo>
                  <a:lnTo>
                    <a:pt x="108727" y="185638"/>
                  </a:lnTo>
                  <a:lnTo>
                    <a:pt x="115461" y="179780"/>
                  </a:lnTo>
                  <a:lnTo>
                    <a:pt x="117693" y="181829"/>
                  </a:lnTo>
                  <a:lnTo>
                    <a:pt x="118696" y="182748"/>
                  </a:lnTo>
                  <a:lnTo>
                    <a:pt x="118456" y="188017"/>
                  </a:lnTo>
                  <a:lnTo>
                    <a:pt x="122980" y="189138"/>
                  </a:lnTo>
                  <a:lnTo>
                    <a:pt x="126349" y="185578"/>
                  </a:lnTo>
                  <a:lnTo>
                    <a:pt x="129282" y="182475"/>
                  </a:lnTo>
                  <a:lnTo>
                    <a:pt x="131747" y="175221"/>
                  </a:lnTo>
                  <a:lnTo>
                    <a:pt x="132134" y="174082"/>
                  </a:lnTo>
                  <a:lnTo>
                    <a:pt x="136411" y="169945"/>
                  </a:lnTo>
                  <a:lnTo>
                    <a:pt x="139896" y="167342"/>
                  </a:lnTo>
                  <a:lnTo>
                    <a:pt x="142497" y="167379"/>
                  </a:lnTo>
                  <a:lnTo>
                    <a:pt x="145535" y="164068"/>
                  </a:lnTo>
                  <a:lnTo>
                    <a:pt x="146137" y="163411"/>
                  </a:lnTo>
                  <a:lnTo>
                    <a:pt x="152052" y="164438"/>
                  </a:lnTo>
                  <a:lnTo>
                    <a:pt x="153727" y="167297"/>
                  </a:lnTo>
                  <a:lnTo>
                    <a:pt x="157361" y="166373"/>
                  </a:lnTo>
                  <a:lnTo>
                    <a:pt x="161004" y="163692"/>
                  </a:lnTo>
                  <a:lnTo>
                    <a:pt x="164335" y="152436"/>
                  </a:lnTo>
                  <a:lnTo>
                    <a:pt x="165624" y="148443"/>
                  </a:lnTo>
                  <a:lnTo>
                    <a:pt x="166420" y="145971"/>
                  </a:lnTo>
                  <a:lnTo>
                    <a:pt x="166935" y="144371"/>
                  </a:lnTo>
                  <a:lnTo>
                    <a:pt x="171863" y="138684"/>
                  </a:lnTo>
                  <a:lnTo>
                    <a:pt x="176965" y="138191"/>
                  </a:lnTo>
                  <a:lnTo>
                    <a:pt x="181899" y="137350"/>
                  </a:lnTo>
                  <a:lnTo>
                    <a:pt x="179387" y="132709"/>
                  </a:lnTo>
                  <a:lnTo>
                    <a:pt x="178231" y="130571"/>
                  </a:lnTo>
                  <a:lnTo>
                    <a:pt x="180175" y="124598"/>
                  </a:lnTo>
                  <a:lnTo>
                    <a:pt x="178455" y="117986"/>
                  </a:lnTo>
                  <a:lnTo>
                    <a:pt x="179174" y="112618"/>
                  </a:lnTo>
                  <a:lnTo>
                    <a:pt x="193059" y="110338"/>
                  </a:lnTo>
                  <a:lnTo>
                    <a:pt x="204444" y="108117"/>
                  </a:lnTo>
                  <a:lnTo>
                    <a:pt x="218146" y="105417"/>
                  </a:lnTo>
                  <a:lnTo>
                    <a:pt x="227101" y="103848"/>
                  </a:lnTo>
                  <a:lnTo>
                    <a:pt x="239556" y="101485"/>
                  </a:lnTo>
                  <a:lnTo>
                    <a:pt x="244286" y="100360"/>
                  </a:lnTo>
                  <a:lnTo>
                    <a:pt x="254704" y="97867"/>
                  </a:lnTo>
                  <a:lnTo>
                    <a:pt x="261922" y="96575"/>
                  </a:lnTo>
                  <a:lnTo>
                    <a:pt x="275307" y="94156"/>
                  </a:lnTo>
                  <a:lnTo>
                    <a:pt x="275987" y="94033"/>
                  </a:lnTo>
                  <a:lnTo>
                    <a:pt x="286608" y="92113"/>
                  </a:lnTo>
                  <a:lnTo>
                    <a:pt x="305223" y="87721"/>
                  </a:lnTo>
                  <a:lnTo>
                    <a:pt x="307239" y="87242"/>
                  </a:lnTo>
                  <a:lnTo>
                    <a:pt x="331252" y="81415"/>
                  </a:lnTo>
                  <a:lnTo>
                    <a:pt x="346702" y="77614"/>
                  </a:lnTo>
                  <a:lnTo>
                    <a:pt x="346933" y="77557"/>
                  </a:lnTo>
                  <a:lnTo>
                    <a:pt x="350043" y="76762"/>
                  </a:lnTo>
                  <a:lnTo>
                    <a:pt x="359767" y="74268"/>
                  </a:lnTo>
                  <a:lnTo>
                    <a:pt x="369312" y="71804"/>
                  </a:lnTo>
                  <a:lnTo>
                    <a:pt x="375444" y="70212"/>
                  </a:lnTo>
                  <a:lnTo>
                    <a:pt x="390462" y="66287"/>
                  </a:lnTo>
                  <a:lnTo>
                    <a:pt x="401619" y="63418"/>
                  </a:lnTo>
                  <a:lnTo>
                    <a:pt x="406375" y="62189"/>
                  </a:lnTo>
                  <a:lnTo>
                    <a:pt x="423519" y="57725"/>
                  </a:lnTo>
                  <a:lnTo>
                    <a:pt x="427535" y="56619"/>
                  </a:lnTo>
                  <a:lnTo>
                    <a:pt x="437711" y="53805"/>
                  </a:lnTo>
                  <a:lnTo>
                    <a:pt x="452238" y="49756"/>
                  </a:lnTo>
                  <a:lnTo>
                    <a:pt x="458841" y="47929"/>
                  </a:lnTo>
                  <a:lnTo>
                    <a:pt x="469987" y="44826"/>
                  </a:lnTo>
                  <a:lnTo>
                    <a:pt x="480081" y="41998"/>
                  </a:lnTo>
                  <a:lnTo>
                    <a:pt x="481404" y="41626"/>
                  </a:lnTo>
                  <a:lnTo>
                    <a:pt x="515689" y="32030"/>
                  </a:lnTo>
                  <a:lnTo>
                    <a:pt x="523950" y="29687"/>
                  </a:lnTo>
                  <a:lnTo>
                    <a:pt x="525915" y="29133"/>
                  </a:lnTo>
                  <a:lnTo>
                    <a:pt x="532957" y="27138"/>
                  </a:lnTo>
                  <a:lnTo>
                    <a:pt x="544792" y="23762"/>
                  </a:lnTo>
                  <a:lnTo>
                    <a:pt x="558128" y="19419"/>
                  </a:lnTo>
                  <a:lnTo>
                    <a:pt x="573016" y="15119"/>
                  </a:lnTo>
                  <a:lnTo>
                    <a:pt x="576842" y="14007"/>
                  </a:lnTo>
                  <a:lnTo>
                    <a:pt x="590345" y="10063"/>
                  </a:lnTo>
                  <a:lnTo>
                    <a:pt x="604785" y="5789"/>
                  </a:lnTo>
                  <a:lnTo>
                    <a:pt x="612013" y="3636"/>
                  </a:lnTo>
                  <a:lnTo>
                    <a:pt x="624076" y="0"/>
                  </a:lnTo>
                  <a:lnTo>
                    <a:pt x="629250" y="10474"/>
                  </a:lnTo>
                  <a:lnTo>
                    <a:pt x="636186" y="23396"/>
                  </a:lnTo>
                  <a:lnTo>
                    <a:pt x="639653" y="28403"/>
                  </a:lnTo>
                  <a:lnTo>
                    <a:pt x="646701" y="38572"/>
                  </a:lnTo>
                  <a:lnTo>
                    <a:pt x="653668" y="46150"/>
                  </a:lnTo>
                  <a:lnTo>
                    <a:pt x="664510" y="59185"/>
                  </a:lnTo>
                  <a:lnTo>
                    <a:pt x="670834" y="67051"/>
                  </a:lnTo>
                  <a:lnTo>
                    <a:pt x="673640" y="70413"/>
                  </a:lnTo>
                  <a:lnTo>
                    <a:pt x="679935" y="82202"/>
                  </a:lnTo>
                  <a:lnTo>
                    <a:pt x="683111" y="102528"/>
                  </a:lnTo>
                  <a:lnTo>
                    <a:pt x="683808" y="119538"/>
                  </a:lnTo>
                  <a:lnTo>
                    <a:pt x="676123" y="122442"/>
                  </a:lnTo>
                  <a:lnTo>
                    <a:pt x="668239" y="128411"/>
                  </a:lnTo>
                  <a:lnTo>
                    <a:pt x="667661" y="128847"/>
                  </a:lnTo>
                  <a:lnTo>
                    <a:pt x="657337" y="138518"/>
                  </a:lnTo>
                  <a:lnTo>
                    <a:pt x="651075" y="146363"/>
                  </a:lnTo>
                  <a:lnTo>
                    <a:pt x="643353" y="156310"/>
                  </a:lnTo>
                  <a:lnTo>
                    <a:pt x="638004" y="166409"/>
                  </a:lnTo>
                  <a:lnTo>
                    <a:pt x="633357" y="173270"/>
                  </a:lnTo>
                  <a:lnTo>
                    <a:pt x="629099" y="181516"/>
                  </a:lnTo>
                  <a:lnTo>
                    <a:pt x="625891" y="189698"/>
                  </a:lnTo>
                  <a:lnTo>
                    <a:pt x="622340" y="203731"/>
                  </a:lnTo>
                  <a:lnTo>
                    <a:pt x="619977" y="200315"/>
                  </a:lnTo>
                  <a:lnTo>
                    <a:pt x="613842" y="197509"/>
                  </a:lnTo>
                  <a:lnTo>
                    <a:pt x="604834" y="197604"/>
                  </a:lnTo>
                  <a:lnTo>
                    <a:pt x="591219" y="202919"/>
                  </a:lnTo>
                  <a:lnTo>
                    <a:pt x="576190" y="211778"/>
                  </a:lnTo>
                  <a:lnTo>
                    <a:pt x="574452" y="212799"/>
                  </a:lnTo>
                  <a:lnTo>
                    <a:pt x="567409" y="219451"/>
                  </a:lnTo>
                  <a:lnTo>
                    <a:pt x="562274" y="226231"/>
                  </a:lnTo>
                  <a:lnTo>
                    <a:pt x="552812" y="235464"/>
                  </a:lnTo>
                  <a:lnTo>
                    <a:pt x="549516" y="239868"/>
                  </a:lnTo>
                  <a:lnTo>
                    <a:pt x="541946" y="249951"/>
                  </a:lnTo>
                  <a:lnTo>
                    <a:pt x="537398" y="258317"/>
                  </a:lnTo>
                  <a:lnTo>
                    <a:pt x="534464" y="263699"/>
                  </a:lnTo>
                  <a:lnTo>
                    <a:pt x="531254" y="273098"/>
                  </a:lnTo>
                  <a:lnTo>
                    <a:pt x="529681" y="286293"/>
                  </a:lnTo>
                  <a:lnTo>
                    <a:pt x="528831" y="293349"/>
                  </a:lnTo>
                  <a:lnTo>
                    <a:pt x="528478" y="298696"/>
                  </a:lnTo>
                  <a:lnTo>
                    <a:pt x="528008" y="305721"/>
                  </a:lnTo>
                  <a:lnTo>
                    <a:pt x="524202" y="306190"/>
                  </a:lnTo>
                  <a:lnTo>
                    <a:pt x="522587" y="303589"/>
                  </a:lnTo>
                  <a:lnTo>
                    <a:pt x="512699" y="303784"/>
                  </a:lnTo>
                  <a:lnTo>
                    <a:pt x="501689" y="306691"/>
                  </a:lnTo>
                  <a:lnTo>
                    <a:pt x="493394" y="309950"/>
                  </a:lnTo>
                  <a:lnTo>
                    <a:pt x="482085" y="318123"/>
                  </a:lnTo>
                  <a:lnTo>
                    <a:pt x="474730" y="313449"/>
                  </a:lnTo>
                  <a:lnTo>
                    <a:pt x="471311" y="311316"/>
                  </a:lnTo>
                  <a:lnTo>
                    <a:pt x="455589" y="301480"/>
                  </a:lnTo>
                  <a:lnTo>
                    <a:pt x="430308" y="285643"/>
                  </a:lnTo>
                  <a:lnTo>
                    <a:pt x="426685" y="283314"/>
                  </a:lnTo>
                  <a:lnTo>
                    <a:pt x="402342" y="267586"/>
                  </a:lnTo>
                  <a:lnTo>
                    <a:pt x="393481" y="262124"/>
                  </a:lnTo>
                  <a:lnTo>
                    <a:pt x="392372" y="261440"/>
                  </a:lnTo>
                  <a:lnTo>
                    <a:pt x="371842" y="248717"/>
                  </a:lnTo>
                  <a:lnTo>
                    <a:pt x="370451" y="249039"/>
                  </a:lnTo>
                  <a:lnTo>
                    <a:pt x="352173" y="253242"/>
                  </a:lnTo>
                  <a:lnTo>
                    <a:pt x="351959" y="253291"/>
                  </a:lnTo>
                  <a:lnTo>
                    <a:pt x="340135" y="255981"/>
                  </a:lnTo>
                  <a:lnTo>
                    <a:pt x="320878" y="260222"/>
                  </a:lnTo>
                  <a:lnTo>
                    <a:pt x="301824" y="264360"/>
                  </a:lnTo>
                  <a:lnTo>
                    <a:pt x="283145" y="268094"/>
                  </a:lnTo>
                  <a:lnTo>
                    <a:pt x="282064" y="256970"/>
                  </a:lnTo>
                  <a:lnTo>
                    <a:pt x="276132" y="251677"/>
                  </a:lnTo>
                  <a:lnTo>
                    <a:pt x="269485" y="245735"/>
                  </a:lnTo>
                  <a:lnTo>
                    <a:pt x="266574" y="243128"/>
                  </a:lnTo>
                  <a:lnTo>
                    <a:pt x="259451" y="251145"/>
                  </a:lnTo>
                  <a:lnTo>
                    <a:pt x="257581" y="248682"/>
                  </a:lnTo>
                  <a:lnTo>
                    <a:pt x="258267" y="243509"/>
                  </a:lnTo>
                  <a:lnTo>
                    <a:pt x="257346" y="241260"/>
                  </a:lnTo>
                  <a:lnTo>
                    <a:pt x="257252" y="241030"/>
                  </a:lnTo>
                  <a:lnTo>
                    <a:pt x="234569" y="244891"/>
                  </a:lnTo>
                  <a:lnTo>
                    <a:pt x="231426" y="245420"/>
                  </a:lnTo>
                  <a:lnTo>
                    <a:pt x="221348" y="247104"/>
                  </a:lnTo>
                  <a:lnTo>
                    <a:pt x="199599" y="250955"/>
                  </a:lnTo>
                  <a:lnTo>
                    <a:pt x="191156" y="252430"/>
                  </a:lnTo>
                  <a:lnTo>
                    <a:pt x="183611" y="253738"/>
                  </a:lnTo>
                  <a:lnTo>
                    <a:pt x="178025" y="254701"/>
                  </a:lnTo>
                  <a:lnTo>
                    <a:pt x="172780" y="255696"/>
                  </a:lnTo>
                  <a:lnTo>
                    <a:pt x="164052" y="257342"/>
                  </a:lnTo>
                  <a:lnTo>
                    <a:pt x="157763" y="258520"/>
                  </a:lnTo>
                  <a:lnTo>
                    <a:pt x="156321" y="258711"/>
                  </a:lnTo>
                  <a:lnTo>
                    <a:pt x="153133" y="259132"/>
                  </a:lnTo>
                  <a:lnTo>
                    <a:pt x="148478" y="259744"/>
                  </a:lnTo>
                  <a:lnTo>
                    <a:pt x="145447" y="262923"/>
                  </a:lnTo>
                  <a:lnTo>
                    <a:pt x="139775" y="266330"/>
                  </a:lnTo>
                  <a:lnTo>
                    <a:pt x="136378" y="267971"/>
                  </a:lnTo>
                  <a:lnTo>
                    <a:pt x="128222" y="271901"/>
                  </a:lnTo>
                  <a:lnTo>
                    <a:pt x="124275" y="277315"/>
                  </a:lnTo>
                  <a:lnTo>
                    <a:pt x="123011" y="277306"/>
                  </a:lnTo>
                  <a:lnTo>
                    <a:pt x="121243" y="277293"/>
                  </a:lnTo>
                  <a:lnTo>
                    <a:pt x="112736" y="282047"/>
                  </a:lnTo>
                  <a:lnTo>
                    <a:pt x="104481" y="286682"/>
                  </a:lnTo>
                  <a:lnTo>
                    <a:pt x="97011" y="290862"/>
                  </a:lnTo>
                  <a:lnTo>
                    <a:pt x="80114" y="294768"/>
                  </a:lnTo>
                  <a:lnTo>
                    <a:pt x="67499" y="297797"/>
                  </a:lnTo>
                  <a:lnTo>
                    <a:pt x="62272" y="299045"/>
                  </a:lnTo>
                  <a:lnTo>
                    <a:pt x="56689" y="300373"/>
                  </a:lnTo>
                  <a:lnTo>
                    <a:pt x="31521" y="305202"/>
                  </a:lnTo>
                  <a:lnTo>
                    <a:pt x="26059" y="306240"/>
                  </a:lnTo>
                  <a:lnTo>
                    <a:pt x="16188" y="308104"/>
                  </a:lnTo>
                  <a:lnTo>
                    <a:pt x="876" y="31096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912168" y="2518393"/>
              <a:ext cx="406766" cy="244458"/>
            </a:xfrm>
            <a:custGeom>
              <a:avLst/>
              <a:pathLst>
                <a:path w="406766" h="244458">
                  <a:moveTo>
                    <a:pt x="12139" y="0"/>
                  </a:moveTo>
                  <a:lnTo>
                    <a:pt x="46657" y="1683"/>
                  </a:lnTo>
                  <a:lnTo>
                    <a:pt x="69049" y="2540"/>
                  </a:lnTo>
                  <a:lnTo>
                    <a:pt x="73590" y="2699"/>
                  </a:lnTo>
                  <a:lnTo>
                    <a:pt x="106092" y="3802"/>
                  </a:lnTo>
                  <a:lnTo>
                    <a:pt x="116141" y="4054"/>
                  </a:lnTo>
                  <a:lnTo>
                    <a:pt x="136456" y="4487"/>
                  </a:lnTo>
                  <a:lnTo>
                    <a:pt x="143072" y="4618"/>
                  </a:lnTo>
                  <a:lnTo>
                    <a:pt x="162124" y="4937"/>
                  </a:lnTo>
                  <a:lnTo>
                    <a:pt x="197743" y="5261"/>
                  </a:lnTo>
                  <a:lnTo>
                    <a:pt x="210532" y="5323"/>
                  </a:lnTo>
                  <a:lnTo>
                    <a:pt x="224335" y="5346"/>
                  </a:lnTo>
                  <a:lnTo>
                    <a:pt x="244257" y="5258"/>
                  </a:lnTo>
                  <a:lnTo>
                    <a:pt x="251943" y="5198"/>
                  </a:lnTo>
                  <a:lnTo>
                    <a:pt x="271260" y="4952"/>
                  </a:lnTo>
                  <a:lnTo>
                    <a:pt x="277974" y="4845"/>
                  </a:lnTo>
                  <a:lnTo>
                    <a:pt x="325148" y="3879"/>
                  </a:lnTo>
                  <a:lnTo>
                    <a:pt x="334091" y="3634"/>
                  </a:lnTo>
                  <a:lnTo>
                    <a:pt x="362144" y="2745"/>
                  </a:lnTo>
                  <a:lnTo>
                    <a:pt x="362359" y="7026"/>
                  </a:lnTo>
                  <a:lnTo>
                    <a:pt x="364662" y="13068"/>
                  </a:lnTo>
                  <a:lnTo>
                    <a:pt x="366724" y="20427"/>
                  </a:lnTo>
                  <a:lnTo>
                    <a:pt x="368511" y="24980"/>
                  </a:lnTo>
                  <a:lnTo>
                    <a:pt x="369741" y="28508"/>
                  </a:lnTo>
                  <a:lnTo>
                    <a:pt x="367768" y="35167"/>
                  </a:lnTo>
                  <a:lnTo>
                    <a:pt x="367634" y="38289"/>
                  </a:lnTo>
                  <a:lnTo>
                    <a:pt x="367624" y="38536"/>
                  </a:lnTo>
                  <a:lnTo>
                    <a:pt x="367595" y="39197"/>
                  </a:lnTo>
                  <a:lnTo>
                    <a:pt x="368404" y="47131"/>
                  </a:lnTo>
                  <a:lnTo>
                    <a:pt x="368718" y="53845"/>
                  </a:lnTo>
                  <a:lnTo>
                    <a:pt x="369404" y="60610"/>
                  </a:lnTo>
                  <a:lnTo>
                    <a:pt x="368944" y="65643"/>
                  </a:lnTo>
                  <a:lnTo>
                    <a:pt x="368797" y="67251"/>
                  </a:lnTo>
                  <a:lnTo>
                    <a:pt x="368764" y="67617"/>
                  </a:lnTo>
                  <a:lnTo>
                    <a:pt x="371133" y="73573"/>
                  </a:lnTo>
                  <a:lnTo>
                    <a:pt x="373237" y="78590"/>
                  </a:lnTo>
                  <a:lnTo>
                    <a:pt x="375167" y="85796"/>
                  </a:lnTo>
                  <a:lnTo>
                    <a:pt x="377581" y="92661"/>
                  </a:lnTo>
                  <a:lnTo>
                    <a:pt x="381447" y="100303"/>
                  </a:lnTo>
                  <a:lnTo>
                    <a:pt x="383513" y="105918"/>
                  </a:lnTo>
                  <a:lnTo>
                    <a:pt x="384170" y="107701"/>
                  </a:lnTo>
                  <a:lnTo>
                    <a:pt x="385902" y="113661"/>
                  </a:lnTo>
                  <a:lnTo>
                    <a:pt x="386031" y="119357"/>
                  </a:lnTo>
                  <a:lnTo>
                    <a:pt x="386134" y="123949"/>
                  </a:lnTo>
                  <a:lnTo>
                    <a:pt x="387560" y="136689"/>
                  </a:lnTo>
                  <a:lnTo>
                    <a:pt x="387906" y="139728"/>
                  </a:lnTo>
                  <a:lnTo>
                    <a:pt x="388683" y="146543"/>
                  </a:lnTo>
                  <a:lnTo>
                    <a:pt x="389300" y="151950"/>
                  </a:lnTo>
                  <a:lnTo>
                    <a:pt x="388755" y="157533"/>
                  </a:lnTo>
                  <a:lnTo>
                    <a:pt x="392773" y="165013"/>
                  </a:lnTo>
                  <a:lnTo>
                    <a:pt x="391875" y="175613"/>
                  </a:lnTo>
                  <a:lnTo>
                    <a:pt x="392249" y="182234"/>
                  </a:lnTo>
                  <a:lnTo>
                    <a:pt x="392272" y="186700"/>
                  </a:lnTo>
                  <a:lnTo>
                    <a:pt x="392506" y="187173"/>
                  </a:lnTo>
                  <a:lnTo>
                    <a:pt x="394929" y="192057"/>
                  </a:lnTo>
                  <a:lnTo>
                    <a:pt x="397251" y="202192"/>
                  </a:lnTo>
                  <a:lnTo>
                    <a:pt x="400832" y="208057"/>
                  </a:lnTo>
                  <a:lnTo>
                    <a:pt x="403456" y="210996"/>
                  </a:lnTo>
                  <a:lnTo>
                    <a:pt x="404079" y="218777"/>
                  </a:lnTo>
                  <a:lnTo>
                    <a:pt x="406763" y="229302"/>
                  </a:lnTo>
                  <a:lnTo>
                    <a:pt x="405985" y="234197"/>
                  </a:lnTo>
                  <a:lnTo>
                    <a:pt x="405918" y="234618"/>
                  </a:lnTo>
                  <a:lnTo>
                    <a:pt x="406766" y="240948"/>
                  </a:lnTo>
                  <a:lnTo>
                    <a:pt x="378591" y="242012"/>
                  </a:lnTo>
                  <a:lnTo>
                    <a:pt x="370645" y="242306"/>
                  </a:lnTo>
                  <a:lnTo>
                    <a:pt x="353559" y="242891"/>
                  </a:lnTo>
                  <a:lnTo>
                    <a:pt x="340813" y="243251"/>
                  </a:lnTo>
                  <a:lnTo>
                    <a:pt x="329842" y="243497"/>
                  </a:lnTo>
                  <a:lnTo>
                    <a:pt x="328248" y="243530"/>
                  </a:lnTo>
                  <a:lnTo>
                    <a:pt x="324853" y="243600"/>
                  </a:lnTo>
                  <a:lnTo>
                    <a:pt x="306146" y="243982"/>
                  </a:lnTo>
                  <a:lnTo>
                    <a:pt x="294676" y="244058"/>
                  </a:lnTo>
                  <a:lnTo>
                    <a:pt x="289291" y="244111"/>
                  </a:lnTo>
                  <a:lnTo>
                    <a:pt x="273986" y="244227"/>
                  </a:lnTo>
                  <a:lnTo>
                    <a:pt x="269248" y="244264"/>
                  </a:lnTo>
                  <a:lnTo>
                    <a:pt x="255537" y="244388"/>
                  </a:lnTo>
                  <a:lnTo>
                    <a:pt x="247634" y="244440"/>
                  </a:lnTo>
                  <a:lnTo>
                    <a:pt x="241058" y="244419"/>
                  </a:lnTo>
                  <a:lnTo>
                    <a:pt x="235242" y="244458"/>
                  </a:lnTo>
                  <a:lnTo>
                    <a:pt x="226419" y="244420"/>
                  </a:lnTo>
                  <a:lnTo>
                    <a:pt x="211636" y="244354"/>
                  </a:lnTo>
                  <a:lnTo>
                    <a:pt x="203910" y="244271"/>
                  </a:lnTo>
                  <a:lnTo>
                    <a:pt x="192748" y="244188"/>
                  </a:lnTo>
                  <a:lnTo>
                    <a:pt x="192063" y="244182"/>
                  </a:lnTo>
                  <a:lnTo>
                    <a:pt x="178458" y="244065"/>
                  </a:lnTo>
                  <a:lnTo>
                    <a:pt x="159711" y="243831"/>
                  </a:lnTo>
                  <a:lnTo>
                    <a:pt x="145656" y="243608"/>
                  </a:lnTo>
                  <a:lnTo>
                    <a:pt x="135215" y="243418"/>
                  </a:lnTo>
                  <a:lnTo>
                    <a:pt x="122311" y="243127"/>
                  </a:lnTo>
                  <a:lnTo>
                    <a:pt x="111107" y="242852"/>
                  </a:lnTo>
                  <a:lnTo>
                    <a:pt x="106384" y="242728"/>
                  </a:lnTo>
                  <a:lnTo>
                    <a:pt x="93301" y="242353"/>
                  </a:lnTo>
                  <a:lnTo>
                    <a:pt x="81195" y="241971"/>
                  </a:lnTo>
                  <a:lnTo>
                    <a:pt x="72829" y="241694"/>
                  </a:lnTo>
                  <a:lnTo>
                    <a:pt x="63298" y="241364"/>
                  </a:lnTo>
                  <a:lnTo>
                    <a:pt x="59938" y="241241"/>
                  </a:lnTo>
                  <a:lnTo>
                    <a:pt x="57048" y="241132"/>
                  </a:lnTo>
                  <a:lnTo>
                    <a:pt x="44923" y="240658"/>
                  </a:lnTo>
                  <a:lnTo>
                    <a:pt x="33164" y="240166"/>
                  </a:lnTo>
                  <a:lnTo>
                    <a:pt x="20890" y="239630"/>
                  </a:lnTo>
                  <a:lnTo>
                    <a:pt x="0" y="238626"/>
                  </a:lnTo>
                  <a:lnTo>
                    <a:pt x="1324" y="212467"/>
                  </a:lnTo>
                  <a:lnTo>
                    <a:pt x="1501" y="208993"/>
                  </a:lnTo>
                  <a:lnTo>
                    <a:pt x="2260" y="194520"/>
                  </a:lnTo>
                  <a:lnTo>
                    <a:pt x="2379" y="192092"/>
                  </a:lnTo>
                  <a:lnTo>
                    <a:pt x="2767" y="184228"/>
                  </a:lnTo>
                  <a:lnTo>
                    <a:pt x="3045" y="178572"/>
                  </a:lnTo>
                  <a:lnTo>
                    <a:pt x="3926" y="161383"/>
                  </a:lnTo>
                  <a:lnTo>
                    <a:pt x="4742" y="146264"/>
                  </a:lnTo>
                  <a:lnTo>
                    <a:pt x="5529" y="130426"/>
                  </a:lnTo>
                  <a:lnTo>
                    <a:pt x="5536" y="130284"/>
                  </a:lnTo>
                  <a:lnTo>
                    <a:pt x="5815" y="125199"/>
                  </a:lnTo>
                  <a:lnTo>
                    <a:pt x="6702" y="109096"/>
                  </a:lnTo>
                  <a:lnTo>
                    <a:pt x="7591" y="93475"/>
                  </a:lnTo>
                  <a:lnTo>
                    <a:pt x="8191" y="80327"/>
                  </a:lnTo>
                  <a:lnTo>
                    <a:pt x="8282" y="78407"/>
                  </a:lnTo>
                  <a:lnTo>
                    <a:pt x="9195" y="59241"/>
                  </a:lnTo>
                  <a:lnTo>
                    <a:pt x="9741" y="47688"/>
                  </a:lnTo>
                  <a:lnTo>
                    <a:pt x="10128" y="39498"/>
                  </a:lnTo>
                  <a:lnTo>
                    <a:pt x="10672" y="28580"/>
                  </a:lnTo>
                  <a:lnTo>
                    <a:pt x="11505" y="119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706519" y="3987769"/>
              <a:ext cx="468285" cy="433507"/>
            </a:xfrm>
            <a:custGeom>
              <a:avLst/>
              <a:pathLst>
                <a:path w="468285" h="433507">
                  <a:moveTo>
                    <a:pt x="0" y="37135"/>
                  </a:moveTo>
                  <a:lnTo>
                    <a:pt x="23847" y="35548"/>
                  </a:lnTo>
                  <a:lnTo>
                    <a:pt x="50239" y="33802"/>
                  </a:lnTo>
                  <a:lnTo>
                    <a:pt x="61189" y="33052"/>
                  </a:lnTo>
                  <a:lnTo>
                    <a:pt x="69776" y="32411"/>
                  </a:lnTo>
                  <a:lnTo>
                    <a:pt x="85233" y="31235"/>
                  </a:lnTo>
                  <a:lnTo>
                    <a:pt x="95993" y="30446"/>
                  </a:lnTo>
                  <a:lnTo>
                    <a:pt x="110592" y="29353"/>
                  </a:lnTo>
                  <a:lnTo>
                    <a:pt x="120955" y="28565"/>
                  </a:lnTo>
                  <a:lnTo>
                    <a:pt x="123021" y="28406"/>
                  </a:lnTo>
                  <a:lnTo>
                    <a:pt x="138527" y="27198"/>
                  </a:lnTo>
                  <a:lnTo>
                    <a:pt x="163750" y="25069"/>
                  </a:lnTo>
                  <a:lnTo>
                    <a:pt x="165153" y="24948"/>
                  </a:lnTo>
                  <a:lnTo>
                    <a:pt x="171323" y="24412"/>
                  </a:lnTo>
                  <a:lnTo>
                    <a:pt x="190615" y="22706"/>
                  </a:lnTo>
                  <a:lnTo>
                    <a:pt x="193869" y="22425"/>
                  </a:lnTo>
                  <a:lnTo>
                    <a:pt x="210450" y="20973"/>
                  </a:lnTo>
                  <a:lnTo>
                    <a:pt x="228976" y="19218"/>
                  </a:lnTo>
                  <a:lnTo>
                    <a:pt x="231747" y="18951"/>
                  </a:lnTo>
                  <a:lnTo>
                    <a:pt x="244213" y="17741"/>
                  </a:lnTo>
                  <a:lnTo>
                    <a:pt x="273233" y="14813"/>
                  </a:lnTo>
                  <a:lnTo>
                    <a:pt x="275986" y="14529"/>
                  </a:lnTo>
                  <a:lnTo>
                    <a:pt x="293831" y="12934"/>
                  </a:lnTo>
                  <a:lnTo>
                    <a:pt x="297829" y="12571"/>
                  </a:lnTo>
                  <a:lnTo>
                    <a:pt x="298010" y="12555"/>
                  </a:lnTo>
                  <a:lnTo>
                    <a:pt x="323761" y="9788"/>
                  </a:lnTo>
                  <a:lnTo>
                    <a:pt x="333801" y="8685"/>
                  </a:lnTo>
                  <a:lnTo>
                    <a:pt x="355431" y="6285"/>
                  </a:lnTo>
                  <a:lnTo>
                    <a:pt x="357127" y="6094"/>
                  </a:lnTo>
                  <a:lnTo>
                    <a:pt x="374646" y="4148"/>
                  </a:lnTo>
                  <a:lnTo>
                    <a:pt x="382188" y="3299"/>
                  </a:lnTo>
                  <a:lnTo>
                    <a:pt x="407518" y="657"/>
                  </a:lnTo>
                  <a:lnTo>
                    <a:pt x="413703" y="0"/>
                  </a:lnTo>
                  <a:lnTo>
                    <a:pt x="415296" y="3934"/>
                  </a:lnTo>
                  <a:lnTo>
                    <a:pt x="416811" y="8962"/>
                  </a:lnTo>
                  <a:lnTo>
                    <a:pt x="423173" y="11555"/>
                  </a:lnTo>
                  <a:lnTo>
                    <a:pt x="423782" y="14896"/>
                  </a:lnTo>
                  <a:lnTo>
                    <a:pt x="424414" y="21082"/>
                  </a:lnTo>
                  <a:lnTo>
                    <a:pt x="420162" y="25938"/>
                  </a:lnTo>
                  <a:lnTo>
                    <a:pt x="417001" y="32298"/>
                  </a:lnTo>
                  <a:lnTo>
                    <a:pt x="414111" y="34389"/>
                  </a:lnTo>
                  <a:lnTo>
                    <a:pt x="411381" y="36363"/>
                  </a:lnTo>
                  <a:lnTo>
                    <a:pt x="410530" y="41724"/>
                  </a:lnTo>
                  <a:lnTo>
                    <a:pt x="405385" y="45404"/>
                  </a:lnTo>
                  <a:lnTo>
                    <a:pt x="402017" y="53441"/>
                  </a:lnTo>
                  <a:lnTo>
                    <a:pt x="399906" y="59642"/>
                  </a:lnTo>
                  <a:lnTo>
                    <a:pt x="407305" y="58706"/>
                  </a:lnTo>
                  <a:lnTo>
                    <a:pt x="424512" y="56502"/>
                  </a:lnTo>
                  <a:lnTo>
                    <a:pt x="437932" y="54802"/>
                  </a:lnTo>
                  <a:lnTo>
                    <a:pt x="443337" y="54111"/>
                  </a:lnTo>
                  <a:lnTo>
                    <a:pt x="458942" y="52067"/>
                  </a:lnTo>
                  <a:lnTo>
                    <a:pt x="463915" y="57605"/>
                  </a:lnTo>
                  <a:lnTo>
                    <a:pt x="467476" y="60218"/>
                  </a:lnTo>
                  <a:lnTo>
                    <a:pt x="467987" y="62102"/>
                  </a:lnTo>
                  <a:lnTo>
                    <a:pt x="468285" y="63204"/>
                  </a:lnTo>
                  <a:lnTo>
                    <a:pt x="461546" y="66500"/>
                  </a:lnTo>
                  <a:lnTo>
                    <a:pt x="461240" y="69570"/>
                  </a:lnTo>
                  <a:lnTo>
                    <a:pt x="462298" y="73887"/>
                  </a:lnTo>
                  <a:lnTo>
                    <a:pt x="455780" y="77791"/>
                  </a:lnTo>
                  <a:lnTo>
                    <a:pt x="449995" y="82568"/>
                  </a:lnTo>
                  <a:lnTo>
                    <a:pt x="445089" y="82309"/>
                  </a:lnTo>
                  <a:lnTo>
                    <a:pt x="442001" y="89586"/>
                  </a:lnTo>
                  <a:lnTo>
                    <a:pt x="447945" y="94052"/>
                  </a:lnTo>
                  <a:lnTo>
                    <a:pt x="450340" y="96581"/>
                  </a:lnTo>
                  <a:lnTo>
                    <a:pt x="445349" y="99365"/>
                  </a:lnTo>
                  <a:lnTo>
                    <a:pt x="444799" y="104956"/>
                  </a:lnTo>
                  <a:lnTo>
                    <a:pt x="443746" y="107244"/>
                  </a:lnTo>
                  <a:lnTo>
                    <a:pt x="436239" y="107137"/>
                  </a:lnTo>
                  <a:lnTo>
                    <a:pt x="436139" y="113398"/>
                  </a:lnTo>
                  <a:lnTo>
                    <a:pt x="438846" y="117625"/>
                  </a:lnTo>
                  <a:lnTo>
                    <a:pt x="437188" y="122693"/>
                  </a:lnTo>
                  <a:lnTo>
                    <a:pt x="434726" y="122073"/>
                  </a:lnTo>
                  <a:lnTo>
                    <a:pt x="430957" y="124044"/>
                  </a:lnTo>
                  <a:lnTo>
                    <a:pt x="433839" y="129148"/>
                  </a:lnTo>
                  <a:lnTo>
                    <a:pt x="431373" y="136260"/>
                  </a:lnTo>
                  <a:lnTo>
                    <a:pt x="427540" y="140187"/>
                  </a:lnTo>
                  <a:lnTo>
                    <a:pt x="434287" y="142251"/>
                  </a:lnTo>
                  <a:lnTo>
                    <a:pt x="435297" y="147555"/>
                  </a:lnTo>
                  <a:lnTo>
                    <a:pt x="435163" y="152077"/>
                  </a:lnTo>
                  <a:lnTo>
                    <a:pt x="436590" y="157272"/>
                  </a:lnTo>
                  <a:lnTo>
                    <a:pt x="429928" y="156830"/>
                  </a:lnTo>
                  <a:lnTo>
                    <a:pt x="428376" y="161357"/>
                  </a:lnTo>
                  <a:lnTo>
                    <a:pt x="427385" y="166194"/>
                  </a:lnTo>
                  <a:lnTo>
                    <a:pt x="421092" y="168137"/>
                  </a:lnTo>
                  <a:lnTo>
                    <a:pt x="417895" y="169841"/>
                  </a:lnTo>
                  <a:lnTo>
                    <a:pt x="417480" y="173730"/>
                  </a:lnTo>
                  <a:lnTo>
                    <a:pt x="424288" y="179686"/>
                  </a:lnTo>
                  <a:lnTo>
                    <a:pt x="424122" y="183219"/>
                  </a:lnTo>
                  <a:lnTo>
                    <a:pt x="418744" y="187842"/>
                  </a:lnTo>
                  <a:lnTo>
                    <a:pt x="418566" y="187995"/>
                  </a:lnTo>
                  <a:lnTo>
                    <a:pt x="410672" y="193122"/>
                  </a:lnTo>
                  <a:lnTo>
                    <a:pt x="410073" y="193195"/>
                  </a:lnTo>
                  <a:lnTo>
                    <a:pt x="404804" y="193833"/>
                  </a:lnTo>
                  <a:lnTo>
                    <a:pt x="404424" y="199222"/>
                  </a:lnTo>
                  <a:lnTo>
                    <a:pt x="401685" y="202347"/>
                  </a:lnTo>
                  <a:lnTo>
                    <a:pt x="398574" y="209945"/>
                  </a:lnTo>
                  <a:lnTo>
                    <a:pt x="398634" y="214419"/>
                  </a:lnTo>
                  <a:lnTo>
                    <a:pt x="396662" y="218326"/>
                  </a:lnTo>
                  <a:lnTo>
                    <a:pt x="395674" y="220283"/>
                  </a:lnTo>
                  <a:lnTo>
                    <a:pt x="399825" y="225342"/>
                  </a:lnTo>
                  <a:lnTo>
                    <a:pt x="398413" y="230574"/>
                  </a:lnTo>
                  <a:lnTo>
                    <a:pt x="397815" y="238238"/>
                  </a:lnTo>
                  <a:lnTo>
                    <a:pt x="399114" y="243157"/>
                  </a:lnTo>
                  <a:lnTo>
                    <a:pt x="393194" y="247443"/>
                  </a:lnTo>
                  <a:lnTo>
                    <a:pt x="391936" y="253159"/>
                  </a:lnTo>
                  <a:lnTo>
                    <a:pt x="385076" y="250618"/>
                  </a:lnTo>
                  <a:lnTo>
                    <a:pt x="381890" y="253446"/>
                  </a:lnTo>
                  <a:lnTo>
                    <a:pt x="383682" y="259457"/>
                  </a:lnTo>
                  <a:lnTo>
                    <a:pt x="378066" y="261209"/>
                  </a:lnTo>
                  <a:lnTo>
                    <a:pt x="375965" y="266458"/>
                  </a:lnTo>
                  <a:lnTo>
                    <a:pt x="370895" y="268365"/>
                  </a:lnTo>
                  <a:lnTo>
                    <a:pt x="372469" y="272832"/>
                  </a:lnTo>
                  <a:lnTo>
                    <a:pt x="371614" y="275637"/>
                  </a:lnTo>
                  <a:lnTo>
                    <a:pt x="367583" y="277483"/>
                  </a:lnTo>
                  <a:lnTo>
                    <a:pt x="367325" y="280835"/>
                  </a:lnTo>
                  <a:lnTo>
                    <a:pt x="367292" y="281260"/>
                  </a:lnTo>
                  <a:lnTo>
                    <a:pt x="367229" y="282084"/>
                  </a:lnTo>
                  <a:lnTo>
                    <a:pt x="371705" y="283307"/>
                  </a:lnTo>
                  <a:lnTo>
                    <a:pt x="374493" y="285628"/>
                  </a:lnTo>
                  <a:lnTo>
                    <a:pt x="373286" y="290992"/>
                  </a:lnTo>
                  <a:lnTo>
                    <a:pt x="368583" y="292518"/>
                  </a:lnTo>
                  <a:lnTo>
                    <a:pt x="365217" y="294956"/>
                  </a:lnTo>
                  <a:lnTo>
                    <a:pt x="363076" y="297859"/>
                  </a:lnTo>
                  <a:lnTo>
                    <a:pt x="358840" y="297374"/>
                  </a:lnTo>
                  <a:lnTo>
                    <a:pt x="355241" y="300503"/>
                  </a:lnTo>
                  <a:lnTo>
                    <a:pt x="360475" y="301986"/>
                  </a:lnTo>
                  <a:lnTo>
                    <a:pt x="361781" y="305991"/>
                  </a:lnTo>
                  <a:lnTo>
                    <a:pt x="358774" y="309839"/>
                  </a:lnTo>
                  <a:lnTo>
                    <a:pt x="360159" y="315867"/>
                  </a:lnTo>
                  <a:lnTo>
                    <a:pt x="363005" y="317677"/>
                  </a:lnTo>
                  <a:lnTo>
                    <a:pt x="363310" y="322544"/>
                  </a:lnTo>
                  <a:lnTo>
                    <a:pt x="357542" y="321675"/>
                  </a:lnTo>
                  <a:lnTo>
                    <a:pt x="355071" y="322148"/>
                  </a:lnTo>
                  <a:lnTo>
                    <a:pt x="352316" y="325612"/>
                  </a:lnTo>
                  <a:lnTo>
                    <a:pt x="359181" y="328681"/>
                  </a:lnTo>
                  <a:lnTo>
                    <a:pt x="357304" y="335114"/>
                  </a:lnTo>
                  <a:lnTo>
                    <a:pt x="349980" y="336972"/>
                  </a:lnTo>
                  <a:lnTo>
                    <a:pt x="354962" y="341105"/>
                  </a:lnTo>
                  <a:lnTo>
                    <a:pt x="349755" y="345664"/>
                  </a:lnTo>
                  <a:lnTo>
                    <a:pt x="348399" y="349346"/>
                  </a:lnTo>
                  <a:lnTo>
                    <a:pt x="347682" y="351297"/>
                  </a:lnTo>
                  <a:lnTo>
                    <a:pt x="350596" y="355208"/>
                  </a:lnTo>
                  <a:lnTo>
                    <a:pt x="352613" y="358547"/>
                  </a:lnTo>
                  <a:lnTo>
                    <a:pt x="355310" y="362337"/>
                  </a:lnTo>
                  <a:lnTo>
                    <a:pt x="358938" y="365898"/>
                  </a:lnTo>
                  <a:lnTo>
                    <a:pt x="356667" y="371244"/>
                  </a:lnTo>
                  <a:lnTo>
                    <a:pt x="359006" y="378954"/>
                  </a:lnTo>
                  <a:lnTo>
                    <a:pt x="362878" y="379312"/>
                  </a:lnTo>
                  <a:lnTo>
                    <a:pt x="364995" y="383802"/>
                  </a:lnTo>
                  <a:lnTo>
                    <a:pt x="364040" y="389929"/>
                  </a:lnTo>
                  <a:lnTo>
                    <a:pt x="362637" y="395776"/>
                  </a:lnTo>
                  <a:lnTo>
                    <a:pt x="357894" y="395867"/>
                  </a:lnTo>
                  <a:lnTo>
                    <a:pt x="355592" y="400356"/>
                  </a:lnTo>
                  <a:lnTo>
                    <a:pt x="361903" y="404770"/>
                  </a:lnTo>
                  <a:lnTo>
                    <a:pt x="358565" y="410126"/>
                  </a:lnTo>
                  <a:lnTo>
                    <a:pt x="358015" y="411009"/>
                  </a:lnTo>
                  <a:lnTo>
                    <a:pt x="348473" y="411922"/>
                  </a:lnTo>
                  <a:lnTo>
                    <a:pt x="331868" y="413484"/>
                  </a:lnTo>
                  <a:lnTo>
                    <a:pt x="329499" y="413704"/>
                  </a:lnTo>
                  <a:lnTo>
                    <a:pt x="326708" y="413962"/>
                  </a:lnTo>
                  <a:lnTo>
                    <a:pt x="289305" y="417441"/>
                  </a:lnTo>
                  <a:lnTo>
                    <a:pt x="270508" y="419127"/>
                  </a:lnTo>
                  <a:lnTo>
                    <a:pt x="255593" y="420435"/>
                  </a:lnTo>
                  <a:lnTo>
                    <a:pt x="228557" y="422504"/>
                  </a:lnTo>
                  <a:lnTo>
                    <a:pt x="206875" y="424133"/>
                  </a:lnTo>
                  <a:lnTo>
                    <a:pt x="182948" y="425813"/>
                  </a:lnTo>
                  <a:lnTo>
                    <a:pt x="181236" y="425948"/>
                  </a:lnTo>
                  <a:lnTo>
                    <a:pt x="160986" y="427509"/>
                  </a:lnTo>
                  <a:lnTo>
                    <a:pt x="156983" y="427820"/>
                  </a:lnTo>
                  <a:lnTo>
                    <a:pt x="143540" y="428850"/>
                  </a:lnTo>
                  <a:lnTo>
                    <a:pt x="132526" y="429652"/>
                  </a:lnTo>
                  <a:lnTo>
                    <a:pt x="129571" y="429865"/>
                  </a:lnTo>
                  <a:lnTo>
                    <a:pt x="109925" y="431253"/>
                  </a:lnTo>
                  <a:lnTo>
                    <a:pt x="101783" y="431855"/>
                  </a:lnTo>
                  <a:lnTo>
                    <a:pt x="101058" y="431909"/>
                  </a:lnTo>
                  <a:lnTo>
                    <a:pt x="78879" y="433507"/>
                  </a:lnTo>
                  <a:lnTo>
                    <a:pt x="77898" y="417313"/>
                  </a:lnTo>
                  <a:lnTo>
                    <a:pt x="77085" y="404578"/>
                  </a:lnTo>
                  <a:lnTo>
                    <a:pt x="76649" y="397776"/>
                  </a:lnTo>
                  <a:lnTo>
                    <a:pt x="75903" y="385682"/>
                  </a:lnTo>
                  <a:lnTo>
                    <a:pt x="75032" y="372412"/>
                  </a:lnTo>
                  <a:lnTo>
                    <a:pt x="72061" y="370219"/>
                  </a:lnTo>
                  <a:lnTo>
                    <a:pt x="65235" y="370059"/>
                  </a:lnTo>
                  <a:lnTo>
                    <a:pt x="61239" y="368663"/>
                  </a:lnTo>
                  <a:lnTo>
                    <a:pt x="58475" y="371341"/>
                  </a:lnTo>
                  <a:lnTo>
                    <a:pt x="55995" y="370806"/>
                  </a:lnTo>
                  <a:lnTo>
                    <a:pt x="49820" y="372632"/>
                  </a:lnTo>
                  <a:lnTo>
                    <a:pt x="46455" y="372558"/>
                  </a:lnTo>
                  <a:lnTo>
                    <a:pt x="45008" y="373879"/>
                  </a:lnTo>
                  <a:lnTo>
                    <a:pt x="41676" y="373055"/>
                  </a:lnTo>
                  <a:lnTo>
                    <a:pt x="38605" y="371908"/>
                  </a:lnTo>
                  <a:lnTo>
                    <a:pt x="31754" y="365362"/>
                  </a:lnTo>
                  <a:lnTo>
                    <a:pt x="31135" y="347976"/>
                  </a:lnTo>
                  <a:lnTo>
                    <a:pt x="30560" y="330506"/>
                  </a:lnTo>
                  <a:lnTo>
                    <a:pt x="30259" y="321435"/>
                  </a:lnTo>
                  <a:lnTo>
                    <a:pt x="29569" y="301812"/>
                  </a:lnTo>
                  <a:lnTo>
                    <a:pt x="28878" y="282320"/>
                  </a:lnTo>
                  <a:lnTo>
                    <a:pt x="28283" y="265294"/>
                  </a:lnTo>
                  <a:lnTo>
                    <a:pt x="27767" y="250617"/>
                  </a:lnTo>
                  <a:lnTo>
                    <a:pt x="27423" y="239793"/>
                  </a:lnTo>
                  <a:lnTo>
                    <a:pt x="26827" y="221181"/>
                  </a:lnTo>
                  <a:lnTo>
                    <a:pt x="26677" y="216168"/>
                  </a:lnTo>
                  <a:lnTo>
                    <a:pt x="25585" y="180151"/>
                  </a:lnTo>
                  <a:lnTo>
                    <a:pt x="25482" y="176788"/>
                  </a:lnTo>
                  <a:lnTo>
                    <a:pt x="25194" y="165989"/>
                  </a:lnTo>
                  <a:lnTo>
                    <a:pt x="24830" y="163948"/>
                  </a:lnTo>
                  <a:lnTo>
                    <a:pt x="24725" y="163360"/>
                  </a:lnTo>
                  <a:lnTo>
                    <a:pt x="22603" y="151481"/>
                  </a:lnTo>
                  <a:lnTo>
                    <a:pt x="19422" y="135312"/>
                  </a:lnTo>
                  <a:lnTo>
                    <a:pt x="16720" y="121550"/>
                  </a:lnTo>
                  <a:lnTo>
                    <a:pt x="16517" y="120517"/>
                  </a:lnTo>
                  <a:lnTo>
                    <a:pt x="11495" y="95488"/>
                  </a:lnTo>
                  <a:lnTo>
                    <a:pt x="8860" y="82459"/>
                  </a:lnTo>
                  <a:lnTo>
                    <a:pt x="7482" y="75635"/>
                  </a:lnTo>
                  <a:lnTo>
                    <a:pt x="4308" y="598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970781" y="3277125"/>
              <a:ext cx="489056" cy="225711"/>
            </a:xfrm>
            <a:custGeom>
              <a:avLst/>
              <a:pathLst>
                <a:path w="489056" h="225711">
                  <a:moveTo>
                    <a:pt x="399" y="138458"/>
                  </a:moveTo>
                  <a:lnTo>
                    <a:pt x="1009" y="126441"/>
                  </a:lnTo>
                  <a:lnTo>
                    <a:pt x="1421" y="117993"/>
                  </a:lnTo>
                  <a:lnTo>
                    <a:pt x="2001" y="105443"/>
                  </a:lnTo>
                  <a:lnTo>
                    <a:pt x="2168" y="101817"/>
                  </a:lnTo>
                  <a:lnTo>
                    <a:pt x="2459" y="95640"/>
                  </a:lnTo>
                  <a:lnTo>
                    <a:pt x="3108" y="81866"/>
                  </a:lnTo>
                  <a:lnTo>
                    <a:pt x="3533" y="73331"/>
                  </a:lnTo>
                  <a:lnTo>
                    <a:pt x="3586" y="72261"/>
                  </a:lnTo>
                  <a:lnTo>
                    <a:pt x="4409" y="55109"/>
                  </a:lnTo>
                  <a:lnTo>
                    <a:pt x="5279" y="36754"/>
                  </a:lnTo>
                  <a:lnTo>
                    <a:pt x="5701" y="28547"/>
                  </a:lnTo>
                  <a:lnTo>
                    <a:pt x="5773" y="27141"/>
                  </a:lnTo>
                  <a:lnTo>
                    <a:pt x="7064" y="0"/>
                  </a:lnTo>
                  <a:lnTo>
                    <a:pt x="36485" y="1349"/>
                  </a:lnTo>
                  <a:lnTo>
                    <a:pt x="38041" y="1414"/>
                  </a:lnTo>
                  <a:lnTo>
                    <a:pt x="63577" y="2464"/>
                  </a:lnTo>
                  <a:lnTo>
                    <a:pt x="74777" y="2878"/>
                  </a:lnTo>
                  <a:lnTo>
                    <a:pt x="95377" y="3564"/>
                  </a:lnTo>
                  <a:lnTo>
                    <a:pt x="112902" y="4081"/>
                  </a:lnTo>
                  <a:lnTo>
                    <a:pt x="158824" y="5105"/>
                  </a:lnTo>
                  <a:lnTo>
                    <a:pt x="171057" y="5296"/>
                  </a:lnTo>
                  <a:lnTo>
                    <a:pt x="214172" y="5580"/>
                  </a:lnTo>
                  <a:lnTo>
                    <a:pt x="232901" y="5571"/>
                  </a:lnTo>
                  <a:lnTo>
                    <a:pt x="249887" y="5505"/>
                  </a:lnTo>
                  <a:lnTo>
                    <a:pt x="264918" y="5392"/>
                  </a:lnTo>
                  <a:lnTo>
                    <a:pt x="286768" y="5136"/>
                  </a:lnTo>
                  <a:lnTo>
                    <a:pt x="305550" y="4808"/>
                  </a:lnTo>
                  <a:lnTo>
                    <a:pt x="306652" y="7362"/>
                  </a:lnTo>
                  <a:lnTo>
                    <a:pt x="309088" y="9838"/>
                  </a:lnTo>
                  <a:lnTo>
                    <a:pt x="311689" y="10583"/>
                  </a:lnTo>
                  <a:lnTo>
                    <a:pt x="315949" y="12843"/>
                  </a:lnTo>
                  <a:lnTo>
                    <a:pt x="317483" y="13655"/>
                  </a:lnTo>
                  <a:lnTo>
                    <a:pt x="320094" y="14618"/>
                  </a:lnTo>
                  <a:lnTo>
                    <a:pt x="324400" y="15992"/>
                  </a:lnTo>
                  <a:lnTo>
                    <a:pt x="324646" y="16070"/>
                  </a:lnTo>
                  <a:lnTo>
                    <a:pt x="327035" y="18334"/>
                  </a:lnTo>
                  <a:lnTo>
                    <a:pt x="330867" y="21498"/>
                  </a:lnTo>
                  <a:lnTo>
                    <a:pt x="335437" y="20988"/>
                  </a:lnTo>
                  <a:lnTo>
                    <a:pt x="337818" y="18777"/>
                  </a:lnTo>
                  <a:lnTo>
                    <a:pt x="339233" y="14786"/>
                  </a:lnTo>
                  <a:lnTo>
                    <a:pt x="340229" y="13846"/>
                  </a:lnTo>
                  <a:lnTo>
                    <a:pt x="343292" y="14286"/>
                  </a:lnTo>
                  <a:lnTo>
                    <a:pt x="348723" y="15181"/>
                  </a:lnTo>
                  <a:lnTo>
                    <a:pt x="352240" y="14492"/>
                  </a:lnTo>
                  <a:lnTo>
                    <a:pt x="354179" y="14110"/>
                  </a:lnTo>
                  <a:lnTo>
                    <a:pt x="358671" y="14158"/>
                  </a:lnTo>
                  <a:lnTo>
                    <a:pt x="360351" y="14383"/>
                  </a:lnTo>
                  <a:lnTo>
                    <a:pt x="362123" y="14619"/>
                  </a:lnTo>
                  <a:lnTo>
                    <a:pt x="363969" y="13100"/>
                  </a:lnTo>
                  <a:lnTo>
                    <a:pt x="368078" y="13706"/>
                  </a:lnTo>
                  <a:lnTo>
                    <a:pt x="370161" y="12919"/>
                  </a:lnTo>
                  <a:lnTo>
                    <a:pt x="373648" y="13723"/>
                  </a:lnTo>
                  <a:lnTo>
                    <a:pt x="375017" y="16103"/>
                  </a:lnTo>
                  <a:lnTo>
                    <a:pt x="377722" y="18108"/>
                  </a:lnTo>
                  <a:lnTo>
                    <a:pt x="379590" y="19490"/>
                  </a:lnTo>
                  <a:lnTo>
                    <a:pt x="385356" y="19983"/>
                  </a:lnTo>
                  <a:lnTo>
                    <a:pt x="385869" y="20398"/>
                  </a:lnTo>
                  <a:lnTo>
                    <a:pt x="388648" y="22649"/>
                  </a:lnTo>
                  <a:lnTo>
                    <a:pt x="391800" y="21849"/>
                  </a:lnTo>
                  <a:lnTo>
                    <a:pt x="397256" y="24076"/>
                  </a:lnTo>
                  <a:lnTo>
                    <a:pt x="397570" y="24203"/>
                  </a:lnTo>
                  <a:lnTo>
                    <a:pt x="398938" y="26781"/>
                  </a:lnTo>
                  <a:lnTo>
                    <a:pt x="403299" y="26891"/>
                  </a:lnTo>
                  <a:lnTo>
                    <a:pt x="402829" y="30984"/>
                  </a:lnTo>
                  <a:lnTo>
                    <a:pt x="405671" y="33614"/>
                  </a:lnTo>
                  <a:lnTo>
                    <a:pt x="407453" y="36434"/>
                  </a:lnTo>
                  <a:lnTo>
                    <a:pt x="408406" y="37940"/>
                  </a:lnTo>
                  <a:lnTo>
                    <a:pt x="413068" y="37440"/>
                  </a:lnTo>
                  <a:lnTo>
                    <a:pt x="414442" y="39403"/>
                  </a:lnTo>
                  <a:lnTo>
                    <a:pt x="417439" y="38694"/>
                  </a:lnTo>
                  <a:lnTo>
                    <a:pt x="421007" y="40666"/>
                  </a:lnTo>
                  <a:lnTo>
                    <a:pt x="419515" y="44469"/>
                  </a:lnTo>
                  <a:lnTo>
                    <a:pt x="419952" y="49856"/>
                  </a:lnTo>
                  <a:lnTo>
                    <a:pt x="423174" y="53871"/>
                  </a:lnTo>
                  <a:lnTo>
                    <a:pt x="424093" y="55014"/>
                  </a:lnTo>
                  <a:lnTo>
                    <a:pt x="424222" y="58384"/>
                  </a:lnTo>
                  <a:lnTo>
                    <a:pt x="424187" y="58685"/>
                  </a:lnTo>
                  <a:lnTo>
                    <a:pt x="423767" y="62238"/>
                  </a:lnTo>
                  <a:lnTo>
                    <a:pt x="428231" y="65952"/>
                  </a:lnTo>
                  <a:lnTo>
                    <a:pt x="428230" y="70833"/>
                  </a:lnTo>
                  <a:lnTo>
                    <a:pt x="430997" y="72515"/>
                  </a:lnTo>
                  <a:lnTo>
                    <a:pt x="436127" y="75809"/>
                  </a:lnTo>
                  <a:lnTo>
                    <a:pt x="434893" y="80618"/>
                  </a:lnTo>
                  <a:lnTo>
                    <a:pt x="436804" y="83762"/>
                  </a:lnTo>
                  <a:lnTo>
                    <a:pt x="437925" y="85604"/>
                  </a:lnTo>
                  <a:lnTo>
                    <a:pt x="440460" y="88966"/>
                  </a:lnTo>
                  <a:lnTo>
                    <a:pt x="439438" y="94225"/>
                  </a:lnTo>
                  <a:lnTo>
                    <a:pt x="438477" y="97631"/>
                  </a:lnTo>
                  <a:lnTo>
                    <a:pt x="438310" y="98225"/>
                  </a:lnTo>
                  <a:lnTo>
                    <a:pt x="438132" y="102283"/>
                  </a:lnTo>
                  <a:lnTo>
                    <a:pt x="439752" y="106062"/>
                  </a:lnTo>
                  <a:lnTo>
                    <a:pt x="440486" y="108446"/>
                  </a:lnTo>
                  <a:lnTo>
                    <a:pt x="444576" y="107086"/>
                  </a:lnTo>
                  <a:lnTo>
                    <a:pt x="445313" y="109781"/>
                  </a:lnTo>
                  <a:lnTo>
                    <a:pt x="446050" y="112476"/>
                  </a:lnTo>
                  <a:lnTo>
                    <a:pt x="449424" y="113340"/>
                  </a:lnTo>
                  <a:lnTo>
                    <a:pt x="449391" y="118181"/>
                  </a:lnTo>
                  <a:lnTo>
                    <a:pt x="449380" y="119645"/>
                  </a:lnTo>
                  <a:lnTo>
                    <a:pt x="449720" y="123153"/>
                  </a:lnTo>
                  <a:lnTo>
                    <a:pt x="451835" y="126276"/>
                  </a:lnTo>
                  <a:lnTo>
                    <a:pt x="450805" y="129293"/>
                  </a:lnTo>
                  <a:lnTo>
                    <a:pt x="451051" y="132708"/>
                  </a:lnTo>
                  <a:lnTo>
                    <a:pt x="451088" y="133223"/>
                  </a:lnTo>
                  <a:lnTo>
                    <a:pt x="454001" y="132878"/>
                  </a:lnTo>
                  <a:lnTo>
                    <a:pt x="453814" y="134859"/>
                  </a:lnTo>
                  <a:lnTo>
                    <a:pt x="453566" y="137491"/>
                  </a:lnTo>
                  <a:lnTo>
                    <a:pt x="453980" y="140500"/>
                  </a:lnTo>
                  <a:lnTo>
                    <a:pt x="454037" y="142753"/>
                  </a:lnTo>
                  <a:lnTo>
                    <a:pt x="454102" y="145357"/>
                  </a:lnTo>
                  <a:lnTo>
                    <a:pt x="456344" y="148557"/>
                  </a:lnTo>
                  <a:lnTo>
                    <a:pt x="455991" y="152081"/>
                  </a:lnTo>
                  <a:lnTo>
                    <a:pt x="457143" y="153992"/>
                  </a:lnTo>
                  <a:lnTo>
                    <a:pt x="457629" y="154796"/>
                  </a:lnTo>
                  <a:lnTo>
                    <a:pt x="456076" y="157897"/>
                  </a:lnTo>
                  <a:lnTo>
                    <a:pt x="456697" y="162470"/>
                  </a:lnTo>
                  <a:lnTo>
                    <a:pt x="453829" y="166051"/>
                  </a:lnTo>
                  <a:lnTo>
                    <a:pt x="456394" y="169871"/>
                  </a:lnTo>
                  <a:lnTo>
                    <a:pt x="460070" y="171842"/>
                  </a:lnTo>
                  <a:lnTo>
                    <a:pt x="462105" y="175410"/>
                  </a:lnTo>
                  <a:lnTo>
                    <a:pt x="461222" y="176790"/>
                  </a:lnTo>
                  <a:lnTo>
                    <a:pt x="461913" y="181111"/>
                  </a:lnTo>
                  <a:lnTo>
                    <a:pt x="464298" y="180898"/>
                  </a:lnTo>
                  <a:lnTo>
                    <a:pt x="464423" y="181146"/>
                  </a:lnTo>
                  <a:lnTo>
                    <a:pt x="465513" y="183307"/>
                  </a:lnTo>
                  <a:lnTo>
                    <a:pt x="466203" y="185495"/>
                  </a:lnTo>
                  <a:lnTo>
                    <a:pt x="468405" y="190325"/>
                  </a:lnTo>
                  <a:lnTo>
                    <a:pt x="468984" y="192483"/>
                  </a:lnTo>
                  <a:lnTo>
                    <a:pt x="468436" y="195735"/>
                  </a:lnTo>
                  <a:lnTo>
                    <a:pt x="471567" y="196509"/>
                  </a:lnTo>
                  <a:lnTo>
                    <a:pt x="474177" y="197741"/>
                  </a:lnTo>
                  <a:lnTo>
                    <a:pt x="474588" y="199806"/>
                  </a:lnTo>
                  <a:lnTo>
                    <a:pt x="474642" y="200077"/>
                  </a:lnTo>
                  <a:lnTo>
                    <a:pt x="478911" y="201536"/>
                  </a:lnTo>
                  <a:lnTo>
                    <a:pt x="478619" y="205050"/>
                  </a:lnTo>
                  <a:lnTo>
                    <a:pt x="481543" y="208384"/>
                  </a:lnTo>
                  <a:lnTo>
                    <a:pt x="483801" y="210669"/>
                  </a:lnTo>
                  <a:lnTo>
                    <a:pt x="482798" y="213553"/>
                  </a:lnTo>
                  <a:lnTo>
                    <a:pt x="484751" y="216586"/>
                  </a:lnTo>
                  <a:lnTo>
                    <a:pt x="486664" y="216318"/>
                  </a:lnTo>
                  <a:lnTo>
                    <a:pt x="489056" y="218339"/>
                  </a:lnTo>
                  <a:lnTo>
                    <a:pt x="487278" y="218437"/>
                  </a:lnTo>
                  <a:lnTo>
                    <a:pt x="462262" y="219747"/>
                  </a:lnTo>
                  <a:lnTo>
                    <a:pt x="462064" y="219757"/>
                  </a:lnTo>
                  <a:lnTo>
                    <a:pt x="449539" y="220361"/>
                  </a:lnTo>
                  <a:lnTo>
                    <a:pt x="448785" y="220396"/>
                  </a:lnTo>
                  <a:lnTo>
                    <a:pt x="441454" y="220759"/>
                  </a:lnTo>
                  <a:lnTo>
                    <a:pt x="436679" y="220964"/>
                  </a:lnTo>
                  <a:lnTo>
                    <a:pt x="424042" y="221502"/>
                  </a:lnTo>
                  <a:lnTo>
                    <a:pt x="423691" y="221516"/>
                  </a:lnTo>
                  <a:lnTo>
                    <a:pt x="404785" y="222254"/>
                  </a:lnTo>
                  <a:lnTo>
                    <a:pt x="400954" y="222395"/>
                  </a:lnTo>
                  <a:lnTo>
                    <a:pt x="398555" y="222484"/>
                  </a:lnTo>
                  <a:lnTo>
                    <a:pt x="393333" y="222675"/>
                  </a:lnTo>
                  <a:lnTo>
                    <a:pt x="373057" y="223329"/>
                  </a:lnTo>
                  <a:lnTo>
                    <a:pt x="370431" y="223407"/>
                  </a:lnTo>
                  <a:lnTo>
                    <a:pt x="350080" y="223986"/>
                  </a:lnTo>
                  <a:lnTo>
                    <a:pt x="347582" y="224050"/>
                  </a:lnTo>
                  <a:lnTo>
                    <a:pt x="341368" y="224206"/>
                  </a:lnTo>
                  <a:lnTo>
                    <a:pt x="333244" y="224397"/>
                  </a:lnTo>
                  <a:lnTo>
                    <a:pt x="322091" y="224640"/>
                  </a:lnTo>
                  <a:lnTo>
                    <a:pt x="309109" y="224890"/>
                  </a:lnTo>
                  <a:lnTo>
                    <a:pt x="302951" y="224995"/>
                  </a:lnTo>
                  <a:lnTo>
                    <a:pt x="296606" y="225102"/>
                  </a:lnTo>
                  <a:lnTo>
                    <a:pt x="277412" y="225372"/>
                  </a:lnTo>
                  <a:lnTo>
                    <a:pt x="276365" y="225384"/>
                  </a:lnTo>
                  <a:lnTo>
                    <a:pt x="271095" y="225441"/>
                  </a:lnTo>
                  <a:lnTo>
                    <a:pt x="252913" y="225592"/>
                  </a:lnTo>
                  <a:lnTo>
                    <a:pt x="245952" y="225647"/>
                  </a:lnTo>
                  <a:lnTo>
                    <a:pt x="245787" y="225648"/>
                  </a:lnTo>
                  <a:lnTo>
                    <a:pt x="235354" y="225711"/>
                  </a:lnTo>
                  <a:lnTo>
                    <a:pt x="214819" y="225700"/>
                  </a:lnTo>
                  <a:lnTo>
                    <a:pt x="213930" y="225697"/>
                  </a:lnTo>
                  <a:lnTo>
                    <a:pt x="197958" y="225619"/>
                  </a:lnTo>
                  <a:lnTo>
                    <a:pt x="183206" y="225473"/>
                  </a:lnTo>
                  <a:lnTo>
                    <a:pt x="182078" y="225460"/>
                  </a:lnTo>
                  <a:lnTo>
                    <a:pt x="165090" y="225273"/>
                  </a:lnTo>
                  <a:lnTo>
                    <a:pt x="151925" y="225068"/>
                  </a:lnTo>
                  <a:lnTo>
                    <a:pt x="150232" y="225041"/>
                  </a:lnTo>
                  <a:lnTo>
                    <a:pt x="145331" y="224958"/>
                  </a:lnTo>
                  <a:lnTo>
                    <a:pt x="137936" y="224825"/>
                  </a:lnTo>
                  <a:lnTo>
                    <a:pt x="121606" y="224468"/>
                  </a:lnTo>
                  <a:lnTo>
                    <a:pt x="109236" y="224167"/>
                  </a:lnTo>
                  <a:lnTo>
                    <a:pt x="109845" y="199551"/>
                  </a:lnTo>
                  <a:lnTo>
                    <a:pt x="109864" y="198755"/>
                  </a:lnTo>
                  <a:lnTo>
                    <a:pt x="110022" y="192090"/>
                  </a:lnTo>
                  <a:lnTo>
                    <a:pt x="110474" y="173179"/>
                  </a:lnTo>
                  <a:lnTo>
                    <a:pt x="110565" y="169358"/>
                  </a:lnTo>
                  <a:lnTo>
                    <a:pt x="110987" y="150794"/>
                  </a:lnTo>
                  <a:lnTo>
                    <a:pt x="82969" y="150023"/>
                  </a:lnTo>
                  <a:lnTo>
                    <a:pt x="79406" y="149910"/>
                  </a:lnTo>
                  <a:lnTo>
                    <a:pt x="77607" y="149853"/>
                  </a:lnTo>
                  <a:lnTo>
                    <a:pt x="54145" y="149035"/>
                  </a:lnTo>
                  <a:lnTo>
                    <a:pt x="37180" y="148394"/>
                  </a:lnTo>
                  <a:lnTo>
                    <a:pt x="26534" y="147960"/>
                  </a:lnTo>
                  <a:lnTo>
                    <a:pt x="0" y="14675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633418" y="2537521"/>
              <a:ext cx="95816" cy="203542"/>
            </a:xfrm>
            <a:custGeom>
              <a:avLst/>
              <a:pathLst>
                <a:path w="95816" h="203542">
                  <a:moveTo>
                    <a:pt x="9524" y="195566"/>
                  </a:moveTo>
                  <a:lnTo>
                    <a:pt x="9991" y="192922"/>
                  </a:lnTo>
                  <a:lnTo>
                    <a:pt x="8603" y="188965"/>
                  </a:lnTo>
                  <a:lnTo>
                    <a:pt x="10256" y="187379"/>
                  </a:lnTo>
                  <a:lnTo>
                    <a:pt x="11731" y="183974"/>
                  </a:lnTo>
                  <a:lnTo>
                    <a:pt x="9931" y="181510"/>
                  </a:lnTo>
                  <a:lnTo>
                    <a:pt x="10253" y="178078"/>
                  </a:lnTo>
                  <a:lnTo>
                    <a:pt x="7838" y="173718"/>
                  </a:lnTo>
                  <a:lnTo>
                    <a:pt x="7723" y="173155"/>
                  </a:lnTo>
                  <a:lnTo>
                    <a:pt x="6915" y="169220"/>
                  </a:lnTo>
                  <a:lnTo>
                    <a:pt x="6835" y="167871"/>
                  </a:lnTo>
                  <a:lnTo>
                    <a:pt x="6695" y="165530"/>
                  </a:lnTo>
                  <a:lnTo>
                    <a:pt x="6266" y="161230"/>
                  </a:lnTo>
                  <a:lnTo>
                    <a:pt x="4718" y="158474"/>
                  </a:lnTo>
                  <a:lnTo>
                    <a:pt x="3182" y="148815"/>
                  </a:lnTo>
                  <a:lnTo>
                    <a:pt x="1312" y="143178"/>
                  </a:lnTo>
                  <a:lnTo>
                    <a:pt x="2791" y="140175"/>
                  </a:lnTo>
                  <a:lnTo>
                    <a:pt x="2922" y="139908"/>
                  </a:lnTo>
                  <a:lnTo>
                    <a:pt x="2396" y="131332"/>
                  </a:lnTo>
                  <a:lnTo>
                    <a:pt x="4492" y="127477"/>
                  </a:lnTo>
                  <a:lnTo>
                    <a:pt x="4687" y="126371"/>
                  </a:lnTo>
                  <a:lnTo>
                    <a:pt x="5201" y="123431"/>
                  </a:lnTo>
                  <a:lnTo>
                    <a:pt x="4272" y="118656"/>
                  </a:lnTo>
                  <a:lnTo>
                    <a:pt x="5518" y="112246"/>
                  </a:lnTo>
                  <a:lnTo>
                    <a:pt x="3953" y="109481"/>
                  </a:lnTo>
                  <a:lnTo>
                    <a:pt x="4905" y="105786"/>
                  </a:lnTo>
                  <a:lnTo>
                    <a:pt x="5092" y="100344"/>
                  </a:lnTo>
                  <a:lnTo>
                    <a:pt x="2878" y="96701"/>
                  </a:lnTo>
                  <a:lnTo>
                    <a:pt x="1904" y="95096"/>
                  </a:lnTo>
                  <a:lnTo>
                    <a:pt x="736" y="90663"/>
                  </a:lnTo>
                  <a:lnTo>
                    <a:pt x="0" y="87399"/>
                  </a:lnTo>
                  <a:lnTo>
                    <a:pt x="1307" y="84337"/>
                  </a:lnTo>
                  <a:lnTo>
                    <a:pt x="3737" y="82429"/>
                  </a:lnTo>
                  <a:lnTo>
                    <a:pt x="7076" y="81223"/>
                  </a:lnTo>
                  <a:lnTo>
                    <a:pt x="8646" y="79826"/>
                  </a:lnTo>
                  <a:lnTo>
                    <a:pt x="9430" y="79127"/>
                  </a:lnTo>
                  <a:lnTo>
                    <a:pt x="10197" y="75160"/>
                  </a:lnTo>
                  <a:lnTo>
                    <a:pt x="10843" y="74623"/>
                  </a:lnTo>
                  <a:lnTo>
                    <a:pt x="13868" y="72107"/>
                  </a:lnTo>
                  <a:lnTo>
                    <a:pt x="14804" y="68010"/>
                  </a:lnTo>
                  <a:lnTo>
                    <a:pt x="17166" y="64536"/>
                  </a:lnTo>
                  <a:lnTo>
                    <a:pt x="15624" y="61489"/>
                  </a:lnTo>
                  <a:lnTo>
                    <a:pt x="16897" y="58538"/>
                  </a:lnTo>
                  <a:lnTo>
                    <a:pt x="15359" y="55312"/>
                  </a:lnTo>
                  <a:lnTo>
                    <a:pt x="12845" y="53286"/>
                  </a:lnTo>
                  <a:lnTo>
                    <a:pt x="8773" y="48370"/>
                  </a:lnTo>
                  <a:lnTo>
                    <a:pt x="10004" y="43340"/>
                  </a:lnTo>
                  <a:lnTo>
                    <a:pt x="10383" y="37250"/>
                  </a:lnTo>
                  <a:lnTo>
                    <a:pt x="10928" y="34601"/>
                  </a:lnTo>
                  <a:lnTo>
                    <a:pt x="7543" y="30823"/>
                  </a:lnTo>
                  <a:lnTo>
                    <a:pt x="8045" y="27691"/>
                  </a:lnTo>
                  <a:lnTo>
                    <a:pt x="6750" y="23750"/>
                  </a:lnTo>
                  <a:lnTo>
                    <a:pt x="8104" y="20136"/>
                  </a:lnTo>
                  <a:lnTo>
                    <a:pt x="7942" y="15352"/>
                  </a:lnTo>
                  <a:lnTo>
                    <a:pt x="7873" y="13199"/>
                  </a:lnTo>
                  <a:lnTo>
                    <a:pt x="5283" y="10960"/>
                  </a:lnTo>
                  <a:lnTo>
                    <a:pt x="8168" y="7435"/>
                  </a:lnTo>
                  <a:lnTo>
                    <a:pt x="10971" y="3834"/>
                  </a:lnTo>
                  <a:lnTo>
                    <a:pt x="13680" y="5470"/>
                  </a:lnTo>
                  <a:lnTo>
                    <a:pt x="17287" y="6228"/>
                  </a:lnTo>
                  <a:lnTo>
                    <a:pt x="19269" y="5319"/>
                  </a:lnTo>
                  <a:lnTo>
                    <a:pt x="19676" y="2063"/>
                  </a:lnTo>
                  <a:lnTo>
                    <a:pt x="20273" y="0"/>
                  </a:lnTo>
                  <a:lnTo>
                    <a:pt x="29349" y="20632"/>
                  </a:lnTo>
                  <a:lnTo>
                    <a:pt x="37105" y="38466"/>
                  </a:lnTo>
                  <a:lnTo>
                    <a:pt x="43801" y="54565"/>
                  </a:lnTo>
                  <a:lnTo>
                    <a:pt x="49416" y="68060"/>
                  </a:lnTo>
                  <a:lnTo>
                    <a:pt x="49896" y="69215"/>
                  </a:lnTo>
                  <a:lnTo>
                    <a:pt x="50633" y="70989"/>
                  </a:lnTo>
                  <a:lnTo>
                    <a:pt x="55207" y="82331"/>
                  </a:lnTo>
                  <a:lnTo>
                    <a:pt x="62196" y="99676"/>
                  </a:lnTo>
                  <a:lnTo>
                    <a:pt x="63497" y="102829"/>
                  </a:lnTo>
                  <a:lnTo>
                    <a:pt x="66084" y="109100"/>
                  </a:lnTo>
                  <a:lnTo>
                    <a:pt x="69836" y="117978"/>
                  </a:lnTo>
                  <a:lnTo>
                    <a:pt x="71027" y="119892"/>
                  </a:lnTo>
                  <a:lnTo>
                    <a:pt x="72234" y="121830"/>
                  </a:lnTo>
                  <a:lnTo>
                    <a:pt x="73607" y="127658"/>
                  </a:lnTo>
                  <a:lnTo>
                    <a:pt x="74160" y="131630"/>
                  </a:lnTo>
                  <a:lnTo>
                    <a:pt x="78392" y="134063"/>
                  </a:lnTo>
                  <a:lnTo>
                    <a:pt x="82270" y="136887"/>
                  </a:lnTo>
                  <a:lnTo>
                    <a:pt x="86502" y="139437"/>
                  </a:lnTo>
                  <a:lnTo>
                    <a:pt x="86883" y="142257"/>
                  </a:lnTo>
                  <a:lnTo>
                    <a:pt x="88001" y="145822"/>
                  </a:lnTo>
                  <a:lnTo>
                    <a:pt x="88566" y="146067"/>
                  </a:lnTo>
                  <a:lnTo>
                    <a:pt x="92740" y="147875"/>
                  </a:lnTo>
                  <a:lnTo>
                    <a:pt x="95816" y="148282"/>
                  </a:lnTo>
                  <a:lnTo>
                    <a:pt x="95476" y="152175"/>
                  </a:lnTo>
                  <a:lnTo>
                    <a:pt x="94954" y="155286"/>
                  </a:lnTo>
                  <a:lnTo>
                    <a:pt x="94608" y="159450"/>
                  </a:lnTo>
                  <a:lnTo>
                    <a:pt x="94668" y="160052"/>
                  </a:lnTo>
                  <a:lnTo>
                    <a:pt x="94842" y="161784"/>
                  </a:lnTo>
                  <a:lnTo>
                    <a:pt x="95004" y="163402"/>
                  </a:lnTo>
                  <a:lnTo>
                    <a:pt x="92730" y="164435"/>
                  </a:lnTo>
                  <a:lnTo>
                    <a:pt x="89133" y="164680"/>
                  </a:lnTo>
                  <a:lnTo>
                    <a:pt x="87774" y="166430"/>
                  </a:lnTo>
                  <a:lnTo>
                    <a:pt x="84848" y="168325"/>
                  </a:lnTo>
                  <a:lnTo>
                    <a:pt x="84688" y="170595"/>
                  </a:lnTo>
                  <a:lnTo>
                    <a:pt x="84546" y="172601"/>
                  </a:lnTo>
                  <a:lnTo>
                    <a:pt x="81843" y="173185"/>
                  </a:lnTo>
                  <a:lnTo>
                    <a:pt x="80116" y="173557"/>
                  </a:lnTo>
                  <a:lnTo>
                    <a:pt x="78943" y="175954"/>
                  </a:lnTo>
                  <a:lnTo>
                    <a:pt x="80474" y="179556"/>
                  </a:lnTo>
                  <a:lnTo>
                    <a:pt x="77370" y="180810"/>
                  </a:lnTo>
                  <a:lnTo>
                    <a:pt x="76871" y="181011"/>
                  </a:lnTo>
                  <a:lnTo>
                    <a:pt x="75944" y="184461"/>
                  </a:lnTo>
                  <a:lnTo>
                    <a:pt x="73073" y="185448"/>
                  </a:lnTo>
                  <a:lnTo>
                    <a:pt x="58880" y="190217"/>
                  </a:lnTo>
                  <a:lnTo>
                    <a:pt x="53409" y="192055"/>
                  </a:lnTo>
                  <a:lnTo>
                    <a:pt x="45749" y="194549"/>
                  </a:lnTo>
                  <a:lnTo>
                    <a:pt x="44232" y="195041"/>
                  </a:lnTo>
                  <a:lnTo>
                    <a:pt x="35107" y="197986"/>
                  </a:lnTo>
                  <a:lnTo>
                    <a:pt x="34432" y="198203"/>
                  </a:lnTo>
                  <a:lnTo>
                    <a:pt x="26478" y="200746"/>
                  </a:lnTo>
                  <a:lnTo>
                    <a:pt x="17666" y="203542"/>
                  </a:lnTo>
                  <a:lnTo>
                    <a:pt x="15902" y="201487"/>
                  </a:lnTo>
                  <a:lnTo>
                    <a:pt x="11797" y="19955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510632" y="3130248"/>
              <a:ext cx="52909" cy="116048"/>
            </a:xfrm>
            <a:custGeom>
              <a:avLst/>
              <a:pathLst>
                <a:path w="52909" h="116048">
                  <a:moveTo>
                    <a:pt x="3646" y="90068"/>
                  </a:moveTo>
                  <a:lnTo>
                    <a:pt x="4266" y="88990"/>
                  </a:lnTo>
                  <a:lnTo>
                    <a:pt x="4635" y="86896"/>
                  </a:lnTo>
                  <a:lnTo>
                    <a:pt x="5372" y="85196"/>
                  </a:lnTo>
                  <a:lnTo>
                    <a:pt x="5325" y="82625"/>
                  </a:lnTo>
                  <a:lnTo>
                    <a:pt x="6392" y="80454"/>
                  </a:lnTo>
                  <a:lnTo>
                    <a:pt x="6514" y="80275"/>
                  </a:lnTo>
                  <a:lnTo>
                    <a:pt x="8359" y="77590"/>
                  </a:lnTo>
                  <a:lnTo>
                    <a:pt x="10015" y="76934"/>
                  </a:lnTo>
                  <a:lnTo>
                    <a:pt x="11194" y="76250"/>
                  </a:lnTo>
                  <a:lnTo>
                    <a:pt x="12377" y="75563"/>
                  </a:lnTo>
                  <a:lnTo>
                    <a:pt x="12641" y="75210"/>
                  </a:lnTo>
                  <a:lnTo>
                    <a:pt x="13420" y="74169"/>
                  </a:lnTo>
                  <a:lnTo>
                    <a:pt x="14730" y="73140"/>
                  </a:lnTo>
                  <a:lnTo>
                    <a:pt x="14958" y="72960"/>
                  </a:lnTo>
                  <a:lnTo>
                    <a:pt x="14672" y="72096"/>
                  </a:lnTo>
                  <a:lnTo>
                    <a:pt x="14238" y="70786"/>
                  </a:lnTo>
                  <a:lnTo>
                    <a:pt x="14180" y="70610"/>
                  </a:lnTo>
                  <a:lnTo>
                    <a:pt x="14505" y="69574"/>
                  </a:lnTo>
                  <a:lnTo>
                    <a:pt x="16232" y="67645"/>
                  </a:lnTo>
                  <a:lnTo>
                    <a:pt x="18022" y="64790"/>
                  </a:lnTo>
                  <a:lnTo>
                    <a:pt x="18480" y="64184"/>
                  </a:lnTo>
                  <a:lnTo>
                    <a:pt x="19601" y="62699"/>
                  </a:lnTo>
                  <a:lnTo>
                    <a:pt x="21789" y="61296"/>
                  </a:lnTo>
                  <a:lnTo>
                    <a:pt x="22527" y="58929"/>
                  </a:lnTo>
                  <a:lnTo>
                    <a:pt x="24414" y="58056"/>
                  </a:lnTo>
                  <a:lnTo>
                    <a:pt x="25733" y="56371"/>
                  </a:lnTo>
                  <a:lnTo>
                    <a:pt x="24365" y="55222"/>
                  </a:lnTo>
                  <a:lnTo>
                    <a:pt x="23749" y="54705"/>
                  </a:lnTo>
                  <a:lnTo>
                    <a:pt x="20958" y="53424"/>
                  </a:lnTo>
                  <a:lnTo>
                    <a:pt x="19327" y="52113"/>
                  </a:lnTo>
                  <a:lnTo>
                    <a:pt x="17173" y="50851"/>
                  </a:lnTo>
                  <a:lnTo>
                    <a:pt x="15977" y="49996"/>
                  </a:lnTo>
                  <a:lnTo>
                    <a:pt x="15114" y="49379"/>
                  </a:lnTo>
                  <a:lnTo>
                    <a:pt x="13706" y="47660"/>
                  </a:lnTo>
                  <a:lnTo>
                    <a:pt x="11745" y="48097"/>
                  </a:lnTo>
                  <a:lnTo>
                    <a:pt x="10485" y="47853"/>
                  </a:lnTo>
                  <a:lnTo>
                    <a:pt x="9443" y="46189"/>
                  </a:lnTo>
                  <a:lnTo>
                    <a:pt x="9368" y="44874"/>
                  </a:lnTo>
                  <a:lnTo>
                    <a:pt x="7878" y="41932"/>
                  </a:lnTo>
                  <a:lnTo>
                    <a:pt x="5485" y="41291"/>
                  </a:lnTo>
                  <a:lnTo>
                    <a:pt x="3845" y="42133"/>
                  </a:lnTo>
                  <a:lnTo>
                    <a:pt x="3474" y="41066"/>
                  </a:lnTo>
                  <a:lnTo>
                    <a:pt x="3211" y="40310"/>
                  </a:lnTo>
                  <a:lnTo>
                    <a:pt x="2748" y="38981"/>
                  </a:lnTo>
                  <a:lnTo>
                    <a:pt x="1618" y="35364"/>
                  </a:lnTo>
                  <a:lnTo>
                    <a:pt x="1470" y="32943"/>
                  </a:lnTo>
                  <a:lnTo>
                    <a:pt x="3474" y="30937"/>
                  </a:lnTo>
                  <a:lnTo>
                    <a:pt x="3270" y="28036"/>
                  </a:lnTo>
                  <a:lnTo>
                    <a:pt x="3639" y="26055"/>
                  </a:lnTo>
                  <a:lnTo>
                    <a:pt x="1959" y="24496"/>
                  </a:lnTo>
                  <a:lnTo>
                    <a:pt x="544" y="22973"/>
                  </a:lnTo>
                  <a:lnTo>
                    <a:pt x="0" y="22387"/>
                  </a:lnTo>
                  <a:lnTo>
                    <a:pt x="1611" y="19912"/>
                  </a:lnTo>
                  <a:lnTo>
                    <a:pt x="2910" y="17322"/>
                  </a:lnTo>
                  <a:lnTo>
                    <a:pt x="3248" y="15588"/>
                  </a:lnTo>
                  <a:lnTo>
                    <a:pt x="3386" y="14881"/>
                  </a:lnTo>
                  <a:lnTo>
                    <a:pt x="3433" y="14641"/>
                  </a:lnTo>
                  <a:lnTo>
                    <a:pt x="5351" y="11714"/>
                  </a:lnTo>
                  <a:lnTo>
                    <a:pt x="5541" y="9128"/>
                  </a:lnTo>
                  <a:lnTo>
                    <a:pt x="5628" y="7938"/>
                  </a:lnTo>
                  <a:lnTo>
                    <a:pt x="6426" y="4184"/>
                  </a:lnTo>
                  <a:lnTo>
                    <a:pt x="7688" y="1517"/>
                  </a:lnTo>
                  <a:lnTo>
                    <a:pt x="9673" y="0"/>
                  </a:lnTo>
                  <a:lnTo>
                    <a:pt x="19317" y="2448"/>
                  </a:lnTo>
                  <a:lnTo>
                    <a:pt x="23034" y="3484"/>
                  </a:lnTo>
                  <a:lnTo>
                    <a:pt x="25706" y="4225"/>
                  </a:lnTo>
                  <a:lnTo>
                    <a:pt x="28437" y="4848"/>
                  </a:lnTo>
                  <a:lnTo>
                    <a:pt x="29359" y="5051"/>
                  </a:lnTo>
                  <a:lnTo>
                    <a:pt x="36246" y="6556"/>
                  </a:lnTo>
                  <a:lnTo>
                    <a:pt x="42164" y="7756"/>
                  </a:lnTo>
                  <a:lnTo>
                    <a:pt x="42377" y="10032"/>
                  </a:lnTo>
                  <a:lnTo>
                    <a:pt x="42406" y="11714"/>
                  </a:lnTo>
                  <a:lnTo>
                    <a:pt x="42437" y="13548"/>
                  </a:lnTo>
                  <a:lnTo>
                    <a:pt x="42443" y="13954"/>
                  </a:lnTo>
                  <a:lnTo>
                    <a:pt x="42388" y="14614"/>
                  </a:lnTo>
                  <a:lnTo>
                    <a:pt x="42322" y="15394"/>
                  </a:lnTo>
                  <a:lnTo>
                    <a:pt x="42224" y="16553"/>
                  </a:lnTo>
                  <a:lnTo>
                    <a:pt x="42202" y="16808"/>
                  </a:lnTo>
                  <a:lnTo>
                    <a:pt x="42159" y="17047"/>
                  </a:lnTo>
                  <a:lnTo>
                    <a:pt x="41973" y="18072"/>
                  </a:lnTo>
                  <a:lnTo>
                    <a:pt x="41567" y="20310"/>
                  </a:lnTo>
                  <a:lnTo>
                    <a:pt x="41534" y="20900"/>
                  </a:lnTo>
                  <a:lnTo>
                    <a:pt x="41477" y="21928"/>
                  </a:lnTo>
                  <a:lnTo>
                    <a:pt x="41374" y="23768"/>
                  </a:lnTo>
                  <a:lnTo>
                    <a:pt x="40964" y="24935"/>
                  </a:lnTo>
                  <a:lnTo>
                    <a:pt x="40897" y="25128"/>
                  </a:lnTo>
                  <a:lnTo>
                    <a:pt x="40580" y="26026"/>
                  </a:lnTo>
                  <a:lnTo>
                    <a:pt x="38141" y="27118"/>
                  </a:lnTo>
                  <a:lnTo>
                    <a:pt x="37793" y="27273"/>
                  </a:lnTo>
                  <a:lnTo>
                    <a:pt x="36913" y="28302"/>
                  </a:lnTo>
                  <a:lnTo>
                    <a:pt x="37412" y="30096"/>
                  </a:lnTo>
                  <a:lnTo>
                    <a:pt x="37448" y="31831"/>
                  </a:lnTo>
                  <a:lnTo>
                    <a:pt x="36528" y="32829"/>
                  </a:lnTo>
                  <a:lnTo>
                    <a:pt x="36745" y="34942"/>
                  </a:lnTo>
                  <a:lnTo>
                    <a:pt x="37241" y="36713"/>
                  </a:lnTo>
                  <a:lnTo>
                    <a:pt x="38754" y="37037"/>
                  </a:lnTo>
                  <a:lnTo>
                    <a:pt x="39504" y="37197"/>
                  </a:lnTo>
                  <a:lnTo>
                    <a:pt x="41098" y="36319"/>
                  </a:lnTo>
                  <a:lnTo>
                    <a:pt x="42834" y="35938"/>
                  </a:lnTo>
                  <a:lnTo>
                    <a:pt x="45273" y="36405"/>
                  </a:lnTo>
                  <a:lnTo>
                    <a:pt x="45502" y="33644"/>
                  </a:lnTo>
                  <a:lnTo>
                    <a:pt x="46160" y="33147"/>
                  </a:lnTo>
                  <a:lnTo>
                    <a:pt x="47866" y="36077"/>
                  </a:lnTo>
                  <a:lnTo>
                    <a:pt x="48932" y="38826"/>
                  </a:lnTo>
                  <a:lnTo>
                    <a:pt x="49566" y="42135"/>
                  </a:lnTo>
                  <a:lnTo>
                    <a:pt x="49876" y="46332"/>
                  </a:lnTo>
                  <a:lnTo>
                    <a:pt x="50142" y="49977"/>
                  </a:lnTo>
                  <a:lnTo>
                    <a:pt x="50266" y="50973"/>
                  </a:lnTo>
                  <a:lnTo>
                    <a:pt x="51023" y="57052"/>
                  </a:lnTo>
                  <a:lnTo>
                    <a:pt x="51542" y="60375"/>
                  </a:lnTo>
                  <a:lnTo>
                    <a:pt x="52650" y="65699"/>
                  </a:lnTo>
                  <a:lnTo>
                    <a:pt x="52686" y="66000"/>
                  </a:lnTo>
                  <a:lnTo>
                    <a:pt x="52909" y="67859"/>
                  </a:lnTo>
                  <a:lnTo>
                    <a:pt x="51648" y="74989"/>
                  </a:lnTo>
                  <a:lnTo>
                    <a:pt x="49790" y="81610"/>
                  </a:lnTo>
                  <a:lnTo>
                    <a:pt x="49836" y="82921"/>
                  </a:lnTo>
                  <a:lnTo>
                    <a:pt x="49854" y="83446"/>
                  </a:lnTo>
                  <a:lnTo>
                    <a:pt x="48635" y="87397"/>
                  </a:lnTo>
                  <a:lnTo>
                    <a:pt x="47609" y="89838"/>
                  </a:lnTo>
                  <a:lnTo>
                    <a:pt x="44433" y="93272"/>
                  </a:lnTo>
                  <a:lnTo>
                    <a:pt x="43958" y="94131"/>
                  </a:lnTo>
                  <a:lnTo>
                    <a:pt x="42949" y="95949"/>
                  </a:lnTo>
                  <a:lnTo>
                    <a:pt x="41456" y="99435"/>
                  </a:lnTo>
                  <a:lnTo>
                    <a:pt x="41027" y="101218"/>
                  </a:lnTo>
                  <a:lnTo>
                    <a:pt x="40342" y="104502"/>
                  </a:lnTo>
                  <a:lnTo>
                    <a:pt x="40873" y="105193"/>
                  </a:lnTo>
                  <a:lnTo>
                    <a:pt x="39397" y="109742"/>
                  </a:lnTo>
                  <a:lnTo>
                    <a:pt x="38876" y="111803"/>
                  </a:lnTo>
                  <a:lnTo>
                    <a:pt x="37499" y="114566"/>
                  </a:lnTo>
                  <a:lnTo>
                    <a:pt x="35214" y="115898"/>
                  </a:lnTo>
                  <a:lnTo>
                    <a:pt x="33954" y="116048"/>
                  </a:lnTo>
                  <a:lnTo>
                    <a:pt x="33451" y="112748"/>
                  </a:lnTo>
                  <a:lnTo>
                    <a:pt x="34102" y="108146"/>
                  </a:lnTo>
                  <a:lnTo>
                    <a:pt x="33960" y="105324"/>
                  </a:lnTo>
                  <a:lnTo>
                    <a:pt x="32852" y="104079"/>
                  </a:lnTo>
                  <a:lnTo>
                    <a:pt x="32476" y="104109"/>
                  </a:lnTo>
                  <a:lnTo>
                    <a:pt x="29354" y="104358"/>
                  </a:lnTo>
                  <a:lnTo>
                    <a:pt x="27245" y="103802"/>
                  </a:lnTo>
                  <a:lnTo>
                    <a:pt x="25813" y="104480"/>
                  </a:lnTo>
                  <a:lnTo>
                    <a:pt x="24586" y="106341"/>
                  </a:lnTo>
                  <a:lnTo>
                    <a:pt x="22975" y="104774"/>
                  </a:lnTo>
                  <a:lnTo>
                    <a:pt x="20812" y="103406"/>
                  </a:lnTo>
                  <a:lnTo>
                    <a:pt x="19378" y="102687"/>
                  </a:lnTo>
                  <a:lnTo>
                    <a:pt x="17844" y="102835"/>
                  </a:lnTo>
                  <a:lnTo>
                    <a:pt x="15840" y="101412"/>
                  </a:lnTo>
                  <a:lnTo>
                    <a:pt x="14617" y="101012"/>
                  </a:lnTo>
                  <a:lnTo>
                    <a:pt x="12648" y="100013"/>
                  </a:lnTo>
                  <a:lnTo>
                    <a:pt x="11894" y="99768"/>
                  </a:lnTo>
                  <a:lnTo>
                    <a:pt x="10822" y="99420"/>
                  </a:lnTo>
                  <a:lnTo>
                    <a:pt x="9526" y="97959"/>
                  </a:lnTo>
                  <a:lnTo>
                    <a:pt x="6726" y="97726"/>
                  </a:lnTo>
                  <a:lnTo>
                    <a:pt x="6516" y="95880"/>
                  </a:lnTo>
                  <a:lnTo>
                    <a:pt x="6032" y="94139"/>
                  </a:lnTo>
                  <a:lnTo>
                    <a:pt x="5984" y="91980"/>
                  </a:lnTo>
                  <a:lnTo>
                    <a:pt x="4644" y="9147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115265" y="3886853"/>
              <a:ext cx="728544" cy="773175"/>
            </a:xfrm>
            <a:custGeom>
              <a:avLst/>
              <a:pathLst>
                <a:path w="728544" h="773175">
                  <a:moveTo>
                    <a:pt x="5846" y="701066"/>
                  </a:moveTo>
                  <a:lnTo>
                    <a:pt x="9534" y="662396"/>
                  </a:lnTo>
                  <a:lnTo>
                    <a:pt x="13902" y="616348"/>
                  </a:lnTo>
                  <a:lnTo>
                    <a:pt x="18388" y="569055"/>
                  </a:lnTo>
                  <a:lnTo>
                    <a:pt x="23845" y="511002"/>
                  </a:lnTo>
                  <a:lnTo>
                    <a:pt x="26400" y="483957"/>
                  </a:lnTo>
                  <a:lnTo>
                    <a:pt x="31189" y="434447"/>
                  </a:lnTo>
                  <a:lnTo>
                    <a:pt x="32466" y="421294"/>
                  </a:lnTo>
                  <a:lnTo>
                    <a:pt x="40871" y="334063"/>
                  </a:lnTo>
                  <a:lnTo>
                    <a:pt x="41616" y="326395"/>
                  </a:lnTo>
                  <a:lnTo>
                    <a:pt x="46619" y="275100"/>
                  </a:lnTo>
                  <a:lnTo>
                    <a:pt x="49394" y="246011"/>
                  </a:lnTo>
                  <a:lnTo>
                    <a:pt x="51822" y="220641"/>
                  </a:lnTo>
                  <a:lnTo>
                    <a:pt x="55189" y="186843"/>
                  </a:lnTo>
                  <a:lnTo>
                    <a:pt x="58742" y="151026"/>
                  </a:lnTo>
                  <a:lnTo>
                    <a:pt x="60394" y="134448"/>
                  </a:lnTo>
                  <a:lnTo>
                    <a:pt x="61934" y="119025"/>
                  </a:lnTo>
                  <a:lnTo>
                    <a:pt x="72134" y="16801"/>
                  </a:lnTo>
                  <a:lnTo>
                    <a:pt x="73839" y="0"/>
                  </a:lnTo>
                  <a:lnTo>
                    <a:pt x="119720" y="4828"/>
                  </a:lnTo>
                  <a:lnTo>
                    <a:pt x="145758" y="7442"/>
                  </a:lnTo>
                  <a:lnTo>
                    <a:pt x="186689" y="11396"/>
                  </a:lnTo>
                  <a:lnTo>
                    <a:pt x="242803" y="16593"/>
                  </a:lnTo>
                  <a:lnTo>
                    <a:pt x="249383" y="17180"/>
                  </a:lnTo>
                  <a:lnTo>
                    <a:pt x="308219" y="22192"/>
                  </a:lnTo>
                  <a:lnTo>
                    <a:pt x="308951" y="23301"/>
                  </a:lnTo>
                  <a:lnTo>
                    <a:pt x="351587" y="26518"/>
                  </a:lnTo>
                  <a:lnTo>
                    <a:pt x="366010" y="27560"/>
                  </a:lnTo>
                  <a:lnTo>
                    <a:pt x="402518" y="30096"/>
                  </a:lnTo>
                  <a:lnTo>
                    <a:pt x="403477" y="30161"/>
                  </a:lnTo>
                  <a:lnTo>
                    <a:pt x="433722" y="32218"/>
                  </a:lnTo>
                  <a:lnTo>
                    <a:pt x="433939" y="32233"/>
                  </a:lnTo>
                  <a:lnTo>
                    <a:pt x="453731" y="33558"/>
                  </a:lnTo>
                  <a:lnTo>
                    <a:pt x="466158" y="34373"/>
                  </a:lnTo>
                  <a:lnTo>
                    <a:pt x="484377" y="35568"/>
                  </a:lnTo>
                  <a:lnTo>
                    <a:pt x="487716" y="35782"/>
                  </a:lnTo>
                  <a:lnTo>
                    <a:pt x="494816" y="36234"/>
                  </a:lnTo>
                  <a:lnTo>
                    <a:pt x="498530" y="36468"/>
                  </a:lnTo>
                  <a:lnTo>
                    <a:pt x="540693" y="39215"/>
                  </a:lnTo>
                  <a:lnTo>
                    <a:pt x="583366" y="41512"/>
                  </a:lnTo>
                  <a:lnTo>
                    <a:pt x="619311" y="42969"/>
                  </a:lnTo>
                  <a:lnTo>
                    <a:pt x="649138" y="44070"/>
                  </a:lnTo>
                  <a:lnTo>
                    <a:pt x="719429" y="46676"/>
                  </a:lnTo>
                  <a:lnTo>
                    <a:pt x="728544" y="46974"/>
                  </a:lnTo>
                  <a:lnTo>
                    <a:pt x="728164" y="59234"/>
                  </a:lnTo>
                  <a:lnTo>
                    <a:pt x="727054" y="90967"/>
                  </a:lnTo>
                  <a:lnTo>
                    <a:pt x="726766" y="100779"/>
                  </a:lnTo>
                  <a:lnTo>
                    <a:pt x="726283" y="114630"/>
                  </a:lnTo>
                  <a:lnTo>
                    <a:pt x="721964" y="114469"/>
                  </a:lnTo>
                  <a:lnTo>
                    <a:pt x="720081" y="174733"/>
                  </a:lnTo>
                  <a:lnTo>
                    <a:pt x="718610" y="217464"/>
                  </a:lnTo>
                  <a:lnTo>
                    <a:pt x="718067" y="233285"/>
                  </a:lnTo>
                  <a:lnTo>
                    <a:pt x="715999" y="292709"/>
                  </a:lnTo>
                  <a:lnTo>
                    <a:pt x="715819" y="297906"/>
                  </a:lnTo>
                  <a:lnTo>
                    <a:pt x="714974" y="323680"/>
                  </a:lnTo>
                  <a:lnTo>
                    <a:pt x="714061" y="351640"/>
                  </a:lnTo>
                  <a:lnTo>
                    <a:pt x="713467" y="368887"/>
                  </a:lnTo>
                  <a:lnTo>
                    <a:pt x="712317" y="401358"/>
                  </a:lnTo>
                  <a:lnTo>
                    <a:pt x="712036" y="410387"/>
                  </a:lnTo>
                  <a:lnTo>
                    <a:pt x="711994" y="411753"/>
                  </a:lnTo>
                  <a:lnTo>
                    <a:pt x="711057" y="441928"/>
                  </a:lnTo>
                  <a:lnTo>
                    <a:pt x="709519" y="476328"/>
                  </a:lnTo>
                  <a:lnTo>
                    <a:pt x="707821" y="510633"/>
                  </a:lnTo>
                  <a:lnTo>
                    <a:pt x="706593" y="535220"/>
                  </a:lnTo>
                  <a:lnTo>
                    <a:pt x="705452" y="558054"/>
                  </a:lnTo>
                  <a:lnTo>
                    <a:pt x="703948" y="593161"/>
                  </a:lnTo>
                  <a:lnTo>
                    <a:pt x="703314" y="607970"/>
                  </a:lnTo>
                  <a:lnTo>
                    <a:pt x="702797" y="624493"/>
                  </a:lnTo>
                  <a:lnTo>
                    <a:pt x="702211" y="643249"/>
                  </a:lnTo>
                  <a:lnTo>
                    <a:pt x="701937" y="652128"/>
                  </a:lnTo>
                  <a:lnTo>
                    <a:pt x="700365" y="703021"/>
                  </a:lnTo>
                  <a:lnTo>
                    <a:pt x="700120" y="710839"/>
                  </a:lnTo>
                  <a:lnTo>
                    <a:pt x="699754" y="722511"/>
                  </a:lnTo>
                  <a:lnTo>
                    <a:pt x="669403" y="721401"/>
                  </a:lnTo>
                  <a:lnTo>
                    <a:pt x="623508" y="719544"/>
                  </a:lnTo>
                  <a:lnTo>
                    <a:pt x="593719" y="718226"/>
                  </a:lnTo>
                  <a:lnTo>
                    <a:pt x="588590" y="717989"/>
                  </a:lnTo>
                  <a:lnTo>
                    <a:pt x="516960" y="714313"/>
                  </a:lnTo>
                  <a:lnTo>
                    <a:pt x="493335" y="713003"/>
                  </a:lnTo>
                  <a:lnTo>
                    <a:pt x="485167" y="712537"/>
                  </a:lnTo>
                  <a:lnTo>
                    <a:pt x="457914" y="710933"/>
                  </a:lnTo>
                  <a:lnTo>
                    <a:pt x="388958" y="706316"/>
                  </a:lnTo>
                  <a:lnTo>
                    <a:pt x="360360" y="704387"/>
                  </a:lnTo>
                  <a:lnTo>
                    <a:pt x="336934" y="702745"/>
                  </a:lnTo>
                  <a:lnTo>
                    <a:pt x="316543" y="701322"/>
                  </a:lnTo>
                  <a:lnTo>
                    <a:pt x="300737" y="700190"/>
                  </a:lnTo>
                  <a:lnTo>
                    <a:pt x="288666" y="699308"/>
                  </a:lnTo>
                  <a:lnTo>
                    <a:pt x="287056" y="703142"/>
                  </a:lnTo>
                  <a:lnTo>
                    <a:pt x="287304" y="710910"/>
                  </a:lnTo>
                  <a:lnTo>
                    <a:pt x="285478" y="716526"/>
                  </a:lnTo>
                  <a:lnTo>
                    <a:pt x="291264" y="724772"/>
                  </a:lnTo>
                  <a:lnTo>
                    <a:pt x="297134" y="729385"/>
                  </a:lnTo>
                  <a:lnTo>
                    <a:pt x="296737" y="729252"/>
                  </a:lnTo>
                  <a:lnTo>
                    <a:pt x="243275" y="725064"/>
                  </a:lnTo>
                  <a:lnTo>
                    <a:pt x="208186" y="722146"/>
                  </a:lnTo>
                  <a:lnTo>
                    <a:pt x="193673" y="720902"/>
                  </a:lnTo>
                  <a:lnTo>
                    <a:pt x="102784" y="712605"/>
                  </a:lnTo>
                  <a:lnTo>
                    <a:pt x="99570" y="750797"/>
                  </a:lnTo>
                  <a:lnTo>
                    <a:pt x="97705" y="773175"/>
                  </a:lnTo>
                  <a:lnTo>
                    <a:pt x="39745" y="767484"/>
                  </a:lnTo>
                  <a:lnTo>
                    <a:pt x="21932" y="765777"/>
                  </a:lnTo>
                  <a:lnTo>
                    <a:pt x="0" y="76345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239224" y="3192040"/>
              <a:ext cx="522290" cy="808998"/>
            </a:xfrm>
            <a:custGeom>
              <a:avLst/>
              <a:pathLst>
                <a:path w="522290" h="808998">
                  <a:moveTo>
                    <a:pt x="7210" y="273646"/>
                  </a:moveTo>
                  <a:lnTo>
                    <a:pt x="10403" y="260533"/>
                  </a:lnTo>
                  <a:lnTo>
                    <a:pt x="12736" y="250965"/>
                  </a:lnTo>
                  <a:lnTo>
                    <a:pt x="17253" y="232231"/>
                  </a:lnTo>
                  <a:lnTo>
                    <a:pt x="23029" y="208339"/>
                  </a:lnTo>
                  <a:lnTo>
                    <a:pt x="27142" y="190982"/>
                  </a:lnTo>
                  <a:lnTo>
                    <a:pt x="31902" y="171076"/>
                  </a:lnTo>
                  <a:lnTo>
                    <a:pt x="41447" y="130184"/>
                  </a:lnTo>
                  <a:lnTo>
                    <a:pt x="44830" y="115339"/>
                  </a:lnTo>
                  <a:lnTo>
                    <a:pt x="52515" y="82817"/>
                  </a:lnTo>
                  <a:lnTo>
                    <a:pt x="63262" y="38413"/>
                  </a:lnTo>
                  <a:lnTo>
                    <a:pt x="69477" y="12222"/>
                  </a:lnTo>
                  <a:lnTo>
                    <a:pt x="72430" y="0"/>
                  </a:lnTo>
                  <a:lnTo>
                    <a:pt x="92921" y="4931"/>
                  </a:lnTo>
                  <a:lnTo>
                    <a:pt x="120242" y="11882"/>
                  </a:lnTo>
                  <a:lnTo>
                    <a:pt x="122929" y="12559"/>
                  </a:lnTo>
                  <a:lnTo>
                    <a:pt x="131600" y="14732"/>
                  </a:lnTo>
                  <a:lnTo>
                    <a:pt x="147158" y="18397"/>
                  </a:lnTo>
                  <a:lnTo>
                    <a:pt x="164031" y="22514"/>
                  </a:lnTo>
                  <a:lnTo>
                    <a:pt x="184743" y="27056"/>
                  </a:lnTo>
                  <a:lnTo>
                    <a:pt x="207623" y="32147"/>
                  </a:lnTo>
                  <a:lnTo>
                    <a:pt x="232022" y="37509"/>
                  </a:lnTo>
                  <a:lnTo>
                    <a:pt x="250842" y="41670"/>
                  </a:lnTo>
                  <a:lnTo>
                    <a:pt x="267458" y="45217"/>
                  </a:lnTo>
                  <a:lnTo>
                    <a:pt x="283012" y="48460"/>
                  </a:lnTo>
                  <a:lnTo>
                    <a:pt x="295959" y="51277"/>
                  </a:lnTo>
                  <a:lnTo>
                    <a:pt x="296562" y="51410"/>
                  </a:lnTo>
                  <a:lnTo>
                    <a:pt x="326157" y="57881"/>
                  </a:lnTo>
                  <a:lnTo>
                    <a:pt x="348338" y="62444"/>
                  </a:lnTo>
                  <a:lnTo>
                    <a:pt x="383369" y="69518"/>
                  </a:lnTo>
                  <a:lnTo>
                    <a:pt x="401905" y="73077"/>
                  </a:lnTo>
                  <a:lnTo>
                    <a:pt x="425563" y="77763"/>
                  </a:lnTo>
                  <a:lnTo>
                    <a:pt x="446557" y="81448"/>
                  </a:lnTo>
                  <a:lnTo>
                    <a:pt x="457137" y="83277"/>
                  </a:lnTo>
                  <a:lnTo>
                    <a:pt x="479926" y="88020"/>
                  </a:lnTo>
                  <a:lnTo>
                    <a:pt x="504010" y="92360"/>
                  </a:lnTo>
                  <a:lnTo>
                    <a:pt x="522290" y="95618"/>
                  </a:lnTo>
                  <a:lnTo>
                    <a:pt x="518276" y="120425"/>
                  </a:lnTo>
                  <a:lnTo>
                    <a:pt x="513731" y="147492"/>
                  </a:lnTo>
                  <a:lnTo>
                    <a:pt x="508758" y="176804"/>
                  </a:lnTo>
                  <a:lnTo>
                    <a:pt x="505145" y="198265"/>
                  </a:lnTo>
                  <a:lnTo>
                    <a:pt x="500369" y="226508"/>
                  </a:lnTo>
                  <a:lnTo>
                    <a:pt x="496287" y="250289"/>
                  </a:lnTo>
                  <a:lnTo>
                    <a:pt x="494585" y="260350"/>
                  </a:lnTo>
                  <a:lnTo>
                    <a:pt x="489807" y="289412"/>
                  </a:lnTo>
                  <a:lnTo>
                    <a:pt x="489484" y="291378"/>
                  </a:lnTo>
                  <a:lnTo>
                    <a:pt x="486180" y="311177"/>
                  </a:lnTo>
                  <a:lnTo>
                    <a:pt x="484255" y="322732"/>
                  </a:lnTo>
                  <a:lnTo>
                    <a:pt x="480082" y="348709"/>
                  </a:lnTo>
                  <a:lnTo>
                    <a:pt x="479373" y="353131"/>
                  </a:lnTo>
                  <a:lnTo>
                    <a:pt x="470962" y="404171"/>
                  </a:lnTo>
                  <a:lnTo>
                    <a:pt x="468939" y="417282"/>
                  </a:lnTo>
                  <a:lnTo>
                    <a:pt x="465491" y="438056"/>
                  </a:lnTo>
                  <a:lnTo>
                    <a:pt x="463707" y="448833"/>
                  </a:lnTo>
                  <a:lnTo>
                    <a:pt x="460930" y="466223"/>
                  </a:lnTo>
                  <a:lnTo>
                    <a:pt x="458384" y="482185"/>
                  </a:lnTo>
                  <a:lnTo>
                    <a:pt x="456737" y="492656"/>
                  </a:lnTo>
                  <a:lnTo>
                    <a:pt x="452377" y="520254"/>
                  </a:lnTo>
                  <a:lnTo>
                    <a:pt x="449997" y="534204"/>
                  </a:lnTo>
                  <a:lnTo>
                    <a:pt x="447634" y="548775"/>
                  </a:lnTo>
                  <a:lnTo>
                    <a:pt x="445780" y="560415"/>
                  </a:lnTo>
                  <a:lnTo>
                    <a:pt x="442470" y="581849"/>
                  </a:lnTo>
                  <a:lnTo>
                    <a:pt x="439314" y="602096"/>
                  </a:lnTo>
                  <a:lnTo>
                    <a:pt x="437986" y="611201"/>
                  </a:lnTo>
                  <a:lnTo>
                    <a:pt x="435487" y="627441"/>
                  </a:lnTo>
                  <a:lnTo>
                    <a:pt x="431700" y="652131"/>
                  </a:lnTo>
                  <a:lnTo>
                    <a:pt x="427400" y="680903"/>
                  </a:lnTo>
                  <a:lnTo>
                    <a:pt x="426442" y="686746"/>
                  </a:lnTo>
                  <a:lnTo>
                    <a:pt x="425364" y="694486"/>
                  </a:lnTo>
                  <a:lnTo>
                    <a:pt x="419802" y="701213"/>
                  </a:lnTo>
                  <a:lnTo>
                    <a:pt x="415519" y="707739"/>
                  </a:lnTo>
                  <a:lnTo>
                    <a:pt x="413936" y="710498"/>
                  </a:lnTo>
                  <a:lnTo>
                    <a:pt x="408636" y="710540"/>
                  </a:lnTo>
                  <a:lnTo>
                    <a:pt x="404221" y="707652"/>
                  </a:lnTo>
                  <a:lnTo>
                    <a:pt x="400883" y="704175"/>
                  </a:lnTo>
                  <a:lnTo>
                    <a:pt x="399853" y="699238"/>
                  </a:lnTo>
                  <a:lnTo>
                    <a:pt x="397531" y="695116"/>
                  </a:lnTo>
                  <a:lnTo>
                    <a:pt x="393850" y="694197"/>
                  </a:lnTo>
                  <a:lnTo>
                    <a:pt x="390901" y="695735"/>
                  </a:lnTo>
                  <a:lnTo>
                    <a:pt x="387763" y="694871"/>
                  </a:lnTo>
                  <a:lnTo>
                    <a:pt x="386068" y="692288"/>
                  </a:lnTo>
                  <a:lnTo>
                    <a:pt x="381073" y="691343"/>
                  </a:lnTo>
                  <a:lnTo>
                    <a:pt x="376265" y="691619"/>
                  </a:lnTo>
                  <a:lnTo>
                    <a:pt x="372662" y="693493"/>
                  </a:lnTo>
                  <a:lnTo>
                    <a:pt x="366666" y="693806"/>
                  </a:lnTo>
                  <a:lnTo>
                    <a:pt x="365506" y="697189"/>
                  </a:lnTo>
                  <a:lnTo>
                    <a:pt x="365432" y="697663"/>
                  </a:lnTo>
                  <a:lnTo>
                    <a:pt x="364542" y="703443"/>
                  </a:lnTo>
                  <a:lnTo>
                    <a:pt x="364407" y="710425"/>
                  </a:lnTo>
                  <a:lnTo>
                    <a:pt x="366277" y="715227"/>
                  </a:lnTo>
                  <a:lnTo>
                    <a:pt x="368215" y="719461"/>
                  </a:lnTo>
                  <a:lnTo>
                    <a:pt x="364544" y="724166"/>
                  </a:lnTo>
                  <a:lnTo>
                    <a:pt x="363737" y="732602"/>
                  </a:lnTo>
                  <a:lnTo>
                    <a:pt x="363036" y="741202"/>
                  </a:lnTo>
                  <a:lnTo>
                    <a:pt x="365374" y="745922"/>
                  </a:lnTo>
                  <a:lnTo>
                    <a:pt x="364784" y="748235"/>
                  </a:lnTo>
                  <a:lnTo>
                    <a:pt x="363142" y="754677"/>
                  </a:lnTo>
                  <a:lnTo>
                    <a:pt x="361791" y="762389"/>
                  </a:lnTo>
                  <a:lnTo>
                    <a:pt x="364265" y="767064"/>
                  </a:lnTo>
                  <a:lnTo>
                    <a:pt x="365215" y="782823"/>
                  </a:lnTo>
                  <a:lnTo>
                    <a:pt x="364411" y="795784"/>
                  </a:lnTo>
                  <a:lnTo>
                    <a:pt x="361904" y="797218"/>
                  </a:lnTo>
                  <a:lnTo>
                    <a:pt x="360165" y="796851"/>
                  </a:lnTo>
                  <a:lnTo>
                    <a:pt x="358863" y="802255"/>
                  </a:lnTo>
                  <a:lnTo>
                    <a:pt x="357069" y="808998"/>
                  </a:lnTo>
                  <a:lnTo>
                    <a:pt x="344957" y="792249"/>
                  </a:lnTo>
                  <a:lnTo>
                    <a:pt x="334790" y="778181"/>
                  </a:lnTo>
                  <a:lnTo>
                    <a:pt x="328056" y="768820"/>
                  </a:lnTo>
                  <a:lnTo>
                    <a:pt x="319879" y="757557"/>
                  </a:lnTo>
                  <a:lnTo>
                    <a:pt x="309817" y="743600"/>
                  </a:lnTo>
                  <a:lnTo>
                    <a:pt x="302775" y="733863"/>
                  </a:lnTo>
                  <a:lnTo>
                    <a:pt x="285856" y="710285"/>
                  </a:lnTo>
                  <a:lnTo>
                    <a:pt x="272146" y="691305"/>
                  </a:lnTo>
                  <a:lnTo>
                    <a:pt x="268915" y="686810"/>
                  </a:lnTo>
                  <a:lnTo>
                    <a:pt x="255135" y="667554"/>
                  </a:lnTo>
                  <a:lnTo>
                    <a:pt x="235848" y="640664"/>
                  </a:lnTo>
                  <a:lnTo>
                    <a:pt x="228223" y="629917"/>
                  </a:lnTo>
                  <a:lnTo>
                    <a:pt x="193658" y="581399"/>
                  </a:lnTo>
                  <a:lnTo>
                    <a:pt x="182614" y="565899"/>
                  </a:lnTo>
                  <a:lnTo>
                    <a:pt x="177356" y="558484"/>
                  </a:lnTo>
                  <a:lnTo>
                    <a:pt x="148508" y="517743"/>
                  </a:lnTo>
                  <a:lnTo>
                    <a:pt x="138442" y="503603"/>
                  </a:lnTo>
                  <a:lnTo>
                    <a:pt x="126088" y="486131"/>
                  </a:lnTo>
                  <a:lnTo>
                    <a:pt x="99721" y="448711"/>
                  </a:lnTo>
                  <a:lnTo>
                    <a:pt x="95017" y="441970"/>
                  </a:lnTo>
                  <a:lnTo>
                    <a:pt x="66231" y="400921"/>
                  </a:lnTo>
                  <a:lnTo>
                    <a:pt x="53091" y="382272"/>
                  </a:lnTo>
                  <a:lnTo>
                    <a:pt x="45265" y="371089"/>
                  </a:lnTo>
                  <a:lnTo>
                    <a:pt x="42030" y="366479"/>
                  </a:lnTo>
                  <a:lnTo>
                    <a:pt x="25963" y="343446"/>
                  </a:lnTo>
                  <a:lnTo>
                    <a:pt x="25821" y="343240"/>
                  </a:lnTo>
                  <a:lnTo>
                    <a:pt x="6018" y="314781"/>
                  </a:lnTo>
                  <a:lnTo>
                    <a:pt x="0" y="306127"/>
                  </a:lnTo>
                  <a:lnTo>
                    <a:pt x="1530" y="299163"/>
                  </a:lnTo>
                  <a:lnTo>
                    <a:pt x="2550" y="294528"/>
                  </a:lnTo>
                  <a:lnTo>
                    <a:pt x="3745" y="289100"/>
                  </a:lnTo>
                  <a:lnTo>
                    <a:pt x="6585" y="2762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541547" y="2934361"/>
              <a:ext cx="3774" cy="3874"/>
            </a:xfrm>
            <a:custGeom>
              <a:avLst/>
              <a:pathLst>
                <a:path w="3774" h="3874">
                  <a:moveTo>
                    <a:pt x="0" y="1865"/>
                  </a:moveTo>
                  <a:lnTo>
                    <a:pt x="2844" y="0"/>
                  </a:lnTo>
                  <a:lnTo>
                    <a:pt x="3774" y="1675"/>
                  </a:lnTo>
                  <a:lnTo>
                    <a:pt x="83" y="38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264708" y="2778988"/>
              <a:ext cx="285514" cy="219420"/>
            </a:xfrm>
            <a:custGeom>
              <a:avLst/>
              <a:pathLst>
                <a:path w="285514" h="219420">
                  <a:moveTo>
                    <a:pt x="0" y="191887"/>
                  </a:moveTo>
                  <a:lnTo>
                    <a:pt x="3974" y="188122"/>
                  </a:lnTo>
                  <a:lnTo>
                    <a:pt x="8917" y="182510"/>
                  </a:lnTo>
                  <a:lnTo>
                    <a:pt x="10711" y="179269"/>
                  </a:lnTo>
                  <a:lnTo>
                    <a:pt x="13546" y="176283"/>
                  </a:lnTo>
                  <a:lnTo>
                    <a:pt x="16207" y="173845"/>
                  </a:lnTo>
                  <a:lnTo>
                    <a:pt x="17848" y="172479"/>
                  </a:lnTo>
                  <a:lnTo>
                    <a:pt x="17881" y="172234"/>
                  </a:lnTo>
                  <a:lnTo>
                    <a:pt x="18189" y="169934"/>
                  </a:lnTo>
                  <a:lnTo>
                    <a:pt x="19432" y="168028"/>
                  </a:lnTo>
                  <a:lnTo>
                    <a:pt x="19405" y="165804"/>
                  </a:lnTo>
                  <a:lnTo>
                    <a:pt x="21679" y="163851"/>
                  </a:lnTo>
                  <a:lnTo>
                    <a:pt x="23607" y="161822"/>
                  </a:lnTo>
                  <a:lnTo>
                    <a:pt x="24867" y="159191"/>
                  </a:lnTo>
                  <a:lnTo>
                    <a:pt x="24515" y="158605"/>
                  </a:lnTo>
                  <a:lnTo>
                    <a:pt x="23957" y="157675"/>
                  </a:lnTo>
                  <a:lnTo>
                    <a:pt x="22893" y="155924"/>
                  </a:lnTo>
                  <a:lnTo>
                    <a:pt x="21647" y="155288"/>
                  </a:lnTo>
                  <a:lnTo>
                    <a:pt x="21191" y="153062"/>
                  </a:lnTo>
                  <a:lnTo>
                    <a:pt x="20317" y="152308"/>
                  </a:lnTo>
                  <a:lnTo>
                    <a:pt x="19116" y="152386"/>
                  </a:lnTo>
                  <a:lnTo>
                    <a:pt x="16701" y="151171"/>
                  </a:lnTo>
                  <a:lnTo>
                    <a:pt x="16435" y="148102"/>
                  </a:lnTo>
                  <a:lnTo>
                    <a:pt x="15849" y="147803"/>
                  </a:lnTo>
                  <a:lnTo>
                    <a:pt x="13856" y="147752"/>
                  </a:lnTo>
                  <a:lnTo>
                    <a:pt x="13770" y="145416"/>
                  </a:lnTo>
                  <a:lnTo>
                    <a:pt x="13828" y="144950"/>
                  </a:lnTo>
                  <a:lnTo>
                    <a:pt x="13954" y="143938"/>
                  </a:lnTo>
                  <a:lnTo>
                    <a:pt x="12841" y="140777"/>
                  </a:lnTo>
                  <a:lnTo>
                    <a:pt x="11760" y="139035"/>
                  </a:lnTo>
                  <a:lnTo>
                    <a:pt x="19037" y="134317"/>
                  </a:lnTo>
                  <a:lnTo>
                    <a:pt x="28014" y="129266"/>
                  </a:lnTo>
                  <a:lnTo>
                    <a:pt x="30740" y="128452"/>
                  </a:lnTo>
                  <a:lnTo>
                    <a:pt x="35273" y="127090"/>
                  </a:lnTo>
                  <a:lnTo>
                    <a:pt x="41407" y="125269"/>
                  </a:lnTo>
                  <a:lnTo>
                    <a:pt x="46567" y="124343"/>
                  </a:lnTo>
                  <a:lnTo>
                    <a:pt x="52805" y="123679"/>
                  </a:lnTo>
                  <a:lnTo>
                    <a:pt x="54718" y="123257"/>
                  </a:lnTo>
                  <a:lnTo>
                    <a:pt x="58806" y="125033"/>
                  </a:lnTo>
                  <a:lnTo>
                    <a:pt x="63073" y="126200"/>
                  </a:lnTo>
                  <a:lnTo>
                    <a:pt x="64559" y="125035"/>
                  </a:lnTo>
                  <a:lnTo>
                    <a:pt x="68424" y="122723"/>
                  </a:lnTo>
                  <a:lnTo>
                    <a:pt x="69504" y="122074"/>
                  </a:lnTo>
                  <a:lnTo>
                    <a:pt x="72116" y="121483"/>
                  </a:lnTo>
                  <a:lnTo>
                    <a:pt x="76470" y="119794"/>
                  </a:lnTo>
                  <a:lnTo>
                    <a:pt x="81018" y="119177"/>
                  </a:lnTo>
                  <a:lnTo>
                    <a:pt x="82612" y="118745"/>
                  </a:lnTo>
                  <a:lnTo>
                    <a:pt x="85831" y="116032"/>
                  </a:lnTo>
                  <a:lnTo>
                    <a:pt x="88075" y="114703"/>
                  </a:lnTo>
                  <a:lnTo>
                    <a:pt x="89382" y="113342"/>
                  </a:lnTo>
                  <a:lnTo>
                    <a:pt x="90414" y="112266"/>
                  </a:lnTo>
                  <a:lnTo>
                    <a:pt x="91399" y="108896"/>
                  </a:lnTo>
                  <a:lnTo>
                    <a:pt x="91757" y="108442"/>
                  </a:lnTo>
                  <a:lnTo>
                    <a:pt x="94428" y="105050"/>
                  </a:lnTo>
                  <a:lnTo>
                    <a:pt x="97002" y="101722"/>
                  </a:lnTo>
                  <a:lnTo>
                    <a:pt x="98554" y="101021"/>
                  </a:lnTo>
                  <a:lnTo>
                    <a:pt x="100366" y="101159"/>
                  </a:lnTo>
                  <a:lnTo>
                    <a:pt x="102908" y="99519"/>
                  </a:lnTo>
                  <a:lnTo>
                    <a:pt x="103348" y="97058"/>
                  </a:lnTo>
                  <a:lnTo>
                    <a:pt x="102543" y="93498"/>
                  </a:lnTo>
                  <a:lnTo>
                    <a:pt x="101960" y="92123"/>
                  </a:lnTo>
                  <a:lnTo>
                    <a:pt x="100562" y="88824"/>
                  </a:lnTo>
                  <a:lnTo>
                    <a:pt x="99333" y="86624"/>
                  </a:lnTo>
                  <a:lnTo>
                    <a:pt x="96381" y="84832"/>
                  </a:lnTo>
                  <a:lnTo>
                    <a:pt x="94053" y="84752"/>
                  </a:lnTo>
                  <a:lnTo>
                    <a:pt x="91253" y="85080"/>
                  </a:lnTo>
                  <a:lnTo>
                    <a:pt x="91642" y="82785"/>
                  </a:lnTo>
                  <a:lnTo>
                    <a:pt x="95362" y="79271"/>
                  </a:lnTo>
                  <a:lnTo>
                    <a:pt x="93701" y="77091"/>
                  </a:lnTo>
                  <a:lnTo>
                    <a:pt x="91388" y="77478"/>
                  </a:lnTo>
                  <a:lnTo>
                    <a:pt x="91270" y="75419"/>
                  </a:lnTo>
                  <a:lnTo>
                    <a:pt x="90596" y="74211"/>
                  </a:lnTo>
                  <a:lnTo>
                    <a:pt x="90637" y="72532"/>
                  </a:lnTo>
                  <a:lnTo>
                    <a:pt x="90890" y="70842"/>
                  </a:lnTo>
                  <a:lnTo>
                    <a:pt x="91924" y="68550"/>
                  </a:lnTo>
                  <a:lnTo>
                    <a:pt x="94382" y="67249"/>
                  </a:lnTo>
                  <a:lnTo>
                    <a:pt x="95422" y="65653"/>
                  </a:lnTo>
                  <a:lnTo>
                    <a:pt x="94928" y="63708"/>
                  </a:lnTo>
                  <a:lnTo>
                    <a:pt x="96769" y="62184"/>
                  </a:lnTo>
                  <a:lnTo>
                    <a:pt x="99238" y="58975"/>
                  </a:lnTo>
                  <a:lnTo>
                    <a:pt x="100891" y="58380"/>
                  </a:lnTo>
                  <a:lnTo>
                    <a:pt x="102971" y="54876"/>
                  </a:lnTo>
                  <a:lnTo>
                    <a:pt x="103611" y="53794"/>
                  </a:lnTo>
                  <a:lnTo>
                    <a:pt x="103770" y="51233"/>
                  </a:lnTo>
                  <a:lnTo>
                    <a:pt x="104491" y="48752"/>
                  </a:lnTo>
                  <a:lnTo>
                    <a:pt x="108888" y="40070"/>
                  </a:lnTo>
                  <a:lnTo>
                    <a:pt x="112114" y="34056"/>
                  </a:lnTo>
                  <a:lnTo>
                    <a:pt x="114295" y="30799"/>
                  </a:lnTo>
                  <a:lnTo>
                    <a:pt x="116067" y="27606"/>
                  </a:lnTo>
                  <a:lnTo>
                    <a:pt x="119062" y="24461"/>
                  </a:lnTo>
                  <a:lnTo>
                    <a:pt x="121086" y="22272"/>
                  </a:lnTo>
                  <a:lnTo>
                    <a:pt x="122630" y="20324"/>
                  </a:lnTo>
                  <a:lnTo>
                    <a:pt x="122746" y="19310"/>
                  </a:lnTo>
                  <a:lnTo>
                    <a:pt x="125376" y="18150"/>
                  </a:lnTo>
                  <a:lnTo>
                    <a:pt x="127258" y="15927"/>
                  </a:lnTo>
                  <a:lnTo>
                    <a:pt x="130497" y="16100"/>
                  </a:lnTo>
                  <a:lnTo>
                    <a:pt x="131081" y="15845"/>
                  </a:lnTo>
                  <a:lnTo>
                    <a:pt x="133597" y="14746"/>
                  </a:lnTo>
                  <a:lnTo>
                    <a:pt x="134641" y="14289"/>
                  </a:lnTo>
                  <a:lnTo>
                    <a:pt x="140251" y="12580"/>
                  </a:lnTo>
                  <a:lnTo>
                    <a:pt x="146787" y="10596"/>
                  </a:lnTo>
                  <a:lnTo>
                    <a:pt x="153300" y="8126"/>
                  </a:lnTo>
                  <a:lnTo>
                    <a:pt x="158110" y="6288"/>
                  </a:lnTo>
                  <a:lnTo>
                    <a:pt x="165551" y="3616"/>
                  </a:lnTo>
                  <a:lnTo>
                    <a:pt x="174860" y="0"/>
                  </a:lnTo>
                  <a:lnTo>
                    <a:pt x="175443" y="1883"/>
                  </a:lnTo>
                  <a:lnTo>
                    <a:pt x="176455" y="4258"/>
                  </a:lnTo>
                  <a:lnTo>
                    <a:pt x="176105" y="7515"/>
                  </a:lnTo>
                  <a:lnTo>
                    <a:pt x="177035" y="8772"/>
                  </a:lnTo>
                  <a:lnTo>
                    <a:pt x="178410" y="9545"/>
                  </a:lnTo>
                  <a:lnTo>
                    <a:pt x="178471" y="12169"/>
                  </a:lnTo>
                  <a:lnTo>
                    <a:pt x="179012" y="14602"/>
                  </a:lnTo>
                  <a:lnTo>
                    <a:pt x="179492" y="18603"/>
                  </a:lnTo>
                  <a:lnTo>
                    <a:pt x="181031" y="20758"/>
                  </a:lnTo>
                  <a:lnTo>
                    <a:pt x="181209" y="20903"/>
                  </a:lnTo>
                  <a:lnTo>
                    <a:pt x="181982" y="21531"/>
                  </a:lnTo>
                  <a:lnTo>
                    <a:pt x="183715" y="22938"/>
                  </a:lnTo>
                  <a:lnTo>
                    <a:pt x="185374" y="25805"/>
                  </a:lnTo>
                  <a:lnTo>
                    <a:pt x="185400" y="28788"/>
                  </a:lnTo>
                  <a:lnTo>
                    <a:pt x="185363" y="30134"/>
                  </a:lnTo>
                  <a:lnTo>
                    <a:pt x="186427" y="32184"/>
                  </a:lnTo>
                  <a:lnTo>
                    <a:pt x="187369" y="34259"/>
                  </a:lnTo>
                  <a:lnTo>
                    <a:pt x="187486" y="34515"/>
                  </a:lnTo>
                  <a:lnTo>
                    <a:pt x="186842" y="36156"/>
                  </a:lnTo>
                  <a:lnTo>
                    <a:pt x="186361" y="39602"/>
                  </a:lnTo>
                  <a:lnTo>
                    <a:pt x="186732" y="42958"/>
                  </a:lnTo>
                  <a:lnTo>
                    <a:pt x="186947" y="45819"/>
                  </a:lnTo>
                  <a:lnTo>
                    <a:pt x="188427" y="46911"/>
                  </a:lnTo>
                  <a:lnTo>
                    <a:pt x="188812" y="48631"/>
                  </a:lnTo>
                  <a:lnTo>
                    <a:pt x="189632" y="50707"/>
                  </a:lnTo>
                  <a:lnTo>
                    <a:pt x="191563" y="52841"/>
                  </a:lnTo>
                  <a:lnTo>
                    <a:pt x="191935" y="55717"/>
                  </a:lnTo>
                  <a:lnTo>
                    <a:pt x="192330" y="56056"/>
                  </a:lnTo>
                  <a:lnTo>
                    <a:pt x="193945" y="57442"/>
                  </a:lnTo>
                  <a:lnTo>
                    <a:pt x="193874" y="58356"/>
                  </a:lnTo>
                  <a:lnTo>
                    <a:pt x="193648" y="61225"/>
                  </a:lnTo>
                  <a:lnTo>
                    <a:pt x="193602" y="63357"/>
                  </a:lnTo>
                  <a:lnTo>
                    <a:pt x="194177" y="66226"/>
                  </a:lnTo>
                  <a:lnTo>
                    <a:pt x="195601" y="67317"/>
                  </a:lnTo>
                  <a:lnTo>
                    <a:pt x="196926" y="63871"/>
                  </a:lnTo>
                  <a:lnTo>
                    <a:pt x="198724" y="65384"/>
                  </a:lnTo>
                  <a:lnTo>
                    <a:pt x="201121" y="67111"/>
                  </a:lnTo>
                  <a:lnTo>
                    <a:pt x="203411" y="75163"/>
                  </a:lnTo>
                  <a:lnTo>
                    <a:pt x="204084" y="77458"/>
                  </a:lnTo>
                  <a:lnTo>
                    <a:pt x="207899" y="90520"/>
                  </a:lnTo>
                  <a:lnTo>
                    <a:pt x="209182" y="94840"/>
                  </a:lnTo>
                  <a:lnTo>
                    <a:pt x="210654" y="99806"/>
                  </a:lnTo>
                  <a:lnTo>
                    <a:pt x="210711" y="100000"/>
                  </a:lnTo>
                  <a:lnTo>
                    <a:pt x="210788" y="101598"/>
                  </a:lnTo>
                  <a:lnTo>
                    <a:pt x="212503" y="103893"/>
                  </a:lnTo>
                  <a:lnTo>
                    <a:pt x="213203" y="115827"/>
                  </a:lnTo>
                  <a:lnTo>
                    <a:pt x="214426" y="137255"/>
                  </a:lnTo>
                  <a:lnTo>
                    <a:pt x="215532" y="138548"/>
                  </a:lnTo>
                  <a:lnTo>
                    <a:pt x="215673" y="138714"/>
                  </a:lnTo>
                  <a:lnTo>
                    <a:pt x="218470" y="149394"/>
                  </a:lnTo>
                  <a:lnTo>
                    <a:pt x="220386" y="156829"/>
                  </a:lnTo>
                  <a:lnTo>
                    <a:pt x="220697" y="158037"/>
                  </a:lnTo>
                  <a:lnTo>
                    <a:pt x="220956" y="159053"/>
                  </a:lnTo>
                  <a:lnTo>
                    <a:pt x="222073" y="163440"/>
                  </a:lnTo>
                  <a:lnTo>
                    <a:pt x="223109" y="167518"/>
                  </a:lnTo>
                  <a:lnTo>
                    <a:pt x="223857" y="170575"/>
                  </a:lnTo>
                  <a:lnTo>
                    <a:pt x="223976" y="171064"/>
                  </a:lnTo>
                  <a:lnTo>
                    <a:pt x="224801" y="174441"/>
                  </a:lnTo>
                  <a:lnTo>
                    <a:pt x="228343" y="177489"/>
                  </a:lnTo>
                  <a:lnTo>
                    <a:pt x="221676" y="185520"/>
                  </a:lnTo>
                  <a:lnTo>
                    <a:pt x="222804" y="186496"/>
                  </a:lnTo>
                  <a:lnTo>
                    <a:pt x="225218" y="188582"/>
                  </a:lnTo>
                  <a:lnTo>
                    <a:pt x="225428" y="189222"/>
                  </a:lnTo>
                  <a:lnTo>
                    <a:pt x="225775" y="190074"/>
                  </a:lnTo>
                  <a:lnTo>
                    <a:pt x="225060" y="192660"/>
                  </a:lnTo>
                  <a:lnTo>
                    <a:pt x="223450" y="194591"/>
                  </a:lnTo>
                  <a:lnTo>
                    <a:pt x="223587" y="196164"/>
                  </a:lnTo>
                  <a:lnTo>
                    <a:pt x="224520" y="196119"/>
                  </a:lnTo>
                  <a:lnTo>
                    <a:pt x="225545" y="196069"/>
                  </a:lnTo>
                  <a:lnTo>
                    <a:pt x="227450" y="195009"/>
                  </a:lnTo>
                  <a:lnTo>
                    <a:pt x="228416" y="193668"/>
                  </a:lnTo>
                  <a:lnTo>
                    <a:pt x="232128" y="191364"/>
                  </a:lnTo>
                  <a:lnTo>
                    <a:pt x="232142" y="191101"/>
                  </a:lnTo>
                  <a:lnTo>
                    <a:pt x="232207" y="189884"/>
                  </a:lnTo>
                  <a:lnTo>
                    <a:pt x="234037" y="189851"/>
                  </a:lnTo>
                  <a:lnTo>
                    <a:pt x="234228" y="189617"/>
                  </a:lnTo>
                  <a:lnTo>
                    <a:pt x="235225" y="188394"/>
                  </a:lnTo>
                  <a:lnTo>
                    <a:pt x="237702" y="188869"/>
                  </a:lnTo>
                  <a:lnTo>
                    <a:pt x="241542" y="188809"/>
                  </a:lnTo>
                  <a:lnTo>
                    <a:pt x="243919" y="186763"/>
                  </a:lnTo>
                  <a:lnTo>
                    <a:pt x="243662" y="185463"/>
                  </a:lnTo>
                  <a:lnTo>
                    <a:pt x="244586" y="184313"/>
                  </a:lnTo>
                  <a:lnTo>
                    <a:pt x="247074" y="183833"/>
                  </a:lnTo>
                  <a:lnTo>
                    <a:pt x="253184" y="181620"/>
                  </a:lnTo>
                  <a:lnTo>
                    <a:pt x="258154" y="179266"/>
                  </a:lnTo>
                  <a:lnTo>
                    <a:pt x="262012" y="176883"/>
                  </a:lnTo>
                  <a:lnTo>
                    <a:pt x="264053" y="173792"/>
                  </a:lnTo>
                  <a:lnTo>
                    <a:pt x="265392" y="171101"/>
                  </a:lnTo>
                  <a:lnTo>
                    <a:pt x="266923" y="169406"/>
                  </a:lnTo>
                  <a:lnTo>
                    <a:pt x="267638" y="167511"/>
                  </a:lnTo>
                  <a:lnTo>
                    <a:pt x="269518" y="166012"/>
                  </a:lnTo>
                  <a:lnTo>
                    <a:pt x="272369" y="163034"/>
                  </a:lnTo>
                  <a:lnTo>
                    <a:pt x="272846" y="163651"/>
                  </a:lnTo>
                  <a:lnTo>
                    <a:pt x="271445" y="167654"/>
                  </a:lnTo>
                  <a:lnTo>
                    <a:pt x="271153" y="169986"/>
                  </a:lnTo>
                  <a:lnTo>
                    <a:pt x="273793" y="170450"/>
                  </a:lnTo>
                  <a:lnTo>
                    <a:pt x="275441" y="169205"/>
                  </a:lnTo>
                  <a:lnTo>
                    <a:pt x="275697" y="165900"/>
                  </a:lnTo>
                  <a:lnTo>
                    <a:pt x="277343" y="166011"/>
                  </a:lnTo>
                  <a:lnTo>
                    <a:pt x="277696" y="168348"/>
                  </a:lnTo>
                  <a:lnTo>
                    <a:pt x="279697" y="169362"/>
                  </a:lnTo>
                  <a:lnTo>
                    <a:pt x="282019" y="165887"/>
                  </a:lnTo>
                  <a:lnTo>
                    <a:pt x="283229" y="164965"/>
                  </a:lnTo>
                  <a:lnTo>
                    <a:pt x="285514" y="164648"/>
                  </a:lnTo>
                  <a:lnTo>
                    <a:pt x="283803" y="168618"/>
                  </a:lnTo>
                  <a:lnTo>
                    <a:pt x="279124" y="172767"/>
                  </a:lnTo>
                  <a:lnTo>
                    <a:pt x="273174" y="177795"/>
                  </a:lnTo>
                  <a:lnTo>
                    <a:pt x="270446" y="180661"/>
                  </a:lnTo>
                  <a:lnTo>
                    <a:pt x="259734" y="189743"/>
                  </a:lnTo>
                  <a:lnTo>
                    <a:pt x="258246" y="191070"/>
                  </a:lnTo>
                  <a:lnTo>
                    <a:pt x="254850" y="194091"/>
                  </a:lnTo>
                  <a:lnTo>
                    <a:pt x="252309" y="196711"/>
                  </a:lnTo>
                  <a:lnTo>
                    <a:pt x="246347" y="201288"/>
                  </a:lnTo>
                  <a:lnTo>
                    <a:pt x="243147" y="202910"/>
                  </a:lnTo>
                  <a:lnTo>
                    <a:pt x="241461" y="202986"/>
                  </a:lnTo>
                  <a:lnTo>
                    <a:pt x="239230" y="204639"/>
                  </a:lnTo>
                  <a:lnTo>
                    <a:pt x="237363" y="206019"/>
                  </a:lnTo>
                  <a:lnTo>
                    <a:pt x="236672" y="206529"/>
                  </a:lnTo>
                  <a:lnTo>
                    <a:pt x="232249" y="208574"/>
                  </a:lnTo>
                  <a:lnTo>
                    <a:pt x="228390" y="209542"/>
                  </a:lnTo>
                  <a:lnTo>
                    <a:pt x="227535" y="209756"/>
                  </a:lnTo>
                  <a:lnTo>
                    <a:pt x="226012" y="211018"/>
                  </a:lnTo>
                  <a:lnTo>
                    <a:pt x="222541" y="213887"/>
                  </a:lnTo>
                  <a:lnTo>
                    <a:pt x="221140" y="213433"/>
                  </a:lnTo>
                  <a:lnTo>
                    <a:pt x="220400" y="213192"/>
                  </a:lnTo>
                  <a:lnTo>
                    <a:pt x="218520" y="212831"/>
                  </a:lnTo>
                  <a:lnTo>
                    <a:pt x="217740" y="212681"/>
                  </a:lnTo>
                  <a:lnTo>
                    <a:pt x="216559" y="215635"/>
                  </a:lnTo>
                  <a:lnTo>
                    <a:pt x="214069" y="218298"/>
                  </a:lnTo>
                  <a:lnTo>
                    <a:pt x="212112" y="219420"/>
                  </a:lnTo>
                  <a:lnTo>
                    <a:pt x="211895" y="217306"/>
                  </a:lnTo>
                  <a:lnTo>
                    <a:pt x="212815" y="216308"/>
                  </a:lnTo>
                  <a:lnTo>
                    <a:pt x="212771" y="214549"/>
                  </a:lnTo>
                  <a:lnTo>
                    <a:pt x="212337" y="212712"/>
                  </a:lnTo>
                  <a:lnTo>
                    <a:pt x="213159" y="211751"/>
                  </a:lnTo>
                  <a:lnTo>
                    <a:pt x="213508" y="211595"/>
                  </a:lnTo>
                  <a:lnTo>
                    <a:pt x="215947" y="210504"/>
                  </a:lnTo>
                  <a:lnTo>
                    <a:pt x="216263" y="209605"/>
                  </a:lnTo>
                  <a:lnTo>
                    <a:pt x="216331" y="209412"/>
                  </a:lnTo>
                  <a:lnTo>
                    <a:pt x="216743" y="208217"/>
                  </a:lnTo>
                  <a:lnTo>
                    <a:pt x="216844" y="206406"/>
                  </a:lnTo>
                  <a:lnTo>
                    <a:pt x="216901" y="205378"/>
                  </a:lnTo>
                  <a:lnTo>
                    <a:pt x="216934" y="204787"/>
                  </a:lnTo>
                  <a:lnTo>
                    <a:pt x="217340" y="202550"/>
                  </a:lnTo>
                  <a:lnTo>
                    <a:pt x="217525" y="201525"/>
                  </a:lnTo>
                  <a:lnTo>
                    <a:pt x="217569" y="201285"/>
                  </a:lnTo>
                  <a:lnTo>
                    <a:pt x="217594" y="200989"/>
                  </a:lnTo>
                  <a:lnTo>
                    <a:pt x="217688" y="199871"/>
                  </a:lnTo>
                  <a:lnTo>
                    <a:pt x="217754" y="199091"/>
                  </a:lnTo>
                  <a:lnTo>
                    <a:pt x="217810" y="198432"/>
                  </a:lnTo>
                  <a:lnTo>
                    <a:pt x="217803" y="198026"/>
                  </a:lnTo>
                  <a:lnTo>
                    <a:pt x="217772" y="196191"/>
                  </a:lnTo>
                  <a:lnTo>
                    <a:pt x="217743" y="194510"/>
                  </a:lnTo>
                  <a:lnTo>
                    <a:pt x="217530" y="192234"/>
                  </a:lnTo>
                  <a:lnTo>
                    <a:pt x="211612" y="191033"/>
                  </a:lnTo>
                  <a:lnTo>
                    <a:pt x="204725" y="189528"/>
                  </a:lnTo>
                  <a:lnTo>
                    <a:pt x="203802" y="189325"/>
                  </a:lnTo>
                  <a:lnTo>
                    <a:pt x="201073" y="188703"/>
                  </a:lnTo>
                  <a:lnTo>
                    <a:pt x="198401" y="187962"/>
                  </a:lnTo>
                  <a:lnTo>
                    <a:pt x="194683" y="186926"/>
                  </a:lnTo>
                  <a:lnTo>
                    <a:pt x="185040" y="184477"/>
                  </a:lnTo>
                  <a:lnTo>
                    <a:pt x="182706" y="181733"/>
                  </a:lnTo>
                  <a:lnTo>
                    <a:pt x="181953" y="181884"/>
                  </a:lnTo>
                  <a:lnTo>
                    <a:pt x="180429" y="182190"/>
                  </a:lnTo>
                  <a:lnTo>
                    <a:pt x="176998" y="182066"/>
                  </a:lnTo>
                  <a:lnTo>
                    <a:pt x="173283" y="181155"/>
                  </a:lnTo>
                  <a:lnTo>
                    <a:pt x="170087" y="178160"/>
                  </a:lnTo>
                  <a:lnTo>
                    <a:pt x="169605" y="176849"/>
                  </a:lnTo>
                  <a:lnTo>
                    <a:pt x="168964" y="175107"/>
                  </a:lnTo>
                  <a:lnTo>
                    <a:pt x="167263" y="169995"/>
                  </a:lnTo>
                  <a:lnTo>
                    <a:pt x="165852" y="167908"/>
                  </a:lnTo>
                  <a:lnTo>
                    <a:pt x="163990" y="166535"/>
                  </a:lnTo>
                  <a:lnTo>
                    <a:pt x="162782" y="166458"/>
                  </a:lnTo>
                  <a:lnTo>
                    <a:pt x="161083" y="166350"/>
                  </a:lnTo>
                  <a:lnTo>
                    <a:pt x="158300" y="166076"/>
                  </a:lnTo>
                  <a:lnTo>
                    <a:pt x="156459" y="163495"/>
                  </a:lnTo>
                  <a:lnTo>
                    <a:pt x="154150" y="161893"/>
                  </a:lnTo>
                  <a:lnTo>
                    <a:pt x="153502" y="162051"/>
                  </a:lnTo>
                  <a:lnTo>
                    <a:pt x="149458" y="163033"/>
                  </a:lnTo>
                  <a:lnTo>
                    <a:pt x="149255" y="163097"/>
                  </a:lnTo>
                  <a:lnTo>
                    <a:pt x="136143" y="167209"/>
                  </a:lnTo>
                  <a:lnTo>
                    <a:pt x="128169" y="169655"/>
                  </a:lnTo>
                  <a:lnTo>
                    <a:pt x="126822" y="170065"/>
                  </a:lnTo>
                  <a:lnTo>
                    <a:pt x="116070" y="173315"/>
                  </a:lnTo>
                  <a:lnTo>
                    <a:pt x="112792" y="174235"/>
                  </a:lnTo>
                  <a:lnTo>
                    <a:pt x="100236" y="177928"/>
                  </a:lnTo>
                  <a:lnTo>
                    <a:pt x="98911" y="178314"/>
                  </a:lnTo>
                  <a:lnTo>
                    <a:pt x="97485" y="178728"/>
                  </a:lnTo>
                  <a:lnTo>
                    <a:pt x="76959" y="184737"/>
                  </a:lnTo>
                  <a:lnTo>
                    <a:pt x="72183" y="186110"/>
                  </a:lnTo>
                  <a:lnTo>
                    <a:pt x="69380" y="186912"/>
                  </a:lnTo>
                  <a:lnTo>
                    <a:pt x="62557" y="188777"/>
                  </a:lnTo>
                  <a:lnTo>
                    <a:pt x="56563" y="190456"/>
                  </a:lnTo>
                  <a:lnTo>
                    <a:pt x="54344" y="191074"/>
                  </a:lnTo>
                  <a:lnTo>
                    <a:pt x="53078" y="191417"/>
                  </a:lnTo>
                  <a:lnTo>
                    <a:pt x="43178" y="194077"/>
                  </a:lnTo>
                  <a:lnTo>
                    <a:pt x="32126" y="197085"/>
                  </a:lnTo>
                  <a:lnTo>
                    <a:pt x="29924" y="197679"/>
                  </a:lnTo>
                  <a:lnTo>
                    <a:pt x="27238" y="198396"/>
                  </a:lnTo>
                  <a:lnTo>
                    <a:pt x="13101" y="202125"/>
                  </a:lnTo>
                  <a:lnTo>
                    <a:pt x="8334" y="203342"/>
                  </a:lnTo>
                  <a:lnTo>
                    <a:pt x="3146" y="204656"/>
                  </a:lnTo>
                  <a:lnTo>
                    <a:pt x="1593" y="19842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755931" y="3257252"/>
              <a:ext cx="5780" cy="8580"/>
            </a:xfrm>
            <a:custGeom>
              <a:avLst/>
              <a:pathLst>
                <a:path w="5780" h="8580">
                  <a:moveTo>
                    <a:pt x="0" y="3098"/>
                  </a:moveTo>
                  <a:lnTo>
                    <a:pt x="1926" y="0"/>
                  </a:lnTo>
                  <a:lnTo>
                    <a:pt x="5255" y="1944"/>
                  </a:lnTo>
                  <a:lnTo>
                    <a:pt x="5780" y="6535"/>
                  </a:lnTo>
                  <a:lnTo>
                    <a:pt x="2571" y="8580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628706" y="3200489"/>
              <a:ext cx="302141" cy="346303"/>
            </a:xfrm>
            <a:custGeom>
              <a:avLst/>
              <a:pathLst>
                <a:path w="302141" h="346303">
                  <a:moveTo>
                    <a:pt x="38026" y="304372"/>
                  </a:moveTo>
                  <a:lnTo>
                    <a:pt x="36905" y="297442"/>
                  </a:lnTo>
                  <a:lnTo>
                    <a:pt x="35657" y="289743"/>
                  </a:lnTo>
                  <a:lnTo>
                    <a:pt x="33719" y="278176"/>
                  </a:lnTo>
                  <a:lnTo>
                    <a:pt x="33038" y="274112"/>
                  </a:lnTo>
                  <a:lnTo>
                    <a:pt x="30666" y="259997"/>
                  </a:lnTo>
                  <a:lnTo>
                    <a:pt x="27872" y="243082"/>
                  </a:lnTo>
                  <a:lnTo>
                    <a:pt x="26575" y="235247"/>
                  </a:lnTo>
                  <a:lnTo>
                    <a:pt x="25070" y="226168"/>
                  </a:lnTo>
                  <a:lnTo>
                    <a:pt x="24015" y="219679"/>
                  </a:lnTo>
                  <a:lnTo>
                    <a:pt x="22132" y="208124"/>
                  </a:lnTo>
                  <a:lnTo>
                    <a:pt x="21512" y="204322"/>
                  </a:lnTo>
                  <a:lnTo>
                    <a:pt x="19265" y="191088"/>
                  </a:lnTo>
                  <a:lnTo>
                    <a:pt x="18161" y="184842"/>
                  </a:lnTo>
                  <a:lnTo>
                    <a:pt x="15711" y="171005"/>
                  </a:lnTo>
                  <a:lnTo>
                    <a:pt x="12587" y="153768"/>
                  </a:lnTo>
                  <a:lnTo>
                    <a:pt x="11512" y="147845"/>
                  </a:lnTo>
                  <a:lnTo>
                    <a:pt x="9384" y="136137"/>
                  </a:lnTo>
                  <a:lnTo>
                    <a:pt x="7265" y="124510"/>
                  </a:lnTo>
                  <a:lnTo>
                    <a:pt x="6967" y="122881"/>
                  </a:lnTo>
                  <a:lnTo>
                    <a:pt x="4743" y="110703"/>
                  </a:lnTo>
                  <a:lnTo>
                    <a:pt x="4451" y="109129"/>
                  </a:lnTo>
                  <a:lnTo>
                    <a:pt x="2737" y="99906"/>
                  </a:lnTo>
                  <a:lnTo>
                    <a:pt x="0" y="85201"/>
                  </a:lnTo>
                  <a:lnTo>
                    <a:pt x="24004" y="79814"/>
                  </a:lnTo>
                  <a:lnTo>
                    <a:pt x="26513" y="79235"/>
                  </a:lnTo>
                  <a:lnTo>
                    <a:pt x="29061" y="78646"/>
                  </a:lnTo>
                  <a:lnTo>
                    <a:pt x="43773" y="75220"/>
                  </a:lnTo>
                  <a:lnTo>
                    <a:pt x="60283" y="71272"/>
                  </a:lnTo>
                  <a:lnTo>
                    <a:pt x="67905" y="69431"/>
                  </a:lnTo>
                  <a:lnTo>
                    <a:pt x="87966" y="64504"/>
                  </a:lnTo>
                  <a:lnTo>
                    <a:pt x="91587" y="67570"/>
                  </a:lnTo>
                  <a:lnTo>
                    <a:pt x="96812" y="65538"/>
                  </a:lnTo>
                  <a:lnTo>
                    <a:pt x="104047" y="69317"/>
                  </a:lnTo>
                  <a:lnTo>
                    <a:pt x="108840" y="70166"/>
                  </a:lnTo>
                  <a:lnTo>
                    <a:pt x="115713" y="71375"/>
                  </a:lnTo>
                  <a:lnTo>
                    <a:pt x="118943" y="74353"/>
                  </a:lnTo>
                  <a:lnTo>
                    <a:pt x="125818" y="76705"/>
                  </a:lnTo>
                  <a:lnTo>
                    <a:pt x="129597" y="70180"/>
                  </a:lnTo>
                  <a:lnTo>
                    <a:pt x="131056" y="68833"/>
                  </a:lnTo>
                  <a:lnTo>
                    <a:pt x="139485" y="71238"/>
                  </a:lnTo>
                  <a:lnTo>
                    <a:pt x="142096" y="74850"/>
                  </a:lnTo>
                  <a:lnTo>
                    <a:pt x="142349" y="75200"/>
                  </a:lnTo>
                  <a:lnTo>
                    <a:pt x="148163" y="79842"/>
                  </a:lnTo>
                  <a:lnTo>
                    <a:pt x="154332" y="81945"/>
                  </a:lnTo>
                  <a:lnTo>
                    <a:pt x="159178" y="81335"/>
                  </a:lnTo>
                  <a:lnTo>
                    <a:pt x="164901" y="76355"/>
                  </a:lnTo>
                  <a:lnTo>
                    <a:pt x="165791" y="76102"/>
                  </a:lnTo>
                  <a:lnTo>
                    <a:pt x="170928" y="74638"/>
                  </a:lnTo>
                  <a:lnTo>
                    <a:pt x="175845" y="69777"/>
                  </a:lnTo>
                  <a:lnTo>
                    <a:pt x="187253" y="63268"/>
                  </a:lnTo>
                  <a:lnTo>
                    <a:pt x="189156" y="63819"/>
                  </a:lnTo>
                  <a:lnTo>
                    <a:pt x="191391" y="64465"/>
                  </a:lnTo>
                  <a:lnTo>
                    <a:pt x="197463" y="62804"/>
                  </a:lnTo>
                  <a:lnTo>
                    <a:pt x="199606" y="62216"/>
                  </a:lnTo>
                  <a:lnTo>
                    <a:pt x="204440" y="61773"/>
                  </a:lnTo>
                  <a:lnTo>
                    <a:pt x="210291" y="55626"/>
                  </a:lnTo>
                  <a:lnTo>
                    <a:pt x="217899" y="45161"/>
                  </a:lnTo>
                  <a:lnTo>
                    <a:pt x="219084" y="43525"/>
                  </a:lnTo>
                  <a:lnTo>
                    <a:pt x="222976" y="37243"/>
                  </a:lnTo>
                  <a:lnTo>
                    <a:pt x="228528" y="31021"/>
                  </a:lnTo>
                  <a:lnTo>
                    <a:pt x="234652" y="27129"/>
                  </a:lnTo>
                  <a:lnTo>
                    <a:pt x="242173" y="20440"/>
                  </a:lnTo>
                  <a:lnTo>
                    <a:pt x="245192" y="18828"/>
                  </a:lnTo>
                  <a:lnTo>
                    <a:pt x="251385" y="15515"/>
                  </a:lnTo>
                  <a:lnTo>
                    <a:pt x="256992" y="10384"/>
                  </a:lnTo>
                  <a:lnTo>
                    <a:pt x="270136" y="2736"/>
                  </a:lnTo>
                  <a:lnTo>
                    <a:pt x="273752" y="0"/>
                  </a:lnTo>
                  <a:lnTo>
                    <a:pt x="276393" y="11258"/>
                  </a:lnTo>
                  <a:lnTo>
                    <a:pt x="280096" y="27079"/>
                  </a:lnTo>
                  <a:lnTo>
                    <a:pt x="283608" y="42073"/>
                  </a:lnTo>
                  <a:lnTo>
                    <a:pt x="283819" y="42974"/>
                  </a:lnTo>
                  <a:lnTo>
                    <a:pt x="289089" y="65548"/>
                  </a:lnTo>
                  <a:lnTo>
                    <a:pt x="291098" y="74296"/>
                  </a:lnTo>
                  <a:lnTo>
                    <a:pt x="291262" y="75011"/>
                  </a:lnTo>
                  <a:lnTo>
                    <a:pt x="295669" y="94248"/>
                  </a:lnTo>
                  <a:lnTo>
                    <a:pt x="295799" y="94805"/>
                  </a:lnTo>
                  <a:lnTo>
                    <a:pt x="296806" y="99115"/>
                  </a:lnTo>
                  <a:lnTo>
                    <a:pt x="301167" y="117812"/>
                  </a:lnTo>
                  <a:lnTo>
                    <a:pt x="297381" y="120895"/>
                  </a:lnTo>
                  <a:lnTo>
                    <a:pt x="294424" y="121201"/>
                  </a:lnTo>
                  <a:lnTo>
                    <a:pt x="292489" y="125147"/>
                  </a:lnTo>
                  <a:lnTo>
                    <a:pt x="296755" y="129877"/>
                  </a:lnTo>
                  <a:lnTo>
                    <a:pt x="299383" y="136101"/>
                  </a:lnTo>
                  <a:lnTo>
                    <a:pt x="298934" y="140995"/>
                  </a:lnTo>
                  <a:lnTo>
                    <a:pt x="298848" y="141917"/>
                  </a:lnTo>
                  <a:lnTo>
                    <a:pt x="302141" y="148702"/>
                  </a:lnTo>
                  <a:lnTo>
                    <a:pt x="300679" y="153942"/>
                  </a:lnTo>
                  <a:lnTo>
                    <a:pt x="299340" y="160232"/>
                  </a:lnTo>
                  <a:lnTo>
                    <a:pt x="298716" y="163157"/>
                  </a:lnTo>
                  <a:lnTo>
                    <a:pt x="298599" y="163700"/>
                  </a:lnTo>
                  <a:lnTo>
                    <a:pt x="297977" y="170491"/>
                  </a:lnTo>
                  <a:lnTo>
                    <a:pt x="298802" y="174582"/>
                  </a:lnTo>
                  <a:lnTo>
                    <a:pt x="299928" y="180169"/>
                  </a:lnTo>
                  <a:lnTo>
                    <a:pt x="298714" y="182367"/>
                  </a:lnTo>
                  <a:lnTo>
                    <a:pt x="296744" y="185761"/>
                  </a:lnTo>
                  <a:lnTo>
                    <a:pt x="296765" y="192134"/>
                  </a:lnTo>
                  <a:lnTo>
                    <a:pt x="296766" y="192401"/>
                  </a:lnTo>
                  <a:lnTo>
                    <a:pt x="297629" y="196470"/>
                  </a:lnTo>
                  <a:lnTo>
                    <a:pt x="295365" y="200492"/>
                  </a:lnTo>
                  <a:lnTo>
                    <a:pt x="298536" y="203848"/>
                  </a:lnTo>
                  <a:lnTo>
                    <a:pt x="299067" y="204410"/>
                  </a:lnTo>
                  <a:lnTo>
                    <a:pt x="297637" y="209305"/>
                  </a:lnTo>
                  <a:lnTo>
                    <a:pt x="293494" y="215466"/>
                  </a:lnTo>
                  <a:lnTo>
                    <a:pt x="288562" y="223015"/>
                  </a:lnTo>
                  <a:lnTo>
                    <a:pt x="286524" y="226127"/>
                  </a:lnTo>
                  <a:lnTo>
                    <a:pt x="284486" y="231421"/>
                  </a:lnTo>
                  <a:lnTo>
                    <a:pt x="284159" y="232269"/>
                  </a:lnTo>
                  <a:lnTo>
                    <a:pt x="280659" y="234814"/>
                  </a:lnTo>
                  <a:lnTo>
                    <a:pt x="277195" y="239394"/>
                  </a:lnTo>
                  <a:lnTo>
                    <a:pt x="271410" y="244830"/>
                  </a:lnTo>
                  <a:lnTo>
                    <a:pt x="269817" y="244926"/>
                  </a:lnTo>
                  <a:lnTo>
                    <a:pt x="268183" y="245024"/>
                  </a:lnTo>
                  <a:lnTo>
                    <a:pt x="266094" y="241533"/>
                  </a:lnTo>
                  <a:lnTo>
                    <a:pt x="262892" y="240912"/>
                  </a:lnTo>
                  <a:lnTo>
                    <a:pt x="260406" y="244817"/>
                  </a:lnTo>
                  <a:lnTo>
                    <a:pt x="257403" y="249434"/>
                  </a:lnTo>
                  <a:lnTo>
                    <a:pt x="258053" y="254337"/>
                  </a:lnTo>
                  <a:lnTo>
                    <a:pt x="254786" y="255159"/>
                  </a:lnTo>
                  <a:lnTo>
                    <a:pt x="250466" y="256286"/>
                  </a:lnTo>
                  <a:lnTo>
                    <a:pt x="249236" y="261607"/>
                  </a:lnTo>
                  <a:lnTo>
                    <a:pt x="248725" y="262487"/>
                  </a:lnTo>
                  <a:lnTo>
                    <a:pt x="247100" y="265284"/>
                  </a:lnTo>
                  <a:lnTo>
                    <a:pt x="247199" y="265598"/>
                  </a:lnTo>
                  <a:lnTo>
                    <a:pt x="249216" y="272027"/>
                  </a:lnTo>
                  <a:lnTo>
                    <a:pt x="248768" y="272364"/>
                  </a:lnTo>
                  <a:lnTo>
                    <a:pt x="245241" y="275011"/>
                  </a:lnTo>
                  <a:lnTo>
                    <a:pt x="247035" y="278641"/>
                  </a:lnTo>
                  <a:lnTo>
                    <a:pt x="249330" y="283635"/>
                  </a:lnTo>
                  <a:lnTo>
                    <a:pt x="246472" y="287497"/>
                  </a:lnTo>
                  <a:lnTo>
                    <a:pt x="241945" y="290016"/>
                  </a:lnTo>
                  <a:lnTo>
                    <a:pt x="237831" y="285049"/>
                  </a:lnTo>
                  <a:lnTo>
                    <a:pt x="232741" y="282830"/>
                  </a:lnTo>
                  <a:lnTo>
                    <a:pt x="230614" y="284382"/>
                  </a:lnTo>
                  <a:lnTo>
                    <a:pt x="228154" y="288796"/>
                  </a:lnTo>
                  <a:lnTo>
                    <a:pt x="227763" y="290276"/>
                  </a:lnTo>
                  <a:lnTo>
                    <a:pt x="226329" y="295698"/>
                  </a:lnTo>
                  <a:lnTo>
                    <a:pt x="225972" y="303249"/>
                  </a:lnTo>
                  <a:lnTo>
                    <a:pt x="223120" y="305902"/>
                  </a:lnTo>
                  <a:lnTo>
                    <a:pt x="224411" y="309523"/>
                  </a:lnTo>
                  <a:lnTo>
                    <a:pt x="227318" y="318187"/>
                  </a:lnTo>
                  <a:lnTo>
                    <a:pt x="228949" y="322545"/>
                  </a:lnTo>
                  <a:lnTo>
                    <a:pt x="226260" y="324684"/>
                  </a:lnTo>
                  <a:lnTo>
                    <a:pt x="222445" y="325333"/>
                  </a:lnTo>
                  <a:lnTo>
                    <a:pt x="222156" y="326672"/>
                  </a:lnTo>
                  <a:lnTo>
                    <a:pt x="221745" y="328567"/>
                  </a:lnTo>
                  <a:lnTo>
                    <a:pt x="222140" y="334382"/>
                  </a:lnTo>
                  <a:lnTo>
                    <a:pt x="221625" y="338833"/>
                  </a:lnTo>
                  <a:lnTo>
                    <a:pt x="217926" y="340971"/>
                  </a:lnTo>
                  <a:lnTo>
                    <a:pt x="213590" y="342628"/>
                  </a:lnTo>
                  <a:lnTo>
                    <a:pt x="209565" y="344632"/>
                  </a:lnTo>
                  <a:lnTo>
                    <a:pt x="206202" y="346303"/>
                  </a:lnTo>
                  <a:lnTo>
                    <a:pt x="203631" y="345244"/>
                  </a:lnTo>
                  <a:lnTo>
                    <a:pt x="200961" y="340720"/>
                  </a:lnTo>
                  <a:lnTo>
                    <a:pt x="197297" y="338680"/>
                  </a:lnTo>
                  <a:lnTo>
                    <a:pt x="196366" y="338161"/>
                  </a:lnTo>
                  <a:lnTo>
                    <a:pt x="192266" y="335154"/>
                  </a:lnTo>
                  <a:lnTo>
                    <a:pt x="187015" y="335752"/>
                  </a:lnTo>
                  <a:lnTo>
                    <a:pt x="186073" y="335105"/>
                  </a:lnTo>
                  <a:lnTo>
                    <a:pt x="182796" y="332853"/>
                  </a:lnTo>
                  <a:lnTo>
                    <a:pt x="180264" y="326586"/>
                  </a:lnTo>
                  <a:lnTo>
                    <a:pt x="179458" y="323054"/>
                  </a:lnTo>
                  <a:lnTo>
                    <a:pt x="177574" y="319979"/>
                  </a:lnTo>
                  <a:lnTo>
                    <a:pt x="174110" y="321885"/>
                  </a:lnTo>
                  <a:lnTo>
                    <a:pt x="169645" y="324036"/>
                  </a:lnTo>
                  <a:lnTo>
                    <a:pt x="168606" y="325467"/>
                  </a:lnTo>
                  <a:lnTo>
                    <a:pt x="167932" y="326394"/>
                  </a:lnTo>
                  <a:lnTo>
                    <a:pt x="163769" y="330631"/>
                  </a:lnTo>
                  <a:lnTo>
                    <a:pt x="163171" y="333649"/>
                  </a:lnTo>
                  <a:lnTo>
                    <a:pt x="160520" y="336035"/>
                  </a:lnTo>
                  <a:lnTo>
                    <a:pt x="155798" y="336242"/>
                  </a:lnTo>
                  <a:lnTo>
                    <a:pt x="154364" y="337958"/>
                  </a:lnTo>
                  <a:lnTo>
                    <a:pt x="153075" y="339500"/>
                  </a:lnTo>
                  <a:lnTo>
                    <a:pt x="150347" y="337901"/>
                  </a:lnTo>
                  <a:lnTo>
                    <a:pt x="145873" y="335251"/>
                  </a:lnTo>
                  <a:lnTo>
                    <a:pt x="141349" y="335447"/>
                  </a:lnTo>
                  <a:lnTo>
                    <a:pt x="134436" y="333838"/>
                  </a:lnTo>
                  <a:lnTo>
                    <a:pt x="128402" y="337141"/>
                  </a:lnTo>
                  <a:lnTo>
                    <a:pt x="127899" y="340559"/>
                  </a:lnTo>
                  <a:lnTo>
                    <a:pt x="127651" y="340741"/>
                  </a:lnTo>
                  <a:lnTo>
                    <a:pt x="125615" y="342233"/>
                  </a:lnTo>
                  <a:lnTo>
                    <a:pt x="123674" y="341886"/>
                  </a:lnTo>
                  <a:lnTo>
                    <a:pt x="118796" y="341011"/>
                  </a:lnTo>
                  <a:lnTo>
                    <a:pt x="117394" y="337847"/>
                  </a:lnTo>
                  <a:lnTo>
                    <a:pt x="113606" y="336729"/>
                  </a:lnTo>
                  <a:lnTo>
                    <a:pt x="111787" y="333837"/>
                  </a:lnTo>
                  <a:lnTo>
                    <a:pt x="107946" y="333141"/>
                  </a:lnTo>
                  <a:lnTo>
                    <a:pt x="106178" y="332820"/>
                  </a:lnTo>
                  <a:lnTo>
                    <a:pt x="102525" y="332389"/>
                  </a:lnTo>
                  <a:lnTo>
                    <a:pt x="97720" y="334752"/>
                  </a:lnTo>
                  <a:lnTo>
                    <a:pt x="91780" y="334270"/>
                  </a:lnTo>
                  <a:lnTo>
                    <a:pt x="86187" y="333867"/>
                  </a:lnTo>
                  <a:lnTo>
                    <a:pt x="84894" y="331910"/>
                  </a:lnTo>
                  <a:lnTo>
                    <a:pt x="84200" y="330860"/>
                  </a:lnTo>
                  <a:lnTo>
                    <a:pt x="83753" y="328008"/>
                  </a:lnTo>
                  <a:lnTo>
                    <a:pt x="83672" y="327494"/>
                  </a:lnTo>
                  <a:lnTo>
                    <a:pt x="78634" y="321560"/>
                  </a:lnTo>
                  <a:lnTo>
                    <a:pt x="77471" y="318674"/>
                  </a:lnTo>
                  <a:lnTo>
                    <a:pt x="75341" y="316251"/>
                  </a:lnTo>
                  <a:lnTo>
                    <a:pt x="74867" y="315712"/>
                  </a:lnTo>
                  <a:lnTo>
                    <a:pt x="69483" y="315011"/>
                  </a:lnTo>
                  <a:lnTo>
                    <a:pt x="66700" y="312095"/>
                  </a:lnTo>
                  <a:lnTo>
                    <a:pt x="65377" y="309552"/>
                  </a:lnTo>
                  <a:lnTo>
                    <a:pt x="64114" y="309123"/>
                  </a:lnTo>
                  <a:lnTo>
                    <a:pt x="62903" y="309812"/>
                  </a:lnTo>
                  <a:lnTo>
                    <a:pt x="62256" y="311246"/>
                  </a:lnTo>
                  <a:lnTo>
                    <a:pt x="61394" y="311473"/>
                  </a:lnTo>
                  <a:lnTo>
                    <a:pt x="58406" y="312261"/>
                  </a:lnTo>
                  <a:lnTo>
                    <a:pt x="54917" y="315314"/>
                  </a:lnTo>
                  <a:lnTo>
                    <a:pt x="53872" y="315044"/>
                  </a:lnTo>
                  <a:lnTo>
                    <a:pt x="49789" y="313986"/>
                  </a:lnTo>
                  <a:lnTo>
                    <a:pt x="46914" y="311556"/>
                  </a:lnTo>
                  <a:lnTo>
                    <a:pt x="46739" y="311407"/>
                  </a:lnTo>
                  <a:lnTo>
                    <a:pt x="44004" y="310572"/>
                  </a:lnTo>
                  <a:lnTo>
                    <a:pt x="39912" y="31517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893009" y="3978234"/>
              <a:ext cx="776044" cy="371650"/>
            </a:xfrm>
            <a:custGeom>
              <a:avLst/>
              <a:pathLst>
                <a:path w="776044" h="371650">
                  <a:moveTo>
                    <a:pt x="626" y="46137"/>
                  </a:moveTo>
                  <a:lnTo>
                    <a:pt x="1529" y="20336"/>
                  </a:lnTo>
                  <a:lnTo>
                    <a:pt x="1838" y="10369"/>
                  </a:lnTo>
                  <a:lnTo>
                    <a:pt x="15987" y="10917"/>
                  </a:lnTo>
                  <a:lnTo>
                    <a:pt x="28678" y="11826"/>
                  </a:lnTo>
                  <a:lnTo>
                    <a:pt x="58966" y="12809"/>
                  </a:lnTo>
                  <a:lnTo>
                    <a:pt x="86622" y="13690"/>
                  </a:lnTo>
                  <a:lnTo>
                    <a:pt x="87863" y="13714"/>
                  </a:lnTo>
                  <a:lnTo>
                    <a:pt x="98978" y="13912"/>
                  </a:lnTo>
                  <a:lnTo>
                    <a:pt x="129662" y="14369"/>
                  </a:lnTo>
                  <a:lnTo>
                    <a:pt x="135843" y="14446"/>
                  </a:lnTo>
                  <a:lnTo>
                    <a:pt x="160047" y="14668"/>
                  </a:lnTo>
                  <a:lnTo>
                    <a:pt x="172867" y="14775"/>
                  </a:lnTo>
                  <a:lnTo>
                    <a:pt x="183560" y="14846"/>
                  </a:lnTo>
                  <a:lnTo>
                    <a:pt x="191500" y="14890"/>
                  </a:lnTo>
                  <a:lnTo>
                    <a:pt x="211151" y="14894"/>
                  </a:lnTo>
                  <a:lnTo>
                    <a:pt x="218278" y="14882"/>
                  </a:lnTo>
                  <a:lnTo>
                    <a:pt x="259219" y="14957"/>
                  </a:lnTo>
                  <a:lnTo>
                    <a:pt x="266901" y="14945"/>
                  </a:lnTo>
                  <a:lnTo>
                    <a:pt x="267553" y="14944"/>
                  </a:lnTo>
                  <a:lnTo>
                    <a:pt x="297387" y="15040"/>
                  </a:lnTo>
                  <a:lnTo>
                    <a:pt x="307689" y="15023"/>
                  </a:lnTo>
                  <a:lnTo>
                    <a:pt x="315194" y="15001"/>
                  </a:lnTo>
                  <a:lnTo>
                    <a:pt x="319541" y="14985"/>
                  </a:lnTo>
                  <a:lnTo>
                    <a:pt x="344074" y="14788"/>
                  </a:lnTo>
                  <a:lnTo>
                    <a:pt x="355489" y="14668"/>
                  </a:lnTo>
                  <a:lnTo>
                    <a:pt x="373904" y="14438"/>
                  </a:lnTo>
                  <a:lnTo>
                    <a:pt x="395758" y="14171"/>
                  </a:lnTo>
                  <a:lnTo>
                    <a:pt x="412602" y="13922"/>
                  </a:lnTo>
                  <a:lnTo>
                    <a:pt x="413214" y="13909"/>
                  </a:lnTo>
                  <a:lnTo>
                    <a:pt x="433994" y="13440"/>
                  </a:lnTo>
                  <a:lnTo>
                    <a:pt x="439883" y="13297"/>
                  </a:lnTo>
                  <a:lnTo>
                    <a:pt x="461355" y="12725"/>
                  </a:lnTo>
                  <a:lnTo>
                    <a:pt x="464324" y="12641"/>
                  </a:lnTo>
                  <a:lnTo>
                    <a:pt x="491390" y="11864"/>
                  </a:lnTo>
                  <a:lnTo>
                    <a:pt x="498229" y="11652"/>
                  </a:lnTo>
                  <a:lnTo>
                    <a:pt x="519181" y="10955"/>
                  </a:lnTo>
                  <a:lnTo>
                    <a:pt x="523339" y="10810"/>
                  </a:lnTo>
                  <a:lnTo>
                    <a:pt x="554321" y="9675"/>
                  </a:lnTo>
                  <a:lnTo>
                    <a:pt x="574125" y="8916"/>
                  </a:lnTo>
                  <a:lnTo>
                    <a:pt x="576359" y="8827"/>
                  </a:lnTo>
                  <a:lnTo>
                    <a:pt x="601317" y="7696"/>
                  </a:lnTo>
                  <a:lnTo>
                    <a:pt x="620450" y="6794"/>
                  </a:lnTo>
                  <a:lnTo>
                    <a:pt x="623675" y="6637"/>
                  </a:lnTo>
                  <a:lnTo>
                    <a:pt x="626866" y="6480"/>
                  </a:lnTo>
                  <a:lnTo>
                    <a:pt x="639342" y="5861"/>
                  </a:lnTo>
                  <a:lnTo>
                    <a:pt x="658152" y="4888"/>
                  </a:lnTo>
                  <a:lnTo>
                    <a:pt x="662668" y="4647"/>
                  </a:lnTo>
                  <a:lnTo>
                    <a:pt x="672787" y="4097"/>
                  </a:lnTo>
                  <a:lnTo>
                    <a:pt x="680300" y="3680"/>
                  </a:lnTo>
                  <a:lnTo>
                    <a:pt x="702270" y="2407"/>
                  </a:lnTo>
                  <a:lnTo>
                    <a:pt x="708080" y="2059"/>
                  </a:lnTo>
                  <a:lnTo>
                    <a:pt x="709167" y="1993"/>
                  </a:lnTo>
                  <a:lnTo>
                    <a:pt x="734086" y="544"/>
                  </a:lnTo>
                  <a:lnTo>
                    <a:pt x="742445" y="0"/>
                  </a:lnTo>
                  <a:lnTo>
                    <a:pt x="743932" y="25558"/>
                  </a:lnTo>
                  <a:lnTo>
                    <a:pt x="744603" y="36405"/>
                  </a:lnTo>
                  <a:lnTo>
                    <a:pt x="744979" y="42487"/>
                  </a:lnTo>
                  <a:lnTo>
                    <a:pt x="745706" y="54936"/>
                  </a:lnTo>
                  <a:lnTo>
                    <a:pt x="749822" y="76686"/>
                  </a:lnTo>
                  <a:lnTo>
                    <a:pt x="752854" y="91721"/>
                  </a:lnTo>
                  <a:lnTo>
                    <a:pt x="754171" y="98240"/>
                  </a:lnTo>
                  <a:lnTo>
                    <a:pt x="756688" y="110688"/>
                  </a:lnTo>
                  <a:lnTo>
                    <a:pt x="761487" y="134602"/>
                  </a:lnTo>
                  <a:lnTo>
                    <a:pt x="761680" y="135589"/>
                  </a:lnTo>
                  <a:lnTo>
                    <a:pt x="764262" y="148737"/>
                  </a:lnTo>
                  <a:lnTo>
                    <a:pt x="767302" y="164185"/>
                  </a:lnTo>
                  <a:lnTo>
                    <a:pt x="769329" y="175535"/>
                  </a:lnTo>
                  <a:lnTo>
                    <a:pt x="769429" y="176097"/>
                  </a:lnTo>
                  <a:lnTo>
                    <a:pt x="769777" y="178047"/>
                  </a:lnTo>
                  <a:lnTo>
                    <a:pt x="770053" y="188365"/>
                  </a:lnTo>
                  <a:lnTo>
                    <a:pt x="770151" y="191578"/>
                  </a:lnTo>
                  <a:lnTo>
                    <a:pt x="771194" y="225989"/>
                  </a:lnTo>
                  <a:lnTo>
                    <a:pt x="771337" y="230779"/>
                  </a:lnTo>
                  <a:lnTo>
                    <a:pt x="771907" y="248561"/>
                  </a:lnTo>
                  <a:lnTo>
                    <a:pt x="772235" y="258903"/>
                  </a:lnTo>
                  <a:lnTo>
                    <a:pt x="772728" y="272926"/>
                  </a:lnTo>
                  <a:lnTo>
                    <a:pt x="773296" y="289193"/>
                  </a:lnTo>
                  <a:lnTo>
                    <a:pt x="773957" y="307817"/>
                  </a:lnTo>
                  <a:lnTo>
                    <a:pt x="774616" y="326565"/>
                  </a:lnTo>
                  <a:lnTo>
                    <a:pt x="774903" y="335232"/>
                  </a:lnTo>
                  <a:lnTo>
                    <a:pt x="775453" y="351923"/>
                  </a:lnTo>
                  <a:lnTo>
                    <a:pt x="776044" y="368534"/>
                  </a:lnTo>
                  <a:lnTo>
                    <a:pt x="772179" y="370549"/>
                  </a:lnTo>
                  <a:lnTo>
                    <a:pt x="767828" y="365535"/>
                  </a:lnTo>
                  <a:lnTo>
                    <a:pt x="762490" y="365487"/>
                  </a:lnTo>
                  <a:lnTo>
                    <a:pt x="754521" y="362257"/>
                  </a:lnTo>
                  <a:lnTo>
                    <a:pt x="752867" y="360865"/>
                  </a:lnTo>
                  <a:lnTo>
                    <a:pt x="749553" y="358074"/>
                  </a:lnTo>
                  <a:lnTo>
                    <a:pt x="742657" y="359442"/>
                  </a:lnTo>
                  <a:lnTo>
                    <a:pt x="736857" y="355733"/>
                  </a:lnTo>
                  <a:lnTo>
                    <a:pt x="733227" y="352182"/>
                  </a:lnTo>
                  <a:lnTo>
                    <a:pt x="729113" y="347825"/>
                  </a:lnTo>
                  <a:lnTo>
                    <a:pt x="723086" y="347046"/>
                  </a:lnTo>
                  <a:lnTo>
                    <a:pt x="718394" y="342666"/>
                  </a:lnTo>
                  <a:lnTo>
                    <a:pt x="713213" y="339492"/>
                  </a:lnTo>
                  <a:lnTo>
                    <a:pt x="712609" y="339290"/>
                  </a:lnTo>
                  <a:lnTo>
                    <a:pt x="706006" y="337079"/>
                  </a:lnTo>
                  <a:lnTo>
                    <a:pt x="703683" y="340760"/>
                  </a:lnTo>
                  <a:lnTo>
                    <a:pt x="701227" y="346618"/>
                  </a:lnTo>
                  <a:lnTo>
                    <a:pt x="698766" y="347184"/>
                  </a:lnTo>
                  <a:lnTo>
                    <a:pt x="694948" y="348060"/>
                  </a:lnTo>
                  <a:lnTo>
                    <a:pt x="686205" y="348416"/>
                  </a:lnTo>
                  <a:lnTo>
                    <a:pt x="678951" y="346969"/>
                  </a:lnTo>
                  <a:lnTo>
                    <a:pt x="675833" y="342561"/>
                  </a:lnTo>
                  <a:lnTo>
                    <a:pt x="671537" y="342765"/>
                  </a:lnTo>
                  <a:lnTo>
                    <a:pt x="665550" y="345422"/>
                  </a:lnTo>
                  <a:lnTo>
                    <a:pt x="659392" y="346821"/>
                  </a:lnTo>
                  <a:lnTo>
                    <a:pt x="654714" y="349643"/>
                  </a:lnTo>
                  <a:lnTo>
                    <a:pt x="651934" y="351318"/>
                  </a:lnTo>
                  <a:lnTo>
                    <a:pt x="649691" y="351213"/>
                  </a:lnTo>
                  <a:lnTo>
                    <a:pt x="645756" y="351026"/>
                  </a:lnTo>
                  <a:lnTo>
                    <a:pt x="641303" y="350003"/>
                  </a:lnTo>
                  <a:lnTo>
                    <a:pt x="629628" y="354246"/>
                  </a:lnTo>
                  <a:lnTo>
                    <a:pt x="621600" y="355667"/>
                  </a:lnTo>
                  <a:lnTo>
                    <a:pt x="619770" y="359203"/>
                  </a:lnTo>
                  <a:lnTo>
                    <a:pt x="614843" y="365203"/>
                  </a:lnTo>
                  <a:lnTo>
                    <a:pt x="610304" y="363014"/>
                  </a:lnTo>
                  <a:lnTo>
                    <a:pt x="607678" y="366949"/>
                  </a:lnTo>
                  <a:lnTo>
                    <a:pt x="602712" y="371650"/>
                  </a:lnTo>
                  <a:lnTo>
                    <a:pt x="601099" y="369374"/>
                  </a:lnTo>
                  <a:lnTo>
                    <a:pt x="598773" y="366089"/>
                  </a:lnTo>
                  <a:lnTo>
                    <a:pt x="595598" y="362509"/>
                  </a:lnTo>
                  <a:lnTo>
                    <a:pt x="589561" y="363484"/>
                  </a:lnTo>
                  <a:lnTo>
                    <a:pt x="587394" y="358661"/>
                  </a:lnTo>
                  <a:lnTo>
                    <a:pt x="582872" y="358736"/>
                  </a:lnTo>
                  <a:lnTo>
                    <a:pt x="580985" y="357512"/>
                  </a:lnTo>
                  <a:lnTo>
                    <a:pt x="581048" y="352037"/>
                  </a:lnTo>
                  <a:lnTo>
                    <a:pt x="580619" y="351795"/>
                  </a:lnTo>
                  <a:lnTo>
                    <a:pt x="574488" y="348337"/>
                  </a:lnTo>
                  <a:lnTo>
                    <a:pt x="572600" y="352813"/>
                  </a:lnTo>
                  <a:lnTo>
                    <a:pt x="569981" y="357866"/>
                  </a:lnTo>
                  <a:lnTo>
                    <a:pt x="564019" y="356956"/>
                  </a:lnTo>
                  <a:lnTo>
                    <a:pt x="562307" y="354061"/>
                  </a:lnTo>
                  <a:lnTo>
                    <a:pt x="557203" y="356636"/>
                  </a:lnTo>
                  <a:lnTo>
                    <a:pt x="552713" y="350670"/>
                  </a:lnTo>
                  <a:lnTo>
                    <a:pt x="551813" y="345834"/>
                  </a:lnTo>
                  <a:lnTo>
                    <a:pt x="549145" y="346110"/>
                  </a:lnTo>
                  <a:lnTo>
                    <a:pt x="548202" y="346207"/>
                  </a:lnTo>
                  <a:lnTo>
                    <a:pt x="547496" y="346280"/>
                  </a:lnTo>
                  <a:lnTo>
                    <a:pt x="544237" y="349268"/>
                  </a:lnTo>
                  <a:lnTo>
                    <a:pt x="544641" y="352767"/>
                  </a:lnTo>
                  <a:lnTo>
                    <a:pt x="538280" y="356375"/>
                  </a:lnTo>
                  <a:lnTo>
                    <a:pt x="536331" y="361169"/>
                  </a:lnTo>
                  <a:lnTo>
                    <a:pt x="535608" y="365444"/>
                  </a:lnTo>
                  <a:lnTo>
                    <a:pt x="535442" y="369737"/>
                  </a:lnTo>
                  <a:lnTo>
                    <a:pt x="530108" y="371363"/>
                  </a:lnTo>
                  <a:lnTo>
                    <a:pt x="524637" y="361884"/>
                  </a:lnTo>
                  <a:lnTo>
                    <a:pt x="528109" y="357647"/>
                  </a:lnTo>
                  <a:lnTo>
                    <a:pt x="524254" y="350410"/>
                  </a:lnTo>
                  <a:lnTo>
                    <a:pt x="520615" y="352061"/>
                  </a:lnTo>
                  <a:lnTo>
                    <a:pt x="514094" y="356143"/>
                  </a:lnTo>
                  <a:lnTo>
                    <a:pt x="509198" y="361316"/>
                  </a:lnTo>
                  <a:lnTo>
                    <a:pt x="502622" y="361042"/>
                  </a:lnTo>
                  <a:lnTo>
                    <a:pt x="501813" y="355881"/>
                  </a:lnTo>
                  <a:lnTo>
                    <a:pt x="498680" y="351251"/>
                  </a:lnTo>
                  <a:lnTo>
                    <a:pt x="498453" y="350916"/>
                  </a:lnTo>
                  <a:lnTo>
                    <a:pt x="491907" y="353294"/>
                  </a:lnTo>
                  <a:lnTo>
                    <a:pt x="491628" y="353086"/>
                  </a:lnTo>
                  <a:lnTo>
                    <a:pt x="488351" y="350646"/>
                  </a:lnTo>
                  <a:lnTo>
                    <a:pt x="487034" y="345627"/>
                  </a:lnTo>
                  <a:lnTo>
                    <a:pt x="481207" y="343229"/>
                  </a:lnTo>
                  <a:lnTo>
                    <a:pt x="473284" y="350716"/>
                  </a:lnTo>
                  <a:lnTo>
                    <a:pt x="469384" y="355767"/>
                  </a:lnTo>
                  <a:lnTo>
                    <a:pt x="463726" y="359296"/>
                  </a:lnTo>
                  <a:lnTo>
                    <a:pt x="455788" y="356300"/>
                  </a:lnTo>
                  <a:lnTo>
                    <a:pt x="455694" y="354895"/>
                  </a:lnTo>
                  <a:lnTo>
                    <a:pt x="455450" y="351257"/>
                  </a:lnTo>
                  <a:lnTo>
                    <a:pt x="455855" y="343916"/>
                  </a:lnTo>
                  <a:lnTo>
                    <a:pt x="450503" y="343504"/>
                  </a:lnTo>
                  <a:lnTo>
                    <a:pt x="443394" y="342958"/>
                  </a:lnTo>
                  <a:lnTo>
                    <a:pt x="441798" y="337912"/>
                  </a:lnTo>
                  <a:lnTo>
                    <a:pt x="441654" y="331796"/>
                  </a:lnTo>
                  <a:lnTo>
                    <a:pt x="439336" y="326323"/>
                  </a:lnTo>
                  <a:lnTo>
                    <a:pt x="437979" y="327819"/>
                  </a:lnTo>
                  <a:lnTo>
                    <a:pt x="435226" y="330851"/>
                  </a:lnTo>
                  <a:lnTo>
                    <a:pt x="430043" y="329524"/>
                  </a:lnTo>
                  <a:lnTo>
                    <a:pt x="421427" y="327590"/>
                  </a:lnTo>
                  <a:lnTo>
                    <a:pt x="417252" y="326497"/>
                  </a:lnTo>
                  <a:lnTo>
                    <a:pt x="414148" y="329706"/>
                  </a:lnTo>
                  <a:lnTo>
                    <a:pt x="412761" y="334501"/>
                  </a:lnTo>
                  <a:lnTo>
                    <a:pt x="411930" y="334860"/>
                  </a:lnTo>
                  <a:lnTo>
                    <a:pt x="407228" y="336889"/>
                  </a:lnTo>
                  <a:lnTo>
                    <a:pt x="402295" y="333602"/>
                  </a:lnTo>
                  <a:lnTo>
                    <a:pt x="397712" y="327744"/>
                  </a:lnTo>
                  <a:lnTo>
                    <a:pt x="394666" y="327001"/>
                  </a:lnTo>
                  <a:lnTo>
                    <a:pt x="391178" y="326149"/>
                  </a:lnTo>
                  <a:lnTo>
                    <a:pt x="387372" y="329648"/>
                  </a:lnTo>
                  <a:lnTo>
                    <a:pt x="383047" y="329951"/>
                  </a:lnTo>
                  <a:lnTo>
                    <a:pt x="376626" y="327305"/>
                  </a:lnTo>
                  <a:lnTo>
                    <a:pt x="370617" y="326888"/>
                  </a:lnTo>
                  <a:lnTo>
                    <a:pt x="364325" y="322215"/>
                  </a:lnTo>
                  <a:lnTo>
                    <a:pt x="363214" y="322121"/>
                  </a:lnTo>
                  <a:lnTo>
                    <a:pt x="358569" y="321725"/>
                  </a:lnTo>
                  <a:lnTo>
                    <a:pt x="353453" y="322610"/>
                  </a:lnTo>
                  <a:lnTo>
                    <a:pt x="346772" y="321791"/>
                  </a:lnTo>
                  <a:lnTo>
                    <a:pt x="341453" y="321299"/>
                  </a:lnTo>
                  <a:lnTo>
                    <a:pt x="339335" y="310363"/>
                  </a:lnTo>
                  <a:lnTo>
                    <a:pt x="338409" y="309118"/>
                  </a:lnTo>
                  <a:lnTo>
                    <a:pt x="333437" y="302431"/>
                  </a:lnTo>
                  <a:lnTo>
                    <a:pt x="326530" y="296936"/>
                  </a:lnTo>
                  <a:lnTo>
                    <a:pt x="322452" y="296415"/>
                  </a:lnTo>
                  <a:lnTo>
                    <a:pt x="320165" y="303207"/>
                  </a:lnTo>
                  <a:lnTo>
                    <a:pt x="315530" y="301477"/>
                  </a:lnTo>
                  <a:lnTo>
                    <a:pt x="315159" y="301436"/>
                  </a:lnTo>
                  <a:lnTo>
                    <a:pt x="305140" y="300304"/>
                  </a:lnTo>
                  <a:lnTo>
                    <a:pt x="303733" y="303937"/>
                  </a:lnTo>
                  <a:lnTo>
                    <a:pt x="294905" y="303275"/>
                  </a:lnTo>
                  <a:lnTo>
                    <a:pt x="288629" y="297333"/>
                  </a:lnTo>
                  <a:lnTo>
                    <a:pt x="283744" y="291565"/>
                  </a:lnTo>
                  <a:lnTo>
                    <a:pt x="281558" y="289470"/>
                  </a:lnTo>
                  <a:lnTo>
                    <a:pt x="273579" y="281808"/>
                  </a:lnTo>
                  <a:lnTo>
                    <a:pt x="267345" y="283524"/>
                  </a:lnTo>
                  <a:lnTo>
                    <a:pt x="267094" y="283593"/>
                  </a:lnTo>
                  <a:lnTo>
                    <a:pt x="267094" y="263156"/>
                  </a:lnTo>
                  <a:lnTo>
                    <a:pt x="267094" y="231969"/>
                  </a:lnTo>
                  <a:lnTo>
                    <a:pt x="267094" y="215164"/>
                  </a:lnTo>
                  <a:lnTo>
                    <a:pt x="267093" y="188798"/>
                  </a:lnTo>
                  <a:lnTo>
                    <a:pt x="267093" y="167149"/>
                  </a:lnTo>
                  <a:lnTo>
                    <a:pt x="267093" y="138302"/>
                  </a:lnTo>
                  <a:lnTo>
                    <a:pt x="267093" y="119102"/>
                  </a:lnTo>
                  <a:lnTo>
                    <a:pt x="267092" y="70219"/>
                  </a:lnTo>
                  <a:lnTo>
                    <a:pt x="266794" y="70219"/>
                  </a:lnTo>
                  <a:lnTo>
                    <a:pt x="239450" y="70169"/>
                  </a:lnTo>
                  <a:lnTo>
                    <a:pt x="218525" y="70083"/>
                  </a:lnTo>
                  <a:lnTo>
                    <a:pt x="214389" y="70059"/>
                  </a:lnTo>
                  <a:lnTo>
                    <a:pt x="188443" y="69808"/>
                  </a:lnTo>
                  <a:lnTo>
                    <a:pt x="182216" y="69756"/>
                  </a:lnTo>
                  <a:lnTo>
                    <a:pt x="170558" y="69647"/>
                  </a:lnTo>
                  <a:lnTo>
                    <a:pt x="122619" y="68844"/>
                  </a:lnTo>
                  <a:lnTo>
                    <a:pt x="104589" y="68460"/>
                  </a:lnTo>
                  <a:lnTo>
                    <a:pt x="86283" y="67995"/>
                  </a:lnTo>
                  <a:lnTo>
                    <a:pt x="74708" y="67678"/>
                  </a:lnTo>
                  <a:lnTo>
                    <a:pt x="0" y="65376"/>
                  </a:lnTo>
                  <a:lnTo>
                    <a:pt x="392" y="541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973529" y="2549691"/>
              <a:ext cx="592484" cy="504555"/>
            </a:xfrm>
            <a:custGeom>
              <a:avLst/>
              <a:pathLst>
                <a:path w="592484" h="504555">
                  <a:moveTo>
                    <a:pt x="6831" y="296331"/>
                  </a:moveTo>
                  <a:lnTo>
                    <a:pt x="14498" y="287742"/>
                  </a:lnTo>
                  <a:lnTo>
                    <a:pt x="14644" y="287507"/>
                  </a:lnTo>
                  <a:lnTo>
                    <a:pt x="20668" y="277796"/>
                  </a:lnTo>
                  <a:lnTo>
                    <a:pt x="24690" y="270277"/>
                  </a:lnTo>
                  <a:lnTo>
                    <a:pt x="27460" y="264793"/>
                  </a:lnTo>
                  <a:lnTo>
                    <a:pt x="29572" y="260867"/>
                  </a:lnTo>
                  <a:lnTo>
                    <a:pt x="29291" y="257609"/>
                  </a:lnTo>
                  <a:lnTo>
                    <a:pt x="33430" y="254887"/>
                  </a:lnTo>
                  <a:lnTo>
                    <a:pt x="40259" y="247741"/>
                  </a:lnTo>
                  <a:lnTo>
                    <a:pt x="46983" y="237862"/>
                  </a:lnTo>
                  <a:lnTo>
                    <a:pt x="49380" y="233276"/>
                  </a:lnTo>
                  <a:lnTo>
                    <a:pt x="53616" y="225165"/>
                  </a:lnTo>
                  <a:lnTo>
                    <a:pt x="60045" y="211543"/>
                  </a:lnTo>
                  <a:lnTo>
                    <a:pt x="61967" y="207470"/>
                  </a:lnTo>
                  <a:lnTo>
                    <a:pt x="69034" y="190481"/>
                  </a:lnTo>
                  <a:lnTo>
                    <a:pt x="73331" y="178871"/>
                  </a:lnTo>
                  <a:lnTo>
                    <a:pt x="74247" y="175080"/>
                  </a:lnTo>
                  <a:lnTo>
                    <a:pt x="74477" y="174131"/>
                  </a:lnTo>
                  <a:lnTo>
                    <a:pt x="79967" y="163041"/>
                  </a:lnTo>
                  <a:lnTo>
                    <a:pt x="82364" y="155310"/>
                  </a:lnTo>
                  <a:lnTo>
                    <a:pt x="87145" y="143775"/>
                  </a:lnTo>
                  <a:lnTo>
                    <a:pt x="89189" y="137406"/>
                  </a:lnTo>
                  <a:lnTo>
                    <a:pt x="91132" y="128600"/>
                  </a:lnTo>
                  <a:lnTo>
                    <a:pt x="92843" y="125442"/>
                  </a:lnTo>
                  <a:lnTo>
                    <a:pt x="98462" y="115842"/>
                  </a:lnTo>
                  <a:lnTo>
                    <a:pt x="101944" y="107491"/>
                  </a:lnTo>
                  <a:lnTo>
                    <a:pt x="102027" y="107292"/>
                  </a:lnTo>
                  <a:lnTo>
                    <a:pt x="106880" y="99067"/>
                  </a:lnTo>
                  <a:lnTo>
                    <a:pt x="109002" y="92658"/>
                  </a:lnTo>
                  <a:lnTo>
                    <a:pt x="111377" y="87109"/>
                  </a:lnTo>
                  <a:lnTo>
                    <a:pt x="112194" y="80671"/>
                  </a:lnTo>
                  <a:lnTo>
                    <a:pt x="115680" y="73523"/>
                  </a:lnTo>
                  <a:lnTo>
                    <a:pt x="116319" y="67877"/>
                  </a:lnTo>
                  <a:lnTo>
                    <a:pt x="120196" y="61634"/>
                  </a:lnTo>
                  <a:lnTo>
                    <a:pt x="123412" y="53015"/>
                  </a:lnTo>
                  <a:lnTo>
                    <a:pt x="124683" y="48764"/>
                  </a:lnTo>
                  <a:lnTo>
                    <a:pt x="124222" y="43839"/>
                  </a:lnTo>
                  <a:lnTo>
                    <a:pt x="125087" y="41524"/>
                  </a:lnTo>
                  <a:lnTo>
                    <a:pt x="126880" y="36727"/>
                  </a:lnTo>
                  <a:lnTo>
                    <a:pt x="128470" y="30212"/>
                  </a:lnTo>
                  <a:lnTo>
                    <a:pt x="127941" y="26216"/>
                  </a:lnTo>
                  <a:lnTo>
                    <a:pt x="132259" y="24502"/>
                  </a:lnTo>
                  <a:lnTo>
                    <a:pt x="134558" y="18806"/>
                  </a:lnTo>
                  <a:lnTo>
                    <a:pt x="135502" y="9214"/>
                  </a:lnTo>
                  <a:lnTo>
                    <a:pt x="132048" y="2580"/>
                  </a:lnTo>
                  <a:lnTo>
                    <a:pt x="135737" y="0"/>
                  </a:lnTo>
                  <a:lnTo>
                    <a:pt x="139422" y="6691"/>
                  </a:lnTo>
                  <a:lnTo>
                    <a:pt x="144287" y="6939"/>
                  </a:lnTo>
                  <a:lnTo>
                    <a:pt x="149840" y="6600"/>
                  </a:lnTo>
                  <a:lnTo>
                    <a:pt x="151593" y="9521"/>
                  </a:lnTo>
                  <a:lnTo>
                    <a:pt x="155859" y="8132"/>
                  </a:lnTo>
                  <a:lnTo>
                    <a:pt x="160777" y="8420"/>
                  </a:lnTo>
                  <a:lnTo>
                    <a:pt x="163976" y="6387"/>
                  </a:lnTo>
                  <a:lnTo>
                    <a:pt x="168420" y="6755"/>
                  </a:lnTo>
                  <a:lnTo>
                    <a:pt x="170522" y="11332"/>
                  </a:lnTo>
                  <a:lnTo>
                    <a:pt x="169027" y="15577"/>
                  </a:lnTo>
                  <a:lnTo>
                    <a:pt x="171711" y="19900"/>
                  </a:lnTo>
                  <a:lnTo>
                    <a:pt x="172180" y="20055"/>
                  </a:lnTo>
                  <a:lnTo>
                    <a:pt x="177281" y="21739"/>
                  </a:lnTo>
                  <a:lnTo>
                    <a:pt x="182153" y="20616"/>
                  </a:lnTo>
                  <a:lnTo>
                    <a:pt x="185469" y="19849"/>
                  </a:lnTo>
                  <a:lnTo>
                    <a:pt x="188475" y="21118"/>
                  </a:lnTo>
                  <a:lnTo>
                    <a:pt x="193966" y="27842"/>
                  </a:lnTo>
                  <a:lnTo>
                    <a:pt x="195750" y="31237"/>
                  </a:lnTo>
                  <a:lnTo>
                    <a:pt x="198798" y="34224"/>
                  </a:lnTo>
                  <a:lnTo>
                    <a:pt x="199915" y="41388"/>
                  </a:lnTo>
                  <a:lnTo>
                    <a:pt x="201101" y="47014"/>
                  </a:lnTo>
                  <a:lnTo>
                    <a:pt x="199976" y="51441"/>
                  </a:lnTo>
                  <a:lnTo>
                    <a:pt x="200424" y="56013"/>
                  </a:lnTo>
                  <a:lnTo>
                    <a:pt x="199793" y="57473"/>
                  </a:lnTo>
                  <a:lnTo>
                    <a:pt x="198242" y="61059"/>
                  </a:lnTo>
                  <a:lnTo>
                    <a:pt x="199019" y="66300"/>
                  </a:lnTo>
                  <a:lnTo>
                    <a:pt x="197900" y="68977"/>
                  </a:lnTo>
                  <a:lnTo>
                    <a:pt x="196130" y="73210"/>
                  </a:lnTo>
                  <a:lnTo>
                    <a:pt x="196779" y="75177"/>
                  </a:lnTo>
                  <a:lnTo>
                    <a:pt x="197438" y="77173"/>
                  </a:lnTo>
                  <a:lnTo>
                    <a:pt x="202400" y="82019"/>
                  </a:lnTo>
                  <a:lnTo>
                    <a:pt x="211161" y="87180"/>
                  </a:lnTo>
                  <a:lnTo>
                    <a:pt x="213993" y="89940"/>
                  </a:lnTo>
                  <a:lnTo>
                    <a:pt x="217956" y="89871"/>
                  </a:lnTo>
                  <a:lnTo>
                    <a:pt x="220286" y="93269"/>
                  </a:lnTo>
                  <a:lnTo>
                    <a:pt x="224487" y="94864"/>
                  </a:lnTo>
                  <a:lnTo>
                    <a:pt x="225472" y="94588"/>
                  </a:lnTo>
                  <a:lnTo>
                    <a:pt x="230276" y="93242"/>
                  </a:lnTo>
                  <a:lnTo>
                    <a:pt x="235549" y="94176"/>
                  </a:lnTo>
                  <a:lnTo>
                    <a:pt x="242498" y="92967"/>
                  </a:lnTo>
                  <a:lnTo>
                    <a:pt x="246475" y="91243"/>
                  </a:lnTo>
                  <a:lnTo>
                    <a:pt x="248468" y="90884"/>
                  </a:lnTo>
                  <a:lnTo>
                    <a:pt x="250092" y="90591"/>
                  </a:lnTo>
                  <a:lnTo>
                    <a:pt x="252988" y="88338"/>
                  </a:lnTo>
                  <a:lnTo>
                    <a:pt x="256816" y="88092"/>
                  </a:lnTo>
                  <a:lnTo>
                    <a:pt x="261253" y="90585"/>
                  </a:lnTo>
                  <a:lnTo>
                    <a:pt x="265699" y="90745"/>
                  </a:lnTo>
                  <a:lnTo>
                    <a:pt x="274685" y="91141"/>
                  </a:lnTo>
                  <a:lnTo>
                    <a:pt x="275186" y="91545"/>
                  </a:lnTo>
                  <a:lnTo>
                    <a:pt x="279776" y="95242"/>
                  </a:lnTo>
                  <a:lnTo>
                    <a:pt x="280719" y="96000"/>
                  </a:lnTo>
                  <a:lnTo>
                    <a:pt x="286359" y="96478"/>
                  </a:lnTo>
                  <a:lnTo>
                    <a:pt x="293162" y="101641"/>
                  </a:lnTo>
                  <a:lnTo>
                    <a:pt x="293572" y="108096"/>
                  </a:lnTo>
                  <a:lnTo>
                    <a:pt x="297673" y="108269"/>
                  </a:lnTo>
                  <a:lnTo>
                    <a:pt x="300787" y="106000"/>
                  </a:lnTo>
                  <a:lnTo>
                    <a:pt x="309833" y="107606"/>
                  </a:lnTo>
                  <a:lnTo>
                    <a:pt x="311514" y="108877"/>
                  </a:lnTo>
                  <a:lnTo>
                    <a:pt x="312541" y="109654"/>
                  </a:lnTo>
                  <a:lnTo>
                    <a:pt x="315736" y="107714"/>
                  </a:lnTo>
                  <a:lnTo>
                    <a:pt x="327233" y="106451"/>
                  </a:lnTo>
                  <a:lnTo>
                    <a:pt x="330031" y="105209"/>
                  </a:lnTo>
                  <a:lnTo>
                    <a:pt x="331363" y="104616"/>
                  </a:lnTo>
                  <a:lnTo>
                    <a:pt x="334126" y="105279"/>
                  </a:lnTo>
                  <a:lnTo>
                    <a:pt x="338369" y="110938"/>
                  </a:lnTo>
                  <a:lnTo>
                    <a:pt x="339452" y="111236"/>
                  </a:lnTo>
                  <a:lnTo>
                    <a:pt x="344748" y="112689"/>
                  </a:lnTo>
                  <a:lnTo>
                    <a:pt x="352917" y="112674"/>
                  </a:lnTo>
                  <a:lnTo>
                    <a:pt x="357512" y="113408"/>
                  </a:lnTo>
                  <a:lnTo>
                    <a:pt x="362977" y="110219"/>
                  </a:lnTo>
                  <a:lnTo>
                    <a:pt x="367727" y="110274"/>
                  </a:lnTo>
                  <a:lnTo>
                    <a:pt x="372780" y="108986"/>
                  </a:lnTo>
                  <a:lnTo>
                    <a:pt x="375194" y="108369"/>
                  </a:lnTo>
                  <a:lnTo>
                    <a:pt x="381641" y="108664"/>
                  </a:lnTo>
                  <a:lnTo>
                    <a:pt x="385967" y="108857"/>
                  </a:lnTo>
                  <a:lnTo>
                    <a:pt x="394519" y="110109"/>
                  </a:lnTo>
                  <a:lnTo>
                    <a:pt x="400304" y="105462"/>
                  </a:lnTo>
                  <a:lnTo>
                    <a:pt x="402255" y="105380"/>
                  </a:lnTo>
                  <a:lnTo>
                    <a:pt x="407078" y="108447"/>
                  </a:lnTo>
                  <a:lnTo>
                    <a:pt x="410731" y="108686"/>
                  </a:lnTo>
                  <a:lnTo>
                    <a:pt x="415175" y="108973"/>
                  </a:lnTo>
                  <a:lnTo>
                    <a:pt x="422323" y="108958"/>
                  </a:lnTo>
                  <a:lnTo>
                    <a:pt x="430398" y="111626"/>
                  </a:lnTo>
                  <a:lnTo>
                    <a:pt x="435032" y="110265"/>
                  </a:lnTo>
                  <a:lnTo>
                    <a:pt x="440617" y="107612"/>
                  </a:lnTo>
                  <a:lnTo>
                    <a:pt x="460076" y="112188"/>
                  </a:lnTo>
                  <a:lnTo>
                    <a:pt x="479578" y="116827"/>
                  </a:lnTo>
                  <a:lnTo>
                    <a:pt x="502928" y="122281"/>
                  </a:lnTo>
                  <a:lnTo>
                    <a:pt x="504145" y="122562"/>
                  </a:lnTo>
                  <a:lnTo>
                    <a:pt x="520525" y="126313"/>
                  </a:lnTo>
                  <a:lnTo>
                    <a:pt x="527724" y="128038"/>
                  </a:lnTo>
                  <a:lnTo>
                    <a:pt x="535496" y="129888"/>
                  </a:lnTo>
                  <a:lnTo>
                    <a:pt x="543431" y="131763"/>
                  </a:lnTo>
                  <a:lnTo>
                    <a:pt x="571104" y="137878"/>
                  </a:lnTo>
                  <a:lnTo>
                    <a:pt x="572224" y="141662"/>
                  </a:lnTo>
                  <a:lnTo>
                    <a:pt x="572928" y="146758"/>
                  </a:lnTo>
                  <a:lnTo>
                    <a:pt x="575669" y="152757"/>
                  </a:lnTo>
                  <a:lnTo>
                    <a:pt x="576199" y="153914"/>
                  </a:lnTo>
                  <a:lnTo>
                    <a:pt x="579180" y="155897"/>
                  </a:lnTo>
                  <a:lnTo>
                    <a:pt x="582828" y="160922"/>
                  </a:lnTo>
                  <a:lnTo>
                    <a:pt x="587361" y="162210"/>
                  </a:lnTo>
                  <a:lnTo>
                    <a:pt x="590154" y="167059"/>
                  </a:lnTo>
                  <a:lnTo>
                    <a:pt x="589613" y="172021"/>
                  </a:lnTo>
                  <a:lnTo>
                    <a:pt x="592484" y="178939"/>
                  </a:lnTo>
                  <a:lnTo>
                    <a:pt x="589038" y="182949"/>
                  </a:lnTo>
                  <a:lnTo>
                    <a:pt x="581203" y="193207"/>
                  </a:lnTo>
                  <a:lnTo>
                    <a:pt x="573191" y="203892"/>
                  </a:lnTo>
                  <a:lnTo>
                    <a:pt x="571273" y="207852"/>
                  </a:lnTo>
                  <a:lnTo>
                    <a:pt x="570667" y="209101"/>
                  </a:lnTo>
                  <a:lnTo>
                    <a:pt x="564185" y="221272"/>
                  </a:lnTo>
                  <a:lnTo>
                    <a:pt x="561599" y="224285"/>
                  </a:lnTo>
                  <a:lnTo>
                    <a:pt x="556998" y="227742"/>
                  </a:lnTo>
                  <a:lnTo>
                    <a:pt x="554890" y="232313"/>
                  </a:lnTo>
                  <a:lnTo>
                    <a:pt x="555517" y="237240"/>
                  </a:lnTo>
                  <a:lnTo>
                    <a:pt x="552338" y="242183"/>
                  </a:lnTo>
                  <a:lnTo>
                    <a:pt x="550207" y="244624"/>
                  </a:lnTo>
                  <a:lnTo>
                    <a:pt x="546423" y="248953"/>
                  </a:lnTo>
                  <a:lnTo>
                    <a:pt x="540529" y="250611"/>
                  </a:lnTo>
                  <a:lnTo>
                    <a:pt x="536812" y="252672"/>
                  </a:lnTo>
                  <a:lnTo>
                    <a:pt x="533224" y="259137"/>
                  </a:lnTo>
                  <a:lnTo>
                    <a:pt x="528255" y="267194"/>
                  </a:lnTo>
                  <a:lnTo>
                    <a:pt x="526017" y="269967"/>
                  </a:lnTo>
                  <a:lnTo>
                    <a:pt x="521336" y="273196"/>
                  </a:lnTo>
                  <a:lnTo>
                    <a:pt x="521013" y="278159"/>
                  </a:lnTo>
                  <a:lnTo>
                    <a:pt x="518483" y="281097"/>
                  </a:lnTo>
                  <a:lnTo>
                    <a:pt x="519576" y="284304"/>
                  </a:lnTo>
                  <a:lnTo>
                    <a:pt x="520565" y="287557"/>
                  </a:lnTo>
                  <a:lnTo>
                    <a:pt x="518644" y="290242"/>
                  </a:lnTo>
                  <a:lnTo>
                    <a:pt x="518160" y="290917"/>
                  </a:lnTo>
                  <a:lnTo>
                    <a:pt x="520622" y="294290"/>
                  </a:lnTo>
                  <a:lnTo>
                    <a:pt x="524203" y="293263"/>
                  </a:lnTo>
                  <a:lnTo>
                    <a:pt x="527441" y="297846"/>
                  </a:lnTo>
                  <a:lnTo>
                    <a:pt x="533114" y="299214"/>
                  </a:lnTo>
                  <a:lnTo>
                    <a:pt x="532732" y="303133"/>
                  </a:lnTo>
                  <a:lnTo>
                    <a:pt x="536550" y="305359"/>
                  </a:lnTo>
                  <a:lnTo>
                    <a:pt x="536511" y="307774"/>
                  </a:lnTo>
                  <a:lnTo>
                    <a:pt x="536354" y="307897"/>
                  </a:lnTo>
                  <a:lnTo>
                    <a:pt x="529855" y="312991"/>
                  </a:lnTo>
                  <a:lnTo>
                    <a:pt x="531395" y="318710"/>
                  </a:lnTo>
                  <a:lnTo>
                    <a:pt x="529023" y="322676"/>
                  </a:lnTo>
                  <a:lnTo>
                    <a:pt x="526279" y="330503"/>
                  </a:lnTo>
                  <a:lnTo>
                    <a:pt x="525377" y="331693"/>
                  </a:lnTo>
                  <a:lnTo>
                    <a:pt x="521771" y="336447"/>
                  </a:lnTo>
                  <a:lnTo>
                    <a:pt x="518865" y="349644"/>
                  </a:lnTo>
                  <a:lnTo>
                    <a:pt x="517161" y="357393"/>
                  </a:lnTo>
                  <a:lnTo>
                    <a:pt x="506226" y="410020"/>
                  </a:lnTo>
                  <a:lnTo>
                    <a:pt x="502099" y="430094"/>
                  </a:lnTo>
                  <a:lnTo>
                    <a:pt x="493932" y="469633"/>
                  </a:lnTo>
                  <a:lnTo>
                    <a:pt x="486801" y="504555"/>
                  </a:lnTo>
                  <a:lnTo>
                    <a:pt x="475185" y="502027"/>
                  </a:lnTo>
                  <a:lnTo>
                    <a:pt x="461230" y="499118"/>
                  </a:lnTo>
                  <a:lnTo>
                    <a:pt x="446321" y="495935"/>
                  </a:lnTo>
                  <a:lnTo>
                    <a:pt x="429435" y="492202"/>
                  </a:lnTo>
                  <a:lnTo>
                    <a:pt x="407532" y="487389"/>
                  </a:lnTo>
                  <a:lnTo>
                    <a:pt x="387016" y="482823"/>
                  </a:lnTo>
                  <a:lnTo>
                    <a:pt x="368433" y="478748"/>
                  </a:lnTo>
                  <a:lnTo>
                    <a:pt x="353294" y="475054"/>
                  </a:lnTo>
                  <a:lnTo>
                    <a:pt x="339335" y="471766"/>
                  </a:lnTo>
                  <a:lnTo>
                    <a:pt x="331556" y="469816"/>
                  </a:lnTo>
                  <a:lnTo>
                    <a:pt x="329144" y="469209"/>
                  </a:lnTo>
                  <a:lnTo>
                    <a:pt x="304632" y="462973"/>
                  </a:lnTo>
                  <a:lnTo>
                    <a:pt x="286247" y="458548"/>
                  </a:lnTo>
                  <a:lnTo>
                    <a:pt x="274021" y="455449"/>
                  </a:lnTo>
                  <a:lnTo>
                    <a:pt x="252605" y="450036"/>
                  </a:lnTo>
                  <a:lnTo>
                    <a:pt x="239814" y="446723"/>
                  </a:lnTo>
                  <a:lnTo>
                    <a:pt x="227261" y="443447"/>
                  </a:lnTo>
                  <a:lnTo>
                    <a:pt x="216884" y="440715"/>
                  </a:lnTo>
                  <a:lnTo>
                    <a:pt x="202570" y="436475"/>
                  </a:lnTo>
                  <a:lnTo>
                    <a:pt x="189986" y="433124"/>
                  </a:lnTo>
                  <a:lnTo>
                    <a:pt x="189460" y="432971"/>
                  </a:lnTo>
                  <a:lnTo>
                    <a:pt x="174355" y="428538"/>
                  </a:lnTo>
                  <a:lnTo>
                    <a:pt x="163011" y="425144"/>
                  </a:lnTo>
                  <a:lnTo>
                    <a:pt x="146102" y="420168"/>
                  </a:lnTo>
                  <a:lnTo>
                    <a:pt x="133670" y="416470"/>
                  </a:lnTo>
                  <a:lnTo>
                    <a:pt x="119654" y="412414"/>
                  </a:lnTo>
                  <a:lnTo>
                    <a:pt x="99720" y="407105"/>
                  </a:lnTo>
                  <a:lnTo>
                    <a:pt x="83454" y="402460"/>
                  </a:lnTo>
                  <a:lnTo>
                    <a:pt x="76947" y="399936"/>
                  </a:lnTo>
                  <a:lnTo>
                    <a:pt x="71211" y="398663"/>
                  </a:lnTo>
                  <a:lnTo>
                    <a:pt x="63352" y="396908"/>
                  </a:lnTo>
                  <a:lnTo>
                    <a:pt x="57653" y="394958"/>
                  </a:lnTo>
                  <a:lnTo>
                    <a:pt x="52016" y="393513"/>
                  </a:lnTo>
                  <a:lnTo>
                    <a:pt x="42805" y="391139"/>
                  </a:lnTo>
                  <a:lnTo>
                    <a:pt x="31925" y="387793"/>
                  </a:lnTo>
                  <a:lnTo>
                    <a:pt x="20124" y="384136"/>
                  </a:lnTo>
                  <a:lnTo>
                    <a:pt x="6323" y="379652"/>
                  </a:lnTo>
                  <a:lnTo>
                    <a:pt x="3709" y="374177"/>
                  </a:lnTo>
                  <a:lnTo>
                    <a:pt x="1425" y="371257"/>
                  </a:lnTo>
                  <a:lnTo>
                    <a:pt x="643" y="364877"/>
                  </a:lnTo>
                  <a:lnTo>
                    <a:pt x="1393" y="360061"/>
                  </a:lnTo>
                  <a:lnTo>
                    <a:pt x="1160" y="355389"/>
                  </a:lnTo>
                  <a:lnTo>
                    <a:pt x="0" y="352708"/>
                  </a:lnTo>
                  <a:lnTo>
                    <a:pt x="1565" y="347558"/>
                  </a:lnTo>
                  <a:lnTo>
                    <a:pt x="1786" y="343221"/>
                  </a:lnTo>
                  <a:lnTo>
                    <a:pt x="3554" y="335021"/>
                  </a:lnTo>
                  <a:lnTo>
                    <a:pt x="8610" y="326714"/>
                  </a:lnTo>
                  <a:lnTo>
                    <a:pt x="10051" y="321455"/>
                  </a:lnTo>
                  <a:lnTo>
                    <a:pt x="10897" y="315729"/>
                  </a:lnTo>
                  <a:lnTo>
                    <a:pt x="8936" y="313342"/>
                  </a:lnTo>
                  <a:lnTo>
                    <a:pt x="9471" y="312111"/>
                  </a:lnTo>
                  <a:lnTo>
                    <a:pt x="6690" y="3067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6084518" y="3050863"/>
              <a:ext cx="371313" cy="260209"/>
            </a:xfrm>
            <a:custGeom>
              <a:avLst/>
              <a:pathLst>
                <a:path w="371313" h="260209">
                  <a:moveTo>
                    <a:pt x="19507" y="167341"/>
                  </a:moveTo>
                  <a:lnTo>
                    <a:pt x="15585" y="150219"/>
                  </a:lnTo>
                  <a:lnTo>
                    <a:pt x="15439" y="149582"/>
                  </a:lnTo>
                  <a:lnTo>
                    <a:pt x="13651" y="141796"/>
                  </a:lnTo>
                  <a:lnTo>
                    <a:pt x="8960" y="121703"/>
                  </a:lnTo>
                  <a:lnTo>
                    <a:pt x="8773" y="120902"/>
                  </a:lnTo>
                  <a:lnTo>
                    <a:pt x="5647" y="107556"/>
                  </a:lnTo>
                  <a:lnTo>
                    <a:pt x="2351" y="93474"/>
                  </a:lnTo>
                  <a:lnTo>
                    <a:pt x="0" y="83453"/>
                  </a:lnTo>
                  <a:lnTo>
                    <a:pt x="9773" y="76189"/>
                  </a:lnTo>
                  <a:lnTo>
                    <a:pt x="18368" y="67536"/>
                  </a:lnTo>
                  <a:lnTo>
                    <a:pt x="18729" y="64528"/>
                  </a:lnTo>
                  <a:lnTo>
                    <a:pt x="21015" y="62027"/>
                  </a:lnTo>
                  <a:lnTo>
                    <a:pt x="25097" y="61837"/>
                  </a:lnTo>
                  <a:lnTo>
                    <a:pt x="29755" y="56974"/>
                  </a:lnTo>
                  <a:lnTo>
                    <a:pt x="33740" y="53643"/>
                  </a:lnTo>
                  <a:lnTo>
                    <a:pt x="37792" y="49756"/>
                  </a:lnTo>
                  <a:lnTo>
                    <a:pt x="40436" y="60595"/>
                  </a:lnTo>
                  <a:lnTo>
                    <a:pt x="43013" y="70938"/>
                  </a:lnTo>
                  <a:lnTo>
                    <a:pt x="51618" y="68758"/>
                  </a:lnTo>
                  <a:lnTo>
                    <a:pt x="59527" y="66740"/>
                  </a:lnTo>
                  <a:lnTo>
                    <a:pt x="82979" y="60553"/>
                  </a:lnTo>
                  <a:lnTo>
                    <a:pt x="87434" y="59363"/>
                  </a:lnTo>
                  <a:lnTo>
                    <a:pt x="91087" y="58379"/>
                  </a:lnTo>
                  <a:lnTo>
                    <a:pt x="109420" y="53389"/>
                  </a:lnTo>
                  <a:lnTo>
                    <a:pt x="125843" y="48976"/>
                  </a:lnTo>
                  <a:lnTo>
                    <a:pt x="127944" y="48407"/>
                  </a:lnTo>
                  <a:lnTo>
                    <a:pt x="131625" y="47382"/>
                  </a:lnTo>
                  <a:lnTo>
                    <a:pt x="141568" y="44597"/>
                  </a:lnTo>
                  <a:lnTo>
                    <a:pt x="152886" y="41503"/>
                  </a:lnTo>
                  <a:lnTo>
                    <a:pt x="157537" y="40173"/>
                  </a:lnTo>
                  <a:lnTo>
                    <a:pt x="165459" y="37894"/>
                  </a:lnTo>
                  <a:lnTo>
                    <a:pt x="199510" y="27927"/>
                  </a:lnTo>
                  <a:lnTo>
                    <a:pt x="201876" y="27239"/>
                  </a:lnTo>
                  <a:lnTo>
                    <a:pt x="204073" y="26599"/>
                  </a:lnTo>
                  <a:lnTo>
                    <a:pt x="224925" y="20467"/>
                  </a:lnTo>
                  <a:lnTo>
                    <a:pt x="230339" y="18947"/>
                  </a:lnTo>
                  <a:lnTo>
                    <a:pt x="248177" y="13556"/>
                  </a:lnTo>
                  <a:lnTo>
                    <a:pt x="250411" y="12876"/>
                  </a:lnTo>
                  <a:lnTo>
                    <a:pt x="263639" y="8818"/>
                  </a:lnTo>
                  <a:lnTo>
                    <a:pt x="285391" y="1997"/>
                  </a:lnTo>
                  <a:lnTo>
                    <a:pt x="285727" y="1891"/>
                  </a:lnTo>
                  <a:lnTo>
                    <a:pt x="292435" y="262"/>
                  </a:lnTo>
                  <a:lnTo>
                    <a:pt x="293511" y="0"/>
                  </a:lnTo>
                  <a:lnTo>
                    <a:pt x="297340" y="2656"/>
                  </a:lnTo>
                  <a:lnTo>
                    <a:pt x="300395" y="6938"/>
                  </a:lnTo>
                  <a:lnTo>
                    <a:pt x="305011" y="7392"/>
                  </a:lnTo>
                  <a:lnTo>
                    <a:pt x="307830" y="7572"/>
                  </a:lnTo>
                  <a:lnTo>
                    <a:pt x="309834" y="7700"/>
                  </a:lnTo>
                  <a:lnTo>
                    <a:pt x="312922" y="9977"/>
                  </a:lnTo>
                  <a:lnTo>
                    <a:pt x="315263" y="13439"/>
                  </a:lnTo>
                  <a:lnTo>
                    <a:pt x="318085" y="21919"/>
                  </a:lnTo>
                  <a:lnTo>
                    <a:pt x="319148" y="24809"/>
                  </a:lnTo>
                  <a:lnTo>
                    <a:pt x="319949" y="26984"/>
                  </a:lnTo>
                  <a:lnTo>
                    <a:pt x="325251" y="31953"/>
                  </a:lnTo>
                  <a:lnTo>
                    <a:pt x="331413" y="33464"/>
                  </a:lnTo>
                  <a:lnTo>
                    <a:pt x="337104" y="33669"/>
                  </a:lnTo>
                  <a:lnTo>
                    <a:pt x="339633" y="33162"/>
                  </a:lnTo>
                  <a:lnTo>
                    <a:pt x="340882" y="32911"/>
                  </a:lnTo>
                  <a:lnTo>
                    <a:pt x="344753" y="37463"/>
                  </a:lnTo>
                  <a:lnTo>
                    <a:pt x="341460" y="39981"/>
                  </a:lnTo>
                  <a:lnTo>
                    <a:pt x="339367" y="44406"/>
                  </a:lnTo>
                  <a:lnTo>
                    <a:pt x="338043" y="50633"/>
                  </a:lnTo>
                  <a:lnTo>
                    <a:pt x="337899" y="52607"/>
                  </a:lnTo>
                  <a:lnTo>
                    <a:pt x="337582" y="56896"/>
                  </a:lnTo>
                  <a:lnTo>
                    <a:pt x="334401" y="61751"/>
                  </a:lnTo>
                  <a:lnTo>
                    <a:pt x="334324" y="62150"/>
                  </a:lnTo>
                  <a:lnTo>
                    <a:pt x="334095" y="63324"/>
                  </a:lnTo>
                  <a:lnTo>
                    <a:pt x="333534" y="66199"/>
                  </a:lnTo>
                  <a:lnTo>
                    <a:pt x="331378" y="70496"/>
                  </a:lnTo>
                  <a:lnTo>
                    <a:pt x="328706" y="74602"/>
                  </a:lnTo>
                  <a:lnTo>
                    <a:pt x="329609" y="75575"/>
                  </a:lnTo>
                  <a:lnTo>
                    <a:pt x="331956" y="78100"/>
                  </a:lnTo>
                  <a:lnTo>
                    <a:pt x="334744" y="80686"/>
                  </a:lnTo>
                  <a:lnTo>
                    <a:pt x="334131" y="83972"/>
                  </a:lnTo>
                  <a:lnTo>
                    <a:pt x="334469" y="88785"/>
                  </a:lnTo>
                  <a:lnTo>
                    <a:pt x="331146" y="92114"/>
                  </a:lnTo>
                  <a:lnTo>
                    <a:pt x="331390" y="96129"/>
                  </a:lnTo>
                  <a:lnTo>
                    <a:pt x="333266" y="102130"/>
                  </a:lnTo>
                  <a:lnTo>
                    <a:pt x="334033" y="104335"/>
                  </a:lnTo>
                  <a:lnTo>
                    <a:pt x="334469" y="105588"/>
                  </a:lnTo>
                  <a:lnTo>
                    <a:pt x="335084" y="107358"/>
                  </a:lnTo>
                  <a:lnTo>
                    <a:pt x="337805" y="105961"/>
                  </a:lnTo>
                  <a:lnTo>
                    <a:pt x="341775" y="107025"/>
                  </a:lnTo>
                  <a:lnTo>
                    <a:pt x="344247" y="111905"/>
                  </a:lnTo>
                  <a:lnTo>
                    <a:pt x="344371" y="114086"/>
                  </a:lnTo>
                  <a:lnTo>
                    <a:pt x="346100" y="116848"/>
                  </a:lnTo>
                  <a:lnTo>
                    <a:pt x="348189" y="117251"/>
                  </a:lnTo>
                  <a:lnTo>
                    <a:pt x="351444" y="116527"/>
                  </a:lnTo>
                  <a:lnTo>
                    <a:pt x="353778" y="119379"/>
                  </a:lnTo>
                  <a:lnTo>
                    <a:pt x="355210" y="120402"/>
                  </a:lnTo>
                  <a:lnTo>
                    <a:pt x="357195" y="121820"/>
                  </a:lnTo>
                  <a:lnTo>
                    <a:pt x="360768" y="123914"/>
                  </a:lnTo>
                  <a:lnTo>
                    <a:pt x="363474" y="126089"/>
                  </a:lnTo>
                  <a:lnTo>
                    <a:pt x="368103" y="128213"/>
                  </a:lnTo>
                  <a:lnTo>
                    <a:pt x="369125" y="129071"/>
                  </a:lnTo>
                  <a:lnTo>
                    <a:pt x="371313" y="131081"/>
                  </a:lnTo>
                  <a:lnTo>
                    <a:pt x="369207" y="133772"/>
                  </a:lnTo>
                  <a:lnTo>
                    <a:pt x="366076" y="135221"/>
                  </a:lnTo>
                  <a:lnTo>
                    <a:pt x="364852" y="139147"/>
                  </a:lnTo>
                  <a:lnTo>
                    <a:pt x="361222" y="141475"/>
                  </a:lnTo>
                  <a:lnTo>
                    <a:pt x="359363" y="143938"/>
                  </a:lnTo>
                  <a:lnTo>
                    <a:pt x="358603" y="144943"/>
                  </a:lnTo>
                  <a:lnTo>
                    <a:pt x="355551" y="149771"/>
                  </a:lnTo>
                  <a:lnTo>
                    <a:pt x="352768" y="152880"/>
                  </a:lnTo>
                  <a:lnTo>
                    <a:pt x="352230" y="154598"/>
                  </a:lnTo>
                  <a:lnTo>
                    <a:pt x="352326" y="154889"/>
                  </a:lnTo>
                  <a:lnTo>
                    <a:pt x="353046" y="157063"/>
                  </a:lnTo>
                  <a:lnTo>
                    <a:pt x="353521" y="158496"/>
                  </a:lnTo>
                  <a:lnTo>
                    <a:pt x="353141" y="158795"/>
                  </a:lnTo>
                  <a:lnTo>
                    <a:pt x="350968" y="160503"/>
                  </a:lnTo>
                  <a:lnTo>
                    <a:pt x="349677" y="162229"/>
                  </a:lnTo>
                  <a:lnTo>
                    <a:pt x="349239" y="162815"/>
                  </a:lnTo>
                  <a:lnTo>
                    <a:pt x="347276" y="163955"/>
                  </a:lnTo>
                  <a:lnTo>
                    <a:pt x="345320" y="165088"/>
                  </a:lnTo>
                  <a:lnTo>
                    <a:pt x="342573" y="166177"/>
                  </a:lnTo>
                  <a:lnTo>
                    <a:pt x="339513" y="170632"/>
                  </a:lnTo>
                  <a:lnTo>
                    <a:pt x="339309" y="170928"/>
                  </a:lnTo>
                  <a:lnTo>
                    <a:pt x="334855" y="170012"/>
                  </a:lnTo>
                  <a:lnTo>
                    <a:pt x="329446" y="170846"/>
                  </a:lnTo>
                  <a:lnTo>
                    <a:pt x="328950" y="171149"/>
                  </a:lnTo>
                  <a:lnTo>
                    <a:pt x="328161" y="171631"/>
                  </a:lnTo>
                  <a:lnTo>
                    <a:pt x="324470" y="173883"/>
                  </a:lnTo>
                  <a:lnTo>
                    <a:pt x="321962" y="177110"/>
                  </a:lnTo>
                  <a:lnTo>
                    <a:pt x="320617" y="180420"/>
                  </a:lnTo>
                  <a:lnTo>
                    <a:pt x="320211" y="183563"/>
                  </a:lnTo>
                  <a:lnTo>
                    <a:pt x="319348" y="183827"/>
                  </a:lnTo>
                  <a:lnTo>
                    <a:pt x="299113" y="190016"/>
                  </a:lnTo>
                  <a:lnTo>
                    <a:pt x="293406" y="191744"/>
                  </a:lnTo>
                  <a:lnTo>
                    <a:pt x="293044" y="191853"/>
                  </a:lnTo>
                  <a:lnTo>
                    <a:pt x="282571" y="194994"/>
                  </a:lnTo>
                  <a:lnTo>
                    <a:pt x="273775" y="197609"/>
                  </a:lnTo>
                  <a:lnTo>
                    <a:pt x="266275" y="199824"/>
                  </a:lnTo>
                  <a:lnTo>
                    <a:pt x="265215" y="200136"/>
                  </a:lnTo>
                  <a:lnTo>
                    <a:pt x="261047" y="201387"/>
                  </a:lnTo>
                  <a:lnTo>
                    <a:pt x="249122" y="204943"/>
                  </a:lnTo>
                  <a:lnTo>
                    <a:pt x="248638" y="205083"/>
                  </a:lnTo>
                  <a:lnTo>
                    <a:pt x="235871" y="208750"/>
                  </a:lnTo>
                  <a:lnTo>
                    <a:pt x="234525" y="209134"/>
                  </a:lnTo>
                  <a:lnTo>
                    <a:pt x="221661" y="212799"/>
                  </a:lnTo>
                  <a:lnTo>
                    <a:pt x="221066" y="212968"/>
                  </a:lnTo>
                  <a:lnTo>
                    <a:pt x="203449" y="217813"/>
                  </a:lnTo>
                  <a:lnTo>
                    <a:pt x="185357" y="222751"/>
                  </a:lnTo>
                  <a:lnTo>
                    <a:pt x="183996" y="223123"/>
                  </a:lnTo>
                  <a:lnTo>
                    <a:pt x="169627" y="227031"/>
                  </a:lnTo>
                  <a:lnTo>
                    <a:pt x="167408" y="227629"/>
                  </a:lnTo>
                  <a:lnTo>
                    <a:pt x="147162" y="233032"/>
                  </a:lnTo>
                  <a:lnTo>
                    <a:pt x="142161" y="234365"/>
                  </a:lnTo>
                  <a:lnTo>
                    <a:pt x="135069" y="236245"/>
                  </a:lnTo>
                  <a:lnTo>
                    <a:pt x="128147" y="238070"/>
                  </a:lnTo>
                  <a:lnTo>
                    <a:pt x="107660" y="243512"/>
                  </a:lnTo>
                  <a:lnTo>
                    <a:pt x="102683" y="244820"/>
                  </a:lnTo>
                  <a:lnTo>
                    <a:pt x="85681" y="249168"/>
                  </a:lnTo>
                  <a:lnTo>
                    <a:pt x="76650" y="251414"/>
                  </a:lnTo>
                  <a:lnTo>
                    <a:pt x="67158" y="253756"/>
                  </a:lnTo>
                  <a:lnTo>
                    <a:pt x="46650" y="258812"/>
                  </a:lnTo>
                  <a:lnTo>
                    <a:pt x="40825" y="260209"/>
                  </a:lnTo>
                  <a:lnTo>
                    <a:pt x="36540" y="241335"/>
                  </a:lnTo>
                  <a:lnTo>
                    <a:pt x="35573" y="237087"/>
                  </a:lnTo>
                  <a:lnTo>
                    <a:pt x="33011" y="225860"/>
                  </a:lnTo>
                  <a:lnTo>
                    <a:pt x="29740" y="211564"/>
                  </a:lnTo>
                  <a:lnTo>
                    <a:pt x="28707" y="207055"/>
                  </a:lnTo>
                  <a:lnTo>
                    <a:pt x="27309" y="200965"/>
                  </a:lnTo>
                  <a:lnTo>
                    <a:pt x="24401" y="188315"/>
                  </a:lnTo>
                  <a:lnTo>
                    <a:pt x="20520" y="171673"/>
                  </a:lnTo>
                  <a:lnTo>
                    <a:pt x="19623" y="16783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577807" y="3902793"/>
              <a:ext cx="543201" cy="636599"/>
            </a:xfrm>
            <a:custGeom>
              <a:avLst/>
              <a:pathLst>
                <a:path w="543201" h="636599">
                  <a:moveTo>
                    <a:pt x="2749" y="437928"/>
                  </a:moveTo>
                  <a:lnTo>
                    <a:pt x="2284" y="435392"/>
                  </a:lnTo>
                  <a:lnTo>
                    <a:pt x="6600" y="432780"/>
                  </a:lnTo>
                  <a:lnTo>
                    <a:pt x="11566" y="426405"/>
                  </a:lnTo>
                  <a:lnTo>
                    <a:pt x="13114" y="424293"/>
                  </a:lnTo>
                  <a:lnTo>
                    <a:pt x="16274" y="425612"/>
                  </a:lnTo>
                  <a:lnTo>
                    <a:pt x="20818" y="425666"/>
                  </a:lnTo>
                  <a:lnTo>
                    <a:pt x="24772" y="425711"/>
                  </a:lnTo>
                  <a:lnTo>
                    <a:pt x="27800" y="423373"/>
                  </a:lnTo>
                  <a:lnTo>
                    <a:pt x="28648" y="422718"/>
                  </a:lnTo>
                  <a:lnTo>
                    <a:pt x="34986" y="417271"/>
                  </a:lnTo>
                  <a:lnTo>
                    <a:pt x="36358" y="411585"/>
                  </a:lnTo>
                  <a:lnTo>
                    <a:pt x="35537" y="409175"/>
                  </a:lnTo>
                  <a:lnTo>
                    <a:pt x="35883" y="404179"/>
                  </a:lnTo>
                  <a:lnTo>
                    <a:pt x="34111" y="398508"/>
                  </a:lnTo>
                  <a:lnTo>
                    <a:pt x="33606" y="398289"/>
                  </a:lnTo>
                  <a:lnTo>
                    <a:pt x="28865" y="396235"/>
                  </a:lnTo>
                  <a:lnTo>
                    <a:pt x="24245" y="396006"/>
                  </a:lnTo>
                  <a:lnTo>
                    <a:pt x="20725" y="394669"/>
                  </a:lnTo>
                  <a:lnTo>
                    <a:pt x="18762" y="387291"/>
                  </a:lnTo>
                  <a:lnTo>
                    <a:pt x="21897" y="382179"/>
                  </a:lnTo>
                  <a:lnTo>
                    <a:pt x="23114" y="374998"/>
                  </a:lnTo>
                  <a:lnTo>
                    <a:pt x="23818" y="372478"/>
                  </a:lnTo>
                  <a:lnTo>
                    <a:pt x="20179" y="368447"/>
                  </a:lnTo>
                  <a:lnTo>
                    <a:pt x="22037" y="365080"/>
                  </a:lnTo>
                  <a:lnTo>
                    <a:pt x="22927" y="359677"/>
                  </a:lnTo>
                  <a:lnTo>
                    <a:pt x="21851" y="356518"/>
                  </a:lnTo>
                  <a:lnTo>
                    <a:pt x="26424" y="355935"/>
                  </a:lnTo>
                  <a:lnTo>
                    <a:pt x="29782" y="356058"/>
                  </a:lnTo>
                  <a:lnTo>
                    <a:pt x="30464" y="355047"/>
                  </a:lnTo>
                  <a:lnTo>
                    <a:pt x="34065" y="349708"/>
                  </a:lnTo>
                  <a:lnTo>
                    <a:pt x="41194" y="344512"/>
                  </a:lnTo>
                  <a:lnTo>
                    <a:pt x="41655" y="338907"/>
                  </a:lnTo>
                  <a:lnTo>
                    <a:pt x="42851" y="333375"/>
                  </a:lnTo>
                  <a:lnTo>
                    <a:pt x="45054" y="330472"/>
                  </a:lnTo>
                  <a:lnTo>
                    <a:pt x="46176" y="327935"/>
                  </a:lnTo>
                  <a:lnTo>
                    <a:pt x="46119" y="323610"/>
                  </a:lnTo>
                  <a:lnTo>
                    <a:pt x="45853" y="316530"/>
                  </a:lnTo>
                  <a:lnTo>
                    <a:pt x="47678" y="313033"/>
                  </a:lnTo>
                  <a:lnTo>
                    <a:pt x="47988" y="309287"/>
                  </a:lnTo>
                  <a:lnTo>
                    <a:pt x="46207" y="306066"/>
                  </a:lnTo>
                  <a:lnTo>
                    <a:pt x="48804" y="303511"/>
                  </a:lnTo>
                  <a:lnTo>
                    <a:pt x="54265" y="298843"/>
                  </a:lnTo>
                  <a:lnTo>
                    <a:pt x="56388" y="295902"/>
                  </a:lnTo>
                  <a:lnTo>
                    <a:pt x="57412" y="292284"/>
                  </a:lnTo>
                  <a:lnTo>
                    <a:pt x="57803" y="290904"/>
                  </a:lnTo>
                  <a:lnTo>
                    <a:pt x="59956" y="289315"/>
                  </a:lnTo>
                  <a:lnTo>
                    <a:pt x="65190" y="287819"/>
                  </a:lnTo>
                  <a:lnTo>
                    <a:pt x="70344" y="285330"/>
                  </a:lnTo>
                  <a:lnTo>
                    <a:pt x="75969" y="284178"/>
                  </a:lnTo>
                  <a:lnTo>
                    <a:pt x="81136" y="279515"/>
                  </a:lnTo>
                  <a:lnTo>
                    <a:pt x="84719" y="278077"/>
                  </a:lnTo>
                  <a:lnTo>
                    <a:pt x="85240" y="273612"/>
                  </a:lnTo>
                  <a:lnTo>
                    <a:pt x="85274" y="273326"/>
                  </a:lnTo>
                  <a:lnTo>
                    <a:pt x="83193" y="268894"/>
                  </a:lnTo>
                  <a:lnTo>
                    <a:pt x="76382" y="261850"/>
                  </a:lnTo>
                  <a:lnTo>
                    <a:pt x="71177" y="255869"/>
                  </a:lnTo>
                  <a:lnTo>
                    <a:pt x="67535" y="255208"/>
                  </a:lnTo>
                  <a:lnTo>
                    <a:pt x="68625" y="248482"/>
                  </a:lnTo>
                  <a:lnTo>
                    <a:pt x="65935" y="241308"/>
                  </a:lnTo>
                  <a:lnTo>
                    <a:pt x="64094" y="229437"/>
                  </a:lnTo>
                  <a:lnTo>
                    <a:pt x="62477" y="225638"/>
                  </a:lnTo>
                  <a:lnTo>
                    <a:pt x="56780" y="215185"/>
                  </a:lnTo>
                  <a:lnTo>
                    <a:pt x="52871" y="208475"/>
                  </a:lnTo>
                  <a:lnTo>
                    <a:pt x="54383" y="201400"/>
                  </a:lnTo>
                  <a:lnTo>
                    <a:pt x="55019" y="195357"/>
                  </a:lnTo>
                  <a:lnTo>
                    <a:pt x="56792" y="188697"/>
                  </a:lnTo>
                  <a:lnTo>
                    <a:pt x="58077" y="183360"/>
                  </a:lnTo>
                  <a:lnTo>
                    <a:pt x="59795" y="183722"/>
                  </a:lnTo>
                  <a:lnTo>
                    <a:pt x="62271" y="182306"/>
                  </a:lnTo>
                  <a:lnTo>
                    <a:pt x="63066" y="169505"/>
                  </a:lnTo>
                  <a:lnTo>
                    <a:pt x="62127" y="153940"/>
                  </a:lnTo>
                  <a:lnTo>
                    <a:pt x="59683" y="149323"/>
                  </a:lnTo>
                  <a:lnTo>
                    <a:pt x="61017" y="141706"/>
                  </a:lnTo>
                  <a:lnTo>
                    <a:pt x="62640" y="135343"/>
                  </a:lnTo>
                  <a:lnTo>
                    <a:pt x="63222" y="133059"/>
                  </a:lnTo>
                  <a:lnTo>
                    <a:pt x="60913" y="128397"/>
                  </a:lnTo>
                  <a:lnTo>
                    <a:pt x="61606" y="119904"/>
                  </a:lnTo>
                  <a:lnTo>
                    <a:pt x="62402" y="111571"/>
                  </a:lnTo>
                  <a:lnTo>
                    <a:pt x="66029" y="106924"/>
                  </a:lnTo>
                  <a:lnTo>
                    <a:pt x="64114" y="102742"/>
                  </a:lnTo>
                  <a:lnTo>
                    <a:pt x="62267" y="98000"/>
                  </a:lnTo>
                  <a:lnTo>
                    <a:pt x="62400" y="91104"/>
                  </a:lnTo>
                  <a:lnTo>
                    <a:pt x="63280" y="85396"/>
                  </a:lnTo>
                  <a:lnTo>
                    <a:pt x="63352" y="84927"/>
                  </a:lnTo>
                  <a:lnTo>
                    <a:pt x="64499" y="81586"/>
                  </a:lnTo>
                  <a:lnTo>
                    <a:pt x="70420" y="81277"/>
                  </a:lnTo>
                  <a:lnTo>
                    <a:pt x="73979" y="79426"/>
                  </a:lnTo>
                  <a:lnTo>
                    <a:pt x="78728" y="79153"/>
                  </a:lnTo>
                  <a:lnTo>
                    <a:pt x="83661" y="80087"/>
                  </a:lnTo>
                  <a:lnTo>
                    <a:pt x="85335" y="82637"/>
                  </a:lnTo>
                  <a:lnTo>
                    <a:pt x="88435" y="83491"/>
                  </a:lnTo>
                  <a:lnTo>
                    <a:pt x="91347" y="81972"/>
                  </a:lnTo>
                  <a:lnTo>
                    <a:pt x="94982" y="82880"/>
                  </a:lnTo>
                  <a:lnTo>
                    <a:pt x="97276" y="86951"/>
                  </a:lnTo>
                  <a:lnTo>
                    <a:pt x="98294" y="91827"/>
                  </a:lnTo>
                  <a:lnTo>
                    <a:pt x="101590" y="95261"/>
                  </a:lnTo>
                  <a:lnTo>
                    <a:pt x="105950" y="98114"/>
                  </a:lnTo>
                  <a:lnTo>
                    <a:pt x="111185" y="98072"/>
                  </a:lnTo>
                  <a:lnTo>
                    <a:pt x="112749" y="95346"/>
                  </a:lnTo>
                  <a:lnTo>
                    <a:pt x="116979" y="88901"/>
                  </a:lnTo>
                  <a:lnTo>
                    <a:pt x="122472" y="82258"/>
                  </a:lnTo>
                  <a:lnTo>
                    <a:pt x="123537" y="74613"/>
                  </a:lnTo>
                  <a:lnTo>
                    <a:pt x="124483" y="68842"/>
                  </a:lnTo>
                  <a:lnTo>
                    <a:pt x="128730" y="40424"/>
                  </a:lnTo>
                  <a:lnTo>
                    <a:pt x="132471" y="16039"/>
                  </a:lnTo>
                  <a:lnTo>
                    <a:pt x="134939" y="0"/>
                  </a:lnTo>
                  <a:lnTo>
                    <a:pt x="141804" y="1202"/>
                  </a:lnTo>
                  <a:lnTo>
                    <a:pt x="222996" y="14393"/>
                  </a:lnTo>
                  <a:lnTo>
                    <a:pt x="228470" y="15239"/>
                  </a:lnTo>
                  <a:lnTo>
                    <a:pt x="234140" y="16110"/>
                  </a:lnTo>
                  <a:lnTo>
                    <a:pt x="257291" y="19618"/>
                  </a:lnTo>
                  <a:lnTo>
                    <a:pt x="257822" y="19697"/>
                  </a:lnTo>
                  <a:lnTo>
                    <a:pt x="272554" y="21879"/>
                  </a:lnTo>
                  <a:lnTo>
                    <a:pt x="349574" y="32858"/>
                  </a:lnTo>
                  <a:lnTo>
                    <a:pt x="350157" y="32937"/>
                  </a:lnTo>
                  <a:lnTo>
                    <a:pt x="360557" y="34462"/>
                  </a:lnTo>
                  <a:lnTo>
                    <a:pt x="362807" y="34741"/>
                  </a:lnTo>
                  <a:lnTo>
                    <a:pt x="377873" y="36589"/>
                  </a:lnTo>
                  <a:lnTo>
                    <a:pt x="403679" y="39890"/>
                  </a:lnTo>
                  <a:lnTo>
                    <a:pt x="426542" y="43345"/>
                  </a:lnTo>
                  <a:lnTo>
                    <a:pt x="464944" y="48069"/>
                  </a:lnTo>
                  <a:lnTo>
                    <a:pt x="506325" y="52792"/>
                  </a:lnTo>
                  <a:lnTo>
                    <a:pt x="543201" y="56893"/>
                  </a:lnTo>
                  <a:lnTo>
                    <a:pt x="541907" y="69650"/>
                  </a:lnTo>
                  <a:lnTo>
                    <a:pt x="534162" y="147271"/>
                  </a:lnTo>
                  <a:lnTo>
                    <a:pt x="532993" y="158982"/>
                  </a:lnTo>
                  <a:lnTo>
                    <a:pt x="531738" y="171570"/>
                  </a:lnTo>
                  <a:lnTo>
                    <a:pt x="529040" y="198766"/>
                  </a:lnTo>
                  <a:lnTo>
                    <a:pt x="526484" y="224429"/>
                  </a:lnTo>
                  <a:lnTo>
                    <a:pt x="524640" y="243694"/>
                  </a:lnTo>
                  <a:lnTo>
                    <a:pt x="522532" y="265791"/>
                  </a:lnTo>
                  <a:lnTo>
                    <a:pt x="518734" y="304730"/>
                  </a:lnTo>
                  <a:lnTo>
                    <a:pt x="518168" y="310553"/>
                  </a:lnTo>
                  <a:lnTo>
                    <a:pt x="511786" y="376789"/>
                  </a:lnTo>
                  <a:lnTo>
                    <a:pt x="510817" y="386776"/>
                  </a:lnTo>
                  <a:lnTo>
                    <a:pt x="507180" y="424370"/>
                  </a:lnTo>
                  <a:lnTo>
                    <a:pt x="505240" y="444912"/>
                  </a:lnTo>
                  <a:lnTo>
                    <a:pt x="501095" y="489009"/>
                  </a:lnTo>
                  <a:lnTo>
                    <a:pt x="497690" y="524896"/>
                  </a:lnTo>
                  <a:lnTo>
                    <a:pt x="494374" y="559861"/>
                  </a:lnTo>
                  <a:lnTo>
                    <a:pt x="491573" y="589223"/>
                  </a:lnTo>
                  <a:lnTo>
                    <a:pt x="487134" y="636599"/>
                  </a:lnTo>
                  <a:lnTo>
                    <a:pt x="447999" y="632269"/>
                  </a:lnTo>
                  <a:lnTo>
                    <a:pt x="418502" y="628870"/>
                  </a:lnTo>
                  <a:lnTo>
                    <a:pt x="363079" y="622390"/>
                  </a:lnTo>
                  <a:lnTo>
                    <a:pt x="309032" y="615671"/>
                  </a:lnTo>
                  <a:lnTo>
                    <a:pt x="284493" y="602872"/>
                  </a:lnTo>
                  <a:lnTo>
                    <a:pt x="201135" y="558477"/>
                  </a:lnTo>
                  <a:lnTo>
                    <a:pt x="120956" y="515271"/>
                  </a:lnTo>
                  <a:lnTo>
                    <a:pt x="86692" y="496394"/>
                  </a:lnTo>
                  <a:lnTo>
                    <a:pt x="0" y="447818"/>
                  </a:lnTo>
                  <a:lnTo>
                    <a:pt x="624" y="444946"/>
                  </a:lnTo>
                  <a:lnTo>
                    <a:pt x="2429" y="442326"/>
                  </a:lnTo>
                  <a:lnTo>
                    <a:pt x="1054" y="4406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771398" y="2930981"/>
              <a:ext cx="4043" cy="5047"/>
            </a:xfrm>
            <a:custGeom>
              <a:avLst/>
              <a:pathLst>
                <a:path w="4043" h="5047">
                  <a:moveTo>
                    <a:pt x="0" y="4576"/>
                  </a:moveTo>
                  <a:lnTo>
                    <a:pt x="155" y="839"/>
                  </a:lnTo>
                  <a:lnTo>
                    <a:pt x="1679" y="0"/>
                  </a:lnTo>
                  <a:lnTo>
                    <a:pt x="3029" y="2668"/>
                  </a:lnTo>
                  <a:lnTo>
                    <a:pt x="4043" y="3970"/>
                  </a:lnTo>
                  <a:lnTo>
                    <a:pt x="1592" y="5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752396" y="2893164"/>
              <a:ext cx="30786" cy="38636"/>
            </a:xfrm>
            <a:custGeom>
              <a:avLst/>
              <a:pathLst>
                <a:path w="30786" h="38636">
                  <a:moveTo>
                    <a:pt x="8877" y="38126"/>
                  </a:moveTo>
                  <a:lnTo>
                    <a:pt x="9169" y="36269"/>
                  </a:lnTo>
                  <a:lnTo>
                    <a:pt x="8125" y="33627"/>
                  </a:lnTo>
                  <a:lnTo>
                    <a:pt x="9458" y="32900"/>
                  </a:lnTo>
                  <a:lnTo>
                    <a:pt x="8184" y="28739"/>
                  </a:lnTo>
                  <a:lnTo>
                    <a:pt x="6878" y="24479"/>
                  </a:lnTo>
                  <a:lnTo>
                    <a:pt x="4826" y="18562"/>
                  </a:lnTo>
                  <a:lnTo>
                    <a:pt x="3422" y="14824"/>
                  </a:lnTo>
                  <a:lnTo>
                    <a:pt x="0" y="5625"/>
                  </a:lnTo>
                  <a:lnTo>
                    <a:pt x="6302" y="3037"/>
                  </a:lnTo>
                  <a:lnTo>
                    <a:pt x="6812" y="2827"/>
                  </a:lnTo>
                  <a:lnTo>
                    <a:pt x="7847" y="2400"/>
                  </a:lnTo>
                  <a:lnTo>
                    <a:pt x="9850" y="1576"/>
                  </a:lnTo>
                  <a:lnTo>
                    <a:pt x="13669" y="0"/>
                  </a:lnTo>
                  <a:lnTo>
                    <a:pt x="14214" y="1553"/>
                  </a:lnTo>
                  <a:lnTo>
                    <a:pt x="14747" y="3072"/>
                  </a:lnTo>
                  <a:lnTo>
                    <a:pt x="15693" y="5791"/>
                  </a:lnTo>
                  <a:lnTo>
                    <a:pt x="17095" y="5256"/>
                  </a:lnTo>
                  <a:lnTo>
                    <a:pt x="18079" y="8089"/>
                  </a:lnTo>
                  <a:lnTo>
                    <a:pt x="19218" y="10239"/>
                  </a:lnTo>
                  <a:lnTo>
                    <a:pt x="19702" y="10336"/>
                  </a:lnTo>
                  <a:lnTo>
                    <a:pt x="21967" y="10789"/>
                  </a:lnTo>
                  <a:lnTo>
                    <a:pt x="24726" y="12987"/>
                  </a:lnTo>
                  <a:lnTo>
                    <a:pt x="25404" y="13526"/>
                  </a:lnTo>
                  <a:lnTo>
                    <a:pt x="27733" y="13432"/>
                  </a:lnTo>
                  <a:lnTo>
                    <a:pt x="28259" y="15253"/>
                  </a:lnTo>
                  <a:lnTo>
                    <a:pt x="28515" y="16140"/>
                  </a:lnTo>
                  <a:lnTo>
                    <a:pt x="30786" y="20770"/>
                  </a:lnTo>
                  <a:lnTo>
                    <a:pt x="30319" y="21551"/>
                  </a:lnTo>
                  <a:lnTo>
                    <a:pt x="29011" y="23499"/>
                  </a:lnTo>
                  <a:lnTo>
                    <a:pt x="26866" y="23085"/>
                  </a:lnTo>
                  <a:lnTo>
                    <a:pt x="25438" y="23281"/>
                  </a:lnTo>
                  <a:lnTo>
                    <a:pt x="25123" y="25297"/>
                  </a:lnTo>
                  <a:lnTo>
                    <a:pt x="23850" y="25803"/>
                  </a:lnTo>
                  <a:lnTo>
                    <a:pt x="22417" y="25827"/>
                  </a:lnTo>
                  <a:lnTo>
                    <a:pt x="21558" y="26385"/>
                  </a:lnTo>
                  <a:lnTo>
                    <a:pt x="21206" y="26614"/>
                  </a:lnTo>
                  <a:lnTo>
                    <a:pt x="21054" y="29076"/>
                  </a:lnTo>
                  <a:lnTo>
                    <a:pt x="20700" y="31095"/>
                  </a:lnTo>
                  <a:lnTo>
                    <a:pt x="18262" y="31915"/>
                  </a:lnTo>
                  <a:lnTo>
                    <a:pt x="16146" y="33345"/>
                  </a:lnTo>
                  <a:lnTo>
                    <a:pt x="13942" y="35400"/>
                  </a:lnTo>
                  <a:lnTo>
                    <a:pt x="11292" y="36957"/>
                  </a:lnTo>
                  <a:lnTo>
                    <a:pt x="8966" y="386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888707" y="3997713"/>
              <a:ext cx="450057" cy="336705"/>
            </a:xfrm>
            <a:custGeom>
              <a:avLst/>
              <a:pathLst>
                <a:path w="450057" h="336705">
                  <a:moveTo>
                    <a:pt x="0" y="90334"/>
                  </a:moveTo>
                  <a:lnTo>
                    <a:pt x="2363" y="86344"/>
                  </a:lnTo>
                  <a:lnTo>
                    <a:pt x="1429" y="83115"/>
                  </a:lnTo>
                  <a:lnTo>
                    <a:pt x="4267" y="78759"/>
                  </a:lnTo>
                  <a:lnTo>
                    <a:pt x="6548" y="74842"/>
                  </a:lnTo>
                  <a:lnTo>
                    <a:pt x="10526" y="70498"/>
                  </a:lnTo>
                  <a:lnTo>
                    <a:pt x="15136" y="64988"/>
                  </a:lnTo>
                  <a:lnTo>
                    <a:pt x="15981" y="61370"/>
                  </a:lnTo>
                  <a:lnTo>
                    <a:pt x="16497" y="56098"/>
                  </a:lnTo>
                  <a:lnTo>
                    <a:pt x="24891" y="51401"/>
                  </a:lnTo>
                  <a:lnTo>
                    <a:pt x="34191" y="46179"/>
                  </a:lnTo>
                  <a:lnTo>
                    <a:pt x="43764" y="40830"/>
                  </a:lnTo>
                  <a:lnTo>
                    <a:pt x="45755" y="40845"/>
                  </a:lnTo>
                  <a:lnTo>
                    <a:pt x="47178" y="40855"/>
                  </a:lnTo>
                  <a:lnTo>
                    <a:pt x="51622" y="34759"/>
                  </a:lnTo>
                  <a:lnTo>
                    <a:pt x="60806" y="30334"/>
                  </a:lnTo>
                  <a:lnTo>
                    <a:pt x="64631" y="28486"/>
                  </a:lnTo>
                  <a:lnTo>
                    <a:pt x="71017" y="24650"/>
                  </a:lnTo>
                  <a:lnTo>
                    <a:pt x="74429" y="21070"/>
                  </a:lnTo>
                  <a:lnTo>
                    <a:pt x="79671" y="20381"/>
                  </a:lnTo>
                  <a:lnTo>
                    <a:pt x="83261" y="19907"/>
                  </a:lnTo>
                  <a:lnTo>
                    <a:pt x="84884" y="19693"/>
                  </a:lnTo>
                  <a:lnTo>
                    <a:pt x="91966" y="18366"/>
                  </a:lnTo>
                  <a:lnTo>
                    <a:pt x="101793" y="16512"/>
                  </a:lnTo>
                  <a:lnTo>
                    <a:pt x="107698" y="15392"/>
                  </a:lnTo>
                  <a:lnTo>
                    <a:pt x="113988" y="14308"/>
                  </a:lnTo>
                  <a:lnTo>
                    <a:pt x="122484" y="12835"/>
                  </a:lnTo>
                  <a:lnTo>
                    <a:pt x="131990" y="11174"/>
                  </a:lnTo>
                  <a:lnTo>
                    <a:pt x="156478" y="6838"/>
                  </a:lnTo>
                  <a:lnTo>
                    <a:pt x="167826" y="4942"/>
                  </a:lnTo>
                  <a:lnTo>
                    <a:pt x="171365" y="4346"/>
                  </a:lnTo>
                  <a:lnTo>
                    <a:pt x="196905" y="0"/>
                  </a:lnTo>
                  <a:lnTo>
                    <a:pt x="197011" y="259"/>
                  </a:lnTo>
                  <a:lnTo>
                    <a:pt x="198047" y="2790"/>
                  </a:lnTo>
                  <a:lnTo>
                    <a:pt x="197275" y="8615"/>
                  </a:lnTo>
                  <a:lnTo>
                    <a:pt x="199381" y="11388"/>
                  </a:lnTo>
                  <a:lnTo>
                    <a:pt x="207400" y="2361"/>
                  </a:lnTo>
                  <a:lnTo>
                    <a:pt x="210679" y="5297"/>
                  </a:lnTo>
                  <a:lnTo>
                    <a:pt x="218163" y="11988"/>
                  </a:lnTo>
                  <a:lnTo>
                    <a:pt x="224842" y="17947"/>
                  </a:lnTo>
                  <a:lnTo>
                    <a:pt x="226060" y="30472"/>
                  </a:lnTo>
                  <a:lnTo>
                    <a:pt x="247096" y="26267"/>
                  </a:lnTo>
                  <a:lnTo>
                    <a:pt x="268545" y="21609"/>
                  </a:lnTo>
                  <a:lnTo>
                    <a:pt x="290227" y="16833"/>
                  </a:lnTo>
                  <a:lnTo>
                    <a:pt x="303541" y="13805"/>
                  </a:lnTo>
                  <a:lnTo>
                    <a:pt x="303782" y="13750"/>
                  </a:lnTo>
                  <a:lnTo>
                    <a:pt x="324362" y="9017"/>
                  </a:lnTo>
                  <a:lnTo>
                    <a:pt x="325928" y="8654"/>
                  </a:lnTo>
                  <a:lnTo>
                    <a:pt x="349044" y="22980"/>
                  </a:lnTo>
                  <a:lnTo>
                    <a:pt x="350293" y="23751"/>
                  </a:lnTo>
                  <a:lnTo>
                    <a:pt x="360269" y="29900"/>
                  </a:lnTo>
                  <a:lnTo>
                    <a:pt x="387680" y="47609"/>
                  </a:lnTo>
                  <a:lnTo>
                    <a:pt x="391768" y="50238"/>
                  </a:lnTo>
                  <a:lnTo>
                    <a:pt x="420224" y="68063"/>
                  </a:lnTo>
                  <a:lnTo>
                    <a:pt x="437926" y="79139"/>
                  </a:lnTo>
                  <a:lnTo>
                    <a:pt x="441776" y="81540"/>
                  </a:lnTo>
                  <a:lnTo>
                    <a:pt x="450057" y="86802"/>
                  </a:lnTo>
                  <a:lnTo>
                    <a:pt x="439184" y="93497"/>
                  </a:lnTo>
                  <a:lnTo>
                    <a:pt x="431422" y="101158"/>
                  </a:lnTo>
                  <a:lnTo>
                    <a:pt x="424902" y="110074"/>
                  </a:lnTo>
                  <a:lnTo>
                    <a:pt x="419786" y="118960"/>
                  </a:lnTo>
                  <a:lnTo>
                    <a:pt x="416309" y="127574"/>
                  </a:lnTo>
                  <a:lnTo>
                    <a:pt x="414270" y="132614"/>
                  </a:lnTo>
                  <a:lnTo>
                    <a:pt x="410440" y="139301"/>
                  </a:lnTo>
                  <a:lnTo>
                    <a:pt x="407798" y="149144"/>
                  </a:lnTo>
                  <a:lnTo>
                    <a:pt x="407223" y="158095"/>
                  </a:lnTo>
                  <a:lnTo>
                    <a:pt x="407725" y="168227"/>
                  </a:lnTo>
                  <a:lnTo>
                    <a:pt x="409214" y="171457"/>
                  </a:lnTo>
                  <a:lnTo>
                    <a:pt x="406552" y="177987"/>
                  </a:lnTo>
                  <a:lnTo>
                    <a:pt x="402071" y="183192"/>
                  </a:lnTo>
                  <a:lnTo>
                    <a:pt x="400772" y="184698"/>
                  </a:lnTo>
                  <a:lnTo>
                    <a:pt x="397781" y="187719"/>
                  </a:lnTo>
                  <a:lnTo>
                    <a:pt x="397873" y="192247"/>
                  </a:lnTo>
                  <a:lnTo>
                    <a:pt x="397041" y="197467"/>
                  </a:lnTo>
                  <a:lnTo>
                    <a:pt x="391099" y="197983"/>
                  </a:lnTo>
                  <a:lnTo>
                    <a:pt x="385992" y="200837"/>
                  </a:lnTo>
                  <a:lnTo>
                    <a:pt x="381665" y="197999"/>
                  </a:lnTo>
                  <a:lnTo>
                    <a:pt x="377070" y="202450"/>
                  </a:lnTo>
                  <a:lnTo>
                    <a:pt x="375526" y="206753"/>
                  </a:lnTo>
                  <a:lnTo>
                    <a:pt x="379932" y="210890"/>
                  </a:lnTo>
                  <a:lnTo>
                    <a:pt x="377740" y="214704"/>
                  </a:lnTo>
                  <a:lnTo>
                    <a:pt x="370343" y="221996"/>
                  </a:lnTo>
                  <a:lnTo>
                    <a:pt x="368538" y="227527"/>
                  </a:lnTo>
                  <a:lnTo>
                    <a:pt x="361112" y="233881"/>
                  </a:lnTo>
                  <a:lnTo>
                    <a:pt x="357282" y="238421"/>
                  </a:lnTo>
                  <a:lnTo>
                    <a:pt x="356931" y="244283"/>
                  </a:lnTo>
                  <a:lnTo>
                    <a:pt x="350353" y="250989"/>
                  </a:lnTo>
                  <a:lnTo>
                    <a:pt x="348180" y="255387"/>
                  </a:lnTo>
                  <a:lnTo>
                    <a:pt x="341291" y="257337"/>
                  </a:lnTo>
                  <a:lnTo>
                    <a:pt x="335348" y="261602"/>
                  </a:lnTo>
                  <a:lnTo>
                    <a:pt x="332259" y="265958"/>
                  </a:lnTo>
                  <a:lnTo>
                    <a:pt x="327479" y="268895"/>
                  </a:lnTo>
                  <a:lnTo>
                    <a:pt x="327033" y="269372"/>
                  </a:lnTo>
                  <a:lnTo>
                    <a:pt x="320254" y="276597"/>
                  </a:lnTo>
                  <a:lnTo>
                    <a:pt x="313555" y="279041"/>
                  </a:lnTo>
                  <a:lnTo>
                    <a:pt x="308246" y="277532"/>
                  </a:lnTo>
                  <a:lnTo>
                    <a:pt x="307910" y="278977"/>
                  </a:lnTo>
                  <a:lnTo>
                    <a:pt x="307281" y="281680"/>
                  </a:lnTo>
                  <a:lnTo>
                    <a:pt x="310887" y="286628"/>
                  </a:lnTo>
                  <a:lnTo>
                    <a:pt x="313789" y="289953"/>
                  </a:lnTo>
                  <a:lnTo>
                    <a:pt x="312959" y="295715"/>
                  </a:lnTo>
                  <a:lnTo>
                    <a:pt x="306115" y="301822"/>
                  </a:lnTo>
                  <a:lnTo>
                    <a:pt x="301190" y="304510"/>
                  </a:lnTo>
                  <a:lnTo>
                    <a:pt x="296358" y="303585"/>
                  </a:lnTo>
                  <a:lnTo>
                    <a:pt x="289210" y="301343"/>
                  </a:lnTo>
                  <a:lnTo>
                    <a:pt x="285217" y="306038"/>
                  </a:lnTo>
                  <a:lnTo>
                    <a:pt x="289388" y="308144"/>
                  </a:lnTo>
                  <a:lnTo>
                    <a:pt x="295761" y="312252"/>
                  </a:lnTo>
                  <a:lnTo>
                    <a:pt x="292192" y="319510"/>
                  </a:lnTo>
                  <a:lnTo>
                    <a:pt x="284930" y="326966"/>
                  </a:lnTo>
                  <a:lnTo>
                    <a:pt x="280899" y="329052"/>
                  </a:lnTo>
                  <a:lnTo>
                    <a:pt x="280556" y="331536"/>
                  </a:lnTo>
                  <a:lnTo>
                    <a:pt x="279840" y="336705"/>
                  </a:lnTo>
                  <a:lnTo>
                    <a:pt x="274028" y="335385"/>
                  </a:lnTo>
                  <a:lnTo>
                    <a:pt x="267252" y="331990"/>
                  </a:lnTo>
                  <a:lnTo>
                    <a:pt x="264709" y="334470"/>
                  </a:lnTo>
                  <a:lnTo>
                    <a:pt x="257186" y="332900"/>
                  </a:lnTo>
                  <a:lnTo>
                    <a:pt x="255265" y="326048"/>
                  </a:lnTo>
                  <a:lnTo>
                    <a:pt x="251600" y="321175"/>
                  </a:lnTo>
                  <a:lnTo>
                    <a:pt x="250830" y="320151"/>
                  </a:lnTo>
                  <a:lnTo>
                    <a:pt x="252347" y="315408"/>
                  </a:lnTo>
                  <a:lnTo>
                    <a:pt x="250635" y="309127"/>
                  </a:lnTo>
                  <a:lnTo>
                    <a:pt x="245852" y="304497"/>
                  </a:lnTo>
                  <a:lnTo>
                    <a:pt x="243315" y="302039"/>
                  </a:lnTo>
                  <a:lnTo>
                    <a:pt x="242178" y="296187"/>
                  </a:lnTo>
                  <a:lnTo>
                    <a:pt x="233150" y="289207"/>
                  </a:lnTo>
                  <a:lnTo>
                    <a:pt x="232235" y="289076"/>
                  </a:lnTo>
                  <a:lnTo>
                    <a:pt x="227857" y="288449"/>
                  </a:lnTo>
                  <a:lnTo>
                    <a:pt x="221731" y="285519"/>
                  </a:lnTo>
                  <a:lnTo>
                    <a:pt x="220656" y="285005"/>
                  </a:lnTo>
                  <a:lnTo>
                    <a:pt x="219940" y="279707"/>
                  </a:lnTo>
                  <a:lnTo>
                    <a:pt x="216398" y="270746"/>
                  </a:lnTo>
                  <a:lnTo>
                    <a:pt x="216247" y="270189"/>
                  </a:lnTo>
                  <a:lnTo>
                    <a:pt x="213712" y="260846"/>
                  </a:lnTo>
                  <a:lnTo>
                    <a:pt x="208331" y="254458"/>
                  </a:lnTo>
                  <a:lnTo>
                    <a:pt x="204119" y="250164"/>
                  </a:lnTo>
                  <a:lnTo>
                    <a:pt x="202378" y="242416"/>
                  </a:lnTo>
                  <a:lnTo>
                    <a:pt x="197936" y="240065"/>
                  </a:lnTo>
                  <a:lnTo>
                    <a:pt x="191829" y="236828"/>
                  </a:lnTo>
                  <a:lnTo>
                    <a:pt x="190429" y="236607"/>
                  </a:lnTo>
                  <a:lnTo>
                    <a:pt x="186269" y="235952"/>
                  </a:lnTo>
                  <a:lnTo>
                    <a:pt x="176447" y="232598"/>
                  </a:lnTo>
                  <a:lnTo>
                    <a:pt x="174816" y="227750"/>
                  </a:lnTo>
                  <a:lnTo>
                    <a:pt x="174588" y="227073"/>
                  </a:lnTo>
                  <a:lnTo>
                    <a:pt x="166239" y="224560"/>
                  </a:lnTo>
                  <a:lnTo>
                    <a:pt x="166127" y="223958"/>
                  </a:lnTo>
                  <a:lnTo>
                    <a:pt x="164975" y="217766"/>
                  </a:lnTo>
                  <a:lnTo>
                    <a:pt x="156276" y="215140"/>
                  </a:lnTo>
                  <a:lnTo>
                    <a:pt x="156019" y="207545"/>
                  </a:lnTo>
                  <a:lnTo>
                    <a:pt x="154364" y="201964"/>
                  </a:lnTo>
                  <a:lnTo>
                    <a:pt x="147850" y="199814"/>
                  </a:lnTo>
                  <a:lnTo>
                    <a:pt x="144798" y="196506"/>
                  </a:lnTo>
                  <a:lnTo>
                    <a:pt x="143412" y="195003"/>
                  </a:lnTo>
                  <a:lnTo>
                    <a:pt x="135288" y="190984"/>
                  </a:lnTo>
                  <a:lnTo>
                    <a:pt x="134479" y="190900"/>
                  </a:lnTo>
                  <a:lnTo>
                    <a:pt x="129933" y="190427"/>
                  </a:lnTo>
                  <a:lnTo>
                    <a:pt x="125534" y="186025"/>
                  </a:lnTo>
                  <a:lnTo>
                    <a:pt x="123445" y="183043"/>
                  </a:lnTo>
                  <a:lnTo>
                    <a:pt x="120458" y="178775"/>
                  </a:lnTo>
                  <a:lnTo>
                    <a:pt x="110898" y="170670"/>
                  </a:lnTo>
                  <a:lnTo>
                    <a:pt x="100290" y="167571"/>
                  </a:lnTo>
                  <a:lnTo>
                    <a:pt x="91470" y="161480"/>
                  </a:lnTo>
                  <a:lnTo>
                    <a:pt x="87335" y="161396"/>
                  </a:lnTo>
                  <a:lnTo>
                    <a:pt x="86550" y="160287"/>
                  </a:lnTo>
                  <a:lnTo>
                    <a:pt x="82878" y="155092"/>
                  </a:lnTo>
                  <a:lnTo>
                    <a:pt x="82500" y="154660"/>
                  </a:lnTo>
                  <a:lnTo>
                    <a:pt x="76813" y="148142"/>
                  </a:lnTo>
                  <a:lnTo>
                    <a:pt x="68914" y="142190"/>
                  </a:lnTo>
                  <a:lnTo>
                    <a:pt x="65697" y="135210"/>
                  </a:lnTo>
                  <a:lnTo>
                    <a:pt x="64291" y="132160"/>
                  </a:lnTo>
                  <a:lnTo>
                    <a:pt x="60743" y="127952"/>
                  </a:lnTo>
                  <a:lnTo>
                    <a:pt x="60064" y="127146"/>
                  </a:lnTo>
                  <a:lnTo>
                    <a:pt x="54931" y="121143"/>
                  </a:lnTo>
                  <a:lnTo>
                    <a:pt x="52436" y="117011"/>
                  </a:lnTo>
                  <a:lnTo>
                    <a:pt x="48130" y="109747"/>
                  </a:lnTo>
                  <a:lnTo>
                    <a:pt x="43259" y="109581"/>
                  </a:lnTo>
                  <a:lnTo>
                    <a:pt x="37542" y="111757"/>
                  </a:lnTo>
                  <a:lnTo>
                    <a:pt x="37219" y="111880"/>
                  </a:lnTo>
                  <a:lnTo>
                    <a:pt x="32025" y="110583"/>
                  </a:lnTo>
                  <a:lnTo>
                    <a:pt x="31784" y="110427"/>
                  </a:lnTo>
                  <a:lnTo>
                    <a:pt x="26900" y="107281"/>
                  </a:lnTo>
                  <a:lnTo>
                    <a:pt x="26243" y="106744"/>
                  </a:lnTo>
                  <a:lnTo>
                    <a:pt x="20592" y="102126"/>
                  </a:lnTo>
                  <a:lnTo>
                    <a:pt x="14164" y="100958"/>
                  </a:lnTo>
                  <a:lnTo>
                    <a:pt x="8400" y="98158"/>
                  </a:lnTo>
                  <a:lnTo>
                    <a:pt x="2221" y="95184"/>
                  </a:lnTo>
                  <a:lnTo>
                    <a:pt x="2015" y="94734"/>
                  </a:lnTo>
                  <a:lnTo>
                    <a:pt x="554" y="9154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850452" y="2865311"/>
              <a:ext cx="561358" cy="349641"/>
            </a:xfrm>
            <a:custGeom>
              <a:avLst/>
              <a:pathLst>
                <a:path w="561358" h="349641">
                  <a:moveTo>
                    <a:pt x="9583" y="95161"/>
                  </a:moveTo>
                  <a:lnTo>
                    <a:pt x="10906" y="95118"/>
                  </a:lnTo>
                  <a:lnTo>
                    <a:pt x="11481" y="82412"/>
                  </a:lnTo>
                  <a:lnTo>
                    <a:pt x="11911" y="73582"/>
                  </a:lnTo>
                  <a:lnTo>
                    <a:pt x="12514" y="61221"/>
                  </a:lnTo>
                  <a:lnTo>
                    <a:pt x="13196" y="45664"/>
                  </a:lnTo>
                  <a:lnTo>
                    <a:pt x="13522" y="38921"/>
                  </a:lnTo>
                  <a:lnTo>
                    <a:pt x="14447" y="19626"/>
                  </a:lnTo>
                  <a:lnTo>
                    <a:pt x="14946" y="8101"/>
                  </a:lnTo>
                  <a:lnTo>
                    <a:pt x="15009" y="6365"/>
                  </a:lnTo>
                  <a:lnTo>
                    <a:pt x="15239" y="0"/>
                  </a:lnTo>
                  <a:lnTo>
                    <a:pt x="42091" y="1290"/>
                  </a:lnTo>
                  <a:lnTo>
                    <a:pt x="57866" y="1979"/>
                  </a:lnTo>
                  <a:lnTo>
                    <a:pt x="72982" y="2611"/>
                  </a:lnTo>
                  <a:lnTo>
                    <a:pt x="88567" y="3221"/>
                  </a:lnTo>
                  <a:lnTo>
                    <a:pt x="92281" y="3360"/>
                  </a:lnTo>
                  <a:lnTo>
                    <a:pt x="96599" y="3519"/>
                  </a:lnTo>
                  <a:lnTo>
                    <a:pt x="108850" y="3943"/>
                  </a:lnTo>
                  <a:lnTo>
                    <a:pt x="119603" y="4299"/>
                  </a:lnTo>
                  <a:lnTo>
                    <a:pt x="135163" y="4790"/>
                  </a:lnTo>
                  <a:lnTo>
                    <a:pt x="151980" y="5272"/>
                  </a:lnTo>
                  <a:lnTo>
                    <a:pt x="158051" y="5431"/>
                  </a:lnTo>
                  <a:lnTo>
                    <a:pt x="158187" y="5435"/>
                  </a:lnTo>
                  <a:lnTo>
                    <a:pt x="172452" y="5784"/>
                  </a:lnTo>
                  <a:lnTo>
                    <a:pt x="189038" y="6159"/>
                  </a:lnTo>
                  <a:lnTo>
                    <a:pt x="202457" y="6403"/>
                  </a:lnTo>
                  <a:lnTo>
                    <a:pt x="220523" y="6690"/>
                  </a:lnTo>
                  <a:lnTo>
                    <a:pt x="244619" y="6991"/>
                  </a:lnTo>
                  <a:lnTo>
                    <a:pt x="262118" y="7141"/>
                  </a:lnTo>
                  <a:lnTo>
                    <a:pt x="262988" y="7148"/>
                  </a:lnTo>
                  <a:lnTo>
                    <a:pt x="277335" y="7255"/>
                  </a:lnTo>
                  <a:lnTo>
                    <a:pt x="287265" y="7361"/>
                  </a:lnTo>
                  <a:lnTo>
                    <a:pt x="306282" y="7447"/>
                  </a:lnTo>
                  <a:lnTo>
                    <a:pt x="317607" y="7496"/>
                  </a:lnTo>
                  <a:lnTo>
                    <a:pt x="325082" y="7446"/>
                  </a:lnTo>
                  <a:lnTo>
                    <a:pt x="333535" y="7472"/>
                  </a:lnTo>
                  <a:lnTo>
                    <a:pt x="343693" y="7406"/>
                  </a:lnTo>
                  <a:lnTo>
                    <a:pt x="361316" y="7246"/>
                  </a:lnTo>
                  <a:lnTo>
                    <a:pt x="367414" y="7199"/>
                  </a:lnTo>
                  <a:lnTo>
                    <a:pt x="387079" y="7050"/>
                  </a:lnTo>
                  <a:lnTo>
                    <a:pt x="393999" y="6981"/>
                  </a:lnTo>
                  <a:lnTo>
                    <a:pt x="408742" y="6884"/>
                  </a:lnTo>
                  <a:lnTo>
                    <a:pt x="432788" y="6393"/>
                  </a:lnTo>
                  <a:lnTo>
                    <a:pt x="437151" y="6304"/>
                  </a:lnTo>
                  <a:lnTo>
                    <a:pt x="439201" y="6260"/>
                  </a:lnTo>
                  <a:lnTo>
                    <a:pt x="453301" y="5944"/>
                  </a:lnTo>
                  <a:lnTo>
                    <a:pt x="469685" y="5482"/>
                  </a:lnTo>
                  <a:lnTo>
                    <a:pt x="491646" y="4730"/>
                  </a:lnTo>
                  <a:lnTo>
                    <a:pt x="501859" y="4351"/>
                  </a:lnTo>
                  <a:lnTo>
                    <a:pt x="538074" y="2984"/>
                  </a:lnTo>
                  <a:lnTo>
                    <a:pt x="537774" y="9378"/>
                  </a:lnTo>
                  <a:lnTo>
                    <a:pt x="536947" y="14989"/>
                  </a:lnTo>
                  <a:lnTo>
                    <a:pt x="534057" y="18662"/>
                  </a:lnTo>
                  <a:lnTo>
                    <a:pt x="531308" y="23690"/>
                  </a:lnTo>
                  <a:lnTo>
                    <a:pt x="526357" y="26987"/>
                  </a:lnTo>
                  <a:lnTo>
                    <a:pt x="520858" y="31977"/>
                  </a:lnTo>
                  <a:lnTo>
                    <a:pt x="519208" y="35539"/>
                  </a:lnTo>
                  <a:lnTo>
                    <a:pt x="519846" y="38071"/>
                  </a:lnTo>
                  <a:lnTo>
                    <a:pt x="520478" y="38839"/>
                  </a:lnTo>
                  <a:lnTo>
                    <a:pt x="524502" y="43727"/>
                  </a:lnTo>
                  <a:lnTo>
                    <a:pt x="527445" y="49371"/>
                  </a:lnTo>
                  <a:lnTo>
                    <a:pt x="529851" y="53479"/>
                  </a:lnTo>
                  <a:lnTo>
                    <a:pt x="532452" y="56061"/>
                  </a:lnTo>
                  <a:lnTo>
                    <a:pt x="536530" y="56106"/>
                  </a:lnTo>
                  <a:lnTo>
                    <a:pt x="540543" y="58151"/>
                  </a:lnTo>
                  <a:lnTo>
                    <a:pt x="543435" y="59079"/>
                  </a:lnTo>
                  <a:lnTo>
                    <a:pt x="546331" y="61910"/>
                  </a:lnTo>
                  <a:lnTo>
                    <a:pt x="547297" y="63828"/>
                  </a:lnTo>
                  <a:lnTo>
                    <a:pt x="548250" y="65717"/>
                  </a:lnTo>
                  <a:lnTo>
                    <a:pt x="548437" y="69606"/>
                  </a:lnTo>
                  <a:lnTo>
                    <a:pt x="549842" y="98891"/>
                  </a:lnTo>
                  <a:lnTo>
                    <a:pt x="550668" y="116147"/>
                  </a:lnTo>
                  <a:lnTo>
                    <a:pt x="551504" y="133647"/>
                  </a:lnTo>
                  <a:lnTo>
                    <a:pt x="551925" y="142456"/>
                  </a:lnTo>
                  <a:lnTo>
                    <a:pt x="552804" y="160886"/>
                  </a:lnTo>
                  <a:lnTo>
                    <a:pt x="553500" y="177300"/>
                  </a:lnTo>
                  <a:lnTo>
                    <a:pt x="554974" y="212189"/>
                  </a:lnTo>
                  <a:lnTo>
                    <a:pt x="556230" y="242048"/>
                  </a:lnTo>
                  <a:lnTo>
                    <a:pt x="556458" y="247263"/>
                  </a:lnTo>
                  <a:lnTo>
                    <a:pt x="545847" y="247709"/>
                  </a:lnTo>
                  <a:lnTo>
                    <a:pt x="547018" y="250764"/>
                  </a:lnTo>
                  <a:lnTo>
                    <a:pt x="546462" y="254356"/>
                  </a:lnTo>
                  <a:lnTo>
                    <a:pt x="551967" y="259005"/>
                  </a:lnTo>
                  <a:lnTo>
                    <a:pt x="551931" y="262874"/>
                  </a:lnTo>
                  <a:lnTo>
                    <a:pt x="551684" y="267633"/>
                  </a:lnTo>
                  <a:lnTo>
                    <a:pt x="548181" y="268680"/>
                  </a:lnTo>
                  <a:lnTo>
                    <a:pt x="549768" y="271989"/>
                  </a:lnTo>
                  <a:lnTo>
                    <a:pt x="550255" y="273002"/>
                  </a:lnTo>
                  <a:lnTo>
                    <a:pt x="552625" y="275551"/>
                  </a:lnTo>
                  <a:lnTo>
                    <a:pt x="556028" y="275395"/>
                  </a:lnTo>
                  <a:lnTo>
                    <a:pt x="557585" y="283147"/>
                  </a:lnTo>
                  <a:lnTo>
                    <a:pt x="559142" y="286043"/>
                  </a:lnTo>
                  <a:lnTo>
                    <a:pt x="558341" y="289234"/>
                  </a:lnTo>
                  <a:lnTo>
                    <a:pt x="557957" y="290760"/>
                  </a:lnTo>
                  <a:lnTo>
                    <a:pt x="554156" y="293704"/>
                  </a:lnTo>
                  <a:lnTo>
                    <a:pt x="555692" y="297144"/>
                  </a:lnTo>
                  <a:lnTo>
                    <a:pt x="553783" y="299988"/>
                  </a:lnTo>
                  <a:lnTo>
                    <a:pt x="555325" y="301759"/>
                  </a:lnTo>
                  <a:lnTo>
                    <a:pt x="552437" y="305587"/>
                  </a:lnTo>
                  <a:lnTo>
                    <a:pt x="552585" y="306987"/>
                  </a:lnTo>
                  <a:lnTo>
                    <a:pt x="552904" y="310005"/>
                  </a:lnTo>
                  <a:lnTo>
                    <a:pt x="550163" y="315235"/>
                  </a:lnTo>
                  <a:lnTo>
                    <a:pt x="547123" y="320231"/>
                  </a:lnTo>
                  <a:lnTo>
                    <a:pt x="547133" y="325640"/>
                  </a:lnTo>
                  <a:lnTo>
                    <a:pt x="549729" y="329297"/>
                  </a:lnTo>
                  <a:lnTo>
                    <a:pt x="554712" y="333807"/>
                  </a:lnTo>
                  <a:lnTo>
                    <a:pt x="558503" y="341681"/>
                  </a:lnTo>
                  <a:lnTo>
                    <a:pt x="558753" y="342198"/>
                  </a:lnTo>
                  <a:lnTo>
                    <a:pt x="557731" y="346146"/>
                  </a:lnTo>
                  <a:lnTo>
                    <a:pt x="558912" y="346870"/>
                  </a:lnTo>
                  <a:lnTo>
                    <a:pt x="561358" y="348672"/>
                  </a:lnTo>
                  <a:lnTo>
                    <a:pt x="557258" y="349641"/>
                  </a:lnTo>
                  <a:lnTo>
                    <a:pt x="555379" y="346956"/>
                  </a:lnTo>
                  <a:lnTo>
                    <a:pt x="549002" y="347640"/>
                  </a:lnTo>
                  <a:lnTo>
                    <a:pt x="547698" y="345580"/>
                  </a:lnTo>
                  <a:lnTo>
                    <a:pt x="545260" y="341723"/>
                  </a:lnTo>
                  <a:lnTo>
                    <a:pt x="541373" y="338125"/>
                  </a:lnTo>
                  <a:lnTo>
                    <a:pt x="542015" y="332526"/>
                  </a:lnTo>
                  <a:lnTo>
                    <a:pt x="536050" y="332376"/>
                  </a:lnTo>
                  <a:lnTo>
                    <a:pt x="534179" y="328850"/>
                  </a:lnTo>
                  <a:lnTo>
                    <a:pt x="533749" y="328675"/>
                  </a:lnTo>
                  <a:lnTo>
                    <a:pt x="526285" y="325629"/>
                  </a:lnTo>
                  <a:lnTo>
                    <a:pt x="521974" y="326723"/>
                  </a:lnTo>
                  <a:lnTo>
                    <a:pt x="518172" y="323645"/>
                  </a:lnTo>
                  <a:lnTo>
                    <a:pt x="517471" y="323076"/>
                  </a:lnTo>
                  <a:lnTo>
                    <a:pt x="509584" y="322402"/>
                  </a:lnTo>
                  <a:lnTo>
                    <a:pt x="507028" y="320511"/>
                  </a:lnTo>
                  <a:lnTo>
                    <a:pt x="503328" y="317769"/>
                  </a:lnTo>
                  <a:lnTo>
                    <a:pt x="501456" y="314513"/>
                  </a:lnTo>
                  <a:lnTo>
                    <a:pt x="496685" y="313413"/>
                  </a:lnTo>
                  <a:lnTo>
                    <a:pt x="493836" y="314490"/>
                  </a:lnTo>
                  <a:lnTo>
                    <a:pt x="488215" y="313661"/>
                  </a:lnTo>
                  <a:lnTo>
                    <a:pt x="485690" y="315738"/>
                  </a:lnTo>
                  <a:lnTo>
                    <a:pt x="483266" y="315416"/>
                  </a:lnTo>
                  <a:lnTo>
                    <a:pt x="480969" y="315109"/>
                  </a:lnTo>
                  <a:lnTo>
                    <a:pt x="474824" y="315043"/>
                  </a:lnTo>
                  <a:lnTo>
                    <a:pt x="472171" y="315565"/>
                  </a:lnTo>
                  <a:lnTo>
                    <a:pt x="467361" y="316508"/>
                  </a:lnTo>
                  <a:lnTo>
                    <a:pt x="459931" y="315284"/>
                  </a:lnTo>
                  <a:lnTo>
                    <a:pt x="455741" y="314682"/>
                  </a:lnTo>
                  <a:lnTo>
                    <a:pt x="454379" y="315968"/>
                  </a:lnTo>
                  <a:lnTo>
                    <a:pt x="452443" y="321427"/>
                  </a:lnTo>
                  <a:lnTo>
                    <a:pt x="449186" y="324451"/>
                  </a:lnTo>
                  <a:lnTo>
                    <a:pt x="442935" y="325149"/>
                  </a:lnTo>
                  <a:lnTo>
                    <a:pt x="437693" y="320821"/>
                  </a:lnTo>
                  <a:lnTo>
                    <a:pt x="434425" y="317725"/>
                  </a:lnTo>
                  <a:lnTo>
                    <a:pt x="434089" y="317618"/>
                  </a:lnTo>
                  <a:lnTo>
                    <a:pt x="428199" y="315738"/>
                  </a:lnTo>
                  <a:lnTo>
                    <a:pt x="424627" y="314421"/>
                  </a:lnTo>
                  <a:lnTo>
                    <a:pt x="422528" y="313309"/>
                  </a:lnTo>
                  <a:lnTo>
                    <a:pt x="416701" y="310218"/>
                  </a:lnTo>
                  <a:lnTo>
                    <a:pt x="413143" y="309199"/>
                  </a:lnTo>
                  <a:lnTo>
                    <a:pt x="409811" y="305812"/>
                  </a:lnTo>
                  <a:lnTo>
                    <a:pt x="408303" y="302319"/>
                  </a:lnTo>
                  <a:lnTo>
                    <a:pt x="382610" y="302767"/>
                  </a:lnTo>
                  <a:lnTo>
                    <a:pt x="352722" y="303117"/>
                  </a:lnTo>
                  <a:lnTo>
                    <a:pt x="332162" y="303272"/>
                  </a:lnTo>
                  <a:lnTo>
                    <a:pt x="308925" y="303362"/>
                  </a:lnTo>
                  <a:lnTo>
                    <a:pt x="283306" y="303374"/>
                  </a:lnTo>
                  <a:lnTo>
                    <a:pt x="224328" y="302986"/>
                  </a:lnTo>
                  <a:lnTo>
                    <a:pt x="207594" y="302724"/>
                  </a:lnTo>
                  <a:lnTo>
                    <a:pt x="144772" y="301324"/>
                  </a:lnTo>
                  <a:lnTo>
                    <a:pt x="120805" y="300616"/>
                  </a:lnTo>
                  <a:lnTo>
                    <a:pt x="92625" y="299678"/>
                  </a:lnTo>
                  <a:lnTo>
                    <a:pt x="77306" y="299113"/>
                  </a:lnTo>
                  <a:lnTo>
                    <a:pt x="42374" y="297676"/>
                  </a:lnTo>
                  <a:lnTo>
                    <a:pt x="40246" y="297586"/>
                  </a:lnTo>
                  <a:lnTo>
                    <a:pt x="0" y="295741"/>
                  </a:lnTo>
                  <a:lnTo>
                    <a:pt x="1363" y="266691"/>
                  </a:lnTo>
                  <a:lnTo>
                    <a:pt x="2230" y="247804"/>
                  </a:lnTo>
                  <a:lnTo>
                    <a:pt x="2348" y="245242"/>
                  </a:lnTo>
                  <a:lnTo>
                    <a:pt x="2603" y="239689"/>
                  </a:lnTo>
                  <a:lnTo>
                    <a:pt x="4028" y="210070"/>
                  </a:lnTo>
                  <a:lnTo>
                    <a:pt x="5461" y="181183"/>
                  </a:lnTo>
                  <a:lnTo>
                    <a:pt x="5658" y="177236"/>
                  </a:lnTo>
                  <a:lnTo>
                    <a:pt x="6005" y="170245"/>
                  </a:lnTo>
                  <a:lnTo>
                    <a:pt x="7586" y="138001"/>
                  </a:lnTo>
                  <a:lnTo>
                    <a:pt x="8180" y="1259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5181898" y="3825209"/>
              <a:ext cx="758428" cy="313562"/>
            </a:xfrm>
            <a:custGeom>
              <a:avLst/>
              <a:pathLst>
                <a:path w="758428" h="313562">
                  <a:moveTo>
                    <a:pt x="406" y="309745"/>
                  </a:moveTo>
                  <a:lnTo>
                    <a:pt x="3544" y="308072"/>
                  </a:lnTo>
                  <a:lnTo>
                    <a:pt x="9720" y="306166"/>
                  </a:lnTo>
                  <a:lnTo>
                    <a:pt x="10693" y="301419"/>
                  </a:lnTo>
                  <a:lnTo>
                    <a:pt x="12217" y="296976"/>
                  </a:lnTo>
                  <a:lnTo>
                    <a:pt x="18755" y="297409"/>
                  </a:lnTo>
                  <a:lnTo>
                    <a:pt x="17354" y="292311"/>
                  </a:lnTo>
                  <a:lnTo>
                    <a:pt x="17486" y="287873"/>
                  </a:lnTo>
                  <a:lnTo>
                    <a:pt x="16494" y="282667"/>
                  </a:lnTo>
                  <a:lnTo>
                    <a:pt x="9873" y="280641"/>
                  </a:lnTo>
                  <a:lnTo>
                    <a:pt x="13635" y="276787"/>
                  </a:lnTo>
                  <a:lnTo>
                    <a:pt x="16054" y="269808"/>
                  </a:lnTo>
                  <a:lnTo>
                    <a:pt x="13226" y="264798"/>
                  </a:lnTo>
                  <a:lnTo>
                    <a:pt x="16925" y="262864"/>
                  </a:lnTo>
                  <a:lnTo>
                    <a:pt x="19342" y="263473"/>
                  </a:lnTo>
                  <a:lnTo>
                    <a:pt x="20969" y="258499"/>
                  </a:lnTo>
                  <a:lnTo>
                    <a:pt x="18312" y="254350"/>
                  </a:lnTo>
                  <a:lnTo>
                    <a:pt x="18410" y="248206"/>
                  </a:lnTo>
                  <a:lnTo>
                    <a:pt x="25778" y="248310"/>
                  </a:lnTo>
                  <a:lnTo>
                    <a:pt x="26811" y="246065"/>
                  </a:lnTo>
                  <a:lnTo>
                    <a:pt x="27350" y="240578"/>
                  </a:lnTo>
                  <a:lnTo>
                    <a:pt x="32249" y="237845"/>
                  </a:lnTo>
                  <a:lnTo>
                    <a:pt x="29899" y="235363"/>
                  </a:lnTo>
                  <a:lnTo>
                    <a:pt x="24065" y="230980"/>
                  </a:lnTo>
                  <a:lnTo>
                    <a:pt x="27096" y="223838"/>
                  </a:lnTo>
                  <a:lnTo>
                    <a:pt x="31911" y="224093"/>
                  </a:lnTo>
                  <a:lnTo>
                    <a:pt x="37588" y="219405"/>
                  </a:lnTo>
                  <a:lnTo>
                    <a:pt x="43986" y="215572"/>
                  </a:lnTo>
                  <a:lnTo>
                    <a:pt x="42947" y="211336"/>
                  </a:lnTo>
                  <a:lnTo>
                    <a:pt x="43247" y="208323"/>
                  </a:lnTo>
                  <a:lnTo>
                    <a:pt x="49861" y="205088"/>
                  </a:lnTo>
                  <a:lnTo>
                    <a:pt x="49568" y="204006"/>
                  </a:lnTo>
                  <a:lnTo>
                    <a:pt x="49067" y="202157"/>
                  </a:lnTo>
                  <a:lnTo>
                    <a:pt x="45572" y="199593"/>
                  </a:lnTo>
                  <a:lnTo>
                    <a:pt x="40691" y="194158"/>
                  </a:lnTo>
                  <a:lnTo>
                    <a:pt x="44146" y="191462"/>
                  </a:lnTo>
                  <a:lnTo>
                    <a:pt x="44490" y="184346"/>
                  </a:lnTo>
                  <a:lnTo>
                    <a:pt x="47592" y="181551"/>
                  </a:lnTo>
                  <a:lnTo>
                    <a:pt x="51817" y="177373"/>
                  </a:lnTo>
                  <a:lnTo>
                    <a:pt x="48325" y="172386"/>
                  </a:lnTo>
                  <a:lnTo>
                    <a:pt x="47946" y="172167"/>
                  </a:lnTo>
                  <a:lnTo>
                    <a:pt x="41533" y="168451"/>
                  </a:lnTo>
                  <a:lnTo>
                    <a:pt x="42561" y="165662"/>
                  </a:lnTo>
                  <a:lnTo>
                    <a:pt x="49569" y="165956"/>
                  </a:lnTo>
                  <a:lnTo>
                    <a:pt x="53427" y="160949"/>
                  </a:lnTo>
                  <a:lnTo>
                    <a:pt x="47800" y="158073"/>
                  </a:lnTo>
                  <a:lnTo>
                    <a:pt x="48388" y="154130"/>
                  </a:lnTo>
                  <a:lnTo>
                    <a:pt x="53409" y="153356"/>
                  </a:lnTo>
                  <a:lnTo>
                    <a:pt x="55429" y="153044"/>
                  </a:lnTo>
                  <a:lnTo>
                    <a:pt x="56111" y="149125"/>
                  </a:lnTo>
                  <a:lnTo>
                    <a:pt x="52672" y="144790"/>
                  </a:lnTo>
                  <a:lnTo>
                    <a:pt x="54062" y="139839"/>
                  </a:lnTo>
                  <a:lnTo>
                    <a:pt x="51946" y="135994"/>
                  </a:lnTo>
                  <a:lnTo>
                    <a:pt x="62971" y="134477"/>
                  </a:lnTo>
                  <a:lnTo>
                    <a:pt x="69467" y="133386"/>
                  </a:lnTo>
                  <a:lnTo>
                    <a:pt x="81517" y="131347"/>
                  </a:lnTo>
                  <a:lnTo>
                    <a:pt x="103902" y="128810"/>
                  </a:lnTo>
                  <a:lnTo>
                    <a:pt x="115651" y="127269"/>
                  </a:lnTo>
                  <a:lnTo>
                    <a:pt x="116321" y="127181"/>
                  </a:lnTo>
                  <a:lnTo>
                    <a:pt x="117263" y="127056"/>
                  </a:lnTo>
                  <a:lnTo>
                    <a:pt x="144424" y="123417"/>
                  </a:lnTo>
                  <a:lnTo>
                    <a:pt x="144825" y="123362"/>
                  </a:lnTo>
                  <a:lnTo>
                    <a:pt x="146892" y="123097"/>
                  </a:lnTo>
                  <a:lnTo>
                    <a:pt x="179603" y="118817"/>
                  </a:lnTo>
                  <a:lnTo>
                    <a:pt x="186265" y="117696"/>
                  </a:lnTo>
                  <a:lnTo>
                    <a:pt x="186524" y="117652"/>
                  </a:lnTo>
                  <a:lnTo>
                    <a:pt x="187262" y="111627"/>
                  </a:lnTo>
                  <a:lnTo>
                    <a:pt x="184117" y="103061"/>
                  </a:lnTo>
                  <a:lnTo>
                    <a:pt x="182078" y="97896"/>
                  </a:lnTo>
                  <a:lnTo>
                    <a:pt x="187384" y="97258"/>
                  </a:lnTo>
                  <a:lnTo>
                    <a:pt x="202191" y="96635"/>
                  </a:lnTo>
                  <a:lnTo>
                    <a:pt x="202323" y="100105"/>
                  </a:lnTo>
                  <a:lnTo>
                    <a:pt x="216589" y="97595"/>
                  </a:lnTo>
                  <a:lnTo>
                    <a:pt x="221346" y="96752"/>
                  </a:lnTo>
                  <a:lnTo>
                    <a:pt x="247694" y="92394"/>
                  </a:lnTo>
                  <a:lnTo>
                    <a:pt x="248755" y="92217"/>
                  </a:lnTo>
                  <a:lnTo>
                    <a:pt x="268589" y="88870"/>
                  </a:lnTo>
                  <a:lnTo>
                    <a:pt x="273450" y="88042"/>
                  </a:lnTo>
                  <a:lnTo>
                    <a:pt x="295673" y="84212"/>
                  </a:lnTo>
                  <a:lnTo>
                    <a:pt x="300125" y="83380"/>
                  </a:lnTo>
                  <a:lnTo>
                    <a:pt x="314161" y="80737"/>
                  </a:lnTo>
                  <a:lnTo>
                    <a:pt x="318331" y="81368"/>
                  </a:lnTo>
                  <a:lnTo>
                    <a:pt x="319345" y="81521"/>
                  </a:lnTo>
                  <a:lnTo>
                    <a:pt x="323011" y="79263"/>
                  </a:lnTo>
                  <a:lnTo>
                    <a:pt x="331724" y="78323"/>
                  </a:lnTo>
                  <a:lnTo>
                    <a:pt x="350358" y="76278"/>
                  </a:lnTo>
                  <a:lnTo>
                    <a:pt x="361542" y="75028"/>
                  </a:lnTo>
                  <a:lnTo>
                    <a:pt x="371161" y="74004"/>
                  </a:lnTo>
                  <a:lnTo>
                    <a:pt x="380382" y="73011"/>
                  </a:lnTo>
                  <a:lnTo>
                    <a:pt x="388065" y="71919"/>
                  </a:lnTo>
                  <a:lnTo>
                    <a:pt x="393170" y="71188"/>
                  </a:lnTo>
                  <a:lnTo>
                    <a:pt x="415090" y="68001"/>
                  </a:lnTo>
                  <a:lnTo>
                    <a:pt x="419690" y="66846"/>
                  </a:lnTo>
                  <a:lnTo>
                    <a:pt x="432133" y="63705"/>
                  </a:lnTo>
                  <a:lnTo>
                    <a:pt x="432592" y="63588"/>
                  </a:lnTo>
                  <a:lnTo>
                    <a:pt x="433881" y="63392"/>
                  </a:lnTo>
                  <a:lnTo>
                    <a:pt x="450076" y="60913"/>
                  </a:lnTo>
                  <a:lnTo>
                    <a:pt x="461073" y="59833"/>
                  </a:lnTo>
                  <a:lnTo>
                    <a:pt x="463877" y="59555"/>
                  </a:lnTo>
                  <a:lnTo>
                    <a:pt x="478238" y="57984"/>
                  </a:lnTo>
                  <a:lnTo>
                    <a:pt x="478857" y="57889"/>
                  </a:lnTo>
                  <a:lnTo>
                    <a:pt x="503884" y="53986"/>
                  </a:lnTo>
                  <a:lnTo>
                    <a:pt x="525282" y="50390"/>
                  </a:lnTo>
                  <a:lnTo>
                    <a:pt x="528341" y="49870"/>
                  </a:lnTo>
                  <a:lnTo>
                    <a:pt x="549784" y="46035"/>
                  </a:lnTo>
                  <a:lnTo>
                    <a:pt x="554896" y="45260"/>
                  </a:lnTo>
                  <a:lnTo>
                    <a:pt x="558163" y="44762"/>
                  </a:lnTo>
                  <a:lnTo>
                    <a:pt x="576416" y="41622"/>
                  </a:lnTo>
                  <a:lnTo>
                    <a:pt x="577412" y="39314"/>
                  </a:lnTo>
                  <a:lnTo>
                    <a:pt x="595563" y="35847"/>
                  </a:lnTo>
                  <a:lnTo>
                    <a:pt x="613033" y="32466"/>
                  </a:lnTo>
                  <a:lnTo>
                    <a:pt x="639075" y="27459"/>
                  </a:lnTo>
                  <a:lnTo>
                    <a:pt x="652811" y="24779"/>
                  </a:lnTo>
                  <a:lnTo>
                    <a:pt x="672455" y="20491"/>
                  </a:lnTo>
                  <a:lnTo>
                    <a:pt x="683276" y="18106"/>
                  </a:lnTo>
                  <a:lnTo>
                    <a:pt x="700445" y="14508"/>
                  </a:lnTo>
                  <a:lnTo>
                    <a:pt x="704955" y="13556"/>
                  </a:lnTo>
                  <a:lnTo>
                    <a:pt x="711122" y="12249"/>
                  </a:lnTo>
                  <a:lnTo>
                    <a:pt x="713645" y="11706"/>
                  </a:lnTo>
                  <a:lnTo>
                    <a:pt x="732412" y="7634"/>
                  </a:lnTo>
                  <a:lnTo>
                    <a:pt x="732939" y="4956"/>
                  </a:lnTo>
                  <a:lnTo>
                    <a:pt x="741475" y="3242"/>
                  </a:lnTo>
                  <a:lnTo>
                    <a:pt x="757474" y="0"/>
                  </a:lnTo>
                  <a:lnTo>
                    <a:pt x="755301" y="3260"/>
                  </a:lnTo>
                  <a:lnTo>
                    <a:pt x="754475" y="9421"/>
                  </a:lnTo>
                  <a:lnTo>
                    <a:pt x="756449" y="17009"/>
                  </a:lnTo>
                  <a:lnTo>
                    <a:pt x="754218" y="23864"/>
                  </a:lnTo>
                  <a:lnTo>
                    <a:pt x="755545" y="26318"/>
                  </a:lnTo>
                  <a:lnTo>
                    <a:pt x="758428" y="31644"/>
                  </a:lnTo>
                  <a:lnTo>
                    <a:pt x="752766" y="32609"/>
                  </a:lnTo>
                  <a:lnTo>
                    <a:pt x="746910" y="33175"/>
                  </a:lnTo>
                  <a:lnTo>
                    <a:pt x="741255" y="39702"/>
                  </a:lnTo>
                  <a:lnTo>
                    <a:pt x="740664" y="41538"/>
                  </a:lnTo>
                  <a:lnTo>
                    <a:pt x="739750" y="44375"/>
                  </a:lnTo>
                  <a:lnTo>
                    <a:pt x="738270" y="48958"/>
                  </a:lnTo>
                  <a:lnTo>
                    <a:pt x="734447" y="61876"/>
                  </a:lnTo>
                  <a:lnTo>
                    <a:pt x="730177" y="64976"/>
                  </a:lnTo>
                  <a:lnTo>
                    <a:pt x="726096" y="66013"/>
                  </a:lnTo>
                  <a:lnTo>
                    <a:pt x="724173" y="62733"/>
                  </a:lnTo>
                  <a:lnTo>
                    <a:pt x="717385" y="61554"/>
                  </a:lnTo>
                  <a:lnTo>
                    <a:pt x="716694" y="62307"/>
                  </a:lnTo>
                  <a:lnTo>
                    <a:pt x="713208" y="66108"/>
                  </a:lnTo>
                  <a:lnTo>
                    <a:pt x="710223" y="66066"/>
                  </a:lnTo>
                  <a:lnTo>
                    <a:pt x="706223" y="69053"/>
                  </a:lnTo>
                  <a:lnTo>
                    <a:pt x="701313" y="73800"/>
                  </a:lnTo>
                  <a:lnTo>
                    <a:pt x="700870" y="75108"/>
                  </a:lnTo>
                  <a:lnTo>
                    <a:pt x="698041" y="83433"/>
                  </a:lnTo>
                  <a:lnTo>
                    <a:pt x="694675" y="86995"/>
                  </a:lnTo>
                  <a:lnTo>
                    <a:pt x="690808" y="91080"/>
                  </a:lnTo>
                  <a:lnTo>
                    <a:pt x="685616" y="89793"/>
                  </a:lnTo>
                  <a:lnTo>
                    <a:pt x="685891" y="83747"/>
                  </a:lnTo>
                  <a:lnTo>
                    <a:pt x="684740" y="82691"/>
                  </a:lnTo>
                  <a:lnTo>
                    <a:pt x="682179" y="80340"/>
                  </a:lnTo>
                  <a:lnTo>
                    <a:pt x="674450" y="87063"/>
                  </a:lnTo>
                  <a:lnTo>
                    <a:pt x="670123" y="90951"/>
                  </a:lnTo>
                  <a:lnTo>
                    <a:pt x="670253" y="95606"/>
                  </a:lnTo>
                  <a:lnTo>
                    <a:pt x="668275" y="99289"/>
                  </a:lnTo>
                  <a:lnTo>
                    <a:pt x="663778" y="97505"/>
                  </a:lnTo>
                  <a:lnTo>
                    <a:pt x="661099" y="99636"/>
                  </a:lnTo>
                  <a:lnTo>
                    <a:pt x="659731" y="100724"/>
                  </a:lnTo>
                  <a:lnTo>
                    <a:pt x="661806" y="106363"/>
                  </a:lnTo>
                  <a:lnTo>
                    <a:pt x="659405" y="112345"/>
                  </a:lnTo>
                  <a:lnTo>
                    <a:pt x="657443" y="116447"/>
                  </a:lnTo>
                  <a:lnTo>
                    <a:pt x="656652" y="118098"/>
                  </a:lnTo>
                  <a:lnTo>
                    <a:pt x="650236" y="118828"/>
                  </a:lnTo>
                  <a:lnTo>
                    <a:pt x="646097" y="121027"/>
                  </a:lnTo>
                  <a:lnTo>
                    <a:pt x="640566" y="123630"/>
                  </a:lnTo>
                  <a:lnTo>
                    <a:pt x="638036" y="128533"/>
                  </a:lnTo>
                  <a:lnTo>
                    <a:pt x="633081" y="130613"/>
                  </a:lnTo>
                  <a:lnTo>
                    <a:pt x="633033" y="130751"/>
                  </a:lnTo>
                  <a:lnTo>
                    <a:pt x="632504" y="132253"/>
                  </a:lnTo>
                  <a:lnTo>
                    <a:pt x="630507" y="137909"/>
                  </a:lnTo>
                  <a:lnTo>
                    <a:pt x="625930" y="138517"/>
                  </a:lnTo>
                  <a:lnTo>
                    <a:pt x="620222" y="145372"/>
                  </a:lnTo>
                  <a:lnTo>
                    <a:pt x="617602" y="146855"/>
                  </a:lnTo>
                  <a:lnTo>
                    <a:pt x="614260" y="152146"/>
                  </a:lnTo>
                  <a:lnTo>
                    <a:pt x="606090" y="153310"/>
                  </a:lnTo>
                  <a:lnTo>
                    <a:pt x="600155" y="154330"/>
                  </a:lnTo>
                  <a:lnTo>
                    <a:pt x="599284" y="154561"/>
                  </a:lnTo>
                  <a:lnTo>
                    <a:pt x="589554" y="157133"/>
                  </a:lnTo>
                  <a:lnTo>
                    <a:pt x="583453" y="163282"/>
                  </a:lnTo>
                  <a:lnTo>
                    <a:pt x="578163" y="169589"/>
                  </a:lnTo>
                  <a:lnTo>
                    <a:pt x="575128" y="171749"/>
                  </a:lnTo>
                  <a:lnTo>
                    <a:pt x="574654" y="172086"/>
                  </a:lnTo>
                  <a:lnTo>
                    <a:pt x="573466" y="172931"/>
                  </a:lnTo>
                  <a:lnTo>
                    <a:pt x="569938" y="178832"/>
                  </a:lnTo>
                  <a:lnTo>
                    <a:pt x="571921" y="182581"/>
                  </a:lnTo>
                  <a:lnTo>
                    <a:pt x="569606" y="185720"/>
                  </a:lnTo>
                  <a:lnTo>
                    <a:pt x="571950" y="191344"/>
                  </a:lnTo>
                  <a:lnTo>
                    <a:pt x="571512" y="191851"/>
                  </a:lnTo>
                  <a:lnTo>
                    <a:pt x="566161" y="198049"/>
                  </a:lnTo>
                  <a:lnTo>
                    <a:pt x="558923" y="200207"/>
                  </a:lnTo>
                  <a:lnTo>
                    <a:pt x="554267" y="197814"/>
                  </a:lnTo>
                  <a:lnTo>
                    <a:pt x="549666" y="203594"/>
                  </a:lnTo>
                  <a:lnTo>
                    <a:pt x="549756" y="205981"/>
                  </a:lnTo>
                  <a:lnTo>
                    <a:pt x="550673" y="230897"/>
                  </a:lnTo>
                  <a:lnTo>
                    <a:pt x="533585" y="234144"/>
                  </a:lnTo>
                  <a:lnTo>
                    <a:pt x="523308" y="236018"/>
                  </a:lnTo>
                  <a:lnTo>
                    <a:pt x="513631" y="237837"/>
                  </a:lnTo>
                  <a:lnTo>
                    <a:pt x="509208" y="238657"/>
                  </a:lnTo>
                  <a:lnTo>
                    <a:pt x="506043" y="239242"/>
                  </a:lnTo>
                  <a:lnTo>
                    <a:pt x="501396" y="240099"/>
                  </a:lnTo>
                  <a:lnTo>
                    <a:pt x="490830" y="242079"/>
                  </a:lnTo>
                  <a:lnTo>
                    <a:pt x="490567" y="242129"/>
                  </a:lnTo>
                  <a:lnTo>
                    <a:pt x="484597" y="243241"/>
                  </a:lnTo>
                  <a:lnTo>
                    <a:pt x="464509" y="247029"/>
                  </a:lnTo>
                  <a:lnTo>
                    <a:pt x="463367" y="247243"/>
                  </a:lnTo>
                  <a:lnTo>
                    <a:pt x="455489" y="248815"/>
                  </a:lnTo>
                  <a:lnTo>
                    <a:pt x="453568" y="249197"/>
                  </a:lnTo>
                  <a:lnTo>
                    <a:pt x="445372" y="250551"/>
                  </a:lnTo>
                  <a:lnTo>
                    <a:pt x="433371" y="252518"/>
                  </a:lnTo>
                  <a:lnTo>
                    <a:pt x="408781" y="256443"/>
                  </a:lnTo>
                  <a:lnTo>
                    <a:pt x="368518" y="262696"/>
                  </a:lnTo>
                  <a:lnTo>
                    <a:pt x="367831" y="262810"/>
                  </a:lnTo>
                  <a:lnTo>
                    <a:pt x="354158" y="265083"/>
                  </a:lnTo>
                  <a:lnTo>
                    <a:pt x="325133" y="269587"/>
                  </a:lnTo>
                  <a:lnTo>
                    <a:pt x="320283" y="270252"/>
                  </a:lnTo>
                  <a:lnTo>
                    <a:pt x="285766" y="274893"/>
                  </a:lnTo>
                  <a:lnTo>
                    <a:pt x="285220" y="274965"/>
                  </a:lnTo>
                  <a:lnTo>
                    <a:pt x="284541" y="275059"/>
                  </a:lnTo>
                  <a:lnTo>
                    <a:pt x="266034" y="277605"/>
                  </a:lnTo>
                  <a:lnTo>
                    <a:pt x="249333" y="279863"/>
                  </a:lnTo>
                  <a:lnTo>
                    <a:pt x="247588" y="280097"/>
                  </a:lnTo>
                  <a:lnTo>
                    <a:pt x="226678" y="282938"/>
                  </a:lnTo>
                  <a:lnTo>
                    <a:pt x="214425" y="284677"/>
                  </a:lnTo>
                  <a:lnTo>
                    <a:pt x="213032" y="284873"/>
                  </a:lnTo>
                  <a:lnTo>
                    <a:pt x="194310" y="287293"/>
                  </a:lnTo>
                  <a:lnTo>
                    <a:pt x="194753" y="288647"/>
                  </a:lnTo>
                  <a:lnTo>
                    <a:pt x="189407" y="289418"/>
                  </a:lnTo>
                  <a:lnTo>
                    <a:pt x="179686" y="290741"/>
                  </a:lnTo>
                  <a:lnTo>
                    <a:pt x="178122" y="290953"/>
                  </a:lnTo>
                  <a:lnTo>
                    <a:pt x="169879" y="292063"/>
                  </a:lnTo>
                  <a:lnTo>
                    <a:pt x="140678" y="296111"/>
                  </a:lnTo>
                  <a:lnTo>
                    <a:pt x="137317" y="296565"/>
                  </a:lnTo>
                  <a:lnTo>
                    <a:pt x="119411" y="298956"/>
                  </a:lnTo>
                  <a:lnTo>
                    <a:pt x="118543" y="299071"/>
                  </a:lnTo>
                  <a:lnTo>
                    <a:pt x="102695" y="301184"/>
                  </a:lnTo>
                  <a:lnTo>
                    <a:pt x="88444" y="303056"/>
                  </a:lnTo>
                  <a:lnTo>
                    <a:pt x="80848" y="304043"/>
                  </a:lnTo>
                  <a:lnTo>
                    <a:pt x="61526" y="306412"/>
                  </a:lnTo>
                  <a:lnTo>
                    <a:pt x="55744" y="307111"/>
                  </a:lnTo>
                  <a:lnTo>
                    <a:pt x="54107" y="307309"/>
                  </a:lnTo>
                  <a:lnTo>
                    <a:pt x="47556" y="308095"/>
                  </a:lnTo>
                  <a:lnTo>
                    <a:pt x="0" y="3135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658958" y="4233463"/>
              <a:ext cx="991057" cy="932782"/>
            </a:xfrm>
            <a:custGeom>
              <a:avLst/>
              <a:pathLst>
                <a:path w="991057" h="932782">
                  <a:moveTo>
                    <a:pt x="1184" y="386905"/>
                  </a:moveTo>
                  <a:lnTo>
                    <a:pt x="1023" y="381866"/>
                  </a:lnTo>
                  <a:lnTo>
                    <a:pt x="2067" y="379379"/>
                  </a:lnTo>
                  <a:lnTo>
                    <a:pt x="9898" y="379951"/>
                  </a:lnTo>
                  <a:lnTo>
                    <a:pt x="20151" y="380685"/>
                  </a:lnTo>
                  <a:lnTo>
                    <a:pt x="33379" y="381609"/>
                  </a:lnTo>
                  <a:lnTo>
                    <a:pt x="48575" y="382674"/>
                  </a:lnTo>
                  <a:lnTo>
                    <a:pt x="67126" y="383925"/>
                  </a:lnTo>
                  <a:lnTo>
                    <a:pt x="111857" y="386920"/>
                  </a:lnTo>
                  <a:lnTo>
                    <a:pt x="129536" y="387960"/>
                  </a:lnTo>
                  <a:lnTo>
                    <a:pt x="134835" y="388263"/>
                  </a:lnTo>
                  <a:lnTo>
                    <a:pt x="150160" y="389112"/>
                  </a:lnTo>
                  <a:lnTo>
                    <a:pt x="196625" y="391498"/>
                  </a:lnTo>
                  <a:lnTo>
                    <a:pt x="199952" y="391651"/>
                  </a:lnTo>
                  <a:lnTo>
                    <a:pt x="219277" y="392506"/>
                  </a:lnTo>
                  <a:lnTo>
                    <a:pt x="249048" y="393711"/>
                  </a:lnTo>
                  <a:lnTo>
                    <a:pt x="268736" y="394430"/>
                  </a:lnTo>
                  <a:lnTo>
                    <a:pt x="268974" y="386859"/>
                  </a:lnTo>
                  <a:lnTo>
                    <a:pt x="269133" y="381788"/>
                  </a:lnTo>
                  <a:lnTo>
                    <a:pt x="270153" y="348774"/>
                  </a:lnTo>
                  <a:lnTo>
                    <a:pt x="270330" y="343014"/>
                  </a:lnTo>
                  <a:lnTo>
                    <a:pt x="270710" y="330847"/>
                  </a:lnTo>
                  <a:lnTo>
                    <a:pt x="271046" y="320129"/>
                  </a:lnTo>
                  <a:lnTo>
                    <a:pt x="271457" y="310522"/>
                  </a:lnTo>
                  <a:lnTo>
                    <a:pt x="272433" y="287749"/>
                  </a:lnTo>
                  <a:lnTo>
                    <a:pt x="273173" y="272937"/>
                  </a:lnTo>
                  <a:lnTo>
                    <a:pt x="273970" y="256985"/>
                  </a:lnTo>
                  <a:lnTo>
                    <a:pt x="275071" y="234734"/>
                  </a:lnTo>
                  <a:lnTo>
                    <a:pt x="276069" y="212419"/>
                  </a:lnTo>
                  <a:lnTo>
                    <a:pt x="276676" y="192845"/>
                  </a:lnTo>
                  <a:lnTo>
                    <a:pt x="276704" y="191959"/>
                  </a:lnTo>
                  <a:lnTo>
                    <a:pt x="276886" y="186101"/>
                  </a:lnTo>
                  <a:lnTo>
                    <a:pt x="277632" y="165038"/>
                  </a:lnTo>
                  <a:lnTo>
                    <a:pt x="278017" y="153850"/>
                  </a:lnTo>
                  <a:lnTo>
                    <a:pt x="278610" y="135713"/>
                  </a:lnTo>
                  <a:lnTo>
                    <a:pt x="279158" y="118993"/>
                  </a:lnTo>
                  <a:lnTo>
                    <a:pt x="279275" y="115622"/>
                  </a:lnTo>
                  <a:lnTo>
                    <a:pt x="280616" y="77074"/>
                  </a:lnTo>
                  <a:lnTo>
                    <a:pt x="280969" y="66811"/>
                  </a:lnTo>
                  <a:lnTo>
                    <a:pt x="281923" y="39092"/>
                  </a:lnTo>
                  <a:lnTo>
                    <a:pt x="283144" y="0"/>
                  </a:lnTo>
                  <a:lnTo>
                    <a:pt x="285946" y="104"/>
                  </a:lnTo>
                  <a:lnTo>
                    <a:pt x="345552" y="1940"/>
                  </a:lnTo>
                  <a:lnTo>
                    <a:pt x="354787" y="2193"/>
                  </a:lnTo>
                  <a:lnTo>
                    <a:pt x="369393" y="2564"/>
                  </a:lnTo>
                  <a:lnTo>
                    <a:pt x="383778" y="2870"/>
                  </a:lnTo>
                  <a:lnTo>
                    <a:pt x="422026" y="3511"/>
                  </a:lnTo>
                  <a:lnTo>
                    <a:pt x="431327" y="3599"/>
                  </a:lnTo>
                  <a:lnTo>
                    <a:pt x="436296" y="3640"/>
                  </a:lnTo>
                  <a:lnTo>
                    <a:pt x="456997" y="3840"/>
                  </a:lnTo>
                  <a:lnTo>
                    <a:pt x="460296" y="3859"/>
                  </a:lnTo>
                  <a:lnTo>
                    <a:pt x="476991" y="3928"/>
                  </a:lnTo>
                  <a:lnTo>
                    <a:pt x="498808" y="3968"/>
                  </a:lnTo>
                  <a:lnTo>
                    <a:pt x="499046" y="3968"/>
                  </a:lnTo>
                  <a:lnTo>
                    <a:pt x="499046" y="42969"/>
                  </a:lnTo>
                  <a:lnTo>
                    <a:pt x="499046" y="58288"/>
                  </a:lnTo>
                  <a:lnTo>
                    <a:pt x="499047" y="81303"/>
                  </a:lnTo>
                  <a:lnTo>
                    <a:pt x="499047" y="98576"/>
                  </a:lnTo>
                  <a:lnTo>
                    <a:pt x="499047" y="119613"/>
                  </a:lnTo>
                  <a:lnTo>
                    <a:pt x="499047" y="133020"/>
                  </a:lnTo>
                  <a:lnTo>
                    <a:pt x="499047" y="157903"/>
                  </a:lnTo>
                  <a:lnTo>
                    <a:pt x="499047" y="174208"/>
                  </a:lnTo>
                  <a:lnTo>
                    <a:pt x="499247" y="174153"/>
                  </a:lnTo>
                  <a:lnTo>
                    <a:pt x="504221" y="172785"/>
                  </a:lnTo>
                  <a:lnTo>
                    <a:pt x="510587" y="178897"/>
                  </a:lnTo>
                  <a:lnTo>
                    <a:pt x="512331" y="180569"/>
                  </a:lnTo>
                  <a:lnTo>
                    <a:pt x="516229" y="185171"/>
                  </a:lnTo>
                  <a:lnTo>
                    <a:pt x="521236" y="189912"/>
                  </a:lnTo>
                  <a:lnTo>
                    <a:pt x="528280" y="190440"/>
                  </a:lnTo>
                  <a:lnTo>
                    <a:pt x="529402" y="187541"/>
                  </a:lnTo>
                  <a:lnTo>
                    <a:pt x="537396" y="188444"/>
                  </a:lnTo>
                  <a:lnTo>
                    <a:pt x="537692" y="188477"/>
                  </a:lnTo>
                  <a:lnTo>
                    <a:pt x="541390" y="189857"/>
                  </a:lnTo>
                  <a:lnTo>
                    <a:pt x="543215" y="184438"/>
                  </a:lnTo>
                  <a:lnTo>
                    <a:pt x="546468" y="184854"/>
                  </a:lnTo>
                  <a:lnTo>
                    <a:pt x="551979" y="189238"/>
                  </a:lnTo>
                  <a:lnTo>
                    <a:pt x="555946" y="194573"/>
                  </a:lnTo>
                  <a:lnTo>
                    <a:pt x="556685" y="195567"/>
                  </a:lnTo>
                  <a:lnTo>
                    <a:pt x="558374" y="204292"/>
                  </a:lnTo>
                  <a:lnTo>
                    <a:pt x="562619" y="204685"/>
                  </a:lnTo>
                  <a:lnTo>
                    <a:pt x="567949" y="205338"/>
                  </a:lnTo>
                  <a:lnTo>
                    <a:pt x="572031" y="204632"/>
                  </a:lnTo>
                  <a:lnTo>
                    <a:pt x="575736" y="204948"/>
                  </a:lnTo>
                  <a:lnTo>
                    <a:pt x="576623" y="205023"/>
                  </a:lnTo>
                  <a:lnTo>
                    <a:pt x="581643" y="208751"/>
                  </a:lnTo>
                  <a:lnTo>
                    <a:pt x="586437" y="209084"/>
                  </a:lnTo>
                  <a:lnTo>
                    <a:pt x="591560" y="211195"/>
                  </a:lnTo>
                  <a:lnTo>
                    <a:pt x="595011" y="210953"/>
                  </a:lnTo>
                  <a:lnTo>
                    <a:pt x="598048" y="208162"/>
                  </a:lnTo>
                  <a:lnTo>
                    <a:pt x="600831" y="208842"/>
                  </a:lnTo>
                  <a:lnTo>
                    <a:pt x="603261" y="209434"/>
                  </a:lnTo>
                  <a:lnTo>
                    <a:pt x="606917" y="214108"/>
                  </a:lnTo>
                  <a:lnTo>
                    <a:pt x="610854" y="216731"/>
                  </a:lnTo>
                  <a:lnTo>
                    <a:pt x="614605" y="215112"/>
                  </a:lnTo>
                  <a:lnTo>
                    <a:pt x="615267" y="214826"/>
                  </a:lnTo>
                  <a:lnTo>
                    <a:pt x="616374" y="211000"/>
                  </a:lnTo>
                  <a:lnTo>
                    <a:pt x="618851" y="208439"/>
                  </a:lnTo>
                  <a:lnTo>
                    <a:pt x="622182" y="209312"/>
                  </a:lnTo>
                  <a:lnTo>
                    <a:pt x="629056" y="210854"/>
                  </a:lnTo>
                  <a:lnTo>
                    <a:pt x="633191" y="211913"/>
                  </a:lnTo>
                  <a:lnTo>
                    <a:pt x="635388" y="209494"/>
                  </a:lnTo>
                  <a:lnTo>
                    <a:pt x="636471" y="208301"/>
                  </a:lnTo>
                  <a:lnTo>
                    <a:pt x="638320" y="212667"/>
                  </a:lnTo>
                  <a:lnTo>
                    <a:pt x="638435" y="217547"/>
                  </a:lnTo>
                  <a:lnTo>
                    <a:pt x="639708" y="221573"/>
                  </a:lnTo>
                  <a:lnTo>
                    <a:pt x="645380" y="222008"/>
                  </a:lnTo>
                  <a:lnTo>
                    <a:pt x="649650" y="222337"/>
                  </a:lnTo>
                  <a:lnTo>
                    <a:pt x="649327" y="228194"/>
                  </a:lnTo>
                  <a:lnTo>
                    <a:pt x="649521" y="231097"/>
                  </a:lnTo>
                  <a:lnTo>
                    <a:pt x="649596" y="232218"/>
                  </a:lnTo>
                  <a:lnTo>
                    <a:pt x="655930" y="234608"/>
                  </a:lnTo>
                  <a:lnTo>
                    <a:pt x="660444" y="231792"/>
                  </a:lnTo>
                  <a:lnTo>
                    <a:pt x="663556" y="227762"/>
                  </a:lnTo>
                  <a:lnTo>
                    <a:pt x="669878" y="221789"/>
                  </a:lnTo>
                  <a:lnTo>
                    <a:pt x="674526" y="223702"/>
                  </a:lnTo>
                  <a:lnTo>
                    <a:pt x="675577" y="227707"/>
                  </a:lnTo>
                  <a:lnTo>
                    <a:pt x="678192" y="229654"/>
                  </a:lnTo>
                  <a:lnTo>
                    <a:pt x="678415" y="229820"/>
                  </a:lnTo>
                  <a:lnTo>
                    <a:pt x="683637" y="227922"/>
                  </a:lnTo>
                  <a:lnTo>
                    <a:pt x="683818" y="228189"/>
                  </a:lnTo>
                  <a:lnTo>
                    <a:pt x="686318" y="231884"/>
                  </a:lnTo>
                  <a:lnTo>
                    <a:pt x="686963" y="236001"/>
                  </a:lnTo>
                  <a:lnTo>
                    <a:pt x="692210" y="236220"/>
                  </a:lnTo>
                  <a:lnTo>
                    <a:pt x="696116" y="232092"/>
                  </a:lnTo>
                  <a:lnTo>
                    <a:pt x="701319" y="228836"/>
                  </a:lnTo>
                  <a:lnTo>
                    <a:pt x="704223" y="227519"/>
                  </a:lnTo>
                  <a:lnTo>
                    <a:pt x="707298" y="233292"/>
                  </a:lnTo>
                  <a:lnTo>
                    <a:pt x="704528" y="236673"/>
                  </a:lnTo>
                  <a:lnTo>
                    <a:pt x="708893" y="244236"/>
                  </a:lnTo>
                  <a:lnTo>
                    <a:pt x="713149" y="242938"/>
                  </a:lnTo>
                  <a:lnTo>
                    <a:pt x="713281" y="239514"/>
                  </a:lnTo>
                  <a:lnTo>
                    <a:pt x="713858" y="236102"/>
                  </a:lnTo>
                  <a:lnTo>
                    <a:pt x="715413" y="232277"/>
                  </a:lnTo>
                  <a:lnTo>
                    <a:pt x="720488" y="229399"/>
                  </a:lnTo>
                  <a:lnTo>
                    <a:pt x="720166" y="226607"/>
                  </a:lnTo>
                  <a:lnTo>
                    <a:pt x="722766" y="224223"/>
                  </a:lnTo>
                  <a:lnTo>
                    <a:pt x="723329" y="224165"/>
                  </a:lnTo>
                  <a:lnTo>
                    <a:pt x="724081" y="224088"/>
                  </a:lnTo>
                  <a:lnTo>
                    <a:pt x="726211" y="223868"/>
                  </a:lnTo>
                  <a:lnTo>
                    <a:pt x="726929" y="227726"/>
                  </a:lnTo>
                  <a:lnTo>
                    <a:pt x="730511" y="232486"/>
                  </a:lnTo>
                  <a:lnTo>
                    <a:pt x="734583" y="230432"/>
                  </a:lnTo>
                  <a:lnTo>
                    <a:pt x="735949" y="232741"/>
                  </a:lnTo>
                  <a:lnTo>
                    <a:pt x="740706" y="233467"/>
                  </a:lnTo>
                  <a:lnTo>
                    <a:pt x="742795" y="229436"/>
                  </a:lnTo>
                  <a:lnTo>
                    <a:pt x="744302" y="225865"/>
                  </a:lnTo>
                  <a:lnTo>
                    <a:pt x="749193" y="228624"/>
                  </a:lnTo>
                  <a:lnTo>
                    <a:pt x="749535" y="228817"/>
                  </a:lnTo>
                  <a:lnTo>
                    <a:pt x="749485" y="233185"/>
                  </a:lnTo>
                  <a:lnTo>
                    <a:pt x="750991" y="234161"/>
                  </a:lnTo>
                  <a:lnTo>
                    <a:pt x="754599" y="234101"/>
                  </a:lnTo>
                  <a:lnTo>
                    <a:pt x="756328" y="237949"/>
                  </a:lnTo>
                  <a:lnTo>
                    <a:pt x="761145" y="237171"/>
                  </a:lnTo>
                  <a:lnTo>
                    <a:pt x="763678" y="240028"/>
                  </a:lnTo>
                  <a:lnTo>
                    <a:pt x="765534" y="242649"/>
                  </a:lnTo>
                  <a:lnTo>
                    <a:pt x="766820" y="244464"/>
                  </a:lnTo>
                  <a:lnTo>
                    <a:pt x="770783" y="240714"/>
                  </a:lnTo>
                  <a:lnTo>
                    <a:pt x="772878" y="237575"/>
                  </a:lnTo>
                  <a:lnTo>
                    <a:pt x="776499" y="239321"/>
                  </a:lnTo>
                  <a:lnTo>
                    <a:pt x="780430" y="234534"/>
                  </a:lnTo>
                  <a:lnTo>
                    <a:pt x="781890" y="231713"/>
                  </a:lnTo>
                  <a:lnTo>
                    <a:pt x="788295" y="230579"/>
                  </a:lnTo>
                  <a:lnTo>
                    <a:pt x="797610" y="227194"/>
                  </a:lnTo>
                  <a:lnTo>
                    <a:pt x="801163" y="228010"/>
                  </a:lnTo>
                  <a:lnTo>
                    <a:pt x="804303" y="228159"/>
                  </a:lnTo>
                  <a:lnTo>
                    <a:pt x="806092" y="228243"/>
                  </a:lnTo>
                  <a:lnTo>
                    <a:pt x="808310" y="226907"/>
                  </a:lnTo>
                  <a:lnTo>
                    <a:pt x="812042" y="224655"/>
                  </a:lnTo>
                  <a:lnTo>
                    <a:pt x="816956" y="223539"/>
                  </a:lnTo>
                  <a:lnTo>
                    <a:pt x="821733" y="221419"/>
                  </a:lnTo>
                  <a:lnTo>
                    <a:pt x="825160" y="221256"/>
                  </a:lnTo>
                  <a:lnTo>
                    <a:pt x="827648" y="224773"/>
                  </a:lnTo>
                  <a:lnTo>
                    <a:pt x="833435" y="225927"/>
                  </a:lnTo>
                  <a:lnTo>
                    <a:pt x="840411" y="225643"/>
                  </a:lnTo>
                  <a:lnTo>
                    <a:pt x="843457" y="224944"/>
                  </a:lnTo>
                  <a:lnTo>
                    <a:pt x="845421" y="224493"/>
                  </a:lnTo>
                  <a:lnTo>
                    <a:pt x="847380" y="219819"/>
                  </a:lnTo>
                  <a:lnTo>
                    <a:pt x="849233" y="216883"/>
                  </a:lnTo>
                  <a:lnTo>
                    <a:pt x="854502" y="218646"/>
                  </a:lnTo>
                  <a:lnTo>
                    <a:pt x="854984" y="218808"/>
                  </a:lnTo>
                  <a:lnTo>
                    <a:pt x="859117" y="221340"/>
                  </a:lnTo>
                  <a:lnTo>
                    <a:pt x="862861" y="224835"/>
                  </a:lnTo>
                  <a:lnTo>
                    <a:pt x="867669" y="225456"/>
                  </a:lnTo>
                  <a:lnTo>
                    <a:pt x="870952" y="228932"/>
                  </a:lnTo>
                  <a:lnTo>
                    <a:pt x="873848" y="231765"/>
                  </a:lnTo>
                  <a:lnTo>
                    <a:pt x="878475" y="234725"/>
                  </a:lnTo>
                  <a:lnTo>
                    <a:pt x="883977" y="233633"/>
                  </a:lnTo>
                  <a:lnTo>
                    <a:pt x="886621" y="235860"/>
                  </a:lnTo>
                  <a:lnTo>
                    <a:pt x="887941" y="236971"/>
                  </a:lnTo>
                  <a:lnTo>
                    <a:pt x="894300" y="239548"/>
                  </a:lnTo>
                  <a:lnTo>
                    <a:pt x="898558" y="239586"/>
                  </a:lnTo>
                  <a:lnTo>
                    <a:pt x="902029" y="243586"/>
                  </a:lnTo>
                  <a:lnTo>
                    <a:pt x="905113" y="241979"/>
                  </a:lnTo>
                  <a:lnTo>
                    <a:pt x="910336" y="246968"/>
                  </a:lnTo>
                  <a:lnTo>
                    <a:pt x="912677" y="247843"/>
                  </a:lnTo>
                  <a:lnTo>
                    <a:pt x="915217" y="248471"/>
                  </a:lnTo>
                  <a:lnTo>
                    <a:pt x="916320" y="247464"/>
                  </a:lnTo>
                  <a:lnTo>
                    <a:pt x="918885" y="247521"/>
                  </a:lnTo>
                  <a:lnTo>
                    <a:pt x="923593" y="246128"/>
                  </a:lnTo>
                  <a:lnTo>
                    <a:pt x="925483" y="246536"/>
                  </a:lnTo>
                  <a:lnTo>
                    <a:pt x="927590" y="244495"/>
                  </a:lnTo>
                  <a:lnTo>
                    <a:pt x="930636" y="245559"/>
                  </a:lnTo>
                  <a:lnTo>
                    <a:pt x="935840" y="245681"/>
                  </a:lnTo>
                  <a:lnTo>
                    <a:pt x="938104" y="247353"/>
                  </a:lnTo>
                  <a:lnTo>
                    <a:pt x="938768" y="257469"/>
                  </a:lnTo>
                  <a:lnTo>
                    <a:pt x="939337" y="266687"/>
                  </a:lnTo>
                  <a:lnTo>
                    <a:pt x="939669" y="271872"/>
                  </a:lnTo>
                  <a:lnTo>
                    <a:pt x="940289" y="281580"/>
                  </a:lnTo>
                  <a:lnTo>
                    <a:pt x="941037" y="293925"/>
                  </a:lnTo>
                  <a:lnTo>
                    <a:pt x="941782" y="306010"/>
                  </a:lnTo>
                  <a:lnTo>
                    <a:pt x="942233" y="313324"/>
                  </a:lnTo>
                  <a:lnTo>
                    <a:pt x="942795" y="322461"/>
                  </a:lnTo>
                  <a:lnTo>
                    <a:pt x="943486" y="333724"/>
                  </a:lnTo>
                  <a:lnTo>
                    <a:pt x="944432" y="348762"/>
                  </a:lnTo>
                  <a:lnTo>
                    <a:pt x="944590" y="351273"/>
                  </a:lnTo>
                  <a:lnTo>
                    <a:pt x="945490" y="365918"/>
                  </a:lnTo>
                  <a:lnTo>
                    <a:pt x="945802" y="370998"/>
                  </a:lnTo>
                  <a:lnTo>
                    <a:pt x="946642" y="383718"/>
                  </a:lnTo>
                  <a:lnTo>
                    <a:pt x="947640" y="384765"/>
                  </a:lnTo>
                  <a:lnTo>
                    <a:pt x="951823" y="389148"/>
                  </a:lnTo>
                  <a:lnTo>
                    <a:pt x="957098" y="391696"/>
                  </a:lnTo>
                  <a:lnTo>
                    <a:pt x="959715" y="395800"/>
                  </a:lnTo>
                  <a:lnTo>
                    <a:pt x="961795" y="399058"/>
                  </a:lnTo>
                  <a:lnTo>
                    <a:pt x="966127" y="407944"/>
                  </a:lnTo>
                  <a:lnTo>
                    <a:pt x="965548" y="414847"/>
                  </a:lnTo>
                  <a:lnTo>
                    <a:pt x="964385" y="418117"/>
                  </a:lnTo>
                  <a:lnTo>
                    <a:pt x="968267" y="423003"/>
                  </a:lnTo>
                  <a:lnTo>
                    <a:pt x="973051" y="424696"/>
                  </a:lnTo>
                  <a:lnTo>
                    <a:pt x="971472" y="427918"/>
                  </a:lnTo>
                  <a:lnTo>
                    <a:pt x="975609" y="431151"/>
                  </a:lnTo>
                  <a:lnTo>
                    <a:pt x="978130" y="435644"/>
                  </a:lnTo>
                  <a:lnTo>
                    <a:pt x="977994" y="442153"/>
                  </a:lnTo>
                  <a:lnTo>
                    <a:pt x="982875" y="445449"/>
                  </a:lnTo>
                  <a:lnTo>
                    <a:pt x="984179" y="452094"/>
                  </a:lnTo>
                  <a:lnTo>
                    <a:pt x="984317" y="452076"/>
                  </a:lnTo>
                  <a:lnTo>
                    <a:pt x="987944" y="451613"/>
                  </a:lnTo>
                  <a:lnTo>
                    <a:pt x="989256" y="451445"/>
                  </a:lnTo>
                  <a:lnTo>
                    <a:pt x="989187" y="456429"/>
                  </a:lnTo>
                  <a:lnTo>
                    <a:pt x="990313" y="463118"/>
                  </a:lnTo>
                  <a:lnTo>
                    <a:pt x="989929" y="466935"/>
                  </a:lnTo>
                  <a:lnTo>
                    <a:pt x="989381" y="470607"/>
                  </a:lnTo>
                  <a:lnTo>
                    <a:pt x="991057" y="474217"/>
                  </a:lnTo>
                  <a:lnTo>
                    <a:pt x="989530" y="478460"/>
                  </a:lnTo>
                  <a:lnTo>
                    <a:pt x="989268" y="479185"/>
                  </a:lnTo>
                  <a:lnTo>
                    <a:pt x="988832" y="485047"/>
                  </a:lnTo>
                  <a:lnTo>
                    <a:pt x="985515" y="490950"/>
                  </a:lnTo>
                  <a:lnTo>
                    <a:pt x="984913" y="496129"/>
                  </a:lnTo>
                  <a:lnTo>
                    <a:pt x="981013" y="501216"/>
                  </a:lnTo>
                  <a:lnTo>
                    <a:pt x="981253" y="504058"/>
                  </a:lnTo>
                  <a:lnTo>
                    <a:pt x="978096" y="508474"/>
                  </a:lnTo>
                  <a:lnTo>
                    <a:pt x="979761" y="511723"/>
                  </a:lnTo>
                  <a:lnTo>
                    <a:pt x="980749" y="518354"/>
                  </a:lnTo>
                  <a:lnTo>
                    <a:pt x="978188" y="520942"/>
                  </a:lnTo>
                  <a:lnTo>
                    <a:pt x="977671" y="521464"/>
                  </a:lnTo>
                  <a:lnTo>
                    <a:pt x="976890" y="527402"/>
                  </a:lnTo>
                  <a:lnTo>
                    <a:pt x="981248" y="531855"/>
                  </a:lnTo>
                  <a:lnTo>
                    <a:pt x="981124" y="534628"/>
                  </a:lnTo>
                  <a:lnTo>
                    <a:pt x="981050" y="536273"/>
                  </a:lnTo>
                  <a:lnTo>
                    <a:pt x="982065" y="540698"/>
                  </a:lnTo>
                  <a:lnTo>
                    <a:pt x="982500" y="546030"/>
                  </a:lnTo>
                  <a:lnTo>
                    <a:pt x="982703" y="551136"/>
                  </a:lnTo>
                  <a:lnTo>
                    <a:pt x="982542" y="551321"/>
                  </a:lnTo>
                  <a:lnTo>
                    <a:pt x="980034" y="554197"/>
                  </a:lnTo>
                  <a:lnTo>
                    <a:pt x="975274" y="560411"/>
                  </a:lnTo>
                  <a:lnTo>
                    <a:pt x="973863" y="565785"/>
                  </a:lnTo>
                  <a:lnTo>
                    <a:pt x="972297" y="567847"/>
                  </a:lnTo>
                  <a:lnTo>
                    <a:pt x="970858" y="569739"/>
                  </a:lnTo>
                  <a:lnTo>
                    <a:pt x="966751" y="574294"/>
                  </a:lnTo>
                  <a:lnTo>
                    <a:pt x="969919" y="577686"/>
                  </a:lnTo>
                  <a:lnTo>
                    <a:pt x="972242" y="580816"/>
                  </a:lnTo>
                  <a:lnTo>
                    <a:pt x="974360" y="583594"/>
                  </a:lnTo>
                  <a:lnTo>
                    <a:pt x="972626" y="584734"/>
                  </a:lnTo>
                  <a:lnTo>
                    <a:pt x="964867" y="584999"/>
                  </a:lnTo>
                  <a:lnTo>
                    <a:pt x="957636" y="586467"/>
                  </a:lnTo>
                  <a:lnTo>
                    <a:pt x="949720" y="590032"/>
                  </a:lnTo>
                  <a:lnTo>
                    <a:pt x="935243" y="597510"/>
                  </a:lnTo>
                  <a:lnTo>
                    <a:pt x="933987" y="598157"/>
                  </a:lnTo>
                  <a:lnTo>
                    <a:pt x="924197" y="603185"/>
                  </a:lnTo>
                  <a:lnTo>
                    <a:pt x="917111" y="606908"/>
                  </a:lnTo>
                  <a:lnTo>
                    <a:pt x="911448" y="610507"/>
                  </a:lnTo>
                  <a:lnTo>
                    <a:pt x="907039" y="616168"/>
                  </a:lnTo>
                  <a:lnTo>
                    <a:pt x="907867" y="619414"/>
                  </a:lnTo>
                  <a:lnTo>
                    <a:pt x="901821" y="624345"/>
                  </a:lnTo>
                  <a:lnTo>
                    <a:pt x="885153" y="636790"/>
                  </a:lnTo>
                  <a:lnTo>
                    <a:pt x="878567" y="643502"/>
                  </a:lnTo>
                  <a:lnTo>
                    <a:pt x="877819" y="644264"/>
                  </a:lnTo>
                  <a:lnTo>
                    <a:pt x="872858" y="648406"/>
                  </a:lnTo>
                  <a:lnTo>
                    <a:pt x="865002" y="656615"/>
                  </a:lnTo>
                  <a:lnTo>
                    <a:pt x="858642" y="662873"/>
                  </a:lnTo>
                  <a:lnTo>
                    <a:pt x="854221" y="663746"/>
                  </a:lnTo>
                  <a:lnTo>
                    <a:pt x="849105" y="667007"/>
                  </a:lnTo>
                  <a:lnTo>
                    <a:pt x="842896" y="670955"/>
                  </a:lnTo>
                  <a:lnTo>
                    <a:pt x="835656" y="675609"/>
                  </a:lnTo>
                  <a:lnTo>
                    <a:pt x="825895" y="682119"/>
                  </a:lnTo>
                  <a:lnTo>
                    <a:pt x="811479" y="689493"/>
                  </a:lnTo>
                  <a:lnTo>
                    <a:pt x="796634" y="697666"/>
                  </a:lnTo>
                  <a:lnTo>
                    <a:pt x="786374" y="704962"/>
                  </a:lnTo>
                  <a:lnTo>
                    <a:pt x="782589" y="708069"/>
                  </a:lnTo>
                  <a:lnTo>
                    <a:pt x="781687" y="708809"/>
                  </a:lnTo>
                  <a:lnTo>
                    <a:pt x="777773" y="714566"/>
                  </a:lnTo>
                  <a:lnTo>
                    <a:pt x="763229" y="723417"/>
                  </a:lnTo>
                  <a:lnTo>
                    <a:pt x="756520" y="728751"/>
                  </a:lnTo>
                  <a:lnTo>
                    <a:pt x="750976" y="733674"/>
                  </a:lnTo>
                  <a:lnTo>
                    <a:pt x="746407" y="738260"/>
                  </a:lnTo>
                  <a:lnTo>
                    <a:pt x="743782" y="740890"/>
                  </a:lnTo>
                  <a:lnTo>
                    <a:pt x="734906" y="751873"/>
                  </a:lnTo>
                  <a:lnTo>
                    <a:pt x="731908" y="758232"/>
                  </a:lnTo>
                  <a:lnTo>
                    <a:pt x="731821" y="758415"/>
                  </a:lnTo>
                  <a:lnTo>
                    <a:pt x="728326" y="762766"/>
                  </a:lnTo>
                  <a:lnTo>
                    <a:pt x="724542" y="768922"/>
                  </a:lnTo>
                  <a:lnTo>
                    <a:pt x="719158" y="779575"/>
                  </a:lnTo>
                  <a:lnTo>
                    <a:pt x="718389" y="781326"/>
                  </a:lnTo>
                  <a:lnTo>
                    <a:pt x="715828" y="787154"/>
                  </a:lnTo>
                  <a:lnTo>
                    <a:pt x="712954" y="794514"/>
                  </a:lnTo>
                  <a:lnTo>
                    <a:pt x="710026" y="804129"/>
                  </a:lnTo>
                  <a:lnTo>
                    <a:pt x="709264" y="807623"/>
                  </a:lnTo>
                  <a:lnTo>
                    <a:pt x="708437" y="811407"/>
                  </a:lnTo>
                  <a:lnTo>
                    <a:pt x="707210" y="826660"/>
                  </a:lnTo>
                  <a:lnTo>
                    <a:pt x="708523" y="841808"/>
                  </a:lnTo>
                  <a:lnTo>
                    <a:pt x="712432" y="857690"/>
                  </a:lnTo>
                  <a:lnTo>
                    <a:pt x="715460" y="866421"/>
                  </a:lnTo>
                  <a:lnTo>
                    <a:pt x="718366" y="874786"/>
                  </a:lnTo>
                  <a:lnTo>
                    <a:pt x="720689" y="882715"/>
                  </a:lnTo>
                  <a:lnTo>
                    <a:pt x="723352" y="891791"/>
                  </a:lnTo>
                  <a:lnTo>
                    <a:pt x="726911" y="911088"/>
                  </a:lnTo>
                  <a:lnTo>
                    <a:pt x="727611" y="916718"/>
                  </a:lnTo>
                  <a:lnTo>
                    <a:pt x="728227" y="920742"/>
                  </a:lnTo>
                  <a:lnTo>
                    <a:pt x="727391" y="922691"/>
                  </a:lnTo>
                  <a:lnTo>
                    <a:pt x="723325" y="921788"/>
                  </a:lnTo>
                  <a:lnTo>
                    <a:pt x="717744" y="924176"/>
                  </a:lnTo>
                  <a:lnTo>
                    <a:pt x="712859" y="925395"/>
                  </a:lnTo>
                  <a:lnTo>
                    <a:pt x="710684" y="927257"/>
                  </a:lnTo>
                  <a:lnTo>
                    <a:pt x="711228" y="930159"/>
                  </a:lnTo>
                  <a:lnTo>
                    <a:pt x="710262" y="932687"/>
                  </a:lnTo>
                  <a:lnTo>
                    <a:pt x="706261" y="932782"/>
                  </a:lnTo>
                  <a:lnTo>
                    <a:pt x="703603" y="929473"/>
                  </a:lnTo>
                  <a:lnTo>
                    <a:pt x="700217" y="929507"/>
                  </a:lnTo>
                  <a:lnTo>
                    <a:pt x="696436" y="926139"/>
                  </a:lnTo>
                  <a:lnTo>
                    <a:pt x="693221" y="924678"/>
                  </a:lnTo>
                  <a:lnTo>
                    <a:pt x="688158" y="918839"/>
                  </a:lnTo>
                  <a:lnTo>
                    <a:pt x="683870" y="917488"/>
                  </a:lnTo>
                  <a:lnTo>
                    <a:pt x="678899" y="916862"/>
                  </a:lnTo>
                  <a:lnTo>
                    <a:pt x="675934" y="914929"/>
                  </a:lnTo>
                  <a:lnTo>
                    <a:pt x="670559" y="914842"/>
                  </a:lnTo>
                  <a:lnTo>
                    <a:pt x="669842" y="914830"/>
                  </a:lnTo>
                  <a:lnTo>
                    <a:pt x="663973" y="914835"/>
                  </a:lnTo>
                  <a:lnTo>
                    <a:pt x="658623" y="914589"/>
                  </a:lnTo>
                  <a:lnTo>
                    <a:pt x="656391" y="916602"/>
                  </a:lnTo>
                  <a:lnTo>
                    <a:pt x="653090" y="915447"/>
                  </a:lnTo>
                  <a:lnTo>
                    <a:pt x="652209" y="915138"/>
                  </a:lnTo>
                  <a:lnTo>
                    <a:pt x="647528" y="915529"/>
                  </a:lnTo>
                  <a:lnTo>
                    <a:pt x="643711" y="915579"/>
                  </a:lnTo>
                  <a:lnTo>
                    <a:pt x="639535" y="914190"/>
                  </a:lnTo>
                  <a:lnTo>
                    <a:pt x="635140" y="911064"/>
                  </a:lnTo>
                  <a:lnTo>
                    <a:pt x="628367" y="907034"/>
                  </a:lnTo>
                  <a:lnTo>
                    <a:pt x="623841" y="903527"/>
                  </a:lnTo>
                  <a:lnTo>
                    <a:pt x="618940" y="902252"/>
                  </a:lnTo>
                  <a:lnTo>
                    <a:pt x="613094" y="900573"/>
                  </a:lnTo>
                  <a:lnTo>
                    <a:pt x="611726" y="899930"/>
                  </a:lnTo>
                  <a:lnTo>
                    <a:pt x="610091" y="899160"/>
                  </a:lnTo>
                  <a:lnTo>
                    <a:pt x="606845" y="900607"/>
                  </a:lnTo>
                  <a:lnTo>
                    <a:pt x="603240" y="898083"/>
                  </a:lnTo>
                  <a:lnTo>
                    <a:pt x="596692" y="892880"/>
                  </a:lnTo>
                  <a:lnTo>
                    <a:pt x="594455" y="889183"/>
                  </a:lnTo>
                  <a:lnTo>
                    <a:pt x="587779" y="890300"/>
                  </a:lnTo>
                  <a:lnTo>
                    <a:pt x="582361" y="887194"/>
                  </a:lnTo>
                  <a:lnTo>
                    <a:pt x="576432" y="885695"/>
                  </a:lnTo>
                  <a:lnTo>
                    <a:pt x="572471" y="887091"/>
                  </a:lnTo>
                  <a:lnTo>
                    <a:pt x="570143" y="884527"/>
                  </a:lnTo>
                  <a:lnTo>
                    <a:pt x="571642" y="880103"/>
                  </a:lnTo>
                  <a:lnTo>
                    <a:pt x="570555" y="878083"/>
                  </a:lnTo>
                  <a:lnTo>
                    <a:pt x="565221" y="873830"/>
                  </a:lnTo>
                  <a:lnTo>
                    <a:pt x="564776" y="872111"/>
                  </a:lnTo>
                  <a:lnTo>
                    <a:pt x="562828" y="864582"/>
                  </a:lnTo>
                  <a:lnTo>
                    <a:pt x="562115" y="858647"/>
                  </a:lnTo>
                  <a:lnTo>
                    <a:pt x="559404" y="853147"/>
                  </a:lnTo>
                  <a:lnTo>
                    <a:pt x="557287" y="848385"/>
                  </a:lnTo>
                  <a:lnTo>
                    <a:pt x="552469" y="845244"/>
                  </a:lnTo>
                  <a:lnTo>
                    <a:pt x="549878" y="840986"/>
                  </a:lnTo>
                  <a:lnTo>
                    <a:pt x="547766" y="836348"/>
                  </a:lnTo>
                  <a:lnTo>
                    <a:pt x="543009" y="832584"/>
                  </a:lnTo>
                  <a:lnTo>
                    <a:pt x="543357" y="825549"/>
                  </a:lnTo>
                  <a:lnTo>
                    <a:pt x="544296" y="820991"/>
                  </a:lnTo>
                  <a:lnTo>
                    <a:pt x="543057" y="815412"/>
                  </a:lnTo>
                  <a:lnTo>
                    <a:pt x="541804" y="812034"/>
                  </a:lnTo>
                  <a:lnTo>
                    <a:pt x="541605" y="811496"/>
                  </a:lnTo>
                  <a:lnTo>
                    <a:pt x="539642" y="809201"/>
                  </a:lnTo>
                  <a:lnTo>
                    <a:pt x="536333" y="808252"/>
                  </a:lnTo>
                  <a:lnTo>
                    <a:pt x="539625" y="798976"/>
                  </a:lnTo>
                  <a:lnTo>
                    <a:pt x="539009" y="795574"/>
                  </a:lnTo>
                  <a:lnTo>
                    <a:pt x="538798" y="791311"/>
                  </a:lnTo>
                  <a:lnTo>
                    <a:pt x="536364" y="791463"/>
                  </a:lnTo>
                  <a:lnTo>
                    <a:pt x="536188" y="784384"/>
                  </a:lnTo>
                  <a:lnTo>
                    <a:pt x="534069" y="781423"/>
                  </a:lnTo>
                  <a:lnTo>
                    <a:pt x="528717" y="779691"/>
                  </a:lnTo>
                  <a:lnTo>
                    <a:pt x="522390" y="777936"/>
                  </a:lnTo>
                  <a:lnTo>
                    <a:pt x="518121" y="772539"/>
                  </a:lnTo>
                  <a:lnTo>
                    <a:pt x="514716" y="770396"/>
                  </a:lnTo>
                  <a:lnTo>
                    <a:pt x="511313" y="767177"/>
                  </a:lnTo>
                  <a:lnTo>
                    <a:pt x="508699" y="763212"/>
                  </a:lnTo>
                  <a:lnTo>
                    <a:pt x="506604" y="758780"/>
                  </a:lnTo>
                  <a:lnTo>
                    <a:pt x="505571" y="755063"/>
                  </a:lnTo>
                  <a:lnTo>
                    <a:pt x="504412" y="750731"/>
                  </a:lnTo>
                  <a:lnTo>
                    <a:pt x="500261" y="748727"/>
                  </a:lnTo>
                  <a:lnTo>
                    <a:pt x="496818" y="741549"/>
                  </a:lnTo>
                  <a:lnTo>
                    <a:pt x="493147" y="737036"/>
                  </a:lnTo>
                  <a:lnTo>
                    <a:pt x="485385" y="732270"/>
                  </a:lnTo>
                  <a:lnTo>
                    <a:pt x="483575" y="730736"/>
                  </a:lnTo>
                  <a:lnTo>
                    <a:pt x="478086" y="726079"/>
                  </a:lnTo>
                  <a:lnTo>
                    <a:pt x="476534" y="721645"/>
                  </a:lnTo>
                  <a:lnTo>
                    <a:pt x="473976" y="716317"/>
                  </a:lnTo>
                  <a:lnTo>
                    <a:pt x="472689" y="710643"/>
                  </a:lnTo>
                  <a:lnTo>
                    <a:pt x="470260" y="706271"/>
                  </a:lnTo>
                  <a:lnTo>
                    <a:pt x="468663" y="702903"/>
                  </a:lnTo>
                  <a:lnTo>
                    <a:pt x="468025" y="697678"/>
                  </a:lnTo>
                  <a:lnTo>
                    <a:pt x="464025" y="694072"/>
                  </a:lnTo>
                  <a:lnTo>
                    <a:pt x="460005" y="690110"/>
                  </a:lnTo>
                  <a:lnTo>
                    <a:pt x="459532" y="685330"/>
                  </a:lnTo>
                  <a:lnTo>
                    <a:pt x="457500" y="681260"/>
                  </a:lnTo>
                  <a:lnTo>
                    <a:pt x="457300" y="677542"/>
                  </a:lnTo>
                  <a:lnTo>
                    <a:pt x="454117" y="674881"/>
                  </a:lnTo>
                  <a:lnTo>
                    <a:pt x="450228" y="668961"/>
                  </a:lnTo>
                  <a:lnTo>
                    <a:pt x="448716" y="664297"/>
                  </a:lnTo>
                  <a:lnTo>
                    <a:pt x="447729" y="657797"/>
                  </a:lnTo>
                  <a:lnTo>
                    <a:pt x="446903" y="653253"/>
                  </a:lnTo>
                  <a:lnTo>
                    <a:pt x="446645" y="651832"/>
                  </a:lnTo>
                  <a:lnTo>
                    <a:pt x="442559" y="649238"/>
                  </a:lnTo>
                  <a:lnTo>
                    <a:pt x="439074" y="645773"/>
                  </a:lnTo>
                  <a:lnTo>
                    <a:pt x="437326" y="640588"/>
                  </a:lnTo>
                  <a:lnTo>
                    <a:pt x="436849" y="640139"/>
                  </a:lnTo>
                  <a:lnTo>
                    <a:pt x="433246" y="636737"/>
                  </a:lnTo>
                  <a:lnTo>
                    <a:pt x="430312" y="633529"/>
                  </a:lnTo>
                  <a:lnTo>
                    <a:pt x="421927" y="628590"/>
                  </a:lnTo>
                  <a:lnTo>
                    <a:pt x="417012" y="620217"/>
                  </a:lnTo>
                  <a:lnTo>
                    <a:pt x="411039" y="618842"/>
                  </a:lnTo>
                  <a:lnTo>
                    <a:pt x="406814" y="614705"/>
                  </a:lnTo>
                  <a:lnTo>
                    <a:pt x="402005" y="614633"/>
                  </a:lnTo>
                  <a:lnTo>
                    <a:pt x="398153" y="609549"/>
                  </a:lnTo>
                  <a:lnTo>
                    <a:pt x="398084" y="604065"/>
                  </a:lnTo>
                  <a:lnTo>
                    <a:pt x="393487" y="601958"/>
                  </a:lnTo>
                  <a:lnTo>
                    <a:pt x="390994" y="595453"/>
                  </a:lnTo>
                  <a:lnTo>
                    <a:pt x="386942" y="593501"/>
                  </a:lnTo>
                  <a:lnTo>
                    <a:pt x="383113" y="593007"/>
                  </a:lnTo>
                  <a:lnTo>
                    <a:pt x="378653" y="590301"/>
                  </a:lnTo>
                  <a:lnTo>
                    <a:pt x="371440" y="592744"/>
                  </a:lnTo>
                  <a:lnTo>
                    <a:pt x="366843" y="592437"/>
                  </a:lnTo>
                  <a:lnTo>
                    <a:pt x="363205" y="591386"/>
                  </a:lnTo>
                  <a:lnTo>
                    <a:pt x="359534" y="590323"/>
                  </a:lnTo>
                  <a:lnTo>
                    <a:pt x="354455" y="589878"/>
                  </a:lnTo>
                  <a:lnTo>
                    <a:pt x="347479" y="588560"/>
                  </a:lnTo>
                  <a:lnTo>
                    <a:pt x="343173" y="588885"/>
                  </a:lnTo>
                  <a:lnTo>
                    <a:pt x="339158" y="590150"/>
                  </a:lnTo>
                  <a:lnTo>
                    <a:pt x="335927" y="589595"/>
                  </a:lnTo>
                  <a:lnTo>
                    <a:pt x="332432" y="587141"/>
                  </a:lnTo>
                  <a:lnTo>
                    <a:pt x="327401" y="584914"/>
                  </a:lnTo>
                  <a:lnTo>
                    <a:pt x="321780" y="581784"/>
                  </a:lnTo>
                  <a:lnTo>
                    <a:pt x="320436" y="582228"/>
                  </a:lnTo>
                  <a:lnTo>
                    <a:pt x="318015" y="583025"/>
                  </a:lnTo>
                  <a:lnTo>
                    <a:pt x="316415" y="586644"/>
                  </a:lnTo>
                  <a:lnTo>
                    <a:pt x="314500" y="591381"/>
                  </a:lnTo>
                  <a:lnTo>
                    <a:pt x="308667" y="589973"/>
                  </a:lnTo>
                  <a:lnTo>
                    <a:pt x="305296" y="589834"/>
                  </a:lnTo>
                  <a:lnTo>
                    <a:pt x="302275" y="592187"/>
                  </a:lnTo>
                  <a:lnTo>
                    <a:pt x="297500" y="592410"/>
                  </a:lnTo>
                  <a:lnTo>
                    <a:pt x="292517" y="593125"/>
                  </a:lnTo>
                  <a:lnTo>
                    <a:pt x="291119" y="598476"/>
                  </a:lnTo>
                  <a:lnTo>
                    <a:pt x="287521" y="603131"/>
                  </a:lnTo>
                  <a:lnTo>
                    <a:pt x="284346" y="608746"/>
                  </a:lnTo>
                  <a:lnTo>
                    <a:pt x="281855" y="611651"/>
                  </a:lnTo>
                  <a:lnTo>
                    <a:pt x="279944" y="618406"/>
                  </a:lnTo>
                  <a:lnTo>
                    <a:pt x="280332" y="622324"/>
                  </a:lnTo>
                  <a:lnTo>
                    <a:pt x="276554" y="626345"/>
                  </a:lnTo>
                  <a:lnTo>
                    <a:pt x="274910" y="631965"/>
                  </a:lnTo>
                  <a:lnTo>
                    <a:pt x="276323" y="635984"/>
                  </a:lnTo>
                  <a:lnTo>
                    <a:pt x="272594" y="640307"/>
                  </a:lnTo>
                  <a:lnTo>
                    <a:pt x="266477" y="642673"/>
                  </a:lnTo>
                  <a:lnTo>
                    <a:pt x="263223" y="647641"/>
                  </a:lnTo>
                  <a:lnTo>
                    <a:pt x="260019" y="649039"/>
                  </a:lnTo>
                  <a:lnTo>
                    <a:pt x="257999" y="654105"/>
                  </a:lnTo>
                  <a:lnTo>
                    <a:pt x="255830" y="657935"/>
                  </a:lnTo>
                  <a:lnTo>
                    <a:pt x="247999" y="656828"/>
                  </a:lnTo>
                  <a:lnTo>
                    <a:pt x="243823" y="657492"/>
                  </a:lnTo>
                  <a:lnTo>
                    <a:pt x="237645" y="654045"/>
                  </a:lnTo>
                  <a:lnTo>
                    <a:pt x="229921" y="649559"/>
                  </a:lnTo>
                  <a:lnTo>
                    <a:pt x="225314" y="644643"/>
                  </a:lnTo>
                  <a:lnTo>
                    <a:pt x="220145" y="641876"/>
                  </a:lnTo>
                  <a:lnTo>
                    <a:pt x="214945" y="639854"/>
                  </a:lnTo>
                  <a:lnTo>
                    <a:pt x="210004" y="637850"/>
                  </a:lnTo>
                  <a:lnTo>
                    <a:pt x="205231" y="631875"/>
                  </a:lnTo>
                  <a:lnTo>
                    <a:pt x="204862" y="631708"/>
                  </a:lnTo>
                  <a:lnTo>
                    <a:pt x="200053" y="629520"/>
                  </a:lnTo>
                  <a:lnTo>
                    <a:pt x="190934" y="627872"/>
                  </a:lnTo>
                  <a:lnTo>
                    <a:pt x="184831" y="624541"/>
                  </a:lnTo>
                  <a:lnTo>
                    <a:pt x="178196" y="619651"/>
                  </a:lnTo>
                  <a:lnTo>
                    <a:pt x="175442" y="615762"/>
                  </a:lnTo>
                  <a:lnTo>
                    <a:pt x="171943" y="610804"/>
                  </a:lnTo>
                  <a:lnTo>
                    <a:pt x="165942" y="606725"/>
                  </a:lnTo>
                  <a:lnTo>
                    <a:pt x="161195" y="604851"/>
                  </a:lnTo>
                  <a:lnTo>
                    <a:pt x="155162" y="599246"/>
                  </a:lnTo>
                  <a:lnTo>
                    <a:pt x="148696" y="592579"/>
                  </a:lnTo>
                  <a:lnTo>
                    <a:pt x="147068" y="584238"/>
                  </a:lnTo>
                  <a:lnTo>
                    <a:pt x="143253" y="577565"/>
                  </a:lnTo>
                  <a:lnTo>
                    <a:pt x="139422" y="571528"/>
                  </a:lnTo>
                  <a:lnTo>
                    <a:pt x="138729" y="564594"/>
                  </a:lnTo>
                  <a:lnTo>
                    <a:pt x="137446" y="561526"/>
                  </a:lnTo>
                  <a:lnTo>
                    <a:pt x="138697" y="554323"/>
                  </a:lnTo>
                  <a:lnTo>
                    <a:pt x="138302" y="545162"/>
                  </a:lnTo>
                  <a:lnTo>
                    <a:pt x="135613" y="540839"/>
                  </a:lnTo>
                  <a:lnTo>
                    <a:pt x="134163" y="537110"/>
                  </a:lnTo>
                  <a:lnTo>
                    <a:pt x="129656" y="530793"/>
                  </a:lnTo>
                  <a:lnTo>
                    <a:pt x="127048" y="528900"/>
                  </a:lnTo>
                  <a:lnTo>
                    <a:pt x="126545" y="522898"/>
                  </a:lnTo>
                  <a:lnTo>
                    <a:pt x="125381" y="516134"/>
                  </a:lnTo>
                  <a:lnTo>
                    <a:pt x="122977" y="509896"/>
                  </a:lnTo>
                  <a:lnTo>
                    <a:pt x="119395" y="509215"/>
                  </a:lnTo>
                  <a:lnTo>
                    <a:pt x="118814" y="507557"/>
                  </a:lnTo>
                  <a:lnTo>
                    <a:pt x="117443" y="503644"/>
                  </a:lnTo>
                  <a:lnTo>
                    <a:pt x="112849" y="502174"/>
                  </a:lnTo>
                  <a:lnTo>
                    <a:pt x="110255" y="499165"/>
                  </a:lnTo>
                  <a:lnTo>
                    <a:pt x="105716" y="495554"/>
                  </a:lnTo>
                  <a:lnTo>
                    <a:pt x="101466" y="491399"/>
                  </a:lnTo>
                  <a:lnTo>
                    <a:pt x="94219" y="489607"/>
                  </a:lnTo>
                  <a:lnTo>
                    <a:pt x="88352" y="486087"/>
                  </a:lnTo>
                  <a:lnTo>
                    <a:pt x="88115" y="482921"/>
                  </a:lnTo>
                  <a:lnTo>
                    <a:pt x="81658" y="477751"/>
                  </a:lnTo>
                  <a:lnTo>
                    <a:pt x="76617" y="473312"/>
                  </a:lnTo>
                  <a:lnTo>
                    <a:pt x="75161" y="469259"/>
                  </a:lnTo>
                  <a:lnTo>
                    <a:pt x="71848" y="463507"/>
                  </a:lnTo>
                  <a:lnTo>
                    <a:pt x="65813" y="459793"/>
                  </a:lnTo>
                  <a:lnTo>
                    <a:pt x="61138" y="456804"/>
                  </a:lnTo>
                  <a:lnTo>
                    <a:pt x="59719" y="453609"/>
                  </a:lnTo>
                  <a:lnTo>
                    <a:pt x="54493" y="445678"/>
                  </a:lnTo>
                  <a:lnTo>
                    <a:pt x="49427" y="442690"/>
                  </a:lnTo>
                  <a:lnTo>
                    <a:pt x="48499" y="438589"/>
                  </a:lnTo>
                  <a:lnTo>
                    <a:pt x="45413" y="436349"/>
                  </a:lnTo>
                  <a:lnTo>
                    <a:pt x="44796" y="435901"/>
                  </a:lnTo>
                  <a:lnTo>
                    <a:pt x="39142" y="434955"/>
                  </a:lnTo>
                  <a:lnTo>
                    <a:pt x="32254" y="429412"/>
                  </a:lnTo>
                  <a:lnTo>
                    <a:pt x="27959" y="424091"/>
                  </a:lnTo>
                  <a:lnTo>
                    <a:pt x="24913" y="419596"/>
                  </a:lnTo>
                  <a:lnTo>
                    <a:pt x="23528" y="414372"/>
                  </a:lnTo>
                  <a:lnTo>
                    <a:pt x="21067" y="409860"/>
                  </a:lnTo>
                  <a:lnTo>
                    <a:pt x="19027" y="406113"/>
                  </a:lnTo>
                  <a:lnTo>
                    <a:pt x="15669" y="402236"/>
                  </a:lnTo>
                  <a:lnTo>
                    <a:pt x="11977" y="401292"/>
                  </a:lnTo>
                  <a:lnTo>
                    <a:pt x="10632" y="402226"/>
                  </a:lnTo>
                  <a:lnTo>
                    <a:pt x="7561" y="398890"/>
                  </a:lnTo>
                  <a:lnTo>
                    <a:pt x="3753" y="395898"/>
                  </a:lnTo>
                  <a:lnTo>
                    <a:pt x="0" y="3905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95796" y="3330587"/>
              <a:ext cx="364024" cy="457718"/>
            </a:xfrm>
            <a:custGeom>
              <a:avLst/>
              <a:pathLst>
                <a:path w="364024" h="457718">
                  <a:moveTo>
                    <a:pt x="7704" y="361868"/>
                  </a:moveTo>
                  <a:lnTo>
                    <a:pt x="9591" y="350232"/>
                  </a:lnTo>
                  <a:lnTo>
                    <a:pt x="11492" y="339093"/>
                  </a:lnTo>
                  <a:lnTo>
                    <a:pt x="14975" y="317040"/>
                  </a:lnTo>
                  <a:lnTo>
                    <a:pt x="16288" y="308693"/>
                  </a:lnTo>
                  <a:lnTo>
                    <a:pt x="18322" y="295946"/>
                  </a:lnTo>
                  <a:lnTo>
                    <a:pt x="20539" y="282055"/>
                  </a:lnTo>
                  <a:lnTo>
                    <a:pt x="21964" y="273454"/>
                  </a:lnTo>
                  <a:lnTo>
                    <a:pt x="24717" y="256865"/>
                  </a:lnTo>
                  <a:lnTo>
                    <a:pt x="26332" y="246394"/>
                  </a:lnTo>
                  <a:lnTo>
                    <a:pt x="33049" y="205636"/>
                  </a:lnTo>
                  <a:lnTo>
                    <a:pt x="33615" y="202105"/>
                  </a:lnTo>
                  <a:lnTo>
                    <a:pt x="36948" y="181362"/>
                  </a:lnTo>
                  <a:lnTo>
                    <a:pt x="38485" y="172134"/>
                  </a:lnTo>
                  <a:lnTo>
                    <a:pt x="41123" y="156324"/>
                  </a:lnTo>
                  <a:lnTo>
                    <a:pt x="41381" y="154754"/>
                  </a:lnTo>
                  <a:lnTo>
                    <a:pt x="45197" y="131547"/>
                  </a:lnTo>
                  <a:lnTo>
                    <a:pt x="46555" y="123512"/>
                  </a:lnTo>
                  <a:lnTo>
                    <a:pt x="49815" y="104522"/>
                  </a:lnTo>
                  <a:lnTo>
                    <a:pt x="53629" y="81966"/>
                  </a:lnTo>
                  <a:lnTo>
                    <a:pt x="56514" y="64831"/>
                  </a:lnTo>
                  <a:lnTo>
                    <a:pt x="60485" y="41424"/>
                  </a:lnTo>
                  <a:lnTo>
                    <a:pt x="64115" y="19809"/>
                  </a:lnTo>
                  <a:lnTo>
                    <a:pt x="67320" y="0"/>
                  </a:lnTo>
                  <a:lnTo>
                    <a:pt x="80870" y="2771"/>
                  </a:lnTo>
                  <a:lnTo>
                    <a:pt x="100513" y="5688"/>
                  </a:lnTo>
                  <a:lnTo>
                    <a:pt x="115631" y="7942"/>
                  </a:lnTo>
                  <a:lnTo>
                    <a:pt x="130851" y="10238"/>
                  </a:lnTo>
                  <a:lnTo>
                    <a:pt x="152362" y="13467"/>
                  </a:lnTo>
                  <a:lnTo>
                    <a:pt x="175771" y="17006"/>
                  </a:lnTo>
                  <a:lnTo>
                    <a:pt x="182207" y="18171"/>
                  </a:lnTo>
                  <a:lnTo>
                    <a:pt x="185235" y="18715"/>
                  </a:lnTo>
                  <a:lnTo>
                    <a:pt x="207191" y="21797"/>
                  </a:lnTo>
                  <a:lnTo>
                    <a:pt x="222065" y="23897"/>
                  </a:lnTo>
                  <a:lnTo>
                    <a:pt x="224296" y="24208"/>
                  </a:lnTo>
                  <a:lnTo>
                    <a:pt x="230263" y="24950"/>
                  </a:lnTo>
                  <a:lnTo>
                    <a:pt x="250328" y="27661"/>
                  </a:lnTo>
                  <a:lnTo>
                    <a:pt x="245797" y="62590"/>
                  </a:lnTo>
                  <a:lnTo>
                    <a:pt x="245644" y="63772"/>
                  </a:lnTo>
                  <a:lnTo>
                    <a:pt x="243377" y="80731"/>
                  </a:lnTo>
                  <a:lnTo>
                    <a:pt x="242197" y="89761"/>
                  </a:lnTo>
                  <a:lnTo>
                    <a:pt x="239460" y="110765"/>
                  </a:lnTo>
                  <a:lnTo>
                    <a:pt x="250330" y="112271"/>
                  </a:lnTo>
                  <a:lnTo>
                    <a:pt x="271017" y="115071"/>
                  </a:lnTo>
                  <a:lnTo>
                    <a:pt x="297096" y="118302"/>
                  </a:lnTo>
                  <a:lnTo>
                    <a:pt x="301661" y="118849"/>
                  </a:lnTo>
                  <a:lnTo>
                    <a:pt x="304642" y="119203"/>
                  </a:lnTo>
                  <a:lnTo>
                    <a:pt x="322452" y="121285"/>
                  </a:lnTo>
                  <a:lnTo>
                    <a:pt x="351491" y="124412"/>
                  </a:lnTo>
                  <a:lnTo>
                    <a:pt x="364024" y="125841"/>
                  </a:lnTo>
                  <a:lnTo>
                    <a:pt x="362589" y="140337"/>
                  </a:lnTo>
                  <a:lnTo>
                    <a:pt x="361166" y="153902"/>
                  </a:lnTo>
                  <a:lnTo>
                    <a:pt x="361088" y="154649"/>
                  </a:lnTo>
                  <a:lnTo>
                    <a:pt x="357165" y="190385"/>
                  </a:lnTo>
                  <a:lnTo>
                    <a:pt x="356785" y="193852"/>
                  </a:lnTo>
                  <a:lnTo>
                    <a:pt x="354149" y="219229"/>
                  </a:lnTo>
                  <a:lnTo>
                    <a:pt x="352276" y="237020"/>
                  </a:lnTo>
                  <a:lnTo>
                    <a:pt x="350858" y="250516"/>
                  </a:lnTo>
                  <a:lnTo>
                    <a:pt x="349719" y="261386"/>
                  </a:lnTo>
                  <a:lnTo>
                    <a:pt x="347633" y="281337"/>
                  </a:lnTo>
                  <a:lnTo>
                    <a:pt x="341738" y="333198"/>
                  </a:lnTo>
                  <a:lnTo>
                    <a:pt x="339825" y="351812"/>
                  </a:lnTo>
                  <a:lnTo>
                    <a:pt x="340079" y="361128"/>
                  </a:lnTo>
                  <a:lnTo>
                    <a:pt x="339979" y="362094"/>
                  </a:lnTo>
                  <a:lnTo>
                    <a:pt x="337633" y="384634"/>
                  </a:lnTo>
                  <a:lnTo>
                    <a:pt x="334232" y="417472"/>
                  </a:lnTo>
                  <a:lnTo>
                    <a:pt x="330089" y="457718"/>
                  </a:lnTo>
                  <a:lnTo>
                    <a:pt x="300273" y="454402"/>
                  </a:lnTo>
                  <a:lnTo>
                    <a:pt x="266816" y="450583"/>
                  </a:lnTo>
                  <a:lnTo>
                    <a:pt x="235767" y="446764"/>
                  </a:lnTo>
                  <a:lnTo>
                    <a:pt x="217281" y="443970"/>
                  </a:lnTo>
                  <a:lnTo>
                    <a:pt x="196417" y="441302"/>
                  </a:lnTo>
                  <a:lnTo>
                    <a:pt x="184236" y="439808"/>
                  </a:lnTo>
                  <a:lnTo>
                    <a:pt x="182416" y="439582"/>
                  </a:lnTo>
                  <a:lnTo>
                    <a:pt x="174008" y="438349"/>
                  </a:lnTo>
                  <a:lnTo>
                    <a:pt x="173537" y="438285"/>
                  </a:lnTo>
                  <a:lnTo>
                    <a:pt x="111264" y="429408"/>
                  </a:lnTo>
                  <a:lnTo>
                    <a:pt x="99353" y="427644"/>
                  </a:lnTo>
                  <a:lnTo>
                    <a:pt x="98924" y="427580"/>
                  </a:lnTo>
                  <a:lnTo>
                    <a:pt x="80206" y="424744"/>
                  </a:lnTo>
                  <a:lnTo>
                    <a:pt x="75621" y="424039"/>
                  </a:lnTo>
                  <a:lnTo>
                    <a:pt x="71195" y="423356"/>
                  </a:lnTo>
                  <a:lnTo>
                    <a:pt x="5550" y="412690"/>
                  </a:lnTo>
                  <a:lnTo>
                    <a:pt x="0" y="411718"/>
                  </a:lnTo>
                  <a:lnTo>
                    <a:pt x="1060" y="404447"/>
                  </a:lnTo>
                  <a:lnTo>
                    <a:pt x="3580" y="388279"/>
                  </a:lnTo>
                  <a:lnTo>
                    <a:pt x="6223" y="3711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420687" y="3511668"/>
              <a:ext cx="33053" cy="88865"/>
            </a:xfrm>
            <a:custGeom>
              <a:avLst/>
              <a:pathLst>
                <a:path w="33053" h="88865">
                  <a:moveTo>
                    <a:pt x="890" y="74317"/>
                  </a:moveTo>
                  <a:lnTo>
                    <a:pt x="1426" y="67227"/>
                  </a:lnTo>
                  <a:lnTo>
                    <a:pt x="413" y="60875"/>
                  </a:lnTo>
                  <a:lnTo>
                    <a:pt x="52" y="51898"/>
                  </a:lnTo>
                  <a:lnTo>
                    <a:pt x="0" y="50623"/>
                  </a:lnTo>
                  <a:lnTo>
                    <a:pt x="1072" y="44054"/>
                  </a:lnTo>
                  <a:lnTo>
                    <a:pt x="2030" y="37858"/>
                  </a:lnTo>
                  <a:lnTo>
                    <a:pt x="3935" y="33231"/>
                  </a:lnTo>
                  <a:lnTo>
                    <a:pt x="2623" y="29945"/>
                  </a:lnTo>
                  <a:lnTo>
                    <a:pt x="7188" y="26387"/>
                  </a:lnTo>
                  <a:lnTo>
                    <a:pt x="8498" y="23097"/>
                  </a:lnTo>
                  <a:lnTo>
                    <a:pt x="3878" y="19765"/>
                  </a:lnTo>
                  <a:lnTo>
                    <a:pt x="8292" y="14323"/>
                  </a:lnTo>
                  <a:lnTo>
                    <a:pt x="10131" y="9967"/>
                  </a:lnTo>
                  <a:lnTo>
                    <a:pt x="33053" y="0"/>
                  </a:lnTo>
                  <a:lnTo>
                    <a:pt x="30099" y="12492"/>
                  </a:lnTo>
                  <a:lnTo>
                    <a:pt x="28475" y="16782"/>
                  </a:lnTo>
                  <a:lnTo>
                    <a:pt x="24452" y="16483"/>
                  </a:lnTo>
                  <a:lnTo>
                    <a:pt x="22163" y="20413"/>
                  </a:lnTo>
                  <a:lnTo>
                    <a:pt x="20170" y="28399"/>
                  </a:lnTo>
                  <a:lnTo>
                    <a:pt x="19584" y="36002"/>
                  </a:lnTo>
                  <a:lnTo>
                    <a:pt x="19384" y="40771"/>
                  </a:lnTo>
                  <a:lnTo>
                    <a:pt x="20890" y="44556"/>
                  </a:lnTo>
                  <a:lnTo>
                    <a:pt x="18548" y="51998"/>
                  </a:lnTo>
                  <a:lnTo>
                    <a:pt x="19380" y="53177"/>
                  </a:lnTo>
                  <a:lnTo>
                    <a:pt x="20165" y="54289"/>
                  </a:lnTo>
                  <a:lnTo>
                    <a:pt x="18015" y="61815"/>
                  </a:lnTo>
                  <a:lnTo>
                    <a:pt x="17907" y="65139"/>
                  </a:lnTo>
                  <a:lnTo>
                    <a:pt x="16061" y="69037"/>
                  </a:lnTo>
                  <a:lnTo>
                    <a:pt x="16143" y="73383"/>
                  </a:lnTo>
                  <a:lnTo>
                    <a:pt x="15934" y="78128"/>
                  </a:lnTo>
                  <a:lnTo>
                    <a:pt x="12572" y="85720"/>
                  </a:lnTo>
                  <a:lnTo>
                    <a:pt x="10358" y="88865"/>
                  </a:lnTo>
                  <a:lnTo>
                    <a:pt x="7779" y="88694"/>
                  </a:lnTo>
                  <a:lnTo>
                    <a:pt x="4648" y="8193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944097" y="3451305"/>
              <a:ext cx="503494" cy="312113"/>
            </a:xfrm>
            <a:custGeom>
              <a:avLst/>
              <a:pathLst>
                <a:path w="503494" h="312113">
                  <a:moveTo>
                    <a:pt x="3477" y="308613"/>
                  </a:moveTo>
                  <a:lnTo>
                    <a:pt x="8694" y="304861"/>
                  </a:lnTo>
                  <a:lnTo>
                    <a:pt x="12999" y="303984"/>
                  </a:lnTo>
                  <a:lnTo>
                    <a:pt x="14590" y="303660"/>
                  </a:lnTo>
                  <a:lnTo>
                    <a:pt x="17564" y="301331"/>
                  </a:lnTo>
                  <a:lnTo>
                    <a:pt x="26690" y="296061"/>
                  </a:lnTo>
                  <a:lnTo>
                    <a:pt x="32942" y="293408"/>
                  </a:lnTo>
                  <a:lnTo>
                    <a:pt x="33539" y="288789"/>
                  </a:lnTo>
                  <a:lnTo>
                    <a:pt x="35238" y="283815"/>
                  </a:lnTo>
                  <a:lnTo>
                    <a:pt x="39375" y="283240"/>
                  </a:lnTo>
                  <a:lnTo>
                    <a:pt x="46429" y="278816"/>
                  </a:lnTo>
                  <a:lnTo>
                    <a:pt x="46953" y="277435"/>
                  </a:lnTo>
                  <a:lnTo>
                    <a:pt x="47784" y="275241"/>
                  </a:lnTo>
                  <a:lnTo>
                    <a:pt x="46694" y="270946"/>
                  </a:lnTo>
                  <a:lnTo>
                    <a:pt x="49634" y="267526"/>
                  </a:lnTo>
                  <a:lnTo>
                    <a:pt x="53573" y="265263"/>
                  </a:lnTo>
                  <a:lnTo>
                    <a:pt x="54880" y="262112"/>
                  </a:lnTo>
                  <a:lnTo>
                    <a:pt x="53768" y="257766"/>
                  </a:lnTo>
                  <a:lnTo>
                    <a:pt x="62821" y="248704"/>
                  </a:lnTo>
                  <a:lnTo>
                    <a:pt x="63219" y="248304"/>
                  </a:lnTo>
                  <a:lnTo>
                    <a:pt x="63483" y="248091"/>
                  </a:lnTo>
                  <a:lnTo>
                    <a:pt x="69532" y="243187"/>
                  </a:lnTo>
                  <a:lnTo>
                    <a:pt x="75227" y="240149"/>
                  </a:lnTo>
                  <a:lnTo>
                    <a:pt x="77360" y="237043"/>
                  </a:lnTo>
                  <a:lnTo>
                    <a:pt x="77618" y="236668"/>
                  </a:lnTo>
                  <a:lnTo>
                    <a:pt x="83316" y="229043"/>
                  </a:lnTo>
                  <a:lnTo>
                    <a:pt x="95606" y="212490"/>
                  </a:lnTo>
                  <a:lnTo>
                    <a:pt x="98341" y="214087"/>
                  </a:lnTo>
                  <a:lnTo>
                    <a:pt x="95926" y="219533"/>
                  </a:lnTo>
                  <a:lnTo>
                    <a:pt x="99568" y="221658"/>
                  </a:lnTo>
                  <a:lnTo>
                    <a:pt x="100292" y="224114"/>
                  </a:lnTo>
                  <a:lnTo>
                    <a:pt x="103654" y="228248"/>
                  </a:lnTo>
                  <a:lnTo>
                    <a:pt x="107386" y="231402"/>
                  </a:lnTo>
                  <a:lnTo>
                    <a:pt x="112388" y="231173"/>
                  </a:lnTo>
                  <a:lnTo>
                    <a:pt x="114902" y="233366"/>
                  </a:lnTo>
                  <a:lnTo>
                    <a:pt x="115271" y="233542"/>
                  </a:lnTo>
                  <a:lnTo>
                    <a:pt x="119774" y="235691"/>
                  </a:lnTo>
                  <a:lnTo>
                    <a:pt x="127283" y="233642"/>
                  </a:lnTo>
                  <a:lnTo>
                    <a:pt x="128770" y="231877"/>
                  </a:lnTo>
                  <a:lnTo>
                    <a:pt x="131488" y="228941"/>
                  </a:lnTo>
                  <a:lnTo>
                    <a:pt x="134709" y="226467"/>
                  </a:lnTo>
                  <a:lnTo>
                    <a:pt x="137791" y="220073"/>
                  </a:lnTo>
                  <a:lnTo>
                    <a:pt x="148336" y="226432"/>
                  </a:lnTo>
                  <a:lnTo>
                    <a:pt x="154796" y="221213"/>
                  </a:lnTo>
                  <a:lnTo>
                    <a:pt x="161897" y="217762"/>
                  </a:lnTo>
                  <a:lnTo>
                    <a:pt x="162845" y="217429"/>
                  </a:lnTo>
                  <a:lnTo>
                    <a:pt x="166695" y="216075"/>
                  </a:lnTo>
                  <a:lnTo>
                    <a:pt x="171552" y="212483"/>
                  </a:lnTo>
                  <a:lnTo>
                    <a:pt x="167637" y="209204"/>
                  </a:lnTo>
                  <a:lnTo>
                    <a:pt x="168162" y="206003"/>
                  </a:lnTo>
                  <a:lnTo>
                    <a:pt x="168639" y="205788"/>
                  </a:lnTo>
                  <a:lnTo>
                    <a:pt x="169918" y="205211"/>
                  </a:lnTo>
                  <a:lnTo>
                    <a:pt x="175073" y="208441"/>
                  </a:lnTo>
                  <a:lnTo>
                    <a:pt x="181046" y="203444"/>
                  </a:lnTo>
                  <a:lnTo>
                    <a:pt x="187635" y="196695"/>
                  </a:lnTo>
                  <a:lnTo>
                    <a:pt x="193252" y="199258"/>
                  </a:lnTo>
                  <a:lnTo>
                    <a:pt x="193606" y="199420"/>
                  </a:lnTo>
                  <a:lnTo>
                    <a:pt x="197097" y="195481"/>
                  </a:lnTo>
                  <a:lnTo>
                    <a:pt x="202652" y="187779"/>
                  </a:lnTo>
                  <a:lnTo>
                    <a:pt x="202350" y="183655"/>
                  </a:lnTo>
                  <a:lnTo>
                    <a:pt x="205347" y="179624"/>
                  </a:lnTo>
                  <a:lnTo>
                    <a:pt x="199944" y="175818"/>
                  </a:lnTo>
                  <a:lnTo>
                    <a:pt x="200042" y="175588"/>
                  </a:lnTo>
                  <a:lnTo>
                    <a:pt x="201440" y="172293"/>
                  </a:lnTo>
                  <a:lnTo>
                    <a:pt x="202806" y="166586"/>
                  </a:lnTo>
                  <a:lnTo>
                    <a:pt x="203202" y="162697"/>
                  </a:lnTo>
                  <a:lnTo>
                    <a:pt x="206354" y="156609"/>
                  </a:lnTo>
                  <a:lnTo>
                    <a:pt x="210021" y="150355"/>
                  </a:lnTo>
                  <a:lnTo>
                    <a:pt x="210962" y="148747"/>
                  </a:lnTo>
                  <a:lnTo>
                    <a:pt x="213653" y="141523"/>
                  </a:lnTo>
                  <a:lnTo>
                    <a:pt x="213879" y="139812"/>
                  </a:lnTo>
                  <a:lnTo>
                    <a:pt x="214440" y="135551"/>
                  </a:lnTo>
                  <a:lnTo>
                    <a:pt x="214521" y="129283"/>
                  </a:lnTo>
                  <a:lnTo>
                    <a:pt x="217751" y="124275"/>
                  </a:lnTo>
                  <a:lnTo>
                    <a:pt x="220468" y="120680"/>
                  </a:lnTo>
                  <a:lnTo>
                    <a:pt x="220950" y="120042"/>
                  </a:lnTo>
                  <a:lnTo>
                    <a:pt x="219148" y="117002"/>
                  </a:lnTo>
                  <a:lnTo>
                    <a:pt x="222706" y="112432"/>
                  </a:lnTo>
                  <a:lnTo>
                    <a:pt x="224114" y="105656"/>
                  </a:lnTo>
                  <a:lnTo>
                    <a:pt x="223414" y="103055"/>
                  </a:lnTo>
                  <a:lnTo>
                    <a:pt x="223897" y="98881"/>
                  </a:lnTo>
                  <a:lnTo>
                    <a:pt x="223623" y="92017"/>
                  </a:lnTo>
                  <a:lnTo>
                    <a:pt x="231011" y="93440"/>
                  </a:lnTo>
                  <a:lnTo>
                    <a:pt x="236969" y="100183"/>
                  </a:lnTo>
                  <a:lnTo>
                    <a:pt x="244201" y="100917"/>
                  </a:lnTo>
                  <a:lnTo>
                    <a:pt x="248064" y="100683"/>
                  </a:lnTo>
                  <a:lnTo>
                    <a:pt x="248950" y="100629"/>
                  </a:lnTo>
                  <a:lnTo>
                    <a:pt x="251977" y="94889"/>
                  </a:lnTo>
                  <a:lnTo>
                    <a:pt x="252066" y="94375"/>
                  </a:lnTo>
                  <a:lnTo>
                    <a:pt x="252821" y="90040"/>
                  </a:lnTo>
                  <a:lnTo>
                    <a:pt x="254233" y="82895"/>
                  </a:lnTo>
                  <a:lnTo>
                    <a:pt x="257030" y="77602"/>
                  </a:lnTo>
                  <a:lnTo>
                    <a:pt x="256737" y="75041"/>
                  </a:lnTo>
                  <a:lnTo>
                    <a:pt x="257261" y="68759"/>
                  </a:lnTo>
                  <a:lnTo>
                    <a:pt x="258659" y="65188"/>
                  </a:lnTo>
                  <a:lnTo>
                    <a:pt x="259338" y="61435"/>
                  </a:lnTo>
                  <a:lnTo>
                    <a:pt x="268922" y="65570"/>
                  </a:lnTo>
                  <a:lnTo>
                    <a:pt x="270566" y="59271"/>
                  </a:lnTo>
                  <a:lnTo>
                    <a:pt x="272322" y="53391"/>
                  </a:lnTo>
                  <a:lnTo>
                    <a:pt x="277336" y="49290"/>
                  </a:lnTo>
                  <a:lnTo>
                    <a:pt x="279988" y="43682"/>
                  </a:lnTo>
                  <a:lnTo>
                    <a:pt x="283094" y="40572"/>
                  </a:lnTo>
                  <a:lnTo>
                    <a:pt x="284034" y="36539"/>
                  </a:lnTo>
                  <a:lnTo>
                    <a:pt x="284802" y="33234"/>
                  </a:lnTo>
                  <a:lnTo>
                    <a:pt x="289204" y="26018"/>
                  </a:lnTo>
                  <a:lnTo>
                    <a:pt x="287710" y="23931"/>
                  </a:lnTo>
                  <a:lnTo>
                    <a:pt x="288140" y="19424"/>
                  </a:lnTo>
                  <a:lnTo>
                    <a:pt x="287548" y="16233"/>
                  </a:lnTo>
                  <a:lnTo>
                    <a:pt x="289758" y="8999"/>
                  </a:lnTo>
                  <a:lnTo>
                    <a:pt x="288826" y="4436"/>
                  </a:lnTo>
                  <a:lnTo>
                    <a:pt x="287053" y="0"/>
                  </a:lnTo>
                  <a:lnTo>
                    <a:pt x="295841" y="4130"/>
                  </a:lnTo>
                  <a:lnTo>
                    <a:pt x="298955" y="5589"/>
                  </a:lnTo>
                  <a:lnTo>
                    <a:pt x="310508" y="11045"/>
                  </a:lnTo>
                  <a:lnTo>
                    <a:pt x="325845" y="18248"/>
                  </a:lnTo>
                  <a:lnTo>
                    <a:pt x="326261" y="14992"/>
                  </a:lnTo>
                  <a:lnTo>
                    <a:pt x="326902" y="9549"/>
                  </a:lnTo>
                  <a:lnTo>
                    <a:pt x="328570" y="1107"/>
                  </a:lnTo>
                  <a:lnTo>
                    <a:pt x="331208" y="662"/>
                  </a:lnTo>
                  <a:lnTo>
                    <a:pt x="331937" y="538"/>
                  </a:lnTo>
                  <a:lnTo>
                    <a:pt x="337033" y="414"/>
                  </a:lnTo>
                  <a:lnTo>
                    <a:pt x="339667" y="1642"/>
                  </a:lnTo>
                  <a:lnTo>
                    <a:pt x="343732" y="2945"/>
                  </a:lnTo>
                  <a:lnTo>
                    <a:pt x="346672" y="4923"/>
                  </a:lnTo>
                  <a:lnTo>
                    <a:pt x="345770" y="8044"/>
                  </a:lnTo>
                  <a:lnTo>
                    <a:pt x="344124" y="10644"/>
                  </a:lnTo>
                  <a:lnTo>
                    <a:pt x="345051" y="13865"/>
                  </a:lnTo>
                  <a:lnTo>
                    <a:pt x="347751" y="14428"/>
                  </a:lnTo>
                  <a:lnTo>
                    <a:pt x="349521" y="16481"/>
                  </a:lnTo>
                  <a:lnTo>
                    <a:pt x="356154" y="15839"/>
                  </a:lnTo>
                  <a:lnTo>
                    <a:pt x="357255" y="15822"/>
                  </a:lnTo>
                  <a:lnTo>
                    <a:pt x="358108" y="15809"/>
                  </a:lnTo>
                  <a:lnTo>
                    <a:pt x="359381" y="15790"/>
                  </a:lnTo>
                  <a:lnTo>
                    <a:pt x="363748" y="16725"/>
                  </a:lnTo>
                  <a:lnTo>
                    <a:pt x="364537" y="20062"/>
                  </a:lnTo>
                  <a:lnTo>
                    <a:pt x="367833" y="20684"/>
                  </a:lnTo>
                  <a:lnTo>
                    <a:pt x="369248" y="20408"/>
                  </a:lnTo>
                  <a:lnTo>
                    <a:pt x="371353" y="19998"/>
                  </a:lnTo>
                  <a:lnTo>
                    <a:pt x="373645" y="21936"/>
                  </a:lnTo>
                  <a:lnTo>
                    <a:pt x="376112" y="23846"/>
                  </a:lnTo>
                  <a:lnTo>
                    <a:pt x="380034" y="25856"/>
                  </a:lnTo>
                  <a:lnTo>
                    <a:pt x="380613" y="28022"/>
                  </a:lnTo>
                  <a:lnTo>
                    <a:pt x="381682" y="32028"/>
                  </a:lnTo>
                  <a:lnTo>
                    <a:pt x="381803" y="32542"/>
                  </a:lnTo>
                  <a:lnTo>
                    <a:pt x="382544" y="35687"/>
                  </a:lnTo>
                  <a:lnTo>
                    <a:pt x="382712" y="36402"/>
                  </a:lnTo>
                  <a:lnTo>
                    <a:pt x="382559" y="38880"/>
                  </a:lnTo>
                  <a:lnTo>
                    <a:pt x="380943" y="39379"/>
                  </a:lnTo>
                  <a:lnTo>
                    <a:pt x="380646" y="39832"/>
                  </a:lnTo>
                  <a:lnTo>
                    <a:pt x="378431" y="43201"/>
                  </a:lnTo>
                  <a:lnTo>
                    <a:pt x="379401" y="46294"/>
                  </a:lnTo>
                  <a:lnTo>
                    <a:pt x="373586" y="47942"/>
                  </a:lnTo>
                  <a:lnTo>
                    <a:pt x="372189" y="48337"/>
                  </a:lnTo>
                  <a:lnTo>
                    <a:pt x="370731" y="55098"/>
                  </a:lnTo>
                  <a:lnTo>
                    <a:pt x="370929" y="60267"/>
                  </a:lnTo>
                  <a:lnTo>
                    <a:pt x="371042" y="63255"/>
                  </a:lnTo>
                  <a:lnTo>
                    <a:pt x="373136" y="69913"/>
                  </a:lnTo>
                  <a:lnTo>
                    <a:pt x="375856" y="71913"/>
                  </a:lnTo>
                  <a:lnTo>
                    <a:pt x="377430" y="73069"/>
                  </a:lnTo>
                  <a:lnTo>
                    <a:pt x="383535" y="70216"/>
                  </a:lnTo>
                  <a:lnTo>
                    <a:pt x="387675" y="68440"/>
                  </a:lnTo>
                  <a:lnTo>
                    <a:pt x="390348" y="67035"/>
                  </a:lnTo>
                  <a:lnTo>
                    <a:pt x="392695" y="69043"/>
                  </a:lnTo>
                  <a:lnTo>
                    <a:pt x="392929" y="71286"/>
                  </a:lnTo>
                  <a:lnTo>
                    <a:pt x="395265" y="72660"/>
                  </a:lnTo>
                  <a:lnTo>
                    <a:pt x="395783" y="72964"/>
                  </a:lnTo>
                  <a:lnTo>
                    <a:pt x="398457" y="74866"/>
                  </a:lnTo>
                  <a:lnTo>
                    <a:pt x="398798" y="77297"/>
                  </a:lnTo>
                  <a:lnTo>
                    <a:pt x="402363" y="77746"/>
                  </a:lnTo>
                  <a:lnTo>
                    <a:pt x="407564" y="79162"/>
                  </a:lnTo>
                  <a:lnTo>
                    <a:pt x="413135" y="77663"/>
                  </a:lnTo>
                  <a:lnTo>
                    <a:pt x="417285" y="76942"/>
                  </a:lnTo>
                  <a:lnTo>
                    <a:pt x="421866" y="76291"/>
                  </a:lnTo>
                  <a:lnTo>
                    <a:pt x="423509" y="79161"/>
                  </a:lnTo>
                  <a:lnTo>
                    <a:pt x="428432" y="81246"/>
                  </a:lnTo>
                  <a:lnTo>
                    <a:pt x="430653" y="83209"/>
                  </a:lnTo>
                  <a:lnTo>
                    <a:pt x="432301" y="84663"/>
                  </a:lnTo>
                  <a:lnTo>
                    <a:pt x="437191" y="86720"/>
                  </a:lnTo>
                  <a:lnTo>
                    <a:pt x="444992" y="88080"/>
                  </a:lnTo>
                  <a:lnTo>
                    <a:pt x="450990" y="90285"/>
                  </a:lnTo>
                  <a:lnTo>
                    <a:pt x="451307" y="95079"/>
                  </a:lnTo>
                  <a:lnTo>
                    <a:pt x="448466" y="99253"/>
                  </a:lnTo>
                  <a:lnTo>
                    <a:pt x="449931" y="105310"/>
                  </a:lnTo>
                  <a:lnTo>
                    <a:pt x="449976" y="108585"/>
                  </a:lnTo>
                  <a:lnTo>
                    <a:pt x="449990" y="109591"/>
                  </a:lnTo>
                  <a:lnTo>
                    <a:pt x="454245" y="112925"/>
                  </a:lnTo>
                  <a:lnTo>
                    <a:pt x="454327" y="115589"/>
                  </a:lnTo>
                  <a:lnTo>
                    <a:pt x="454406" y="118155"/>
                  </a:lnTo>
                  <a:lnTo>
                    <a:pt x="455405" y="119737"/>
                  </a:lnTo>
                  <a:lnTo>
                    <a:pt x="457294" y="122726"/>
                  </a:lnTo>
                  <a:lnTo>
                    <a:pt x="460336" y="128220"/>
                  </a:lnTo>
                  <a:lnTo>
                    <a:pt x="461478" y="131953"/>
                  </a:lnTo>
                  <a:lnTo>
                    <a:pt x="461192" y="137713"/>
                  </a:lnTo>
                  <a:lnTo>
                    <a:pt x="454065" y="134202"/>
                  </a:lnTo>
                  <a:lnTo>
                    <a:pt x="451893" y="132976"/>
                  </a:lnTo>
                  <a:lnTo>
                    <a:pt x="451401" y="133412"/>
                  </a:lnTo>
                  <a:lnTo>
                    <a:pt x="449507" y="135088"/>
                  </a:lnTo>
                  <a:lnTo>
                    <a:pt x="454189" y="139982"/>
                  </a:lnTo>
                  <a:lnTo>
                    <a:pt x="456600" y="142530"/>
                  </a:lnTo>
                  <a:lnTo>
                    <a:pt x="456127" y="144475"/>
                  </a:lnTo>
                  <a:lnTo>
                    <a:pt x="455570" y="146757"/>
                  </a:lnTo>
                  <a:lnTo>
                    <a:pt x="459291" y="148750"/>
                  </a:lnTo>
                  <a:lnTo>
                    <a:pt x="459615" y="148924"/>
                  </a:lnTo>
                  <a:lnTo>
                    <a:pt x="462669" y="152205"/>
                  </a:lnTo>
                  <a:lnTo>
                    <a:pt x="464327" y="153833"/>
                  </a:lnTo>
                  <a:lnTo>
                    <a:pt x="466345" y="155814"/>
                  </a:lnTo>
                  <a:lnTo>
                    <a:pt x="466059" y="163138"/>
                  </a:lnTo>
                  <a:lnTo>
                    <a:pt x="468040" y="164610"/>
                  </a:lnTo>
                  <a:lnTo>
                    <a:pt x="469146" y="165431"/>
                  </a:lnTo>
                  <a:lnTo>
                    <a:pt x="474787" y="166641"/>
                  </a:lnTo>
                  <a:lnTo>
                    <a:pt x="475672" y="166631"/>
                  </a:lnTo>
                  <a:lnTo>
                    <a:pt x="481723" y="166563"/>
                  </a:lnTo>
                  <a:lnTo>
                    <a:pt x="484146" y="164192"/>
                  </a:lnTo>
                  <a:lnTo>
                    <a:pt x="487220" y="163752"/>
                  </a:lnTo>
                  <a:lnTo>
                    <a:pt x="492072" y="172935"/>
                  </a:lnTo>
                  <a:lnTo>
                    <a:pt x="496946" y="180880"/>
                  </a:lnTo>
                  <a:lnTo>
                    <a:pt x="500234" y="185235"/>
                  </a:lnTo>
                  <a:lnTo>
                    <a:pt x="503494" y="191227"/>
                  </a:lnTo>
                  <a:lnTo>
                    <a:pt x="493369" y="194279"/>
                  </a:lnTo>
                  <a:lnTo>
                    <a:pt x="487303" y="196086"/>
                  </a:lnTo>
                  <a:lnTo>
                    <a:pt x="475178" y="199675"/>
                  </a:lnTo>
                  <a:lnTo>
                    <a:pt x="463850" y="202984"/>
                  </a:lnTo>
                  <a:lnTo>
                    <a:pt x="460640" y="203917"/>
                  </a:lnTo>
                  <a:lnTo>
                    <a:pt x="448144" y="207526"/>
                  </a:lnTo>
                  <a:lnTo>
                    <a:pt x="436851" y="211204"/>
                  </a:lnTo>
                  <a:lnTo>
                    <a:pt x="427018" y="214004"/>
                  </a:lnTo>
                  <a:lnTo>
                    <a:pt x="421108" y="215678"/>
                  </a:lnTo>
                  <a:lnTo>
                    <a:pt x="419459" y="216144"/>
                  </a:lnTo>
                  <a:lnTo>
                    <a:pt x="412525" y="218110"/>
                  </a:lnTo>
                  <a:lnTo>
                    <a:pt x="383750" y="226164"/>
                  </a:lnTo>
                  <a:lnTo>
                    <a:pt x="382639" y="226476"/>
                  </a:lnTo>
                  <a:lnTo>
                    <a:pt x="374168" y="228850"/>
                  </a:lnTo>
                  <a:lnTo>
                    <a:pt x="364813" y="231454"/>
                  </a:lnTo>
                  <a:lnTo>
                    <a:pt x="359271" y="232987"/>
                  </a:lnTo>
                  <a:lnTo>
                    <a:pt x="347078" y="236386"/>
                  </a:lnTo>
                  <a:lnTo>
                    <a:pt x="338538" y="238748"/>
                  </a:lnTo>
                  <a:lnTo>
                    <a:pt x="335168" y="239675"/>
                  </a:lnTo>
                  <a:lnTo>
                    <a:pt x="320779" y="243422"/>
                  </a:lnTo>
                  <a:lnTo>
                    <a:pt x="316787" y="244454"/>
                  </a:lnTo>
                  <a:lnTo>
                    <a:pt x="307423" y="246862"/>
                  </a:lnTo>
                  <a:lnTo>
                    <a:pt x="294818" y="250156"/>
                  </a:lnTo>
                  <a:lnTo>
                    <a:pt x="289672" y="251492"/>
                  </a:lnTo>
                  <a:lnTo>
                    <a:pt x="281661" y="253560"/>
                  </a:lnTo>
                  <a:lnTo>
                    <a:pt x="273499" y="255654"/>
                  </a:lnTo>
                  <a:lnTo>
                    <a:pt x="270889" y="256320"/>
                  </a:lnTo>
                  <a:lnTo>
                    <a:pt x="270696" y="256368"/>
                  </a:lnTo>
                  <a:lnTo>
                    <a:pt x="257728" y="259559"/>
                  </a:lnTo>
                  <a:lnTo>
                    <a:pt x="237569" y="264450"/>
                  </a:lnTo>
                  <a:lnTo>
                    <a:pt x="235882" y="264851"/>
                  </a:lnTo>
                  <a:lnTo>
                    <a:pt x="220259" y="268537"/>
                  </a:lnTo>
                  <a:lnTo>
                    <a:pt x="211344" y="270149"/>
                  </a:lnTo>
                  <a:lnTo>
                    <a:pt x="210773" y="270252"/>
                  </a:lnTo>
                  <a:lnTo>
                    <a:pt x="199540" y="272282"/>
                  </a:lnTo>
                  <a:lnTo>
                    <a:pt x="193482" y="273367"/>
                  </a:lnTo>
                  <a:lnTo>
                    <a:pt x="184738" y="275459"/>
                  </a:lnTo>
                  <a:lnTo>
                    <a:pt x="180764" y="276405"/>
                  </a:lnTo>
                  <a:lnTo>
                    <a:pt x="170314" y="278386"/>
                  </a:lnTo>
                  <a:lnTo>
                    <a:pt x="162799" y="279703"/>
                  </a:lnTo>
                  <a:lnTo>
                    <a:pt x="151299" y="281970"/>
                  </a:lnTo>
                  <a:lnTo>
                    <a:pt x="141743" y="283833"/>
                  </a:lnTo>
                  <a:lnTo>
                    <a:pt x="130090" y="285747"/>
                  </a:lnTo>
                  <a:lnTo>
                    <a:pt x="131679" y="283363"/>
                  </a:lnTo>
                  <a:lnTo>
                    <a:pt x="119979" y="285734"/>
                  </a:lnTo>
                  <a:lnTo>
                    <a:pt x="113737" y="286988"/>
                  </a:lnTo>
                  <a:lnTo>
                    <a:pt x="113351" y="288946"/>
                  </a:lnTo>
                  <a:lnTo>
                    <a:pt x="99627" y="291924"/>
                  </a:lnTo>
                  <a:lnTo>
                    <a:pt x="97782" y="292321"/>
                  </a:lnTo>
                  <a:lnTo>
                    <a:pt x="93272" y="293276"/>
                  </a:lnTo>
                  <a:lnTo>
                    <a:pt x="89974" y="293973"/>
                  </a:lnTo>
                  <a:lnTo>
                    <a:pt x="77418" y="296604"/>
                  </a:lnTo>
                  <a:lnTo>
                    <a:pt x="69505" y="298348"/>
                  </a:lnTo>
                  <a:lnTo>
                    <a:pt x="55139" y="301484"/>
                  </a:lnTo>
                  <a:lnTo>
                    <a:pt x="45094" y="303444"/>
                  </a:lnTo>
                  <a:lnTo>
                    <a:pt x="26049" y="307105"/>
                  </a:lnTo>
                  <a:lnTo>
                    <a:pt x="13274" y="309578"/>
                  </a:lnTo>
                  <a:lnTo>
                    <a:pt x="0" y="31211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507049" y="2559446"/>
              <a:ext cx="102431" cy="198699"/>
            </a:xfrm>
            <a:custGeom>
              <a:avLst/>
              <a:pathLst>
                <a:path w="102431" h="198699">
                  <a:moveTo>
                    <a:pt x="18847" y="101956"/>
                  </a:moveTo>
                  <a:lnTo>
                    <a:pt x="18258" y="96628"/>
                  </a:lnTo>
                  <a:lnTo>
                    <a:pt x="19021" y="91158"/>
                  </a:lnTo>
                  <a:lnTo>
                    <a:pt x="20044" y="88552"/>
                  </a:lnTo>
                  <a:lnTo>
                    <a:pt x="19859" y="88145"/>
                  </a:lnTo>
                  <a:lnTo>
                    <a:pt x="18364" y="84851"/>
                  </a:lnTo>
                  <a:lnTo>
                    <a:pt x="16673" y="81597"/>
                  </a:lnTo>
                  <a:lnTo>
                    <a:pt x="16733" y="79460"/>
                  </a:lnTo>
                  <a:lnTo>
                    <a:pt x="16691" y="74724"/>
                  </a:lnTo>
                  <a:lnTo>
                    <a:pt x="14057" y="70172"/>
                  </a:lnTo>
                  <a:lnTo>
                    <a:pt x="11306" y="67939"/>
                  </a:lnTo>
                  <a:lnTo>
                    <a:pt x="10079" y="66941"/>
                  </a:lnTo>
                  <a:lnTo>
                    <a:pt x="9796" y="66711"/>
                  </a:lnTo>
                  <a:lnTo>
                    <a:pt x="7353" y="63290"/>
                  </a:lnTo>
                  <a:lnTo>
                    <a:pt x="6591" y="56937"/>
                  </a:lnTo>
                  <a:lnTo>
                    <a:pt x="5731" y="53075"/>
                  </a:lnTo>
                  <a:lnTo>
                    <a:pt x="5636" y="48909"/>
                  </a:lnTo>
                  <a:lnTo>
                    <a:pt x="3452" y="47681"/>
                  </a:lnTo>
                  <a:lnTo>
                    <a:pt x="1976" y="45686"/>
                  </a:lnTo>
                  <a:lnTo>
                    <a:pt x="2531" y="40515"/>
                  </a:lnTo>
                  <a:lnTo>
                    <a:pt x="925" y="36744"/>
                  </a:lnTo>
                  <a:lnTo>
                    <a:pt x="0" y="33754"/>
                  </a:lnTo>
                  <a:lnTo>
                    <a:pt x="7534" y="30945"/>
                  </a:lnTo>
                  <a:lnTo>
                    <a:pt x="14744" y="28241"/>
                  </a:lnTo>
                  <a:lnTo>
                    <a:pt x="20389" y="26281"/>
                  </a:lnTo>
                  <a:lnTo>
                    <a:pt x="38247" y="20105"/>
                  </a:lnTo>
                  <a:lnTo>
                    <a:pt x="39736" y="19741"/>
                  </a:lnTo>
                  <a:lnTo>
                    <a:pt x="40844" y="19470"/>
                  </a:lnTo>
                  <a:lnTo>
                    <a:pt x="50126" y="16283"/>
                  </a:lnTo>
                  <a:lnTo>
                    <a:pt x="66386" y="10220"/>
                  </a:lnTo>
                  <a:lnTo>
                    <a:pt x="71776" y="8142"/>
                  </a:lnTo>
                  <a:lnTo>
                    <a:pt x="72554" y="7832"/>
                  </a:lnTo>
                  <a:lnTo>
                    <a:pt x="82829" y="3721"/>
                  </a:lnTo>
                  <a:lnTo>
                    <a:pt x="86891" y="2091"/>
                  </a:lnTo>
                  <a:lnTo>
                    <a:pt x="92299" y="0"/>
                  </a:lnTo>
                  <a:lnTo>
                    <a:pt x="91770" y="3297"/>
                  </a:lnTo>
                  <a:lnTo>
                    <a:pt x="95335" y="7277"/>
                  </a:lnTo>
                  <a:lnTo>
                    <a:pt x="94760" y="10067"/>
                  </a:lnTo>
                  <a:lnTo>
                    <a:pt x="94362" y="16480"/>
                  </a:lnTo>
                  <a:lnTo>
                    <a:pt x="93065" y="21778"/>
                  </a:lnTo>
                  <a:lnTo>
                    <a:pt x="97354" y="26955"/>
                  </a:lnTo>
                  <a:lnTo>
                    <a:pt x="100002" y="29089"/>
                  </a:lnTo>
                  <a:lnTo>
                    <a:pt x="101622" y="32486"/>
                  </a:lnTo>
                  <a:lnTo>
                    <a:pt x="100281" y="35595"/>
                  </a:lnTo>
                  <a:lnTo>
                    <a:pt x="101905" y="38804"/>
                  </a:lnTo>
                  <a:lnTo>
                    <a:pt x="99417" y="42463"/>
                  </a:lnTo>
                  <a:lnTo>
                    <a:pt x="98431" y="46777"/>
                  </a:lnTo>
                  <a:lnTo>
                    <a:pt x="95245" y="49427"/>
                  </a:lnTo>
                  <a:lnTo>
                    <a:pt x="94565" y="49992"/>
                  </a:lnTo>
                  <a:lnTo>
                    <a:pt x="93757" y="54171"/>
                  </a:lnTo>
                  <a:lnTo>
                    <a:pt x="92931" y="54906"/>
                  </a:lnTo>
                  <a:lnTo>
                    <a:pt x="91278" y="56378"/>
                  </a:lnTo>
                  <a:lnTo>
                    <a:pt x="87761" y="57648"/>
                  </a:lnTo>
                  <a:lnTo>
                    <a:pt x="85202" y="59657"/>
                  </a:lnTo>
                  <a:lnTo>
                    <a:pt x="83825" y="62882"/>
                  </a:lnTo>
                  <a:lnTo>
                    <a:pt x="84601" y="66320"/>
                  </a:lnTo>
                  <a:lnTo>
                    <a:pt x="85831" y="70988"/>
                  </a:lnTo>
                  <a:lnTo>
                    <a:pt x="86857" y="72679"/>
                  </a:lnTo>
                  <a:lnTo>
                    <a:pt x="89188" y="76516"/>
                  </a:lnTo>
                  <a:lnTo>
                    <a:pt x="88991" y="82248"/>
                  </a:lnTo>
                  <a:lnTo>
                    <a:pt x="87989" y="86138"/>
                  </a:lnTo>
                  <a:lnTo>
                    <a:pt x="89637" y="89051"/>
                  </a:lnTo>
                  <a:lnTo>
                    <a:pt x="88325" y="95802"/>
                  </a:lnTo>
                  <a:lnTo>
                    <a:pt x="89304" y="100830"/>
                  </a:lnTo>
                  <a:lnTo>
                    <a:pt x="88762" y="103927"/>
                  </a:lnTo>
                  <a:lnTo>
                    <a:pt x="88557" y="105092"/>
                  </a:lnTo>
                  <a:lnTo>
                    <a:pt x="86349" y="109151"/>
                  </a:lnTo>
                  <a:lnTo>
                    <a:pt x="86903" y="118184"/>
                  </a:lnTo>
                  <a:lnTo>
                    <a:pt x="86765" y="118465"/>
                  </a:lnTo>
                  <a:lnTo>
                    <a:pt x="85208" y="121627"/>
                  </a:lnTo>
                  <a:lnTo>
                    <a:pt x="87177" y="127565"/>
                  </a:lnTo>
                  <a:lnTo>
                    <a:pt x="88795" y="137738"/>
                  </a:lnTo>
                  <a:lnTo>
                    <a:pt x="90425" y="140640"/>
                  </a:lnTo>
                  <a:lnTo>
                    <a:pt x="90876" y="145168"/>
                  </a:lnTo>
                  <a:lnTo>
                    <a:pt x="91024" y="147634"/>
                  </a:lnTo>
                  <a:lnTo>
                    <a:pt x="91108" y="149054"/>
                  </a:lnTo>
                  <a:lnTo>
                    <a:pt x="91959" y="153199"/>
                  </a:lnTo>
                  <a:lnTo>
                    <a:pt x="92081" y="153792"/>
                  </a:lnTo>
                  <a:lnTo>
                    <a:pt x="94624" y="158384"/>
                  </a:lnTo>
                  <a:lnTo>
                    <a:pt x="94285" y="161998"/>
                  </a:lnTo>
                  <a:lnTo>
                    <a:pt x="96181" y="164594"/>
                  </a:lnTo>
                  <a:lnTo>
                    <a:pt x="94627" y="168179"/>
                  </a:lnTo>
                  <a:lnTo>
                    <a:pt x="92886" y="169850"/>
                  </a:lnTo>
                  <a:lnTo>
                    <a:pt x="94348" y="174017"/>
                  </a:lnTo>
                  <a:lnTo>
                    <a:pt x="93856" y="176802"/>
                  </a:lnTo>
                  <a:lnTo>
                    <a:pt x="96250" y="180999"/>
                  </a:lnTo>
                  <a:lnTo>
                    <a:pt x="100574" y="183037"/>
                  </a:lnTo>
                  <a:lnTo>
                    <a:pt x="102431" y="185202"/>
                  </a:lnTo>
                  <a:lnTo>
                    <a:pt x="83865" y="191019"/>
                  </a:lnTo>
                  <a:lnTo>
                    <a:pt x="80950" y="191956"/>
                  </a:lnTo>
                  <a:lnTo>
                    <a:pt x="77472" y="193071"/>
                  </a:lnTo>
                  <a:lnTo>
                    <a:pt x="72561" y="194640"/>
                  </a:lnTo>
                  <a:lnTo>
                    <a:pt x="59761" y="198699"/>
                  </a:lnTo>
                  <a:lnTo>
                    <a:pt x="57040" y="195055"/>
                  </a:lnTo>
                  <a:lnTo>
                    <a:pt x="56917" y="192517"/>
                  </a:lnTo>
                  <a:lnTo>
                    <a:pt x="56826" y="192210"/>
                  </a:lnTo>
                  <a:lnTo>
                    <a:pt x="54489" y="184325"/>
                  </a:lnTo>
                  <a:lnTo>
                    <a:pt x="52452" y="177467"/>
                  </a:lnTo>
                  <a:lnTo>
                    <a:pt x="46395" y="156729"/>
                  </a:lnTo>
                  <a:lnTo>
                    <a:pt x="45328" y="153086"/>
                  </a:lnTo>
                  <a:lnTo>
                    <a:pt x="41692" y="140302"/>
                  </a:lnTo>
                  <a:lnTo>
                    <a:pt x="37886" y="137561"/>
                  </a:lnTo>
                  <a:lnTo>
                    <a:pt x="35032" y="135159"/>
                  </a:lnTo>
                  <a:lnTo>
                    <a:pt x="32928" y="140630"/>
                  </a:lnTo>
                  <a:lnTo>
                    <a:pt x="30668" y="138897"/>
                  </a:lnTo>
                  <a:lnTo>
                    <a:pt x="29755" y="134343"/>
                  </a:lnTo>
                  <a:lnTo>
                    <a:pt x="29827" y="130958"/>
                  </a:lnTo>
                  <a:lnTo>
                    <a:pt x="30186" y="126403"/>
                  </a:lnTo>
                  <a:lnTo>
                    <a:pt x="30299" y="124951"/>
                  </a:lnTo>
                  <a:lnTo>
                    <a:pt x="27735" y="122751"/>
                  </a:lnTo>
                  <a:lnTo>
                    <a:pt x="27108" y="122213"/>
                  </a:lnTo>
                  <a:lnTo>
                    <a:pt x="26517" y="117647"/>
                  </a:lnTo>
                  <a:lnTo>
                    <a:pt x="23451" y="114258"/>
                  </a:lnTo>
                  <a:lnTo>
                    <a:pt x="22149" y="110962"/>
                  </a:lnTo>
                  <a:lnTo>
                    <a:pt x="21538" y="108232"/>
                  </a:lnTo>
                  <a:lnTo>
                    <a:pt x="19189" y="10649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0246" y="2282557"/>
              <a:ext cx="23651" cy="28661"/>
            </a:xfrm>
            <a:custGeom>
              <a:avLst/>
              <a:pathLst>
                <a:path w="23651" h="28661">
                  <a:moveTo>
                    <a:pt x="472" y="3553"/>
                  </a:moveTo>
                  <a:lnTo>
                    <a:pt x="8822" y="4760"/>
                  </a:lnTo>
                  <a:lnTo>
                    <a:pt x="11732" y="3918"/>
                  </a:lnTo>
                  <a:lnTo>
                    <a:pt x="15016" y="37"/>
                  </a:lnTo>
                  <a:lnTo>
                    <a:pt x="17198" y="0"/>
                  </a:lnTo>
                  <a:lnTo>
                    <a:pt x="21887" y="5092"/>
                  </a:lnTo>
                  <a:lnTo>
                    <a:pt x="23651" y="12281"/>
                  </a:lnTo>
                  <a:lnTo>
                    <a:pt x="19687" y="15716"/>
                  </a:lnTo>
                  <a:lnTo>
                    <a:pt x="20078" y="19240"/>
                  </a:lnTo>
                  <a:lnTo>
                    <a:pt x="18504" y="23083"/>
                  </a:lnTo>
                  <a:lnTo>
                    <a:pt x="16080" y="24376"/>
                  </a:lnTo>
                  <a:lnTo>
                    <a:pt x="15542" y="28661"/>
                  </a:lnTo>
                  <a:lnTo>
                    <a:pt x="11905" y="28423"/>
                  </a:lnTo>
                  <a:lnTo>
                    <a:pt x="9799" y="26035"/>
                  </a:lnTo>
                  <a:lnTo>
                    <a:pt x="4902" y="22942"/>
                  </a:lnTo>
                  <a:lnTo>
                    <a:pt x="1008" y="18107"/>
                  </a:lnTo>
                  <a:lnTo>
                    <a:pt x="0" y="109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144249" y="2269463"/>
              <a:ext cx="402608" cy="298545"/>
            </a:xfrm>
            <a:custGeom>
              <a:avLst/>
              <a:pathLst>
                <a:path w="402608" h="298545">
                  <a:moveTo>
                    <a:pt x="18344" y="16084"/>
                  </a:moveTo>
                  <a:lnTo>
                    <a:pt x="21924" y="16870"/>
                  </a:lnTo>
                  <a:lnTo>
                    <a:pt x="26146" y="21259"/>
                  </a:lnTo>
                  <a:lnTo>
                    <a:pt x="32421" y="28883"/>
                  </a:lnTo>
                  <a:lnTo>
                    <a:pt x="38182" y="32347"/>
                  </a:lnTo>
                  <a:lnTo>
                    <a:pt x="44215" y="38154"/>
                  </a:lnTo>
                  <a:lnTo>
                    <a:pt x="45751" y="41815"/>
                  </a:lnTo>
                  <a:lnTo>
                    <a:pt x="53568" y="45667"/>
                  </a:lnTo>
                  <a:lnTo>
                    <a:pt x="60911" y="47787"/>
                  </a:lnTo>
                  <a:lnTo>
                    <a:pt x="63623" y="48639"/>
                  </a:lnTo>
                  <a:lnTo>
                    <a:pt x="69215" y="51289"/>
                  </a:lnTo>
                  <a:lnTo>
                    <a:pt x="73865" y="54917"/>
                  </a:lnTo>
                  <a:lnTo>
                    <a:pt x="79783" y="57583"/>
                  </a:lnTo>
                  <a:lnTo>
                    <a:pt x="83533" y="58364"/>
                  </a:lnTo>
                  <a:lnTo>
                    <a:pt x="89400" y="55486"/>
                  </a:lnTo>
                  <a:lnTo>
                    <a:pt x="91951" y="60736"/>
                  </a:lnTo>
                  <a:lnTo>
                    <a:pt x="94285" y="63857"/>
                  </a:lnTo>
                  <a:lnTo>
                    <a:pt x="97276" y="64108"/>
                  </a:lnTo>
                  <a:lnTo>
                    <a:pt x="99244" y="63792"/>
                  </a:lnTo>
                  <a:lnTo>
                    <a:pt x="103548" y="63096"/>
                  </a:lnTo>
                  <a:lnTo>
                    <a:pt x="107267" y="63494"/>
                  </a:lnTo>
                  <a:lnTo>
                    <a:pt x="109383" y="67357"/>
                  </a:lnTo>
                  <a:lnTo>
                    <a:pt x="107296" y="73746"/>
                  </a:lnTo>
                  <a:lnTo>
                    <a:pt x="106370" y="76946"/>
                  </a:lnTo>
                  <a:lnTo>
                    <a:pt x="107668" y="81519"/>
                  </a:lnTo>
                  <a:lnTo>
                    <a:pt x="108539" y="81611"/>
                  </a:lnTo>
                  <a:lnTo>
                    <a:pt x="109432" y="81706"/>
                  </a:lnTo>
                  <a:lnTo>
                    <a:pt x="112092" y="80408"/>
                  </a:lnTo>
                  <a:lnTo>
                    <a:pt x="113758" y="79594"/>
                  </a:lnTo>
                  <a:lnTo>
                    <a:pt x="114588" y="77489"/>
                  </a:lnTo>
                  <a:lnTo>
                    <a:pt x="112216" y="74004"/>
                  </a:lnTo>
                  <a:lnTo>
                    <a:pt x="114409" y="68240"/>
                  </a:lnTo>
                  <a:lnTo>
                    <a:pt x="113879" y="63842"/>
                  </a:lnTo>
                  <a:lnTo>
                    <a:pt x="110754" y="60475"/>
                  </a:lnTo>
                  <a:lnTo>
                    <a:pt x="110242" y="54965"/>
                  </a:lnTo>
                  <a:lnTo>
                    <a:pt x="113666" y="51534"/>
                  </a:lnTo>
                  <a:lnTo>
                    <a:pt x="117756" y="44919"/>
                  </a:lnTo>
                  <a:lnTo>
                    <a:pt x="117924" y="44647"/>
                  </a:lnTo>
                  <a:lnTo>
                    <a:pt x="118118" y="39839"/>
                  </a:lnTo>
                  <a:lnTo>
                    <a:pt x="121169" y="36451"/>
                  </a:lnTo>
                  <a:lnTo>
                    <a:pt x="122831" y="32257"/>
                  </a:lnTo>
                  <a:lnTo>
                    <a:pt x="122716" y="27634"/>
                  </a:lnTo>
                  <a:lnTo>
                    <a:pt x="122567" y="21390"/>
                  </a:lnTo>
                  <a:lnTo>
                    <a:pt x="123588" y="16298"/>
                  </a:lnTo>
                  <a:lnTo>
                    <a:pt x="124084" y="12505"/>
                  </a:lnTo>
                  <a:lnTo>
                    <a:pt x="122154" y="8298"/>
                  </a:lnTo>
                  <a:lnTo>
                    <a:pt x="122143" y="3600"/>
                  </a:lnTo>
                  <a:lnTo>
                    <a:pt x="126543" y="0"/>
                  </a:lnTo>
                  <a:lnTo>
                    <a:pt x="150720" y="7127"/>
                  </a:lnTo>
                  <a:lnTo>
                    <a:pt x="158005" y="9272"/>
                  </a:lnTo>
                  <a:lnTo>
                    <a:pt x="174500" y="14387"/>
                  </a:lnTo>
                  <a:lnTo>
                    <a:pt x="191588" y="19010"/>
                  </a:lnTo>
                  <a:lnTo>
                    <a:pt x="204536" y="22479"/>
                  </a:lnTo>
                  <a:lnTo>
                    <a:pt x="217710" y="26152"/>
                  </a:lnTo>
                  <a:lnTo>
                    <a:pt x="224186" y="27938"/>
                  </a:lnTo>
                  <a:lnTo>
                    <a:pt x="240572" y="32281"/>
                  </a:lnTo>
                  <a:lnTo>
                    <a:pt x="258615" y="37122"/>
                  </a:lnTo>
                  <a:lnTo>
                    <a:pt x="284868" y="43780"/>
                  </a:lnTo>
                  <a:lnTo>
                    <a:pt x="300614" y="47719"/>
                  </a:lnTo>
                  <a:lnTo>
                    <a:pt x="314922" y="51233"/>
                  </a:lnTo>
                  <a:lnTo>
                    <a:pt x="345930" y="58651"/>
                  </a:lnTo>
                  <a:lnTo>
                    <a:pt x="355420" y="60867"/>
                  </a:lnTo>
                  <a:lnTo>
                    <a:pt x="374624" y="65246"/>
                  </a:lnTo>
                  <a:lnTo>
                    <a:pt x="383249" y="67237"/>
                  </a:lnTo>
                  <a:lnTo>
                    <a:pt x="391119" y="69034"/>
                  </a:lnTo>
                  <a:lnTo>
                    <a:pt x="402608" y="71621"/>
                  </a:lnTo>
                  <a:lnTo>
                    <a:pt x="400014" y="83060"/>
                  </a:lnTo>
                  <a:lnTo>
                    <a:pt x="396793" y="97293"/>
                  </a:lnTo>
                  <a:lnTo>
                    <a:pt x="392792" y="114853"/>
                  </a:lnTo>
                  <a:lnTo>
                    <a:pt x="387532" y="137149"/>
                  </a:lnTo>
                  <a:lnTo>
                    <a:pt x="386203" y="143112"/>
                  </a:lnTo>
                  <a:lnTo>
                    <a:pt x="385067" y="148218"/>
                  </a:lnTo>
                  <a:lnTo>
                    <a:pt x="381028" y="166400"/>
                  </a:lnTo>
                  <a:lnTo>
                    <a:pt x="374973" y="194149"/>
                  </a:lnTo>
                  <a:lnTo>
                    <a:pt x="373228" y="202173"/>
                  </a:lnTo>
                  <a:lnTo>
                    <a:pt x="371522" y="210030"/>
                  </a:lnTo>
                  <a:lnTo>
                    <a:pt x="371070" y="212094"/>
                  </a:lnTo>
                  <a:lnTo>
                    <a:pt x="361467" y="256099"/>
                  </a:lnTo>
                  <a:lnTo>
                    <a:pt x="360325" y="261355"/>
                  </a:lnTo>
                  <a:lnTo>
                    <a:pt x="359739" y="264823"/>
                  </a:lnTo>
                  <a:lnTo>
                    <a:pt x="359533" y="266045"/>
                  </a:lnTo>
                  <a:lnTo>
                    <a:pt x="357218" y="269981"/>
                  </a:lnTo>
                  <a:lnTo>
                    <a:pt x="359758" y="274503"/>
                  </a:lnTo>
                  <a:lnTo>
                    <a:pt x="360638" y="278618"/>
                  </a:lnTo>
                  <a:lnTo>
                    <a:pt x="359842" y="282663"/>
                  </a:lnTo>
                  <a:lnTo>
                    <a:pt x="361386" y="285259"/>
                  </a:lnTo>
                  <a:lnTo>
                    <a:pt x="360332" y="287272"/>
                  </a:lnTo>
                  <a:lnTo>
                    <a:pt x="357004" y="291082"/>
                  </a:lnTo>
                  <a:lnTo>
                    <a:pt x="358646" y="293317"/>
                  </a:lnTo>
                  <a:lnTo>
                    <a:pt x="358965" y="298545"/>
                  </a:lnTo>
                  <a:lnTo>
                    <a:pt x="336364" y="293551"/>
                  </a:lnTo>
                  <a:lnTo>
                    <a:pt x="329883" y="292020"/>
                  </a:lnTo>
                  <a:lnTo>
                    <a:pt x="323535" y="290509"/>
                  </a:lnTo>
                  <a:lnTo>
                    <a:pt x="317656" y="289101"/>
                  </a:lnTo>
                  <a:lnTo>
                    <a:pt x="304278" y="286037"/>
                  </a:lnTo>
                  <a:lnTo>
                    <a:pt x="303284" y="285807"/>
                  </a:lnTo>
                  <a:lnTo>
                    <a:pt x="284214" y="281353"/>
                  </a:lnTo>
                  <a:lnTo>
                    <a:pt x="268286" y="277564"/>
                  </a:lnTo>
                  <a:lnTo>
                    <a:pt x="252388" y="273830"/>
                  </a:lnTo>
                  <a:lnTo>
                    <a:pt x="247833" y="275994"/>
                  </a:lnTo>
                  <a:lnTo>
                    <a:pt x="244048" y="277105"/>
                  </a:lnTo>
                  <a:lnTo>
                    <a:pt x="237453" y="274927"/>
                  </a:lnTo>
                  <a:lnTo>
                    <a:pt x="231615" y="274939"/>
                  </a:lnTo>
                  <a:lnTo>
                    <a:pt x="227986" y="274704"/>
                  </a:lnTo>
                  <a:lnTo>
                    <a:pt x="225002" y="274509"/>
                  </a:lnTo>
                  <a:lnTo>
                    <a:pt x="221064" y="272004"/>
                  </a:lnTo>
                  <a:lnTo>
                    <a:pt x="219470" y="272072"/>
                  </a:lnTo>
                  <a:lnTo>
                    <a:pt x="214745" y="275867"/>
                  </a:lnTo>
                  <a:lnTo>
                    <a:pt x="207761" y="274844"/>
                  </a:lnTo>
                  <a:lnTo>
                    <a:pt x="204227" y="274686"/>
                  </a:lnTo>
                  <a:lnTo>
                    <a:pt x="198962" y="274445"/>
                  </a:lnTo>
                  <a:lnTo>
                    <a:pt x="196991" y="274949"/>
                  </a:lnTo>
                  <a:lnTo>
                    <a:pt x="192864" y="276001"/>
                  </a:lnTo>
                  <a:lnTo>
                    <a:pt x="188984" y="275957"/>
                  </a:lnTo>
                  <a:lnTo>
                    <a:pt x="184522" y="278561"/>
                  </a:lnTo>
                  <a:lnTo>
                    <a:pt x="180768" y="277961"/>
                  </a:lnTo>
                  <a:lnTo>
                    <a:pt x="174097" y="277974"/>
                  </a:lnTo>
                  <a:lnTo>
                    <a:pt x="169772" y="276787"/>
                  </a:lnTo>
                  <a:lnTo>
                    <a:pt x="168887" y="276543"/>
                  </a:lnTo>
                  <a:lnTo>
                    <a:pt x="165421" y="271922"/>
                  </a:lnTo>
                  <a:lnTo>
                    <a:pt x="163165" y="271381"/>
                  </a:lnTo>
                  <a:lnTo>
                    <a:pt x="162077" y="271864"/>
                  </a:lnTo>
                  <a:lnTo>
                    <a:pt x="159792" y="272879"/>
                  </a:lnTo>
                  <a:lnTo>
                    <a:pt x="150403" y="273911"/>
                  </a:lnTo>
                  <a:lnTo>
                    <a:pt x="147793" y="275495"/>
                  </a:lnTo>
                  <a:lnTo>
                    <a:pt x="146954" y="274860"/>
                  </a:lnTo>
                  <a:lnTo>
                    <a:pt x="145581" y="273822"/>
                  </a:lnTo>
                  <a:lnTo>
                    <a:pt x="138194" y="272510"/>
                  </a:lnTo>
                  <a:lnTo>
                    <a:pt x="135650" y="274364"/>
                  </a:lnTo>
                  <a:lnTo>
                    <a:pt x="132300" y="274223"/>
                  </a:lnTo>
                  <a:lnTo>
                    <a:pt x="131966" y="268951"/>
                  </a:lnTo>
                  <a:lnTo>
                    <a:pt x="126410" y="264734"/>
                  </a:lnTo>
                  <a:lnTo>
                    <a:pt x="121804" y="264344"/>
                  </a:lnTo>
                  <a:lnTo>
                    <a:pt x="121034" y="263724"/>
                  </a:lnTo>
                  <a:lnTo>
                    <a:pt x="117285" y="260705"/>
                  </a:lnTo>
                  <a:lnTo>
                    <a:pt x="116876" y="260375"/>
                  </a:lnTo>
                  <a:lnTo>
                    <a:pt x="109536" y="260052"/>
                  </a:lnTo>
                  <a:lnTo>
                    <a:pt x="105905" y="259921"/>
                  </a:lnTo>
                  <a:lnTo>
                    <a:pt x="102282" y="257885"/>
                  </a:lnTo>
                  <a:lnTo>
                    <a:pt x="99155" y="258085"/>
                  </a:lnTo>
                  <a:lnTo>
                    <a:pt x="96790" y="259926"/>
                  </a:lnTo>
                  <a:lnTo>
                    <a:pt x="95464" y="260165"/>
                  </a:lnTo>
                  <a:lnTo>
                    <a:pt x="93836" y="260459"/>
                  </a:lnTo>
                  <a:lnTo>
                    <a:pt x="90588" y="261866"/>
                  </a:lnTo>
                  <a:lnTo>
                    <a:pt x="84913" y="262854"/>
                  </a:lnTo>
                  <a:lnTo>
                    <a:pt x="80606" y="262091"/>
                  </a:lnTo>
                  <a:lnTo>
                    <a:pt x="76683" y="263190"/>
                  </a:lnTo>
                  <a:lnTo>
                    <a:pt x="75879" y="263415"/>
                  </a:lnTo>
                  <a:lnTo>
                    <a:pt x="72447" y="262113"/>
                  </a:lnTo>
                  <a:lnTo>
                    <a:pt x="70544" y="259338"/>
                  </a:lnTo>
                  <a:lnTo>
                    <a:pt x="67307" y="259395"/>
                  </a:lnTo>
                  <a:lnTo>
                    <a:pt x="64995" y="257140"/>
                  </a:lnTo>
                  <a:lnTo>
                    <a:pt x="57839" y="252925"/>
                  </a:lnTo>
                  <a:lnTo>
                    <a:pt x="53787" y="248968"/>
                  </a:lnTo>
                  <a:lnTo>
                    <a:pt x="53249" y="247337"/>
                  </a:lnTo>
                  <a:lnTo>
                    <a:pt x="52719" y="245731"/>
                  </a:lnTo>
                  <a:lnTo>
                    <a:pt x="54164" y="242274"/>
                  </a:lnTo>
                  <a:lnTo>
                    <a:pt x="55078" y="240087"/>
                  </a:lnTo>
                  <a:lnTo>
                    <a:pt x="54444" y="235806"/>
                  </a:lnTo>
                  <a:lnTo>
                    <a:pt x="55710" y="232878"/>
                  </a:lnTo>
                  <a:lnTo>
                    <a:pt x="56226" y="231686"/>
                  </a:lnTo>
                  <a:lnTo>
                    <a:pt x="55860" y="227952"/>
                  </a:lnTo>
                  <a:lnTo>
                    <a:pt x="56778" y="224336"/>
                  </a:lnTo>
                  <a:lnTo>
                    <a:pt x="55810" y="219741"/>
                  </a:lnTo>
                  <a:lnTo>
                    <a:pt x="54898" y="213890"/>
                  </a:lnTo>
                  <a:lnTo>
                    <a:pt x="52409" y="211450"/>
                  </a:lnTo>
                  <a:lnTo>
                    <a:pt x="50952" y="208678"/>
                  </a:lnTo>
                  <a:lnTo>
                    <a:pt x="46467" y="203187"/>
                  </a:lnTo>
                  <a:lnTo>
                    <a:pt x="44012" y="202150"/>
                  </a:lnTo>
                  <a:lnTo>
                    <a:pt x="41304" y="202777"/>
                  </a:lnTo>
                  <a:lnTo>
                    <a:pt x="37325" y="203694"/>
                  </a:lnTo>
                  <a:lnTo>
                    <a:pt x="33159" y="202318"/>
                  </a:lnTo>
                  <a:lnTo>
                    <a:pt x="32776" y="202192"/>
                  </a:lnTo>
                  <a:lnTo>
                    <a:pt x="30583" y="198661"/>
                  </a:lnTo>
                  <a:lnTo>
                    <a:pt x="31804" y="195194"/>
                  </a:lnTo>
                  <a:lnTo>
                    <a:pt x="30087" y="191456"/>
                  </a:lnTo>
                  <a:lnTo>
                    <a:pt x="26458" y="191155"/>
                  </a:lnTo>
                  <a:lnTo>
                    <a:pt x="20535" y="188711"/>
                  </a:lnTo>
                  <a:lnTo>
                    <a:pt x="19840" y="185386"/>
                  </a:lnTo>
                  <a:lnTo>
                    <a:pt x="18168" y="185998"/>
                  </a:lnTo>
                  <a:lnTo>
                    <a:pt x="16218" y="186711"/>
                  </a:lnTo>
                  <a:lnTo>
                    <a:pt x="14083" y="185360"/>
                  </a:lnTo>
                  <a:lnTo>
                    <a:pt x="9621" y="187520"/>
                  </a:lnTo>
                  <a:lnTo>
                    <a:pt x="8062" y="186573"/>
                  </a:lnTo>
                  <a:lnTo>
                    <a:pt x="6530" y="183543"/>
                  </a:lnTo>
                  <a:lnTo>
                    <a:pt x="6105" y="182244"/>
                  </a:lnTo>
                  <a:lnTo>
                    <a:pt x="0" y="182288"/>
                  </a:lnTo>
                  <a:lnTo>
                    <a:pt x="2168" y="178134"/>
                  </a:lnTo>
                  <a:lnTo>
                    <a:pt x="6365" y="165963"/>
                  </a:lnTo>
                  <a:lnTo>
                    <a:pt x="8899" y="155630"/>
                  </a:lnTo>
                  <a:lnTo>
                    <a:pt x="14432" y="156903"/>
                  </a:lnTo>
                  <a:lnTo>
                    <a:pt x="17118" y="154798"/>
                  </a:lnTo>
                  <a:lnTo>
                    <a:pt x="15493" y="150947"/>
                  </a:lnTo>
                  <a:lnTo>
                    <a:pt x="10738" y="147750"/>
                  </a:lnTo>
                  <a:lnTo>
                    <a:pt x="11319" y="143143"/>
                  </a:lnTo>
                  <a:lnTo>
                    <a:pt x="11483" y="141851"/>
                  </a:lnTo>
                  <a:lnTo>
                    <a:pt x="11851" y="134274"/>
                  </a:lnTo>
                  <a:lnTo>
                    <a:pt x="10270" y="132085"/>
                  </a:lnTo>
                  <a:lnTo>
                    <a:pt x="12393" y="127229"/>
                  </a:lnTo>
                  <a:lnTo>
                    <a:pt x="15235" y="114879"/>
                  </a:lnTo>
                  <a:lnTo>
                    <a:pt x="15251" y="113574"/>
                  </a:lnTo>
                  <a:lnTo>
                    <a:pt x="15912" y="104592"/>
                  </a:lnTo>
                  <a:lnTo>
                    <a:pt x="13452" y="98267"/>
                  </a:lnTo>
                  <a:lnTo>
                    <a:pt x="15965" y="84619"/>
                  </a:lnTo>
                  <a:lnTo>
                    <a:pt x="16138" y="83687"/>
                  </a:lnTo>
                  <a:lnTo>
                    <a:pt x="16843" y="72095"/>
                  </a:lnTo>
                  <a:lnTo>
                    <a:pt x="15749" y="65592"/>
                  </a:lnTo>
                  <a:lnTo>
                    <a:pt x="14114" y="59370"/>
                  </a:lnTo>
                  <a:lnTo>
                    <a:pt x="11620" y="55018"/>
                  </a:lnTo>
                  <a:lnTo>
                    <a:pt x="11198" y="54280"/>
                  </a:lnTo>
                  <a:lnTo>
                    <a:pt x="10766" y="47921"/>
                  </a:lnTo>
                  <a:lnTo>
                    <a:pt x="12176" y="41478"/>
                  </a:lnTo>
                  <a:lnTo>
                    <a:pt x="13281" y="37817"/>
                  </a:lnTo>
                  <a:lnTo>
                    <a:pt x="12929" y="33266"/>
                  </a:lnTo>
                  <a:lnTo>
                    <a:pt x="16033" y="28861"/>
                  </a:lnTo>
                  <a:lnTo>
                    <a:pt x="18888" y="2355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141701" y="3981654"/>
              <a:ext cx="13169" cy="12317"/>
            </a:xfrm>
            <a:custGeom>
              <a:avLst/>
              <a:pathLst>
                <a:path w="13169" h="12317">
                  <a:moveTo>
                    <a:pt x="0" y="4"/>
                  </a:moveTo>
                  <a:lnTo>
                    <a:pt x="5345" y="0"/>
                  </a:lnTo>
                  <a:lnTo>
                    <a:pt x="9854" y="5615"/>
                  </a:lnTo>
                  <a:lnTo>
                    <a:pt x="13169" y="9757"/>
                  </a:lnTo>
                  <a:lnTo>
                    <a:pt x="10763" y="12317"/>
                  </a:lnTo>
                  <a:lnTo>
                    <a:pt x="8664" y="10616"/>
                  </a:lnTo>
                  <a:lnTo>
                    <a:pt x="4472" y="9333"/>
                  </a:lnTo>
                  <a:lnTo>
                    <a:pt x="4146" y="6673"/>
                  </a:lnTo>
                  <a:lnTo>
                    <a:pt x="1066" y="21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134461" y="4006046"/>
              <a:ext cx="11463" cy="15078"/>
            </a:xfrm>
            <a:custGeom>
              <a:avLst/>
              <a:pathLst>
                <a:path w="11463" h="15078">
                  <a:moveTo>
                    <a:pt x="2450" y="0"/>
                  </a:moveTo>
                  <a:lnTo>
                    <a:pt x="4388" y="3679"/>
                  </a:lnTo>
                  <a:lnTo>
                    <a:pt x="7855" y="9493"/>
                  </a:lnTo>
                  <a:lnTo>
                    <a:pt x="11463" y="14622"/>
                  </a:lnTo>
                  <a:lnTo>
                    <a:pt x="7817" y="15078"/>
                  </a:lnTo>
                  <a:lnTo>
                    <a:pt x="5353" y="11937"/>
                  </a:lnTo>
                  <a:lnTo>
                    <a:pt x="1888" y="6028"/>
                  </a:lnTo>
                  <a:lnTo>
                    <a:pt x="0" y="56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093379" y="3980831"/>
              <a:ext cx="6966" cy="5691"/>
            </a:xfrm>
            <a:custGeom>
              <a:avLst/>
              <a:pathLst>
                <a:path w="6966" h="5691">
                  <a:moveTo>
                    <a:pt x="0" y="861"/>
                  </a:moveTo>
                  <a:lnTo>
                    <a:pt x="3541" y="0"/>
                  </a:lnTo>
                  <a:lnTo>
                    <a:pt x="6966" y="3246"/>
                  </a:lnTo>
                  <a:lnTo>
                    <a:pt x="6415" y="5358"/>
                  </a:lnTo>
                  <a:lnTo>
                    <a:pt x="4618" y="5691"/>
                  </a:lnTo>
                  <a:lnTo>
                    <a:pt x="1021" y="37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086919" y="3933841"/>
              <a:ext cx="25510" cy="9466"/>
            </a:xfrm>
            <a:custGeom>
              <a:avLst/>
              <a:pathLst>
                <a:path w="25510" h="9466">
                  <a:moveTo>
                    <a:pt x="0" y="72"/>
                  </a:moveTo>
                  <a:lnTo>
                    <a:pt x="2885" y="0"/>
                  </a:lnTo>
                  <a:lnTo>
                    <a:pt x="8083" y="2552"/>
                  </a:lnTo>
                  <a:lnTo>
                    <a:pt x="16145" y="4226"/>
                  </a:lnTo>
                  <a:lnTo>
                    <a:pt x="20604" y="5248"/>
                  </a:lnTo>
                  <a:lnTo>
                    <a:pt x="21909" y="5546"/>
                  </a:lnTo>
                  <a:lnTo>
                    <a:pt x="25510" y="6591"/>
                  </a:lnTo>
                  <a:lnTo>
                    <a:pt x="24975" y="9442"/>
                  </a:lnTo>
                  <a:lnTo>
                    <a:pt x="23581" y="9466"/>
                  </a:lnTo>
                  <a:lnTo>
                    <a:pt x="19138" y="8309"/>
                  </a:lnTo>
                  <a:lnTo>
                    <a:pt x="16054" y="7502"/>
                  </a:lnTo>
                  <a:lnTo>
                    <a:pt x="10883" y="6982"/>
                  </a:lnTo>
                  <a:lnTo>
                    <a:pt x="7860" y="7821"/>
                  </a:lnTo>
                  <a:lnTo>
                    <a:pt x="4432" y="6802"/>
                  </a:lnTo>
                  <a:lnTo>
                    <a:pt x="1049" y="4953"/>
                  </a:lnTo>
                  <a:lnTo>
                    <a:pt x="1402" y="247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061646" y="3927777"/>
              <a:ext cx="21219" cy="13002"/>
            </a:xfrm>
            <a:custGeom>
              <a:avLst/>
              <a:pathLst>
                <a:path w="21219" h="13002">
                  <a:moveTo>
                    <a:pt x="4568" y="0"/>
                  </a:moveTo>
                  <a:lnTo>
                    <a:pt x="10150" y="2523"/>
                  </a:lnTo>
                  <a:lnTo>
                    <a:pt x="14707" y="5486"/>
                  </a:lnTo>
                  <a:lnTo>
                    <a:pt x="18589" y="5741"/>
                  </a:lnTo>
                  <a:lnTo>
                    <a:pt x="21219" y="9573"/>
                  </a:lnTo>
                  <a:lnTo>
                    <a:pt x="21211" y="12033"/>
                  </a:lnTo>
                  <a:lnTo>
                    <a:pt x="17348" y="12753"/>
                  </a:lnTo>
                  <a:lnTo>
                    <a:pt x="13773" y="13002"/>
                  </a:lnTo>
                  <a:lnTo>
                    <a:pt x="11511" y="10532"/>
                  </a:lnTo>
                  <a:lnTo>
                    <a:pt x="10889" y="8662"/>
                  </a:lnTo>
                  <a:lnTo>
                    <a:pt x="3684" y="4816"/>
                  </a:lnTo>
                  <a:lnTo>
                    <a:pt x="0" y="174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978367" y="3436559"/>
              <a:ext cx="380703" cy="624096"/>
            </a:xfrm>
            <a:custGeom>
              <a:avLst/>
              <a:pathLst>
                <a:path w="380703" h="624096">
                  <a:moveTo>
                    <a:pt x="2966" y="81158"/>
                  </a:moveTo>
                  <a:lnTo>
                    <a:pt x="9021" y="73617"/>
                  </a:lnTo>
                  <a:lnTo>
                    <a:pt x="17147" y="64928"/>
                  </a:lnTo>
                  <a:lnTo>
                    <a:pt x="21914" y="57533"/>
                  </a:lnTo>
                  <a:lnTo>
                    <a:pt x="22570" y="54132"/>
                  </a:lnTo>
                  <a:lnTo>
                    <a:pt x="22000" y="51605"/>
                  </a:lnTo>
                  <a:lnTo>
                    <a:pt x="22445" y="48607"/>
                  </a:lnTo>
                  <a:lnTo>
                    <a:pt x="24969" y="46277"/>
                  </a:lnTo>
                  <a:lnTo>
                    <a:pt x="27802" y="41188"/>
                  </a:lnTo>
                  <a:lnTo>
                    <a:pt x="31459" y="33070"/>
                  </a:lnTo>
                  <a:lnTo>
                    <a:pt x="31687" y="31610"/>
                  </a:lnTo>
                  <a:lnTo>
                    <a:pt x="32441" y="26790"/>
                  </a:lnTo>
                  <a:lnTo>
                    <a:pt x="32371" y="21834"/>
                  </a:lnTo>
                  <a:lnTo>
                    <a:pt x="32564" y="16998"/>
                  </a:lnTo>
                  <a:lnTo>
                    <a:pt x="32444" y="15773"/>
                  </a:lnTo>
                  <a:lnTo>
                    <a:pt x="31066" y="14905"/>
                  </a:lnTo>
                  <a:lnTo>
                    <a:pt x="29792" y="11087"/>
                  </a:lnTo>
                  <a:lnTo>
                    <a:pt x="31713" y="8385"/>
                  </a:lnTo>
                  <a:lnTo>
                    <a:pt x="33921" y="3312"/>
                  </a:lnTo>
                  <a:lnTo>
                    <a:pt x="34533" y="0"/>
                  </a:lnTo>
                  <a:lnTo>
                    <a:pt x="43022" y="2758"/>
                  </a:lnTo>
                  <a:lnTo>
                    <a:pt x="50281" y="5007"/>
                  </a:lnTo>
                  <a:lnTo>
                    <a:pt x="56973" y="7065"/>
                  </a:lnTo>
                  <a:lnTo>
                    <a:pt x="62639" y="8526"/>
                  </a:lnTo>
                  <a:lnTo>
                    <a:pt x="66106" y="9414"/>
                  </a:lnTo>
                  <a:lnTo>
                    <a:pt x="69612" y="10613"/>
                  </a:lnTo>
                  <a:lnTo>
                    <a:pt x="74446" y="11693"/>
                  </a:lnTo>
                  <a:lnTo>
                    <a:pt x="77973" y="12476"/>
                  </a:lnTo>
                  <a:lnTo>
                    <a:pt x="81976" y="14029"/>
                  </a:lnTo>
                  <a:lnTo>
                    <a:pt x="91981" y="16886"/>
                  </a:lnTo>
                  <a:lnTo>
                    <a:pt x="104242" y="20152"/>
                  </a:lnTo>
                  <a:lnTo>
                    <a:pt x="112873" y="22649"/>
                  </a:lnTo>
                  <a:lnTo>
                    <a:pt x="120510" y="24921"/>
                  </a:lnTo>
                  <a:lnTo>
                    <a:pt x="130911" y="27982"/>
                  </a:lnTo>
                  <a:lnTo>
                    <a:pt x="137889" y="30069"/>
                  </a:lnTo>
                  <a:lnTo>
                    <a:pt x="147179" y="32796"/>
                  </a:lnTo>
                  <a:lnTo>
                    <a:pt x="147503" y="32890"/>
                  </a:lnTo>
                  <a:lnTo>
                    <a:pt x="155244" y="34951"/>
                  </a:lnTo>
                  <a:lnTo>
                    <a:pt x="164048" y="37559"/>
                  </a:lnTo>
                  <a:lnTo>
                    <a:pt x="170431" y="39240"/>
                  </a:lnTo>
                  <a:lnTo>
                    <a:pt x="178152" y="41254"/>
                  </a:lnTo>
                  <a:lnTo>
                    <a:pt x="186020" y="43293"/>
                  </a:lnTo>
                  <a:lnTo>
                    <a:pt x="199193" y="46622"/>
                  </a:lnTo>
                  <a:lnTo>
                    <a:pt x="206713" y="48528"/>
                  </a:lnTo>
                  <a:lnTo>
                    <a:pt x="205083" y="55274"/>
                  </a:lnTo>
                  <a:lnTo>
                    <a:pt x="201653" y="69727"/>
                  </a:lnTo>
                  <a:lnTo>
                    <a:pt x="195722" y="94233"/>
                  </a:lnTo>
                  <a:lnTo>
                    <a:pt x="191481" y="112181"/>
                  </a:lnTo>
                  <a:lnTo>
                    <a:pt x="189614" y="120374"/>
                  </a:lnTo>
                  <a:lnTo>
                    <a:pt x="184346" y="142941"/>
                  </a:lnTo>
                  <a:lnTo>
                    <a:pt x="181719" y="153926"/>
                  </a:lnTo>
                  <a:lnTo>
                    <a:pt x="179450" y="163505"/>
                  </a:lnTo>
                  <a:lnTo>
                    <a:pt x="176262" y="176691"/>
                  </a:lnTo>
                  <a:lnTo>
                    <a:pt x="173769" y="187030"/>
                  </a:lnTo>
                  <a:lnTo>
                    <a:pt x="172482" y="192310"/>
                  </a:lnTo>
                  <a:lnTo>
                    <a:pt x="170720" y="199547"/>
                  </a:lnTo>
                  <a:lnTo>
                    <a:pt x="170374" y="200966"/>
                  </a:lnTo>
                  <a:lnTo>
                    <a:pt x="168807" y="208075"/>
                  </a:lnTo>
                  <a:lnTo>
                    <a:pt x="168147" y="211071"/>
                  </a:lnTo>
                  <a:lnTo>
                    <a:pt x="167585" y="213629"/>
                  </a:lnTo>
                  <a:lnTo>
                    <a:pt x="166740" y="217472"/>
                  </a:lnTo>
                  <a:lnTo>
                    <a:pt x="170061" y="222248"/>
                  </a:lnTo>
                  <a:lnTo>
                    <a:pt x="181069" y="238067"/>
                  </a:lnTo>
                  <a:lnTo>
                    <a:pt x="189936" y="250779"/>
                  </a:lnTo>
                  <a:lnTo>
                    <a:pt x="191721" y="253323"/>
                  </a:lnTo>
                  <a:lnTo>
                    <a:pt x="196040" y="259494"/>
                  </a:lnTo>
                  <a:lnTo>
                    <a:pt x="203292" y="269786"/>
                  </a:lnTo>
                  <a:lnTo>
                    <a:pt x="219178" y="292441"/>
                  </a:lnTo>
                  <a:lnTo>
                    <a:pt x="221774" y="296161"/>
                  </a:lnTo>
                  <a:lnTo>
                    <a:pt x="236325" y="316812"/>
                  </a:lnTo>
                  <a:lnTo>
                    <a:pt x="243143" y="326454"/>
                  </a:lnTo>
                  <a:lnTo>
                    <a:pt x="248698" y="334257"/>
                  </a:lnTo>
                  <a:lnTo>
                    <a:pt x="264619" y="356741"/>
                  </a:lnTo>
                  <a:lnTo>
                    <a:pt x="267520" y="360834"/>
                  </a:lnTo>
                  <a:lnTo>
                    <a:pt x="273615" y="369388"/>
                  </a:lnTo>
                  <a:lnTo>
                    <a:pt x="292691" y="396164"/>
                  </a:lnTo>
                  <a:lnTo>
                    <a:pt x="296899" y="402095"/>
                  </a:lnTo>
                  <a:lnTo>
                    <a:pt x="307543" y="416934"/>
                  </a:lnTo>
                  <a:lnTo>
                    <a:pt x="315148" y="427562"/>
                  </a:lnTo>
                  <a:lnTo>
                    <a:pt x="316931" y="430042"/>
                  </a:lnTo>
                  <a:lnTo>
                    <a:pt x="324510" y="440535"/>
                  </a:lnTo>
                  <a:lnTo>
                    <a:pt x="333834" y="453529"/>
                  </a:lnTo>
                  <a:lnTo>
                    <a:pt x="337721" y="458902"/>
                  </a:lnTo>
                  <a:lnTo>
                    <a:pt x="343274" y="466605"/>
                  </a:lnTo>
                  <a:lnTo>
                    <a:pt x="347786" y="472821"/>
                  </a:lnTo>
                  <a:lnTo>
                    <a:pt x="351503" y="477987"/>
                  </a:lnTo>
                  <a:lnTo>
                    <a:pt x="357114" y="485751"/>
                  </a:lnTo>
                  <a:lnTo>
                    <a:pt x="363798" y="494994"/>
                  </a:lnTo>
                  <a:lnTo>
                    <a:pt x="363442" y="498371"/>
                  </a:lnTo>
                  <a:lnTo>
                    <a:pt x="362597" y="502324"/>
                  </a:lnTo>
                  <a:lnTo>
                    <a:pt x="364782" y="506073"/>
                  </a:lnTo>
                  <a:lnTo>
                    <a:pt x="367965" y="511914"/>
                  </a:lnTo>
                  <a:lnTo>
                    <a:pt x="368868" y="514037"/>
                  </a:lnTo>
                  <a:lnTo>
                    <a:pt x="369897" y="520670"/>
                  </a:lnTo>
                  <a:lnTo>
                    <a:pt x="371400" y="524679"/>
                  </a:lnTo>
                  <a:lnTo>
                    <a:pt x="370791" y="528437"/>
                  </a:lnTo>
                  <a:lnTo>
                    <a:pt x="372826" y="528806"/>
                  </a:lnTo>
                  <a:lnTo>
                    <a:pt x="375734" y="532148"/>
                  </a:lnTo>
                  <a:lnTo>
                    <a:pt x="379540" y="536084"/>
                  </a:lnTo>
                  <a:lnTo>
                    <a:pt x="380703" y="538561"/>
                  </a:lnTo>
                  <a:lnTo>
                    <a:pt x="380684" y="538721"/>
                  </a:lnTo>
                  <a:lnTo>
                    <a:pt x="380393" y="541215"/>
                  </a:lnTo>
                  <a:lnTo>
                    <a:pt x="378391" y="542018"/>
                  </a:lnTo>
                  <a:lnTo>
                    <a:pt x="375504" y="544624"/>
                  </a:lnTo>
                  <a:lnTo>
                    <a:pt x="372361" y="545268"/>
                  </a:lnTo>
                  <a:lnTo>
                    <a:pt x="369481" y="546659"/>
                  </a:lnTo>
                  <a:lnTo>
                    <a:pt x="366556" y="547495"/>
                  </a:lnTo>
                  <a:lnTo>
                    <a:pt x="365353" y="548382"/>
                  </a:lnTo>
                  <a:lnTo>
                    <a:pt x="365135" y="549154"/>
                  </a:lnTo>
                  <a:lnTo>
                    <a:pt x="364562" y="551176"/>
                  </a:lnTo>
                  <a:lnTo>
                    <a:pt x="363376" y="552819"/>
                  </a:lnTo>
                  <a:lnTo>
                    <a:pt x="360325" y="555427"/>
                  </a:lnTo>
                  <a:lnTo>
                    <a:pt x="358874" y="556855"/>
                  </a:lnTo>
                  <a:lnTo>
                    <a:pt x="359869" y="558654"/>
                  </a:lnTo>
                  <a:lnTo>
                    <a:pt x="359695" y="560747"/>
                  </a:lnTo>
                  <a:lnTo>
                    <a:pt x="358676" y="562702"/>
                  </a:lnTo>
                  <a:lnTo>
                    <a:pt x="358824" y="566657"/>
                  </a:lnTo>
                  <a:lnTo>
                    <a:pt x="358856" y="569074"/>
                  </a:lnTo>
                  <a:lnTo>
                    <a:pt x="358229" y="570492"/>
                  </a:lnTo>
                  <a:lnTo>
                    <a:pt x="356999" y="572114"/>
                  </a:lnTo>
                  <a:lnTo>
                    <a:pt x="356330" y="575205"/>
                  </a:lnTo>
                  <a:lnTo>
                    <a:pt x="356073" y="578337"/>
                  </a:lnTo>
                  <a:lnTo>
                    <a:pt x="352089" y="581240"/>
                  </a:lnTo>
                  <a:lnTo>
                    <a:pt x="350077" y="584224"/>
                  </a:lnTo>
                  <a:lnTo>
                    <a:pt x="349696" y="584789"/>
                  </a:lnTo>
                  <a:lnTo>
                    <a:pt x="347819" y="584719"/>
                  </a:lnTo>
                  <a:lnTo>
                    <a:pt x="345264" y="585046"/>
                  </a:lnTo>
                  <a:lnTo>
                    <a:pt x="345865" y="586810"/>
                  </a:lnTo>
                  <a:lnTo>
                    <a:pt x="345368" y="589830"/>
                  </a:lnTo>
                  <a:lnTo>
                    <a:pt x="344330" y="591711"/>
                  </a:lnTo>
                  <a:lnTo>
                    <a:pt x="346363" y="593963"/>
                  </a:lnTo>
                  <a:lnTo>
                    <a:pt x="345970" y="595371"/>
                  </a:lnTo>
                  <a:lnTo>
                    <a:pt x="345290" y="599384"/>
                  </a:lnTo>
                  <a:lnTo>
                    <a:pt x="343538" y="602240"/>
                  </a:lnTo>
                  <a:lnTo>
                    <a:pt x="344635" y="606363"/>
                  </a:lnTo>
                  <a:lnTo>
                    <a:pt x="346602" y="607110"/>
                  </a:lnTo>
                  <a:lnTo>
                    <a:pt x="349184" y="607238"/>
                  </a:lnTo>
                  <a:lnTo>
                    <a:pt x="351832" y="608386"/>
                  </a:lnTo>
                  <a:lnTo>
                    <a:pt x="352115" y="608508"/>
                  </a:lnTo>
                  <a:lnTo>
                    <a:pt x="353105" y="611677"/>
                  </a:lnTo>
                  <a:lnTo>
                    <a:pt x="352911" y="614468"/>
                  </a:lnTo>
                  <a:lnTo>
                    <a:pt x="353370" y="615815"/>
                  </a:lnTo>
                  <a:lnTo>
                    <a:pt x="352604" y="618992"/>
                  </a:lnTo>
                  <a:lnTo>
                    <a:pt x="349062" y="622036"/>
                  </a:lnTo>
                  <a:lnTo>
                    <a:pt x="348588" y="622402"/>
                  </a:lnTo>
                  <a:lnTo>
                    <a:pt x="346896" y="623708"/>
                  </a:lnTo>
                  <a:lnTo>
                    <a:pt x="344687" y="623683"/>
                  </a:lnTo>
                  <a:lnTo>
                    <a:pt x="342148" y="623653"/>
                  </a:lnTo>
                  <a:lnTo>
                    <a:pt x="340382" y="622916"/>
                  </a:lnTo>
                  <a:lnTo>
                    <a:pt x="339518" y="624096"/>
                  </a:lnTo>
                  <a:lnTo>
                    <a:pt x="325894" y="622805"/>
                  </a:lnTo>
                  <a:lnTo>
                    <a:pt x="303392" y="620633"/>
                  </a:lnTo>
                  <a:lnTo>
                    <a:pt x="275202" y="617905"/>
                  </a:lnTo>
                  <a:lnTo>
                    <a:pt x="272312" y="617632"/>
                  </a:lnTo>
                  <a:lnTo>
                    <a:pt x="251238" y="615573"/>
                  </a:lnTo>
                  <a:lnTo>
                    <a:pt x="247042" y="615182"/>
                  </a:lnTo>
                  <a:lnTo>
                    <a:pt x="236075" y="614076"/>
                  </a:lnTo>
                  <a:lnTo>
                    <a:pt x="235881" y="614056"/>
                  </a:lnTo>
                  <a:lnTo>
                    <a:pt x="222885" y="612788"/>
                  </a:lnTo>
                  <a:lnTo>
                    <a:pt x="223063" y="609804"/>
                  </a:lnTo>
                  <a:lnTo>
                    <a:pt x="223178" y="607880"/>
                  </a:lnTo>
                  <a:lnTo>
                    <a:pt x="222185" y="604552"/>
                  </a:lnTo>
                  <a:lnTo>
                    <a:pt x="221030" y="603323"/>
                  </a:lnTo>
                  <a:lnTo>
                    <a:pt x="218486" y="603945"/>
                  </a:lnTo>
                  <a:lnTo>
                    <a:pt x="218367" y="602116"/>
                  </a:lnTo>
                  <a:lnTo>
                    <a:pt x="219264" y="597196"/>
                  </a:lnTo>
                  <a:lnTo>
                    <a:pt x="218390" y="594941"/>
                  </a:lnTo>
                  <a:lnTo>
                    <a:pt x="218511" y="593950"/>
                  </a:lnTo>
                  <a:lnTo>
                    <a:pt x="219027" y="593357"/>
                  </a:lnTo>
                  <a:lnTo>
                    <a:pt x="219526" y="593583"/>
                  </a:lnTo>
                  <a:lnTo>
                    <a:pt x="219949" y="593077"/>
                  </a:lnTo>
                  <a:lnTo>
                    <a:pt x="220446" y="590788"/>
                  </a:lnTo>
                  <a:lnTo>
                    <a:pt x="220412" y="588466"/>
                  </a:lnTo>
                  <a:lnTo>
                    <a:pt x="220351" y="584174"/>
                  </a:lnTo>
                  <a:lnTo>
                    <a:pt x="219553" y="579238"/>
                  </a:lnTo>
                  <a:lnTo>
                    <a:pt x="218091" y="574529"/>
                  </a:lnTo>
                  <a:lnTo>
                    <a:pt x="215211" y="568042"/>
                  </a:lnTo>
                  <a:lnTo>
                    <a:pt x="211411" y="561539"/>
                  </a:lnTo>
                  <a:lnTo>
                    <a:pt x="209353" y="559841"/>
                  </a:lnTo>
                  <a:lnTo>
                    <a:pt x="207595" y="556304"/>
                  </a:lnTo>
                  <a:lnTo>
                    <a:pt x="204523" y="554484"/>
                  </a:lnTo>
                  <a:lnTo>
                    <a:pt x="204243" y="553077"/>
                  </a:lnTo>
                  <a:lnTo>
                    <a:pt x="203756" y="552392"/>
                  </a:lnTo>
                  <a:lnTo>
                    <a:pt x="200855" y="548302"/>
                  </a:lnTo>
                  <a:lnTo>
                    <a:pt x="199857" y="546833"/>
                  </a:lnTo>
                  <a:lnTo>
                    <a:pt x="196128" y="544146"/>
                  </a:lnTo>
                  <a:lnTo>
                    <a:pt x="193208" y="540638"/>
                  </a:lnTo>
                  <a:lnTo>
                    <a:pt x="189891" y="535466"/>
                  </a:lnTo>
                  <a:lnTo>
                    <a:pt x="188818" y="534407"/>
                  </a:lnTo>
                  <a:lnTo>
                    <a:pt x="188096" y="533695"/>
                  </a:lnTo>
                  <a:lnTo>
                    <a:pt x="185522" y="534141"/>
                  </a:lnTo>
                  <a:lnTo>
                    <a:pt x="183037" y="534824"/>
                  </a:lnTo>
                  <a:lnTo>
                    <a:pt x="181658" y="535203"/>
                  </a:lnTo>
                  <a:lnTo>
                    <a:pt x="179019" y="534086"/>
                  </a:lnTo>
                  <a:lnTo>
                    <a:pt x="178359" y="533446"/>
                  </a:lnTo>
                  <a:lnTo>
                    <a:pt x="177480" y="532595"/>
                  </a:lnTo>
                  <a:lnTo>
                    <a:pt x="175560" y="531957"/>
                  </a:lnTo>
                  <a:lnTo>
                    <a:pt x="174504" y="529432"/>
                  </a:lnTo>
                  <a:lnTo>
                    <a:pt x="176426" y="528111"/>
                  </a:lnTo>
                  <a:lnTo>
                    <a:pt x="176449" y="523417"/>
                  </a:lnTo>
                  <a:lnTo>
                    <a:pt x="175163" y="518100"/>
                  </a:lnTo>
                  <a:lnTo>
                    <a:pt x="173151" y="514332"/>
                  </a:lnTo>
                  <a:lnTo>
                    <a:pt x="173071" y="514183"/>
                  </a:lnTo>
                  <a:lnTo>
                    <a:pt x="169287" y="512653"/>
                  </a:lnTo>
                  <a:lnTo>
                    <a:pt x="165694" y="512187"/>
                  </a:lnTo>
                  <a:lnTo>
                    <a:pt x="162629" y="511562"/>
                  </a:lnTo>
                  <a:lnTo>
                    <a:pt x="159479" y="512672"/>
                  </a:lnTo>
                  <a:lnTo>
                    <a:pt x="157549" y="510283"/>
                  </a:lnTo>
                  <a:lnTo>
                    <a:pt x="153515" y="508621"/>
                  </a:lnTo>
                  <a:lnTo>
                    <a:pt x="153055" y="508431"/>
                  </a:lnTo>
                  <a:lnTo>
                    <a:pt x="148187" y="504809"/>
                  </a:lnTo>
                  <a:lnTo>
                    <a:pt x="146385" y="504150"/>
                  </a:lnTo>
                  <a:lnTo>
                    <a:pt x="141690" y="499084"/>
                  </a:lnTo>
                  <a:lnTo>
                    <a:pt x="140933" y="495853"/>
                  </a:lnTo>
                  <a:lnTo>
                    <a:pt x="140850" y="494483"/>
                  </a:lnTo>
                  <a:lnTo>
                    <a:pt x="140789" y="493473"/>
                  </a:lnTo>
                  <a:lnTo>
                    <a:pt x="139070" y="491722"/>
                  </a:lnTo>
                  <a:lnTo>
                    <a:pt x="136700" y="488474"/>
                  </a:lnTo>
                  <a:lnTo>
                    <a:pt x="133382" y="484555"/>
                  </a:lnTo>
                  <a:lnTo>
                    <a:pt x="132657" y="484100"/>
                  </a:lnTo>
                  <a:lnTo>
                    <a:pt x="130129" y="482514"/>
                  </a:lnTo>
                  <a:lnTo>
                    <a:pt x="126743" y="480197"/>
                  </a:lnTo>
                  <a:lnTo>
                    <a:pt x="123462" y="480168"/>
                  </a:lnTo>
                  <a:lnTo>
                    <a:pt x="122181" y="480627"/>
                  </a:lnTo>
                  <a:lnTo>
                    <a:pt x="118884" y="478614"/>
                  </a:lnTo>
                  <a:lnTo>
                    <a:pt x="116579" y="478072"/>
                  </a:lnTo>
                  <a:lnTo>
                    <a:pt x="114733" y="478042"/>
                  </a:lnTo>
                  <a:lnTo>
                    <a:pt x="110650" y="474925"/>
                  </a:lnTo>
                  <a:lnTo>
                    <a:pt x="107229" y="473083"/>
                  </a:lnTo>
                  <a:lnTo>
                    <a:pt x="103206" y="471401"/>
                  </a:lnTo>
                  <a:lnTo>
                    <a:pt x="96088" y="469816"/>
                  </a:lnTo>
                  <a:lnTo>
                    <a:pt x="88601" y="469360"/>
                  </a:lnTo>
                  <a:lnTo>
                    <a:pt x="86789" y="464394"/>
                  </a:lnTo>
                  <a:lnTo>
                    <a:pt x="85260" y="462830"/>
                  </a:lnTo>
                  <a:lnTo>
                    <a:pt x="84005" y="461673"/>
                  </a:lnTo>
                  <a:lnTo>
                    <a:pt x="82072" y="461363"/>
                  </a:lnTo>
                  <a:lnTo>
                    <a:pt x="81349" y="459572"/>
                  </a:lnTo>
                  <a:lnTo>
                    <a:pt x="84754" y="453814"/>
                  </a:lnTo>
                  <a:lnTo>
                    <a:pt x="84650" y="451488"/>
                  </a:lnTo>
                  <a:lnTo>
                    <a:pt x="84218" y="450941"/>
                  </a:lnTo>
                  <a:lnTo>
                    <a:pt x="86468" y="444353"/>
                  </a:lnTo>
                  <a:lnTo>
                    <a:pt x="84280" y="441066"/>
                  </a:lnTo>
                  <a:lnTo>
                    <a:pt x="86118" y="437296"/>
                  </a:lnTo>
                  <a:lnTo>
                    <a:pt x="87615" y="434222"/>
                  </a:lnTo>
                  <a:lnTo>
                    <a:pt x="88371" y="431715"/>
                  </a:lnTo>
                  <a:lnTo>
                    <a:pt x="88665" y="429081"/>
                  </a:lnTo>
                  <a:lnTo>
                    <a:pt x="87247" y="426980"/>
                  </a:lnTo>
                  <a:lnTo>
                    <a:pt x="85758" y="425236"/>
                  </a:lnTo>
                  <a:lnTo>
                    <a:pt x="83653" y="425629"/>
                  </a:lnTo>
                  <a:lnTo>
                    <a:pt x="80094" y="422102"/>
                  </a:lnTo>
                  <a:lnTo>
                    <a:pt x="78374" y="419071"/>
                  </a:lnTo>
                  <a:lnTo>
                    <a:pt x="79753" y="416661"/>
                  </a:lnTo>
                  <a:lnTo>
                    <a:pt x="81401" y="413110"/>
                  </a:lnTo>
                  <a:lnTo>
                    <a:pt x="81270" y="408935"/>
                  </a:lnTo>
                  <a:lnTo>
                    <a:pt x="78352" y="406782"/>
                  </a:lnTo>
                  <a:lnTo>
                    <a:pt x="77121" y="406217"/>
                  </a:lnTo>
                  <a:lnTo>
                    <a:pt x="76291" y="405836"/>
                  </a:lnTo>
                  <a:lnTo>
                    <a:pt x="72720" y="398286"/>
                  </a:lnTo>
                  <a:lnTo>
                    <a:pt x="71183" y="394083"/>
                  </a:lnTo>
                  <a:lnTo>
                    <a:pt x="66828" y="391078"/>
                  </a:lnTo>
                  <a:lnTo>
                    <a:pt x="65535" y="387954"/>
                  </a:lnTo>
                  <a:lnTo>
                    <a:pt x="65656" y="383813"/>
                  </a:lnTo>
                  <a:lnTo>
                    <a:pt x="65159" y="382961"/>
                  </a:lnTo>
                  <a:lnTo>
                    <a:pt x="63126" y="379470"/>
                  </a:lnTo>
                  <a:lnTo>
                    <a:pt x="61179" y="376504"/>
                  </a:lnTo>
                  <a:lnTo>
                    <a:pt x="61236" y="371450"/>
                  </a:lnTo>
                  <a:lnTo>
                    <a:pt x="59777" y="368429"/>
                  </a:lnTo>
                  <a:lnTo>
                    <a:pt x="58005" y="367313"/>
                  </a:lnTo>
                  <a:lnTo>
                    <a:pt x="56885" y="362553"/>
                  </a:lnTo>
                  <a:lnTo>
                    <a:pt x="55176" y="358137"/>
                  </a:lnTo>
                  <a:lnTo>
                    <a:pt x="51555" y="353477"/>
                  </a:lnTo>
                  <a:lnTo>
                    <a:pt x="49671" y="352104"/>
                  </a:lnTo>
                  <a:lnTo>
                    <a:pt x="47734" y="347928"/>
                  </a:lnTo>
                  <a:lnTo>
                    <a:pt x="48324" y="342643"/>
                  </a:lnTo>
                  <a:lnTo>
                    <a:pt x="47879" y="337005"/>
                  </a:lnTo>
                  <a:lnTo>
                    <a:pt x="47938" y="331193"/>
                  </a:lnTo>
                  <a:lnTo>
                    <a:pt x="50721" y="328840"/>
                  </a:lnTo>
                  <a:lnTo>
                    <a:pt x="53208" y="330918"/>
                  </a:lnTo>
                  <a:lnTo>
                    <a:pt x="56244" y="327436"/>
                  </a:lnTo>
                  <a:lnTo>
                    <a:pt x="58327" y="322320"/>
                  </a:lnTo>
                  <a:lnTo>
                    <a:pt x="59079" y="320265"/>
                  </a:lnTo>
                  <a:lnTo>
                    <a:pt x="58620" y="318051"/>
                  </a:lnTo>
                  <a:lnTo>
                    <a:pt x="57552" y="312873"/>
                  </a:lnTo>
                  <a:lnTo>
                    <a:pt x="56115" y="310240"/>
                  </a:lnTo>
                  <a:lnTo>
                    <a:pt x="54152" y="309557"/>
                  </a:lnTo>
                  <a:lnTo>
                    <a:pt x="50533" y="309790"/>
                  </a:lnTo>
                  <a:lnTo>
                    <a:pt x="47119" y="308569"/>
                  </a:lnTo>
                  <a:lnTo>
                    <a:pt x="43508" y="304093"/>
                  </a:lnTo>
                  <a:lnTo>
                    <a:pt x="41939" y="300139"/>
                  </a:lnTo>
                  <a:lnTo>
                    <a:pt x="41276" y="298201"/>
                  </a:lnTo>
                  <a:lnTo>
                    <a:pt x="40908" y="297896"/>
                  </a:lnTo>
                  <a:lnTo>
                    <a:pt x="39792" y="296966"/>
                  </a:lnTo>
                  <a:lnTo>
                    <a:pt x="39270" y="295100"/>
                  </a:lnTo>
                  <a:lnTo>
                    <a:pt x="37549" y="292027"/>
                  </a:lnTo>
                  <a:lnTo>
                    <a:pt x="37481" y="288323"/>
                  </a:lnTo>
                  <a:lnTo>
                    <a:pt x="39493" y="283561"/>
                  </a:lnTo>
                  <a:lnTo>
                    <a:pt x="39683" y="281340"/>
                  </a:lnTo>
                  <a:lnTo>
                    <a:pt x="39047" y="277485"/>
                  </a:lnTo>
                  <a:lnTo>
                    <a:pt x="39312" y="276018"/>
                  </a:lnTo>
                  <a:lnTo>
                    <a:pt x="37661" y="273703"/>
                  </a:lnTo>
                  <a:lnTo>
                    <a:pt x="37075" y="271794"/>
                  </a:lnTo>
                  <a:lnTo>
                    <a:pt x="37801" y="268699"/>
                  </a:lnTo>
                  <a:lnTo>
                    <a:pt x="39248" y="266938"/>
                  </a:lnTo>
                  <a:lnTo>
                    <a:pt x="40017" y="263933"/>
                  </a:lnTo>
                  <a:lnTo>
                    <a:pt x="40316" y="262764"/>
                  </a:lnTo>
                  <a:lnTo>
                    <a:pt x="40458" y="261498"/>
                  </a:lnTo>
                  <a:lnTo>
                    <a:pt x="40872" y="257821"/>
                  </a:lnTo>
                  <a:lnTo>
                    <a:pt x="43331" y="256719"/>
                  </a:lnTo>
                  <a:lnTo>
                    <a:pt x="46330" y="257271"/>
                  </a:lnTo>
                  <a:lnTo>
                    <a:pt x="46675" y="258264"/>
                  </a:lnTo>
                  <a:lnTo>
                    <a:pt x="46314" y="261303"/>
                  </a:lnTo>
                  <a:lnTo>
                    <a:pt x="47043" y="262050"/>
                  </a:lnTo>
                  <a:lnTo>
                    <a:pt x="46619" y="262804"/>
                  </a:lnTo>
                  <a:lnTo>
                    <a:pt x="45298" y="262838"/>
                  </a:lnTo>
                  <a:lnTo>
                    <a:pt x="45140" y="262842"/>
                  </a:lnTo>
                  <a:lnTo>
                    <a:pt x="44936" y="269706"/>
                  </a:lnTo>
                  <a:lnTo>
                    <a:pt x="49515" y="273043"/>
                  </a:lnTo>
                  <a:lnTo>
                    <a:pt x="52075" y="276995"/>
                  </a:lnTo>
                  <a:lnTo>
                    <a:pt x="54037" y="276503"/>
                  </a:lnTo>
                  <a:lnTo>
                    <a:pt x="54897" y="276287"/>
                  </a:lnTo>
                  <a:lnTo>
                    <a:pt x="54226" y="272916"/>
                  </a:lnTo>
                  <a:lnTo>
                    <a:pt x="54687" y="269503"/>
                  </a:lnTo>
                  <a:lnTo>
                    <a:pt x="54628" y="267854"/>
                  </a:lnTo>
                  <a:lnTo>
                    <a:pt x="52848" y="265513"/>
                  </a:lnTo>
                  <a:lnTo>
                    <a:pt x="51668" y="263520"/>
                  </a:lnTo>
                  <a:lnTo>
                    <a:pt x="51962" y="261874"/>
                  </a:lnTo>
                  <a:lnTo>
                    <a:pt x="49637" y="259899"/>
                  </a:lnTo>
                  <a:lnTo>
                    <a:pt x="49198" y="257819"/>
                  </a:lnTo>
                  <a:lnTo>
                    <a:pt x="50786" y="257040"/>
                  </a:lnTo>
                  <a:lnTo>
                    <a:pt x="50618" y="253158"/>
                  </a:lnTo>
                  <a:lnTo>
                    <a:pt x="50579" y="252247"/>
                  </a:lnTo>
                  <a:lnTo>
                    <a:pt x="48604" y="251914"/>
                  </a:lnTo>
                  <a:lnTo>
                    <a:pt x="47305" y="248512"/>
                  </a:lnTo>
                  <a:lnTo>
                    <a:pt x="50136" y="247949"/>
                  </a:lnTo>
                  <a:lnTo>
                    <a:pt x="50506" y="246260"/>
                  </a:lnTo>
                  <a:lnTo>
                    <a:pt x="52591" y="246698"/>
                  </a:lnTo>
                  <a:lnTo>
                    <a:pt x="55738" y="245096"/>
                  </a:lnTo>
                  <a:lnTo>
                    <a:pt x="55584" y="244518"/>
                  </a:lnTo>
                  <a:lnTo>
                    <a:pt x="54815" y="241610"/>
                  </a:lnTo>
                  <a:lnTo>
                    <a:pt x="51384" y="238348"/>
                  </a:lnTo>
                  <a:lnTo>
                    <a:pt x="51190" y="238381"/>
                  </a:lnTo>
                  <a:lnTo>
                    <a:pt x="46771" y="239126"/>
                  </a:lnTo>
                  <a:lnTo>
                    <a:pt x="46636" y="239149"/>
                  </a:lnTo>
                  <a:lnTo>
                    <a:pt x="45183" y="243313"/>
                  </a:lnTo>
                  <a:lnTo>
                    <a:pt x="46682" y="245901"/>
                  </a:lnTo>
                  <a:lnTo>
                    <a:pt x="44707" y="247121"/>
                  </a:lnTo>
                  <a:lnTo>
                    <a:pt x="44160" y="249667"/>
                  </a:lnTo>
                  <a:lnTo>
                    <a:pt x="45401" y="251728"/>
                  </a:lnTo>
                  <a:lnTo>
                    <a:pt x="46120" y="254378"/>
                  </a:lnTo>
                  <a:lnTo>
                    <a:pt x="42915" y="255046"/>
                  </a:lnTo>
                  <a:lnTo>
                    <a:pt x="40624" y="254187"/>
                  </a:lnTo>
                  <a:lnTo>
                    <a:pt x="38486" y="250888"/>
                  </a:lnTo>
                  <a:lnTo>
                    <a:pt x="35587" y="248173"/>
                  </a:lnTo>
                  <a:lnTo>
                    <a:pt x="34350" y="248593"/>
                  </a:lnTo>
                  <a:lnTo>
                    <a:pt x="32700" y="245612"/>
                  </a:lnTo>
                  <a:lnTo>
                    <a:pt x="31443" y="242775"/>
                  </a:lnTo>
                  <a:lnTo>
                    <a:pt x="29463" y="239795"/>
                  </a:lnTo>
                  <a:lnTo>
                    <a:pt x="26082" y="237912"/>
                  </a:lnTo>
                  <a:lnTo>
                    <a:pt x="23997" y="239696"/>
                  </a:lnTo>
                  <a:lnTo>
                    <a:pt x="22550" y="238615"/>
                  </a:lnTo>
                  <a:lnTo>
                    <a:pt x="26361" y="233101"/>
                  </a:lnTo>
                  <a:lnTo>
                    <a:pt x="27601" y="229673"/>
                  </a:lnTo>
                  <a:lnTo>
                    <a:pt x="27067" y="225786"/>
                  </a:lnTo>
                  <a:lnTo>
                    <a:pt x="27631" y="223797"/>
                  </a:lnTo>
                  <a:lnTo>
                    <a:pt x="27216" y="222238"/>
                  </a:lnTo>
                  <a:lnTo>
                    <a:pt x="25120" y="221491"/>
                  </a:lnTo>
                  <a:lnTo>
                    <a:pt x="25009" y="219296"/>
                  </a:lnTo>
                  <a:lnTo>
                    <a:pt x="25094" y="215980"/>
                  </a:lnTo>
                  <a:lnTo>
                    <a:pt x="22874" y="210238"/>
                  </a:lnTo>
                  <a:lnTo>
                    <a:pt x="19832" y="207171"/>
                  </a:lnTo>
                  <a:lnTo>
                    <a:pt x="17127" y="203086"/>
                  </a:lnTo>
                  <a:lnTo>
                    <a:pt x="16839" y="201112"/>
                  </a:lnTo>
                  <a:lnTo>
                    <a:pt x="14450" y="194183"/>
                  </a:lnTo>
                  <a:lnTo>
                    <a:pt x="11968" y="190896"/>
                  </a:lnTo>
                  <a:lnTo>
                    <a:pt x="11242" y="189127"/>
                  </a:lnTo>
                  <a:lnTo>
                    <a:pt x="10382" y="187023"/>
                  </a:lnTo>
                  <a:lnTo>
                    <a:pt x="8235" y="183620"/>
                  </a:lnTo>
                  <a:lnTo>
                    <a:pt x="7771" y="181746"/>
                  </a:lnTo>
                  <a:lnTo>
                    <a:pt x="6236" y="178823"/>
                  </a:lnTo>
                  <a:lnTo>
                    <a:pt x="5928" y="176200"/>
                  </a:lnTo>
                  <a:lnTo>
                    <a:pt x="8746" y="173023"/>
                  </a:lnTo>
                  <a:lnTo>
                    <a:pt x="9045" y="166808"/>
                  </a:lnTo>
                  <a:lnTo>
                    <a:pt x="8219" y="162419"/>
                  </a:lnTo>
                  <a:lnTo>
                    <a:pt x="8023" y="157649"/>
                  </a:lnTo>
                  <a:lnTo>
                    <a:pt x="8300" y="152308"/>
                  </a:lnTo>
                  <a:lnTo>
                    <a:pt x="10088" y="147645"/>
                  </a:lnTo>
                  <a:lnTo>
                    <a:pt x="13782" y="142310"/>
                  </a:lnTo>
                  <a:lnTo>
                    <a:pt x="14185" y="138265"/>
                  </a:lnTo>
                  <a:lnTo>
                    <a:pt x="14729" y="134629"/>
                  </a:lnTo>
                  <a:lnTo>
                    <a:pt x="13786" y="131983"/>
                  </a:lnTo>
                  <a:lnTo>
                    <a:pt x="14564" y="125605"/>
                  </a:lnTo>
                  <a:lnTo>
                    <a:pt x="12703" y="123162"/>
                  </a:lnTo>
                  <a:lnTo>
                    <a:pt x="11655" y="119242"/>
                  </a:lnTo>
                  <a:lnTo>
                    <a:pt x="9962" y="113934"/>
                  </a:lnTo>
                  <a:lnTo>
                    <a:pt x="9705" y="113126"/>
                  </a:lnTo>
                  <a:lnTo>
                    <a:pt x="8450" y="112258"/>
                  </a:lnTo>
                  <a:lnTo>
                    <a:pt x="8599" y="108832"/>
                  </a:lnTo>
                  <a:lnTo>
                    <a:pt x="6995" y="106038"/>
                  </a:lnTo>
                  <a:lnTo>
                    <a:pt x="5221" y="104632"/>
                  </a:lnTo>
                  <a:lnTo>
                    <a:pt x="3139" y="100725"/>
                  </a:lnTo>
                  <a:lnTo>
                    <a:pt x="572" y="96301"/>
                  </a:lnTo>
                  <a:lnTo>
                    <a:pt x="0" y="95090"/>
                  </a:lnTo>
                  <a:lnTo>
                    <a:pt x="1565" y="91287"/>
                  </a:lnTo>
                  <a:lnTo>
                    <a:pt x="1759" y="88703"/>
                  </a:lnTo>
                  <a:lnTo>
                    <a:pt x="946" y="846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193677" y="2829399"/>
              <a:ext cx="7470" cy="12780"/>
            </a:xfrm>
            <a:custGeom>
              <a:avLst/>
              <a:pathLst>
                <a:path w="7470" h="12780">
                  <a:moveTo>
                    <a:pt x="315" y="3175"/>
                  </a:moveTo>
                  <a:lnTo>
                    <a:pt x="5347" y="0"/>
                  </a:lnTo>
                  <a:lnTo>
                    <a:pt x="7470" y="2663"/>
                  </a:lnTo>
                  <a:lnTo>
                    <a:pt x="4847" y="7934"/>
                  </a:lnTo>
                  <a:lnTo>
                    <a:pt x="3826" y="12780"/>
                  </a:lnTo>
                  <a:lnTo>
                    <a:pt x="0" y="881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967416" y="2732068"/>
              <a:ext cx="14857" cy="11615"/>
            </a:xfrm>
            <a:custGeom>
              <a:avLst/>
              <a:pathLst>
                <a:path w="14857" h="11615">
                  <a:moveTo>
                    <a:pt x="0" y="3191"/>
                  </a:moveTo>
                  <a:lnTo>
                    <a:pt x="1865" y="2031"/>
                  </a:lnTo>
                  <a:lnTo>
                    <a:pt x="6513" y="0"/>
                  </a:lnTo>
                  <a:lnTo>
                    <a:pt x="11487" y="830"/>
                  </a:lnTo>
                  <a:lnTo>
                    <a:pt x="12537" y="2280"/>
                  </a:lnTo>
                  <a:lnTo>
                    <a:pt x="14857" y="6493"/>
                  </a:lnTo>
                  <a:lnTo>
                    <a:pt x="14434" y="8607"/>
                  </a:lnTo>
                  <a:lnTo>
                    <a:pt x="13277" y="10365"/>
                  </a:lnTo>
                  <a:lnTo>
                    <a:pt x="8620" y="11615"/>
                  </a:lnTo>
                  <a:lnTo>
                    <a:pt x="5879" y="7982"/>
                  </a:lnTo>
                  <a:lnTo>
                    <a:pt x="3852" y="5876"/>
                  </a:lnTo>
                  <a:lnTo>
                    <a:pt x="684" y="487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863566" y="2737943"/>
              <a:ext cx="330466" cy="353701"/>
            </a:xfrm>
            <a:custGeom>
              <a:avLst/>
              <a:pathLst>
                <a:path w="330466" h="353701">
                  <a:moveTo>
                    <a:pt x="31" y="118329"/>
                  </a:moveTo>
                  <a:lnTo>
                    <a:pt x="471" y="112618"/>
                  </a:lnTo>
                  <a:lnTo>
                    <a:pt x="1969" y="111346"/>
                  </a:lnTo>
                  <a:lnTo>
                    <a:pt x="2731" y="110699"/>
                  </a:lnTo>
                  <a:lnTo>
                    <a:pt x="5084" y="106225"/>
                  </a:lnTo>
                  <a:lnTo>
                    <a:pt x="5698" y="102547"/>
                  </a:lnTo>
                  <a:lnTo>
                    <a:pt x="7461" y="98516"/>
                  </a:lnTo>
                  <a:lnTo>
                    <a:pt x="10744" y="94969"/>
                  </a:lnTo>
                  <a:lnTo>
                    <a:pt x="14740" y="92859"/>
                  </a:lnTo>
                  <a:lnTo>
                    <a:pt x="16482" y="90790"/>
                  </a:lnTo>
                  <a:lnTo>
                    <a:pt x="20468" y="90192"/>
                  </a:lnTo>
                  <a:lnTo>
                    <a:pt x="21520" y="87751"/>
                  </a:lnTo>
                  <a:lnTo>
                    <a:pt x="24517" y="86086"/>
                  </a:lnTo>
                  <a:lnTo>
                    <a:pt x="26793" y="86178"/>
                  </a:lnTo>
                  <a:lnTo>
                    <a:pt x="27257" y="83218"/>
                  </a:lnTo>
                  <a:lnTo>
                    <a:pt x="29513" y="81225"/>
                  </a:lnTo>
                  <a:lnTo>
                    <a:pt x="28888" y="74653"/>
                  </a:lnTo>
                  <a:lnTo>
                    <a:pt x="28234" y="67782"/>
                  </a:lnTo>
                  <a:lnTo>
                    <a:pt x="26950" y="54058"/>
                  </a:lnTo>
                  <a:lnTo>
                    <a:pt x="26367" y="47848"/>
                  </a:lnTo>
                  <a:lnTo>
                    <a:pt x="25084" y="34566"/>
                  </a:lnTo>
                  <a:lnTo>
                    <a:pt x="29776" y="33992"/>
                  </a:lnTo>
                  <a:lnTo>
                    <a:pt x="30752" y="31458"/>
                  </a:lnTo>
                  <a:lnTo>
                    <a:pt x="32621" y="28368"/>
                  </a:lnTo>
                  <a:lnTo>
                    <a:pt x="34932" y="27912"/>
                  </a:lnTo>
                  <a:lnTo>
                    <a:pt x="37800" y="29542"/>
                  </a:lnTo>
                  <a:lnTo>
                    <a:pt x="39758" y="29671"/>
                  </a:lnTo>
                  <a:lnTo>
                    <a:pt x="42844" y="31276"/>
                  </a:lnTo>
                  <a:lnTo>
                    <a:pt x="46843" y="30258"/>
                  </a:lnTo>
                  <a:lnTo>
                    <a:pt x="50470" y="29892"/>
                  </a:lnTo>
                  <a:lnTo>
                    <a:pt x="59553" y="25387"/>
                  </a:lnTo>
                  <a:lnTo>
                    <a:pt x="63215" y="23181"/>
                  </a:lnTo>
                  <a:lnTo>
                    <a:pt x="64457" y="23051"/>
                  </a:lnTo>
                  <a:lnTo>
                    <a:pt x="66635" y="22822"/>
                  </a:lnTo>
                  <a:lnTo>
                    <a:pt x="71727" y="19701"/>
                  </a:lnTo>
                  <a:lnTo>
                    <a:pt x="74410" y="18732"/>
                  </a:lnTo>
                  <a:lnTo>
                    <a:pt x="76645" y="16192"/>
                  </a:lnTo>
                  <a:lnTo>
                    <a:pt x="79695" y="15054"/>
                  </a:lnTo>
                  <a:lnTo>
                    <a:pt x="81863" y="12418"/>
                  </a:lnTo>
                  <a:lnTo>
                    <a:pt x="84435" y="13901"/>
                  </a:lnTo>
                  <a:lnTo>
                    <a:pt x="86214" y="11682"/>
                  </a:lnTo>
                  <a:lnTo>
                    <a:pt x="88455" y="10674"/>
                  </a:lnTo>
                  <a:lnTo>
                    <a:pt x="91092" y="8490"/>
                  </a:lnTo>
                  <a:lnTo>
                    <a:pt x="93578" y="6403"/>
                  </a:lnTo>
                  <a:lnTo>
                    <a:pt x="92808" y="1949"/>
                  </a:lnTo>
                  <a:lnTo>
                    <a:pt x="96141" y="0"/>
                  </a:lnTo>
                  <a:lnTo>
                    <a:pt x="100337" y="2672"/>
                  </a:lnTo>
                  <a:lnTo>
                    <a:pt x="103063" y="4268"/>
                  </a:lnTo>
                  <a:lnTo>
                    <a:pt x="106759" y="7406"/>
                  </a:lnTo>
                  <a:lnTo>
                    <a:pt x="104526" y="13365"/>
                  </a:lnTo>
                  <a:lnTo>
                    <a:pt x="101702" y="18299"/>
                  </a:lnTo>
                  <a:lnTo>
                    <a:pt x="100867" y="20452"/>
                  </a:lnTo>
                  <a:lnTo>
                    <a:pt x="102758" y="23471"/>
                  </a:lnTo>
                  <a:lnTo>
                    <a:pt x="99754" y="27114"/>
                  </a:lnTo>
                  <a:lnTo>
                    <a:pt x="99182" y="30473"/>
                  </a:lnTo>
                  <a:lnTo>
                    <a:pt x="98159" y="32576"/>
                  </a:lnTo>
                  <a:lnTo>
                    <a:pt x="99853" y="32786"/>
                  </a:lnTo>
                  <a:lnTo>
                    <a:pt x="101353" y="32971"/>
                  </a:lnTo>
                  <a:lnTo>
                    <a:pt x="104805" y="29930"/>
                  </a:lnTo>
                  <a:lnTo>
                    <a:pt x="106579" y="29015"/>
                  </a:lnTo>
                  <a:lnTo>
                    <a:pt x="108520" y="27079"/>
                  </a:lnTo>
                  <a:lnTo>
                    <a:pt x="109069" y="23330"/>
                  </a:lnTo>
                  <a:lnTo>
                    <a:pt x="113509" y="26576"/>
                  </a:lnTo>
                  <a:lnTo>
                    <a:pt x="119368" y="30733"/>
                  </a:lnTo>
                  <a:lnTo>
                    <a:pt x="120275" y="30518"/>
                  </a:lnTo>
                  <a:lnTo>
                    <a:pt x="122554" y="29977"/>
                  </a:lnTo>
                  <a:lnTo>
                    <a:pt x="126523" y="31759"/>
                  </a:lnTo>
                  <a:lnTo>
                    <a:pt x="127534" y="31269"/>
                  </a:lnTo>
                  <a:lnTo>
                    <a:pt x="129520" y="33632"/>
                  </a:lnTo>
                  <a:lnTo>
                    <a:pt x="132330" y="31719"/>
                  </a:lnTo>
                  <a:lnTo>
                    <a:pt x="135166" y="34137"/>
                  </a:lnTo>
                  <a:lnTo>
                    <a:pt x="139191" y="35162"/>
                  </a:lnTo>
                  <a:lnTo>
                    <a:pt x="143042" y="41065"/>
                  </a:lnTo>
                  <a:lnTo>
                    <a:pt x="145916" y="47423"/>
                  </a:lnTo>
                  <a:lnTo>
                    <a:pt x="156691" y="49042"/>
                  </a:lnTo>
                  <a:lnTo>
                    <a:pt x="173078" y="51454"/>
                  </a:lnTo>
                  <a:lnTo>
                    <a:pt x="203958" y="55805"/>
                  </a:lnTo>
                  <a:lnTo>
                    <a:pt x="209885" y="58367"/>
                  </a:lnTo>
                  <a:lnTo>
                    <a:pt x="213338" y="59855"/>
                  </a:lnTo>
                  <a:lnTo>
                    <a:pt x="220484" y="62922"/>
                  </a:lnTo>
                  <a:lnTo>
                    <a:pt x="224344" y="61920"/>
                  </a:lnTo>
                  <a:lnTo>
                    <a:pt x="227583" y="62496"/>
                  </a:lnTo>
                  <a:lnTo>
                    <a:pt x="227817" y="62537"/>
                  </a:lnTo>
                  <a:lnTo>
                    <a:pt x="229256" y="64285"/>
                  </a:lnTo>
                  <a:lnTo>
                    <a:pt x="231679" y="63832"/>
                  </a:lnTo>
                  <a:lnTo>
                    <a:pt x="232449" y="61749"/>
                  </a:lnTo>
                  <a:lnTo>
                    <a:pt x="236047" y="60775"/>
                  </a:lnTo>
                  <a:lnTo>
                    <a:pt x="242886" y="63100"/>
                  </a:lnTo>
                  <a:lnTo>
                    <a:pt x="244367" y="61920"/>
                  </a:lnTo>
                  <a:lnTo>
                    <a:pt x="248594" y="63904"/>
                  </a:lnTo>
                  <a:lnTo>
                    <a:pt x="251999" y="63112"/>
                  </a:lnTo>
                  <a:lnTo>
                    <a:pt x="255909" y="63813"/>
                  </a:lnTo>
                  <a:lnTo>
                    <a:pt x="259620" y="65268"/>
                  </a:lnTo>
                  <a:lnTo>
                    <a:pt x="262429" y="68606"/>
                  </a:lnTo>
                  <a:lnTo>
                    <a:pt x="259725" y="73354"/>
                  </a:lnTo>
                  <a:lnTo>
                    <a:pt x="261609" y="74915"/>
                  </a:lnTo>
                  <a:lnTo>
                    <a:pt x="264425" y="75612"/>
                  </a:lnTo>
                  <a:lnTo>
                    <a:pt x="264918" y="75734"/>
                  </a:lnTo>
                  <a:lnTo>
                    <a:pt x="267644" y="74286"/>
                  </a:lnTo>
                  <a:lnTo>
                    <a:pt x="269598" y="76524"/>
                  </a:lnTo>
                  <a:lnTo>
                    <a:pt x="274474" y="76526"/>
                  </a:lnTo>
                  <a:lnTo>
                    <a:pt x="277417" y="78666"/>
                  </a:lnTo>
                  <a:lnTo>
                    <a:pt x="279179" y="79946"/>
                  </a:lnTo>
                  <a:lnTo>
                    <a:pt x="280854" y="82079"/>
                  </a:lnTo>
                  <a:lnTo>
                    <a:pt x="278712" y="84077"/>
                  </a:lnTo>
                  <a:lnTo>
                    <a:pt x="281818" y="87152"/>
                  </a:lnTo>
                  <a:lnTo>
                    <a:pt x="281704" y="89936"/>
                  </a:lnTo>
                  <a:lnTo>
                    <a:pt x="281380" y="94037"/>
                  </a:lnTo>
                  <a:lnTo>
                    <a:pt x="281914" y="98112"/>
                  </a:lnTo>
                  <a:lnTo>
                    <a:pt x="279971" y="100744"/>
                  </a:lnTo>
                  <a:lnTo>
                    <a:pt x="280065" y="104848"/>
                  </a:lnTo>
                  <a:lnTo>
                    <a:pt x="280177" y="108064"/>
                  </a:lnTo>
                  <a:lnTo>
                    <a:pt x="283641" y="107489"/>
                  </a:lnTo>
                  <a:lnTo>
                    <a:pt x="286352" y="106959"/>
                  </a:lnTo>
                  <a:lnTo>
                    <a:pt x="288435" y="104316"/>
                  </a:lnTo>
                  <a:lnTo>
                    <a:pt x="291338" y="105085"/>
                  </a:lnTo>
                  <a:lnTo>
                    <a:pt x="291419" y="109299"/>
                  </a:lnTo>
                  <a:lnTo>
                    <a:pt x="289851" y="115280"/>
                  </a:lnTo>
                  <a:lnTo>
                    <a:pt x="288758" y="119333"/>
                  </a:lnTo>
                  <a:lnTo>
                    <a:pt x="291901" y="122604"/>
                  </a:lnTo>
                  <a:lnTo>
                    <a:pt x="295025" y="125684"/>
                  </a:lnTo>
                  <a:lnTo>
                    <a:pt x="298367" y="126063"/>
                  </a:lnTo>
                  <a:lnTo>
                    <a:pt x="297009" y="130316"/>
                  </a:lnTo>
                  <a:lnTo>
                    <a:pt x="297584" y="135737"/>
                  </a:lnTo>
                  <a:lnTo>
                    <a:pt x="293947" y="136510"/>
                  </a:lnTo>
                  <a:lnTo>
                    <a:pt x="290418" y="137978"/>
                  </a:lnTo>
                  <a:lnTo>
                    <a:pt x="287730" y="139092"/>
                  </a:lnTo>
                  <a:lnTo>
                    <a:pt x="286394" y="141687"/>
                  </a:lnTo>
                  <a:lnTo>
                    <a:pt x="287275" y="145615"/>
                  </a:lnTo>
                  <a:lnTo>
                    <a:pt x="286561" y="147031"/>
                  </a:lnTo>
                  <a:lnTo>
                    <a:pt x="284255" y="150529"/>
                  </a:lnTo>
                  <a:lnTo>
                    <a:pt x="282937" y="155778"/>
                  </a:lnTo>
                  <a:lnTo>
                    <a:pt x="281017" y="158959"/>
                  </a:lnTo>
                  <a:lnTo>
                    <a:pt x="280731" y="162430"/>
                  </a:lnTo>
                  <a:lnTo>
                    <a:pt x="280639" y="163543"/>
                  </a:lnTo>
                  <a:lnTo>
                    <a:pt x="281467" y="167832"/>
                  </a:lnTo>
                  <a:lnTo>
                    <a:pt x="279523" y="171081"/>
                  </a:lnTo>
                  <a:lnTo>
                    <a:pt x="281906" y="173414"/>
                  </a:lnTo>
                  <a:lnTo>
                    <a:pt x="285467" y="173648"/>
                  </a:lnTo>
                  <a:lnTo>
                    <a:pt x="287454" y="169766"/>
                  </a:lnTo>
                  <a:lnTo>
                    <a:pt x="288835" y="166792"/>
                  </a:lnTo>
                  <a:lnTo>
                    <a:pt x="293586" y="163582"/>
                  </a:lnTo>
                  <a:lnTo>
                    <a:pt x="294187" y="162328"/>
                  </a:lnTo>
                  <a:lnTo>
                    <a:pt x="294746" y="161160"/>
                  </a:lnTo>
                  <a:lnTo>
                    <a:pt x="295231" y="160288"/>
                  </a:lnTo>
                  <a:lnTo>
                    <a:pt x="296028" y="158857"/>
                  </a:lnTo>
                  <a:lnTo>
                    <a:pt x="295592" y="156399"/>
                  </a:lnTo>
                  <a:lnTo>
                    <a:pt x="298849" y="149913"/>
                  </a:lnTo>
                  <a:lnTo>
                    <a:pt x="301819" y="145173"/>
                  </a:lnTo>
                  <a:lnTo>
                    <a:pt x="304544" y="144294"/>
                  </a:lnTo>
                  <a:lnTo>
                    <a:pt x="305276" y="143199"/>
                  </a:lnTo>
                  <a:lnTo>
                    <a:pt x="308884" y="141301"/>
                  </a:lnTo>
                  <a:lnTo>
                    <a:pt x="311233" y="137034"/>
                  </a:lnTo>
                  <a:lnTo>
                    <a:pt x="313409" y="130302"/>
                  </a:lnTo>
                  <a:lnTo>
                    <a:pt x="316523" y="124330"/>
                  </a:lnTo>
                  <a:lnTo>
                    <a:pt x="316921" y="117329"/>
                  </a:lnTo>
                  <a:lnTo>
                    <a:pt x="320333" y="116315"/>
                  </a:lnTo>
                  <a:lnTo>
                    <a:pt x="322818" y="112948"/>
                  </a:lnTo>
                  <a:lnTo>
                    <a:pt x="322929" y="109115"/>
                  </a:lnTo>
                  <a:lnTo>
                    <a:pt x="325289" y="105838"/>
                  </a:lnTo>
                  <a:lnTo>
                    <a:pt x="327440" y="104970"/>
                  </a:lnTo>
                  <a:lnTo>
                    <a:pt x="329710" y="105293"/>
                  </a:lnTo>
                  <a:lnTo>
                    <a:pt x="330466" y="110289"/>
                  </a:lnTo>
                  <a:lnTo>
                    <a:pt x="327376" y="114055"/>
                  </a:lnTo>
                  <a:lnTo>
                    <a:pt x="327950" y="118161"/>
                  </a:lnTo>
                  <a:lnTo>
                    <a:pt x="327695" y="122700"/>
                  </a:lnTo>
                  <a:lnTo>
                    <a:pt x="324325" y="128637"/>
                  </a:lnTo>
                  <a:lnTo>
                    <a:pt x="322423" y="134151"/>
                  </a:lnTo>
                  <a:lnTo>
                    <a:pt x="322209" y="139205"/>
                  </a:lnTo>
                  <a:lnTo>
                    <a:pt x="318997" y="143977"/>
                  </a:lnTo>
                  <a:lnTo>
                    <a:pt x="317379" y="149227"/>
                  </a:lnTo>
                  <a:lnTo>
                    <a:pt x="315418" y="157273"/>
                  </a:lnTo>
                  <a:lnTo>
                    <a:pt x="314507" y="160995"/>
                  </a:lnTo>
                  <a:lnTo>
                    <a:pt x="312530" y="164930"/>
                  </a:lnTo>
                  <a:lnTo>
                    <a:pt x="311174" y="175278"/>
                  </a:lnTo>
                  <a:lnTo>
                    <a:pt x="310289" y="186162"/>
                  </a:lnTo>
                  <a:lnTo>
                    <a:pt x="310248" y="186663"/>
                  </a:lnTo>
                  <a:lnTo>
                    <a:pt x="312316" y="191298"/>
                  </a:lnTo>
                  <a:lnTo>
                    <a:pt x="313715" y="195047"/>
                  </a:lnTo>
                  <a:lnTo>
                    <a:pt x="312506" y="199359"/>
                  </a:lnTo>
                  <a:lnTo>
                    <a:pt x="309417" y="202096"/>
                  </a:lnTo>
                  <a:lnTo>
                    <a:pt x="306959" y="206492"/>
                  </a:lnTo>
                  <a:lnTo>
                    <a:pt x="305876" y="216011"/>
                  </a:lnTo>
                  <a:lnTo>
                    <a:pt x="305076" y="222079"/>
                  </a:lnTo>
                  <a:lnTo>
                    <a:pt x="304875" y="223601"/>
                  </a:lnTo>
                  <a:lnTo>
                    <a:pt x="306167" y="228507"/>
                  </a:lnTo>
                  <a:lnTo>
                    <a:pt x="308157" y="231678"/>
                  </a:lnTo>
                  <a:lnTo>
                    <a:pt x="308235" y="235252"/>
                  </a:lnTo>
                  <a:lnTo>
                    <a:pt x="308860" y="238652"/>
                  </a:lnTo>
                  <a:lnTo>
                    <a:pt x="305470" y="248561"/>
                  </a:lnTo>
                  <a:lnTo>
                    <a:pt x="305655" y="250149"/>
                  </a:lnTo>
                  <a:lnTo>
                    <a:pt x="306117" y="254129"/>
                  </a:lnTo>
                  <a:lnTo>
                    <a:pt x="304245" y="260225"/>
                  </a:lnTo>
                  <a:lnTo>
                    <a:pt x="302809" y="269552"/>
                  </a:lnTo>
                  <a:lnTo>
                    <a:pt x="303685" y="278331"/>
                  </a:lnTo>
                  <a:lnTo>
                    <a:pt x="303726" y="278726"/>
                  </a:lnTo>
                  <a:lnTo>
                    <a:pt x="304269" y="283982"/>
                  </a:lnTo>
                  <a:lnTo>
                    <a:pt x="306715" y="288571"/>
                  </a:lnTo>
                  <a:lnTo>
                    <a:pt x="305810" y="292624"/>
                  </a:lnTo>
                  <a:lnTo>
                    <a:pt x="307441" y="294813"/>
                  </a:lnTo>
                  <a:lnTo>
                    <a:pt x="309686" y="297821"/>
                  </a:lnTo>
                  <a:lnTo>
                    <a:pt x="311146" y="304646"/>
                  </a:lnTo>
                  <a:lnTo>
                    <a:pt x="312102" y="305666"/>
                  </a:lnTo>
                  <a:lnTo>
                    <a:pt x="315903" y="309717"/>
                  </a:lnTo>
                  <a:lnTo>
                    <a:pt x="315820" y="316507"/>
                  </a:lnTo>
                  <a:lnTo>
                    <a:pt x="315221" y="319218"/>
                  </a:lnTo>
                  <a:lnTo>
                    <a:pt x="314772" y="321244"/>
                  </a:lnTo>
                  <a:lnTo>
                    <a:pt x="315602" y="326341"/>
                  </a:lnTo>
                  <a:lnTo>
                    <a:pt x="317350" y="333114"/>
                  </a:lnTo>
                  <a:lnTo>
                    <a:pt x="294229" y="336232"/>
                  </a:lnTo>
                  <a:lnTo>
                    <a:pt x="293213" y="336367"/>
                  </a:lnTo>
                  <a:lnTo>
                    <a:pt x="288135" y="337128"/>
                  </a:lnTo>
                  <a:lnTo>
                    <a:pt x="278477" y="338560"/>
                  </a:lnTo>
                  <a:lnTo>
                    <a:pt x="276434" y="338861"/>
                  </a:lnTo>
                  <a:lnTo>
                    <a:pt x="264833" y="340596"/>
                  </a:lnTo>
                  <a:lnTo>
                    <a:pt x="260819" y="341109"/>
                  </a:lnTo>
                  <a:lnTo>
                    <a:pt x="251312" y="342310"/>
                  </a:lnTo>
                  <a:lnTo>
                    <a:pt x="245361" y="343052"/>
                  </a:lnTo>
                  <a:lnTo>
                    <a:pt x="243935" y="343222"/>
                  </a:lnTo>
                  <a:lnTo>
                    <a:pt x="226595" y="345246"/>
                  </a:lnTo>
                  <a:lnTo>
                    <a:pt x="224524" y="345483"/>
                  </a:lnTo>
                  <a:lnTo>
                    <a:pt x="219187" y="346091"/>
                  </a:lnTo>
                  <a:lnTo>
                    <a:pt x="199164" y="348365"/>
                  </a:lnTo>
                  <a:lnTo>
                    <a:pt x="193994" y="348939"/>
                  </a:lnTo>
                  <a:lnTo>
                    <a:pt x="176741" y="350888"/>
                  </a:lnTo>
                  <a:lnTo>
                    <a:pt x="164938" y="352339"/>
                  </a:lnTo>
                  <a:lnTo>
                    <a:pt x="164321" y="352415"/>
                  </a:lnTo>
                  <a:lnTo>
                    <a:pt x="152343" y="353701"/>
                  </a:lnTo>
                  <a:lnTo>
                    <a:pt x="150002" y="348511"/>
                  </a:lnTo>
                  <a:lnTo>
                    <a:pt x="147928" y="344754"/>
                  </a:lnTo>
                  <a:lnTo>
                    <a:pt x="145275" y="343526"/>
                  </a:lnTo>
                  <a:lnTo>
                    <a:pt x="138793" y="342716"/>
                  </a:lnTo>
                  <a:lnTo>
                    <a:pt x="136131" y="342254"/>
                  </a:lnTo>
                  <a:lnTo>
                    <a:pt x="133461" y="341789"/>
                  </a:lnTo>
                  <a:lnTo>
                    <a:pt x="128766" y="339449"/>
                  </a:lnTo>
                  <a:lnTo>
                    <a:pt x="125190" y="335363"/>
                  </a:lnTo>
                  <a:lnTo>
                    <a:pt x="122808" y="328503"/>
                  </a:lnTo>
                  <a:lnTo>
                    <a:pt x="120209" y="325636"/>
                  </a:lnTo>
                  <a:lnTo>
                    <a:pt x="118589" y="320047"/>
                  </a:lnTo>
                  <a:lnTo>
                    <a:pt x="118284" y="319143"/>
                  </a:lnTo>
                  <a:lnTo>
                    <a:pt x="116951" y="315185"/>
                  </a:lnTo>
                  <a:lnTo>
                    <a:pt x="116587" y="311898"/>
                  </a:lnTo>
                  <a:lnTo>
                    <a:pt x="116110" y="307593"/>
                  </a:lnTo>
                  <a:lnTo>
                    <a:pt x="118139" y="304190"/>
                  </a:lnTo>
                  <a:lnTo>
                    <a:pt x="120423" y="300136"/>
                  </a:lnTo>
                  <a:lnTo>
                    <a:pt x="121847" y="297410"/>
                  </a:lnTo>
                  <a:lnTo>
                    <a:pt x="118503" y="292998"/>
                  </a:lnTo>
                  <a:lnTo>
                    <a:pt x="115592" y="291620"/>
                  </a:lnTo>
                  <a:lnTo>
                    <a:pt x="112247" y="288874"/>
                  </a:lnTo>
                  <a:lnTo>
                    <a:pt x="112456" y="286500"/>
                  </a:lnTo>
                  <a:lnTo>
                    <a:pt x="111672" y="285271"/>
                  </a:lnTo>
                  <a:lnTo>
                    <a:pt x="110167" y="282910"/>
                  </a:lnTo>
                  <a:lnTo>
                    <a:pt x="110584" y="278894"/>
                  </a:lnTo>
                  <a:lnTo>
                    <a:pt x="109177" y="273898"/>
                  </a:lnTo>
                  <a:lnTo>
                    <a:pt x="107728" y="271210"/>
                  </a:lnTo>
                  <a:lnTo>
                    <a:pt x="106009" y="266090"/>
                  </a:lnTo>
                  <a:lnTo>
                    <a:pt x="106440" y="261316"/>
                  </a:lnTo>
                  <a:lnTo>
                    <a:pt x="106784" y="257484"/>
                  </a:lnTo>
                  <a:lnTo>
                    <a:pt x="103670" y="251893"/>
                  </a:lnTo>
                  <a:lnTo>
                    <a:pt x="103432" y="251465"/>
                  </a:lnTo>
                  <a:lnTo>
                    <a:pt x="99112" y="246763"/>
                  </a:lnTo>
                  <a:lnTo>
                    <a:pt x="94795" y="241854"/>
                  </a:lnTo>
                  <a:lnTo>
                    <a:pt x="93688" y="240593"/>
                  </a:lnTo>
                  <a:lnTo>
                    <a:pt x="86762" y="239504"/>
                  </a:lnTo>
                  <a:lnTo>
                    <a:pt x="85941" y="239374"/>
                  </a:lnTo>
                  <a:lnTo>
                    <a:pt x="81405" y="236866"/>
                  </a:lnTo>
                  <a:lnTo>
                    <a:pt x="76843" y="232154"/>
                  </a:lnTo>
                  <a:lnTo>
                    <a:pt x="70994" y="229918"/>
                  </a:lnTo>
                  <a:lnTo>
                    <a:pt x="68625" y="227518"/>
                  </a:lnTo>
                  <a:lnTo>
                    <a:pt x="66195" y="225052"/>
                  </a:lnTo>
                  <a:lnTo>
                    <a:pt x="64182" y="218294"/>
                  </a:lnTo>
                  <a:lnTo>
                    <a:pt x="61158" y="215075"/>
                  </a:lnTo>
                  <a:lnTo>
                    <a:pt x="53998" y="212382"/>
                  </a:lnTo>
                  <a:lnTo>
                    <a:pt x="52427" y="211789"/>
                  </a:lnTo>
                  <a:lnTo>
                    <a:pt x="45336" y="209958"/>
                  </a:lnTo>
                  <a:lnTo>
                    <a:pt x="44542" y="209329"/>
                  </a:lnTo>
                  <a:lnTo>
                    <a:pt x="41732" y="207102"/>
                  </a:lnTo>
                  <a:lnTo>
                    <a:pt x="40037" y="203062"/>
                  </a:lnTo>
                  <a:lnTo>
                    <a:pt x="39867" y="202977"/>
                  </a:lnTo>
                  <a:lnTo>
                    <a:pt x="37208" y="201658"/>
                  </a:lnTo>
                  <a:lnTo>
                    <a:pt x="35085" y="201909"/>
                  </a:lnTo>
                  <a:lnTo>
                    <a:pt x="26493" y="201158"/>
                  </a:lnTo>
                  <a:lnTo>
                    <a:pt x="22367" y="198726"/>
                  </a:lnTo>
                  <a:lnTo>
                    <a:pt x="17403" y="193058"/>
                  </a:lnTo>
                  <a:lnTo>
                    <a:pt x="15246" y="191216"/>
                  </a:lnTo>
                  <a:lnTo>
                    <a:pt x="11521" y="188029"/>
                  </a:lnTo>
                  <a:lnTo>
                    <a:pt x="10729" y="187351"/>
                  </a:lnTo>
                  <a:lnTo>
                    <a:pt x="12183" y="180349"/>
                  </a:lnTo>
                  <a:lnTo>
                    <a:pt x="12216" y="179738"/>
                  </a:lnTo>
                  <a:lnTo>
                    <a:pt x="12561" y="173348"/>
                  </a:lnTo>
                  <a:lnTo>
                    <a:pt x="11365" y="166991"/>
                  </a:lnTo>
                  <a:lnTo>
                    <a:pt x="8769" y="163792"/>
                  </a:lnTo>
                  <a:lnTo>
                    <a:pt x="9434" y="162922"/>
                  </a:lnTo>
                  <a:lnTo>
                    <a:pt x="11913" y="159676"/>
                  </a:lnTo>
                  <a:lnTo>
                    <a:pt x="9858" y="153331"/>
                  </a:lnTo>
                  <a:lnTo>
                    <a:pt x="9798" y="152145"/>
                  </a:lnTo>
                  <a:lnTo>
                    <a:pt x="9500" y="146186"/>
                  </a:lnTo>
                  <a:lnTo>
                    <a:pt x="10178" y="145236"/>
                  </a:lnTo>
                  <a:lnTo>
                    <a:pt x="12631" y="141793"/>
                  </a:lnTo>
                  <a:lnTo>
                    <a:pt x="14450" y="136858"/>
                  </a:lnTo>
                  <a:lnTo>
                    <a:pt x="14798" y="133480"/>
                  </a:lnTo>
                  <a:lnTo>
                    <a:pt x="12329" y="130960"/>
                  </a:lnTo>
                  <a:lnTo>
                    <a:pt x="9659" y="126937"/>
                  </a:lnTo>
                  <a:lnTo>
                    <a:pt x="7830" y="124557"/>
                  </a:lnTo>
                  <a:lnTo>
                    <a:pt x="5322" y="124354"/>
                  </a:lnTo>
                  <a:lnTo>
                    <a:pt x="837" y="123909"/>
                  </a:lnTo>
                  <a:lnTo>
                    <a:pt x="0" y="11874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897741" y="3336091"/>
              <a:ext cx="327416" cy="338167"/>
            </a:xfrm>
            <a:custGeom>
              <a:avLst/>
              <a:pathLst>
                <a:path w="327416" h="338167">
                  <a:moveTo>
                    <a:pt x="3697" y="260011"/>
                  </a:moveTo>
                  <a:lnTo>
                    <a:pt x="3995" y="256117"/>
                  </a:lnTo>
                  <a:lnTo>
                    <a:pt x="4056" y="255320"/>
                  </a:lnTo>
                  <a:lnTo>
                    <a:pt x="3533" y="248916"/>
                  </a:lnTo>
                  <a:lnTo>
                    <a:pt x="1109" y="246609"/>
                  </a:lnTo>
                  <a:lnTo>
                    <a:pt x="0" y="239388"/>
                  </a:lnTo>
                  <a:lnTo>
                    <a:pt x="2705" y="240503"/>
                  </a:lnTo>
                  <a:lnTo>
                    <a:pt x="6245" y="238744"/>
                  </a:lnTo>
                  <a:lnTo>
                    <a:pt x="10481" y="236635"/>
                  </a:lnTo>
                  <a:lnTo>
                    <a:pt x="15046" y="234891"/>
                  </a:lnTo>
                  <a:lnTo>
                    <a:pt x="18940" y="232640"/>
                  </a:lnTo>
                  <a:lnTo>
                    <a:pt x="19481" y="227956"/>
                  </a:lnTo>
                  <a:lnTo>
                    <a:pt x="19065" y="221835"/>
                  </a:lnTo>
                  <a:lnTo>
                    <a:pt x="19498" y="219840"/>
                  </a:lnTo>
                  <a:lnTo>
                    <a:pt x="19803" y="218431"/>
                  </a:lnTo>
                  <a:lnTo>
                    <a:pt x="23818" y="217748"/>
                  </a:lnTo>
                  <a:lnTo>
                    <a:pt x="26648" y="215496"/>
                  </a:lnTo>
                  <a:lnTo>
                    <a:pt x="24931" y="210909"/>
                  </a:lnTo>
                  <a:lnTo>
                    <a:pt x="21872" y="201789"/>
                  </a:lnTo>
                  <a:lnTo>
                    <a:pt x="20513" y="197978"/>
                  </a:lnTo>
                  <a:lnTo>
                    <a:pt x="23515" y="195186"/>
                  </a:lnTo>
                  <a:lnTo>
                    <a:pt x="23890" y="187238"/>
                  </a:lnTo>
                  <a:lnTo>
                    <a:pt x="25400" y="181531"/>
                  </a:lnTo>
                  <a:lnTo>
                    <a:pt x="25812" y="179973"/>
                  </a:lnTo>
                  <a:lnTo>
                    <a:pt x="28401" y="175327"/>
                  </a:lnTo>
                  <a:lnTo>
                    <a:pt x="30639" y="173693"/>
                  </a:lnTo>
                  <a:lnTo>
                    <a:pt x="35998" y="176029"/>
                  </a:lnTo>
                  <a:lnTo>
                    <a:pt x="40327" y="181257"/>
                  </a:lnTo>
                  <a:lnTo>
                    <a:pt x="45093" y="178605"/>
                  </a:lnTo>
                  <a:lnTo>
                    <a:pt x="48101" y="174540"/>
                  </a:lnTo>
                  <a:lnTo>
                    <a:pt x="45685" y="169283"/>
                  </a:lnTo>
                  <a:lnTo>
                    <a:pt x="43797" y="165463"/>
                  </a:lnTo>
                  <a:lnTo>
                    <a:pt x="47509" y="162677"/>
                  </a:lnTo>
                  <a:lnTo>
                    <a:pt x="47981" y="162322"/>
                  </a:lnTo>
                  <a:lnTo>
                    <a:pt x="45857" y="155555"/>
                  </a:lnTo>
                  <a:lnTo>
                    <a:pt x="45754" y="155225"/>
                  </a:lnTo>
                  <a:lnTo>
                    <a:pt x="47464" y="152280"/>
                  </a:lnTo>
                  <a:lnTo>
                    <a:pt x="48002" y="151354"/>
                  </a:lnTo>
                  <a:lnTo>
                    <a:pt x="49297" y="145753"/>
                  </a:lnTo>
                  <a:lnTo>
                    <a:pt x="53843" y="144567"/>
                  </a:lnTo>
                  <a:lnTo>
                    <a:pt x="57283" y="143702"/>
                  </a:lnTo>
                  <a:lnTo>
                    <a:pt x="56598" y="138541"/>
                  </a:lnTo>
                  <a:lnTo>
                    <a:pt x="59759" y="133682"/>
                  </a:lnTo>
                  <a:lnTo>
                    <a:pt x="62375" y="129572"/>
                  </a:lnTo>
                  <a:lnTo>
                    <a:pt x="65746" y="130225"/>
                  </a:lnTo>
                  <a:lnTo>
                    <a:pt x="67945" y="133900"/>
                  </a:lnTo>
                  <a:lnTo>
                    <a:pt x="69665" y="133797"/>
                  </a:lnTo>
                  <a:lnTo>
                    <a:pt x="71342" y="133695"/>
                  </a:lnTo>
                  <a:lnTo>
                    <a:pt x="77430" y="127974"/>
                  </a:lnTo>
                  <a:lnTo>
                    <a:pt x="81077" y="123152"/>
                  </a:lnTo>
                  <a:lnTo>
                    <a:pt x="84760" y="120474"/>
                  </a:lnTo>
                  <a:lnTo>
                    <a:pt x="85105" y="119581"/>
                  </a:lnTo>
                  <a:lnTo>
                    <a:pt x="87250" y="114009"/>
                  </a:lnTo>
                  <a:lnTo>
                    <a:pt x="89395" y="110734"/>
                  </a:lnTo>
                  <a:lnTo>
                    <a:pt x="94587" y="102787"/>
                  </a:lnTo>
                  <a:lnTo>
                    <a:pt x="98947" y="96303"/>
                  </a:lnTo>
                  <a:lnTo>
                    <a:pt x="100453" y="91150"/>
                  </a:lnTo>
                  <a:lnTo>
                    <a:pt x="99894" y="90559"/>
                  </a:lnTo>
                  <a:lnTo>
                    <a:pt x="96556" y="87027"/>
                  </a:lnTo>
                  <a:lnTo>
                    <a:pt x="98939" y="82793"/>
                  </a:lnTo>
                  <a:lnTo>
                    <a:pt x="98031" y="78510"/>
                  </a:lnTo>
                  <a:lnTo>
                    <a:pt x="98030" y="78229"/>
                  </a:lnTo>
                  <a:lnTo>
                    <a:pt x="98008" y="71521"/>
                  </a:lnTo>
                  <a:lnTo>
                    <a:pt x="100081" y="67949"/>
                  </a:lnTo>
                  <a:lnTo>
                    <a:pt x="101358" y="65635"/>
                  </a:lnTo>
                  <a:lnTo>
                    <a:pt x="100174" y="59754"/>
                  </a:lnTo>
                  <a:lnTo>
                    <a:pt x="99305" y="55448"/>
                  </a:lnTo>
                  <a:lnTo>
                    <a:pt x="99960" y="48301"/>
                  </a:lnTo>
                  <a:lnTo>
                    <a:pt x="100083" y="47729"/>
                  </a:lnTo>
                  <a:lnTo>
                    <a:pt x="100741" y="44650"/>
                  </a:lnTo>
                  <a:lnTo>
                    <a:pt x="102150" y="38029"/>
                  </a:lnTo>
                  <a:lnTo>
                    <a:pt x="103689" y="32514"/>
                  </a:lnTo>
                  <a:lnTo>
                    <a:pt x="100223" y="25372"/>
                  </a:lnTo>
                  <a:lnTo>
                    <a:pt x="100312" y="24401"/>
                  </a:lnTo>
                  <a:lnTo>
                    <a:pt x="100785" y="19251"/>
                  </a:lnTo>
                  <a:lnTo>
                    <a:pt x="98019" y="12699"/>
                  </a:lnTo>
                  <a:lnTo>
                    <a:pt x="93529" y="7720"/>
                  </a:lnTo>
                  <a:lnTo>
                    <a:pt x="95565" y="3567"/>
                  </a:lnTo>
                  <a:lnTo>
                    <a:pt x="98678" y="3245"/>
                  </a:lnTo>
                  <a:lnTo>
                    <a:pt x="102663" y="0"/>
                  </a:lnTo>
                  <a:lnTo>
                    <a:pt x="106101" y="14958"/>
                  </a:lnTo>
                  <a:lnTo>
                    <a:pt x="107754" y="22161"/>
                  </a:lnTo>
                  <a:lnTo>
                    <a:pt x="108976" y="27493"/>
                  </a:lnTo>
                  <a:lnTo>
                    <a:pt x="112844" y="44398"/>
                  </a:lnTo>
                  <a:lnTo>
                    <a:pt x="115875" y="57675"/>
                  </a:lnTo>
                  <a:lnTo>
                    <a:pt x="117018" y="62699"/>
                  </a:lnTo>
                  <a:lnTo>
                    <a:pt x="122085" y="85019"/>
                  </a:lnTo>
                  <a:lnTo>
                    <a:pt x="128973" y="83366"/>
                  </a:lnTo>
                  <a:lnTo>
                    <a:pt x="153225" y="77387"/>
                  </a:lnTo>
                  <a:lnTo>
                    <a:pt x="164451" y="74618"/>
                  </a:lnTo>
                  <a:lnTo>
                    <a:pt x="175130" y="71962"/>
                  </a:lnTo>
                  <a:lnTo>
                    <a:pt x="195236" y="66820"/>
                  </a:lnTo>
                  <a:lnTo>
                    <a:pt x="199030" y="84439"/>
                  </a:lnTo>
                  <a:lnTo>
                    <a:pt x="203027" y="101807"/>
                  </a:lnTo>
                  <a:lnTo>
                    <a:pt x="205898" y="114648"/>
                  </a:lnTo>
                  <a:lnTo>
                    <a:pt x="209815" y="111466"/>
                  </a:lnTo>
                  <a:lnTo>
                    <a:pt x="213692" y="105576"/>
                  </a:lnTo>
                  <a:lnTo>
                    <a:pt x="217922" y="101382"/>
                  </a:lnTo>
                  <a:lnTo>
                    <a:pt x="219054" y="99459"/>
                  </a:lnTo>
                  <a:lnTo>
                    <a:pt x="224129" y="90811"/>
                  </a:lnTo>
                  <a:lnTo>
                    <a:pt x="227801" y="82826"/>
                  </a:lnTo>
                  <a:lnTo>
                    <a:pt x="229468" y="82351"/>
                  </a:lnTo>
                  <a:lnTo>
                    <a:pt x="231689" y="81718"/>
                  </a:lnTo>
                  <a:lnTo>
                    <a:pt x="237970" y="83323"/>
                  </a:lnTo>
                  <a:lnTo>
                    <a:pt x="238070" y="79426"/>
                  </a:lnTo>
                  <a:lnTo>
                    <a:pt x="242797" y="70858"/>
                  </a:lnTo>
                  <a:lnTo>
                    <a:pt x="246457" y="61588"/>
                  </a:lnTo>
                  <a:lnTo>
                    <a:pt x="249359" y="63641"/>
                  </a:lnTo>
                  <a:lnTo>
                    <a:pt x="252829" y="68018"/>
                  </a:lnTo>
                  <a:lnTo>
                    <a:pt x="256736" y="68106"/>
                  </a:lnTo>
                  <a:lnTo>
                    <a:pt x="261567" y="68212"/>
                  </a:lnTo>
                  <a:lnTo>
                    <a:pt x="270220" y="66278"/>
                  </a:lnTo>
                  <a:lnTo>
                    <a:pt x="270738" y="66162"/>
                  </a:lnTo>
                  <a:lnTo>
                    <a:pt x="271458" y="62268"/>
                  </a:lnTo>
                  <a:lnTo>
                    <a:pt x="273948" y="55807"/>
                  </a:lnTo>
                  <a:lnTo>
                    <a:pt x="277304" y="54278"/>
                  </a:lnTo>
                  <a:lnTo>
                    <a:pt x="278625" y="53675"/>
                  </a:lnTo>
                  <a:lnTo>
                    <a:pt x="284107" y="49433"/>
                  </a:lnTo>
                  <a:lnTo>
                    <a:pt x="293771" y="45573"/>
                  </a:lnTo>
                  <a:lnTo>
                    <a:pt x="298774" y="49183"/>
                  </a:lnTo>
                  <a:lnTo>
                    <a:pt x="300689" y="50562"/>
                  </a:lnTo>
                  <a:lnTo>
                    <a:pt x="306168" y="48425"/>
                  </a:lnTo>
                  <a:lnTo>
                    <a:pt x="313356" y="48441"/>
                  </a:lnTo>
                  <a:lnTo>
                    <a:pt x="315245" y="53981"/>
                  </a:lnTo>
                  <a:lnTo>
                    <a:pt x="316740" y="56051"/>
                  </a:lnTo>
                  <a:lnTo>
                    <a:pt x="318227" y="58110"/>
                  </a:lnTo>
                  <a:lnTo>
                    <a:pt x="324061" y="63798"/>
                  </a:lnTo>
                  <a:lnTo>
                    <a:pt x="324806" y="68381"/>
                  </a:lnTo>
                  <a:lnTo>
                    <a:pt x="327416" y="70805"/>
                  </a:lnTo>
                  <a:lnTo>
                    <a:pt x="325515" y="80428"/>
                  </a:lnTo>
                  <a:lnTo>
                    <a:pt x="324784" y="86631"/>
                  </a:lnTo>
                  <a:lnTo>
                    <a:pt x="324298" y="90336"/>
                  </a:lnTo>
                  <a:lnTo>
                    <a:pt x="306801" y="82118"/>
                  </a:lnTo>
                  <a:lnTo>
                    <a:pt x="293662" y="75914"/>
                  </a:lnTo>
                  <a:lnTo>
                    <a:pt x="290113" y="74252"/>
                  </a:lnTo>
                  <a:lnTo>
                    <a:pt x="280098" y="69544"/>
                  </a:lnTo>
                  <a:lnTo>
                    <a:pt x="282119" y="74600"/>
                  </a:lnTo>
                  <a:lnTo>
                    <a:pt x="283181" y="79801"/>
                  </a:lnTo>
                  <a:lnTo>
                    <a:pt x="280662" y="88046"/>
                  </a:lnTo>
                  <a:lnTo>
                    <a:pt x="281337" y="91682"/>
                  </a:lnTo>
                  <a:lnTo>
                    <a:pt x="280847" y="96819"/>
                  </a:lnTo>
                  <a:lnTo>
                    <a:pt x="282550" y="99197"/>
                  </a:lnTo>
                  <a:lnTo>
                    <a:pt x="277532" y="107422"/>
                  </a:lnTo>
                  <a:lnTo>
                    <a:pt x="276657" y="111189"/>
                  </a:lnTo>
                  <a:lnTo>
                    <a:pt x="275585" y="115785"/>
                  </a:lnTo>
                  <a:lnTo>
                    <a:pt x="272046" y="119330"/>
                  </a:lnTo>
                  <a:lnTo>
                    <a:pt x="269023" y="125721"/>
                  </a:lnTo>
                  <a:lnTo>
                    <a:pt x="263309" y="130395"/>
                  </a:lnTo>
                  <a:lnTo>
                    <a:pt x="261307" y="137096"/>
                  </a:lnTo>
                  <a:lnTo>
                    <a:pt x="259433" y="144276"/>
                  </a:lnTo>
                  <a:lnTo>
                    <a:pt x="248511" y="139564"/>
                  </a:lnTo>
                  <a:lnTo>
                    <a:pt x="247736" y="143840"/>
                  </a:lnTo>
                  <a:lnTo>
                    <a:pt x="246143" y="147911"/>
                  </a:lnTo>
                  <a:lnTo>
                    <a:pt x="245546" y="155070"/>
                  </a:lnTo>
                  <a:lnTo>
                    <a:pt x="245879" y="157989"/>
                  </a:lnTo>
                  <a:lnTo>
                    <a:pt x="242692" y="164022"/>
                  </a:lnTo>
                  <a:lnTo>
                    <a:pt x="241082" y="172165"/>
                  </a:lnTo>
                  <a:lnTo>
                    <a:pt x="240223" y="177106"/>
                  </a:lnTo>
                  <a:lnTo>
                    <a:pt x="240121" y="177692"/>
                  </a:lnTo>
                  <a:lnTo>
                    <a:pt x="236671" y="184233"/>
                  </a:lnTo>
                  <a:lnTo>
                    <a:pt x="235661" y="184295"/>
                  </a:lnTo>
                  <a:lnTo>
                    <a:pt x="231258" y="184562"/>
                  </a:lnTo>
                  <a:lnTo>
                    <a:pt x="223016" y="183725"/>
                  </a:lnTo>
                  <a:lnTo>
                    <a:pt x="216226" y="176040"/>
                  </a:lnTo>
                  <a:lnTo>
                    <a:pt x="207805" y="174418"/>
                  </a:lnTo>
                  <a:lnTo>
                    <a:pt x="208118" y="182241"/>
                  </a:lnTo>
                  <a:lnTo>
                    <a:pt x="207567" y="186999"/>
                  </a:lnTo>
                  <a:lnTo>
                    <a:pt x="208364" y="189963"/>
                  </a:lnTo>
                  <a:lnTo>
                    <a:pt x="206760" y="197686"/>
                  </a:lnTo>
                  <a:lnTo>
                    <a:pt x="202705" y="202895"/>
                  </a:lnTo>
                  <a:lnTo>
                    <a:pt x="204759" y="206359"/>
                  </a:lnTo>
                  <a:lnTo>
                    <a:pt x="204209" y="207087"/>
                  </a:lnTo>
                  <a:lnTo>
                    <a:pt x="201113" y="211183"/>
                  </a:lnTo>
                  <a:lnTo>
                    <a:pt x="197431" y="216891"/>
                  </a:lnTo>
                  <a:lnTo>
                    <a:pt x="197339" y="224035"/>
                  </a:lnTo>
                  <a:lnTo>
                    <a:pt x="196700" y="228892"/>
                  </a:lnTo>
                  <a:lnTo>
                    <a:pt x="196442" y="230842"/>
                  </a:lnTo>
                  <a:lnTo>
                    <a:pt x="193375" y="239075"/>
                  </a:lnTo>
                  <a:lnTo>
                    <a:pt x="192302" y="240908"/>
                  </a:lnTo>
                  <a:lnTo>
                    <a:pt x="188123" y="248035"/>
                  </a:lnTo>
                  <a:lnTo>
                    <a:pt x="184530" y="254975"/>
                  </a:lnTo>
                  <a:lnTo>
                    <a:pt x="184079" y="259406"/>
                  </a:lnTo>
                  <a:lnTo>
                    <a:pt x="182523" y="265911"/>
                  </a:lnTo>
                  <a:lnTo>
                    <a:pt x="180929" y="269667"/>
                  </a:lnTo>
                  <a:lnTo>
                    <a:pt x="180818" y="269929"/>
                  </a:lnTo>
                  <a:lnTo>
                    <a:pt x="187058" y="274325"/>
                  </a:lnTo>
                  <a:lnTo>
                    <a:pt x="183560" y="278860"/>
                  </a:lnTo>
                  <a:lnTo>
                    <a:pt x="183904" y="283561"/>
                  </a:lnTo>
                  <a:lnTo>
                    <a:pt x="177573" y="292339"/>
                  </a:lnTo>
                  <a:lnTo>
                    <a:pt x="173594" y="296828"/>
                  </a:lnTo>
                  <a:lnTo>
                    <a:pt x="173190" y="296644"/>
                  </a:lnTo>
                  <a:lnTo>
                    <a:pt x="166788" y="293723"/>
                  </a:lnTo>
                  <a:lnTo>
                    <a:pt x="159280" y="301415"/>
                  </a:lnTo>
                  <a:lnTo>
                    <a:pt x="152471" y="307110"/>
                  </a:lnTo>
                  <a:lnTo>
                    <a:pt x="146596" y="303428"/>
                  </a:lnTo>
                  <a:lnTo>
                    <a:pt x="145083" y="304111"/>
                  </a:lnTo>
                  <a:lnTo>
                    <a:pt x="144595" y="304331"/>
                  </a:lnTo>
                  <a:lnTo>
                    <a:pt x="143996" y="307980"/>
                  </a:lnTo>
                  <a:lnTo>
                    <a:pt x="148459" y="311716"/>
                  </a:lnTo>
                  <a:lnTo>
                    <a:pt x="142922" y="315810"/>
                  </a:lnTo>
                  <a:lnTo>
                    <a:pt x="138535" y="317354"/>
                  </a:lnTo>
                  <a:lnTo>
                    <a:pt x="137455" y="317734"/>
                  </a:lnTo>
                  <a:lnTo>
                    <a:pt x="129361" y="321666"/>
                  </a:lnTo>
                  <a:lnTo>
                    <a:pt x="121999" y="327614"/>
                  </a:lnTo>
                  <a:lnTo>
                    <a:pt x="109980" y="320367"/>
                  </a:lnTo>
                  <a:lnTo>
                    <a:pt x="106468" y="327654"/>
                  </a:lnTo>
                  <a:lnTo>
                    <a:pt x="102796" y="330474"/>
                  </a:lnTo>
                  <a:lnTo>
                    <a:pt x="99699" y="333820"/>
                  </a:lnTo>
                  <a:lnTo>
                    <a:pt x="98004" y="335832"/>
                  </a:lnTo>
                  <a:lnTo>
                    <a:pt x="89446" y="338167"/>
                  </a:lnTo>
                  <a:lnTo>
                    <a:pt x="84314" y="335718"/>
                  </a:lnTo>
                  <a:lnTo>
                    <a:pt x="83894" y="335518"/>
                  </a:lnTo>
                  <a:lnTo>
                    <a:pt x="81028" y="333018"/>
                  </a:lnTo>
                  <a:lnTo>
                    <a:pt x="75327" y="333280"/>
                  </a:lnTo>
                  <a:lnTo>
                    <a:pt x="71073" y="329684"/>
                  </a:lnTo>
                  <a:lnTo>
                    <a:pt x="67242" y="324973"/>
                  </a:lnTo>
                  <a:lnTo>
                    <a:pt x="66417" y="322174"/>
                  </a:lnTo>
                  <a:lnTo>
                    <a:pt x="62265" y="319751"/>
                  </a:lnTo>
                  <a:lnTo>
                    <a:pt x="65018" y="313544"/>
                  </a:lnTo>
                  <a:lnTo>
                    <a:pt x="61901" y="311725"/>
                  </a:lnTo>
                  <a:lnTo>
                    <a:pt x="54761" y="312646"/>
                  </a:lnTo>
                  <a:lnTo>
                    <a:pt x="48183" y="309172"/>
                  </a:lnTo>
                  <a:lnTo>
                    <a:pt x="40935" y="305132"/>
                  </a:lnTo>
                  <a:lnTo>
                    <a:pt x="35216" y="303165"/>
                  </a:lnTo>
                  <a:lnTo>
                    <a:pt x="32316" y="297993"/>
                  </a:lnTo>
                  <a:lnTo>
                    <a:pt x="31527" y="296585"/>
                  </a:lnTo>
                  <a:lnTo>
                    <a:pt x="27692" y="293581"/>
                  </a:lnTo>
                  <a:lnTo>
                    <a:pt x="24853" y="290187"/>
                  </a:lnTo>
                  <a:lnTo>
                    <a:pt x="22839" y="287778"/>
                  </a:lnTo>
                  <a:lnTo>
                    <a:pt x="17008" y="284706"/>
                  </a:lnTo>
                  <a:lnTo>
                    <a:pt x="17201" y="282571"/>
                  </a:lnTo>
                  <a:lnTo>
                    <a:pt x="17542" y="278783"/>
                  </a:lnTo>
                  <a:lnTo>
                    <a:pt x="9823" y="272079"/>
                  </a:lnTo>
                  <a:lnTo>
                    <a:pt x="2935" y="26659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059556" y="2869054"/>
              <a:ext cx="715478" cy="585658"/>
            </a:xfrm>
            <a:custGeom>
              <a:avLst/>
              <a:pathLst>
                <a:path w="715478" h="585658">
                  <a:moveTo>
                    <a:pt x="66405" y="17420"/>
                  </a:moveTo>
                  <a:lnTo>
                    <a:pt x="69974" y="0"/>
                  </a:lnTo>
                  <a:lnTo>
                    <a:pt x="93824" y="3030"/>
                  </a:lnTo>
                  <a:lnTo>
                    <a:pt x="100968" y="5399"/>
                  </a:lnTo>
                  <a:lnTo>
                    <a:pt x="136108" y="9094"/>
                  </a:lnTo>
                  <a:lnTo>
                    <a:pt x="166486" y="12402"/>
                  </a:lnTo>
                  <a:lnTo>
                    <a:pt x="184579" y="14664"/>
                  </a:lnTo>
                  <a:lnTo>
                    <a:pt x="205221" y="17189"/>
                  </a:lnTo>
                  <a:lnTo>
                    <a:pt x="248666" y="21799"/>
                  </a:lnTo>
                  <a:lnTo>
                    <a:pt x="252371" y="23049"/>
                  </a:lnTo>
                  <a:lnTo>
                    <a:pt x="293031" y="27508"/>
                  </a:lnTo>
                  <a:lnTo>
                    <a:pt x="304181" y="28691"/>
                  </a:lnTo>
                  <a:lnTo>
                    <a:pt x="327472" y="30988"/>
                  </a:lnTo>
                  <a:lnTo>
                    <a:pt x="350681" y="33204"/>
                  </a:lnTo>
                  <a:lnTo>
                    <a:pt x="358609" y="33989"/>
                  </a:lnTo>
                  <a:lnTo>
                    <a:pt x="410371" y="38906"/>
                  </a:lnTo>
                  <a:lnTo>
                    <a:pt x="453100" y="43406"/>
                  </a:lnTo>
                  <a:lnTo>
                    <a:pt x="510947" y="48394"/>
                  </a:lnTo>
                  <a:lnTo>
                    <a:pt x="533092" y="49578"/>
                  </a:lnTo>
                  <a:lnTo>
                    <a:pt x="549497" y="50412"/>
                  </a:lnTo>
                  <a:lnTo>
                    <a:pt x="620991" y="55257"/>
                  </a:lnTo>
                  <a:lnTo>
                    <a:pt x="624546" y="55480"/>
                  </a:lnTo>
                  <a:lnTo>
                    <a:pt x="625750" y="55555"/>
                  </a:lnTo>
                  <a:lnTo>
                    <a:pt x="715478" y="60969"/>
                  </a:lnTo>
                  <a:lnTo>
                    <a:pt x="713644" y="101172"/>
                  </a:lnTo>
                  <a:lnTo>
                    <a:pt x="712867" y="116977"/>
                  </a:lnTo>
                  <a:lnTo>
                    <a:pt x="710801" y="159132"/>
                  </a:lnTo>
                  <a:lnTo>
                    <a:pt x="710346" y="168272"/>
                  </a:lnTo>
                  <a:lnTo>
                    <a:pt x="710089" y="173433"/>
                  </a:lnTo>
                  <a:lnTo>
                    <a:pt x="708216" y="211199"/>
                  </a:lnTo>
                  <a:lnTo>
                    <a:pt x="706353" y="249922"/>
                  </a:lnTo>
                  <a:lnTo>
                    <a:pt x="706019" y="257182"/>
                  </a:lnTo>
                  <a:lnTo>
                    <a:pt x="705865" y="260532"/>
                  </a:lnTo>
                  <a:lnTo>
                    <a:pt x="704732" y="285224"/>
                  </a:lnTo>
                  <a:lnTo>
                    <a:pt x="702949" y="323204"/>
                  </a:lnTo>
                  <a:lnTo>
                    <a:pt x="700641" y="371744"/>
                  </a:lnTo>
                  <a:lnTo>
                    <a:pt x="700511" y="374258"/>
                  </a:lnTo>
                  <a:lnTo>
                    <a:pt x="699757" y="388935"/>
                  </a:lnTo>
                  <a:lnTo>
                    <a:pt x="698201" y="421760"/>
                  </a:lnTo>
                  <a:lnTo>
                    <a:pt x="696730" y="452435"/>
                  </a:lnTo>
                  <a:lnTo>
                    <a:pt x="696635" y="454350"/>
                  </a:lnTo>
                  <a:lnTo>
                    <a:pt x="695875" y="469612"/>
                  </a:lnTo>
                  <a:lnTo>
                    <a:pt x="694714" y="494246"/>
                  </a:lnTo>
                  <a:lnTo>
                    <a:pt x="694194" y="505293"/>
                  </a:lnTo>
                  <a:lnTo>
                    <a:pt x="693894" y="511778"/>
                  </a:lnTo>
                  <a:lnTo>
                    <a:pt x="692856" y="534235"/>
                  </a:lnTo>
                  <a:lnTo>
                    <a:pt x="692120" y="549331"/>
                  </a:lnTo>
                  <a:lnTo>
                    <a:pt x="691030" y="570820"/>
                  </a:lnTo>
                  <a:lnTo>
                    <a:pt x="690315" y="585658"/>
                  </a:lnTo>
                  <a:lnTo>
                    <a:pt x="646342" y="583323"/>
                  </a:lnTo>
                  <a:lnTo>
                    <a:pt x="610831" y="581800"/>
                  </a:lnTo>
                  <a:lnTo>
                    <a:pt x="602106" y="581277"/>
                  </a:lnTo>
                  <a:lnTo>
                    <a:pt x="569056" y="579212"/>
                  </a:lnTo>
                  <a:lnTo>
                    <a:pt x="478660" y="572966"/>
                  </a:lnTo>
                  <a:lnTo>
                    <a:pt x="475988" y="572766"/>
                  </a:lnTo>
                  <a:lnTo>
                    <a:pt x="465746" y="571922"/>
                  </a:lnTo>
                  <a:lnTo>
                    <a:pt x="412464" y="567318"/>
                  </a:lnTo>
                  <a:lnTo>
                    <a:pt x="367295" y="563140"/>
                  </a:lnTo>
                  <a:lnTo>
                    <a:pt x="362394" y="562671"/>
                  </a:lnTo>
                  <a:lnTo>
                    <a:pt x="307979" y="557848"/>
                  </a:lnTo>
                  <a:lnTo>
                    <a:pt x="275186" y="554763"/>
                  </a:lnTo>
                  <a:lnTo>
                    <a:pt x="196389" y="546375"/>
                  </a:lnTo>
                  <a:lnTo>
                    <a:pt x="176629" y="544121"/>
                  </a:lnTo>
                  <a:lnTo>
                    <a:pt x="130845" y="539191"/>
                  </a:lnTo>
                  <a:lnTo>
                    <a:pt x="102766" y="535910"/>
                  </a:lnTo>
                  <a:lnTo>
                    <a:pt x="98066" y="535351"/>
                  </a:lnTo>
                  <a:lnTo>
                    <a:pt x="90869" y="534489"/>
                  </a:lnTo>
                  <a:lnTo>
                    <a:pt x="49753" y="529394"/>
                  </a:lnTo>
                  <a:lnTo>
                    <a:pt x="17137" y="524980"/>
                  </a:lnTo>
                  <a:lnTo>
                    <a:pt x="0" y="522606"/>
                  </a:lnTo>
                  <a:lnTo>
                    <a:pt x="4315" y="489491"/>
                  </a:lnTo>
                  <a:lnTo>
                    <a:pt x="6175" y="475253"/>
                  </a:lnTo>
                  <a:lnTo>
                    <a:pt x="9749" y="448516"/>
                  </a:lnTo>
                  <a:lnTo>
                    <a:pt x="9990" y="446652"/>
                  </a:lnTo>
                  <a:lnTo>
                    <a:pt x="17133" y="391582"/>
                  </a:lnTo>
                  <a:lnTo>
                    <a:pt x="23089" y="346162"/>
                  </a:lnTo>
                  <a:lnTo>
                    <a:pt x="26081" y="324706"/>
                  </a:lnTo>
                  <a:lnTo>
                    <a:pt x="29886" y="297483"/>
                  </a:lnTo>
                  <a:lnTo>
                    <a:pt x="34052" y="265906"/>
                  </a:lnTo>
                  <a:lnTo>
                    <a:pt x="35001" y="258730"/>
                  </a:lnTo>
                  <a:lnTo>
                    <a:pt x="35915" y="251815"/>
                  </a:lnTo>
                  <a:lnTo>
                    <a:pt x="40121" y="220037"/>
                  </a:lnTo>
                  <a:lnTo>
                    <a:pt x="43297" y="195832"/>
                  </a:lnTo>
                  <a:lnTo>
                    <a:pt x="46507" y="171436"/>
                  </a:lnTo>
                  <a:lnTo>
                    <a:pt x="50352" y="142642"/>
                  </a:lnTo>
                  <a:lnTo>
                    <a:pt x="51611" y="132835"/>
                  </a:lnTo>
                  <a:lnTo>
                    <a:pt x="53818" y="115665"/>
                  </a:lnTo>
                  <a:lnTo>
                    <a:pt x="58362" y="81704"/>
                  </a:lnTo>
                  <a:lnTo>
                    <a:pt x="60139" y="68764"/>
                  </a:lnTo>
                  <a:lnTo>
                    <a:pt x="62246" y="48993"/>
                  </a:lnTo>
                  <a:lnTo>
                    <a:pt x="62971" y="43596"/>
                  </a:lnTo>
                  <a:lnTo>
                    <a:pt x="64008" y="358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307855" y="3477799"/>
              <a:ext cx="548627" cy="421194"/>
            </a:xfrm>
            <a:custGeom>
              <a:avLst/>
              <a:pathLst>
                <a:path w="548627" h="421194">
                  <a:moveTo>
                    <a:pt x="13509" y="240447"/>
                  </a:moveTo>
                  <a:lnTo>
                    <a:pt x="20344" y="180313"/>
                  </a:lnTo>
                  <a:lnTo>
                    <a:pt x="22763" y="157177"/>
                  </a:lnTo>
                  <a:lnTo>
                    <a:pt x="24084" y="144573"/>
                  </a:lnTo>
                  <a:lnTo>
                    <a:pt x="25728" y="128922"/>
                  </a:lnTo>
                  <a:lnTo>
                    <a:pt x="27901" y="108291"/>
                  </a:lnTo>
                  <a:lnTo>
                    <a:pt x="30957" y="78864"/>
                  </a:lnTo>
                  <a:lnTo>
                    <a:pt x="31397" y="74844"/>
                  </a:lnTo>
                  <a:lnTo>
                    <a:pt x="35946" y="33405"/>
                  </a:lnTo>
                  <a:lnTo>
                    <a:pt x="36037" y="32539"/>
                  </a:lnTo>
                  <a:lnTo>
                    <a:pt x="37687" y="16809"/>
                  </a:lnTo>
                  <a:lnTo>
                    <a:pt x="39351" y="0"/>
                  </a:lnTo>
                  <a:lnTo>
                    <a:pt x="97306" y="6169"/>
                  </a:lnTo>
                  <a:lnTo>
                    <a:pt x="121425" y="8437"/>
                  </a:lnTo>
                  <a:lnTo>
                    <a:pt x="161448" y="11985"/>
                  </a:lnTo>
                  <a:lnTo>
                    <a:pt x="165052" y="12330"/>
                  </a:lnTo>
                  <a:lnTo>
                    <a:pt x="198273" y="15403"/>
                  </a:lnTo>
                  <a:lnTo>
                    <a:pt x="237463" y="18789"/>
                  </a:lnTo>
                  <a:lnTo>
                    <a:pt x="244995" y="19410"/>
                  </a:lnTo>
                  <a:lnTo>
                    <a:pt x="246961" y="19557"/>
                  </a:lnTo>
                  <a:lnTo>
                    <a:pt x="313467" y="24152"/>
                  </a:lnTo>
                  <a:lnTo>
                    <a:pt x="337755" y="25670"/>
                  </a:lnTo>
                  <a:lnTo>
                    <a:pt x="344172" y="26054"/>
                  </a:lnTo>
                  <a:lnTo>
                    <a:pt x="370290" y="27174"/>
                  </a:lnTo>
                  <a:lnTo>
                    <a:pt x="402633" y="28892"/>
                  </a:lnTo>
                  <a:lnTo>
                    <a:pt x="437590" y="30480"/>
                  </a:lnTo>
                  <a:lnTo>
                    <a:pt x="451539" y="31049"/>
                  </a:lnTo>
                  <a:lnTo>
                    <a:pt x="473853" y="31892"/>
                  </a:lnTo>
                  <a:lnTo>
                    <a:pt x="504714" y="32967"/>
                  </a:lnTo>
                  <a:lnTo>
                    <a:pt x="507080" y="33043"/>
                  </a:lnTo>
                  <a:lnTo>
                    <a:pt x="511767" y="33191"/>
                  </a:lnTo>
                  <a:lnTo>
                    <a:pt x="548627" y="34206"/>
                  </a:lnTo>
                  <a:lnTo>
                    <a:pt x="548066" y="58624"/>
                  </a:lnTo>
                  <a:lnTo>
                    <a:pt x="547946" y="63650"/>
                  </a:lnTo>
                  <a:lnTo>
                    <a:pt x="547352" y="88524"/>
                  </a:lnTo>
                  <a:lnTo>
                    <a:pt x="547143" y="97292"/>
                  </a:lnTo>
                  <a:lnTo>
                    <a:pt x="547118" y="98339"/>
                  </a:lnTo>
                  <a:lnTo>
                    <a:pt x="546318" y="130718"/>
                  </a:lnTo>
                  <a:lnTo>
                    <a:pt x="545934" y="148494"/>
                  </a:lnTo>
                  <a:lnTo>
                    <a:pt x="545471" y="172145"/>
                  </a:lnTo>
                  <a:lnTo>
                    <a:pt x="545460" y="172713"/>
                  </a:lnTo>
                  <a:lnTo>
                    <a:pt x="545094" y="191489"/>
                  </a:lnTo>
                  <a:lnTo>
                    <a:pt x="544683" y="214715"/>
                  </a:lnTo>
                  <a:lnTo>
                    <a:pt x="544537" y="223028"/>
                  </a:lnTo>
                  <a:lnTo>
                    <a:pt x="543818" y="256760"/>
                  </a:lnTo>
                  <a:lnTo>
                    <a:pt x="543649" y="264712"/>
                  </a:lnTo>
                  <a:lnTo>
                    <a:pt x="543178" y="286981"/>
                  </a:lnTo>
                  <a:lnTo>
                    <a:pt x="542943" y="298142"/>
                  </a:lnTo>
                  <a:lnTo>
                    <a:pt x="542930" y="298754"/>
                  </a:lnTo>
                  <a:lnTo>
                    <a:pt x="542628" y="313170"/>
                  </a:lnTo>
                  <a:lnTo>
                    <a:pt x="541976" y="349300"/>
                  </a:lnTo>
                  <a:lnTo>
                    <a:pt x="541951" y="350715"/>
                  </a:lnTo>
                  <a:lnTo>
                    <a:pt x="541775" y="358393"/>
                  </a:lnTo>
                  <a:lnTo>
                    <a:pt x="541212" y="382996"/>
                  </a:lnTo>
                  <a:lnTo>
                    <a:pt x="540924" y="395632"/>
                  </a:lnTo>
                  <a:lnTo>
                    <a:pt x="540592" y="410253"/>
                  </a:lnTo>
                  <a:lnTo>
                    <a:pt x="540441" y="417144"/>
                  </a:lnTo>
                  <a:lnTo>
                    <a:pt x="540325" y="421194"/>
                  </a:lnTo>
                  <a:lnTo>
                    <a:pt x="516108" y="420422"/>
                  </a:lnTo>
                  <a:lnTo>
                    <a:pt x="489589" y="419561"/>
                  </a:lnTo>
                  <a:lnTo>
                    <a:pt x="478476" y="418765"/>
                  </a:lnTo>
                  <a:lnTo>
                    <a:pt x="466088" y="418285"/>
                  </a:lnTo>
                  <a:lnTo>
                    <a:pt x="459599" y="418073"/>
                  </a:lnTo>
                  <a:lnTo>
                    <a:pt x="409558" y="416217"/>
                  </a:lnTo>
                  <a:lnTo>
                    <a:pt x="388324" y="415433"/>
                  </a:lnTo>
                  <a:lnTo>
                    <a:pt x="362734" y="414396"/>
                  </a:lnTo>
                  <a:lnTo>
                    <a:pt x="332355" y="412761"/>
                  </a:lnTo>
                  <a:lnTo>
                    <a:pt x="302339" y="410805"/>
                  </a:lnTo>
                  <a:lnTo>
                    <a:pt x="299695" y="410639"/>
                  </a:lnTo>
                  <a:lnTo>
                    <a:pt x="294641" y="410317"/>
                  </a:lnTo>
                  <a:lnTo>
                    <a:pt x="292264" y="410165"/>
                  </a:lnTo>
                  <a:lnTo>
                    <a:pt x="279294" y="409314"/>
                  </a:lnTo>
                  <a:lnTo>
                    <a:pt x="270446" y="408734"/>
                  </a:lnTo>
                  <a:lnTo>
                    <a:pt x="256357" y="407790"/>
                  </a:lnTo>
                  <a:lnTo>
                    <a:pt x="256202" y="407780"/>
                  </a:lnTo>
                  <a:lnTo>
                    <a:pt x="234670" y="406315"/>
                  </a:lnTo>
                  <a:lnTo>
                    <a:pt x="233988" y="406269"/>
                  </a:lnTo>
                  <a:lnTo>
                    <a:pt x="207997" y="404464"/>
                  </a:lnTo>
                  <a:lnTo>
                    <a:pt x="197730" y="403722"/>
                  </a:lnTo>
                  <a:lnTo>
                    <a:pt x="167377" y="401432"/>
                  </a:lnTo>
                  <a:lnTo>
                    <a:pt x="166856" y="400642"/>
                  </a:lnTo>
                  <a:lnTo>
                    <a:pt x="124971" y="397074"/>
                  </a:lnTo>
                  <a:lnTo>
                    <a:pt x="120286" y="396657"/>
                  </a:lnTo>
                  <a:lnTo>
                    <a:pt x="80339" y="392957"/>
                  </a:lnTo>
                  <a:lnTo>
                    <a:pt x="51199" y="390141"/>
                  </a:lnTo>
                  <a:lnTo>
                    <a:pt x="32663" y="388281"/>
                  </a:lnTo>
                  <a:lnTo>
                    <a:pt x="0" y="384843"/>
                  </a:lnTo>
                  <a:lnTo>
                    <a:pt x="4804" y="338175"/>
                  </a:lnTo>
                  <a:lnTo>
                    <a:pt x="8748" y="300095"/>
                  </a:lnTo>
                  <a:lnTo>
                    <a:pt x="11468" y="273958"/>
                  </a:lnTo>
                  <a:lnTo>
                    <a:pt x="11585" y="272838"/>
                  </a:lnTo>
                  <a:lnTo>
                    <a:pt x="11290" y="2620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624220" y="2929162"/>
              <a:ext cx="72824" cy="76954"/>
            </a:xfrm>
            <a:custGeom>
              <a:avLst/>
              <a:pathLst>
                <a:path w="72824" h="76954">
                  <a:moveTo>
                    <a:pt x="6588" y="71954"/>
                  </a:moveTo>
                  <a:lnTo>
                    <a:pt x="13908" y="63139"/>
                  </a:lnTo>
                  <a:lnTo>
                    <a:pt x="10019" y="59793"/>
                  </a:lnTo>
                  <a:lnTo>
                    <a:pt x="9114" y="56086"/>
                  </a:lnTo>
                  <a:lnTo>
                    <a:pt x="8983" y="55549"/>
                  </a:lnTo>
                  <a:lnTo>
                    <a:pt x="8161" y="52194"/>
                  </a:lnTo>
                  <a:lnTo>
                    <a:pt x="7024" y="47717"/>
                  </a:lnTo>
                  <a:lnTo>
                    <a:pt x="5798" y="42902"/>
                  </a:lnTo>
                  <a:lnTo>
                    <a:pt x="5514" y="41786"/>
                  </a:lnTo>
                  <a:lnTo>
                    <a:pt x="5173" y="40460"/>
                  </a:lnTo>
                  <a:lnTo>
                    <a:pt x="3070" y="32299"/>
                  </a:lnTo>
                  <a:lnTo>
                    <a:pt x="0" y="20575"/>
                  </a:lnTo>
                  <a:lnTo>
                    <a:pt x="9483" y="17573"/>
                  </a:lnTo>
                  <a:lnTo>
                    <a:pt x="13337" y="16394"/>
                  </a:lnTo>
                  <a:lnTo>
                    <a:pt x="16077" y="15553"/>
                  </a:lnTo>
                  <a:lnTo>
                    <a:pt x="18074" y="14938"/>
                  </a:lnTo>
                  <a:lnTo>
                    <a:pt x="23076" y="13272"/>
                  </a:lnTo>
                  <a:lnTo>
                    <a:pt x="23685" y="13068"/>
                  </a:lnTo>
                  <a:lnTo>
                    <a:pt x="25695" y="14550"/>
                  </a:lnTo>
                  <a:lnTo>
                    <a:pt x="26923" y="13900"/>
                  </a:lnTo>
                  <a:lnTo>
                    <a:pt x="27202" y="13753"/>
                  </a:lnTo>
                  <a:lnTo>
                    <a:pt x="27780" y="11652"/>
                  </a:lnTo>
                  <a:lnTo>
                    <a:pt x="32540" y="10281"/>
                  </a:lnTo>
                  <a:lnTo>
                    <a:pt x="35398" y="9065"/>
                  </a:lnTo>
                  <a:lnTo>
                    <a:pt x="43145" y="6425"/>
                  </a:lnTo>
                  <a:lnTo>
                    <a:pt x="47254" y="5040"/>
                  </a:lnTo>
                  <a:lnTo>
                    <a:pt x="49812" y="4174"/>
                  </a:lnTo>
                  <a:lnTo>
                    <a:pt x="55261" y="2321"/>
                  </a:lnTo>
                  <a:lnTo>
                    <a:pt x="60453" y="565"/>
                  </a:lnTo>
                  <a:lnTo>
                    <a:pt x="62118" y="0"/>
                  </a:lnTo>
                  <a:lnTo>
                    <a:pt x="62441" y="766"/>
                  </a:lnTo>
                  <a:lnTo>
                    <a:pt x="66197" y="10864"/>
                  </a:lnTo>
                  <a:lnTo>
                    <a:pt x="67748" y="14990"/>
                  </a:lnTo>
                  <a:lnTo>
                    <a:pt x="69992" y="21466"/>
                  </a:lnTo>
                  <a:lnTo>
                    <a:pt x="71425" y="26139"/>
                  </a:lnTo>
                  <a:lnTo>
                    <a:pt x="72824" y="30707"/>
                  </a:lnTo>
                  <a:lnTo>
                    <a:pt x="71360" y="31504"/>
                  </a:lnTo>
                  <a:lnTo>
                    <a:pt x="72506" y="34404"/>
                  </a:lnTo>
                  <a:lnTo>
                    <a:pt x="72186" y="36443"/>
                  </a:lnTo>
                  <a:lnTo>
                    <a:pt x="70956" y="35970"/>
                  </a:lnTo>
                  <a:lnTo>
                    <a:pt x="68473" y="37248"/>
                  </a:lnTo>
                  <a:lnTo>
                    <a:pt x="66296" y="38782"/>
                  </a:lnTo>
                  <a:lnTo>
                    <a:pt x="63666" y="39888"/>
                  </a:lnTo>
                  <a:lnTo>
                    <a:pt x="62452" y="41168"/>
                  </a:lnTo>
                  <a:lnTo>
                    <a:pt x="59692" y="41236"/>
                  </a:lnTo>
                  <a:lnTo>
                    <a:pt x="58694" y="42465"/>
                  </a:lnTo>
                  <a:lnTo>
                    <a:pt x="58298" y="42866"/>
                  </a:lnTo>
                  <a:lnTo>
                    <a:pt x="56917" y="44263"/>
                  </a:lnTo>
                  <a:lnTo>
                    <a:pt x="54906" y="45131"/>
                  </a:lnTo>
                  <a:lnTo>
                    <a:pt x="53768" y="46428"/>
                  </a:lnTo>
                  <a:lnTo>
                    <a:pt x="52772" y="45841"/>
                  </a:lnTo>
                  <a:lnTo>
                    <a:pt x="50449" y="47141"/>
                  </a:lnTo>
                  <a:lnTo>
                    <a:pt x="48429" y="48785"/>
                  </a:lnTo>
                  <a:lnTo>
                    <a:pt x="48016" y="49120"/>
                  </a:lnTo>
                  <a:lnTo>
                    <a:pt x="45828" y="48863"/>
                  </a:lnTo>
                  <a:lnTo>
                    <a:pt x="43794" y="49757"/>
                  </a:lnTo>
                  <a:lnTo>
                    <a:pt x="42775" y="51192"/>
                  </a:lnTo>
                  <a:lnTo>
                    <a:pt x="40276" y="52383"/>
                  </a:lnTo>
                  <a:lnTo>
                    <a:pt x="38925" y="51522"/>
                  </a:lnTo>
                  <a:lnTo>
                    <a:pt x="35762" y="53891"/>
                  </a:lnTo>
                  <a:lnTo>
                    <a:pt x="34818" y="53847"/>
                  </a:lnTo>
                  <a:lnTo>
                    <a:pt x="33486" y="53786"/>
                  </a:lnTo>
                  <a:lnTo>
                    <a:pt x="32479" y="55114"/>
                  </a:lnTo>
                  <a:lnTo>
                    <a:pt x="32024" y="55713"/>
                  </a:lnTo>
                  <a:lnTo>
                    <a:pt x="31205" y="57534"/>
                  </a:lnTo>
                  <a:lnTo>
                    <a:pt x="29218" y="58927"/>
                  </a:lnTo>
                  <a:lnTo>
                    <a:pt x="28911" y="60749"/>
                  </a:lnTo>
                  <a:lnTo>
                    <a:pt x="28810" y="61351"/>
                  </a:lnTo>
                  <a:lnTo>
                    <a:pt x="28110" y="61985"/>
                  </a:lnTo>
                  <a:lnTo>
                    <a:pt x="26416" y="62196"/>
                  </a:lnTo>
                  <a:lnTo>
                    <a:pt x="25229" y="62342"/>
                  </a:lnTo>
                  <a:lnTo>
                    <a:pt x="23675" y="65176"/>
                  </a:lnTo>
                  <a:lnTo>
                    <a:pt x="23410" y="65314"/>
                  </a:lnTo>
                  <a:lnTo>
                    <a:pt x="22439" y="65818"/>
                  </a:lnTo>
                  <a:lnTo>
                    <a:pt x="21253" y="66434"/>
                  </a:lnTo>
                  <a:lnTo>
                    <a:pt x="19799" y="67271"/>
                  </a:lnTo>
                  <a:lnTo>
                    <a:pt x="20773" y="67976"/>
                  </a:lnTo>
                  <a:lnTo>
                    <a:pt x="19991" y="69793"/>
                  </a:lnTo>
                  <a:lnTo>
                    <a:pt x="18862" y="70784"/>
                  </a:lnTo>
                  <a:lnTo>
                    <a:pt x="17080" y="71179"/>
                  </a:lnTo>
                  <a:lnTo>
                    <a:pt x="15468" y="72441"/>
                  </a:lnTo>
                  <a:lnTo>
                    <a:pt x="14141" y="74132"/>
                  </a:lnTo>
                  <a:lnTo>
                    <a:pt x="12894" y="74601"/>
                  </a:lnTo>
                  <a:lnTo>
                    <a:pt x="11088" y="76954"/>
                  </a:lnTo>
                  <a:lnTo>
                    <a:pt x="10707" y="76018"/>
                  </a:lnTo>
                  <a:lnTo>
                    <a:pt x="10477" y="75316"/>
                  </a:lnTo>
                  <a:lnTo>
                    <a:pt x="7827" y="7302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470772" y="3278823"/>
              <a:ext cx="69388" cy="106464"/>
            </a:xfrm>
            <a:custGeom>
              <a:avLst/>
              <a:pathLst>
                <a:path w="69388" h="106464">
                  <a:moveTo>
                    <a:pt x="835" y="13114"/>
                  </a:moveTo>
                  <a:lnTo>
                    <a:pt x="1228" y="10072"/>
                  </a:lnTo>
                  <a:lnTo>
                    <a:pt x="2529" y="6869"/>
                  </a:lnTo>
                  <a:lnTo>
                    <a:pt x="4956" y="3746"/>
                  </a:lnTo>
                  <a:lnTo>
                    <a:pt x="8620" y="1511"/>
                  </a:lnTo>
                  <a:lnTo>
                    <a:pt x="9292" y="1100"/>
                  </a:lnTo>
                  <a:lnTo>
                    <a:pt x="9772" y="807"/>
                  </a:lnTo>
                  <a:lnTo>
                    <a:pt x="15006" y="0"/>
                  </a:lnTo>
                  <a:lnTo>
                    <a:pt x="19318" y="887"/>
                  </a:lnTo>
                  <a:lnTo>
                    <a:pt x="17605" y="4372"/>
                  </a:lnTo>
                  <a:lnTo>
                    <a:pt x="17681" y="8500"/>
                  </a:lnTo>
                  <a:lnTo>
                    <a:pt x="16497" y="11229"/>
                  </a:lnTo>
                  <a:lnTo>
                    <a:pt x="15905" y="14591"/>
                  </a:lnTo>
                  <a:lnTo>
                    <a:pt x="14909" y="16321"/>
                  </a:lnTo>
                  <a:lnTo>
                    <a:pt x="16512" y="18587"/>
                  </a:lnTo>
                  <a:lnTo>
                    <a:pt x="18663" y="19391"/>
                  </a:lnTo>
                  <a:lnTo>
                    <a:pt x="18741" y="22857"/>
                  </a:lnTo>
                  <a:lnTo>
                    <a:pt x="19518" y="25652"/>
                  </a:lnTo>
                  <a:lnTo>
                    <a:pt x="16251" y="28209"/>
                  </a:lnTo>
                  <a:lnTo>
                    <a:pt x="18318" y="30861"/>
                  </a:lnTo>
                  <a:lnTo>
                    <a:pt x="22253" y="33811"/>
                  </a:lnTo>
                  <a:lnTo>
                    <a:pt x="23538" y="34840"/>
                  </a:lnTo>
                  <a:lnTo>
                    <a:pt x="26447" y="37171"/>
                  </a:lnTo>
                  <a:lnTo>
                    <a:pt x="31327" y="41057"/>
                  </a:lnTo>
                  <a:lnTo>
                    <a:pt x="33744" y="46544"/>
                  </a:lnTo>
                  <a:lnTo>
                    <a:pt x="34201" y="50867"/>
                  </a:lnTo>
                  <a:lnTo>
                    <a:pt x="36470" y="56356"/>
                  </a:lnTo>
                  <a:lnTo>
                    <a:pt x="40437" y="58220"/>
                  </a:lnTo>
                  <a:lnTo>
                    <a:pt x="43945" y="63035"/>
                  </a:lnTo>
                  <a:lnTo>
                    <a:pt x="44365" y="63612"/>
                  </a:lnTo>
                  <a:lnTo>
                    <a:pt x="44835" y="65577"/>
                  </a:lnTo>
                  <a:lnTo>
                    <a:pt x="50428" y="69461"/>
                  </a:lnTo>
                  <a:lnTo>
                    <a:pt x="55761" y="72210"/>
                  </a:lnTo>
                  <a:lnTo>
                    <a:pt x="58523" y="71931"/>
                  </a:lnTo>
                  <a:lnTo>
                    <a:pt x="59575" y="70438"/>
                  </a:lnTo>
                  <a:lnTo>
                    <a:pt x="62768" y="77670"/>
                  </a:lnTo>
                  <a:lnTo>
                    <a:pt x="67260" y="89360"/>
                  </a:lnTo>
                  <a:lnTo>
                    <a:pt x="69388" y="95643"/>
                  </a:lnTo>
                  <a:lnTo>
                    <a:pt x="61568" y="98119"/>
                  </a:lnTo>
                  <a:lnTo>
                    <a:pt x="52598" y="100800"/>
                  </a:lnTo>
                  <a:lnTo>
                    <a:pt x="44650" y="103160"/>
                  </a:lnTo>
                  <a:lnTo>
                    <a:pt x="32196" y="106464"/>
                  </a:lnTo>
                  <a:lnTo>
                    <a:pt x="30071" y="100377"/>
                  </a:lnTo>
                  <a:lnTo>
                    <a:pt x="29611" y="99049"/>
                  </a:lnTo>
                  <a:lnTo>
                    <a:pt x="27704" y="93547"/>
                  </a:lnTo>
                  <a:lnTo>
                    <a:pt x="22703" y="79220"/>
                  </a:lnTo>
                  <a:lnTo>
                    <a:pt x="14631" y="56136"/>
                  </a:lnTo>
                  <a:lnTo>
                    <a:pt x="11959" y="48506"/>
                  </a:lnTo>
                  <a:lnTo>
                    <a:pt x="10666" y="44814"/>
                  </a:lnTo>
                  <a:lnTo>
                    <a:pt x="8578" y="38856"/>
                  </a:lnTo>
                  <a:lnTo>
                    <a:pt x="0" y="1337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662477" y="5732177"/>
              <a:ext cx="7377" cy="7179"/>
            </a:xfrm>
            <a:custGeom>
              <a:avLst/>
              <a:pathLst>
                <a:path w="7377" h="7179">
                  <a:moveTo>
                    <a:pt x="380" y="1040"/>
                  </a:moveTo>
                  <a:lnTo>
                    <a:pt x="3173" y="0"/>
                  </a:lnTo>
                  <a:lnTo>
                    <a:pt x="4545" y="54"/>
                  </a:lnTo>
                  <a:lnTo>
                    <a:pt x="7377" y="3764"/>
                  </a:lnTo>
                  <a:lnTo>
                    <a:pt x="6140" y="6221"/>
                  </a:lnTo>
                  <a:lnTo>
                    <a:pt x="3567" y="7179"/>
                  </a:lnTo>
                  <a:lnTo>
                    <a:pt x="1159" y="5471"/>
                  </a:lnTo>
                  <a:lnTo>
                    <a:pt x="0" y="35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761162" y="5473138"/>
              <a:ext cx="65354" cy="63360"/>
            </a:xfrm>
            <a:custGeom>
              <a:avLst/>
              <a:pathLst>
                <a:path w="65354" h="63360">
                  <a:moveTo>
                    <a:pt x="973" y="24192"/>
                  </a:moveTo>
                  <a:lnTo>
                    <a:pt x="2827" y="21248"/>
                  </a:lnTo>
                  <a:lnTo>
                    <a:pt x="3560" y="17749"/>
                  </a:lnTo>
                  <a:lnTo>
                    <a:pt x="4180" y="14782"/>
                  </a:lnTo>
                  <a:lnTo>
                    <a:pt x="3750" y="12825"/>
                  </a:lnTo>
                  <a:lnTo>
                    <a:pt x="1474" y="9197"/>
                  </a:lnTo>
                  <a:lnTo>
                    <a:pt x="785" y="6643"/>
                  </a:lnTo>
                  <a:lnTo>
                    <a:pt x="0" y="4761"/>
                  </a:lnTo>
                  <a:lnTo>
                    <a:pt x="1168" y="2984"/>
                  </a:lnTo>
                  <a:lnTo>
                    <a:pt x="5081" y="2217"/>
                  </a:lnTo>
                  <a:lnTo>
                    <a:pt x="9869" y="0"/>
                  </a:lnTo>
                  <a:lnTo>
                    <a:pt x="11033" y="363"/>
                  </a:lnTo>
                  <a:lnTo>
                    <a:pt x="13974" y="2352"/>
                  </a:lnTo>
                  <a:lnTo>
                    <a:pt x="14945" y="2288"/>
                  </a:lnTo>
                  <a:lnTo>
                    <a:pt x="16793" y="2164"/>
                  </a:lnTo>
                  <a:lnTo>
                    <a:pt x="19433" y="3469"/>
                  </a:lnTo>
                  <a:lnTo>
                    <a:pt x="21837" y="5750"/>
                  </a:lnTo>
                  <a:lnTo>
                    <a:pt x="20549" y="6550"/>
                  </a:lnTo>
                  <a:lnTo>
                    <a:pt x="22189" y="8100"/>
                  </a:lnTo>
                  <a:lnTo>
                    <a:pt x="23183" y="9039"/>
                  </a:lnTo>
                  <a:lnTo>
                    <a:pt x="29998" y="11421"/>
                  </a:lnTo>
                  <a:lnTo>
                    <a:pt x="35575" y="15177"/>
                  </a:lnTo>
                  <a:lnTo>
                    <a:pt x="37725" y="19503"/>
                  </a:lnTo>
                  <a:lnTo>
                    <a:pt x="39637" y="19022"/>
                  </a:lnTo>
                  <a:lnTo>
                    <a:pt x="43518" y="22829"/>
                  </a:lnTo>
                  <a:lnTo>
                    <a:pt x="48710" y="24955"/>
                  </a:lnTo>
                  <a:lnTo>
                    <a:pt x="46940" y="27859"/>
                  </a:lnTo>
                  <a:lnTo>
                    <a:pt x="52202" y="31663"/>
                  </a:lnTo>
                  <a:lnTo>
                    <a:pt x="54423" y="31258"/>
                  </a:lnTo>
                  <a:lnTo>
                    <a:pt x="57492" y="34443"/>
                  </a:lnTo>
                  <a:lnTo>
                    <a:pt x="57796" y="38068"/>
                  </a:lnTo>
                  <a:lnTo>
                    <a:pt x="60175" y="40719"/>
                  </a:lnTo>
                  <a:lnTo>
                    <a:pt x="62626" y="45980"/>
                  </a:lnTo>
                  <a:lnTo>
                    <a:pt x="65181" y="50023"/>
                  </a:lnTo>
                  <a:lnTo>
                    <a:pt x="65354" y="52872"/>
                  </a:lnTo>
                  <a:lnTo>
                    <a:pt x="65252" y="54443"/>
                  </a:lnTo>
                  <a:lnTo>
                    <a:pt x="62347" y="56186"/>
                  </a:lnTo>
                  <a:lnTo>
                    <a:pt x="60356" y="55599"/>
                  </a:lnTo>
                  <a:lnTo>
                    <a:pt x="58686" y="56712"/>
                  </a:lnTo>
                  <a:lnTo>
                    <a:pt x="56775" y="56015"/>
                  </a:lnTo>
                  <a:lnTo>
                    <a:pt x="55326" y="55053"/>
                  </a:lnTo>
                  <a:lnTo>
                    <a:pt x="53013" y="56309"/>
                  </a:lnTo>
                  <a:lnTo>
                    <a:pt x="50616" y="58818"/>
                  </a:lnTo>
                  <a:lnTo>
                    <a:pt x="51261" y="62389"/>
                  </a:lnTo>
                  <a:lnTo>
                    <a:pt x="49515" y="63275"/>
                  </a:lnTo>
                  <a:lnTo>
                    <a:pt x="46467" y="63360"/>
                  </a:lnTo>
                  <a:lnTo>
                    <a:pt x="45251" y="61298"/>
                  </a:lnTo>
                  <a:lnTo>
                    <a:pt x="43782" y="60530"/>
                  </a:lnTo>
                  <a:lnTo>
                    <a:pt x="41482" y="59739"/>
                  </a:lnTo>
                  <a:lnTo>
                    <a:pt x="37276" y="56863"/>
                  </a:lnTo>
                  <a:lnTo>
                    <a:pt x="34759" y="55175"/>
                  </a:lnTo>
                  <a:lnTo>
                    <a:pt x="33006" y="53205"/>
                  </a:lnTo>
                  <a:lnTo>
                    <a:pt x="31008" y="51222"/>
                  </a:lnTo>
                  <a:lnTo>
                    <a:pt x="30761" y="49152"/>
                  </a:lnTo>
                  <a:lnTo>
                    <a:pt x="29263" y="46796"/>
                  </a:lnTo>
                  <a:lnTo>
                    <a:pt x="27832" y="46553"/>
                  </a:lnTo>
                  <a:lnTo>
                    <a:pt x="26714" y="47624"/>
                  </a:lnTo>
                  <a:lnTo>
                    <a:pt x="25137" y="47886"/>
                  </a:lnTo>
                  <a:lnTo>
                    <a:pt x="23054" y="47237"/>
                  </a:lnTo>
                  <a:lnTo>
                    <a:pt x="22531" y="45799"/>
                  </a:lnTo>
                  <a:lnTo>
                    <a:pt x="19412" y="45882"/>
                  </a:lnTo>
                  <a:lnTo>
                    <a:pt x="20788" y="49699"/>
                  </a:lnTo>
                  <a:lnTo>
                    <a:pt x="19157" y="49727"/>
                  </a:lnTo>
                  <a:lnTo>
                    <a:pt x="17181" y="47102"/>
                  </a:lnTo>
                  <a:lnTo>
                    <a:pt x="17451" y="44194"/>
                  </a:lnTo>
                  <a:lnTo>
                    <a:pt x="16529" y="41924"/>
                  </a:lnTo>
                  <a:lnTo>
                    <a:pt x="14360" y="41007"/>
                  </a:lnTo>
                  <a:lnTo>
                    <a:pt x="12279" y="41787"/>
                  </a:lnTo>
                  <a:lnTo>
                    <a:pt x="11567" y="37878"/>
                  </a:lnTo>
                  <a:lnTo>
                    <a:pt x="11249" y="35629"/>
                  </a:lnTo>
                  <a:lnTo>
                    <a:pt x="10335" y="32755"/>
                  </a:lnTo>
                  <a:lnTo>
                    <a:pt x="10747" y="29200"/>
                  </a:lnTo>
                  <a:lnTo>
                    <a:pt x="8487" y="27468"/>
                  </a:lnTo>
                  <a:lnTo>
                    <a:pt x="7586" y="25314"/>
                  </a:lnTo>
                  <a:lnTo>
                    <a:pt x="3851" y="26425"/>
                  </a:lnTo>
                  <a:lnTo>
                    <a:pt x="2348" y="265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736000" y="5444655"/>
              <a:ext cx="42920" cy="60808"/>
            </a:xfrm>
            <a:custGeom>
              <a:avLst/>
              <a:pathLst>
                <a:path w="42920" h="60808">
                  <a:moveTo>
                    <a:pt x="0" y="18112"/>
                  </a:moveTo>
                  <a:lnTo>
                    <a:pt x="1427" y="14016"/>
                  </a:lnTo>
                  <a:lnTo>
                    <a:pt x="3108" y="13379"/>
                  </a:lnTo>
                  <a:lnTo>
                    <a:pt x="3712" y="11975"/>
                  </a:lnTo>
                  <a:lnTo>
                    <a:pt x="6423" y="12441"/>
                  </a:lnTo>
                  <a:lnTo>
                    <a:pt x="8527" y="14999"/>
                  </a:lnTo>
                  <a:lnTo>
                    <a:pt x="10686" y="16293"/>
                  </a:lnTo>
                  <a:lnTo>
                    <a:pt x="11581" y="13925"/>
                  </a:lnTo>
                  <a:lnTo>
                    <a:pt x="8473" y="9657"/>
                  </a:lnTo>
                  <a:lnTo>
                    <a:pt x="4579" y="8071"/>
                  </a:lnTo>
                  <a:lnTo>
                    <a:pt x="4668" y="5818"/>
                  </a:lnTo>
                  <a:lnTo>
                    <a:pt x="6855" y="3722"/>
                  </a:lnTo>
                  <a:lnTo>
                    <a:pt x="10464" y="3368"/>
                  </a:lnTo>
                  <a:lnTo>
                    <a:pt x="15379" y="2809"/>
                  </a:lnTo>
                  <a:lnTo>
                    <a:pt x="20321" y="2358"/>
                  </a:lnTo>
                  <a:lnTo>
                    <a:pt x="20667" y="2190"/>
                  </a:lnTo>
                  <a:lnTo>
                    <a:pt x="25162" y="0"/>
                  </a:lnTo>
                  <a:lnTo>
                    <a:pt x="29170" y="2008"/>
                  </a:lnTo>
                  <a:lnTo>
                    <a:pt x="33031" y="6309"/>
                  </a:lnTo>
                  <a:lnTo>
                    <a:pt x="35786" y="6348"/>
                  </a:lnTo>
                  <a:lnTo>
                    <a:pt x="38056" y="8404"/>
                  </a:lnTo>
                  <a:lnTo>
                    <a:pt x="41659" y="9334"/>
                  </a:lnTo>
                  <a:lnTo>
                    <a:pt x="42920" y="11740"/>
                  </a:lnTo>
                  <a:lnTo>
                    <a:pt x="42653" y="14659"/>
                  </a:lnTo>
                  <a:lnTo>
                    <a:pt x="40403" y="17549"/>
                  </a:lnTo>
                  <a:lnTo>
                    <a:pt x="37386" y="18121"/>
                  </a:lnTo>
                  <a:lnTo>
                    <a:pt x="35110" y="19354"/>
                  </a:lnTo>
                  <a:lnTo>
                    <a:pt x="33183" y="23381"/>
                  </a:lnTo>
                  <a:lnTo>
                    <a:pt x="30508" y="24201"/>
                  </a:lnTo>
                  <a:lnTo>
                    <a:pt x="28133" y="25564"/>
                  </a:lnTo>
                  <a:lnTo>
                    <a:pt x="27188" y="26106"/>
                  </a:lnTo>
                  <a:lnTo>
                    <a:pt x="23173" y="28490"/>
                  </a:lnTo>
                  <a:lnTo>
                    <a:pt x="20447" y="32186"/>
                  </a:lnTo>
                  <a:lnTo>
                    <a:pt x="21410" y="35267"/>
                  </a:lnTo>
                  <a:lnTo>
                    <a:pt x="21254" y="37483"/>
                  </a:lnTo>
                  <a:lnTo>
                    <a:pt x="22069" y="39696"/>
                  </a:lnTo>
                  <a:lnTo>
                    <a:pt x="21486" y="42062"/>
                  </a:lnTo>
                  <a:lnTo>
                    <a:pt x="22389" y="43330"/>
                  </a:lnTo>
                  <a:lnTo>
                    <a:pt x="22616" y="45896"/>
                  </a:lnTo>
                  <a:lnTo>
                    <a:pt x="21411" y="46586"/>
                  </a:lnTo>
                  <a:lnTo>
                    <a:pt x="19774" y="46979"/>
                  </a:lnTo>
                  <a:lnTo>
                    <a:pt x="20140" y="49994"/>
                  </a:lnTo>
                  <a:lnTo>
                    <a:pt x="21414" y="51666"/>
                  </a:lnTo>
                  <a:lnTo>
                    <a:pt x="22212" y="54708"/>
                  </a:lnTo>
                  <a:lnTo>
                    <a:pt x="20879" y="57148"/>
                  </a:lnTo>
                  <a:lnTo>
                    <a:pt x="20399" y="58925"/>
                  </a:lnTo>
                  <a:lnTo>
                    <a:pt x="19703" y="60808"/>
                  </a:lnTo>
                  <a:lnTo>
                    <a:pt x="18392" y="59722"/>
                  </a:lnTo>
                  <a:lnTo>
                    <a:pt x="16315" y="56621"/>
                  </a:lnTo>
                  <a:lnTo>
                    <a:pt x="18186" y="55913"/>
                  </a:lnTo>
                  <a:lnTo>
                    <a:pt x="18285" y="50552"/>
                  </a:lnTo>
                  <a:lnTo>
                    <a:pt x="15318" y="47010"/>
                  </a:lnTo>
                  <a:lnTo>
                    <a:pt x="12766" y="42257"/>
                  </a:lnTo>
                  <a:lnTo>
                    <a:pt x="11108" y="39027"/>
                  </a:lnTo>
                  <a:lnTo>
                    <a:pt x="11208" y="36062"/>
                  </a:lnTo>
                  <a:lnTo>
                    <a:pt x="10183" y="34131"/>
                  </a:lnTo>
                  <a:lnTo>
                    <a:pt x="9878" y="30047"/>
                  </a:lnTo>
                  <a:lnTo>
                    <a:pt x="8506" y="29453"/>
                  </a:lnTo>
                  <a:lnTo>
                    <a:pt x="6828" y="30237"/>
                  </a:lnTo>
                  <a:lnTo>
                    <a:pt x="6120" y="27336"/>
                  </a:lnTo>
                  <a:lnTo>
                    <a:pt x="3673" y="26049"/>
                  </a:lnTo>
                  <a:lnTo>
                    <a:pt x="158" y="200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698494" y="5403995"/>
              <a:ext cx="42860" cy="53776"/>
            </a:xfrm>
            <a:custGeom>
              <a:avLst/>
              <a:pathLst>
                <a:path w="42860" h="53776">
                  <a:moveTo>
                    <a:pt x="0" y="0"/>
                  </a:moveTo>
                  <a:lnTo>
                    <a:pt x="2735" y="1099"/>
                  </a:lnTo>
                  <a:lnTo>
                    <a:pt x="5440" y="3262"/>
                  </a:lnTo>
                  <a:lnTo>
                    <a:pt x="7427" y="5063"/>
                  </a:lnTo>
                  <a:lnTo>
                    <a:pt x="8048" y="5932"/>
                  </a:lnTo>
                  <a:lnTo>
                    <a:pt x="9374" y="7783"/>
                  </a:lnTo>
                  <a:lnTo>
                    <a:pt x="11104" y="6552"/>
                  </a:lnTo>
                  <a:lnTo>
                    <a:pt x="14373" y="5750"/>
                  </a:lnTo>
                  <a:lnTo>
                    <a:pt x="17523" y="5573"/>
                  </a:lnTo>
                  <a:lnTo>
                    <a:pt x="18893" y="4503"/>
                  </a:lnTo>
                  <a:lnTo>
                    <a:pt x="20923" y="4570"/>
                  </a:lnTo>
                  <a:lnTo>
                    <a:pt x="21525" y="6644"/>
                  </a:lnTo>
                  <a:lnTo>
                    <a:pt x="22985" y="7479"/>
                  </a:lnTo>
                  <a:lnTo>
                    <a:pt x="24892" y="9112"/>
                  </a:lnTo>
                  <a:lnTo>
                    <a:pt x="28099" y="11687"/>
                  </a:lnTo>
                  <a:lnTo>
                    <a:pt x="31907" y="15250"/>
                  </a:lnTo>
                  <a:lnTo>
                    <a:pt x="34144" y="20209"/>
                  </a:lnTo>
                  <a:lnTo>
                    <a:pt x="37301" y="22519"/>
                  </a:lnTo>
                  <a:lnTo>
                    <a:pt x="37808" y="24308"/>
                  </a:lnTo>
                  <a:lnTo>
                    <a:pt x="38105" y="28286"/>
                  </a:lnTo>
                  <a:lnTo>
                    <a:pt x="40188" y="33041"/>
                  </a:lnTo>
                  <a:lnTo>
                    <a:pt x="42860" y="34608"/>
                  </a:lnTo>
                  <a:lnTo>
                    <a:pt x="42395" y="36789"/>
                  </a:lnTo>
                  <a:lnTo>
                    <a:pt x="41715" y="37259"/>
                  </a:lnTo>
                  <a:lnTo>
                    <a:pt x="38823" y="36816"/>
                  </a:lnTo>
                  <a:lnTo>
                    <a:pt x="36965" y="39415"/>
                  </a:lnTo>
                  <a:lnTo>
                    <a:pt x="36353" y="43652"/>
                  </a:lnTo>
                  <a:lnTo>
                    <a:pt x="34841" y="46666"/>
                  </a:lnTo>
                  <a:lnTo>
                    <a:pt x="33587" y="48260"/>
                  </a:lnTo>
                  <a:lnTo>
                    <a:pt x="33888" y="49475"/>
                  </a:lnTo>
                  <a:lnTo>
                    <a:pt x="33074" y="51050"/>
                  </a:lnTo>
                  <a:lnTo>
                    <a:pt x="32441" y="52838"/>
                  </a:lnTo>
                  <a:lnTo>
                    <a:pt x="31108" y="53776"/>
                  </a:lnTo>
                  <a:lnTo>
                    <a:pt x="28189" y="50842"/>
                  </a:lnTo>
                  <a:lnTo>
                    <a:pt x="25898" y="45503"/>
                  </a:lnTo>
                  <a:lnTo>
                    <a:pt x="24905" y="37780"/>
                  </a:lnTo>
                  <a:lnTo>
                    <a:pt x="22041" y="33875"/>
                  </a:lnTo>
                  <a:lnTo>
                    <a:pt x="17323" y="27520"/>
                  </a:lnTo>
                  <a:lnTo>
                    <a:pt x="15463" y="23691"/>
                  </a:lnTo>
                  <a:lnTo>
                    <a:pt x="11938" y="17497"/>
                  </a:lnTo>
                  <a:lnTo>
                    <a:pt x="8926" y="11819"/>
                  </a:lnTo>
                  <a:lnTo>
                    <a:pt x="5637" y="8448"/>
                  </a:lnTo>
                  <a:lnTo>
                    <a:pt x="1375" y="33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670414" y="5415975"/>
              <a:ext cx="71266" cy="78296"/>
            </a:xfrm>
            <a:custGeom>
              <a:avLst/>
              <a:pathLst>
                <a:path w="71266" h="78296">
                  <a:moveTo>
                    <a:pt x="384" y="17114"/>
                  </a:moveTo>
                  <a:lnTo>
                    <a:pt x="0" y="14453"/>
                  </a:lnTo>
                  <a:lnTo>
                    <a:pt x="1646" y="12857"/>
                  </a:lnTo>
                  <a:lnTo>
                    <a:pt x="2794" y="10690"/>
                  </a:lnTo>
                  <a:lnTo>
                    <a:pt x="737" y="6518"/>
                  </a:lnTo>
                  <a:lnTo>
                    <a:pt x="2775" y="5739"/>
                  </a:lnTo>
                  <a:lnTo>
                    <a:pt x="4953" y="4225"/>
                  </a:lnTo>
                  <a:lnTo>
                    <a:pt x="7758" y="2537"/>
                  </a:lnTo>
                  <a:lnTo>
                    <a:pt x="11289" y="1923"/>
                  </a:lnTo>
                  <a:lnTo>
                    <a:pt x="12831" y="0"/>
                  </a:lnTo>
                  <a:lnTo>
                    <a:pt x="15182" y="1689"/>
                  </a:lnTo>
                  <a:lnTo>
                    <a:pt x="20670" y="2482"/>
                  </a:lnTo>
                  <a:lnTo>
                    <a:pt x="26473" y="3555"/>
                  </a:lnTo>
                  <a:lnTo>
                    <a:pt x="30109" y="2460"/>
                  </a:lnTo>
                  <a:lnTo>
                    <a:pt x="34252" y="3204"/>
                  </a:lnTo>
                  <a:lnTo>
                    <a:pt x="36646" y="7775"/>
                  </a:lnTo>
                  <a:lnTo>
                    <a:pt x="35609" y="10036"/>
                  </a:lnTo>
                  <a:lnTo>
                    <a:pt x="38464" y="13832"/>
                  </a:lnTo>
                  <a:lnTo>
                    <a:pt x="38954" y="14481"/>
                  </a:lnTo>
                  <a:lnTo>
                    <a:pt x="45726" y="24403"/>
                  </a:lnTo>
                  <a:lnTo>
                    <a:pt x="47826" y="29723"/>
                  </a:lnTo>
                  <a:lnTo>
                    <a:pt x="48977" y="34450"/>
                  </a:lnTo>
                  <a:lnTo>
                    <a:pt x="56284" y="45378"/>
                  </a:lnTo>
                  <a:lnTo>
                    <a:pt x="58451" y="48094"/>
                  </a:lnTo>
                  <a:lnTo>
                    <a:pt x="60757" y="51779"/>
                  </a:lnTo>
                  <a:lnTo>
                    <a:pt x="63084" y="55405"/>
                  </a:lnTo>
                  <a:lnTo>
                    <a:pt x="64597" y="58273"/>
                  </a:lnTo>
                  <a:lnTo>
                    <a:pt x="65763" y="61830"/>
                  </a:lnTo>
                  <a:lnTo>
                    <a:pt x="65333" y="63463"/>
                  </a:lnTo>
                  <a:lnTo>
                    <a:pt x="67268" y="66458"/>
                  </a:lnTo>
                  <a:lnTo>
                    <a:pt x="69110" y="70541"/>
                  </a:lnTo>
                  <a:lnTo>
                    <a:pt x="70456" y="73829"/>
                  </a:lnTo>
                  <a:lnTo>
                    <a:pt x="71177" y="76802"/>
                  </a:lnTo>
                  <a:lnTo>
                    <a:pt x="71266" y="78296"/>
                  </a:lnTo>
                  <a:lnTo>
                    <a:pt x="68570" y="77342"/>
                  </a:lnTo>
                  <a:lnTo>
                    <a:pt x="66964" y="76346"/>
                  </a:lnTo>
                  <a:lnTo>
                    <a:pt x="65242" y="73950"/>
                  </a:lnTo>
                  <a:lnTo>
                    <a:pt x="62711" y="72543"/>
                  </a:lnTo>
                  <a:lnTo>
                    <a:pt x="60093" y="69928"/>
                  </a:lnTo>
                  <a:lnTo>
                    <a:pt x="56789" y="66853"/>
                  </a:lnTo>
                  <a:lnTo>
                    <a:pt x="54154" y="64404"/>
                  </a:lnTo>
                  <a:lnTo>
                    <a:pt x="51772" y="61765"/>
                  </a:lnTo>
                  <a:lnTo>
                    <a:pt x="51110" y="62652"/>
                  </a:lnTo>
                  <a:lnTo>
                    <a:pt x="48167" y="60926"/>
                  </a:lnTo>
                  <a:lnTo>
                    <a:pt x="46396" y="60098"/>
                  </a:lnTo>
                  <a:lnTo>
                    <a:pt x="43912" y="60520"/>
                  </a:lnTo>
                  <a:lnTo>
                    <a:pt x="40963" y="58362"/>
                  </a:lnTo>
                  <a:lnTo>
                    <a:pt x="41510" y="56936"/>
                  </a:lnTo>
                  <a:lnTo>
                    <a:pt x="41748" y="55613"/>
                  </a:lnTo>
                  <a:lnTo>
                    <a:pt x="41660" y="53173"/>
                  </a:lnTo>
                  <a:lnTo>
                    <a:pt x="42295" y="49101"/>
                  </a:lnTo>
                  <a:lnTo>
                    <a:pt x="39242" y="47985"/>
                  </a:lnTo>
                  <a:lnTo>
                    <a:pt x="36220" y="47517"/>
                  </a:lnTo>
                  <a:lnTo>
                    <a:pt x="36478" y="50309"/>
                  </a:lnTo>
                  <a:lnTo>
                    <a:pt x="36363" y="52098"/>
                  </a:lnTo>
                  <a:lnTo>
                    <a:pt x="32624" y="54644"/>
                  </a:lnTo>
                  <a:lnTo>
                    <a:pt x="31860" y="54637"/>
                  </a:lnTo>
                  <a:lnTo>
                    <a:pt x="30694" y="50861"/>
                  </a:lnTo>
                  <a:lnTo>
                    <a:pt x="31975" y="48381"/>
                  </a:lnTo>
                  <a:lnTo>
                    <a:pt x="31311" y="46564"/>
                  </a:lnTo>
                  <a:lnTo>
                    <a:pt x="29563" y="47112"/>
                  </a:lnTo>
                  <a:lnTo>
                    <a:pt x="27924" y="45316"/>
                  </a:lnTo>
                  <a:lnTo>
                    <a:pt x="27660" y="42502"/>
                  </a:lnTo>
                  <a:lnTo>
                    <a:pt x="26594" y="41038"/>
                  </a:lnTo>
                  <a:lnTo>
                    <a:pt x="24482" y="37709"/>
                  </a:lnTo>
                  <a:lnTo>
                    <a:pt x="22570" y="36035"/>
                  </a:lnTo>
                  <a:lnTo>
                    <a:pt x="19482" y="34632"/>
                  </a:lnTo>
                  <a:lnTo>
                    <a:pt x="17960" y="33241"/>
                  </a:lnTo>
                  <a:lnTo>
                    <a:pt x="16305" y="33736"/>
                  </a:lnTo>
                  <a:lnTo>
                    <a:pt x="13648" y="31565"/>
                  </a:lnTo>
                  <a:lnTo>
                    <a:pt x="12456" y="29204"/>
                  </a:lnTo>
                  <a:lnTo>
                    <a:pt x="9961" y="26044"/>
                  </a:lnTo>
                  <a:lnTo>
                    <a:pt x="7566" y="24033"/>
                  </a:lnTo>
                  <a:lnTo>
                    <a:pt x="5402" y="23866"/>
                  </a:lnTo>
                  <a:lnTo>
                    <a:pt x="4195" y="22282"/>
                  </a:lnTo>
                  <a:lnTo>
                    <a:pt x="1841" y="217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321377" y="5409192"/>
              <a:ext cx="4225" cy="8044"/>
            </a:xfrm>
            <a:custGeom>
              <a:avLst/>
              <a:pathLst>
                <a:path w="4225" h="8044">
                  <a:moveTo>
                    <a:pt x="0" y="4549"/>
                  </a:moveTo>
                  <a:lnTo>
                    <a:pt x="1769" y="0"/>
                  </a:lnTo>
                  <a:lnTo>
                    <a:pt x="4225" y="815"/>
                  </a:lnTo>
                  <a:lnTo>
                    <a:pt x="3409" y="3034"/>
                  </a:lnTo>
                  <a:lnTo>
                    <a:pt x="2487" y="6497"/>
                  </a:lnTo>
                  <a:lnTo>
                    <a:pt x="93" y="80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294802" y="5462764"/>
              <a:ext cx="5329" cy="4538"/>
            </a:xfrm>
            <a:custGeom>
              <a:avLst/>
              <a:pathLst>
                <a:path w="5329" h="4538">
                  <a:moveTo>
                    <a:pt x="0" y="1719"/>
                  </a:moveTo>
                  <a:lnTo>
                    <a:pt x="2152" y="173"/>
                  </a:lnTo>
                  <a:lnTo>
                    <a:pt x="3771" y="0"/>
                  </a:lnTo>
                  <a:lnTo>
                    <a:pt x="5329" y="1539"/>
                  </a:lnTo>
                  <a:lnTo>
                    <a:pt x="4740" y="3785"/>
                  </a:lnTo>
                  <a:lnTo>
                    <a:pt x="2067" y="4538"/>
                  </a:lnTo>
                  <a:lnTo>
                    <a:pt x="1349" y="41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278983" y="5495375"/>
              <a:ext cx="61274" cy="93798"/>
            </a:xfrm>
            <a:custGeom>
              <a:avLst/>
              <a:pathLst>
                <a:path w="61274" h="93798">
                  <a:moveTo>
                    <a:pt x="0" y="63984"/>
                  </a:moveTo>
                  <a:lnTo>
                    <a:pt x="1540" y="60156"/>
                  </a:lnTo>
                  <a:lnTo>
                    <a:pt x="2865" y="56848"/>
                  </a:lnTo>
                  <a:lnTo>
                    <a:pt x="4708" y="53768"/>
                  </a:lnTo>
                  <a:lnTo>
                    <a:pt x="7070" y="52579"/>
                  </a:lnTo>
                  <a:lnTo>
                    <a:pt x="9483" y="50222"/>
                  </a:lnTo>
                  <a:lnTo>
                    <a:pt x="11502" y="49071"/>
                  </a:lnTo>
                  <a:lnTo>
                    <a:pt x="16042" y="48950"/>
                  </a:lnTo>
                  <a:lnTo>
                    <a:pt x="17259" y="46978"/>
                  </a:lnTo>
                  <a:lnTo>
                    <a:pt x="16533" y="41688"/>
                  </a:lnTo>
                  <a:lnTo>
                    <a:pt x="19598" y="38429"/>
                  </a:lnTo>
                  <a:lnTo>
                    <a:pt x="20853" y="37635"/>
                  </a:lnTo>
                  <a:lnTo>
                    <a:pt x="22509" y="37935"/>
                  </a:lnTo>
                  <a:lnTo>
                    <a:pt x="25370" y="36270"/>
                  </a:lnTo>
                  <a:lnTo>
                    <a:pt x="24728" y="34867"/>
                  </a:lnTo>
                  <a:lnTo>
                    <a:pt x="25605" y="33133"/>
                  </a:lnTo>
                  <a:lnTo>
                    <a:pt x="27990" y="34704"/>
                  </a:lnTo>
                  <a:lnTo>
                    <a:pt x="29642" y="32243"/>
                  </a:lnTo>
                  <a:lnTo>
                    <a:pt x="27880" y="29982"/>
                  </a:lnTo>
                  <a:lnTo>
                    <a:pt x="26574" y="29182"/>
                  </a:lnTo>
                  <a:lnTo>
                    <a:pt x="27577" y="26888"/>
                  </a:lnTo>
                  <a:lnTo>
                    <a:pt x="28404" y="25240"/>
                  </a:lnTo>
                  <a:lnTo>
                    <a:pt x="30309" y="24013"/>
                  </a:lnTo>
                  <a:lnTo>
                    <a:pt x="30511" y="21866"/>
                  </a:lnTo>
                  <a:lnTo>
                    <a:pt x="32439" y="19333"/>
                  </a:lnTo>
                  <a:lnTo>
                    <a:pt x="33423" y="16979"/>
                  </a:lnTo>
                  <a:lnTo>
                    <a:pt x="35824" y="15147"/>
                  </a:lnTo>
                  <a:lnTo>
                    <a:pt x="36402" y="12269"/>
                  </a:lnTo>
                  <a:lnTo>
                    <a:pt x="38414" y="11517"/>
                  </a:lnTo>
                  <a:lnTo>
                    <a:pt x="39302" y="9127"/>
                  </a:lnTo>
                  <a:lnTo>
                    <a:pt x="41280" y="8451"/>
                  </a:lnTo>
                  <a:lnTo>
                    <a:pt x="40287" y="5149"/>
                  </a:lnTo>
                  <a:lnTo>
                    <a:pt x="41037" y="2385"/>
                  </a:lnTo>
                  <a:lnTo>
                    <a:pt x="42143" y="1420"/>
                  </a:lnTo>
                  <a:lnTo>
                    <a:pt x="44450" y="1177"/>
                  </a:lnTo>
                  <a:lnTo>
                    <a:pt x="46476" y="0"/>
                  </a:lnTo>
                  <a:lnTo>
                    <a:pt x="47148" y="2184"/>
                  </a:lnTo>
                  <a:lnTo>
                    <a:pt x="46452" y="5335"/>
                  </a:lnTo>
                  <a:lnTo>
                    <a:pt x="45000" y="7662"/>
                  </a:lnTo>
                  <a:lnTo>
                    <a:pt x="44308" y="10028"/>
                  </a:lnTo>
                  <a:lnTo>
                    <a:pt x="44940" y="12487"/>
                  </a:lnTo>
                  <a:lnTo>
                    <a:pt x="46485" y="13077"/>
                  </a:lnTo>
                  <a:lnTo>
                    <a:pt x="47438" y="12755"/>
                  </a:lnTo>
                  <a:lnTo>
                    <a:pt x="48169" y="11173"/>
                  </a:lnTo>
                  <a:lnTo>
                    <a:pt x="47732" y="9760"/>
                  </a:lnTo>
                  <a:lnTo>
                    <a:pt x="48883" y="9366"/>
                  </a:lnTo>
                  <a:lnTo>
                    <a:pt x="50808" y="11525"/>
                  </a:lnTo>
                  <a:lnTo>
                    <a:pt x="52831" y="10328"/>
                  </a:lnTo>
                  <a:lnTo>
                    <a:pt x="53880" y="11515"/>
                  </a:lnTo>
                  <a:lnTo>
                    <a:pt x="56343" y="12086"/>
                  </a:lnTo>
                  <a:lnTo>
                    <a:pt x="60470" y="15416"/>
                  </a:lnTo>
                  <a:lnTo>
                    <a:pt x="61274" y="17722"/>
                  </a:lnTo>
                  <a:lnTo>
                    <a:pt x="60092" y="19870"/>
                  </a:lnTo>
                  <a:lnTo>
                    <a:pt x="56233" y="19692"/>
                  </a:lnTo>
                  <a:lnTo>
                    <a:pt x="54745" y="21523"/>
                  </a:lnTo>
                  <a:lnTo>
                    <a:pt x="51474" y="22559"/>
                  </a:lnTo>
                  <a:lnTo>
                    <a:pt x="49175" y="23592"/>
                  </a:lnTo>
                  <a:lnTo>
                    <a:pt x="46741" y="23459"/>
                  </a:lnTo>
                  <a:lnTo>
                    <a:pt x="45942" y="25229"/>
                  </a:lnTo>
                  <a:lnTo>
                    <a:pt x="43333" y="27078"/>
                  </a:lnTo>
                  <a:lnTo>
                    <a:pt x="41103" y="28801"/>
                  </a:lnTo>
                  <a:lnTo>
                    <a:pt x="42326" y="30611"/>
                  </a:lnTo>
                  <a:lnTo>
                    <a:pt x="41998" y="33142"/>
                  </a:lnTo>
                  <a:lnTo>
                    <a:pt x="41037" y="34848"/>
                  </a:lnTo>
                  <a:lnTo>
                    <a:pt x="41603" y="36677"/>
                  </a:lnTo>
                  <a:lnTo>
                    <a:pt x="42557" y="37646"/>
                  </a:lnTo>
                  <a:lnTo>
                    <a:pt x="43906" y="35570"/>
                  </a:lnTo>
                  <a:lnTo>
                    <a:pt x="44659" y="33489"/>
                  </a:lnTo>
                  <a:lnTo>
                    <a:pt x="47097" y="33420"/>
                  </a:lnTo>
                  <a:lnTo>
                    <a:pt x="48778" y="30299"/>
                  </a:lnTo>
                  <a:lnTo>
                    <a:pt x="49167" y="31512"/>
                  </a:lnTo>
                  <a:lnTo>
                    <a:pt x="51535" y="32678"/>
                  </a:lnTo>
                  <a:lnTo>
                    <a:pt x="51448" y="36472"/>
                  </a:lnTo>
                  <a:lnTo>
                    <a:pt x="54791" y="38024"/>
                  </a:lnTo>
                  <a:lnTo>
                    <a:pt x="53163" y="40348"/>
                  </a:lnTo>
                  <a:lnTo>
                    <a:pt x="50150" y="41643"/>
                  </a:lnTo>
                  <a:lnTo>
                    <a:pt x="51700" y="44150"/>
                  </a:lnTo>
                  <a:lnTo>
                    <a:pt x="53516" y="45362"/>
                  </a:lnTo>
                  <a:lnTo>
                    <a:pt x="56986" y="45497"/>
                  </a:lnTo>
                  <a:lnTo>
                    <a:pt x="57219" y="46836"/>
                  </a:lnTo>
                  <a:lnTo>
                    <a:pt x="55420" y="50155"/>
                  </a:lnTo>
                  <a:lnTo>
                    <a:pt x="54370" y="53038"/>
                  </a:lnTo>
                  <a:lnTo>
                    <a:pt x="56473" y="56628"/>
                  </a:lnTo>
                  <a:lnTo>
                    <a:pt x="55170" y="58718"/>
                  </a:lnTo>
                  <a:lnTo>
                    <a:pt x="51206" y="55018"/>
                  </a:lnTo>
                  <a:lnTo>
                    <a:pt x="48977" y="54633"/>
                  </a:lnTo>
                  <a:lnTo>
                    <a:pt x="48708" y="57753"/>
                  </a:lnTo>
                  <a:lnTo>
                    <a:pt x="48423" y="60540"/>
                  </a:lnTo>
                  <a:lnTo>
                    <a:pt x="47217" y="62608"/>
                  </a:lnTo>
                  <a:lnTo>
                    <a:pt x="44566" y="63686"/>
                  </a:lnTo>
                  <a:lnTo>
                    <a:pt x="41804" y="64425"/>
                  </a:lnTo>
                  <a:lnTo>
                    <a:pt x="42095" y="67605"/>
                  </a:lnTo>
                  <a:lnTo>
                    <a:pt x="43786" y="68433"/>
                  </a:lnTo>
                  <a:lnTo>
                    <a:pt x="43532" y="69977"/>
                  </a:lnTo>
                  <a:lnTo>
                    <a:pt x="40012" y="71726"/>
                  </a:lnTo>
                  <a:lnTo>
                    <a:pt x="37316" y="74911"/>
                  </a:lnTo>
                  <a:lnTo>
                    <a:pt x="36063" y="77022"/>
                  </a:lnTo>
                  <a:lnTo>
                    <a:pt x="34462" y="77991"/>
                  </a:lnTo>
                  <a:lnTo>
                    <a:pt x="32480" y="73715"/>
                  </a:lnTo>
                  <a:lnTo>
                    <a:pt x="30591" y="73688"/>
                  </a:lnTo>
                  <a:lnTo>
                    <a:pt x="28675" y="75614"/>
                  </a:lnTo>
                  <a:lnTo>
                    <a:pt x="29831" y="77965"/>
                  </a:lnTo>
                  <a:lnTo>
                    <a:pt x="30500" y="82847"/>
                  </a:lnTo>
                  <a:lnTo>
                    <a:pt x="29093" y="83035"/>
                  </a:lnTo>
                  <a:lnTo>
                    <a:pt x="27103" y="84740"/>
                  </a:lnTo>
                  <a:lnTo>
                    <a:pt x="25496" y="86081"/>
                  </a:lnTo>
                  <a:lnTo>
                    <a:pt x="24107" y="86617"/>
                  </a:lnTo>
                  <a:lnTo>
                    <a:pt x="22973" y="89094"/>
                  </a:lnTo>
                  <a:lnTo>
                    <a:pt x="21536" y="90470"/>
                  </a:lnTo>
                  <a:lnTo>
                    <a:pt x="20816" y="93114"/>
                  </a:lnTo>
                  <a:lnTo>
                    <a:pt x="17753" y="93798"/>
                  </a:lnTo>
                  <a:lnTo>
                    <a:pt x="17968" y="90983"/>
                  </a:lnTo>
                  <a:lnTo>
                    <a:pt x="13375" y="86635"/>
                  </a:lnTo>
                  <a:lnTo>
                    <a:pt x="12826" y="83376"/>
                  </a:lnTo>
                  <a:lnTo>
                    <a:pt x="10417" y="81332"/>
                  </a:lnTo>
                  <a:lnTo>
                    <a:pt x="7500" y="80078"/>
                  </a:lnTo>
                  <a:lnTo>
                    <a:pt x="6957" y="74259"/>
                  </a:lnTo>
                  <a:lnTo>
                    <a:pt x="4691" y="68571"/>
                  </a:lnTo>
                  <a:lnTo>
                    <a:pt x="2378" y="67553"/>
                  </a:lnTo>
                  <a:lnTo>
                    <a:pt x="63" y="675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282400" y="5591946"/>
              <a:ext cx="21261" cy="11392"/>
            </a:xfrm>
            <a:custGeom>
              <a:avLst/>
              <a:pathLst>
                <a:path w="21261" h="11392">
                  <a:moveTo>
                    <a:pt x="0" y="10759"/>
                  </a:moveTo>
                  <a:lnTo>
                    <a:pt x="2553" y="5849"/>
                  </a:lnTo>
                  <a:lnTo>
                    <a:pt x="6512" y="1630"/>
                  </a:lnTo>
                  <a:lnTo>
                    <a:pt x="13428" y="650"/>
                  </a:lnTo>
                  <a:lnTo>
                    <a:pt x="16001" y="0"/>
                  </a:lnTo>
                  <a:lnTo>
                    <a:pt x="17875" y="1885"/>
                  </a:lnTo>
                  <a:lnTo>
                    <a:pt x="21261" y="1814"/>
                  </a:lnTo>
                  <a:lnTo>
                    <a:pt x="21242" y="3307"/>
                  </a:lnTo>
                  <a:lnTo>
                    <a:pt x="18483" y="5998"/>
                  </a:lnTo>
                  <a:lnTo>
                    <a:pt x="12773" y="5953"/>
                  </a:lnTo>
                  <a:lnTo>
                    <a:pt x="6702" y="6293"/>
                  </a:lnTo>
                  <a:lnTo>
                    <a:pt x="4675" y="7766"/>
                  </a:lnTo>
                  <a:lnTo>
                    <a:pt x="2340" y="113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264349" y="5626780"/>
              <a:ext cx="4671" cy="7612"/>
            </a:xfrm>
            <a:custGeom>
              <a:avLst/>
              <a:pathLst>
                <a:path w="4671" h="7612">
                  <a:moveTo>
                    <a:pt x="0" y="5178"/>
                  </a:moveTo>
                  <a:lnTo>
                    <a:pt x="1234" y="3088"/>
                  </a:lnTo>
                  <a:lnTo>
                    <a:pt x="2847" y="0"/>
                  </a:lnTo>
                  <a:lnTo>
                    <a:pt x="4671" y="609"/>
                  </a:lnTo>
                  <a:lnTo>
                    <a:pt x="4448" y="3663"/>
                  </a:lnTo>
                  <a:lnTo>
                    <a:pt x="4451" y="6293"/>
                  </a:lnTo>
                  <a:lnTo>
                    <a:pt x="4013" y="7612"/>
                  </a:lnTo>
                  <a:lnTo>
                    <a:pt x="976" y="73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240290" y="5620906"/>
              <a:ext cx="2934" cy="4790"/>
            </a:xfrm>
            <a:custGeom>
              <a:avLst/>
              <a:pathLst>
                <a:path w="2934" h="4790">
                  <a:moveTo>
                    <a:pt x="0" y="1051"/>
                  </a:moveTo>
                  <a:lnTo>
                    <a:pt x="1084" y="0"/>
                  </a:lnTo>
                  <a:lnTo>
                    <a:pt x="2810" y="1435"/>
                  </a:lnTo>
                  <a:lnTo>
                    <a:pt x="2934" y="3613"/>
                  </a:lnTo>
                  <a:lnTo>
                    <a:pt x="1555" y="4790"/>
                  </a:lnTo>
                  <a:lnTo>
                    <a:pt x="192" y="35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638634" y="5739421"/>
              <a:ext cx="19070" cy="22007"/>
            </a:xfrm>
            <a:custGeom>
              <a:avLst/>
              <a:pathLst>
                <a:path w="19070" h="22007">
                  <a:moveTo>
                    <a:pt x="244" y="735"/>
                  </a:moveTo>
                  <a:lnTo>
                    <a:pt x="1939" y="0"/>
                  </a:lnTo>
                  <a:lnTo>
                    <a:pt x="7801" y="5110"/>
                  </a:lnTo>
                  <a:lnTo>
                    <a:pt x="13083" y="14244"/>
                  </a:lnTo>
                  <a:lnTo>
                    <a:pt x="15033" y="17836"/>
                  </a:lnTo>
                  <a:lnTo>
                    <a:pt x="17988" y="19049"/>
                  </a:lnTo>
                  <a:lnTo>
                    <a:pt x="19070" y="22007"/>
                  </a:lnTo>
                  <a:lnTo>
                    <a:pt x="13310" y="21245"/>
                  </a:lnTo>
                  <a:lnTo>
                    <a:pt x="8870" y="14082"/>
                  </a:lnTo>
                  <a:lnTo>
                    <a:pt x="7105" y="9479"/>
                  </a:lnTo>
                  <a:lnTo>
                    <a:pt x="5863" y="7692"/>
                  </a:lnTo>
                  <a:lnTo>
                    <a:pt x="3497" y="6952"/>
                  </a:lnTo>
                  <a:lnTo>
                    <a:pt x="0" y="25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224862" y="5598687"/>
              <a:ext cx="7977" cy="3546"/>
            </a:xfrm>
            <a:custGeom>
              <a:avLst/>
              <a:pathLst>
                <a:path w="7977" h="3546">
                  <a:moveTo>
                    <a:pt x="705" y="1620"/>
                  </a:moveTo>
                  <a:lnTo>
                    <a:pt x="3257" y="0"/>
                  </a:lnTo>
                  <a:lnTo>
                    <a:pt x="5172" y="669"/>
                  </a:lnTo>
                  <a:lnTo>
                    <a:pt x="7977" y="2379"/>
                  </a:lnTo>
                  <a:lnTo>
                    <a:pt x="6414" y="3420"/>
                  </a:lnTo>
                  <a:lnTo>
                    <a:pt x="3587" y="3112"/>
                  </a:lnTo>
                  <a:lnTo>
                    <a:pt x="0" y="35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161361" y="5661465"/>
              <a:ext cx="25054" cy="19545"/>
            </a:xfrm>
            <a:custGeom>
              <a:avLst/>
              <a:pathLst>
                <a:path w="25054" h="19545">
                  <a:moveTo>
                    <a:pt x="0" y="17281"/>
                  </a:moveTo>
                  <a:lnTo>
                    <a:pt x="1132" y="11496"/>
                  </a:lnTo>
                  <a:lnTo>
                    <a:pt x="1047" y="7790"/>
                  </a:lnTo>
                  <a:lnTo>
                    <a:pt x="2105" y="5320"/>
                  </a:lnTo>
                  <a:lnTo>
                    <a:pt x="4675" y="3792"/>
                  </a:lnTo>
                  <a:lnTo>
                    <a:pt x="8128" y="0"/>
                  </a:lnTo>
                  <a:lnTo>
                    <a:pt x="8854" y="1629"/>
                  </a:lnTo>
                  <a:lnTo>
                    <a:pt x="9693" y="4910"/>
                  </a:lnTo>
                  <a:lnTo>
                    <a:pt x="13147" y="4648"/>
                  </a:lnTo>
                  <a:lnTo>
                    <a:pt x="16483" y="1296"/>
                  </a:lnTo>
                  <a:lnTo>
                    <a:pt x="17433" y="4258"/>
                  </a:lnTo>
                  <a:lnTo>
                    <a:pt x="21423" y="10725"/>
                  </a:lnTo>
                  <a:lnTo>
                    <a:pt x="25054" y="16715"/>
                  </a:lnTo>
                  <a:lnTo>
                    <a:pt x="23560" y="19095"/>
                  </a:lnTo>
                  <a:lnTo>
                    <a:pt x="22663" y="19046"/>
                  </a:lnTo>
                  <a:lnTo>
                    <a:pt x="19129" y="15646"/>
                  </a:lnTo>
                  <a:lnTo>
                    <a:pt x="17529" y="11715"/>
                  </a:lnTo>
                  <a:lnTo>
                    <a:pt x="14386" y="11323"/>
                  </a:lnTo>
                  <a:lnTo>
                    <a:pt x="11509" y="10047"/>
                  </a:lnTo>
                  <a:lnTo>
                    <a:pt x="10167" y="11858"/>
                  </a:lnTo>
                  <a:lnTo>
                    <a:pt x="5104" y="12243"/>
                  </a:lnTo>
                  <a:lnTo>
                    <a:pt x="3533" y="14947"/>
                  </a:lnTo>
                  <a:lnTo>
                    <a:pt x="740" y="195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146112" y="5653322"/>
              <a:ext cx="16676" cy="16044"/>
            </a:xfrm>
            <a:custGeom>
              <a:avLst/>
              <a:pathLst>
                <a:path w="16676" h="16044">
                  <a:moveTo>
                    <a:pt x="0" y="6766"/>
                  </a:moveTo>
                  <a:lnTo>
                    <a:pt x="1022" y="4379"/>
                  </a:lnTo>
                  <a:lnTo>
                    <a:pt x="3820" y="2893"/>
                  </a:lnTo>
                  <a:lnTo>
                    <a:pt x="7874" y="3936"/>
                  </a:lnTo>
                  <a:lnTo>
                    <a:pt x="12084" y="1249"/>
                  </a:lnTo>
                  <a:lnTo>
                    <a:pt x="13738" y="0"/>
                  </a:lnTo>
                  <a:lnTo>
                    <a:pt x="16676" y="570"/>
                  </a:lnTo>
                  <a:lnTo>
                    <a:pt x="16450" y="3955"/>
                  </a:lnTo>
                  <a:lnTo>
                    <a:pt x="13025" y="7420"/>
                  </a:lnTo>
                  <a:lnTo>
                    <a:pt x="12325" y="9805"/>
                  </a:lnTo>
                  <a:lnTo>
                    <a:pt x="9236" y="8110"/>
                  </a:lnTo>
                  <a:lnTo>
                    <a:pt x="7905" y="9622"/>
                  </a:lnTo>
                  <a:lnTo>
                    <a:pt x="9045" y="13056"/>
                  </a:lnTo>
                  <a:lnTo>
                    <a:pt x="8245" y="15468"/>
                  </a:lnTo>
                  <a:lnTo>
                    <a:pt x="5086" y="14077"/>
                  </a:lnTo>
                  <a:lnTo>
                    <a:pt x="3223" y="14495"/>
                  </a:lnTo>
                  <a:lnTo>
                    <a:pt x="1243" y="16044"/>
                  </a:lnTo>
                  <a:lnTo>
                    <a:pt x="577" y="120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136873" y="5498162"/>
              <a:ext cx="8495" cy="12285"/>
            </a:xfrm>
            <a:custGeom>
              <a:avLst/>
              <a:pathLst>
                <a:path w="8495" h="12285">
                  <a:moveTo>
                    <a:pt x="0" y="8315"/>
                  </a:moveTo>
                  <a:lnTo>
                    <a:pt x="434" y="5235"/>
                  </a:lnTo>
                  <a:lnTo>
                    <a:pt x="3376" y="3206"/>
                  </a:lnTo>
                  <a:lnTo>
                    <a:pt x="8010" y="0"/>
                  </a:lnTo>
                  <a:lnTo>
                    <a:pt x="8495" y="1724"/>
                  </a:lnTo>
                  <a:lnTo>
                    <a:pt x="4305" y="10889"/>
                  </a:lnTo>
                  <a:lnTo>
                    <a:pt x="2576" y="12145"/>
                  </a:lnTo>
                  <a:lnTo>
                    <a:pt x="110" y="122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132310" y="5664527"/>
              <a:ext cx="2802" cy="2907"/>
            </a:xfrm>
            <a:custGeom>
              <a:avLst/>
              <a:pathLst>
                <a:path w="2802" h="2907">
                  <a:moveTo>
                    <a:pt x="533" y="201"/>
                  </a:moveTo>
                  <a:lnTo>
                    <a:pt x="2164" y="0"/>
                  </a:lnTo>
                  <a:lnTo>
                    <a:pt x="2802" y="91"/>
                  </a:lnTo>
                  <a:lnTo>
                    <a:pt x="2571" y="2907"/>
                  </a:lnTo>
                  <a:lnTo>
                    <a:pt x="0" y="19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126381" y="5662152"/>
              <a:ext cx="4068" cy="3334"/>
            </a:xfrm>
            <a:custGeom>
              <a:avLst/>
              <a:pathLst>
                <a:path w="4068" h="3334">
                  <a:moveTo>
                    <a:pt x="0" y="986"/>
                  </a:moveTo>
                  <a:lnTo>
                    <a:pt x="4068" y="0"/>
                  </a:lnTo>
                  <a:lnTo>
                    <a:pt x="3303" y="2980"/>
                  </a:lnTo>
                  <a:lnTo>
                    <a:pt x="208" y="33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099677" y="5696721"/>
              <a:ext cx="12492" cy="8037"/>
            </a:xfrm>
            <a:custGeom>
              <a:avLst/>
              <a:pathLst>
                <a:path w="12492" h="8037">
                  <a:moveTo>
                    <a:pt x="322" y="0"/>
                  </a:moveTo>
                  <a:lnTo>
                    <a:pt x="6631" y="3081"/>
                  </a:lnTo>
                  <a:lnTo>
                    <a:pt x="12492" y="5391"/>
                  </a:lnTo>
                  <a:lnTo>
                    <a:pt x="11481" y="6928"/>
                  </a:lnTo>
                  <a:lnTo>
                    <a:pt x="9628" y="8037"/>
                  </a:lnTo>
                  <a:lnTo>
                    <a:pt x="6171" y="6720"/>
                  </a:lnTo>
                  <a:lnTo>
                    <a:pt x="2508" y="6472"/>
                  </a:lnTo>
                  <a:lnTo>
                    <a:pt x="0" y="39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033628" y="5707643"/>
              <a:ext cx="20246" cy="8074"/>
            </a:xfrm>
            <a:custGeom>
              <a:avLst/>
              <a:pathLst>
                <a:path w="20246" h="8074">
                  <a:moveTo>
                    <a:pt x="0" y="6975"/>
                  </a:moveTo>
                  <a:lnTo>
                    <a:pt x="3255" y="5629"/>
                  </a:lnTo>
                  <a:lnTo>
                    <a:pt x="7798" y="4297"/>
                  </a:lnTo>
                  <a:lnTo>
                    <a:pt x="11181" y="3823"/>
                  </a:lnTo>
                  <a:lnTo>
                    <a:pt x="14400" y="3869"/>
                  </a:lnTo>
                  <a:lnTo>
                    <a:pt x="17417" y="1227"/>
                  </a:lnTo>
                  <a:lnTo>
                    <a:pt x="18786" y="0"/>
                  </a:lnTo>
                  <a:lnTo>
                    <a:pt x="20246" y="205"/>
                  </a:lnTo>
                  <a:lnTo>
                    <a:pt x="18982" y="3115"/>
                  </a:lnTo>
                  <a:lnTo>
                    <a:pt x="15651" y="7392"/>
                  </a:lnTo>
                  <a:lnTo>
                    <a:pt x="12450" y="6637"/>
                  </a:lnTo>
                  <a:lnTo>
                    <a:pt x="7616" y="7878"/>
                  </a:lnTo>
                  <a:lnTo>
                    <a:pt x="1117" y="80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021341" y="5702775"/>
              <a:ext cx="17619" cy="11717"/>
            </a:xfrm>
            <a:custGeom>
              <a:avLst/>
              <a:pathLst>
                <a:path w="17619" h="11717">
                  <a:moveTo>
                    <a:pt x="1267" y="4414"/>
                  </a:moveTo>
                  <a:lnTo>
                    <a:pt x="3745" y="2958"/>
                  </a:lnTo>
                  <a:lnTo>
                    <a:pt x="5946" y="3429"/>
                  </a:lnTo>
                  <a:lnTo>
                    <a:pt x="11834" y="0"/>
                  </a:lnTo>
                  <a:lnTo>
                    <a:pt x="15372" y="448"/>
                  </a:lnTo>
                  <a:lnTo>
                    <a:pt x="17619" y="5208"/>
                  </a:lnTo>
                  <a:lnTo>
                    <a:pt x="13593" y="8832"/>
                  </a:lnTo>
                  <a:lnTo>
                    <a:pt x="7887" y="10364"/>
                  </a:lnTo>
                  <a:lnTo>
                    <a:pt x="5676" y="11717"/>
                  </a:lnTo>
                  <a:lnTo>
                    <a:pt x="5049" y="10433"/>
                  </a:lnTo>
                  <a:lnTo>
                    <a:pt x="1536" y="11002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06645" y="5416119"/>
              <a:ext cx="37890" cy="31833"/>
            </a:xfrm>
            <a:custGeom>
              <a:avLst/>
              <a:pathLst>
                <a:path w="37890" h="31833">
                  <a:moveTo>
                    <a:pt x="0" y="7940"/>
                  </a:moveTo>
                  <a:lnTo>
                    <a:pt x="2430" y="6641"/>
                  </a:lnTo>
                  <a:lnTo>
                    <a:pt x="6578" y="7188"/>
                  </a:lnTo>
                  <a:lnTo>
                    <a:pt x="10045" y="8419"/>
                  </a:lnTo>
                  <a:lnTo>
                    <a:pt x="11979" y="8860"/>
                  </a:lnTo>
                  <a:lnTo>
                    <a:pt x="12723" y="7107"/>
                  </a:lnTo>
                  <a:lnTo>
                    <a:pt x="12334" y="6167"/>
                  </a:lnTo>
                  <a:lnTo>
                    <a:pt x="15027" y="3748"/>
                  </a:lnTo>
                  <a:lnTo>
                    <a:pt x="16960" y="4363"/>
                  </a:lnTo>
                  <a:lnTo>
                    <a:pt x="18489" y="2546"/>
                  </a:lnTo>
                  <a:lnTo>
                    <a:pt x="19765" y="1402"/>
                  </a:lnTo>
                  <a:lnTo>
                    <a:pt x="22040" y="3278"/>
                  </a:lnTo>
                  <a:lnTo>
                    <a:pt x="24802" y="2017"/>
                  </a:lnTo>
                  <a:lnTo>
                    <a:pt x="26809" y="0"/>
                  </a:lnTo>
                  <a:lnTo>
                    <a:pt x="27517" y="3331"/>
                  </a:lnTo>
                  <a:lnTo>
                    <a:pt x="28695" y="5704"/>
                  </a:lnTo>
                  <a:lnTo>
                    <a:pt x="31899" y="4932"/>
                  </a:lnTo>
                  <a:lnTo>
                    <a:pt x="35866" y="7734"/>
                  </a:lnTo>
                  <a:lnTo>
                    <a:pt x="34829" y="10247"/>
                  </a:lnTo>
                  <a:lnTo>
                    <a:pt x="35508" y="12102"/>
                  </a:lnTo>
                  <a:lnTo>
                    <a:pt x="34591" y="13623"/>
                  </a:lnTo>
                  <a:lnTo>
                    <a:pt x="35633" y="15580"/>
                  </a:lnTo>
                  <a:lnTo>
                    <a:pt x="34592" y="18202"/>
                  </a:lnTo>
                  <a:lnTo>
                    <a:pt x="36000" y="20517"/>
                  </a:lnTo>
                  <a:lnTo>
                    <a:pt x="37890" y="23803"/>
                  </a:lnTo>
                  <a:lnTo>
                    <a:pt x="36743" y="25803"/>
                  </a:lnTo>
                  <a:lnTo>
                    <a:pt x="34116" y="26691"/>
                  </a:lnTo>
                  <a:lnTo>
                    <a:pt x="32865" y="25770"/>
                  </a:lnTo>
                  <a:lnTo>
                    <a:pt x="30986" y="27015"/>
                  </a:lnTo>
                  <a:lnTo>
                    <a:pt x="28410" y="26652"/>
                  </a:lnTo>
                  <a:lnTo>
                    <a:pt x="26200" y="27911"/>
                  </a:lnTo>
                  <a:lnTo>
                    <a:pt x="26019" y="30870"/>
                  </a:lnTo>
                  <a:lnTo>
                    <a:pt x="23751" y="31833"/>
                  </a:lnTo>
                  <a:lnTo>
                    <a:pt x="22259" y="28796"/>
                  </a:lnTo>
                  <a:lnTo>
                    <a:pt x="20496" y="27324"/>
                  </a:lnTo>
                  <a:lnTo>
                    <a:pt x="17424" y="26603"/>
                  </a:lnTo>
                  <a:lnTo>
                    <a:pt x="14397" y="24755"/>
                  </a:lnTo>
                  <a:lnTo>
                    <a:pt x="11861" y="22805"/>
                  </a:lnTo>
                  <a:lnTo>
                    <a:pt x="9096" y="20007"/>
                  </a:lnTo>
                  <a:lnTo>
                    <a:pt x="6600" y="18636"/>
                  </a:lnTo>
                  <a:lnTo>
                    <a:pt x="3540" y="15754"/>
                  </a:lnTo>
                  <a:lnTo>
                    <a:pt x="1450" y="14268"/>
                  </a:lnTo>
                  <a:lnTo>
                    <a:pt x="1481" y="114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637657" y="5723594"/>
              <a:ext cx="3683" cy="4586"/>
            </a:xfrm>
            <a:custGeom>
              <a:avLst/>
              <a:pathLst>
                <a:path w="3683" h="4586">
                  <a:moveTo>
                    <a:pt x="942" y="0"/>
                  </a:moveTo>
                  <a:lnTo>
                    <a:pt x="2945" y="1451"/>
                  </a:lnTo>
                  <a:lnTo>
                    <a:pt x="3683" y="2786"/>
                  </a:lnTo>
                  <a:lnTo>
                    <a:pt x="1986" y="4586"/>
                  </a:lnTo>
                  <a:lnTo>
                    <a:pt x="1071" y="4416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978139" y="5713546"/>
              <a:ext cx="43992" cy="33354"/>
            </a:xfrm>
            <a:custGeom>
              <a:avLst/>
              <a:pathLst>
                <a:path w="43992" h="33354">
                  <a:moveTo>
                    <a:pt x="1523" y="28917"/>
                  </a:moveTo>
                  <a:lnTo>
                    <a:pt x="3960" y="26743"/>
                  </a:lnTo>
                  <a:lnTo>
                    <a:pt x="6496" y="26782"/>
                  </a:lnTo>
                  <a:lnTo>
                    <a:pt x="9837" y="24843"/>
                  </a:lnTo>
                  <a:lnTo>
                    <a:pt x="11990" y="24711"/>
                  </a:lnTo>
                  <a:lnTo>
                    <a:pt x="14249" y="23651"/>
                  </a:lnTo>
                  <a:lnTo>
                    <a:pt x="16520" y="21768"/>
                  </a:lnTo>
                  <a:lnTo>
                    <a:pt x="17829" y="20638"/>
                  </a:lnTo>
                  <a:lnTo>
                    <a:pt x="17257" y="18026"/>
                  </a:lnTo>
                  <a:lnTo>
                    <a:pt x="18600" y="16900"/>
                  </a:lnTo>
                  <a:lnTo>
                    <a:pt x="19514" y="15478"/>
                  </a:lnTo>
                  <a:lnTo>
                    <a:pt x="20306" y="13583"/>
                  </a:lnTo>
                  <a:lnTo>
                    <a:pt x="21221" y="11460"/>
                  </a:lnTo>
                  <a:lnTo>
                    <a:pt x="19028" y="9153"/>
                  </a:lnTo>
                  <a:lnTo>
                    <a:pt x="17997" y="7787"/>
                  </a:lnTo>
                  <a:lnTo>
                    <a:pt x="18070" y="5934"/>
                  </a:lnTo>
                  <a:lnTo>
                    <a:pt x="20823" y="2562"/>
                  </a:lnTo>
                  <a:lnTo>
                    <a:pt x="24544" y="914"/>
                  </a:lnTo>
                  <a:lnTo>
                    <a:pt x="27883" y="0"/>
                  </a:lnTo>
                  <a:lnTo>
                    <a:pt x="30249" y="279"/>
                  </a:lnTo>
                  <a:lnTo>
                    <a:pt x="31581" y="2957"/>
                  </a:lnTo>
                  <a:lnTo>
                    <a:pt x="33462" y="4810"/>
                  </a:lnTo>
                  <a:lnTo>
                    <a:pt x="35217" y="3498"/>
                  </a:lnTo>
                  <a:lnTo>
                    <a:pt x="37192" y="1504"/>
                  </a:lnTo>
                  <a:lnTo>
                    <a:pt x="39414" y="2863"/>
                  </a:lnTo>
                  <a:lnTo>
                    <a:pt x="40362" y="2544"/>
                  </a:lnTo>
                  <a:lnTo>
                    <a:pt x="41660" y="2106"/>
                  </a:lnTo>
                  <a:lnTo>
                    <a:pt x="43992" y="3641"/>
                  </a:lnTo>
                  <a:lnTo>
                    <a:pt x="41894" y="5038"/>
                  </a:lnTo>
                  <a:lnTo>
                    <a:pt x="40674" y="5848"/>
                  </a:lnTo>
                  <a:lnTo>
                    <a:pt x="39670" y="7578"/>
                  </a:lnTo>
                  <a:lnTo>
                    <a:pt x="37988" y="7767"/>
                  </a:lnTo>
                  <a:lnTo>
                    <a:pt x="35880" y="10378"/>
                  </a:lnTo>
                  <a:lnTo>
                    <a:pt x="37520" y="11566"/>
                  </a:lnTo>
                  <a:lnTo>
                    <a:pt x="40910" y="9587"/>
                  </a:lnTo>
                  <a:lnTo>
                    <a:pt x="43004" y="8951"/>
                  </a:lnTo>
                  <a:lnTo>
                    <a:pt x="43365" y="10230"/>
                  </a:lnTo>
                  <a:lnTo>
                    <a:pt x="42308" y="14602"/>
                  </a:lnTo>
                  <a:lnTo>
                    <a:pt x="39727" y="15323"/>
                  </a:lnTo>
                  <a:lnTo>
                    <a:pt x="37845" y="16851"/>
                  </a:lnTo>
                  <a:lnTo>
                    <a:pt x="34780" y="18138"/>
                  </a:lnTo>
                  <a:lnTo>
                    <a:pt x="33173" y="20638"/>
                  </a:lnTo>
                  <a:lnTo>
                    <a:pt x="31372" y="22955"/>
                  </a:lnTo>
                  <a:lnTo>
                    <a:pt x="29497" y="24796"/>
                  </a:lnTo>
                  <a:lnTo>
                    <a:pt x="27183" y="26725"/>
                  </a:lnTo>
                  <a:lnTo>
                    <a:pt x="24012" y="26929"/>
                  </a:lnTo>
                  <a:lnTo>
                    <a:pt x="21162" y="26675"/>
                  </a:lnTo>
                  <a:lnTo>
                    <a:pt x="19172" y="26668"/>
                  </a:lnTo>
                  <a:lnTo>
                    <a:pt x="16930" y="27004"/>
                  </a:lnTo>
                  <a:lnTo>
                    <a:pt x="13800" y="28946"/>
                  </a:lnTo>
                  <a:lnTo>
                    <a:pt x="13367" y="30289"/>
                  </a:lnTo>
                  <a:lnTo>
                    <a:pt x="10672" y="30208"/>
                  </a:lnTo>
                  <a:lnTo>
                    <a:pt x="8868" y="32846"/>
                  </a:lnTo>
                  <a:lnTo>
                    <a:pt x="7625" y="32301"/>
                  </a:lnTo>
                  <a:lnTo>
                    <a:pt x="5552" y="33354"/>
                  </a:lnTo>
                  <a:lnTo>
                    <a:pt x="2497" y="31924"/>
                  </a:lnTo>
                  <a:lnTo>
                    <a:pt x="0" y="299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2023556" y="4918974"/>
              <a:ext cx="836995" cy="781219"/>
            </a:xfrm>
            <a:custGeom>
              <a:avLst/>
              <a:pathLst>
                <a:path w="836995" h="781219">
                  <a:moveTo>
                    <a:pt x="0" y="249880"/>
                  </a:moveTo>
                  <a:lnTo>
                    <a:pt x="2974" y="246955"/>
                  </a:lnTo>
                  <a:lnTo>
                    <a:pt x="8913" y="244717"/>
                  </a:lnTo>
                  <a:lnTo>
                    <a:pt x="15669" y="240969"/>
                  </a:lnTo>
                  <a:lnTo>
                    <a:pt x="25236" y="234314"/>
                  </a:lnTo>
                  <a:lnTo>
                    <a:pt x="38449" y="226676"/>
                  </a:lnTo>
                  <a:lnTo>
                    <a:pt x="49617" y="220992"/>
                  </a:lnTo>
                  <a:lnTo>
                    <a:pt x="59810" y="217263"/>
                  </a:lnTo>
                  <a:lnTo>
                    <a:pt x="66933" y="215391"/>
                  </a:lnTo>
                  <a:lnTo>
                    <a:pt x="76303" y="215814"/>
                  </a:lnTo>
                  <a:lnTo>
                    <a:pt x="79755" y="217695"/>
                  </a:lnTo>
                  <a:lnTo>
                    <a:pt x="77468" y="220271"/>
                  </a:lnTo>
                  <a:lnTo>
                    <a:pt x="76049" y="223023"/>
                  </a:lnTo>
                  <a:lnTo>
                    <a:pt x="74620" y="225128"/>
                  </a:lnTo>
                  <a:lnTo>
                    <a:pt x="74665" y="228935"/>
                  </a:lnTo>
                  <a:lnTo>
                    <a:pt x="74561" y="231157"/>
                  </a:lnTo>
                  <a:lnTo>
                    <a:pt x="73055" y="232644"/>
                  </a:lnTo>
                  <a:lnTo>
                    <a:pt x="73050" y="234259"/>
                  </a:lnTo>
                  <a:lnTo>
                    <a:pt x="74545" y="238621"/>
                  </a:lnTo>
                  <a:lnTo>
                    <a:pt x="76180" y="240659"/>
                  </a:lnTo>
                  <a:lnTo>
                    <a:pt x="79610" y="239749"/>
                  </a:lnTo>
                  <a:lnTo>
                    <a:pt x="81672" y="239938"/>
                  </a:lnTo>
                  <a:lnTo>
                    <a:pt x="85335" y="241423"/>
                  </a:lnTo>
                  <a:lnTo>
                    <a:pt x="87891" y="240810"/>
                  </a:lnTo>
                  <a:lnTo>
                    <a:pt x="92057" y="240496"/>
                  </a:lnTo>
                  <a:lnTo>
                    <a:pt x="94031" y="242992"/>
                  </a:lnTo>
                  <a:lnTo>
                    <a:pt x="97386" y="242776"/>
                  </a:lnTo>
                  <a:lnTo>
                    <a:pt x="98877" y="243690"/>
                  </a:lnTo>
                  <a:lnTo>
                    <a:pt x="102269" y="241706"/>
                  </a:lnTo>
                  <a:lnTo>
                    <a:pt x="107121" y="244586"/>
                  </a:lnTo>
                  <a:lnTo>
                    <a:pt x="108312" y="242274"/>
                  </a:lnTo>
                  <a:lnTo>
                    <a:pt x="111299" y="237647"/>
                  </a:lnTo>
                  <a:lnTo>
                    <a:pt x="112564" y="234775"/>
                  </a:lnTo>
                  <a:lnTo>
                    <a:pt x="113688" y="233785"/>
                  </a:lnTo>
                  <a:lnTo>
                    <a:pt x="116054" y="234238"/>
                  </a:lnTo>
                  <a:lnTo>
                    <a:pt x="116312" y="235713"/>
                  </a:lnTo>
                  <a:lnTo>
                    <a:pt x="118311" y="236389"/>
                  </a:lnTo>
                  <a:lnTo>
                    <a:pt x="121786" y="235445"/>
                  </a:lnTo>
                  <a:lnTo>
                    <a:pt x="120396" y="231644"/>
                  </a:lnTo>
                  <a:lnTo>
                    <a:pt x="116667" y="229000"/>
                  </a:lnTo>
                  <a:lnTo>
                    <a:pt x="112550" y="227487"/>
                  </a:lnTo>
                  <a:lnTo>
                    <a:pt x="110580" y="227413"/>
                  </a:lnTo>
                  <a:lnTo>
                    <a:pt x="106771" y="229373"/>
                  </a:lnTo>
                  <a:lnTo>
                    <a:pt x="107972" y="224328"/>
                  </a:lnTo>
                  <a:lnTo>
                    <a:pt x="107945" y="221911"/>
                  </a:lnTo>
                  <a:lnTo>
                    <a:pt x="104508" y="216541"/>
                  </a:lnTo>
                  <a:lnTo>
                    <a:pt x="103582" y="213451"/>
                  </a:lnTo>
                  <a:lnTo>
                    <a:pt x="100869" y="211465"/>
                  </a:lnTo>
                  <a:lnTo>
                    <a:pt x="98456" y="210567"/>
                  </a:lnTo>
                  <a:lnTo>
                    <a:pt x="96846" y="205002"/>
                  </a:lnTo>
                  <a:lnTo>
                    <a:pt x="97719" y="202982"/>
                  </a:lnTo>
                  <a:lnTo>
                    <a:pt x="99766" y="200951"/>
                  </a:lnTo>
                  <a:lnTo>
                    <a:pt x="99845" y="199578"/>
                  </a:lnTo>
                  <a:lnTo>
                    <a:pt x="97220" y="198562"/>
                  </a:lnTo>
                  <a:lnTo>
                    <a:pt x="93852" y="198651"/>
                  </a:lnTo>
                  <a:lnTo>
                    <a:pt x="91291" y="196664"/>
                  </a:lnTo>
                  <a:lnTo>
                    <a:pt x="86805" y="194842"/>
                  </a:lnTo>
                  <a:lnTo>
                    <a:pt x="82267" y="192970"/>
                  </a:lnTo>
                  <a:lnTo>
                    <a:pt x="80571" y="192022"/>
                  </a:lnTo>
                  <a:lnTo>
                    <a:pt x="80408" y="187308"/>
                  </a:lnTo>
                  <a:lnTo>
                    <a:pt x="79183" y="177558"/>
                  </a:lnTo>
                  <a:lnTo>
                    <a:pt x="77198" y="170339"/>
                  </a:lnTo>
                  <a:lnTo>
                    <a:pt x="74416" y="166065"/>
                  </a:lnTo>
                  <a:lnTo>
                    <a:pt x="70486" y="162183"/>
                  </a:lnTo>
                  <a:lnTo>
                    <a:pt x="62974" y="151644"/>
                  </a:lnTo>
                  <a:lnTo>
                    <a:pt x="59605" y="146821"/>
                  </a:lnTo>
                  <a:lnTo>
                    <a:pt x="58948" y="146321"/>
                  </a:lnTo>
                  <a:lnTo>
                    <a:pt x="54841" y="143173"/>
                  </a:lnTo>
                  <a:lnTo>
                    <a:pt x="52167" y="141891"/>
                  </a:lnTo>
                  <a:lnTo>
                    <a:pt x="50802" y="140252"/>
                  </a:lnTo>
                  <a:lnTo>
                    <a:pt x="49590" y="136297"/>
                  </a:lnTo>
                  <a:lnTo>
                    <a:pt x="46666" y="132682"/>
                  </a:lnTo>
                  <a:lnTo>
                    <a:pt x="42644" y="129992"/>
                  </a:lnTo>
                  <a:lnTo>
                    <a:pt x="39099" y="129284"/>
                  </a:lnTo>
                  <a:lnTo>
                    <a:pt x="43280" y="126693"/>
                  </a:lnTo>
                  <a:lnTo>
                    <a:pt x="47470" y="125580"/>
                  </a:lnTo>
                  <a:lnTo>
                    <a:pt x="48683" y="122031"/>
                  </a:lnTo>
                  <a:lnTo>
                    <a:pt x="50105" y="117874"/>
                  </a:lnTo>
                  <a:lnTo>
                    <a:pt x="51411" y="112741"/>
                  </a:lnTo>
                  <a:lnTo>
                    <a:pt x="51962" y="105912"/>
                  </a:lnTo>
                  <a:lnTo>
                    <a:pt x="56340" y="106758"/>
                  </a:lnTo>
                  <a:lnTo>
                    <a:pt x="62159" y="108139"/>
                  </a:lnTo>
                  <a:lnTo>
                    <a:pt x="70498" y="107918"/>
                  </a:lnTo>
                  <a:lnTo>
                    <a:pt x="77195" y="107070"/>
                  </a:lnTo>
                  <a:lnTo>
                    <a:pt x="81301" y="106916"/>
                  </a:lnTo>
                  <a:lnTo>
                    <a:pt x="86486" y="104194"/>
                  </a:lnTo>
                  <a:lnTo>
                    <a:pt x="92319" y="99014"/>
                  </a:lnTo>
                  <a:lnTo>
                    <a:pt x="98058" y="91056"/>
                  </a:lnTo>
                  <a:lnTo>
                    <a:pt x="100039" y="85442"/>
                  </a:lnTo>
                  <a:lnTo>
                    <a:pt x="100969" y="77017"/>
                  </a:lnTo>
                  <a:lnTo>
                    <a:pt x="102743" y="71347"/>
                  </a:lnTo>
                  <a:lnTo>
                    <a:pt x="104369" y="67404"/>
                  </a:lnTo>
                  <a:lnTo>
                    <a:pt x="107740" y="62856"/>
                  </a:lnTo>
                  <a:lnTo>
                    <a:pt x="112592" y="55279"/>
                  </a:lnTo>
                  <a:lnTo>
                    <a:pt x="115911" y="50707"/>
                  </a:lnTo>
                  <a:lnTo>
                    <a:pt x="122388" y="45370"/>
                  </a:lnTo>
                  <a:lnTo>
                    <a:pt x="126406" y="46867"/>
                  </a:lnTo>
                  <a:lnTo>
                    <a:pt x="130473" y="47403"/>
                  </a:lnTo>
                  <a:lnTo>
                    <a:pt x="137410" y="44079"/>
                  </a:lnTo>
                  <a:lnTo>
                    <a:pt x="146363" y="36044"/>
                  </a:lnTo>
                  <a:lnTo>
                    <a:pt x="151622" y="29430"/>
                  </a:lnTo>
                  <a:lnTo>
                    <a:pt x="154931" y="25475"/>
                  </a:lnTo>
                  <a:lnTo>
                    <a:pt x="161678" y="21932"/>
                  </a:lnTo>
                  <a:lnTo>
                    <a:pt x="162286" y="24610"/>
                  </a:lnTo>
                  <a:lnTo>
                    <a:pt x="165792" y="25836"/>
                  </a:lnTo>
                  <a:lnTo>
                    <a:pt x="169624" y="25774"/>
                  </a:lnTo>
                  <a:lnTo>
                    <a:pt x="172524" y="24664"/>
                  </a:lnTo>
                  <a:lnTo>
                    <a:pt x="177118" y="24114"/>
                  </a:lnTo>
                  <a:lnTo>
                    <a:pt x="180814" y="22111"/>
                  </a:lnTo>
                  <a:lnTo>
                    <a:pt x="185736" y="17443"/>
                  </a:lnTo>
                  <a:lnTo>
                    <a:pt x="189259" y="11949"/>
                  </a:lnTo>
                  <a:lnTo>
                    <a:pt x="193123" y="5274"/>
                  </a:lnTo>
                  <a:lnTo>
                    <a:pt x="194488" y="3080"/>
                  </a:lnTo>
                  <a:lnTo>
                    <a:pt x="197803" y="0"/>
                  </a:lnTo>
                  <a:lnTo>
                    <a:pt x="198231" y="2574"/>
                  </a:lnTo>
                  <a:lnTo>
                    <a:pt x="201153" y="4180"/>
                  </a:lnTo>
                  <a:lnTo>
                    <a:pt x="204298" y="4892"/>
                  </a:lnTo>
                  <a:lnTo>
                    <a:pt x="204644" y="7535"/>
                  </a:lnTo>
                  <a:lnTo>
                    <a:pt x="206667" y="7048"/>
                  </a:lnTo>
                  <a:lnTo>
                    <a:pt x="210797" y="7881"/>
                  </a:lnTo>
                  <a:lnTo>
                    <a:pt x="211662" y="11063"/>
                  </a:lnTo>
                  <a:lnTo>
                    <a:pt x="211473" y="12668"/>
                  </a:lnTo>
                  <a:lnTo>
                    <a:pt x="209108" y="14939"/>
                  </a:lnTo>
                  <a:lnTo>
                    <a:pt x="208316" y="16552"/>
                  </a:lnTo>
                  <a:lnTo>
                    <a:pt x="205714" y="17597"/>
                  </a:lnTo>
                  <a:lnTo>
                    <a:pt x="205307" y="19737"/>
                  </a:lnTo>
                  <a:lnTo>
                    <a:pt x="206001" y="22736"/>
                  </a:lnTo>
                  <a:lnTo>
                    <a:pt x="208635" y="23633"/>
                  </a:lnTo>
                  <a:lnTo>
                    <a:pt x="211234" y="22798"/>
                  </a:lnTo>
                  <a:lnTo>
                    <a:pt x="212033" y="20988"/>
                  </a:lnTo>
                  <a:lnTo>
                    <a:pt x="211683" y="18493"/>
                  </a:lnTo>
                  <a:lnTo>
                    <a:pt x="213739" y="15947"/>
                  </a:lnTo>
                  <a:lnTo>
                    <a:pt x="215150" y="11987"/>
                  </a:lnTo>
                  <a:lnTo>
                    <a:pt x="217902" y="8821"/>
                  </a:lnTo>
                  <a:lnTo>
                    <a:pt x="219493" y="9622"/>
                  </a:lnTo>
                  <a:lnTo>
                    <a:pt x="224404" y="14816"/>
                  </a:lnTo>
                  <a:lnTo>
                    <a:pt x="224043" y="17813"/>
                  </a:lnTo>
                  <a:lnTo>
                    <a:pt x="224556" y="23125"/>
                  </a:lnTo>
                  <a:lnTo>
                    <a:pt x="226508" y="22768"/>
                  </a:lnTo>
                  <a:lnTo>
                    <a:pt x="228435" y="23099"/>
                  </a:lnTo>
                  <a:lnTo>
                    <a:pt x="230696" y="24943"/>
                  </a:lnTo>
                  <a:lnTo>
                    <a:pt x="233890" y="19799"/>
                  </a:lnTo>
                  <a:lnTo>
                    <a:pt x="236964" y="19686"/>
                  </a:lnTo>
                  <a:lnTo>
                    <a:pt x="240250" y="19135"/>
                  </a:lnTo>
                  <a:lnTo>
                    <a:pt x="242789" y="17455"/>
                  </a:lnTo>
                  <a:lnTo>
                    <a:pt x="245391" y="17673"/>
                  </a:lnTo>
                  <a:lnTo>
                    <a:pt x="247415" y="18841"/>
                  </a:lnTo>
                  <a:lnTo>
                    <a:pt x="250262" y="18675"/>
                  </a:lnTo>
                  <a:lnTo>
                    <a:pt x="254051" y="19399"/>
                  </a:lnTo>
                  <a:lnTo>
                    <a:pt x="256867" y="20693"/>
                  </a:lnTo>
                  <a:lnTo>
                    <a:pt x="257341" y="21988"/>
                  </a:lnTo>
                  <a:lnTo>
                    <a:pt x="255281" y="24520"/>
                  </a:lnTo>
                  <a:lnTo>
                    <a:pt x="255311" y="26651"/>
                  </a:lnTo>
                  <a:lnTo>
                    <a:pt x="253657" y="27454"/>
                  </a:lnTo>
                  <a:lnTo>
                    <a:pt x="254321" y="30450"/>
                  </a:lnTo>
                  <a:lnTo>
                    <a:pt x="256253" y="30936"/>
                  </a:lnTo>
                  <a:lnTo>
                    <a:pt x="259321" y="31448"/>
                  </a:lnTo>
                  <a:lnTo>
                    <a:pt x="260797" y="32274"/>
                  </a:lnTo>
                  <a:lnTo>
                    <a:pt x="264714" y="32572"/>
                  </a:lnTo>
                  <a:lnTo>
                    <a:pt x="264297" y="34644"/>
                  </a:lnTo>
                  <a:lnTo>
                    <a:pt x="264371" y="37719"/>
                  </a:lnTo>
                  <a:lnTo>
                    <a:pt x="267685" y="37592"/>
                  </a:lnTo>
                  <a:lnTo>
                    <a:pt x="270664" y="38648"/>
                  </a:lnTo>
                  <a:lnTo>
                    <a:pt x="272451" y="39596"/>
                  </a:lnTo>
                  <a:lnTo>
                    <a:pt x="274466" y="36688"/>
                  </a:lnTo>
                  <a:lnTo>
                    <a:pt x="276025" y="35260"/>
                  </a:lnTo>
                  <a:lnTo>
                    <a:pt x="277663" y="34953"/>
                  </a:lnTo>
                  <a:lnTo>
                    <a:pt x="280813" y="33718"/>
                  </a:lnTo>
                  <a:lnTo>
                    <a:pt x="282883" y="34458"/>
                  </a:lnTo>
                  <a:lnTo>
                    <a:pt x="284597" y="36128"/>
                  </a:lnTo>
                  <a:lnTo>
                    <a:pt x="287712" y="34753"/>
                  </a:lnTo>
                  <a:lnTo>
                    <a:pt x="290373" y="31115"/>
                  </a:lnTo>
                  <a:lnTo>
                    <a:pt x="292185" y="31441"/>
                  </a:lnTo>
                  <a:lnTo>
                    <a:pt x="296000" y="29973"/>
                  </a:lnTo>
                  <a:lnTo>
                    <a:pt x="300074" y="30865"/>
                  </a:lnTo>
                  <a:lnTo>
                    <a:pt x="303816" y="32994"/>
                  </a:lnTo>
                  <a:lnTo>
                    <a:pt x="307473" y="32271"/>
                  </a:lnTo>
                  <a:lnTo>
                    <a:pt x="310453" y="35050"/>
                  </a:lnTo>
                  <a:lnTo>
                    <a:pt x="310810" y="37078"/>
                  </a:lnTo>
                  <a:lnTo>
                    <a:pt x="312468" y="37226"/>
                  </a:lnTo>
                  <a:lnTo>
                    <a:pt x="314349" y="34908"/>
                  </a:lnTo>
                  <a:lnTo>
                    <a:pt x="317915" y="35864"/>
                  </a:lnTo>
                  <a:lnTo>
                    <a:pt x="319395" y="36568"/>
                  </a:lnTo>
                  <a:lnTo>
                    <a:pt x="321152" y="39637"/>
                  </a:lnTo>
                  <a:lnTo>
                    <a:pt x="326031" y="40193"/>
                  </a:lnTo>
                  <a:lnTo>
                    <a:pt x="328736" y="38840"/>
                  </a:lnTo>
                  <a:lnTo>
                    <a:pt x="330032" y="40987"/>
                  </a:lnTo>
                  <a:lnTo>
                    <a:pt x="332493" y="40895"/>
                  </a:lnTo>
                  <a:lnTo>
                    <a:pt x="333771" y="38893"/>
                  </a:lnTo>
                  <a:lnTo>
                    <a:pt x="339113" y="37856"/>
                  </a:lnTo>
                  <a:lnTo>
                    <a:pt x="344631" y="38002"/>
                  </a:lnTo>
                  <a:lnTo>
                    <a:pt x="346489" y="38476"/>
                  </a:lnTo>
                  <a:lnTo>
                    <a:pt x="348426" y="36899"/>
                  </a:lnTo>
                  <a:lnTo>
                    <a:pt x="352276" y="39851"/>
                  </a:lnTo>
                  <a:lnTo>
                    <a:pt x="355264" y="41396"/>
                  </a:lnTo>
                  <a:lnTo>
                    <a:pt x="359265" y="42614"/>
                  </a:lnTo>
                  <a:lnTo>
                    <a:pt x="363339" y="42965"/>
                  </a:lnTo>
                  <a:lnTo>
                    <a:pt x="364795" y="41933"/>
                  </a:lnTo>
                  <a:lnTo>
                    <a:pt x="366600" y="42119"/>
                  </a:lnTo>
                  <a:lnTo>
                    <a:pt x="369192" y="38369"/>
                  </a:lnTo>
                  <a:lnTo>
                    <a:pt x="371656" y="37174"/>
                  </a:lnTo>
                  <a:lnTo>
                    <a:pt x="376260" y="32988"/>
                  </a:lnTo>
                  <a:lnTo>
                    <a:pt x="381688" y="30616"/>
                  </a:lnTo>
                  <a:lnTo>
                    <a:pt x="383093" y="30891"/>
                  </a:lnTo>
                  <a:lnTo>
                    <a:pt x="384906" y="29230"/>
                  </a:lnTo>
                  <a:lnTo>
                    <a:pt x="389393" y="30996"/>
                  </a:lnTo>
                  <a:lnTo>
                    <a:pt x="393348" y="32094"/>
                  </a:lnTo>
                  <a:lnTo>
                    <a:pt x="398227" y="34721"/>
                  </a:lnTo>
                  <a:lnTo>
                    <a:pt x="399276" y="36371"/>
                  </a:lnTo>
                  <a:lnTo>
                    <a:pt x="401788" y="36621"/>
                  </a:lnTo>
                  <a:lnTo>
                    <a:pt x="405498" y="38334"/>
                  </a:lnTo>
                  <a:lnTo>
                    <a:pt x="410247" y="39274"/>
                  </a:lnTo>
                  <a:lnTo>
                    <a:pt x="415158" y="42277"/>
                  </a:lnTo>
                  <a:lnTo>
                    <a:pt x="418418" y="41856"/>
                  </a:lnTo>
                  <a:lnTo>
                    <a:pt x="421766" y="42684"/>
                  </a:lnTo>
                  <a:lnTo>
                    <a:pt x="433014" y="92847"/>
                  </a:lnTo>
                  <a:lnTo>
                    <a:pt x="460531" y="208951"/>
                  </a:lnTo>
                  <a:lnTo>
                    <a:pt x="504926" y="380261"/>
                  </a:lnTo>
                  <a:lnTo>
                    <a:pt x="523135" y="445886"/>
                  </a:lnTo>
                  <a:lnTo>
                    <a:pt x="524185" y="449595"/>
                  </a:lnTo>
                  <a:lnTo>
                    <a:pt x="534604" y="450144"/>
                  </a:lnTo>
                  <a:lnTo>
                    <a:pt x="534782" y="446003"/>
                  </a:lnTo>
                  <a:lnTo>
                    <a:pt x="546099" y="448229"/>
                  </a:lnTo>
                  <a:lnTo>
                    <a:pt x="549927" y="439596"/>
                  </a:lnTo>
                  <a:lnTo>
                    <a:pt x="561932" y="434679"/>
                  </a:lnTo>
                  <a:lnTo>
                    <a:pt x="562474" y="436099"/>
                  </a:lnTo>
                  <a:lnTo>
                    <a:pt x="563226" y="446916"/>
                  </a:lnTo>
                  <a:lnTo>
                    <a:pt x="567572" y="449805"/>
                  </a:lnTo>
                  <a:lnTo>
                    <a:pt x="575721" y="451128"/>
                  </a:lnTo>
                  <a:lnTo>
                    <a:pt x="578528" y="455740"/>
                  </a:lnTo>
                  <a:lnTo>
                    <a:pt x="580269" y="457028"/>
                  </a:lnTo>
                  <a:lnTo>
                    <a:pt x="607493" y="471408"/>
                  </a:lnTo>
                  <a:lnTo>
                    <a:pt x="613409" y="481462"/>
                  </a:lnTo>
                  <a:lnTo>
                    <a:pt x="614010" y="485061"/>
                  </a:lnTo>
                  <a:lnTo>
                    <a:pt x="615599" y="484333"/>
                  </a:lnTo>
                  <a:lnTo>
                    <a:pt x="618001" y="478973"/>
                  </a:lnTo>
                  <a:lnTo>
                    <a:pt x="624214" y="470058"/>
                  </a:lnTo>
                  <a:lnTo>
                    <a:pt x="624679" y="468922"/>
                  </a:lnTo>
                  <a:lnTo>
                    <a:pt x="629598" y="466692"/>
                  </a:lnTo>
                  <a:lnTo>
                    <a:pt x="630024" y="461948"/>
                  </a:lnTo>
                  <a:lnTo>
                    <a:pt x="630131" y="460744"/>
                  </a:lnTo>
                  <a:lnTo>
                    <a:pt x="627253" y="453223"/>
                  </a:lnTo>
                  <a:lnTo>
                    <a:pt x="629834" y="452911"/>
                  </a:lnTo>
                  <a:lnTo>
                    <a:pt x="631203" y="448764"/>
                  </a:lnTo>
                  <a:lnTo>
                    <a:pt x="630622" y="447358"/>
                  </a:lnTo>
                  <a:lnTo>
                    <a:pt x="627717" y="446554"/>
                  </a:lnTo>
                  <a:lnTo>
                    <a:pt x="630333" y="443568"/>
                  </a:lnTo>
                  <a:lnTo>
                    <a:pt x="634888" y="440597"/>
                  </a:lnTo>
                  <a:lnTo>
                    <a:pt x="638367" y="436080"/>
                  </a:lnTo>
                  <a:lnTo>
                    <a:pt x="642179" y="431093"/>
                  </a:lnTo>
                  <a:lnTo>
                    <a:pt x="648716" y="433353"/>
                  </a:lnTo>
                  <a:lnTo>
                    <a:pt x="649571" y="434586"/>
                  </a:lnTo>
                  <a:lnTo>
                    <a:pt x="652219" y="435466"/>
                  </a:lnTo>
                  <a:lnTo>
                    <a:pt x="654918" y="437232"/>
                  </a:lnTo>
                  <a:lnTo>
                    <a:pt x="656360" y="440938"/>
                  </a:lnTo>
                  <a:lnTo>
                    <a:pt x="656374" y="443488"/>
                  </a:lnTo>
                  <a:lnTo>
                    <a:pt x="658179" y="444698"/>
                  </a:lnTo>
                  <a:lnTo>
                    <a:pt x="658364" y="446359"/>
                  </a:lnTo>
                  <a:lnTo>
                    <a:pt x="660765" y="448501"/>
                  </a:lnTo>
                  <a:lnTo>
                    <a:pt x="666543" y="447643"/>
                  </a:lnTo>
                  <a:lnTo>
                    <a:pt x="668399" y="450088"/>
                  </a:lnTo>
                  <a:lnTo>
                    <a:pt x="671234" y="451449"/>
                  </a:lnTo>
                  <a:lnTo>
                    <a:pt x="672971" y="450717"/>
                  </a:lnTo>
                  <a:lnTo>
                    <a:pt x="676556" y="453702"/>
                  </a:lnTo>
                  <a:lnTo>
                    <a:pt x="677087" y="456327"/>
                  </a:lnTo>
                  <a:lnTo>
                    <a:pt x="678802" y="456264"/>
                  </a:lnTo>
                  <a:lnTo>
                    <a:pt x="679487" y="458046"/>
                  </a:lnTo>
                  <a:lnTo>
                    <a:pt x="682102" y="459909"/>
                  </a:lnTo>
                  <a:lnTo>
                    <a:pt x="692646" y="461643"/>
                  </a:lnTo>
                  <a:lnTo>
                    <a:pt x="697556" y="465362"/>
                  </a:lnTo>
                  <a:lnTo>
                    <a:pt x="707173" y="469836"/>
                  </a:lnTo>
                  <a:lnTo>
                    <a:pt x="706219" y="472333"/>
                  </a:lnTo>
                  <a:lnTo>
                    <a:pt x="710609" y="475966"/>
                  </a:lnTo>
                  <a:lnTo>
                    <a:pt x="716147" y="479376"/>
                  </a:lnTo>
                  <a:lnTo>
                    <a:pt x="720827" y="484615"/>
                  </a:lnTo>
                  <a:lnTo>
                    <a:pt x="727870" y="489084"/>
                  </a:lnTo>
                  <a:lnTo>
                    <a:pt x="732639" y="493654"/>
                  </a:lnTo>
                  <a:lnTo>
                    <a:pt x="736587" y="496904"/>
                  </a:lnTo>
                  <a:lnTo>
                    <a:pt x="740335" y="499971"/>
                  </a:lnTo>
                  <a:lnTo>
                    <a:pt x="747122" y="504439"/>
                  </a:lnTo>
                  <a:lnTo>
                    <a:pt x="751950" y="508720"/>
                  </a:lnTo>
                  <a:lnTo>
                    <a:pt x="751596" y="514814"/>
                  </a:lnTo>
                  <a:lnTo>
                    <a:pt x="759173" y="513412"/>
                  </a:lnTo>
                  <a:lnTo>
                    <a:pt x="760634" y="520604"/>
                  </a:lnTo>
                  <a:lnTo>
                    <a:pt x="760784" y="521347"/>
                  </a:lnTo>
                  <a:lnTo>
                    <a:pt x="767463" y="521610"/>
                  </a:lnTo>
                  <a:lnTo>
                    <a:pt x="767771" y="524020"/>
                  </a:lnTo>
                  <a:lnTo>
                    <a:pt x="771965" y="529485"/>
                  </a:lnTo>
                  <a:lnTo>
                    <a:pt x="777180" y="526410"/>
                  </a:lnTo>
                  <a:lnTo>
                    <a:pt x="780941" y="527821"/>
                  </a:lnTo>
                  <a:lnTo>
                    <a:pt x="789080" y="528777"/>
                  </a:lnTo>
                  <a:lnTo>
                    <a:pt x="791624" y="529600"/>
                  </a:lnTo>
                  <a:lnTo>
                    <a:pt x="798177" y="528118"/>
                  </a:lnTo>
                  <a:lnTo>
                    <a:pt x="800209" y="528503"/>
                  </a:lnTo>
                  <a:lnTo>
                    <a:pt x="804165" y="530256"/>
                  </a:lnTo>
                  <a:lnTo>
                    <a:pt x="808035" y="529712"/>
                  </a:lnTo>
                  <a:lnTo>
                    <a:pt x="810821" y="533244"/>
                  </a:lnTo>
                  <a:lnTo>
                    <a:pt x="812837" y="532898"/>
                  </a:lnTo>
                  <a:lnTo>
                    <a:pt x="815527" y="533044"/>
                  </a:lnTo>
                  <a:lnTo>
                    <a:pt x="818206" y="530691"/>
                  </a:lnTo>
                  <a:lnTo>
                    <a:pt x="822713" y="534543"/>
                  </a:lnTo>
                  <a:lnTo>
                    <a:pt x="824019" y="537720"/>
                  </a:lnTo>
                  <a:lnTo>
                    <a:pt x="824279" y="542201"/>
                  </a:lnTo>
                  <a:lnTo>
                    <a:pt x="823762" y="543312"/>
                  </a:lnTo>
                  <a:lnTo>
                    <a:pt x="824303" y="545233"/>
                  </a:lnTo>
                  <a:lnTo>
                    <a:pt x="824745" y="546802"/>
                  </a:lnTo>
                  <a:lnTo>
                    <a:pt x="826452" y="548179"/>
                  </a:lnTo>
                  <a:lnTo>
                    <a:pt x="828567" y="552997"/>
                  </a:lnTo>
                  <a:lnTo>
                    <a:pt x="830733" y="555506"/>
                  </a:lnTo>
                  <a:lnTo>
                    <a:pt x="832936" y="557479"/>
                  </a:lnTo>
                  <a:lnTo>
                    <a:pt x="835075" y="560938"/>
                  </a:lnTo>
                  <a:lnTo>
                    <a:pt x="836684" y="561920"/>
                  </a:lnTo>
                  <a:lnTo>
                    <a:pt x="836995" y="563636"/>
                  </a:lnTo>
                  <a:lnTo>
                    <a:pt x="836219" y="567813"/>
                  </a:lnTo>
                  <a:lnTo>
                    <a:pt x="836436" y="571877"/>
                  </a:lnTo>
                  <a:lnTo>
                    <a:pt x="836839" y="575639"/>
                  </a:lnTo>
                  <a:lnTo>
                    <a:pt x="836277" y="581150"/>
                  </a:lnTo>
                  <a:lnTo>
                    <a:pt x="834227" y="587702"/>
                  </a:lnTo>
                  <a:lnTo>
                    <a:pt x="832471" y="590207"/>
                  </a:lnTo>
                  <a:lnTo>
                    <a:pt x="833421" y="591678"/>
                  </a:lnTo>
                  <a:lnTo>
                    <a:pt x="832563" y="593228"/>
                  </a:lnTo>
                  <a:lnTo>
                    <a:pt x="830716" y="592331"/>
                  </a:lnTo>
                  <a:lnTo>
                    <a:pt x="828897" y="591688"/>
                  </a:lnTo>
                  <a:lnTo>
                    <a:pt x="828107" y="593029"/>
                  </a:lnTo>
                  <a:lnTo>
                    <a:pt x="827539" y="593150"/>
                  </a:lnTo>
                  <a:lnTo>
                    <a:pt x="825353" y="592357"/>
                  </a:lnTo>
                  <a:lnTo>
                    <a:pt x="823491" y="589315"/>
                  </a:lnTo>
                  <a:lnTo>
                    <a:pt x="822302" y="587572"/>
                  </a:lnTo>
                  <a:lnTo>
                    <a:pt x="821189" y="586078"/>
                  </a:lnTo>
                  <a:lnTo>
                    <a:pt x="819960" y="585626"/>
                  </a:lnTo>
                  <a:lnTo>
                    <a:pt x="819374" y="583529"/>
                  </a:lnTo>
                  <a:lnTo>
                    <a:pt x="818142" y="581864"/>
                  </a:lnTo>
                  <a:lnTo>
                    <a:pt x="816743" y="581162"/>
                  </a:lnTo>
                  <a:lnTo>
                    <a:pt x="815111" y="579741"/>
                  </a:lnTo>
                  <a:lnTo>
                    <a:pt x="814433" y="578670"/>
                  </a:lnTo>
                  <a:lnTo>
                    <a:pt x="812846" y="579150"/>
                  </a:lnTo>
                  <a:lnTo>
                    <a:pt x="813880" y="583082"/>
                  </a:lnTo>
                  <a:lnTo>
                    <a:pt x="815126" y="585688"/>
                  </a:lnTo>
                  <a:lnTo>
                    <a:pt x="814905" y="588460"/>
                  </a:lnTo>
                  <a:lnTo>
                    <a:pt x="815838" y="590436"/>
                  </a:lnTo>
                  <a:lnTo>
                    <a:pt x="817360" y="590715"/>
                  </a:lnTo>
                  <a:lnTo>
                    <a:pt x="817069" y="593490"/>
                  </a:lnTo>
                  <a:lnTo>
                    <a:pt x="815569" y="594608"/>
                  </a:lnTo>
                  <a:lnTo>
                    <a:pt x="812506" y="594255"/>
                  </a:lnTo>
                  <a:lnTo>
                    <a:pt x="810575" y="593520"/>
                  </a:lnTo>
                  <a:lnTo>
                    <a:pt x="808270" y="594608"/>
                  </a:lnTo>
                  <a:lnTo>
                    <a:pt x="807371" y="594283"/>
                  </a:lnTo>
                  <a:lnTo>
                    <a:pt x="806922" y="592730"/>
                  </a:lnTo>
                  <a:lnTo>
                    <a:pt x="806644" y="591768"/>
                  </a:lnTo>
                  <a:lnTo>
                    <a:pt x="805157" y="590947"/>
                  </a:lnTo>
                  <a:lnTo>
                    <a:pt x="805416" y="588177"/>
                  </a:lnTo>
                  <a:lnTo>
                    <a:pt x="804716" y="587601"/>
                  </a:lnTo>
                  <a:lnTo>
                    <a:pt x="802751" y="587978"/>
                  </a:lnTo>
                  <a:lnTo>
                    <a:pt x="801150" y="588283"/>
                  </a:lnTo>
                  <a:lnTo>
                    <a:pt x="798072" y="586310"/>
                  </a:lnTo>
                  <a:lnTo>
                    <a:pt x="795634" y="582993"/>
                  </a:lnTo>
                  <a:lnTo>
                    <a:pt x="793356" y="577571"/>
                  </a:lnTo>
                  <a:lnTo>
                    <a:pt x="792917" y="576019"/>
                  </a:lnTo>
                  <a:lnTo>
                    <a:pt x="789339" y="575683"/>
                  </a:lnTo>
                  <a:lnTo>
                    <a:pt x="785231" y="575060"/>
                  </a:lnTo>
                  <a:lnTo>
                    <a:pt x="783035" y="574254"/>
                  </a:lnTo>
                  <a:lnTo>
                    <a:pt x="781820" y="572549"/>
                  </a:lnTo>
                  <a:lnTo>
                    <a:pt x="780050" y="570062"/>
                  </a:lnTo>
                  <a:lnTo>
                    <a:pt x="778048" y="568031"/>
                  </a:lnTo>
                  <a:lnTo>
                    <a:pt x="780090" y="564632"/>
                  </a:lnTo>
                  <a:lnTo>
                    <a:pt x="780296" y="561392"/>
                  </a:lnTo>
                  <a:lnTo>
                    <a:pt x="777245" y="560664"/>
                  </a:lnTo>
                  <a:lnTo>
                    <a:pt x="774750" y="561569"/>
                  </a:lnTo>
                  <a:lnTo>
                    <a:pt x="775137" y="564984"/>
                  </a:lnTo>
                  <a:lnTo>
                    <a:pt x="773028" y="564648"/>
                  </a:lnTo>
                  <a:lnTo>
                    <a:pt x="770476" y="562039"/>
                  </a:lnTo>
                  <a:lnTo>
                    <a:pt x="767541" y="557986"/>
                  </a:lnTo>
                  <a:lnTo>
                    <a:pt x="766139" y="560837"/>
                  </a:lnTo>
                  <a:lnTo>
                    <a:pt x="762020" y="558315"/>
                  </a:lnTo>
                  <a:lnTo>
                    <a:pt x="759913" y="554102"/>
                  </a:lnTo>
                  <a:lnTo>
                    <a:pt x="756812" y="554495"/>
                  </a:lnTo>
                  <a:lnTo>
                    <a:pt x="756053" y="554778"/>
                  </a:lnTo>
                  <a:lnTo>
                    <a:pt x="754524" y="554212"/>
                  </a:lnTo>
                  <a:lnTo>
                    <a:pt x="753245" y="553329"/>
                  </a:lnTo>
                  <a:lnTo>
                    <a:pt x="751410" y="553213"/>
                  </a:lnTo>
                  <a:lnTo>
                    <a:pt x="750265" y="552990"/>
                  </a:lnTo>
                  <a:lnTo>
                    <a:pt x="750002" y="552356"/>
                  </a:lnTo>
                  <a:lnTo>
                    <a:pt x="749988" y="551771"/>
                  </a:lnTo>
                  <a:lnTo>
                    <a:pt x="750344" y="547617"/>
                  </a:lnTo>
                  <a:lnTo>
                    <a:pt x="751764" y="546064"/>
                  </a:lnTo>
                  <a:lnTo>
                    <a:pt x="754176" y="545383"/>
                  </a:lnTo>
                  <a:lnTo>
                    <a:pt x="757475" y="543178"/>
                  </a:lnTo>
                  <a:lnTo>
                    <a:pt x="758411" y="539475"/>
                  </a:lnTo>
                  <a:lnTo>
                    <a:pt x="759457" y="537272"/>
                  </a:lnTo>
                  <a:lnTo>
                    <a:pt x="756448" y="535044"/>
                  </a:lnTo>
                  <a:lnTo>
                    <a:pt x="755003" y="532573"/>
                  </a:lnTo>
                  <a:lnTo>
                    <a:pt x="754729" y="532124"/>
                  </a:lnTo>
                  <a:lnTo>
                    <a:pt x="753713" y="530452"/>
                  </a:lnTo>
                  <a:lnTo>
                    <a:pt x="746918" y="528744"/>
                  </a:lnTo>
                  <a:lnTo>
                    <a:pt x="742351" y="524129"/>
                  </a:lnTo>
                  <a:lnTo>
                    <a:pt x="740413" y="522306"/>
                  </a:lnTo>
                  <a:lnTo>
                    <a:pt x="734981" y="522927"/>
                  </a:lnTo>
                  <a:lnTo>
                    <a:pt x="732269" y="521683"/>
                  </a:lnTo>
                  <a:lnTo>
                    <a:pt x="731095" y="523394"/>
                  </a:lnTo>
                  <a:lnTo>
                    <a:pt x="727208" y="522864"/>
                  </a:lnTo>
                  <a:lnTo>
                    <a:pt x="724112" y="520183"/>
                  </a:lnTo>
                  <a:lnTo>
                    <a:pt x="724198" y="517083"/>
                  </a:lnTo>
                  <a:lnTo>
                    <a:pt x="723475" y="514303"/>
                  </a:lnTo>
                  <a:lnTo>
                    <a:pt x="720760" y="510402"/>
                  </a:lnTo>
                  <a:lnTo>
                    <a:pt x="719673" y="508084"/>
                  </a:lnTo>
                  <a:lnTo>
                    <a:pt x="716713" y="507051"/>
                  </a:lnTo>
                  <a:lnTo>
                    <a:pt x="714747" y="505666"/>
                  </a:lnTo>
                  <a:lnTo>
                    <a:pt x="713692" y="501813"/>
                  </a:lnTo>
                  <a:lnTo>
                    <a:pt x="711525" y="499259"/>
                  </a:lnTo>
                  <a:lnTo>
                    <a:pt x="711333" y="499031"/>
                  </a:lnTo>
                  <a:lnTo>
                    <a:pt x="705847" y="494467"/>
                  </a:lnTo>
                  <a:lnTo>
                    <a:pt x="699520" y="491076"/>
                  </a:lnTo>
                  <a:lnTo>
                    <a:pt x="697413" y="487612"/>
                  </a:lnTo>
                  <a:lnTo>
                    <a:pt x="695201" y="486286"/>
                  </a:lnTo>
                  <a:lnTo>
                    <a:pt x="693406" y="487156"/>
                  </a:lnTo>
                  <a:lnTo>
                    <a:pt x="690284" y="487949"/>
                  </a:lnTo>
                  <a:lnTo>
                    <a:pt x="688124" y="487972"/>
                  </a:lnTo>
                  <a:lnTo>
                    <a:pt x="684330" y="488623"/>
                  </a:lnTo>
                  <a:lnTo>
                    <a:pt x="679488" y="483690"/>
                  </a:lnTo>
                  <a:lnTo>
                    <a:pt x="674555" y="482578"/>
                  </a:lnTo>
                  <a:lnTo>
                    <a:pt x="672046" y="483932"/>
                  </a:lnTo>
                  <a:lnTo>
                    <a:pt x="671218" y="484377"/>
                  </a:lnTo>
                  <a:lnTo>
                    <a:pt x="673178" y="487195"/>
                  </a:lnTo>
                  <a:lnTo>
                    <a:pt x="674631" y="489729"/>
                  </a:lnTo>
                  <a:lnTo>
                    <a:pt x="673816" y="490879"/>
                  </a:lnTo>
                  <a:lnTo>
                    <a:pt x="675593" y="494619"/>
                  </a:lnTo>
                  <a:lnTo>
                    <a:pt x="672080" y="494304"/>
                  </a:lnTo>
                  <a:lnTo>
                    <a:pt x="670340" y="494736"/>
                  </a:lnTo>
                  <a:lnTo>
                    <a:pt x="666619" y="491435"/>
                  </a:lnTo>
                  <a:lnTo>
                    <a:pt x="665809" y="491960"/>
                  </a:lnTo>
                  <a:lnTo>
                    <a:pt x="663988" y="493138"/>
                  </a:lnTo>
                  <a:lnTo>
                    <a:pt x="661877" y="494281"/>
                  </a:lnTo>
                  <a:lnTo>
                    <a:pt x="659099" y="491910"/>
                  </a:lnTo>
                  <a:lnTo>
                    <a:pt x="655394" y="494181"/>
                  </a:lnTo>
                  <a:lnTo>
                    <a:pt x="652828" y="495268"/>
                  </a:lnTo>
                  <a:lnTo>
                    <a:pt x="651952" y="497436"/>
                  </a:lnTo>
                  <a:lnTo>
                    <a:pt x="649171" y="499900"/>
                  </a:lnTo>
                  <a:lnTo>
                    <a:pt x="645775" y="501833"/>
                  </a:lnTo>
                  <a:lnTo>
                    <a:pt x="643295" y="502115"/>
                  </a:lnTo>
                  <a:lnTo>
                    <a:pt x="643219" y="504008"/>
                  </a:lnTo>
                  <a:lnTo>
                    <a:pt x="643908" y="505315"/>
                  </a:lnTo>
                  <a:lnTo>
                    <a:pt x="643824" y="506661"/>
                  </a:lnTo>
                  <a:lnTo>
                    <a:pt x="641505" y="507498"/>
                  </a:lnTo>
                  <a:lnTo>
                    <a:pt x="640345" y="505350"/>
                  </a:lnTo>
                  <a:lnTo>
                    <a:pt x="636746" y="504694"/>
                  </a:lnTo>
                  <a:lnTo>
                    <a:pt x="634795" y="502862"/>
                  </a:lnTo>
                  <a:lnTo>
                    <a:pt x="632721" y="502042"/>
                  </a:lnTo>
                  <a:lnTo>
                    <a:pt x="630900" y="503060"/>
                  </a:lnTo>
                  <a:lnTo>
                    <a:pt x="626690" y="502002"/>
                  </a:lnTo>
                  <a:lnTo>
                    <a:pt x="623680" y="501268"/>
                  </a:lnTo>
                  <a:lnTo>
                    <a:pt x="617819" y="498902"/>
                  </a:lnTo>
                  <a:lnTo>
                    <a:pt x="615736" y="498710"/>
                  </a:lnTo>
                  <a:lnTo>
                    <a:pt x="614448" y="496888"/>
                  </a:lnTo>
                  <a:lnTo>
                    <a:pt x="609983" y="494479"/>
                  </a:lnTo>
                  <a:lnTo>
                    <a:pt x="607027" y="493050"/>
                  </a:lnTo>
                  <a:lnTo>
                    <a:pt x="606909" y="492313"/>
                  </a:lnTo>
                  <a:lnTo>
                    <a:pt x="606668" y="490810"/>
                  </a:lnTo>
                  <a:lnTo>
                    <a:pt x="605492" y="489231"/>
                  </a:lnTo>
                  <a:lnTo>
                    <a:pt x="602101" y="487081"/>
                  </a:lnTo>
                  <a:lnTo>
                    <a:pt x="597759" y="485081"/>
                  </a:lnTo>
                  <a:lnTo>
                    <a:pt x="594471" y="484500"/>
                  </a:lnTo>
                  <a:lnTo>
                    <a:pt x="587852" y="483961"/>
                  </a:lnTo>
                  <a:lnTo>
                    <a:pt x="583246" y="481872"/>
                  </a:lnTo>
                  <a:lnTo>
                    <a:pt x="580377" y="480991"/>
                  </a:lnTo>
                  <a:lnTo>
                    <a:pt x="576722" y="480435"/>
                  </a:lnTo>
                  <a:lnTo>
                    <a:pt x="571929" y="479710"/>
                  </a:lnTo>
                  <a:lnTo>
                    <a:pt x="568289" y="478952"/>
                  </a:lnTo>
                  <a:lnTo>
                    <a:pt x="562845" y="477004"/>
                  </a:lnTo>
                  <a:lnTo>
                    <a:pt x="557011" y="474855"/>
                  </a:lnTo>
                  <a:lnTo>
                    <a:pt x="558424" y="470718"/>
                  </a:lnTo>
                  <a:lnTo>
                    <a:pt x="561380" y="468820"/>
                  </a:lnTo>
                  <a:lnTo>
                    <a:pt x="560440" y="465997"/>
                  </a:lnTo>
                  <a:lnTo>
                    <a:pt x="558541" y="461278"/>
                  </a:lnTo>
                  <a:lnTo>
                    <a:pt x="554964" y="461922"/>
                  </a:lnTo>
                  <a:lnTo>
                    <a:pt x="553453" y="463910"/>
                  </a:lnTo>
                  <a:lnTo>
                    <a:pt x="549794" y="467324"/>
                  </a:lnTo>
                  <a:lnTo>
                    <a:pt x="548102" y="468846"/>
                  </a:lnTo>
                  <a:lnTo>
                    <a:pt x="547366" y="471366"/>
                  </a:lnTo>
                  <a:lnTo>
                    <a:pt x="543752" y="471992"/>
                  </a:lnTo>
                  <a:lnTo>
                    <a:pt x="535599" y="473255"/>
                  </a:lnTo>
                  <a:lnTo>
                    <a:pt x="532648" y="473102"/>
                  </a:lnTo>
                  <a:lnTo>
                    <a:pt x="527099" y="471928"/>
                  </a:lnTo>
                  <a:lnTo>
                    <a:pt x="521581" y="470981"/>
                  </a:lnTo>
                  <a:lnTo>
                    <a:pt x="519029" y="469175"/>
                  </a:lnTo>
                  <a:lnTo>
                    <a:pt x="516338" y="468261"/>
                  </a:lnTo>
                  <a:lnTo>
                    <a:pt x="513467" y="469134"/>
                  </a:lnTo>
                  <a:lnTo>
                    <a:pt x="509312" y="468133"/>
                  </a:lnTo>
                  <a:lnTo>
                    <a:pt x="506087" y="468438"/>
                  </a:lnTo>
                  <a:lnTo>
                    <a:pt x="498122" y="468559"/>
                  </a:lnTo>
                  <a:lnTo>
                    <a:pt x="491376" y="469423"/>
                  </a:lnTo>
                  <a:lnTo>
                    <a:pt x="488078" y="470541"/>
                  </a:lnTo>
                  <a:lnTo>
                    <a:pt x="485060" y="472412"/>
                  </a:lnTo>
                  <a:lnTo>
                    <a:pt x="481106" y="473982"/>
                  </a:lnTo>
                  <a:lnTo>
                    <a:pt x="474056" y="476920"/>
                  </a:lnTo>
                  <a:lnTo>
                    <a:pt x="471121" y="478974"/>
                  </a:lnTo>
                  <a:lnTo>
                    <a:pt x="469018" y="480681"/>
                  </a:lnTo>
                  <a:lnTo>
                    <a:pt x="466500" y="480086"/>
                  </a:lnTo>
                  <a:lnTo>
                    <a:pt x="465241" y="479072"/>
                  </a:lnTo>
                  <a:lnTo>
                    <a:pt x="463459" y="476867"/>
                  </a:lnTo>
                  <a:lnTo>
                    <a:pt x="461708" y="476484"/>
                  </a:lnTo>
                  <a:lnTo>
                    <a:pt x="458660" y="478485"/>
                  </a:lnTo>
                  <a:lnTo>
                    <a:pt x="456431" y="476404"/>
                  </a:lnTo>
                  <a:lnTo>
                    <a:pt x="453550" y="475720"/>
                  </a:lnTo>
                  <a:lnTo>
                    <a:pt x="451244" y="475075"/>
                  </a:lnTo>
                  <a:lnTo>
                    <a:pt x="445409" y="475452"/>
                  </a:lnTo>
                  <a:lnTo>
                    <a:pt x="444233" y="472949"/>
                  </a:lnTo>
                  <a:lnTo>
                    <a:pt x="441245" y="472202"/>
                  </a:lnTo>
                  <a:lnTo>
                    <a:pt x="440509" y="473494"/>
                  </a:lnTo>
                  <a:lnTo>
                    <a:pt x="437956" y="473408"/>
                  </a:lnTo>
                  <a:lnTo>
                    <a:pt x="435004" y="472195"/>
                  </a:lnTo>
                  <a:lnTo>
                    <a:pt x="432673" y="474366"/>
                  </a:lnTo>
                  <a:lnTo>
                    <a:pt x="430211" y="475715"/>
                  </a:lnTo>
                  <a:lnTo>
                    <a:pt x="425841" y="474494"/>
                  </a:lnTo>
                  <a:lnTo>
                    <a:pt x="422291" y="473591"/>
                  </a:lnTo>
                  <a:lnTo>
                    <a:pt x="420469" y="475056"/>
                  </a:lnTo>
                  <a:lnTo>
                    <a:pt x="418399" y="476308"/>
                  </a:lnTo>
                  <a:lnTo>
                    <a:pt x="417762" y="476893"/>
                  </a:lnTo>
                  <a:lnTo>
                    <a:pt x="414589" y="478140"/>
                  </a:lnTo>
                  <a:lnTo>
                    <a:pt x="412889" y="480035"/>
                  </a:lnTo>
                  <a:lnTo>
                    <a:pt x="410980" y="482961"/>
                  </a:lnTo>
                  <a:lnTo>
                    <a:pt x="410080" y="483077"/>
                  </a:lnTo>
                  <a:lnTo>
                    <a:pt x="408871" y="481640"/>
                  </a:lnTo>
                  <a:lnTo>
                    <a:pt x="404221" y="482127"/>
                  </a:lnTo>
                  <a:lnTo>
                    <a:pt x="403091" y="484736"/>
                  </a:lnTo>
                  <a:lnTo>
                    <a:pt x="400571" y="488472"/>
                  </a:lnTo>
                  <a:lnTo>
                    <a:pt x="398802" y="491795"/>
                  </a:lnTo>
                  <a:lnTo>
                    <a:pt x="397142" y="496405"/>
                  </a:lnTo>
                  <a:lnTo>
                    <a:pt x="398361" y="498662"/>
                  </a:lnTo>
                  <a:lnTo>
                    <a:pt x="396105" y="499510"/>
                  </a:lnTo>
                  <a:lnTo>
                    <a:pt x="396134" y="501701"/>
                  </a:lnTo>
                  <a:lnTo>
                    <a:pt x="398006" y="502656"/>
                  </a:lnTo>
                  <a:lnTo>
                    <a:pt x="395896" y="504760"/>
                  </a:lnTo>
                  <a:lnTo>
                    <a:pt x="393241" y="506429"/>
                  </a:lnTo>
                  <a:lnTo>
                    <a:pt x="390951" y="507914"/>
                  </a:lnTo>
                  <a:lnTo>
                    <a:pt x="388902" y="509819"/>
                  </a:lnTo>
                  <a:lnTo>
                    <a:pt x="387638" y="509146"/>
                  </a:lnTo>
                  <a:lnTo>
                    <a:pt x="387529" y="506693"/>
                  </a:lnTo>
                  <a:lnTo>
                    <a:pt x="388450" y="504895"/>
                  </a:lnTo>
                  <a:lnTo>
                    <a:pt x="385622" y="501403"/>
                  </a:lnTo>
                  <a:lnTo>
                    <a:pt x="382686" y="502294"/>
                  </a:lnTo>
                  <a:lnTo>
                    <a:pt x="379685" y="503832"/>
                  </a:lnTo>
                  <a:lnTo>
                    <a:pt x="380026" y="501724"/>
                  </a:lnTo>
                  <a:lnTo>
                    <a:pt x="377635" y="499523"/>
                  </a:lnTo>
                  <a:lnTo>
                    <a:pt x="376266" y="502386"/>
                  </a:lnTo>
                  <a:lnTo>
                    <a:pt x="374998" y="504579"/>
                  </a:lnTo>
                  <a:lnTo>
                    <a:pt x="371923" y="506094"/>
                  </a:lnTo>
                  <a:lnTo>
                    <a:pt x="371556" y="505802"/>
                  </a:lnTo>
                  <a:lnTo>
                    <a:pt x="370563" y="505008"/>
                  </a:lnTo>
                  <a:lnTo>
                    <a:pt x="368183" y="505079"/>
                  </a:lnTo>
                  <a:lnTo>
                    <a:pt x="367193" y="506579"/>
                  </a:lnTo>
                  <a:lnTo>
                    <a:pt x="365378" y="505569"/>
                  </a:lnTo>
                  <a:lnTo>
                    <a:pt x="363389" y="506457"/>
                  </a:lnTo>
                  <a:lnTo>
                    <a:pt x="361391" y="505595"/>
                  </a:lnTo>
                  <a:lnTo>
                    <a:pt x="359585" y="507302"/>
                  </a:lnTo>
                  <a:lnTo>
                    <a:pt x="359051" y="510486"/>
                  </a:lnTo>
                  <a:lnTo>
                    <a:pt x="357114" y="512507"/>
                  </a:lnTo>
                  <a:lnTo>
                    <a:pt x="354628" y="509804"/>
                  </a:lnTo>
                  <a:lnTo>
                    <a:pt x="352912" y="512483"/>
                  </a:lnTo>
                  <a:lnTo>
                    <a:pt x="352833" y="515025"/>
                  </a:lnTo>
                  <a:lnTo>
                    <a:pt x="354879" y="515909"/>
                  </a:lnTo>
                  <a:lnTo>
                    <a:pt x="354908" y="518872"/>
                  </a:lnTo>
                  <a:lnTo>
                    <a:pt x="352649" y="517989"/>
                  </a:lnTo>
                  <a:lnTo>
                    <a:pt x="350641" y="519614"/>
                  </a:lnTo>
                  <a:lnTo>
                    <a:pt x="350841" y="522784"/>
                  </a:lnTo>
                  <a:lnTo>
                    <a:pt x="348366" y="520256"/>
                  </a:lnTo>
                  <a:lnTo>
                    <a:pt x="346828" y="520955"/>
                  </a:lnTo>
                  <a:lnTo>
                    <a:pt x="345525" y="524010"/>
                  </a:lnTo>
                  <a:lnTo>
                    <a:pt x="343287" y="527797"/>
                  </a:lnTo>
                  <a:lnTo>
                    <a:pt x="340819" y="532365"/>
                  </a:lnTo>
                  <a:lnTo>
                    <a:pt x="340769" y="534321"/>
                  </a:lnTo>
                  <a:lnTo>
                    <a:pt x="339637" y="535665"/>
                  </a:lnTo>
                  <a:lnTo>
                    <a:pt x="339479" y="538362"/>
                  </a:lnTo>
                  <a:lnTo>
                    <a:pt x="338522" y="538452"/>
                  </a:lnTo>
                  <a:lnTo>
                    <a:pt x="336977" y="535056"/>
                  </a:lnTo>
                  <a:lnTo>
                    <a:pt x="336297" y="533583"/>
                  </a:lnTo>
                  <a:lnTo>
                    <a:pt x="334638" y="534358"/>
                  </a:lnTo>
                  <a:lnTo>
                    <a:pt x="334439" y="537115"/>
                  </a:lnTo>
                  <a:lnTo>
                    <a:pt x="333476" y="541010"/>
                  </a:lnTo>
                  <a:lnTo>
                    <a:pt x="332699" y="541748"/>
                  </a:lnTo>
                  <a:lnTo>
                    <a:pt x="330303" y="540332"/>
                  </a:lnTo>
                  <a:lnTo>
                    <a:pt x="328566" y="541781"/>
                  </a:lnTo>
                  <a:lnTo>
                    <a:pt x="329342" y="543386"/>
                  </a:lnTo>
                  <a:lnTo>
                    <a:pt x="328419" y="545137"/>
                  </a:lnTo>
                  <a:lnTo>
                    <a:pt x="327226" y="545734"/>
                  </a:lnTo>
                  <a:lnTo>
                    <a:pt x="324664" y="546779"/>
                  </a:lnTo>
                  <a:lnTo>
                    <a:pt x="321172" y="546859"/>
                  </a:lnTo>
                  <a:lnTo>
                    <a:pt x="320011" y="546899"/>
                  </a:lnTo>
                  <a:lnTo>
                    <a:pt x="317142" y="546373"/>
                  </a:lnTo>
                  <a:lnTo>
                    <a:pt x="318610" y="551112"/>
                  </a:lnTo>
                  <a:lnTo>
                    <a:pt x="314019" y="553886"/>
                  </a:lnTo>
                  <a:lnTo>
                    <a:pt x="309512" y="551997"/>
                  </a:lnTo>
                  <a:lnTo>
                    <a:pt x="307784" y="548386"/>
                  </a:lnTo>
                  <a:lnTo>
                    <a:pt x="306025" y="546261"/>
                  </a:lnTo>
                  <a:lnTo>
                    <a:pt x="306075" y="543192"/>
                  </a:lnTo>
                  <a:lnTo>
                    <a:pt x="307242" y="539518"/>
                  </a:lnTo>
                  <a:lnTo>
                    <a:pt x="309989" y="536956"/>
                  </a:lnTo>
                  <a:lnTo>
                    <a:pt x="314427" y="533779"/>
                  </a:lnTo>
                  <a:lnTo>
                    <a:pt x="318086" y="530962"/>
                  </a:lnTo>
                  <a:lnTo>
                    <a:pt x="320296" y="527993"/>
                  </a:lnTo>
                  <a:lnTo>
                    <a:pt x="317961" y="525258"/>
                  </a:lnTo>
                  <a:lnTo>
                    <a:pt x="315081" y="527924"/>
                  </a:lnTo>
                  <a:lnTo>
                    <a:pt x="311010" y="528557"/>
                  </a:lnTo>
                  <a:lnTo>
                    <a:pt x="308599" y="527078"/>
                  </a:lnTo>
                  <a:lnTo>
                    <a:pt x="305540" y="523666"/>
                  </a:lnTo>
                  <a:lnTo>
                    <a:pt x="306266" y="520096"/>
                  </a:lnTo>
                  <a:lnTo>
                    <a:pt x="307001" y="516607"/>
                  </a:lnTo>
                  <a:lnTo>
                    <a:pt x="307286" y="512325"/>
                  </a:lnTo>
                  <a:lnTo>
                    <a:pt x="309059" y="507917"/>
                  </a:lnTo>
                  <a:lnTo>
                    <a:pt x="312211" y="502235"/>
                  </a:lnTo>
                  <a:lnTo>
                    <a:pt x="312527" y="498308"/>
                  </a:lnTo>
                  <a:lnTo>
                    <a:pt x="312385" y="494831"/>
                  </a:lnTo>
                  <a:lnTo>
                    <a:pt x="313545" y="493990"/>
                  </a:lnTo>
                  <a:lnTo>
                    <a:pt x="313391" y="488986"/>
                  </a:lnTo>
                  <a:lnTo>
                    <a:pt x="312566" y="486088"/>
                  </a:lnTo>
                  <a:lnTo>
                    <a:pt x="311173" y="482899"/>
                  </a:lnTo>
                  <a:lnTo>
                    <a:pt x="309503" y="479607"/>
                  </a:lnTo>
                  <a:lnTo>
                    <a:pt x="310179" y="478470"/>
                  </a:lnTo>
                  <a:lnTo>
                    <a:pt x="312182" y="476512"/>
                  </a:lnTo>
                  <a:lnTo>
                    <a:pt x="316107" y="475129"/>
                  </a:lnTo>
                  <a:lnTo>
                    <a:pt x="319091" y="471651"/>
                  </a:lnTo>
                  <a:lnTo>
                    <a:pt x="322403" y="467242"/>
                  </a:lnTo>
                  <a:lnTo>
                    <a:pt x="326072" y="463436"/>
                  </a:lnTo>
                  <a:lnTo>
                    <a:pt x="327906" y="461843"/>
                  </a:lnTo>
                  <a:lnTo>
                    <a:pt x="329192" y="462197"/>
                  </a:lnTo>
                  <a:lnTo>
                    <a:pt x="332957" y="467278"/>
                  </a:lnTo>
                  <a:lnTo>
                    <a:pt x="334741" y="467499"/>
                  </a:lnTo>
                  <a:lnTo>
                    <a:pt x="337317" y="467602"/>
                  </a:lnTo>
                  <a:lnTo>
                    <a:pt x="338630" y="464564"/>
                  </a:lnTo>
                  <a:lnTo>
                    <a:pt x="339382" y="463175"/>
                  </a:lnTo>
                  <a:lnTo>
                    <a:pt x="341271" y="461294"/>
                  </a:lnTo>
                  <a:lnTo>
                    <a:pt x="341832" y="460734"/>
                  </a:lnTo>
                  <a:lnTo>
                    <a:pt x="339091" y="458190"/>
                  </a:lnTo>
                  <a:lnTo>
                    <a:pt x="335208" y="455945"/>
                  </a:lnTo>
                  <a:lnTo>
                    <a:pt x="333913" y="455576"/>
                  </a:lnTo>
                  <a:lnTo>
                    <a:pt x="330054" y="457291"/>
                  </a:lnTo>
                  <a:lnTo>
                    <a:pt x="330572" y="455581"/>
                  </a:lnTo>
                  <a:lnTo>
                    <a:pt x="330527" y="454175"/>
                  </a:lnTo>
                  <a:lnTo>
                    <a:pt x="330429" y="451121"/>
                  </a:lnTo>
                  <a:lnTo>
                    <a:pt x="326123" y="452446"/>
                  </a:lnTo>
                  <a:lnTo>
                    <a:pt x="323757" y="451695"/>
                  </a:lnTo>
                  <a:lnTo>
                    <a:pt x="320908" y="452307"/>
                  </a:lnTo>
                  <a:lnTo>
                    <a:pt x="318191" y="454448"/>
                  </a:lnTo>
                  <a:lnTo>
                    <a:pt x="316060" y="455599"/>
                  </a:lnTo>
                  <a:lnTo>
                    <a:pt x="315459" y="456419"/>
                  </a:lnTo>
                  <a:lnTo>
                    <a:pt x="314181" y="458157"/>
                  </a:lnTo>
                  <a:lnTo>
                    <a:pt x="313153" y="461877"/>
                  </a:lnTo>
                  <a:lnTo>
                    <a:pt x="312468" y="463693"/>
                  </a:lnTo>
                  <a:lnTo>
                    <a:pt x="310781" y="464232"/>
                  </a:lnTo>
                  <a:lnTo>
                    <a:pt x="309010" y="465867"/>
                  </a:lnTo>
                  <a:lnTo>
                    <a:pt x="306361" y="466196"/>
                  </a:lnTo>
                  <a:lnTo>
                    <a:pt x="304203" y="468586"/>
                  </a:lnTo>
                  <a:lnTo>
                    <a:pt x="302110" y="471703"/>
                  </a:lnTo>
                  <a:lnTo>
                    <a:pt x="300784" y="474217"/>
                  </a:lnTo>
                  <a:lnTo>
                    <a:pt x="301488" y="476118"/>
                  </a:lnTo>
                  <a:lnTo>
                    <a:pt x="303417" y="479463"/>
                  </a:lnTo>
                  <a:lnTo>
                    <a:pt x="303285" y="480495"/>
                  </a:lnTo>
                  <a:lnTo>
                    <a:pt x="299532" y="480476"/>
                  </a:lnTo>
                  <a:lnTo>
                    <a:pt x="296991" y="483638"/>
                  </a:lnTo>
                  <a:lnTo>
                    <a:pt x="295464" y="487624"/>
                  </a:lnTo>
                  <a:lnTo>
                    <a:pt x="293120" y="489782"/>
                  </a:lnTo>
                  <a:lnTo>
                    <a:pt x="292036" y="492907"/>
                  </a:lnTo>
                  <a:lnTo>
                    <a:pt x="292956" y="495524"/>
                  </a:lnTo>
                  <a:lnTo>
                    <a:pt x="294457" y="496276"/>
                  </a:lnTo>
                  <a:lnTo>
                    <a:pt x="291789" y="498844"/>
                  </a:lnTo>
                  <a:lnTo>
                    <a:pt x="291387" y="501561"/>
                  </a:lnTo>
                  <a:lnTo>
                    <a:pt x="288983" y="503994"/>
                  </a:lnTo>
                  <a:lnTo>
                    <a:pt x="288444" y="505685"/>
                  </a:lnTo>
                  <a:lnTo>
                    <a:pt x="288559" y="507360"/>
                  </a:lnTo>
                  <a:lnTo>
                    <a:pt x="289448" y="509843"/>
                  </a:lnTo>
                  <a:lnTo>
                    <a:pt x="289279" y="512886"/>
                  </a:lnTo>
                  <a:lnTo>
                    <a:pt x="287539" y="516802"/>
                  </a:lnTo>
                  <a:lnTo>
                    <a:pt x="287346" y="519030"/>
                  </a:lnTo>
                  <a:lnTo>
                    <a:pt x="284248" y="521494"/>
                  </a:lnTo>
                  <a:lnTo>
                    <a:pt x="281995" y="521462"/>
                  </a:lnTo>
                  <a:lnTo>
                    <a:pt x="281384" y="523881"/>
                  </a:lnTo>
                  <a:lnTo>
                    <a:pt x="281641" y="527522"/>
                  </a:lnTo>
                  <a:lnTo>
                    <a:pt x="281211" y="530322"/>
                  </a:lnTo>
                  <a:lnTo>
                    <a:pt x="279231" y="532269"/>
                  </a:lnTo>
                  <a:lnTo>
                    <a:pt x="277557" y="533472"/>
                  </a:lnTo>
                  <a:lnTo>
                    <a:pt x="276144" y="533942"/>
                  </a:lnTo>
                  <a:lnTo>
                    <a:pt x="273977" y="533694"/>
                  </a:lnTo>
                  <a:lnTo>
                    <a:pt x="271211" y="534278"/>
                  </a:lnTo>
                  <a:lnTo>
                    <a:pt x="271148" y="535817"/>
                  </a:lnTo>
                  <a:lnTo>
                    <a:pt x="270830" y="537746"/>
                  </a:lnTo>
                  <a:lnTo>
                    <a:pt x="268589" y="538131"/>
                  </a:lnTo>
                  <a:lnTo>
                    <a:pt x="267021" y="538733"/>
                  </a:lnTo>
                  <a:lnTo>
                    <a:pt x="268722" y="542237"/>
                  </a:lnTo>
                  <a:lnTo>
                    <a:pt x="267868" y="543894"/>
                  </a:lnTo>
                  <a:lnTo>
                    <a:pt x="265463" y="544402"/>
                  </a:lnTo>
                  <a:lnTo>
                    <a:pt x="264217" y="545402"/>
                  </a:lnTo>
                  <a:lnTo>
                    <a:pt x="262765" y="546498"/>
                  </a:lnTo>
                  <a:lnTo>
                    <a:pt x="262350" y="549202"/>
                  </a:lnTo>
                  <a:lnTo>
                    <a:pt x="260584" y="551199"/>
                  </a:lnTo>
                  <a:lnTo>
                    <a:pt x="260521" y="554483"/>
                  </a:lnTo>
                  <a:lnTo>
                    <a:pt x="260050" y="556566"/>
                  </a:lnTo>
                  <a:lnTo>
                    <a:pt x="260114" y="558833"/>
                  </a:lnTo>
                  <a:lnTo>
                    <a:pt x="262857" y="560916"/>
                  </a:lnTo>
                  <a:lnTo>
                    <a:pt x="265694" y="561061"/>
                  </a:lnTo>
                  <a:lnTo>
                    <a:pt x="268619" y="560351"/>
                  </a:lnTo>
                  <a:lnTo>
                    <a:pt x="270706" y="560009"/>
                  </a:lnTo>
                  <a:lnTo>
                    <a:pt x="273198" y="563145"/>
                  </a:lnTo>
                  <a:lnTo>
                    <a:pt x="275718" y="563093"/>
                  </a:lnTo>
                  <a:lnTo>
                    <a:pt x="277806" y="564899"/>
                  </a:lnTo>
                  <a:lnTo>
                    <a:pt x="279540" y="566698"/>
                  </a:lnTo>
                  <a:lnTo>
                    <a:pt x="280945" y="568413"/>
                  </a:lnTo>
                  <a:lnTo>
                    <a:pt x="280429" y="569035"/>
                  </a:lnTo>
                  <a:lnTo>
                    <a:pt x="278996" y="570759"/>
                  </a:lnTo>
                  <a:lnTo>
                    <a:pt x="278698" y="574424"/>
                  </a:lnTo>
                  <a:lnTo>
                    <a:pt x="277956" y="576045"/>
                  </a:lnTo>
                  <a:lnTo>
                    <a:pt x="275747" y="577315"/>
                  </a:lnTo>
                  <a:lnTo>
                    <a:pt x="275149" y="579556"/>
                  </a:lnTo>
                  <a:lnTo>
                    <a:pt x="272298" y="581339"/>
                  </a:lnTo>
                  <a:lnTo>
                    <a:pt x="269672" y="581453"/>
                  </a:lnTo>
                  <a:lnTo>
                    <a:pt x="268659" y="583899"/>
                  </a:lnTo>
                  <a:lnTo>
                    <a:pt x="268535" y="586854"/>
                  </a:lnTo>
                  <a:lnTo>
                    <a:pt x="267009" y="587252"/>
                  </a:lnTo>
                  <a:lnTo>
                    <a:pt x="265776" y="589795"/>
                  </a:lnTo>
                  <a:lnTo>
                    <a:pt x="267877" y="591845"/>
                  </a:lnTo>
                  <a:lnTo>
                    <a:pt x="266135" y="593791"/>
                  </a:lnTo>
                  <a:lnTo>
                    <a:pt x="265859" y="597167"/>
                  </a:lnTo>
                  <a:lnTo>
                    <a:pt x="265290" y="600421"/>
                  </a:lnTo>
                  <a:lnTo>
                    <a:pt x="263990" y="604172"/>
                  </a:lnTo>
                  <a:lnTo>
                    <a:pt x="261606" y="606335"/>
                  </a:lnTo>
                  <a:lnTo>
                    <a:pt x="258771" y="608394"/>
                  </a:lnTo>
                  <a:lnTo>
                    <a:pt x="256652" y="610128"/>
                  </a:lnTo>
                  <a:lnTo>
                    <a:pt x="252680" y="611222"/>
                  </a:lnTo>
                  <a:lnTo>
                    <a:pt x="250118" y="610350"/>
                  </a:lnTo>
                  <a:lnTo>
                    <a:pt x="246951" y="611947"/>
                  </a:lnTo>
                  <a:lnTo>
                    <a:pt x="245120" y="614203"/>
                  </a:lnTo>
                  <a:lnTo>
                    <a:pt x="246599" y="616362"/>
                  </a:lnTo>
                  <a:lnTo>
                    <a:pt x="245997" y="618214"/>
                  </a:lnTo>
                  <a:lnTo>
                    <a:pt x="242293" y="620444"/>
                  </a:lnTo>
                  <a:lnTo>
                    <a:pt x="242309" y="623455"/>
                  </a:lnTo>
                  <a:lnTo>
                    <a:pt x="240979" y="625574"/>
                  </a:lnTo>
                  <a:lnTo>
                    <a:pt x="237394" y="623761"/>
                  </a:lnTo>
                  <a:lnTo>
                    <a:pt x="235042" y="623179"/>
                  </a:lnTo>
                  <a:lnTo>
                    <a:pt x="235296" y="627295"/>
                  </a:lnTo>
                  <a:lnTo>
                    <a:pt x="235105" y="628773"/>
                  </a:lnTo>
                  <a:lnTo>
                    <a:pt x="233106" y="629990"/>
                  </a:lnTo>
                  <a:lnTo>
                    <a:pt x="233271" y="633841"/>
                  </a:lnTo>
                  <a:lnTo>
                    <a:pt x="229260" y="634814"/>
                  </a:lnTo>
                  <a:lnTo>
                    <a:pt x="226364" y="635472"/>
                  </a:lnTo>
                  <a:lnTo>
                    <a:pt x="227429" y="638825"/>
                  </a:lnTo>
                  <a:lnTo>
                    <a:pt x="225713" y="639484"/>
                  </a:lnTo>
                  <a:lnTo>
                    <a:pt x="222817" y="639439"/>
                  </a:lnTo>
                  <a:lnTo>
                    <a:pt x="219819" y="641716"/>
                  </a:lnTo>
                  <a:lnTo>
                    <a:pt x="220648" y="644632"/>
                  </a:lnTo>
                  <a:lnTo>
                    <a:pt x="220853" y="648680"/>
                  </a:lnTo>
                  <a:lnTo>
                    <a:pt x="221310" y="651684"/>
                  </a:lnTo>
                  <a:lnTo>
                    <a:pt x="221155" y="651900"/>
                  </a:lnTo>
                  <a:lnTo>
                    <a:pt x="219113" y="654732"/>
                  </a:lnTo>
                  <a:lnTo>
                    <a:pt x="218502" y="657133"/>
                  </a:lnTo>
                  <a:lnTo>
                    <a:pt x="217221" y="661086"/>
                  </a:lnTo>
                  <a:lnTo>
                    <a:pt x="215206" y="660790"/>
                  </a:lnTo>
                  <a:lnTo>
                    <a:pt x="213730" y="661200"/>
                  </a:lnTo>
                  <a:lnTo>
                    <a:pt x="211314" y="665479"/>
                  </a:lnTo>
                  <a:lnTo>
                    <a:pt x="208740" y="664602"/>
                  </a:lnTo>
                  <a:lnTo>
                    <a:pt x="206626" y="666371"/>
                  </a:lnTo>
                  <a:lnTo>
                    <a:pt x="205916" y="668542"/>
                  </a:lnTo>
                  <a:lnTo>
                    <a:pt x="203664" y="671869"/>
                  </a:lnTo>
                  <a:lnTo>
                    <a:pt x="201101" y="670366"/>
                  </a:lnTo>
                  <a:lnTo>
                    <a:pt x="198441" y="671726"/>
                  </a:lnTo>
                  <a:lnTo>
                    <a:pt x="195810" y="672997"/>
                  </a:lnTo>
                  <a:lnTo>
                    <a:pt x="195231" y="675350"/>
                  </a:lnTo>
                  <a:lnTo>
                    <a:pt x="197992" y="677988"/>
                  </a:lnTo>
                  <a:lnTo>
                    <a:pt x="197071" y="679251"/>
                  </a:lnTo>
                  <a:lnTo>
                    <a:pt x="194570" y="679174"/>
                  </a:lnTo>
                  <a:lnTo>
                    <a:pt x="193024" y="679796"/>
                  </a:lnTo>
                  <a:lnTo>
                    <a:pt x="191859" y="677840"/>
                  </a:lnTo>
                  <a:lnTo>
                    <a:pt x="190137" y="677109"/>
                  </a:lnTo>
                  <a:lnTo>
                    <a:pt x="187334" y="678509"/>
                  </a:lnTo>
                  <a:lnTo>
                    <a:pt x="188699" y="681970"/>
                  </a:lnTo>
                  <a:lnTo>
                    <a:pt x="190069" y="684336"/>
                  </a:lnTo>
                  <a:lnTo>
                    <a:pt x="189086" y="687041"/>
                  </a:lnTo>
                  <a:lnTo>
                    <a:pt x="186664" y="686221"/>
                  </a:lnTo>
                  <a:lnTo>
                    <a:pt x="183141" y="687108"/>
                  </a:lnTo>
                  <a:lnTo>
                    <a:pt x="180399" y="686974"/>
                  </a:lnTo>
                  <a:lnTo>
                    <a:pt x="179467" y="686319"/>
                  </a:lnTo>
                  <a:lnTo>
                    <a:pt x="177507" y="687030"/>
                  </a:lnTo>
                  <a:lnTo>
                    <a:pt x="176102" y="688922"/>
                  </a:lnTo>
                  <a:lnTo>
                    <a:pt x="175186" y="692909"/>
                  </a:lnTo>
                  <a:lnTo>
                    <a:pt x="176918" y="693106"/>
                  </a:lnTo>
                  <a:lnTo>
                    <a:pt x="179901" y="693922"/>
                  </a:lnTo>
                  <a:lnTo>
                    <a:pt x="181837" y="694848"/>
                  </a:lnTo>
                  <a:lnTo>
                    <a:pt x="184113" y="697690"/>
                  </a:lnTo>
                  <a:lnTo>
                    <a:pt x="180478" y="700496"/>
                  </a:lnTo>
                  <a:lnTo>
                    <a:pt x="178492" y="702361"/>
                  </a:lnTo>
                  <a:lnTo>
                    <a:pt x="178238" y="705594"/>
                  </a:lnTo>
                  <a:lnTo>
                    <a:pt x="177614" y="708862"/>
                  </a:lnTo>
                  <a:lnTo>
                    <a:pt x="175840" y="709613"/>
                  </a:lnTo>
                  <a:lnTo>
                    <a:pt x="172809" y="709023"/>
                  </a:lnTo>
                  <a:lnTo>
                    <a:pt x="172571" y="710700"/>
                  </a:lnTo>
                  <a:lnTo>
                    <a:pt x="170352" y="710740"/>
                  </a:lnTo>
                  <a:lnTo>
                    <a:pt x="166898" y="711233"/>
                  </a:lnTo>
                  <a:lnTo>
                    <a:pt x="162393" y="713038"/>
                  </a:lnTo>
                  <a:lnTo>
                    <a:pt x="162853" y="716715"/>
                  </a:lnTo>
                  <a:lnTo>
                    <a:pt x="155984" y="722427"/>
                  </a:lnTo>
                  <a:lnTo>
                    <a:pt x="152854" y="724274"/>
                  </a:lnTo>
                  <a:lnTo>
                    <a:pt x="152276" y="725927"/>
                  </a:lnTo>
                  <a:lnTo>
                    <a:pt x="152061" y="726542"/>
                  </a:lnTo>
                  <a:lnTo>
                    <a:pt x="149280" y="729107"/>
                  </a:lnTo>
                  <a:lnTo>
                    <a:pt x="148416" y="729276"/>
                  </a:lnTo>
                  <a:lnTo>
                    <a:pt x="147679" y="727199"/>
                  </a:lnTo>
                  <a:lnTo>
                    <a:pt x="149477" y="725288"/>
                  </a:lnTo>
                  <a:lnTo>
                    <a:pt x="149374" y="720897"/>
                  </a:lnTo>
                  <a:lnTo>
                    <a:pt x="150309" y="718464"/>
                  </a:lnTo>
                  <a:lnTo>
                    <a:pt x="148999" y="716846"/>
                  </a:lnTo>
                  <a:lnTo>
                    <a:pt x="146855" y="716254"/>
                  </a:lnTo>
                  <a:lnTo>
                    <a:pt x="145179" y="718582"/>
                  </a:lnTo>
                  <a:lnTo>
                    <a:pt x="143084" y="718575"/>
                  </a:lnTo>
                  <a:lnTo>
                    <a:pt x="141028" y="719110"/>
                  </a:lnTo>
                  <a:lnTo>
                    <a:pt x="140440" y="722378"/>
                  </a:lnTo>
                  <a:lnTo>
                    <a:pt x="138849" y="724258"/>
                  </a:lnTo>
                  <a:lnTo>
                    <a:pt x="135441" y="726140"/>
                  </a:lnTo>
                  <a:lnTo>
                    <a:pt x="132883" y="727943"/>
                  </a:lnTo>
                  <a:lnTo>
                    <a:pt x="131350" y="731166"/>
                  </a:lnTo>
                  <a:lnTo>
                    <a:pt x="131444" y="732394"/>
                  </a:lnTo>
                  <a:lnTo>
                    <a:pt x="130135" y="733891"/>
                  </a:lnTo>
                  <a:lnTo>
                    <a:pt x="126934" y="732136"/>
                  </a:lnTo>
                  <a:lnTo>
                    <a:pt x="126741" y="734578"/>
                  </a:lnTo>
                  <a:lnTo>
                    <a:pt x="124064" y="734951"/>
                  </a:lnTo>
                  <a:lnTo>
                    <a:pt x="122720" y="733962"/>
                  </a:lnTo>
                  <a:lnTo>
                    <a:pt x="119433" y="733973"/>
                  </a:lnTo>
                  <a:lnTo>
                    <a:pt x="117104" y="736934"/>
                  </a:lnTo>
                  <a:lnTo>
                    <a:pt x="113111" y="739342"/>
                  </a:lnTo>
                  <a:lnTo>
                    <a:pt x="107634" y="739130"/>
                  </a:lnTo>
                  <a:lnTo>
                    <a:pt x="106931" y="737921"/>
                  </a:lnTo>
                  <a:lnTo>
                    <a:pt x="107689" y="735369"/>
                  </a:lnTo>
                  <a:lnTo>
                    <a:pt x="107814" y="732768"/>
                  </a:lnTo>
                  <a:lnTo>
                    <a:pt x="109886" y="729415"/>
                  </a:lnTo>
                  <a:lnTo>
                    <a:pt x="109408" y="726706"/>
                  </a:lnTo>
                  <a:lnTo>
                    <a:pt x="107306" y="726414"/>
                  </a:lnTo>
                  <a:lnTo>
                    <a:pt x="104869" y="727025"/>
                  </a:lnTo>
                  <a:lnTo>
                    <a:pt x="103285" y="729761"/>
                  </a:lnTo>
                  <a:lnTo>
                    <a:pt x="102370" y="731878"/>
                  </a:lnTo>
                  <a:lnTo>
                    <a:pt x="102840" y="736809"/>
                  </a:lnTo>
                  <a:lnTo>
                    <a:pt x="100812" y="740418"/>
                  </a:lnTo>
                  <a:lnTo>
                    <a:pt x="98872" y="743272"/>
                  </a:lnTo>
                  <a:lnTo>
                    <a:pt x="100092" y="747481"/>
                  </a:lnTo>
                  <a:lnTo>
                    <a:pt x="102461" y="748555"/>
                  </a:lnTo>
                  <a:lnTo>
                    <a:pt x="105906" y="750932"/>
                  </a:lnTo>
                  <a:lnTo>
                    <a:pt x="106593" y="752703"/>
                  </a:lnTo>
                  <a:lnTo>
                    <a:pt x="103249" y="752068"/>
                  </a:lnTo>
                  <a:lnTo>
                    <a:pt x="100869" y="753246"/>
                  </a:lnTo>
                  <a:lnTo>
                    <a:pt x="98089" y="750974"/>
                  </a:lnTo>
                  <a:lnTo>
                    <a:pt x="96883" y="750403"/>
                  </a:lnTo>
                  <a:lnTo>
                    <a:pt x="94643" y="752116"/>
                  </a:lnTo>
                  <a:lnTo>
                    <a:pt x="93052" y="750753"/>
                  </a:lnTo>
                  <a:lnTo>
                    <a:pt x="91400" y="752380"/>
                  </a:lnTo>
                  <a:lnTo>
                    <a:pt x="90761" y="754125"/>
                  </a:lnTo>
                  <a:lnTo>
                    <a:pt x="90458" y="757192"/>
                  </a:lnTo>
                  <a:lnTo>
                    <a:pt x="90537" y="760944"/>
                  </a:lnTo>
                  <a:lnTo>
                    <a:pt x="89490" y="762790"/>
                  </a:lnTo>
                  <a:lnTo>
                    <a:pt x="87913" y="762991"/>
                  </a:lnTo>
                  <a:lnTo>
                    <a:pt x="85958" y="760191"/>
                  </a:lnTo>
                  <a:lnTo>
                    <a:pt x="85745" y="758619"/>
                  </a:lnTo>
                  <a:lnTo>
                    <a:pt x="86141" y="753658"/>
                  </a:lnTo>
                  <a:lnTo>
                    <a:pt x="84751" y="752908"/>
                  </a:lnTo>
                  <a:lnTo>
                    <a:pt x="82478" y="755036"/>
                  </a:lnTo>
                  <a:lnTo>
                    <a:pt x="82069" y="756534"/>
                  </a:lnTo>
                  <a:lnTo>
                    <a:pt x="79219" y="757074"/>
                  </a:lnTo>
                  <a:lnTo>
                    <a:pt x="76258" y="758443"/>
                  </a:lnTo>
                  <a:lnTo>
                    <a:pt x="74348" y="757292"/>
                  </a:lnTo>
                  <a:lnTo>
                    <a:pt x="73158" y="755244"/>
                  </a:lnTo>
                  <a:lnTo>
                    <a:pt x="70756" y="758279"/>
                  </a:lnTo>
                  <a:lnTo>
                    <a:pt x="68789" y="760070"/>
                  </a:lnTo>
                  <a:lnTo>
                    <a:pt x="66324" y="762151"/>
                  </a:lnTo>
                  <a:lnTo>
                    <a:pt x="63998" y="763387"/>
                  </a:lnTo>
                  <a:lnTo>
                    <a:pt x="65730" y="765010"/>
                  </a:lnTo>
                  <a:lnTo>
                    <a:pt x="68049" y="765188"/>
                  </a:lnTo>
                  <a:lnTo>
                    <a:pt x="70857" y="768183"/>
                  </a:lnTo>
                  <a:lnTo>
                    <a:pt x="71662" y="771254"/>
                  </a:lnTo>
                  <a:lnTo>
                    <a:pt x="67198" y="769699"/>
                  </a:lnTo>
                  <a:lnTo>
                    <a:pt x="63167" y="770387"/>
                  </a:lnTo>
                  <a:lnTo>
                    <a:pt x="58877" y="771835"/>
                  </a:lnTo>
                  <a:lnTo>
                    <a:pt x="53335" y="770955"/>
                  </a:lnTo>
                  <a:lnTo>
                    <a:pt x="47724" y="771214"/>
                  </a:lnTo>
                  <a:lnTo>
                    <a:pt x="42488" y="773337"/>
                  </a:lnTo>
                  <a:lnTo>
                    <a:pt x="40582" y="775478"/>
                  </a:lnTo>
                  <a:lnTo>
                    <a:pt x="40230" y="778208"/>
                  </a:lnTo>
                  <a:lnTo>
                    <a:pt x="37743" y="780159"/>
                  </a:lnTo>
                  <a:lnTo>
                    <a:pt x="33325" y="781219"/>
                  </a:lnTo>
                  <a:lnTo>
                    <a:pt x="30837" y="780917"/>
                  </a:lnTo>
                  <a:lnTo>
                    <a:pt x="28015" y="779004"/>
                  </a:lnTo>
                  <a:lnTo>
                    <a:pt x="27001" y="775782"/>
                  </a:lnTo>
                  <a:lnTo>
                    <a:pt x="26035" y="774148"/>
                  </a:lnTo>
                  <a:lnTo>
                    <a:pt x="25945" y="771958"/>
                  </a:lnTo>
                  <a:lnTo>
                    <a:pt x="27971" y="770222"/>
                  </a:lnTo>
                  <a:lnTo>
                    <a:pt x="30901" y="769245"/>
                  </a:lnTo>
                  <a:lnTo>
                    <a:pt x="32506" y="766693"/>
                  </a:lnTo>
                  <a:lnTo>
                    <a:pt x="34848" y="761175"/>
                  </a:lnTo>
                  <a:lnTo>
                    <a:pt x="34870" y="757887"/>
                  </a:lnTo>
                  <a:lnTo>
                    <a:pt x="38218" y="756341"/>
                  </a:lnTo>
                  <a:lnTo>
                    <a:pt x="40396" y="758285"/>
                  </a:lnTo>
                  <a:lnTo>
                    <a:pt x="43685" y="756755"/>
                  </a:lnTo>
                  <a:lnTo>
                    <a:pt x="45713" y="755097"/>
                  </a:lnTo>
                  <a:lnTo>
                    <a:pt x="48675" y="754615"/>
                  </a:lnTo>
                  <a:lnTo>
                    <a:pt x="51020" y="752149"/>
                  </a:lnTo>
                  <a:lnTo>
                    <a:pt x="53871" y="751522"/>
                  </a:lnTo>
                  <a:lnTo>
                    <a:pt x="59727" y="752497"/>
                  </a:lnTo>
                  <a:lnTo>
                    <a:pt x="62086" y="756598"/>
                  </a:lnTo>
                  <a:lnTo>
                    <a:pt x="64112" y="755773"/>
                  </a:lnTo>
                  <a:lnTo>
                    <a:pt x="65570" y="753121"/>
                  </a:lnTo>
                  <a:lnTo>
                    <a:pt x="64712" y="748754"/>
                  </a:lnTo>
                  <a:lnTo>
                    <a:pt x="68996" y="746458"/>
                  </a:lnTo>
                  <a:lnTo>
                    <a:pt x="71358" y="746897"/>
                  </a:lnTo>
                  <a:lnTo>
                    <a:pt x="75372" y="745829"/>
                  </a:lnTo>
                  <a:lnTo>
                    <a:pt x="74420" y="743286"/>
                  </a:lnTo>
                  <a:lnTo>
                    <a:pt x="76429" y="741178"/>
                  </a:lnTo>
                  <a:lnTo>
                    <a:pt x="80390" y="736993"/>
                  </a:lnTo>
                  <a:lnTo>
                    <a:pt x="82115" y="733605"/>
                  </a:lnTo>
                  <a:lnTo>
                    <a:pt x="86673" y="727356"/>
                  </a:lnTo>
                  <a:lnTo>
                    <a:pt x="89977" y="722520"/>
                  </a:lnTo>
                  <a:lnTo>
                    <a:pt x="92239" y="720806"/>
                  </a:lnTo>
                  <a:lnTo>
                    <a:pt x="93831" y="718907"/>
                  </a:lnTo>
                  <a:lnTo>
                    <a:pt x="97315" y="717011"/>
                  </a:lnTo>
                  <a:lnTo>
                    <a:pt x="99365" y="714343"/>
                  </a:lnTo>
                  <a:lnTo>
                    <a:pt x="101570" y="713815"/>
                  </a:lnTo>
                  <a:lnTo>
                    <a:pt x="107583" y="711582"/>
                  </a:lnTo>
                  <a:lnTo>
                    <a:pt x="114308" y="708983"/>
                  </a:lnTo>
                  <a:lnTo>
                    <a:pt x="118742" y="708479"/>
                  </a:lnTo>
                  <a:lnTo>
                    <a:pt x="122395" y="708483"/>
                  </a:lnTo>
                  <a:lnTo>
                    <a:pt x="122439" y="712033"/>
                  </a:lnTo>
                  <a:lnTo>
                    <a:pt x="122964" y="714868"/>
                  </a:lnTo>
                  <a:lnTo>
                    <a:pt x="128340" y="715896"/>
                  </a:lnTo>
                  <a:lnTo>
                    <a:pt x="129623" y="715631"/>
                  </a:lnTo>
                  <a:lnTo>
                    <a:pt x="130720" y="713414"/>
                  </a:lnTo>
                  <a:lnTo>
                    <a:pt x="128858" y="711444"/>
                  </a:lnTo>
                  <a:lnTo>
                    <a:pt x="127516" y="710379"/>
                  </a:lnTo>
                  <a:lnTo>
                    <a:pt x="129675" y="706019"/>
                  </a:lnTo>
                  <a:lnTo>
                    <a:pt x="131339" y="699968"/>
                  </a:lnTo>
                  <a:lnTo>
                    <a:pt x="131661" y="696648"/>
                  </a:lnTo>
                  <a:lnTo>
                    <a:pt x="135284" y="693524"/>
                  </a:lnTo>
                  <a:lnTo>
                    <a:pt x="136938" y="691047"/>
                  </a:lnTo>
                  <a:lnTo>
                    <a:pt x="140524" y="688724"/>
                  </a:lnTo>
                  <a:lnTo>
                    <a:pt x="143935" y="684331"/>
                  </a:lnTo>
                  <a:lnTo>
                    <a:pt x="150452" y="680416"/>
                  </a:lnTo>
                  <a:lnTo>
                    <a:pt x="157369" y="675058"/>
                  </a:lnTo>
                  <a:lnTo>
                    <a:pt x="162736" y="670188"/>
                  </a:lnTo>
                  <a:lnTo>
                    <a:pt x="164620" y="671654"/>
                  </a:lnTo>
                  <a:lnTo>
                    <a:pt x="165580" y="672398"/>
                  </a:lnTo>
                  <a:lnTo>
                    <a:pt x="168047" y="672211"/>
                  </a:lnTo>
                  <a:lnTo>
                    <a:pt x="170012" y="671462"/>
                  </a:lnTo>
                  <a:lnTo>
                    <a:pt x="170127" y="669750"/>
                  </a:lnTo>
                  <a:lnTo>
                    <a:pt x="169057" y="666801"/>
                  </a:lnTo>
                  <a:lnTo>
                    <a:pt x="169006" y="663243"/>
                  </a:lnTo>
                  <a:lnTo>
                    <a:pt x="171961" y="656519"/>
                  </a:lnTo>
                  <a:lnTo>
                    <a:pt x="176301" y="649471"/>
                  </a:lnTo>
                  <a:lnTo>
                    <a:pt x="178216" y="647555"/>
                  </a:lnTo>
                  <a:lnTo>
                    <a:pt x="181389" y="645787"/>
                  </a:lnTo>
                  <a:lnTo>
                    <a:pt x="184446" y="640166"/>
                  </a:lnTo>
                  <a:lnTo>
                    <a:pt x="187786" y="636752"/>
                  </a:lnTo>
                  <a:lnTo>
                    <a:pt x="189821" y="635883"/>
                  </a:lnTo>
                  <a:lnTo>
                    <a:pt x="189560" y="633767"/>
                  </a:lnTo>
                  <a:lnTo>
                    <a:pt x="188862" y="631606"/>
                  </a:lnTo>
                  <a:lnTo>
                    <a:pt x="189145" y="627150"/>
                  </a:lnTo>
                  <a:lnTo>
                    <a:pt x="189711" y="621810"/>
                  </a:lnTo>
                  <a:lnTo>
                    <a:pt x="190067" y="611641"/>
                  </a:lnTo>
                  <a:lnTo>
                    <a:pt x="190770" y="608849"/>
                  </a:lnTo>
                  <a:lnTo>
                    <a:pt x="192242" y="605599"/>
                  </a:lnTo>
                  <a:lnTo>
                    <a:pt x="190599" y="602896"/>
                  </a:lnTo>
                  <a:lnTo>
                    <a:pt x="190447" y="598297"/>
                  </a:lnTo>
                  <a:lnTo>
                    <a:pt x="191447" y="593473"/>
                  </a:lnTo>
                  <a:lnTo>
                    <a:pt x="194848" y="589422"/>
                  </a:lnTo>
                  <a:lnTo>
                    <a:pt x="196390" y="586998"/>
                  </a:lnTo>
                  <a:lnTo>
                    <a:pt x="198349" y="583906"/>
                  </a:lnTo>
                  <a:lnTo>
                    <a:pt x="199761" y="581088"/>
                  </a:lnTo>
                  <a:lnTo>
                    <a:pt x="200949" y="576566"/>
                  </a:lnTo>
                  <a:lnTo>
                    <a:pt x="200384" y="575363"/>
                  </a:lnTo>
                  <a:lnTo>
                    <a:pt x="198670" y="575306"/>
                  </a:lnTo>
                  <a:lnTo>
                    <a:pt x="198206" y="575290"/>
                  </a:lnTo>
                  <a:lnTo>
                    <a:pt x="196552" y="576212"/>
                  </a:lnTo>
                  <a:lnTo>
                    <a:pt x="192539" y="578437"/>
                  </a:lnTo>
                  <a:lnTo>
                    <a:pt x="188728" y="581125"/>
                  </a:lnTo>
                  <a:lnTo>
                    <a:pt x="184422" y="583502"/>
                  </a:lnTo>
                  <a:lnTo>
                    <a:pt x="176812" y="587863"/>
                  </a:lnTo>
                  <a:lnTo>
                    <a:pt x="174811" y="587705"/>
                  </a:lnTo>
                  <a:lnTo>
                    <a:pt x="172549" y="585679"/>
                  </a:lnTo>
                  <a:lnTo>
                    <a:pt x="171398" y="581892"/>
                  </a:lnTo>
                  <a:lnTo>
                    <a:pt x="170339" y="580916"/>
                  </a:lnTo>
                  <a:lnTo>
                    <a:pt x="167235" y="579484"/>
                  </a:lnTo>
                  <a:lnTo>
                    <a:pt x="168079" y="576949"/>
                  </a:lnTo>
                  <a:lnTo>
                    <a:pt x="165838" y="574515"/>
                  </a:lnTo>
                  <a:lnTo>
                    <a:pt x="162752" y="576751"/>
                  </a:lnTo>
                  <a:lnTo>
                    <a:pt x="162380" y="579512"/>
                  </a:lnTo>
                  <a:lnTo>
                    <a:pt x="162699" y="581858"/>
                  </a:lnTo>
                  <a:lnTo>
                    <a:pt x="161064" y="584584"/>
                  </a:lnTo>
                  <a:lnTo>
                    <a:pt x="161918" y="587761"/>
                  </a:lnTo>
                  <a:lnTo>
                    <a:pt x="164892" y="594329"/>
                  </a:lnTo>
                  <a:lnTo>
                    <a:pt x="163064" y="597827"/>
                  </a:lnTo>
                  <a:lnTo>
                    <a:pt x="161237" y="598672"/>
                  </a:lnTo>
                  <a:lnTo>
                    <a:pt x="157205" y="597255"/>
                  </a:lnTo>
                  <a:lnTo>
                    <a:pt x="153301" y="589008"/>
                  </a:lnTo>
                  <a:lnTo>
                    <a:pt x="149110" y="581182"/>
                  </a:lnTo>
                  <a:lnTo>
                    <a:pt x="146386" y="578438"/>
                  </a:lnTo>
                  <a:lnTo>
                    <a:pt x="143983" y="577930"/>
                  </a:lnTo>
                  <a:lnTo>
                    <a:pt x="144822" y="576091"/>
                  </a:lnTo>
                  <a:lnTo>
                    <a:pt x="144453" y="573923"/>
                  </a:lnTo>
                  <a:lnTo>
                    <a:pt x="142400" y="574037"/>
                  </a:lnTo>
                  <a:lnTo>
                    <a:pt x="141697" y="576523"/>
                  </a:lnTo>
                  <a:lnTo>
                    <a:pt x="140804" y="578927"/>
                  </a:lnTo>
                  <a:lnTo>
                    <a:pt x="138379" y="580976"/>
                  </a:lnTo>
                  <a:lnTo>
                    <a:pt x="136788" y="578407"/>
                  </a:lnTo>
                  <a:lnTo>
                    <a:pt x="133082" y="576998"/>
                  </a:lnTo>
                  <a:lnTo>
                    <a:pt x="131284" y="575372"/>
                  </a:lnTo>
                  <a:lnTo>
                    <a:pt x="129305" y="572921"/>
                  </a:lnTo>
                  <a:lnTo>
                    <a:pt x="130685" y="571050"/>
                  </a:lnTo>
                  <a:lnTo>
                    <a:pt x="129312" y="567528"/>
                  </a:lnTo>
                  <a:lnTo>
                    <a:pt x="125124" y="570245"/>
                  </a:lnTo>
                  <a:lnTo>
                    <a:pt x="120605" y="574373"/>
                  </a:lnTo>
                  <a:lnTo>
                    <a:pt x="118684" y="578613"/>
                  </a:lnTo>
                  <a:lnTo>
                    <a:pt x="117614" y="576315"/>
                  </a:lnTo>
                  <a:lnTo>
                    <a:pt x="114864" y="577608"/>
                  </a:lnTo>
                  <a:lnTo>
                    <a:pt x="114219" y="578056"/>
                  </a:lnTo>
                  <a:lnTo>
                    <a:pt x="113319" y="578680"/>
                  </a:lnTo>
                  <a:lnTo>
                    <a:pt x="110162" y="580861"/>
                  </a:lnTo>
                  <a:lnTo>
                    <a:pt x="107683" y="582426"/>
                  </a:lnTo>
                  <a:lnTo>
                    <a:pt x="107650" y="582591"/>
                  </a:lnTo>
                  <a:lnTo>
                    <a:pt x="106972" y="585967"/>
                  </a:lnTo>
                  <a:lnTo>
                    <a:pt x="103150" y="588431"/>
                  </a:lnTo>
                  <a:lnTo>
                    <a:pt x="98817" y="591069"/>
                  </a:lnTo>
                  <a:lnTo>
                    <a:pt x="97726" y="588234"/>
                  </a:lnTo>
                  <a:lnTo>
                    <a:pt x="92874" y="588331"/>
                  </a:lnTo>
                  <a:lnTo>
                    <a:pt x="89769" y="586306"/>
                  </a:lnTo>
                  <a:lnTo>
                    <a:pt x="93581" y="584560"/>
                  </a:lnTo>
                  <a:lnTo>
                    <a:pt x="97244" y="582552"/>
                  </a:lnTo>
                  <a:lnTo>
                    <a:pt x="98511" y="577409"/>
                  </a:lnTo>
                  <a:lnTo>
                    <a:pt x="97672" y="570637"/>
                  </a:lnTo>
                  <a:lnTo>
                    <a:pt x="95421" y="565845"/>
                  </a:lnTo>
                  <a:lnTo>
                    <a:pt x="93599" y="562045"/>
                  </a:lnTo>
                  <a:lnTo>
                    <a:pt x="92525" y="558293"/>
                  </a:lnTo>
                  <a:lnTo>
                    <a:pt x="93726" y="554427"/>
                  </a:lnTo>
                  <a:lnTo>
                    <a:pt x="96782" y="550162"/>
                  </a:lnTo>
                  <a:lnTo>
                    <a:pt x="98022" y="548545"/>
                  </a:lnTo>
                  <a:lnTo>
                    <a:pt x="99872" y="547548"/>
                  </a:lnTo>
                  <a:lnTo>
                    <a:pt x="98410" y="544009"/>
                  </a:lnTo>
                  <a:lnTo>
                    <a:pt x="96322" y="540079"/>
                  </a:lnTo>
                  <a:lnTo>
                    <a:pt x="96098" y="537803"/>
                  </a:lnTo>
                  <a:lnTo>
                    <a:pt x="92814" y="530665"/>
                  </a:lnTo>
                  <a:lnTo>
                    <a:pt x="91564" y="527349"/>
                  </a:lnTo>
                  <a:lnTo>
                    <a:pt x="90883" y="525122"/>
                  </a:lnTo>
                  <a:lnTo>
                    <a:pt x="89182" y="520930"/>
                  </a:lnTo>
                  <a:lnTo>
                    <a:pt x="86308" y="515667"/>
                  </a:lnTo>
                  <a:lnTo>
                    <a:pt x="84690" y="515253"/>
                  </a:lnTo>
                  <a:lnTo>
                    <a:pt x="83768" y="517260"/>
                  </a:lnTo>
                  <a:lnTo>
                    <a:pt x="83692" y="519641"/>
                  </a:lnTo>
                  <a:lnTo>
                    <a:pt x="83810" y="522010"/>
                  </a:lnTo>
                  <a:lnTo>
                    <a:pt x="83194" y="524393"/>
                  </a:lnTo>
                  <a:lnTo>
                    <a:pt x="80973" y="524492"/>
                  </a:lnTo>
                  <a:lnTo>
                    <a:pt x="78600" y="524356"/>
                  </a:lnTo>
                  <a:lnTo>
                    <a:pt x="77092" y="526062"/>
                  </a:lnTo>
                  <a:lnTo>
                    <a:pt x="74569" y="527135"/>
                  </a:lnTo>
                  <a:lnTo>
                    <a:pt x="69453" y="529784"/>
                  </a:lnTo>
                  <a:lnTo>
                    <a:pt x="63490" y="531064"/>
                  </a:lnTo>
                  <a:lnTo>
                    <a:pt x="56956" y="531309"/>
                  </a:lnTo>
                  <a:lnTo>
                    <a:pt x="53684" y="530701"/>
                  </a:lnTo>
                  <a:lnTo>
                    <a:pt x="49566" y="528459"/>
                  </a:lnTo>
                  <a:lnTo>
                    <a:pt x="48184" y="524213"/>
                  </a:lnTo>
                  <a:lnTo>
                    <a:pt x="48850" y="522988"/>
                  </a:lnTo>
                  <a:lnTo>
                    <a:pt x="49872" y="521696"/>
                  </a:lnTo>
                  <a:lnTo>
                    <a:pt x="47081" y="518919"/>
                  </a:lnTo>
                  <a:lnTo>
                    <a:pt x="44351" y="516304"/>
                  </a:lnTo>
                  <a:lnTo>
                    <a:pt x="42391" y="511395"/>
                  </a:lnTo>
                  <a:lnTo>
                    <a:pt x="40391" y="509574"/>
                  </a:lnTo>
                  <a:lnTo>
                    <a:pt x="38918" y="506585"/>
                  </a:lnTo>
                  <a:lnTo>
                    <a:pt x="37316" y="506562"/>
                  </a:lnTo>
                  <a:lnTo>
                    <a:pt x="33242" y="503579"/>
                  </a:lnTo>
                  <a:lnTo>
                    <a:pt x="30526" y="499412"/>
                  </a:lnTo>
                  <a:lnTo>
                    <a:pt x="31809" y="498261"/>
                  </a:lnTo>
                  <a:lnTo>
                    <a:pt x="32941" y="497874"/>
                  </a:lnTo>
                  <a:lnTo>
                    <a:pt x="34271" y="495359"/>
                  </a:lnTo>
                  <a:lnTo>
                    <a:pt x="33701" y="494626"/>
                  </a:lnTo>
                  <a:lnTo>
                    <a:pt x="31512" y="494916"/>
                  </a:lnTo>
                  <a:lnTo>
                    <a:pt x="29468" y="496306"/>
                  </a:lnTo>
                  <a:lnTo>
                    <a:pt x="27765" y="496095"/>
                  </a:lnTo>
                  <a:lnTo>
                    <a:pt x="26008" y="495557"/>
                  </a:lnTo>
                  <a:lnTo>
                    <a:pt x="24979" y="493405"/>
                  </a:lnTo>
                  <a:lnTo>
                    <a:pt x="26130" y="492094"/>
                  </a:lnTo>
                  <a:lnTo>
                    <a:pt x="29462" y="491058"/>
                  </a:lnTo>
                  <a:lnTo>
                    <a:pt x="32353" y="487873"/>
                  </a:lnTo>
                  <a:lnTo>
                    <a:pt x="34030" y="487346"/>
                  </a:lnTo>
                  <a:lnTo>
                    <a:pt x="33780" y="485175"/>
                  </a:lnTo>
                  <a:lnTo>
                    <a:pt x="33248" y="483822"/>
                  </a:lnTo>
                  <a:lnTo>
                    <a:pt x="33646" y="480803"/>
                  </a:lnTo>
                  <a:lnTo>
                    <a:pt x="32765" y="477180"/>
                  </a:lnTo>
                  <a:lnTo>
                    <a:pt x="32336" y="476540"/>
                  </a:lnTo>
                  <a:lnTo>
                    <a:pt x="30753" y="474175"/>
                  </a:lnTo>
                  <a:lnTo>
                    <a:pt x="32078" y="472556"/>
                  </a:lnTo>
                  <a:lnTo>
                    <a:pt x="33733" y="470446"/>
                  </a:lnTo>
                  <a:lnTo>
                    <a:pt x="32213" y="468748"/>
                  </a:lnTo>
                  <a:lnTo>
                    <a:pt x="31112" y="465957"/>
                  </a:lnTo>
                  <a:lnTo>
                    <a:pt x="28762" y="464837"/>
                  </a:lnTo>
                  <a:lnTo>
                    <a:pt x="27293" y="468888"/>
                  </a:lnTo>
                  <a:lnTo>
                    <a:pt x="25842" y="468561"/>
                  </a:lnTo>
                  <a:lnTo>
                    <a:pt x="23972" y="467935"/>
                  </a:lnTo>
                  <a:lnTo>
                    <a:pt x="22437" y="465648"/>
                  </a:lnTo>
                  <a:lnTo>
                    <a:pt x="22885" y="461485"/>
                  </a:lnTo>
                  <a:lnTo>
                    <a:pt x="23244" y="459160"/>
                  </a:lnTo>
                  <a:lnTo>
                    <a:pt x="20124" y="457342"/>
                  </a:lnTo>
                  <a:lnTo>
                    <a:pt x="19249" y="457403"/>
                  </a:lnTo>
                  <a:lnTo>
                    <a:pt x="17831" y="452729"/>
                  </a:lnTo>
                  <a:lnTo>
                    <a:pt x="18796" y="451521"/>
                  </a:lnTo>
                  <a:lnTo>
                    <a:pt x="20547" y="450838"/>
                  </a:lnTo>
                  <a:lnTo>
                    <a:pt x="21562" y="449100"/>
                  </a:lnTo>
                  <a:lnTo>
                    <a:pt x="19397" y="446717"/>
                  </a:lnTo>
                  <a:lnTo>
                    <a:pt x="18562" y="445632"/>
                  </a:lnTo>
                  <a:lnTo>
                    <a:pt x="16804" y="446206"/>
                  </a:lnTo>
                  <a:lnTo>
                    <a:pt x="15148" y="448209"/>
                  </a:lnTo>
                  <a:lnTo>
                    <a:pt x="13778" y="447098"/>
                  </a:lnTo>
                  <a:lnTo>
                    <a:pt x="12934" y="442537"/>
                  </a:lnTo>
                  <a:lnTo>
                    <a:pt x="14706" y="437303"/>
                  </a:lnTo>
                  <a:lnTo>
                    <a:pt x="16667" y="435544"/>
                  </a:lnTo>
                  <a:lnTo>
                    <a:pt x="16013" y="433255"/>
                  </a:lnTo>
                  <a:lnTo>
                    <a:pt x="19112" y="431960"/>
                  </a:lnTo>
                  <a:lnTo>
                    <a:pt x="21667" y="433344"/>
                  </a:lnTo>
                  <a:lnTo>
                    <a:pt x="24923" y="432702"/>
                  </a:lnTo>
                  <a:lnTo>
                    <a:pt x="24818" y="431419"/>
                  </a:lnTo>
                  <a:lnTo>
                    <a:pt x="23344" y="427115"/>
                  </a:lnTo>
                  <a:lnTo>
                    <a:pt x="23489" y="422751"/>
                  </a:lnTo>
                  <a:lnTo>
                    <a:pt x="25382" y="419026"/>
                  </a:lnTo>
                  <a:lnTo>
                    <a:pt x="29992" y="412826"/>
                  </a:lnTo>
                  <a:lnTo>
                    <a:pt x="34118" y="406491"/>
                  </a:lnTo>
                  <a:lnTo>
                    <a:pt x="37739" y="402409"/>
                  </a:lnTo>
                  <a:lnTo>
                    <a:pt x="38839" y="398973"/>
                  </a:lnTo>
                  <a:lnTo>
                    <a:pt x="40744" y="396354"/>
                  </a:lnTo>
                  <a:lnTo>
                    <a:pt x="43187" y="395329"/>
                  </a:lnTo>
                  <a:lnTo>
                    <a:pt x="42918" y="392179"/>
                  </a:lnTo>
                  <a:lnTo>
                    <a:pt x="42897" y="389640"/>
                  </a:lnTo>
                  <a:lnTo>
                    <a:pt x="44414" y="385219"/>
                  </a:lnTo>
                  <a:lnTo>
                    <a:pt x="47212" y="379956"/>
                  </a:lnTo>
                  <a:lnTo>
                    <a:pt x="48974" y="375881"/>
                  </a:lnTo>
                  <a:lnTo>
                    <a:pt x="52343" y="371997"/>
                  </a:lnTo>
                  <a:lnTo>
                    <a:pt x="56814" y="370117"/>
                  </a:lnTo>
                  <a:lnTo>
                    <a:pt x="59483" y="369842"/>
                  </a:lnTo>
                  <a:lnTo>
                    <a:pt x="62725" y="371977"/>
                  </a:lnTo>
                  <a:lnTo>
                    <a:pt x="65521" y="372624"/>
                  </a:lnTo>
                  <a:lnTo>
                    <a:pt x="67473" y="376135"/>
                  </a:lnTo>
                  <a:lnTo>
                    <a:pt x="69061" y="376526"/>
                  </a:lnTo>
                  <a:lnTo>
                    <a:pt x="72780" y="381348"/>
                  </a:lnTo>
                  <a:lnTo>
                    <a:pt x="77727" y="380728"/>
                  </a:lnTo>
                  <a:lnTo>
                    <a:pt x="80380" y="378021"/>
                  </a:lnTo>
                  <a:lnTo>
                    <a:pt x="81861" y="376530"/>
                  </a:lnTo>
                  <a:lnTo>
                    <a:pt x="82418" y="374172"/>
                  </a:lnTo>
                  <a:lnTo>
                    <a:pt x="84242" y="373864"/>
                  </a:lnTo>
                  <a:lnTo>
                    <a:pt x="86634" y="371096"/>
                  </a:lnTo>
                  <a:lnTo>
                    <a:pt x="88136" y="369351"/>
                  </a:lnTo>
                  <a:lnTo>
                    <a:pt x="90282" y="365172"/>
                  </a:lnTo>
                  <a:lnTo>
                    <a:pt x="91658" y="363153"/>
                  </a:lnTo>
                  <a:lnTo>
                    <a:pt x="87983" y="359081"/>
                  </a:lnTo>
                  <a:lnTo>
                    <a:pt x="85407" y="357041"/>
                  </a:lnTo>
                  <a:lnTo>
                    <a:pt x="87721" y="354971"/>
                  </a:lnTo>
                  <a:lnTo>
                    <a:pt x="91156" y="354740"/>
                  </a:lnTo>
                  <a:lnTo>
                    <a:pt x="93684" y="359185"/>
                  </a:lnTo>
                  <a:lnTo>
                    <a:pt x="96924" y="360654"/>
                  </a:lnTo>
                  <a:lnTo>
                    <a:pt x="98470" y="363865"/>
                  </a:lnTo>
                  <a:lnTo>
                    <a:pt x="104146" y="363255"/>
                  </a:lnTo>
                  <a:lnTo>
                    <a:pt x="108855" y="363672"/>
                  </a:lnTo>
                  <a:lnTo>
                    <a:pt x="113145" y="362440"/>
                  </a:lnTo>
                  <a:lnTo>
                    <a:pt x="115413" y="359193"/>
                  </a:lnTo>
                  <a:lnTo>
                    <a:pt x="120992" y="350497"/>
                  </a:lnTo>
                  <a:lnTo>
                    <a:pt x="121411" y="346994"/>
                  </a:lnTo>
                  <a:lnTo>
                    <a:pt x="119186" y="339063"/>
                  </a:lnTo>
                  <a:lnTo>
                    <a:pt x="118549" y="335890"/>
                  </a:lnTo>
                  <a:lnTo>
                    <a:pt x="118405" y="328732"/>
                  </a:lnTo>
                  <a:lnTo>
                    <a:pt x="114736" y="322899"/>
                  </a:lnTo>
                  <a:lnTo>
                    <a:pt x="113298" y="320309"/>
                  </a:lnTo>
                  <a:lnTo>
                    <a:pt x="109036" y="318978"/>
                  </a:lnTo>
                  <a:lnTo>
                    <a:pt x="109841" y="315136"/>
                  </a:lnTo>
                  <a:lnTo>
                    <a:pt x="111329" y="313284"/>
                  </a:lnTo>
                  <a:lnTo>
                    <a:pt x="114645" y="315792"/>
                  </a:lnTo>
                  <a:lnTo>
                    <a:pt x="118373" y="313855"/>
                  </a:lnTo>
                  <a:lnTo>
                    <a:pt x="122045" y="310358"/>
                  </a:lnTo>
                  <a:lnTo>
                    <a:pt x="122379" y="305832"/>
                  </a:lnTo>
                  <a:lnTo>
                    <a:pt x="119867" y="300870"/>
                  </a:lnTo>
                  <a:lnTo>
                    <a:pt x="117426" y="298594"/>
                  </a:lnTo>
                  <a:lnTo>
                    <a:pt x="116544" y="297231"/>
                  </a:lnTo>
                  <a:lnTo>
                    <a:pt x="115099" y="297866"/>
                  </a:lnTo>
                  <a:lnTo>
                    <a:pt x="112988" y="300263"/>
                  </a:lnTo>
                  <a:lnTo>
                    <a:pt x="112008" y="302858"/>
                  </a:lnTo>
                  <a:lnTo>
                    <a:pt x="109478" y="303667"/>
                  </a:lnTo>
                  <a:lnTo>
                    <a:pt x="107286" y="302489"/>
                  </a:lnTo>
                  <a:lnTo>
                    <a:pt x="104980" y="303642"/>
                  </a:lnTo>
                  <a:lnTo>
                    <a:pt x="103030" y="305393"/>
                  </a:lnTo>
                  <a:lnTo>
                    <a:pt x="99780" y="305995"/>
                  </a:lnTo>
                  <a:lnTo>
                    <a:pt x="97473" y="306820"/>
                  </a:lnTo>
                  <a:lnTo>
                    <a:pt x="96520" y="309233"/>
                  </a:lnTo>
                  <a:lnTo>
                    <a:pt x="90878" y="313011"/>
                  </a:lnTo>
                  <a:lnTo>
                    <a:pt x="89618" y="315307"/>
                  </a:lnTo>
                  <a:lnTo>
                    <a:pt x="88846" y="319642"/>
                  </a:lnTo>
                  <a:lnTo>
                    <a:pt x="86274" y="321907"/>
                  </a:lnTo>
                  <a:lnTo>
                    <a:pt x="85351" y="317042"/>
                  </a:lnTo>
                  <a:lnTo>
                    <a:pt x="85160" y="314091"/>
                  </a:lnTo>
                  <a:lnTo>
                    <a:pt x="83810" y="312013"/>
                  </a:lnTo>
                  <a:lnTo>
                    <a:pt x="82103" y="312970"/>
                  </a:lnTo>
                  <a:lnTo>
                    <a:pt x="82086" y="314896"/>
                  </a:lnTo>
                  <a:lnTo>
                    <a:pt x="80823" y="316680"/>
                  </a:lnTo>
                  <a:lnTo>
                    <a:pt x="79912" y="319219"/>
                  </a:lnTo>
                  <a:lnTo>
                    <a:pt x="78081" y="315618"/>
                  </a:lnTo>
                  <a:lnTo>
                    <a:pt x="75399" y="312208"/>
                  </a:lnTo>
                  <a:lnTo>
                    <a:pt x="70714" y="309789"/>
                  </a:lnTo>
                  <a:lnTo>
                    <a:pt x="68204" y="309290"/>
                  </a:lnTo>
                  <a:lnTo>
                    <a:pt x="65567" y="310164"/>
                  </a:lnTo>
                  <a:lnTo>
                    <a:pt x="62569" y="309280"/>
                  </a:lnTo>
                  <a:lnTo>
                    <a:pt x="59733" y="309161"/>
                  </a:lnTo>
                  <a:lnTo>
                    <a:pt x="55305" y="310829"/>
                  </a:lnTo>
                  <a:lnTo>
                    <a:pt x="50448" y="313492"/>
                  </a:lnTo>
                  <a:lnTo>
                    <a:pt x="46950" y="313854"/>
                  </a:lnTo>
                  <a:lnTo>
                    <a:pt x="42041" y="311125"/>
                  </a:lnTo>
                  <a:lnTo>
                    <a:pt x="33029" y="307286"/>
                  </a:lnTo>
                  <a:lnTo>
                    <a:pt x="25928" y="304357"/>
                  </a:lnTo>
                  <a:lnTo>
                    <a:pt x="23187" y="300813"/>
                  </a:lnTo>
                  <a:lnTo>
                    <a:pt x="22544" y="295838"/>
                  </a:lnTo>
                  <a:lnTo>
                    <a:pt x="22834" y="293902"/>
                  </a:lnTo>
                  <a:lnTo>
                    <a:pt x="24374" y="291508"/>
                  </a:lnTo>
                  <a:lnTo>
                    <a:pt x="24108" y="290019"/>
                  </a:lnTo>
                  <a:lnTo>
                    <a:pt x="21848" y="286296"/>
                  </a:lnTo>
                  <a:lnTo>
                    <a:pt x="20120" y="284385"/>
                  </a:lnTo>
                  <a:lnTo>
                    <a:pt x="19647" y="282606"/>
                  </a:lnTo>
                  <a:lnTo>
                    <a:pt x="17216" y="277620"/>
                  </a:lnTo>
                  <a:lnTo>
                    <a:pt x="17722" y="277089"/>
                  </a:lnTo>
                  <a:lnTo>
                    <a:pt x="21965" y="278295"/>
                  </a:lnTo>
                  <a:lnTo>
                    <a:pt x="24842" y="276741"/>
                  </a:lnTo>
                  <a:lnTo>
                    <a:pt x="25707" y="273613"/>
                  </a:lnTo>
                  <a:lnTo>
                    <a:pt x="27712" y="271992"/>
                  </a:lnTo>
                  <a:lnTo>
                    <a:pt x="26378" y="269801"/>
                  </a:lnTo>
                  <a:lnTo>
                    <a:pt x="23796" y="268637"/>
                  </a:lnTo>
                  <a:lnTo>
                    <a:pt x="21166" y="268413"/>
                  </a:lnTo>
                  <a:lnTo>
                    <a:pt x="18798" y="266778"/>
                  </a:lnTo>
                  <a:lnTo>
                    <a:pt x="16097" y="265229"/>
                  </a:lnTo>
                  <a:lnTo>
                    <a:pt x="11421" y="263922"/>
                  </a:lnTo>
                  <a:lnTo>
                    <a:pt x="9397" y="262908"/>
                  </a:lnTo>
                  <a:lnTo>
                    <a:pt x="6339" y="258815"/>
                  </a:lnTo>
                  <a:lnTo>
                    <a:pt x="3856" y="256090"/>
                  </a:lnTo>
                  <a:lnTo>
                    <a:pt x="771" y="2541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941857" y="5731200"/>
              <a:ext cx="38114" cy="33677"/>
            </a:xfrm>
            <a:custGeom>
              <a:avLst/>
              <a:pathLst>
                <a:path w="38114" h="33677">
                  <a:moveTo>
                    <a:pt x="0" y="32201"/>
                  </a:moveTo>
                  <a:lnTo>
                    <a:pt x="6206" y="27944"/>
                  </a:lnTo>
                  <a:lnTo>
                    <a:pt x="8389" y="26234"/>
                  </a:lnTo>
                  <a:lnTo>
                    <a:pt x="10970" y="22850"/>
                  </a:lnTo>
                  <a:lnTo>
                    <a:pt x="12892" y="21764"/>
                  </a:lnTo>
                  <a:lnTo>
                    <a:pt x="12552" y="18207"/>
                  </a:lnTo>
                  <a:lnTo>
                    <a:pt x="13694" y="15417"/>
                  </a:lnTo>
                  <a:lnTo>
                    <a:pt x="18340" y="11169"/>
                  </a:lnTo>
                  <a:lnTo>
                    <a:pt x="21655" y="12587"/>
                  </a:lnTo>
                  <a:lnTo>
                    <a:pt x="22359" y="9989"/>
                  </a:lnTo>
                  <a:lnTo>
                    <a:pt x="23109" y="6572"/>
                  </a:lnTo>
                  <a:lnTo>
                    <a:pt x="24550" y="3093"/>
                  </a:lnTo>
                  <a:lnTo>
                    <a:pt x="27163" y="1271"/>
                  </a:lnTo>
                  <a:lnTo>
                    <a:pt x="32382" y="0"/>
                  </a:lnTo>
                  <a:lnTo>
                    <a:pt x="35057" y="2192"/>
                  </a:lnTo>
                  <a:lnTo>
                    <a:pt x="38114" y="2709"/>
                  </a:lnTo>
                  <a:lnTo>
                    <a:pt x="37584" y="4773"/>
                  </a:lnTo>
                  <a:lnTo>
                    <a:pt x="36326" y="6741"/>
                  </a:lnTo>
                  <a:lnTo>
                    <a:pt x="36619" y="8744"/>
                  </a:lnTo>
                  <a:lnTo>
                    <a:pt x="33692" y="10489"/>
                  </a:lnTo>
                  <a:lnTo>
                    <a:pt x="30351" y="12592"/>
                  </a:lnTo>
                  <a:lnTo>
                    <a:pt x="25241" y="14820"/>
                  </a:lnTo>
                  <a:lnTo>
                    <a:pt x="23996" y="17317"/>
                  </a:lnTo>
                  <a:lnTo>
                    <a:pt x="22187" y="19892"/>
                  </a:lnTo>
                  <a:lnTo>
                    <a:pt x="20996" y="22308"/>
                  </a:lnTo>
                  <a:lnTo>
                    <a:pt x="17047" y="24006"/>
                  </a:lnTo>
                  <a:lnTo>
                    <a:pt x="15134" y="25741"/>
                  </a:lnTo>
                  <a:lnTo>
                    <a:pt x="13371" y="28268"/>
                  </a:lnTo>
                  <a:lnTo>
                    <a:pt x="11013" y="27931"/>
                  </a:lnTo>
                  <a:lnTo>
                    <a:pt x="7056" y="31055"/>
                  </a:lnTo>
                  <a:lnTo>
                    <a:pt x="2859" y="32979"/>
                  </a:lnTo>
                  <a:lnTo>
                    <a:pt x="551" y="336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41118" y="5582238"/>
              <a:ext cx="7959" cy="5362"/>
            </a:xfrm>
            <a:custGeom>
              <a:avLst/>
              <a:pathLst>
                <a:path w="7959" h="5362">
                  <a:moveTo>
                    <a:pt x="0" y="0"/>
                  </a:moveTo>
                  <a:lnTo>
                    <a:pt x="4531" y="1254"/>
                  </a:lnTo>
                  <a:lnTo>
                    <a:pt x="7658" y="1641"/>
                  </a:lnTo>
                  <a:lnTo>
                    <a:pt x="7959" y="3642"/>
                  </a:lnTo>
                  <a:lnTo>
                    <a:pt x="4890" y="5362"/>
                  </a:lnTo>
                  <a:lnTo>
                    <a:pt x="2587" y="48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918883" y="5747376"/>
              <a:ext cx="14066" cy="16163"/>
            </a:xfrm>
            <a:custGeom>
              <a:avLst/>
              <a:pathLst>
                <a:path w="14066" h="16163">
                  <a:moveTo>
                    <a:pt x="1117" y="12765"/>
                  </a:moveTo>
                  <a:lnTo>
                    <a:pt x="3403" y="6801"/>
                  </a:lnTo>
                  <a:lnTo>
                    <a:pt x="5091" y="5864"/>
                  </a:lnTo>
                  <a:lnTo>
                    <a:pt x="9153" y="8196"/>
                  </a:lnTo>
                  <a:lnTo>
                    <a:pt x="11659" y="5309"/>
                  </a:lnTo>
                  <a:lnTo>
                    <a:pt x="10468" y="961"/>
                  </a:lnTo>
                  <a:lnTo>
                    <a:pt x="12319" y="0"/>
                  </a:lnTo>
                  <a:lnTo>
                    <a:pt x="13831" y="2956"/>
                  </a:lnTo>
                  <a:lnTo>
                    <a:pt x="14066" y="6903"/>
                  </a:lnTo>
                  <a:lnTo>
                    <a:pt x="13758" y="10960"/>
                  </a:lnTo>
                  <a:lnTo>
                    <a:pt x="12631" y="14888"/>
                  </a:lnTo>
                  <a:lnTo>
                    <a:pt x="9831" y="13791"/>
                  </a:lnTo>
                  <a:lnTo>
                    <a:pt x="6539" y="13431"/>
                  </a:lnTo>
                  <a:lnTo>
                    <a:pt x="3248" y="16129"/>
                  </a:lnTo>
                  <a:lnTo>
                    <a:pt x="0" y="161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30057" y="5552267"/>
              <a:ext cx="6476" cy="5177"/>
            </a:xfrm>
            <a:custGeom>
              <a:avLst/>
              <a:pathLst>
                <a:path w="6476" h="5177">
                  <a:moveTo>
                    <a:pt x="282" y="711"/>
                  </a:moveTo>
                  <a:lnTo>
                    <a:pt x="2965" y="0"/>
                  </a:lnTo>
                  <a:lnTo>
                    <a:pt x="6476" y="390"/>
                  </a:lnTo>
                  <a:lnTo>
                    <a:pt x="6420" y="3290"/>
                  </a:lnTo>
                  <a:lnTo>
                    <a:pt x="2826" y="5177"/>
                  </a:lnTo>
                  <a:lnTo>
                    <a:pt x="0" y="31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02774" y="5762191"/>
              <a:ext cx="8013" cy="6873"/>
            </a:xfrm>
            <a:custGeom>
              <a:avLst/>
              <a:pathLst>
                <a:path w="8013" h="6873">
                  <a:moveTo>
                    <a:pt x="822" y="2275"/>
                  </a:moveTo>
                  <a:lnTo>
                    <a:pt x="4620" y="0"/>
                  </a:lnTo>
                  <a:lnTo>
                    <a:pt x="8013" y="1410"/>
                  </a:lnTo>
                  <a:lnTo>
                    <a:pt x="6448" y="5521"/>
                  </a:lnTo>
                  <a:lnTo>
                    <a:pt x="3931" y="5386"/>
                  </a:lnTo>
                  <a:lnTo>
                    <a:pt x="1272" y="6873"/>
                  </a:lnTo>
                  <a:lnTo>
                    <a:pt x="0" y="58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890917" y="5767614"/>
              <a:ext cx="2910" cy="4525"/>
            </a:xfrm>
            <a:custGeom>
              <a:avLst/>
              <a:pathLst>
                <a:path w="2910" h="4525">
                  <a:moveTo>
                    <a:pt x="0" y="1390"/>
                  </a:moveTo>
                  <a:lnTo>
                    <a:pt x="1495" y="0"/>
                  </a:lnTo>
                  <a:lnTo>
                    <a:pt x="2910" y="1591"/>
                  </a:lnTo>
                  <a:lnTo>
                    <a:pt x="1944" y="4525"/>
                  </a:lnTo>
                  <a:lnTo>
                    <a:pt x="72" y="34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942816" y="5243001"/>
              <a:ext cx="55605" cy="47012"/>
            </a:xfrm>
            <a:custGeom>
              <a:avLst/>
              <a:pathLst>
                <a:path w="55605" h="47012">
                  <a:moveTo>
                    <a:pt x="900" y="9681"/>
                  </a:moveTo>
                  <a:lnTo>
                    <a:pt x="2164" y="7293"/>
                  </a:lnTo>
                  <a:lnTo>
                    <a:pt x="2773" y="2829"/>
                  </a:lnTo>
                  <a:lnTo>
                    <a:pt x="4381" y="0"/>
                  </a:lnTo>
                  <a:lnTo>
                    <a:pt x="6695" y="431"/>
                  </a:lnTo>
                  <a:lnTo>
                    <a:pt x="6651" y="3761"/>
                  </a:lnTo>
                  <a:lnTo>
                    <a:pt x="6779" y="6159"/>
                  </a:lnTo>
                  <a:lnTo>
                    <a:pt x="10733" y="9216"/>
                  </a:lnTo>
                  <a:lnTo>
                    <a:pt x="16711" y="12966"/>
                  </a:lnTo>
                  <a:lnTo>
                    <a:pt x="18483" y="12513"/>
                  </a:lnTo>
                  <a:lnTo>
                    <a:pt x="23639" y="9523"/>
                  </a:lnTo>
                  <a:lnTo>
                    <a:pt x="25922" y="8850"/>
                  </a:lnTo>
                  <a:lnTo>
                    <a:pt x="28454" y="9489"/>
                  </a:lnTo>
                  <a:lnTo>
                    <a:pt x="29695" y="10620"/>
                  </a:lnTo>
                  <a:lnTo>
                    <a:pt x="30950" y="13275"/>
                  </a:lnTo>
                  <a:lnTo>
                    <a:pt x="32297" y="14153"/>
                  </a:lnTo>
                  <a:lnTo>
                    <a:pt x="32596" y="17778"/>
                  </a:lnTo>
                  <a:lnTo>
                    <a:pt x="32884" y="20817"/>
                  </a:lnTo>
                  <a:lnTo>
                    <a:pt x="35360" y="22894"/>
                  </a:lnTo>
                  <a:lnTo>
                    <a:pt x="38891" y="24143"/>
                  </a:lnTo>
                  <a:lnTo>
                    <a:pt x="40231" y="26357"/>
                  </a:lnTo>
                  <a:lnTo>
                    <a:pt x="41916" y="28016"/>
                  </a:lnTo>
                  <a:lnTo>
                    <a:pt x="48574" y="30154"/>
                  </a:lnTo>
                  <a:lnTo>
                    <a:pt x="51258" y="30968"/>
                  </a:lnTo>
                  <a:lnTo>
                    <a:pt x="55605" y="33491"/>
                  </a:lnTo>
                  <a:lnTo>
                    <a:pt x="53909" y="36922"/>
                  </a:lnTo>
                  <a:lnTo>
                    <a:pt x="51865" y="39611"/>
                  </a:lnTo>
                  <a:lnTo>
                    <a:pt x="49982" y="40052"/>
                  </a:lnTo>
                  <a:lnTo>
                    <a:pt x="47756" y="37761"/>
                  </a:lnTo>
                  <a:lnTo>
                    <a:pt x="44890" y="37474"/>
                  </a:lnTo>
                  <a:lnTo>
                    <a:pt x="40740" y="39540"/>
                  </a:lnTo>
                  <a:lnTo>
                    <a:pt x="38686" y="41026"/>
                  </a:lnTo>
                  <a:lnTo>
                    <a:pt x="37603" y="43076"/>
                  </a:lnTo>
                  <a:lnTo>
                    <a:pt x="37433" y="45429"/>
                  </a:lnTo>
                  <a:lnTo>
                    <a:pt x="35882" y="47012"/>
                  </a:lnTo>
                  <a:lnTo>
                    <a:pt x="33852" y="45557"/>
                  </a:lnTo>
                  <a:lnTo>
                    <a:pt x="33844" y="41607"/>
                  </a:lnTo>
                  <a:lnTo>
                    <a:pt x="32582" y="38373"/>
                  </a:lnTo>
                  <a:lnTo>
                    <a:pt x="29919" y="35114"/>
                  </a:lnTo>
                  <a:lnTo>
                    <a:pt x="27563" y="33779"/>
                  </a:lnTo>
                  <a:lnTo>
                    <a:pt x="26156" y="33617"/>
                  </a:lnTo>
                  <a:lnTo>
                    <a:pt x="25850" y="30714"/>
                  </a:lnTo>
                  <a:lnTo>
                    <a:pt x="24105" y="26751"/>
                  </a:lnTo>
                  <a:lnTo>
                    <a:pt x="20370" y="23026"/>
                  </a:lnTo>
                  <a:lnTo>
                    <a:pt x="16509" y="20219"/>
                  </a:lnTo>
                  <a:lnTo>
                    <a:pt x="13487" y="19242"/>
                  </a:lnTo>
                  <a:lnTo>
                    <a:pt x="10413" y="19984"/>
                  </a:lnTo>
                  <a:lnTo>
                    <a:pt x="9127" y="21074"/>
                  </a:lnTo>
                  <a:lnTo>
                    <a:pt x="6003" y="23205"/>
                  </a:lnTo>
                  <a:lnTo>
                    <a:pt x="4441" y="22022"/>
                  </a:lnTo>
                  <a:lnTo>
                    <a:pt x="2202" y="20014"/>
                  </a:lnTo>
                  <a:lnTo>
                    <a:pt x="747" y="18457"/>
                  </a:lnTo>
                  <a:lnTo>
                    <a:pt x="0" y="133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57137" y="5768486"/>
              <a:ext cx="8716" cy="5994"/>
            </a:xfrm>
            <a:custGeom>
              <a:avLst/>
              <a:pathLst>
                <a:path w="8716" h="5994">
                  <a:moveTo>
                    <a:pt x="927" y="3130"/>
                  </a:moveTo>
                  <a:lnTo>
                    <a:pt x="2787" y="1086"/>
                  </a:lnTo>
                  <a:lnTo>
                    <a:pt x="5315" y="0"/>
                  </a:lnTo>
                  <a:lnTo>
                    <a:pt x="8233" y="1756"/>
                  </a:lnTo>
                  <a:lnTo>
                    <a:pt x="8716" y="3579"/>
                  </a:lnTo>
                  <a:lnTo>
                    <a:pt x="5717" y="5508"/>
                  </a:lnTo>
                  <a:lnTo>
                    <a:pt x="2812" y="5994"/>
                  </a:lnTo>
                  <a:lnTo>
                    <a:pt x="0" y="58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630969" y="5728436"/>
              <a:ext cx="3803" cy="5386"/>
            </a:xfrm>
            <a:custGeom>
              <a:avLst/>
              <a:pathLst>
                <a:path w="3803" h="5386">
                  <a:moveTo>
                    <a:pt x="0" y="0"/>
                  </a:moveTo>
                  <a:lnTo>
                    <a:pt x="3050" y="885"/>
                  </a:lnTo>
                  <a:lnTo>
                    <a:pt x="3803" y="3361"/>
                  </a:lnTo>
                  <a:lnTo>
                    <a:pt x="3301" y="5386"/>
                  </a:lnTo>
                  <a:lnTo>
                    <a:pt x="987" y="36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895990" y="5379318"/>
              <a:ext cx="15010" cy="22658"/>
            </a:xfrm>
            <a:custGeom>
              <a:avLst/>
              <a:pathLst>
                <a:path w="15010" h="22658">
                  <a:moveTo>
                    <a:pt x="1377" y="0"/>
                  </a:moveTo>
                  <a:lnTo>
                    <a:pt x="3752" y="5419"/>
                  </a:lnTo>
                  <a:lnTo>
                    <a:pt x="4357" y="9770"/>
                  </a:lnTo>
                  <a:lnTo>
                    <a:pt x="9496" y="16011"/>
                  </a:lnTo>
                  <a:lnTo>
                    <a:pt x="12535" y="18130"/>
                  </a:lnTo>
                  <a:lnTo>
                    <a:pt x="15010" y="20908"/>
                  </a:lnTo>
                  <a:lnTo>
                    <a:pt x="14421" y="22658"/>
                  </a:lnTo>
                  <a:lnTo>
                    <a:pt x="11330" y="21136"/>
                  </a:lnTo>
                  <a:lnTo>
                    <a:pt x="7254" y="19200"/>
                  </a:lnTo>
                  <a:lnTo>
                    <a:pt x="2892" y="12601"/>
                  </a:lnTo>
                  <a:lnTo>
                    <a:pt x="0" y="9397"/>
                  </a:lnTo>
                  <a:lnTo>
                    <a:pt x="218" y="19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89642" y="5758058"/>
              <a:ext cx="59310" cy="23004"/>
            </a:xfrm>
            <a:custGeom>
              <a:avLst/>
              <a:pathLst>
                <a:path w="59310" h="23004">
                  <a:moveTo>
                    <a:pt x="796" y="10204"/>
                  </a:moveTo>
                  <a:lnTo>
                    <a:pt x="7655" y="10170"/>
                  </a:lnTo>
                  <a:lnTo>
                    <a:pt x="11395" y="9345"/>
                  </a:lnTo>
                  <a:lnTo>
                    <a:pt x="15630" y="10431"/>
                  </a:lnTo>
                  <a:lnTo>
                    <a:pt x="19757" y="9843"/>
                  </a:lnTo>
                  <a:lnTo>
                    <a:pt x="22280" y="7930"/>
                  </a:lnTo>
                  <a:lnTo>
                    <a:pt x="22953" y="3287"/>
                  </a:lnTo>
                  <a:lnTo>
                    <a:pt x="26352" y="1231"/>
                  </a:lnTo>
                  <a:lnTo>
                    <a:pt x="30117" y="0"/>
                  </a:lnTo>
                  <a:lnTo>
                    <a:pt x="32860" y="1941"/>
                  </a:lnTo>
                  <a:lnTo>
                    <a:pt x="34556" y="5793"/>
                  </a:lnTo>
                  <a:lnTo>
                    <a:pt x="32649" y="9232"/>
                  </a:lnTo>
                  <a:lnTo>
                    <a:pt x="32770" y="14143"/>
                  </a:lnTo>
                  <a:lnTo>
                    <a:pt x="35834" y="14540"/>
                  </a:lnTo>
                  <a:lnTo>
                    <a:pt x="41941" y="15603"/>
                  </a:lnTo>
                  <a:lnTo>
                    <a:pt x="45082" y="15665"/>
                  </a:lnTo>
                  <a:lnTo>
                    <a:pt x="48697" y="18877"/>
                  </a:lnTo>
                  <a:lnTo>
                    <a:pt x="53758" y="19097"/>
                  </a:lnTo>
                  <a:lnTo>
                    <a:pt x="59310" y="21153"/>
                  </a:lnTo>
                  <a:lnTo>
                    <a:pt x="58331" y="23004"/>
                  </a:lnTo>
                  <a:lnTo>
                    <a:pt x="53539" y="22962"/>
                  </a:lnTo>
                  <a:lnTo>
                    <a:pt x="47894" y="22482"/>
                  </a:lnTo>
                  <a:lnTo>
                    <a:pt x="44920" y="21999"/>
                  </a:lnTo>
                  <a:lnTo>
                    <a:pt x="40524" y="19611"/>
                  </a:lnTo>
                  <a:lnTo>
                    <a:pt x="37359" y="19479"/>
                  </a:lnTo>
                  <a:lnTo>
                    <a:pt x="35393" y="18748"/>
                  </a:lnTo>
                  <a:lnTo>
                    <a:pt x="30571" y="16577"/>
                  </a:lnTo>
                  <a:lnTo>
                    <a:pt x="26237" y="14748"/>
                  </a:lnTo>
                  <a:lnTo>
                    <a:pt x="23617" y="14511"/>
                  </a:lnTo>
                  <a:lnTo>
                    <a:pt x="22639" y="17564"/>
                  </a:lnTo>
                  <a:lnTo>
                    <a:pt x="19103" y="15588"/>
                  </a:lnTo>
                  <a:lnTo>
                    <a:pt x="14495" y="15891"/>
                  </a:lnTo>
                  <a:lnTo>
                    <a:pt x="10708" y="14381"/>
                  </a:lnTo>
                  <a:lnTo>
                    <a:pt x="7615" y="14229"/>
                  </a:lnTo>
                  <a:lnTo>
                    <a:pt x="4159" y="13157"/>
                  </a:lnTo>
                  <a:lnTo>
                    <a:pt x="0" y="1230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46213" y="5759946"/>
              <a:ext cx="40732" cy="19275"/>
            </a:xfrm>
            <a:custGeom>
              <a:avLst/>
              <a:pathLst>
                <a:path w="40732" h="19275">
                  <a:moveTo>
                    <a:pt x="1417" y="14565"/>
                  </a:moveTo>
                  <a:lnTo>
                    <a:pt x="2920" y="9674"/>
                  </a:lnTo>
                  <a:lnTo>
                    <a:pt x="6468" y="8972"/>
                  </a:lnTo>
                  <a:lnTo>
                    <a:pt x="7166" y="7457"/>
                  </a:lnTo>
                  <a:lnTo>
                    <a:pt x="6357" y="4376"/>
                  </a:lnTo>
                  <a:lnTo>
                    <a:pt x="7493" y="2826"/>
                  </a:lnTo>
                  <a:lnTo>
                    <a:pt x="9330" y="3411"/>
                  </a:lnTo>
                  <a:lnTo>
                    <a:pt x="12485" y="2423"/>
                  </a:lnTo>
                  <a:lnTo>
                    <a:pt x="12950" y="4847"/>
                  </a:lnTo>
                  <a:lnTo>
                    <a:pt x="12535" y="6933"/>
                  </a:lnTo>
                  <a:lnTo>
                    <a:pt x="11589" y="9923"/>
                  </a:lnTo>
                  <a:lnTo>
                    <a:pt x="15268" y="10027"/>
                  </a:lnTo>
                  <a:lnTo>
                    <a:pt x="18294" y="10310"/>
                  </a:lnTo>
                  <a:lnTo>
                    <a:pt x="21747" y="10763"/>
                  </a:lnTo>
                  <a:lnTo>
                    <a:pt x="22261" y="7751"/>
                  </a:lnTo>
                  <a:lnTo>
                    <a:pt x="22207" y="5291"/>
                  </a:lnTo>
                  <a:lnTo>
                    <a:pt x="21906" y="2047"/>
                  </a:lnTo>
                  <a:lnTo>
                    <a:pt x="23733" y="0"/>
                  </a:lnTo>
                  <a:lnTo>
                    <a:pt x="25978" y="992"/>
                  </a:lnTo>
                  <a:lnTo>
                    <a:pt x="26913" y="3318"/>
                  </a:lnTo>
                  <a:lnTo>
                    <a:pt x="29454" y="7405"/>
                  </a:lnTo>
                  <a:lnTo>
                    <a:pt x="31385" y="8175"/>
                  </a:lnTo>
                  <a:lnTo>
                    <a:pt x="34946" y="8902"/>
                  </a:lnTo>
                  <a:lnTo>
                    <a:pt x="40321" y="9379"/>
                  </a:lnTo>
                  <a:lnTo>
                    <a:pt x="40732" y="11419"/>
                  </a:lnTo>
                  <a:lnTo>
                    <a:pt x="35216" y="11858"/>
                  </a:lnTo>
                  <a:lnTo>
                    <a:pt x="31449" y="11566"/>
                  </a:lnTo>
                  <a:lnTo>
                    <a:pt x="26741" y="13833"/>
                  </a:lnTo>
                  <a:lnTo>
                    <a:pt x="25610" y="15680"/>
                  </a:lnTo>
                  <a:lnTo>
                    <a:pt x="21474" y="16144"/>
                  </a:lnTo>
                  <a:lnTo>
                    <a:pt x="18058" y="16532"/>
                  </a:lnTo>
                  <a:lnTo>
                    <a:pt x="13591" y="16037"/>
                  </a:lnTo>
                  <a:lnTo>
                    <a:pt x="11523" y="16813"/>
                  </a:lnTo>
                  <a:lnTo>
                    <a:pt x="8509" y="17924"/>
                  </a:lnTo>
                  <a:lnTo>
                    <a:pt x="6810" y="19275"/>
                  </a:lnTo>
                  <a:lnTo>
                    <a:pt x="4469" y="18822"/>
                  </a:lnTo>
                  <a:lnTo>
                    <a:pt x="1100" y="19089"/>
                  </a:lnTo>
                  <a:lnTo>
                    <a:pt x="0" y="180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729078" y="5760977"/>
              <a:ext cx="17552" cy="11521"/>
            </a:xfrm>
            <a:custGeom>
              <a:avLst/>
              <a:pathLst>
                <a:path w="17552" h="11521">
                  <a:moveTo>
                    <a:pt x="1194" y="5742"/>
                  </a:moveTo>
                  <a:lnTo>
                    <a:pt x="5744" y="5791"/>
                  </a:lnTo>
                  <a:lnTo>
                    <a:pt x="10193" y="6714"/>
                  </a:lnTo>
                  <a:lnTo>
                    <a:pt x="12447" y="6135"/>
                  </a:lnTo>
                  <a:lnTo>
                    <a:pt x="13839" y="1398"/>
                  </a:lnTo>
                  <a:lnTo>
                    <a:pt x="14500" y="0"/>
                  </a:lnTo>
                  <a:lnTo>
                    <a:pt x="16464" y="907"/>
                  </a:lnTo>
                  <a:lnTo>
                    <a:pt x="17552" y="3030"/>
                  </a:lnTo>
                  <a:lnTo>
                    <a:pt x="15796" y="5853"/>
                  </a:lnTo>
                  <a:lnTo>
                    <a:pt x="14933" y="10928"/>
                  </a:lnTo>
                  <a:lnTo>
                    <a:pt x="12704" y="11353"/>
                  </a:lnTo>
                  <a:lnTo>
                    <a:pt x="10498" y="11521"/>
                  </a:lnTo>
                  <a:lnTo>
                    <a:pt x="8806" y="10256"/>
                  </a:lnTo>
                  <a:lnTo>
                    <a:pt x="5366" y="9935"/>
                  </a:lnTo>
                  <a:lnTo>
                    <a:pt x="1056" y="10044"/>
                  </a:lnTo>
                  <a:lnTo>
                    <a:pt x="0" y="73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717546" y="5755277"/>
              <a:ext cx="14819" cy="16478"/>
            </a:xfrm>
            <a:custGeom>
              <a:avLst/>
              <a:pathLst>
                <a:path w="14819" h="16478">
                  <a:moveTo>
                    <a:pt x="947" y="0"/>
                  </a:moveTo>
                  <a:lnTo>
                    <a:pt x="3642" y="157"/>
                  </a:lnTo>
                  <a:lnTo>
                    <a:pt x="6995" y="1382"/>
                  </a:lnTo>
                  <a:lnTo>
                    <a:pt x="8129" y="4852"/>
                  </a:lnTo>
                  <a:lnTo>
                    <a:pt x="11284" y="5992"/>
                  </a:lnTo>
                  <a:lnTo>
                    <a:pt x="14819" y="6662"/>
                  </a:lnTo>
                  <a:lnTo>
                    <a:pt x="13629" y="8882"/>
                  </a:lnTo>
                  <a:lnTo>
                    <a:pt x="10840" y="9451"/>
                  </a:lnTo>
                  <a:lnTo>
                    <a:pt x="8650" y="11732"/>
                  </a:lnTo>
                  <a:lnTo>
                    <a:pt x="7435" y="12949"/>
                  </a:lnTo>
                  <a:lnTo>
                    <a:pt x="5860" y="16478"/>
                  </a:lnTo>
                  <a:lnTo>
                    <a:pt x="2732" y="13907"/>
                  </a:lnTo>
                  <a:lnTo>
                    <a:pt x="1288" y="11149"/>
                  </a:lnTo>
                  <a:lnTo>
                    <a:pt x="3022" y="10375"/>
                  </a:lnTo>
                  <a:lnTo>
                    <a:pt x="4892" y="10421"/>
                  </a:lnTo>
                  <a:lnTo>
                    <a:pt x="5012" y="7263"/>
                  </a:lnTo>
                  <a:lnTo>
                    <a:pt x="2973" y="5352"/>
                  </a:lnTo>
                  <a:lnTo>
                    <a:pt x="0" y="16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699088" y="5764564"/>
              <a:ext cx="8570" cy="3606"/>
            </a:xfrm>
            <a:custGeom>
              <a:avLst/>
              <a:pathLst>
                <a:path w="8570" h="3606">
                  <a:moveTo>
                    <a:pt x="0" y="915"/>
                  </a:moveTo>
                  <a:lnTo>
                    <a:pt x="5580" y="0"/>
                  </a:lnTo>
                  <a:lnTo>
                    <a:pt x="8570" y="1720"/>
                  </a:lnTo>
                  <a:lnTo>
                    <a:pt x="7421" y="3606"/>
                  </a:lnTo>
                  <a:lnTo>
                    <a:pt x="3590" y="3433"/>
                  </a:lnTo>
                  <a:lnTo>
                    <a:pt x="1383" y="24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00473" y="5753191"/>
              <a:ext cx="3999" cy="4917"/>
            </a:xfrm>
            <a:custGeom>
              <a:avLst/>
              <a:pathLst>
                <a:path w="3999" h="4917">
                  <a:moveTo>
                    <a:pt x="903" y="0"/>
                  </a:moveTo>
                  <a:lnTo>
                    <a:pt x="3370" y="133"/>
                  </a:lnTo>
                  <a:lnTo>
                    <a:pt x="3999" y="3626"/>
                  </a:lnTo>
                  <a:lnTo>
                    <a:pt x="2279" y="4917"/>
                  </a:lnTo>
                  <a:lnTo>
                    <a:pt x="0" y="25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89941" y="5771852"/>
              <a:ext cx="6988" cy="7958"/>
            </a:xfrm>
            <a:custGeom>
              <a:avLst/>
              <a:pathLst>
                <a:path w="6988" h="7958">
                  <a:moveTo>
                    <a:pt x="0" y="4835"/>
                  </a:moveTo>
                  <a:lnTo>
                    <a:pt x="5394" y="0"/>
                  </a:lnTo>
                  <a:lnTo>
                    <a:pt x="6858" y="1975"/>
                  </a:lnTo>
                  <a:lnTo>
                    <a:pt x="6988" y="4112"/>
                  </a:lnTo>
                  <a:lnTo>
                    <a:pt x="2306" y="6957"/>
                  </a:lnTo>
                  <a:lnTo>
                    <a:pt x="733" y="79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29738" y="5717095"/>
              <a:ext cx="3021" cy="3936"/>
            </a:xfrm>
            <a:custGeom>
              <a:avLst/>
              <a:pathLst>
                <a:path w="3021" h="3936">
                  <a:moveTo>
                    <a:pt x="684" y="0"/>
                  </a:moveTo>
                  <a:lnTo>
                    <a:pt x="2195" y="277"/>
                  </a:lnTo>
                  <a:lnTo>
                    <a:pt x="3021" y="2084"/>
                  </a:lnTo>
                  <a:lnTo>
                    <a:pt x="2635" y="3936"/>
                  </a:lnTo>
                  <a:lnTo>
                    <a:pt x="598" y="3845"/>
                  </a:lnTo>
                  <a:lnTo>
                    <a:pt x="0" y="15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607004" y="5708151"/>
              <a:ext cx="13866" cy="12052"/>
            </a:xfrm>
            <a:custGeom>
              <a:avLst/>
              <a:pathLst>
                <a:path w="13866" h="12052">
                  <a:moveTo>
                    <a:pt x="1220" y="6764"/>
                  </a:moveTo>
                  <a:lnTo>
                    <a:pt x="3664" y="7119"/>
                  </a:lnTo>
                  <a:lnTo>
                    <a:pt x="5349" y="6054"/>
                  </a:lnTo>
                  <a:lnTo>
                    <a:pt x="7864" y="5510"/>
                  </a:lnTo>
                  <a:lnTo>
                    <a:pt x="9915" y="3183"/>
                  </a:lnTo>
                  <a:lnTo>
                    <a:pt x="12141" y="0"/>
                  </a:lnTo>
                  <a:lnTo>
                    <a:pt x="13596" y="1284"/>
                  </a:lnTo>
                  <a:lnTo>
                    <a:pt x="13866" y="3321"/>
                  </a:lnTo>
                  <a:lnTo>
                    <a:pt x="11664" y="5609"/>
                  </a:lnTo>
                  <a:lnTo>
                    <a:pt x="10528" y="6482"/>
                  </a:lnTo>
                  <a:lnTo>
                    <a:pt x="10970" y="9200"/>
                  </a:lnTo>
                  <a:lnTo>
                    <a:pt x="10444" y="10412"/>
                  </a:lnTo>
                  <a:lnTo>
                    <a:pt x="8025" y="9449"/>
                  </a:lnTo>
                  <a:lnTo>
                    <a:pt x="5981" y="8184"/>
                  </a:lnTo>
                  <a:lnTo>
                    <a:pt x="4790" y="9140"/>
                  </a:lnTo>
                  <a:lnTo>
                    <a:pt x="3566" y="10397"/>
                  </a:lnTo>
                  <a:lnTo>
                    <a:pt x="2633" y="12052"/>
                  </a:lnTo>
                  <a:lnTo>
                    <a:pt x="1808" y="9923"/>
                  </a:lnTo>
                  <a:lnTo>
                    <a:pt x="0" y="83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538997" y="5640180"/>
              <a:ext cx="7151" cy="7178"/>
            </a:xfrm>
            <a:custGeom>
              <a:avLst/>
              <a:pathLst>
                <a:path w="7151" h="7178">
                  <a:moveTo>
                    <a:pt x="1419" y="0"/>
                  </a:moveTo>
                  <a:lnTo>
                    <a:pt x="5586" y="3836"/>
                  </a:lnTo>
                  <a:lnTo>
                    <a:pt x="7151" y="4954"/>
                  </a:lnTo>
                  <a:lnTo>
                    <a:pt x="7017" y="7178"/>
                  </a:lnTo>
                  <a:lnTo>
                    <a:pt x="2885" y="5089"/>
                  </a:lnTo>
                  <a:lnTo>
                    <a:pt x="0" y="9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523371" y="5649794"/>
              <a:ext cx="11499" cy="8583"/>
            </a:xfrm>
            <a:custGeom>
              <a:avLst/>
              <a:pathLst>
                <a:path w="11499" h="8583">
                  <a:moveTo>
                    <a:pt x="3432" y="170"/>
                  </a:moveTo>
                  <a:lnTo>
                    <a:pt x="6192" y="1093"/>
                  </a:lnTo>
                  <a:lnTo>
                    <a:pt x="8615" y="0"/>
                  </a:lnTo>
                  <a:lnTo>
                    <a:pt x="11499" y="2166"/>
                  </a:lnTo>
                  <a:lnTo>
                    <a:pt x="8972" y="4774"/>
                  </a:lnTo>
                  <a:lnTo>
                    <a:pt x="9500" y="7217"/>
                  </a:lnTo>
                  <a:lnTo>
                    <a:pt x="8548" y="8583"/>
                  </a:lnTo>
                  <a:lnTo>
                    <a:pt x="6848" y="7751"/>
                  </a:lnTo>
                  <a:lnTo>
                    <a:pt x="4846" y="4888"/>
                  </a:lnTo>
                  <a:lnTo>
                    <a:pt x="3242" y="5323"/>
                  </a:lnTo>
                  <a:lnTo>
                    <a:pt x="0" y="14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510491" y="5616650"/>
              <a:ext cx="21001" cy="16935"/>
            </a:xfrm>
            <a:custGeom>
              <a:avLst/>
              <a:pathLst>
                <a:path w="21001" h="16935">
                  <a:moveTo>
                    <a:pt x="543" y="110"/>
                  </a:moveTo>
                  <a:lnTo>
                    <a:pt x="5305" y="0"/>
                  </a:lnTo>
                  <a:lnTo>
                    <a:pt x="8677" y="1579"/>
                  </a:lnTo>
                  <a:lnTo>
                    <a:pt x="15771" y="6195"/>
                  </a:lnTo>
                  <a:lnTo>
                    <a:pt x="18069" y="9750"/>
                  </a:lnTo>
                  <a:lnTo>
                    <a:pt x="21001" y="15165"/>
                  </a:lnTo>
                  <a:lnTo>
                    <a:pt x="20466" y="16935"/>
                  </a:lnTo>
                  <a:lnTo>
                    <a:pt x="17324" y="15388"/>
                  </a:lnTo>
                  <a:lnTo>
                    <a:pt x="15809" y="13532"/>
                  </a:lnTo>
                  <a:lnTo>
                    <a:pt x="14270" y="15521"/>
                  </a:lnTo>
                  <a:lnTo>
                    <a:pt x="12576" y="15090"/>
                  </a:lnTo>
                  <a:lnTo>
                    <a:pt x="10084" y="13586"/>
                  </a:lnTo>
                  <a:lnTo>
                    <a:pt x="7935" y="13999"/>
                  </a:lnTo>
                  <a:lnTo>
                    <a:pt x="6183" y="11658"/>
                  </a:lnTo>
                  <a:lnTo>
                    <a:pt x="5601" y="9572"/>
                  </a:lnTo>
                  <a:lnTo>
                    <a:pt x="6100" y="7039"/>
                  </a:lnTo>
                  <a:lnTo>
                    <a:pt x="4687" y="4455"/>
                  </a:lnTo>
                  <a:lnTo>
                    <a:pt x="2907" y="3087"/>
                  </a:lnTo>
                  <a:lnTo>
                    <a:pt x="0" y="31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6182749" y="5140379"/>
              <a:ext cx="43285" cy="29064"/>
            </a:xfrm>
            <a:custGeom>
              <a:avLst/>
              <a:pathLst>
                <a:path w="43285" h="29064">
                  <a:moveTo>
                    <a:pt x="0" y="27060"/>
                  </a:moveTo>
                  <a:lnTo>
                    <a:pt x="3568" y="18810"/>
                  </a:lnTo>
                  <a:lnTo>
                    <a:pt x="9134" y="13565"/>
                  </a:lnTo>
                  <a:lnTo>
                    <a:pt x="15513" y="8923"/>
                  </a:lnTo>
                  <a:lnTo>
                    <a:pt x="16290" y="7017"/>
                  </a:lnTo>
                  <a:lnTo>
                    <a:pt x="25511" y="0"/>
                  </a:lnTo>
                  <a:lnTo>
                    <a:pt x="37241" y="2634"/>
                  </a:lnTo>
                  <a:lnTo>
                    <a:pt x="43285" y="8525"/>
                  </a:lnTo>
                  <a:lnTo>
                    <a:pt x="36021" y="13302"/>
                  </a:lnTo>
                  <a:lnTo>
                    <a:pt x="31526" y="15528"/>
                  </a:lnTo>
                  <a:lnTo>
                    <a:pt x="27940" y="14601"/>
                  </a:lnTo>
                  <a:lnTo>
                    <a:pt x="22458" y="17670"/>
                  </a:lnTo>
                  <a:lnTo>
                    <a:pt x="16718" y="21381"/>
                  </a:lnTo>
                  <a:lnTo>
                    <a:pt x="10118" y="25824"/>
                  </a:lnTo>
                  <a:lnTo>
                    <a:pt x="261" y="290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6166643" y="5167065"/>
              <a:ext cx="11390" cy="9918"/>
            </a:xfrm>
            <a:custGeom>
              <a:avLst/>
              <a:pathLst>
                <a:path w="11390" h="9918">
                  <a:moveTo>
                    <a:pt x="424" y="5909"/>
                  </a:moveTo>
                  <a:lnTo>
                    <a:pt x="2347" y="2185"/>
                  </a:lnTo>
                  <a:lnTo>
                    <a:pt x="11390" y="0"/>
                  </a:lnTo>
                  <a:lnTo>
                    <a:pt x="8637" y="8179"/>
                  </a:lnTo>
                  <a:lnTo>
                    <a:pt x="0" y="99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6152956" y="5168283"/>
              <a:ext cx="7793" cy="8530"/>
            </a:xfrm>
            <a:custGeom>
              <a:avLst/>
              <a:pathLst>
                <a:path w="7793" h="8530">
                  <a:moveTo>
                    <a:pt x="0" y="4799"/>
                  </a:moveTo>
                  <a:lnTo>
                    <a:pt x="2808" y="0"/>
                  </a:lnTo>
                  <a:lnTo>
                    <a:pt x="7793" y="1839"/>
                  </a:lnTo>
                  <a:lnTo>
                    <a:pt x="7466" y="6926"/>
                  </a:lnTo>
                  <a:lnTo>
                    <a:pt x="1301" y="85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655731" y="4632718"/>
              <a:ext cx="643079" cy="514183"/>
            </a:xfrm>
            <a:custGeom>
              <a:avLst/>
              <a:pathLst>
                <a:path w="643079" h="514183">
                  <a:moveTo>
                    <a:pt x="2281" y="64751"/>
                  </a:moveTo>
                  <a:lnTo>
                    <a:pt x="1277" y="60849"/>
                  </a:lnTo>
                  <a:lnTo>
                    <a:pt x="7199" y="59974"/>
                  </a:lnTo>
                  <a:lnTo>
                    <a:pt x="14194" y="58902"/>
                  </a:lnTo>
                  <a:lnTo>
                    <a:pt x="22672" y="57616"/>
                  </a:lnTo>
                  <a:lnTo>
                    <a:pt x="33829" y="55891"/>
                  </a:lnTo>
                  <a:lnTo>
                    <a:pt x="51364" y="53344"/>
                  </a:lnTo>
                  <a:lnTo>
                    <a:pt x="58518" y="52271"/>
                  </a:lnTo>
                  <a:lnTo>
                    <a:pt x="61975" y="51768"/>
                  </a:lnTo>
                  <a:lnTo>
                    <a:pt x="69250" y="50704"/>
                  </a:lnTo>
                  <a:lnTo>
                    <a:pt x="78562" y="49330"/>
                  </a:lnTo>
                  <a:lnTo>
                    <a:pt x="91601" y="47317"/>
                  </a:lnTo>
                  <a:lnTo>
                    <a:pt x="93365" y="47043"/>
                  </a:lnTo>
                  <a:lnTo>
                    <a:pt x="106609" y="44939"/>
                  </a:lnTo>
                  <a:lnTo>
                    <a:pt x="110671" y="44289"/>
                  </a:lnTo>
                  <a:lnTo>
                    <a:pt x="117947" y="43116"/>
                  </a:lnTo>
                  <a:lnTo>
                    <a:pt x="128477" y="41404"/>
                  </a:lnTo>
                  <a:lnTo>
                    <a:pt x="139163" y="39460"/>
                  </a:lnTo>
                  <a:lnTo>
                    <a:pt x="157852" y="36069"/>
                  </a:lnTo>
                  <a:lnTo>
                    <a:pt x="158572" y="35937"/>
                  </a:lnTo>
                  <a:lnTo>
                    <a:pt x="170073" y="33820"/>
                  </a:lnTo>
                  <a:lnTo>
                    <a:pt x="183979" y="31301"/>
                  </a:lnTo>
                  <a:lnTo>
                    <a:pt x="192497" y="29809"/>
                  </a:lnTo>
                  <a:lnTo>
                    <a:pt x="194634" y="29428"/>
                  </a:lnTo>
                  <a:lnTo>
                    <a:pt x="194680" y="31515"/>
                  </a:lnTo>
                  <a:lnTo>
                    <a:pt x="196862" y="34678"/>
                  </a:lnTo>
                  <a:lnTo>
                    <a:pt x="201199" y="39073"/>
                  </a:lnTo>
                  <a:lnTo>
                    <a:pt x="201891" y="42907"/>
                  </a:lnTo>
                  <a:lnTo>
                    <a:pt x="203905" y="48038"/>
                  </a:lnTo>
                  <a:lnTo>
                    <a:pt x="208774" y="52539"/>
                  </a:lnTo>
                  <a:lnTo>
                    <a:pt x="212557" y="52028"/>
                  </a:lnTo>
                  <a:lnTo>
                    <a:pt x="237983" y="48923"/>
                  </a:lnTo>
                  <a:lnTo>
                    <a:pt x="245014" y="47984"/>
                  </a:lnTo>
                  <a:lnTo>
                    <a:pt x="252155" y="47021"/>
                  </a:lnTo>
                  <a:lnTo>
                    <a:pt x="264188" y="45381"/>
                  </a:lnTo>
                  <a:lnTo>
                    <a:pt x="267284" y="44986"/>
                  </a:lnTo>
                  <a:lnTo>
                    <a:pt x="273011" y="44253"/>
                  </a:lnTo>
                  <a:lnTo>
                    <a:pt x="287006" y="42437"/>
                  </a:lnTo>
                  <a:lnTo>
                    <a:pt x="292804" y="41689"/>
                  </a:lnTo>
                  <a:lnTo>
                    <a:pt x="302712" y="40399"/>
                  </a:lnTo>
                  <a:lnTo>
                    <a:pt x="311097" y="39295"/>
                  </a:lnTo>
                  <a:lnTo>
                    <a:pt x="321783" y="37961"/>
                  </a:lnTo>
                  <a:lnTo>
                    <a:pt x="325416" y="37504"/>
                  </a:lnTo>
                  <a:lnTo>
                    <a:pt x="338388" y="35853"/>
                  </a:lnTo>
                  <a:lnTo>
                    <a:pt x="338778" y="35803"/>
                  </a:lnTo>
                  <a:lnTo>
                    <a:pt x="357847" y="33267"/>
                  </a:lnTo>
                  <a:lnTo>
                    <a:pt x="371938" y="31388"/>
                  </a:lnTo>
                  <a:lnTo>
                    <a:pt x="379855" y="30318"/>
                  </a:lnTo>
                  <a:lnTo>
                    <a:pt x="389189" y="29044"/>
                  </a:lnTo>
                  <a:lnTo>
                    <a:pt x="392248" y="28706"/>
                  </a:lnTo>
                  <a:lnTo>
                    <a:pt x="407346" y="27018"/>
                  </a:lnTo>
                  <a:lnTo>
                    <a:pt x="407216" y="30934"/>
                  </a:lnTo>
                  <a:lnTo>
                    <a:pt x="410041" y="34478"/>
                  </a:lnTo>
                  <a:lnTo>
                    <a:pt x="410115" y="38910"/>
                  </a:lnTo>
                  <a:lnTo>
                    <a:pt x="413223" y="43248"/>
                  </a:lnTo>
                  <a:lnTo>
                    <a:pt x="416031" y="43122"/>
                  </a:lnTo>
                  <a:lnTo>
                    <a:pt x="419678" y="42583"/>
                  </a:lnTo>
                  <a:lnTo>
                    <a:pt x="422805" y="41241"/>
                  </a:lnTo>
                  <a:lnTo>
                    <a:pt x="423536" y="40927"/>
                  </a:lnTo>
                  <a:lnTo>
                    <a:pt x="422929" y="38101"/>
                  </a:lnTo>
                  <a:lnTo>
                    <a:pt x="423265" y="34090"/>
                  </a:lnTo>
                  <a:lnTo>
                    <a:pt x="422690" y="26732"/>
                  </a:lnTo>
                  <a:lnTo>
                    <a:pt x="421786" y="20628"/>
                  </a:lnTo>
                  <a:lnTo>
                    <a:pt x="418446" y="16532"/>
                  </a:lnTo>
                  <a:lnTo>
                    <a:pt x="418440" y="13245"/>
                  </a:lnTo>
                  <a:lnTo>
                    <a:pt x="418206" y="8088"/>
                  </a:lnTo>
                  <a:lnTo>
                    <a:pt x="420434" y="4451"/>
                  </a:lnTo>
                  <a:lnTo>
                    <a:pt x="423608" y="77"/>
                  </a:lnTo>
                  <a:lnTo>
                    <a:pt x="426448" y="6"/>
                  </a:lnTo>
                  <a:lnTo>
                    <a:pt x="426725" y="0"/>
                  </a:lnTo>
                  <a:lnTo>
                    <a:pt x="429656" y="1877"/>
                  </a:lnTo>
                  <a:lnTo>
                    <a:pt x="434133" y="1156"/>
                  </a:lnTo>
                  <a:lnTo>
                    <a:pt x="437721" y="1827"/>
                  </a:lnTo>
                  <a:lnTo>
                    <a:pt x="440404" y="3408"/>
                  </a:lnTo>
                  <a:lnTo>
                    <a:pt x="445203" y="2811"/>
                  </a:lnTo>
                  <a:lnTo>
                    <a:pt x="448026" y="3541"/>
                  </a:lnTo>
                  <a:lnTo>
                    <a:pt x="453531" y="3590"/>
                  </a:lnTo>
                  <a:lnTo>
                    <a:pt x="455873" y="2382"/>
                  </a:lnTo>
                  <a:lnTo>
                    <a:pt x="457434" y="2077"/>
                  </a:lnTo>
                  <a:lnTo>
                    <a:pt x="462301" y="2189"/>
                  </a:lnTo>
                  <a:lnTo>
                    <a:pt x="463722" y="2922"/>
                  </a:lnTo>
                  <a:lnTo>
                    <a:pt x="464130" y="11516"/>
                  </a:lnTo>
                  <a:lnTo>
                    <a:pt x="466059" y="18101"/>
                  </a:lnTo>
                  <a:lnTo>
                    <a:pt x="466701" y="19425"/>
                  </a:lnTo>
                  <a:lnTo>
                    <a:pt x="467070" y="20188"/>
                  </a:lnTo>
                  <a:lnTo>
                    <a:pt x="468431" y="21202"/>
                  </a:lnTo>
                  <a:lnTo>
                    <a:pt x="470364" y="28102"/>
                  </a:lnTo>
                  <a:lnTo>
                    <a:pt x="471781" y="33163"/>
                  </a:lnTo>
                  <a:lnTo>
                    <a:pt x="474814" y="40283"/>
                  </a:lnTo>
                  <a:lnTo>
                    <a:pt x="486582" y="67879"/>
                  </a:lnTo>
                  <a:lnTo>
                    <a:pt x="488474" y="70327"/>
                  </a:lnTo>
                  <a:lnTo>
                    <a:pt x="490087" y="75421"/>
                  </a:lnTo>
                  <a:lnTo>
                    <a:pt x="491076" y="78548"/>
                  </a:lnTo>
                  <a:lnTo>
                    <a:pt x="496358" y="87571"/>
                  </a:lnTo>
                  <a:lnTo>
                    <a:pt x="501704" y="96692"/>
                  </a:lnTo>
                  <a:lnTo>
                    <a:pt x="508294" y="106691"/>
                  </a:lnTo>
                  <a:lnTo>
                    <a:pt x="514421" y="115971"/>
                  </a:lnTo>
                  <a:lnTo>
                    <a:pt x="519898" y="123843"/>
                  </a:lnTo>
                  <a:lnTo>
                    <a:pt x="523025" y="128333"/>
                  </a:lnTo>
                  <a:lnTo>
                    <a:pt x="528793" y="134517"/>
                  </a:lnTo>
                  <a:lnTo>
                    <a:pt x="540877" y="148682"/>
                  </a:lnTo>
                  <a:lnTo>
                    <a:pt x="546713" y="154874"/>
                  </a:lnTo>
                  <a:lnTo>
                    <a:pt x="554589" y="163212"/>
                  </a:lnTo>
                  <a:lnTo>
                    <a:pt x="560667" y="168992"/>
                  </a:lnTo>
                  <a:lnTo>
                    <a:pt x="567349" y="179823"/>
                  </a:lnTo>
                  <a:lnTo>
                    <a:pt x="563403" y="185072"/>
                  </a:lnTo>
                  <a:lnTo>
                    <a:pt x="563166" y="191774"/>
                  </a:lnTo>
                  <a:lnTo>
                    <a:pt x="564639" y="198476"/>
                  </a:lnTo>
                  <a:lnTo>
                    <a:pt x="567003" y="205062"/>
                  </a:lnTo>
                  <a:lnTo>
                    <a:pt x="572291" y="215398"/>
                  </a:lnTo>
                  <a:lnTo>
                    <a:pt x="582917" y="229786"/>
                  </a:lnTo>
                  <a:lnTo>
                    <a:pt x="589725" y="238984"/>
                  </a:lnTo>
                  <a:lnTo>
                    <a:pt x="596041" y="250261"/>
                  </a:lnTo>
                  <a:lnTo>
                    <a:pt x="597777" y="253452"/>
                  </a:lnTo>
                  <a:lnTo>
                    <a:pt x="605451" y="267539"/>
                  </a:lnTo>
                  <a:lnTo>
                    <a:pt x="611586" y="276550"/>
                  </a:lnTo>
                  <a:lnTo>
                    <a:pt x="616513" y="283776"/>
                  </a:lnTo>
                  <a:lnTo>
                    <a:pt x="618578" y="288458"/>
                  </a:lnTo>
                  <a:lnTo>
                    <a:pt x="620880" y="291416"/>
                  </a:lnTo>
                  <a:lnTo>
                    <a:pt x="625108" y="299530"/>
                  </a:lnTo>
                  <a:lnTo>
                    <a:pt x="629728" y="308393"/>
                  </a:lnTo>
                  <a:lnTo>
                    <a:pt x="632231" y="315642"/>
                  </a:lnTo>
                  <a:lnTo>
                    <a:pt x="632270" y="315895"/>
                  </a:lnTo>
                  <a:lnTo>
                    <a:pt x="633492" y="323875"/>
                  </a:lnTo>
                  <a:lnTo>
                    <a:pt x="634549" y="329315"/>
                  </a:lnTo>
                  <a:lnTo>
                    <a:pt x="634972" y="333056"/>
                  </a:lnTo>
                  <a:lnTo>
                    <a:pt x="635049" y="338376"/>
                  </a:lnTo>
                  <a:lnTo>
                    <a:pt x="635517" y="345688"/>
                  </a:lnTo>
                  <a:lnTo>
                    <a:pt x="636106" y="354965"/>
                  </a:lnTo>
                  <a:lnTo>
                    <a:pt x="636502" y="361265"/>
                  </a:lnTo>
                  <a:lnTo>
                    <a:pt x="637201" y="375015"/>
                  </a:lnTo>
                  <a:lnTo>
                    <a:pt x="637228" y="375555"/>
                  </a:lnTo>
                  <a:lnTo>
                    <a:pt x="638581" y="385214"/>
                  </a:lnTo>
                  <a:lnTo>
                    <a:pt x="639300" y="390357"/>
                  </a:lnTo>
                  <a:lnTo>
                    <a:pt x="641457" y="398550"/>
                  </a:lnTo>
                  <a:lnTo>
                    <a:pt x="641259" y="403542"/>
                  </a:lnTo>
                  <a:lnTo>
                    <a:pt x="641108" y="405057"/>
                  </a:lnTo>
                  <a:lnTo>
                    <a:pt x="640372" y="412415"/>
                  </a:lnTo>
                  <a:lnTo>
                    <a:pt x="638360" y="411135"/>
                  </a:lnTo>
                  <a:lnTo>
                    <a:pt x="633565" y="408013"/>
                  </a:lnTo>
                  <a:lnTo>
                    <a:pt x="631870" y="415006"/>
                  </a:lnTo>
                  <a:lnTo>
                    <a:pt x="629808" y="419493"/>
                  </a:lnTo>
                  <a:lnTo>
                    <a:pt x="629993" y="426051"/>
                  </a:lnTo>
                  <a:lnTo>
                    <a:pt x="629935" y="426647"/>
                  </a:lnTo>
                  <a:lnTo>
                    <a:pt x="629335" y="432746"/>
                  </a:lnTo>
                  <a:lnTo>
                    <a:pt x="632590" y="438759"/>
                  </a:lnTo>
                  <a:lnTo>
                    <a:pt x="637970" y="434655"/>
                  </a:lnTo>
                  <a:lnTo>
                    <a:pt x="640999" y="425128"/>
                  </a:lnTo>
                  <a:lnTo>
                    <a:pt x="643079" y="430789"/>
                  </a:lnTo>
                  <a:lnTo>
                    <a:pt x="639641" y="441380"/>
                  </a:lnTo>
                  <a:lnTo>
                    <a:pt x="639162" y="442852"/>
                  </a:lnTo>
                  <a:lnTo>
                    <a:pt x="632513" y="459819"/>
                  </a:lnTo>
                  <a:lnTo>
                    <a:pt x="624036" y="475428"/>
                  </a:lnTo>
                  <a:lnTo>
                    <a:pt x="613959" y="489529"/>
                  </a:lnTo>
                  <a:lnTo>
                    <a:pt x="591590" y="508541"/>
                  </a:lnTo>
                  <a:lnTo>
                    <a:pt x="581373" y="514183"/>
                  </a:lnTo>
                  <a:lnTo>
                    <a:pt x="577206" y="511454"/>
                  </a:lnTo>
                  <a:lnTo>
                    <a:pt x="584924" y="504260"/>
                  </a:lnTo>
                  <a:lnTo>
                    <a:pt x="598780" y="494185"/>
                  </a:lnTo>
                  <a:lnTo>
                    <a:pt x="614989" y="476783"/>
                  </a:lnTo>
                  <a:lnTo>
                    <a:pt x="621021" y="467562"/>
                  </a:lnTo>
                  <a:lnTo>
                    <a:pt x="621342" y="462047"/>
                  </a:lnTo>
                  <a:lnTo>
                    <a:pt x="621082" y="458270"/>
                  </a:lnTo>
                  <a:lnTo>
                    <a:pt x="617311" y="458538"/>
                  </a:lnTo>
                  <a:lnTo>
                    <a:pt x="609125" y="461915"/>
                  </a:lnTo>
                  <a:lnTo>
                    <a:pt x="604983" y="466091"/>
                  </a:lnTo>
                  <a:lnTo>
                    <a:pt x="602156" y="467174"/>
                  </a:lnTo>
                  <a:lnTo>
                    <a:pt x="596540" y="464995"/>
                  </a:lnTo>
                  <a:lnTo>
                    <a:pt x="593068" y="466523"/>
                  </a:lnTo>
                  <a:lnTo>
                    <a:pt x="591763" y="467096"/>
                  </a:lnTo>
                  <a:lnTo>
                    <a:pt x="589092" y="470619"/>
                  </a:lnTo>
                  <a:lnTo>
                    <a:pt x="581998" y="473593"/>
                  </a:lnTo>
                  <a:lnTo>
                    <a:pt x="576595" y="475365"/>
                  </a:lnTo>
                  <a:lnTo>
                    <a:pt x="570758" y="470942"/>
                  </a:lnTo>
                  <a:lnTo>
                    <a:pt x="567589" y="466055"/>
                  </a:lnTo>
                  <a:lnTo>
                    <a:pt x="568085" y="458230"/>
                  </a:lnTo>
                  <a:lnTo>
                    <a:pt x="567080" y="451811"/>
                  </a:lnTo>
                  <a:lnTo>
                    <a:pt x="560839" y="444528"/>
                  </a:lnTo>
                  <a:lnTo>
                    <a:pt x="556923" y="437028"/>
                  </a:lnTo>
                  <a:lnTo>
                    <a:pt x="551970" y="431488"/>
                  </a:lnTo>
                  <a:lnTo>
                    <a:pt x="546378" y="430038"/>
                  </a:lnTo>
                  <a:lnTo>
                    <a:pt x="543129" y="424239"/>
                  </a:lnTo>
                  <a:lnTo>
                    <a:pt x="538183" y="422945"/>
                  </a:lnTo>
                  <a:lnTo>
                    <a:pt x="535653" y="422282"/>
                  </a:lnTo>
                  <a:lnTo>
                    <a:pt x="523432" y="418060"/>
                  </a:lnTo>
                  <a:lnTo>
                    <a:pt x="521687" y="419890"/>
                  </a:lnTo>
                  <a:lnTo>
                    <a:pt x="519470" y="422214"/>
                  </a:lnTo>
                  <a:lnTo>
                    <a:pt x="514496" y="418785"/>
                  </a:lnTo>
                  <a:lnTo>
                    <a:pt x="512679" y="415132"/>
                  </a:lnTo>
                  <a:lnTo>
                    <a:pt x="510778" y="411307"/>
                  </a:lnTo>
                  <a:lnTo>
                    <a:pt x="504578" y="399143"/>
                  </a:lnTo>
                  <a:lnTo>
                    <a:pt x="499253" y="384697"/>
                  </a:lnTo>
                  <a:lnTo>
                    <a:pt x="499065" y="384501"/>
                  </a:lnTo>
                  <a:lnTo>
                    <a:pt x="491543" y="376652"/>
                  </a:lnTo>
                  <a:lnTo>
                    <a:pt x="488759" y="375842"/>
                  </a:lnTo>
                  <a:lnTo>
                    <a:pt x="484325" y="376797"/>
                  </a:lnTo>
                  <a:lnTo>
                    <a:pt x="480024" y="380355"/>
                  </a:lnTo>
                  <a:lnTo>
                    <a:pt x="475816" y="379968"/>
                  </a:lnTo>
                  <a:lnTo>
                    <a:pt x="471055" y="377410"/>
                  </a:lnTo>
                  <a:lnTo>
                    <a:pt x="464258" y="367743"/>
                  </a:lnTo>
                  <a:lnTo>
                    <a:pt x="461397" y="359695"/>
                  </a:lnTo>
                  <a:lnTo>
                    <a:pt x="460535" y="354698"/>
                  </a:lnTo>
                  <a:lnTo>
                    <a:pt x="458844" y="352166"/>
                  </a:lnTo>
                  <a:lnTo>
                    <a:pt x="455249" y="346779"/>
                  </a:lnTo>
                  <a:lnTo>
                    <a:pt x="449754" y="340129"/>
                  </a:lnTo>
                  <a:lnTo>
                    <a:pt x="441414" y="330014"/>
                  </a:lnTo>
                  <a:lnTo>
                    <a:pt x="432216" y="316369"/>
                  </a:lnTo>
                  <a:lnTo>
                    <a:pt x="425422" y="309366"/>
                  </a:lnTo>
                  <a:lnTo>
                    <a:pt x="421952" y="306441"/>
                  </a:lnTo>
                  <a:lnTo>
                    <a:pt x="417924" y="303041"/>
                  </a:lnTo>
                  <a:lnTo>
                    <a:pt x="412663" y="295775"/>
                  </a:lnTo>
                  <a:lnTo>
                    <a:pt x="414471" y="295602"/>
                  </a:lnTo>
                  <a:lnTo>
                    <a:pt x="419859" y="295031"/>
                  </a:lnTo>
                  <a:lnTo>
                    <a:pt x="423887" y="287746"/>
                  </a:lnTo>
                  <a:lnTo>
                    <a:pt x="425611" y="283009"/>
                  </a:lnTo>
                  <a:lnTo>
                    <a:pt x="426053" y="281793"/>
                  </a:lnTo>
                  <a:lnTo>
                    <a:pt x="427704" y="277244"/>
                  </a:lnTo>
                  <a:lnTo>
                    <a:pt x="430256" y="275176"/>
                  </a:lnTo>
                  <a:lnTo>
                    <a:pt x="433097" y="270591"/>
                  </a:lnTo>
                  <a:lnTo>
                    <a:pt x="431205" y="267254"/>
                  </a:lnTo>
                  <a:lnTo>
                    <a:pt x="427884" y="266818"/>
                  </a:lnTo>
                  <a:lnTo>
                    <a:pt x="422611" y="265599"/>
                  </a:lnTo>
                  <a:lnTo>
                    <a:pt x="421835" y="266833"/>
                  </a:lnTo>
                  <a:lnTo>
                    <a:pt x="420577" y="268832"/>
                  </a:lnTo>
                  <a:lnTo>
                    <a:pt x="418337" y="272557"/>
                  </a:lnTo>
                  <a:lnTo>
                    <a:pt x="418836" y="276641"/>
                  </a:lnTo>
                  <a:lnTo>
                    <a:pt x="417194" y="279849"/>
                  </a:lnTo>
                  <a:lnTo>
                    <a:pt x="415788" y="283304"/>
                  </a:lnTo>
                  <a:lnTo>
                    <a:pt x="414241" y="287100"/>
                  </a:lnTo>
                  <a:lnTo>
                    <a:pt x="412265" y="288592"/>
                  </a:lnTo>
                  <a:lnTo>
                    <a:pt x="410921" y="283050"/>
                  </a:lnTo>
                  <a:lnTo>
                    <a:pt x="409576" y="278636"/>
                  </a:lnTo>
                  <a:lnTo>
                    <a:pt x="405351" y="274136"/>
                  </a:lnTo>
                  <a:lnTo>
                    <a:pt x="400154" y="269616"/>
                  </a:lnTo>
                  <a:lnTo>
                    <a:pt x="399411" y="262414"/>
                  </a:lnTo>
                  <a:lnTo>
                    <a:pt x="399204" y="255093"/>
                  </a:lnTo>
                  <a:lnTo>
                    <a:pt x="396298" y="248371"/>
                  </a:lnTo>
                  <a:lnTo>
                    <a:pt x="394658" y="242511"/>
                  </a:lnTo>
                  <a:lnTo>
                    <a:pt x="394611" y="242347"/>
                  </a:lnTo>
                  <a:lnTo>
                    <a:pt x="400887" y="234853"/>
                  </a:lnTo>
                  <a:lnTo>
                    <a:pt x="402212" y="227417"/>
                  </a:lnTo>
                  <a:lnTo>
                    <a:pt x="403429" y="218726"/>
                  </a:lnTo>
                  <a:lnTo>
                    <a:pt x="403742" y="217495"/>
                  </a:lnTo>
                  <a:lnTo>
                    <a:pt x="404959" y="212706"/>
                  </a:lnTo>
                  <a:lnTo>
                    <a:pt x="404719" y="207390"/>
                  </a:lnTo>
                  <a:lnTo>
                    <a:pt x="402724" y="200901"/>
                  </a:lnTo>
                  <a:lnTo>
                    <a:pt x="401640" y="194752"/>
                  </a:lnTo>
                  <a:lnTo>
                    <a:pt x="401616" y="194616"/>
                  </a:lnTo>
                  <a:lnTo>
                    <a:pt x="397942" y="193117"/>
                  </a:lnTo>
                  <a:lnTo>
                    <a:pt x="396734" y="186309"/>
                  </a:lnTo>
                  <a:lnTo>
                    <a:pt x="394713" y="182286"/>
                  </a:lnTo>
                  <a:lnTo>
                    <a:pt x="397035" y="176886"/>
                  </a:lnTo>
                  <a:lnTo>
                    <a:pt x="393693" y="173307"/>
                  </a:lnTo>
                  <a:lnTo>
                    <a:pt x="390607" y="169717"/>
                  </a:lnTo>
                  <a:lnTo>
                    <a:pt x="390237" y="169286"/>
                  </a:lnTo>
                  <a:lnTo>
                    <a:pt x="389520" y="165202"/>
                  </a:lnTo>
                  <a:lnTo>
                    <a:pt x="384044" y="162334"/>
                  </a:lnTo>
                  <a:lnTo>
                    <a:pt x="385687" y="160616"/>
                  </a:lnTo>
                  <a:lnTo>
                    <a:pt x="382922" y="157270"/>
                  </a:lnTo>
                  <a:lnTo>
                    <a:pt x="375227" y="157886"/>
                  </a:lnTo>
                  <a:lnTo>
                    <a:pt x="369888" y="158139"/>
                  </a:lnTo>
                  <a:lnTo>
                    <a:pt x="369128" y="162973"/>
                  </a:lnTo>
                  <a:lnTo>
                    <a:pt x="366261" y="163059"/>
                  </a:lnTo>
                  <a:lnTo>
                    <a:pt x="363368" y="157761"/>
                  </a:lnTo>
                  <a:lnTo>
                    <a:pt x="362958" y="153309"/>
                  </a:lnTo>
                  <a:lnTo>
                    <a:pt x="360190" y="152001"/>
                  </a:lnTo>
                  <a:lnTo>
                    <a:pt x="355526" y="151141"/>
                  </a:lnTo>
                  <a:lnTo>
                    <a:pt x="355203" y="151082"/>
                  </a:lnTo>
                  <a:lnTo>
                    <a:pt x="353979" y="146497"/>
                  </a:lnTo>
                  <a:lnTo>
                    <a:pt x="351242" y="142620"/>
                  </a:lnTo>
                  <a:lnTo>
                    <a:pt x="347824" y="139851"/>
                  </a:lnTo>
                  <a:lnTo>
                    <a:pt x="343674" y="140246"/>
                  </a:lnTo>
                  <a:lnTo>
                    <a:pt x="342251" y="137777"/>
                  </a:lnTo>
                  <a:lnTo>
                    <a:pt x="334429" y="134473"/>
                  </a:lnTo>
                  <a:lnTo>
                    <a:pt x="333142" y="128306"/>
                  </a:lnTo>
                  <a:lnTo>
                    <a:pt x="331461" y="122363"/>
                  </a:lnTo>
                  <a:lnTo>
                    <a:pt x="331357" y="121997"/>
                  </a:lnTo>
                  <a:lnTo>
                    <a:pt x="325790" y="120593"/>
                  </a:lnTo>
                  <a:lnTo>
                    <a:pt x="321385" y="119270"/>
                  </a:lnTo>
                  <a:lnTo>
                    <a:pt x="317074" y="114399"/>
                  </a:lnTo>
                  <a:lnTo>
                    <a:pt x="312949" y="109016"/>
                  </a:lnTo>
                  <a:lnTo>
                    <a:pt x="308023" y="104493"/>
                  </a:lnTo>
                  <a:lnTo>
                    <a:pt x="299002" y="101029"/>
                  </a:lnTo>
                  <a:lnTo>
                    <a:pt x="287448" y="97712"/>
                  </a:lnTo>
                  <a:lnTo>
                    <a:pt x="282204" y="94248"/>
                  </a:lnTo>
                  <a:lnTo>
                    <a:pt x="281479" y="93768"/>
                  </a:lnTo>
                  <a:lnTo>
                    <a:pt x="276747" y="94199"/>
                  </a:lnTo>
                  <a:lnTo>
                    <a:pt x="275794" y="94580"/>
                  </a:lnTo>
                  <a:lnTo>
                    <a:pt x="272260" y="95994"/>
                  </a:lnTo>
                  <a:lnTo>
                    <a:pt x="268434" y="98251"/>
                  </a:lnTo>
                  <a:lnTo>
                    <a:pt x="266114" y="97655"/>
                  </a:lnTo>
                  <a:lnTo>
                    <a:pt x="260366" y="101164"/>
                  </a:lnTo>
                  <a:lnTo>
                    <a:pt x="255293" y="106401"/>
                  </a:lnTo>
                  <a:lnTo>
                    <a:pt x="257366" y="109468"/>
                  </a:lnTo>
                  <a:lnTo>
                    <a:pt x="257768" y="110063"/>
                  </a:lnTo>
                  <a:lnTo>
                    <a:pt x="258863" y="113272"/>
                  </a:lnTo>
                  <a:lnTo>
                    <a:pt x="258074" y="115802"/>
                  </a:lnTo>
                  <a:lnTo>
                    <a:pt x="252376" y="116299"/>
                  </a:lnTo>
                  <a:lnTo>
                    <a:pt x="248598" y="115081"/>
                  </a:lnTo>
                  <a:lnTo>
                    <a:pt x="243867" y="117221"/>
                  </a:lnTo>
                  <a:lnTo>
                    <a:pt x="241039" y="119705"/>
                  </a:lnTo>
                  <a:lnTo>
                    <a:pt x="243002" y="126226"/>
                  </a:lnTo>
                  <a:lnTo>
                    <a:pt x="240386" y="128839"/>
                  </a:lnTo>
                  <a:lnTo>
                    <a:pt x="234019" y="132020"/>
                  </a:lnTo>
                  <a:lnTo>
                    <a:pt x="228592" y="139261"/>
                  </a:lnTo>
                  <a:lnTo>
                    <a:pt x="221544" y="143738"/>
                  </a:lnTo>
                  <a:lnTo>
                    <a:pt x="209726" y="151901"/>
                  </a:lnTo>
                  <a:lnTo>
                    <a:pt x="200545" y="148560"/>
                  </a:lnTo>
                  <a:lnTo>
                    <a:pt x="195506" y="147351"/>
                  </a:lnTo>
                  <a:lnTo>
                    <a:pt x="192333" y="146587"/>
                  </a:lnTo>
                  <a:lnTo>
                    <a:pt x="185593" y="149647"/>
                  </a:lnTo>
                  <a:lnTo>
                    <a:pt x="180568" y="141760"/>
                  </a:lnTo>
                  <a:lnTo>
                    <a:pt x="178487" y="134706"/>
                  </a:lnTo>
                  <a:lnTo>
                    <a:pt x="179902" y="127541"/>
                  </a:lnTo>
                  <a:lnTo>
                    <a:pt x="179530" y="127330"/>
                  </a:lnTo>
                  <a:lnTo>
                    <a:pt x="176438" y="125576"/>
                  </a:lnTo>
                  <a:lnTo>
                    <a:pt x="171645" y="125390"/>
                  </a:lnTo>
                  <a:lnTo>
                    <a:pt x="164505" y="120838"/>
                  </a:lnTo>
                  <a:lnTo>
                    <a:pt x="161934" y="118630"/>
                  </a:lnTo>
                  <a:lnTo>
                    <a:pt x="154244" y="116341"/>
                  </a:lnTo>
                  <a:lnTo>
                    <a:pt x="144648" y="110749"/>
                  </a:lnTo>
                  <a:lnTo>
                    <a:pt x="129676" y="105230"/>
                  </a:lnTo>
                  <a:lnTo>
                    <a:pt x="129352" y="105110"/>
                  </a:lnTo>
                  <a:lnTo>
                    <a:pt x="122199" y="103385"/>
                  </a:lnTo>
                  <a:lnTo>
                    <a:pt x="115137" y="102141"/>
                  </a:lnTo>
                  <a:lnTo>
                    <a:pt x="111769" y="101545"/>
                  </a:lnTo>
                  <a:lnTo>
                    <a:pt x="98247" y="100721"/>
                  </a:lnTo>
                  <a:lnTo>
                    <a:pt x="97111" y="100650"/>
                  </a:lnTo>
                  <a:lnTo>
                    <a:pt x="80346" y="101890"/>
                  </a:lnTo>
                  <a:lnTo>
                    <a:pt x="67970" y="104849"/>
                  </a:lnTo>
                  <a:lnTo>
                    <a:pt x="64175" y="105752"/>
                  </a:lnTo>
                  <a:lnTo>
                    <a:pt x="59183" y="107568"/>
                  </a:lnTo>
                  <a:lnTo>
                    <a:pt x="41864" y="113833"/>
                  </a:lnTo>
                  <a:lnTo>
                    <a:pt x="36426" y="115354"/>
                  </a:lnTo>
                  <a:lnTo>
                    <a:pt x="33541" y="116158"/>
                  </a:lnTo>
                  <a:lnTo>
                    <a:pt x="29626" y="116535"/>
                  </a:lnTo>
                  <a:lnTo>
                    <a:pt x="22299" y="119437"/>
                  </a:lnTo>
                  <a:lnTo>
                    <a:pt x="15065" y="121966"/>
                  </a:lnTo>
                  <a:lnTo>
                    <a:pt x="19349" y="115736"/>
                  </a:lnTo>
                  <a:lnTo>
                    <a:pt x="20249" y="110401"/>
                  </a:lnTo>
                  <a:lnTo>
                    <a:pt x="24784" y="106788"/>
                  </a:lnTo>
                  <a:lnTo>
                    <a:pt x="20945" y="105536"/>
                  </a:lnTo>
                  <a:lnTo>
                    <a:pt x="18142" y="101529"/>
                  </a:lnTo>
                  <a:lnTo>
                    <a:pt x="18673" y="97685"/>
                  </a:lnTo>
                  <a:lnTo>
                    <a:pt x="20353" y="92671"/>
                  </a:lnTo>
                  <a:lnTo>
                    <a:pt x="19850" y="88093"/>
                  </a:lnTo>
                  <a:lnTo>
                    <a:pt x="16306" y="85492"/>
                  </a:lnTo>
                  <a:lnTo>
                    <a:pt x="9715" y="82441"/>
                  </a:lnTo>
                  <a:lnTo>
                    <a:pt x="8001" y="80120"/>
                  </a:lnTo>
                  <a:lnTo>
                    <a:pt x="0" y="7262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715597" y="4133514"/>
              <a:ext cx="386686" cy="394285"/>
            </a:xfrm>
            <a:custGeom>
              <a:avLst/>
              <a:pathLst>
                <a:path w="386686" h="394285">
                  <a:moveTo>
                    <a:pt x="0" y="34523"/>
                  </a:moveTo>
                  <a:lnTo>
                    <a:pt x="9270" y="33004"/>
                  </a:lnTo>
                  <a:lnTo>
                    <a:pt x="15602" y="31958"/>
                  </a:lnTo>
                  <a:lnTo>
                    <a:pt x="17085" y="31663"/>
                  </a:lnTo>
                  <a:lnTo>
                    <a:pt x="23171" y="30449"/>
                  </a:lnTo>
                  <a:lnTo>
                    <a:pt x="24054" y="30283"/>
                  </a:lnTo>
                  <a:lnTo>
                    <a:pt x="39571" y="27357"/>
                  </a:lnTo>
                  <a:lnTo>
                    <a:pt x="44183" y="26498"/>
                  </a:lnTo>
                  <a:lnTo>
                    <a:pt x="44386" y="26460"/>
                  </a:lnTo>
                  <a:lnTo>
                    <a:pt x="52549" y="24930"/>
                  </a:lnTo>
                  <a:lnTo>
                    <a:pt x="56138" y="24268"/>
                  </a:lnTo>
                  <a:lnTo>
                    <a:pt x="58583" y="23816"/>
                  </a:lnTo>
                  <a:lnTo>
                    <a:pt x="62000" y="23182"/>
                  </a:lnTo>
                  <a:lnTo>
                    <a:pt x="69475" y="21777"/>
                  </a:lnTo>
                  <a:lnTo>
                    <a:pt x="77414" y="20330"/>
                  </a:lnTo>
                  <a:lnTo>
                    <a:pt x="90614" y="17822"/>
                  </a:lnTo>
                  <a:lnTo>
                    <a:pt x="104188" y="15286"/>
                  </a:lnTo>
                  <a:lnTo>
                    <a:pt x="112940" y="13633"/>
                  </a:lnTo>
                  <a:lnTo>
                    <a:pt x="117798" y="12710"/>
                  </a:lnTo>
                  <a:lnTo>
                    <a:pt x="140096" y="8431"/>
                  </a:lnTo>
                  <a:lnTo>
                    <a:pt x="145045" y="7254"/>
                  </a:lnTo>
                  <a:lnTo>
                    <a:pt x="149679" y="6148"/>
                  </a:lnTo>
                  <a:lnTo>
                    <a:pt x="160864" y="3462"/>
                  </a:lnTo>
                  <a:lnTo>
                    <a:pt x="175844" y="0"/>
                  </a:lnTo>
                  <a:lnTo>
                    <a:pt x="175451" y="4143"/>
                  </a:lnTo>
                  <a:lnTo>
                    <a:pt x="174786" y="6991"/>
                  </a:lnTo>
                  <a:lnTo>
                    <a:pt x="171156" y="11330"/>
                  </a:lnTo>
                  <a:lnTo>
                    <a:pt x="168024" y="14751"/>
                  </a:lnTo>
                  <a:lnTo>
                    <a:pt x="166227" y="17835"/>
                  </a:lnTo>
                  <a:lnTo>
                    <a:pt x="163992" y="21264"/>
                  </a:lnTo>
                  <a:lnTo>
                    <a:pt x="164728" y="23807"/>
                  </a:lnTo>
                  <a:lnTo>
                    <a:pt x="162867" y="26949"/>
                  </a:lnTo>
                  <a:lnTo>
                    <a:pt x="163303" y="27901"/>
                  </a:lnTo>
                  <a:lnTo>
                    <a:pt x="164454" y="30413"/>
                  </a:lnTo>
                  <a:lnTo>
                    <a:pt x="164616" y="30767"/>
                  </a:lnTo>
                  <a:lnTo>
                    <a:pt x="169482" y="33109"/>
                  </a:lnTo>
                  <a:lnTo>
                    <a:pt x="174020" y="35314"/>
                  </a:lnTo>
                  <a:lnTo>
                    <a:pt x="179082" y="36234"/>
                  </a:lnTo>
                  <a:lnTo>
                    <a:pt x="183531" y="39869"/>
                  </a:lnTo>
                  <a:lnTo>
                    <a:pt x="184048" y="40292"/>
                  </a:lnTo>
                  <a:lnTo>
                    <a:pt x="187894" y="42770"/>
                  </a:lnTo>
                  <a:lnTo>
                    <a:pt x="188084" y="42892"/>
                  </a:lnTo>
                  <a:lnTo>
                    <a:pt x="192173" y="43914"/>
                  </a:lnTo>
                  <a:lnTo>
                    <a:pt x="192427" y="43817"/>
                  </a:lnTo>
                  <a:lnTo>
                    <a:pt x="196929" y="42104"/>
                  </a:lnTo>
                  <a:lnTo>
                    <a:pt x="200765" y="42234"/>
                  </a:lnTo>
                  <a:lnTo>
                    <a:pt x="204155" y="47954"/>
                  </a:lnTo>
                  <a:lnTo>
                    <a:pt x="206119" y="51207"/>
                  </a:lnTo>
                  <a:lnTo>
                    <a:pt x="210161" y="55934"/>
                  </a:lnTo>
                  <a:lnTo>
                    <a:pt x="210696" y="56569"/>
                  </a:lnTo>
                  <a:lnTo>
                    <a:pt x="213490" y="59882"/>
                  </a:lnTo>
                  <a:lnTo>
                    <a:pt x="214596" y="62283"/>
                  </a:lnTo>
                  <a:lnTo>
                    <a:pt x="217130" y="67779"/>
                  </a:lnTo>
                  <a:lnTo>
                    <a:pt x="223349" y="72466"/>
                  </a:lnTo>
                  <a:lnTo>
                    <a:pt x="227827" y="77598"/>
                  </a:lnTo>
                  <a:lnTo>
                    <a:pt x="228124" y="77939"/>
                  </a:lnTo>
                  <a:lnTo>
                    <a:pt x="231016" y="82029"/>
                  </a:lnTo>
                  <a:lnTo>
                    <a:pt x="231634" y="82902"/>
                  </a:lnTo>
                  <a:lnTo>
                    <a:pt x="234890" y="82968"/>
                  </a:lnTo>
                  <a:lnTo>
                    <a:pt x="241834" y="87764"/>
                  </a:lnTo>
                  <a:lnTo>
                    <a:pt x="250187" y="90204"/>
                  </a:lnTo>
                  <a:lnTo>
                    <a:pt x="257715" y="96586"/>
                  </a:lnTo>
                  <a:lnTo>
                    <a:pt x="260067" y="99946"/>
                  </a:lnTo>
                  <a:lnTo>
                    <a:pt x="261711" y="102295"/>
                  </a:lnTo>
                  <a:lnTo>
                    <a:pt x="265175" y="105760"/>
                  </a:lnTo>
                  <a:lnTo>
                    <a:pt x="268755" y="106133"/>
                  </a:lnTo>
                  <a:lnTo>
                    <a:pt x="269392" y="106199"/>
                  </a:lnTo>
                  <a:lnTo>
                    <a:pt x="275788" y="109364"/>
                  </a:lnTo>
                  <a:lnTo>
                    <a:pt x="276880" y="110547"/>
                  </a:lnTo>
                  <a:lnTo>
                    <a:pt x="279283" y="113151"/>
                  </a:lnTo>
                  <a:lnTo>
                    <a:pt x="284411" y="114844"/>
                  </a:lnTo>
                  <a:lnTo>
                    <a:pt x="285715" y="119239"/>
                  </a:lnTo>
                  <a:lnTo>
                    <a:pt x="285918" y="125219"/>
                  </a:lnTo>
                  <a:lnTo>
                    <a:pt x="292767" y="127287"/>
                  </a:lnTo>
                  <a:lnTo>
                    <a:pt x="293674" y="132163"/>
                  </a:lnTo>
                  <a:lnTo>
                    <a:pt x="293762" y="132637"/>
                  </a:lnTo>
                  <a:lnTo>
                    <a:pt x="300336" y="134615"/>
                  </a:lnTo>
                  <a:lnTo>
                    <a:pt x="300515" y="135148"/>
                  </a:lnTo>
                  <a:lnTo>
                    <a:pt x="301799" y="138966"/>
                  </a:lnTo>
                  <a:lnTo>
                    <a:pt x="309534" y="141606"/>
                  </a:lnTo>
                  <a:lnTo>
                    <a:pt x="312809" y="142123"/>
                  </a:lnTo>
                  <a:lnTo>
                    <a:pt x="313911" y="142296"/>
                  </a:lnTo>
                  <a:lnTo>
                    <a:pt x="318720" y="144845"/>
                  </a:lnTo>
                  <a:lnTo>
                    <a:pt x="322218" y="146696"/>
                  </a:lnTo>
                  <a:lnTo>
                    <a:pt x="323588" y="152797"/>
                  </a:lnTo>
                  <a:lnTo>
                    <a:pt x="326905" y="156177"/>
                  </a:lnTo>
                  <a:lnTo>
                    <a:pt x="331142" y="161208"/>
                  </a:lnTo>
                  <a:lnTo>
                    <a:pt x="333138" y="168564"/>
                  </a:lnTo>
                  <a:lnTo>
                    <a:pt x="333256" y="169003"/>
                  </a:lnTo>
                  <a:lnTo>
                    <a:pt x="336046" y="176059"/>
                  </a:lnTo>
                  <a:lnTo>
                    <a:pt x="336609" y="180230"/>
                  </a:lnTo>
                  <a:lnTo>
                    <a:pt x="337456" y="180635"/>
                  </a:lnTo>
                  <a:lnTo>
                    <a:pt x="342279" y="182942"/>
                  </a:lnTo>
                  <a:lnTo>
                    <a:pt x="345726" y="183436"/>
                  </a:lnTo>
                  <a:lnTo>
                    <a:pt x="346447" y="183539"/>
                  </a:lnTo>
                  <a:lnTo>
                    <a:pt x="353555" y="189035"/>
                  </a:lnTo>
                  <a:lnTo>
                    <a:pt x="354451" y="193643"/>
                  </a:lnTo>
                  <a:lnTo>
                    <a:pt x="356448" y="195578"/>
                  </a:lnTo>
                  <a:lnTo>
                    <a:pt x="360214" y="199224"/>
                  </a:lnTo>
                  <a:lnTo>
                    <a:pt x="361562" y="204169"/>
                  </a:lnTo>
                  <a:lnTo>
                    <a:pt x="360368" y="207903"/>
                  </a:lnTo>
                  <a:lnTo>
                    <a:pt x="360975" y="208710"/>
                  </a:lnTo>
                  <a:lnTo>
                    <a:pt x="363860" y="212547"/>
                  </a:lnTo>
                  <a:lnTo>
                    <a:pt x="365373" y="217942"/>
                  </a:lnTo>
                  <a:lnTo>
                    <a:pt x="371296" y="219178"/>
                  </a:lnTo>
                  <a:lnTo>
                    <a:pt x="373298" y="217226"/>
                  </a:lnTo>
                  <a:lnTo>
                    <a:pt x="378634" y="219899"/>
                  </a:lnTo>
                  <a:lnTo>
                    <a:pt x="383210" y="220938"/>
                  </a:lnTo>
                  <a:lnTo>
                    <a:pt x="386459" y="221125"/>
                  </a:lnTo>
                  <a:lnTo>
                    <a:pt x="386686" y="224300"/>
                  </a:lnTo>
                  <a:lnTo>
                    <a:pt x="382890" y="229166"/>
                  </a:lnTo>
                  <a:lnTo>
                    <a:pt x="381223" y="232309"/>
                  </a:lnTo>
                  <a:lnTo>
                    <a:pt x="377891" y="238115"/>
                  </a:lnTo>
                  <a:lnTo>
                    <a:pt x="375975" y="242500"/>
                  </a:lnTo>
                  <a:lnTo>
                    <a:pt x="373916" y="247583"/>
                  </a:lnTo>
                  <a:lnTo>
                    <a:pt x="370661" y="251777"/>
                  </a:lnTo>
                  <a:lnTo>
                    <a:pt x="370524" y="252895"/>
                  </a:lnTo>
                  <a:lnTo>
                    <a:pt x="370403" y="253877"/>
                  </a:lnTo>
                  <a:lnTo>
                    <a:pt x="372110" y="260358"/>
                  </a:lnTo>
                  <a:lnTo>
                    <a:pt x="370345" y="266802"/>
                  </a:lnTo>
                  <a:lnTo>
                    <a:pt x="370488" y="268232"/>
                  </a:lnTo>
                  <a:lnTo>
                    <a:pt x="370686" y="270206"/>
                  </a:lnTo>
                  <a:lnTo>
                    <a:pt x="368938" y="275461"/>
                  </a:lnTo>
                  <a:lnTo>
                    <a:pt x="366605" y="281216"/>
                  </a:lnTo>
                  <a:lnTo>
                    <a:pt x="365968" y="286134"/>
                  </a:lnTo>
                  <a:lnTo>
                    <a:pt x="368090" y="289890"/>
                  </a:lnTo>
                  <a:lnTo>
                    <a:pt x="367993" y="290746"/>
                  </a:lnTo>
                  <a:lnTo>
                    <a:pt x="367468" y="295366"/>
                  </a:lnTo>
                  <a:lnTo>
                    <a:pt x="366473" y="299005"/>
                  </a:lnTo>
                  <a:lnTo>
                    <a:pt x="362971" y="306020"/>
                  </a:lnTo>
                  <a:lnTo>
                    <a:pt x="360669" y="307529"/>
                  </a:lnTo>
                  <a:lnTo>
                    <a:pt x="361586" y="312035"/>
                  </a:lnTo>
                  <a:lnTo>
                    <a:pt x="361087" y="317165"/>
                  </a:lnTo>
                  <a:lnTo>
                    <a:pt x="362092" y="319258"/>
                  </a:lnTo>
                  <a:lnTo>
                    <a:pt x="362601" y="320319"/>
                  </a:lnTo>
                  <a:lnTo>
                    <a:pt x="363975" y="326237"/>
                  </a:lnTo>
                  <a:lnTo>
                    <a:pt x="362806" y="334266"/>
                  </a:lnTo>
                  <a:lnTo>
                    <a:pt x="362169" y="339010"/>
                  </a:lnTo>
                  <a:lnTo>
                    <a:pt x="364315" y="343922"/>
                  </a:lnTo>
                  <a:lnTo>
                    <a:pt x="359448" y="343811"/>
                  </a:lnTo>
                  <a:lnTo>
                    <a:pt x="357887" y="344116"/>
                  </a:lnTo>
                  <a:lnTo>
                    <a:pt x="355546" y="345323"/>
                  </a:lnTo>
                  <a:lnTo>
                    <a:pt x="350041" y="345274"/>
                  </a:lnTo>
                  <a:lnTo>
                    <a:pt x="347217" y="344545"/>
                  </a:lnTo>
                  <a:lnTo>
                    <a:pt x="342418" y="345141"/>
                  </a:lnTo>
                  <a:lnTo>
                    <a:pt x="339736" y="343561"/>
                  </a:lnTo>
                  <a:lnTo>
                    <a:pt x="336147" y="342890"/>
                  </a:lnTo>
                  <a:lnTo>
                    <a:pt x="331671" y="343610"/>
                  </a:lnTo>
                  <a:lnTo>
                    <a:pt x="328739" y="341733"/>
                  </a:lnTo>
                  <a:lnTo>
                    <a:pt x="328463" y="341740"/>
                  </a:lnTo>
                  <a:lnTo>
                    <a:pt x="325622" y="341811"/>
                  </a:lnTo>
                  <a:lnTo>
                    <a:pt x="322449" y="346185"/>
                  </a:lnTo>
                  <a:lnTo>
                    <a:pt x="320221" y="349822"/>
                  </a:lnTo>
                  <a:lnTo>
                    <a:pt x="320455" y="354978"/>
                  </a:lnTo>
                  <a:lnTo>
                    <a:pt x="320460" y="358266"/>
                  </a:lnTo>
                  <a:lnTo>
                    <a:pt x="323801" y="362362"/>
                  </a:lnTo>
                  <a:lnTo>
                    <a:pt x="324704" y="368466"/>
                  </a:lnTo>
                  <a:lnTo>
                    <a:pt x="325279" y="375824"/>
                  </a:lnTo>
                  <a:lnTo>
                    <a:pt x="324944" y="379834"/>
                  </a:lnTo>
                  <a:lnTo>
                    <a:pt x="325550" y="382660"/>
                  </a:lnTo>
                  <a:lnTo>
                    <a:pt x="324820" y="382974"/>
                  </a:lnTo>
                  <a:lnTo>
                    <a:pt x="321693" y="384316"/>
                  </a:lnTo>
                  <a:lnTo>
                    <a:pt x="318045" y="384855"/>
                  </a:lnTo>
                  <a:lnTo>
                    <a:pt x="315238" y="384982"/>
                  </a:lnTo>
                  <a:lnTo>
                    <a:pt x="312129" y="380644"/>
                  </a:lnTo>
                  <a:lnTo>
                    <a:pt x="312055" y="376212"/>
                  </a:lnTo>
                  <a:lnTo>
                    <a:pt x="309231" y="372668"/>
                  </a:lnTo>
                  <a:lnTo>
                    <a:pt x="309361" y="368752"/>
                  </a:lnTo>
                  <a:lnTo>
                    <a:pt x="294263" y="370440"/>
                  </a:lnTo>
                  <a:lnTo>
                    <a:pt x="291187" y="370780"/>
                  </a:lnTo>
                  <a:lnTo>
                    <a:pt x="281870" y="372052"/>
                  </a:lnTo>
                  <a:lnTo>
                    <a:pt x="273953" y="373121"/>
                  </a:lnTo>
                  <a:lnTo>
                    <a:pt x="259861" y="375000"/>
                  </a:lnTo>
                  <a:lnTo>
                    <a:pt x="240792" y="377536"/>
                  </a:lnTo>
                  <a:lnTo>
                    <a:pt x="240403" y="377586"/>
                  </a:lnTo>
                  <a:lnTo>
                    <a:pt x="227430" y="379237"/>
                  </a:lnTo>
                  <a:lnTo>
                    <a:pt x="223797" y="379695"/>
                  </a:lnTo>
                  <a:lnTo>
                    <a:pt x="213112" y="381028"/>
                  </a:lnTo>
                  <a:lnTo>
                    <a:pt x="204727" y="382133"/>
                  </a:lnTo>
                  <a:lnTo>
                    <a:pt x="194818" y="383423"/>
                  </a:lnTo>
                  <a:lnTo>
                    <a:pt x="189020" y="384171"/>
                  </a:lnTo>
                  <a:lnTo>
                    <a:pt x="175025" y="385986"/>
                  </a:lnTo>
                  <a:lnTo>
                    <a:pt x="169298" y="386720"/>
                  </a:lnTo>
                  <a:lnTo>
                    <a:pt x="166202" y="387115"/>
                  </a:lnTo>
                  <a:lnTo>
                    <a:pt x="154169" y="388755"/>
                  </a:lnTo>
                  <a:lnTo>
                    <a:pt x="147028" y="389717"/>
                  </a:lnTo>
                  <a:lnTo>
                    <a:pt x="139997" y="390657"/>
                  </a:lnTo>
                  <a:lnTo>
                    <a:pt x="114572" y="393761"/>
                  </a:lnTo>
                  <a:lnTo>
                    <a:pt x="110696" y="394285"/>
                  </a:lnTo>
                  <a:lnTo>
                    <a:pt x="105920" y="389772"/>
                  </a:lnTo>
                  <a:lnTo>
                    <a:pt x="103906" y="384641"/>
                  </a:lnTo>
                  <a:lnTo>
                    <a:pt x="103214" y="380806"/>
                  </a:lnTo>
                  <a:lnTo>
                    <a:pt x="98876" y="376411"/>
                  </a:lnTo>
                  <a:lnTo>
                    <a:pt x="96694" y="373248"/>
                  </a:lnTo>
                  <a:lnTo>
                    <a:pt x="96649" y="371162"/>
                  </a:lnTo>
                  <a:lnTo>
                    <a:pt x="95296" y="366717"/>
                  </a:lnTo>
                  <a:lnTo>
                    <a:pt x="94287" y="364953"/>
                  </a:lnTo>
                  <a:lnTo>
                    <a:pt x="92782" y="362319"/>
                  </a:lnTo>
                  <a:lnTo>
                    <a:pt x="86427" y="356504"/>
                  </a:lnTo>
                  <a:lnTo>
                    <a:pt x="85434" y="350287"/>
                  </a:lnTo>
                  <a:lnTo>
                    <a:pt x="86321" y="346903"/>
                  </a:lnTo>
                  <a:lnTo>
                    <a:pt x="86212" y="345715"/>
                  </a:lnTo>
                  <a:lnTo>
                    <a:pt x="86109" y="344581"/>
                  </a:lnTo>
                  <a:lnTo>
                    <a:pt x="85231" y="341082"/>
                  </a:lnTo>
                  <a:lnTo>
                    <a:pt x="86289" y="334826"/>
                  </a:lnTo>
                  <a:lnTo>
                    <a:pt x="85387" y="331704"/>
                  </a:lnTo>
                  <a:lnTo>
                    <a:pt x="86186" y="327028"/>
                  </a:lnTo>
                  <a:lnTo>
                    <a:pt x="86577" y="324730"/>
                  </a:lnTo>
                  <a:lnTo>
                    <a:pt x="85046" y="322682"/>
                  </a:lnTo>
                  <a:lnTo>
                    <a:pt x="84379" y="318422"/>
                  </a:lnTo>
                  <a:lnTo>
                    <a:pt x="78429" y="312845"/>
                  </a:lnTo>
                  <a:lnTo>
                    <a:pt x="78419" y="309505"/>
                  </a:lnTo>
                  <a:lnTo>
                    <a:pt x="77540" y="306973"/>
                  </a:lnTo>
                  <a:lnTo>
                    <a:pt x="77038" y="305526"/>
                  </a:lnTo>
                  <a:lnTo>
                    <a:pt x="75329" y="300598"/>
                  </a:lnTo>
                  <a:lnTo>
                    <a:pt x="76659" y="295567"/>
                  </a:lnTo>
                  <a:lnTo>
                    <a:pt x="79073" y="288579"/>
                  </a:lnTo>
                  <a:lnTo>
                    <a:pt x="79058" y="286408"/>
                  </a:lnTo>
                  <a:lnTo>
                    <a:pt x="79016" y="280172"/>
                  </a:lnTo>
                  <a:lnTo>
                    <a:pt x="79000" y="277945"/>
                  </a:lnTo>
                  <a:lnTo>
                    <a:pt x="77496" y="273897"/>
                  </a:lnTo>
                  <a:lnTo>
                    <a:pt x="81303" y="268837"/>
                  </a:lnTo>
                  <a:lnTo>
                    <a:pt x="85802" y="265053"/>
                  </a:lnTo>
                  <a:lnTo>
                    <a:pt x="86388" y="263901"/>
                  </a:lnTo>
                  <a:lnTo>
                    <a:pt x="88005" y="260722"/>
                  </a:lnTo>
                  <a:lnTo>
                    <a:pt x="82763" y="257887"/>
                  </a:lnTo>
                  <a:lnTo>
                    <a:pt x="78521" y="255912"/>
                  </a:lnTo>
                  <a:lnTo>
                    <a:pt x="79965" y="253302"/>
                  </a:lnTo>
                  <a:lnTo>
                    <a:pt x="79921" y="251903"/>
                  </a:lnTo>
                  <a:lnTo>
                    <a:pt x="79743" y="246272"/>
                  </a:lnTo>
                  <a:lnTo>
                    <a:pt x="76839" y="241089"/>
                  </a:lnTo>
                  <a:lnTo>
                    <a:pt x="76699" y="240840"/>
                  </a:lnTo>
                  <a:lnTo>
                    <a:pt x="76079" y="239733"/>
                  </a:lnTo>
                  <a:lnTo>
                    <a:pt x="70709" y="235426"/>
                  </a:lnTo>
                  <a:lnTo>
                    <a:pt x="69922" y="233353"/>
                  </a:lnTo>
                  <a:lnTo>
                    <a:pt x="68345" y="229205"/>
                  </a:lnTo>
                  <a:lnTo>
                    <a:pt x="65502" y="223274"/>
                  </a:lnTo>
                  <a:lnTo>
                    <a:pt x="64470" y="221576"/>
                  </a:lnTo>
                  <a:lnTo>
                    <a:pt x="60817" y="215561"/>
                  </a:lnTo>
                  <a:lnTo>
                    <a:pt x="58650" y="212868"/>
                  </a:lnTo>
                  <a:lnTo>
                    <a:pt x="58408" y="212127"/>
                  </a:lnTo>
                  <a:lnTo>
                    <a:pt x="51865" y="192159"/>
                  </a:lnTo>
                  <a:lnTo>
                    <a:pt x="51277" y="190356"/>
                  </a:lnTo>
                  <a:lnTo>
                    <a:pt x="43107" y="165294"/>
                  </a:lnTo>
                  <a:lnTo>
                    <a:pt x="41609" y="160694"/>
                  </a:lnTo>
                  <a:lnTo>
                    <a:pt x="40322" y="156742"/>
                  </a:lnTo>
                  <a:lnTo>
                    <a:pt x="36937" y="146385"/>
                  </a:lnTo>
                  <a:lnTo>
                    <a:pt x="33785" y="136738"/>
                  </a:lnTo>
                  <a:lnTo>
                    <a:pt x="30115" y="125501"/>
                  </a:lnTo>
                  <a:lnTo>
                    <a:pt x="28402" y="120256"/>
                  </a:lnTo>
                  <a:lnTo>
                    <a:pt x="25246" y="110442"/>
                  </a:lnTo>
                  <a:lnTo>
                    <a:pt x="24049" y="106718"/>
                  </a:lnTo>
                  <a:lnTo>
                    <a:pt x="19482" y="93203"/>
                  </a:lnTo>
                  <a:lnTo>
                    <a:pt x="14147" y="77400"/>
                  </a:lnTo>
                  <a:lnTo>
                    <a:pt x="12731" y="73255"/>
                  </a:lnTo>
                  <a:lnTo>
                    <a:pt x="10875" y="67825"/>
                  </a:lnTo>
                  <a:lnTo>
                    <a:pt x="9870" y="64881"/>
                  </a:lnTo>
                  <a:lnTo>
                    <a:pt x="6253" y="54287"/>
                  </a:lnTo>
                  <a:lnTo>
                    <a:pt x="3253" y="45001"/>
                  </a:lnTo>
                  <a:lnTo>
                    <a:pt x="1521" y="396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622570" y="5312226"/>
              <a:ext cx="106199" cy="120690"/>
            </a:xfrm>
            <a:custGeom>
              <a:avLst/>
              <a:pathLst>
                <a:path w="106199" h="120690">
                  <a:moveTo>
                    <a:pt x="554" y="42461"/>
                  </a:moveTo>
                  <a:lnTo>
                    <a:pt x="3636" y="39407"/>
                  </a:lnTo>
                  <a:lnTo>
                    <a:pt x="5639" y="36647"/>
                  </a:lnTo>
                  <a:lnTo>
                    <a:pt x="7808" y="36217"/>
                  </a:lnTo>
                  <a:lnTo>
                    <a:pt x="10174" y="33730"/>
                  </a:lnTo>
                  <a:lnTo>
                    <a:pt x="11482" y="29863"/>
                  </a:lnTo>
                  <a:lnTo>
                    <a:pt x="13953" y="26799"/>
                  </a:lnTo>
                  <a:lnTo>
                    <a:pt x="15796" y="25697"/>
                  </a:lnTo>
                  <a:lnTo>
                    <a:pt x="15759" y="21908"/>
                  </a:lnTo>
                  <a:lnTo>
                    <a:pt x="13231" y="18539"/>
                  </a:lnTo>
                  <a:lnTo>
                    <a:pt x="9125" y="12915"/>
                  </a:lnTo>
                  <a:lnTo>
                    <a:pt x="7432" y="8110"/>
                  </a:lnTo>
                  <a:lnTo>
                    <a:pt x="7413" y="1246"/>
                  </a:lnTo>
                  <a:lnTo>
                    <a:pt x="10266" y="0"/>
                  </a:lnTo>
                  <a:lnTo>
                    <a:pt x="14955" y="1831"/>
                  </a:lnTo>
                  <a:lnTo>
                    <a:pt x="20440" y="4929"/>
                  </a:lnTo>
                  <a:lnTo>
                    <a:pt x="23529" y="7850"/>
                  </a:lnTo>
                  <a:lnTo>
                    <a:pt x="29528" y="11611"/>
                  </a:lnTo>
                  <a:lnTo>
                    <a:pt x="33143" y="14333"/>
                  </a:lnTo>
                  <a:lnTo>
                    <a:pt x="36261" y="13904"/>
                  </a:lnTo>
                  <a:lnTo>
                    <a:pt x="41124" y="15721"/>
                  </a:lnTo>
                  <a:lnTo>
                    <a:pt x="51203" y="20433"/>
                  </a:lnTo>
                  <a:lnTo>
                    <a:pt x="61557" y="25628"/>
                  </a:lnTo>
                  <a:lnTo>
                    <a:pt x="71136" y="32869"/>
                  </a:lnTo>
                  <a:lnTo>
                    <a:pt x="75154" y="36641"/>
                  </a:lnTo>
                  <a:lnTo>
                    <a:pt x="78886" y="40509"/>
                  </a:lnTo>
                  <a:lnTo>
                    <a:pt x="79582" y="47470"/>
                  </a:lnTo>
                  <a:lnTo>
                    <a:pt x="80594" y="51758"/>
                  </a:lnTo>
                  <a:lnTo>
                    <a:pt x="83871" y="50892"/>
                  </a:lnTo>
                  <a:lnTo>
                    <a:pt x="87092" y="51104"/>
                  </a:lnTo>
                  <a:lnTo>
                    <a:pt x="89863" y="55500"/>
                  </a:lnTo>
                  <a:lnTo>
                    <a:pt x="91232" y="60603"/>
                  </a:lnTo>
                  <a:lnTo>
                    <a:pt x="93882" y="63216"/>
                  </a:lnTo>
                  <a:lnTo>
                    <a:pt x="102479" y="68509"/>
                  </a:lnTo>
                  <a:lnTo>
                    <a:pt x="105908" y="70343"/>
                  </a:lnTo>
                  <a:lnTo>
                    <a:pt x="106199" y="72933"/>
                  </a:lnTo>
                  <a:lnTo>
                    <a:pt x="102155" y="78643"/>
                  </a:lnTo>
                  <a:lnTo>
                    <a:pt x="97303" y="82904"/>
                  </a:lnTo>
                  <a:lnTo>
                    <a:pt x="91709" y="87052"/>
                  </a:lnTo>
                  <a:lnTo>
                    <a:pt x="84615" y="90259"/>
                  </a:lnTo>
                  <a:lnTo>
                    <a:pt x="81094" y="92026"/>
                  </a:lnTo>
                  <a:lnTo>
                    <a:pt x="77370" y="92487"/>
                  </a:lnTo>
                  <a:lnTo>
                    <a:pt x="72318" y="91059"/>
                  </a:lnTo>
                  <a:lnTo>
                    <a:pt x="68616" y="92920"/>
                  </a:lnTo>
                  <a:lnTo>
                    <a:pt x="65294" y="96397"/>
                  </a:lnTo>
                  <a:lnTo>
                    <a:pt x="62913" y="96947"/>
                  </a:lnTo>
                  <a:lnTo>
                    <a:pt x="58406" y="101008"/>
                  </a:lnTo>
                  <a:lnTo>
                    <a:pt x="54315" y="102010"/>
                  </a:lnTo>
                  <a:lnTo>
                    <a:pt x="51137" y="107829"/>
                  </a:lnTo>
                  <a:lnTo>
                    <a:pt x="49078" y="113111"/>
                  </a:lnTo>
                  <a:lnTo>
                    <a:pt x="47676" y="116292"/>
                  </a:lnTo>
                  <a:lnTo>
                    <a:pt x="46084" y="118710"/>
                  </a:lnTo>
                  <a:lnTo>
                    <a:pt x="43610" y="120690"/>
                  </a:lnTo>
                  <a:lnTo>
                    <a:pt x="38389" y="115843"/>
                  </a:lnTo>
                  <a:lnTo>
                    <a:pt x="31121" y="111519"/>
                  </a:lnTo>
                  <a:lnTo>
                    <a:pt x="24547" y="109140"/>
                  </a:lnTo>
                  <a:lnTo>
                    <a:pt x="20970" y="103451"/>
                  </a:lnTo>
                  <a:lnTo>
                    <a:pt x="20041" y="96394"/>
                  </a:lnTo>
                  <a:lnTo>
                    <a:pt x="19734" y="89431"/>
                  </a:lnTo>
                  <a:lnTo>
                    <a:pt x="20148" y="85912"/>
                  </a:lnTo>
                  <a:lnTo>
                    <a:pt x="19652" y="81579"/>
                  </a:lnTo>
                  <a:lnTo>
                    <a:pt x="17046" y="75511"/>
                  </a:lnTo>
                  <a:lnTo>
                    <a:pt x="15231" y="72028"/>
                  </a:lnTo>
                  <a:lnTo>
                    <a:pt x="12577" y="68993"/>
                  </a:lnTo>
                  <a:lnTo>
                    <a:pt x="10168" y="62765"/>
                  </a:lnTo>
                  <a:lnTo>
                    <a:pt x="8736" y="58099"/>
                  </a:lnTo>
                  <a:lnTo>
                    <a:pt x="6662" y="54928"/>
                  </a:lnTo>
                  <a:lnTo>
                    <a:pt x="3988" y="54116"/>
                  </a:lnTo>
                  <a:lnTo>
                    <a:pt x="3375" y="52399"/>
                  </a:lnTo>
                  <a:lnTo>
                    <a:pt x="0" y="467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555628" y="5240588"/>
              <a:ext cx="60390" cy="41447"/>
            </a:xfrm>
            <a:custGeom>
              <a:avLst/>
              <a:pathLst>
                <a:path w="60390" h="41447">
                  <a:moveTo>
                    <a:pt x="0" y="9020"/>
                  </a:moveTo>
                  <a:lnTo>
                    <a:pt x="844" y="3836"/>
                  </a:lnTo>
                  <a:lnTo>
                    <a:pt x="5276" y="0"/>
                  </a:lnTo>
                  <a:lnTo>
                    <a:pt x="10034" y="1394"/>
                  </a:lnTo>
                  <a:lnTo>
                    <a:pt x="14350" y="7142"/>
                  </a:lnTo>
                  <a:lnTo>
                    <a:pt x="18089" y="12397"/>
                  </a:lnTo>
                  <a:lnTo>
                    <a:pt x="24212" y="11307"/>
                  </a:lnTo>
                  <a:lnTo>
                    <a:pt x="29585" y="9012"/>
                  </a:lnTo>
                  <a:lnTo>
                    <a:pt x="37042" y="10316"/>
                  </a:lnTo>
                  <a:lnTo>
                    <a:pt x="41497" y="14673"/>
                  </a:lnTo>
                  <a:lnTo>
                    <a:pt x="46929" y="17752"/>
                  </a:lnTo>
                  <a:lnTo>
                    <a:pt x="53498" y="22684"/>
                  </a:lnTo>
                  <a:lnTo>
                    <a:pt x="58273" y="24332"/>
                  </a:lnTo>
                  <a:lnTo>
                    <a:pt x="60390" y="28988"/>
                  </a:lnTo>
                  <a:lnTo>
                    <a:pt x="59623" y="32996"/>
                  </a:lnTo>
                  <a:lnTo>
                    <a:pt x="56613" y="35705"/>
                  </a:lnTo>
                  <a:lnTo>
                    <a:pt x="50044" y="38536"/>
                  </a:lnTo>
                  <a:lnTo>
                    <a:pt x="43465" y="37985"/>
                  </a:lnTo>
                  <a:lnTo>
                    <a:pt x="37804" y="40397"/>
                  </a:lnTo>
                  <a:lnTo>
                    <a:pt x="30407" y="41447"/>
                  </a:lnTo>
                  <a:lnTo>
                    <a:pt x="25733" y="39369"/>
                  </a:lnTo>
                  <a:lnTo>
                    <a:pt x="24062" y="34155"/>
                  </a:lnTo>
                  <a:lnTo>
                    <a:pt x="21877" y="26897"/>
                  </a:lnTo>
                  <a:lnTo>
                    <a:pt x="21358" y="25338"/>
                  </a:lnTo>
                  <a:lnTo>
                    <a:pt x="19990" y="21997"/>
                  </a:lnTo>
                  <a:lnTo>
                    <a:pt x="17238" y="21022"/>
                  </a:lnTo>
                  <a:lnTo>
                    <a:pt x="14904" y="22697"/>
                  </a:lnTo>
                  <a:lnTo>
                    <a:pt x="13436" y="21909"/>
                  </a:lnTo>
                  <a:lnTo>
                    <a:pt x="6724" y="18298"/>
                  </a:lnTo>
                  <a:lnTo>
                    <a:pt x="1336" y="117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560067" y="5278528"/>
              <a:ext cx="13350" cy="8265"/>
            </a:xfrm>
            <a:custGeom>
              <a:avLst/>
              <a:pathLst>
                <a:path w="13350" h="8265">
                  <a:moveTo>
                    <a:pt x="2266" y="3350"/>
                  </a:moveTo>
                  <a:lnTo>
                    <a:pt x="6736" y="716"/>
                  </a:lnTo>
                  <a:lnTo>
                    <a:pt x="10162" y="0"/>
                  </a:lnTo>
                  <a:lnTo>
                    <a:pt x="12432" y="2351"/>
                  </a:lnTo>
                  <a:lnTo>
                    <a:pt x="13350" y="7035"/>
                  </a:lnTo>
                  <a:lnTo>
                    <a:pt x="9735" y="8162"/>
                  </a:lnTo>
                  <a:lnTo>
                    <a:pt x="3070" y="8265"/>
                  </a:lnTo>
                  <a:lnTo>
                    <a:pt x="0" y="55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526467" y="5246741"/>
              <a:ext cx="21496" cy="17616"/>
            </a:xfrm>
            <a:custGeom>
              <a:avLst/>
              <a:pathLst>
                <a:path w="21496" h="17616">
                  <a:moveTo>
                    <a:pt x="0" y="1120"/>
                  </a:moveTo>
                  <a:lnTo>
                    <a:pt x="3810" y="0"/>
                  </a:lnTo>
                  <a:lnTo>
                    <a:pt x="9760" y="889"/>
                  </a:lnTo>
                  <a:lnTo>
                    <a:pt x="15359" y="4044"/>
                  </a:lnTo>
                  <a:lnTo>
                    <a:pt x="18661" y="7051"/>
                  </a:lnTo>
                  <a:lnTo>
                    <a:pt x="21496" y="11081"/>
                  </a:lnTo>
                  <a:lnTo>
                    <a:pt x="19721" y="15852"/>
                  </a:lnTo>
                  <a:lnTo>
                    <a:pt x="15716" y="17264"/>
                  </a:lnTo>
                  <a:lnTo>
                    <a:pt x="14247" y="17613"/>
                  </a:lnTo>
                  <a:lnTo>
                    <a:pt x="9504" y="17616"/>
                  </a:lnTo>
                  <a:lnTo>
                    <a:pt x="7168" y="13829"/>
                  </a:lnTo>
                  <a:lnTo>
                    <a:pt x="6483" y="9308"/>
                  </a:lnTo>
                  <a:lnTo>
                    <a:pt x="4606" y="6697"/>
                  </a:lnTo>
                  <a:lnTo>
                    <a:pt x="287" y="36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503876" y="5218617"/>
              <a:ext cx="48224" cy="18375"/>
            </a:xfrm>
            <a:custGeom>
              <a:avLst/>
              <a:pathLst>
                <a:path w="48224" h="18375">
                  <a:moveTo>
                    <a:pt x="2089" y="5878"/>
                  </a:moveTo>
                  <a:lnTo>
                    <a:pt x="4034" y="3759"/>
                  </a:lnTo>
                  <a:lnTo>
                    <a:pt x="2683" y="0"/>
                  </a:lnTo>
                  <a:lnTo>
                    <a:pt x="7506" y="987"/>
                  </a:lnTo>
                  <a:lnTo>
                    <a:pt x="13704" y="3097"/>
                  </a:lnTo>
                  <a:lnTo>
                    <a:pt x="20984" y="4653"/>
                  </a:lnTo>
                  <a:lnTo>
                    <a:pt x="22961" y="3959"/>
                  </a:lnTo>
                  <a:lnTo>
                    <a:pt x="25285" y="3141"/>
                  </a:lnTo>
                  <a:lnTo>
                    <a:pt x="27006" y="3292"/>
                  </a:lnTo>
                  <a:lnTo>
                    <a:pt x="30884" y="7412"/>
                  </a:lnTo>
                  <a:lnTo>
                    <a:pt x="31148" y="7438"/>
                  </a:lnTo>
                  <a:lnTo>
                    <a:pt x="37355" y="8048"/>
                  </a:lnTo>
                  <a:lnTo>
                    <a:pt x="45330" y="7967"/>
                  </a:lnTo>
                  <a:lnTo>
                    <a:pt x="48224" y="9746"/>
                  </a:lnTo>
                  <a:lnTo>
                    <a:pt x="46315" y="13762"/>
                  </a:lnTo>
                  <a:lnTo>
                    <a:pt x="41717" y="17288"/>
                  </a:lnTo>
                  <a:lnTo>
                    <a:pt x="35830" y="18375"/>
                  </a:lnTo>
                  <a:lnTo>
                    <a:pt x="29398" y="16360"/>
                  </a:lnTo>
                  <a:lnTo>
                    <a:pt x="23261" y="13828"/>
                  </a:lnTo>
                  <a:lnTo>
                    <a:pt x="18686" y="12297"/>
                  </a:lnTo>
                  <a:lnTo>
                    <a:pt x="11425" y="12666"/>
                  </a:lnTo>
                  <a:lnTo>
                    <a:pt x="4884" y="12363"/>
                  </a:lnTo>
                  <a:lnTo>
                    <a:pt x="0" y="107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420535" y="5169712"/>
              <a:ext cx="53356" cy="42216"/>
            </a:xfrm>
            <a:custGeom>
              <a:avLst/>
              <a:pathLst>
                <a:path w="53356" h="42216">
                  <a:moveTo>
                    <a:pt x="3621" y="9351"/>
                  </a:moveTo>
                  <a:lnTo>
                    <a:pt x="12196" y="9978"/>
                  </a:lnTo>
                  <a:lnTo>
                    <a:pt x="15469" y="6656"/>
                  </a:lnTo>
                  <a:lnTo>
                    <a:pt x="17390" y="3040"/>
                  </a:lnTo>
                  <a:lnTo>
                    <a:pt x="21729" y="228"/>
                  </a:lnTo>
                  <a:lnTo>
                    <a:pt x="23591" y="0"/>
                  </a:lnTo>
                  <a:lnTo>
                    <a:pt x="27769" y="5856"/>
                  </a:lnTo>
                  <a:lnTo>
                    <a:pt x="32363" y="13021"/>
                  </a:lnTo>
                  <a:lnTo>
                    <a:pt x="36096" y="17393"/>
                  </a:lnTo>
                  <a:lnTo>
                    <a:pt x="36063" y="22973"/>
                  </a:lnTo>
                  <a:lnTo>
                    <a:pt x="38894" y="25585"/>
                  </a:lnTo>
                  <a:lnTo>
                    <a:pt x="42664" y="24093"/>
                  </a:lnTo>
                  <a:lnTo>
                    <a:pt x="46089" y="24609"/>
                  </a:lnTo>
                  <a:lnTo>
                    <a:pt x="46532" y="29589"/>
                  </a:lnTo>
                  <a:lnTo>
                    <a:pt x="48118" y="33698"/>
                  </a:lnTo>
                  <a:lnTo>
                    <a:pt x="53356" y="38132"/>
                  </a:lnTo>
                  <a:lnTo>
                    <a:pt x="53142" y="38510"/>
                  </a:lnTo>
                  <a:lnTo>
                    <a:pt x="51951" y="40621"/>
                  </a:lnTo>
                  <a:lnTo>
                    <a:pt x="49977" y="42216"/>
                  </a:lnTo>
                  <a:lnTo>
                    <a:pt x="45200" y="40525"/>
                  </a:lnTo>
                  <a:lnTo>
                    <a:pt x="43493" y="41486"/>
                  </a:lnTo>
                  <a:lnTo>
                    <a:pt x="41170" y="41928"/>
                  </a:lnTo>
                  <a:lnTo>
                    <a:pt x="37527" y="39207"/>
                  </a:lnTo>
                  <a:lnTo>
                    <a:pt x="34140" y="36936"/>
                  </a:lnTo>
                  <a:lnTo>
                    <a:pt x="29159" y="35915"/>
                  </a:lnTo>
                  <a:lnTo>
                    <a:pt x="26630" y="35365"/>
                  </a:lnTo>
                  <a:lnTo>
                    <a:pt x="23219" y="35608"/>
                  </a:lnTo>
                  <a:lnTo>
                    <a:pt x="18294" y="36016"/>
                  </a:lnTo>
                  <a:lnTo>
                    <a:pt x="18163" y="36027"/>
                  </a:lnTo>
                  <a:lnTo>
                    <a:pt x="16958" y="35985"/>
                  </a:lnTo>
                  <a:lnTo>
                    <a:pt x="14362" y="31577"/>
                  </a:lnTo>
                  <a:lnTo>
                    <a:pt x="13179" y="28897"/>
                  </a:lnTo>
                  <a:lnTo>
                    <a:pt x="9720" y="25848"/>
                  </a:lnTo>
                  <a:lnTo>
                    <a:pt x="9178" y="23515"/>
                  </a:lnTo>
                  <a:lnTo>
                    <a:pt x="4524" y="17950"/>
                  </a:lnTo>
                  <a:lnTo>
                    <a:pt x="4306" y="14722"/>
                  </a:lnTo>
                  <a:lnTo>
                    <a:pt x="0" y="94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294944" y="5109205"/>
              <a:ext cx="38826" cy="33235"/>
            </a:xfrm>
            <a:custGeom>
              <a:avLst/>
              <a:pathLst>
                <a:path w="38826" h="33235">
                  <a:moveTo>
                    <a:pt x="0" y="12175"/>
                  </a:moveTo>
                  <a:lnTo>
                    <a:pt x="2810" y="9642"/>
                  </a:lnTo>
                  <a:lnTo>
                    <a:pt x="3633" y="5979"/>
                  </a:lnTo>
                  <a:lnTo>
                    <a:pt x="5473" y="4495"/>
                  </a:lnTo>
                  <a:lnTo>
                    <a:pt x="12635" y="1675"/>
                  </a:lnTo>
                  <a:lnTo>
                    <a:pt x="14898" y="0"/>
                  </a:lnTo>
                  <a:lnTo>
                    <a:pt x="17885" y="536"/>
                  </a:lnTo>
                  <a:lnTo>
                    <a:pt x="20693" y="2501"/>
                  </a:lnTo>
                  <a:lnTo>
                    <a:pt x="22299" y="397"/>
                  </a:lnTo>
                  <a:lnTo>
                    <a:pt x="26881" y="1812"/>
                  </a:lnTo>
                  <a:lnTo>
                    <a:pt x="29114" y="972"/>
                  </a:lnTo>
                  <a:lnTo>
                    <a:pt x="32551" y="3041"/>
                  </a:lnTo>
                  <a:lnTo>
                    <a:pt x="36759" y="6310"/>
                  </a:lnTo>
                  <a:lnTo>
                    <a:pt x="38826" y="11897"/>
                  </a:lnTo>
                  <a:lnTo>
                    <a:pt x="37338" y="17175"/>
                  </a:lnTo>
                  <a:lnTo>
                    <a:pt x="36211" y="18786"/>
                  </a:lnTo>
                  <a:lnTo>
                    <a:pt x="36737" y="22607"/>
                  </a:lnTo>
                  <a:lnTo>
                    <a:pt x="36751" y="26881"/>
                  </a:lnTo>
                  <a:lnTo>
                    <a:pt x="33272" y="29891"/>
                  </a:lnTo>
                  <a:lnTo>
                    <a:pt x="28873" y="33235"/>
                  </a:lnTo>
                  <a:lnTo>
                    <a:pt x="22149" y="31048"/>
                  </a:lnTo>
                  <a:lnTo>
                    <a:pt x="18249" y="29770"/>
                  </a:lnTo>
                  <a:lnTo>
                    <a:pt x="15945" y="29530"/>
                  </a:lnTo>
                  <a:lnTo>
                    <a:pt x="11854" y="25323"/>
                  </a:lnTo>
                  <a:lnTo>
                    <a:pt x="6964" y="22271"/>
                  </a:lnTo>
                  <a:lnTo>
                    <a:pt x="3054" y="20303"/>
                  </a:lnTo>
                  <a:lnTo>
                    <a:pt x="150" y="162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259666" y="5123882"/>
              <a:ext cx="14550" cy="18687"/>
            </a:xfrm>
            <a:custGeom>
              <a:avLst/>
              <a:pathLst>
                <a:path w="14550" h="18687">
                  <a:moveTo>
                    <a:pt x="0" y="15010"/>
                  </a:moveTo>
                  <a:lnTo>
                    <a:pt x="1049" y="8582"/>
                  </a:lnTo>
                  <a:lnTo>
                    <a:pt x="3583" y="5969"/>
                  </a:lnTo>
                  <a:lnTo>
                    <a:pt x="7930" y="4223"/>
                  </a:lnTo>
                  <a:lnTo>
                    <a:pt x="8998" y="3100"/>
                  </a:lnTo>
                  <a:lnTo>
                    <a:pt x="9496" y="292"/>
                  </a:lnTo>
                  <a:lnTo>
                    <a:pt x="12684" y="0"/>
                  </a:lnTo>
                  <a:lnTo>
                    <a:pt x="13830" y="770"/>
                  </a:lnTo>
                  <a:lnTo>
                    <a:pt x="14550" y="2226"/>
                  </a:lnTo>
                  <a:lnTo>
                    <a:pt x="13155" y="3560"/>
                  </a:lnTo>
                  <a:lnTo>
                    <a:pt x="12215" y="6690"/>
                  </a:lnTo>
                  <a:lnTo>
                    <a:pt x="13012" y="9568"/>
                  </a:lnTo>
                  <a:lnTo>
                    <a:pt x="9545" y="10819"/>
                  </a:lnTo>
                  <a:lnTo>
                    <a:pt x="7067" y="11274"/>
                  </a:lnTo>
                  <a:lnTo>
                    <a:pt x="5740" y="12962"/>
                  </a:lnTo>
                  <a:lnTo>
                    <a:pt x="4740" y="15000"/>
                  </a:lnTo>
                  <a:lnTo>
                    <a:pt x="3806" y="18687"/>
                  </a:lnTo>
                  <a:lnTo>
                    <a:pt x="1753" y="175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537254" y="3159568"/>
              <a:ext cx="424164" cy="278134"/>
            </a:xfrm>
            <a:custGeom>
              <a:avLst/>
              <a:pathLst>
                <a:path w="424164" h="278134">
                  <a:moveTo>
                    <a:pt x="1112" y="88735"/>
                  </a:moveTo>
                  <a:lnTo>
                    <a:pt x="3761" y="84381"/>
                  </a:lnTo>
                  <a:lnTo>
                    <a:pt x="6149" y="79823"/>
                  </a:lnTo>
                  <a:lnTo>
                    <a:pt x="5872" y="77194"/>
                  </a:lnTo>
                  <a:lnTo>
                    <a:pt x="5743" y="75973"/>
                  </a:lnTo>
                  <a:lnTo>
                    <a:pt x="8260" y="72638"/>
                  </a:lnTo>
                  <a:lnTo>
                    <a:pt x="6916" y="71094"/>
                  </a:lnTo>
                  <a:lnTo>
                    <a:pt x="8579" y="68616"/>
                  </a:lnTo>
                  <a:lnTo>
                    <a:pt x="7240" y="65618"/>
                  </a:lnTo>
                  <a:lnTo>
                    <a:pt x="10553" y="63053"/>
                  </a:lnTo>
                  <a:lnTo>
                    <a:pt x="10887" y="61723"/>
                  </a:lnTo>
                  <a:lnTo>
                    <a:pt x="11585" y="58942"/>
                  </a:lnTo>
                  <a:lnTo>
                    <a:pt x="10228" y="56419"/>
                  </a:lnTo>
                  <a:lnTo>
                    <a:pt x="8872" y="49664"/>
                  </a:lnTo>
                  <a:lnTo>
                    <a:pt x="5906" y="49799"/>
                  </a:lnTo>
                  <a:lnTo>
                    <a:pt x="3841" y="47578"/>
                  </a:lnTo>
                  <a:lnTo>
                    <a:pt x="3417" y="46695"/>
                  </a:lnTo>
                  <a:lnTo>
                    <a:pt x="2034" y="43812"/>
                  </a:lnTo>
                  <a:lnTo>
                    <a:pt x="5086" y="42899"/>
                  </a:lnTo>
                  <a:lnTo>
                    <a:pt x="5302" y="38752"/>
                  </a:lnTo>
                  <a:lnTo>
                    <a:pt x="5333" y="35381"/>
                  </a:lnTo>
                  <a:lnTo>
                    <a:pt x="535" y="31329"/>
                  </a:lnTo>
                  <a:lnTo>
                    <a:pt x="1021" y="28199"/>
                  </a:lnTo>
                  <a:lnTo>
                    <a:pt x="0" y="25537"/>
                  </a:lnTo>
                  <a:lnTo>
                    <a:pt x="9247" y="25148"/>
                  </a:lnTo>
                  <a:lnTo>
                    <a:pt x="25418" y="24424"/>
                  </a:lnTo>
                  <a:lnTo>
                    <a:pt x="34642" y="23998"/>
                  </a:lnTo>
                  <a:lnTo>
                    <a:pt x="46840" y="23410"/>
                  </a:lnTo>
                  <a:lnTo>
                    <a:pt x="48523" y="23326"/>
                  </a:lnTo>
                  <a:lnTo>
                    <a:pt x="70575" y="22127"/>
                  </a:lnTo>
                  <a:lnTo>
                    <a:pt x="72628" y="22006"/>
                  </a:lnTo>
                  <a:lnTo>
                    <a:pt x="76854" y="21754"/>
                  </a:lnTo>
                  <a:lnTo>
                    <a:pt x="87814" y="21086"/>
                  </a:lnTo>
                  <a:lnTo>
                    <a:pt x="106859" y="19957"/>
                  </a:lnTo>
                  <a:lnTo>
                    <a:pt x="109419" y="19800"/>
                  </a:lnTo>
                  <a:lnTo>
                    <a:pt x="110666" y="19721"/>
                  </a:lnTo>
                  <a:lnTo>
                    <a:pt x="136762" y="18012"/>
                  </a:lnTo>
                  <a:lnTo>
                    <a:pt x="140073" y="17785"/>
                  </a:lnTo>
                  <a:lnTo>
                    <a:pt x="149112" y="17180"/>
                  </a:lnTo>
                  <a:lnTo>
                    <a:pt x="166675" y="15958"/>
                  </a:lnTo>
                  <a:lnTo>
                    <a:pt x="187081" y="14411"/>
                  </a:lnTo>
                  <a:lnTo>
                    <a:pt x="191627" y="14055"/>
                  </a:lnTo>
                  <a:lnTo>
                    <a:pt x="196652" y="13654"/>
                  </a:lnTo>
                  <a:lnTo>
                    <a:pt x="213645" y="12263"/>
                  </a:lnTo>
                  <a:lnTo>
                    <a:pt x="225013" y="11304"/>
                  </a:lnTo>
                  <a:lnTo>
                    <a:pt x="226585" y="11169"/>
                  </a:lnTo>
                  <a:lnTo>
                    <a:pt x="236331" y="10324"/>
                  </a:lnTo>
                  <a:lnTo>
                    <a:pt x="256381" y="8458"/>
                  </a:lnTo>
                  <a:lnTo>
                    <a:pt x="262966" y="7840"/>
                  </a:lnTo>
                  <a:lnTo>
                    <a:pt x="280033" y="6198"/>
                  </a:lnTo>
                  <a:lnTo>
                    <a:pt x="286292" y="5591"/>
                  </a:lnTo>
                  <a:lnTo>
                    <a:pt x="302397" y="3996"/>
                  </a:lnTo>
                  <a:lnTo>
                    <a:pt x="308373" y="3390"/>
                  </a:lnTo>
                  <a:lnTo>
                    <a:pt x="315911" y="2615"/>
                  </a:lnTo>
                  <a:lnTo>
                    <a:pt x="323473" y="1827"/>
                  </a:lnTo>
                  <a:lnTo>
                    <a:pt x="340724" y="0"/>
                  </a:lnTo>
                  <a:lnTo>
                    <a:pt x="340265" y="4426"/>
                  </a:lnTo>
                  <a:lnTo>
                    <a:pt x="341922" y="7027"/>
                  </a:lnTo>
                  <a:lnTo>
                    <a:pt x="342786" y="8381"/>
                  </a:lnTo>
                  <a:lnTo>
                    <a:pt x="342556" y="10998"/>
                  </a:lnTo>
                  <a:lnTo>
                    <a:pt x="346243" y="14024"/>
                  </a:lnTo>
                  <a:lnTo>
                    <a:pt x="349451" y="15542"/>
                  </a:lnTo>
                  <a:lnTo>
                    <a:pt x="353135" y="20404"/>
                  </a:lnTo>
                  <a:lnTo>
                    <a:pt x="351566" y="23408"/>
                  </a:lnTo>
                  <a:lnTo>
                    <a:pt x="349049" y="27874"/>
                  </a:lnTo>
                  <a:lnTo>
                    <a:pt x="346813" y="31625"/>
                  </a:lnTo>
                  <a:lnTo>
                    <a:pt x="347339" y="36368"/>
                  </a:lnTo>
                  <a:lnTo>
                    <a:pt x="347740" y="39991"/>
                  </a:lnTo>
                  <a:lnTo>
                    <a:pt x="349209" y="44352"/>
                  </a:lnTo>
                  <a:lnTo>
                    <a:pt x="349545" y="45348"/>
                  </a:lnTo>
                  <a:lnTo>
                    <a:pt x="351330" y="51507"/>
                  </a:lnTo>
                  <a:lnTo>
                    <a:pt x="354194" y="54666"/>
                  </a:lnTo>
                  <a:lnTo>
                    <a:pt x="356819" y="62225"/>
                  </a:lnTo>
                  <a:lnTo>
                    <a:pt x="360759" y="66728"/>
                  </a:lnTo>
                  <a:lnTo>
                    <a:pt x="365933" y="69307"/>
                  </a:lnTo>
                  <a:lnTo>
                    <a:pt x="368875" y="69819"/>
                  </a:lnTo>
                  <a:lnTo>
                    <a:pt x="371808" y="70328"/>
                  </a:lnTo>
                  <a:lnTo>
                    <a:pt x="378951" y="71220"/>
                  </a:lnTo>
                  <a:lnTo>
                    <a:pt x="381875" y="72574"/>
                  </a:lnTo>
                  <a:lnTo>
                    <a:pt x="384161" y="76714"/>
                  </a:lnTo>
                  <a:lnTo>
                    <a:pt x="386739" y="82433"/>
                  </a:lnTo>
                  <a:lnTo>
                    <a:pt x="386848" y="85651"/>
                  </a:lnTo>
                  <a:lnTo>
                    <a:pt x="390698" y="87362"/>
                  </a:lnTo>
                  <a:lnTo>
                    <a:pt x="392398" y="87938"/>
                  </a:lnTo>
                  <a:lnTo>
                    <a:pt x="395813" y="90696"/>
                  </a:lnTo>
                  <a:lnTo>
                    <a:pt x="398154" y="92315"/>
                  </a:lnTo>
                  <a:lnTo>
                    <a:pt x="400839" y="94170"/>
                  </a:lnTo>
                  <a:lnTo>
                    <a:pt x="403084" y="97183"/>
                  </a:lnTo>
                  <a:lnTo>
                    <a:pt x="402616" y="100922"/>
                  </a:lnTo>
                  <a:lnTo>
                    <a:pt x="404948" y="104087"/>
                  </a:lnTo>
                  <a:lnTo>
                    <a:pt x="409329" y="106747"/>
                  </a:lnTo>
                  <a:lnTo>
                    <a:pt x="410907" y="107408"/>
                  </a:lnTo>
                  <a:lnTo>
                    <a:pt x="414067" y="108729"/>
                  </a:lnTo>
                  <a:lnTo>
                    <a:pt x="418294" y="110466"/>
                  </a:lnTo>
                  <a:lnTo>
                    <a:pt x="421710" y="113831"/>
                  </a:lnTo>
                  <a:lnTo>
                    <a:pt x="422237" y="119596"/>
                  </a:lnTo>
                  <a:lnTo>
                    <a:pt x="422554" y="120205"/>
                  </a:lnTo>
                  <a:lnTo>
                    <a:pt x="424164" y="123288"/>
                  </a:lnTo>
                  <a:lnTo>
                    <a:pt x="423702" y="128453"/>
                  </a:lnTo>
                  <a:lnTo>
                    <a:pt x="423707" y="129189"/>
                  </a:lnTo>
                  <a:lnTo>
                    <a:pt x="423729" y="133257"/>
                  </a:lnTo>
                  <a:lnTo>
                    <a:pt x="423071" y="136795"/>
                  </a:lnTo>
                  <a:lnTo>
                    <a:pt x="423452" y="139635"/>
                  </a:lnTo>
                  <a:lnTo>
                    <a:pt x="419750" y="142661"/>
                  </a:lnTo>
                  <a:lnTo>
                    <a:pt x="419374" y="142967"/>
                  </a:lnTo>
                  <a:lnTo>
                    <a:pt x="415729" y="146723"/>
                  </a:lnTo>
                  <a:lnTo>
                    <a:pt x="415792" y="147924"/>
                  </a:lnTo>
                  <a:lnTo>
                    <a:pt x="415946" y="150883"/>
                  </a:lnTo>
                  <a:lnTo>
                    <a:pt x="414818" y="153693"/>
                  </a:lnTo>
                  <a:lnTo>
                    <a:pt x="415293" y="159458"/>
                  </a:lnTo>
                  <a:lnTo>
                    <a:pt x="413884" y="161302"/>
                  </a:lnTo>
                  <a:lnTo>
                    <a:pt x="410688" y="163154"/>
                  </a:lnTo>
                  <a:lnTo>
                    <a:pt x="408110" y="166935"/>
                  </a:lnTo>
                  <a:lnTo>
                    <a:pt x="404784" y="167676"/>
                  </a:lnTo>
                  <a:lnTo>
                    <a:pt x="401040" y="168392"/>
                  </a:lnTo>
                  <a:lnTo>
                    <a:pt x="398257" y="171475"/>
                  </a:lnTo>
                  <a:lnTo>
                    <a:pt x="393166" y="174731"/>
                  </a:lnTo>
                  <a:lnTo>
                    <a:pt x="387636" y="175521"/>
                  </a:lnTo>
                  <a:lnTo>
                    <a:pt x="382399" y="176521"/>
                  </a:lnTo>
                  <a:lnTo>
                    <a:pt x="378916" y="179147"/>
                  </a:lnTo>
                  <a:lnTo>
                    <a:pt x="376089" y="178825"/>
                  </a:lnTo>
                  <a:lnTo>
                    <a:pt x="372161" y="179826"/>
                  </a:lnTo>
                  <a:lnTo>
                    <a:pt x="370231" y="184846"/>
                  </a:lnTo>
                  <a:lnTo>
                    <a:pt x="370077" y="187460"/>
                  </a:lnTo>
                  <a:lnTo>
                    <a:pt x="369945" y="188006"/>
                  </a:lnTo>
                  <a:lnTo>
                    <a:pt x="368110" y="195580"/>
                  </a:lnTo>
                  <a:lnTo>
                    <a:pt x="370578" y="198451"/>
                  </a:lnTo>
                  <a:lnTo>
                    <a:pt x="373634" y="202377"/>
                  </a:lnTo>
                  <a:lnTo>
                    <a:pt x="376525" y="202375"/>
                  </a:lnTo>
                  <a:lnTo>
                    <a:pt x="379665" y="206571"/>
                  </a:lnTo>
                  <a:lnTo>
                    <a:pt x="380347" y="209879"/>
                  </a:lnTo>
                  <a:lnTo>
                    <a:pt x="380398" y="210126"/>
                  </a:lnTo>
                  <a:lnTo>
                    <a:pt x="381298" y="214489"/>
                  </a:lnTo>
                  <a:lnTo>
                    <a:pt x="381448" y="220227"/>
                  </a:lnTo>
                  <a:lnTo>
                    <a:pt x="379651" y="224122"/>
                  </a:lnTo>
                  <a:lnTo>
                    <a:pt x="376159" y="228367"/>
                  </a:lnTo>
                  <a:lnTo>
                    <a:pt x="373408" y="232836"/>
                  </a:lnTo>
                  <a:lnTo>
                    <a:pt x="373869" y="236435"/>
                  </a:lnTo>
                  <a:lnTo>
                    <a:pt x="372779" y="241362"/>
                  </a:lnTo>
                  <a:lnTo>
                    <a:pt x="372847" y="243616"/>
                  </a:lnTo>
                  <a:lnTo>
                    <a:pt x="372917" y="245967"/>
                  </a:lnTo>
                  <a:lnTo>
                    <a:pt x="368868" y="249532"/>
                  </a:lnTo>
                  <a:lnTo>
                    <a:pt x="364837" y="249867"/>
                  </a:lnTo>
                  <a:lnTo>
                    <a:pt x="358987" y="252683"/>
                  </a:lnTo>
                  <a:lnTo>
                    <a:pt x="356975" y="255618"/>
                  </a:lnTo>
                  <a:lnTo>
                    <a:pt x="356058" y="259949"/>
                  </a:lnTo>
                  <a:lnTo>
                    <a:pt x="358030" y="261863"/>
                  </a:lnTo>
                  <a:lnTo>
                    <a:pt x="357744" y="267038"/>
                  </a:lnTo>
                  <a:lnTo>
                    <a:pt x="358671" y="271612"/>
                  </a:lnTo>
                  <a:lnTo>
                    <a:pt x="355769" y="273753"/>
                  </a:lnTo>
                  <a:lnTo>
                    <a:pt x="350345" y="272231"/>
                  </a:lnTo>
                  <a:lnTo>
                    <a:pt x="348683" y="269680"/>
                  </a:lnTo>
                  <a:lnTo>
                    <a:pt x="345478" y="267528"/>
                  </a:lnTo>
                  <a:lnTo>
                    <a:pt x="342195" y="264424"/>
                  </a:lnTo>
                  <a:lnTo>
                    <a:pt x="341157" y="261090"/>
                  </a:lnTo>
                  <a:lnTo>
                    <a:pt x="337614" y="260405"/>
                  </a:lnTo>
                  <a:lnTo>
                    <a:pt x="336425" y="258063"/>
                  </a:lnTo>
                  <a:lnTo>
                    <a:pt x="334147" y="256104"/>
                  </a:lnTo>
                  <a:lnTo>
                    <a:pt x="333239" y="255323"/>
                  </a:lnTo>
                  <a:lnTo>
                    <a:pt x="319397" y="257359"/>
                  </a:lnTo>
                  <a:lnTo>
                    <a:pt x="319145" y="257391"/>
                  </a:lnTo>
                  <a:lnTo>
                    <a:pt x="303527" y="259387"/>
                  </a:lnTo>
                  <a:lnTo>
                    <a:pt x="292230" y="260738"/>
                  </a:lnTo>
                  <a:lnTo>
                    <a:pt x="285428" y="261539"/>
                  </a:lnTo>
                  <a:lnTo>
                    <a:pt x="273263" y="263023"/>
                  </a:lnTo>
                  <a:lnTo>
                    <a:pt x="270039" y="263412"/>
                  </a:lnTo>
                  <a:lnTo>
                    <a:pt x="268192" y="263595"/>
                  </a:lnTo>
                  <a:lnTo>
                    <a:pt x="253163" y="265067"/>
                  </a:lnTo>
                  <a:lnTo>
                    <a:pt x="242870" y="266285"/>
                  </a:lnTo>
                  <a:lnTo>
                    <a:pt x="240324" y="266583"/>
                  </a:lnTo>
                  <a:lnTo>
                    <a:pt x="226439" y="267929"/>
                  </a:lnTo>
                  <a:lnTo>
                    <a:pt x="224520" y="268094"/>
                  </a:lnTo>
                  <a:lnTo>
                    <a:pt x="212420" y="269119"/>
                  </a:lnTo>
                  <a:lnTo>
                    <a:pt x="209737" y="269343"/>
                  </a:lnTo>
                  <a:lnTo>
                    <a:pt x="198007" y="270415"/>
                  </a:lnTo>
                  <a:lnTo>
                    <a:pt x="193593" y="270812"/>
                  </a:lnTo>
                  <a:lnTo>
                    <a:pt x="182024" y="271903"/>
                  </a:lnTo>
                  <a:lnTo>
                    <a:pt x="177014" y="272368"/>
                  </a:lnTo>
                  <a:lnTo>
                    <a:pt x="167648" y="273109"/>
                  </a:lnTo>
                  <a:lnTo>
                    <a:pt x="162440" y="273514"/>
                  </a:lnTo>
                  <a:lnTo>
                    <a:pt x="151786" y="274289"/>
                  </a:lnTo>
                  <a:lnTo>
                    <a:pt x="147625" y="274586"/>
                  </a:lnTo>
                  <a:lnTo>
                    <a:pt x="141100" y="274925"/>
                  </a:lnTo>
                  <a:lnTo>
                    <a:pt x="128605" y="275553"/>
                  </a:lnTo>
                  <a:lnTo>
                    <a:pt x="122293" y="275840"/>
                  </a:lnTo>
                  <a:lnTo>
                    <a:pt x="112050" y="276290"/>
                  </a:lnTo>
                  <a:lnTo>
                    <a:pt x="103182" y="276682"/>
                  </a:lnTo>
                  <a:lnTo>
                    <a:pt x="94315" y="277059"/>
                  </a:lnTo>
                  <a:lnTo>
                    <a:pt x="91765" y="277163"/>
                  </a:lnTo>
                  <a:lnTo>
                    <a:pt x="81172" y="277578"/>
                  </a:lnTo>
                  <a:lnTo>
                    <a:pt x="65707" y="278134"/>
                  </a:lnTo>
                  <a:lnTo>
                    <a:pt x="66760" y="276489"/>
                  </a:lnTo>
                  <a:lnTo>
                    <a:pt x="64334" y="272236"/>
                  </a:lnTo>
                  <a:lnTo>
                    <a:pt x="59951" y="269887"/>
                  </a:lnTo>
                  <a:lnTo>
                    <a:pt x="56895" y="265332"/>
                  </a:lnTo>
                  <a:lnTo>
                    <a:pt x="60304" y="260996"/>
                  </a:lnTo>
                  <a:lnTo>
                    <a:pt x="59573" y="255612"/>
                  </a:lnTo>
                  <a:lnTo>
                    <a:pt x="61424" y="251916"/>
                  </a:lnTo>
                  <a:lnTo>
                    <a:pt x="60845" y="250958"/>
                  </a:lnTo>
                  <a:lnTo>
                    <a:pt x="59471" y="248680"/>
                  </a:lnTo>
                  <a:lnTo>
                    <a:pt x="59892" y="244479"/>
                  </a:lnTo>
                  <a:lnTo>
                    <a:pt x="57220" y="240665"/>
                  </a:lnTo>
                  <a:lnTo>
                    <a:pt x="57142" y="237561"/>
                  </a:lnTo>
                  <a:lnTo>
                    <a:pt x="57075" y="234875"/>
                  </a:lnTo>
                  <a:lnTo>
                    <a:pt x="56580" y="231288"/>
                  </a:lnTo>
                  <a:lnTo>
                    <a:pt x="56877" y="228151"/>
                  </a:lnTo>
                  <a:lnTo>
                    <a:pt x="57100" y="225789"/>
                  </a:lnTo>
                  <a:lnTo>
                    <a:pt x="53627" y="226200"/>
                  </a:lnTo>
                  <a:lnTo>
                    <a:pt x="53583" y="225586"/>
                  </a:lnTo>
                  <a:lnTo>
                    <a:pt x="53290" y="221516"/>
                  </a:lnTo>
                  <a:lnTo>
                    <a:pt x="54517" y="217920"/>
                  </a:lnTo>
                  <a:lnTo>
                    <a:pt x="51996" y="214196"/>
                  </a:lnTo>
                  <a:lnTo>
                    <a:pt x="51592" y="210016"/>
                  </a:lnTo>
                  <a:lnTo>
                    <a:pt x="51604" y="208270"/>
                  </a:lnTo>
                  <a:lnTo>
                    <a:pt x="51643" y="202500"/>
                  </a:lnTo>
                  <a:lnTo>
                    <a:pt x="47621" y="201469"/>
                  </a:lnTo>
                  <a:lnTo>
                    <a:pt x="46743" y="198257"/>
                  </a:lnTo>
                  <a:lnTo>
                    <a:pt x="45865" y="195045"/>
                  </a:lnTo>
                  <a:lnTo>
                    <a:pt x="40989" y="196666"/>
                  </a:lnTo>
                  <a:lnTo>
                    <a:pt x="40114" y="193823"/>
                  </a:lnTo>
                  <a:lnTo>
                    <a:pt x="38183" y="189319"/>
                  </a:lnTo>
                  <a:lnTo>
                    <a:pt x="38395" y="184481"/>
                  </a:lnTo>
                  <a:lnTo>
                    <a:pt x="38595" y="183773"/>
                  </a:lnTo>
                  <a:lnTo>
                    <a:pt x="39739" y="179714"/>
                  </a:lnTo>
                  <a:lnTo>
                    <a:pt x="40958" y="173445"/>
                  </a:lnTo>
                  <a:lnTo>
                    <a:pt x="37937" y="169437"/>
                  </a:lnTo>
                  <a:lnTo>
                    <a:pt x="36600" y="167242"/>
                  </a:lnTo>
                  <a:lnTo>
                    <a:pt x="34322" y="163493"/>
                  </a:lnTo>
                  <a:lnTo>
                    <a:pt x="35792" y="157762"/>
                  </a:lnTo>
                  <a:lnTo>
                    <a:pt x="29678" y="153835"/>
                  </a:lnTo>
                  <a:lnTo>
                    <a:pt x="26380" y="151829"/>
                  </a:lnTo>
                  <a:lnTo>
                    <a:pt x="26381" y="146011"/>
                  </a:lnTo>
                  <a:lnTo>
                    <a:pt x="21059" y="141584"/>
                  </a:lnTo>
                  <a:lnTo>
                    <a:pt x="21560" y="137348"/>
                  </a:lnTo>
                  <a:lnTo>
                    <a:pt x="21602" y="136989"/>
                  </a:lnTo>
                  <a:lnTo>
                    <a:pt x="21448" y="132972"/>
                  </a:lnTo>
                  <a:lnTo>
                    <a:pt x="20353" y="131610"/>
                  </a:lnTo>
                  <a:lnTo>
                    <a:pt x="16512" y="126824"/>
                  </a:lnTo>
                  <a:lnTo>
                    <a:pt x="15991" y="120403"/>
                  </a:lnTo>
                  <a:lnTo>
                    <a:pt x="17770" y="115870"/>
                  </a:lnTo>
                  <a:lnTo>
                    <a:pt x="13517" y="113519"/>
                  </a:lnTo>
                  <a:lnTo>
                    <a:pt x="11385" y="111948"/>
                  </a:lnTo>
                  <a:lnTo>
                    <a:pt x="10356" y="111318"/>
                  </a:lnTo>
                  <a:lnTo>
                    <a:pt x="11246" y="107877"/>
                  </a:lnTo>
                  <a:lnTo>
                    <a:pt x="11029" y="107427"/>
                  </a:lnTo>
                  <a:lnTo>
                    <a:pt x="7725" y="100565"/>
                  </a:lnTo>
                  <a:lnTo>
                    <a:pt x="3383" y="96635"/>
                  </a:lnTo>
                  <a:lnTo>
                    <a:pt x="1121" y="934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623498" y="2444327"/>
              <a:ext cx="410917" cy="669115"/>
            </a:xfrm>
            <a:custGeom>
              <a:avLst/>
              <a:pathLst>
                <a:path w="410917" h="669115">
                  <a:moveTo>
                    <a:pt x="29632" y="393832"/>
                  </a:moveTo>
                  <a:lnTo>
                    <a:pt x="31999" y="391085"/>
                  </a:lnTo>
                  <a:lnTo>
                    <a:pt x="32301" y="386442"/>
                  </a:lnTo>
                  <a:lnTo>
                    <a:pt x="36679" y="383423"/>
                  </a:lnTo>
                  <a:lnTo>
                    <a:pt x="38772" y="380829"/>
                  </a:lnTo>
                  <a:lnTo>
                    <a:pt x="43419" y="373293"/>
                  </a:lnTo>
                  <a:lnTo>
                    <a:pt x="46776" y="367247"/>
                  </a:lnTo>
                  <a:lnTo>
                    <a:pt x="50252" y="365319"/>
                  </a:lnTo>
                  <a:lnTo>
                    <a:pt x="55765" y="363768"/>
                  </a:lnTo>
                  <a:lnTo>
                    <a:pt x="59304" y="359719"/>
                  </a:lnTo>
                  <a:lnTo>
                    <a:pt x="61297" y="357436"/>
                  </a:lnTo>
                  <a:lnTo>
                    <a:pt x="64270" y="352812"/>
                  </a:lnTo>
                  <a:lnTo>
                    <a:pt x="63684" y="348205"/>
                  </a:lnTo>
                  <a:lnTo>
                    <a:pt x="65655" y="343929"/>
                  </a:lnTo>
                  <a:lnTo>
                    <a:pt x="70008" y="340639"/>
                  </a:lnTo>
                  <a:lnTo>
                    <a:pt x="72378" y="337877"/>
                  </a:lnTo>
                  <a:lnTo>
                    <a:pt x="78441" y="326494"/>
                  </a:lnTo>
                  <a:lnTo>
                    <a:pt x="79007" y="325326"/>
                  </a:lnTo>
                  <a:lnTo>
                    <a:pt x="80801" y="321622"/>
                  </a:lnTo>
                  <a:lnTo>
                    <a:pt x="88295" y="311627"/>
                  </a:lnTo>
                  <a:lnTo>
                    <a:pt x="95623" y="302034"/>
                  </a:lnTo>
                  <a:lnTo>
                    <a:pt x="98847" y="298283"/>
                  </a:lnTo>
                  <a:lnTo>
                    <a:pt x="96161" y="291812"/>
                  </a:lnTo>
                  <a:lnTo>
                    <a:pt x="96667" y="287172"/>
                  </a:lnTo>
                  <a:lnTo>
                    <a:pt x="94055" y="282636"/>
                  </a:lnTo>
                  <a:lnTo>
                    <a:pt x="89815" y="281431"/>
                  </a:lnTo>
                  <a:lnTo>
                    <a:pt x="86403" y="276732"/>
                  </a:lnTo>
                  <a:lnTo>
                    <a:pt x="83615" y="274876"/>
                  </a:lnTo>
                  <a:lnTo>
                    <a:pt x="83119" y="273794"/>
                  </a:lnTo>
                  <a:lnTo>
                    <a:pt x="80555" y="268184"/>
                  </a:lnTo>
                  <a:lnTo>
                    <a:pt x="79897" y="263417"/>
                  </a:lnTo>
                  <a:lnTo>
                    <a:pt x="78850" y="259877"/>
                  </a:lnTo>
                  <a:lnTo>
                    <a:pt x="78484" y="253890"/>
                  </a:lnTo>
                  <a:lnTo>
                    <a:pt x="76604" y="251330"/>
                  </a:lnTo>
                  <a:lnTo>
                    <a:pt x="80416" y="246967"/>
                  </a:lnTo>
                  <a:lnTo>
                    <a:pt x="81622" y="244661"/>
                  </a:lnTo>
                  <a:lnTo>
                    <a:pt x="79855" y="241689"/>
                  </a:lnTo>
                  <a:lnTo>
                    <a:pt x="80766" y="237056"/>
                  </a:lnTo>
                  <a:lnTo>
                    <a:pt x="79758" y="232344"/>
                  </a:lnTo>
                  <a:lnTo>
                    <a:pt x="76849" y="227164"/>
                  </a:lnTo>
                  <a:lnTo>
                    <a:pt x="79500" y="222657"/>
                  </a:lnTo>
                  <a:lnTo>
                    <a:pt x="79736" y="221258"/>
                  </a:lnTo>
                  <a:lnTo>
                    <a:pt x="80407" y="217286"/>
                  </a:lnTo>
                  <a:lnTo>
                    <a:pt x="81715" y="211266"/>
                  </a:lnTo>
                  <a:lnTo>
                    <a:pt x="92712" y="160871"/>
                  </a:lnTo>
                  <a:lnTo>
                    <a:pt x="93230" y="158508"/>
                  </a:lnTo>
                  <a:lnTo>
                    <a:pt x="95184" y="149510"/>
                  </a:lnTo>
                  <a:lnTo>
                    <a:pt x="97183" y="140321"/>
                  </a:lnTo>
                  <a:lnTo>
                    <a:pt x="104116" y="108541"/>
                  </a:lnTo>
                  <a:lnTo>
                    <a:pt x="108742" y="87719"/>
                  </a:lnTo>
                  <a:lnTo>
                    <a:pt x="110044" y="81872"/>
                  </a:lnTo>
                  <a:lnTo>
                    <a:pt x="111565" y="75043"/>
                  </a:lnTo>
                  <a:lnTo>
                    <a:pt x="117589" y="49509"/>
                  </a:lnTo>
                  <a:lnTo>
                    <a:pt x="122171" y="29400"/>
                  </a:lnTo>
                  <a:lnTo>
                    <a:pt x="125860" y="13099"/>
                  </a:lnTo>
                  <a:lnTo>
                    <a:pt x="128831" y="0"/>
                  </a:lnTo>
                  <a:lnTo>
                    <a:pt x="144219" y="3277"/>
                  </a:lnTo>
                  <a:lnTo>
                    <a:pt x="163225" y="7316"/>
                  </a:lnTo>
                  <a:lnTo>
                    <a:pt x="183867" y="11546"/>
                  </a:lnTo>
                  <a:lnTo>
                    <a:pt x="174828" y="54513"/>
                  </a:lnTo>
                  <a:lnTo>
                    <a:pt x="174453" y="56304"/>
                  </a:lnTo>
                  <a:lnTo>
                    <a:pt x="171371" y="71073"/>
                  </a:lnTo>
                  <a:lnTo>
                    <a:pt x="169684" y="79148"/>
                  </a:lnTo>
                  <a:lnTo>
                    <a:pt x="168044" y="87006"/>
                  </a:lnTo>
                  <a:lnTo>
                    <a:pt x="165784" y="97775"/>
                  </a:lnTo>
                  <a:lnTo>
                    <a:pt x="166114" y="99216"/>
                  </a:lnTo>
                  <a:lnTo>
                    <a:pt x="166359" y="100280"/>
                  </a:lnTo>
                  <a:lnTo>
                    <a:pt x="169066" y="107590"/>
                  </a:lnTo>
                  <a:lnTo>
                    <a:pt x="171469" y="113026"/>
                  </a:lnTo>
                  <a:lnTo>
                    <a:pt x="174153" y="116093"/>
                  </a:lnTo>
                  <a:lnTo>
                    <a:pt x="173778" y="120867"/>
                  </a:lnTo>
                  <a:lnTo>
                    <a:pt x="179064" y="127703"/>
                  </a:lnTo>
                  <a:lnTo>
                    <a:pt x="177610" y="131173"/>
                  </a:lnTo>
                  <a:lnTo>
                    <a:pt x="179481" y="134357"/>
                  </a:lnTo>
                  <a:lnTo>
                    <a:pt x="177104" y="138112"/>
                  </a:lnTo>
                  <a:lnTo>
                    <a:pt x="176582" y="141924"/>
                  </a:lnTo>
                  <a:lnTo>
                    <a:pt x="180450" y="147267"/>
                  </a:lnTo>
                  <a:lnTo>
                    <a:pt x="176656" y="148711"/>
                  </a:lnTo>
                  <a:lnTo>
                    <a:pt x="174960" y="151913"/>
                  </a:lnTo>
                  <a:lnTo>
                    <a:pt x="181705" y="157813"/>
                  </a:lnTo>
                  <a:lnTo>
                    <a:pt x="183496" y="162912"/>
                  </a:lnTo>
                  <a:lnTo>
                    <a:pt x="186533" y="166135"/>
                  </a:lnTo>
                  <a:lnTo>
                    <a:pt x="191953" y="168961"/>
                  </a:lnTo>
                  <a:lnTo>
                    <a:pt x="194405" y="170273"/>
                  </a:lnTo>
                  <a:lnTo>
                    <a:pt x="195646" y="174643"/>
                  </a:lnTo>
                  <a:lnTo>
                    <a:pt x="197165" y="178087"/>
                  </a:lnTo>
                  <a:lnTo>
                    <a:pt x="200292" y="182607"/>
                  </a:lnTo>
                  <a:lnTo>
                    <a:pt x="203117" y="189405"/>
                  </a:lnTo>
                  <a:lnTo>
                    <a:pt x="205363" y="193343"/>
                  </a:lnTo>
                  <a:lnTo>
                    <a:pt x="206836" y="198151"/>
                  </a:lnTo>
                  <a:lnTo>
                    <a:pt x="210304" y="202272"/>
                  </a:lnTo>
                  <a:lnTo>
                    <a:pt x="211985" y="204266"/>
                  </a:lnTo>
                  <a:lnTo>
                    <a:pt x="210294" y="208084"/>
                  </a:lnTo>
                  <a:lnTo>
                    <a:pt x="213046" y="213634"/>
                  </a:lnTo>
                  <a:lnTo>
                    <a:pt x="217820" y="217491"/>
                  </a:lnTo>
                  <a:lnTo>
                    <a:pt x="218513" y="221191"/>
                  </a:lnTo>
                  <a:lnTo>
                    <a:pt x="222543" y="221818"/>
                  </a:lnTo>
                  <a:lnTo>
                    <a:pt x="223711" y="222786"/>
                  </a:lnTo>
                  <a:lnTo>
                    <a:pt x="226354" y="224971"/>
                  </a:lnTo>
                  <a:lnTo>
                    <a:pt x="225779" y="229762"/>
                  </a:lnTo>
                  <a:lnTo>
                    <a:pt x="227477" y="230577"/>
                  </a:lnTo>
                  <a:lnTo>
                    <a:pt x="229928" y="231750"/>
                  </a:lnTo>
                  <a:lnTo>
                    <a:pt x="235547" y="232353"/>
                  </a:lnTo>
                  <a:lnTo>
                    <a:pt x="241314" y="231635"/>
                  </a:lnTo>
                  <a:lnTo>
                    <a:pt x="242568" y="233095"/>
                  </a:lnTo>
                  <a:lnTo>
                    <a:pt x="243325" y="233974"/>
                  </a:lnTo>
                  <a:lnTo>
                    <a:pt x="241604" y="239846"/>
                  </a:lnTo>
                  <a:lnTo>
                    <a:pt x="239305" y="245656"/>
                  </a:lnTo>
                  <a:lnTo>
                    <a:pt x="236121" y="245921"/>
                  </a:lnTo>
                  <a:lnTo>
                    <a:pt x="235827" y="253636"/>
                  </a:lnTo>
                  <a:lnTo>
                    <a:pt x="233204" y="255365"/>
                  </a:lnTo>
                  <a:lnTo>
                    <a:pt x="231448" y="261871"/>
                  </a:lnTo>
                  <a:lnTo>
                    <a:pt x="230292" y="264964"/>
                  </a:lnTo>
                  <a:lnTo>
                    <a:pt x="229208" y="268045"/>
                  </a:lnTo>
                  <a:lnTo>
                    <a:pt x="228439" y="273554"/>
                  </a:lnTo>
                  <a:lnTo>
                    <a:pt x="224252" y="273344"/>
                  </a:lnTo>
                  <a:lnTo>
                    <a:pt x="223186" y="276944"/>
                  </a:lnTo>
                  <a:lnTo>
                    <a:pt x="226384" y="280049"/>
                  </a:lnTo>
                  <a:lnTo>
                    <a:pt x="224125" y="285607"/>
                  </a:lnTo>
                  <a:lnTo>
                    <a:pt x="225792" y="289655"/>
                  </a:lnTo>
                  <a:lnTo>
                    <a:pt x="227690" y="292410"/>
                  </a:lnTo>
                  <a:lnTo>
                    <a:pt x="226253" y="296620"/>
                  </a:lnTo>
                  <a:lnTo>
                    <a:pt x="227284" y="299412"/>
                  </a:lnTo>
                  <a:lnTo>
                    <a:pt x="224785" y="301368"/>
                  </a:lnTo>
                  <a:lnTo>
                    <a:pt x="218847" y="302018"/>
                  </a:lnTo>
                  <a:lnTo>
                    <a:pt x="215245" y="306372"/>
                  </a:lnTo>
                  <a:lnTo>
                    <a:pt x="217783" y="312001"/>
                  </a:lnTo>
                  <a:lnTo>
                    <a:pt x="217258" y="316657"/>
                  </a:lnTo>
                  <a:lnTo>
                    <a:pt x="214800" y="317854"/>
                  </a:lnTo>
                  <a:lnTo>
                    <a:pt x="213966" y="321616"/>
                  </a:lnTo>
                  <a:lnTo>
                    <a:pt x="214489" y="323635"/>
                  </a:lnTo>
                  <a:lnTo>
                    <a:pt x="215125" y="326086"/>
                  </a:lnTo>
                  <a:lnTo>
                    <a:pt x="217866" y="327948"/>
                  </a:lnTo>
                  <a:lnTo>
                    <a:pt x="222373" y="333348"/>
                  </a:lnTo>
                  <a:lnTo>
                    <a:pt x="227562" y="335365"/>
                  </a:lnTo>
                  <a:lnTo>
                    <a:pt x="230096" y="330709"/>
                  </a:lnTo>
                  <a:lnTo>
                    <a:pt x="234148" y="330743"/>
                  </a:lnTo>
                  <a:lnTo>
                    <a:pt x="241260" y="326787"/>
                  </a:lnTo>
                  <a:lnTo>
                    <a:pt x="246122" y="323180"/>
                  </a:lnTo>
                  <a:lnTo>
                    <a:pt x="246725" y="319525"/>
                  </a:lnTo>
                  <a:lnTo>
                    <a:pt x="249439" y="319601"/>
                  </a:lnTo>
                  <a:lnTo>
                    <a:pt x="250560" y="321410"/>
                  </a:lnTo>
                  <a:lnTo>
                    <a:pt x="252949" y="325257"/>
                  </a:lnTo>
                  <a:lnTo>
                    <a:pt x="254893" y="327427"/>
                  </a:lnTo>
                  <a:lnTo>
                    <a:pt x="257859" y="329863"/>
                  </a:lnTo>
                  <a:lnTo>
                    <a:pt x="256908" y="336747"/>
                  </a:lnTo>
                  <a:lnTo>
                    <a:pt x="258857" y="340870"/>
                  </a:lnTo>
                  <a:lnTo>
                    <a:pt x="257862" y="345427"/>
                  </a:lnTo>
                  <a:lnTo>
                    <a:pt x="259096" y="349448"/>
                  </a:lnTo>
                  <a:lnTo>
                    <a:pt x="258013" y="354596"/>
                  </a:lnTo>
                  <a:lnTo>
                    <a:pt x="261849" y="363333"/>
                  </a:lnTo>
                  <a:lnTo>
                    <a:pt x="264857" y="373328"/>
                  </a:lnTo>
                  <a:lnTo>
                    <a:pt x="268319" y="376458"/>
                  </a:lnTo>
                  <a:lnTo>
                    <a:pt x="271304" y="380587"/>
                  </a:lnTo>
                  <a:lnTo>
                    <a:pt x="271412" y="385266"/>
                  </a:lnTo>
                  <a:lnTo>
                    <a:pt x="269954" y="389782"/>
                  </a:lnTo>
                  <a:lnTo>
                    <a:pt x="267773" y="393221"/>
                  </a:lnTo>
                  <a:lnTo>
                    <a:pt x="269969" y="399675"/>
                  </a:lnTo>
                  <a:lnTo>
                    <a:pt x="272619" y="400809"/>
                  </a:lnTo>
                  <a:lnTo>
                    <a:pt x="276725" y="404692"/>
                  </a:lnTo>
                  <a:lnTo>
                    <a:pt x="280388" y="403165"/>
                  </a:lnTo>
                  <a:lnTo>
                    <a:pt x="286641" y="409383"/>
                  </a:lnTo>
                  <a:lnTo>
                    <a:pt x="287700" y="414558"/>
                  </a:lnTo>
                  <a:lnTo>
                    <a:pt x="289763" y="421948"/>
                  </a:lnTo>
                  <a:lnTo>
                    <a:pt x="288314" y="426347"/>
                  </a:lnTo>
                  <a:lnTo>
                    <a:pt x="290823" y="432000"/>
                  </a:lnTo>
                  <a:lnTo>
                    <a:pt x="290171" y="436054"/>
                  </a:lnTo>
                  <a:lnTo>
                    <a:pt x="292834" y="441383"/>
                  </a:lnTo>
                  <a:lnTo>
                    <a:pt x="296605" y="445230"/>
                  </a:lnTo>
                  <a:lnTo>
                    <a:pt x="300333" y="443613"/>
                  </a:lnTo>
                  <a:lnTo>
                    <a:pt x="300667" y="443468"/>
                  </a:lnTo>
                  <a:lnTo>
                    <a:pt x="300761" y="440365"/>
                  </a:lnTo>
                  <a:lnTo>
                    <a:pt x="307268" y="436358"/>
                  </a:lnTo>
                  <a:lnTo>
                    <a:pt x="308999" y="436289"/>
                  </a:lnTo>
                  <a:lnTo>
                    <a:pt x="315356" y="438361"/>
                  </a:lnTo>
                  <a:lnTo>
                    <a:pt x="323130" y="440555"/>
                  </a:lnTo>
                  <a:lnTo>
                    <a:pt x="327991" y="444151"/>
                  </a:lnTo>
                  <a:lnTo>
                    <a:pt x="330816" y="437404"/>
                  </a:lnTo>
                  <a:lnTo>
                    <a:pt x="335816" y="434651"/>
                  </a:lnTo>
                  <a:lnTo>
                    <a:pt x="339456" y="437425"/>
                  </a:lnTo>
                  <a:lnTo>
                    <a:pt x="345208" y="439630"/>
                  </a:lnTo>
                  <a:lnTo>
                    <a:pt x="350929" y="439675"/>
                  </a:lnTo>
                  <a:lnTo>
                    <a:pt x="361344" y="438889"/>
                  </a:lnTo>
                  <a:lnTo>
                    <a:pt x="364536" y="444005"/>
                  </a:lnTo>
                  <a:lnTo>
                    <a:pt x="371538" y="440727"/>
                  </a:lnTo>
                  <a:lnTo>
                    <a:pt x="376867" y="441774"/>
                  </a:lnTo>
                  <a:lnTo>
                    <a:pt x="380190" y="442424"/>
                  </a:lnTo>
                  <a:lnTo>
                    <a:pt x="383225" y="440401"/>
                  </a:lnTo>
                  <a:lnTo>
                    <a:pt x="387512" y="432461"/>
                  </a:lnTo>
                  <a:lnTo>
                    <a:pt x="388444" y="431147"/>
                  </a:lnTo>
                  <a:lnTo>
                    <a:pt x="389867" y="429141"/>
                  </a:lnTo>
                  <a:lnTo>
                    <a:pt x="393597" y="426604"/>
                  </a:lnTo>
                  <a:lnTo>
                    <a:pt x="394032" y="427014"/>
                  </a:lnTo>
                  <a:lnTo>
                    <a:pt x="396993" y="429803"/>
                  </a:lnTo>
                  <a:lnTo>
                    <a:pt x="399689" y="435166"/>
                  </a:lnTo>
                  <a:lnTo>
                    <a:pt x="401892" y="439454"/>
                  </a:lnTo>
                  <a:lnTo>
                    <a:pt x="402717" y="443799"/>
                  </a:lnTo>
                  <a:lnTo>
                    <a:pt x="405810" y="447772"/>
                  </a:lnTo>
                  <a:lnTo>
                    <a:pt x="406598" y="451611"/>
                  </a:lnTo>
                  <a:lnTo>
                    <a:pt x="410917" y="453943"/>
                  </a:lnTo>
                  <a:lnTo>
                    <a:pt x="409732" y="462568"/>
                  </a:lnTo>
                  <a:lnTo>
                    <a:pt x="406703" y="485205"/>
                  </a:lnTo>
                  <a:lnTo>
                    <a:pt x="405232" y="496649"/>
                  </a:lnTo>
                  <a:lnTo>
                    <a:pt x="404394" y="503185"/>
                  </a:lnTo>
                  <a:lnTo>
                    <a:pt x="401830" y="522378"/>
                  </a:lnTo>
                  <a:lnTo>
                    <a:pt x="399691" y="538639"/>
                  </a:lnTo>
                  <a:lnTo>
                    <a:pt x="397574" y="554773"/>
                  </a:lnTo>
                  <a:lnTo>
                    <a:pt x="394771" y="575954"/>
                  </a:lnTo>
                  <a:lnTo>
                    <a:pt x="394161" y="580563"/>
                  </a:lnTo>
                  <a:lnTo>
                    <a:pt x="393529" y="585346"/>
                  </a:lnTo>
                  <a:lnTo>
                    <a:pt x="390752" y="606394"/>
                  </a:lnTo>
                  <a:lnTo>
                    <a:pt x="388216" y="624539"/>
                  </a:lnTo>
                  <a:lnTo>
                    <a:pt x="386221" y="638840"/>
                  </a:lnTo>
                  <a:lnTo>
                    <a:pt x="382252" y="669115"/>
                  </a:lnTo>
                  <a:lnTo>
                    <a:pt x="361166" y="666266"/>
                  </a:lnTo>
                  <a:lnTo>
                    <a:pt x="354895" y="665486"/>
                  </a:lnTo>
                  <a:lnTo>
                    <a:pt x="352551" y="665159"/>
                  </a:lnTo>
                  <a:lnTo>
                    <a:pt x="336920" y="662952"/>
                  </a:lnTo>
                  <a:lnTo>
                    <a:pt x="313841" y="659713"/>
                  </a:lnTo>
                  <a:lnTo>
                    <a:pt x="310665" y="659142"/>
                  </a:lnTo>
                  <a:lnTo>
                    <a:pt x="303902" y="657918"/>
                  </a:lnTo>
                  <a:lnTo>
                    <a:pt x="279301" y="654199"/>
                  </a:lnTo>
                  <a:lnTo>
                    <a:pt x="256645" y="650797"/>
                  </a:lnTo>
                  <a:lnTo>
                    <a:pt x="240701" y="648392"/>
                  </a:lnTo>
                  <a:lnTo>
                    <a:pt x="224814" y="646024"/>
                  </a:lnTo>
                  <a:lnTo>
                    <a:pt x="204172" y="642959"/>
                  </a:lnTo>
                  <a:lnTo>
                    <a:pt x="189932" y="640046"/>
                  </a:lnTo>
                  <a:lnTo>
                    <a:pt x="174589" y="637311"/>
                  </a:lnTo>
                  <a:lnTo>
                    <a:pt x="154381" y="633670"/>
                  </a:lnTo>
                  <a:lnTo>
                    <a:pt x="135257" y="629690"/>
                  </a:lnTo>
                  <a:lnTo>
                    <a:pt x="126379" y="628155"/>
                  </a:lnTo>
                  <a:lnTo>
                    <a:pt x="108760" y="625063"/>
                  </a:lnTo>
                  <a:lnTo>
                    <a:pt x="88908" y="621130"/>
                  </a:lnTo>
                  <a:lnTo>
                    <a:pt x="73353" y="618143"/>
                  </a:lnTo>
                  <a:lnTo>
                    <a:pt x="43955" y="612207"/>
                  </a:lnTo>
                  <a:lnTo>
                    <a:pt x="25341" y="608378"/>
                  </a:lnTo>
                  <a:lnTo>
                    <a:pt x="505" y="602948"/>
                  </a:lnTo>
                  <a:lnTo>
                    <a:pt x="0" y="602836"/>
                  </a:lnTo>
                  <a:lnTo>
                    <a:pt x="6669" y="570173"/>
                  </a:lnTo>
                  <a:lnTo>
                    <a:pt x="14308" y="533192"/>
                  </a:lnTo>
                  <a:lnTo>
                    <a:pt x="18168" y="514417"/>
                  </a:lnTo>
                  <a:lnTo>
                    <a:pt x="28395" y="465193"/>
                  </a:lnTo>
                  <a:lnTo>
                    <a:pt x="29989" y="457946"/>
                  </a:lnTo>
                  <a:lnTo>
                    <a:pt x="32707" y="445602"/>
                  </a:lnTo>
                  <a:lnTo>
                    <a:pt x="36080" y="441156"/>
                  </a:lnTo>
                  <a:lnTo>
                    <a:pt x="36924" y="440043"/>
                  </a:lnTo>
                  <a:lnTo>
                    <a:pt x="39490" y="432722"/>
                  </a:lnTo>
                  <a:lnTo>
                    <a:pt x="41709" y="429013"/>
                  </a:lnTo>
                  <a:lnTo>
                    <a:pt x="40268" y="423663"/>
                  </a:lnTo>
                  <a:lnTo>
                    <a:pt x="46347" y="418899"/>
                  </a:lnTo>
                  <a:lnTo>
                    <a:pt x="46494" y="418784"/>
                  </a:lnTo>
                  <a:lnTo>
                    <a:pt x="46530" y="416525"/>
                  </a:lnTo>
                  <a:lnTo>
                    <a:pt x="42960" y="414443"/>
                  </a:lnTo>
                  <a:lnTo>
                    <a:pt x="43317" y="410778"/>
                  </a:lnTo>
                  <a:lnTo>
                    <a:pt x="38010" y="409499"/>
                  </a:lnTo>
                  <a:lnTo>
                    <a:pt x="34982" y="405211"/>
                  </a:lnTo>
                  <a:lnTo>
                    <a:pt x="31633" y="406172"/>
                  </a:lnTo>
                  <a:lnTo>
                    <a:pt x="29330" y="403017"/>
                  </a:lnTo>
                  <a:lnTo>
                    <a:pt x="29782" y="402386"/>
                  </a:lnTo>
                  <a:lnTo>
                    <a:pt x="31579" y="399875"/>
                  </a:lnTo>
                  <a:lnTo>
                    <a:pt x="30654" y="3968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5015550" y="3293376"/>
              <a:ext cx="283831" cy="491504"/>
            </a:xfrm>
            <a:custGeom>
              <a:avLst/>
              <a:pathLst>
                <a:path w="283831" h="491504">
                  <a:moveTo>
                    <a:pt x="123" y="230139"/>
                  </a:moveTo>
                  <a:lnTo>
                    <a:pt x="325" y="225840"/>
                  </a:lnTo>
                  <a:lnTo>
                    <a:pt x="412" y="223961"/>
                  </a:lnTo>
                  <a:lnTo>
                    <a:pt x="1503" y="219223"/>
                  </a:lnTo>
                  <a:lnTo>
                    <a:pt x="4353" y="214005"/>
                  </a:lnTo>
                  <a:lnTo>
                    <a:pt x="7255" y="211864"/>
                  </a:lnTo>
                  <a:lnTo>
                    <a:pt x="6328" y="207290"/>
                  </a:lnTo>
                  <a:lnTo>
                    <a:pt x="6614" y="202115"/>
                  </a:lnTo>
                  <a:lnTo>
                    <a:pt x="4642" y="200201"/>
                  </a:lnTo>
                  <a:lnTo>
                    <a:pt x="5559" y="195870"/>
                  </a:lnTo>
                  <a:lnTo>
                    <a:pt x="7571" y="192935"/>
                  </a:lnTo>
                  <a:lnTo>
                    <a:pt x="13421" y="190119"/>
                  </a:lnTo>
                  <a:lnTo>
                    <a:pt x="17545" y="189702"/>
                  </a:lnTo>
                  <a:lnTo>
                    <a:pt x="21501" y="186219"/>
                  </a:lnTo>
                  <a:lnTo>
                    <a:pt x="21431" y="183867"/>
                  </a:lnTo>
                  <a:lnTo>
                    <a:pt x="21363" y="181614"/>
                  </a:lnTo>
                  <a:lnTo>
                    <a:pt x="22453" y="176686"/>
                  </a:lnTo>
                  <a:lnTo>
                    <a:pt x="21992" y="173088"/>
                  </a:lnTo>
                  <a:lnTo>
                    <a:pt x="24743" y="168619"/>
                  </a:lnTo>
                  <a:lnTo>
                    <a:pt x="28235" y="164374"/>
                  </a:lnTo>
                  <a:lnTo>
                    <a:pt x="30032" y="160479"/>
                  </a:lnTo>
                  <a:lnTo>
                    <a:pt x="29882" y="154741"/>
                  </a:lnTo>
                  <a:lnTo>
                    <a:pt x="28982" y="150377"/>
                  </a:lnTo>
                  <a:lnTo>
                    <a:pt x="28931" y="150131"/>
                  </a:lnTo>
                  <a:lnTo>
                    <a:pt x="28249" y="146823"/>
                  </a:lnTo>
                  <a:lnTo>
                    <a:pt x="25109" y="142627"/>
                  </a:lnTo>
                  <a:lnTo>
                    <a:pt x="22218" y="142629"/>
                  </a:lnTo>
                  <a:lnTo>
                    <a:pt x="19162" y="138703"/>
                  </a:lnTo>
                  <a:lnTo>
                    <a:pt x="16694" y="135832"/>
                  </a:lnTo>
                  <a:lnTo>
                    <a:pt x="18544" y="128195"/>
                  </a:lnTo>
                  <a:lnTo>
                    <a:pt x="18661" y="127712"/>
                  </a:lnTo>
                  <a:lnTo>
                    <a:pt x="18815" y="125098"/>
                  </a:lnTo>
                  <a:lnTo>
                    <a:pt x="20745" y="120078"/>
                  </a:lnTo>
                  <a:lnTo>
                    <a:pt x="24673" y="119077"/>
                  </a:lnTo>
                  <a:lnTo>
                    <a:pt x="27500" y="119398"/>
                  </a:lnTo>
                  <a:lnTo>
                    <a:pt x="30983" y="116773"/>
                  </a:lnTo>
                  <a:lnTo>
                    <a:pt x="36220" y="115773"/>
                  </a:lnTo>
                  <a:lnTo>
                    <a:pt x="41750" y="114983"/>
                  </a:lnTo>
                  <a:lnTo>
                    <a:pt x="46841" y="111727"/>
                  </a:lnTo>
                  <a:lnTo>
                    <a:pt x="49624" y="108644"/>
                  </a:lnTo>
                  <a:lnTo>
                    <a:pt x="53368" y="107927"/>
                  </a:lnTo>
                  <a:lnTo>
                    <a:pt x="56694" y="107187"/>
                  </a:lnTo>
                  <a:lnTo>
                    <a:pt x="59272" y="103406"/>
                  </a:lnTo>
                  <a:lnTo>
                    <a:pt x="62468" y="101554"/>
                  </a:lnTo>
                  <a:lnTo>
                    <a:pt x="63877" y="99710"/>
                  </a:lnTo>
                  <a:lnTo>
                    <a:pt x="63402" y="93945"/>
                  </a:lnTo>
                  <a:lnTo>
                    <a:pt x="64530" y="91135"/>
                  </a:lnTo>
                  <a:lnTo>
                    <a:pt x="64376" y="88176"/>
                  </a:lnTo>
                  <a:lnTo>
                    <a:pt x="64313" y="86975"/>
                  </a:lnTo>
                  <a:lnTo>
                    <a:pt x="67958" y="83219"/>
                  </a:lnTo>
                  <a:lnTo>
                    <a:pt x="68334" y="82912"/>
                  </a:lnTo>
                  <a:lnTo>
                    <a:pt x="72036" y="79887"/>
                  </a:lnTo>
                  <a:lnTo>
                    <a:pt x="71655" y="77046"/>
                  </a:lnTo>
                  <a:lnTo>
                    <a:pt x="72313" y="73509"/>
                  </a:lnTo>
                  <a:lnTo>
                    <a:pt x="72291" y="69441"/>
                  </a:lnTo>
                  <a:lnTo>
                    <a:pt x="72286" y="68705"/>
                  </a:lnTo>
                  <a:lnTo>
                    <a:pt x="72748" y="63540"/>
                  </a:lnTo>
                  <a:lnTo>
                    <a:pt x="71138" y="60457"/>
                  </a:lnTo>
                  <a:lnTo>
                    <a:pt x="70821" y="59848"/>
                  </a:lnTo>
                  <a:lnTo>
                    <a:pt x="70294" y="54082"/>
                  </a:lnTo>
                  <a:lnTo>
                    <a:pt x="66878" y="50718"/>
                  </a:lnTo>
                  <a:lnTo>
                    <a:pt x="62651" y="48981"/>
                  </a:lnTo>
                  <a:lnTo>
                    <a:pt x="59491" y="47660"/>
                  </a:lnTo>
                  <a:lnTo>
                    <a:pt x="57913" y="46999"/>
                  </a:lnTo>
                  <a:lnTo>
                    <a:pt x="53532" y="44339"/>
                  </a:lnTo>
                  <a:lnTo>
                    <a:pt x="51200" y="41174"/>
                  </a:lnTo>
                  <a:lnTo>
                    <a:pt x="51668" y="37434"/>
                  </a:lnTo>
                  <a:lnTo>
                    <a:pt x="49423" y="34421"/>
                  </a:lnTo>
                  <a:lnTo>
                    <a:pt x="46738" y="32567"/>
                  </a:lnTo>
                  <a:lnTo>
                    <a:pt x="44397" y="30948"/>
                  </a:lnTo>
                  <a:lnTo>
                    <a:pt x="40982" y="28190"/>
                  </a:lnTo>
                  <a:lnTo>
                    <a:pt x="39282" y="27614"/>
                  </a:lnTo>
                  <a:lnTo>
                    <a:pt x="35432" y="25902"/>
                  </a:lnTo>
                  <a:lnTo>
                    <a:pt x="35324" y="22685"/>
                  </a:lnTo>
                  <a:lnTo>
                    <a:pt x="48523" y="21267"/>
                  </a:lnTo>
                  <a:lnTo>
                    <a:pt x="49203" y="21184"/>
                  </a:lnTo>
                  <a:lnTo>
                    <a:pt x="62209" y="19585"/>
                  </a:lnTo>
                  <a:lnTo>
                    <a:pt x="81222" y="17437"/>
                  </a:lnTo>
                  <a:lnTo>
                    <a:pt x="86918" y="16805"/>
                  </a:lnTo>
                  <a:lnTo>
                    <a:pt x="108982" y="14299"/>
                  </a:lnTo>
                  <a:lnTo>
                    <a:pt x="114863" y="13629"/>
                  </a:lnTo>
                  <a:lnTo>
                    <a:pt x="117145" y="13368"/>
                  </a:lnTo>
                  <a:lnTo>
                    <a:pt x="136252" y="11137"/>
                  </a:lnTo>
                  <a:lnTo>
                    <a:pt x="137824" y="10951"/>
                  </a:lnTo>
                  <a:lnTo>
                    <a:pt x="144382" y="10133"/>
                  </a:lnTo>
                  <a:lnTo>
                    <a:pt x="154858" y="8809"/>
                  </a:lnTo>
                  <a:lnTo>
                    <a:pt x="159284" y="8243"/>
                  </a:lnTo>
                  <a:lnTo>
                    <a:pt x="172065" y="6332"/>
                  </a:lnTo>
                  <a:lnTo>
                    <a:pt x="174316" y="6001"/>
                  </a:lnTo>
                  <a:lnTo>
                    <a:pt x="184959" y="4422"/>
                  </a:lnTo>
                  <a:lnTo>
                    <a:pt x="190555" y="3583"/>
                  </a:lnTo>
                  <a:lnTo>
                    <a:pt x="191674" y="3435"/>
                  </a:lnTo>
                  <a:lnTo>
                    <a:pt x="217152" y="0"/>
                  </a:lnTo>
                  <a:lnTo>
                    <a:pt x="217875" y="6223"/>
                  </a:lnTo>
                  <a:lnTo>
                    <a:pt x="217509" y="11521"/>
                  </a:lnTo>
                  <a:lnTo>
                    <a:pt x="217381" y="16874"/>
                  </a:lnTo>
                  <a:lnTo>
                    <a:pt x="217518" y="17187"/>
                  </a:lnTo>
                  <a:lnTo>
                    <a:pt x="220729" y="24535"/>
                  </a:lnTo>
                  <a:lnTo>
                    <a:pt x="220786" y="24665"/>
                  </a:lnTo>
                  <a:lnTo>
                    <a:pt x="224109" y="29117"/>
                  </a:lnTo>
                  <a:lnTo>
                    <a:pt x="225565" y="31056"/>
                  </a:lnTo>
                  <a:lnTo>
                    <a:pt x="229491" y="34555"/>
                  </a:lnTo>
                  <a:lnTo>
                    <a:pt x="230013" y="35020"/>
                  </a:lnTo>
                  <a:lnTo>
                    <a:pt x="231467" y="38937"/>
                  </a:lnTo>
                  <a:lnTo>
                    <a:pt x="234137" y="45137"/>
                  </a:lnTo>
                  <a:lnTo>
                    <a:pt x="235953" y="49350"/>
                  </a:lnTo>
                  <a:lnTo>
                    <a:pt x="236502" y="49860"/>
                  </a:lnTo>
                  <a:lnTo>
                    <a:pt x="236849" y="50181"/>
                  </a:lnTo>
                  <a:lnTo>
                    <a:pt x="236881" y="50963"/>
                  </a:lnTo>
                  <a:lnTo>
                    <a:pt x="236879" y="52167"/>
                  </a:lnTo>
                  <a:lnTo>
                    <a:pt x="237421" y="53694"/>
                  </a:lnTo>
                  <a:lnTo>
                    <a:pt x="237648" y="54332"/>
                  </a:lnTo>
                  <a:lnTo>
                    <a:pt x="239133" y="56618"/>
                  </a:lnTo>
                  <a:lnTo>
                    <a:pt x="241808" y="60732"/>
                  </a:lnTo>
                  <a:lnTo>
                    <a:pt x="243964" y="61982"/>
                  </a:lnTo>
                  <a:lnTo>
                    <a:pt x="244488" y="63431"/>
                  </a:lnTo>
                  <a:lnTo>
                    <a:pt x="244702" y="64023"/>
                  </a:lnTo>
                  <a:lnTo>
                    <a:pt x="244910" y="65382"/>
                  </a:lnTo>
                  <a:lnTo>
                    <a:pt x="247150" y="80905"/>
                  </a:lnTo>
                  <a:lnTo>
                    <a:pt x="247883" y="86075"/>
                  </a:lnTo>
                  <a:lnTo>
                    <a:pt x="250003" y="101050"/>
                  </a:lnTo>
                  <a:lnTo>
                    <a:pt x="251699" y="112512"/>
                  </a:lnTo>
                  <a:lnTo>
                    <a:pt x="253512" y="124781"/>
                  </a:lnTo>
                  <a:lnTo>
                    <a:pt x="253700" y="126040"/>
                  </a:lnTo>
                  <a:lnTo>
                    <a:pt x="255192" y="136003"/>
                  </a:lnTo>
                  <a:lnTo>
                    <a:pt x="257203" y="149790"/>
                  </a:lnTo>
                  <a:lnTo>
                    <a:pt x="259749" y="167293"/>
                  </a:lnTo>
                  <a:lnTo>
                    <a:pt x="260270" y="171137"/>
                  </a:lnTo>
                  <a:lnTo>
                    <a:pt x="260439" y="172385"/>
                  </a:lnTo>
                  <a:lnTo>
                    <a:pt x="263101" y="192064"/>
                  </a:lnTo>
                  <a:lnTo>
                    <a:pt x="264331" y="200989"/>
                  </a:lnTo>
                  <a:lnTo>
                    <a:pt x="265398" y="208749"/>
                  </a:lnTo>
                  <a:lnTo>
                    <a:pt x="265963" y="212854"/>
                  </a:lnTo>
                  <a:lnTo>
                    <a:pt x="267568" y="224024"/>
                  </a:lnTo>
                  <a:lnTo>
                    <a:pt x="270284" y="242973"/>
                  </a:lnTo>
                  <a:lnTo>
                    <a:pt x="271024" y="247970"/>
                  </a:lnTo>
                  <a:lnTo>
                    <a:pt x="272698" y="259270"/>
                  </a:lnTo>
                  <a:lnTo>
                    <a:pt x="272797" y="259942"/>
                  </a:lnTo>
                  <a:lnTo>
                    <a:pt x="274310" y="270494"/>
                  </a:lnTo>
                  <a:lnTo>
                    <a:pt x="271281" y="271623"/>
                  </a:lnTo>
                  <a:lnTo>
                    <a:pt x="270144" y="274229"/>
                  </a:lnTo>
                  <a:lnTo>
                    <a:pt x="271185" y="278821"/>
                  </a:lnTo>
                  <a:lnTo>
                    <a:pt x="271417" y="279844"/>
                  </a:lnTo>
                  <a:lnTo>
                    <a:pt x="272969" y="282833"/>
                  </a:lnTo>
                  <a:lnTo>
                    <a:pt x="269266" y="287330"/>
                  </a:lnTo>
                  <a:lnTo>
                    <a:pt x="269514" y="288084"/>
                  </a:lnTo>
                  <a:lnTo>
                    <a:pt x="271075" y="292817"/>
                  </a:lnTo>
                  <a:lnTo>
                    <a:pt x="275170" y="296149"/>
                  </a:lnTo>
                  <a:lnTo>
                    <a:pt x="275419" y="301051"/>
                  </a:lnTo>
                  <a:lnTo>
                    <a:pt x="279122" y="303123"/>
                  </a:lnTo>
                  <a:lnTo>
                    <a:pt x="280042" y="308683"/>
                  </a:lnTo>
                  <a:lnTo>
                    <a:pt x="279992" y="308846"/>
                  </a:lnTo>
                  <a:lnTo>
                    <a:pt x="279110" y="311670"/>
                  </a:lnTo>
                  <a:lnTo>
                    <a:pt x="280212" y="313554"/>
                  </a:lnTo>
                  <a:lnTo>
                    <a:pt x="281447" y="315666"/>
                  </a:lnTo>
                  <a:lnTo>
                    <a:pt x="283831" y="321408"/>
                  </a:lnTo>
                  <a:lnTo>
                    <a:pt x="281676" y="328846"/>
                  </a:lnTo>
                  <a:lnTo>
                    <a:pt x="277104" y="332918"/>
                  </a:lnTo>
                  <a:lnTo>
                    <a:pt x="276535" y="337524"/>
                  </a:lnTo>
                  <a:lnTo>
                    <a:pt x="276084" y="339532"/>
                  </a:lnTo>
                  <a:lnTo>
                    <a:pt x="275558" y="341876"/>
                  </a:lnTo>
                  <a:lnTo>
                    <a:pt x="276358" y="344343"/>
                  </a:lnTo>
                  <a:lnTo>
                    <a:pt x="272690" y="347732"/>
                  </a:lnTo>
                  <a:lnTo>
                    <a:pt x="271396" y="351852"/>
                  </a:lnTo>
                  <a:lnTo>
                    <a:pt x="270915" y="353407"/>
                  </a:lnTo>
                  <a:lnTo>
                    <a:pt x="269533" y="357867"/>
                  </a:lnTo>
                  <a:lnTo>
                    <a:pt x="266766" y="363914"/>
                  </a:lnTo>
                  <a:lnTo>
                    <a:pt x="262021" y="368037"/>
                  </a:lnTo>
                  <a:lnTo>
                    <a:pt x="258281" y="371348"/>
                  </a:lnTo>
                  <a:lnTo>
                    <a:pt x="258281" y="371979"/>
                  </a:lnTo>
                  <a:lnTo>
                    <a:pt x="258282" y="374852"/>
                  </a:lnTo>
                  <a:lnTo>
                    <a:pt x="262117" y="378358"/>
                  </a:lnTo>
                  <a:lnTo>
                    <a:pt x="260363" y="383211"/>
                  </a:lnTo>
                  <a:lnTo>
                    <a:pt x="259076" y="387338"/>
                  </a:lnTo>
                  <a:lnTo>
                    <a:pt x="256494" y="389916"/>
                  </a:lnTo>
                  <a:lnTo>
                    <a:pt x="258300" y="395778"/>
                  </a:lnTo>
                  <a:lnTo>
                    <a:pt x="257439" y="402085"/>
                  </a:lnTo>
                  <a:lnTo>
                    <a:pt x="256459" y="404448"/>
                  </a:lnTo>
                  <a:lnTo>
                    <a:pt x="256043" y="405450"/>
                  </a:lnTo>
                  <a:lnTo>
                    <a:pt x="259399" y="409998"/>
                  </a:lnTo>
                  <a:lnTo>
                    <a:pt x="257897" y="415228"/>
                  </a:lnTo>
                  <a:lnTo>
                    <a:pt x="253436" y="419896"/>
                  </a:lnTo>
                  <a:lnTo>
                    <a:pt x="252028" y="423887"/>
                  </a:lnTo>
                  <a:lnTo>
                    <a:pt x="254838" y="430483"/>
                  </a:lnTo>
                  <a:lnTo>
                    <a:pt x="254920" y="430676"/>
                  </a:lnTo>
                  <a:lnTo>
                    <a:pt x="259513" y="433924"/>
                  </a:lnTo>
                  <a:lnTo>
                    <a:pt x="260211" y="436010"/>
                  </a:lnTo>
                  <a:lnTo>
                    <a:pt x="260672" y="437386"/>
                  </a:lnTo>
                  <a:lnTo>
                    <a:pt x="254393" y="440138"/>
                  </a:lnTo>
                  <a:lnTo>
                    <a:pt x="245979" y="442603"/>
                  </a:lnTo>
                  <a:lnTo>
                    <a:pt x="241229" y="447495"/>
                  </a:lnTo>
                  <a:lnTo>
                    <a:pt x="237071" y="446625"/>
                  </a:lnTo>
                  <a:lnTo>
                    <a:pt x="236893" y="446588"/>
                  </a:lnTo>
                  <a:lnTo>
                    <a:pt x="233876" y="448905"/>
                  </a:lnTo>
                  <a:lnTo>
                    <a:pt x="233103" y="454404"/>
                  </a:lnTo>
                  <a:lnTo>
                    <a:pt x="231733" y="458896"/>
                  </a:lnTo>
                  <a:lnTo>
                    <a:pt x="235485" y="464637"/>
                  </a:lnTo>
                  <a:lnTo>
                    <a:pt x="239518" y="470289"/>
                  </a:lnTo>
                  <a:lnTo>
                    <a:pt x="238719" y="474937"/>
                  </a:lnTo>
                  <a:lnTo>
                    <a:pt x="236875" y="477880"/>
                  </a:lnTo>
                  <a:lnTo>
                    <a:pt x="236345" y="477966"/>
                  </a:lnTo>
                  <a:lnTo>
                    <a:pt x="235884" y="478041"/>
                  </a:lnTo>
                  <a:lnTo>
                    <a:pt x="233046" y="478501"/>
                  </a:lnTo>
                  <a:lnTo>
                    <a:pt x="230818" y="477322"/>
                  </a:lnTo>
                  <a:lnTo>
                    <a:pt x="227013" y="475304"/>
                  </a:lnTo>
                  <a:lnTo>
                    <a:pt x="220988" y="473615"/>
                  </a:lnTo>
                  <a:lnTo>
                    <a:pt x="216751" y="472993"/>
                  </a:lnTo>
                  <a:lnTo>
                    <a:pt x="210625" y="470127"/>
                  </a:lnTo>
                  <a:lnTo>
                    <a:pt x="203881" y="468390"/>
                  </a:lnTo>
                  <a:lnTo>
                    <a:pt x="203480" y="468341"/>
                  </a:lnTo>
                  <a:lnTo>
                    <a:pt x="198847" y="469231"/>
                  </a:lnTo>
                  <a:lnTo>
                    <a:pt x="195277" y="472851"/>
                  </a:lnTo>
                  <a:lnTo>
                    <a:pt x="192942" y="477380"/>
                  </a:lnTo>
                  <a:lnTo>
                    <a:pt x="188857" y="483809"/>
                  </a:lnTo>
                  <a:lnTo>
                    <a:pt x="188981" y="483979"/>
                  </a:lnTo>
                  <a:lnTo>
                    <a:pt x="192165" y="488350"/>
                  </a:lnTo>
                  <a:lnTo>
                    <a:pt x="192263" y="491504"/>
                  </a:lnTo>
                  <a:lnTo>
                    <a:pt x="187869" y="491395"/>
                  </a:lnTo>
                  <a:lnTo>
                    <a:pt x="183258" y="489720"/>
                  </a:lnTo>
                  <a:lnTo>
                    <a:pt x="179611" y="489003"/>
                  </a:lnTo>
                  <a:lnTo>
                    <a:pt x="175909" y="488271"/>
                  </a:lnTo>
                  <a:lnTo>
                    <a:pt x="173572" y="483215"/>
                  </a:lnTo>
                  <a:lnTo>
                    <a:pt x="167718" y="476470"/>
                  </a:lnTo>
                  <a:lnTo>
                    <a:pt x="166055" y="470922"/>
                  </a:lnTo>
                  <a:lnTo>
                    <a:pt x="165122" y="470370"/>
                  </a:lnTo>
                  <a:lnTo>
                    <a:pt x="162546" y="468844"/>
                  </a:lnTo>
                  <a:lnTo>
                    <a:pt x="163623" y="464924"/>
                  </a:lnTo>
                  <a:lnTo>
                    <a:pt x="164957" y="463898"/>
                  </a:lnTo>
                  <a:lnTo>
                    <a:pt x="167932" y="461609"/>
                  </a:lnTo>
                  <a:lnTo>
                    <a:pt x="167561" y="457126"/>
                  </a:lnTo>
                  <a:lnTo>
                    <a:pt x="163832" y="452390"/>
                  </a:lnTo>
                  <a:lnTo>
                    <a:pt x="160343" y="447240"/>
                  </a:lnTo>
                  <a:lnTo>
                    <a:pt x="160777" y="444618"/>
                  </a:lnTo>
                  <a:lnTo>
                    <a:pt x="160943" y="443618"/>
                  </a:lnTo>
                  <a:lnTo>
                    <a:pt x="161094" y="442704"/>
                  </a:lnTo>
                  <a:lnTo>
                    <a:pt x="159773" y="438904"/>
                  </a:lnTo>
                  <a:lnTo>
                    <a:pt x="157984" y="432824"/>
                  </a:lnTo>
                  <a:lnTo>
                    <a:pt x="152939" y="431065"/>
                  </a:lnTo>
                  <a:lnTo>
                    <a:pt x="147302" y="428601"/>
                  </a:lnTo>
                  <a:lnTo>
                    <a:pt x="145607" y="425550"/>
                  </a:lnTo>
                  <a:lnTo>
                    <a:pt x="144786" y="424072"/>
                  </a:lnTo>
                  <a:lnTo>
                    <a:pt x="138507" y="421251"/>
                  </a:lnTo>
                  <a:lnTo>
                    <a:pt x="133283" y="417578"/>
                  </a:lnTo>
                  <a:lnTo>
                    <a:pt x="128660" y="421081"/>
                  </a:lnTo>
                  <a:lnTo>
                    <a:pt x="127887" y="420343"/>
                  </a:lnTo>
                  <a:lnTo>
                    <a:pt x="124679" y="417280"/>
                  </a:lnTo>
                  <a:lnTo>
                    <a:pt x="125538" y="412992"/>
                  </a:lnTo>
                  <a:lnTo>
                    <a:pt x="121839" y="413127"/>
                  </a:lnTo>
                  <a:lnTo>
                    <a:pt x="116419" y="409786"/>
                  </a:lnTo>
                  <a:lnTo>
                    <a:pt x="112991" y="407095"/>
                  </a:lnTo>
                  <a:lnTo>
                    <a:pt x="107301" y="404524"/>
                  </a:lnTo>
                  <a:lnTo>
                    <a:pt x="106219" y="404034"/>
                  </a:lnTo>
                  <a:lnTo>
                    <a:pt x="103568" y="401400"/>
                  </a:lnTo>
                  <a:lnTo>
                    <a:pt x="98292" y="397272"/>
                  </a:lnTo>
                  <a:lnTo>
                    <a:pt x="94929" y="392834"/>
                  </a:lnTo>
                  <a:lnTo>
                    <a:pt x="93518" y="385326"/>
                  </a:lnTo>
                  <a:lnTo>
                    <a:pt x="94557" y="380420"/>
                  </a:lnTo>
                  <a:lnTo>
                    <a:pt x="95115" y="379519"/>
                  </a:lnTo>
                  <a:lnTo>
                    <a:pt x="98132" y="374636"/>
                  </a:lnTo>
                  <a:lnTo>
                    <a:pt x="98772" y="369480"/>
                  </a:lnTo>
                  <a:lnTo>
                    <a:pt x="99254" y="367464"/>
                  </a:lnTo>
                  <a:lnTo>
                    <a:pt x="99527" y="366320"/>
                  </a:lnTo>
                  <a:lnTo>
                    <a:pt x="99828" y="365059"/>
                  </a:lnTo>
                  <a:lnTo>
                    <a:pt x="103563" y="358724"/>
                  </a:lnTo>
                  <a:lnTo>
                    <a:pt x="103308" y="354479"/>
                  </a:lnTo>
                  <a:lnTo>
                    <a:pt x="102099" y="352192"/>
                  </a:lnTo>
                  <a:lnTo>
                    <a:pt x="100728" y="348958"/>
                  </a:lnTo>
                  <a:lnTo>
                    <a:pt x="103226" y="344550"/>
                  </a:lnTo>
                  <a:lnTo>
                    <a:pt x="106204" y="341273"/>
                  </a:lnTo>
                  <a:lnTo>
                    <a:pt x="106074" y="337445"/>
                  </a:lnTo>
                  <a:lnTo>
                    <a:pt x="100400" y="334505"/>
                  </a:lnTo>
                  <a:lnTo>
                    <a:pt x="97551" y="333027"/>
                  </a:lnTo>
                  <a:lnTo>
                    <a:pt x="94347" y="332658"/>
                  </a:lnTo>
                  <a:lnTo>
                    <a:pt x="92802" y="332480"/>
                  </a:lnTo>
                  <a:lnTo>
                    <a:pt x="85880" y="330056"/>
                  </a:lnTo>
                  <a:lnTo>
                    <a:pt x="82136" y="330371"/>
                  </a:lnTo>
                  <a:lnTo>
                    <a:pt x="80994" y="330466"/>
                  </a:lnTo>
                  <a:lnTo>
                    <a:pt x="79292" y="335196"/>
                  </a:lnTo>
                  <a:lnTo>
                    <a:pt x="75899" y="339079"/>
                  </a:lnTo>
                  <a:lnTo>
                    <a:pt x="73172" y="339014"/>
                  </a:lnTo>
                  <a:lnTo>
                    <a:pt x="68558" y="335550"/>
                  </a:lnTo>
                  <a:lnTo>
                    <a:pt x="68131" y="334325"/>
                  </a:lnTo>
                  <a:lnTo>
                    <a:pt x="66670" y="330135"/>
                  </a:lnTo>
                  <a:lnTo>
                    <a:pt x="63506" y="324330"/>
                  </a:lnTo>
                  <a:lnTo>
                    <a:pt x="65273" y="320020"/>
                  </a:lnTo>
                  <a:lnTo>
                    <a:pt x="62997" y="315844"/>
                  </a:lnTo>
                  <a:lnTo>
                    <a:pt x="61281" y="309578"/>
                  </a:lnTo>
                  <a:lnTo>
                    <a:pt x="60537" y="306859"/>
                  </a:lnTo>
                  <a:lnTo>
                    <a:pt x="52339" y="300319"/>
                  </a:lnTo>
                  <a:lnTo>
                    <a:pt x="45396" y="295881"/>
                  </a:lnTo>
                  <a:lnTo>
                    <a:pt x="45240" y="295781"/>
                  </a:lnTo>
                  <a:lnTo>
                    <a:pt x="38028" y="292370"/>
                  </a:lnTo>
                  <a:lnTo>
                    <a:pt x="35864" y="288532"/>
                  </a:lnTo>
                  <a:lnTo>
                    <a:pt x="33052" y="284953"/>
                  </a:lnTo>
                  <a:lnTo>
                    <a:pt x="29767" y="284681"/>
                  </a:lnTo>
                  <a:lnTo>
                    <a:pt x="27615" y="280842"/>
                  </a:lnTo>
                  <a:lnTo>
                    <a:pt x="26980" y="280358"/>
                  </a:lnTo>
                  <a:lnTo>
                    <a:pt x="20130" y="275136"/>
                  </a:lnTo>
                  <a:lnTo>
                    <a:pt x="17965" y="273562"/>
                  </a:lnTo>
                  <a:lnTo>
                    <a:pt x="13438" y="270265"/>
                  </a:lnTo>
                  <a:lnTo>
                    <a:pt x="13391" y="267654"/>
                  </a:lnTo>
                  <a:lnTo>
                    <a:pt x="13344" y="265119"/>
                  </a:lnTo>
                  <a:lnTo>
                    <a:pt x="10625" y="262445"/>
                  </a:lnTo>
                  <a:lnTo>
                    <a:pt x="7859" y="260584"/>
                  </a:lnTo>
                  <a:lnTo>
                    <a:pt x="7797" y="255109"/>
                  </a:lnTo>
                  <a:lnTo>
                    <a:pt x="6919" y="251791"/>
                  </a:lnTo>
                  <a:lnTo>
                    <a:pt x="3156" y="245757"/>
                  </a:lnTo>
                  <a:lnTo>
                    <a:pt x="1743" y="240712"/>
                  </a:lnTo>
                  <a:lnTo>
                    <a:pt x="0" y="2327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350667" y="3332326"/>
              <a:ext cx="219439" cy="379905"/>
            </a:xfrm>
            <a:custGeom>
              <a:avLst/>
              <a:pathLst>
                <a:path w="219439" h="379905">
                  <a:moveTo>
                    <a:pt x="11548" y="373421"/>
                  </a:moveTo>
                  <a:lnTo>
                    <a:pt x="12528" y="371059"/>
                  </a:lnTo>
                  <a:lnTo>
                    <a:pt x="13389" y="364751"/>
                  </a:lnTo>
                  <a:lnTo>
                    <a:pt x="11584" y="358889"/>
                  </a:lnTo>
                  <a:lnTo>
                    <a:pt x="14165" y="356311"/>
                  </a:lnTo>
                  <a:lnTo>
                    <a:pt x="15453" y="352185"/>
                  </a:lnTo>
                  <a:lnTo>
                    <a:pt x="17207" y="347331"/>
                  </a:lnTo>
                  <a:lnTo>
                    <a:pt x="13371" y="343825"/>
                  </a:lnTo>
                  <a:lnTo>
                    <a:pt x="13370" y="340952"/>
                  </a:lnTo>
                  <a:lnTo>
                    <a:pt x="13370" y="340321"/>
                  </a:lnTo>
                  <a:lnTo>
                    <a:pt x="17111" y="337011"/>
                  </a:lnTo>
                  <a:lnTo>
                    <a:pt x="21855" y="332887"/>
                  </a:lnTo>
                  <a:lnTo>
                    <a:pt x="24623" y="326841"/>
                  </a:lnTo>
                  <a:lnTo>
                    <a:pt x="26005" y="322380"/>
                  </a:lnTo>
                  <a:lnTo>
                    <a:pt x="26485" y="320826"/>
                  </a:lnTo>
                  <a:lnTo>
                    <a:pt x="27779" y="316705"/>
                  </a:lnTo>
                  <a:lnTo>
                    <a:pt x="31447" y="313317"/>
                  </a:lnTo>
                  <a:lnTo>
                    <a:pt x="30647" y="310849"/>
                  </a:lnTo>
                  <a:lnTo>
                    <a:pt x="31174" y="308506"/>
                  </a:lnTo>
                  <a:lnTo>
                    <a:pt x="31624" y="306497"/>
                  </a:lnTo>
                  <a:lnTo>
                    <a:pt x="32194" y="301891"/>
                  </a:lnTo>
                  <a:lnTo>
                    <a:pt x="36766" y="297820"/>
                  </a:lnTo>
                  <a:lnTo>
                    <a:pt x="38921" y="290382"/>
                  </a:lnTo>
                  <a:lnTo>
                    <a:pt x="36537" y="284640"/>
                  </a:lnTo>
                  <a:lnTo>
                    <a:pt x="35302" y="282528"/>
                  </a:lnTo>
                  <a:lnTo>
                    <a:pt x="34200" y="280643"/>
                  </a:lnTo>
                  <a:lnTo>
                    <a:pt x="35081" y="277819"/>
                  </a:lnTo>
                  <a:lnTo>
                    <a:pt x="35132" y="277657"/>
                  </a:lnTo>
                  <a:lnTo>
                    <a:pt x="34212" y="272097"/>
                  </a:lnTo>
                  <a:lnTo>
                    <a:pt x="30508" y="270024"/>
                  </a:lnTo>
                  <a:lnTo>
                    <a:pt x="30259" y="265122"/>
                  </a:lnTo>
                  <a:lnTo>
                    <a:pt x="26165" y="261791"/>
                  </a:lnTo>
                  <a:lnTo>
                    <a:pt x="24604" y="257057"/>
                  </a:lnTo>
                  <a:lnTo>
                    <a:pt x="24355" y="256304"/>
                  </a:lnTo>
                  <a:lnTo>
                    <a:pt x="28059" y="251806"/>
                  </a:lnTo>
                  <a:lnTo>
                    <a:pt x="26506" y="248818"/>
                  </a:lnTo>
                  <a:lnTo>
                    <a:pt x="26274" y="247794"/>
                  </a:lnTo>
                  <a:lnTo>
                    <a:pt x="25234" y="243202"/>
                  </a:lnTo>
                  <a:lnTo>
                    <a:pt x="26370" y="240596"/>
                  </a:lnTo>
                  <a:lnTo>
                    <a:pt x="29399" y="239467"/>
                  </a:lnTo>
                  <a:lnTo>
                    <a:pt x="27887" y="228915"/>
                  </a:lnTo>
                  <a:lnTo>
                    <a:pt x="27787" y="228244"/>
                  </a:lnTo>
                  <a:lnTo>
                    <a:pt x="26114" y="216943"/>
                  </a:lnTo>
                  <a:lnTo>
                    <a:pt x="25373" y="211947"/>
                  </a:lnTo>
                  <a:lnTo>
                    <a:pt x="22657" y="192998"/>
                  </a:lnTo>
                  <a:lnTo>
                    <a:pt x="21052" y="181827"/>
                  </a:lnTo>
                  <a:lnTo>
                    <a:pt x="20488" y="177722"/>
                  </a:lnTo>
                  <a:lnTo>
                    <a:pt x="19420" y="169962"/>
                  </a:lnTo>
                  <a:lnTo>
                    <a:pt x="18191" y="161037"/>
                  </a:lnTo>
                  <a:lnTo>
                    <a:pt x="15529" y="141358"/>
                  </a:lnTo>
                  <a:lnTo>
                    <a:pt x="15360" y="140110"/>
                  </a:lnTo>
                  <a:lnTo>
                    <a:pt x="14838" y="136266"/>
                  </a:lnTo>
                  <a:lnTo>
                    <a:pt x="12292" y="118763"/>
                  </a:lnTo>
                  <a:lnTo>
                    <a:pt x="10282" y="104977"/>
                  </a:lnTo>
                  <a:lnTo>
                    <a:pt x="8790" y="95013"/>
                  </a:lnTo>
                  <a:lnTo>
                    <a:pt x="8601" y="93754"/>
                  </a:lnTo>
                  <a:lnTo>
                    <a:pt x="6789" y="81485"/>
                  </a:lnTo>
                  <a:lnTo>
                    <a:pt x="5091" y="70012"/>
                  </a:lnTo>
                  <a:lnTo>
                    <a:pt x="2973" y="55048"/>
                  </a:lnTo>
                  <a:lnTo>
                    <a:pt x="2239" y="49879"/>
                  </a:lnTo>
                  <a:lnTo>
                    <a:pt x="0" y="34355"/>
                  </a:lnTo>
                  <a:lnTo>
                    <a:pt x="3896" y="36909"/>
                  </a:lnTo>
                  <a:lnTo>
                    <a:pt x="7240" y="35028"/>
                  </a:lnTo>
                  <a:lnTo>
                    <a:pt x="11254" y="39617"/>
                  </a:lnTo>
                  <a:lnTo>
                    <a:pt x="18081" y="39367"/>
                  </a:lnTo>
                  <a:lnTo>
                    <a:pt x="20468" y="38232"/>
                  </a:lnTo>
                  <a:lnTo>
                    <a:pt x="26440" y="35384"/>
                  </a:lnTo>
                  <a:lnTo>
                    <a:pt x="32430" y="32263"/>
                  </a:lnTo>
                  <a:lnTo>
                    <a:pt x="37990" y="27648"/>
                  </a:lnTo>
                  <a:lnTo>
                    <a:pt x="39376" y="26496"/>
                  </a:lnTo>
                  <a:lnTo>
                    <a:pt x="44349" y="22726"/>
                  </a:lnTo>
                  <a:lnTo>
                    <a:pt x="52404" y="21444"/>
                  </a:lnTo>
                  <a:lnTo>
                    <a:pt x="56242" y="20829"/>
                  </a:lnTo>
                  <a:lnTo>
                    <a:pt x="63690" y="19604"/>
                  </a:lnTo>
                  <a:lnTo>
                    <a:pt x="65133" y="19365"/>
                  </a:lnTo>
                  <a:lnTo>
                    <a:pt x="82842" y="16341"/>
                  </a:lnTo>
                  <a:lnTo>
                    <a:pt x="93347" y="14574"/>
                  </a:lnTo>
                  <a:lnTo>
                    <a:pt x="110764" y="11597"/>
                  </a:lnTo>
                  <a:lnTo>
                    <a:pt x="119203" y="10090"/>
                  </a:lnTo>
                  <a:lnTo>
                    <a:pt x="142758" y="5808"/>
                  </a:lnTo>
                  <a:lnTo>
                    <a:pt x="146559" y="5107"/>
                  </a:lnTo>
                  <a:lnTo>
                    <a:pt x="148868" y="4681"/>
                  </a:lnTo>
                  <a:lnTo>
                    <a:pt x="172657" y="233"/>
                  </a:lnTo>
                  <a:lnTo>
                    <a:pt x="173888" y="0"/>
                  </a:lnTo>
                  <a:lnTo>
                    <a:pt x="174881" y="5550"/>
                  </a:lnTo>
                  <a:lnTo>
                    <a:pt x="177551" y="19896"/>
                  </a:lnTo>
                  <a:lnTo>
                    <a:pt x="179223" y="28894"/>
                  </a:lnTo>
                  <a:lnTo>
                    <a:pt x="179508" y="30429"/>
                  </a:lnTo>
                  <a:lnTo>
                    <a:pt x="181678" y="42309"/>
                  </a:lnTo>
                  <a:lnTo>
                    <a:pt x="181968" y="43898"/>
                  </a:lnTo>
                  <a:lnTo>
                    <a:pt x="184036" y="55241"/>
                  </a:lnTo>
                  <a:lnTo>
                    <a:pt x="186112" y="66662"/>
                  </a:lnTo>
                  <a:lnTo>
                    <a:pt x="187161" y="72441"/>
                  </a:lnTo>
                  <a:lnTo>
                    <a:pt x="190208" y="89258"/>
                  </a:lnTo>
                  <a:lnTo>
                    <a:pt x="192598" y="102755"/>
                  </a:lnTo>
                  <a:lnTo>
                    <a:pt x="193675" y="108849"/>
                  </a:lnTo>
                  <a:lnTo>
                    <a:pt x="195868" y="121766"/>
                  </a:lnTo>
                  <a:lnTo>
                    <a:pt x="196472" y="125467"/>
                  </a:lnTo>
                  <a:lnTo>
                    <a:pt x="198308" y="136740"/>
                  </a:lnTo>
                  <a:lnTo>
                    <a:pt x="199338" y="143070"/>
                  </a:lnTo>
                  <a:lnTo>
                    <a:pt x="200806" y="151927"/>
                  </a:lnTo>
                  <a:lnTo>
                    <a:pt x="202072" y="159571"/>
                  </a:lnTo>
                  <a:lnTo>
                    <a:pt x="204798" y="176077"/>
                  </a:lnTo>
                  <a:lnTo>
                    <a:pt x="207111" y="189842"/>
                  </a:lnTo>
                  <a:lnTo>
                    <a:pt x="207776" y="193807"/>
                  </a:lnTo>
                  <a:lnTo>
                    <a:pt x="209666" y="205091"/>
                  </a:lnTo>
                  <a:lnTo>
                    <a:pt x="210884" y="212603"/>
                  </a:lnTo>
                  <a:lnTo>
                    <a:pt x="211978" y="219362"/>
                  </a:lnTo>
                  <a:lnTo>
                    <a:pt x="213817" y="229897"/>
                  </a:lnTo>
                  <a:lnTo>
                    <a:pt x="211527" y="232764"/>
                  </a:lnTo>
                  <a:lnTo>
                    <a:pt x="209479" y="235442"/>
                  </a:lnTo>
                  <a:lnTo>
                    <a:pt x="211105" y="237030"/>
                  </a:lnTo>
                  <a:lnTo>
                    <a:pt x="213439" y="239307"/>
                  </a:lnTo>
                  <a:lnTo>
                    <a:pt x="215157" y="242514"/>
                  </a:lnTo>
                  <a:lnTo>
                    <a:pt x="212757" y="246630"/>
                  </a:lnTo>
                  <a:lnTo>
                    <a:pt x="213754" y="247032"/>
                  </a:lnTo>
                  <a:lnTo>
                    <a:pt x="216266" y="248043"/>
                  </a:lnTo>
                  <a:lnTo>
                    <a:pt x="219439" y="248796"/>
                  </a:lnTo>
                  <a:lnTo>
                    <a:pt x="218963" y="250939"/>
                  </a:lnTo>
                  <a:lnTo>
                    <a:pt x="218787" y="251731"/>
                  </a:lnTo>
                  <a:lnTo>
                    <a:pt x="219115" y="257444"/>
                  </a:lnTo>
                  <a:lnTo>
                    <a:pt x="216104" y="257633"/>
                  </a:lnTo>
                  <a:lnTo>
                    <a:pt x="209209" y="259994"/>
                  </a:lnTo>
                  <a:lnTo>
                    <a:pt x="205576" y="262402"/>
                  </a:lnTo>
                  <a:lnTo>
                    <a:pt x="202415" y="264494"/>
                  </a:lnTo>
                  <a:lnTo>
                    <a:pt x="198066" y="269403"/>
                  </a:lnTo>
                  <a:lnTo>
                    <a:pt x="195468" y="270572"/>
                  </a:lnTo>
                  <a:lnTo>
                    <a:pt x="194351" y="269896"/>
                  </a:lnTo>
                  <a:lnTo>
                    <a:pt x="191508" y="268174"/>
                  </a:lnTo>
                  <a:lnTo>
                    <a:pt x="188766" y="267002"/>
                  </a:lnTo>
                  <a:lnTo>
                    <a:pt x="185020" y="268241"/>
                  </a:lnTo>
                  <a:lnTo>
                    <a:pt x="184476" y="268421"/>
                  </a:lnTo>
                  <a:lnTo>
                    <a:pt x="180449" y="268954"/>
                  </a:lnTo>
                  <a:lnTo>
                    <a:pt x="177527" y="271491"/>
                  </a:lnTo>
                  <a:lnTo>
                    <a:pt x="178984" y="276051"/>
                  </a:lnTo>
                  <a:lnTo>
                    <a:pt x="180035" y="281306"/>
                  </a:lnTo>
                  <a:lnTo>
                    <a:pt x="180527" y="282289"/>
                  </a:lnTo>
                  <a:lnTo>
                    <a:pt x="182167" y="285559"/>
                  </a:lnTo>
                  <a:lnTo>
                    <a:pt x="181308" y="287711"/>
                  </a:lnTo>
                  <a:lnTo>
                    <a:pt x="178816" y="289922"/>
                  </a:lnTo>
                  <a:lnTo>
                    <a:pt x="177677" y="293318"/>
                  </a:lnTo>
                  <a:lnTo>
                    <a:pt x="171935" y="295911"/>
                  </a:lnTo>
                  <a:lnTo>
                    <a:pt x="170124" y="299206"/>
                  </a:lnTo>
                  <a:lnTo>
                    <a:pt x="169805" y="302709"/>
                  </a:lnTo>
                  <a:lnTo>
                    <a:pt x="169513" y="305922"/>
                  </a:lnTo>
                  <a:lnTo>
                    <a:pt x="167656" y="310473"/>
                  </a:lnTo>
                  <a:lnTo>
                    <a:pt x="163485" y="313657"/>
                  </a:lnTo>
                  <a:lnTo>
                    <a:pt x="160398" y="313294"/>
                  </a:lnTo>
                  <a:lnTo>
                    <a:pt x="158862" y="313113"/>
                  </a:lnTo>
                  <a:lnTo>
                    <a:pt x="157873" y="317130"/>
                  </a:lnTo>
                  <a:lnTo>
                    <a:pt x="154853" y="322217"/>
                  </a:lnTo>
                  <a:lnTo>
                    <a:pt x="154894" y="322971"/>
                  </a:lnTo>
                  <a:lnTo>
                    <a:pt x="155218" y="329045"/>
                  </a:lnTo>
                  <a:lnTo>
                    <a:pt x="155186" y="336385"/>
                  </a:lnTo>
                  <a:lnTo>
                    <a:pt x="153382" y="337916"/>
                  </a:lnTo>
                  <a:lnTo>
                    <a:pt x="151887" y="339184"/>
                  </a:lnTo>
                  <a:lnTo>
                    <a:pt x="150607" y="340500"/>
                  </a:lnTo>
                  <a:lnTo>
                    <a:pt x="148443" y="342722"/>
                  </a:lnTo>
                  <a:lnTo>
                    <a:pt x="143676" y="340100"/>
                  </a:lnTo>
                  <a:lnTo>
                    <a:pt x="135978" y="340243"/>
                  </a:lnTo>
                  <a:lnTo>
                    <a:pt x="130038" y="334420"/>
                  </a:lnTo>
                  <a:lnTo>
                    <a:pt x="126488" y="330662"/>
                  </a:lnTo>
                  <a:lnTo>
                    <a:pt x="122316" y="333380"/>
                  </a:lnTo>
                  <a:lnTo>
                    <a:pt x="119639" y="337188"/>
                  </a:lnTo>
                  <a:lnTo>
                    <a:pt x="117604" y="341128"/>
                  </a:lnTo>
                  <a:lnTo>
                    <a:pt x="116539" y="341529"/>
                  </a:lnTo>
                  <a:lnTo>
                    <a:pt x="114313" y="342369"/>
                  </a:lnTo>
                  <a:lnTo>
                    <a:pt x="115010" y="348485"/>
                  </a:lnTo>
                  <a:lnTo>
                    <a:pt x="116948" y="353975"/>
                  </a:lnTo>
                  <a:lnTo>
                    <a:pt x="110731" y="354646"/>
                  </a:lnTo>
                  <a:lnTo>
                    <a:pt x="110388" y="359490"/>
                  </a:lnTo>
                  <a:lnTo>
                    <a:pt x="108083" y="358793"/>
                  </a:lnTo>
                  <a:lnTo>
                    <a:pt x="107229" y="358534"/>
                  </a:lnTo>
                  <a:lnTo>
                    <a:pt x="102570" y="357219"/>
                  </a:lnTo>
                  <a:lnTo>
                    <a:pt x="97807" y="352311"/>
                  </a:lnTo>
                  <a:lnTo>
                    <a:pt x="95176" y="349124"/>
                  </a:lnTo>
                  <a:lnTo>
                    <a:pt x="95008" y="349247"/>
                  </a:lnTo>
                  <a:lnTo>
                    <a:pt x="91090" y="352119"/>
                  </a:lnTo>
                  <a:lnTo>
                    <a:pt x="88014" y="355788"/>
                  </a:lnTo>
                  <a:lnTo>
                    <a:pt x="84723" y="357130"/>
                  </a:lnTo>
                  <a:lnTo>
                    <a:pt x="82578" y="358004"/>
                  </a:lnTo>
                  <a:lnTo>
                    <a:pt x="80910" y="362227"/>
                  </a:lnTo>
                  <a:lnTo>
                    <a:pt x="80502" y="366515"/>
                  </a:lnTo>
                  <a:lnTo>
                    <a:pt x="77991" y="372217"/>
                  </a:lnTo>
                  <a:lnTo>
                    <a:pt x="75313" y="369118"/>
                  </a:lnTo>
                  <a:lnTo>
                    <a:pt x="71978" y="366610"/>
                  </a:lnTo>
                  <a:lnTo>
                    <a:pt x="66518" y="365153"/>
                  </a:lnTo>
                  <a:lnTo>
                    <a:pt x="65383" y="364610"/>
                  </a:lnTo>
                  <a:lnTo>
                    <a:pt x="62860" y="363400"/>
                  </a:lnTo>
                  <a:lnTo>
                    <a:pt x="60785" y="362405"/>
                  </a:lnTo>
                  <a:lnTo>
                    <a:pt x="54408" y="360142"/>
                  </a:lnTo>
                  <a:lnTo>
                    <a:pt x="52486" y="361402"/>
                  </a:lnTo>
                  <a:lnTo>
                    <a:pt x="50083" y="362976"/>
                  </a:lnTo>
                  <a:lnTo>
                    <a:pt x="45586" y="363194"/>
                  </a:lnTo>
                  <a:lnTo>
                    <a:pt x="42002" y="366094"/>
                  </a:lnTo>
                  <a:lnTo>
                    <a:pt x="41382" y="370342"/>
                  </a:lnTo>
                  <a:lnTo>
                    <a:pt x="37520" y="370564"/>
                  </a:lnTo>
                  <a:lnTo>
                    <a:pt x="35038" y="368530"/>
                  </a:lnTo>
                  <a:lnTo>
                    <a:pt x="34214" y="367853"/>
                  </a:lnTo>
                  <a:lnTo>
                    <a:pt x="28647" y="370172"/>
                  </a:lnTo>
                  <a:lnTo>
                    <a:pt x="23692" y="366843"/>
                  </a:lnTo>
                  <a:lnTo>
                    <a:pt x="20484" y="368474"/>
                  </a:lnTo>
                  <a:lnTo>
                    <a:pt x="20332" y="369231"/>
                  </a:lnTo>
                  <a:lnTo>
                    <a:pt x="19803" y="371872"/>
                  </a:lnTo>
                  <a:lnTo>
                    <a:pt x="22776" y="376123"/>
                  </a:lnTo>
                  <a:lnTo>
                    <a:pt x="20912" y="378881"/>
                  </a:lnTo>
                  <a:lnTo>
                    <a:pt x="18648" y="379905"/>
                  </a:lnTo>
                  <a:lnTo>
                    <a:pt x="14488" y="378971"/>
                  </a:lnTo>
                  <a:lnTo>
                    <a:pt x="11132" y="3744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058568" y="3624196"/>
              <a:ext cx="520401" cy="271261"/>
            </a:xfrm>
            <a:custGeom>
              <a:avLst/>
              <a:pathLst>
                <a:path w="520401" h="271261">
                  <a:moveTo>
                    <a:pt x="5431" y="6947"/>
                  </a:moveTo>
                  <a:lnTo>
                    <a:pt x="20175" y="7306"/>
                  </a:lnTo>
                  <a:lnTo>
                    <a:pt x="39642" y="7731"/>
                  </a:lnTo>
                  <a:lnTo>
                    <a:pt x="48456" y="7890"/>
                  </a:lnTo>
                  <a:lnTo>
                    <a:pt x="54299" y="7988"/>
                  </a:lnTo>
                  <a:lnTo>
                    <a:pt x="56317" y="8021"/>
                  </a:lnTo>
                  <a:lnTo>
                    <a:pt x="72011" y="8266"/>
                  </a:lnTo>
                  <a:lnTo>
                    <a:pt x="92261" y="8489"/>
                  </a:lnTo>
                  <a:lnTo>
                    <a:pt x="93605" y="8504"/>
                  </a:lnTo>
                  <a:lnTo>
                    <a:pt x="111190" y="8678"/>
                  </a:lnTo>
                  <a:lnTo>
                    <a:pt x="130229" y="8771"/>
                  </a:lnTo>
                  <a:lnTo>
                    <a:pt x="131290" y="8774"/>
                  </a:lnTo>
                  <a:lnTo>
                    <a:pt x="155767" y="8787"/>
                  </a:lnTo>
                  <a:lnTo>
                    <a:pt x="168204" y="8712"/>
                  </a:lnTo>
                  <a:lnTo>
                    <a:pt x="168401" y="8711"/>
                  </a:lnTo>
                  <a:lnTo>
                    <a:pt x="176699" y="8646"/>
                  </a:lnTo>
                  <a:lnTo>
                    <a:pt x="198372" y="8466"/>
                  </a:lnTo>
                  <a:lnTo>
                    <a:pt x="204654" y="8398"/>
                  </a:lnTo>
                  <a:lnTo>
                    <a:pt x="205902" y="8383"/>
                  </a:lnTo>
                  <a:lnTo>
                    <a:pt x="228781" y="8061"/>
                  </a:lnTo>
                  <a:lnTo>
                    <a:pt x="236345" y="7934"/>
                  </a:lnTo>
                  <a:lnTo>
                    <a:pt x="243686" y="7808"/>
                  </a:lnTo>
                  <a:lnTo>
                    <a:pt x="259161" y="7511"/>
                  </a:lnTo>
                  <a:lnTo>
                    <a:pt x="272456" y="7221"/>
                  </a:lnTo>
                  <a:lnTo>
                    <a:pt x="282140" y="6994"/>
                  </a:lnTo>
                  <a:lnTo>
                    <a:pt x="289548" y="6808"/>
                  </a:lnTo>
                  <a:lnTo>
                    <a:pt x="292525" y="6731"/>
                  </a:lnTo>
                  <a:lnTo>
                    <a:pt x="316784" y="6041"/>
                  </a:lnTo>
                  <a:lnTo>
                    <a:pt x="319915" y="5948"/>
                  </a:lnTo>
                  <a:lnTo>
                    <a:pt x="344084" y="5169"/>
                  </a:lnTo>
                  <a:lnTo>
                    <a:pt x="350309" y="4941"/>
                  </a:lnTo>
                  <a:lnTo>
                    <a:pt x="353168" y="4834"/>
                  </a:lnTo>
                  <a:lnTo>
                    <a:pt x="357735" y="4667"/>
                  </a:lnTo>
                  <a:lnTo>
                    <a:pt x="380272" y="3787"/>
                  </a:lnTo>
                  <a:lnTo>
                    <a:pt x="380690" y="3770"/>
                  </a:lnTo>
                  <a:lnTo>
                    <a:pt x="395756" y="3129"/>
                  </a:lnTo>
                  <a:lnTo>
                    <a:pt x="401446" y="2884"/>
                  </a:lnTo>
                  <a:lnTo>
                    <a:pt x="410184" y="2452"/>
                  </a:lnTo>
                  <a:lnTo>
                    <a:pt x="411084" y="2410"/>
                  </a:lnTo>
                  <a:lnTo>
                    <a:pt x="426013" y="1690"/>
                  </a:lnTo>
                  <a:lnTo>
                    <a:pt x="426250" y="1679"/>
                  </a:lnTo>
                  <a:lnTo>
                    <a:pt x="456070" y="117"/>
                  </a:lnTo>
                  <a:lnTo>
                    <a:pt x="458189" y="0"/>
                  </a:lnTo>
                  <a:lnTo>
                    <a:pt x="463634" y="4618"/>
                  </a:lnTo>
                  <a:lnTo>
                    <a:pt x="469819" y="8500"/>
                  </a:lnTo>
                  <a:lnTo>
                    <a:pt x="474076" y="11205"/>
                  </a:lnTo>
                  <a:lnTo>
                    <a:pt x="478114" y="7836"/>
                  </a:lnTo>
                  <a:lnTo>
                    <a:pt x="479811" y="7629"/>
                  </a:lnTo>
                  <a:lnTo>
                    <a:pt x="482609" y="7286"/>
                  </a:lnTo>
                  <a:lnTo>
                    <a:pt x="484281" y="9306"/>
                  </a:lnTo>
                  <a:lnTo>
                    <a:pt x="487881" y="13455"/>
                  </a:lnTo>
                  <a:lnTo>
                    <a:pt x="487966" y="13960"/>
                  </a:lnTo>
                  <a:lnTo>
                    <a:pt x="488664" y="18102"/>
                  </a:lnTo>
                  <a:lnTo>
                    <a:pt x="489509" y="20108"/>
                  </a:lnTo>
                  <a:lnTo>
                    <a:pt x="487020" y="22498"/>
                  </a:lnTo>
                  <a:lnTo>
                    <a:pt x="482196" y="22872"/>
                  </a:lnTo>
                  <a:lnTo>
                    <a:pt x="482365" y="26084"/>
                  </a:lnTo>
                  <a:lnTo>
                    <a:pt x="478078" y="29281"/>
                  </a:lnTo>
                  <a:lnTo>
                    <a:pt x="477829" y="32738"/>
                  </a:lnTo>
                  <a:lnTo>
                    <a:pt x="477711" y="34372"/>
                  </a:lnTo>
                  <a:lnTo>
                    <a:pt x="475811" y="36095"/>
                  </a:lnTo>
                  <a:lnTo>
                    <a:pt x="473436" y="38237"/>
                  </a:lnTo>
                  <a:lnTo>
                    <a:pt x="475032" y="39957"/>
                  </a:lnTo>
                  <a:lnTo>
                    <a:pt x="478031" y="43185"/>
                  </a:lnTo>
                  <a:lnTo>
                    <a:pt x="482873" y="47618"/>
                  </a:lnTo>
                  <a:lnTo>
                    <a:pt x="484076" y="49200"/>
                  </a:lnTo>
                  <a:lnTo>
                    <a:pt x="485478" y="51041"/>
                  </a:lnTo>
                  <a:lnTo>
                    <a:pt x="489416" y="51438"/>
                  </a:lnTo>
                  <a:lnTo>
                    <a:pt x="488475" y="57528"/>
                  </a:lnTo>
                  <a:lnTo>
                    <a:pt x="492183" y="61670"/>
                  </a:lnTo>
                  <a:lnTo>
                    <a:pt x="494476" y="64343"/>
                  </a:lnTo>
                  <a:lnTo>
                    <a:pt x="496424" y="67353"/>
                  </a:lnTo>
                  <a:lnTo>
                    <a:pt x="496969" y="67737"/>
                  </a:lnTo>
                  <a:lnTo>
                    <a:pt x="500526" y="70236"/>
                  </a:lnTo>
                  <a:lnTo>
                    <a:pt x="504630" y="68738"/>
                  </a:lnTo>
                  <a:lnTo>
                    <a:pt x="508603" y="70912"/>
                  </a:lnTo>
                  <a:lnTo>
                    <a:pt x="510102" y="70911"/>
                  </a:lnTo>
                  <a:lnTo>
                    <a:pt x="510783" y="70910"/>
                  </a:lnTo>
                  <a:lnTo>
                    <a:pt x="509960" y="74610"/>
                  </a:lnTo>
                  <a:lnTo>
                    <a:pt x="510075" y="76678"/>
                  </a:lnTo>
                  <a:lnTo>
                    <a:pt x="510298" y="80672"/>
                  </a:lnTo>
                  <a:lnTo>
                    <a:pt x="510600" y="86115"/>
                  </a:lnTo>
                  <a:lnTo>
                    <a:pt x="511278" y="97878"/>
                  </a:lnTo>
                  <a:lnTo>
                    <a:pt x="511814" y="107185"/>
                  </a:lnTo>
                  <a:lnTo>
                    <a:pt x="511825" y="107412"/>
                  </a:lnTo>
                  <a:lnTo>
                    <a:pt x="512983" y="130186"/>
                  </a:lnTo>
                  <a:lnTo>
                    <a:pt x="513461" y="137947"/>
                  </a:lnTo>
                  <a:lnTo>
                    <a:pt x="514273" y="151131"/>
                  </a:lnTo>
                  <a:lnTo>
                    <a:pt x="515122" y="166658"/>
                  </a:lnTo>
                  <a:lnTo>
                    <a:pt x="515232" y="168667"/>
                  </a:lnTo>
                  <a:lnTo>
                    <a:pt x="515467" y="172971"/>
                  </a:lnTo>
                  <a:lnTo>
                    <a:pt x="516838" y="199671"/>
                  </a:lnTo>
                  <a:lnTo>
                    <a:pt x="516887" y="200466"/>
                  </a:lnTo>
                  <a:lnTo>
                    <a:pt x="516991" y="202171"/>
                  </a:lnTo>
                  <a:lnTo>
                    <a:pt x="518285" y="223358"/>
                  </a:lnTo>
                  <a:lnTo>
                    <a:pt x="518519" y="227439"/>
                  </a:lnTo>
                  <a:lnTo>
                    <a:pt x="518647" y="229688"/>
                  </a:lnTo>
                  <a:lnTo>
                    <a:pt x="519535" y="245247"/>
                  </a:lnTo>
                  <a:lnTo>
                    <a:pt x="520090" y="254274"/>
                  </a:lnTo>
                  <a:lnTo>
                    <a:pt x="520401" y="259326"/>
                  </a:lnTo>
                  <a:lnTo>
                    <a:pt x="513768" y="259758"/>
                  </a:lnTo>
                  <a:lnTo>
                    <a:pt x="493995" y="260908"/>
                  </a:lnTo>
                  <a:lnTo>
                    <a:pt x="493132" y="260960"/>
                  </a:lnTo>
                  <a:lnTo>
                    <a:pt x="488522" y="261236"/>
                  </a:lnTo>
                  <a:lnTo>
                    <a:pt x="471089" y="262246"/>
                  </a:lnTo>
                  <a:lnTo>
                    <a:pt x="465127" y="262578"/>
                  </a:lnTo>
                  <a:lnTo>
                    <a:pt x="457098" y="263014"/>
                  </a:lnTo>
                  <a:lnTo>
                    <a:pt x="453514" y="263205"/>
                  </a:lnTo>
                  <a:lnTo>
                    <a:pt x="438588" y="263977"/>
                  </a:lnTo>
                  <a:lnTo>
                    <a:pt x="428688" y="264469"/>
                  </a:lnTo>
                  <a:lnTo>
                    <a:pt x="426156" y="264593"/>
                  </a:lnTo>
                  <a:lnTo>
                    <a:pt x="423597" y="264718"/>
                  </a:lnTo>
                  <a:lnTo>
                    <a:pt x="408415" y="265434"/>
                  </a:lnTo>
                  <a:lnTo>
                    <a:pt x="388610" y="266331"/>
                  </a:lnTo>
                  <a:lnTo>
                    <a:pt x="386838" y="266401"/>
                  </a:lnTo>
                  <a:lnTo>
                    <a:pt x="371123" y="267004"/>
                  </a:lnTo>
                  <a:lnTo>
                    <a:pt x="346538" y="267904"/>
                  </a:lnTo>
                  <a:lnTo>
                    <a:pt x="343239" y="268019"/>
                  </a:lnTo>
                  <a:lnTo>
                    <a:pt x="326613" y="268572"/>
                  </a:lnTo>
                  <a:lnTo>
                    <a:pt x="321186" y="268741"/>
                  </a:lnTo>
                  <a:lnTo>
                    <a:pt x="299710" y="269357"/>
                  </a:lnTo>
                  <a:lnTo>
                    <a:pt x="297354" y="269424"/>
                  </a:lnTo>
                  <a:lnTo>
                    <a:pt x="280315" y="269878"/>
                  </a:lnTo>
                  <a:lnTo>
                    <a:pt x="275642" y="269992"/>
                  </a:lnTo>
                  <a:lnTo>
                    <a:pt x="259153" y="270364"/>
                  </a:lnTo>
                  <a:lnTo>
                    <a:pt x="258668" y="270374"/>
                  </a:lnTo>
                  <a:lnTo>
                    <a:pt x="245302" y="270572"/>
                  </a:lnTo>
                  <a:lnTo>
                    <a:pt x="227960" y="270783"/>
                  </a:lnTo>
                  <a:lnTo>
                    <a:pt x="213348" y="270966"/>
                  </a:lnTo>
                  <a:lnTo>
                    <a:pt x="204290" y="271061"/>
                  </a:lnTo>
                  <a:lnTo>
                    <a:pt x="184823" y="271217"/>
                  </a:lnTo>
                  <a:lnTo>
                    <a:pt x="181373" y="271230"/>
                  </a:lnTo>
                  <a:lnTo>
                    <a:pt x="175418" y="271247"/>
                  </a:lnTo>
                  <a:lnTo>
                    <a:pt x="167244" y="271261"/>
                  </a:lnTo>
                  <a:lnTo>
                    <a:pt x="143569" y="271185"/>
                  </a:lnTo>
                  <a:lnTo>
                    <a:pt x="143052" y="271186"/>
                  </a:lnTo>
                  <a:lnTo>
                    <a:pt x="136957" y="271195"/>
                  </a:lnTo>
                  <a:lnTo>
                    <a:pt x="104470" y="271136"/>
                  </a:lnTo>
                  <a:lnTo>
                    <a:pt x="98814" y="271145"/>
                  </a:lnTo>
                  <a:lnTo>
                    <a:pt x="83221" y="271142"/>
                  </a:lnTo>
                  <a:lnTo>
                    <a:pt x="76921" y="271107"/>
                  </a:lnTo>
                  <a:lnTo>
                    <a:pt x="68435" y="271050"/>
                  </a:lnTo>
                  <a:lnTo>
                    <a:pt x="58263" y="270966"/>
                  </a:lnTo>
                  <a:lnTo>
                    <a:pt x="39057" y="270790"/>
                  </a:lnTo>
                  <a:lnTo>
                    <a:pt x="34152" y="270729"/>
                  </a:lnTo>
                  <a:lnTo>
                    <a:pt x="9803" y="270366"/>
                  </a:lnTo>
                  <a:lnTo>
                    <a:pt x="984" y="270208"/>
                  </a:lnTo>
                  <a:lnTo>
                    <a:pt x="0" y="270190"/>
                  </a:lnTo>
                  <a:lnTo>
                    <a:pt x="105" y="266521"/>
                  </a:lnTo>
                  <a:lnTo>
                    <a:pt x="241" y="260275"/>
                  </a:lnTo>
                  <a:lnTo>
                    <a:pt x="542" y="247025"/>
                  </a:lnTo>
                  <a:lnTo>
                    <a:pt x="804" y="235574"/>
                  </a:lnTo>
                  <a:lnTo>
                    <a:pt x="1314" y="213277"/>
                  </a:lnTo>
                  <a:lnTo>
                    <a:pt x="1473" y="206319"/>
                  </a:lnTo>
                  <a:lnTo>
                    <a:pt x="1496" y="205037"/>
                  </a:lnTo>
                  <a:lnTo>
                    <a:pt x="2087" y="172294"/>
                  </a:lnTo>
                  <a:lnTo>
                    <a:pt x="2361" y="159230"/>
                  </a:lnTo>
                  <a:lnTo>
                    <a:pt x="2373" y="158675"/>
                  </a:lnTo>
                  <a:lnTo>
                    <a:pt x="2585" y="148560"/>
                  </a:lnTo>
                  <a:lnTo>
                    <a:pt x="3012" y="128380"/>
                  </a:lnTo>
                  <a:lnTo>
                    <a:pt x="3165" y="121173"/>
                  </a:lnTo>
                  <a:lnTo>
                    <a:pt x="3817" y="90603"/>
                  </a:lnTo>
                  <a:lnTo>
                    <a:pt x="3949" y="83070"/>
                  </a:lnTo>
                  <a:lnTo>
                    <a:pt x="4322" y="62021"/>
                  </a:lnTo>
                  <a:lnTo>
                    <a:pt x="4653" y="45005"/>
                  </a:lnTo>
                  <a:lnTo>
                    <a:pt x="4663" y="44491"/>
                  </a:lnTo>
                  <a:lnTo>
                    <a:pt x="5083" y="230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302083" y="3610675"/>
              <a:ext cx="509564" cy="282198"/>
            </a:xfrm>
            <a:custGeom>
              <a:avLst/>
              <a:pathLst>
                <a:path w="509564" h="282198">
                  <a:moveTo>
                    <a:pt x="1526" y="275585"/>
                  </a:moveTo>
                  <a:lnTo>
                    <a:pt x="6156" y="275731"/>
                  </a:lnTo>
                  <a:lnTo>
                    <a:pt x="11188" y="275439"/>
                  </a:lnTo>
                  <a:lnTo>
                    <a:pt x="12618" y="269967"/>
                  </a:lnTo>
                  <a:lnTo>
                    <a:pt x="16187" y="269365"/>
                  </a:lnTo>
                  <a:lnTo>
                    <a:pt x="16372" y="269334"/>
                  </a:lnTo>
                  <a:lnTo>
                    <a:pt x="20040" y="272952"/>
                  </a:lnTo>
                  <a:lnTo>
                    <a:pt x="23730" y="273211"/>
                  </a:lnTo>
                  <a:lnTo>
                    <a:pt x="25116" y="268064"/>
                  </a:lnTo>
                  <a:lnTo>
                    <a:pt x="26488" y="265620"/>
                  </a:lnTo>
                  <a:lnTo>
                    <a:pt x="27081" y="264563"/>
                  </a:lnTo>
                  <a:lnTo>
                    <a:pt x="23938" y="260187"/>
                  </a:lnTo>
                  <a:lnTo>
                    <a:pt x="26700" y="256354"/>
                  </a:lnTo>
                  <a:lnTo>
                    <a:pt x="26454" y="253708"/>
                  </a:lnTo>
                  <a:lnTo>
                    <a:pt x="26431" y="253461"/>
                  </a:lnTo>
                  <a:lnTo>
                    <a:pt x="26397" y="248342"/>
                  </a:lnTo>
                  <a:lnTo>
                    <a:pt x="27821" y="244205"/>
                  </a:lnTo>
                  <a:lnTo>
                    <a:pt x="28471" y="239451"/>
                  </a:lnTo>
                  <a:lnTo>
                    <a:pt x="28632" y="238274"/>
                  </a:lnTo>
                  <a:lnTo>
                    <a:pt x="26012" y="236479"/>
                  </a:lnTo>
                  <a:lnTo>
                    <a:pt x="25915" y="233326"/>
                  </a:lnTo>
                  <a:lnTo>
                    <a:pt x="22730" y="228955"/>
                  </a:lnTo>
                  <a:lnTo>
                    <a:pt x="22606" y="228785"/>
                  </a:lnTo>
                  <a:lnTo>
                    <a:pt x="26691" y="222356"/>
                  </a:lnTo>
                  <a:lnTo>
                    <a:pt x="29026" y="217827"/>
                  </a:lnTo>
                  <a:lnTo>
                    <a:pt x="32597" y="214207"/>
                  </a:lnTo>
                  <a:lnTo>
                    <a:pt x="37351" y="213294"/>
                  </a:lnTo>
                  <a:lnTo>
                    <a:pt x="37630" y="213366"/>
                  </a:lnTo>
                  <a:lnTo>
                    <a:pt x="44374" y="215103"/>
                  </a:lnTo>
                  <a:lnTo>
                    <a:pt x="50500" y="217969"/>
                  </a:lnTo>
                  <a:lnTo>
                    <a:pt x="54737" y="218591"/>
                  </a:lnTo>
                  <a:lnTo>
                    <a:pt x="60762" y="220280"/>
                  </a:lnTo>
                  <a:lnTo>
                    <a:pt x="64568" y="222298"/>
                  </a:lnTo>
                  <a:lnTo>
                    <a:pt x="66796" y="223477"/>
                  </a:lnTo>
                  <a:lnTo>
                    <a:pt x="69633" y="223017"/>
                  </a:lnTo>
                  <a:lnTo>
                    <a:pt x="70094" y="222942"/>
                  </a:lnTo>
                  <a:lnTo>
                    <a:pt x="70625" y="222856"/>
                  </a:lnTo>
                  <a:lnTo>
                    <a:pt x="72469" y="219913"/>
                  </a:lnTo>
                  <a:lnTo>
                    <a:pt x="73267" y="215265"/>
                  </a:lnTo>
                  <a:lnTo>
                    <a:pt x="69234" y="209613"/>
                  </a:lnTo>
                  <a:lnTo>
                    <a:pt x="65482" y="203872"/>
                  </a:lnTo>
                  <a:lnTo>
                    <a:pt x="66853" y="199380"/>
                  </a:lnTo>
                  <a:lnTo>
                    <a:pt x="67626" y="193881"/>
                  </a:lnTo>
                  <a:lnTo>
                    <a:pt x="70643" y="191564"/>
                  </a:lnTo>
                  <a:lnTo>
                    <a:pt x="70820" y="191601"/>
                  </a:lnTo>
                  <a:lnTo>
                    <a:pt x="74981" y="192471"/>
                  </a:lnTo>
                  <a:lnTo>
                    <a:pt x="79728" y="187579"/>
                  </a:lnTo>
                  <a:lnTo>
                    <a:pt x="88142" y="185113"/>
                  </a:lnTo>
                  <a:lnTo>
                    <a:pt x="94421" y="182362"/>
                  </a:lnTo>
                  <a:lnTo>
                    <a:pt x="93960" y="180986"/>
                  </a:lnTo>
                  <a:lnTo>
                    <a:pt x="93262" y="178900"/>
                  </a:lnTo>
                  <a:lnTo>
                    <a:pt x="88670" y="175652"/>
                  </a:lnTo>
                  <a:lnTo>
                    <a:pt x="88587" y="175459"/>
                  </a:lnTo>
                  <a:lnTo>
                    <a:pt x="85777" y="168863"/>
                  </a:lnTo>
                  <a:lnTo>
                    <a:pt x="87185" y="164872"/>
                  </a:lnTo>
                  <a:lnTo>
                    <a:pt x="91646" y="160204"/>
                  </a:lnTo>
                  <a:lnTo>
                    <a:pt x="93148" y="154973"/>
                  </a:lnTo>
                  <a:lnTo>
                    <a:pt x="97308" y="155908"/>
                  </a:lnTo>
                  <a:lnTo>
                    <a:pt x="99571" y="154883"/>
                  </a:lnTo>
                  <a:lnTo>
                    <a:pt x="101435" y="152125"/>
                  </a:lnTo>
                  <a:lnTo>
                    <a:pt x="98463" y="147875"/>
                  </a:lnTo>
                  <a:lnTo>
                    <a:pt x="98992" y="145234"/>
                  </a:lnTo>
                  <a:lnTo>
                    <a:pt x="99144" y="144477"/>
                  </a:lnTo>
                  <a:lnTo>
                    <a:pt x="102352" y="142845"/>
                  </a:lnTo>
                  <a:lnTo>
                    <a:pt x="107307" y="146175"/>
                  </a:lnTo>
                  <a:lnTo>
                    <a:pt x="112874" y="143856"/>
                  </a:lnTo>
                  <a:lnTo>
                    <a:pt x="113698" y="144532"/>
                  </a:lnTo>
                  <a:lnTo>
                    <a:pt x="116179" y="146567"/>
                  </a:lnTo>
                  <a:lnTo>
                    <a:pt x="120041" y="146344"/>
                  </a:lnTo>
                  <a:lnTo>
                    <a:pt x="120662" y="142096"/>
                  </a:lnTo>
                  <a:lnTo>
                    <a:pt x="124245" y="139197"/>
                  </a:lnTo>
                  <a:lnTo>
                    <a:pt x="128743" y="138978"/>
                  </a:lnTo>
                  <a:lnTo>
                    <a:pt x="131146" y="137404"/>
                  </a:lnTo>
                  <a:lnTo>
                    <a:pt x="133067" y="136144"/>
                  </a:lnTo>
                  <a:lnTo>
                    <a:pt x="139444" y="138407"/>
                  </a:lnTo>
                  <a:lnTo>
                    <a:pt x="141520" y="139403"/>
                  </a:lnTo>
                  <a:lnTo>
                    <a:pt x="144043" y="140612"/>
                  </a:lnTo>
                  <a:lnTo>
                    <a:pt x="145178" y="141155"/>
                  </a:lnTo>
                  <a:lnTo>
                    <a:pt x="150637" y="142612"/>
                  </a:lnTo>
                  <a:lnTo>
                    <a:pt x="153973" y="145120"/>
                  </a:lnTo>
                  <a:lnTo>
                    <a:pt x="156651" y="148220"/>
                  </a:lnTo>
                  <a:lnTo>
                    <a:pt x="159162" y="142517"/>
                  </a:lnTo>
                  <a:lnTo>
                    <a:pt x="159569" y="138229"/>
                  </a:lnTo>
                  <a:lnTo>
                    <a:pt x="161237" y="134006"/>
                  </a:lnTo>
                  <a:lnTo>
                    <a:pt x="163382" y="133133"/>
                  </a:lnTo>
                  <a:lnTo>
                    <a:pt x="166673" y="131790"/>
                  </a:lnTo>
                  <a:lnTo>
                    <a:pt x="169750" y="128121"/>
                  </a:lnTo>
                  <a:lnTo>
                    <a:pt x="173668" y="125250"/>
                  </a:lnTo>
                  <a:lnTo>
                    <a:pt x="173835" y="125127"/>
                  </a:lnTo>
                  <a:lnTo>
                    <a:pt x="176467" y="128314"/>
                  </a:lnTo>
                  <a:lnTo>
                    <a:pt x="181230" y="133222"/>
                  </a:lnTo>
                  <a:lnTo>
                    <a:pt x="185889" y="134537"/>
                  </a:lnTo>
                  <a:lnTo>
                    <a:pt x="186742" y="134795"/>
                  </a:lnTo>
                  <a:lnTo>
                    <a:pt x="189048" y="135493"/>
                  </a:lnTo>
                  <a:lnTo>
                    <a:pt x="189390" y="130648"/>
                  </a:lnTo>
                  <a:lnTo>
                    <a:pt x="195607" y="129977"/>
                  </a:lnTo>
                  <a:lnTo>
                    <a:pt x="193669" y="124487"/>
                  </a:lnTo>
                  <a:lnTo>
                    <a:pt x="192973" y="118371"/>
                  </a:lnTo>
                  <a:lnTo>
                    <a:pt x="195199" y="117532"/>
                  </a:lnTo>
                  <a:lnTo>
                    <a:pt x="196263" y="117130"/>
                  </a:lnTo>
                  <a:lnTo>
                    <a:pt x="198326" y="113152"/>
                  </a:lnTo>
                  <a:lnTo>
                    <a:pt x="200975" y="109382"/>
                  </a:lnTo>
                  <a:lnTo>
                    <a:pt x="205147" y="106664"/>
                  </a:lnTo>
                  <a:lnTo>
                    <a:pt x="208698" y="110423"/>
                  </a:lnTo>
                  <a:lnTo>
                    <a:pt x="214637" y="116246"/>
                  </a:lnTo>
                  <a:lnTo>
                    <a:pt x="222336" y="116102"/>
                  </a:lnTo>
                  <a:lnTo>
                    <a:pt x="227102" y="118725"/>
                  </a:lnTo>
                  <a:lnTo>
                    <a:pt x="229267" y="116502"/>
                  </a:lnTo>
                  <a:lnTo>
                    <a:pt x="230547" y="115186"/>
                  </a:lnTo>
                  <a:lnTo>
                    <a:pt x="232042" y="113918"/>
                  </a:lnTo>
                  <a:lnTo>
                    <a:pt x="233845" y="112387"/>
                  </a:lnTo>
                  <a:lnTo>
                    <a:pt x="233878" y="105047"/>
                  </a:lnTo>
                  <a:lnTo>
                    <a:pt x="233553" y="98974"/>
                  </a:lnTo>
                  <a:lnTo>
                    <a:pt x="233513" y="98220"/>
                  </a:lnTo>
                  <a:lnTo>
                    <a:pt x="236533" y="93133"/>
                  </a:lnTo>
                  <a:lnTo>
                    <a:pt x="237522" y="89115"/>
                  </a:lnTo>
                  <a:lnTo>
                    <a:pt x="239057" y="89296"/>
                  </a:lnTo>
                  <a:lnTo>
                    <a:pt x="242144" y="89660"/>
                  </a:lnTo>
                  <a:lnTo>
                    <a:pt x="246316" y="86476"/>
                  </a:lnTo>
                  <a:lnTo>
                    <a:pt x="248172" y="81925"/>
                  </a:lnTo>
                  <a:lnTo>
                    <a:pt x="248465" y="78712"/>
                  </a:lnTo>
                  <a:lnTo>
                    <a:pt x="248783" y="75209"/>
                  </a:lnTo>
                  <a:lnTo>
                    <a:pt x="250595" y="71914"/>
                  </a:lnTo>
                  <a:lnTo>
                    <a:pt x="256336" y="69320"/>
                  </a:lnTo>
                  <a:lnTo>
                    <a:pt x="257476" y="65924"/>
                  </a:lnTo>
                  <a:lnTo>
                    <a:pt x="259975" y="63694"/>
                  </a:lnTo>
                  <a:lnTo>
                    <a:pt x="260826" y="61561"/>
                  </a:lnTo>
                  <a:lnTo>
                    <a:pt x="259187" y="58291"/>
                  </a:lnTo>
                  <a:lnTo>
                    <a:pt x="258695" y="57308"/>
                  </a:lnTo>
                  <a:lnTo>
                    <a:pt x="257644" y="52054"/>
                  </a:lnTo>
                  <a:lnTo>
                    <a:pt x="256186" y="47494"/>
                  </a:lnTo>
                  <a:lnTo>
                    <a:pt x="259109" y="44957"/>
                  </a:lnTo>
                  <a:lnTo>
                    <a:pt x="263136" y="44424"/>
                  </a:lnTo>
                  <a:lnTo>
                    <a:pt x="263680" y="44244"/>
                  </a:lnTo>
                  <a:lnTo>
                    <a:pt x="267426" y="43004"/>
                  </a:lnTo>
                  <a:lnTo>
                    <a:pt x="270167" y="44177"/>
                  </a:lnTo>
                  <a:lnTo>
                    <a:pt x="273011" y="45899"/>
                  </a:lnTo>
                  <a:lnTo>
                    <a:pt x="274127" y="46574"/>
                  </a:lnTo>
                  <a:lnTo>
                    <a:pt x="276726" y="45406"/>
                  </a:lnTo>
                  <a:lnTo>
                    <a:pt x="281075" y="40496"/>
                  </a:lnTo>
                  <a:lnTo>
                    <a:pt x="284236" y="38405"/>
                  </a:lnTo>
                  <a:lnTo>
                    <a:pt x="287868" y="35997"/>
                  </a:lnTo>
                  <a:lnTo>
                    <a:pt x="294763" y="33636"/>
                  </a:lnTo>
                  <a:lnTo>
                    <a:pt x="297775" y="33447"/>
                  </a:lnTo>
                  <a:lnTo>
                    <a:pt x="297447" y="27734"/>
                  </a:lnTo>
                  <a:lnTo>
                    <a:pt x="297623" y="26942"/>
                  </a:lnTo>
                  <a:lnTo>
                    <a:pt x="298099" y="24799"/>
                  </a:lnTo>
                  <a:lnTo>
                    <a:pt x="294925" y="24046"/>
                  </a:lnTo>
                  <a:lnTo>
                    <a:pt x="292413" y="23034"/>
                  </a:lnTo>
                  <a:lnTo>
                    <a:pt x="291416" y="22633"/>
                  </a:lnTo>
                  <a:lnTo>
                    <a:pt x="293816" y="18516"/>
                  </a:lnTo>
                  <a:lnTo>
                    <a:pt x="292098" y="15310"/>
                  </a:lnTo>
                  <a:lnTo>
                    <a:pt x="289765" y="13032"/>
                  </a:lnTo>
                  <a:lnTo>
                    <a:pt x="288139" y="11445"/>
                  </a:lnTo>
                  <a:lnTo>
                    <a:pt x="290186" y="8767"/>
                  </a:lnTo>
                  <a:lnTo>
                    <a:pt x="292477" y="5899"/>
                  </a:lnTo>
                  <a:lnTo>
                    <a:pt x="296468" y="1413"/>
                  </a:lnTo>
                  <a:lnTo>
                    <a:pt x="299136" y="2228"/>
                  </a:lnTo>
                  <a:lnTo>
                    <a:pt x="299308" y="2373"/>
                  </a:lnTo>
                  <a:lnTo>
                    <a:pt x="302112" y="4744"/>
                  </a:lnTo>
                  <a:lnTo>
                    <a:pt x="306095" y="5776"/>
                  </a:lnTo>
                  <a:lnTo>
                    <a:pt x="307114" y="6039"/>
                  </a:lnTo>
                  <a:lnTo>
                    <a:pt x="310518" y="3060"/>
                  </a:lnTo>
                  <a:lnTo>
                    <a:pt x="313434" y="2292"/>
                  </a:lnTo>
                  <a:lnTo>
                    <a:pt x="314274" y="2071"/>
                  </a:lnTo>
                  <a:lnTo>
                    <a:pt x="314906" y="672"/>
                  </a:lnTo>
                  <a:lnTo>
                    <a:pt x="316087" y="0"/>
                  </a:lnTo>
                  <a:lnTo>
                    <a:pt x="317319" y="418"/>
                  </a:lnTo>
                  <a:lnTo>
                    <a:pt x="318610" y="2899"/>
                  </a:lnTo>
                  <a:lnTo>
                    <a:pt x="321324" y="5743"/>
                  </a:lnTo>
                  <a:lnTo>
                    <a:pt x="326577" y="6427"/>
                  </a:lnTo>
                  <a:lnTo>
                    <a:pt x="327039" y="6953"/>
                  </a:lnTo>
                  <a:lnTo>
                    <a:pt x="329117" y="9317"/>
                  </a:lnTo>
                  <a:lnTo>
                    <a:pt x="330252" y="12132"/>
                  </a:lnTo>
                  <a:lnTo>
                    <a:pt x="335167" y="17921"/>
                  </a:lnTo>
                  <a:lnTo>
                    <a:pt x="335246" y="18423"/>
                  </a:lnTo>
                  <a:lnTo>
                    <a:pt x="335682" y="21205"/>
                  </a:lnTo>
                  <a:lnTo>
                    <a:pt x="336359" y="22229"/>
                  </a:lnTo>
                  <a:lnTo>
                    <a:pt x="337620" y="24138"/>
                  </a:lnTo>
                  <a:lnTo>
                    <a:pt x="343076" y="24532"/>
                  </a:lnTo>
                  <a:lnTo>
                    <a:pt x="348939" y="25008"/>
                  </a:lnTo>
                  <a:lnTo>
                    <a:pt x="353558" y="22696"/>
                  </a:lnTo>
                  <a:lnTo>
                    <a:pt x="357122" y="23117"/>
                  </a:lnTo>
                  <a:lnTo>
                    <a:pt x="358847" y="23430"/>
                  </a:lnTo>
                  <a:lnTo>
                    <a:pt x="362594" y="24109"/>
                  </a:lnTo>
                  <a:lnTo>
                    <a:pt x="364368" y="26931"/>
                  </a:lnTo>
                  <a:lnTo>
                    <a:pt x="368064" y="28021"/>
                  </a:lnTo>
                  <a:lnTo>
                    <a:pt x="369431" y="31108"/>
                  </a:lnTo>
                  <a:lnTo>
                    <a:pt x="374191" y="31961"/>
                  </a:lnTo>
                  <a:lnTo>
                    <a:pt x="376084" y="32300"/>
                  </a:lnTo>
                  <a:lnTo>
                    <a:pt x="378070" y="30845"/>
                  </a:lnTo>
                  <a:lnTo>
                    <a:pt x="378312" y="30667"/>
                  </a:lnTo>
                  <a:lnTo>
                    <a:pt x="378803" y="27332"/>
                  </a:lnTo>
                  <a:lnTo>
                    <a:pt x="384689" y="24110"/>
                  </a:lnTo>
                  <a:lnTo>
                    <a:pt x="391433" y="25680"/>
                  </a:lnTo>
                  <a:lnTo>
                    <a:pt x="395846" y="25489"/>
                  </a:lnTo>
                  <a:lnTo>
                    <a:pt x="400211" y="28073"/>
                  </a:lnTo>
                  <a:lnTo>
                    <a:pt x="402872" y="29634"/>
                  </a:lnTo>
                  <a:lnTo>
                    <a:pt x="404130" y="28129"/>
                  </a:lnTo>
                  <a:lnTo>
                    <a:pt x="405529" y="26455"/>
                  </a:lnTo>
                  <a:lnTo>
                    <a:pt x="410136" y="26253"/>
                  </a:lnTo>
                  <a:lnTo>
                    <a:pt x="412721" y="23925"/>
                  </a:lnTo>
                  <a:lnTo>
                    <a:pt x="413305" y="20981"/>
                  </a:lnTo>
                  <a:lnTo>
                    <a:pt x="417367" y="16848"/>
                  </a:lnTo>
                  <a:lnTo>
                    <a:pt x="418024" y="15944"/>
                  </a:lnTo>
                  <a:lnTo>
                    <a:pt x="419037" y="14548"/>
                  </a:lnTo>
                  <a:lnTo>
                    <a:pt x="423393" y="12449"/>
                  </a:lnTo>
                  <a:lnTo>
                    <a:pt x="426772" y="10590"/>
                  </a:lnTo>
                  <a:lnTo>
                    <a:pt x="428610" y="13590"/>
                  </a:lnTo>
                  <a:lnTo>
                    <a:pt x="429397" y="17036"/>
                  </a:lnTo>
                  <a:lnTo>
                    <a:pt x="431866" y="23149"/>
                  </a:lnTo>
                  <a:lnTo>
                    <a:pt x="435064" y="25346"/>
                  </a:lnTo>
                  <a:lnTo>
                    <a:pt x="435983" y="25977"/>
                  </a:lnTo>
                  <a:lnTo>
                    <a:pt x="441105" y="25394"/>
                  </a:lnTo>
                  <a:lnTo>
                    <a:pt x="445105" y="28327"/>
                  </a:lnTo>
                  <a:lnTo>
                    <a:pt x="446013" y="28833"/>
                  </a:lnTo>
                  <a:lnTo>
                    <a:pt x="449587" y="30824"/>
                  </a:lnTo>
                  <a:lnTo>
                    <a:pt x="452192" y="35237"/>
                  </a:lnTo>
                  <a:lnTo>
                    <a:pt x="453220" y="41929"/>
                  </a:lnTo>
                  <a:lnTo>
                    <a:pt x="455467" y="44067"/>
                  </a:lnTo>
                  <a:lnTo>
                    <a:pt x="455952" y="50003"/>
                  </a:lnTo>
                  <a:lnTo>
                    <a:pt x="455896" y="50741"/>
                  </a:lnTo>
                  <a:lnTo>
                    <a:pt x="455620" y="54351"/>
                  </a:lnTo>
                  <a:lnTo>
                    <a:pt x="454913" y="60448"/>
                  </a:lnTo>
                  <a:lnTo>
                    <a:pt x="461297" y="65535"/>
                  </a:lnTo>
                  <a:lnTo>
                    <a:pt x="468451" y="71749"/>
                  </a:lnTo>
                  <a:lnTo>
                    <a:pt x="468135" y="75260"/>
                  </a:lnTo>
                  <a:lnTo>
                    <a:pt x="467956" y="77238"/>
                  </a:lnTo>
                  <a:lnTo>
                    <a:pt x="473360" y="80085"/>
                  </a:lnTo>
                  <a:lnTo>
                    <a:pt x="475227" y="82319"/>
                  </a:lnTo>
                  <a:lnTo>
                    <a:pt x="477858" y="85464"/>
                  </a:lnTo>
                  <a:lnTo>
                    <a:pt x="481413" y="88248"/>
                  </a:lnTo>
                  <a:lnTo>
                    <a:pt x="482144" y="89553"/>
                  </a:lnTo>
                  <a:lnTo>
                    <a:pt x="484832" y="94347"/>
                  </a:lnTo>
                  <a:lnTo>
                    <a:pt x="490132" y="96170"/>
                  </a:lnTo>
                  <a:lnTo>
                    <a:pt x="496850" y="99914"/>
                  </a:lnTo>
                  <a:lnTo>
                    <a:pt x="502947" y="103134"/>
                  </a:lnTo>
                  <a:lnTo>
                    <a:pt x="509564" y="102280"/>
                  </a:lnTo>
                  <a:lnTo>
                    <a:pt x="496581" y="119765"/>
                  </a:lnTo>
                  <a:lnTo>
                    <a:pt x="490562" y="127819"/>
                  </a:lnTo>
                  <a:lnTo>
                    <a:pt x="490290" y="128216"/>
                  </a:lnTo>
                  <a:lnTo>
                    <a:pt x="488037" y="131497"/>
                  </a:lnTo>
                  <a:lnTo>
                    <a:pt x="482021" y="134706"/>
                  </a:lnTo>
                  <a:lnTo>
                    <a:pt x="475631" y="139886"/>
                  </a:lnTo>
                  <a:lnTo>
                    <a:pt x="475353" y="140111"/>
                  </a:lnTo>
                  <a:lnTo>
                    <a:pt x="474932" y="140534"/>
                  </a:lnTo>
                  <a:lnTo>
                    <a:pt x="465370" y="150106"/>
                  </a:lnTo>
                  <a:lnTo>
                    <a:pt x="466544" y="154697"/>
                  </a:lnTo>
                  <a:lnTo>
                    <a:pt x="465164" y="158025"/>
                  </a:lnTo>
                  <a:lnTo>
                    <a:pt x="461003" y="160416"/>
                  </a:lnTo>
                  <a:lnTo>
                    <a:pt x="457897" y="164028"/>
                  </a:lnTo>
                  <a:lnTo>
                    <a:pt x="459048" y="168565"/>
                  </a:lnTo>
                  <a:lnTo>
                    <a:pt x="458170" y="170882"/>
                  </a:lnTo>
                  <a:lnTo>
                    <a:pt x="457617" y="172342"/>
                  </a:lnTo>
                  <a:lnTo>
                    <a:pt x="450166" y="177015"/>
                  </a:lnTo>
                  <a:lnTo>
                    <a:pt x="445796" y="177621"/>
                  </a:lnTo>
                  <a:lnTo>
                    <a:pt x="444001" y="182876"/>
                  </a:lnTo>
                  <a:lnTo>
                    <a:pt x="443370" y="187755"/>
                  </a:lnTo>
                  <a:lnTo>
                    <a:pt x="436766" y="190558"/>
                  </a:lnTo>
                  <a:lnTo>
                    <a:pt x="427126" y="196124"/>
                  </a:lnTo>
                  <a:lnTo>
                    <a:pt x="423985" y="198584"/>
                  </a:lnTo>
                  <a:lnTo>
                    <a:pt x="422305" y="198927"/>
                  </a:lnTo>
                  <a:lnTo>
                    <a:pt x="417757" y="199853"/>
                  </a:lnTo>
                  <a:lnTo>
                    <a:pt x="412246" y="203817"/>
                  </a:lnTo>
                  <a:lnTo>
                    <a:pt x="408573" y="207514"/>
                  </a:lnTo>
                  <a:lnTo>
                    <a:pt x="407803" y="209297"/>
                  </a:lnTo>
                  <a:lnTo>
                    <a:pt x="393704" y="211723"/>
                  </a:lnTo>
                  <a:lnTo>
                    <a:pt x="391180" y="212107"/>
                  </a:lnTo>
                  <a:lnTo>
                    <a:pt x="387215" y="212709"/>
                  </a:lnTo>
                  <a:lnTo>
                    <a:pt x="370657" y="215670"/>
                  </a:lnTo>
                  <a:lnTo>
                    <a:pt x="368303" y="216070"/>
                  </a:lnTo>
                  <a:lnTo>
                    <a:pt x="351773" y="218848"/>
                  </a:lnTo>
                  <a:lnTo>
                    <a:pt x="332440" y="221863"/>
                  </a:lnTo>
                  <a:lnTo>
                    <a:pt x="331958" y="221937"/>
                  </a:lnTo>
                  <a:lnTo>
                    <a:pt x="320869" y="223150"/>
                  </a:lnTo>
                  <a:lnTo>
                    <a:pt x="318702" y="223365"/>
                  </a:lnTo>
                  <a:lnTo>
                    <a:pt x="310207" y="224200"/>
                  </a:lnTo>
                  <a:lnTo>
                    <a:pt x="297697" y="226115"/>
                  </a:lnTo>
                  <a:lnTo>
                    <a:pt x="296701" y="226266"/>
                  </a:lnTo>
                  <a:lnTo>
                    <a:pt x="296347" y="226356"/>
                  </a:lnTo>
                  <a:lnTo>
                    <a:pt x="286735" y="228782"/>
                  </a:lnTo>
                  <a:lnTo>
                    <a:pt x="283181" y="229675"/>
                  </a:lnTo>
                  <a:lnTo>
                    <a:pt x="266248" y="232136"/>
                  </a:lnTo>
                  <a:lnTo>
                    <a:pt x="262304" y="232701"/>
                  </a:lnTo>
                  <a:lnTo>
                    <a:pt x="256370" y="233545"/>
                  </a:lnTo>
                  <a:lnTo>
                    <a:pt x="249246" y="234312"/>
                  </a:lnTo>
                  <a:lnTo>
                    <a:pt x="241816" y="235103"/>
                  </a:lnTo>
                  <a:lnTo>
                    <a:pt x="233176" y="236068"/>
                  </a:lnTo>
                  <a:lnTo>
                    <a:pt x="218782" y="237648"/>
                  </a:lnTo>
                  <a:lnTo>
                    <a:pt x="212051" y="238374"/>
                  </a:lnTo>
                  <a:lnTo>
                    <a:pt x="209219" y="240118"/>
                  </a:lnTo>
                  <a:lnTo>
                    <a:pt x="208436" y="240000"/>
                  </a:lnTo>
                  <a:lnTo>
                    <a:pt x="205215" y="239513"/>
                  </a:lnTo>
                  <a:lnTo>
                    <a:pt x="194372" y="241555"/>
                  </a:lnTo>
                  <a:lnTo>
                    <a:pt x="190933" y="242198"/>
                  </a:lnTo>
                  <a:lnTo>
                    <a:pt x="173766" y="245156"/>
                  </a:lnTo>
                  <a:lnTo>
                    <a:pt x="170011" y="245796"/>
                  </a:lnTo>
                  <a:lnTo>
                    <a:pt x="154689" y="248381"/>
                  </a:lnTo>
                  <a:lnTo>
                    <a:pt x="153870" y="248518"/>
                  </a:lnTo>
                  <a:lnTo>
                    <a:pt x="133516" y="251884"/>
                  </a:lnTo>
                  <a:lnTo>
                    <a:pt x="129842" y="252536"/>
                  </a:lnTo>
                  <a:lnTo>
                    <a:pt x="118821" y="254475"/>
                  </a:lnTo>
                  <a:lnTo>
                    <a:pt x="118719" y="251794"/>
                  </a:lnTo>
                  <a:lnTo>
                    <a:pt x="107281" y="252276"/>
                  </a:lnTo>
                  <a:lnTo>
                    <a:pt x="103182" y="252768"/>
                  </a:lnTo>
                  <a:lnTo>
                    <a:pt x="104757" y="256758"/>
                  </a:lnTo>
                  <a:lnTo>
                    <a:pt x="107187" y="263375"/>
                  </a:lnTo>
                  <a:lnTo>
                    <a:pt x="106617" y="268030"/>
                  </a:lnTo>
                  <a:lnTo>
                    <a:pt x="106416" y="268064"/>
                  </a:lnTo>
                  <a:lnTo>
                    <a:pt x="101270" y="268929"/>
                  </a:lnTo>
                  <a:lnTo>
                    <a:pt x="76001" y="272235"/>
                  </a:lnTo>
                  <a:lnTo>
                    <a:pt x="74404" y="272441"/>
                  </a:lnTo>
                  <a:lnTo>
                    <a:pt x="74095" y="272483"/>
                  </a:lnTo>
                  <a:lnTo>
                    <a:pt x="53113" y="275294"/>
                  </a:lnTo>
                  <a:lnTo>
                    <a:pt x="52386" y="275390"/>
                  </a:lnTo>
                  <a:lnTo>
                    <a:pt x="51868" y="275459"/>
                  </a:lnTo>
                  <a:lnTo>
                    <a:pt x="42792" y="276649"/>
                  </a:lnTo>
                  <a:lnTo>
                    <a:pt x="25500" y="278609"/>
                  </a:lnTo>
                  <a:lnTo>
                    <a:pt x="16191" y="280184"/>
                  </a:lnTo>
                  <a:lnTo>
                    <a:pt x="11173" y="281027"/>
                  </a:lnTo>
                  <a:lnTo>
                    <a:pt x="2656" y="282198"/>
                  </a:lnTo>
                  <a:lnTo>
                    <a:pt x="0" y="2789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857025" y="4509769"/>
              <a:ext cx="406183" cy="340765"/>
            </a:xfrm>
            <a:custGeom>
              <a:avLst/>
              <a:pathLst>
                <a:path w="406183" h="340765">
                  <a:moveTo>
                    <a:pt x="1747" y="45437"/>
                  </a:moveTo>
                  <a:lnTo>
                    <a:pt x="1189" y="36350"/>
                  </a:lnTo>
                  <a:lnTo>
                    <a:pt x="741" y="29076"/>
                  </a:lnTo>
                  <a:lnTo>
                    <a:pt x="0" y="17056"/>
                  </a:lnTo>
                  <a:lnTo>
                    <a:pt x="16814" y="15844"/>
                  </a:lnTo>
                  <a:lnTo>
                    <a:pt x="17364" y="15804"/>
                  </a:lnTo>
                  <a:lnTo>
                    <a:pt x="23537" y="15347"/>
                  </a:lnTo>
                  <a:lnTo>
                    <a:pt x="38431" y="14295"/>
                  </a:lnTo>
                  <a:lnTo>
                    <a:pt x="40671" y="14134"/>
                  </a:lnTo>
                  <a:lnTo>
                    <a:pt x="49021" y="13526"/>
                  </a:lnTo>
                  <a:lnTo>
                    <a:pt x="59213" y="12744"/>
                  </a:lnTo>
                  <a:lnTo>
                    <a:pt x="62248" y="12509"/>
                  </a:lnTo>
                  <a:lnTo>
                    <a:pt x="77600" y="11325"/>
                  </a:lnTo>
                  <a:lnTo>
                    <a:pt x="78898" y="11223"/>
                  </a:lnTo>
                  <a:lnTo>
                    <a:pt x="97126" y="9943"/>
                  </a:lnTo>
                  <a:lnTo>
                    <a:pt x="113476" y="8715"/>
                  </a:lnTo>
                  <a:lnTo>
                    <a:pt x="133974" y="7145"/>
                  </a:lnTo>
                  <a:lnTo>
                    <a:pt x="145288" y="6154"/>
                  </a:lnTo>
                  <a:lnTo>
                    <a:pt x="159532" y="4876"/>
                  </a:lnTo>
                  <a:lnTo>
                    <a:pt x="187889" y="2238"/>
                  </a:lnTo>
                  <a:lnTo>
                    <a:pt x="190005" y="2043"/>
                  </a:lnTo>
                  <a:lnTo>
                    <a:pt x="191801" y="1876"/>
                  </a:lnTo>
                  <a:lnTo>
                    <a:pt x="204390" y="692"/>
                  </a:lnTo>
                  <a:lnTo>
                    <a:pt x="211624" y="0"/>
                  </a:lnTo>
                  <a:lnTo>
                    <a:pt x="214136" y="1805"/>
                  </a:lnTo>
                  <a:lnTo>
                    <a:pt x="219057" y="5036"/>
                  </a:lnTo>
                  <a:lnTo>
                    <a:pt x="219562" y="9296"/>
                  </a:lnTo>
                  <a:lnTo>
                    <a:pt x="214935" y="13260"/>
                  </a:lnTo>
                  <a:lnTo>
                    <a:pt x="213477" y="16614"/>
                  </a:lnTo>
                  <a:lnTo>
                    <a:pt x="214066" y="19747"/>
                  </a:lnTo>
                  <a:lnTo>
                    <a:pt x="217590" y="22542"/>
                  </a:lnTo>
                  <a:lnTo>
                    <a:pt x="221877" y="23355"/>
                  </a:lnTo>
                  <a:lnTo>
                    <a:pt x="219125" y="27177"/>
                  </a:lnTo>
                  <a:lnTo>
                    <a:pt x="221222" y="34376"/>
                  </a:lnTo>
                  <a:lnTo>
                    <a:pt x="223173" y="36065"/>
                  </a:lnTo>
                  <a:lnTo>
                    <a:pt x="223714" y="36560"/>
                  </a:lnTo>
                  <a:lnTo>
                    <a:pt x="226933" y="41149"/>
                  </a:lnTo>
                  <a:lnTo>
                    <a:pt x="223332" y="41899"/>
                  </a:lnTo>
                  <a:lnTo>
                    <a:pt x="224487" y="48259"/>
                  </a:lnTo>
                  <a:lnTo>
                    <a:pt x="231019" y="48765"/>
                  </a:lnTo>
                  <a:lnTo>
                    <a:pt x="230081" y="55269"/>
                  </a:lnTo>
                  <a:lnTo>
                    <a:pt x="235003" y="55596"/>
                  </a:lnTo>
                  <a:lnTo>
                    <a:pt x="233506" y="60892"/>
                  </a:lnTo>
                  <a:lnTo>
                    <a:pt x="230848" y="67207"/>
                  </a:lnTo>
                  <a:lnTo>
                    <a:pt x="222210" y="68684"/>
                  </a:lnTo>
                  <a:lnTo>
                    <a:pt x="228127" y="76845"/>
                  </a:lnTo>
                  <a:lnTo>
                    <a:pt x="228535" y="77408"/>
                  </a:lnTo>
                  <a:lnTo>
                    <a:pt x="225645" y="82163"/>
                  </a:lnTo>
                  <a:lnTo>
                    <a:pt x="225732" y="84502"/>
                  </a:lnTo>
                  <a:lnTo>
                    <a:pt x="223301" y="87945"/>
                  </a:lnTo>
                  <a:lnTo>
                    <a:pt x="218951" y="89605"/>
                  </a:lnTo>
                  <a:lnTo>
                    <a:pt x="219093" y="94251"/>
                  </a:lnTo>
                  <a:lnTo>
                    <a:pt x="215429" y="98412"/>
                  </a:lnTo>
                  <a:lnTo>
                    <a:pt x="214807" y="99100"/>
                  </a:lnTo>
                  <a:lnTo>
                    <a:pt x="211653" y="102582"/>
                  </a:lnTo>
                  <a:lnTo>
                    <a:pt x="207444" y="102204"/>
                  </a:lnTo>
                  <a:lnTo>
                    <a:pt x="206750" y="106083"/>
                  </a:lnTo>
                  <a:lnTo>
                    <a:pt x="210056" y="110264"/>
                  </a:lnTo>
                  <a:lnTo>
                    <a:pt x="210216" y="110465"/>
                  </a:lnTo>
                  <a:lnTo>
                    <a:pt x="205667" y="112051"/>
                  </a:lnTo>
                  <a:lnTo>
                    <a:pt x="205236" y="119826"/>
                  </a:lnTo>
                  <a:lnTo>
                    <a:pt x="200333" y="122400"/>
                  </a:lnTo>
                  <a:lnTo>
                    <a:pt x="201051" y="125200"/>
                  </a:lnTo>
                  <a:lnTo>
                    <a:pt x="202850" y="128644"/>
                  </a:lnTo>
                  <a:lnTo>
                    <a:pt x="199054" y="130064"/>
                  </a:lnTo>
                  <a:lnTo>
                    <a:pt x="197265" y="133382"/>
                  </a:lnTo>
                  <a:lnTo>
                    <a:pt x="198217" y="138492"/>
                  </a:lnTo>
                  <a:lnTo>
                    <a:pt x="196936" y="142877"/>
                  </a:lnTo>
                  <a:lnTo>
                    <a:pt x="197043" y="147410"/>
                  </a:lnTo>
                  <a:lnTo>
                    <a:pt x="199430" y="151261"/>
                  </a:lnTo>
                  <a:lnTo>
                    <a:pt x="195505" y="154275"/>
                  </a:lnTo>
                  <a:lnTo>
                    <a:pt x="191173" y="154159"/>
                  </a:lnTo>
                  <a:lnTo>
                    <a:pt x="189693" y="157225"/>
                  </a:lnTo>
                  <a:lnTo>
                    <a:pt x="194067" y="160360"/>
                  </a:lnTo>
                  <a:lnTo>
                    <a:pt x="194009" y="160514"/>
                  </a:lnTo>
                  <a:lnTo>
                    <a:pt x="192112" y="165522"/>
                  </a:lnTo>
                  <a:lnTo>
                    <a:pt x="194472" y="169265"/>
                  </a:lnTo>
                  <a:lnTo>
                    <a:pt x="197362" y="172650"/>
                  </a:lnTo>
                  <a:lnTo>
                    <a:pt x="192583" y="177002"/>
                  </a:lnTo>
                  <a:lnTo>
                    <a:pt x="191971" y="177559"/>
                  </a:lnTo>
                  <a:lnTo>
                    <a:pt x="223022" y="174479"/>
                  </a:lnTo>
                  <a:lnTo>
                    <a:pt x="226625" y="174106"/>
                  </a:lnTo>
                  <a:lnTo>
                    <a:pt x="235345" y="173195"/>
                  </a:lnTo>
                  <a:lnTo>
                    <a:pt x="252951" y="171319"/>
                  </a:lnTo>
                  <a:lnTo>
                    <a:pt x="257988" y="170773"/>
                  </a:lnTo>
                  <a:lnTo>
                    <a:pt x="272376" y="169175"/>
                  </a:lnTo>
                  <a:lnTo>
                    <a:pt x="273849" y="169009"/>
                  </a:lnTo>
                  <a:lnTo>
                    <a:pt x="288982" y="167289"/>
                  </a:lnTo>
                  <a:lnTo>
                    <a:pt x="295470" y="166529"/>
                  </a:lnTo>
                  <a:lnTo>
                    <a:pt x="322628" y="163274"/>
                  </a:lnTo>
                  <a:lnTo>
                    <a:pt x="327248" y="162711"/>
                  </a:lnTo>
                  <a:lnTo>
                    <a:pt x="335327" y="161729"/>
                  </a:lnTo>
                  <a:lnTo>
                    <a:pt x="334485" y="169670"/>
                  </a:lnTo>
                  <a:lnTo>
                    <a:pt x="332181" y="178061"/>
                  </a:lnTo>
                  <a:lnTo>
                    <a:pt x="329654" y="186532"/>
                  </a:lnTo>
                  <a:lnTo>
                    <a:pt x="330934" y="191498"/>
                  </a:lnTo>
                  <a:lnTo>
                    <a:pt x="331479" y="193608"/>
                  </a:lnTo>
                  <a:lnTo>
                    <a:pt x="334573" y="201349"/>
                  </a:lnTo>
                  <a:lnTo>
                    <a:pt x="341203" y="207046"/>
                  </a:lnTo>
                  <a:lnTo>
                    <a:pt x="342360" y="208965"/>
                  </a:lnTo>
                  <a:lnTo>
                    <a:pt x="344334" y="212237"/>
                  </a:lnTo>
                  <a:lnTo>
                    <a:pt x="348627" y="220992"/>
                  </a:lnTo>
                  <a:lnTo>
                    <a:pt x="351452" y="228642"/>
                  </a:lnTo>
                  <a:lnTo>
                    <a:pt x="358071" y="231024"/>
                  </a:lnTo>
                  <a:lnTo>
                    <a:pt x="352311" y="235049"/>
                  </a:lnTo>
                  <a:lnTo>
                    <a:pt x="348599" y="237637"/>
                  </a:lnTo>
                  <a:lnTo>
                    <a:pt x="346950" y="241547"/>
                  </a:lnTo>
                  <a:lnTo>
                    <a:pt x="339728" y="245094"/>
                  </a:lnTo>
                  <a:lnTo>
                    <a:pt x="335221" y="247990"/>
                  </a:lnTo>
                  <a:lnTo>
                    <a:pt x="335221" y="248168"/>
                  </a:lnTo>
                  <a:lnTo>
                    <a:pt x="335223" y="253744"/>
                  </a:lnTo>
                  <a:lnTo>
                    <a:pt x="339685" y="254856"/>
                  </a:lnTo>
                  <a:lnTo>
                    <a:pt x="343754" y="255805"/>
                  </a:lnTo>
                  <a:lnTo>
                    <a:pt x="347370" y="259190"/>
                  </a:lnTo>
                  <a:lnTo>
                    <a:pt x="351616" y="259599"/>
                  </a:lnTo>
                  <a:lnTo>
                    <a:pt x="355175" y="257611"/>
                  </a:lnTo>
                  <a:lnTo>
                    <a:pt x="356060" y="248537"/>
                  </a:lnTo>
                  <a:lnTo>
                    <a:pt x="361639" y="242841"/>
                  </a:lnTo>
                  <a:lnTo>
                    <a:pt x="365206" y="240653"/>
                  </a:lnTo>
                  <a:lnTo>
                    <a:pt x="372986" y="239849"/>
                  </a:lnTo>
                  <a:lnTo>
                    <a:pt x="375653" y="236677"/>
                  </a:lnTo>
                  <a:lnTo>
                    <a:pt x="380541" y="232262"/>
                  </a:lnTo>
                  <a:lnTo>
                    <a:pt x="384185" y="230542"/>
                  </a:lnTo>
                  <a:lnTo>
                    <a:pt x="384787" y="237958"/>
                  </a:lnTo>
                  <a:lnTo>
                    <a:pt x="383177" y="244335"/>
                  </a:lnTo>
                  <a:lnTo>
                    <a:pt x="382630" y="250369"/>
                  </a:lnTo>
                  <a:lnTo>
                    <a:pt x="382689" y="254606"/>
                  </a:lnTo>
                  <a:lnTo>
                    <a:pt x="379044" y="261550"/>
                  </a:lnTo>
                  <a:lnTo>
                    <a:pt x="381161" y="265380"/>
                  </a:lnTo>
                  <a:lnTo>
                    <a:pt x="371290" y="265355"/>
                  </a:lnTo>
                  <a:lnTo>
                    <a:pt x="371730" y="273082"/>
                  </a:lnTo>
                  <a:lnTo>
                    <a:pt x="367312" y="276258"/>
                  </a:lnTo>
                  <a:lnTo>
                    <a:pt x="364780" y="278169"/>
                  </a:lnTo>
                  <a:lnTo>
                    <a:pt x="364511" y="278373"/>
                  </a:lnTo>
                  <a:lnTo>
                    <a:pt x="362038" y="277179"/>
                  </a:lnTo>
                  <a:lnTo>
                    <a:pt x="357283" y="281107"/>
                  </a:lnTo>
                  <a:lnTo>
                    <a:pt x="360731" y="286516"/>
                  </a:lnTo>
                  <a:lnTo>
                    <a:pt x="360792" y="290865"/>
                  </a:lnTo>
                  <a:lnTo>
                    <a:pt x="364179" y="295664"/>
                  </a:lnTo>
                  <a:lnTo>
                    <a:pt x="368236" y="297653"/>
                  </a:lnTo>
                  <a:lnTo>
                    <a:pt x="376177" y="297944"/>
                  </a:lnTo>
                  <a:lnTo>
                    <a:pt x="381395" y="297628"/>
                  </a:lnTo>
                  <a:lnTo>
                    <a:pt x="386002" y="301538"/>
                  </a:lnTo>
                  <a:lnTo>
                    <a:pt x="390321" y="300337"/>
                  </a:lnTo>
                  <a:lnTo>
                    <a:pt x="395965" y="305331"/>
                  </a:lnTo>
                  <a:lnTo>
                    <a:pt x="397867" y="310332"/>
                  </a:lnTo>
                  <a:lnTo>
                    <a:pt x="404840" y="309832"/>
                  </a:lnTo>
                  <a:lnTo>
                    <a:pt x="406183" y="313888"/>
                  </a:lnTo>
                  <a:lnTo>
                    <a:pt x="402884" y="320984"/>
                  </a:lnTo>
                  <a:lnTo>
                    <a:pt x="399215" y="322903"/>
                  </a:lnTo>
                  <a:lnTo>
                    <a:pt x="397152" y="327055"/>
                  </a:lnTo>
                  <a:lnTo>
                    <a:pt x="397954" y="330286"/>
                  </a:lnTo>
                  <a:lnTo>
                    <a:pt x="391862" y="328344"/>
                  </a:lnTo>
                  <a:lnTo>
                    <a:pt x="388420" y="325634"/>
                  </a:lnTo>
                  <a:lnTo>
                    <a:pt x="384053" y="330388"/>
                  </a:lnTo>
                  <a:lnTo>
                    <a:pt x="378683" y="337741"/>
                  </a:lnTo>
                  <a:lnTo>
                    <a:pt x="377743" y="330577"/>
                  </a:lnTo>
                  <a:lnTo>
                    <a:pt x="380503" y="325432"/>
                  </a:lnTo>
                  <a:lnTo>
                    <a:pt x="377786" y="321237"/>
                  </a:lnTo>
                  <a:lnTo>
                    <a:pt x="374310" y="319435"/>
                  </a:lnTo>
                  <a:lnTo>
                    <a:pt x="369901" y="314191"/>
                  </a:lnTo>
                  <a:lnTo>
                    <a:pt x="363407" y="312574"/>
                  </a:lnTo>
                  <a:lnTo>
                    <a:pt x="360103" y="312141"/>
                  </a:lnTo>
                  <a:lnTo>
                    <a:pt x="357239" y="309114"/>
                  </a:lnTo>
                  <a:lnTo>
                    <a:pt x="350507" y="308736"/>
                  </a:lnTo>
                  <a:lnTo>
                    <a:pt x="341472" y="308510"/>
                  </a:lnTo>
                  <a:lnTo>
                    <a:pt x="338451" y="309890"/>
                  </a:lnTo>
                  <a:lnTo>
                    <a:pt x="337100" y="311279"/>
                  </a:lnTo>
                  <a:lnTo>
                    <a:pt x="333323" y="315158"/>
                  </a:lnTo>
                  <a:lnTo>
                    <a:pt x="326101" y="322122"/>
                  </a:lnTo>
                  <a:lnTo>
                    <a:pt x="323863" y="324060"/>
                  </a:lnTo>
                  <a:lnTo>
                    <a:pt x="321509" y="326095"/>
                  </a:lnTo>
                  <a:lnTo>
                    <a:pt x="314269" y="332096"/>
                  </a:lnTo>
                  <a:lnTo>
                    <a:pt x="305900" y="334896"/>
                  </a:lnTo>
                  <a:lnTo>
                    <a:pt x="300212" y="335999"/>
                  </a:lnTo>
                  <a:lnTo>
                    <a:pt x="297690" y="336486"/>
                  </a:lnTo>
                  <a:lnTo>
                    <a:pt x="294184" y="336636"/>
                  </a:lnTo>
                  <a:lnTo>
                    <a:pt x="281601" y="338097"/>
                  </a:lnTo>
                  <a:lnTo>
                    <a:pt x="274347" y="340420"/>
                  </a:lnTo>
                  <a:lnTo>
                    <a:pt x="269402" y="340765"/>
                  </a:lnTo>
                  <a:lnTo>
                    <a:pt x="265046" y="340009"/>
                  </a:lnTo>
                  <a:lnTo>
                    <a:pt x="263923" y="335863"/>
                  </a:lnTo>
                  <a:lnTo>
                    <a:pt x="258546" y="331406"/>
                  </a:lnTo>
                  <a:lnTo>
                    <a:pt x="254025" y="331257"/>
                  </a:lnTo>
                  <a:lnTo>
                    <a:pt x="246680" y="330424"/>
                  </a:lnTo>
                  <a:lnTo>
                    <a:pt x="241532" y="328298"/>
                  </a:lnTo>
                  <a:lnTo>
                    <a:pt x="232058" y="326668"/>
                  </a:lnTo>
                  <a:lnTo>
                    <a:pt x="227381" y="322684"/>
                  </a:lnTo>
                  <a:lnTo>
                    <a:pt x="231615" y="319547"/>
                  </a:lnTo>
                  <a:lnTo>
                    <a:pt x="232173" y="316737"/>
                  </a:lnTo>
                  <a:lnTo>
                    <a:pt x="226763" y="314647"/>
                  </a:lnTo>
                  <a:lnTo>
                    <a:pt x="224258" y="312353"/>
                  </a:lnTo>
                  <a:lnTo>
                    <a:pt x="225343" y="310168"/>
                  </a:lnTo>
                  <a:lnTo>
                    <a:pt x="221375" y="305963"/>
                  </a:lnTo>
                  <a:lnTo>
                    <a:pt x="216474" y="308821"/>
                  </a:lnTo>
                  <a:lnTo>
                    <a:pt x="214378" y="306481"/>
                  </a:lnTo>
                  <a:lnTo>
                    <a:pt x="210668" y="304014"/>
                  </a:lnTo>
                  <a:lnTo>
                    <a:pt x="209929" y="301087"/>
                  </a:lnTo>
                  <a:lnTo>
                    <a:pt x="209378" y="298656"/>
                  </a:lnTo>
                  <a:lnTo>
                    <a:pt x="204665" y="295901"/>
                  </a:lnTo>
                  <a:lnTo>
                    <a:pt x="201334" y="296271"/>
                  </a:lnTo>
                  <a:lnTo>
                    <a:pt x="202372" y="290179"/>
                  </a:lnTo>
                  <a:lnTo>
                    <a:pt x="198734" y="286462"/>
                  </a:lnTo>
                  <a:lnTo>
                    <a:pt x="193357" y="286669"/>
                  </a:lnTo>
                  <a:lnTo>
                    <a:pt x="188117" y="289287"/>
                  </a:lnTo>
                  <a:lnTo>
                    <a:pt x="184841" y="291532"/>
                  </a:lnTo>
                  <a:lnTo>
                    <a:pt x="184364" y="294680"/>
                  </a:lnTo>
                  <a:lnTo>
                    <a:pt x="183824" y="298232"/>
                  </a:lnTo>
                  <a:lnTo>
                    <a:pt x="189358" y="300445"/>
                  </a:lnTo>
                  <a:lnTo>
                    <a:pt x="196629" y="302076"/>
                  </a:lnTo>
                  <a:lnTo>
                    <a:pt x="192810" y="309334"/>
                  </a:lnTo>
                  <a:lnTo>
                    <a:pt x="188843" y="311145"/>
                  </a:lnTo>
                  <a:lnTo>
                    <a:pt x="181359" y="307957"/>
                  </a:lnTo>
                  <a:lnTo>
                    <a:pt x="172200" y="304080"/>
                  </a:lnTo>
                  <a:lnTo>
                    <a:pt x="171195" y="303753"/>
                  </a:lnTo>
                  <a:lnTo>
                    <a:pt x="169486" y="303196"/>
                  </a:lnTo>
                  <a:lnTo>
                    <a:pt x="162314" y="304203"/>
                  </a:lnTo>
                  <a:lnTo>
                    <a:pt x="155460" y="308508"/>
                  </a:lnTo>
                  <a:lnTo>
                    <a:pt x="150030" y="309677"/>
                  </a:lnTo>
                  <a:lnTo>
                    <a:pt x="143312" y="308876"/>
                  </a:lnTo>
                  <a:lnTo>
                    <a:pt x="138346" y="308123"/>
                  </a:lnTo>
                  <a:lnTo>
                    <a:pt x="131012" y="307334"/>
                  </a:lnTo>
                  <a:lnTo>
                    <a:pt x="127263" y="306662"/>
                  </a:lnTo>
                  <a:lnTo>
                    <a:pt x="121926" y="305701"/>
                  </a:lnTo>
                  <a:lnTo>
                    <a:pt x="106505" y="300423"/>
                  </a:lnTo>
                  <a:lnTo>
                    <a:pt x="97590" y="297353"/>
                  </a:lnTo>
                  <a:lnTo>
                    <a:pt x="90173" y="295745"/>
                  </a:lnTo>
                  <a:lnTo>
                    <a:pt x="83264" y="294432"/>
                  </a:lnTo>
                  <a:lnTo>
                    <a:pt x="74169" y="294743"/>
                  </a:lnTo>
                  <a:lnTo>
                    <a:pt x="65382" y="296090"/>
                  </a:lnTo>
                  <a:lnTo>
                    <a:pt x="55665" y="297176"/>
                  </a:lnTo>
                  <a:lnTo>
                    <a:pt x="40247" y="300657"/>
                  </a:lnTo>
                  <a:lnTo>
                    <a:pt x="35975" y="302801"/>
                  </a:lnTo>
                  <a:lnTo>
                    <a:pt x="33141" y="305150"/>
                  </a:lnTo>
                  <a:lnTo>
                    <a:pt x="31034" y="302387"/>
                  </a:lnTo>
                  <a:lnTo>
                    <a:pt x="28724" y="299274"/>
                  </a:lnTo>
                  <a:lnTo>
                    <a:pt x="25573" y="295900"/>
                  </a:lnTo>
                  <a:lnTo>
                    <a:pt x="29658" y="291370"/>
                  </a:lnTo>
                  <a:lnTo>
                    <a:pt x="31089" y="289488"/>
                  </a:lnTo>
                  <a:lnTo>
                    <a:pt x="32647" y="287437"/>
                  </a:lnTo>
                  <a:lnTo>
                    <a:pt x="34050" y="282093"/>
                  </a:lnTo>
                  <a:lnTo>
                    <a:pt x="38784" y="275912"/>
                  </a:lnTo>
                  <a:lnTo>
                    <a:pt x="41279" y="273052"/>
                  </a:lnTo>
                  <a:lnTo>
                    <a:pt x="41439" y="272868"/>
                  </a:lnTo>
                  <a:lnTo>
                    <a:pt x="41237" y="267790"/>
                  </a:lnTo>
                  <a:lnTo>
                    <a:pt x="40804" y="262486"/>
                  </a:lnTo>
                  <a:lnTo>
                    <a:pt x="39795" y="258086"/>
                  </a:lnTo>
                  <a:lnTo>
                    <a:pt x="39868" y="256450"/>
                  </a:lnTo>
                  <a:lnTo>
                    <a:pt x="39992" y="253691"/>
                  </a:lnTo>
                  <a:lnTo>
                    <a:pt x="35658" y="249263"/>
                  </a:lnTo>
                  <a:lnTo>
                    <a:pt x="36434" y="243357"/>
                  </a:lnTo>
                  <a:lnTo>
                    <a:pt x="36948" y="242838"/>
                  </a:lnTo>
                  <a:lnTo>
                    <a:pt x="39495" y="240264"/>
                  </a:lnTo>
                  <a:lnTo>
                    <a:pt x="38513" y="233670"/>
                  </a:lnTo>
                  <a:lnTo>
                    <a:pt x="36857" y="230438"/>
                  </a:lnTo>
                  <a:lnTo>
                    <a:pt x="39996" y="226046"/>
                  </a:lnTo>
                  <a:lnTo>
                    <a:pt x="39757" y="223219"/>
                  </a:lnTo>
                  <a:lnTo>
                    <a:pt x="43636" y="218160"/>
                  </a:lnTo>
                  <a:lnTo>
                    <a:pt x="44236" y="213010"/>
                  </a:lnTo>
                  <a:lnTo>
                    <a:pt x="47534" y="207139"/>
                  </a:lnTo>
                  <a:lnTo>
                    <a:pt x="47968" y="201309"/>
                  </a:lnTo>
                  <a:lnTo>
                    <a:pt x="48228" y="200587"/>
                  </a:lnTo>
                  <a:lnTo>
                    <a:pt x="49747" y="196367"/>
                  </a:lnTo>
                  <a:lnTo>
                    <a:pt x="48081" y="192777"/>
                  </a:lnTo>
                  <a:lnTo>
                    <a:pt x="48625" y="189125"/>
                  </a:lnTo>
                  <a:lnTo>
                    <a:pt x="49007" y="185329"/>
                  </a:lnTo>
                  <a:lnTo>
                    <a:pt x="47888" y="178676"/>
                  </a:lnTo>
                  <a:lnTo>
                    <a:pt x="47956" y="173719"/>
                  </a:lnTo>
                  <a:lnTo>
                    <a:pt x="46651" y="173886"/>
                  </a:lnTo>
                  <a:lnTo>
                    <a:pt x="43044" y="174347"/>
                  </a:lnTo>
                  <a:lnTo>
                    <a:pt x="42906" y="174365"/>
                  </a:lnTo>
                  <a:lnTo>
                    <a:pt x="41610" y="167756"/>
                  </a:lnTo>
                  <a:lnTo>
                    <a:pt x="36755" y="164478"/>
                  </a:lnTo>
                  <a:lnTo>
                    <a:pt x="36891" y="158004"/>
                  </a:lnTo>
                  <a:lnTo>
                    <a:pt x="34383" y="153536"/>
                  </a:lnTo>
                  <a:lnTo>
                    <a:pt x="30269" y="150321"/>
                  </a:lnTo>
                  <a:lnTo>
                    <a:pt x="31839" y="147116"/>
                  </a:lnTo>
                  <a:lnTo>
                    <a:pt x="27081" y="145432"/>
                  </a:lnTo>
                  <a:lnTo>
                    <a:pt x="23220" y="140572"/>
                  </a:lnTo>
                  <a:lnTo>
                    <a:pt x="24377" y="137321"/>
                  </a:lnTo>
                  <a:lnTo>
                    <a:pt x="24953" y="130455"/>
                  </a:lnTo>
                  <a:lnTo>
                    <a:pt x="20644" y="121617"/>
                  </a:lnTo>
                  <a:lnTo>
                    <a:pt x="18576" y="118377"/>
                  </a:lnTo>
                  <a:lnTo>
                    <a:pt x="15973" y="114296"/>
                  </a:lnTo>
                  <a:lnTo>
                    <a:pt x="10727" y="111761"/>
                  </a:lnTo>
                  <a:lnTo>
                    <a:pt x="6566" y="107402"/>
                  </a:lnTo>
                  <a:lnTo>
                    <a:pt x="5574" y="106361"/>
                  </a:lnTo>
                  <a:lnTo>
                    <a:pt x="4738" y="93710"/>
                  </a:lnTo>
                  <a:lnTo>
                    <a:pt x="4428" y="88658"/>
                  </a:lnTo>
                  <a:lnTo>
                    <a:pt x="3533" y="74093"/>
                  </a:lnTo>
                  <a:lnTo>
                    <a:pt x="3376" y="71595"/>
                  </a:lnTo>
                  <a:lnTo>
                    <a:pt x="2435" y="566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417984" y="4203553"/>
              <a:ext cx="281321" cy="436943"/>
            </a:xfrm>
            <a:custGeom>
              <a:avLst/>
              <a:pathLst>
                <a:path w="281321" h="436943">
                  <a:moveTo>
                    <a:pt x="13817" y="299551"/>
                  </a:moveTo>
                  <a:lnTo>
                    <a:pt x="13415" y="296145"/>
                  </a:lnTo>
                  <a:lnTo>
                    <a:pt x="13156" y="270258"/>
                  </a:lnTo>
                  <a:lnTo>
                    <a:pt x="13135" y="268279"/>
                  </a:lnTo>
                  <a:lnTo>
                    <a:pt x="13043" y="263137"/>
                  </a:lnTo>
                  <a:lnTo>
                    <a:pt x="12601" y="239466"/>
                  </a:lnTo>
                  <a:lnTo>
                    <a:pt x="12371" y="227719"/>
                  </a:lnTo>
                  <a:lnTo>
                    <a:pt x="11983" y="208632"/>
                  </a:lnTo>
                  <a:lnTo>
                    <a:pt x="11868" y="203163"/>
                  </a:lnTo>
                  <a:lnTo>
                    <a:pt x="11503" y="186214"/>
                  </a:lnTo>
                  <a:lnTo>
                    <a:pt x="11321" y="177052"/>
                  </a:lnTo>
                  <a:lnTo>
                    <a:pt x="10874" y="155449"/>
                  </a:lnTo>
                  <a:lnTo>
                    <a:pt x="10561" y="140958"/>
                  </a:lnTo>
                  <a:lnTo>
                    <a:pt x="10503" y="136897"/>
                  </a:lnTo>
                  <a:lnTo>
                    <a:pt x="10086" y="109299"/>
                  </a:lnTo>
                  <a:lnTo>
                    <a:pt x="10043" y="106817"/>
                  </a:lnTo>
                  <a:lnTo>
                    <a:pt x="9667" y="86169"/>
                  </a:lnTo>
                  <a:lnTo>
                    <a:pt x="9428" y="73666"/>
                  </a:lnTo>
                  <a:lnTo>
                    <a:pt x="9222" y="63217"/>
                  </a:lnTo>
                  <a:lnTo>
                    <a:pt x="9150" y="59609"/>
                  </a:lnTo>
                  <a:lnTo>
                    <a:pt x="8764" y="35855"/>
                  </a:lnTo>
                  <a:lnTo>
                    <a:pt x="4388" y="33808"/>
                  </a:lnTo>
                  <a:lnTo>
                    <a:pt x="342" y="27909"/>
                  </a:lnTo>
                  <a:lnTo>
                    <a:pt x="0" y="26863"/>
                  </a:lnTo>
                  <a:lnTo>
                    <a:pt x="14462" y="24993"/>
                  </a:lnTo>
                  <a:lnTo>
                    <a:pt x="15538" y="24842"/>
                  </a:lnTo>
                  <a:lnTo>
                    <a:pt x="25003" y="23499"/>
                  </a:lnTo>
                  <a:lnTo>
                    <a:pt x="41156" y="21304"/>
                  </a:lnTo>
                  <a:lnTo>
                    <a:pt x="42504" y="21123"/>
                  </a:lnTo>
                  <a:lnTo>
                    <a:pt x="55406" y="19379"/>
                  </a:lnTo>
                  <a:lnTo>
                    <a:pt x="69702" y="17412"/>
                  </a:lnTo>
                  <a:lnTo>
                    <a:pt x="70227" y="17339"/>
                  </a:lnTo>
                  <a:lnTo>
                    <a:pt x="70649" y="17284"/>
                  </a:lnTo>
                  <a:lnTo>
                    <a:pt x="97312" y="13699"/>
                  </a:lnTo>
                  <a:lnTo>
                    <a:pt x="101060" y="13185"/>
                  </a:lnTo>
                  <a:lnTo>
                    <a:pt x="123481" y="9706"/>
                  </a:lnTo>
                  <a:lnTo>
                    <a:pt x="134043" y="7950"/>
                  </a:lnTo>
                  <a:lnTo>
                    <a:pt x="134573" y="7862"/>
                  </a:lnTo>
                  <a:lnTo>
                    <a:pt x="165676" y="3032"/>
                  </a:lnTo>
                  <a:lnTo>
                    <a:pt x="184671" y="0"/>
                  </a:lnTo>
                  <a:lnTo>
                    <a:pt x="186193" y="5113"/>
                  </a:lnTo>
                  <a:lnTo>
                    <a:pt x="187925" y="10477"/>
                  </a:lnTo>
                  <a:lnTo>
                    <a:pt x="190925" y="19763"/>
                  </a:lnTo>
                  <a:lnTo>
                    <a:pt x="194542" y="30357"/>
                  </a:lnTo>
                  <a:lnTo>
                    <a:pt x="195547" y="33302"/>
                  </a:lnTo>
                  <a:lnTo>
                    <a:pt x="197403" y="38731"/>
                  </a:lnTo>
                  <a:lnTo>
                    <a:pt x="198819" y="42876"/>
                  </a:lnTo>
                  <a:lnTo>
                    <a:pt x="204154" y="58679"/>
                  </a:lnTo>
                  <a:lnTo>
                    <a:pt x="208721" y="72194"/>
                  </a:lnTo>
                  <a:lnTo>
                    <a:pt x="209918" y="75919"/>
                  </a:lnTo>
                  <a:lnTo>
                    <a:pt x="213074" y="85732"/>
                  </a:lnTo>
                  <a:lnTo>
                    <a:pt x="214787" y="90977"/>
                  </a:lnTo>
                  <a:lnTo>
                    <a:pt x="218457" y="102214"/>
                  </a:lnTo>
                  <a:lnTo>
                    <a:pt x="221609" y="111861"/>
                  </a:lnTo>
                  <a:lnTo>
                    <a:pt x="224994" y="122218"/>
                  </a:lnTo>
                  <a:lnTo>
                    <a:pt x="226281" y="126170"/>
                  </a:lnTo>
                  <a:lnTo>
                    <a:pt x="227779" y="130770"/>
                  </a:lnTo>
                  <a:lnTo>
                    <a:pt x="235949" y="155832"/>
                  </a:lnTo>
                  <a:lnTo>
                    <a:pt x="236537" y="157635"/>
                  </a:lnTo>
                  <a:lnTo>
                    <a:pt x="243080" y="177604"/>
                  </a:lnTo>
                  <a:lnTo>
                    <a:pt x="243322" y="178344"/>
                  </a:lnTo>
                  <a:lnTo>
                    <a:pt x="245488" y="181037"/>
                  </a:lnTo>
                  <a:lnTo>
                    <a:pt x="249142" y="187053"/>
                  </a:lnTo>
                  <a:lnTo>
                    <a:pt x="250174" y="188750"/>
                  </a:lnTo>
                  <a:lnTo>
                    <a:pt x="253017" y="194681"/>
                  </a:lnTo>
                  <a:lnTo>
                    <a:pt x="254594" y="198830"/>
                  </a:lnTo>
                  <a:lnTo>
                    <a:pt x="255381" y="200902"/>
                  </a:lnTo>
                  <a:lnTo>
                    <a:pt x="260751" y="205209"/>
                  </a:lnTo>
                  <a:lnTo>
                    <a:pt x="261371" y="206316"/>
                  </a:lnTo>
                  <a:lnTo>
                    <a:pt x="261510" y="206565"/>
                  </a:lnTo>
                  <a:lnTo>
                    <a:pt x="264414" y="211748"/>
                  </a:lnTo>
                  <a:lnTo>
                    <a:pt x="264593" y="217379"/>
                  </a:lnTo>
                  <a:lnTo>
                    <a:pt x="264636" y="218779"/>
                  </a:lnTo>
                  <a:lnTo>
                    <a:pt x="263193" y="221388"/>
                  </a:lnTo>
                  <a:lnTo>
                    <a:pt x="267435" y="223363"/>
                  </a:lnTo>
                  <a:lnTo>
                    <a:pt x="272677" y="226199"/>
                  </a:lnTo>
                  <a:lnTo>
                    <a:pt x="271060" y="229377"/>
                  </a:lnTo>
                  <a:lnTo>
                    <a:pt x="270474" y="230529"/>
                  </a:lnTo>
                  <a:lnTo>
                    <a:pt x="265974" y="234313"/>
                  </a:lnTo>
                  <a:lnTo>
                    <a:pt x="262168" y="239374"/>
                  </a:lnTo>
                  <a:lnTo>
                    <a:pt x="263672" y="243421"/>
                  </a:lnTo>
                  <a:lnTo>
                    <a:pt x="263688" y="245648"/>
                  </a:lnTo>
                  <a:lnTo>
                    <a:pt x="263730" y="251884"/>
                  </a:lnTo>
                  <a:lnTo>
                    <a:pt x="263744" y="254055"/>
                  </a:lnTo>
                  <a:lnTo>
                    <a:pt x="261331" y="261043"/>
                  </a:lnTo>
                  <a:lnTo>
                    <a:pt x="260001" y="266074"/>
                  </a:lnTo>
                  <a:lnTo>
                    <a:pt x="261710" y="271002"/>
                  </a:lnTo>
                  <a:lnTo>
                    <a:pt x="262212" y="272449"/>
                  </a:lnTo>
                  <a:lnTo>
                    <a:pt x="263091" y="274981"/>
                  </a:lnTo>
                  <a:lnTo>
                    <a:pt x="263101" y="278321"/>
                  </a:lnTo>
                  <a:lnTo>
                    <a:pt x="269050" y="283898"/>
                  </a:lnTo>
                  <a:lnTo>
                    <a:pt x="269718" y="288158"/>
                  </a:lnTo>
                  <a:lnTo>
                    <a:pt x="271249" y="290207"/>
                  </a:lnTo>
                  <a:lnTo>
                    <a:pt x="270858" y="292505"/>
                  </a:lnTo>
                  <a:lnTo>
                    <a:pt x="270059" y="297180"/>
                  </a:lnTo>
                  <a:lnTo>
                    <a:pt x="270961" y="300302"/>
                  </a:lnTo>
                  <a:lnTo>
                    <a:pt x="269903" y="306558"/>
                  </a:lnTo>
                  <a:lnTo>
                    <a:pt x="270781" y="310057"/>
                  </a:lnTo>
                  <a:lnTo>
                    <a:pt x="270884" y="311191"/>
                  </a:lnTo>
                  <a:lnTo>
                    <a:pt x="270993" y="312379"/>
                  </a:lnTo>
                  <a:lnTo>
                    <a:pt x="270106" y="315763"/>
                  </a:lnTo>
                  <a:lnTo>
                    <a:pt x="271099" y="321981"/>
                  </a:lnTo>
                  <a:lnTo>
                    <a:pt x="277454" y="327795"/>
                  </a:lnTo>
                  <a:lnTo>
                    <a:pt x="278959" y="330430"/>
                  </a:lnTo>
                  <a:lnTo>
                    <a:pt x="279968" y="332193"/>
                  </a:lnTo>
                  <a:lnTo>
                    <a:pt x="281321" y="336638"/>
                  </a:lnTo>
                  <a:lnTo>
                    <a:pt x="279184" y="337018"/>
                  </a:lnTo>
                  <a:lnTo>
                    <a:pt x="270666" y="338511"/>
                  </a:lnTo>
                  <a:lnTo>
                    <a:pt x="256759" y="341030"/>
                  </a:lnTo>
                  <a:lnTo>
                    <a:pt x="245259" y="343147"/>
                  </a:lnTo>
                  <a:lnTo>
                    <a:pt x="244539" y="343279"/>
                  </a:lnTo>
                  <a:lnTo>
                    <a:pt x="225850" y="346669"/>
                  </a:lnTo>
                  <a:lnTo>
                    <a:pt x="215163" y="348614"/>
                  </a:lnTo>
                  <a:lnTo>
                    <a:pt x="204634" y="350326"/>
                  </a:lnTo>
                  <a:lnTo>
                    <a:pt x="197358" y="351498"/>
                  </a:lnTo>
                  <a:lnTo>
                    <a:pt x="193296" y="352149"/>
                  </a:lnTo>
                  <a:lnTo>
                    <a:pt x="180052" y="354253"/>
                  </a:lnTo>
                  <a:lnTo>
                    <a:pt x="178287" y="354527"/>
                  </a:lnTo>
                  <a:lnTo>
                    <a:pt x="165249" y="356539"/>
                  </a:lnTo>
                  <a:lnTo>
                    <a:pt x="155937" y="357914"/>
                  </a:lnTo>
                  <a:lnTo>
                    <a:pt x="148661" y="358978"/>
                  </a:lnTo>
                  <a:lnTo>
                    <a:pt x="145205" y="359480"/>
                  </a:lnTo>
                  <a:lnTo>
                    <a:pt x="138050" y="360554"/>
                  </a:lnTo>
                  <a:lnTo>
                    <a:pt x="120441" y="363112"/>
                  </a:lnTo>
                  <a:lnTo>
                    <a:pt x="109358" y="364826"/>
                  </a:lnTo>
                  <a:lnTo>
                    <a:pt x="100881" y="366112"/>
                  </a:lnTo>
                  <a:lnTo>
                    <a:pt x="93885" y="367184"/>
                  </a:lnTo>
                  <a:lnTo>
                    <a:pt x="87955" y="368060"/>
                  </a:lnTo>
                  <a:lnTo>
                    <a:pt x="88967" y="371961"/>
                  </a:lnTo>
                  <a:lnTo>
                    <a:pt x="86686" y="379830"/>
                  </a:lnTo>
                  <a:lnTo>
                    <a:pt x="94688" y="387330"/>
                  </a:lnTo>
                  <a:lnTo>
                    <a:pt x="96401" y="389650"/>
                  </a:lnTo>
                  <a:lnTo>
                    <a:pt x="102992" y="392702"/>
                  </a:lnTo>
                  <a:lnTo>
                    <a:pt x="106536" y="395303"/>
                  </a:lnTo>
                  <a:lnTo>
                    <a:pt x="107039" y="399881"/>
                  </a:lnTo>
                  <a:lnTo>
                    <a:pt x="105359" y="404895"/>
                  </a:lnTo>
                  <a:lnTo>
                    <a:pt x="104829" y="408739"/>
                  </a:lnTo>
                  <a:lnTo>
                    <a:pt x="107632" y="412746"/>
                  </a:lnTo>
                  <a:lnTo>
                    <a:pt x="111471" y="413998"/>
                  </a:lnTo>
                  <a:lnTo>
                    <a:pt x="106935" y="417611"/>
                  </a:lnTo>
                  <a:lnTo>
                    <a:pt x="106035" y="422946"/>
                  </a:lnTo>
                  <a:lnTo>
                    <a:pt x="101752" y="429176"/>
                  </a:lnTo>
                  <a:lnTo>
                    <a:pt x="91642" y="433345"/>
                  </a:lnTo>
                  <a:lnTo>
                    <a:pt x="79657" y="436943"/>
                  </a:lnTo>
                  <a:lnTo>
                    <a:pt x="73938" y="436793"/>
                  </a:lnTo>
                  <a:lnTo>
                    <a:pt x="80051" y="432359"/>
                  </a:lnTo>
                  <a:lnTo>
                    <a:pt x="80317" y="428415"/>
                  </a:lnTo>
                  <a:lnTo>
                    <a:pt x="74551" y="424023"/>
                  </a:lnTo>
                  <a:lnTo>
                    <a:pt x="70198" y="419125"/>
                  </a:lnTo>
                  <a:lnTo>
                    <a:pt x="68321" y="415765"/>
                  </a:lnTo>
                  <a:lnTo>
                    <a:pt x="70034" y="409935"/>
                  </a:lnTo>
                  <a:lnTo>
                    <a:pt x="68672" y="407047"/>
                  </a:lnTo>
                  <a:lnTo>
                    <a:pt x="66761" y="401441"/>
                  </a:lnTo>
                  <a:lnTo>
                    <a:pt x="60551" y="399545"/>
                  </a:lnTo>
                  <a:lnTo>
                    <a:pt x="57014" y="403495"/>
                  </a:lnTo>
                  <a:lnTo>
                    <a:pt x="57383" y="408421"/>
                  </a:lnTo>
                  <a:lnTo>
                    <a:pt x="56561" y="412227"/>
                  </a:lnTo>
                  <a:lnTo>
                    <a:pt x="55364" y="416387"/>
                  </a:lnTo>
                  <a:lnTo>
                    <a:pt x="56239" y="424973"/>
                  </a:lnTo>
                  <a:lnTo>
                    <a:pt x="54777" y="432309"/>
                  </a:lnTo>
                  <a:lnTo>
                    <a:pt x="50287" y="432884"/>
                  </a:lnTo>
                  <a:lnTo>
                    <a:pt x="45629" y="433727"/>
                  </a:lnTo>
                  <a:lnTo>
                    <a:pt x="41064" y="429959"/>
                  </a:lnTo>
                  <a:lnTo>
                    <a:pt x="36922" y="428845"/>
                  </a:lnTo>
                  <a:lnTo>
                    <a:pt x="34773" y="430769"/>
                  </a:lnTo>
                  <a:lnTo>
                    <a:pt x="32355" y="415812"/>
                  </a:lnTo>
                  <a:lnTo>
                    <a:pt x="29831" y="399594"/>
                  </a:lnTo>
                  <a:lnTo>
                    <a:pt x="29777" y="399265"/>
                  </a:lnTo>
                  <a:lnTo>
                    <a:pt x="29079" y="394964"/>
                  </a:lnTo>
                  <a:lnTo>
                    <a:pt x="26108" y="376668"/>
                  </a:lnTo>
                  <a:lnTo>
                    <a:pt x="24485" y="366687"/>
                  </a:lnTo>
                  <a:lnTo>
                    <a:pt x="20126" y="340278"/>
                  </a:lnTo>
                  <a:lnTo>
                    <a:pt x="19919" y="339025"/>
                  </a:lnTo>
                  <a:lnTo>
                    <a:pt x="17280" y="323035"/>
                  </a:lnTo>
                  <a:lnTo>
                    <a:pt x="16194" y="316469"/>
                  </a:lnTo>
                  <a:lnTo>
                    <a:pt x="14872" y="3084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857585" y="2875272"/>
              <a:ext cx="20456" cy="15776"/>
            </a:xfrm>
            <a:custGeom>
              <a:avLst/>
              <a:pathLst>
                <a:path w="20456" h="15776">
                  <a:moveTo>
                    <a:pt x="0" y="12131"/>
                  </a:moveTo>
                  <a:lnTo>
                    <a:pt x="4845" y="9925"/>
                  </a:lnTo>
                  <a:lnTo>
                    <a:pt x="11593" y="6739"/>
                  </a:lnTo>
                  <a:lnTo>
                    <a:pt x="11205" y="0"/>
                  </a:lnTo>
                  <a:lnTo>
                    <a:pt x="16082" y="1222"/>
                  </a:lnTo>
                  <a:lnTo>
                    <a:pt x="20456" y="8504"/>
                  </a:lnTo>
                  <a:lnTo>
                    <a:pt x="17942" y="12031"/>
                  </a:lnTo>
                  <a:lnTo>
                    <a:pt x="12912" y="13730"/>
                  </a:lnTo>
                  <a:lnTo>
                    <a:pt x="5744" y="1577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822491" y="2880703"/>
              <a:ext cx="23341" cy="24403"/>
            </a:xfrm>
            <a:custGeom>
              <a:avLst/>
              <a:pathLst>
                <a:path w="23341" h="24403">
                  <a:moveTo>
                    <a:pt x="0" y="16124"/>
                  </a:moveTo>
                  <a:lnTo>
                    <a:pt x="4239" y="13336"/>
                  </a:lnTo>
                  <a:lnTo>
                    <a:pt x="6273" y="5366"/>
                  </a:lnTo>
                  <a:lnTo>
                    <a:pt x="10080" y="0"/>
                  </a:lnTo>
                  <a:lnTo>
                    <a:pt x="14002" y="1291"/>
                  </a:lnTo>
                  <a:lnTo>
                    <a:pt x="18296" y="2306"/>
                  </a:lnTo>
                  <a:lnTo>
                    <a:pt x="20425" y="2032"/>
                  </a:lnTo>
                  <a:lnTo>
                    <a:pt x="23341" y="7143"/>
                  </a:lnTo>
                  <a:lnTo>
                    <a:pt x="15657" y="10533"/>
                  </a:lnTo>
                  <a:lnTo>
                    <a:pt x="8810" y="13763"/>
                  </a:lnTo>
                  <a:lnTo>
                    <a:pt x="5428" y="18776"/>
                  </a:lnTo>
                  <a:lnTo>
                    <a:pt x="3803" y="24403"/>
                  </a:lnTo>
                  <a:lnTo>
                    <a:pt x="1113" y="191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635676" y="2769442"/>
              <a:ext cx="233294" cy="127181"/>
            </a:xfrm>
            <a:custGeom>
              <a:avLst/>
              <a:pathLst>
                <a:path w="233294" h="127181">
                  <a:moveTo>
                    <a:pt x="3497" y="124527"/>
                  </a:moveTo>
                  <a:lnTo>
                    <a:pt x="1272" y="85568"/>
                  </a:lnTo>
                  <a:lnTo>
                    <a:pt x="0" y="63870"/>
                  </a:lnTo>
                  <a:lnTo>
                    <a:pt x="14658" y="59222"/>
                  </a:lnTo>
                  <a:lnTo>
                    <a:pt x="20282" y="57425"/>
                  </a:lnTo>
                  <a:lnTo>
                    <a:pt x="24265" y="56148"/>
                  </a:lnTo>
                  <a:lnTo>
                    <a:pt x="27603" y="55075"/>
                  </a:lnTo>
                  <a:lnTo>
                    <a:pt x="48865" y="48414"/>
                  </a:lnTo>
                  <a:lnTo>
                    <a:pt x="59494" y="45041"/>
                  </a:lnTo>
                  <a:lnTo>
                    <a:pt x="69088" y="41974"/>
                  </a:lnTo>
                  <a:lnTo>
                    <a:pt x="69902" y="41712"/>
                  </a:lnTo>
                  <a:lnTo>
                    <a:pt x="80908" y="38160"/>
                  </a:lnTo>
                  <a:lnTo>
                    <a:pt x="82737" y="37567"/>
                  </a:lnTo>
                  <a:lnTo>
                    <a:pt x="91976" y="34559"/>
                  </a:lnTo>
                  <a:lnTo>
                    <a:pt x="98575" y="32342"/>
                  </a:lnTo>
                  <a:lnTo>
                    <a:pt x="115693" y="26590"/>
                  </a:lnTo>
                  <a:lnTo>
                    <a:pt x="119156" y="25399"/>
                  </a:lnTo>
                  <a:lnTo>
                    <a:pt x="120303" y="21226"/>
                  </a:lnTo>
                  <a:lnTo>
                    <a:pt x="120876" y="20995"/>
                  </a:lnTo>
                  <a:lnTo>
                    <a:pt x="124620" y="19483"/>
                  </a:lnTo>
                  <a:lnTo>
                    <a:pt x="122774" y="15138"/>
                  </a:lnTo>
                  <a:lnTo>
                    <a:pt x="124188" y="12247"/>
                  </a:lnTo>
                  <a:lnTo>
                    <a:pt x="126271" y="11799"/>
                  </a:lnTo>
                  <a:lnTo>
                    <a:pt x="129531" y="11095"/>
                  </a:lnTo>
                  <a:lnTo>
                    <a:pt x="129703" y="8675"/>
                  </a:lnTo>
                  <a:lnTo>
                    <a:pt x="129895" y="5937"/>
                  </a:lnTo>
                  <a:lnTo>
                    <a:pt x="133424" y="3651"/>
                  </a:lnTo>
                  <a:lnTo>
                    <a:pt x="135064" y="1541"/>
                  </a:lnTo>
                  <a:lnTo>
                    <a:pt x="139402" y="1245"/>
                  </a:lnTo>
                  <a:lnTo>
                    <a:pt x="142145" y="0"/>
                  </a:lnTo>
                  <a:lnTo>
                    <a:pt x="145606" y="7285"/>
                  </a:lnTo>
                  <a:lnTo>
                    <a:pt x="149704" y="12445"/>
                  </a:lnTo>
                  <a:lnTo>
                    <a:pt x="153478" y="14942"/>
                  </a:lnTo>
                  <a:lnTo>
                    <a:pt x="156557" y="14447"/>
                  </a:lnTo>
                  <a:lnTo>
                    <a:pt x="157894" y="11352"/>
                  </a:lnTo>
                  <a:lnTo>
                    <a:pt x="160773" y="11356"/>
                  </a:lnTo>
                  <a:lnTo>
                    <a:pt x="162578" y="14724"/>
                  </a:lnTo>
                  <a:lnTo>
                    <a:pt x="160587" y="20524"/>
                  </a:lnTo>
                  <a:lnTo>
                    <a:pt x="158132" y="21931"/>
                  </a:lnTo>
                  <a:lnTo>
                    <a:pt x="152346" y="25658"/>
                  </a:lnTo>
                  <a:lnTo>
                    <a:pt x="150052" y="27622"/>
                  </a:lnTo>
                  <a:lnTo>
                    <a:pt x="152599" y="32327"/>
                  </a:lnTo>
                  <a:lnTo>
                    <a:pt x="150206" y="35173"/>
                  </a:lnTo>
                  <a:lnTo>
                    <a:pt x="149896" y="39333"/>
                  </a:lnTo>
                  <a:lnTo>
                    <a:pt x="147459" y="40474"/>
                  </a:lnTo>
                  <a:lnTo>
                    <a:pt x="145848" y="41228"/>
                  </a:lnTo>
                  <a:lnTo>
                    <a:pt x="145988" y="41533"/>
                  </a:lnTo>
                  <a:lnTo>
                    <a:pt x="148376" y="46744"/>
                  </a:lnTo>
                  <a:lnTo>
                    <a:pt x="148362" y="46892"/>
                  </a:lnTo>
                  <a:lnTo>
                    <a:pt x="148258" y="47965"/>
                  </a:lnTo>
                  <a:lnTo>
                    <a:pt x="148045" y="50162"/>
                  </a:lnTo>
                  <a:lnTo>
                    <a:pt x="148580" y="50748"/>
                  </a:lnTo>
                  <a:lnTo>
                    <a:pt x="151456" y="53905"/>
                  </a:lnTo>
                  <a:lnTo>
                    <a:pt x="152157" y="52290"/>
                  </a:lnTo>
                  <a:lnTo>
                    <a:pt x="153308" y="49633"/>
                  </a:lnTo>
                  <a:lnTo>
                    <a:pt x="155623" y="49228"/>
                  </a:lnTo>
                  <a:lnTo>
                    <a:pt x="158398" y="51248"/>
                  </a:lnTo>
                  <a:lnTo>
                    <a:pt x="159414" y="51194"/>
                  </a:lnTo>
                  <a:lnTo>
                    <a:pt x="162554" y="51023"/>
                  </a:lnTo>
                  <a:lnTo>
                    <a:pt x="163141" y="51301"/>
                  </a:lnTo>
                  <a:lnTo>
                    <a:pt x="167325" y="53283"/>
                  </a:lnTo>
                  <a:lnTo>
                    <a:pt x="172382" y="58757"/>
                  </a:lnTo>
                  <a:lnTo>
                    <a:pt x="176738" y="61978"/>
                  </a:lnTo>
                  <a:lnTo>
                    <a:pt x="177466" y="65096"/>
                  </a:lnTo>
                  <a:lnTo>
                    <a:pt x="176621" y="69265"/>
                  </a:lnTo>
                  <a:lnTo>
                    <a:pt x="178955" y="72643"/>
                  </a:lnTo>
                  <a:lnTo>
                    <a:pt x="182812" y="73053"/>
                  </a:lnTo>
                  <a:lnTo>
                    <a:pt x="184005" y="71707"/>
                  </a:lnTo>
                  <a:lnTo>
                    <a:pt x="187240" y="73625"/>
                  </a:lnTo>
                  <a:lnTo>
                    <a:pt x="190245" y="77991"/>
                  </a:lnTo>
                  <a:lnTo>
                    <a:pt x="190616" y="81941"/>
                  </a:lnTo>
                  <a:lnTo>
                    <a:pt x="191019" y="82178"/>
                  </a:lnTo>
                  <a:lnTo>
                    <a:pt x="194705" y="84350"/>
                  </a:lnTo>
                  <a:lnTo>
                    <a:pt x="198485" y="84886"/>
                  </a:lnTo>
                  <a:lnTo>
                    <a:pt x="206079" y="83542"/>
                  </a:lnTo>
                  <a:lnTo>
                    <a:pt x="209622" y="83565"/>
                  </a:lnTo>
                  <a:lnTo>
                    <a:pt x="212338" y="80441"/>
                  </a:lnTo>
                  <a:lnTo>
                    <a:pt x="217498" y="76906"/>
                  </a:lnTo>
                  <a:lnTo>
                    <a:pt x="222451" y="72235"/>
                  </a:lnTo>
                  <a:lnTo>
                    <a:pt x="223052" y="69977"/>
                  </a:lnTo>
                  <a:lnTo>
                    <a:pt x="221566" y="66371"/>
                  </a:lnTo>
                  <a:lnTo>
                    <a:pt x="216802" y="65139"/>
                  </a:lnTo>
                  <a:lnTo>
                    <a:pt x="214852" y="60774"/>
                  </a:lnTo>
                  <a:lnTo>
                    <a:pt x="212011" y="54881"/>
                  </a:lnTo>
                  <a:lnTo>
                    <a:pt x="207565" y="55240"/>
                  </a:lnTo>
                  <a:lnTo>
                    <a:pt x="205373" y="56724"/>
                  </a:lnTo>
                  <a:lnTo>
                    <a:pt x="200776" y="54352"/>
                  </a:lnTo>
                  <a:lnTo>
                    <a:pt x="203553" y="51489"/>
                  </a:lnTo>
                  <a:lnTo>
                    <a:pt x="206232" y="49429"/>
                  </a:lnTo>
                  <a:lnTo>
                    <a:pt x="212442" y="49682"/>
                  </a:lnTo>
                  <a:lnTo>
                    <a:pt x="217755" y="53839"/>
                  </a:lnTo>
                  <a:lnTo>
                    <a:pt x="221199" y="59567"/>
                  </a:lnTo>
                  <a:lnTo>
                    <a:pt x="227088" y="68298"/>
                  </a:lnTo>
                  <a:lnTo>
                    <a:pt x="231176" y="77935"/>
                  </a:lnTo>
                  <a:lnTo>
                    <a:pt x="233129" y="83762"/>
                  </a:lnTo>
                  <a:lnTo>
                    <a:pt x="233294" y="90534"/>
                  </a:lnTo>
                  <a:lnTo>
                    <a:pt x="230733" y="92228"/>
                  </a:lnTo>
                  <a:lnTo>
                    <a:pt x="228363" y="85915"/>
                  </a:lnTo>
                  <a:lnTo>
                    <a:pt x="227071" y="81477"/>
                  </a:lnTo>
                  <a:lnTo>
                    <a:pt x="224365" y="83185"/>
                  </a:lnTo>
                  <a:lnTo>
                    <a:pt x="218614" y="86817"/>
                  </a:lnTo>
                  <a:lnTo>
                    <a:pt x="212931" y="92153"/>
                  </a:lnTo>
                  <a:lnTo>
                    <a:pt x="209422" y="92306"/>
                  </a:lnTo>
                  <a:lnTo>
                    <a:pt x="205398" y="96168"/>
                  </a:lnTo>
                  <a:lnTo>
                    <a:pt x="203146" y="98429"/>
                  </a:lnTo>
                  <a:lnTo>
                    <a:pt x="202286" y="101935"/>
                  </a:lnTo>
                  <a:lnTo>
                    <a:pt x="197560" y="104727"/>
                  </a:lnTo>
                  <a:lnTo>
                    <a:pt x="192741" y="109370"/>
                  </a:lnTo>
                  <a:lnTo>
                    <a:pt x="192020" y="110226"/>
                  </a:lnTo>
                  <a:lnTo>
                    <a:pt x="188873" y="113961"/>
                  </a:lnTo>
                  <a:lnTo>
                    <a:pt x="186682" y="118601"/>
                  </a:lnTo>
                  <a:lnTo>
                    <a:pt x="183223" y="121874"/>
                  </a:lnTo>
                  <a:lnTo>
                    <a:pt x="178207" y="125354"/>
                  </a:lnTo>
                  <a:lnTo>
                    <a:pt x="177672" y="121235"/>
                  </a:lnTo>
                  <a:lnTo>
                    <a:pt x="184150" y="114696"/>
                  </a:lnTo>
                  <a:lnTo>
                    <a:pt x="187667" y="109011"/>
                  </a:lnTo>
                  <a:lnTo>
                    <a:pt x="188879" y="107047"/>
                  </a:lnTo>
                  <a:lnTo>
                    <a:pt x="187743" y="103340"/>
                  </a:lnTo>
                  <a:lnTo>
                    <a:pt x="186158" y="102857"/>
                  </a:lnTo>
                  <a:lnTo>
                    <a:pt x="182347" y="101694"/>
                  </a:lnTo>
                  <a:lnTo>
                    <a:pt x="181222" y="105933"/>
                  </a:lnTo>
                  <a:lnTo>
                    <a:pt x="180696" y="107909"/>
                  </a:lnTo>
                  <a:lnTo>
                    <a:pt x="178677" y="108253"/>
                  </a:lnTo>
                  <a:lnTo>
                    <a:pt x="175536" y="110422"/>
                  </a:lnTo>
                  <a:lnTo>
                    <a:pt x="174723" y="114241"/>
                  </a:lnTo>
                  <a:lnTo>
                    <a:pt x="173200" y="117672"/>
                  </a:lnTo>
                  <a:lnTo>
                    <a:pt x="170269" y="119828"/>
                  </a:lnTo>
                  <a:lnTo>
                    <a:pt x="166929" y="120117"/>
                  </a:lnTo>
                  <a:lnTo>
                    <a:pt x="165164" y="121906"/>
                  </a:lnTo>
                  <a:lnTo>
                    <a:pt x="161035" y="113488"/>
                  </a:lnTo>
                  <a:lnTo>
                    <a:pt x="160570" y="111876"/>
                  </a:lnTo>
                  <a:lnTo>
                    <a:pt x="159613" y="108564"/>
                  </a:lnTo>
                  <a:lnTo>
                    <a:pt x="155378" y="108736"/>
                  </a:lnTo>
                  <a:lnTo>
                    <a:pt x="154146" y="107756"/>
                  </a:lnTo>
                  <a:lnTo>
                    <a:pt x="149128" y="103760"/>
                  </a:lnTo>
                  <a:lnTo>
                    <a:pt x="145012" y="102936"/>
                  </a:lnTo>
                  <a:lnTo>
                    <a:pt x="144130" y="102759"/>
                  </a:lnTo>
                  <a:lnTo>
                    <a:pt x="142061" y="98851"/>
                  </a:lnTo>
                  <a:lnTo>
                    <a:pt x="140271" y="93700"/>
                  </a:lnTo>
                  <a:lnTo>
                    <a:pt x="137721" y="94672"/>
                  </a:lnTo>
                  <a:lnTo>
                    <a:pt x="136001" y="89728"/>
                  </a:lnTo>
                  <a:lnTo>
                    <a:pt x="135033" y="86967"/>
                  </a:lnTo>
                  <a:lnTo>
                    <a:pt x="134042" y="84142"/>
                  </a:lnTo>
                  <a:lnTo>
                    <a:pt x="127098" y="87008"/>
                  </a:lnTo>
                  <a:lnTo>
                    <a:pt x="123457" y="88506"/>
                  </a:lnTo>
                  <a:lnTo>
                    <a:pt x="121575" y="89283"/>
                  </a:lnTo>
                  <a:lnTo>
                    <a:pt x="120647" y="89665"/>
                  </a:lnTo>
                  <a:lnTo>
                    <a:pt x="109188" y="94370"/>
                  </a:lnTo>
                  <a:lnTo>
                    <a:pt x="108653" y="93100"/>
                  </a:lnTo>
                  <a:lnTo>
                    <a:pt x="105895" y="94037"/>
                  </a:lnTo>
                  <a:lnTo>
                    <a:pt x="97296" y="96946"/>
                  </a:lnTo>
                  <a:lnTo>
                    <a:pt x="88270" y="100015"/>
                  </a:lnTo>
                  <a:lnTo>
                    <a:pt x="84033" y="101448"/>
                  </a:lnTo>
                  <a:lnTo>
                    <a:pt x="77227" y="103743"/>
                  </a:lnTo>
                  <a:lnTo>
                    <a:pt x="64396" y="108116"/>
                  </a:lnTo>
                  <a:lnTo>
                    <a:pt x="59663" y="110131"/>
                  </a:lnTo>
                  <a:lnTo>
                    <a:pt x="51778" y="112400"/>
                  </a:lnTo>
                  <a:lnTo>
                    <a:pt x="50821" y="115880"/>
                  </a:lnTo>
                  <a:lnTo>
                    <a:pt x="50359" y="116125"/>
                  </a:lnTo>
                  <a:lnTo>
                    <a:pt x="48324" y="117202"/>
                  </a:lnTo>
                  <a:lnTo>
                    <a:pt x="44996" y="114747"/>
                  </a:lnTo>
                  <a:lnTo>
                    <a:pt x="43987" y="115084"/>
                  </a:lnTo>
                  <a:lnTo>
                    <a:pt x="35702" y="117843"/>
                  </a:lnTo>
                  <a:lnTo>
                    <a:pt x="32394" y="118862"/>
                  </a:lnTo>
                  <a:lnTo>
                    <a:pt x="27856" y="120256"/>
                  </a:lnTo>
                  <a:lnTo>
                    <a:pt x="21472" y="122208"/>
                  </a:lnTo>
                  <a:lnTo>
                    <a:pt x="5764" y="127181"/>
                  </a:lnTo>
                  <a:lnTo>
                    <a:pt x="5507" y="1268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455917" y="3459697"/>
              <a:ext cx="6086" cy="7942"/>
            </a:xfrm>
            <a:custGeom>
              <a:avLst/>
              <a:pathLst>
                <a:path w="6086" h="7942">
                  <a:moveTo>
                    <a:pt x="0" y="1717"/>
                  </a:moveTo>
                  <a:lnTo>
                    <a:pt x="2288" y="0"/>
                  </a:lnTo>
                  <a:lnTo>
                    <a:pt x="4821" y="2169"/>
                  </a:lnTo>
                  <a:lnTo>
                    <a:pt x="6086" y="7942"/>
                  </a:lnTo>
                  <a:lnTo>
                    <a:pt x="1660" y="7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194749" y="3312025"/>
              <a:ext cx="316783" cy="155602"/>
            </a:xfrm>
            <a:custGeom>
              <a:avLst/>
              <a:pathLst>
                <a:path w="316783" h="155602">
                  <a:moveTo>
                    <a:pt x="7221" y="99276"/>
                  </a:moveTo>
                  <a:lnTo>
                    <a:pt x="3516" y="83178"/>
                  </a:lnTo>
                  <a:lnTo>
                    <a:pt x="0" y="66849"/>
                  </a:lnTo>
                  <a:lnTo>
                    <a:pt x="5455" y="65416"/>
                  </a:lnTo>
                  <a:lnTo>
                    <a:pt x="27909" y="59451"/>
                  </a:lnTo>
                  <a:lnTo>
                    <a:pt x="35495" y="57451"/>
                  </a:lnTo>
                  <a:lnTo>
                    <a:pt x="43269" y="55390"/>
                  </a:lnTo>
                  <a:lnTo>
                    <a:pt x="48750" y="53929"/>
                  </a:lnTo>
                  <a:lnTo>
                    <a:pt x="70940" y="48007"/>
                  </a:lnTo>
                  <a:lnTo>
                    <a:pt x="73388" y="47348"/>
                  </a:lnTo>
                  <a:lnTo>
                    <a:pt x="89121" y="43069"/>
                  </a:lnTo>
                  <a:lnTo>
                    <a:pt x="90612" y="42661"/>
                  </a:lnTo>
                  <a:lnTo>
                    <a:pt x="110442" y="37249"/>
                  </a:lnTo>
                  <a:lnTo>
                    <a:pt x="129759" y="31936"/>
                  </a:lnTo>
                  <a:lnTo>
                    <a:pt x="130403" y="31754"/>
                  </a:lnTo>
                  <a:lnTo>
                    <a:pt x="144502" y="27736"/>
                  </a:lnTo>
                  <a:lnTo>
                    <a:pt x="145977" y="27315"/>
                  </a:lnTo>
                  <a:lnTo>
                    <a:pt x="159970" y="23296"/>
                  </a:lnTo>
                  <a:lnTo>
                    <a:pt x="160500" y="23143"/>
                  </a:lnTo>
                  <a:lnTo>
                    <a:pt x="173571" y="19245"/>
                  </a:lnTo>
                  <a:lnTo>
                    <a:pt x="178139" y="17875"/>
                  </a:lnTo>
                  <a:lnTo>
                    <a:pt x="179301" y="17533"/>
                  </a:lnTo>
                  <a:lnTo>
                    <a:pt x="187521" y="15105"/>
                  </a:lnTo>
                  <a:lnTo>
                    <a:pt x="197161" y="12238"/>
                  </a:lnTo>
                  <a:lnTo>
                    <a:pt x="208640" y="8796"/>
                  </a:lnTo>
                  <a:lnTo>
                    <a:pt x="209050" y="8672"/>
                  </a:lnTo>
                  <a:lnTo>
                    <a:pt x="215291" y="6783"/>
                  </a:lnTo>
                  <a:lnTo>
                    <a:pt x="237470" y="0"/>
                  </a:lnTo>
                  <a:lnTo>
                    <a:pt x="247190" y="28876"/>
                  </a:lnTo>
                  <a:lnTo>
                    <a:pt x="249550" y="35611"/>
                  </a:lnTo>
                  <a:lnTo>
                    <a:pt x="251015" y="39791"/>
                  </a:lnTo>
                  <a:lnTo>
                    <a:pt x="254040" y="48432"/>
                  </a:lnTo>
                  <a:lnTo>
                    <a:pt x="263182" y="74576"/>
                  </a:lnTo>
                  <a:lnTo>
                    <a:pt x="268847" y="90805"/>
                  </a:lnTo>
                  <a:lnTo>
                    <a:pt x="271005" y="97031"/>
                  </a:lnTo>
                  <a:lnTo>
                    <a:pt x="271527" y="98536"/>
                  </a:lnTo>
                  <a:lnTo>
                    <a:pt x="273933" y="105429"/>
                  </a:lnTo>
                  <a:lnTo>
                    <a:pt x="288038" y="101687"/>
                  </a:lnTo>
                  <a:lnTo>
                    <a:pt x="297039" y="99015"/>
                  </a:lnTo>
                  <a:lnTo>
                    <a:pt x="307197" y="95978"/>
                  </a:lnTo>
                  <a:lnTo>
                    <a:pt x="316053" y="93175"/>
                  </a:lnTo>
                  <a:lnTo>
                    <a:pt x="316783" y="104705"/>
                  </a:lnTo>
                  <a:lnTo>
                    <a:pt x="315960" y="106144"/>
                  </a:lnTo>
                  <a:lnTo>
                    <a:pt x="315556" y="114699"/>
                  </a:lnTo>
                  <a:lnTo>
                    <a:pt x="315526" y="123080"/>
                  </a:lnTo>
                  <a:lnTo>
                    <a:pt x="315280" y="126303"/>
                  </a:lnTo>
                  <a:lnTo>
                    <a:pt x="313778" y="133136"/>
                  </a:lnTo>
                  <a:lnTo>
                    <a:pt x="289565" y="143665"/>
                  </a:lnTo>
                  <a:lnTo>
                    <a:pt x="287623" y="148267"/>
                  </a:lnTo>
                  <a:lnTo>
                    <a:pt x="283664" y="147581"/>
                  </a:lnTo>
                  <a:lnTo>
                    <a:pt x="279624" y="148693"/>
                  </a:lnTo>
                  <a:lnTo>
                    <a:pt x="275856" y="154843"/>
                  </a:lnTo>
                  <a:lnTo>
                    <a:pt x="273792" y="155602"/>
                  </a:lnTo>
                  <a:lnTo>
                    <a:pt x="272025" y="150820"/>
                  </a:lnTo>
                  <a:lnTo>
                    <a:pt x="273231" y="144528"/>
                  </a:lnTo>
                  <a:lnTo>
                    <a:pt x="272637" y="142738"/>
                  </a:lnTo>
                  <a:lnTo>
                    <a:pt x="271352" y="139362"/>
                  </a:lnTo>
                  <a:lnTo>
                    <a:pt x="266006" y="138836"/>
                  </a:lnTo>
                  <a:lnTo>
                    <a:pt x="264181" y="133591"/>
                  </a:lnTo>
                  <a:lnTo>
                    <a:pt x="268975" y="130868"/>
                  </a:lnTo>
                  <a:lnTo>
                    <a:pt x="267788" y="129489"/>
                  </a:lnTo>
                  <a:lnTo>
                    <a:pt x="266421" y="127901"/>
                  </a:lnTo>
                  <a:lnTo>
                    <a:pt x="264002" y="128184"/>
                  </a:lnTo>
                  <a:lnTo>
                    <a:pt x="262580" y="128351"/>
                  </a:lnTo>
                  <a:lnTo>
                    <a:pt x="256270" y="129720"/>
                  </a:lnTo>
                  <a:lnTo>
                    <a:pt x="258308" y="135329"/>
                  </a:lnTo>
                  <a:lnTo>
                    <a:pt x="261152" y="140484"/>
                  </a:lnTo>
                  <a:lnTo>
                    <a:pt x="262602" y="144199"/>
                  </a:lnTo>
                  <a:lnTo>
                    <a:pt x="259573" y="144229"/>
                  </a:lnTo>
                  <a:lnTo>
                    <a:pt x="255604" y="141883"/>
                  </a:lnTo>
                  <a:lnTo>
                    <a:pt x="254477" y="135998"/>
                  </a:lnTo>
                  <a:lnTo>
                    <a:pt x="250485" y="133552"/>
                  </a:lnTo>
                  <a:lnTo>
                    <a:pt x="243399" y="128900"/>
                  </a:lnTo>
                  <a:lnTo>
                    <a:pt x="240334" y="128049"/>
                  </a:lnTo>
                  <a:lnTo>
                    <a:pt x="239963" y="124711"/>
                  </a:lnTo>
                  <a:lnTo>
                    <a:pt x="237015" y="121828"/>
                  </a:lnTo>
                  <a:lnTo>
                    <a:pt x="231299" y="115324"/>
                  </a:lnTo>
                  <a:lnTo>
                    <a:pt x="233984" y="109956"/>
                  </a:lnTo>
                  <a:lnTo>
                    <a:pt x="232527" y="107875"/>
                  </a:lnTo>
                  <a:lnTo>
                    <a:pt x="232266" y="104235"/>
                  </a:lnTo>
                  <a:lnTo>
                    <a:pt x="235312" y="102912"/>
                  </a:lnTo>
                  <a:lnTo>
                    <a:pt x="237219" y="102643"/>
                  </a:lnTo>
                  <a:lnTo>
                    <a:pt x="239681" y="101956"/>
                  </a:lnTo>
                  <a:lnTo>
                    <a:pt x="238654" y="99440"/>
                  </a:lnTo>
                  <a:lnTo>
                    <a:pt x="237569" y="96780"/>
                  </a:lnTo>
                  <a:lnTo>
                    <a:pt x="235989" y="97479"/>
                  </a:lnTo>
                  <a:lnTo>
                    <a:pt x="232507" y="94644"/>
                  </a:lnTo>
                  <a:lnTo>
                    <a:pt x="230151" y="95359"/>
                  </a:lnTo>
                  <a:lnTo>
                    <a:pt x="227849" y="99123"/>
                  </a:lnTo>
                  <a:lnTo>
                    <a:pt x="226023" y="99028"/>
                  </a:lnTo>
                  <a:lnTo>
                    <a:pt x="225479" y="95127"/>
                  </a:lnTo>
                  <a:lnTo>
                    <a:pt x="221620" y="93818"/>
                  </a:lnTo>
                  <a:lnTo>
                    <a:pt x="221580" y="90947"/>
                  </a:lnTo>
                  <a:lnTo>
                    <a:pt x="225905" y="88875"/>
                  </a:lnTo>
                  <a:lnTo>
                    <a:pt x="227118" y="83453"/>
                  </a:lnTo>
                  <a:lnTo>
                    <a:pt x="231433" y="85794"/>
                  </a:lnTo>
                  <a:lnTo>
                    <a:pt x="232859" y="83774"/>
                  </a:lnTo>
                  <a:lnTo>
                    <a:pt x="231871" y="81666"/>
                  </a:lnTo>
                  <a:lnTo>
                    <a:pt x="230469" y="78677"/>
                  </a:lnTo>
                  <a:lnTo>
                    <a:pt x="229723" y="75614"/>
                  </a:lnTo>
                  <a:lnTo>
                    <a:pt x="226666" y="76541"/>
                  </a:lnTo>
                  <a:lnTo>
                    <a:pt x="222716" y="79280"/>
                  </a:lnTo>
                  <a:lnTo>
                    <a:pt x="222869" y="83940"/>
                  </a:lnTo>
                  <a:lnTo>
                    <a:pt x="220360" y="85586"/>
                  </a:lnTo>
                  <a:lnTo>
                    <a:pt x="219226" y="77753"/>
                  </a:lnTo>
                  <a:lnTo>
                    <a:pt x="220207" y="71270"/>
                  </a:lnTo>
                  <a:lnTo>
                    <a:pt x="220749" y="68042"/>
                  </a:lnTo>
                  <a:lnTo>
                    <a:pt x="223392" y="68276"/>
                  </a:lnTo>
                  <a:lnTo>
                    <a:pt x="225780" y="68487"/>
                  </a:lnTo>
                  <a:lnTo>
                    <a:pt x="223955" y="62317"/>
                  </a:lnTo>
                  <a:lnTo>
                    <a:pt x="222449" y="60168"/>
                  </a:lnTo>
                  <a:lnTo>
                    <a:pt x="219762" y="58559"/>
                  </a:lnTo>
                  <a:lnTo>
                    <a:pt x="220452" y="52122"/>
                  </a:lnTo>
                  <a:lnTo>
                    <a:pt x="221177" y="46700"/>
                  </a:lnTo>
                  <a:lnTo>
                    <a:pt x="222654" y="43593"/>
                  </a:lnTo>
                  <a:lnTo>
                    <a:pt x="222934" y="40077"/>
                  </a:lnTo>
                  <a:lnTo>
                    <a:pt x="225233" y="36032"/>
                  </a:lnTo>
                  <a:lnTo>
                    <a:pt x="228016" y="33763"/>
                  </a:lnTo>
                  <a:lnTo>
                    <a:pt x="229182" y="32811"/>
                  </a:lnTo>
                  <a:lnTo>
                    <a:pt x="230887" y="30422"/>
                  </a:lnTo>
                  <a:lnTo>
                    <a:pt x="229616" y="27246"/>
                  </a:lnTo>
                  <a:lnTo>
                    <a:pt x="228001" y="27779"/>
                  </a:lnTo>
                  <a:lnTo>
                    <a:pt x="226516" y="28268"/>
                  </a:lnTo>
                  <a:lnTo>
                    <a:pt x="222142" y="33914"/>
                  </a:lnTo>
                  <a:lnTo>
                    <a:pt x="218383" y="39888"/>
                  </a:lnTo>
                  <a:lnTo>
                    <a:pt x="214937" y="45681"/>
                  </a:lnTo>
                  <a:lnTo>
                    <a:pt x="213744" y="48638"/>
                  </a:lnTo>
                  <a:lnTo>
                    <a:pt x="212726" y="51161"/>
                  </a:lnTo>
                  <a:lnTo>
                    <a:pt x="210813" y="52921"/>
                  </a:lnTo>
                  <a:lnTo>
                    <a:pt x="210191" y="53493"/>
                  </a:lnTo>
                  <a:lnTo>
                    <a:pt x="208878" y="56278"/>
                  </a:lnTo>
                  <a:lnTo>
                    <a:pt x="206406" y="56993"/>
                  </a:lnTo>
                  <a:lnTo>
                    <a:pt x="204178" y="57754"/>
                  </a:lnTo>
                  <a:lnTo>
                    <a:pt x="203943" y="58332"/>
                  </a:lnTo>
                  <a:lnTo>
                    <a:pt x="203035" y="60568"/>
                  </a:lnTo>
                  <a:lnTo>
                    <a:pt x="210390" y="62645"/>
                  </a:lnTo>
                  <a:lnTo>
                    <a:pt x="212006" y="66794"/>
                  </a:lnTo>
                  <a:lnTo>
                    <a:pt x="213021" y="70119"/>
                  </a:lnTo>
                  <a:lnTo>
                    <a:pt x="215443" y="72233"/>
                  </a:lnTo>
                  <a:lnTo>
                    <a:pt x="212552" y="75715"/>
                  </a:lnTo>
                  <a:lnTo>
                    <a:pt x="211720" y="78383"/>
                  </a:lnTo>
                  <a:lnTo>
                    <a:pt x="213440" y="79291"/>
                  </a:lnTo>
                  <a:lnTo>
                    <a:pt x="212981" y="82511"/>
                  </a:lnTo>
                  <a:lnTo>
                    <a:pt x="212798" y="83019"/>
                  </a:lnTo>
                  <a:lnTo>
                    <a:pt x="212129" y="84862"/>
                  </a:lnTo>
                  <a:lnTo>
                    <a:pt x="211206" y="88233"/>
                  </a:lnTo>
                  <a:lnTo>
                    <a:pt x="213252" y="88774"/>
                  </a:lnTo>
                  <a:lnTo>
                    <a:pt x="212041" y="93890"/>
                  </a:lnTo>
                  <a:lnTo>
                    <a:pt x="210685" y="97111"/>
                  </a:lnTo>
                  <a:lnTo>
                    <a:pt x="213511" y="99215"/>
                  </a:lnTo>
                  <a:lnTo>
                    <a:pt x="213753" y="100219"/>
                  </a:lnTo>
                  <a:lnTo>
                    <a:pt x="214765" y="104417"/>
                  </a:lnTo>
                  <a:lnTo>
                    <a:pt x="217028" y="108179"/>
                  </a:lnTo>
                  <a:lnTo>
                    <a:pt x="218392" y="114825"/>
                  </a:lnTo>
                  <a:lnTo>
                    <a:pt x="221312" y="119144"/>
                  </a:lnTo>
                  <a:lnTo>
                    <a:pt x="224974" y="121783"/>
                  </a:lnTo>
                  <a:lnTo>
                    <a:pt x="229961" y="125181"/>
                  </a:lnTo>
                  <a:lnTo>
                    <a:pt x="231031" y="127460"/>
                  </a:lnTo>
                  <a:lnTo>
                    <a:pt x="231127" y="131242"/>
                  </a:lnTo>
                  <a:lnTo>
                    <a:pt x="231146" y="132016"/>
                  </a:lnTo>
                  <a:lnTo>
                    <a:pt x="233354" y="132747"/>
                  </a:lnTo>
                  <a:lnTo>
                    <a:pt x="233475" y="137929"/>
                  </a:lnTo>
                  <a:lnTo>
                    <a:pt x="237464" y="142410"/>
                  </a:lnTo>
                  <a:lnTo>
                    <a:pt x="240573" y="145150"/>
                  </a:lnTo>
                  <a:lnTo>
                    <a:pt x="240777" y="148680"/>
                  </a:lnTo>
                  <a:lnTo>
                    <a:pt x="242801" y="153863"/>
                  </a:lnTo>
                  <a:lnTo>
                    <a:pt x="238543" y="151162"/>
                  </a:lnTo>
                  <a:lnTo>
                    <a:pt x="233775" y="148908"/>
                  </a:lnTo>
                  <a:lnTo>
                    <a:pt x="230534" y="150186"/>
                  </a:lnTo>
                  <a:lnTo>
                    <a:pt x="225786" y="148170"/>
                  </a:lnTo>
                  <a:lnTo>
                    <a:pt x="221084" y="143920"/>
                  </a:lnTo>
                  <a:lnTo>
                    <a:pt x="215190" y="143790"/>
                  </a:lnTo>
                  <a:lnTo>
                    <a:pt x="210802" y="144993"/>
                  </a:lnTo>
                  <a:lnTo>
                    <a:pt x="206091" y="144797"/>
                  </a:lnTo>
                  <a:lnTo>
                    <a:pt x="204571" y="144685"/>
                  </a:lnTo>
                  <a:lnTo>
                    <a:pt x="201885" y="144486"/>
                  </a:lnTo>
                  <a:lnTo>
                    <a:pt x="197127" y="141968"/>
                  </a:lnTo>
                  <a:lnTo>
                    <a:pt x="192817" y="139908"/>
                  </a:lnTo>
                  <a:lnTo>
                    <a:pt x="189418" y="134036"/>
                  </a:lnTo>
                  <a:lnTo>
                    <a:pt x="187920" y="132299"/>
                  </a:lnTo>
                  <a:lnTo>
                    <a:pt x="184518" y="135191"/>
                  </a:lnTo>
                  <a:lnTo>
                    <a:pt x="181699" y="137290"/>
                  </a:lnTo>
                  <a:lnTo>
                    <a:pt x="176609" y="141494"/>
                  </a:lnTo>
                  <a:lnTo>
                    <a:pt x="172177" y="137697"/>
                  </a:lnTo>
                  <a:lnTo>
                    <a:pt x="170761" y="128698"/>
                  </a:lnTo>
                  <a:lnTo>
                    <a:pt x="173472" y="122205"/>
                  </a:lnTo>
                  <a:lnTo>
                    <a:pt x="176739" y="120017"/>
                  </a:lnTo>
                  <a:lnTo>
                    <a:pt x="176201" y="118275"/>
                  </a:lnTo>
                  <a:lnTo>
                    <a:pt x="175176" y="115008"/>
                  </a:lnTo>
                  <a:lnTo>
                    <a:pt x="177515" y="111449"/>
                  </a:lnTo>
                  <a:lnTo>
                    <a:pt x="177830" y="110971"/>
                  </a:lnTo>
                  <a:lnTo>
                    <a:pt x="179536" y="110443"/>
                  </a:lnTo>
                  <a:lnTo>
                    <a:pt x="179698" y="107826"/>
                  </a:lnTo>
                  <a:lnTo>
                    <a:pt x="179521" y="107071"/>
                  </a:lnTo>
                  <a:lnTo>
                    <a:pt x="178738" y="103748"/>
                  </a:lnTo>
                  <a:lnTo>
                    <a:pt x="178610" y="103206"/>
                  </a:lnTo>
                  <a:lnTo>
                    <a:pt x="181437" y="98151"/>
                  </a:lnTo>
                  <a:lnTo>
                    <a:pt x="184744" y="92138"/>
                  </a:lnTo>
                  <a:lnTo>
                    <a:pt x="177032" y="87692"/>
                  </a:lnTo>
                  <a:lnTo>
                    <a:pt x="173850" y="85853"/>
                  </a:lnTo>
                  <a:lnTo>
                    <a:pt x="170118" y="92543"/>
                  </a:lnTo>
                  <a:lnTo>
                    <a:pt x="167699" y="90498"/>
                  </a:lnTo>
                  <a:lnTo>
                    <a:pt x="165476" y="90932"/>
                  </a:lnTo>
                  <a:lnTo>
                    <a:pt x="163981" y="91223"/>
                  </a:lnTo>
                  <a:lnTo>
                    <a:pt x="160499" y="90565"/>
                  </a:lnTo>
                  <a:lnTo>
                    <a:pt x="159667" y="87041"/>
                  </a:lnTo>
                  <a:lnTo>
                    <a:pt x="155053" y="86053"/>
                  </a:lnTo>
                  <a:lnTo>
                    <a:pt x="153708" y="86074"/>
                  </a:lnTo>
                  <a:lnTo>
                    <a:pt x="152807" y="86087"/>
                  </a:lnTo>
                  <a:lnTo>
                    <a:pt x="151645" y="86105"/>
                  </a:lnTo>
                  <a:lnTo>
                    <a:pt x="144638" y="86783"/>
                  </a:lnTo>
                  <a:lnTo>
                    <a:pt x="142768" y="84615"/>
                  </a:lnTo>
                  <a:lnTo>
                    <a:pt x="139916" y="84020"/>
                  </a:lnTo>
                  <a:lnTo>
                    <a:pt x="138937" y="80617"/>
                  </a:lnTo>
                  <a:lnTo>
                    <a:pt x="140675" y="77871"/>
                  </a:lnTo>
                  <a:lnTo>
                    <a:pt x="141613" y="74564"/>
                  </a:lnTo>
                  <a:lnTo>
                    <a:pt x="138523" y="72485"/>
                  </a:lnTo>
                  <a:lnTo>
                    <a:pt x="134229" y="71108"/>
                  </a:lnTo>
                  <a:lnTo>
                    <a:pt x="131447" y="69811"/>
                  </a:lnTo>
                  <a:lnTo>
                    <a:pt x="126063" y="69942"/>
                  </a:lnTo>
                  <a:lnTo>
                    <a:pt x="125293" y="70073"/>
                  </a:lnTo>
                  <a:lnTo>
                    <a:pt x="122507" y="70543"/>
                  </a:lnTo>
                  <a:lnTo>
                    <a:pt x="120088" y="68295"/>
                  </a:lnTo>
                  <a:lnTo>
                    <a:pt x="119397" y="64048"/>
                  </a:lnTo>
                  <a:lnTo>
                    <a:pt x="113990" y="58776"/>
                  </a:lnTo>
                  <a:lnTo>
                    <a:pt x="112612" y="56868"/>
                  </a:lnTo>
                  <a:lnTo>
                    <a:pt x="111226" y="54949"/>
                  </a:lnTo>
                  <a:lnTo>
                    <a:pt x="109476" y="49815"/>
                  </a:lnTo>
                  <a:lnTo>
                    <a:pt x="102814" y="49800"/>
                  </a:lnTo>
                  <a:lnTo>
                    <a:pt x="97736" y="51781"/>
                  </a:lnTo>
                  <a:lnTo>
                    <a:pt x="95961" y="50502"/>
                  </a:lnTo>
                  <a:lnTo>
                    <a:pt x="91324" y="47157"/>
                  </a:lnTo>
                  <a:lnTo>
                    <a:pt x="82367" y="50734"/>
                  </a:lnTo>
                  <a:lnTo>
                    <a:pt x="77286" y="54666"/>
                  </a:lnTo>
                  <a:lnTo>
                    <a:pt x="76062" y="55225"/>
                  </a:lnTo>
                  <a:lnTo>
                    <a:pt x="72952" y="56642"/>
                  </a:lnTo>
                  <a:lnTo>
                    <a:pt x="70644" y="62630"/>
                  </a:lnTo>
                  <a:lnTo>
                    <a:pt x="69976" y="66239"/>
                  </a:lnTo>
                  <a:lnTo>
                    <a:pt x="69497" y="66347"/>
                  </a:lnTo>
                  <a:lnTo>
                    <a:pt x="61477" y="68139"/>
                  </a:lnTo>
                  <a:lnTo>
                    <a:pt x="56999" y="68041"/>
                  </a:lnTo>
                  <a:lnTo>
                    <a:pt x="53378" y="67959"/>
                  </a:lnTo>
                  <a:lnTo>
                    <a:pt x="50162" y="63903"/>
                  </a:lnTo>
                  <a:lnTo>
                    <a:pt x="47473" y="62000"/>
                  </a:lnTo>
                  <a:lnTo>
                    <a:pt x="44080" y="70592"/>
                  </a:lnTo>
                  <a:lnTo>
                    <a:pt x="39699" y="78533"/>
                  </a:lnTo>
                  <a:lnTo>
                    <a:pt x="39607" y="82144"/>
                  </a:lnTo>
                  <a:lnTo>
                    <a:pt x="33785" y="80656"/>
                  </a:lnTo>
                  <a:lnTo>
                    <a:pt x="31726" y="81243"/>
                  </a:lnTo>
                  <a:lnTo>
                    <a:pt x="30182" y="81683"/>
                  </a:lnTo>
                  <a:lnTo>
                    <a:pt x="26779" y="89084"/>
                  </a:lnTo>
                  <a:lnTo>
                    <a:pt x="22074" y="97100"/>
                  </a:lnTo>
                  <a:lnTo>
                    <a:pt x="21026" y="98882"/>
                  </a:lnTo>
                  <a:lnTo>
                    <a:pt x="17105" y="102768"/>
                  </a:lnTo>
                  <a:lnTo>
                    <a:pt x="13512" y="108228"/>
                  </a:lnTo>
                  <a:lnTo>
                    <a:pt x="9882" y="1111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862903" y="2509603"/>
              <a:ext cx="5467" cy="8688"/>
            </a:xfrm>
            <a:custGeom>
              <a:avLst/>
              <a:pathLst>
                <a:path w="5467" h="8688">
                  <a:moveTo>
                    <a:pt x="0" y="2772"/>
                  </a:moveTo>
                  <a:lnTo>
                    <a:pt x="2190" y="0"/>
                  </a:lnTo>
                  <a:lnTo>
                    <a:pt x="5467" y="3930"/>
                  </a:lnTo>
                  <a:lnTo>
                    <a:pt x="4709" y="8688"/>
                  </a:lnTo>
                  <a:lnTo>
                    <a:pt x="465" y="74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694457" y="2210491"/>
              <a:ext cx="248385" cy="411950"/>
            </a:xfrm>
            <a:custGeom>
              <a:avLst/>
              <a:pathLst>
                <a:path w="248385" h="411950">
                  <a:moveTo>
                    <a:pt x="0" y="233103"/>
                  </a:moveTo>
                  <a:lnTo>
                    <a:pt x="2389" y="231568"/>
                  </a:lnTo>
                  <a:lnTo>
                    <a:pt x="2808" y="228277"/>
                  </a:lnTo>
                  <a:lnTo>
                    <a:pt x="6808" y="227994"/>
                  </a:lnTo>
                  <a:lnTo>
                    <a:pt x="10020" y="230122"/>
                  </a:lnTo>
                  <a:lnTo>
                    <a:pt x="12892" y="234449"/>
                  </a:lnTo>
                  <a:lnTo>
                    <a:pt x="15780" y="233774"/>
                  </a:lnTo>
                  <a:lnTo>
                    <a:pt x="15204" y="230441"/>
                  </a:lnTo>
                  <a:lnTo>
                    <a:pt x="14969" y="229087"/>
                  </a:lnTo>
                  <a:lnTo>
                    <a:pt x="15395" y="226569"/>
                  </a:lnTo>
                  <a:lnTo>
                    <a:pt x="13846" y="224324"/>
                  </a:lnTo>
                  <a:lnTo>
                    <a:pt x="13493" y="221110"/>
                  </a:lnTo>
                  <a:lnTo>
                    <a:pt x="11655" y="219558"/>
                  </a:lnTo>
                  <a:lnTo>
                    <a:pt x="13178" y="216021"/>
                  </a:lnTo>
                  <a:lnTo>
                    <a:pt x="14728" y="215685"/>
                  </a:lnTo>
                  <a:lnTo>
                    <a:pt x="17084" y="217536"/>
                  </a:lnTo>
                  <a:lnTo>
                    <a:pt x="20175" y="216807"/>
                  </a:lnTo>
                  <a:lnTo>
                    <a:pt x="22960" y="216745"/>
                  </a:lnTo>
                  <a:lnTo>
                    <a:pt x="21518" y="213086"/>
                  </a:lnTo>
                  <a:lnTo>
                    <a:pt x="18521" y="211910"/>
                  </a:lnTo>
                  <a:lnTo>
                    <a:pt x="13961" y="208152"/>
                  </a:lnTo>
                  <a:lnTo>
                    <a:pt x="14252" y="202921"/>
                  </a:lnTo>
                  <a:lnTo>
                    <a:pt x="15346" y="199229"/>
                  </a:lnTo>
                  <a:lnTo>
                    <a:pt x="17596" y="195251"/>
                  </a:lnTo>
                  <a:lnTo>
                    <a:pt x="18574" y="191303"/>
                  </a:lnTo>
                  <a:lnTo>
                    <a:pt x="23359" y="185955"/>
                  </a:lnTo>
                  <a:lnTo>
                    <a:pt x="25923" y="181992"/>
                  </a:lnTo>
                  <a:lnTo>
                    <a:pt x="22488" y="178443"/>
                  </a:lnTo>
                  <a:lnTo>
                    <a:pt x="22840" y="176166"/>
                  </a:lnTo>
                  <a:lnTo>
                    <a:pt x="25126" y="170923"/>
                  </a:lnTo>
                  <a:lnTo>
                    <a:pt x="27881" y="166288"/>
                  </a:lnTo>
                  <a:lnTo>
                    <a:pt x="26885" y="162621"/>
                  </a:lnTo>
                  <a:lnTo>
                    <a:pt x="25218" y="160457"/>
                  </a:lnTo>
                  <a:lnTo>
                    <a:pt x="22596" y="161580"/>
                  </a:lnTo>
                  <a:lnTo>
                    <a:pt x="21957" y="158279"/>
                  </a:lnTo>
                  <a:lnTo>
                    <a:pt x="20499" y="156933"/>
                  </a:lnTo>
                  <a:lnTo>
                    <a:pt x="19747" y="153184"/>
                  </a:lnTo>
                  <a:lnTo>
                    <a:pt x="20716" y="149000"/>
                  </a:lnTo>
                  <a:lnTo>
                    <a:pt x="20856" y="144942"/>
                  </a:lnTo>
                  <a:lnTo>
                    <a:pt x="16620" y="142503"/>
                  </a:lnTo>
                  <a:lnTo>
                    <a:pt x="16628" y="136692"/>
                  </a:lnTo>
                  <a:lnTo>
                    <a:pt x="16664" y="133038"/>
                  </a:lnTo>
                  <a:lnTo>
                    <a:pt x="17657" y="131161"/>
                  </a:lnTo>
                  <a:lnTo>
                    <a:pt x="16546" y="128591"/>
                  </a:lnTo>
                  <a:lnTo>
                    <a:pt x="18131" y="125112"/>
                  </a:lnTo>
                  <a:lnTo>
                    <a:pt x="19736" y="122239"/>
                  </a:lnTo>
                  <a:lnTo>
                    <a:pt x="20995" y="119210"/>
                  </a:lnTo>
                  <a:lnTo>
                    <a:pt x="21850" y="117072"/>
                  </a:lnTo>
                  <a:lnTo>
                    <a:pt x="18838" y="104439"/>
                  </a:lnTo>
                  <a:lnTo>
                    <a:pt x="16282" y="93782"/>
                  </a:lnTo>
                  <a:lnTo>
                    <a:pt x="20140" y="74942"/>
                  </a:lnTo>
                  <a:lnTo>
                    <a:pt x="25563" y="48664"/>
                  </a:lnTo>
                  <a:lnTo>
                    <a:pt x="28266" y="35503"/>
                  </a:lnTo>
                  <a:lnTo>
                    <a:pt x="33099" y="13508"/>
                  </a:lnTo>
                  <a:lnTo>
                    <a:pt x="36741" y="12577"/>
                  </a:lnTo>
                  <a:lnTo>
                    <a:pt x="39828" y="12754"/>
                  </a:lnTo>
                  <a:lnTo>
                    <a:pt x="43994" y="12326"/>
                  </a:lnTo>
                  <a:lnTo>
                    <a:pt x="44717" y="16304"/>
                  </a:lnTo>
                  <a:lnTo>
                    <a:pt x="49965" y="26937"/>
                  </a:lnTo>
                  <a:lnTo>
                    <a:pt x="55042" y="27934"/>
                  </a:lnTo>
                  <a:lnTo>
                    <a:pt x="59735" y="29264"/>
                  </a:lnTo>
                  <a:lnTo>
                    <a:pt x="63704" y="23954"/>
                  </a:lnTo>
                  <a:lnTo>
                    <a:pt x="69660" y="18849"/>
                  </a:lnTo>
                  <a:lnTo>
                    <a:pt x="73247" y="16661"/>
                  </a:lnTo>
                  <a:lnTo>
                    <a:pt x="72999" y="13634"/>
                  </a:lnTo>
                  <a:lnTo>
                    <a:pt x="76848" y="10541"/>
                  </a:lnTo>
                  <a:lnTo>
                    <a:pt x="79754" y="10320"/>
                  </a:lnTo>
                  <a:lnTo>
                    <a:pt x="84067" y="7863"/>
                  </a:lnTo>
                  <a:lnTo>
                    <a:pt x="82400" y="5214"/>
                  </a:lnTo>
                  <a:lnTo>
                    <a:pt x="82622" y="2334"/>
                  </a:lnTo>
                  <a:lnTo>
                    <a:pt x="87602" y="366"/>
                  </a:lnTo>
                  <a:lnTo>
                    <a:pt x="91591" y="0"/>
                  </a:lnTo>
                  <a:lnTo>
                    <a:pt x="95203" y="931"/>
                  </a:lnTo>
                  <a:lnTo>
                    <a:pt x="100454" y="2745"/>
                  </a:lnTo>
                  <a:lnTo>
                    <a:pt x="106883" y="5206"/>
                  </a:lnTo>
                  <a:lnTo>
                    <a:pt x="110102" y="5912"/>
                  </a:lnTo>
                  <a:lnTo>
                    <a:pt x="116200" y="10780"/>
                  </a:lnTo>
                  <a:lnTo>
                    <a:pt x="123394" y="12790"/>
                  </a:lnTo>
                  <a:lnTo>
                    <a:pt x="132916" y="35012"/>
                  </a:lnTo>
                  <a:lnTo>
                    <a:pt x="139761" y="50824"/>
                  </a:lnTo>
                  <a:lnTo>
                    <a:pt x="151373" y="77148"/>
                  </a:lnTo>
                  <a:lnTo>
                    <a:pt x="159860" y="96901"/>
                  </a:lnTo>
                  <a:lnTo>
                    <a:pt x="163372" y="105132"/>
                  </a:lnTo>
                  <a:lnTo>
                    <a:pt x="165697" y="106088"/>
                  </a:lnTo>
                  <a:lnTo>
                    <a:pt x="164462" y="111354"/>
                  </a:lnTo>
                  <a:lnTo>
                    <a:pt x="168010" y="113639"/>
                  </a:lnTo>
                  <a:lnTo>
                    <a:pt x="167508" y="118567"/>
                  </a:lnTo>
                  <a:lnTo>
                    <a:pt x="170452" y="122192"/>
                  </a:lnTo>
                  <a:lnTo>
                    <a:pt x="171119" y="127090"/>
                  </a:lnTo>
                  <a:lnTo>
                    <a:pt x="176180" y="124731"/>
                  </a:lnTo>
                  <a:lnTo>
                    <a:pt x="179791" y="127865"/>
                  </a:lnTo>
                  <a:lnTo>
                    <a:pt x="182528" y="127595"/>
                  </a:lnTo>
                  <a:lnTo>
                    <a:pt x="188766" y="127383"/>
                  </a:lnTo>
                  <a:lnTo>
                    <a:pt x="192821" y="124692"/>
                  </a:lnTo>
                  <a:lnTo>
                    <a:pt x="195706" y="126589"/>
                  </a:lnTo>
                  <a:lnTo>
                    <a:pt x="198502" y="132200"/>
                  </a:lnTo>
                  <a:lnTo>
                    <a:pt x="195390" y="134038"/>
                  </a:lnTo>
                  <a:lnTo>
                    <a:pt x="196557" y="137940"/>
                  </a:lnTo>
                  <a:lnTo>
                    <a:pt x="202439" y="142978"/>
                  </a:lnTo>
                  <a:lnTo>
                    <a:pt x="203152" y="149815"/>
                  </a:lnTo>
                  <a:lnTo>
                    <a:pt x="203181" y="152942"/>
                  </a:lnTo>
                  <a:lnTo>
                    <a:pt x="205606" y="154512"/>
                  </a:lnTo>
                  <a:lnTo>
                    <a:pt x="212122" y="160122"/>
                  </a:lnTo>
                  <a:lnTo>
                    <a:pt x="215929" y="161220"/>
                  </a:lnTo>
                  <a:lnTo>
                    <a:pt x="217504" y="158465"/>
                  </a:lnTo>
                  <a:lnTo>
                    <a:pt x="217456" y="154149"/>
                  </a:lnTo>
                  <a:lnTo>
                    <a:pt x="221863" y="154111"/>
                  </a:lnTo>
                  <a:lnTo>
                    <a:pt x="224526" y="153758"/>
                  </a:lnTo>
                  <a:lnTo>
                    <a:pt x="229004" y="156701"/>
                  </a:lnTo>
                  <a:lnTo>
                    <a:pt x="231734" y="159745"/>
                  </a:lnTo>
                  <a:lnTo>
                    <a:pt x="233589" y="162740"/>
                  </a:lnTo>
                  <a:lnTo>
                    <a:pt x="239435" y="168895"/>
                  </a:lnTo>
                  <a:lnTo>
                    <a:pt x="243496" y="170661"/>
                  </a:lnTo>
                  <a:lnTo>
                    <a:pt x="244873" y="175336"/>
                  </a:lnTo>
                  <a:lnTo>
                    <a:pt x="248385" y="176869"/>
                  </a:lnTo>
                  <a:lnTo>
                    <a:pt x="245866" y="182812"/>
                  </a:lnTo>
                  <a:lnTo>
                    <a:pt x="244148" y="186145"/>
                  </a:lnTo>
                  <a:lnTo>
                    <a:pt x="242985" y="190167"/>
                  </a:lnTo>
                  <a:lnTo>
                    <a:pt x="241553" y="195103"/>
                  </a:lnTo>
                  <a:lnTo>
                    <a:pt x="238817" y="198750"/>
                  </a:lnTo>
                  <a:lnTo>
                    <a:pt x="236825" y="203335"/>
                  </a:lnTo>
                  <a:lnTo>
                    <a:pt x="231751" y="203099"/>
                  </a:lnTo>
                  <a:lnTo>
                    <a:pt x="230793" y="205671"/>
                  </a:lnTo>
                  <a:lnTo>
                    <a:pt x="228097" y="207084"/>
                  </a:lnTo>
                  <a:lnTo>
                    <a:pt x="227196" y="211788"/>
                  </a:lnTo>
                  <a:lnTo>
                    <a:pt x="227136" y="216316"/>
                  </a:lnTo>
                  <a:lnTo>
                    <a:pt x="229281" y="218589"/>
                  </a:lnTo>
                  <a:lnTo>
                    <a:pt x="226619" y="224410"/>
                  </a:lnTo>
                  <a:lnTo>
                    <a:pt x="221532" y="220995"/>
                  </a:lnTo>
                  <a:lnTo>
                    <a:pt x="219172" y="218252"/>
                  </a:lnTo>
                  <a:lnTo>
                    <a:pt x="216977" y="221530"/>
                  </a:lnTo>
                  <a:lnTo>
                    <a:pt x="212331" y="224251"/>
                  </a:lnTo>
                  <a:lnTo>
                    <a:pt x="210860" y="227816"/>
                  </a:lnTo>
                  <a:lnTo>
                    <a:pt x="211432" y="231964"/>
                  </a:lnTo>
                  <a:lnTo>
                    <a:pt x="209785" y="235141"/>
                  </a:lnTo>
                  <a:lnTo>
                    <a:pt x="207118" y="234631"/>
                  </a:lnTo>
                  <a:lnTo>
                    <a:pt x="206846" y="235154"/>
                  </a:lnTo>
                  <a:lnTo>
                    <a:pt x="205546" y="237655"/>
                  </a:lnTo>
                  <a:lnTo>
                    <a:pt x="203453" y="238244"/>
                  </a:lnTo>
                  <a:lnTo>
                    <a:pt x="203468" y="244015"/>
                  </a:lnTo>
                  <a:lnTo>
                    <a:pt x="199253" y="242561"/>
                  </a:lnTo>
                  <a:lnTo>
                    <a:pt x="197248" y="241213"/>
                  </a:lnTo>
                  <a:lnTo>
                    <a:pt x="194103" y="243849"/>
                  </a:lnTo>
                  <a:lnTo>
                    <a:pt x="196513" y="247223"/>
                  </a:lnTo>
                  <a:lnTo>
                    <a:pt x="196206" y="249460"/>
                  </a:lnTo>
                  <a:lnTo>
                    <a:pt x="195413" y="253653"/>
                  </a:lnTo>
                  <a:lnTo>
                    <a:pt x="199920" y="255703"/>
                  </a:lnTo>
                  <a:lnTo>
                    <a:pt x="192119" y="258166"/>
                  </a:lnTo>
                  <a:lnTo>
                    <a:pt x="192910" y="261478"/>
                  </a:lnTo>
                  <a:lnTo>
                    <a:pt x="194982" y="269272"/>
                  </a:lnTo>
                  <a:lnTo>
                    <a:pt x="188576" y="271156"/>
                  </a:lnTo>
                  <a:lnTo>
                    <a:pt x="185454" y="274068"/>
                  </a:lnTo>
                  <a:lnTo>
                    <a:pt x="184159" y="275568"/>
                  </a:lnTo>
                  <a:lnTo>
                    <a:pt x="181760" y="278345"/>
                  </a:lnTo>
                  <a:lnTo>
                    <a:pt x="181913" y="284223"/>
                  </a:lnTo>
                  <a:lnTo>
                    <a:pt x="179839" y="285701"/>
                  </a:lnTo>
                  <a:lnTo>
                    <a:pt x="176736" y="279994"/>
                  </a:lnTo>
                  <a:lnTo>
                    <a:pt x="171053" y="284169"/>
                  </a:lnTo>
                  <a:lnTo>
                    <a:pt x="166717" y="289103"/>
                  </a:lnTo>
                  <a:lnTo>
                    <a:pt x="163240" y="285534"/>
                  </a:lnTo>
                  <a:lnTo>
                    <a:pt x="159773" y="281859"/>
                  </a:lnTo>
                  <a:lnTo>
                    <a:pt x="161483" y="278334"/>
                  </a:lnTo>
                  <a:lnTo>
                    <a:pt x="159568" y="277163"/>
                  </a:lnTo>
                  <a:lnTo>
                    <a:pt x="155929" y="274935"/>
                  </a:lnTo>
                  <a:lnTo>
                    <a:pt x="151599" y="275602"/>
                  </a:lnTo>
                  <a:lnTo>
                    <a:pt x="150402" y="275785"/>
                  </a:lnTo>
                  <a:lnTo>
                    <a:pt x="151615" y="281271"/>
                  </a:lnTo>
                  <a:lnTo>
                    <a:pt x="151766" y="285213"/>
                  </a:lnTo>
                  <a:lnTo>
                    <a:pt x="155935" y="288401"/>
                  </a:lnTo>
                  <a:lnTo>
                    <a:pt x="155144" y="292512"/>
                  </a:lnTo>
                  <a:lnTo>
                    <a:pt x="157621" y="294710"/>
                  </a:lnTo>
                  <a:lnTo>
                    <a:pt x="156789" y="298203"/>
                  </a:lnTo>
                  <a:lnTo>
                    <a:pt x="153584" y="299290"/>
                  </a:lnTo>
                  <a:lnTo>
                    <a:pt x="151064" y="300244"/>
                  </a:lnTo>
                  <a:lnTo>
                    <a:pt x="150688" y="305746"/>
                  </a:lnTo>
                  <a:lnTo>
                    <a:pt x="149056" y="306664"/>
                  </a:lnTo>
                  <a:lnTo>
                    <a:pt x="148194" y="310793"/>
                  </a:lnTo>
                  <a:lnTo>
                    <a:pt x="146568" y="313658"/>
                  </a:lnTo>
                  <a:lnTo>
                    <a:pt x="142667" y="309380"/>
                  </a:lnTo>
                  <a:lnTo>
                    <a:pt x="140342" y="307841"/>
                  </a:lnTo>
                  <a:lnTo>
                    <a:pt x="139194" y="307080"/>
                  </a:lnTo>
                  <a:lnTo>
                    <a:pt x="138617" y="310524"/>
                  </a:lnTo>
                  <a:lnTo>
                    <a:pt x="138131" y="312020"/>
                  </a:lnTo>
                  <a:lnTo>
                    <a:pt x="136685" y="319513"/>
                  </a:lnTo>
                  <a:lnTo>
                    <a:pt x="133725" y="320361"/>
                  </a:lnTo>
                  <a:lnTo>
                    <a:pt x="132808" y="322463"/>
                  </a:lnTo>
                  <a:lnTo>
                    <a:pt x="129262" y="325771"/>
                  </a:lnTo>
                  <a:lnTo>
                    <a:pt x="126911" y="327461"/>
                  </a:lnTo>
                  <a:lnTo>
                    <a:pt x="125799" y="328259"/>
                  </a:lnTo>
                  <a:lnTo>
                    <a:pt x="125205" y="333153"/>
                  </a:lnTo>
                  <a:lnTo>
                    <a:pt x="122626" y="335702"/>
                  </a:lnTo>
                  <a:lnTo>
                    <a:pt x="121965" y="338536"/>
                  </a:lnTo>
                  <a:lnTo>
                    <a:pt x="120604" y="338748"/>
                  </a:lnTo>
                  <a:lnTo>
                    <a:pt x="118477" y="334404"/>
                  </a:lnTo>
                  <a:lnTo>
                    <a:pt x="116774" y="334353"/>
                  </a:lnTo>
                  <a:lnTo>
                    <a:pt x="114874" y="334296"/>
                  </a:lnTo>
                  <a:lnTo>
                    <a:pt x="111905" y="338423"/>
                  </a:lnTo>
                  <a:lnTo>
                    <a:pt x="111959" y="341658"/>
                  </a:lnTo>
                  <a:lnTo>
                    <a:pt x="107794" y="342989"/>
                  </a:lnTo>
                  <a:lnTo>
                    <a:pt x="107664" y="347011"/>
                  </a:lnTo>
                  <a:lnTo>
                    <a:pt x="103386" y="348431"/>
                  </a:lnTo>
                  <a:lnTo>
                    <a:pt x="103007" y="351407"/>
                  </a:lnTo>
                  <a:lnTo>
                    <a:pt x="103003" y="356081"/>
                  </a:lnTo>
                  <a:lnTo>
                    <a:pt x="104863" y="359085"/>
                  </a:lnTo>
                  <a:lnTo>
                    <a:pt x="103133" y="361487"/>
                  </a:lnTo>
                  <a:lnTo>
                    <a:pt x="99116" y="364249"/>
                  </a:lnTo>
                  <a:lnTo>
                    <a:pt x="98064" y="364581"/>
                  </a:lnTo>
                  <a:lnTo>
                    <a:pt x="96721" y="365005"/>
                  </a:lnTo>
                  <a:lnTo>
                    <a:pt x="96609" y="369075"/>
                  </a:lnTo>
                  <a:lnTo>
                    <a:pt x="100895" y="370118"/>
                  </a:lnTo>
                  <a:lnTo>
                    <a:pt x="99004" y="375213"/>
                  </a:lnTo>
                  <a:lnTo>
                    <a:pt x="98710" y="380270"/>
                  </a:lnTo>
                  <a:lnTo>
                    <a:pt x="96450" y="383140"/>
                  </a:lnTo>
                  <a:lnTo>
                    <a:pt x="93308" y="384002"/>
                  </a:lnTo>
                  <a:lnTo>
                    <a:pt x="91875" y="386673"/>
                  </a:lnTo>
                  <a:lnTo>
                    <a:pt x="91634" y="391704"/>
                  </a:lnTo>
                  <a:lnTo>
                    <a:pt x="93669" y="395516"/>
                  </a:lnTo>
                  <a:lnTo>
                    <a:pt x="94266" y="400853"/>
                  </a:lnTo>
                  <a:lnTo>
                    <a:pt x="93607" y="403863"/>
                  </a:lnTo>
                  <a:lnTo>
                    <a:pt x="92840" y="409720"/>
                  </a:lnTo>
                  <a:lnTo>
                    <a:pt x="91114" y="411950"/>
                  </a:lnTo>
                  <a:lnTo>
                    <a:pt x="87403" y="411460"/>
                  </a:lnTo>
                  <a:lnTo>
                    <a:pt x="82369" y="409279"/>
                  </a:lnTo>
                  <a:lnTo>
                    <a:pt x="81687" y="408983"/>
                  </a:lnTo>
                  <a:lnTo>
                    <a:pt x="80339" y="404683"/>
                  </a:lnTo>
                  <a:lnTo>
                    <a:pt x="79880" y="401282"/>
                  </a:lnTo>
                  <a:lnTo>
                    <a:pt x="74775" y="398206"/>
                  </a:lnTo>
                  <a:lnTo>
                    <a:pt x="70098" y="394801"/>
                  </a:lnTo>
                  <a:lnTo>
                    <a:pt x="64994" y="391866"/>
                  </a:lnTo>
                  <a:lnTo>
                    <a:pt x="64327" y="387075"/>
                  </a:lnTo>
                  <a:lnTo>
                    <a:pt x="62671" y="380046"/>
                  </a:lnTo>
                  <a:lnTo>
                    <a:pt x="61215" y="377708"/>
                  </a:lnTo>
                  <a:lnTo>
                    <a:pt x="59778" y="375400"/>
                  </a:lnTo>
                  <a:lnTo>
                    <a:pt x="55253" y="364692"/>
                  </a:lnTo>
                  <a:lnTo>
                    <a:pt x="52133" y="357129"/>
                  </a:lnTo>
                  <a:lnTo>
                    <a:pt x="50564" y="353326"/>
                  </a:lnTo>
                  <a:lnTo>
                    <a:pt x="42134" y="332406"/>
                  </a:lnTo>
                  <a:lnTo>
                    <a:pt x="36617" y="318726"/>
                  </a:lnTo>
                  <a:lnTo>
                    <a:pt x="35728" y="316585"/>
                  </a:lnTo>
                  <a:lnTo>
                    <a:pt x="35149" y="315193"/>
                  </a:lnTo>
                  <a:lnTo>
                    <a:pt x="28377" y="298916"/>
                  </a:lnTo>
                  <a:lnTo>
                    <a:pt x="20301" y="279499"/>
                  </a:lnTo>
                  <a:lnTo>
                    <a:pt x="10946" y="2579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445909" y="2737608"/>
              <a:ext cx="19056" cy="12607"/>
            </a:xfrm>
            <a:custGeom>
              <a:avLst/>
              <a:pathLst>
                <a:path w="19056" h="12607">
                  <a:moveTo>
                    <a:pt x="1469" y="0"/>
                  </a:moveTo>
                  <a:lnTo>
                    <a:pt x="8439" y="4551"/>
                  </a:lnTo>
                  <a:lnTo>
                    <a:pt x="14782" y="5882"/>
                  </a:lnTo>
                  <a:lnTo>
                    <a:pt x="19056" y="7544"/>
                  </a:lnTo>
                  <a:lnTo>
                    <a:pt x="17539" y="11815"/>
                  </a:lnTo>
                  <a:lnTo>
                    <a:pt x="12106" y="12607"/>
                  </a:lnTo>
                  <a:lnTo>
                    <a:pt x="4650" y="7249"/>
                  </a:lnTo>
                  <a:lnTo>
                    <a:pt x="0" y="3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385056" y="2752682"/>
              <a:ext cx="19125" cy="23432"/>
            </a:xfrm>
            <a:custGeom>
              <a:avLst/>
              <a:pathLst>
                <a:path w="19125" h="23432">
                  <a:moveTo>
                    <a:pt x="0" y="10767"/>
                  </a:moveTo>
                  <a:lnTo>
                    <a:pt x="2884" y="9620"/>
                  </a:lnTo>
                  <a:lnTo>
                    <a:pt x="9152" y="735"/>
                  </a:lnTo>
                  <a:lnTo>
                    <a:pt x="19125" y="0"/>
                  </a:lnTo>
                  <a:lnTo>
                    <a:pt x="18930" y="4377"/>
                  </a:lnTo>
                  <a:lnTo>
                    <a:pt x="13739" y="20759"/>
                  </a:lnTo>
                  <a:lnTo>
                    <a:pt x="10975" y="23432"/>
                  </a:lnTo>
                  <a:lnTo>
                    <a:pt x="7086" y="22902"/>
                  </a:lnTo>
                  <a:lnTo>
                    <a:pt x="901" y="140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368891" y="2817044"/>
              <a:ext cx="10436" cy="15076"/>
            </a:xfrm>
            <a:custGeom>
              <a:avLst/>
              <a:pathLst>
                <a:path w="10436" h="15076">
                  <a:moveTo>
                    <a:pt x="409" y="11089"/>
                  </a:moveTo>
                  <a:lnTo>
                    <a:pt x="4343" y="0"/>
                  </a:lnTo>
                  <a:lnTo>
                    <a:pt x="7808" y="151"/>
                  </a:lnTo>
                  <a:lnTo>
                    <a:pt x="10436" y="2527"/>
                  </a:lnTo>
                  <a:lnTo>
                    <a:pt x="9906" y="7676"/>
                  </a:lnTo>
                  <a:lnTo>
                    <a:pt x="4644" y="15076"/>
                  </a:lnTo>
                  <a:lnTo>
                    <a:pt x="0" y="147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360648" y="2748500"/>
              <a:ext cx="272962" cy="371551"/>
            </a:xfrm>
            <a:custGeom>
              <a:avLst/>
              <a:pathLst>
                <a:path w="272962" h="371551">
                  <a:moveTo>
                    <a:pt x="12572" y="371551"/>
                  </a:moveTo>
                  <a:lnTo>
                    <a:pt x="20000" y="363646"/>
                  </a:lnTo>
                  <a:lnTo>
                    <a:pt x="24976" y="355445"/>
                  </a:lnTo>
                  <a:lnTo>
                    <a:pt x="27774" y="344281"/>
                  </a:lnTo>
                  <a:lnTo>
                    <a:pt x="28843" y="339994"/>
                  </a:lnTo>
                  <a:lnTo>
                    <a:pt x="30384" y="335294"/>
                  </a:lnTo>
                  <a:lnTo>
                    <a:pt x="35224" y="324794"/>
                  </a:lnTo>
                  <a:lnTo>
                    <a:pt x="35715" y="323726"/>
                  </a:lnTo>
                  <a:lnTo>
                    <a:pt x="38285" y="310776"/>
                  </a:lnTo>
                  <a:lnTo>
                    <a:pt x="38405" y="308550"/>
                  </a:lnTo>
                  <a:lnTo>
                    <a:pt x="38983" y="297691"/>
                  </a:lnTo>
                  <a:lnTo>
                    <a:pt x="38362" y="288443"/>
                  </a:lnTo>
                  <a:lnTo>
                    <a:pt x="37822" y="278025"/>
                  </a:lnTo>
                  <a:lnTo>
                    <a:pt x="37738" y="277615"/>
                  </a:lnTo>
                  <a:lnTo>
                    <a:pt x="35679" y="267504"/>
                  </a:lnTo>
                  <a:lnTo>
                    <a:pt x="33427" y="258669"/>
                  </a:lnTo>
                  <a:lnTo>
                    <a:pt x="30268" y="250726"/>
                  </a:lnTo>
                  <a:lnTo>
                    <a:pt x="28551" y="247902"/>
                  </a:lnTo>
                  <a:lnTo>
                    <a:pt x="24786" y="241700"/>
                  </a:lnTo>
                  <a:lnTo>
                    <a:pt x="22075" y="237724"/>
                  </a:lnTo>
                  <a:lnTo>
                    <a:pt x="16985" y="230246"/>
                  </a:lnTo>
                  <a:lnTo>
                    <a:pt x="13083" y="222563"/>
                  </a:lnTo>
                  <a:lnTo>
                    <a:pt x="11583" y="219223"/>
                  </a:lnTo>
                  <a:lnTo>
                    <a:pt x="9983" y="215659"/>
                  </a:lnTo>
                  <a:lnTo>
                    <a:pt x="5732" y="209410"/>
                  </a:lnTo>
                  <a:lnTo>
                    <a:pt x="4300" y="205093"/>
                  </a:lnTo>
                  <a:lnTo>
                    <a:pt x="5426" y="200089"/>
                  </a:lnTo>
                  <a:lnTo>
                    <a:pt x="8435" y="193080"/>
                  </a:lnTo>
                  <a:lnTo>
                    <a:pt x="8345" y="188828"/>
                  </a:lnTo>
                  <a:lnTo>
                    <a:pt x="8305" y="186937"/>
                  </a:lnTo>
                  <a:lnTo>
                    <a:pt x="6152" y="180403"/>
                  </a:lnTo>
                  <a:lnTo>
                    <a:pt x="4446" y="175976"/>
                  </a:lnTo>
                  <a:lnTo>
                    <a:pt x="1322" y="171963"/>
                  </a:lnTo>
                  <a:lnTo>
                    <a:pt x="0" y="168958"/>
                  </a:lnTo>
                  <a:lnTo>
                    <a:pt x="4356" y="162725"/>
                  </a:lnTo>
                  <a:lnTo>
                    <a:pt x="6098" y="157177"/>
                  </a:lnTo>
                  <a:lnTo>
                    <a:pt x="7594" y="152398"/>
                  </a:lnTo>
                  <a:lnTo>
                    <a:pt x="11007" y="141477"/>
                  </a:lnTo>
                  <a:lnTo>
                    <a:pt x="11221" y="136476"/>
                  </a:lnTo>
                  <a:lnTo>
                    <a:pt x="10198" y="129335"/>
                  </a:lnTo>
                  <a:lnTo>
                    <a:pt x="10408" y="126150"/>
                  </a:lnTo>
                  <a:lnTo>
                    <a:pt x="10693" y="121779"/>
                  </a:lnTo>
                  <a:lnTo>
                    <a:pt x="7455" y="115080"/>
                  </a:lnTo>
                  <a:lnTo>
                    <a:pt x="7038" y="110605"/>
                  </a:lnTo>
                  <a:lnTo>
                    <a:pt x="11998" y="107148"/>
                  </a:lnTo>
                  <a:lnTo>
                    <a:pt x="16142" y="105240"/>
                  </a:lnTo>
                  <a:lnTo>
                    <a:pt x="16243" y="101935"/>
                  </a:lnTo>
                  <a:lnTo>
                    <a:pt x="16361" y="98059"/>
                  </a:lnTo>
                  <a:lnTo>
                    <a:pt x="15451" y="90230"/>
                  </a:lnTo>
                  <a:lnTo>
                    <a:pt x="20313" y="89813"/>
                  </a:lnTo>
                  <a:lnTo>
                    <a:pt x="22323" y="83865"/>
                  </a:lnTo>
                  <a:lnTo>
                    <a:pt x="27491" y="85687"/>
                  </a:lnTo>
                  <a:lnTo>
                    <a:pt x="31374" y="81442"/>
                  </a:lnTo>
                  <a:lnTo>
                    <a:pt x="32313" y="74726"/>
                  </a:lnTo>
                  <a:lnTo>
                    <a:pt x="35638" y="70425"/>
                  </a:lnTo>
                  <a:lnTo>
                    <a:pt x="37333" y="63131"/>
                  </a:lnTo>
                  <a:lnTo>
                    <a:pt x="41678" y="58783"/>
                  </a:lnTo>
                  <a:lnTo>
                    <a:pt x="43388" y="61466"/>
                  </a:lnTo>
                  <a:lnTo>
                    <a:pt x="43372" y="73413"/>
                  </a:lnTo>
                  <a:lnTo>
                    <a:pt x="44298" y="74729"/>
                  </a:lnTo>
                  <a:lnTo>
                    <a:pt x="47256" y="78933"/>
                  </a:lnTo>
                  <a:lnTo>
                    <a:pt x="49712" y="76961"/>
                  </a:lnTo>
                  <a:lnTo>
                    <a:pt x="51968" y="74260"/>
                  </a:lnTo>
                  <a:lnTo>
                    <a:pt x="54580" y="71128"/>
                  </a:lnTo>
                  <a:lnTo>
                    <a:pt x="54550" y="66190"/>
                  </a:lnTo>
                  <a:lnTo>
                    <a:pt x="52467" y="59482"/>
                  </a:lnTo>
                  <a:lnTo>
                    <a:pt x="52204" y="57136"/>
                  </a:lnTo>
                  <a:lnTo>
                    <a:pt x="51581" y="51599"/>
                  </a:lnTo>
                  <a:lnTo>
                    <a:pt x="55490" y="46801"/>
                  </a:lnTo>
                  <a:lnTo>
                    <a:pt x="60701" y="41876"/>
                  </a:lnTo>
                  <a:lnTo>
                    <a:pt x="66726" y="40530"/>
                  </a:lnTo>
                  <a:lnTo>
                    <a:pt x="69195" y="39976"/>
                  </a:lnTo>
                  <a:lnTo>
                    <a:pt x="74764" y="37860"/>
                  </a:lnTo>
                  <a:lnTo>
                    <a:pt x="76991" y="34411"/>
                  </a:lnTo>
                  <a:lnTo>
                    <a:pt x="72580" y="33491"/>
                  </a:lnTo>
                  <a:lnTo>
                    <a:pt x="68853" y="33540"/>
                  </a:lnTo>
                  <a:lnTo>
                    <a:pt x="63371" y="26968"/>
                  </a:lnTo>
                  <a:lnTo>
                    <a:pt x="61975" y="22987"/>
                  </a:lnTo>
                  <a:lnTo>
                    <a:pt x="64328" y="16236"/>
                  </a:lnTo>
                  <a:lnTo>
                    <a:pt x="68989" y="11162"/>
                  </a:lnTo>
                  <a:lnTo>
                    <a:pt x="65174" y="5259"/>
                  </a:lnTo>
                  <a:lnTo>
                    <a:pt x="74131" y="4296"/>
                  </a:lnTo>
                  <a:lnTo>
                    <a:pt x="79145" y="0"/>
                  </a:lnTo>
                  <a:lnTo>
                    <a:pt x="81712" y="294"/>
                  </a:lnTo>
                  <a:lnTo>
                    <a:pt x="82557" y="391"/>
                  </a:lnTo>
                  <a:lnTo>
                    <a:pt x="93774" y="5299"/>
                  </a:lnTo>
                  <a:lnTo>
                    <a:pt x="100031" y="8214"/>
                  </a:lnTo>
                  <a:lnTo>
                    <a:pt x="102616" y="6179"/>
                  </a:lnTo>
                  <a:lnTo>
                    <a:pt x="107730" y="5623"/>
                  </a:lnTo>
                  <a:lnTo>
                    <a:pt x="115476" y="7506"/>
                  </a:lnTo>
                  <a:lnTo>
                    <a:pt x="116446" y="7741"/>
                  </a:lnTo>
                  <a:lnTo>
                    <a:pt x="121721" y="12506"/>
                  </a:lnTo>
                  <a:lnTo>
                    <a:pt x="124577" y="17259"/>
                  </a:lnTo>
                  <a:lnTo>
                    <a:pt x="130529" y="16610"/>
                  </a:lnTo>
                  <a:lnTo>
                    <a:pt x="135946" y="15995"/>
                  </a:lnTo>
                  <a:lnTo>
                    <a:pt x="140899" y="19522"/>
                  </a:lnTo>
                  <a:lnTo>
                    <a:pt x="150231" y="21117"/>
                  </a:lnTo>
                  <a:lnTo>
                    <a:pt x="156884" y="23669"/>
                  </a:lnTo>
                  <a:lnTo>
                    <a:pt x="163448" y="22006"/>
                  </a:lnTo>
                  <a:lnTo>
                    <a:pt x="171134" y="27744"/>
                  </a:lnTo>
                  <a:lnTo>
                    <a:pt x="170728" y="32062"/>
                  </a:lnTo>
                  <a:lnTo>
                    <a:pt x="172332" y="33530"/>
                  </a:lnTo>
                  <a:lnTo>
                    <a:pt x="177704" y="38439"/>
                  </a:lnTo>
                  <a:lnTo>
                    <a:pt x="182755" y="47556"/>
                  </a:lnTo>
                  <a:lnTo>
                    <a:pt x="178009" y="47234"/>
                  </a:lnTo>
                  <a:lnTo>
                    <a:pt x="173938" y="45497"/>
                  </a:lnTo>
                  <a:lnTo>
                    <a:pt x="171704" y="47702"/>
                  </a:lnTo>
                  <a:lnTo>
                    <a:pt x="172991" y="52025"/>
                  </a:lnTo>
                  <a:lnTo>
                    <a:pt x="173863" y="57165"/>
                  </a:lnTo>
                  <a:lnTo>
                    <a:pt x="180038" y="60790"/>
                  </a:lnTo>
                  <a:lnTo>
                    <a:pt x="182091" y="60862"/>
                  </a:lnTo>
                  <a:lnTo>
                    <a:pt x="182742" y="62703"/>
                  </a:lnTo>
                  <a:lnTo>
                    <a:pt x="185705" y="71087"/>
                  </a:lnTo>
                  <a:lnTo>
                    <a:pt x="188165" y="76791"/>
                  </a:lnTo>
                  <a:lnTo>
                    <a:pt x="187324" y="84225"/>
                  </a:lnTo>
                  <a:lnTo>
                    <a:pt x="188909" y="92624"/>
                  </a:lnTo>
                  <a:lnTo>
                    <a:pt x="189328" y="94841"/>
                  </a:lnTo>
                  <a:lnTo>
                    <a:pt x="190877" y="108296"/>
                  </a:lnTo>
                  <a:lnTo>
                    <a:pt x="187471" y="111806"/>
                  </a:lnTo>
                  <a:lnTo>
                    <a:pt x="185618" y="115473"/>
                  </a:lnTo>
                  <a:lnTo>
                    <a:pt x="180668" y="116844"/>
                  </a:lnTo>
                  <a:lnTo>
                    <a:pt x="179951" y="125806"/>
                  </a:lnTo>
                  <a:lnTo>
                    <a:pt x="179895" y="126504"/>
                  </a:lnTo>
                  <a:lnTo>
                    <a:pt x="180627" y="135266"/>
                  </a:lnTo>
                  <a:lnTo>
                    <a:pt x="175117" y="138232"/>
                  </a:lnTo>
                  <a:lnTo>
                    <a:pt x="175110" y="142510"/>
                  </a:lnTo>
                  <a:lnTo>
                    <a:pt x="169353" y="143999"/>
                  </a:lnTo>
                  <a:lnTo>
                    <a:pt x="164761" y="147138"/>
                  </a:lnTo>
                  <a:lnTo>
                    <a:pt x="163691" y="152050"/>
                  </a:lnTo>
                  <a:lnTo>
                    <a:pt x="163380" y="153479"/>
                  </a:lnTo>
                  <a:lnTo>
                    <a:pt x="164205" y="163740"/>
                  </a:lnTo>
                  <a:lnTo>
                    <a:pt x="163785" y="167589"/>
                  </a:lnTo>
                  <a:lnTo>
                    <a:pt x="167214" y="172514"/>
                  </a:lnTo>
                  <a:lnTo>
                    <a:pt x="172856" y="171267"/>
                  </a:lnTo>
                  <a:lnTo>
                    <a:pt x="179094" y="174527"/>
                  </a:lnTo>
                  <a:lnTo>
                    <a:pt x="181422" y="176004"/>
                  </a:lnTo>
                  <a:lnTo>
                    <a:pt x="182607" y="176755"/>
                  </a:lnTo>
                  <a:lnTo>
                    <a:pt x="190686" y="162227"/>
                  </a:lnTo>
                  <a:lnTo>
                    <a:pt x="190872" y="161161"/>
                  </a:lnTo>
                  <a:lnTo>
                    <a:pt x="191658" y="156640"/>
                  </a:lnTo>
                  <a:lnTo>
                    <a:pt x="192940" y="148132"/>
                  </a:lnTo>
                  <a:lnTo>
                    <a:pt x="193897" y="144827"/>
                  </a:lnTo>
                  <a:lnTo>
                    <a:pt x="201246" y="141649"/>
                  </a:lnTo>
                  <a:lnTo>
                    <a:pt x="201890" y="138319"/>
                  </a:lnTo>
                  <a:lnTo>
                    <a:pt x="209311" y="134985"/>
                  </a:lnTo>
                  <a:lnTo>
                    <a:pt x="214320" y="131887"/>
                  </a:lnTo>
                  <a:lnTo>
                    <a:pt x="215135" y="129060"/>
                  </a:lnTo>
                  <a:lnTo>
                    <a:pt x="220558" y="125717"/>
                  </a:lnTo>
                  <a:lnTo>
                    <a:pt x="229706" y="127899"/>
                  </a:lnTo>
                  <a:lnTo>
                    <a:pt x="236189" y="133253"/>
                  </a:lnTo>
                  <a:lnTo>
                    <a:pt x="243016" y="142312"/>
                  </a:lnTo>
                  <a:lnTo>
                    <a:pt x="246017" y="149902"/>
                  </a:lnTo>
                  <a:lnTo>
                    <a:pt x="247279" y="154073"/>
                  </a:lnTo>
                  <a:lnTo>
                    <a:pt x="250067" y="163290"/>
                  </a:lnTo>
                  <a:lnTo>
                    <a:pt x="256321" y="176265"/>
                  </a:lnTo>
                  <a:lnTo>
                    <a:pt x="260990" y="193007"/>
                  </a:lnTo>
                  <a:lnTo>
                    <a:pt x="263088" y="197645"/>
                  </a:lnTo>
                  <a:lnTo>
                    <a:pt x="265550" y="203087"/>
                  </a:lnTo>
                  <a:lnTo>
                    <a:pt x="271695" y="210476"/>
                  </a:lnTo>
                  <a:lnTo>
                    <a:pt x="271894" y="215263"/>
                  </a:lnTo>
                  <a:lnTo>
                    <a:pt x="270507" y="221389"/>
                  </a:lnTo>
                  <a:lnTo>
                    <a:pt x="272962" y="232171"/>
                  </a:lnTo>
                  <a:lnTo>
                    <a:pt x="272587" y="243490"/>
                  </a:lnTo>
                  <a:lnTo>
                    <a:pt x="269461" y="251678"/>
                  </a:lnTo>
                  <a:lnTo>
                    <a:pt x="264071" y="255719"/>
                  </a:lnTo>
                  <a:lnTo>
                    <a:pt x="260573" y="247566"/>
                  </a:lnTo>
                  <a:lnTo>
                    <a:pt x="264024" y="243201"/>
                  </a:lnTo>
                  <a:lnTo>
                    <a:pt x="259495" y="242898"/>
                  </a:lnTo>
                  <a:lnTo>
                    <a:pt x="254487" y="248120"/>
                  </a:lnTo>
                  <a:lnTo>
                    <a:pt x="257213" y="250189"/>
                  </a:lnTo>
                  <a:lnTo>
                    <a:pt x="258486" y="253124"/>
                  </a:lnTo>
                  <a:lnTo>
                    <a:pt x="252399" y="256458"/>
                  </a:lnTo>
                  <a:lnTo>
                    <a:pt x="253331" y="264457"/>
                  </a:lnTo>
                  <a:lnTo>
                    <a:pt x="251715" y="273700"/>
                  </a:lnTo>
                  <a:lnTo>
                    <a:pt x="247988" y="276260"/>
                  </a:lnTo>
                  <a:lnTo>
                    <a:pt x="241928" y="281350"/>
                  </a:lnTo>
                  <a:lnTo>
                    <a:pt x="241667" y="289440"/>
                  </a:lnTo>
                  <a:lnTo>
                    <a:pt x="241589" y="291803"/>
                  </a:lnTo>
                  <a:lnTo>
                    <a:pt x="243130" y="299269"/>
                  </a:lnTo>
                  <a:lnTo>
                    <a:pt x="240461" y="303058"/>
                  </a:lnTo>
                  <a:lnTo>
                    <a:pt x="240197" y="304834"/>
                  </a:lnTo>
                  <a:lnTo>
                    <a:pt x="239580" y="308969"/>
                  </a:lnTo>
                  <a:lnTo>
                    <a:pt x="237099" y="313940"/>
                  </a:lnTo>
                  <a:lnTo>
                    <a:pt x="233753" y="315902"/>
                  </a:lnTo>
                  <a:lnTo>
                    <a:pt x="233541" y="319991"/>
                  </a:lnTo>
                  <a:lnTo>
                    <a:pt x="230529" y="323041"/>
                  </a:lnTo>
                  <a:lnTo>
                    <a:pt x="228395" y="327464"/>
                  </a:lnTo>
                  <a:lnTo>
                    <a:pt x="230677" y="333095"/>
                  </a:lnTo>
                  <a:lnTo>
                    <a:pt x="228919" y="334184"/>
                  </a:lnTo>
                  <a:lnTo>
                    <a:pt x="209341" y="338992"/>
                  </a:lnTo>
                  <a:lnTo>
                    <a:pt x="201913" y="340787"/>
                  </a:lnTo>
                  <a:lnTo>
                    <a:pt x="185806" y="344639"/>
                  </a:lnTo>
                  <a:lnTo>
                    <a:pt x="171454" y="347981"/>
                  </a:lnTo>
                  <a:lnTo>
                    <a:pt x="168968" y="348556"/>
                  </a:lnTo>
                  <a:lnTo>
                    <a:pt x="166521" y="349120"/>
                  </a:lnTo>
                  <a:lnTo>
                    <a:pt x="143103" y="354375"/>
                  </a:lnTo>
                  <a:lnTo>
                    <a:pt x="142110" y="348824"/>
                  </a:lnTo>
                  <a:lnTo>
                    <a:pt x="140879" y="349058"/>
                  </a:lnTo>
                  <a:lnTo>
                    <a:pt x="117091" y="353506"/>
                  </a:lnTo>
                  <a:lnTo>
                    <a:pt x="114781" y="353932"/>
                  </a:lnTo>
                  <a:lnTo>
                    <a:pt x="110981" y="354633"/>
                  </a:lnTo>
                  <a:lnTo>
                    <a:pt x="87425" y="358915"/>
                  </a:lnTo>
                  <a:lnTo>
                    <a:pt x="78985" y="360422"/>
                  </a:lnTo>
                  <a:lnTo>
                    <a:pt x="61570" y="363399"/>
                  </a:lnTo>
                  <a:lnTo>
                    <a:pt x="51063" y="365166"/>
                  </a:lnTo>
                  <a:lnTo>
                    <a:pt x="33355" y="368190"/>
                  </a:lnTo>
                  <a:lnTo>
                    <a:pt x="31912" y="368429"/>
                  </a:lnTo>
                  <a:lnTo>
                    <a:pt x="24464" y="369654"/>
                  </a:lnTo>
                  <a:lnTo>
                    <a:pt x="20627" y="3702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5145664" y="2575063"/>
              <a:ext cx="44292" cy="39603"/>
            </a:xfrm>
            <a:custGeom>
              <a:avLst/>
              <a:pathLst>
                <a:path w="44292" h="39603">
                  <a:moveTo>
                    <a:pt x="1582" y="32799"/>
                  </a:moveTo>
                  <a:lnTo>
                    <a:pt x="3704" y="30121"/>
                  </a:lnTo>
                  <a:lnTo>
                    <a:pt x="12331" y="23839"/>
                  </a:lnTo>
                  <a:lnTo>
                    <a:pt x="16481" y="20862"/>
                  </a:lnTo>
                  <a:lnTo>
                    <a:pt x="19025" y="19160"/>
                  </a:lnTo>
                  <a:lnTo>
                    <a:pt x="23238" y="16595"/>
                  </a:lnTo>
                  <a:lnTo>
                    <a:pt x="27755" y="11972"/>
                  </a:lnTo>
                  <a:lnTo>
                    <a:pt x="32727" y="7145"/>
                  </a:lnTo>
                  <a:lnTo>
                    <a:pt x="37284" y="4129"/>
                  </a:lnTo>
                  <a:lnTo>
                    <a:pt x="43849" y="0"/>
                  </a:lnTo>
                  <a:lnTo>
                    <a:pt x="44292" y="3829"/>
                  </a:lnTo>
                  <a:lnTo>
                    <a:pt x="38023" y="10479"/>
                  </a:lnTo>
                  <a:lnTo>
                    <a:pt x="37150" y="16049"/>
                  </a:lnTo>
                  <a:lnTo>
                    <a:pt x="29663" y="21170"/>
                  </a:lnTo>
                  <a:lnTo>
                    <a:pt x="22253" y="24863"/>
                  </a:lnTo>
                  <a:lnTo>
                    <a:pt x="20387" y="30856"/>
                  </a:lnTo>
                  <a:lnTo>
                    <a:pt x="12493" y="35938"/>
                  </a:lnTo>
                  <a:lnTo>
                    <a:pt x="6295" y="39603"/>
                  </a:lnTo>
                  <a:lnTo>
                    <a:pt x="3415" y="37673"/>
                  </a:lnTo>
                  <a:lnTo>
                    <a:pt x="0" y="358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5091946" y="2633636"/>
              <a:ext cx="421145" cy="204503"/>
            </a:xfrm>
            <a:custGeom>
              <a:avLst/>
              <a:pathLst>
                <a:path w="421145" h="204503">
                  <a:moveTo>
                    <a:pt x="0" y="100046"/>
                  </a:moveTo>
                  <a:lnTo>
                    <a:pt x="4959" y="95766"/>
                  </a:lnTo>
                  <a:lnTo>
                    <a:pt x="10147" y="93654"/>
                  </a:lnTo>
                  <a:lnTo>
                    <a:pt x="21122" y="88426"/>
                  </a:lnTo>
                  <a:lnTo>
                    <a:pt x="27879" y="81204"/>
                  </a:lnTo>
                  <a:lnTo>
                    <a:pt x="29627" y="78757"/>
                  </a:lnTo>
                  <a:lnTo>
                    <a:pt x="32306" y="75003"/>
                  </a:lnTo>
                  <a:lnTo>
                    <a:pt x="38636" y="71858"/>
                  </a:lnTo>
                  <a:lnTo>
                    <a:pt x="43323" y="71700"/>
                  </a:lnTo>
                  <a:lnTo>
                    <a:pt x="47546" y="70573"/>
                  </a:lnTo>
                  <a:lnTo>
                    <a:pt x="51627" y="69172"/>
                  </a:lnTo>
                  <a:lnTo>
                    <a:pt x="56575" y="68308"/>
                  </a:lnTo>
                  <a:lnTo>
                    <a:pt x="66850" y="60820"/>
                  </a:lnTo>
                  <a:lnTo>
                    <a:pt x="71035" y="53880"/>
                  </a:lnTo>
                  <a:lnTo>
                    <a:pt x="77553" y="51543"/>
                  </a:lnTo>
                  <a:lnTo>
                    <a:pt x="81568" y="50335"/>
                  </a:lnTo>
                  <a:lnTo>
                    <a:pt x="82798" y="47939"/>
                  </a:lnTo>
                  <a:lnTo>
                    <a:pt x="83216" y="47122"/>
                  </a:lnTo>
                  <a:lnTo>
                    <a:pt x="84582" y="41752"/>
                  </a:lnTo>
                  <a:lnTo>
                    <a:pt x="88454" y="37589"/>
                  </a:lnTo>
                  <a:lnTo>
                    <a:pt x="94439" y="31116"/>
                  </a:lnTo>
                  <a:lnTo>
                    <a:pt x="100708" y="26890"/>
                  </a:lnTo>
                  <a:lnTo>
                    <a:pt x="104376" y="22479"/>
                  </a:lnTo>
                  <a:lnTo>
                    <a:pt x="104995" y="21733"/>
                  </a:lnTo>
                  <a:lnTo>
                    <a:pt x="108811" y="14284"/>
                  </a:lnTo>
                  <a:lnTo>
                    <a:pt x="115960" y="8688"/>
                  </a:lnTo>
                  <a:lnTo>
                    <a:pt x="119555" y="5816"/>
                  </a:lnTo>
                  <a:lnTo>
                    <a:pt x="127035" y="2902"/>
                  </a:lnTo>
                  <a:lnTo>
                    <a:pt x="136013" y="674"/>
                  </a:lnTo>
                  <a:lnTo>
                    <a:pt x="143563" y="0"/>
                  </a:lnTo>
                  <a:lnTo>
                    <a:pt x="150873" y="433"/>
                  </a:lnTo>
                  <a:lnTo>
                    <a:pt x="156479" y="2365"/>
                  </a:lnTo>
                  <a:lnTo>
                    <a:pt x="156197" y="5565"/>
                  </a:lnTo>
                  <a:lnTo>
                    <a:pt x="144717" y="7035"/>
                  </a:lnTo>
                  <a:lnTo>
                    <a:pt x="136482" y="8480"/>
                  </a:lnTo>
                  <a:lnTo>
                    <a:pt x="137107" y="13199"/>
                  </a:lnTo>
                  <a:lnTo>
                    <a:pt x="133220" y="16420"/>
                  </a:lnTo>
                  <a:lnTo>
                    <a:pt x="129105" y="21031"/>
                  </a:lnTo>
                  <a:lnTo>
                    <a:pt x="124078" y="26410"/>
                  </a:lnTo>
                  <a:lnTo>
                    <a:pt x="123837" y="27292"/>
                  </a:lnTo>
                  <a:lnTo>
                    <a:pt x="122307" y="32872"/>
                  </a:lnTo>
                  <a:lnTo>
                    <a:pt x="117179" y="38861"/>
                  </a:lnTo>
                  <a:lnTo>
                    <a:pt x="115474" y="45855"/>
                  </a:lnTo>
                  <a:lnTo>
                    <a:pt x="113104" y="51751"/>
                  </a:lnTo>
                  <a:lnTo>
                    <a:pt x="112396" y="53510"/>
                  </a:lnTo>
                  <a:lnTo>
                    <a:pt x="111992" y="60026"/>
                  </a:lnTo>
                  <a:lnTo>
                    <a:pt x="117938" y="57233"/>
                  </a:lnTo>
                  <a:lnTo>
                    <a:pt x="124772" y="51137"/>
                  </a:lnTo>
                  <a:lnTo>
                    <a:pt x="130232" y="47035"/>
                  </a:lnTo>
                  <a:lnTo>
                    <a:pt x="135496" y="50518"/>
                  </a:lnTo>
                  <a:lnTo>
                    <a:pt x="136731" y="50432"/>
                  </a:lnTo>
                  <a:lnTo>
                    <a:pt x="145343" y="49817"/>
                  </a:lnTo>
                  <a:lnTo>
                    <a:pt x="153069" y="51562"/>
                  </a:lnTo>
                  <a:lnTo>
                    <a:pt x="158843" y="53780"/>
                  </a:lnTo>
                  <a:lnTo>
                    <a:pt x="165071" y="58037"/>
                  </a:lnTo>
                  <a:lnTo>
                    <a:pt x="167235" y="63255"/>
                  </a:lnTo>
                  <a:lnTo>
                    <a:pt x="172392" y="68936"/>
                  </a:lnTo>
                  <a:lnTo>
                    <a:pt x="180518" y="73650"/>
                  </a:lnTo>
                  <a:lnTo>
                    <a:pt x="182412" y="79823"/>
                  </a:lnTo>
                  <a:lnTo>
                    <a:pt x="193928" y="78845"/>
                  </a:lnTo>
                  <a:lnTo>
                    <a:pt x="197290" y="77535"/>
                  </a:lnTo>
                  <a:lnTo>
                    <a:pt x="205267" y="74414"/>
                  </a:lnTo>
                  <a:lnTo>
                    <a:pt x="210478" y="78940"/>
                  </a:lnTo>
                  <a:lnTo>
                    <a:pt x="216222" y="79457"/>
                  </a:lnTo>
                  <a:lnTo>
                    <a:pt x="219402" y="76303"/>
                  </a:lnTo>
                  <a:lnTo>
                    <a:pt x="221524" y="69182"/>
                  </a:lnTo>
                  <a:lnTo>
                    <a:pt x="225880" y="70349"/>
                  </a:lnTo>
                  <a:lnTo>
                    <a:pt x="230689" y="73661"/>
                  </a:lnTo>
                  <a:lnTo>
                    <a:pt x="235524" y="67087"/>
                  </a:lnTo>
                  <a:lnTo>
                    <a:pt x="250058" y="55471"/>
                  </a:lnTo>
                  <a:lnTo>
                    <a:pt x="252704" y="53319"/>
                  </a:lnTo>
                  <a:lnTo>
                    <a:pt x="261143" y="51767"/>
                  </a:lnTo>
                  <a:lnTo>
                    <a:pt x="268633" y="49283"/>
                  </a:lnTo>
                  <a:lnTo>
                    <a:pt x="269985" y="48833"/>
                  </a:lnTo>
                  <a:lnTo>
                    <a:pt x="291264" y="45731"/>
                  </a:lnTo>
                  <a:lnTo>
                    <a:pt x="303336" y="36969"/>
                  </a:lnTo>
                  <a:lnTo>
                    <a:pt x="304414" y="36559"/>
                  </a:lnTo>
                  <a:lnTo>
                    <a:pt x="308094" y="35160"/>
                  </a:lnTo>
                  <a:lnTo>
                    <a:pt x="320177" y="32049"/>
                  </a:lnTo>
                  <a:lnTo>
                    <a:pt x="318054" y="41204"/>
                  </a:lnTo>
                  <a:lnTo>
                    <a:pt x="320108" y="51683"/>
                  </a:lnTo>
                  <a:lnTo>
                    <a:pt x="324801" y="57729"/>
                  </a:lnTo>
                  <a:lnTo>
                    <a:pt x="332131" y="57766"/>
                  </a:lnTo>
                  <a:lnTo>
                    <a:pt x="341778" y="53444"/>
                  </a:lnTo>
                  <a:lnTo>
                    <a:pt x="346455" y="55309"/>
                  </a:lnTo>
                  <a:lnTo>
                    <a:pt x="353489" y="55405"/>
                  </a:lnTo>
                  <a:lnTo>
                    <a:pt x="354903" y="52772"/>
                  </a:lnTo>
                  <a:lnTo>
                    <a:pt x="356761" y="49310"/>
                  </a:lnTo>
                  <a:lnTo>
                    <a:pt x="364397" y="48538"/>
                  </a:lnTo>
                  <a:lnTo>
                    <a:pt x="369423" y="43304"/>
                  </a:lnTo>
                  <a:lnTo>
                    <a:pt x="374269" y="44332"/>
                  </a:lnTo>
                  <a:lnTo>
                    <a:pt x="374680" y="48512"/>
                  </a:lnTo>
                  <a:lnTo>
                    <a:pt x="375567" y="57126"/>
                  </a:lnTo>
                  <a:lnTo>
                    <a:pt x="380010" y="66621"/>
                  </a:lnTo>
                  <a:lnTo>
                    <a:pt x="379665" y="68062"/>
                  </a:lnTo>
                  <a:lnTo>
                    <a:pt x="380427" y="73936"/>
                  </a:lnTo>
                  <a:lnTo>
                    <a:pt x="386401" y="76544"/>
                  </a:lnTo>
                  <a:lnTo>
                    <a:pt x="390389" y="80236"/>
                  </a:lnTo>
                  <a:lnTo>
                    <a:pt x="396518" y="82535"/>
                  </a:lnTo>
                  <a:lnTo>
                    <a:pt x="399284" y="75996"/>
                  </a:lnTo>
                  <a:lnTo>
                    <a:pt x="405103" y="75472"/>
                  </a:lnTo>
                  <a:lnTo>
                    <a:pt x="412471" y="74930"/>
                  </a:lnTo>
                  <a:lnTo>
                    <a:pt x="421145" y="81567"/>
                  </a:lnTo>
                  <a:lnTo>
                    <a:pt x="419830" y="88817"/>
                  </a:lnTo>
                  <a:lnTo>
                    <a:pt x="416512" y="89753"/>
                  </a:lnTo>
                  <a:lnTo>
                    <a:pt x="411556" y="88125"/>
                  </a:lnTo>
                  <a:lnTo>
                    <a:pt x="403183" y="90560"/>
                  </a:lnTo>
                  <a:lnTo>
                    <a:pt x="396169" y="89476"/>
                  </a:lnTo>
                  <a:lnTo>
                    <a:pt x="386027" y="91063"/>
                  </a:lnTo>
                  <a:lnTo>
                    <a:pt x="384026" y="91728"/>
                  </a:lnTo>
                  <a:lnTo>
                    <a:pt x="375889" y="94419"/>
                  </a:lnTo>
                  <a:lnTo>
                    <a:pt x="369076" y="97934"/>
                  </a:lnTo>
                  <a:lnTo>
                    <a:pt x="362111" y="95197"/>
                  </a:lnTo>
                  <a:lnTo>
                    <a:pt x="357439" y="98808"/>
                  </a:lnTo>
                  <a:lnTo>
                    <a:pt x="353493" y="99279"/>
                  </a:lnTo>
                  <a:lnTo>
                    <a:pt x="348204" y="104245"/>
                  </a:lnTo>
                  <a:lnTo>
                    <a:pt x="350823" y="108971"/>
                  </a:lnTo>
                  <a:lnTo>
                    <a:pt x="345503" y="109097"/>
                  </a:lnTo>
                  <a:lnTo>
                    <a:pt x="336878" y="104298"/>
                  </a:lnTo>
                  <a:lnTo>
                    <a:pt x="330509" y="98750"/>
                  </a:lnTo>
                  <a:lnTo>
                    <a:pt x="320947" y="96560"/>
                  </a:lnTo>
                  <a:lnTo>
                    <a:pt x="313898" y="96529"/>
                  </a:lnTo>
                  <a:lnTo>
                    <a:pt x="306792" y="96391"/>
                  </a:lnTo>
                  <a:lnTo>
                    <a:pt x="297338" y="98346"/>
                  </a:lnTo>
                  <a:lnTo>
                    <a:pt x="292426" y="107810"/>
                  </a:lnTo>
                  <a:lnTo>
                    <a:pt x="289892" y="110371"/>
                  </a:lnTo>
                  <a:lnTo>
                    <a:pt x="282822" y="109860"/>
                  </a:lnTo>
                  <a:lnTo>
                    <a:pt x="280016" y="113266"/>
                  </a:lnTo>
                  <a:lnTo>
                    <a:pt x="277585" y="116211"/>
                  </a:lnTo>
                  <a:lnTo>
                    <a:pt x="267422" y="113908"/>
                  </a:lnTo>
                  <a:lnTo>
                    <a:pt x="255460" y="118066"/>
                  </a:lnTo>
                  <a:lnTo>
                    <a:pt x="252812" y="128148"/>
                  </a:lnTo>
                  <a:lnTo>
                    <a:pt x="248470" y="135446"/>
                  </a:lnTo>
                  <a:lnTo>
                    <a:pt x="247410" y="136558"/>
                  </a:lnTo>
                  <a:lnTo>
                    <a:pt x="243129" y="141040"/>
                  </a:lnTo>
                  <a:lnTo>
                    <a:pt x="239862" y="149394"/>
                  </a:lnTo>
                  <a:lnTo>
                    <a:pt x="239803" y="156404"/>
                  </a:lnTo>
                  <a:lnTo>
                    <a:pt x="234258" y="151192"/>
                  </a:lnTo>
                  <a:lnTo>
                    <a:pt x="233532" y="144187"/>
                  </a:lnTo>
                  <a:lnTo>
                    <a:pt x="236407" y="139988"/>
                  </a:lnTo>
                  <a:lnTo>
                    <a:pt x="227700" y="134422"/>
                  </a:lnTo>
                  <a:lnTo>
                    <a:pt x="225046" y="142799"/>
                  </a:lnTo>
                  <a:lnTo>
                    <a:pt x="218198" y="148339"/>
                  </a:lnTo>
                  <a:lnTo>
                    <a:pt x="211156" y="145389"/>
                  </a:lnTo>
                  <a:lnTo>
                    <a:pt x="205824" y="151324"/>
                  </a:lnTo>
                  <a:lnTo>
                    <a:pt x="202478" y="161800"/>
                  </a:lnTo>
                  <a:lnTo>
                    <a:pt x="201017" y="166350"/>
                  </a:lnTo>
                  <a:lnTo>
                    <a:pt x="198550" y="175094"/>
                  </a:lnTo>
                  <a:lnTo>
                    <a:pt x="193449" y="187854"/>
                  </a:lnTo>
                  <a:lnTo>
                    <a:pt x="189464" y="195748"/>
                  </a:lnTo>
                  <a:lnTo>
                    <a:pt x="188248" y="204503"/>
                  </a:lnTo>
                  <a:lnTo>
                    <a:pt x="184566" y="204086"/>
                  </a:lnTo>
                  <a:lnTo>
                    <a:pt x="181123" y="200691"/>
                  </a:lnTo>
                  <a:lnTo>
                    <a:pt x="177659" y="197087"/>
                  </a:lnTo>
                  <a:lnTo>
                    <a:pt x="178864" y="192621"/>
                  </a:lnTo>
                  <a:lnTo>
                    <a:pt x="180592" y="186031"/>
                  </a:lnTo>
                  <a:lnTo>
                    <a:pt x="180502" y="181386"/>
                  </a:lnTo>
                  <a:lnTo>
                    <a:pt x="177304" y="180539"/>
                  </a:lnTo>
                  <a:lnTo>
                    <a:pt x="175008" y="183451"/>
                  </a:lnTo>
                  <a:lnTo>
                    <a:pt x="172021" y="184035"/>
                  </a:lnTo>
                  <a:lnTo>
                    <a:pt x="168204" y="184669"/>
                  </a:lnTo>
                  <a:lnTo>
                    <a:pt x="168080" y="181125"/>
                  </a:lnTo>
                  <a:lnTo>
                    <a:pt x="167977" y="176603"/>
                  </a:lnTo>
                  <a:lnTo>
                    <a:pt x="170118" y="173703"/>
                  </a:lnTo>
                  <a:lnTo>
                    <a:pt x="169530" y="169212"/>
                  </a:lnTo>
                  <a:lnTo>
                    <a:pt x="169886" y="164693"/>
                  </a:lnTo>
                  <a:lnTo>
                    <a:pt x="170012" y="161625"/>
                  </a:lnTo>
                  <a:lnTo>
                    <a:pt x="166590" y="158237"/>
                  </a:lnTo>
                  <a:lnTo>
                    <a:pt x="168950" y="156035"/>
                  </a:lnTo>
                  <a:lnTo>
                    <a:pt x="167104" y="153684"/>
                  </a:lnTo>
                  <a:lnTo>
                    <a:pt x="165163" y="152275"/>
                  </a:lnTo>
                  <a:lnTo>
                    <a:pt x="161919" y="149917"/>
                  </a:lnTo>
                  <a:lnTo>
                    <a:pt x="156546" y="149915"/>
                  </a:lnTo>
                  <a:lnTo>
                    <a:pt x="154393" y="147448"/>
                  </a:lnTo>
                  <a:lnTo>
                    <a:pt x="151390" y="149044"/>
                  </a:lnTo>
                  <a:lnTo>
                    <a:pt x="150846" y="148909"/>
                  </a:lnTo>
                  <a:lnTo>
                    <a:pt x="147743" y="148141"/>
                  </a:lnTo>
                  <a:lnTo>
                    <a:pt x="145667" y="146421"/>
                  </a:lnTo>
                  <a:lnTo>
                    <a:pt x="148647" y="141189"/>
                  </a:lnTo>
                  <a:lnTo>
                    <a:pt x="145452" y="137472"/>
                  </a:lnTo>
                  <a:lnTo>
                    <a:pt x="141462" y="135907"/>
                  </a:lnTo>
                  <a:lnTo>
                    <a:pt x="137153" y="135135"/>
                  </a:lnTo>
                  <a:lnTo>
                    <a:pt x="133401" y="136007"/>
                  </a:lnTo>
                  <a:lnTo>
                    <a:pt x="128743" y="133822"/>
                  </a:lnTo>
                  <a:lnTo>
                    <a:pt x="127112" y="135121"/>
                  </a:lnTo>
                  <a:lnTo>
                    <a:pt x="119575" y="132560"/>
                  </a:lnTo>
                  <a:lnTo>
                    <a:pt x="115610" y="133633"/>
                  </a:lnTo>
                  <a:lnTo>
                    <a:pt x="114762" y="135928"/>
                  </a:lnTo>
                  <a:lnTo>
                    <a:pt x="112091" y="136428"/>
                  </a:lnTo>
                  <a:lnTo>
                    <a:pt x="110506" y="134501"/>
                  </a:lnTo>
                  <a:lnTo>
                    <a:pt x="110249" y="134456"/>
                  </a:lnTo>
                  <a:lnTo>
                    <a:pt x="106679" y="133821"/>
                  </a:lnTo>
                  <a:lnTo>
                    <a:pt x="102425" y="134925"/>
                  </a:lnTo>
                  <a:lnTo>
                    <a:pt x="94551" y="131545"/>
                  </a:lnTo>
                  <a:lnTo>
                    <a:pt x="90746" y="129906"/>
                  </a:lnTo>
                  <a:lnTo>
                    <a:pt x="84215" y="127083"/>
                  </a:lnTo>
                  <a:lnTo>
                    <a:pt x="50186" y="122288"/>
                  </a:lnTo>
                  <a:lnTo>
                    <a:pt x="32129" y="119631"/>
                  </a:lnTo>
                  <a:lnTo>
                    <a:pt x="20256" y="117846"/>
                  </a:lnTo>
                  <a:lnTo>
                    <a:pt x="17089" y="110841"/>
                  </a:lnTo>
                  <a:lnTo>
                    <a:pt x="12846" y="104336"/>
                  </a:lnTo>
                  <a:lnTo>
                    <a:pt x="8410" y="103206"/>
                  </a:lnTo>
                  <a:lnTo>
                    <a:pt x="5285" y="100541"/>
                  </a:lnTo>
                  <a:lnTo>
                    <a:pt x="2188" y="1026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459029" y="2486159"/>
              <a:ext cx="454639" cy="518918"/>
            </a:xfrm>
            <a:custGeom>
              <a:avLst/>
              <a:pathLst>
                <a:path w="454639" h="518918">
                  <a:moveTo>
                    <a:pt x="0" y="39240"/>
                  </a:moveTo>
                  <a:lnTo>
                    <a:pt x="17130" y="38673"/>
                  </a:lnTo>
                  <a:lnTo>
                    <a:pt x="47321" y="37408"/>
                  </a:lnTo>
                  <a:lnTo>
                    <a:pt x="72016" y="36226"/>
                  </a:lnTo>
                  <a:lnTo>
                    <a:pt x="108440" y="34346"/>
                  </a:lnTo>
                  <a:lnTo>
                    <a:pt x="109649" y="34273"/>
                  </a:lnTo>
                  <a:lnTo>
                    <a:pt x="119184" y="33689"/>
                  </a:lnTo>
                  <a:lnTo>
                    <a:pt x="118173" y="17437"/>
                  </a:lnTo>
                  <a:lnTo>
                    <a:pt x="117484" y="6562"/>
                  </a:lnTo>
                  <a:lnTo>
                    <a:pt x="117069" y="0"/>
                  </a:lnTo>
                  <a:lnTo>
                    <a:pt x="122649" y="2392"/>
                  </a:lnTo>
                  <a:lnTo>
                    <a:pt x="126518" y="769"/>
                  </a:lnTo>
                  <a:lnTo>
                    <a:pt x="128615" y="656"/>
                  </a:lnTo>
                  <a:lnTo>
                    <a:pt x="133017" y="3488"/>
                  </a:lnTo>
                  <a:lnTo>
                    <a:pt x="136635" y="4325"/>
                  </a:lnTo>
                  <a:lnTo>
                    <a:pt x="138349" y="13579"/>
                  </a:lnTo>
                  <a:lnTo>
                    <a:pt x="140195" y="21297"/>
                  </a:lnTo>
                  <a:lnTo>
                    <a:pt x="141720" y="23411"/>
                  </a:lnTo>
                  <a:lnTo>
                    <a:pt x="144119" y="32005"/>
                  </a:lnTo>
                  <a:lnTo>
                    <a:pt x="146876" y="42011"/>
                  </a:lnTo>
                  <a:lnTo>
                    <a:pt x="146990" y="45850"/>
                  </a:lnTo>
                  <a:lnTo>
                    <a:pt x="146799" y="50321"/>
                  </a:lnTo>
                  <a:lnTo>
                    <a:pt x="151453" y="54572"/>
                  </a:lnTo>
                  <a:lnTo>
                    <a:pt x="158032" y="57373"/>
                  </a:lnTo>
                  <a:lnTo>
                    <a:pt x="161670" y="57776"/>
                  </a:lnTo>
                  <a:lnTo>
                    <a:pt x="162582" y="57237"/>
                  </a:lnTo>
                  <a:lnTo>
                    <a:pt x="164880" y="55878"/>
                  </a:lnTo>
                  <a:lnTo>
                    <a:pt x="171095" y="56023"/>
                  </a:lnTo>
                  <a:lnTo>
                    <a:pt x="173003" y="57795"/>
                  </a:lnTo>
                  <a:lnTo>
                    <a:pt x="173236" y="60167"/>
                  </a:lnTo>
                  <a:lnTo>
                    <a:pt x="182493" y="60600"/>
                  </a:lnTo>
                  <a:lnTo>
                    <a:pt x="192056" y="60974"/>
                  </a:lnTo>
                  <a:lnTo>
                    <a:pt x="196859" y="60765"/>
                  </a:lnTo>
                  <a:lnTo>
                    <a:pt x="199509" y="65754"/>
                  </a:lnTo>
                  <a:lnTo>
                    <a:pt x="199242" y="69624"/>
                  </a:lnTo>
                  <a:lnTo>
                    <a:pt x="207446" y="69876"/>
                  </a:lnTo>
                  <a:lnTo>
                    <a:pt x="213860" y="68254"/>
                  </a:lnTo>
                  <a:lnTo>
                    <a:pt x="219202" y="66344"/>
                  </a:lnTo>
                  <a:lnTo>
                    <a:pt x="219046" y="62300"/>
                  </a:lnTo>
                  <a:lnTo>
                    <a:pt x="224323" y="60694"/>
                  </a:lnTo>
                  <a:lnTo>
                    <a:pt x="225525" y="58700"/>
                  </a:lnTo>
                  <a:lnTo>
                    <a:pt x="233485" y="56632"/>
                  </a:lnTo>
                  <a:lnTo>
                    <a:pt x="237367" y="57842"/>
                  </a:lnTo>
                  <a:lnTo>
                    <a:pt x="240459" y="57408"/>
                  </a:lnTo>
                  <a:lnTo>
                    <a:pt x="248128" y="56322"/>
                  </a:lnTo>
                  <a:lnTo>
                    <a:pt x="251891" y="59206"/>
                  </a:lnTo>
                  <a:lnTo>
                    <a:pt x="261959" y="63191"/>
                  </a:lnTo>
                  <a:lnTo>
                    <a:pt x="267305" y="62383"/>
                  </a:lnTo>
                  <a:lnTo>
                    <a:pt x="267813" y="65384"/>
                  </a:lnTo>
                  <a:lnTo>
                    <a:pt x="266655" y="69130"/>
                  </a:lnTo>
                  <a:lnTo>
                    <a:pt x="271582" y="70969"/>
                  </a:lnTo>
                  <a:lnTo>
                    <a:pt x="275031" y="69987"/>
                  </a:lnTo>
                  <a:lnTo>
                    <a:pt x="278708" y="72643"/>
                  </a:lnTo>
                  <a:lnTo>
                    <a:pt x="278449" y="78160"/>
                  </a:lnTo>
                  <a:lnTo>
                    <a:pt x="282039" y="82783"/>
                  </a:lnTo>
                  <a:lnTo>
                    <a:pt x="285416" y="89083"/>
                  </a:lnTo>
                  <a:lnTo>
                    <a:pt x="288406" y="87010"/>
                  </a:lnTo>
                  <a:lnTo>
                    <a:pt x="289182" y="83624"/>
                  </a:lnTo>
                  <a:lnTo>
                    <a:pt x="288799" y="79623"/>
                  </a:lnTo>
                  <a:lnTo>
                    <a:pt x="290448" y="76734"/>
                  </a:lnTo>
                  <a:lnTo>
                    <a:pt x="296171" y="75438"/>
                  </a:lnTo>
                  <a:lnTo>
                    <a:pt x="302396" y="75178"/>
                  </a:lnTo>
                  <a:lnTo>
                    <a:pt x="305926" y="78160"/>
                  </a:lnTo>
                  <a:lnTo>
                    <a:pt x="307711" y="84462"/>
                  </a:lnTo>
                  <a:lnTo>
                    <a:pt x="312866" y="84830"/>
                  </a:lnTo>
                  <a:lnTo>
                    <a:pt x="318736" y="87040"/>
                  </a:lnTo>
                  <a:lnTo>
                    <a:pt x="319722" y="87411"/>
                  </a:lnTo>
                  <a:lnTo>
                    <a:pt x="323578" y="87125"/>
                  </a:lnTo>
                  <a:lnTo>
                    <a:pt x="325633" y="93947"/>
                  </a:lnTo>
                  <a:lnTo>
                    <a:pt x="333471" y="94096"/>
                  </a:lnTo>
                  <a:lnTo>
                    <a:pt x="334967" y="98788"/>
                  </a:lnTo>
                  <a:lnTo>
                    <a:pt x="339317" y="97132"/>
                  </a:lnTo>
                  <a:lnTo>
                    <a:pt x="346785" y="96072"/>
                  </a:lnTo>
                  <a:lnTo>
                    <a:pt x="351669" y="94261"/>
                  </a:lnTo>
                  <a:lnTo>
                    <a:pt x="356570" y="88742"/>
                  </a:lnTo>
                  <a:lnTo>
                    <a:pt x="363072" y="83689"/>
                  </a:lnTo>
                  <a:lnTo>
                    <a:pt x="363229" y="83576"/>
                  </a:lnTo>
                  <a:lnTo>
                    <a:pt x="370043" y="78669"/>
                  </a:lnTo>
                  <a:lnTo>
                    <a:pt x="373638" y="77705"/>
                  </a:lnTo>
                  <a:lnTo>
                    <a:pt x="376599" y="83168"/>
                  </a:lnTo>
                  <a:lnTo>
                    <a:pt x="378812" y="87821"/>
                  </a:lnTo>
                  <a:lnTo>
                    <a:pt x="383278" y="89616"/>
                  </a:lnTo>
                  <a:lnTo>
                    <a:pt x="390980" y="86357"/>
                  </a:lnTo>
                  <a:lnTo>
                    <a:pt x="396671" y="87138"/>
                  </a:lnTo>
                  <a:lnTo>
                    <a:pt x="405614" y="86257"/>
                  </a:lnTo>
                  <a:lnTo>
                    <a:pt x="416017" y="84237"/>
                  </a:lnTo>
                  <a:lnTo>
                    <a:pt x="422467" y="85601"/>
                  </a:lnTo>
                  <a:lnTo>
                    <a:pt x="426481" y="91042"/>
                  </a:lnTo>
                  <a:lnTo>
                    <a:pt x="432937" y="92916"/>
                  </a:lnTo>
                  <a:lnTo>
                    <a:pt x="439452" y="89121"/>
                  </a:lnTo>
                  <a:lnTo>
                    <a:pt x="446795" y="89211"/>
                  </a:lnTo>
                  <a:lnTo>
                    <a:pt x="454639" y="87911"/>
                  </a:lnTo>
                  <a:lnTo>
                    <a:pt x="451288" y="91867"/>
                  </a:lnTo>
                  <a:lnTo>
                    <a:pt x="445432" y="94726"/>
                  </a:lnTo>
                  <a:lnTo>
                    <a:pt x="441344" y="98180"/>
                  </a:lnTo>
                  <a:lnTo>
                    <a:pt x="438396" y="100935"/>
                  </a:lnTo>
                  <a:lnTo>
                    <a:pt x="431158" y="104452"/>
                  </a:lnTo>
                  <a:lnTo>
                    <a:pt x="428564" y="107571"/>
                  </a:lnTo>
                  <a:lnTo>
                    <a:pt x="423086" y="109976"/>
                  </a:lnTo>
                  <a:lnTo>
                    <a:pt x="416709" y="113685"/>
                  </a:lnTo>
                  <a:lnTo>
                    <a:pt x="409050" y="116778"/>
                  </a:lnTo>
                  <a:lnTo>
                    <a:pt x="403531" y="119093"/>
                  </a:lnTo>
                  <a:lnTo>
                    <a:pt x="397111" y="122698"/>
                  </a:lnTo>
                  <a:lnTo>
                    <a:pt x="391127" y="127548"/>
                  </a:lnTo>
                  <a:lnTo>
                    <a:pt x="386301" y="130925"/>
                  </a:lnTo>
                  <a:lnTo>
                    <a:pt x="379237" y="137698"/>
                  </a:lnTo>
                  <a:lnTo>
                    <a:pt x="371073" y="146744"/>
                  </a:lnTo>
                  <a:lnTo>
                    <a:pt x="364618" y="154838"/>
                  </a:lnTo>
                  <a:lnTo>
                    <a:pt x="358807" y="164497"/>
                  </a:lnTo>
                  <a:lnTo>
                    <a:pt x="352341" y="173318"/>
                  </a:lnTo>
                  <a:lnTo>
                    <a:pt x="348662" y="177961"/>
                  </a:lnTo>
                  <a:lnTo>
                    <a:pt x="342207" y="182991"/>
                  </a:lnTo>
                  <a:lnTo>
                    <a:pt x="338603" y="188963"/>
                  </a:lnTo>
                  <a:lnTo>
                    <a:pt x="333513" y="193341"/>
                  </a:lnTo>
                  <a:lnTo>
                    <a:pt x="330479" y="197210"/>
                  </a:lnTo>
                  <a:lnTo>
                    <a:pt x="329816" y="198054"/>
                  </a:lnTo>
                  <a:lnTo>
                    <a:pt x="324275" y="202365"/>
                  </a:lnTo>
                  <a:lnTo>
                    <a:pt x="318421" y="208023"/>
                  </a:lnTo>
                  <a:lnTo>
                    <a:pt x="315781" y="210903"/>
                  </a:lnTo>
                  <a:lnTo>
                    <a:pt x="319431" y="219139"/>
                  </a:lnTo>
                  <a:lnTo>
                    <a:pt x="317274" y="218997"/>
                  </a:lnTo>
                  <a:lnTo>
                    <a:pt x="314114" y="217201"/>
                  </a:lnTo>
                  <a:lnTo>
                    <a:pt x="311567" y="217703"/>
                  </a:lnTo>
                  <a:lnTo>
                    <a:pt x="309508" y="221109"/>
                  </a:lnTo>
                  <a:lnTo>
                    <a:pt x="308432" y="223901"/>
                  </a:lnTo>
                  <a:lnTo>
                    <a:pt x="303262" y="224534"/>
                  </a:lnTo>
                  <a:lnTo>
                    <a:pt x="304676" y="239170"/>
                  </a:lnTo>
                  <a:lnTo>
                    <a:pt x="305317" y="246013"/>
                  </a:lnTo>
                  <a:lnTo>
                    <a:pt x="306733" y="261135"/>
                  </a:lnTo>
                  <a:lnTo>
                    <a:pt x="307453" y="268707"/>
                  </a:lnTo>
                  <a:lnTo>
                    <a:pt x="308142" y="275949"/>
                  </a:lnTo>
                  <a:lnTo>
                    <a:pt x="305657" y="278146"/>
                  </a:lnTo>
                  <a:lnTo>
                    <a:pt x="305145" y="281407"/>
                  </a:lnTo>
                  <a:lnTo>
                    <a:pt x="302637" y="281306"/>
                  </a:lnTo>
                  <a:lnTo>
                    <a:pt x="299334" y="283141"/>
                  </a:lnTo>
                  <a:lnTo>
                    <a:pt x="298175" y="285830"/>
                  </a:lnTo>
                  <a:lnTo>
                    <a:pt x="293782" y="286490"/>
                  </a:lnTo>
                  <a:lnTo>
                    <a:pt x="291863" y="288770"/>
                  </a:lnTo>
                  <a:lnTo>
                    <a:pt x="287460" y="291095"/>
                  </a:lnTo>
                  <a:lnTo>
                    <a:pt x="283842" y="295002"/>
                  </a:lnTo>
                  <a:lnTo>
                    <a:pt x="281900" y="299445"/>
                  </a:lnTo>
                  <a:lnTo>
                    <a:pt x="281222" y="303497"/>
                  </a:lnTo>
                  <a:lnTo>
                    <a:pt x="278630" y="308428"/>
                  </a:lnTo>
                  <a:lnTo>
                    <a:pt x="277791" y="309141"/>
                  </a:lnTo>
                  <a:lnTo>
                    <a:pt x="276140" y="310543"/>
                  </a:lnTo>
                  <a:lnTo>
                    <a:pt x="275655" y="316836"/>
                  </a:lnTo>
                  <a:lnTo>
                    <a:pt x="275620" y="317292"/>
                  </a:lnTo>
                  <a:lnTo>
                    <a:pt x="276543" y="322985"/>
                  </a:lnTo>
                  <a:lnTo>
                    <a:pt x="281485" y="323475"/>
                  </a:lnTo>
                  <a:lnTo>
                    <a:pt x="284249" y="323698"/>
                  </a:lnTo>
                  <a:lnTo>
                    <a:pt x="286264" y="326321"/>
                  </a:lnTo>
                  <a:lnTo>
                    <a:pt x="289206" y="330755"/>
                  </a:lnTo>
                  <a:lnTo>
                    <a:pt x="291927" y="333531"/>
                  </a:lnTo>
                  <a:lnTo>
                    <a:pt x="291544" y="337254"/>
                  </a:lnTo>
                  <a:lnTo>
                    <a:pt x="289540" y="342692"/>
                  </a:lnTo>
                  <a:lnTo>
                    <a:pt x="286836" y="346486"/>
                  </a:lnTo>
                  <a:lnTo>
                    <a:pt x="286089" y="347532"/>
                  </a:lnTo>
                  <a:lnTo>
                    <a:pt x="286418" y="354099"/>
                  </a:lnTo>
                  <a:lnTo>
                    <a:pt x="286483" y="355406"/>
                  </a:lnTo>
                  <a:lnTo>
                    <a:pt x="288748" y="362397"/>
                  </a:lnTo>
                  <a:lnTo>
                    <a:pt x="286017" y="365974"/>
                  </a:lnTo>
                  <a:lnTo>
                    <a:pt x="285283" y="366934"/>
                  </a:lnTo>
                  <a:lnTo>
                    <a:pt x="288144" y="370458"/>
                  </a:lnTo>
                  <a:lnTo>
                    <a:pt x="289462" y="377463"/>
                  </a:lnTo>
                  <a:lnTo>
                    <a:pt x="289080" y="384546"/>
                  </a:lnTo>
                  <a:lnTo>
                    <a:pt x="289045" y="385178"/>
                  </a:lnTo>
                  <a:lnTo>
                    <a:pt x="287444" y="392894"/>
                  </a:lnTo>
                  <a:lnTo>
                    <a:pt x="288316" y="393642"/>
                  </a:lnTo>
                  <a:lnTo>
                    <a:pt x="292421" y="397153"/>
                  </a:lnTo>
                  <a:lnTo>
                    <a:pt x="294797" y="399183"/>
                  </a:lnTo>
                  <a:lnTo>
                    <a:pt x="300267" y="405428"/>
                  </a:lnTo>
                  <a:lnTo>
                    <a:pt x="304814" y="408108"/>
                  </a:lnTo>
                  <a:lnTo>
                    <a:pt x="314282" y="408936"/>
                  </a:lnTo>
                  <a:lnTo>
                    <a:pt x="316621" y="408659"/>
                  </a:lnTo>
                  <a:lnTo>
                    <a:pt x="319551" y="410113"/>
                  </a:lnTo>
                  <a:lnTo>
                    <a:pt x="319739" y="410206"/>
                  </a:lnTo>
                  <a:lnTo>
                    <a:pt x="321607" y="414658"/>
                  </a:lnTo>
                  <a:lnTo>
                    <a:pt x="324703" y="417112"/>
                  </a:lnTo>
                  <a:lnTo>
                    <a:pt x="325578" y="417805"/>
                  </a:lnTo>
                  <a:lnTo>
                    <a:pt x="333392" y="419823"/>
                  </a:lnTo>
                  <a:lnTo>
                    <a:pt x="335124" y="420476"/>
                  </a:lnTo>
                  <a:lnTo>
                    <a:pt x="343013" y="423444"/>
                  </a:lnTo>
                  <a:lnTo>
                    <a:pt x="346345" y="426992"/>
                  </a:lnTo>
                  <a:lnTo>
                    <a:pt x="348563" y="434438"/>
                  </a:lnTo>
                  <a:lnTo>
                    <a:pt x="351241" y="437156"/>
                  </a:lnTo>
                  <a:lnTo>
                    <a:pt x="353851" y="439801"/>
                  </a:lnTo>
                  <a:lnTo>
                    <a:pt x="360297" y="442264"/>
                  </a:lnTo>
                  <a:lnTo>
                    <a:pt x="365324" y="447457"/>
                  </a:lnTo>
                  <a:lnTo>
                    <a:pt x="370323" y="450220"/>
                  </a:lnTo>
                  <a:lnTo>
                    <a:pt x="371227" y="450363"/>
                  </a:lnTo>
                  <a:lnTo>
                    <a:pt x="378860" y="451564"/>
                  </a:lnTo>
                  <a:lnTo>
                    <a:pt x="380079" y="452953"/>
                  </a:lnTo>
                  <a:lnTo>
                    <a:pt x="384837" y="458363"/>
                  </a:lnTo>
                  <a:lnTo>
                    <a:pt x="389597" y="463544"/>
                  </a:lnTo>
                  <a:lnTo>
                    <a:pt x="389859" y="464015"/>
                  </a:lnTo>
                  <a:lnTo>
                    <a:pt x="393290" y="470177"/>
                  </a:lnTo>
                  <a:lnTo>
                    <a:pt x="392911" y="474399"/>
                  </a:lnTo>
                  <a:lnTo>
                    <a:pt x="392436" y="479659"/>
                  </a:lnTo>
                  <a:lnTo>
                    <a:pt x="394330" y="485302"/>
                  </a:lnTo>
                  <a:lnTo>
                    <a:pt x="395927" y="488263"/>
                  </a:lnTo>
                  <a:lnTo>
                    <a:pt x="397477" y="493769"/>
                  </a:lnTo>
                  <a:lnTo>
                    <a:pt x="380227" y="495596"/>
                  </a:lnTo>
                  <a:lnTo>
                    <a:pt x="372664" y="496384"/>
                  </a:lnTo>
                  <a:lnTo>
                    <a:pt x="365127" y="497159"/>
                  </a:lnTo>
                  <a:lnTo>
                    <a:pt x="359151" y="497765"/>
                  </a:lnTo>
                  <a:lnTo>
                    <a:pt x="343046" y="499360"/>
                  </a:lnTo>
                  <a:lnTo>
                    <a:pt x="336787" y="499967"/>
                  </a:lnTo>
                  <a:lnTo>
                    <a:pt x="319720" y="501609"/>
                  </a:lnTo>
                  <a:lnTo>
                    <a:pt x="313133" y="502228"/>
                  </a:lnTo>
                  <a:lnTo>
                    <a:pt x="293085" y="504093"/>
                  </a:lnTo>
                  <a:lnTo>
                    <a:pt x="283339" y="504939"/>
                  </a:lnTo>
                  <a:lnTo>
                    <a:pt x="281767" y="505073"/>
                  </a:lnTo>
                  <a:lnTo>
                    <a:pt x="270399" y="506032"/>
                  </a:lnTo>
                  <a:lnTo>
                    <a:pt x="253406" y="507423"/>
                  </a:lnTo>
                  <a:lnTo>
                    <a:pt x="248381" y="507824"/>
                  </a:lnTo>
                  <a:lnTo>
                    <a:pt x="243835" y="508180"/>
                  </a:lnTo>
                  <a:lnTo>
                    <a:pt x="223429" y="509727"/>
                  </a:lnTo>
                  <a:lnTo>
                    <a:pt x="205866" y="510949"/>
                  </a:lnTo>
                  <a:lnTo>
                    <a:pt x="196827" y="511555"/>
                  </a:lnTo>
                  <a:lnTo>
                    <a:pt x="193515" y="511781"/>
                  </a:lnTo>
                  <a:lnTo>
                    <a:pt x="167420" y="513491"/>
                  </a:lnTo>
                  <a:lnTo>
                    <a:pt x="166173" y="513569"/>
                  </a:lnTo>
                  <a:lnTo>
                    <a:pt x="163613" y="513726"/>
                  </a:lnTo>
                  <a:lnTo>
                    <a:pt x="144568" y="514855"/>
                  </a:lnTo>
                  <a:lnTo>
                    <a:pt x="133608" y="515524"/>
                  </a:lnTo>
                  <a:lnTo>
                    <a:pt x="129382" y="515775"/>
                  </a:lnTo>
                  <a:lnTo>
                    <a:pt x="127329" y="515896"/>
                  </a:lnTo>
                  <a:lnTo>
                    <a:pt x="105277" y="517096"/>
                  </a:lnTo>
                  <a:lnTo>
                    <a:pt x="103594" y="517179"/>
                  </a:lnTo>
                  <a:lnTo>
                    <a:pt x="91395" y="517767"/>
                  </a:lnTo>
                  <a:lnTo>
                    <a:pt x="82172" y="518193"/>
                  </a:lnTo>
                  <a:lnTo>
                    <a:pt x="66001" y="518918"/>
                  </a:lnTo>
                  <a:lnTo>
                    <a:pt x="65802" y="514373"/>
                  </a:lnTo>
                  <a:lnTo>
                    <a:pt x="64708" y="488353"/>
                  </a:lnTo>
                  <a:lnTo>
                    <a:pt x="63423" y="457948"/>
                  </a:lnTo>
                  <a:lnTo>
                    <a:pt x="62816" y="443647"/>
                  </a:lnTo>
                  <a:lnTo>
                    <a:pt x="62050" y="427586"/>
                  </a:lnTo>
                  <a:lnTo>
                    <a:pt x="61684" y="419909"/>
                  </a:lnTo>
                  <a:lnTo>
                    <a:pt x="60955" y="404660"/>
                  </a:lnTo>
                  <a:lnTo>
                    <a:pt x="60235" y="389623"/>
                  </a:lnTo>
                  <a:lnTo>
                    <a:pt x="59010" y="364103"/>
                  </a:lnTo>
                  <a:lnTo>
                    <a:pt x="58847" y="360714"/>
                  </a:lnTo>
                  <a:lnTo>
                    <a:pt x="58017" y="359067"/>
                  </a:lnTo>
                  <a:lnTo>
                    <a:pt x="57175" y="357396"/>
                  </a:lnTo>
                  <a:lnTo>
                    <a:pt x="54651" y="354929"/>
                  </a:lnTo>
                  <a:lnTo>
                    <a:pt x="52132" y="354121"/>
                  </a:lnTo>
                  <a:lnTo>
                    <a:pt x="48635" y="352338"/>
                  </a:lnTo>
                  <a:lnTo>
                    <a:pt x="45081" y="352300"/>
                  </a:lnTo>
                  <a:lnTo>
                    <a:pt x="42814" y="350049"/>
                  </a:lnTo>
                  <a:lnTo>
                    <a:pt x="40718" y="346469"/>
                  </a:lnTo>
                  <a:lnTo>
                    <a:pt x="38153" y="341551"/>
                  </a:lnTo>
                  <a:lnTo>
                    <a:pt x="34646" y="337292"/>
                  </a:lnTo>
                  <a:lnTo>
                    <a:pt x="34096" y="336623"/>
                  </a:lnTo>
                  <a:lnTo>
                    <a:pt x="33540" y="334416"/>
                  </a:lnTo>
                  <a:lnTo>
                    <a:pt x="34978" y="331312"/>
                  </a:lnTo>
                  <a:lnTo>
                    <a:pt x="39769" y="326964"/>
                  </a:lnTo>
                  <a:lnTo>
                    <a:pt x="44084" y="324090"/>
                  </a:lnTo>
                  <a:lnTo>
                    <a:pt x="46480" y="319709"/>
                  </a:lnTo>
                  <a:lnTo>
                    <a:pt x="48998" y="316508"/>
                  </a:lnTo>
                  <a:lnTo>
                    <a:pt x="49719" y="311619"/>
                  </a:lnTo>
                  <a:lnTo>
                    <a:pt x="49980" y="306047"/>
                  </a:lnTo>
                  <a:lnTo>
                    <a:pt x="49031" y="298957"/>
                  </a:lnTo>
                  <a:lnTo>
                    <a:pt x="49106" y="298485"/>
                  </a:lnTo>
                  <a:lnTo>
                    <a:pt x="49977" y="293002"/>
                  </a:lnTo>
                  <a:lnTo>
                    <a:pt x="46970" y="281213"/>
                  </a:lnTo>
                  <a:lnTo>
                    <a:pt x="46273" y="272499"/>
                  </a:lnTo>
                  <a:lnTo>
                    <a:pt x="43333" y="269206"/>
                  </a:lnTo>
                  <a:lnTo>
                    <a:pt x="39323" y="262637"/>
                  </a:lnTo>
                  <a:lnTo>
                    <a:pt x="36722" y="251285"/>
                  </a:lnTo>
                  <a:lnTo>
                    <a:pt x="34008" y="245814"/>
                  </a:lnTo>
                  <a:lnTo>
                    <a:pt x="33697" y="245187"/>
                  </a:lnTo>
                  <a:lnTo>
                    <a:pt x="33720" y="240282"/>
                  </a:lnTo>
                  <a:lnTo>
                    <a:pt x="33302" y="232866"/>
                  </a:lnTo>
                  <a:lnTo>
                    <a:pt x="34307" y="220994"/>
                  </a:lnTo>
                  <a:lnTo>
                    <a:pt x="29806" y="212615"/>
                  </a:lnTo>
                  <a:lnTo>
                    <a:pt x="30417" y="206362"/>
                  </a:lnTo>
                  <a:lnTo>
                    <a:pt x="29725" y="200305"/>
                  </a:lnTo>
                  <a:lnTo>
                    <a:pt x="28856" y="192672"/>
                  </a:lnTo>
                  <a:lnTo>
                    <a:pt x="28468" y="189268"/>
                  </a:lnTo>
                  <a:lnTo>
                    <a:pt x="26871" y="174998"/>
                  </a:lnTo>
                  <a:lnTo>
                    <a:pt x="26755" y="169855"/>
                  </a:lnTo>
                  <a:lnTo>
                    <a:pt x="26611" y="163475"/>
                  </a:lnTo>
                  <a:lnTo>
                    <a:pt x="24671" y="156799"/>
                  </a:lnTo>
                  <a:lnTo>
                    <a:pt x="23935" y="154802"/>
                  </a:lnTo>
                  <a:lnTo>
                    <a:pt x="21621" y="148513"/>
                  </a:lnTo>
                  <a:lnTo>
                    <a:pt x="17291" y="139954"/>
                  </a:lnTo>
                  <a:lnTo>
                    <a:pt x="14587" y="132263"/>
                  </a:lnTo>
                  <a:lnTo>
                    <a:pt x="12425" y="124192"/>
                  </a:lnTo>
                  <a:lnTo>
                    <a:pt x="10068" y="118572"/>
                  </a:lnTo>
                  <a:lnTo>
                    <a:pt x="7414" y="111902"/>
                  </a:lnTo>
                  <a:lnTo>
                    <a:pt x="7452" y="111491"/>
                  </a:lnTo>
                  <a:lnTo>
                    <a:pt x="7617" y="109691"/>
                  </a:lnTo>
                  <a:lnTo>
                    <a:pt x="8131" y="104053"/>
                  </a:lnTo>
                  <a:lnTo>
                    <a:pt x="7363" y="96476"/>
                  </a:lnTo>
                  <a:lnTo>
                    <a:pt x="7012" y="88956"/>
                  </a:lnTo>
                  <a:lnTo>
                    <a:pt x="6106" y="80069"/>
                  </a:lnTo>
                  <a:lnTo>
                    <a:pt x="6138" y="79328"/>
                  </a:lnTo>
                  <a:lnTo>
                    <a:pt x="6150" y="79052"/>
                  </a:lnTo>
                  <a:lnTo>
                    <a:pt x="6300" y="75555"/>
                  </a:lnTo>
                  <a:lnTo>
                    <a:pt x="8509" y="68097"/>
                  </a:lnTo>
                  <a:lnTo>
                    <a:pt x="7131" y="64144"/>
                  </a:lnTo>
                  <a:lnTo>
                    <a:pt x="5130" y="59045"/>
                  </a:lnTo>
                  <a:lnTo>
                    <a:pt x="2820" y="50803"/>
                  </a:lnTo>
                  <a:lnTo>
                    <a:pt x="240" y="4403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655590" y="3549740"/>
              <a:ext cx="480591" cy="392321"/>
            </a:xfrm>
            <a:custGeom>
              <a:avLst/>
              <a:pathLst>
                <a:path w="480591" h="392321">
                  <a:moveTo>
                    <a:pt x="0" y="22810"/>
                  </a:moveTo>
                  <a:lnTo>
                    <a:pt x="15464" y="22254"/>
                  </a:lnTo>
                  <a:lnTo>
                    <a:pt x="26057" y="21839"/>
                  </a:lnTo>
                  <a:lnTo>
                    <a:pt x="28607" y="21735"/>
                  </a:lnTo>
                  <a:lnTo>
                    <a:pt x="37474" y="21358"/>
                  </a:lnTo>
                  <a:lnTo>
                    <a:pt x="46342" y="20966"/>
                  </a:lnTo>
                  <a:lnTo>
                    <a:pt x="56585" y="20516"/>
                  </a:lnTo>
                  <a:lnTo>
                    <a:pt x="62897" y="20229"/>
                  </a:lnTo>
                  <a:lnTo>
                    <a:pt x="75392" y="19601"/>
                  </a:lnTo>
                  <a:lnTo>
                    <a:pt x="81917" y="19262"/>
                  </a:lnTo>
                  <a:lnTo>
                    <a:pt x="86078" y="18965"/>
                  </a:lnTo>
                  <a:lnTo>
                    <a:pt x="96732" y="18190"/>
                  </a:lnTo>
                  <a:lnTo>
                    <a:pt x="101940" y="17785"/>
                  </a:lnTo>
                  <a:lnTo>
                    <a:pt x="111306" y="17044"/>
                  </a:lnTo>
                  <a:lnTo>
                    <a:pt x="116316" y="16579"/>
                  </a:lnTo>
                  <a:lnTo>
                    <a:pt x="127885" y="15488"/>
                  </a:lnTo>
                  <a:lnTo>
                    <a:pt x="132299" y="15091"/>
                  </a:lnTo>
                  <a:lnTo>
                    <a:pt x="144029" y="14019"/>
                  </a:lnTo>
                  <a:lnTo>
                    <a:pt x="146712" y="13795"/>
                  </a:lnTo>
                  <a:lnTo>
                    <a:pt x="158813" y="12770"/>
                  </a:lnTo>
                  <a:lnTo>
                    <a:pt x="160731" y="12605"/>
                  </a:lnTo>
                  <a:lnTo>
                    <a:pt x="174616" y="11259"/>
                  </a:lnTo>
                  <a:lnTo>
                    <a:pt x="177163" y="10961"/>
                  </a:lnTo>
                  <a:lnTo>
                    <a:pt x="187455" y="9743"/>
                  </a:lnTo>
                  <a:lnTo>
                    <a:pt x="202484" y="8271"/>
                  </a:lnTo>
                  <a:lnTo>
                    <a:pt x="204331" y="8088"/>
                  </a:lnTo>
                  <a:lnTo>
                    <a:pt x="207555" y="7699"/>
                  </a:lnTo>
                  <a:lnTo>
                    <a:pt x="219720" y="6215"/>
                  </a:lnTo>
                  <a:lnTo>
                    <a:pt x="226522" y="5414"/>
                  </a:lnTo>
                  <a:lnTo>
                    <a:pt x="237819" y="4063"/>
                  </a:lnTo>
                  <a:lnTo>
                    <a:pt x="253437" y="2067"/>
                  </a:lnTo>
                  <a:lnTo>
                    <a:pt x="253689" y="2035"/>
                  </a:lnTo>
                  <a:lnTo>
                    <a:pt x="267531" y="0"/>
                  </a:lnTo>
                  <a:lnTo>
                    <a:pt x="268439" y="780"/>
                  </a:lnTo>
                  <a:lnTo>
                    <a:pt x="270717" y="2739"/>
                  </a:lnTo>
                  <a:lnTo>
                    <a:pt x="271906" y="5082"/>
                  </a:lnTo>
                  <a:lnTo>
                    <a:pt x="275449" y="5766"/>
                  </a:lnTo>
                  <a:lnTo>
                    <a:pt x="276487" y="9100"/>
                  </a:lnTo>
                  <a:lnTo>
                    <a:pt x="279770" y="12204"/>
                  </a:lnTo>
                  <a:lnTo>
                    <a:pt x="282975" y="14356"/>
                  </a:lnTo>
                  <a:lnTo>
                    <a:pt x="284637" y="16907"/>
                  </a:lnTo>
                  <a:lnTo>
                    <a:pt x="290061" y="18429"/>
                  </a:lnTo>
                  <a:lnTo>
                    <a:pt x="287211" y="23648"/>
                  </a:lnTo>
                  <a:lnTo>
                    <a:pt x="286120" y="28386"/>
                  </a:lnTo>
                  <a:lnTo>
                    <a:pt x="286033" y="30264"/>
                  </a:lnTo>
                  <a:lnTo>
                    <a:pt x="285831" y="34563"/>
                  </a:lnTo>
                  <a:lnTo>
                    <a:pt x="285708" y="37194"/>
                  </a:lnTo>
                  <a:lnTo>
                    <a:pt x="287451" y="45136"/>
                  </a:lnTo>
                  <a:lnTo>
                    <a:pt x="288864" y="50181"/>
                  </a:lnTo>
                  <a:lnTo>
                    <a:pt x="292654" y="56316"/>
                  </a:lnTo>
                  <a:lnTo>
                    <a:pt x="293505" y="59533"/>
                  </a:lnTo>
                  <a:lnTo>
                    <a:pt x="293567" y="65008"/>
                  </a:lnTo>
                  <a:lnTo>
                    <a:pt x="296333" y="66869"/>
                  </a:lnTo>
                  <a:lnTo>
                    <a:pt x="299052" y="69543"/>
                  </a:lnTo>
                  <a:lnTo>
                    <a:pt x="299099" y="72078"/>
                  </a:lnTo>
                  <a:lnTo>
                    <a:pt x="299146" y="74689"/>
                  </a:lnTo>
                  <a:lnTo>
                    <a:pt x="303673" y="77986"/>
                  </a:lnTo>
                  <a:lnTo>
                    <a:pt x="305838" y="79560"/>
                  </a:lnTo>
                  <a:lnTo>
                    <a:pt x="312688" y="84782"/>
                  </a:lnTo>
                  <a:lnTo>
                    <a:pt x="313324" y="85266"/>
                  </a:lnTo>
                  <a:lnTo>
                    <a:pt x="315475" y="89105"/>
                  </a:lnTo>
                  <a:lnTo>
                    <a:pt x="318760" y="89377"/>
                  </a:lnTo>
                  <a:lnTo>
                    <a:pt x="321572" y="92956"/>
                  </a:lnTo>
                  <a:lnTo>
                    <a:pt x="323736" y="96794"/>
                  </a:lnTo>
                  <a:lnTo>
                    <a:pt x="330948" y="100205"/>
                  </a:lnTo>
                  <a:lnTo>
                    <a:pt x="331104" y="100305"/>
                  </a:lnTo>
                  <a:lnTo>
                    <a:pt x="338047" y="104744"/>
                  </a:lnTo>
                  <a:lnTo>
                    <a:pt x="346245" y="111283"/>
                  </a:lnTo>
                  <a:lnTo>
                    <a:pt x="346989" y="114003"/>
                  </a:lnTo>
                  <a:lnTo>
                    <a:pt x="348705" y="120268"/>
                  </a:lnTo>
                  <a:lnTo>
                    <a:pt x="350981" y="124445"/>
                  </a:lnTo>
                  <a:lnTo>
                    <a:pt x="349214" y="128754"/>
                  </a:lnTo>
                  <a:lnTo>
                    <a:pt x="352379" y="134559"/>
                  </a:lnTo>
                  <a:lnTo>
                    <a:pt x="353839" y="138749"/>
                  </a:lnTo>
                  <a:lnTo>
                    <a:pt x="354266" y="139974"/>
                  </a:lnTo>
                  <a:lnTo>
                    <a:pt x="358880" y="143438"/>
                  </a:lnTo>
                  <a:lnTo>
                    <a:pt x="361608" y="143503"/>
                  </a:lnTo>
                  <a:lnTo>
                    <a:pt x="365000" y="139620"/>
                  </a:lnTo>
                  <a:lnTo>
                    <a:pt x="366702" y="134890"/>
                  </a:lnTo>
                  <a:lnTo>
                    <a:pt x="367844" y="134795"/>
                  </a:lnTo>
                  <a:lnTo>
                    <a:pt x="371588" y="134481"/>
                  </a:lnTo>
                  <a:lnTo>
                    <a:pt x="378511" y="136905"/>
                  </a:lnTo>
                  <a:lnTo>
                    <a:pt x="380055" y="137083"/>
                  </a:lnTo>
                  <a:lnTo>
                    <a:pt x="383259" y="137451"/>
                  </a:lnTo>
                  <a:lnTo>
                    <a:pt x="386108" y="138930"/>
                  </a:lnTo>
                  <a:lnTo>
                    <a:pt x="391782" y="141869"/>
                  </a:lnTo>
                  <a:lnTo>
                    <a:pt x="391912" y="145698"/>
                  </a:lnTo>
                  <a:lnTo>
                    <a:pt x="388914" y="149009"/>
                  </a:lnTo>
                  <a:lnTo>
                    <a:pt x="386436" y="153382"/>
                  </a:lnTo>
                  <a:lnTo>
                    <a:pt x="387807" y="156617"/>
                  </a:lnTo>
                  <a:lnTo>
                    <a:pt x="389036" y="158941"/>
                  </a:lnTo>
                  <a:lnTo>
                    <a:pt x="389271" y="163149"/>
                  </a:lnTo>
                  <a:lnTo>
                    <a:pt x="385536" y="169484"/>
                  </a:lnTo>
                  <a:lnTo>
                    <a:pt x="385236" y="170744"/>
                  </a:lnTo>
                  <a:lnTo>
                    <a:pt x="384962" y="171888"/>
                  </a:lnTo>
                  <a:lnTo>
                    <a:pt x="384480" y="173904"/>
                  </a:lnTo>
                  <a:lnTo>
                    <a:pt x="383840" y="179060"/>
                  </a:lnTo>
                  <a:lnTo>
                    <a:pt x="380823" y="183943"/>
                  </a:lnTo>
                  <a:lnTo>
                    <a:pt x="380265" y="184844"/>
                  </a:lnTo>
                  <a:lnTo>
                    <a:pt x="379226" y="189750"/>
                  </a:lnTo>
                  <a:lnTo>
                    <a:pt x="380637" y="197258"/>
                  </a:lnTo>
                  <a:lnTo>
                    <a:pt x="384000" y="201696"/>
                  </a:lnTo>
                  <a:lnTo>
                    <a:pt x="389296" y="205840"/>
                  </a:lnTo>
                  <a:lnTo>
                    <a:pt x="391927" y="208459"/>
                  </a:lnTo>
                  <a:lnTo>
                    <a:pt x="393009" y="208948"/>
                  </a:lnTo>
                  <a:lnTo>
                    <a:pt x="398699" y="211519"/>
                  </a:lnTo>
                  <a:lnTo>
                    <a:pt x="402127" y="214210"/>
                  </a:lnTo>
                  <a:lnTo>
                    <a:pt x="407547" y="217551"/>
                  </a:lnTo>
                  <a:lnTo>
                    <a:pt x="411246" y="217416"/>
                  </a:lnTo>
                  <a:lnTo>
                    <a:pt x="410387" y="221705"/>
                  </a:lnTo>
                  <a:lnTo>
                    <a:pt x="413595" y="224767"/>
                  </a:lnTo>
                  <a:lnTo>
                    <a:pt x="414368" y="225505"/>
                  </a:lnTo>
                  <a:lnTo>
                    <a:pt x="418991" y="222003"/>
                  </a:lnTo>
                  <a:lnTo>
                    <a:pt x="424215" y="225676"/>
                  </a:lnTo>
                  <a:lnTo>
                    <a:pt x="430494" y="228496"/>
                  </a:lnTo>
                  <a:lnTo>
                    <a:pt x="431315" y="229975"/>
                  </a:lnTo>
                  <a:lnTo>
                    <a:pt x="433010" y="233025"/>
                  </a:lnTo>
                  <a:lnTo>
                    <a:pt x="438647" y="235489"/>
                  </a:lnTo>
                  <a:lnTo>
                    <a:pt x="443692" y="237249"/>
                  </a:lnTo>
                  <a:lnTo>
                    <a:pt x="445481" y="243328"/>
                  </a:lnTo>
                  <a:lnTo>
                    <a:pt x="446802" y="247128"/>
                  </a:lnTo>
                  <a:lnTo>
                    <a:pt x="446651" y="248042"/>
                  </a:lnTo>
                  <a:lnTo>
                    <a:pt x="446485" y="249042"/>
                  </a:lnTo>
                  <a:lnTo>
                    <a:pt x="446051" y="251665"/>
                  </a:lnTo>
                  <a:lnTo>
                    <a:pt x="449540" y="256815"/>
                  </a:lnTo>
                  <a:lnTo>
                    <a:pt x="453269" y="261550"/>
                  </a:lnTo>
                  <a:lnTo>
                    <a:pt x="453640" y="266033"/>
                  </a:lnTo>
                  <a:lnTo>
                    <a:pt x="450665" y="268323"/>
                  </a:lnTo>
                  <a:lnTo>
                    <a:pt x="449331" y="269348"/>
                  </a:lnTo>
                  <a:lnTo>
                    <a:pt x="448254" y="273269"/>
                  </a:lnTo>
                  <a:lnTo>
                    <a:pt x="450830" y="274794"/>
                  </a:lnTo>
                  <a:lnTo>
                    <a:pt x="451763" y="275346"/>
                  </a:lnTo>
                  <a:lnTo>
                    <a:pt x="453426" y="280894"/>
                  </a:lnTo>
                  <a:lnTo>
                    <a:pt x="459280" y="287639"/>
                  </a:lnTo>
                  <a:lnTo>
                    <a:pt x="461617" y="292696"/>
                  </a:lnTo>
                  <a:lnTo>
                    <a:pt x="465319" y="293427"/>
                  </a:lnTo>
                  <a:lnTo>
                    <a:pt x="468966" y="294145"/>
                  </a:lnTo>
                  <a:lnTo>
                    <a:pt x="473577" y="295819"/>
                  </a:lnTo>
                  <a:lnTo>
                    <a:pt x="477971" y="295928"/>
                  </a:lnTo>
                  <a:lnTo>
                    <a:pt x="480591" y="297723"/>
                  </a:lnTo>
                  <a:lnTo>
                    <a:pt x="480430" y="298900"/>
                  </a:lnTo>
                  <a:lnTo>
                    <a:pt x="479780" y="303653"/>
                  </a:lnTo>
                  <a:lnTo>
                    <a:pt x="478356" y="307791"/>
                  </a:lnTo>
                  <a:lnTo>
                    <a:pt x="478390" y="312909"/>
                  </a:lnTo>
                  <a:lnTo>
                    <a:pt x="478413" y="313156"/>
                  </a:lnTo>
                  <a:lnTo>
                    <a:pt x="478659" y="315802"/>
                  </a:lnTo>
                  <a:lnTo>
                    <a:pt x="475896" y="319635"/>
                  </a:lnTo>
                  <a:lnTo>
                    <a:pt x="479040" y="324011"/>
                  </a:lnTo>
                  <a:lnTo>
                    <a:pt x="478447" y="325069"/>
                  </a:lnTo>
                  <a:lnTo>
                    <a:pt x="477075" y="327513"/>
                  </a:lnTo>
                  <a:lnTo>
                    <a:pt x="475689" y="332660"/>
                  </a:lnTo>
                  <a:lnTo>
                    <a:pt x="471999" y="332401"/>
                  </a:lnTo>
                  <a:lnTo>
                    <a:pt x="468331" y="328782"/>
                  </a:lnTo>
                  <a:lnTo>
                    <a:pt x="468146" y="328813"/>
                  </a:lnTo>
                  <a:lnTo>
                    <a:pt x="464577" y="329415"/>
                  </a:lnTo>
                  <a:lnTo>
                    <a:pt x="463146" y="334887"/>
                  </a:lnTo>
                  <a:lnTo>
                    <a:pt x="458115" y="335179"/>
                  </a:lnTo>
                  <a:lnTo>
                    <a:pt x="453484" y="335033"/>
                  </a:lnTo>
                  <a:lnTo>
                    <a:pt x="451958" y="338437"/>
                  </a:lnTo>
                  <a:lnTo>
                    <a:pt x="454615" y="341646"/>
                  </a:lnTo>
                  <a:lnTo>
                    <a:pt x="456250" y="344617"/>
                  </a:lnTo>
                  <a:lnTo>
                    <a:pt x="455176" y="348441"/>
                  </a:lnTo>
                  <a:lnTo>
                    <a:pt x="457833" y="351790"/>
                  </a:lnTo>
                  <a:lnTo>
                    <a:pt x="457306" y="354817"/>
                  </a:lnTo>
                  <a:lnTo>
                    <a:pt x="455745" y="355059"/>
                  </a:lnTo>
                  <a:lnTo>
                    <a:pt x="451867" y="355657"/>
                  </a:lnTo>
                  <a:lnTo>
                    <a:pt x="451412" y="358702"/>
                  </a:lnTo>
                  <a:lnTo>
                    <a:pt x="455760" y="360924"/>
                  </a:lnTo>
                  <a:lnTo>
                    <a:pt x="452779" y="364792"/>
                  </a:lnTo>
                  <a:lnTo>
                    <a:pt x="447366" y="364565"/>
                  </a:lnTo>
                  <a:lnTo>
                    <a:pt x="446571" y="366719"/>
                  </a:lnTo>
                  <a:lnTo>
                    <a:pt x="451525" y="369590"/>
                  </a:lnTo>
                  <a:lnTo>
                    <a:pt x="451818" y="369759"/>
                  </a:lnTo>
                  <a:lnTo>
                    <a:pt x="454516" y="373612"/>
                  </a:lnTo>
                  <a:lnTo>
                    <a:pt x="451252" y="376839"/>
                  </a:lnTo>
                  <a:lnTo>
                    <a:pt x="448856" y="378998"/>
                  </a:lnTo>
                  <a:lnTo>
                    <a:pt x="448590" y="384495"/>
                  </a:lnTo>
                  <a:lnTo>
                    <a:pt x="445921" y="386578"/>
                  </a:lnTo>
                  <a:lnTo>
                    <a:pt x="434090" y="388127"/>
                  </a:lnTo>
                  <a:lnTo>
                    <a:pt x="429993" y="388651"/>
                  </a:lnTo>
                  <a:lnTo>
                    <a:pt x="419818" y="389940"/>
                  </a:lnTo>
                  <a:lnTo>
                    <a:pt x="406773" y="391611"/>
                  </a:lnTo>
                  <a:lnTo>
                    <a:pt x="401163" y="392321"/>
                  </a:lnTo>
                  <a:lnTo>
                    <a:pt x="402764" y="387619"/>
                  </a:lnTo>
                  <a:lnTo>
                    <a:pt x="405317" y="381526"/>
                  </a:lnTo>
                  <a:lnTo>
                    <a:pt x="409218" y="378736"/>
                  </a:lnTo>
                  <a:lnTo>
                    <a:pt x="409863" y="374672"/>
                  </a:lnTo>
                  <a:lnTo>
                    <a:pt x="411933" y="373175"/>
                  </a:lnTo>
                  <a:lnTo>
                    <a:pt x="414124" y="371590"/>
                  </a:lnTo>
                  <a:lnTo>
                    <a:pt x="416521" y="366768"/>
                  </a:lnTo>
                  <a:lnTo>
                    <a:pt x="419744" y="363087"/>
                  </a:lnTo>
                  <a:lnTo>
                    <a:pt x="419265" y="358397"/>
                  </a:lnTo>
                  <a:lnTo>
                    <a:pt x="418803" y="355864"/>
                  </a:lnTo>
                  <a:lnTo>
                    <a:pt x="413980" y="353898"/>
                  </a:lnTo>
                  <a:lnTo>
                    <a:pt x="412831" y="350086"/>
                  </a:lnTo>
                  <a:lnTo>
                    <a:pt x="411623" y="347103"/>
                  </a:lnTo>
                  <a:lnTo>
                    <a:pt x="406934" y="347602"/>
                  </a:lnTo>
                  <a:lnTo>
                    <a:pt x="387731" y="349604"/>
                  </a:lnTo>
                  <a:lnTo>
                    <a:pt x="382013" y="350249"/>
                  </a:lnTo>
                  <a:lnTo>
                    <a:pt x="368731" y="351723"/>
                  </a:lnTo>
                  <a:lnTo>
                    <a:pt x="367445" y="351868"/>
                  </a:lnTo>
                  <a:lnTo>
                    <a:pt x="351046" y="353688"/>
                  </a:lnTo>
                  <a:lnTo>
                    <a:pt x="343435" y="354524"/>
                  </a:lnTo>
                  <a:lnTo>
                    <a:pt x="323912" y="356622"/>
                  </a:lnTo>
                  <a:lnTo>
                    <a:pt x="323775" y="356634"/>
                  </a:lnTo>
                  <a:lnTo>
                    <a:pt x="320744" y="356910"/>
                  </a:lnTo>
                  <a:lnTo>
                    <a:pt x="307215" y="358119"/>
                  </a:lnTo>
                  <a:lnTo>
                    <a:pt x="305128" y="358334"/>
                  </a:lnTo>
                  <a:lnTo>
                    <a:pt x="283126" y="360554"/>
                  </a:lnTo>
                  <a:lnTo>
                    <a:pt x="273675" y="361471"/>
                  </a:lnTo>
                  <a:lnTo>
                    <a:pt x="271575" y="361673"/>
                  </a:lnTo>
                  <a:lnTo>
                    <a:pt x="257529" y="363004"/>
                  </a:lnTo>
                  <a:lnTo>
                    <a:pt x="244958" y="364105"/>
                  </a:lnTo>
                  <a:lnTo>
                    <a:pt x="242491" y="364318"/>
                  </a:lnTo>
                  <a:lnTo>
                    <a:pt x="227865" y="365612"/>
                  </a:lnTo>
                  <a:lnTo>
                    <a:pt x="223187" y="366017"/>
                  </a:lnTo>
                  <a:lnTo>
                    <a:pt x="222123" y="366109"/>
                  </a:lnTo>
                  <a:lnTo>
                    <a:pt x="203001" y="367723"/>
                  </a:lnTo>
                  <a:lnTo>
                    <a:pt x="191245" y="368640"/>
                  </a:lnTo>
                  <a:lnTo>
                    <a:pt x="189679" y="368760"/>
                  </a:lnTo>
                  <a:lnTo>
                    <a:pt x="181822" y="369357"/>
                  </a:lnTo>
                  <a:lnTo>
                    <a:pt x="170754" y="370186"/>
                  </a:lnTo>
                  <a:lnTo>
                    <a:pt x="162596" y="370784"/>
                  </a:lnTo>
                  <a:lnTo>
                    <a:pt x="150878" y="371676"/>
                  </a:lnTo>
                  <a:lnTo>
                    <a:pt x="144368" y="372161"/>
                  </a:lnTo>
                  <a:lnTo>
                    <a:pt x="136066" y="372730"/>
                  </a:lnTo>
                  <a:lnTo>
                    <a:pt x="116057" y="374054"/>
                  </a:lnTo>
                  <a:lnTo>
                    <a:pt x="97977" y="375257"/>
                  </a:lnTo>
                  <a:lnTo>
                    <a:pt x="97401" y="365379"/>
                  </a:lnTo>
                  <a:lnTo>
                    <a:pt x="97103" y="360552"/>
                  </a:lnTo>
                  <a:lnTo>
                    <a:pt x="96570" y="351945"/>
                  </a:lnTo>
                  <a:lnTo>
                    <a:pt x="95390" y="331664"/>
                  </a:lnTo>
                  <a:lnTo>
                    <a:pt x="95079" y="326612"/>
                  </a:lnTo>
                  <a:lnTo>
                    <a:pt x="94524" y="317586"/>
                  </a:lnTo>
                  <a:lnTo>
                    <a:pt x="93636" y="302026"/>
                  </a:lnTo>
                  <a:lnTo>
                    <a:pt x="93508" y="299777"/>
                  </a:lnTo>
                  <a:lnTo>
                    <a:pt x="93275" y="295696"/>
                  </a:lnTo>
                  <a:lnTo>
                    <a:pt x="91980" y="274510"/>
                  </a:lnTo>
                  <a:lnTo>
                    <a:pt x="91876" y="272804"/>
                  </a:lnTo>
                  <a:lnTo>
                    <a:pt x="91827" y="272009"/>
                  </a:lnTo>
                  <a:lnTo>
                    <a:pt x="90456" y="245309"/>
                  </a:lnTo>
                  <a:lnTo>
                    <a:pt x="90221" y="241005"/>
                  </a:lnTo>
                  <a:lnTo>
                    <a:pt x="90111" y="238996"/>
                  </a:lnTo>
                  <a:lnTo>
                    <a:pt x="89262" y="223469"/>
                  </a:lnTo>
                  <a:lnTo>
                    <a:pt x="88450" y="210285"/>
                  </a:lnTo>
                  <a:lnTo>
                    <a:pt x="87972" y="202521"/>
                  </a:lnTo>
                  <a:lnTo>
                    <a:pt x="86814" y="179750"/>
                  </a:lnTo>
                  <a:lnTo>
                    <a:pt x="86803" y="179523"/>
                  </a:lnTo>
                  <a:lnTo>
                    <a:pt x="86267" y="170216"/>
                  </a:lnTo>
                  <a:lnTo>
                    <a:pt x="85589" y="158454"/>
                  </a:lnTo>
                  <a:lnTo>
                    <a:pt x="85287" y="153010"/>
                  </a:lnTo>
                  <a:lnTo>
                    <a:pt x="85064" y="149016"/>
                  </a:lnTo>
                  <a:lnTo>
                    <a:pt x="84949" y="146948"/>
                  </a:lnTo>
                  <a:lnTo>
                    <a:pt x="85772" y="143248"/>
                  </a:lnTo>
                  <a:lnTo>
                    <a:pt x="85091" y="143249"/>
                  </a:lnTo>
                  <a:lnTo>
                    <a:pt x="83592" y="143250"/>
                  </a:lnTo>
                  <a:lnTo>
                    <a:pt x="79619" y="141076"/>
                  </a:lnTo>
                  <a:lnTo>
                    <a:pt x="75515" y="142575"/>
                  </a:lnTo>
                  <a:lnTo>
                    <a:pt x="71958" y="140075"/>
                  </a:lnTo>
                  <a:lnTo>
                    <a:pt x="71413" y="139692"/>
                  </a:lnTo>
                  <a:lnTo>
                    <a:pt x="69465" y="136681"/>
                  </a:lnTo>
                  <a:lnTo>
                    <a:pt x="67172" y="134009"/>
                  </a:lnTo>
                  <a:lnTo>
                    <a:pt x="63464" y="129866"/>
                  </a:lnTo>
                  <a:lnTo>
                    <a:pt x="64405" y="123777"/>
                  </a:lnTo>
                  <a:lnTo>
                    <a:pt x="60467" y="123379"/>
                  </a:lnTo>
                  <a:lnTo>
                    <a:pt x="59065" y="121538"/>
                  </a:lnTo>
                  <a:lnTo>
                    <a:pt x="57862" y="119956"/>
                  </a:lnTo>
                  <a:lnTo>
                    <a:pt x="53020" y="115523"/>
                  </a:lnTo>
                  <a:lnTo>
                    <a:pt x="50021" y="112295"/>
                  </a:lnTo>
                  <a:lnTo>
                    <a:pt x="48425" y="110575"/>
                  </a:lnTo>
                  <a:lnTo>
                    <a:pt x="50800" y="108433"/>
                  </a:lnTo>
                  <a:lnTo>
                    <a:pt x="52701" y="106710"/>
                  </a:lnTo>
                  <a:lnTo>
                    <a:pt x="52818" y="105076"/>
                  </a:lnTo>
                  <a:lnTo>
                    <a:pt x="53067" y="101620"/>
                  </a:lnTo>
                  <a:lnTo>
                    <a:pt x="57354" y="98422"/>
                  </a:lnTo>
                  <a:lnTo>
                    <a:pt x="57185" y="95210"/>
                  </a:lnTo>
                  <a:lnTo>
                    <a:pt x="62009" y="94836"/>
                  </a:lnTo>
                  <a:lnTo>
                    <a:pt x="64498" y="92446"/>
                  </a:lnTo>
                  <a:lnTo>
                    <a:pt x="63653" y="90440"/>
                  </a:lnTo>
                  <a:lnTo>
                    <a:pt x="62955" y="86298"/>
                  </a:lnTo>
                  <a:lnTo>
                    <a:pt x="62870" y="85793"/>
                  </a:lnTo>
                  <a:lnTo>
                    <a:pt x="59270" y="81644"/>
                  </a:lnTo>
                  <a:lnTo>
                    <a:pt x="57598" y="79624"/>
                  </a:lnTo>
                  <a:lnTo>
                    <a:pt x="54800" y="79967"/>
                  </a:lnTo>
                  <a:lnTo>
                    <a:pt x="53103" y="80174"/>
                  </a:lnTo>
                  <a:lnTo>
                    <a:pt x="49065" y="83543"/>
                  </a:lnTo>
                  <a:lnTo>
                    <a:pt x="44808" y="80838"/>
                  </a:lnTo>
                  <a:lnTo>
                    <a:pt x="38623" y="76956"/>
                  </a:lnTo>
                  <a:lnTo>
                    <a:pt x="33178" y="72338"/>
                  </a:lnTo>
                  <a:lnTo>
                    <a:pt x="30327" y="69929"/>
                  </a:lnTo>
                  <a:lnTo>
                    <a:pt x="28046" y="70249"/>
                  </a:lnTo>
                  <a:lnTo>
                    <a:pt x="25719" y="66633"/>
                  </a:lnTo>
                  <a:lnTo>
                    <a:pt x="26914" y="63195"/>
                  </a:lnTo>
                  <a:lnTo>
                    <a:pt x="24222" y="60471"/>
                  </a:lnTo>
                  <a:lnTo>
                    <a:pt x="20737" y="56497"/>
                  </a:lnTo>
                  <a:lnTo>
                    <a:pt x="21085" y="52308"/>
                  </a:lnTo>
                  <a:lnTo>
                    <a:pt x="15996" y="50569"/>
                  </a:lnTo>
                  <a:lnTo>
                    <a:pt x="15932" y="50246"/>
                  </a:lnTo>
                  <a:lnTo>
                    <a:pt x="15904" y="50105"/>
                  </a:lnTo>
                  <a:lnTo>
                    <a:pt x="15442" y="47784"/>
                  </a:lnTo>
                  <a:lnTo>
                    <a:pt x="12330" y="46315"/>
                  </a:lnTo>
                  <a:lnTo>
                    <a:pt x="8598" y="45393"/>
                  </a:lnTo>
                  <a:lnTo>
                    <a:pt x="9252" y="41516"/>
                  </a:lnTo>
                  <a:lnTo>
                    <a:pt x="8561" y="38944"/>
                  </a:lnTo>
                  <a:lnTo>
                    <a:pt x="5937" y="33187"/>
                  </a:lnTo>
                  <a:lnTo>
                    <a:pt x="5115" y="30579"/>
                  </a:lnTo>
                  <a:lnTo>
                    <a:pt x="3815" y="28002"/>
                  </a:lnTo>
                  <a:lnTo>
                    <a:pt x="3666" y="27707"/>
                  </a:lnTo>
                  <a:lnTo>
                    <a:pt x="822" y="279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5082755" y="4230162"/>
              <a:ext cx="251889" cy="430161"/>
            </a:xfrm>
            <a:custGeom>
              <a:avLst/>
              <a:pathLst>
                <a:path w="251889" h="430161">
                  <a:moveTo>
                    <a:pt x="1479" y="353296"/>
                  </a:moveTo>
                  <a:lnTo>
                    <a:pt x="5811" y="353412"/>
                  </a:lnTo>
                  <a:lnTo>
                    <a:pt x="9737" y="350398"/>
                  </a:lnTo>
                  <a:lnTo>
                    <a:pt x="7350" y="346547"/>
                  </a:lnTo>
                  <a:lnTo>
                    <a:pt x="7242" y="342014"/>
                  </a:lnTo>
                  <a:lnTo>
                    <a:pt x="8524" y="337629"/>
                  </a:lnTo>
                  <a:lnTo>
                    <a:pt x="7572" y="332519"/>
                  </a:lnTo>
                  <a:lnTo>
                    <a:pt x="9360" y="329202"/>
                  </a:lnTo>
                  <a:lnTo>
                    <a:pt x="13157" y="327781"/>
                  </a:lnTo>
                  <a:lnTo>
                    <a:pt x="11357" y="324337"/>
                  </a:lnTo>
                  <a:lnTo>
                    <a:pt x="10639" y="321537"/>
                  </a:lnTo>
                  <a:lnTo>
                    <a:pt x="15543" y="318963"/>
                  </a:lnTo>
                  <a:lnTo>
                    <a:pt x="16031" y="311168"/>
                  </a:lnTo>
                  <a:lnTo>
                    <a:pt x="20522" y="309603"/>
                  </a:lnTo>
                  <a:lnTo>
                    <a:pt x="20363" y="309401"/>
                  </a:lnTo>
                  <a:lnTo>
                    <a:pt x="17057" y="305220"/>
                  </a:lnTo>
                  <a:lnTo>
                    <a:pt x="17751" y="301341"/>
                  </a:lnTo>
                  <a:lnTo>
                    <a:pt x="21960" y="301719"/>
                  </a:lnTo>
                  <a:lnTo>
                    <a:pt x="25113" y="298237"/>
                  </a:lnTo>
                  <a:lnTo>
                    <a:pt x="25736" y="297549"/>
                  </a:lnTo>
                  <a:lnTo>
                    <a:pt x="29400" y="293388"/>
                  </a:lnTo>
                  <a:lnTo>
                    <a:pt x="29258" y="288742"/>
                  </a:lnTo>
                  <a:lnTo>
                    <a:pt x="33608" y="287082"/>
                  </a:lnTo>
                  <a:lnTo>
                    <a:pt x="36038" y="283639"/>
                  </a:lnTo>
                  <a:lnTo>
                    <a:pt x="35951" y="281300"/>
                  </a:lnTo>
                  <a:lnTo>
                    <a:pt x="38842" y="276545"/>
                  </a:lnTo>
                  <a:lnTo>
                    <a:pt x="38433" y="275982"/>
                  </a:lnTo>
                  <a:lnTo>
                    <a:pt x="32517" y="267821"/>
                  </a:lnTo>
                  <a:lnTo>
                    <a:pt x="41154" y="266344"/>
                  </a:lnTo>
                  <a:lnTo>
                    <a:pt x="43812" y="260029"/>
                  </a:lnTo>
                  <a:lnTo>
                    <a:pt x="45310" y="254733"/>
                  </a:lnTo>
                  <a:lnTo>
                    <a:pt x="40387" y="254406"/>
                  </a:lnTo>
                  <a:lnTo>
                    <a:pt x="41326" y="247902"/>
                  </a:lnTo>
                  <a:lnTo>
                    <a:pt x="34793" y="247396"/>
                  </a:lnTo>
                  <a:lnTo>
                    <a:pt x="33639" y="241036"/>
                  </a:lnTo>
                  <a:lnTo>
                    <a:pt x="37239" y="240286"/>
                  </a:lnTo>
                  <a:lnTo>
                    <a:pt x="33973" y="235629"/>
                  </a:lnTo>
                  <a:lnTo>
                    <a:pt x="33480" y="235202"/>
                  </a:lnTo>
                  <a:lnTo>
                    <a:pt x="31529" y="233513"/>
                  </a:lnTo>
                  <a:lnTo>
                    <a:pt x="29431" y="226314"/>
                  </a:lnTo>
                  <a:lnTo>
                    <a:pt x="32184" y="222492"/>
                  </a:lnTo>
                  <a:lnTo>
                    <a:pt x="27897" y="221679"/>
                  </a:lnTo>
                  <a:lnTo>
                    <a:pt x="24373" y="218884"/>
                  </a:lnTo>
                  <a:lnTo>
                    <a:pt x="23784" y="215751"/>
                  </a:lnTo>
                  <a:lnTo>
                    <a:pt x="25241" y="212397"/>
                  </a:lnTo>
                  <a:lnTo>
                    <a:pt x="29869" y="208433"/>
                  </a:lnTo>
                  <a:lnTo>
                    <a:pt x="29364" y="204173"/>
                  </a:lnTo>
                  <a:lnTo>
                    <a:pt x="24443" y="200943"/>
                  </a:lnTo>
                  <a:lnTo>
                    <a:pt x="21930" y="199137"/>
                  </a:lnTo>
                  <a:lnTo>
                    <a:pt x="22348" y="198467"/>
                  </a:lnTo>
                  <a:lnTo>
                    <a:pt x="24878" y="194407"/>
                  </a:lnTo>
                  <a:lnTo>
                    <a:pt x="20094" y="191060"/>
                  </a:lnTo>
                  <a:lnTo>
                    <a:pt x="21839" y="187657"/>
                  </a:lnTo>
                  <a:lnTo>
                    <a:pt x="25435" y="187588"/>
                  </a:lnTo>
                  <a:lnTo>
                    <a:pt x="26498" y="183155"/>
                  </a:lnTo>
                  <a:lnTo>
                    <a:pt x="27222" y="178510"/>
                  </a:lnTo>
                  <a:lnTo>
                    <a:pt x="25617" y="175106"/>
                  </a:lnTo>
                  <a:lnTo>
                    <a:pt x="22682" y="174834"/>
                  </a:lnTo>
                  <a:lnTo>
                    <a:pt x="20908" y="168989"/>
                  </a:lnTo>
                  <a:lnTo>
                    <a:pt x="22631" y="164936"/>
                  </a:lnTo>
                  <a:lnTo>
                    <a:pt x="19880" y="162236"/>
                  </a:lnTo>
                  <a:lnTo>
                    <a:pt x="17835" y="159363"/>
                  </a:lnTo>
                  <a:lnTo>
                    <a:pt x="16306" y="156832"/>
                  </a:lnTo>
                  <a:lnTo>
                    <a:pt x="14096" y="153866"/>
                  </a:lnTo>
                  <a:lnTo>
                    <a:pt x="14640" y="152387"/>
                  </a:lnTo>
                  <a:lnTo>
                    <a:pt x="15668" y="149596"/>
                  </a:lnTo>
                  <a:lnTo>
                    <a:pt x="19616" y="146139"/>
                  </a:lnTo>
                  <a:lnTo>
                    <a:pt x="15839" y="143006"/>
                  </a:lnTo>
                  <a:lnTo>
                    <a:pt x="21392" y="141597"/>
                  </a:lnTo>
                  <a:lnTo>
                    <a:pt x="22814" y="136721"/>
                  </a:lnTo>
                  <a:lnTo>
                    <a:pt x="17610" y="134393"/>
                  </a:lnTo>
                  <a:lnTo>
                    <a:pt x="19698" y="131767"/>
                  </a:lnTo>
                  <a:lnTo>
                    <a:pt x="21572" y="131408"/>
                  </a:lnTo>
                  <a:lnTo>
                    <a:pt x="25945" y="132067"/>
                  </a:lnTo>
                  <a:lnTo>
                    <a:pt x="25714" y="128377"/>
                  </a:lnTo>
                  <a:lnTo>
                    <a:pt x="23556" y="127006"/>
                  </a:lnTo>
                  <a:lnTo>
                    <a:pt x="22506" y="122435"/>
                  </a:lnTo>
                  <a:lnTo>
                    <a:pt x="24786" y="119518"/>
                  </a:lnTo>
                  <a:lnTo>
                    <a:pt x="23796" y="116482"/>
                  </a:lnTo>
                  <a:lnTo>
                    <a:pt x="19827" y="115358"/>
                  </a:lnTo>
                  <a:lnTo>
                    <a:pt x="22556" y="112985"/>
                  </a:lnTo>
                  <a:lnTo>
                    <a:pt x="25767" y="113353"/>
                  </a:lnTo>
                  <a:lnTo>
                    <a:pt x="27391" y="111152"/>
                  </a:lnTo>
                  <a:lnTo>
                    <a:pt x="29943" y="109303"/>
                  </a:lnTo>
                  <a:lnTo>
                    <a:pt x="33508" y="108147"/>
                  </a:lnTo>
                  <a:lnTo>
                    <a:pt x="34424" y="104080"/>
                  </a:lnTo>
                  <a:lnTo>
                    <a:pt x="32309" y="102320"/>
                  </a:lnTo>
                  <a:lnTo>
                    <a:pt x="28916" y="101393"/>
                  </a:lnTo>
                  <a:lnTo>
                    <a:pt x="28964" y="100769"/>
                  </a:lnTo>
                  <a:lnTo>
                    <a:pt x="28989" y="100446"/>
                  </a:lnTo>
                  <a:lnTo>
                    <a:pt x="29184" y="97905"/>
                  </a:lnTo>
                  <a:lnTo>
                    <a:pt x="32241" y="96505"/>
                  </a:lnTo>
                  <a:lnTo>
                    <a:pt x="32889" y="94379"/>
                  </a:lnTo>
                  <a:lnTo>
                    <a:pt x="31695" y="90993"/>
                  </a:lnTo>
                  <a:lnTo>
                    <a:pt x="35539" y="89546"/>
                  </a:lnTo>
                  <a:lnTo>
                    <a:pt x="37132" y="85567"/>
                  </a:lnTo>
                  <a:lnTo>
                    <a:pt x="41390" y="84239"/>
                  </a:lnTo>
                  <a:lnTo>
                    <a:pt x="40031" y="79682"/>
                  </a:lnTo>
                  <a:lnTo>
                    <a:pt x="42447" y="77538"/>
                  </a:lnTo>
                  <a:lnTo>
                    <a:pt x="47648" y="79464"/>
                  </a:lnTo>
                  <a:lnTo>
                    <a:pt x="48602" y="75130"/>
                  </a:lnTo>
                  <a:lnTo>
                    <a:pt x="53089" y="71881"/>
                  </a:lnTo>
                  <a:lnTo>
                    <a:pt x="52105" y="68152"/>
                  </a:lnTo>
                  <a:lnTo>
                    <a:pt x="52562" y="62295"/>
                  </a:lnTo>
                  <a:lnTo>
                    <a:pt x="53628" y="58375"/>
                  </a:lnTo>
                  <a:lnTo>
                    <a:pt x="50481" y="54539"/>
                  </a:lnTo>
                  <a:lnTo>
                    <a:pt x="51231" y="53056"/>
                  </a:lnTo>
                  <a:lnTo>
                    <a:pt x="52725" y="50093"/>
                  </a:lnTo>
                  <a:lnTo>
                    <a:pt x="52680" y="46701"/>
                  </a:lnTo>
                  <a:lnTo>
                    <a:pt x="55038" y="40941"/>
                  </a:lnTo>
                  <a:lnTo>
                    <a:pt x="57115" y="38572"/>
                  </a:lnTo>
                  <a:lnTo>
                    <a:pt x="57403" y="34486"/>
                  </a:lnTo>
                  <a:lnTo>
                    <a:pt x="61398" y="34002"/>
                  </a:lnTo>
                  <a:lnTo>
                    <a:pt x="61852" y="33947"/>
                  </a:lnTo>
                  <a:lnTo>
                    <a:pt x="67837" y="30060"/>
                  </a:lnTo>
                  <a:lnTo>
                    <a:pt x="67972" y="29944"/>
                  </a:lnTo>
                  <a:lnTo>
                    <a:pt x="72049" y="26440"/>
                  </a:lnTo>
                  <a:lnTo>
                    <a:pt x="72175" y="23761"/>
                  </a:lnTo>
                  <a:lnTo>
                    <a:pt x="67014" y="19246"/>
                  </a:lnTo>
                  <a:lnTo>
                    <a:pt x="103750" y="15022"/>
                  </a:lnTo>
                  <a:lnTo>
                    <a:pt x="108811" y="14415"/>
                  </a:lnTo>
                  <a:lnTo>
                    <a:pt x="110076" y="14263"/>
                  </a:lnTo>
                  <a:lnTo>
                    <a:pt x="114542" y="13722"/>
                  </a:lnTo>
                  <a:lnTo>
                    <a:pt x="129468" y="11892"/>
                  </a:lnTo>
                  <a:lnTo>
                    <a:pt x="135336" y="11130"/>
                  </a:lnTo>
                  <a:lnTo>
                    <a:pt x="146345" y="9684"/>
                  </a:lnTo>
                  <a:lnTo>
                    <a:pt x="158587" y="8052"/>
                  </a:lnTo>
                  <a:lnTo>
                    <a:pt x="159258" y="7963"/>
                  </a:lnTo>
                  <a:lnTo>
                    <a:pt x="173090" y="6116"/>
                  </a:lnTo>
                  <a:lnTo>
                    <a:pt x="175686" y="5765"/>
                  </a:lnTo>
                  <a:lnTo>
                    <a:pt x="198243" y="2638"/>
                  </a:lnTo>
                  <a:lnTo>
                    <a:pt x="204611" y="1780"/>
                  </a:lnTo>
                  <a:lnTo>
                    <a:pt x="205820" y="1617"/>
                  </a:lnTo>
                  <a:lnTo>
                    <a:pt x="213328" y="595"/>
                  </a:lnTo>
                  <a:lnTo>
                    <a:pt x="217459" y="0"/>
                  </a:lnTo>
                  <a:lnTo>
                    <a:pt x="221504" y="5899"/>
                  </a:lnTo>
                  <a:lnTo>
                    <a:pt x="225881" y="7946"/>
                  </a:lnTo>
                  <a:lnTo>
                    <a:pt x="226266" y="31700"/>
                  </a:lnTo>
                  <a:lnTo>
                    <a:pt x="226339" y="35307"/>
                  </a:lnTo>
                  <a:lnTo>
                    <a:pt x="226545" y="45756"/>
                  </a:lnTo>
                  <a:lnTo>
                    <a:pt x="226783" y="58259"/>
                  </a:lnTo>
                  <a:lnTo>
                    <a:pt x="227159" y="78907"/>
                  </a:lnTo>
                  <a:lnTo>
                    <a:pt x="227203" y="81390"/>
                  </a:lnTo>
                  <a:lnTo>
                    <a:pt x="227620" y="108987"/>
                  </a:lnTo>
                  <a:lnTo>
                    <a:pt x="227677" y="113049"/>
                  </a:lnTo>
                  <a:lnTo>
                    <a:pt x="227990" y="127540"/>
                  </a:lnTo>
                  <a:lnTo>
                    <a:pt x="228437" y="149143"/>
                  </a:lnTo>
                  <a:lnTo>
                    <a:pt x="228619" y="158304"/>
                  </a:lnTo>
                  <a:lnTo>
                    <a:pt x="228984" y="175254"/>
                  </a:lnTo>
                  <a:lnTo>
                    <a:pt x="229099" y="180723"/>
                  </a:lnTo>
                  <a:lnTo>
                    <a:pt x="229487" y="199809"/>
                  </a:lnTo>
                  <a:lnTo>
                    <a:pt x="229717" y="211557"/>
                  </a:lnTo>
                  <a:lnTo>
                    <a:pt x="230159" y="235227"/>
                  </a:lnTo>
                  <a:lnTo>
                    <a:pt x="230252" y="240369"/>
                  </a:lnTo>
                  <a:lnTo>
                    <a:pt x="230273" y="242348"/>
                  </a:lnTo>
                  <a:lnTo>
                    <a:pt x="230531" y="268235"/>
                  </a:lnTo>
                  <a:lnTo>
                    <a:pt x="230934" y="271641"/>
                  </a:lnTo>
                  <a:lnTo>
                    <a:pt x="231988" y="280575"/>
                  </a:lnTo>
                  <a:lnTo>
                    <a:pt x="233310" y="288560"/>
                  </a:lnTo>
                  <a:lnTo>
                    <a:pt x="234397" y="295125"/>
                  </a:lnTo>
                  <a:lnTo>
                    <a:pt x="237036" y="311115"/>
                  </a:lnTo>
                  <a:lnTo>
                    <a:pt x="237243" y="312368"/>
                  </a:lnTo>
                  <a:lnTo>
                    <a:pt x="241602" y="338777"/>
                  </a:lnTo>
                  <a:lnTo>
                    <a:pt x="243224" y="348759"/>
                  </a:lnTo>
                  <a:lnTo>
                    <a:pt x="246196" y="367054"/>
                  </a:lnTo>
                  <a:lnTo>
                    <a:pt x="246894" y="371355"/>
                  </a:lnTo>
                  <a:lnTo>
                    <a:pt x="246947" y="371685"/>
                  </a:lnTo>
                  <a:lnTo>
                    <a:pt x="249471" y="387903"/>
                  </a:lnTo>
                  <a:lnTo>
                    <a:pt x="251889" y="402859"/>
                  </a:lnTo>
                  <a:lnTo>
                    <a:pt x="251040" y="405374"/>
                  </a:lnTo>
                  <a:lnTo>
                    <a:pt x="248226" y="405258"/>
                  </a:lnTo>
                  <a:lnTo>
                    <a:pt x="246589" y="407915"/>
                  </a:lnTo>
                  <a:lnTo>
                    <a:pt x="242572" y="406691"/>
                  </a:lnTo>
                  <a:lnTo>
                    <a:pt x="238178" y="408071"/>
                  </a:lnTo>
                  <a:lnTo>
                    <a:pt x="235609" y="406401"/>
                  </a:lnTo>
                  <a:lnTo>
                    <a:pt x="231697" y="406205"/>
                  </a:lnTo>
                  <a:lnTo>
                    <a:pt x="229104" y="408164"/>
                  </a:lnTo>
                  <a:lnTo>
                    <a:pt x="225568" y="408283"/>
                  </a:lnTo>
                  <a:lnTo>
                    <a:pt x="221446" y="407976"/>
                  </a:lnTo>
                  <a:lnTo>
                    <a:pt x="220025" y="407870"/>
                  </a:lnTo>
                  <a:lnTo>
                    <a:pt x="214039" y="405768"/>
                  </a:lnTo>
                  <a:lnTo>
                    <a:pt x="208233" y="406745"/>
                  </a:lnTo>
                  <a:lnTo>
                    <a:pt x="199998" y="409791"/>
                  </a:lnTo>
                  <a:lnTo>
                    <a:pt x="192524" y="413975"/>
                  </a:lnTo>
                  <a:lnTo>
                    <a:pt x="184616" y="417036"/>
                  </a:lnTo>
                  <a:lnTo>
                    <a:pt x="183698" y="417466"/>
                  </a:lnTo>
                  <a:lnTo>
                    <a:pt x="180948" y="418755"/>
                  </a:lnTo>
                  <a:lnTo>
                    <a:pt x="175347" y="423640"/>
                  </a:lnTo>
                  <a:lnTo>
                    <a:pt x="173987" y="427340"/>
                  </a:lnTo>
                  <a:lnTo>
                    <a:pt x="171964" y="428775"/>
                  </a:lnTo>
                  <a:lnTo>
                    <a:pt x="168378" y="430161"/>
                  </a:lnTo>
                  <a:lnTo>
                    <a:pt x="161758" y="427779"/>
                  </a:lnTo>
                  <a:lnTo>
                    <a:pt x="158934" y="420129"/>
                  </a:lnTo>
                  <a:lnTo>
                    <a:pt x="154640" y="411374"/>
                  </a:lnTo>
                  <a:lnTo>
                    <a:pt x="152666" y="408102"/>
                  </a:lnTo>
                  <a:lnTo>
                    <a:pt x="151509" y="406183"/>
                  </a:lnTo>
                  <a:lnTo>
                    <a:pt x="144880" y="400486"/>
                  </a:lnTo>
                  <a:lnTo>
                    <a:pt x="141785" y="392745"/>
                  </a:lnTo>
                  <a:lnTo>
                    <a:pt x="141241" y="390635"/>
                  </a:lnTo>
                  <a:lnTo>
                    <a:pt x="139961" y="385669"/>
                  </a:lnTo>
                  <a:lnTo>
                    <a:pt x="142487" y="377198"/>
                  </a:lnTo>
                  <a:lnTo>
                    <a:pt x="144792" y="368807"/>
                  </a:lnTo>
                  <a:lnTo>
                    <a:pt x="145635" y="360855"/>
                  </a:lnTo>
                  <a:lnTo>
                    <a:pt x="137555" y="361848"/>
                  </a:lnTo>
                  <a:lnTo>
                    <a:pt x="132935" y="362411"/>
                  </a:lnTo>
                  <a:lnTo>
                    <a:pt x="105776" y="365666"/>
                  </a:lnTo>
                  <a:lnTo>
                    <a:pt x="99191" y="366438"/>
                  </a:lnTo>
                  <a:lnTo>
                    <a:pt x="84156" y="368146"/>
                  </a:lnTo>
                  <a:lnTo>
                    <a:pt x="82683" y="368312"/>
                  </a:lnTo>
                  <a:lnTo>
                    <a:pt x="68295" y="369910"/>
                  </a:lnTo>
                  <a:lnTo>
                    <a:pt x="63257" y="370456"/>
                  </a:lnTo>
                  <a:lnTo>
                    <a:pt x="45651" y="372332"/>
                  </a:lnTo>
                  <a:lnTo>
                    <a:pt x="36932" y="373244"/>
                  </a:lnTo>
                  <a:lnTo>
                    <a:pt x="33329" y="373617"/>
                  </a:lnTo>
                  <a:lnTo>
                    <a:pt x="2278" y="376696"/>
                  </a:lnTo>
                  <a:lnTo>
                    <a:pt x="2889" y="376140"/>
                  </a:lnTo>
                  <a:lnTo>
                    <a:pt x="7668" y="371787"/>
                  </a:lnTo>
                  <a:lnTo>
                    <a:pt x="4779" y="368402"/>
                  </a:lnTo>
                  <a:lnTo>
                    <a:pt x="2418" y="364659"/>
                  </a:lnTo>
                  <a:lnTo>
                    <a:pt x="4316" y="359651"/>
                  </a:lnTo>
                  <a:lnTo>
                    <a:pt x="4374" y="359497"/>
                  </a:lnTo>
                  <a:lnTo>
                    <a:pt x="0" y="3563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7424" y="2420696"/>
              <a:ext cx="700470" cy="442397"/>
            </a:xfrm>
            <a:custGeom>
              <a:avLst/>
              <a:pathLst>
                <a:path w="700470" h="442397">
                  <a:moveTo>
                    <a:pt x="18083" y="0"/>
                  </a:moveTo>
                  <a:lnTo>
                    <a:pt x="48825" y="6239"/>
                  </a:lnTo>
                  <a:lnTo>
                    <a:pt x="65261" y="9604"/>
                  </a:lnTo>
                  <a:lnTo>
                    <a:pt x="92323" y="14667"/>
                  </a:lnTo>
                  <a:lnTo>
                    <a:pt x="95073" y="15172"/>
                  </a:lnTo>
                  <a:lnTo>
                    <a:pt x="112101" y="18275"/>
                  </a:lnTo>
                  <a:lnTo>
                    <a:pt x="123104" y="20433"/>
                  </a:lnTo>
                  <a:lnTo>
                    <a:pt x="129414" y="21602"/>
                  </a:lnTo>
                  <a:lnTo>
                    <a:pt x="138468" y="23263"/>
                  </a:lnTo>
                  <a:lnTo>
                    <a:pt x="150552" y="25501"/>
                  </a:lnTo>
                  <a:lnTo>
                    <a:pt x="168469" y="28511"/>
                  </a:lnTo>
                  <a:lnTo>
                    <a:pt x="183136" y="30996"/>
                  </a:lnTo>
                  <a:lnTo>
                    <a:pt x="235378" y="39373"/>
                  </a:lnTo>
                  <a:lnTo>
                    <a:pt x="238191" y="39806"/>
                  </a:lnTo>
                  <a:lnTo>
                    <a:pt x="254601" y="42384"/>
                  </a:lnTo>
                  <a:lnTo>
                    <a:pt x="274629" y="45453"/>
                  </a:lnTo>
                  <a:lnTo>
                    <a:pt x="287744" y="47325"/>
                  </a:lnTo>
                  <a:lnTo>
                    <a:pt x="302855" y="49433"/>
                  </a:lnTo>
                  <a:lnTo>
                    <a:pt x="317687" y="51437"/>
                  </a:lnTo>
                  <a:lnTo>
                    <a:pt x="329716" y="53026"/>
                  </a:lnTo>
                  <a:lnTo>
                    <a:pt x="335042" y="53663"/>
                  </a:lnTo>
                  <a:lnTo>
                    <a:pt x="350211" y="55637"/>
                  </a:lnTo>
                  <a:lnTo>
                    <a:pt x="388435" y="60292"/>
                  </a:lnTo>
                  <a:lnTo>
                    <a:pt x="389073" y="60371"/>
                  </a:lnTo>
                  <a:lnTo>
                    <a:pt x="402683" y="62020"/>
                  </a:lnTo>
                  <a:lnTo>
                    <a:pt x="416935" y="63734"/>
                  </a:lnTo>
                  <a:lnTo>
                    <a:pt x="443047" y="66616"/>
                  </a:lnTo>
                  <a:lnTo>
                    <a:pt x="460572" y="68457"/>
                  </a:lnTo>
                  <a:lnTo>
                    <a:pt x="490958" y="71487"/>
                  </a:lnTo>
                  <a:lnTo>
                    <a:pt x="506032" y="72972"/>
                  </a:lnTo>
                  <a:lnTo>
                    <a:pt x="510467" y="73329"/>
                  </a:lnTo>
                  <a:lnTo>
                    <a:pt x="520979" y="74302"/>
                  </a:lnTo>
                  <a:lnTo>
                    <a:pt x="553160" y="77130"/>
                  </a:lnTo>
                  <a:lnTo>
                    <a:pt x="575127" y="78923"/>
                  </a:lnTo>
                  <a:lnTo>
                    <a:pt x="582111" y="79479"/>
                  </a:lnTo>
                  <a:lnTo>
                    <a:pt x="585636" y="79755"/>
                  </a:lnTo>
                  <a:lnTo>
                    <a:pt x="601384" y="80890"/>
                  </a:lnTo>
                  <a:lnTo>
                    <a:pt x="625458" y="82601"/>
                  </a:lnTo>
                  <a:lnTo>
                    <a:pt x="630660" y="82937"/>
                  </a:lnTo>
                  <a:lnTo>
                    <a:pt x="642564" y="83734"/>
                  </a:lnTo>
                  <a:lnTo>
                    <a:pt x="653010" y="84407"/>
                  </a:lnTo>
                  <a:lnTo>
                    <a:pt x="672059" y="85488"/>
                  </a:lnTo>
                  <a:lnTo>
                    <a:pt x="700470" y="86993"/>
                  </a:lnTo>
                  <a:lnTo>
                    <a:pt x="699759" y="100331"/>
                  </a:lnTo>
                  <a:lnTo>
                    <a:pt x="698827" y="119006"/>
                  </a:lnTo>
                  <a:lnTo>
                    <a:pt x="698218" y="131234"/>
                  </a:lnTo>
                  <a:lnTo>
                    <a:pt x="697783" y="140408"/>
                  </a:lnTo>
                  <a:lnTo>
                    <a:pt x="697172" y="153349"/>
                  </a:lnTo>
                  <a:lnTo>
                    <a:pt x="696150" y="174817"/>
                  </a:lnTo>
                  <a:lnTo>
                    <a:pt x="696047" y="176967"/>
                  </a:lnTo>
                  <a:lnTo>
                    <a:pt x="695375" y="191693"/>
                  </a:lnTo>
                  <a:lnTo>
                    <a:pt x="694381" y="209190"/>
                  </a:lnTo>
                  <a:lnTo>
                    <a:pt x="693387" y="227227"/>
                  </a:lnTo>
                  <a:lnTo>
                    <a:pt x="693074" y="232923"/>
                  </a:lnTo>
                  <a:lnTo>
                    <a:pt x="693066" y="233082"/>
                  </a:lnTo>
                  <a:lnTo>
                    <a:pt x="692185" y="250822"/>
                  </a:lnTo>
                  <a:lnTo>
                    <a:pt x="691271" y="267756"/>
                  </a:lnTo>
                  <a:lnTo>
                    <a:pt x="690284" y="287010"/>
                  </a:lnTo>
                  <a:lnTo>
                    <a:pt x="689972" y="293344"/>
                  </a:lnTo>
                  <a:lnTo>
                    <a:pt x="689538" y="302153"/>
                  </a:lnTo>
                  <a:lnTo>
                    <a:pt x="689405" y="304873"/>
                  </a:lnTo>
                  <a:lnTo>
                    <a:pt x="688554" y="321083"/>
                  </a:lnTo>
                  <a:lnTo>
                    <a:pt x="688356" y="324975"/>
                  </a:lnTo>
                  <a:lnTo>
                    <a:pt x="686873" y="354275"/>
                  </a:lnTo>
                  <a:lnTo>
                    <a:pt x="686672" y="359822"/>
                  </a:lnTo>
                  <a:lnTo>
                    <a:pt x="686617" y="361334"/>
                  </a:lnTo>
                  <a:lnTo>
                    <a:pt x="686183" y="371378"/>
                  </a:lnTo>
                  <a:lnTo>
                    <a:pt x="685377" y="388192"/>
                  </a:lnTo>
                  <a:lnTo>
                    <a:pt x="685092" y="394068"/>
                  </a:lnTo>
                  <a:lnTo>
                    <a:pt x="684498" y="407625"/>
                  </a:lnTo>
                  <a:lnTo>
                    <a:pt x="683972" y="418396"/>
                  </a:lnTo>
                  <a:lnTo>
                    <a:pt x="683597" y="426091"/>
                  </a:lnTo>
                  <a:lnTo>
                    <a:pt x="683097" y="437163"/>
                  </a:lnTo>
                  <a:lnTo>
                    <a:pt x="681944" y="437201"/>
                  </a:lnTo>
                  <a:lnTo>
                    <a:pt x="622136" y="433592"/>
                  </a:lnTo>
                  <a:lnTo>
                    <a:pt x="621334" y="433542"/>
                  </a:lnTo>
                  <a:lnTo>
                    <a:pt x="618964" y="433393"/>
                  </a:lnTo>
                  <a:lnTo>
                    <a:pt x="571311" y="430164"/>
                  </a:lnTo>
                  <a:lnTo>
                    <a:pt x="560376" y="429608"/>
                  </a:lnTo>
                  <a:lnTo>
                    <a:pt x="545608" y="428818"/>
                  </a:lnTo>
                  <a:lnTo>
                    <a:pt x="507058" y="425494"/>
                  </a:lnTo>
                  <a:lnTo>
                    <a:pt x="478577" y="422495"/>
                  </a:lnTo>
                  <a:lnTo>
                    <a:pt x="444076" y="419218"/>
                  </a:lnTo>
                  <a:lnTo>
                    <a:pt x="438791" y="418694"/>
                  </a:lnTo>
                  <a:lnTo>
                    <a:pt x="423322" y="417217"/>
                  </a:lnTo>
                  <a:lnTo>
                    <a:pt x="407797" y="415686"/>
                  </a:lnTo>
                  <a:lnTo>
                    <a:pt x="400365" y="414898"/>
                  </a:lnTo>
                  <a:lnTo>
                    <a:pt x="373263" y="411926"/>
                  </a:lnTo>
                  <a:lnTo>
                    <a:pt x="370794" y="411092"/>
                  </a:lnTo>
                  <a:lnTo>
                    <a:pt x="341836" y="408020"/>
                  </a:lnTo>
                  <a:lnTo>
                    <a:pt x="328077" y="406336"/>
                  </a:lnTo>
                  <a:lnTo>
                    <a:pt x="316017" y="404829"/>
                  </a:lnTo>
                  <a:lnTo>
                    <a:pt x="295769" y="402624"/>
                  </a:lnTo>
                  <a:lnTo>
                    <a:pt x="272347" y="400161"/>
                  </a:lnTo>
                  <a:lnTo>
                    <a:pt x="267585" y="398582"/>
                  </a:lnTo>
                  <a:lnTo>
                    <a:pt x="251680" y="396602"/>
                  </a:lnTo>
                  <a:lnTo>
                    <a:pt x="249309" y="408173"/>
                  </a:lnTo>
                  <a:lnTo>
                    <a:pt x="247712" y="420479"/>
                  </a:lnTo>
                  <a:lnTo>
                    <a:pt x="247020" y="425621"/>
                  </a:lnTo>
                  <a:lnTo>
                    <a:pt x="246537" y="429218"/>
                  </a:lnTo>
                  <a:lnTo>
                    <a:pt x="245132" y="442397"/>
                  </a:lnTo>
                  <a:lnTo>
                    <a:pt x="240814" y="440065"/>
                  </a:lnTo>
                  <a:lnTo>
                    <a:pt x="240026" y="436226"/>
                  </a:lnTo>
                  <a:lnTo>
                    <a:pt x="236933" y="432253"/>
                  </a:lnTo>
                  <a:lnTo>
                    <a:pt x="236108" y="427907"/>
                  </a:lnTo>
                  <a:lnTo>
                    <a:pt x="233905" y="423619"/>
                  </a:lnTo>
                  <a:lnTo>
                    <a:pt x="231209" y="418256"/>
                  </a:lnTo>
                  <a:lnTo>
                    <a:pt x="228248" y="415468"/>
                  </a:lnTo>
                  <a:lnTo>
                    <a:pt x="227813" y="415057"/>
                  </a:lnTo>
                  <a:lnTo>
                    <a:pt x="224083" y="417594"/>
                  </a:lnTo>
                  <a:lnTo>
                    <a:pt x="222660" y="419601"/>
                  </a:lnTo>
                  <a:lnTo>
                    <a:pt x="221728" y="420914"/>
                  </a:lnTo>
                  <a:lnTo>
                    <a:pt x="217441" y="428855"/>
                  </a:lnTo>
                  <a:lnTo>
                    <a:pt x="214406" y="430877"/>
                  </a:lnTo>
                  <a:lnTo>
                    <a:pt x="211083" y="430227"/>
                  </a:lnTo>
                  <a:lnTo>
                    <a:pt x="205754" y="429180"/>
                  </a:lnTo>
                  <a:lnTo>
                    <a:pt x="198752" y="432459"/>
                  </a:lnTo>
                  <a:lnTo>
                    <a:pt x="195560" y="427343"/>
                  </a:lnTo>
                  <a:lnTo>
                    <a:pt x="185145" y="428129"/>
                  </a:lnTo>
                  <a:lnTo>
                    <a:pt x="179424" y="428083"/>
                  </a:lnTo>
                  <a:lnTo>
                    <a:pt x="173672" y="425878"/>
                  </a:lnTo>
                  <a:lnTo>
                    <a:pt x="170032" y="423104"/>
                  </a:lnTo>
                  <a:lnTo>
                    <a:pt x="165032" y="425858"/>
                  </a:lnTo>
                  <a:lnTo>
                    <a:pt x="162207" y="432604"/>
                  </a:lnTo>
                  <a:lnTo>
                    <a:pt x="157346" y="429008"/>
                  </a:lnTo>
                  <a:lnTo>
                    <a:pt x="149572" y="426815"/>
                  </a:lnTo>
                  <a:lnTo>
                    <a:pt x="143214" y="424743"/>
                  </a:lnTo>
                  <a:lnTo>
                    <a:pt x="141484" y="424812"/>
                  </a:lnTo>
                  <a:lnTo>
                    <a:pt x="134977" y="428818"/>
                  </a:lnTo>
                  <a:lnTo>
                    <a:pt x="134883" y="431921"/>
                  </a:lnTo>
                  <a:lnTo>
                    <a:pt x="134549" y="432067"/>
                  </a:lnTo>
                  <a:lnTo>
                    <a:pt x="130821" y="433684"/>
                  </a:lnTo>
                  <a:lnTo>
                    <a:pt x="127050" y="429837"/>
                  </a:lnTo>
                  <a:lnTo>
                    <a:pt x="124386" y="424507"/>
                  </a:lnTo>
                  <a:lnTo>
                    <a:pt x="125039" y="420453"/>
                  </a:lnTo>
                  <a:lnTo>
                    <a:pt x="122530" y="414801"/>
                  </a:lnTo>
                  <a:lnTo>
                    <a:pt x="123979" y="410402"/>
                  </a:lnTo>
                  <a:lnTo>
                    <a:pt x="121916" y="403012"/>
                  </a:lnTo>
                  <a:lnTo>
                    <a:pt x="120857" y="397836"/>
                  </a:lnTo>
                  <a:lnTo>
                    <a:pt x="114604" y="391619"/>
                  </a:lnTo>
                  <a:lnTo>
                    <a:pt x="110941" y="393146"/>
                  </a:lnTo>
                  <a:lnTo>
                    <a:pt x="106835" y="389263"/>
                  </a:lnTo>
                  <a:lnTo>
                    <a:pt x="104185" y="388129"/>
                  </a:lnTo>
                  <a:lnTo>
                    <a:pt x="101989" y="381675"/>
                  </a:lnTo>
                  <a:lnTo>
                    <a:pt x="104170" y="378236"/>
                  </a:lnTo>
                  <a:lnTo>
                    <a:pt x="105628" y="373719"/>
                  </a:lnTo>
                  <a:lnTo>
                    <a:pt x="105520" y="369040"/>
                  </a:lnTo>
                  <a:lnTo>
                    <a:pt x="102535" y="364911"/>
                  </a:lnTo>
                  <a:lnTo>
                    <a:pt x="99073" y="361781"/>
                  </a:lnTo>
                  <a:lnTo>
                    <a:pt x="96065" y="351787"/>
                  </a:lnTo>
                  <a:lnTo>
                    <a:pt x="92228" y="343049"/>
                  </a:lnTo>
                  <a:lnTo>
                    <a:pt x="93312" y="337902"/>
                  </a:lnTo>
                  <a:lnTo>
                    <a:pt x="92078" y="333881"/>
                  </a:lnTo>
                  <a:lnTo>
                    <a:pt x="93073" y="329324"/>
                  </a:lnTo>
                  <a:lnTo>
                    <a:pt x="91124" y="325200"/>
                  </a:lnTo>
                  <a:lnTo>
                    <a:pt x="92075" y="318317"/>
                  </a:lnTo>
                  <a:lnTo>
                    <a:pt x="89109" y="315881"/>
                  </a:lnTo>
                  <a:lnTo>
                    <a:pt x="87165" y="313711"/>
                  </a:lnTo>
                  <a:lnTo>
                    <a:pt x="84776" y="309864"/>
                  </a:lnTo>
                  <a:lnTo>
                    <a:pt x="83655" y="308054"/>
                  </a:lnTo>
                  <a:lnTo>
                    <a:pt x="80940" y="307979"/>
                  </a:lnTo>
                  <a:lnTo>
                    <a:pt x="80338" y="311634"/>
                  </a:lnTo>
                  <a:lnTo>
                    <a:pt x="75476" y="315240"/>
                  </a:lnTo>
                  <a:lnTo>
                    <a:pt x="68364" y="319197"/>
                  </a:lnTo>
                  <a:lnTo>
                    <a:pt x="64311" y="319162"/>
                  </a:lnTo>
                  <a:lnTo>
                    <a:pt x="61777" y="323818"/>
                  </a:lnTo>
                  <a:lnTo>
                    <a:pt x="56588" y="321802"/>
                  </a:lnTo>
                  <a:lnTo>
                    <a:pt x="52081" y="316401"/>
                  </a:lnTo>
                  <a:lnTo>
                    <a:pt x="49341" y="314540"/>
                  </a:lnTo>
                  <a:lnTo>
                    <a:pt x="48705" y="312089"/>
                  </a:lnTo>
                  <a:lnTo>
                    <a:pt x="48182" y="310070"/>
                  </a:lnTo>
                  <a:lnTo>
                    <a:pt x="49016" y="306308"/>
                  </a:lnTo>
                  <a:lnTo>
                    <a:pt x="51474" y="305110"/>
                  </a:lnTo>
                  <a:lnTo>
                    <a:pt x="51999" y="300455"/>
                  </a:lnTo>
                  <a:lnTo>
                    <a:pt x="49461" y="294825"/>
                  </a:lnTo>
                  <a:lnTo>
                    <a:pt x="53063" y="290472"/>
                  </a:lnTo>
                  <a:lnTo>
                    <a:pt x="59001" y="289822"/>
                  </a:lnTo>
                  <a:lnTo>
                    <a:pt x="61500" y="287865"/>
                  </a:lnTo>
                  <a:lnTo>
                    <a:pt x="60468" y="285073"/>
                  </a:lnTo>
                  <a:lnTo>
                    <a:pt x="61906" y="280864"/>
                  </a:lnTo>
                  <a:lnTo>
                    <a:pt x="60008" y="278108"/>
                  </a:lnTo>
                  <a:lnTo>
                    <a:pt x="58341" y="274060"/>
                  </a:lnTo>
                  <a:lnTo>
                    <a:pt x="60600" y="268502"/>
                  </a:lnTo>
                  <a:lnTo>
                    <a:pt x="57402" y="265397"/>
                  </a:lnTo>
                  <a:lnTo>
                    <a:pt x="58468" y="261798"/>
                  </a:lnTo>
                  <a:lnTo>
                    <a:pt x="62655" y="262008"/>
                  </a:lnTo>
                  <a:lnTo>
                    <a:pt x="63423" y="256499"/>
                  </a:lnTo>
                  <a:lnTo>
                    <a:pt x="64508" y="253417"/>
                  </a:lnTo>
                  <a:lnTo>
                    <a:pt x="65663" y="250325"/>
                  </a:lnTo>
                  <a:lnTo>
                    <a:pt x="67420" y="243819"/>
                  </a:lnTo>
                  <a:lnTo>
                    <a:pt x="70043" y="242089"/>
                  </a:lnTo>
                  <a:lnTo>
                    <a:pt x="70336" y="234375"/>
                  </a:lnTo>
                  <a:lnTo>
                    <a:pt x="73521" y="234110"/>
                  </a:lnTo>
                  <a:lnTo>
                    <a:pt x="75820" y="228300"/>
                  </a:lnTo>
                  <a:lnTo>
                    <a:pt x="77541" y="222428"/>
                  </a:lnTo>
                  <a:lnTo>
                    <a:pt x="76784" y="221548"/>
                  </a:lnTo>
                  <a:lnTo>
                    <a:pt x="75530" y="220088"/>
                  </a:lnTo>
                  <a:lnTo>
                    <a:pt x="69763" y="220807"/>
                  </a:lnTo>
                  <a:lnTo>
                    <a:pt x="64143" y="220203"/>
                  </a:lnTo>
                  <a:lnTo>
                    <a:pt x="61693" y="219030"/>
                  </a:lnTo>
                  <a:lnTo>
                    <a:pt x="59994" y="218216"/>
                  </a:lnTo>
                  <a:lnTo>
                    <a:pt x="60570" y="213425"/>
                  </a:lnTo>
                  <a:lnTo>
                    <a:pt x="57927" y="211240"/>
                  </a:lnTo>
                  <a:lnTo>
                    <a:pt x="56759" y="210272"/>
                  </a:lnTo>
                  <a:lnTo>
                    <a:pt x="52729" y="209645"/>
                  </a:lnTo>
                  <a:lnTo>
                    <a:pt x="52036" y="205944"/>
                  </a:lnTo>
                  <a:lnTo>
                    <a:pt x="47262" y="202087"/>
                  </a:lnTo>
                  <a:lnTo>
                    <a:pt x="44510" y="196537"/>
                  </a:lnTo>
                  <a:lnTo>
                    <a:pt x="46201" y="192719"/>
                  </a:lnTo>
                  <a:lnTo>
                    <a:pt x="44520" y="190726"/>
                  </a:lnTo>
                  <a:lnTo>
                    <a:pt x="41052" y="186604"/>
                  </a:lnTo>
                  <a:lnTo>
                    <a:pt x="39579" y="181796"/>
                  </a:lnTo>
                  <a:lnTo>
                    <a:pt x="37333" y="177858"/>
                  </a:lnTo>
                  <a:lnTo>
                    <a:pt x="34507" y="171061"/>
                  </a:lnTo>
                  <a:lnTo>
                    <a:pt x="31381" y="166540"/>
                  </a:lnTo>
                  <a:lnTo>
                    <a:pt x="29862" y="163096"/>
                  </a:lnTo>
                  <a:lnTo>
                    <a:pt x="28621" y="158727"/>
                  </a:lnTo>
                  <a:lnTo>
                    <a:pt x="26169" y="157414"/>
                  </a:lnTo>
                  <a:lnTo>
                    <a:pt x="20749" y="154588"/>
                  </a:lnTo>
                  <a:lnTo>
                    <a:pt x="17712" y="151366"/>
                  </a:lnTo>
                  <a:lnTo>
                    <a:pt x="15920" y="146267"/>
                  </a:lnTo>
                  <a:lnTo>
                    <a:pt x="9176" y="140367"/>
                  </a:lnTo>
                  <a:lnTo>
                    <a:pt x="10872" y="137165"/>
                  </a:lnTo>
                  <a:lnTo>
                    <a:pt x="14666" y="135721"/>
                  </a:lnTo>
                  <a:lnTo>
                    <a:pt x="10798" y="130377"/>
                  </a:lnTo>
                  <a:lnTo>
                    <a:pt x="11319" y="126566"/>
                  </a:lnTo>
                  <a:lnTo>
                    <a:pt x="13696" y="122811"/>
                  </a:lnTo>
                  <a:lnTo>
                    <a:pt x="11826" y="119626"/>
                  </a:lnTo>
                  <a:lnTo>
                    <a:pt x="13280" y="116156"/>
                  </a:lnTo>
                  <a:lnTo>
                    <a:pt x="7994" y="109321"/>
                  </a:lnTo>
                  <a:lnTo>
                    <a:pt x="8369" y="104547"/>
                  </a:lnTo>
                  <a:lnTo>
                    <a:pt x="5685" y="101480"/>
                  </a:lnTo>
                  <a:lnTo>
                    <a:pt x="3282" y="96044"/>
                  </a:lnTo>
                  <a:lnTo>
                    <a:pt x="575" y="88734"/>
                  </a:lnTo>
                  <a:lnTo>
                    <a:pt x="330" y="87670"/>
                  </a:lnTo>
                  <a:lnTo>
                    <a:pt x="0" y="86228"/>
                  </a:lnTo>
                  <a:lnTo>
                    <a:pt x="2260" y="75459"/>
                  </a:lnTo>
                  <a:lnTo>
                    <a:pt x="3900" y="67601"/>
                  </a:lnTo>
                  <a:lnTo>
                    <a:pt x="5587" y="59526"/>
                  </a:lnTo>
                  <a:lnTo>
                    <a:pt x="8669" y="44758"/>
                  </a:lnTo>
                  <a:lnTo>
                    <a:pt x="9044" y="429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870722" y="3740728"/>
              <a:ext cx="606240" cy="282036"/>
            </a:xfrm>
            <a:custGeom>
              <a:avLst/>
              <a:pathLst>
                <a:path w="606240" h="282036">
                  <a:moveTo>
                    <a:pt x="69" y="256443"/>
                  </a:moveTo>
                  <a:lnTo>
                    <a:pt x="0" y="254599"/>
                  </a:lnTo>
                  <a:lnTo>
                    <a:pt x="3553" y="250134"/>
                  </a:lnTo>
                  <a:lnTo>
                    <a:pt x="7150" y="251982"/>
                  </a:lnTo>
                  <a:lnTo>
                    <a:pt x="12741" y="250315"/>
                  </a:lnTo>
                  <a:lnTo>
                    <a:pt x="16875" y="245528"/>
                  </a:lnTo>
                  <a:lnTo>
                    <a:pt x="17213" y="245136"/>
                  </a:lnTo>
                  <a:lnTo>
                    <a:pt x="15402" y="240791"/>
                  </a:lnTo>
                  <a:lnTo>
                    <a:pt x="17191" y="238367"/>
                  </a:lnTo>
                  <a:lnTo>
                    <a:pt x="15659" y="235470"/>
                  </a:lnTo>
                  <a:lnTo>
                    <a:pt x="18384" y="230912"/>
                  </a:lnTo>
                  <a:lnTo>
                    <a:pt x="19302" y="230260"/>
                  </a:lnTo>
                  <a:lnTo>
                    <a:pt x="19668" y="229999"/>
                  </a:lnTo>
                  <a:lnTo>
                    <a:pt x="22013" y="228331"/>
                  </a:lnTo>
                  <a:lnTo>
                    <a:pt x="26099" y="223459"/>
                  </a:lnTo>
                  <a:lnTo>
                    <a:pt x="30812" y="218708"/>
                  </a:lnTo>
                  <a:lnTo>
                    <a:pt x="38328" y="216721"/>
                  </a:lnTo>
                  <a:lnTo>
                    <a:pt x="39002" y="216543"/>
                  </a:lnTo>
                  <a:lnTo>
                    <a:pt x="43586" y="215755"/>
                  </a:lnTo>
                  <a:lnTo>
                    <a:pt x="49897" y="214856"/>
                  </a:lnTo>
                  <a:lnTo>
                    <a:pt x="52479" y="210768"/>
                  </a:lnTo>
                  <a:lnTo>
                    <a:pt x="54503" y="209623"/>
                  </a:lnTo>
                  <a:lnTo>
                    <a:pt x="58912" y="204328"/>
                  </a:lnTo>
                  <a:lnTo>
                    <a:pt x="62448" y="203858"/>
                  </a:lnTo>
                  <a:lnTo>
                    <a:pt x="63990" y="199489"/>
                  </a:lnTo>
                  <a:lnTo>
                    <a:pt x="64437" y="198222"/>
                  </a:lnTo>
                  <a:lnTo>
                    <a:pt x="68264" y="196616"/>
                  </a:lnTo>
                  <a:lnTo>
                    <a:pt x="70218" y="192827"/>
                  </a:lnTo>
                  <a:lnTo>
                    <a:pt x="74491" y="190817"/>
                  </a:lnTo>
                  <a:lnTo>
                    <a:pt x="77688" y="189118"/>
                  </a:lnTo>
                  <a:lnTo>
                    <a:pt x="82645" y="188555"/>
                  </a:lnTo>
                  <a:lnTo>
                    <a:pt x="83256" y="187279"/>
                  </a:lnTo>
                  <a:lnTo>
                    <a:pt x="84771" y="184110"/>
                  </a:lnTo>
                  <a:lnTo>
                    <a:pt x="86626" y="179489"/>
                  </a:lnTo>
                  <a:lnTo>
                    <a:pt x="85023" y="175133"/>
                  </a:lnTo>
                  <a:lnTo>
                    <a:pt x="86080" y="174293"/>
                  </a:lnTo>
                  <a:lnTo>
                    <a:pt x="88149" y="172646"/>
                  </a:lnTo>
                  <a:lnTo>
                    <a:pt x="91623" y="174024"/>
                  </a:lnTo>
                  <a:lnTo>
                    <a:pt x="93151" y="171180"/>
                  </a:lnTo>
                  <a:lnTo>
                    <a:pt x="93051" y="167583"/>
                  </a:lnTo>
                  <a:lnTo>
                    <a:pt x="96393" y="164580"/>
                  </a:lnTo>
                  <a:lnTo>
                    <a:pt x="102364" y="159387"/>
                  </a:lnTo>
                  <a:lnTo>
                    <a:pt x="104342" y="161203"/>
                  </a:lnTo>
                  <a:lnTo>
                    <a:pt x="105231" y="162018"/>
                  </a:lnTo>
                  <a:lnTo>
                    <a:pt x="105019" y="166689"/>
                  </a:lnTo>
                  <a:lnTo>
                    <a:pt x="109030" y="167683"/>
                  </a:lnTo>
                  <a:lnTo>
                    <a:pt x="112017" y="164527"/>
                  </a:lnTo>
                  <a:lnTo>
                    <a:pt x="114617" y="161776"/>
                  </a:lnTo>
                  <a:lnTo>
                    <a:pt x="116802" y="155345"/>
                  </a:lnTo>
                  <a:lnTo>
                    <a:pt x="117145" y="154335"/>
                  </a:lnTo>
                  <a:lnTo>
                    <a:pt x="120937" y="150667"/>
                  </a:lnTo>
                  <a:lnTo>
                    <a:pt x="124027" y="148360"/>
                  </a:lnTo>
                  <a:lnTo>
                    <a:pt x="126333" y="148392"/>
                  </a:lnTo>
                  <a:lnTo>
                    <a:pt x="129027" y="145457"/>
                  </a:lnTo>
                  <a:lnTo>
                    <a:pt x="129560" y="144875"/>
                  </a:lnTo>
                  <a:lnTo>
                    <a:pt x="134804" y="145785"/>
                  </a:lnTo>
                  <a:lnTo>
                    <a:pt x="136289" y="148319"/>
                  </a:lnTo>
                  <a:lnTo>
                    <a:pt x="139511" y="147500"/>
                  </a:lnTo>
                  <a:lnTo>
                    <a:pt x="142741" y="145123"/>
                  </a:lnTo>
                  <a:lnTo>
                    <a:pt x="145694" y="135145"/>
                  </a:lnTo>
                  <a:lnTo>
                    <a:pt x="146836" y="131604"/>
                  </a:lnTo>
                  <a:lnTo>
                    <a:pt x="147543" y="129413"/>
                  </a:lnTo>
                  <a:lnTo>
                    <a:pt x="147999" y="127994"/>
                  </a:lnTo>
                  <a:lnTo>
                    <a:pt x="152368" y="122952"/>
                  </a:lnTo>
                  <a:lnTo>
                    <a:pt x="156891" y="122515"/>
                  </a:lnTo>
                  <a:lnTo>
                    <a:pt x="161265" y="121770"/>
                  </a:lnTo>
                  <a:lnTo>
                    <a:pt x="159039" y="117655"/>
                  </a:lnTo>
                  <a:lnTo>
                    <a:pt x="158013" y="115760"/>
                  </a:lnTo>
                  <a:lnTo>
                    <a:pt x="159736" y="110464"/>
                  </a:lnTo>
                  <a:lnTo>
                    <a:pt x="158212" y="104602"/>
                  </a:lnTo>
                  <a:lnTo>
                    <a:pt x="158850" y="99843"/>
                  </a:lnTo>
                  <a:lnTo>
                    <a:pt x="171159" y="97822"/>
                  </a:lnTo>
                  <a:lnTo>
                    <a:pt x="181253" y="95853"/>
                  </a:lnTo>
                  <a:lnTo>
                    <a:pt x="193401" y="93459"/>
                  </a:lnTo>
                  <a:lnTo>
                    <a:pt x="201340" y="92068"/>
                  </a:lnTo>
                  <a:lnTo>
                    <a:pt x="212382" y="89973"/>
                  </a:lnTo>
                  <a:lnTo>
                    <a:pt x="216575" y="88975"/>
                  </a:lnTo>
                  <a:lnTo>
                    <a:pt x="225812" y="86765"/>
                  </a:lnTo>
                  <a:lnTo>
                    <a:pt x="232211" y="85620"/>
                  </a:lnTo>
                  <a:lnTo>
                    <a:pt x="244077" y="83476"/>
                  </a:lnTo>
                  <a:lnTo>
                    <a:pt x="244681" y="83366"/>
                  </a:lnTo>
                  <a:lnTo>
                    <a:pt x="254097" y="81664"/>
                  </a:lnTo>
                  <a:lnTo>
                    <a:pt x="270601" y="77770"/>
                  </a:lnTo>
                  <a:lnTo>
                    <a:pt x="272387" y="77346"/>
                  </a:lnTo>
                  <a:lnTo>
                    <a:pt x="293676" y="72180"/>
                  </a:lnTo>
                  <a:lnTo>
                    <a:pt x="307374" y="68810"/>
                  </a:lnTo>
                  <a:lnTo>
                    <a:pt x="307579" y="68759"/>
                  </a:lnTo>
                  <a:lnTo>
                    <a:pt x="310336" y="68055"/>
                  </a:lnTo>
                  <a:lnTo>
                    <a:pt x="318957" y="65843"/>
                  </a:lnTo>
                  <a:lnTo>
                    <a:pt x="327419" y="63659"/>
                  </a:lnTo>
                  <a:lnTo>
                    <a:pt x="332856" y="62248"/>
                  </a:lnTo>
                  <a:lnTo>
                    <a:pt x="346170" y="58768"/>
                  </a:lnTo>
                  <a:lnTo>
                    <a:pt x="356062" y="56225"/>
                  </a:lnTo>
                  <a:lnTo>
                    <a:pt x="360278" y="55135"/>
                  </a:lnTo>
                  <a:lnTo>
                    <a:pt x="375478" y="51177"/>
                  </a:lnTo>
                  <a:lnTo>
                    <a:pt x="379038" y="50197"/>
                  </a:lnTo>
                  <a:lnTo>
                    <a:pt x="388059" y="47702"/>
                  </a:lnTo>
                  <a:lnTo>
                    <a:pt x="400938" y="44112"/>
                  </a:lnTo>
                  <a:lnTo>
                    <a:pt x="406792" y="42492"/>
                  </a:lnTo>
                  <a:lnTo>
                    <a:pt x="416675" y="39741"/>
                  </a:lnTo>
                  <a:lnTo>
                    <a:pt x="425623" y="37234"/>
                  </a:lnTo>
                  <a:lnTo>
                    <a:pt x="426796" y="36904"/>
                  </a:lnTo>
                  <a:lnTo>
                    <a:pt x="457192" y="28397"/>
                  </a:lnTo>
                  <a:lnTo>
                    <a:pt x="464516" y="26320"/>
                  </a:lnTo>
                  <a:lnTo>
                    <a:pt x="466258" y="25828"/>
                  </a:lnTo>
                  <a:lnTo>
                    <a:pt x="472501" y="24060"/>
                  </a:lnTo>
                  <a:lnTo>
                    <a:pt x="482994" y="21067"/>
                  </a:lnTo>
                  <a:lnTo>
                    <a:pt x="494817" y="17216"/>
                  </a:lnTo>
                  <a:lnTo>
                    <a:pt x="508016" y="13404"/>
                  </a:lnTo>
                  <a:lnTo>
                    <a:pt x="511408" y="12418"/>
                  </a:lnTo>
                  <a:lnTo>
                    <a:pt x="523379" y="8922"/>
                  </a:lnTo>
                  <a:lnTo>
                    <a:pt x="536181" y="5132"/>
                  </a:lnTo>
                  <a:lnTo>
                    <a:pt x="542590" y="3223"/>
                  </a:lnTo>
                  <a:lnTo>
                    <a:pt x="553284" y="0"/>
                  </a:lnTo>
                  <a:lnTo>
                    <a:pt x="557871" y="9286"/>
                  </a:lnTo>
                  <a:lnTo>
                    <a:pt x="564021" y="20742"/>
                  </a:lnTo>
                  <a:lnTo>
                    <a:pt x="567094" y="25181"/>
                  </a:lnTo>
                  <a:lnTo>
                    <a:pt x="573343" y="34197"/>
                  </a:lnTo>
                  <a:lnTo>
                    <a:pt x="579519" y="40915"/>
                  </a:lnTo>
                  <a:lnTo>
                    <a:pt x="589132" y="52471"/>
                  </a:lnTo>
                  <a:lnTo>
                    <a:pt x="594739" y="59445"/>
                  </a:lnTo>
                  <a:lnTo>
                    <a:pt x="597226" y="62425"/>
                  </a:lnTo>
                  <a:lnTo>
                    <a:pt x="602807" y="72878"/>
                  </a:lnTo>
                  <a:lnTo>
                    <a:pt x="605623" y="90897"/>
                  </a:lnTo>
                  <a:lnTo>
                    <a:pt x="606240" y="105978"/>
                  </a:lnTo>
                  <a:lnTo>
                    <a:pt x="599427" y="108552"/>
                  </a:lnTo>
                  <a:lnTo>
                    <a:pt x="592438" y="113844"/>
                  </a:lnTo>
                  <a:lnTo>
                    <a:pt x="591925" y="114232"/>
                  </a:lnTo>
                  <a:lnTo>
                    <a:pt x="582772" y="122805"/>
                  </a:lnTo>
                  <a:lnTo>
                    <a:pt x="577221" y="129760"/>
                  </a:lnTo>
                  <a:lnTo>
                    <a:pt x="570374" y="138579"/>
                  </a:lnTo>
                  <a:lnTo>
                    <a:pt x="565633" y="147532"/>
                  </a:lnTo>
                  <a:lnTo>
                    <a:pt x="561512" y="153615"/>
                  </a:lnTo>
                  <a:lnTo>
                    <a:pt x="557737" y="160926"/>
                  </a:lnTo>
                  <a:lnTo>
                    <a:pt x="554893" y="168179"/>
                  </a:lnTo>
                  <a:lnTo>
                    <a:pt x="551745" y="180621"/>
                  </a:lnTo>
                  <a:lnTo>
                    <a:pt x="549650" y="177593"/>
                  </a:lnTo>
                  <a:lnTo>
                    <a:pt x="544212" y="175105"/>
                  </a:lnTo>
                  <a:lnTo>
                    <a:pt x="536225" y="175189"/>
                  </a:lnTo>
                  <a:lnTo>
                    <a:pt x="524154" y="179901"/>
                  </a:lnTo>
                  <a:lnTo>
                    <a:pt x="510830" y="187755"/>
                  </a:lnTo>
                  <a:lnTo>
                    <a:pt x="509289" y="188661"/>
                  </a:lnTo>
                  <a:lnTo>
                    <a:pt x="503046" y="194558"/>
                  </a:lnTo>
                  <a:lnTo>
                    <a:pt x="498493" y="200568"/>
                  </a:lnTo>
                  <a:lnTo>
                    <a:pt x="490104" y="208754"/>
                  </a:lnTo>
                  <a:lnTo>
                    <a:pt x="487182" y="212659"/>
                  </a:lnTo>
                  <a:lnTo>
                    <a:pt x="480470" y="221598"/>
                  </a:lnTo>
                  <a:lnTo>
                    <a:pt x="476439" y="229015"/>
                  </a:lnTo>
                  <a:lnTo>
                    <a:pt x="473837" y="233786"/>
                  </a:lnTo>
                  <a:lnTo>
                    <a:pt x="470991" y="242119"/>
                  </a:lnTo>
                  <a:lnTo>
                    <a:pt x="469597" y="253817"/>
                  </a:lnTo>
                  <a:lnTo>
                    <a:pt x="468843" y="260073"/>
                  </a:lnTo>
                  <a:lnTo>
                    <a:pt x="468530" y="264814"/>
                  </a:lnTo>
                  <a:lnTo>
                    <a:pt x="468114" y="271041"/>
                  </a:lnTo>
                  <a:lnTo>
                    <a:pt x="464740" y="271458"/>
                  </a:lnTo>
                  <a:lnTo>
                    <a:pt x="463308" y="269151"/>
                  </a:lnTo>
                  <a:lnTo>
                    <a:pt x="454541" y="269324"/>
                  </a:lnTo>
                  <a:lnTo>
                    <a:pt x="444780" y="271902"/>
                  </a:lnTo>
                  <a:lnTo>
                    <a:pt x="437426" y="274791"/>
                  </a:lnTo>
                  <a:lnTo>
                    <a:pt x="427400" y="282036"/>
                  </a:lnTo>
                  <a:lnTo>
                    <a:pt x="420879" y="277893"/>
                  </a:lnTo>
                  <a:lnTo>
                    <a:pt x="417848" y="276002"/>
                  </a:lnTo>
                  <a:lnTo>
                    <a:pt x="403909" y="267282"/>
                  </a:lnTo>
                  <a:lnTo>
                    <a:pt x="381496" y="253241"/>
                  </a:lnTo>
                  <a:lnTo>
                    <a:pt x="378284" y="251176"/>
                  </a:lnTo>
                  <a:lnTo>
                    <a:pt x="356702" y="237232"/>
                  </a:lnTo>
                  <a:lnTo>
                    <a:pt x="348847" y="232390"/>
                  </a:lnTo>
                  <a:lnTo>
                    <a:pt x="347864" y="231784"/>
                  </a:lnTo>
                  <a:lnTo>
                    <a:pt x="329662" y="220504"/>
                  </a:lnTo>
                  <a:lnTo>
                    <a:pt x="328429" y="220790"/>
                  </a:lnTo>
                  <a:lnTo>
                    <a:pt x="312225" y="224516"/>
                  </a:lnTo>
                  <a:lnTo>
                    <a:pt x="312035" y="224559"/>
                  </a:lnTo>
                  <a:lnTo>
                    <a:pt x="301552" y="226944"/>
                  </a:lnTo>
                  <a:lnTo>
                    <a:pt x="284480" y="230704"/>
                  </a:lnTo>
                  <a:lnTo>
                    <a:pt x="267587" y="234372"/>
                  </a:lnTo>
                  <a:lnTo>
                    <a:pt x="251027" y="237683"/>
                  </a:lnTo>
                  <a:lnTo>
                    <a:pt x="250068" y="227821"/>
                  </a:lnTo>
                  <a:lnTo>
                    <a:pt x="244809" y="223129"/>
                  </a:lnTo>
                  <a:lnTo>
                    <a:pt x="238916" y="217860"/>
                  </a:lnTo>
                  <a:lnTo>
                    <a:pt x="236335" y="215549"/>
                  </a:lnTo>
                  <a:lnTo>
                    <a:pt x="230020" y="222656"/>
                  </a:lnTo>
                  <a:lnTo>
                    <a:pt x="228362" y="220473"/>
                  </a:lnTo>
                  <a:lnTo>
                    <a:pt x="228970" y="215886"/>
                  </a:lnTo>
                  <a:lnTo>
                    <a:pt x="228154" y="213893"/>
                  </a:lnTo>
                  <a:lnTo>
                    <a:pt x="228071" y="213689"/>
                  </a:lnTo>
                  <a:lnTo>
                    <a:pt x="207961" y="217112"/>
                  </a:lnTo>
                  <a:lnTo>
                    <a:pt x="205174" y="217580"/>
                  </a:lnTo>
                  <a:lnTo>
                    <a:pt x="196239" y="219074"/>
                  </a:lnTo>
                  <a:lnTo>
                    <a:pt x="176958" y="222488"/>
                  </a:lnTo>
                  <a:lnTo>
                    <a:pt x="169472" y="223795"/>
                  </a:lnTo>
                  <a:lnTo>
                    <a:pt x="162783" y="224955"/>
                  </a:lnTo>
                  <a:lnTo>
                    <a:pt x="157830" y="225809"/>
                  </a:lnTo>
                  <a:lnTo>
                    <a:pt x="153181" y="226691"/>
                  </a:lnTo>
                  <a:lnTo>
                    <a:pt x="145443" y="228150"/>
                  </a:lnTo>
                  <a:lnTo>
                    <a:pt x="139867" y="229195"/>
                  </a:lnTo>
                  <a:lnTo>
                    <a:pt x="138589" y="229364"/>
                  </a:lnTo>
                  <a:lnTo>
                    <a:pt x="135762" y="229738"/>
                  </a:lnTo>
                  <a:lnTo>
                    <a:pt x="131635" y="230280"/>
                  </a:lnTo>
                  <a:lnTo>
                    <a:pt x="128948" y="233098"/>
                  </a:lnTo>
                  <a:lnTo>
                    <a:pt x="123920" y="236119"/>
                  </a:lnTo>
                  <a:lnTo>
                    <a:pt x="120908" y="237574"/>
                  </a:lnTo>
                  <a:lnTo>
                    <a:pt x="113677" y="241058"/>
                  </a:lnTo>
                  <a:lnTo>
                    <a:pt x="110178" y="245858"/>
                  </a:lnTo>
                  <a:lnTo>
                    <a:pt x="109057" y="245850"/>
                  </a:lnTo>
                  <a:lnTo>
                    <a:pt x="107489" y="245839"/>
                  </a:lnTo>
                  <a:lnTo>
                    <a:pt x="99948" y="250053"/>
                  </a:lnTo>
                  <a:lnTo>
                    <a:pt x="92629" y="254162"/>
                  </a:lnTo>
                  <a:lnTo>
                    <a:pt x="86006" y="257868"/>
                  </a:lnTo>
                  <a:lnTo>
                    <a:pt x="71027" y="261331"/>
                  </a:lnTo>
                  <a:lnTo>
                    <a:pt x="59842" y="264017"/>
                  </a:lnTo>
                  <a:lnTo>
                    <a:pt x="55208" y="265123"/>
                  </a:lnTo>
                  <a:lnTo>
                    <a:pt x="50259" y="266300"/>
                  </a:lnTo>
                  <a:lnTo>
                    <a:pt x="27945" y="270582"/>
                  </a:lnTo>
                  <a:lnTo>
                    <a:pt x="23103" y="271502"/>
                  </a:lnTo>
                  <a:lnTo>
                    <a:pt x="14351" y="273154"/>
                  </a:lnTo>
                  <a:lnTo>
                    <a:pt x="777" y="2756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884865" y="2501346"/>
              <a:ext cx="455611" cy="273813"/>
            </a:xfrm>
            <a:custGeom>
              <a:avLst/>
              <a:pathLst>
                <a:path w="455611" h="273813">
                  <a:moveTo>
                    <a:pt x="13597" y="0"/>
                  </a:moveTo>
                  <a:lnTo>
                    <a:pt x="52260" y="1885"/>
                  </a:lnTo>
                  <a:lnTo>
                    <a:pt x="77341" y="2845"/>
                  </a:lnTo>
                  <a:lnTo>
                    <a:pt x="82427" y="3023"/>
                  </a:lnTo>
                  <a:lnTo>
                    <a:pt x="118832" y="4259"/>
                  </a:lnTo>
                  <a:lnTo>
                    <a:pt x="130087" y="4541"/>
                  </a:lnTo>
                  <a:lnTo>
                    <a:pt x="152842" y="5026"/>
                  </a:lnTo>
                  <a:lnTo>
                    <a:pt x="160253" y="5173"/>
                  </a:lnTo>
                  <a:lnTo>
                    <a:pt x="181593" y="5530"/>
                  </a:lnTo>
                  <a:lnTo>
                    <a:pt x="221489" y="5892"/>
                  </a:lnTo>
                  <a:lnTo>
                    <a:pt x="235813" y="5962"/>
                  </a:lnTo>
                  <a:lnTo>
                    <a:pt x="251274" y="5987"/>
                  </a:lnTo>
                  <a:lnTo>
                    <a:pt x="273588" y="5890"/>
                  </a:lnTo>
                  <a:lnTo>
                    <a:pt x="282197" y="5823"/>
                  </a:lnTo>
                  <a:lnTo>
                    <a:pt x="303834" y="5547"/>
                  </a:lnTo>
                  <a:lnTo>
                    <a:pt x="311354" y="5427"/>
                  </a:lnTo>
                  <a:lnTo>
                    <a:pt x="364193" y="4344"/>
                  </a:lnTo>
                  <a:lnTo>
                    <a:pt x="374210" y="4070"/>
                  </a:lnTo>
                  <a:lnTo>
                    <a:pt x="405631" y="3075"/>
                  </a:lnTo>
                  <a:lnTo>
                    <a:pt x="405872" y="7870"/>
                  </a:lnTo>
                  <a:lnTo>
                    <a:pt x="408451" y="14638"/>
                  </a:lnTo>
                  <a:lnTo>
                    <a:pt x="410762" y="22880"/>
                  </a:lnTo>
                  <a:lnTo>
                    <a:pt x="412763" y="27979"/>
                  </a:lnTo>
                  <a:lnTo>
                    <a:pt x="414140" y="31932"/>
                  </a:lnTo>
                  <a:lnTo>
                    <a:pt x="411931" y="39390"/>
                  </a:lnTo>
                  <a:lnTo>
                    <a:pt x="411781" y="42887"/>
                  </a:lnTo>
                  <a:lnTo>
                    <a:pt x="411769" y="43163"/>
                  </a:lnTo>
                  <a:lnTo>
                    <a:pt x="411737" y="43904"/>
                  </a:lnTo>
                  <a:lnTo>
                    <a:pt x="412643" y="52791"/>
                  </a:lnTo>
                  <a:lnTo>
                    <a:pt x="412995" y="60311"/>
                  </a:lnTo>
                  <a:lnTo>
                    <a:pt x="413763" y="67888"/>
                  </a:lnTo>
                  <a:lnTo>
                    <a:pt x="413248" y="73526"/>
                  </a:lnTo>
                  <a:lnTo>
                    <a:pt x="413083" y="75326"/>
                  </a:lnTo>
                  <a:lnTo>
                    <a:pt x="413046" y="75737"/>
                  </a:lnTo>
                  <a:lnTo>
                    <a:pt x="415699" y="82407"/>
                  </a:lnTo>
                  <a:lnTo>
                    <a:pt x="418056" y="88027"/>
                  </a:lnTo>
                  <a:lnTo>
                    <a:pt x="420218" y="96098"/>
                  </a:lnTo>
                  <a:lnTo>
                    <a:pt x="422922" y="103789"/>
                  </a:lnTo>
                  <a:lnTo>
                    <a:pt x="427252" y="112348"/>
                  </a:lnTo>
                  <a:lnTo>
                    <a:pt x="429566" y="118637"/>
                  </a:lnTo>
                  <a:lnTo>
                    <a:pt x="430302" y="120634"/>
                  </a:lnTo>
                  <a:lnTo>
                    <a:pt x="432242" y="127310"/>
                  </a:lnTo>
                  <a:lnTo>
                    <a:pt x="432386" y="133690"/>
                  </a:lnTo>
                  <a:lnTo>
                    <a:pt x="432502" y="138833"/>
                  </a:lnTo>
                  <a:lnTo>
                    <a:pt x="434100" y="153103"/>
                  </a:lnTo>
                  <a:lnTo>
                    <a:pt x="434487" y="156507"/>
                  </a:lnTo>
                  <a:lnTo>
                    <a:pt x="435357" y="164140"/>
                  </a:lnTo>
                  <a:lnTo>
                    <a:pt x="436048" y="170197"/>
                  </a:lnTo>
                  <a:lnTo>
                    <a:pt x="435438" y="176450"/>
                  </a:lnTo>
                  <a:lnTo>
                    <a:pt x="439938" y="184829"/>
                  </a:lnTo>
                  <a:lnTo>
                    <a:pt x="438933" y="196701"/>
                  </a:lnTo>
                  <a:lnTo>
                    <a:pt x="439351" y="204117"/>
                  </a:lnTo>
                  <a:lnTo>
                    <a:pt x="439377" y="209120"/>
                  </a:lnTo>
                  <a:lnTo>
                    <a:pt x="439639" y="209649"/>
                  </a:lnTo>
                  <a:lnTo>
                    <a:pt x="442353" y="215120"/>
                  </a:lnTo>
                  <a:lnTo>
                    <a:pt x="444954" y="226472"/>
                  </a:lnTo>
                  <a:lnTo>
                    <a:pt x="448965" y="233041"/>
                  </a:lnTo>
                  <a:lnTo>
                    <a:pt x="451904" y="236334"/>
                  </a:lnTo>
                  <a:lnTo>
                    <a:pt x="452602" y="245048"/>
                  </a:lnTo>
                  <a:lnTo>
                    <a:pt x="455608" y="256837"/>
                  </a:lnTo>
                  <a:lnTo>
                    <a:pt x="454737" y="262320"/>
                  </a:lnTo>
                  <a:lnTo>
                    <a:pt x="454662" y="262792"/>
                  </a:lnTo>
                  <a:lnTo>
                    <a:pt x="455611" y="269882"/>
                  </a:lnTo>
                  <a:lnTo>
                    <a:pt x="424053" y="271073"/>
                  </a:lnTo>
                  <a:lnTo>
                    <a:pt x="415153" y="271403"/>
                  </a:lnTo>
                  <a:lnTo>
                    <a:pt x="396016" y="272059"/>
                  </a:lnTo>
                  <a:lnTo>
                    <a:pt x="381738" y="272461"/>
                  </a:lnTo>
                  <a:lnTo>
                    <a:pt x="369451" y="272737"/>
                  </a:lnTo>
                  <a:lnTo>
                    <a:pt x="367664" y="272774"/>
                  </a:lnTo>
                  <a:lnTo>
                    <a:pt x="363863" y="272852"/>
                  </a:lnTo>
                  <a:lnTo>
                    <a:pt x="342909" y="273280"/>
                  </a:lnTo>
                  <a:lnTo>
                    <a:pt x="330061" y="273365"/>
                  </a:lnTo>
                  <a:lnTo>
                    <a:pt x="324030" y="273425"/>
                  </a:lnTo>
                  <a:lnTo>
                    <a:pt x="306887" y="273554"/>
                  </a:lnTo>
                  <a:lnTo>
                    <a:pt x="301580" y="273596"/>
                  </a:lnTo>
                  <a:lnTo>
                    <a:pt x="286222" y="273735"/>
                  </a:lnTo>
                  <a:lnTo>
                    <a:pt x="277371" y="273793"/>
                  </a:lnTo>
                  <a:lnTo>
                    <a:pt x="270004" y="273769"/>
                  </a:lnTo>
                  <a:lnTo>
                    <a:pt x="263491" y="273813"/>
                  </a:lnTo>
                  <a:lnTo>
                    <a:pt x="253608" y="273771"/>
                  </a:lnTo>
                  <a:lnTo>
                    <a:pt x="237050" y="273696"/>
                  </a:lnTo>
                  <a:lnTo>
                    <a:pt x="228396" y="273604"/>
                  </a:lnTo>
                  <a:lnTo>
                    <a:pt x="215894" y="273510"/>
                  </a:lnTo>
                  <a:lnTo>
                    <a:pt x="215127" y="273504"/>
                  </a:lnTo>
                  <a:lnTo>
                    <a:pt x="199887" y="273373"/>
                  </a:lnTo>
                  <a:lnTo>
                    <a:pt x="178889" y="273111"/>
                  </a:lnTo>
                  <a:lnTo>
                    <a:pt x="163146" y="272861"/>
                  </a:lnTo>
                  <a:lnTo>
                    <a:pt x="151452" y="272648"/>
                  </a:lnTo>
                  <a:lnTo>
                    <a:pt x="136999" y="272322"/>
                  </a:lnTo>
                  <a:lnTo>
                    <a:pt x="124449" y="272014"/>
                  </a:lnTo>
                  <a:lnTo>
                    <a:pt x="119159" y="271875"/>
                  </a:lnTo>
                  <a:lnTo>
                    <a:pt x="104505" y="271456"/>
                  </a:lnTo>
                  <a:lnTo>
                    <a:pt x="90945" y="271027"/>
                  </a:lnTo>
                  <a:lnTo>
                    <a:pt x="81575" y="270717"/>
                  </a:lnTo>
                  <a:lnTo>
                    <a:pt x="70899" y="270347"/>
                  </a:lnTo>
                  <a:lnTo>
                    <a:pt x="67136" y="270209"/>
                  </a:lnTo>
                  <a:lnTo>
                    <a:pt x="63899" y="270088"/>
                  </a:lnTo>
                  <a:lnTo>
                    <a:pt x="50318" y="269557"/>
                  </a:lnTo>
                  <a:lnTo>
                    <a:pt x="37146" y="269006"/>
                  </a:lnTo>
                  <a:lnTo>
                    <a:pt x="23399" y="268406"/>
                  </a:lnTo>
                  <a:lnTo>
                    <a:pt x="0" y="267281"/>
                  </a:lnTo>
                  <a:lnTo>
                    <a:pt x="1483" y="237981"/>
                  </a:lnTo>
                  <a:lnTo>
                    <a:pt x="1681" y="234090"/>
                  </a:lnTo>
                  <a:lnTo>
                    <a:pt x="2531" y="217879"/>
                  </a:lnTo>
                  <a:lnTo>
                    <a:pt x="2665" y="215159"/>
                  </a:lnTo>
                  <a:lnTo>
                    <a:pt x="3099" y="206351"/>
                  </a:lnTo>
                  <a:lnTo>
                    <a:pt x="3411" y="200016"/>
                  </a:lnTo>
                  <a:lnTo>
                    <a:pt x="4398" y="180763"/>
                  </a:lnTo>
                  <a:lnTo>
                    <a:pt x="5311" y="163828"/>
                  </a:lnTo>
                  <a:lnTo>
                    <a:pt x="6193" y="146088"/>
                  </a:lnTo>
                  <a:lnTo>
                    <a:pt x="6200" y="145929"/>
                  </a:lnTo>
                  <a:lnTo>
                    <a:pt x="6514" y="140233"/>
                  </a:lnTo>
                  <a:lnTo>
                    <a:pt x="7507" y="122197"/>
                  </a:lnTo>
                  <a:lnTo>
                    <a:pt x="8502" y="104699"/>
                  </a:lnTo>
                  <a:lnTo>
                    <a:pt x="9174" y="89973"/>
                  </a:lnTo>
                  <a:lnTo>
                    <a:pt x="9277" y="87822"/>
                  </a:lnTo>
                  <a:lnTo>
                    <a:pt x="10299" y="66355"/>
                  </a:lnTo>
                  <a:lnTo>
                    <a:pt x="10910" y="53414"/>
                  </a:lnTo>
                  <a:lnTo>
                    <a:pt x="11345" y="44241"/>
                  </a:lnTo>
                  <a:lnTo>
                    <a:pt x="11954" y="32012"/>
                  </a:lnTo>
                  <a:lnTo>
                    <a:pt x="12886" y="133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775819" y="4038747"/>
              <a:ext cx="355027" cy="328660"/>
            </a:xfrm>
            <a:custGeom>
              <a:avLst/>
              <a:pathLst>
                <a:path w="355027" h="328660">
                  <a:moveTo>
                    <a:pt x="0" y="28153"/>
                  </a:moveTo>
                  <a:lnTo>
                    <a:pt x="18079" y="26950"/>
                  </a:lnTo>
                  <a:lnTo>
                    <a:pt x="38088" y="25627"/>
                  </a:lnTo>
                  <a:lnTo>
                    <a:pt x="46390" y="25058"/>
                  </a:lnTo>
                  <a:lnTo>
                    <a:pt x="52900" y="24572"/>
                  </a:lnTo>
                  <a:lnTo>
                    <a:pt x="64618" y="23680"/>
                  </a:lnTo>
                  <a:lnTo>
                    <a:pt x="72776" y="23083"/>
                  </a:lnTo>
                  <a:lnTo>
                    <a:pt x="83844" y="22253"/>
                  </a:lnTo>
                  <a:lnTo>
                    <a:pt x="91701" y="21656"/>
                  </a:lnTo>
                  <a:lnTo>
                    <a:pt x="93267" y="21536"/>
                  </a:lnTo>
                  <a:lnTo>
                    <a:pt x="105023" y="20620"/>
                  </a:lnTo>
                  <a:lnTo>
                    <a:pt x="124146" y="19005"/>
                  </a:lnTo>
                  <a:lnTo>
                    <a:pt x="125209" y="18914"/>
                  </a:lnTo>
                  <a:lnTo>
                    <a:pt x="129887" y="18508"/>
                  </a:lnTo>
                  <a:lnTo>
                    <a:pt x="144513" y="17214"/>
                  </a:lnTo>
                  <a:lnTo>
                    <a:pt x="146980" y="17002"/>
                  </a:lnTo>
                  <a:lnTo>
                    <a:pt x="159551" y="15900"/>
                  </a:lnTo>
                  <a:lnTo>
                    <a:pt x="173597" y="14570"/>
                  </a:lnTo>
                  <a:lnTo>
                    <a:pt x="175697" y="14368"/>
                  </a:lnTo>
                  <a:lnTo>
                    <a:pt x="185148" y="13450"/>
                  </a:lnTo>
                  <a:lnTo>
                    <a:pt x="207150" y="11230"/>
                  </a:lnTo>
                  <a:lnTo>
                    <a:pt x="209237" y="11015"/>
                  </a:lnTo>
                  <a:lnTo>
                    <a:pt x="222766" y="9806"/>
                  </a:lnTo>
                  <a:lnTo>
                    <a:pt x="225797" y="9531"/>
                  </a:lnTo>
                  <a:lnTo>
                    <a:pt x="225934" y="9518"/>
                  </a:lnTo>
                  <a:lnTo>
                    <a:pt x="245457" y="7420"/>
                  </a:lnTo>
                  <a:lnTo>
                    <a:pt x="253068" y="6584"/>
                  </a:lnTo>
                  <a:lnTo>
                    <a:pt x="269467" y="4764"/>
                  </a:lnTo>
                  <a:lnTo>
                    <a:pt x="270753" y="4620"/>
                  </a:lnTo>
                  <a:lnTo>
                    <a:pt x="284035" y="3145"/>
                  </a:lnTo>
                  <a:lnTo>
                    <a:pt x="289753" y="2501"/>
                  </a:lnTo>
                  <a:lnTo>
                    <a:pt x="308956" y="498"/>
                  </a:lnTo>
                  <a:lnTo>
                    <a:pt x="313646" y="0"/>
                  </a:lnTo>
                  <a:lnTo>
                    <a:pt x="314854" y="2982"/>
                  </a:lnTo>
                  <a:lnTo>
                    <a:pt x="316002" y="6795"/>
                  </a:lnTo>
                  <a:lnTo>
                    <a:pt x="320825" y="8761"/>
                  </a:lnTo>
                  <a:lnTo>
                    <a:pt x="321287" y="11293"/>
                  </a:lnTo>
                  <a:lnTo>
                    <a:pt x="321766" y="15983"/>
                  </a:lnTo>
                  <a:lnTo>
                    <a:pt x="318543" y="19664"/>
                  </a:lnTo>
                  <a:lnTo>
                    <a:pt x="316146" y="24486"/>
                  </a:lnTo>
                  <a:lnTo>
                    <a:pt x="313955" y="26072"/>
                  </a:lnTo>
                  <a:lnTo>
                    <a:pt x="311885" y="27568"/>
                  </a:lnTo>
                  <a:lnTo>
                    <a:pt x="311240" y="31633"/>
                  </a:lnTo>
                  <a:lnTo>
                    <a:pt x="307339" y="34423"/>
                  </a:lnTo>
                  <a:lnTo>
                    <a:pt x="304786" y="40516"/>
                  </a:lnTo>
                  <a:lnTo>
                    <a:pt x="303185" y="45217"/>
                  </a:lnTo>
                  <a:lnTo>
                    <a:pt x="308795" y="44508"/>
                  </a:lnTo>
                  <a:lnTo>
                    <a:pt x="321840" y="42836"/>
                  </a:lnTo>
                  <a:lnTo>
                    <a:pt x="332015" y="41548"/>
                  </a:lnTo>
                  <a:lnTo>
                    <a:pt x="336112" y="41024"/>
                  </a:lnTo>
                  <a:lnTo>
                    <a:pt x="347943" y="39474"/>
                  </a:lnTo>
                  <a:lnTo>
                    <a:pt x="351713" y="43673"/>
                  </a:lnTo>
                  <a:lnTo>
                    <a:pt x="354413" y="45654"/>
                  </a:lnTo>
                  <a:lnTo>
                    <a:pt x="354800" y="47082"/>
                  </a:lnTo>
                  <a:lnTo>
                    <a:pt x="355027" y="47917"/>
                  </a:lnTo>
                  <a:lnTo>
                    <a:pt x="349917" y="50416"/>
                  </a:lnTo>
                  <a:lnTo>
                    <a:pt x="349686" y="52744"/>
                  </a:lnTo>
                  <a:lnTo>
                    <a:pt x="350488" y="56016"/>
                  </a:lnTo>
                  <a:lnTo>
                    <a:pt x="345546" y="58977"/>
                  </a:lnTo>
                  <a:lnTo>
                    <a:pt x="341160" y="62598"/>
                  </a:lnTo>
                  <a:lnTo>
                    <a:pt x="337441" y="62402"/>
                  </a:lnTo>
                  <a:lnTo>
                    <a:pt x="335100" y="67919"/>
                  </a:lnTo>
                  <a:lnTo>
                    <a:pt x="339606" y="71305"/>
                  </a:lnTo>
                  <a:lnTo>
                    <a:pt x="341422" y="73222"/>
                  </a:lnTo>
                  <a:lnTo>
                    <a:pt x="337638" y="75333"/>
                  </a:lnTo>
                  <a:lnTo>
                    <a:pt x="337221" y="79572"/>
                  </a:lnTo>
                  <a:lnTo>
                    <a:pt x="336423" y="81306"/>
                  </a:lnTo>
                  <a:lnTo>
                    <a:pt x="330731" y="81225"/>
                  </a:lnTo>
                  <a:lnTo>
                    <a:pt x="330655" y="85972"/>
                  </a:lnTo>
                  <a:lnTo>
                    <a:pt x="332708" y="89176"/>
                  </a:lnTo>
                  <a:lnTo>
                    <a:pt x="331451" y="93019"/>
                  </a:lnTo>
                  <a:lnTo>
                    <a:pt x="329584" y="92548"/>
                  </a:lnTo>
                  <a:lnTo>
                    <a:pt x="326726" y="94043"/>
                  </a:lnTo>
                  <a:lnTo>
                    <a:pt x="328911" y="97913"/>
                  </a:lnTo>
                  <a:lnTo>
                    <a:pt x="327042" y="103304"/>
                  </a:lnTo>
                  <a:lnTo>
                    <a:pt x="324136" y="106282"/>
                  </a:lnTo>
                  <a:lnTo>
                    <a:pt x="329251" y="107847"/>
                  </a:lnTo>
                  <a:lnTo>
                    <a:pt x="330017" y="111868"/>
                  </a:lnTo>
                  <a:lnTo>
                    <a:pt x="329915" y="115296"/>
                  </a:lnTo>
                  <a:lnTo>
                    <a:pt x="330997" y="119234"/>
                  </a:lnTo>
                  <a:lnTo>
                    <a:pt x="325947" y="118900"/>
                  </a:lnTo>
                  <a:lnTo>
                    <a:pt x="324770" y="122332"/>
                  </a:lnTo>
                  <a:lnTo>
                    <a:pt x="324018" y="125999"/>
                  </a:lnTo>
                  <a:lnTo>
                    <a:pt x="319248" y="127472"/>
                  </a:lnTo>
                  <a:lnTo>
                    <a:pt x="316824" y="128764"/>
                  </a:lnTo>
                  <a:lnTo>
                    <a:pt x="316509" y="131712"/>
                  </a:lnTo>
                  <a:lnTo>
                    <a:pt x="321671" y="136228"/>
                  </a:lnTo>
                  <a:lnTo>
                    <a:pt x="321545" y="138906"/>
                  </a:lnTo>
                  <a:lnTo>
                    <a:pt x="317467" y="142411"/>
                  </a:lnTo>
                  <a:lnTo>
                    <a:pt x="317332" y="142527"/>
                  </a:lnTo>
                  <a:lnTo>
                    <a:pt x="311348" y="146414"/>
                  </a:lnTo>
                  <a:lnTo>
                    <a:pt x="310893" y="146469"/>
                  </a:lnTo>
                  <a:lnTo>
                    <a:pt x="306899" y="146953"/>
                  </a:lnTo>
                  <a:lnTo>
                    <a:pt x="306611" y="151039"/>
                  </a:lnTo>
                  <a:lnTo>
                    <a:pt x="304534" y="153408"/>
                  </a:lnTo>
                  <a:lnTo>
                    <a:pt x="302176" y="159168"/>
                  </a:lnTo>
                  <a:lnTo>
                    <a:pt x="302221" y="162560"/>
                  </a:lnTo>
                  <a:lnTo>
                    <a:pt x="300726" y="165522"/>
                  </a:lnTo>
                  <a:lnTo>
                    <a:pt x="299977" y="167006"/>
                  </a:lnTo>
                  <a:lnTo>
                    <a:pt x="303124" y="170841"/>
                  </a:lnTo>
                  <a:lnTo>
                    <a:pt x="302054" y="174808"/>
                  </a:lnTo>
                  <a:lnTo>
                    <a:pt x="301600" y="180618"/>
                  </a:lnTo>
                  <a:lnTo>
                    <a:pt x="302585" y="184348"/>
                  </a:lnTo>
                  <a:lnTo>
                    <a:pt x="298097" y="187597"/>
                  </a:lnTo>
                  <a:lnTo>
                    <a:pt x="297143" y="191931"/>
                  </a:lnTo>
                  <a:lnTo>
                    <a:pt x="291943" y="190004"/>
                  </a:lnTo>
                  <a:lnTo>
                    <a:pt x="289527" y="192148"/>
                  </a:lnTo>
                  <a:lnTo>
                    <a:pt x="290886" y="196705"/>
                  </a:lnTo>
                  <a:lnTo>
                    <a:pt x="286628" y="198033"/>
                  </a:lnTo>
                  <a:lnTo>
                    <a:pt x="285035" y="202013"/>
                  </a:lnTo>
                  <a:lnTo>
                    <a:pt x="281191" y="203459"/>
                  </a:lnTo>
                  <a:lnTo>
                    <a:pt x="282384" y="206846"/>
                  </a:lnTo>
                  <a:lnTo>
                    <a:pt x="281737" y="208972"/>
                  </a:lnTo>
                  <a:lnTo>
                    <a:pt x="278680" y="210372"/>
                  </a:lnTo>
                  <a:lnTo>
                    <a:pt x="278485" y="212913"/>
                  </a:lnTo>
                  <a:lnTo>
                    <a:pt x="278460" y="213235"/>
                  </a:lnTo>
                  <a:lnTo>
                    <a:pt x="278412" y="213859"/>
                  </a:lnTo>
                  <a:lnTo>
                    <a:pt x="281805" y="214787"/>
                  </a:lnTo>
                  <a:lnTo>
                    <a:pt x="283919" y="216546"/>
                  </a:lnTo>
                  <a:lnTo>
                    <a:pt x="283004" y="220613"/>
                  </a:lnTo>
                  <a:lnTo>
                    <a:pt x="279438" y="221770"/>
                  </a:lnTo>
                  <a:lnTo>
                    <a:pt x="276886" y="223618"/>
                  </a:lnTo>
                  <a:lnTo>
                    <a:pt x="275263" y="225819"/>
                  </a:lnTo>
                  <a:lnTo>
                    <a:pt x="272052" y="225452"/>
                  </a:lnTo>
                  <a:lnTo>
                    <a:pt x="269323" y="227824"/>
                  </a:lnTo>
                  <a:lnTo>
                    <a:pt x="273292" y="228948"/>
                  </a:lnTo>
                  <a:lnTo>
                    <a:pt x="274281" y="231985"/>
                  </a:lnTo>
                  <a:lnTo>
                    <a:pt x="272002" y="234902"/>
                  </a:lnTo>
                  <a:lnTo>
                    <a:pt x="273051" y="239472"/>
                  </a:lnTo>
                  <a:lnTo>
                    <a:pt x="275209" y="240844"/>
                  </a:lnTo>
                  <a:lnTo>
                    <a:pt x="275441" y="244534"/>
                  </a:lnTo>
                  <a:lnTo>
                    <a:pt x="271068" y="243875"/>
                  </a:lnTo>
                  <a:lnTo>
                    <a:pt x="269194" y="244234"/>
                  </a:lnTo>
                  <a:lnTo>
                    <a:pt x="267106" y="246860"/>
                  </a:lnTo>
                  <a:lnTo>
                    <a:pt x="272310" y="249187"/>
                  </a:lnTo>
                  <a:lnTo>
                    <a:pt x="270887" y="254064"/>
                  </a:lnTo>
                  <a:lnTo>
                    <a:pt x="265335" y="255473"/>
                  </a:lnTo>
                  <a:lnTo>
                    <a:pt x="269112" y="258606"/>
                  </a:lnTo>
                  <a:lnTo>
                    <a:pt x="265164" y="262062"/>
                  </a:lnTo>
                  <a:lnTo>
                    <a:pt x="264136" y="264854"/>
                  </a:lnTo>
                  <a:lnTo>
                    <a:pt x="263592" y="266333"/>
                  </a:lnTo>
                  <a:lnTo>
                    <a:pt x="265802" y="269298"/>
                  </a:lnTo>
                  <a:lnTo>
                    <a:pt x="267331" y="271830"/>
                  </a:lnTo>
                  <a:lnTo>
                    <a:pt x="269376" y="274703"/>
                  </a:lnTo>
                  <a:lnTo>
                    <a:pt x="272126" y="277403"/>
                  </a:lnTo>
                  <a:lnTo>
                    <a:pt x="270404" y="281455"/>
                  </a:lnTo>
                  <a:lnTo>
                    <a:pt x="272178" y="287301"/>
                  </a:lnTo>
                  <a:lnTo>
                    <a:pt x="275113" y="287573"/>
                  </a:lnTo>
                  <a:lnTo>
                    <a:pt x="276718" y="290976"/>
                  </a:lnTo>
                  <a:lnTo>
                    <a:pt x="275994" y="295622"/>
                  </a:lnTo>
                  <a:lnTo>
                    <a:pt x="274931" y="300055"/>
                  </a:lnTo>
                  <a:lnTo>
                    <a:pt x="271334" y="300123"/>
                  </a:lnTo>
                  <a:lnTo>
                    <a:pt x="269590" y="303527"/>
                  </a:lnTo>
                  <a:lnTo>
                    <a:pt x="274374" y="306873"/>
                  </a:lnTo>
                  <a:lnTo>
                    <a:pt x="271844" y="310934"/>
                  </a:lnTo>
                  <a:lnTo>
                    <a:pt x="271426" y="311603"/>
                  </a:lnTo>
                  <a:lnTo>
                    <a:pt x="264192" y="312295"/>
                  </a:lnTo>
                  <a:lnTo>
                    <a:pt x="251603" y="313479"/>
                  </a:lnTo>
                  <a:lnTo>
                    <a:pt x="249807" y="313646"/>
                  </a:lnTo>
                  <a:lnTo>
                    <a:pt x="247691" y="313842"/>
                  </a:lnTo>
                  <a:lnTo>
                    <a:pt x="219334" y="316480"/>
                  </a:lnTo>
                  <a:lnTo>
                    <a:pt x="205083" y="317758"/>
                  </a:lnTo>
                  <a:lnTo>
                    <a:pt x="193776" y="318749"/>
                  </a:lnTo>
                  <a:lnTo>
                    <a:pt x="173279" y="320318"/>
                  </a:lnTo>
                  <a:lnTo>
                    <a:pt x="156841" y="321553"/>
                  </a:lnTo>
                  <a:lnTo>
                    <a:pt x="138701" y="322827"/>
                  </a:lnTo>
                  <a:lnTo>
                    <a:pt x="137403" y="322929"/>
                  </a:lnTo>
                  <a:lnTo>
                    <a:pt x="122050" y="324112"/>
                  </a:lnTo>
                  <a:lnTo>
                    <a:pt x="119015" y="324348"/>
                  </a:lnTo>
                  <a:lnTo>
                    <a:pt x="108823" y="325129"/>
                  </a:lnTo>
                  <a:lnTo>
                    <a:pt x="100473" y="325738"/>
                  </a:lnTo>
                  <a:lnTo>
                    <a:pt x="98233" y="325899"/>
                  </a:lnTo>
                  <a:lnTo>
                    <a:pt x="83339" y="326951"/>
                  </a:lnTo>
                  <a:lnTo>
                    <a:pt x="77166" y="327408"/>
                  </a:lnTo>
                  <a:lnTo>
                    <a:pt x="76616" y="327448"/>
                  </a:lnTo>
                  <a:lnTo>
                    <a:pt x="59802" y="328660"/>
                  </a:lnTo>
                  <a:lnTo>
                    <a:pt x="59058" y="316383"/>
                  </a:lnTo>
                  <a:lnTo>
                    <a:pt x="58441" y="306727"/>
                  </a:lnTo>
                  <a:lnTo>
                    <a:pt x="58111" y="301571"/>
                  </a:lnTo>
                  <a:lnTo>
                    <a:pt x="57545" y="292402"/>
                  </a:lnTo>
                  <a:lnTo>
                    <a:pt x="56885" y="282341"/>
                  </a:lnTo>
                  <a:lnTo>
                    <a:pt x="54633" y="280679"/>
                  </a:lnTo>
                  <a:lnTo>
                    <a:pt x="49457" y="280557"/>
                  </a:lnTo>
                  <a:lnTo>
                    <a:pt x="46428" y="279499"/>
                  </a:lnTo>
                  <a:lnTo>
                    <a:pt x="44332" y="281529"/>
                  </a:lnTo>
                  <a:lnTo>
                    <a:pt x="42452" y="281123"/>
                  </a:lnTo>
                  <a:lnTo>
                    <a:pt x="37770" y="282508"/>
                  </a:lnTo>
                  <a:lnTo>
                    <a:pt x="35219" y="282452"/>
                  </a:lnTo>
                  <a:lnTo>
                    <a:pt x="34122" y="283454"/>
                  </a:lnTo>
                  <a:lnTo>
                    <a:pt x="31596" y="282829"/>
                  </a:lnTo>
                  <a:lnTo>
                    <a:pt x="29268" y="281959"/>
                  </a:lnTo>
                  <a:lnTo>
                    <a:pt x="24074" y="276996"/>
                  </a:lnTo>
                  <a:lnTo>
                    <a:pt x="23605" y="263815"/>
                  </a:lnTo>
                  <a:lnTo>
                    <a:pt x="23168" y="250571"/>
                  </a:lnTo>
                  <a:lnTo>
                    <a:pt x="22941" y="243694"/>
                  </a:lnTo>
                  <a:lnTo>
                    <a:pt x="22417" y="228817"/>
                  </a:lnTo>
                  <a:lnTo>
                    <a:pt x="21893" y="214038"/>
                  </a:lnTo>
                  <a:lnTo>
                    <a:pt x="21442" y="201131"/>
                  </a:lnTo>
                  <a:lnTo>
                    <a:pt x="21051" y="190004"/>
                  </a:lnTo>
                  <a:lnTo>
                    <a:pt x="20790" y="181797"/>
                  </a:lnTo>
                  <a:lnTo>
                    <a:pt x="20339" y="167686"/>
                  </a:lnTo>
                  <a:lnTo>
                    <a:pt x="20225" y="163886"/>
                  </a:lnTo>
                  <a:lnTo>
                    <a:pt x="19397" y="136580"/>
                  </a:lnTo>
                  <a:lnTo>
                    <a:pt x="19319" y="134030"/>
                  </a:lnTo>
                  <a:lnTo>
                    <a:pt x="19101" y="125843"/>
                  </a:lnTo>
                  <a:lnTo>
                    <a:pt x="18824" y="124296"/>
                  </a:lnTo>
                  <a:lnTo>
                    <a:pt x="18745" y="123850"/>
                  </a:lnTo>
                  <a:lnTo>
                    <a:pt x="17136" y="114844"/>
                  </a:lnTo>
                  <a:lnTo>
                    <a:pt x="14725" y="102586"/>
                  </a:lnTo>
                  <a:lnTo>
                    <a:pt x="12676" y="92152"/>
                  </a:lnTo>
                  <a:lnTo>
                    <a:pt x="12522" y="91369"/>
                  </a:lnTo>
                  <a:lnTo>
                    <a:pt x="8715" y="72393"/>
                  </a:lnTo>
                  <a:lnTo>
                    <a:pt x="6717" y="62516"/>
                  </a:lnTo>
                  <a:lnTo>
                    <a:pt x="5672" y="57342"/>
                  </a:lnTo>
                  <a:lnTo>
                    <a:pt x="3266" y="454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909624" y="3254431"/>
              <a:ext cx="582972" cy="269055"/>
            </a:xfrm>
            <a:custGeom>
              <a:avLst/>
              <a:pathLst>
                <a:path w="582972" h="269055">
                  <a:moveTo>
                    <a:pt x="476" y="165046"/>
                  </a:moveTo>
                  <a:lnTo>
                    <a:pt x="1203" y="150723"/>
                  </a:lnTo>
                  <a:lnTo>
                    <a:pt x="1693" y="140652"/>
                  </a:lnTo>
                  <a:lnTo>
                    <a:pt x="2385" y="125692"/>
                  </a:lnTo>
                  <a:lnTo>
                    <a:pt x="2585" y="121369"/>
                  </a:lnTo>
                  <a:lnTo>
                    <a:pt x="2931" y="114006"/>
                  </a:lnTo>
                  <a:lnTo>
                    <a:pt x="3706" y="97587"/>
                  </a:lnTo>
                  <a:lnTo>
                    <a:pt x="4212" y="87414"/>
                  </a:lnTo>
                  <a:lnTo>
                    <a:pt x="4275" y="86137"/>
                  </a:lnTo>
                  <a:lnTo>
                    <a:pt x="5256" y="65691"/>
                  </a:lnTo>
                  <a:lnTo>
                    <a:pt x="6293" y="43812"/>
                  </a:lnTo>
                  <a:lnTo>
                    <a:pt x="6796" y="34029"/>
                  </a:lnTo>
                  <a:lnTo>
                    <a:pt x="6882" y="32354"/>
                  </a:lnTo>
                  <a:lnTo>
                    <a:pt x="8420" y="0"/>
                  </a:lnTo>
                  <a:lnTo>
                    <a:pt x="43492" y="1608"/>
                  </a:lnTo>
                  <a:lnTo>
                    <a:pt x="45346" y="1686"/>
                  </a:lnTo>
                  <a:lnTo>
                    <a:pt x="75787" y="2938"/>
                  </a:lnTo>
                  <a:lnTo>
                    <a:pt x="89136" y="3431"/>
                  </a:lnTo>
                  <a:lnTo>
                    <a:pt x="113693" y="4248"/>
                  </a:lnTo>
                  <a:lnTo>
                    <a:pt x="134583" y="4865"/>
                  </a:lnTo>
                  <a:lnTo>
                    <a:pt x="189324" y="6085"/>
                  </a:lnTo>
                  <a:lnTo>
                    <a:pt x="203906" y="6313"/>
                  </a:lnTo>
                  <a:lnTo>
                    <a:pt x="255301" y="6651"/>
                  </a:lnTo>
                  <a:lnTo>
                    <a:pt x="277626" y="6641"/>
                  </a:lnTo>
                  <a:lnTo>
                    <a:pt x="297875" y="6562"/>
                  </a:lnTo>
                  <a:lnTo>
                    <a:pt x="315792" y="6427"/>
                  </a:lnTo>
                  <a:lnTo>
                    <a:pt x="341837" y="6122"/>
                  </a:lnTo>
                  <a:lnTo>
                    <a:pt x="364226" y="5732"/>
                  </a:lnTo>
                  <a:lnTo>
                    <a:pt x="365540" y="8776"/>
                  </a:lnTo>
                  <a:lnTo>
                    <a:pt x="368444" y="11727"/>
                  </a:lnTo>
                  <a:lnTo>
                    <a:pt x="371545" y="12615"/>
                  </a:lnTo>
                  <a:lnTo>
                    <a:pt x="376622" y="15309"/>
                  </a:lnTo>
                  <a:lnTo>
                    <a:pt x="378451" y="16278"/>
                  </a:lnTo>
                  <a:lnTo>
                    <a:pt x="381564" y="17426"/>
                  </a:lnTo>
                  <a:lnTo>
                    <a:pt x="386697" y="19063"/>
                  </a:lnTo>
                  <a:lnTo>
                    <a:pt x="386990" y="19157"/>
                  </a:lnTo>
                  <a:lnTo>
                    <a:pt x="389837" y="21855"/>
                  </a:lnTo>
                  <a:lnTo>
                    <a:pt x="394406" y="25626"/>
                  </a:lnTo>
                  <a:lnTo>
                    <a:pt x="399853" y="25018"/>
                  </a:lnTo>
                  <a:lnTo>
                    <a:pt x="402691" y="22383"/>
                  </a:lnTo>
                  <a:lnTo>
                    <a:pt x="404378" y="17626"/>
                  </a:lnTo>
                  <a:lnTo>
                    <a:pt x="405565" y="16505"/>
                  </a:lnTo>
                  <a:lnTo>
                    <a:pt x="409216" y="17030"/>
                  </a:lnTo>
                  <a:lnTo>
                    <a:pt x="415691" y="18097"/>
                  </a:lnTo>
                  <a:lnTo>
                    <a:pt x="419882" y="17275"/>
                  </a:lnTo>
                  <a:lnTo>
                    <a:pt x="422194" y="16820"/>
                  </a:lnTo>
                  <a:lnTo>
                    <a:pt x="427549" y="16877"/>
                  </a:lnTo>
                  <a:lnTo>
                    <a:pt x="429551" y="17145"/>
                  </a:lnTo>
                  <a:lnTo>
                    <a:pt x="431664" y="17426"/>
                  </a:lnTo>
                  <a:lnTo>
                    <a:pt x="433864" y="15615"/>
                  </a:lnTo>
                  <a:lnTo>
                    <a:pt x="438762" y="16338"/>
                  </a:lnTo>
                  <a:lnTo>
                    <a:pt x="441245" y="15399"/>
                  </a:lnTo>
                  <a:lnTo>
                    <a:pt x="445402" y="16358"/>
                  </a:lnTo>
                  <a:lnTo>
                    <a:pt x="447033" y="19195"/>
                  </a:lnTo>
                  <a:lnTo>
                    <a:pt x="450258" y="21585"/>
                  </a:lnTo>
                  <a:lnTo>
                    <a:pt x="452485" y="23233"/>
                  </a:lnTo>
                  <a:lnTo>
                    <a:pt x="459358" y="23820"/>
                  </a:lnTo>
                  <a:lnTo>
                    <a:pt x="459969" y="24316"/>
                  </a:lnTo>
                  <a:lnTo>
                    <a:pt x="463282" y="26998"/>
                  </a:lnTo>
                  <a:lnTo>
                    <a:pt x="467039" y="26045"/>
                  </a:lnTo>
                  <a:lnTo>
                    <a:pt x="473543" y="28699"/>
                  </a:lnTo>
                  <a:lnTo>
                    <a:pt x="473918" y="28851"/>
                  </a:lnTo>
                  <a:lnTo>
                    <a:pt x="475548" y="31925"/>
                  </a:lnTo>
                  <a:lnTo>
                    <a:pt x="480746" y="32055"/>
                  </a:lnTo>
                  <a:lnTo>
                    <a:pt x="480187" y="36934"/>
                  </a:lnTo>
                  <a:lnTo>
                    <a:pt x="483574" y="40070"/>
                  </a:lnTo>
                  <a:lnTo>
                    <a:pt x="485699" y="43431"/>
                  </a:lnTo>
                  <a:lnTo>
                    <a:pt x="486835" y="45226"/>
                  </a:lnTo>
                  <a:lnTo>
                    <a:pt x="492392" y="44629"/>
                  </a:lnTo>
                  <a:lnTo>
                    <a:pt x="494029" y="46970"/>
                  </a:lnTo>
                  <a:lnTo>
                    <a:pt x="497603" y="46125"/>
                  </a:lnTo>
                  <a:lnTo>
                    <a:pt x="501856" y="48476"/>
                  </a:lnTo>
                  <a:lnTo>
                    <a:pt x="500077" y="53009"/>
                  </a:lnTo>
                  <a:lnTo>
                    <a:pt x="500598" y="59430"/>
                  </a:lnTo>
                  <a:lnTo>
                    <a:pt x="504439" y="64216"/>
                  </a:lnTo>
                  <a:lnTo>
                    <a:pt x="505534" y="65578"/>
                  </a:lnTo>
                  <a:lnTo>
                    <a:pt x="505688" y="69595"/>
                  </a:lnTo>
                  <a:lnTo>
                    <a:pt x="505646" y="69954"/>
                  </a:lnTo>
                  <a:lnTo>
                    <a:pt x="505145" y="74190"/>
                  </a:lnTo>
                  <a:lnTo>
                    <a:pt x="510467" y="78617"/>
                  </a:lnTo>
                  <a:lnTo>
                    <a:pt x="510466" y="84436"/>
                  </a:lnTo>
                  <a:lnTo>
                    <a:pt x="513764" y="86441"/>
                  </a:lnTo>
                  <a:lnTo>
                    <a:pt x="519878" y="90368"/>
                  </a:lnTo>
                  <a:lnTo>
                    <a:pt x="518408" y="96099"/>
                  </a:lnTo>
                  <a:lnTo>
                    <a:pt x="520686" y="99848"/>
                  </a:lnTo>
                  <a:lnTo>
                    <a:pt x="522023" y="102043"/>
                  </a:lnTo>
                  <a:lnTo>
                    <a:pt x="525044" y="106051"/>
                  </a:lnTo>
                  <a:lnTo>
                    <a:pt x="523825" y="112320"/>
                  </a:lnTo>
                  <a:lnTo>
                    <a:pt x="522681" y="116380"/>
                  </a:lnTo>
                  <a:lnTo>
                    <a:pt x="522481" y="117087"/>
                  </a:lnTo>
                  <a:lnTo>
                    <a:pt x="522269" y="121925"/>
                  </a:lnTo>
                  <a:lnTo>
                    <a:pt x="524200" y="126429"/>
                  </a:lnTo>
                  <a:lnTo>
                    <a:pt x="525075" y="129272"/>
                  </a:lnTo>
                  <a:lnTo>
                    <a:pt x="529951" y="127651"/>
                  </a:lnTo>
                  <a:lnTo>
                    <a:pt x="530829" y="130863"/>
                  </a:lnTo>
                  <a:lnTo>
                    <a:pt x="531707" y="134075"/>
                  </a:lnTo>
                  <a:lnTo>
                    <a:pt x="535729" y="135106"/>
                  </a:lnTo>
                  <a:lnTo>
                    <a:pt x="535690" y="140877"/>
                  </a:lnTo>
                  <a:lnTo>
                    <a:pt x="535678" y="142622"/>
                  </a:lnTo>
                  <a:lnTo>
                    <a:pt x="536082" y="146802"/>
                  </a:lnTo>
                  <a:lnTo>
                    <a:pt x="538603" y="150526"/>
                  </a:lnTo>
                  <a:lnTo>
                    <a:pt x="537376" y="154122"/>
                  </a:lnTo>
                  <a:lnTo>
                    <a:pt x="537669" y="158192"/>
                  </a:lnTo>
                  <a:lnTo>
                    <a:pt x="537713" y="158806"/>
                  </a:lnTo>
                  <a:lnTo>
                    <a:pt x="541186" y="158396"/>
                  </a:lnTo>
                  <a:lnTo>
                    <a:pt x="540963" y="160757"/>
                  </a:lnTo>
                  <a:lnTo>
                    <a:pt x="540666" y="163894"/>
                  </a:lnTo>
                  <a:lnTo>
                    <a:pt x="541161" y="167482"/>
                  </a:lnTo>
                  <a:lnTo>
                    <a:pt x="541228" y="170167"/>
                  </a:lnTo>
                  <a:lnTo>
                    <a:pt x="541306" y="173271"/>
                  </a:lnTo>
                  <a:lnTo>
                    <a:pt x="543978" y="177085"/>
                  </a:lnTo>
                  <a:lnTo>
                    <a:pt x="543557" y="181286"/>
                  </a:lnTo>
                  <a:lnTo>
                    <a:pt x="544931" y="183564"/>
                  </a:lnTo>
                  <a:lnTo>
                    <a:pt x="545510" y="184523"/>
                  </a:lnTo>
                  <a:lnTo>
                    <a:pt x="543659" y="188218"/>
                  </a:lnTo>
                  <a:lnTo>
                    <a:pt x="544399" y="193670"/>
                  </a:lnTo>
                  <a:lnTo>
                    <a:pt x="540980" y="197938"/>
                  </a:lnTo>
                  <a:lnTo>
                    <a:pt x="544037" y="202493"/>
                  </a:lnTo>
                  <a:lnTo>
                    <a:pt x="548420" y="204842"/>
                  </a:lnTo>
                  <a:lnTo>
                    <a:pt x="550846" y="209095"/>
                  </a:lnTo>
                  <a:lnTo>
                    <a:pt x="549793" y="210740"/>
                  </a:lnTo>
                  <a:lnTo>
                    <a:pt x="550616" y="215891"/>
                  </a:lnTo>
                  <a:lnTo>
                    <a:pt x="553460" y="215637"/>
                  </a:lnTo>
                  <a:lnTo>
                    <a:pt x="553609" y="215932"/>
                  </a:lnTo>
                  <a:lnTo>
                    <a:pt x="554909" y="218509"/>
                  </a:lnTo>
                  <a:lnTo>
                    <a:pt x="555731" y="221117"/>
                  </a:lnTo>
                  <a:lnTo>
                    <a:pt x="558355" y="226874"/>
                  </a:lnTo>
                  <a:lnTo>
                    <a:pt x="559046" y="229446"/>
                  </a:lnTo>
                  <a:lnTo>
                    <a:pt x="558392" y="233323"/>
                  </a:lnTo>
                  <a:lnTo>
                    <a:pt x="562124" y="234245"/>
                  </a:lnTo>
                  <a:lnTo>
                    <a:pt x="565236" y="235714"/>
                  </a:lnTo>
                  <a:lnTo>
                    <a:pt x="565698" y="238035"/>
                  </a:lnTo>
                  <a:lnTo>
                    <a:pt x="565726" y="238176"/>
                  </a:lnTo>
                  <a:lnTo>
                    <a:pt x="565790" y="238499"/>
                  </a:lnTo>
                  <a:lnTo>
                    <a:pt x="570879" y="240238"/>
                  </a:lnTo>
                  <a:lnTo>
                    <a:pt x="570530" y="244427"/>
                  </a:lnTo>
                  <a:lnTo>
                    <a:pt x="574016" y="248401"/>
                  </a:lnTo>
                  <a:lnTo>
                    <a:pt x="576708" y="251125"/>
                  </a:lnTo>
                  <a:lnTo>
                    <a:pt x="575513" y="254563"/>
                  </a:lnTo>
                  <a:lnTo>
                    <a:pt x="577840" y="258179"/>
                  </a:lnTo>
                  <a:lnTo>
                    <a:pt x="580120" y="257859"/>
                  </a:lnTo>
                  <a:lnTo>
                    <a:pt x="582972" y="260268"/>
                  </a:lnTo>
                  <a:lnTo>
                    <a:pt x="580853" y="260385"/>
                  </a:lnTo>
                  <a:lnTo>
                    <a:pt x="551033" y="261947"/>
                  </a:lnTo>
                  <a:lnTo>
                    <a:pt x="550796" y="261959"/>
                  </a:lnTo>
                  <a:lnTo>
                    <a:pt x="535867" y="262678"/>
                  </a:lnTo>
                  <a:lnTo>
                    <a:pt x="534967" y="262720"/>
                  </a:lnTo>
                  <a:lnTo>
                    <a:pt x="526229" y="263153"/>
                  </a:lnTo>
                  <a:lnTo>
                    <a:pt x="520537" y="263397"/>
                  </a:lnTo>
                  <a:lnTo>
                    <a:pt x="505473" y="264038"/>
                  </a:lnTo>
                  <a:lnTo>
                    <a:pt x="505055" y="264055"/>
                  </a:lnTo>
                  <a:lnTo>
                    <a:pt x="482518" y="264935"/>
                  </a:lnTo>
                  <a:lnTo>
                    <a:pt x="477951" y="265102"/>
                  </a:lnTo>
                  <a:lnTo>
                    <a:pt x="475092" y="265209"/>
                  </a:lnTo>
                  <a:lnTo>
                    <a:pt x="468866" y="265437"/>
                  </a:lnTo>
                  <a:lnTo>
                    <a:pt x="444698" y="266216"/>
                  </a:lnTo>
                  <a:lnTo>
                    <a:pt x="441567" y="266309"/>
                  </a:lnTo>
                  <a:lnTo>
                    <a:pt x="417308" y="266999"/>
                  </a:lnTo>
                  <a:lnTo>
                    <a:pt x="414331" y="267076"/>
                  </a:lnTo>
                  <a:lnTo>
                    <a:pt x="406923" y="267262"/>
                  </a:lnTo>
                  <a:lnTo>
                    <a:pt x="397239" y="267490"/>
                  </a:lnTo>
                  <a:lnTo>
                    <a:pt x="383944" y="267779"/>
                  </a:lnTo>
                  <a:lnTo>
                    <a:pt x="368469" y="268077"/>
                  </a:lnTo>
                  <a:lnTo>
                    <a:pt x="361128" y="268203"/>
                  </a:lnTo>
                  <a:lnTo>
                    <a:pt x="353564" y="268330"/>
                  </a:lnTo>
                  <a:lnTo>
                    <a:pt x="330685" y="268651"/>
                  </a:lnTo>
                  <a:lnTo>
                    <a:pt x="329437" y="268666"/>
                  </a:lnTo>
                  <a:lnTo>
                    <a:pt x="323155" y="268734"/>
                  </a:lnTo>
                  <a:lnTo>
                    <a:pt x="301482" y="268914"/>
                  </a:lnTo>
                  <a:lnTo>
                    <a:pt x="293184" y="268979"/>
                  </a:lnTo>
                  <a:lnTo>
                    <a:pt x="292987" y="268981"/>
                  </a:lnTo>
                  <a:lnTo>
                    <a:pt x="280550" y="269055"/>
                  </a:lnTo>
                  <a:lnTo>
                    <a:pt x="256072" y="269042"/>
                  </a:lnTo>
                  <a:lnTo>
                    <a:pt x="255012" y="269039"/>
                  </a:lnTo>
                  <a:lnTo>
                    <a:pt x="235973" y="268946"/>
                  </a:lnTo>
                  <a:lnTo>
                    <a:pt x="218388" y="268772"/>
                  </a:lnTo>
                  <a:lnTo>
                    <a:pt x="217044" y="268757"/>
                  </a:lnTo>
                  <a:lnTo>
                    <a:pt x="196794" y="268534"/>
                  </a:lnTo>
                  <a:lnTo>
                    <a:pt x="181100" y="268289"/>
                  </a:lnTo>
                  <a:lnTo>
                    <a:pt x="179082" y="268257"/>
                  </a:lnTo>
                  <a:lnTo>
                    <a:pt x="173239" y="268159"/>
                  </a:lnTo>
                  <a:lnTo>
                    <a:pt x="164425" y="267999"/>
                  </a:lnTo>
                  <a:lnTo>
                    <a:pt x="144958" y="267574"/>
                  </a:lnTo>
                  <a:lnTo>
                    <a:pt x="130214" y="267216"/>
                  </a:lnTo>
                  <a:lnTo>
                    <a:pt x="130939" y="237872"/>
                  </a:lnTo>
                  <a:lnTo>
                    <a:pt x="130961" y="236924"/>
                  </a:lnTo>
                  <a:lnTo>
                    <a:pt x="131151" y="228978"/>
                  </a:lnTo>
                  <a:lnTo>
                    <a:pt x="131689" y="206436"/>
                  </a:lnTo>
                  <a:lnTo>
                    <a:pt x="131798" y="201881"/>
                  </a:lnTo>
                  <a:lnTo>
                    <a:pt x="132300" y="179752"/>
                  </a:lnTo>
                  <a:lnTo>
                    <a:pt x="98902" y="178832"/>
                  </a:lnTo>
                  <a:lnTo>
                    <a:pt x="94655" y="178699"/>
                  </a:lnTo>
                  <a:lnTo>
                    <a:pt x="92511" y="178630"/>
                  </a:lnTo>
                  <a:lnTo>
                    <a:pt x="64543" y="177655"/>
                  </a:lnTo>
                  <a:lnTo>
                    <a:pt x="44320" y="176891"/>
                  </a:lnTo>
                  <a:lnTo>
                    <a:pt x="31630" y="176373"/>
                  </a:lnTo>
                  <a:lnTo>
                    <a:pt x="0" y="1749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625999" y="2513032"/>
              <a:ext cx="115566" cy="245497"/>
            </a:xfrm>
            <a:custGeom>
              <a:avLst/>
              <a:pathLst>
                <a:path w="115566" h="245497">
                  <a:moveTo>
                    <a:pt x="11487" y="235877"/>
                  </a:moveTo>
                  <a:lnTo>
                    <a:pt x="12051" y="232687"/>
                  </a:lnTo>
                  <a:lnTo>
                    <a:pt x="10376" y="227915"/>
                  </a:lnTo>
                  <a:lnTo>
                    <a:pt x="12370" y="226002"/>
                  </a:lnTo>
                  <a:lnTo>
                    <a:pt x="14150" y="221896"/>
                  </a:lnTo>
                  <a:lnTo>
                    <a:pt x="11978" y="218923"/>
                  </a:lnTo>
                  <a:lnTo>
                    <a:pt x="12366" y="214784"/>
                  </a:lnTo>
                  <a:lnTo>
                    <a:pt x="9454" y="209525"/>
                  </a:lnTo>
                  <a:lnTo>
                    <a:pt x="9315" y="208846"/>
                  </a:lnTo>
                  <a:lnTo>
                    <a:pt x="8340" y="204100"/>
                  </a:lnTo>
                  <a:lnTo>
                    <a:pt x="8244" y="202473"/>
                  </a:lnTo>
                  <a:lnTo>
                    <a:pt x="8075" y="199649"/>
                  </a:lnTo>
                  <a:lnTo>
                    <a:pt x="7557" y="194464"/>
                  </a:lnTo>
                  <a:lnTo>
                    <a:pt x="5691" y="191140"/>
                  </a:lnTo>
                  <a:lnTo>
                    <a:pt x="3838" y="179490"/>
                  </a:lnTo>
                  <a:lnTo>
                    <a:pt x="1583" y="172690"/>
                  </a:lnTo>
                  <a:lnTo>
                    <a:pt x="3366" y="169068"/>
                  </a:lnTo>
                  <a:lnTo>
                    <a:pt x="3524" y="168746"/>
                  </a:lnTo>
                  <a:lnTo>
                    <a:pt x="2890" y="158402"/>
                  </a:lnTo>
                  <a:lnTo>
                    <a:pt x="5419" y="153753"/>
                  </a:lnTo>
                  <a:lnTo>
                    <a:pt x="5653" y="152419"/>
                  </a:lnTo>
                  <a:lnTo>
                    <a:pt x="6273" y="148872"/>
                  </a:lnTo>
                  <a:lnTo>
                    <a:pt x="5152" y="143114"/>
                  </a:lnTo>
                  <a:lnTo>
                    <a:pt x="6656" y="135383"/>
                  </a:lnTo>
                  <a:lnTo>
                    <a:pt x="4768" y="132047"/>
                  </a:lnTo>
                  <a:lnTo>
                    <a:pt x="5916" y="127591"/>
                  </a:lnTo>
                  <a:lnTo>
                    <a:pt x="6141" y="121027"/>
                  </a:lnTo>
                  <a:lnTo>
                    <a:pt x="3472" y="116633"/>
                  </a:lnTo>
                  <a:lnTo>
                    <a:pt x="2296" y="114697"/>
                  </a:lnTo>
                  <a:lnTo>
                    <a:pt x="888" y="109350"/>
                  </a:lnTo>
                  <a:lnTo>
                    <a:pt x="0" y="105414"/>
                  </a:lnTo>
                  <a:lnTo>
                    <a:pt x="1576" y="101720"/>
                  </a:lnTo>
                  <a:lnTo>
                    <a:pt x="4507" y="99420"/>
                  </a:lnTo>
                  <a:lnTo>
                    <a:pt x="8535" y="97965"/>
                  </a:lnTo>
                  <a:lnTo>
                    <a:pt x="10428" y="96280"/>
                  </a:lnTo>
                  <a:lnTo>
                    <a:pt x="11373" y="95437"/>
                  </a:lnTo>
                  <a:lnTo>
                    <a:pt x="12299" y="90652"/>
                  </a:lnTo>
                  <a:lnTo>
                    <a:pt x="13078" y="90005"/>
                  </a:lnTo>
                  <a:lnTo>
                    <a:pt x="16726" y="86969"/>
                  </a:lnTo>
                  <a:lnTo>
                    <a:pt x="17855" y="82029"/>
                  </a:lnTo>
                  <a:lnTo>
                    <a:pt x="20704" y="77839"/>
                  </a:lnTo>
                  <a:lnTo>
                    <a:pt x="18845" y="74164"/>
                  </a:lnTo>
                  <a:lnTo>
                    <a:pt x="20380" y="70604"/>
                  </a:lnTo>
                  <a:lnTo>
                    <a:pt x="18525" y="66714"/>
                  </a:lnTo>
                  <a:lnTo>
                    <a:pt x="15493" y="64269"/>
                  </a:lnTo>
                  <a:lnTo>
                    <a:pt x="10581" y="58341"/>
                  </a:lnTo>
                  <a:lnTo>
                    <a:pt x="12066" y="52273"/>
                  </a:lnTo>
                  <a:lnTo>
                    <a:pt x="12523" y="44928"/>
                  </a:lnTo>
                  <a:lnTo>
                    <a:pt x="13181" y="41733"/>
                  </a:lnTo>
                  <a:lnTo>
                    <a:pt x="9098" y="37176"/>
                  </a:lnTo>
                  <a:lnTo>
                    <a:pt x="9704" y="33399"/>
                  </a:lnTo>
                  <a:lnTo>
                    <a:pt x="8142" y="28645"/>
                  </a:lnTo>
                  <a:lnTo>
                    <a:pt x="9774" y="24287"/>
                  </a:lnTo>
                  <a:lnTo>
                    <a:pt x="9579" y="18517"/>
                  </a:lnTo>
                  <a:lnTo>
                    <a:pt x="9496" y="15920"/>
                  </a:lnTo>
                  <a:lnTo>
                    <a:pt x="6371" y="13219"/>
                  </a:lnTo>
                  <a:lnTo>
                    <a:pt x="9851" y="8968"/>
                  </a:lnTo>
                  <a:lnTo>
                    <a:pt x="13232" y="4624"/>
                  </a:lnTo>
                  <a:lnTo>
                    <a:pt x="16500" y="6597"/>
                  </a:lnTo>
                  <a:lnTo>
                    <a:pt x="20850" y="7511"/>
                  </a:lnTo>
                  <a:lnTo>
                    <a:pt x="23241" y="6416"/>
                  </a:lnTo>
                  <a:lnTo>
                    <a:pt x="23731" y="2489"/>
                  </a:lnTo>
                  <a:lnTo>
                    <a:pt x="24452" y="0"/>
                  </a:lnTo>
                  <a:lnTo>
                    <a:pt x="35399" y="24885"/>
                  </a:lnTo>
                  <a:lnTo>
                    <a:pt x="44753" y="46395"/>
                  </a:lnTo>
                  <a:lnTo>
                    <a:pt x="52830" y="65812"/>
                  </a:lnTo>
                  <a:lnTo>
                    <a:pt x="59602" y="82089"/>
                  </a:lnTo>
                  <a:lnTo>
                    <a:pt x="60180" y="83481"/>
                  </a:lnTo>
                  <a:lnTo>
                    <a:pt x="61070" y="85622"/>
                  </a:lnTo>
                  <a:lnTo>
                    <a:pt x="66586" y="99302"/>
                  </a:lnTo>
                  <a:lnTo>
                    <a:pt x="75016" y="120222"/>
                  </a:lnTo>
                  <a:lnTo>
                    <a:pt x="76586" y="124025"/>
                  </a:lnTo>
                  <a:lnTo>
                    <a:pt x="79705" y="131588"/>
                  </a:lnTo>
                  <a:lnTo>
                    <a:pt x="84231" y="142296"/>
                  </a:lnTo>
                  <a:lnTo>
                    <a:pt x="85668" y="144604"/>
                  </a:lnTo>
                  <a:lnTo>
                    <a:pt x="87124" y="146942"/>
                  </a:lnTo>
                  <a:lnTo>
                    <a:pt x="88779" y="153971"/>
                  </a:lnTo>
                  <a:lnTo>
                    <a:pt x="89447" y="158762"/>
                  </a:lnTo>
                  <a:lnTo>
                    <a:pt x="94550" y="161697"/>
                  </a:lnTo>
                  <a:lnTo>
                    <a:pt x="99228" y="165102"/>
                  </a:lnTo>
                  <a:lnTo>
                    <a:pt x="104333" y="168178"/>
                  </a:lnTo>
                  <a:lnTo>
                    <a:pt x="104792" y="171579"/>
                  </a:lnTo>
                  <a:lnTo>
                    <a:pt x="106140" y="175879"/>
                  </a:lnTo>
                  <a:lnTo>
                    <a:pt x="106821" y="176175"/>
                  </a:lnTo>
                  <a:lnTo>
                    <a:pt x="111856" y="178356"/>
                  </a:lnTo>
                  <a:lnTo>
                    <a:pt x="115566" y="178846"/>
                  </a:lnTo>
                  <a:lnTo>
                    <a:pt x="115156" y="183542"/>
                  </a:lnTo>
                  <a:lnTo>
                    <a:pt x="114526" y="187294"/>
                  </a:lnTo>
                  <a:lnTo>
                    <a:pt x="114109" y="192316"/>
                  </a:lnTo>
                  <a:lnTo>
                    <a:pt x="114182" y="193043"/>
                  </a:lnTo>
                  <a:lnTo>
                    <a:pt x="114391" y="195131"/>
                  </a:lnTo>
                  <a:lnTo>
                    <a:pt x="114587" y="197083"/>
                  </a:lnTo>
                  <a:lnTo>
                    <a:pt x="111844" y="198328"/>
                  </a:lnTo>
                  <a:lnTo>
                    <a:pt x="107505" y="198625"/>
                  </a:lnTo>
                  <a:lnTo>
                    <a:pt x="105866" y="200735"/>
                  </a:lnTo>
                  <a:lnTo>
                    <a:pt x="102337" y="203021"/>
                  </a:lnTo>
                  <a:lnTo>
                    <a:pt x="102144" y="205758"/>
                  </a:lnTo>
                  <a:lnTo>
                    <a:pt x="101973" y="208178"/>
                  </a:lnTo>
                  <a:lnTo>
                    <a:pt x="98713" y="208882"/>
                  </a:lnTo>
                  <a:lnTo>
                    <a:pt x="96630" y="209331"/>
                  </a:lnTo>
                  <a:lnTo>
                    <a:pt x="95215" y="212222"/>
                  </a:lnTo>
                  <a:lnTo>
                    <a:pt x="97061" y="216567"/>
                  </a:lnTo>
                  <a:lnTo>
                    <a:pt x="93317" y="218079"/>
                  </a:lnTo>
                  <a:lnTo>
                    <a:pt x="92715" y="218322"/>
                  </a:lnTo>
                  <a:lnTo>
                    <a:pt x="91598" y="222482"/>
                  </a:lnTo>
                  <a:lnTo>
                    <a:pt x="88135" y="223673"/>
                  </a:lnTo>
                  <a:lnTo>
                    <a:pt x="71017" y="229425"/>
                  </a:lnTo>
                  <a:lnTo>
                    <a:pt x="64418" y="231642"/>
                  </a:lnTo>
                  <a:lnTo>
                    <a:pt x="55179" y="234651"/>
                  </a:lnTo>
                  <a:lnTo>
                    <a:pt x="53350" y="235244"/>
                  </a:lnTo>
                  <a:lnTo>
                    <a:pt x="42344" y="238796"/>
                  </a:lnTo>
                  <a:lnTo>
                    <a:pt x="41529" y="239058"/>
                  </a:lnTo>
                  <a:lnTo>
                    <a:pt x="31936" y="242125"/>
                  </a:lnTo>
                  <a:lnTo>
                    <a:pt x="21307" y="245497"/>
                  </a:lnTo>
                  <a:lnTo>
                    <a:pt x="19180" y="243018"/>
                  </a:lnTo>
                  <a:lnTo>
                    <a:pt x="14229" y="2406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489614" y="3084815"/>
              <a:ext cx="96199" cy="210997"/>
            </a:xfrm>
            <a:custGeom>
              <a:avLst/>
              <a:pathLst>
                <a:path w="96199" h="210997">
                  <a:moveTo>
                    <a:pt x="6629" y="163760"/>
                  </a:moveTo>
                  <a:lnTo>
                    <a:pt x="7757" y="161801"/>
                  </a:lnTo>
                  <a:lnTo>
                    <a:pt x="8427" y="157993"/>
                  </a:lnTo>
                  <a:lnTo>
                    <a:pt x="9768" y="154903"/>
                  </a:lnTo>
                  <a:lnTo>
                    <a:pt x="9682" y="150227"/>
                  </a:lnTo>
                  <a:lnTo>
                    <a:pt x="11621" y="146280"/>
                  </a:lnTo>
                  <a:lnTo>
                    <a:pt x="11845" y="145956"/>
                  </a:lnTo>
                  <a:lnTo>
                    <a:pt x="15198" y="141073"/>
                  </a:lnTo>
                  <a:lnTo>
                    <a:pt x="18209" y="139880"/>
                  </a:lnTo>
                  <a:lnTo>
                    <a:pt x="20353" y="138637"/>
                  </a:lnTo>
                  <a:lnTo>
                    <a:pt x="22504" y="137388"/>
                  </a:lnTo>
                  <a:lnTo>
                    <a:pt x="22985" y="136746"/>
                  </a:lnTo>
                  <a:lnTo>
                    <a:pt x="24400" y="134854"/>
                  </a:lnTo>
                  <a:lnTo>
                    <a:pt x="26782" y="132982"/>
                  </a:lnTo>
                  <a:lnTo>
                    <a:pt x="27197" y="132655"/>
                  </a:lnTo>
                  <a:lnTo>
                    <a:pt x="26677" y="131084"/>
                  </a:lnTo>
                  <a:lnTo>
                    <a:pt x="25888" y="128701"/>
                  </a:lnTo>
                  <a:lnTo>
                    <a:pt x="25782" y="128382"/>
                  </a:lnTo>
                  <a:lnTo>
                    <a:pt x="26373" y="126498"/>
                  </a:lnTo>
                  <a:lnTo>
                    <a:pt x="29513" y="122991"/>
                  </a:lnTo>
                  <a:lnTo>
                    <a:pt x="32768" y="117800"/>
                  </a:lnTo>
                  <a:lnTo>
                    <a:pt x="33601" y="116698"/>
                  </a:lnTo>
                  <a:lnTo>
                    <a:pt x="35638" y="113999"/>
                  </a:lnTo>
                  <a:lnTo>
                    <a:pt x="39617" y="111447"/>
                  </a:lnTo>
                  <a:lnTo>
                    <a:pt x="40959" y="107144"/>
                  </a:lnTo>
                  <a:lnTo>
                    <a:pt x="44390" y="105557"/>
                  </a:lnTo>
                  <a:lnTo>
                    <a:pt x="46787" y="102493"/>
                  </a:lnTo>
                  <a:lnTo>
                    <a:pt x="44300" y="100404"/>
                  </a:lnTo>
                  <a:lnTo>
                    <a:pt x="43180" y="99463"/>
                  </a:lnTo>
                  <a:lnTo>
                    <a:pt x="38106" y="97135"/>
                  </a:lnTo>
                  <a:lnTo>
                    <a:pt x="35141" y="94751"/>
                  </a:lnTo>
                  <a:lnTo>
                    <a:pt x="31224" y="92457"/>
                  </a:lnTo>
                  <a:lnTo>
                    <a:pt x="29049" y="90903"/>
                  </a:lnTo>
                  <a:lnTo>
                    <a:pt x="27480" y="89781"/>
                  </a:lnTo>
                  <a:lnTo>
                    <a:pt x="24921" y="86655"/>
                  </a:lnTo>
                  <a:lnTo>
                    <a:pt x="21354" y="87449"/>
                  </a:lnTo>
                  <a:lnTo>
                    <a:pt x="19064" y="87007"/>
                  </a:lnTo>
                  <a:lnTo>
                    <a:pt x="17169" y="83980"/>
                  </a:lnTo>
                  <a:lnTo>
                    <a:pt x="17033" y="81589"/>
                  </a:lnTo>
                  <a:lnTo>
                    <a:pt x="14324" y="76241"/>
                  </a:lnTo>
                  <a:lnTo>
                    <a:pt x="9973" y="75075"/>
                  </a:lnTo>
                  <a:lnTo>
                    <a:pt x="6991" y="76606"/>
                  </a:lnTo>
                  <a:lnTo>
                    <a:pt x="6316" y="74666"/>
                  </a:lnTo>
                  <a:lnTo>
                    <a:pt x="5838" y="73292"/>
                  </a:lnTo>
                  <a:lnTo>
                    <a:pt x="4997" y="70876"/>
                  </a:lnTo>
                  <a:lnTo>
                    <a:pt x="2942" y="64299"/>
                  </a:lnTo>
                  <a:lnTo>
                    <a:pt x="2674" y="59897"/>
                  </a:lnTo>
                  <a:lnTo>
                    <a:pt x="6316" y="56249"/>
                  </a:lnTo>
                  <a:lnTo>
                    <a:pt x="5945" y="50974"/>
                  </a:lnTo>
                  <a:lnTo>
                    <a:pt x="6617" y="47373"/>
                  </a:lnTo>
                  <a:lnTo>
                    <a:pt x="3562" y="44538"/>
                  </a:lnTo>
                  <a:lnTo>
                    <a:pt x="990" y="41770"/>
                  </a:lnTo>
                  <a:lnTo>
                    <a:pt x="0" y="40704"/>
                  </a:lnTo>
                  <a:lnTo>
                    <a:pt x="2929" y="36204"/>
                  </a:lnTo>
                  <a:lnTo>
                    <a:pt x="5291" y="31495"/>
                  </a:lnTo>
                  <a:lnTo>
                    <a:pt x="5907" y="28343"/>
                  </a:lnTo>
                  <a:lnTo>
                    <a:pt x="6157" y="27056"/>
                  </a:lnTo>
                  <a:lnTo>
                    <a:pt x="6242" y="26620"/>
                  </a:lnTo>
                  <a:lnTo>
                    <a:pt x="9729" y="21298"/>
                  </a:lnTo>
                  <a:lnTo>
                    <a:pt x="10075" y="16597"/>
                  </a:lnTo>
                  <a:lnTo>
                    <a:pt x="10233" y="14434"/>
                  </a:lnTo>
                  <a:lnTo>
                    <a:pt x="11685" y="7608"/>
                  </a:lnTo>
                  <a:lnTo>
                    <a:pt x="13979" y="2759"/>
                  </a:lnTo>
                  <a:lnTo>
                    <a:pt x="17588" y="0"/>
                  </a:lnTo>
                  <a:lnTo>
                    <a:pt x="35122" y="4452"/>
                  </a:lnTo>
                  <a:lnTo>
                    <a:pt x="41881" y="6335"/>
                  </a:lnTo>
                  <a:lnTo>
                    <a:pt x="46739" y="7683"/>
                  </a:lnTo>
                  <a:lnTo>
                    <a:pt x="51703" y="8814"/>
                  </a:lnTo>
                  <a:lnTo>
                    <a:pt x="53380" y="9183"/>
                  </a:lnTo>
                  <a:lnTo>
                    <a:pt x="65902" y="11920"/>
                  </a:lnTo>
                  <a:lnTo>
                    <a:pt x="76662" y="14103"/>
                  </a:lnTo>
                  <a:lnTo>
                    <a:pt x="77049" y="18241"/>
                  </a:lnTo>
                  <a:lnTo>
                    <a:pt x="77102" y="21298"/>
                  </a:lnTo>
                  <a:lnTo>
                    <a:pt x="77158" y="24634"/>
                  </a:lnTo>
                  <a:lnTo>
                    <a:pt x="77170" y="25372"/>
                  </a:lnTo>
                  <a:lnTo>
                    <a:pt x="77069" y="26571"/>
                  </a:lnTo>
                  <a:lnTo>
                    <a:pt x="76949" y="27989"/>
                  </a:lnTo>
                  <a:lnTo>
                    <a:pt x="76771" y="30097"/>
                  </a:lnTo>
                  <a:lnTo>
                    <a:pt x="76732" y="30560"/>
                  </a:lnTo>
                  <a:lnTo>
                    <a:pt x="76653" y="30996"/>
                  </a:lnTo>
                  <a:lnTo>
                    <a:pt x="76315" y="32859"/>
                  </a:lnTo>
                  <a:lnTo>
                    <a:pt x="75577" y="36927"/>
                  </a:lnTo>
                  <a:lnTo>
                    <a:pt x="75517" y="38001"/>
                  </a:lnTo>
                  <a:lnTo>
                    <a:pt x="75414" y="39870"/>
                  </a:lnTo>
                  <a:lnTo>
                    <a:pt x="75227" y="43215"/>
                  </a:lnTo>
                  <a:lnTo>
                    <a:pt x="74481" y="45337"/>
                  </a:lnTo>
                  <a:lnTo>
                    <a:pt x="74358" y="45687"/>
                  </a:lnTo>
                  <a:lnTo>
                    <a:pt x="73783" y="47321"/>
                  </a:lnTo>
                  <a:lnTo>
                    <a:pt x="69348" y="49305"/>
                  </a:lnTo>
                  <a:lnTo>
                    <a:pt x="68715" y="49588"/>
                  </a:lnTo>
                  <a:lnTo>
                    <a:pt x="67114" y="51458"/>
                  </a:lnTo>
                  <a:lnTo>
                    <a:pt x="68021" y="54720"/>
                  </a:lnTo>
                  <a:lnTo>
                    <a:pt x="68088" y="57875"/>
                  </a:lnTo>
                  <a:lnTo>
                    <a:pt x="66415" y="59689"/>
                  </a:lnTo>
                  <a:lnTo>
                    <a:pt x="66810" y="63531"/>
                  </a:lnTo>
                  <a:lnTo>
                    <a:pt x="67711" y="66751"/>
                  </a:lnTo>
                  <a:lnTo>
                    <a:pt x="70462" y="67340"/>
                  </a:lnTo>
                  <a:lnTo>
                    <a:pt x="71826" y="67631"/>
                  </a:lnTo>
                  <a:lnTo>
                    <a:pt x="74724" y="66034"/>
                  </a:lnTo>
                  <a:lnTo>
                    <a:pt x="77880" y="65343"/>
                  </a:lnTo>
                  <a:lnTo>
                    <a:pt x="82315" y="66192"/>
                  </a:lnTo>
                  <a:lnTo>
                    <a:pt x="82731" y="61172"/>
                  </a:lnTo>
                  <a:lnTo>
                    <a:pt x="83928" y="60268"/>
                  </a:lnTo>
                  <a:lnTo>
                    <a:pt x="87029" y="65594"/>
                  </a:lnTo>
                  <a:lnTo>
                    <a:pt x="88968" y="70594"/>
                  </a:lnTo>
                  <a:lnTo>
                    <a:pt x="90120" y="76610"/>
                  </a:lnTo>
                  <a:lnTo>
                    <a:pt x="90684" y="84240"/>
                  </a:lnTo>
                  <a:lnTo>
                    <a:pt x="91167" y="90868"/>
                  </a:lnTo>
                  <a:lnTo>
                    <a:pt x="91394" y="92679"/>
                  </a:lnTo>
                  <a:lnTo>
                    <a:pt x="92770" y="103731"/>
                  </a:lnTo>
                  <a:lnTo>
                    <a:pt x="93690" y="109618"/>
                  </a:lnTo>
                  <a:lnTo>
                    <a:pt x="93714" y="109773"/>
                  </a:lnTo>
                  <a:lnTo>
                    <a:pt x="95728" y="119453"/>
                  </a:lnTo>
                  <a:lnTo>
                    <a:pt x="95794" y="120001"/>
                  </a:lnTo>
                  <a:lnTo>
                    <a:pt x="96199" y="123380"/>
                  </a:lnTo>
                  <a:lnTo>
                    <a:pt x="93907" y="136344"/>
                  </a:lnTo>
                  <a:lnTo>
                    <a:pt x="90528" y="148383"/>
                  </a:lnTo>
                  <a:lnTo>
                    <a:pt x="90611" y="150766"/>
                  </a:lnTo>
                  <a:lnTo>
                    <a:pt x="90645" y="151720"/>
                  </a:lnTo>
                  <a:lnTo>
                    <a:pt x="88427" y="158903"/>
                  </a:lnTo>
                  <a:lnTo>
                    <a:pt x="86561" y="163343"/>
                  </a:lnTo>
                  <a:lnTo>
                    <a:pt x="80788" y="169586"/>
                  </a:lnTo>
                  <a:lnTo>
                    <a:pt x="79923" y="171147"/>
                  </a:lnTo>
                  <a:lnTo>
                    <a:pt x="78090" y="174453"/>
                  </a:lnTo>
                  <a:lnTo>
                    <a:pt x="75375" y="180792"/>
                  </a:lnTo>
                  <a:lnTo>
                    <a:pt x="74594" y="184033"/>
                  </a:lnTo>
                  <a:lnTo>
                    <a:pt x="73349" y="190004"/>
                  </a:lnTo>
                  <a:lnTo>
                    <a:pt x="74315" y="191260"/>
                  </a:lnTo>
                  <a:lnTo>
                    <a:pt x="71632" y="199532"/>
                  </a:lnTo>
                  <a:lnTo>
                    <a:pt x="70685" y="203279"/>
                  </a:lnTo>
                  <a:lnTo>
                    <a:pt x="68180" y="208302"/>
                  </a:lnTo>
                  <a:lnTo>
                    <a:pt x="64026" y="210724"/>
                  </a:lnTo>
                  <a:lnTo>
                    <a:pt x="61734" y="210997"/>
                  </a:lnTo>
                  <a:lnTo>
                    <a:pt x="60821" y="204996"/>
                  </a:lnTo>
                  <a:lnTo>
                    <a:pt x="62005" y="196629"/>
                  </a:lnTo>
                  <a:lnTo>
                    <a:pt x="61746" y="191499"/>
                  </a:lnTo>
                  <a:lnTo>
                    <a:pt x="59730" y="189235"/>
                  </a:lnTo>
                  <a:lnTo>
                    <a:pt x="59047" y="189290"/>
                  </a:lnTo>
                  <a:lnTo>
                    <a:pt x="53370" y="189741"/>
                  </a:lnTo>
                  <a:lnTo>
                    <a:pt x="49537" y="188732"/>
                  </a:lnTo>
                  <a:lnTo>
                    <a:pt x="46932" y="189964"/>
                  </a:lnTo>
                  <a:lnTo>
                    <a:pt x="44702" y="193347"/>
                  </a:lnTo>
                  <a:lnTo>
                    <a:pt x="41773" y="190498"/>
                  </a:lnTo>
                  <a:lnTo>
                    <a:pt x="37841" y="188011"/>
                  </a:lnTo>
                  <a:lnTo>
                    <a:pt x="35233" y="186704"/>
                  </a:lnTo>
                  <a:lnTo>
                    <a:pt x="32445" y="186974"/>
                  </a:lnTo>
                  <a:lnTo>
                    <a:pt x="28800" y="184385"/>
                  </a:lnTo>
                  <a:lnTo>
                    <a:pt x="26577" y="183658"/>
                  </a:lnTo>
                  <a:lnTo>
                    <a:pt x="22997" y="181843"/>
                  </a:lnTo>
                  <a:lnTo>
                    <a:pt x="21625" y="181398"/>
                  </a:lnTo>
                  <a:lnTo>
                    <a:pt x="19677" y="180765"/>
                  </a:lnTo>
                  <a:lnTo>
                    <a:pt x="17320" y="178107"/>
                  </a:lnTo>
                  <a:lnTo>
                    <a:pt x="12230" y="177684"/>
                  </a:lnTo>
                  <a:lnTo>
                    <a:pt x="11848" y="174328"/>
                  </a:lnTo>
                  <a:lnTo>
                    <a:pt x="10968" y="171162"/>
                  </a:lnTo>
                  <a:lnTo>
                    <a:pt x="10880" y="167237"/>
                  </a:lnTo>
                  <a:lnTo>
                    <a:pt x="8444" y="1663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254814" y="4027572"/>
              <a:ext cx="470028" cy="498823"/>
            </a:xfrm>
            <a:custGeom>
              <a:avLst/>
              <a:pathLst>
                <a:path w="470028" h="498823">
                  <a:moveTo>
                    <a:pt x="3771" y="452300"/>
                  </a:moveTo>
                  <a:lnTo>
                    <a:pt x="6151" y="427352"/>
                  </a:lnTo>
                  <a:lnTo>
                    <a:pt x="8969" y="397644"/>
                  </a:lnTo>
                  <a:lnTo>
                    <a:pt x="11863" y="367132"/>
                  </a:lnTo>
                  <a:lnTo>
                    <a:pt x="15384" y="329679"/>
                  </a:lnTo>
                  <a:lnTo>
                    <a:pt x="17032" y="312230"/>
                  </a:lnTo>
                  <a:lnTo>
                    <a:pt x="20122" y="280288"/>
                  </a:lnTo>
                  <a:lnTo>
                    <a:pt x="20945" y="271803"/>
                  </a:lnTo>
                  <a:lnTo>
                    <a:pt x="26368" y="215525"/>
                  </a:lnTo>
                  <a:lnTo>
                    <a:pt x="26849" y="210577"/>
                  </a:lnTo>
                  <a:lnTo>
                    <a:pt x="30076" y="177483"/>
                  </a:lnTo>
                  <a:lnTo>
                    <a:pt x="31867" y="158717"/>
                  </a:lnTo>
                  <a:lnTo>
                    <a:pt x="33433" y="142349"/>
                  </a:lnTo>
                  <a:lnTo>
                    <a:pt x="35606" y="120543"/>
                  </a:lnTo>
                  <a:lnTo>
                    <a:pt x="37898" y="97436"/>
                  </a:lnTo>
                  <a:lnTo>
                    <a:pt x="38964" y="86740"/>
                  </a:lnTo>
                  <a:lnTo>
                    <a:pt x="39957" y="76790"/>
                  </a:lnTo>
                  <a:lnTo>
                    <a:pt x="46538" y="10839"/>
                  </a:lnTo>
                  <a:lnTo>
                    <a:pt x="47638" y="0"/>
                  </a:lnTo>
                  <a:lnTo>
                    <a:pt x="77239" y="3115"/>
                  </a:lnTo>
                  <a:lnTo>
                    <a:pt x="94038" y="4801"/>
                  </a:lnTo>
                  <a:lnTo>
                    <a:pt x="120445" y="7352"/>
                  </a:lnTo>
                  <a:lnTo>
                    <a:pt x="156647" y="10705"/>
                  </a:lnTo>
                  <a:lnTo>
                    <a:pt x="160892" y="11084"/>
                  </a:lnTo>
                  <a:lnTo>
                    <a:pt x="198851" y="14317"/>
                  </a:lnTo>
                  <a:lnTo>
                    <a:pt x="199323" y="15033"/>
                  </a:lnTo>
                  <a:lnTo>
                    <a:pt x="226830" y="17108"/>
                  </a:lnTo>
                  <a:lnTo>
                    <a:pt x="236135" y="17781"/>
                  </a:lnTo>
                  <a:lnTo>
                    <a:pt x="259689" y="19417"/>
                  </a:lnTo>
                  <a:lnTo>
                    <a:pt x="260307" y="19458"/>
                  </a:lnTo>
                  <a:lnTo>
                    <a:pt x="279821" y="20786"/>
                  </a:lnTo>
                  <a:lnTo>
                    <a:pt x="279960" y="20795"/>
                  </a:lnTo>
                  <a:lnTo>
                    <a:pt x="292729" y="21650"/>
                  </a:lnTo>
                  <a:lnTo>
                    <a:pt x="300747" y="22176"/>
                  </a:lnTo>
                  <a:lnTo>
                    <a:pt x="312501" y="22947"/>
                  </a:lnTo>
                  <a:lnTo>
                    <a:pt x="314656" y="23085"/>
                  </a:lnTo>
                  <a:lnTo>
                    <a:pt x="319236" y="23376"/>
                  </a:lnTo>
                  <a:lnTo>
                    <a:pt x="321632" y="23527"/>
                  </a:lnTo>
                  <a:lnTo>
                    <a:pt x="348834" y="25300"/>
                  </a:lnTo>
                  <a:lnTo>
                    <a:pt x="376365" y="26782"/>
                  </a:lnTo>
                  <a:lnTo>
                    <a:pt x="399555" y="27722"/>
                  </a:lnTo>
                  <a:lnTo>
                    <a:pt x="418798" y="28432"/>
                  </a:lnTo>
                  <a:lnTo>
                    <a:pt x="464148" y="30113"/>
                  </a:lnTo>
                  <a:lnTo>
                    <a:pt x="470028" y="30306"/>
                  </a:lnTo>
                  <a:lnTo>
                    <a:pt x="469783" y="38215"/>
                  </a:lnTo>
                  <a:lnTo>
                    <a:pt x="469067" y="58688"/>
                  </a:lnTo>
                  <a:lnTo>
                    <a:pt x="468881" y="65019"/>
                  </a:lnTo>
                  <a:lnTo>
                    <a:pt x="468569" y="73955"/>
                  </a:lnTo>
                  <a:lnTo>
                    <a:pt x="465783" y="73851"/>
                  </a:lnTo>
                  <a:lnTo>
                    <a:pt x="464568" y="112731"/>
                  </a:lnTo>
                  <a:lnTo>
                    <a:pt x="463619" y="140299"/>
                  </a:lnTo>
                  <a:lnTo>
                    <a:pt x="463269" y="150507"/>
                  </a:lnTo>
                  <a:lnTo>
                    <a:pt x="461935" y="188845"/>
                  </a:lnTo>
                  <a:lnTo>
                    <a:pt x="461818" y="192197"/>
                  </a:lnTo>
                  <a:lnTo>
                    <a:pt x="461273" y="208826"/>
                  </a:lnTo>
                  <a:lnTo>
                    <a:pt x="460684" y="226864"/>
                  </a:lnTo>
                  <a:lnTo>
                    <a:pt x="460301" y="237992"/>
                  </a:lnTo>
                  <a:lnTo>
                    <a:pt x="459559" y="258940"/>
                  </a:lnTo>
                  <a:lnTo>
                    <a:pt x="459378" y="264766"/>
                  </a:lnTo>
                  <a:lnTo>
                    <a:pt x="459351" y="265647"/>
                  </a:lnTo>
                  <a:lnTo>
                    <a:pt x="458747" y="285114"/>
                  </a:lnTo>
                  <a:lnTo>
                    <a:pt x="457754" y="307308"/>
                  </a:lnTo>
                  <a:lnTo>
                    <a:pt x="456659" y="329440"/>
                  </a:lnTo>
                  <a:lnTo>
                    <a:pt x="455866" y="345303"/>
                  </a:lnTo>
                  <a:lnTo>
                    <a:pt x="455130" y="360034"/>
                  </a:lnTo>
                  <a:lnTo>
                    <a:pt x="454160" y="382684"/>
                  </a:lnTo>
                  <a:lnTo>
                    <a:pt x="453751" y="392239"/>
                  </a:lnTo>
                  <a:lnTo>
                    <a:pt x="453417" y="402899"/>
                  </a:lnTo>
                  <a:lnTo>
                    <a:pt x="453039" y="414999"/>
                  </a:lnTo>
                  <a:lnTo>
                    <a:pt x="452863" y="420728"/>
                  </a:lnTo>
                  <a:lnTo>
                    <a:pt x="451848" y="453562"/>
                  </a:lnTo>
                  <a:lnTo>
                    <a:pt x="451690" y="458605"/>
                  </a:lnTo>
                  <a:lnTo>
                    <a:pt x="451454" y="466136"/>
                  </a:lnTo>
                  <a:lnTo>
                    <a:pt x="431873" y="465420"/>
                  </a:lnTo>
                  <a:lnTo>
                    <a:pt x="402263" y="464222"/>
                  </a:lnTo>
                  <a:lnTo>
                    <a:pt x="383044" y="463371"/>
                  </a:lnTo>
                  <a:lnTo>
                    <a:pt x="379735" y="463219"/>
                  </a:lnTo>
                  <a:lnTo>
                    <a:pt x="333522" y="460847"/>
                  </a:lnTo>
                  <a:lnTo>
                    <a:pt x="318281" y="460002"/>
                  </a:lnTo>
                  <a:lnTo>
                    <a:pt x="313011" y="459701"/>
                  </a:lnTo>
                  <a:lnTo>
                    <a:pt x="295428" y="458666"/>
                  </a:lnTo>
                  <a:lnTo>
                    <a:pt x="250941" y="455688"/>
                  </a:lnTo>
                  <a:lnTo>
                    <a:pt x="232490" y="454443"/>
                  </a:lnTo>
                  <a:lnTo>
                    <a:pt x="217377" y="453384"/>
                  </a:lnTo>
                  <a:lnTo>
                    <a:pt x="204221" y="452465"/>
                  </a:lnTo>
                  <a:lnTo>
                    <a:pt x="194024" y="451735"/>
                  </a:lnTo>
                  <a:lnTo>
                    <a:pt x="186236" y="451166"/>
                  </a:lnTo>
                  <a:lnTo>
                    <a:pt x="185197" y="453640"/>
                  </a:lnTo>
                  <a:lnTo>
                    <a:pt x="185357" y="458652"/>
                  </a:lnTo>
                  <a:lnTo>
                    <a:pt x="184179" y="462275"/>
                  </a:lnTo>
                  <a:lnTo>
                    <a:pt x="187912" y="467595"/>
                  </a:lnTo>
                  <a:lnTo>
                    <a:pt x="191699" y="470571"/>
                  </a:lnTo>
                  <a:lnTo>
                    <a:pt x="191443" y="470485"/>
                  </a:lnTo>
                  <a:lnTo>
                    <a:pt x="156952" y="467783"/>
                  </a:lnTo>
                  <a:lnTo>
                    <a:pt x="134313" y="465900"/>
                  </a:lnTo>
                  <a:lnTo>
                    <a:pt x="124950" y="465098"/>
                  </a:lnTo>
                  <a:lnTo>
                    <a:pt x="66312" y="459745"/>
                  </a:lnTo>
                  <a:lnTo>
                    <a:pt x="64238" y="484385"/>
                  </a:lnTo>
                  <a:lnTo>
                    <a:pt x="63036" y="498823"/>
                  </a:lnTo>
                  <a:lnTo>
                    <a:pt x="25642" y="495151"/>
                  </a:lnTo>
                  <a:lnTo>
                    <a:pt x="14149" y="494049"/>
                  </a:lnTo>
                  <a:lnTo>
                    <a:pt x="0" y="4925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287765" y="3261328"/>
              <a:ext cx="438296" cy="678897"/>
            </a:xfrm>
            <a:custGeom>
              <a:avLst/>
              <a:pathLst>
                <a:path w="438296" h="678897">
                  <a:moveTo>
                    <a:pt x="6051" y="229639"/>
                  </a:moveTo>
                  <a:lnTo>
                    <a:pt x="8730" y="218634"/>
                  </a:lnTo>
                  <a:lnTo>
                    <a:pt x="10688" y="210606"/>
                  </a:lnTo>
                  <a:lnTo>
                    <a:pt x="14478" y="194884"/>
                  </a:lnTo>
                  <a:lnTo>
                    <a:pt x="19326" y="174834"/>
                  </a:lnTo>
                  <a:lnTo>
                    <a:pt x="22777" y="160269"/>
                  </a:lnTo>
                  <a:lnTo>
                    <a:pt x="26771" y="143563"/>
                  </a:lnTo>
                  <a:lnTo>
                    <a:pt x="34781" y="109248"/>
                  </a:lnTo>
                  <a:lnTo>
                    <a:pt x="37620" y="96791"/>
                  </a:lnTo>
                  <a:lnTo>
                    <a:pt x="44070" y="69498"/>
                  </a:lnTo>
                  <a:lnTo>
                    <a:pt x="53088" y="32235"/>
                  </a:lnTo>
                  <a:lnTo>
                    <a:pt x="58303" y="10257"/>
                  </a:lnTo>
                  <a:lnTo>
                    <a:pt x="60782" y="0"/>
                  </a:lnTo>
                  <a:lnTo>
                    <a:pt x="77978" y="4138"/>
                  </a:lnTo>
                  <a:lnTo>
                    <a:pt x="100905" y="9971"/>
                  </a:lnTo>
                  <a:lnTo>
                    <a:pt x="103160" y="10539"/>
                  </a:lnTo>
                  <a:lnTo>
                    <a:pt x="110436" y="12363"/>
                  </a:lnTo>
                  <a:lnTo>
                    <a:pt x="123492" y="15438"/>
                  </a:lnTo>
                  <a:lnTo>
                    <a:pt x="137652" y="18893"/>
                  </a:lnTo>
                  <a:lnTo>
                    <a:pt x="155033" y="22705"/>
                  </a:lnTo>
                  <a:lnTo>
                    <a:pt x="174234" y="26977"/>
                  </a:lnTo>
                  <a:lnTo>
                    <a:pt x="194708" y="31477"/>
                  </a:lnTo>
                  <a:lnTo>
                    <a:pt x="210502" y="34969"/>
                  </a:lnTo>
                  <a:lnTo>
                    <a:pt x="224446" y="37945"/>
                  </a:lnTo>
                  <a:lnTo>
                    <a:pt x="237499" y="40667"/>
                  </a:lnTo>
                  <a:lnTo>
                    <a:pt x="248363" y="43031"/>
                  </a:lnTo>
                  <a:lnTo>
                    <a:pt x="248869" y="43142"/>
                  </a:lnTo>
                  <a:lnTo>
                    <a:pt x="273705" y="48573"/>
                  </a:lnTo>
                  <a:lnTo>
                    <a:pt x="292319" y="52402"/>
                  </a:lnTo>
                  <a:lnTo>
                    <a:pt x="321717" y="58338"/>
                  </a:lnTo>
                  <a:lnTo>
                    <a:pt x="337272" y="61325"/>
                  </a:lnTo>
                  <a:lnTo>
                    <a:pt x="357124" y="65257"/>
                  </a:lnTo>
                  <a:lnTo>
                    <a:pt x="374743" y="68350"/>
                  </a:lnTo>
                  <a:lnTo>
                    <a:pt x="383621" y="69885"/>
                  </a:lnTo>
                  <a:lnTo>
                    <a:pt x="402745" y="73864"/>
                  </a:lnTo>
                  <a:lnTo>
                    <a:pt x="422956" y="77507"/>
                  </a:lnTo>
                  <a:lnTo>
                    <a:pt x="438296" y="80241"/>
                  </a:lnTo>
                  <a:lnTo>
                    <a:pt x="434928" y="101058"/>
                  </a:lnTo>
                  <a:lnTo>
                    <a:pt x="431114" y="123773"/>
                  </a:lnTo>
                  <a:lnTo>
                    <a:pt x="426941" y="148371"/>
                  </a:lnTo>
                  <a:lnTo>
                    <a:pt x="423908" y="166380"/>
                  </a:lnTo>
                  <a:lnTo>
                    <a:pt x="419901" y="190082"/>
                  </a:lnTo>
                  <a:lnTo>
                    <a:pt x="416475" y="210038"/>
                  </a:lnTo>
                  <a:lnTo>
                    <a:pt x="415047" y="218481"/>
                  </a:lnTo>
                  <a:lnTo>
                    <a:pt x="411037" y="242869"/>
                  </a:lnTo>
                  <a:lnTo>
                    <a:pt x="410766" y="244519"/>
                  </a:lnTo>
                  <a:lnTo>
                    <a:pt x="407993" y="261134"/>
                  </a:lnTo>
                  <a:lnTo>
                    <a:pt x="406378" y="270831"/>
                  </a:lnTo>
                  <a:lnTo>
                    <a:pt x="402876" y="292630"/>
                  </a:lnTo>
                  <a:lnTo>
                    <a:pt x="402281" y="296341"/>
                  </a:lnTo>
                  <a:lnTo>
                    <a:pt x="395222" y="339173"/>
                  </a:lnTo>
                  <a:lnTo>
                    <a:pt x="393525" y="350176"/>
                  </a:lnTo>
                  <a:lnTo>
                    <a:pt x="390632" y="367609"/>
                  </a:lnTo>
                  <a:lnTo>
                    <a:pt x="389134" y="376652"/>
                  </a:lnTo>
                  <a:lnTo>
                    <a:pt x="386804" y="391246"/>
                  </a:lnTo>
                  <a:lnTo>
                    <a:pt x="384667" y="404641"/>
                  </a:lnTo>
                  <a:lnTo>
                    <a:pt x="383285" y="413428"/>
                  </a:lnTo>
                  <a:lnTo>
                    <a:pt x="379627" y="436588"/>
                  </a:lnTo>
                  <a:lnTo>
                    <a:pt x="377630" y="448294"/>
                  </a:lnTo>
                  <a:lnTo>
                    <a:pt x="375646" y="460522"/>
                  </a:lnTo>
                  <a:lnTo>
                    <a:pt x="374090" y="470290"/>
                  </a:lnTo>
                  <a:lnTo>
                    <a:pt x="371312" y="488278"/>
                  </a:lnTo>
                  <a:lnTo>
                    <a:pt x="368664" y="505268"/>
                  </a:lnTo>
                  <a:lnTo>
                    <a:pt x="367550" y="512909"/>
                  </a:lnTo>
                  <a:lnTo>
                    <a:pt x="365453" y="526537"/>
                  </a:lnTo>
                  <a:lnTo>
                    <a:pt x="362275" y="547256"/>
                  </a:lnTo>
                  <a:lnTo>
                    <a:pt x="358666" y="571401"/>
                  </a:lnTo>
                  <a:lnTo>
                    <a:pt x="357862" y="576305"/>
                  </a:lnTo>
                  <a:lnTo>
                    <a:pt x="356958" y="582800"/>
                  </a:lnTo>
                  <a:lnTo>
                    <a:pt x="352290" y="588445"/>
                  </a:lnTo>
                  <a:lnTo>
                    <a:pt x="348696" y="593921"/>
                  </a:lnTo>
                  <a:lnTo>
                    <a:pt x="347368" y="596237"/>
                  </a:lnTo>
                  <a:lnTo>
                    <a:pt x="342920" y="596273"/>
                  </a:lnTo>
                  <a:lnTo>
                    <a:pt x="339215" y="593849"/>
                  </a:lnTo>
                  <a:lnTo>
                    <a:pt x="336414" y="590931"/>
                  </a:lnTo>
                  <a:lnTo>
                    <a:pt x="335549" y="586788"/>
                  </a:lnTo>
                  <a:lnTo>
                    <a:pt x="333601" y="583329"/>
                  </a:lnTo>
                  <a:lnTo>
                    <a:pt x="330512" y="582558"/>
                  </a:lnTo>
                  <a:lnTo>
                    <a:pt x="328037" y="583848"/>
                  </a:lnTo>
                  <a:lnTo>
                    <a:pt x="325404" y="583123"/>
                  </a:lnTo>
                  <a:lnTo>
                    <a:pt x="323981" y="580956"/>
                  </a:lnTo>
                  <a:lnTo>
                    <a:pt x="319790" y="580162"/>
                  </a:lnTo>
                  <a:lnTo>
                    <a:pt x="315755" y="580395"/>
                  </a:lnTo>
                  <a:lnTo>
                    <a:pt x="312731" y="581967"/>
                  </a:lnTo>
                  <a:lnTo>
                    <a:pt x="307700" y="582229"/>
                  </a:lnTo>
                  <a:lnTo>
                    <a:pt x="306726" y="585068"/>
                  </a:lnTo>
                  <a:lnTo>
                    <a:pt x="306664" y="585467"/>
                  </a:lnTo>
                  <a:lnTo>
                    <a:pt x="305917" y="590316"/>
                  </a:lnTo>
                  <a:lnTo>
                    <a:pt x="305804" y="596176"/>
                  </a:lnTo>
                  <a:lnTo>
                    <a:pt x="307373" y="600205"/>
                  </a:lnTo>
                  <a:lnTo>
                    <a:pt x="309000" y="603758"/>
                  </a:lnTo>
                  <a:lnTo>
                    <a:pt x="305919" y="607707"/>
                  </a:lnTo>
                  <a:lnTo>
                    <a:pt x="305242" y="614787"/>
                  </a:lnTo>
                  <a:lnTo>
                    <a:pt x="304653" y="622004"/>
                  </a:lnTo>
                  <a:lnTo>
                    <a:pt x="306615" y="625965"/>
                  </a:lnTo>
                  <a:lnTo>
                    <a:pt x="306120" y="627905"/>
                  </a:lnTo>
                  <a:lnTo>
                    <a:pt x="304742" y="633312"/>
                  </a:lnTo>
                  <a:lnTo>
                    <a:pt x="303608" y="639783"/>
                  </a:lnTo>
                  <a:lnTo>
                    <a:pt x="305684" y="643706"/>
                  </a:lnTo>
                  <a:lnTo>
                    <a:pt x="306482" y="656931"/>
                  </a:lnTo>
                  <a:lnTo>
                    <a:pt x="305807" y="667808"/>
                  </a:lnTo>
                  <a:lnTo>
                    <a:pt x="303703" y="669011"/>
                  </a:lnTo>
                  <a:lnTo>
                    <a:pt x="302244" y="668703"/>
                  </a:lnTo>
                  <a:lnTo>
                    <a:pt x="301152" y="673238"/>
                  </a:lnTo>
                  <a:lnTo>
                    <a:pt x="299645" y="678897"/>
                  </a:lnTo>
                  <a:lnTo>
                    <a:pt x="289482" y="664841"/>
                  </a:lnTo>
                  <a:lnTo>
                    <a:pt x="280949" y="653035"/>
                  </a:lnTo>
                  <a:lnTo>
                    <a:pt x="275299" y="645179"/>
                  </a:lnTo>
                  <a:lnTo>
                    <a:pt x="268437" y="635729"/>
                  </a:lnTo>
                  <a:lnTo>
                    <a:pt x="259993" y="624016"/>
                  </a:lnTo>
                  <a:lnTo>
                    <a:pt x="254083" y="615845"/>
                  </a:lnTo>
                  <a:lnTo>
                    <a:pt x="239885" y="596058"/>
                  </a:lnTo>
                  <a:lnTo>
                    <a:pt x="228380" y="580131"/>
                  </a:lnTo>
                  <a:lnTo>
                    <a:pt x="225669" y="576359"/>
                  </a:lnTo>
                  <a:lnTo>
                    <a:pt x="214105" y="560199"/>
                  </a:lnTo>
                  <a:lnTo>
                    <a:pt x="197919" y="537634"/>
                  </a:lnTo>
                  <a:lnTo>
                    <a:pt x="191520" y="528615"/>
                  </a:lnTo>
                  <a:lnTo>
                    <a:pt x="162514" y="487900"/>
                  </a:lnTo>
                  <a:lnTo>
                    <a:pt x="153246" y="474893"/>
                  </a:lnTo>
                  <a:lnTo>
                    <a:pt x="148834" y="468669"/>
                  </a:lnTo>
                  <a:lnTo>
                    <a:pt x="124625" y="434480"/>
                  </a:lnTo>
                  <a:lnTo>
                    <a:pt x="116178" y="422615"/>
                  </a:lnTo>
                  <a:lnTo>
                    <a:pt x="105811" y="407953"/>
                  </a:lnTo>
                  <a:lnTo>
                    <a:pt x="83684" y="376550"/>
                  </a:lnTo>
                  <a:lnTo>
                    <a:pt x="79736" y="370893"/>
                  </a:lnTo>
                  <a:lnTo>
                    <a:pt x="55580" y="336445"/>
                  </a:lnTo>
                  <a:lnTo>
                    <a:pt x="44553" y="320795"/>
                  </a:lnTo>
                  <a:lnTo>
                    <a:pt x="37986" y="311411"/>
                  </a:lnTo>
                  <a:lnTo>
                    <a:pt x="35271" y="307543"/>
                  </a:lnTo>
                  <a:lnTo>
                    <a:pt x="21788" y="288213"/>
                  </a:lnTo>
                  <a:lnTo>
                    <a:pt x="21668" y="288041"/>
                  </a:lnTo>
                  <a:lnTo>
                    <a:pt x="5050" y="264158"/>
                  </a:lnTo>
                  <a:lnTo>
                    <a:pt x="0" y="256897"/>
                  </a:lnTo>
                  <a:lnTo>
                    <a:pt x="1284" y="251052"/>
                  </a:lnTo>
                  <a:lnTo>
                    <a:pt x="2139" y="247163"/>
                  </a:lnTo>
                  <a:lnTo>
                    <a:pt x="3142" y="242608"/>
                  </a:lnTo>
                  <a:lnTo>
                    <a:pt x="5526" y="2317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638832" y="2948506"/>
              <a:ext cx="6863" cy="7044"/>
            </a:xfrm>
            <a:custGeom>
              <a:avLst/>
              <a:pathLst>
                <a:path w="6863" h="7044">
                  <a:moveTo>
                    <a:pt x="0" y="3391"/>
                  </a:moveTo>
                  <a:lnTo>
                    <a:pt x="5171" y="0"/>
                  </a:lnTo>
                  <a:lnTo>
                    <a:pt x="6863" y="3045"/>
                  </a:lnTo>
                  <a:lnTo>
                    <a:pt x="152" y="70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6135487" y="2666009"/>
              <a:ext cx="519117" cy="398945"/>
            </a:xfrm>
            <a:custGeom>
              <a:avLst/>
              <a:pathLst>
                <a:path w="519117" h="398945">
                  <a:moveTo>
                    <a:pt x="0" y="348886"/>
                  </a:moveTo>
                  <a:lnTo>
                    <a:pt x="7226" y="342040"/>
                  </a:lnTo>
                  <a:lnTo>
                    <a:pt x="16212" y="331838"/>
                  </a:lnTo>
                  <a:lnTo>
                    <a:pt x="19476" y="325943"/>
                  </a:lnTo>
                  <a:lnTo>
                    <a:pt x="24630" y="320515"/>
                  </a:lnTo>
                  <a:lnTo>
                    <a:pt x="29468" y="316082"/>
                  </a:lnTo>
                  <a:lnTo>
                    <a:pt x="32451" y="313599"/>
                  </a:lnTo>
                  <a:lnTo>
                    <a:pt x="32511" y="313152"/>
                  </a:lnTo>
                  <a:lnTo>
                    <a:pt x="33072" y="308971"/>
                  </a:lnTo>
                  <a:lnTo>
                    <a:pt x="35331" y="305505"/>
                  </a:lnTo>
                  <a:lnTo>
                    <a:pt x="35282" y="301463"/>
                  </a:lnTo>
                  <a:lnTo>
                    <a:pt x="39417" y="297912"/>
                  </a:lnTo>
                  <a:lnTo>
                    <a:pt x="42922" y="294223"/>
                  </a:lnTo>
                  <a:lnTo>
                    <a:pt x="45213" y="289438"/>
                  </a:lnTo>
                  <a:lnTo>
                    <a:pt x="44573" y="288372"/>
                  </a:lnTo>
                  <a:lnTo>
                    <a:pt x="43559" y="286682"/>
                  </a:lnTo>
                  <a:lnTo>
                    <a:pt x="41624" y="283499"/>
                  </a:lnTo>
                  <a:lnTo>
                    <a:pt x="39358" y="282342"/>
                  </a:lnTo>
                  <a:lnTo>
                    <a:pt x="38530" y="278295"/>
                  </a:lnTo>
                  <a:lnTo>
                    <a:pt x="36941" y="276923"/>
                  </a:lnTo>
                  <a:lnTo>
                    <a:pt x="34756" y="277066"/>
                  </a:lnTo>
                  <a:lnTo>
                    <a:pt x="30365" y="274856"/>
                  </a:lnTo>
                  <a:lnTo>
                    <a:pt x="29883" y="269277"/>
                  </a:lnTo>
                  <a:lnTo>
                    <a:pt x="28816" y="268733"/>
                  </a:lnTo>
                  <a:lnTo>
                    <a:pt x="25193" y="268640"/>
                  </a:lnTo>
                  <a:lnTo>
                    <a:pt x="25037" y="264394"/>
                  </a:lnTo>
                  <a:lnTo>
                    <a:pt x="25143" y="263547"/>
                  </a:lnTo>
                  <a:lnTo>
                    <a:pt x="25371" y="261705"/>
                  </a:lnTo>
                  <a:lnTo>
                    <a:pt x="23349" y="255958"/>
                  </a:lnTo>
                  <a:lnTo>
                    <a:pt x="21382" y="252790"/>
                  </a:lnTo>
                  <a:lnTo>
                    <a:pt x="34613" y="244214"/>
                  </a:lnTo>
                  <a:lnTo>
                    <a:pt x="50935" y="235030"/>
                  </a:lnTo>
                  <a:lnTo>
                    <a:pt x="55891" y="233549"/>
                  </a:lnTo>
                  <a:lnTo>
                    <a:pt x="64133" y="231074"/>
                  </a:lnTo>
                  <a:lnTo>
                    <a:pt x="75287" y="227762"/>
                  </a:lnTo>
                  <a:lnTo>
                    <a:pt x="84667" y="226078"/>
                  </a:lnTo>
                  <a:lnTo>
                    <a:pt x="96010" y="224871"/>
                  </a:lnTo>
                  <a:lnTo>
                    <a:pt x="99487" y="224105"/>
                  </a:lnTo>
                  <a:lnTo>
                    <a:pt x="106920" y="227333"/>
                  </a:lnTo>
                  <a:lnTo>
                    <a:pt x="114679" y="229455"/>
                  </a:lnTo>
                  <a:lnTo>
                    <a:pt x="117381" y="227337"/>
                  </a:lnTo>
                  <a:lnTo>
                    <a:pt x="124407" y="223133"/>
                  </a:lnTo>
                  <a:lnTo>
                    <a:pt x="126372" y="221954"/>
                  </a:lnTo>
                  <a:lnTo>
                    <a:pt x="131120" y="220879"/>
                  </a:lnTo>
                  <a:lnTo>
                    <a:pt x="139036" y="217807"/>
                  </a:lnTo>
                  <a:lnTo>
                    <a:pt x="147305" y="216685"/>
                  </a:lnTo>
                  <a:lnTo>
                    <a:pt x="150204" y="215901"/>
                  </a:lnTo>
                  <a:lnTo>
                    <a:pt x="156056" y="210968"/>
                  </a:lnTo>
                  <a:lnTo>
                    <a:pt x="160136" y="208550"/>
                  </a:lnTo>
                  <a:lnTo>
                    <a:pt x="162513" y="206076"/>
                  </a:lnTo>
                  <a:lnTo>
                    <a:pt x="164390" y="204121"/>
                  </a:lnTo>
                  <a:lnTo>
                    <a:pt x="166181" y="197993"/>
                  </a:lnTo>
                  <a:lnTo>
                    <a:pt x="166832" y="197168"/>
                  </a:lnTo>
                  <a:lnTo>
                    <a:pt x="171688" y="191000"/>
                  </a:lnTo>
                  <a:lnTo>
                    <a:pt x="176368" y="184950"/>
                  </a:lnTo>
                  <a:lnTo>
                    <a:pt x="179189" y="183675"/>
                  </a:lnTo>
                  <a:lnTo>
                    <a:pt x="182484" y="183925"/>
                  </a:lnTo>
                  <a:lnTo>
                    <a:pt x="187106" y="180945"/>
                  </a:lnTo>
                  <a:lnTo>
                    <a:pt x="187906" y="176469"/>
                  </a:lnTo>
                  <a:lnTo>
                    <a:pt x="186442" y="169997"/>
                  </a:lnTo>
                  <a:lnTo>
                    <a:pt x="185383" y="167497"/>
                  </a:lnTo>
                  <a:lnTo>
                    <a:pt x="182841" y="161498"/>
                  </a:lnTo>
                  <a:lnTo>
                    <a:pt x="180607" y="157498"/>
                  </a:lnTo>
                  <a:lnTo>
                    <a:pt x="175239" y="154240"/>
                  </a:lnTo>
                  <a:lnTo>
                    <a:pt x="171006" y="154096"/>
                  </a:lnTo>
                  <a:lnTo>
                    <a:pt x="165914" y="154692"/>
                  </a:lnTo>
                  <a:lnTo>
                    <a:pt x="166623" y="150519"/>
                  </a:lnTo>
                  <a:lnTo>
                    <a:pt x="173386" y="144130"/>
                  </a:lnTo>
                  <a:lnTo>
                    <a:pt x="170367" y="140166"/>
                  </a:lnTo>
                  <a:lnTo>
                    <a:pt x="166160" y="140869"/>
                  </a:lnTo>
                  <a:lnTo>
                    <a:pt x="165946" y="137125"/>
                  </a:lnTo>
                  <a:lnTo>
                    <a:pt x="164721" y="134929"/>
                  </a:lnTo>
                  <a:lnTo>
                    <a:pt x="164794" y="131876"/>
                  </a:lnTo>
                  <a:lnTo>
                    <a:pt x="165254" y="128804"/>
                  </a:lnTo>
                  <a:lnTo>
                    <a:pt x="167135" y="124637"/>
                  </a:lnTo>
                  <a:lnTo>
                    <a:pt x="171604" y="122271"/>
                  </a:lnTo>
                  <a:lnTo>
                    <a:pt x="173495" y="119369"/>
                  </a:lnTo>
                  <a:lnTo>
                    <a:pt x="172596" y="115833"/>
                  </a:lnTo>
                  <a:lnTo>
                    <a:pt x="175945" y="113062"/>
                  </a:lnTo>
                  <a:lnTo>
                    <a:pt x="180432" y="107228"/>
                  </a:lnTo>
                  <a:lnTo>
                    <a:pt x="183439" y="106146"/>
                  </a:lnTo>
                  <a:lnTo>
                    <a:pt x="187220" y="99774"/>
                  </a:lnTo>
                  <a:lnTo>
                    <a:pt x="188384" y="97807"/>
                  </a:lnTo>
                  <a:lnTo>
                    <a:pt x="188673" y="93152"/>
                  </a:lnTo>
                  <a:lnTo>
                    <a:pt x="189983" y="88640"/>
                  </a:lnTo>
                  <a:lnTo>
                    <a:pt x="197979" y="72856"/>
                  </a:lnTo>
                  <a:lnTo>
                    <a:pt x="203844" y="61920"/>
                  </a:lnTo>
                  <a:lnTo>
                    <a:pt x="207810" y="55998"/>
                  </a:lnTo>
                  <a:lnTo>
                    <a:pt x="211031" y="50194"/>
                  </a:lnTo>
                  <a:lnTo>
                    <a:pt x="216477" y="44474"/>
                  </a:lnTo>
                  <a:lnTo>
                    <a:pt x="220156" y="40495"/>
                  </a:lnTo>
                  <a:lnTo>
                    <a:pt x="222963" y="36953"/>
                  </a:lnTo>
                  <a:lnTo>
                    <a:pt x="223176" y="35110"/>
                  </a:lnTo>
                  <a:lnTo>
                    <a:pt x="227957" y="33000"/>
                  </a:lnTo>
                  <a:lnTo>
                    <a:pt x="231378" y="28959"/>
                  </a:lnTo>
                  <a:lnTo>
                    <a:pt x="237268" y="29272"/>
                  </a:lnTo>
                  <a:lnTo>
                    <a:pt x="238330" y="28809"/>
                  </a:lnTo>
                  <a:lnTo>
                    <a:pt x="242903" y="26811"/>
                  </a:lnTo>
                  <a:lnTo>
                    <a:pt x="244803" y="25980"/>
                  </a:lnTo>
                  <a:lnTo>
                    <a:pt x="255003" y="22872"/>
                  </a:lnTo>
                  <a:lnTo>
                    <a:pt x="266886" y="19267"/>
                  </a:lnTo>
                  <a:lnTo>
                    <a:pt x="278728" y="14775"/>
                  </a:lnTo>
                  <a:lnTo>
                    <a:pt x="287474" y="11433"/>
                  </a:lnTo>
                  <a:lnTo>
                    <a:pt x="301002" y="6575"/>
                  </a:lnTo>
                  <a:lnTo>
                    <a:pt x="317928" y="0"/>
                  </a:lnTo>
                  <a:lnTo>
                    <a:pt x="318988" y="3424"/>
                  </a:lnTo>
                  <a:lnTo>
                    <a:pt x="320827" y="7743"/>
                  </a:lnTo>
                  <a:lnTo>
                    <a:pt x="320192" y="13664"/>
                  </a:lnTo>
                  <a:lnTo>
                    <a:pt x="321882" y="15949"/>
                  </a:lnTo>
                  <a:lnTo>
                    <a:pt x="324383" y="17355"/>
                  </a:lnTo>
                  <a:lnTo>
                    <a:pt x="324493" y="22126"/>
                  </a:lnTo>
                  <a:lnTo>
                    <a:pt x="325477" y="26549"/>
                  </a:lnTo>
                  <a:lnTo>
                    <a:pt x="326350" y="33825"/>
                  </a:lnTo>
                  <a:lnTo>
                    <a:pt x="329148" y="37742"/>
                  </a:lnTo>
                  <a:lnTo>
                    <a:pt x="329472" y="38006"/>
                  </a:lnTo>
                  <a:lnTo>
                    <a:pt x="330877" y="39148"/>
                  </a:lnTo>
                  <a:lnTo>
                    <a:pt x="334027" y="41706"/>
                  </a:lnTo>
                  <a:lnTo>
                    <a:pt x="337044" y="46919"/>
                  </a:lnTo>
                  <a:lnTo>
                    <a:pt x="337092" y="52343"/>
                  </a:lnTo>
                  <a:lnTo>
                    <a:pt x="337024" y="54790"/>
                  </a:lnTo>
                  <a:lnTo>
                    <a:pt x="338959" y="58517"/>
                  </a:lnTo>
                  <a:lnTo>
                    <a:pt x="340672" y="62289"/>
                  </a:lnTo>
                  <a:lnTo>
                    <a:pt x="340884" y="62755"/>
                  </a:lnTo>
                  <a:lnTo>
                    <a:pt x="339713" y="65739"/>
                  </a:lnTo>
                  <a:lnTo>
                    <a:pt x="338838" y="72004"/>
                  </a:lnTo>
                  <a:lnTo>
                    <a:pt x="339512" y="78106"/>
                  </a:lnTo>
                  <a:lnTo>
                    <a:pt x="339904" y="83307"/>
                  </a:lnTo>
                  <a:lnTo>
                    <a:pt x="342595" y="85293"/>
                  </a:lnTo>
                  <a:lnTo>
                    <a:pt x="343294" y="88420"/>
                  </a:lnTo>
                  <a:lnTo>
                    <a:pt x="344785" y="92194"/>
                  </a:lnTo>
                  <a:lnTo>
                    <a:pt x="348297" y="96076"/>
                  </a:lnTo>
                  <a:lnTo>
                    <a:pt x="348974" y="101305"/>
                  </a:lnTo>
                  <a:lnTo>
                    <a:pt x="349691" y="101921"/>
                  </a:lnTo>
                  <a:lnTo>
                    <a:pt x="352628" y="104440"/>
                  </a:lnTo>
                  <a:lnTo>
                    <a:pt x="352498" y="106103"/>
                  </a:lnTo>
                  <a:lnTo>
                    <a:pt x="352087" y="111319"/>
                  </a:lnTo>
                  <a:lnTo>
                    <a:pt x="352005" y="115195"/>
                  </a:lnTo>
                  <a:lnTo>
                    <a:pt x="353050" y="120412"/>
                  </a:lnTo>
                  <a:lnTo>
                    <a:pt x="355639" y="122395"/>
                  </a:lnTo>
                  <a:lnTo>
                    <a:pt x="358048" y="116130"/>
                  </a:lnTo>
                  <a:lnTo>
                    <a:pt x="361317" y="118881"/>
                  </a:lnTo>
                  <a:lnTo>
                    <a:pt x="365676" y="122020"/>
                  </a:lnTo>
                  <a:lnTo>
                    <a:pt x="369839" y="136661"/>
                  </a:lnTo>
                  <a:lnTo>
                    <a:pt x="371061" y="140833"/>
                  </a:lnTo>
                  <a:lnTo>
                    <a:pt x="377998" y="164583"/>
                  </a:lnTo>
                  <a:lnTo>
                    <a:pt x="380331" y="172437"/>
                  </a:lnTo>
                  <a:lnTo>
                    <a:pt x="383007" y="181467"/>
                  </a:lnTo>
                  <a:lnTo>
                    <a:pt x="383111" y="181818"/>
                  </a:lnTo>
                  <a:lnTo>
                    <a:pt x="383252" y="184725"/>
                  </a:lnTo>
                  <a:lnTo>
                    <a:pt x="386369" y="188898"/>
                  </a:lnTo>
                  <a:lnTo>
                    <a:pt x="387642" y="210596"/>
                  </a:lnTo>
                  <a:lnTo>
                    <a:pt x="389866" y="249554"/>
                  </a:lnTo>
                  <a:lnTo>
                    <a:pt x="391876" y="251907"/>
                  </a:lnTo>
                  <a:lnTo>
                    <a:pt x="392134" y="252208"/>
                  </a:lnTo>
                  <a:lnTo>
                    <a:pt x="397219" y="271626"/>
                  </a:lnTo>
                  <a:lnTo>
                    <a:pt x="400702" y="285144"/>
                  </a:lnTo>
                  <a:lnTo>
                    <a:pt x="401267" y="287341"/>
                  </a:lnTo>
                  <a:lnTo>
                    <a:pt x="401738" y="289188"/>
                  </a:lnTo>
                  <a:lnTo>
                    <a:pt x="403769" y="297164"/>
                  </a:lnTo>
                  <a:lnTo>
                    <a:pt x="405652" y="304579"/>
                  </a:lnTo>
                  <a:lnTo>
                    <a:pt x="407013" y="310137"/>
                  </a:lnTo>
                  <a:lnTo>
                    <a:pt x="407230" y="311025"/>
                  </a:lnTo>
                  <a:lnTo>
                    <a:pt x="408730" y="317166"/>
                  </a:lnTo>
                  <a:lnTo>
                    <a:pt x="415170" y="322707"/>
                  </a:lnTo>
                  <a:lnTo>
                    <a:pt x="403047" y="337309"/>
                  </a:lnTo>
                  <a:lnTo>
                    <a:pt x="405099" y="339083"/>
                  </a:lnTo>
                  <a:lnTo>
                    <a:pt x="409488" y="342876"/>
                  </a:lnTo>
                  <a:lnTo>
                    <a:pt x="409869" y="344040"/>
                  </a:lnTo>
                  <a:lnTo>
                    <a:pt x="410500" y="345590"/>
                  </a:lnTo>
                  <a:lnTo>
                    <a:pt x="409200" y="350291"/>
                  </a:lnTo>
                  <a:lnTo>
                    <a:pt x="406273" y="353803"/>
                  </a:lnTo>
                  <a:lnTo>
                    <a:pt x="406522" y="356662"/>
                  </a:lnTo>
                  <a:lnTo>
                    <a:pt x="408219" y="356581"/>
                  </a:lnTo>
                  <a:lnTo>
                    <a:pt x="410082" y="356490"/>
                  </a:lnTo>
                  <a:lnTo>
                    <a:pt x="413547" y="354562"/>
                  </a:lnTo>
                  <a:lnTo>
                    <a:pt x="415303" y="352125"/>
                  </a:lnTo>
                  <a:lnTo>
                    <a:pt x="422052" y="347934"/>
                  </a:lnTo>
                  <a:lnTo>
                    <a:pt x="422078" y="347456"/>
                  </a:lnTo>
                  <a:lnTo>
                    <a:pt x="422195" y="345244"/>
                  </a:lnTo>
                  <a:lnTo>
                    <a:pt x="425522" y="345185"/>
                  </a:lnTo>
                  <a:lnTo>
                    <a:pt x="425869" y="344759"/>
                  </a:lnTo>
                  <a:lnTo>
                    <a:pt x="427683" y="342535"/>
                  </a:lnTo>
                  <a:lnTo>
                    <a:pt x="432186" y="343399"/>
                  </a:lnTo>
                  <a:lnTo>
                    <a:pt x="439169" y="343290"/>
                  </a:lnTo>
                  <a:lnTo>
                    <a:pt x="443489" y="339570"/>
                  </a:lnTo>
                  <a:lnTo>
                    <a:pt x="443021" y="337205"/>
                  </a:lnTo>
                  <a:lnTo>
                    <a:pt x="444702" y="335114"/>
                  </a:lnTo>
                  <a:lnTo>
                    <a:pt x="449226" y="334242"/>
                  </a:lnTo>
                  <a:lnTo>
                    <a:pt x="460335" y="330218"/>
                  </a:lnTo>
                  <a:lnTo>
                    <a:pt x="469371" y="325939"/>
                  </a:lnTo>
                  <a:lnTo>
                    <a:pt x="476386" y="321606"/>
                  </a:lnTo>
                  <a:lnTo>
                    <a:pt x="480097" y="315986"/>
                  </a:lnTo>
                  <a:lnTo>
                    <a:pt x="482531" y="311093"/>
                  </a:lnTo>
                  <a:lnTo>
                    <a:pt x="485314" y="308011"/>
                  </a:lnTo>
                  <a:lnTo>
                    <a:pt x="486615" y="304565"/>
                  </a:lnTo>
                  <a:lnTo>
                    <a:pt x="490033" y="301841"/>
                  </a:lnTo>
                  <a:lnTo>
                    <a:pt x="495217" y="296426"/>
                  </a:lnTo>
                  <a:lnTo>
                    <a:pt x="496084" y="297547"/>
                  </a:lnTo>
                  <a:lnTo>
                    <a:pt x="493537" y="304825"/>
                  </a:lnTo>
                  <a:lnTo>
                    <a:pt x="493006" y="309065"/>
                  </a:lnTo>
                  <a:lnTo>
                    <a:pt x="497806" y="309910"/>
                  </a:lnTo>
                  <a:lnTo>
                    <a:pt x="500802" y="307646"/>
                  </a:lnTo>
                  <a:lnTo>
                    <a:pt x="501268" y="301637"/>
                  </a:lnTo>
                  <a:lnTo>
                    <a:pt x="504260" y="301839"/>
                  </a:lnTo>
                  <a:lnTo>
                    <a:pt x="504903" y="306087"/>
                  </a:lnTo>
                  <a:lnTo>
                    <a:pt x="508541" y="307932"/>
                  </a:lnTo>
                  <a:lnTo>
                    <a:pt x="512762" y="301614"/>
                  </a:lnTo>
                  <a:lnTo>
                    <a:pt x="514962" y="299938"/>
                  </a:lnTo>
                  <a:lnTo>
                    <a:pt x="519117" y="299360"/>
                  </a:lnTo>
                  <a:lnTo>
                    <a:pt x="516006" y="306579"/>
                  </a:lnTo>
                  <a:lnTo>
                    <a:pt x="507498" y="314122"/>
                  </a:lnTo>
                  <a:lnTo>
                    <a:pt x="496681" y="323265"/>
                  </a:lnTo>
                  <a:lnTo>
                    <a:pt x="491720" y="328475"/>
                  </a:lnTo>
                  <a:lnTo>
                    <a:pt x="472243" y="344988"/>
                  </a:lnTo>
                  <a:lnTo>
                    <a:pt x="469538" y="347401"/>
                  </a:lnTo>
                  <a:lnTo>
                    <a:pt x="463365" y="352893"/>
                  </a:lnTo>
                  <a:lnTo>
                    <a:pt x="458745" y="357656"/>
                  </a:lnTo>
                  <a:lnTo>
                    <a:pt x="447904" y="365979"/>
                  </a:lnTo>
                  <a:lnTo>
                    <a:pt x="442087" y="368927"/>
                  </a:lnTo>
                  <a:lnTo>
                    <a:pt x="439020" y="369066"/>
                  </a:lnTo>
                  <a:lnTo>
                    <a:pt x="434964" y="372071"/>
                  </a:lnTo>
                  <a:lnTo>
                    <a:pt x="431569" y="374581"/>
                  </a:lnTo>
                  <a:lnTo>
                    <a:pt x="430313" y="375509"/>
                  </a:lnTo>
                  <a:lnTo>
                    <a:pt x="422270" y="379226"/>
                  </a:lnTo>
                  <a:lnTo>
                    <a:pt x="415255" y="380986"/>
                  </a:lnTo>
                  <a:lnTo>
                    <a:pt x="413700" y="381375"/>
                  </a:lnTo>
                  <a:lnTo>
                    <a:pt x="410931" y="383669"/>
                  </a:lnTo>
                  <a:lnTo>
                    <a:pt x="404621" y="388886"/>
                  </a:lnTo>
                  <a:lnTo>
                    <a:pt x="402073" y="388060"/>
                  </a:lnTo>
                  <a:lnTo>
                    <a:pt x="400727" y="387622"/>
                  </a:lnTo>
                  <a:lnTo>
                    <a:pt x="397309" y="386967"/>
                  </a:lnTo>
                  <a:lnTo>
                    <a:pt x="395891" y="386694"/>
                  </a:lnTo>
                  <a:lnTo>
                    <a:pt x="393745" y="392064"/>
                  </a:lnTo>
                  <a:lnTo>
                    <a:pt x="389217" y="396906"/>
                  </a:lnTo>
                  <a:lnTo>
                    <a:pt x="385659" y="398945"/>
                  </a:lnTo>
                  <a:lnTo>
                    <a:pt x="385263" y="395103"/>
                  </a:lnTo>
                  <a:lnTo>
                    <a:pt x="386936" y="393288"/>
                  </a:lnTo>
                  <a:lnTo>
                    <a:pt x="386858" y="390090"/>
                  </a:lnTo>
                  <a:lnTo>
                    <a:pt x="386067" y="386750"/>
                  </a:lnTo>
                  <a:lnTo>
                    <a:pt x="387563" y="385002"/>
                  </a:lnTo>
                  <a:lnTo>
                    <a:pt x="388196" y="384719"/>
                  </a:lnTo>
                  <a:lnTo>
                    <a:pt x="392631" y="382734"/>
                  </a:lnTo>
                  <a:lnTo>
                    <a:pt x="393206" y="381101"/>
                  </a:lnTo>
                  <a:lnTo>
                    <a:pt x="393329" y="380750"/>
                  </a:lnTo>
                  <a:lnTo>
                    <a:pt x="394078" y="378577"/>
                  </a:lnTo>
                  <a:lnTo>
                    <a:pt x="394262" y="375283"/>
                  </a:lnTo>
                  <a:lnTo>
                    <a:pt x="394366" y="373415"/>
                  </a:lnTo>
                  <a:lnTo>
                    <a:pt x="394425" y="372341"/>
                  </a:lnTo>
                  <a:lnTo>
                    <a:pt x="395164" y="368273"/>
                  </a:lnTo>
                  <a:lnTo>
                    <a:pt x="395501" y="366409"/>
                  </a:lnTo>
                  <a:lnTo>
                    <a:pt x="395580" y="365973"/>
                  </a:lnTo>
                  <a:lnTo>
                    <a:pt x="395626" y="365435"/>
                  </a:lnTo>
                  <a:lnTo>
                    <a:pt x="395798" y="363402"/>
                  </a:lnTo>
                  <a:lnTo>
                    <a:pt x="395917" y="361985"/>
                  </a:lnTo>
                  <a:lnTo>
                    <a:pt x="396018" y="360786"/>
                  </a:lnTo>
                  <a:lnTo>
                    <a:pt x="396006" y="360047"/>
                  </a:lnTo>
                  <a:lnTo>
                    <a:pt x="395950" y="356712"/>
                  </a:lnTo>
                  <a:lnTo>
                    <a:pt x="395897" y="353655"/>
                  </a:lnTo>
                  <a:lnTo>
                    <a:pt x="395510" y="349516"/>
                  </a:lnTo>
                  <a:lnTo>
                    <a:pt x="384750" y="347334"/>
                  </a:lnTo>
                  <a:lnTo>
                    <a:pt x="372228" y="344597"/>
                  </a:lnTo>
                  <a:lnTo>
                    <a:pt x="370550" y="344228"/>
                  </a:lnTo>
                  <a:lnTo>
                    <a:pt x="365587" y="343096"/>
                  </a:lnTo>
                  <a:lnTo>
                    <a:pt x="360729" y="341749"/>
                  </a:lnTo>
                  <a:lnTo>
                    <a:pt x="353970" y="339866"/>
                  </a:lnTo>
                  <a:lnTo>
                    <a:pt x="336437" y="335413"/>
                  </a:lnTo>
                  <a:lnTo>
                    <a:pt x="332194" y="330424"/>
                  </a:lnTo>
                  <a:lnTo>
                    <a:pt x="330824" y="330699"/>
                  </a:lnTo>
                  <a:lnTo>
                    <a:pt x="328053" y="331254"/>
                  </a:lnTo>
                  <a:lnTo>
                    <a:pt x="321815" y="331030"/>
                  </a:lnTo>
                  <a:lnTo>
                    <a:pt x="315061" y="329374"/>
                  </a:lnTo>
                  <a:lnTo>
                    <a:pt x="309250" y="323927"/>
                  </a:lnTo>
                  <a:lnTo>
                    <a:pt x="308373" y="321544"/>
                  </a:lnTo>
                  <a:lnTo>
                    <a:pt x="307207" y="318377"/>
                  </a:lnTo>
                  <a:lnTo>
                    <a:pt x="304115" y="309081"/>
                  </a:lnTo>
                  <a:lnTo>
                    <a:pt x="301549" y="305288"/>
                  </a:lnTo>
                  <a:lnTo>
                    <a:pt x="298164" y="302791"/>
                  </a:lnTo>
                  <a:lnTo>
                    <a:pt x="295967" y="302652"/>
                  </a:lnTo>
                  <a:lnTo>
                    <a:pt x="292878" y="302454"/>
                  </a:lnTo>
                  <a:lnTo>
                    <a:pt x="287819" y="301957"/>
                  </a:lnTo>
                  <a:lnTo>
                    <a:pt x="284471" y="297264"/>
                  </a:lnTo>
                  <a:lnTo>
                    <a:pt x="280273" y="294352"/>
                  </a:lnTo>
                  <a:lnTo>
                    <a:pt x="279094" y="294639"/>
                  </a:lnTo>
                  <a:lnTo>
                    <a:pt x="271742" y="296424"/>
                  </a:lnTo>
                  <a:lnTo>
                    <a:pt x="271374" y="296541"/>
                  </a:lnTo>
                  <a:lnTo>
                    <a:pt x="247533" y="304017"/>
                  </a:lnTo>
                  <a:lnTo>
                    <a:pt x="233035" y="308464"/>
                  </a:lnTo>
                  <a:lnTo>
                    <a:pt x="230587" y="309210"/>
                  </a:lnTo>
                  <a:lnTo>
                    <a:pt x="211036" y="315119"/>
                  </a:lnTo>
                  <a:lnTo>
                    <a:pt x="205076" y="316792"/>
                  </a:lnTo>
                  <a:lnTo>
                    <a:pt x="182247" y="323506"/>
                  </a:lnTo>
                  <a:lnTo>
                    <a:pt x="179839" y="324207"/>
                  </a:lnTo>
                  <a:lnTo>
                    <a:pt x="177246" y="324961"/>
                  </a:lnTo>
                  <a:lnTo>
                    <a:pt x="139925" y="335886"/>
                  </a:lnTo>
                  <a:lnTo>
                    <a:pt x="131243" y="338383"/>
                  </a:lnTo>
                  <a:lnTo>
                    <a:pt x="126145" y="339841"/>
                  </a:lnTo>
                  <a:lnTo>
                    <a:pt x="113740" y="343232"/>
                  </a:lnTo>
                  <a:lnTo>
                    <a:pt x="102843" y="346284"/>
                  </a:lnTo>
                  <a:lnTo>
                    <a:pt x="98809" y="347408"/>
                  </a:lnTo>
                  <a:lnTo>
                    <a:pt x="96505" y="348032"/>
                  </a:lnTo>
                  <a:lnTo>
                    <a:pt x="78505" y="352868"/>
                  </a:lnTo>
                  <a:lnTo>
                    <a:pt x="58412" y="358337"/>
                  </a:lnTo>
                  <a:lnTo>
                    <a:pt x="54408" y="359416"/>
                  </a:lnTo>
                  <a:lnTo>
                    <a:pt x="49525" y="360720"/>
                  </a:lnTo>
                  <a:lnTo>
                    <a:pt x="23821" y="367501"/>
                  </a:lnTo>
                  <a:lnTo>
                    <a:pt x="15153" y="369713"/>
                  </a:lnTo>
                  <a:lnTo>
                    <a:pt x="5721" y="372102"/>
                  </a:lnTo>
                  <a:lnTo>
                    <a:pt x="2897" y="3607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756934" y="3261056"/>
              <a:ext cx="5639" cy="8371"/>
            </a:xfrm>
            <a:custGeom>
              <a:avLst/>
              <a:pathLst>
                <a:path w="5639" h="8371">
                  <a:moveTo>
                    <a:pt x="0" y="3022"/>
                  </a:moveTo>
                  <a:lnTo>
                    <a:pt x="1879" y="0"/>
                  </a:lnTo>
                  <a:lnTo>
                    <a:pt x="5127" y="1897"/>
                  </a:lnTo>
                  <a:lnTo>
                    <a:pt x="5639" y="6375"/>
                  </a:lnTo>
                  <a:lnTo>
                    <a:pt x="2508" y="83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632820" y="3205681"/>
              <a:ext cx="294753" cy="337835"/>
            </a:xfrm>
            <a:custGeom>
              <a:avLst/>
              <a:pathLst>
                <a:path w="294753" h="337835">
                  <a:moveTo>
                    <a:pt x="37097" y="296928"/>
                  </a:moveTo>
                  <a:lnTo>
                    <a:pt x="36002" y="290168"/>
                  </a:lnTo>
                  <a:lnTo>
                    <a:pt x="34785" y="282658"/>
                  </a:lnTo>
                  <a:lnTo>
                    <a:pt x="32895" y="271373"/>
                  </a:lnTo>
                  <a:lnTo>
                    <a:pt x="32230" y="267408"/>
                  </a:lnTo>
                  <a:lnTo>
                    <a:pt x="29916" y="253639"/>
                  </a:lnTo>
                  <a:lnTo>
                    <a:pt x="27191" y="237138"/>
                  </a:lnTo>
                  <a:lnTo>
                    <a:pt x="25925" y="229494"/>
                  </a:lnTo>
                  <a:lnTo>
                    <a:pt x="24457" y="220637"/>
                  </a:lnTo>
                  <a:lnTo>
                    <a:pt x="23427" y="214307"/>
                  </a:lnTo>
                  <a:lnTo>
                    <a:pt x="21591" y="203034"/>
                  </a:lnTo>
                  <a:lnTo>
                    <a:pt x="20986" y="199325"/>
                  </a:lnTo>
                  <a:lnTo>
                    <a:pt x="18794" y="186415"/>
                  </a:lnTo>
                  <a:lnTo>
                    <a:pt x="17717" y="180322"/>
                  </a:lnTo>
                  <a:lnTo>
                    <a:pt x="15327" y="166823"/>
                  </a:lnTo>
                  <a:lnTo>
                    <a:pt x="12280" y="150008"/>
                  </a:lnTo>
                  <a:lnTo>
                    <a:pt x="11231" y="144229"/>
                  </a:lnTo>
                  <a:lnTo>
                    <a:pt x="9155" y="132808"/>
                  </a:lnTo>
                  <a:lnTo>
                    <a:pt x="7087" y="121465"/>
                  </a:lnTo>
                  <a:lnTo>
                    <a:pt x="6797" y="119876"/>
                  </a:lnTo>
                  <a:lnTo>
                    <a:pt x="4627" y="107996"/>
                  </a:lnTo>
                  <a:lnTo>
                    <a:pt x="4342" y="106461"/>
                  </a:lnTo>
                  <a:lnTo>
                    <a:pt x="2670" y="97463"/>
                  </a:lnTo>
                  <a:lnTo>
                    <a:pt x="0" y="83117"/>
                  </a:lnTo>
                  <a:lnTo>
                    <a:pt x="23417" y="77862"/>
                  </a:lnTo>
                  <a:lnTo>
                    <a:pt x="25865" y="77298"/>
                  </a:lnTo>
                  <a:lnTo>
                    <a:pt x="28351" y="76723"/>
                  </a:lnTo>
                  <a:lnTo>
                    <a:pt x="42702" y="73381"/>
                  </a:lnTo>
                  <a:lnTo>
                    <a:pt x="58809" y="69529"/>
                  </a:lnTo>
                  <a:lnTo>
                    <a:pt x="66245" y="67733"/>
                  </a:lnTo>
                  <a:lnTo>
                    <a:pt x="85815" y="62926"/>
                  </a:lnTo>
                  <a:lnTo>
                    <a:pt x="89347" y="65918"/>
                  </a:lnTo>
                  <a:lnTo>
                    <a:pt x="94445" y="63936"/>
                  </a:lnTo>
                  <a:lnTo>
                    <a:pt x="101503" y="67622"/>
                  </a:lnTo>
                  <a:lnTo>
                    <a:pt x="106179" y="68450"/>
                  </a:lnTo>
                  <a:lnTo>
                    <a:pt x="112883" y="69630"/>
                  </a:lnTo>
                  <a:lnTo>
                    <a:pt x="116035" y="72534"/>
                  </a:lnTo>
                  <a:lnTo>
                    <a:pt x="122742" y="74830"/>
                  </a:lnTo>
                  <a:lnTo>
                    <a:pt x="126428" y="68463"/>
                  </a:lnTo>
                  <a:lnTo>
                    <a:pt x="127852" y="67150"/>
                  </a:lnTo>
                  <a:lnTo>
                    <a:pt x="136074" y="69496"/>
                  </a:lnTo>
                  <a:lnTo>
                    <a:pt x="138622" y="73019"/>
                  </a:lnTo>
                  <a:lnTo>
                    <a:pt x="138868" y="73361"/>
                  </a:lnTo>
                  <a:lnTo>
                    <a:pt x="144540" y="77890"/>
                  </a:lnTo>
                  <a:lnTo>
                    <a:pt x="150558" y="79941"/>
                  </a:lnTo>
                  <a:lnTo>
                    <a:pt x="155286" y="79346"/>
                  </a:lnTo>
                  <a:lnTo>
                    <a:pt x="160869" y="74488"/>
                  </a:lnTo>
                  <a:lnTo>
                    <a:pt x="161736" y="74241"/>
                  </a:lnTo>
                  <a:lnTo>
                    <a:pt x="166748" y="72813"/>
                  </a:lnTo>
                  <a:lnTo>
                    <a:pt x="171545" y="68071"/>
                  </a:lnTo>
                  <a:lnTo>
                    <a:pt x="182674" y="61721"/>
                  </a:lnTo>
                  <a:lnTo>
                    <a:pt x="184531" y="62258"/>
                  </a:lnTo>
                  <a:lnTo>
                    <a:pt x="186711" y="62888"/>
                  </a:lnTo>
                  <a:lnTo>
                    <a:pt x="192634" y="61268"/>
                  </a:lnTo>
                  <a:lnTo>
                    <a:pt x="194725" y="60695"/>
                  </a:lnTo>
                  <a:lnTo>
                    <a:pt x="199440" y="60262"/>
                  </a:lnTo>
                  <a:lnTo>
                    <a:pt x="205148" y="54266"/>
                  </a:lnTo>
                  <a:lnTo>
                    <a:pt x="212571" y="44056"/>
                  </a:lnTo>
                  <a:lnTo>
                    <a:pt x="213727" y="42460"/>
                  </a:lnTo>
                  <a:lnTo>
                    <a:pt x="217523" y="36332"/>
                  </a:lnTo>
                  <a:lnTo>
                    <a:pt x="222940" y="30262"/>
                  </a:lnTo>
                  <a:lnTo>
                    <a:pt x="228914" y="26465"/>
                  </a:lnTo>
                  <a:lnTo>
                    <a:pt x="236251" y="19940"/>
                  </a:lnTo>
                  <a:lnTo>
                    <a:pt x="239196" y="18368"/>
                  </a:lnTo>
                  <a:lnTo>
                    <a:pt x="245238" y="15136"/>
                  </a:lnTo>
                  <a:lnTo>
                    <a:pt x="250707" y="10130"/>
                  </a:lnTo>
                  <a:lnTo>
                    <a:pt x="263530" y="2669"/>
                  </a:lnTo>
                  <a:lnTo>
                    <a:pt x="267057" y="0"/>
                  </a:lnTo>
                  <a:lnTo>
                    <a:pt x="269634" y="10983"/>
                  </a:lnTo>
                  <a:lnTo>
                    <a:pt x="273247" y="26416"/>
                  </a:lnTo>
                  <a:lnTo>
                    <a:pt x="276673" y="41044"/>
                  </a:lnTo>
                  <a:lnTo>
                    <a:pt x="276878" y="41923"/>
                  </a:lnTo>
                  <a:lnTo>
                    <a:pt x="282019" y="63945"/>
                  </a:lnTo>
                  <a:lnTo>
                    <a:pt x="283979" y="72479"/>
                  </a:lnTo>
                  <a:lnTo>
                    <a:pt x="284139" y="73177"/>
                  </a:lnTo>
                  <a:lnTo>
                    <a:pt x="288438" y="91943"/>
                  </a:lnTo>
                  <a:lnTo>
                    <a:pt x="288565" y="92487"/>
                  </a:lnTo>
                  <a:lnTo>
                    <a:pt x="289548" y="96691"/>
                  </a:lnTo>
                  <a:lnTo>
                    <a:pt x="293802" y="114931"/>
                  </a:lnTo>
                  <a:lnTo>
                    <a:pt x="290109" y="117939"/>
                  </a:lnTo>
                  <a:lnTo>
                    <a:pt x="287224" y="118237"/>
                  </a:lnTo>
                  <a:lnTo>
                    <a:pt x="285337" y="122087"/>
                  </a:lnTo>
                  <a:lnTo>
                    <a:pt x="289498" y="126701"/>
                  </a:lnTo>
                  <a:lnTo>
                    <a:pt x="292062" y="132773"/>
                  </a:lnTo>
                  <a:lnTo>
                    <a:pt x="291623" y="137547"/>
                  </a:lnTo>
                  <a:lnTo>
                    <a:pt x="291540" y="138446"/>
                  </a:lnTo>
                  <a:lnTo>
                    <a:pt x="294753" y="145066"/>
                  </a:lnTo>
                  <a:lnTo>
                    <a:pt x="293326" y="150177"/>
                  </a:lnTo>
                  <a:lnTo>
                    <a:pt x="292020" y="156314"/>
                  </a:lnTo>
                  <a:lnTo>
                    <a:pt x="291411" y="159167"/>
                  </a:lnTo>
                  <a:lnTo>
                    <a:pt x="291297" y="159697"/>
                  </a:lnTo>
                  <a:lnTo>
                    <a:pt x="290690" y="166322"/>
                  </a:lnTo>
                  <a:lnTo>
                    <a:pt x="291495" y="170313"/>
                  </a:lnTo>
                  <a:lnTo>
                    <a:pt x="292593" y="175763"/>
                  </a:lnTo>
                  <a:lnTo>
                    <a:pt x="291409" y="177907"/>
                  </a:lnTo>
                  <a:lnTo>
                    <a:pt x="289488" y="181218"/>
                  </a:lnTo>
                  <a:lnTo>
                    <a:pt x="289508" y="187436"/>
                  </a:lnTo>
                  <a:lnTo>
                    <a:pt x="289509" y="187696"/>
                  </a:lnTo>
                  <a:lnTo>
                    <a:pt x="290350" y="191666"/>
                  </a:lnTo>
                  <a:lnTo>
                    <a:pt x="288142" y="195589"/>
                  </a:lnTo>
                  <a:lnTo>
                    <a:pt x="291236" y="198864"/>
                  </a:lnTo>
                  <a:lnTo>
                    <a:pt x="291754" y="199411"/>
                  </a:lnTo>
                  <a:lnTo>
                    <a:pt x="290358" y="204186"/>
                  </a:lnTo>
                  <a:lnTo>
                    <a:pt x="286317" y="210196"/>
                  </a:lnTo>
                  <a:lnTo>
                    <a:pt x="281506" y="217562"/>
                  </a:lnTo>
                  <a:lnTo>
                    <a:pt x="279517" y="220597"/>
                  </a:lnTo>
                  <a:lnTo>
                    <a:pt x="277529" y="225762"/>
                  </a:lnTo>
                  <a:lnTo>
                    <a:pt x="277210" y="226589"/>
                  </a:lnTo>
                  <a:lnTo>
                    <a:pt x="273796" y="229071"/>
                  </a:lnTo>
                  <a:lnTo>
                    <a:pt x="270416" y="233540"/>
                  </a:lnTo>
                  <a:lnTo>
                    <a:pt x="264773" y="238843"/>
                  </a:lnTo>
                  <a:lnTo>
                    <a:pt x="263219" y="238937"/>
                  </a:lnTo>
                  <a:lnTo>
                    <a:pt x="261625" y="239033"/>
                  </a:lnTo>
                  <a:lnTo>
                    <a:pt x="259587" y="235626"/>
                  </a:lnTo>
                  <a:lnTo>
                    <a:pt x="256463" y="235021"/>
                  </a:lnTo>
                  <a:lnTo>
                    <a:pt x="254038" y="238831"/>
                  </a:lnTo>
                  <a:lnTo>
                    <a:pt x="251108" y="243334"/>
                  </a:lnTo>
                  <a:lnTo>
                    <a:pt x="251743" y="248118"/>
                  </a:lnTo>
                  <a:lnTo>
                    <a:pt x="248555" y="248919"/>
                  </a:lnTo>
                  <a:lnTo>
                    <a:pt x="244341" y="250018"/>
                  </a:lnTo>
                  <a:lnTo>
                    <a:pt x="243141" y="255209"/>
                  </a:lnTo>
                  <a:lnTo>
                    <a:pt x="242643" y="256068"/>
                  </a:lnTo>
                  <a:lnTo>
                    <a:pt x="241057" y="258797"/>
                  </a:lnTo>
                  <a:lnTo>
                    <a:pt x="241154" y="259103"/>
                  </a:lnTo>
                  <a:lnTo>
                    <a:pt x="243121" y="265375"/>
                  </a:lnTo>
                  <a:lnTo>
                    <a:pt x="242685" y="265703"/>
                  </a:lnTo>
                  <a:lnTo>
                    <a:pt x="239244" y="268286"/>
                  </a:lnTo>
                  <a:lnTo>
                    <a:pt x="240994" y="271827"/>
                  </a:lnTo>
                  <a:lnTo>
                    <a:pt x="243233" y="276699"/>
                  </a:lnTo>
                  <a:lnTo>
                    <a:pt x="240445" y="280466"/>
                  </a:lnTo>
                  <a:lnTo>
                    <a:pt x="236028" y="282924"/>
                  </a:lnTo>
                  <a:lnTo>
                    <a:pt x="232015" y="278079"/>
                  </a:lnTo>
                  <a:lnTo>
                    <a:pt x="227049" y="275914"/>
                  </a:lnTo>
                  <a:lnTo>
                    <a:pt x="224975" y="277428"/>
                  </a:lnTo>
                  <a:lnTo>
                    <a:pt x="222575" y="281734"/>
                  </a:lnTo>
                  <a:lnTo>
                    <a:pt x="222194" y="283178"/>
                  </a:lnTo>
                  <a:lnTo>
                    <a:pt x="220794" y="288467"/>
                  </a:lnTo>
                  <a:lnTo>
                    <a:pt x="220446" y="295833"/>
                  </a:lnTo>
                  <a:lnTo>
                    <a:pt x="217664" y="298422"/>
                  </a:lnTo>
                  <a:lnTo>
                    <a:pt x="218923" y="301954"/>
                  </a:lnTo>
                  <a:lnTo>
                    <a:pt x="221759" y="310406"/>
                  </a:lnTo>
                  <a:lnTo>
                    <a:pt x="223350" y="314657"/>
                  </a:lnTo>
                  <a:lnTo>
                    <a:pt x="220727" y="316745"/>
                  </a:lnTo>
                  <a:lnTo>
                    <a:pt x="217006" y="317378"/>
                  </a:lnTo>
                  <a:lnTo>
                    <a:pt x="216723" y="318683"/>
                  </a:lnTo>
                  <a:lnTo>
                    <a:pt x="216322" y="320532"/>
                  </a:lnTo>
                  <a:lnTo>
                    <a:pt x="216707" y="326205"/>
                  </a:lnTo>
                  <a:lnTo>
                    <a:pt x="216206" y="330547"/>
                  </a:lnTo>
                  <a:lnTo>
                    <a:pt x="212597" y="332633"/>
                  </a:lnTo>
                  <a:lnTo>
                    <a:pt x="208366" y="334249"/>
                  </a:lnTo>
                  <a:lnTo>
                    <a:pt x="204440" y="336204"/>
                  </a:lnTo>
                  <a:lnTo>
                    <a:pt x="201159" y="337835"/>
                  </a:lnTo>
                  <a:lnTo>
                    <a:pt x="198652" y="336801"/>
                  </a:lnTo>
                  <a:lnTo>
                    <a:pt x="196047" y="332388"/>
                  </a:lnTo>
                  <a:lnTo>
                    <a:pt x="192472" y="330398"/>
                  </a:lnTo>
                  <a:lnTo>
                    <a:pt x="191564" y="329891"/>
                  </a:lnTo>
                  <a:lnTo>
                    <a:pt x="187564" y="326958"/>
                  </a:lnTo>
                  <a:lnTo>
                    <a:pt x="182442" y="327542"/>
                  </a:lnTo>
                  <a:lnTo>
                    <a:pt x="181523" y="326910"/>
                  </a:lnTo>
                  <a:lnTo>
                    <a:pt x="178325" y="324713"/>
                  </a:lnTo>
                  <a:lnTo>
                    <a:pt x="175856" y="318600"/>
                  </a:lnTo>
                  <a:lnTo>
                    <a:pt x="175069" y="315154"/>
                  </a:lnTo>
                  <a:lnTo>
                    <a:pt x="173231" y="312154"/>
                  </a:lnTo>
                  <a:lnTo>
                    <a:pt x="169852" y="314013"/>
                  </a:lnTo>
                  <a:lnTo>
                    <a:pt x="165497" y="316112"/>
                  </a:lnTo>
                  <a:lnTo>
                    <a:pt x="164483" y="317508"/>
                  </a:lnTo>
                  <a:lnTo>
                    <a:pt x="163826" y="318412"/>
                  </a:lnTo>
                  <a:lnTo>
                    <a:pt x="159765" y="322545"/>
                  </a:lnTo>
                  <a:lnTo>
                    <a:pt x="159180" y="325490"/>
                  </a:lnTo>
                  <a:lnTo>
                    <a:pt x="156595" y="327818"/>
                  </a:lnTo>
                  <a:lnTo>
                    <a:pt x="151988" y="328019"/>
                  </a:lnTo>
                  <a:lnTo>
                    <a:pt x="150589" y="329694"/>
                  </a:lnTo>
                  <a:lnTo>
                    <a:pt x="149331" y="331198"/>
                  </a:lnTo>
                  <a:lnTo>
                    <a:pt x="146670" y="329638"/>
                  </a:lnTo>
                  <a:lnTo>
                    <a:pt x="142306" y="327053"/>
                  </a:lnTo>
                  <a:lnTo>
                    <a:pt x="137893" y="327244"/>
                  </a:lnTo>
                  <a:lnTo>
                    <a:pt x="131148" y="325674"/>
                  </a:lnTo>
                  <a:lnTo>
                    <a:pt x="125262" y="328896"/>
                  </a:lnTo>
                  <a:lnTo>
                    <a:pt x="124771" y="332231"/>
                  </a:lnTo>
                  <a:lnTo>
                    <a:pt x="124529" y="332409"/>
                  </a:lnTo>
                  <a:lnTo>
                    <a:pt x="122543" y="333864"/>
                  </a:lnTo>
                  <a:lnTo>
                    <a:pt x="120650" y="333526"/>
                  </a:lnTo>
                  <a:lnTo>
                    <a:pt x="115891" y="332672"/>
                  </a:lnTo>
                  <a:lnTo>
                    <a:pt x="114523" y="329586"/>
                  </a:lnTo>
                  <a:lnTo>
                    <a:pt x="110828" y="328495"/>
                  </a:lnTo>
                  <a:lnTo>
                    <a:pt x="109054" y="325673"/>
                  </a:lnTo>
                  <a:lnTo>
                    <a:pt x="105307" y="324994"/>
                  </a:lnTo>
                  <a:lnTo>
                    <a:pt x="103581" y="324681"/>
                  </a:lnTo>
                  <a:lnTo>
                    <a:pt x="100017" y="324261"/>
                  </a:lnTo>
                  <a:lnTo>
                    <a:pt x="95330" y="326566"/>
                  </a:lnTo>
                  <a:lnTo>
                    <a:pt x="89535" y="326096"/>
                  </a:lnTo>
                  <a:lnTo>
                    <a:pt x="84080" y="325702"/>
                  </a:lnTo>
                  <a:lnTo>
                    <a:pt x="82818" y="323794"/>
                  </a:lnTo>
                  <a:lnTo>
                    <a:pt x="82141" y="322769"/>
                  </a:lnTo>
                  <a:lnTo>
                    <a:pt x="81705" y="319987"/>
                  </a:lnTo>
                  <a:lnTo>
                    <a:pt x="81626" y="319486"/>
                  </a:lnTo>
                  <a:lnTo>
                    <a:pt x="76711" y="313696"/>
                  </a:lnTo>
                  <a:lnTo>
                    <a:pt x="75576" y="310881"/>
                  </a:lnTo>
                  <a:lnTo>
                    <a:pt x="73498" y="308517"/>
                  </a:lnTo>
                  <a:lnTo>
                    <a:pt x="73036" y="307991"/>
                  </a:lnTo>
                  <a:lnTo>
                    <a:pt x="67784" y="307307"/>
                  </a:lnTo>
                  <a:lnTo>
                    <a:pt x="65069" y="304463"/>
                  </a:lnTo>
                  <a:lnTo>
                    <a:pt x="63778" y="301982"/>
                  </a:lnTo>
                  <a:lnTo>
                    <a:pt x="62547" y="301564"/>
                  </a:lnTo>
                  <a:lnTo>
                    <a:pt x="61365" y="302236"/>
                  </a:lnTo>
                  <a:lnTo>
                    <a:pt x="60733" y="303635"/>
                  </a:lnTo>
                  <a:lnTo>
                    <a:pt x="59893" y="303857"/>
                  </a:lnTo>
                  <a:lnTo>
                    <a:pt x="56977" y="304625"/>
                  </a:lnTo>
                  <a:lnTo>
                    <a:pt x="53574" y="307603"/>
                  </a:lnTo>
                  <a:lnTo>
                    <a:pt x="52555" y="307340"/>
                  </a:lnTo>
                  <a:lnTo>
                    <a:pt x="48571" y="306308"/>
                  </a:lnTo>
                  <a:lnTo>
                    <a:pt x="45767" y="303937"/>
                  </a:lnTo>
                  <a:lnTo>
                    <a:pt x="45596" y="303792"/>
                  </a:lnTo>
                  <a:lnTo>
                    <a:pt x="42928" y="302978"/>
                  </a:lnTo>
                  <a:lnTo>
                    <a:pt x="38936" y="3074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993033" y="4024557"/>
              <a:ext cx="615799" cy="294907"/>
            </a:xfrm>
            <a:custGeom>
              <a:avLst/>
              <a:pathLst>
                <a:path w="615799" h="294907">
                  <a:moveTo>
                    <a:pt x="497" y="36610"/>
                  </a:moveTo>
                  <a:lnTo>
                    <a:pt x="1213" y="16137"/>
                  </a:lnTo>
                  <a:lnTo>
                    <a:pt x="1459" y="8227"/>
                  </a:lnTo>
                  <a:lnTo>
                    <a:pt x="12685" y="8663"/>
                  </a:lnTo>
                  <a:lnTo>
                    <a:pt x="22756" y="9384"/>
                  </a:lnTo>
                  <a:lnTo>
                    <a:pt x="46790" y="10164"/>
                  </a:lnTo>
                  <a:lnTo>
                    <a:pt x="68736" y="10863"/>
                  </a:lnTo>
                  <a:lnTo>
                    <a:pt x="69720" y="10882"/>
                  </a:lnTo>
                  <a:lnTo>
                    <a:pt x="78540" y="11040"/>
                  </a:lnTo>
                  <a:lnTo>
                    <a:pt x="102888" y="11402"/>
                  </a:lnTo>
                  <a:lnTo>
                    <a:pt x="107793" y="11463"/>
                  </a:lnTo>
                  <a:lnTo>
                    <a:pt x="126999" y="11639"/>
                  </a:lnTo>
                  <a:lnTo>
                    <a:pt x="137171" y="11724"/>
                  </a:lnTo>
                  <a:lnTo>
                    <a:pt x="145657" y="11781"/>
                  </a:lnTo>
                  <a:lnTo>
                    <a:pt x="151957" y="11815"/>
                  </a:lnTo>
                  <a:lnTo>
                    <a:pt x="167550" y="11818"/>
                  </a:lnTo>
                  <a:lnTo>
                    <a:pt x="173206" y="11809"/>
                  </a:lnTo>
                  <a:lnTo>
                    <a:pt x="205693" y="11868"/>
                  </a:lnTo>
                  <a:lnTo>
                    <a:pt x="211789" y="11859"/>
                  </a:lnTo>
                  <a:lnTo>
                    <a:pt x="212306" y="11858"/>
                  </a:lnTo>
                  <a:lnTo>
                    <a:pt x="235980" y="11935"/>
                  </a:lnTo>
                  <a:lnTo>
                    <a:pt x="244154" y="11921"/>
                  </a:lnTo>
                  <a:lnTo>
                    <a:pt x="250109" y="11903"/>
                  </a:lnTo>
                  <a:lnTo>
                    <a:pt x="253559" y="11891"/>
                  </a:lnTo>
                  <a:lnTo>
                    <a:pt x="273026" y="11735"/>
                  </a:lnTo>
                  <a:lnTo>
                    <a:pt x="282084" y="11639"/>
                  </a:lnTo>
                  <a:lnTo>
                    <a:pt x="296696" y="11456"/>
                  </a:lnTo>
                  <a:lnTo>
                    <a:pt x="314038" y="11245"/>
                  </a:lnTo>
                  <a:lnTo>
                    <a:pt x="327404" y="11047"/>
                  </a:lnTo>
                  <a:lnTo>
                    <a:pt x="327889" y="11037"/>
                  </a:lnTo>
                  <a:lnTo>
                    <a:pt x="344379" y="10665"/>
                  </a:lnTo>
                  <a:lnTo>
                    <a:pt x="349051" y="10551"/>
                  </a:lnTo>
                  <a:lnTo>
                    <a:pt x="366090" y="10097"/>
                  </a:lnTo>
                  <a:lnTo>
                    <a:pt x="368446" y="10031"/>
                  </a:lnTo>
                  <a:lnTo>
                    <a:pt x="389922" y="9414"/>
                  </a:lnTo>
                  <a:lnTo>
                    <a:pt x="395349" y="9246"/>
                  </a:lnTo>
                  <a:lnTo>
                    <a:pt x="411975" y="8693"/>
                  </a:lnTo>
                  <a:lnTo>
                    <a:pt x="415274" y="8577"/>
                  </a:lnTo>
                  <a:lnTo>
                    <a:pt x="439859" y="7677"/>
                  </a:lnTo>
                  <a:lnTo>
                    <a:pt x="455574" y="7075"/>
                  </a:lnTo>
                  <a:lnTo>
                    <a:pt x="457346" y="7004"/>
                  </a:lnTo>
                  <a:lnTo>
                    <a:pt x="477151" y="6107"/>
                  </a:lnTo>
                  <a:lnTo>
                    <a:pt x="492333" y="5391"/>
                  </a:lnTo>
                  <a:lnTo>
                    <a:pt x="494892" y="5266"/>
                  </a:lnTo>
                  <a:lnTo>
                    <a:pt x="497424" y="5142"/>
                  </a:lnTo>
                  <a:lnTo>
                    <a:pt x="507324" y="4651"/>
                  </a:lnTo>
                  <a:lnTo>
                    <a:pt x="522250" y="3878"/>
                  </a:lnTo>
                  <a:lnTo>
                    <a:pt x="525834" y="3687"/>
                  </a:lnTo>
                  <a:lnTo>
                    <a:pt x="533863" y="3251"/>
                  </a:lnTo>
                  <a:lnTo>
                    <a:pt x="539825" y="2920"/>
                  </a:lnTo>
                  <a:lnTo>
                    <a:pt x="557258" y="1910"/>
                  </a:lnTo>
                  <a:lnTo>
                    <a:pt x="561868" y="1634"/>
                  </a:lnTo>
                  <a:lnTo>
                    <a:pt x="562731" y="1582"/>
                  </a:lnTo>
                  <a:lnTo>
                    <a:pt x="582504" y="432"/>
                  </a:lnTo>
                  <a:lnTo>
                    <a:pt x="589137" y="0"/>
                  </a:lnTo>
                  <a:lnTo>
                    <a:pt x="590317" y="20280"/>
                  </a:lnTo>
                  <a:lnTo>
                    <a:pt x="590850" y="28887"/>
                  </a:lnTo>
                  <a:lnTo>
                    <a:pt x="591148" y="33714"/>
                  </a:lnTo>
                  <a:lnTo>
                    <a:pt x="591724" y="43592"/>
                  </a:lnTo>
                  <a:lnTo>
                    <a:pt x="594991" y="60851"/>
                  </a:lnTo>
                  <a:lnTo>
                    <a:pt x="597397" y="72781"/>
                  </a:lnTo>
                  <a:lnTo>
                    <a:pt x="598442" y="77955"/>
                  </a:lnTo>
                  <a:lnTo>
                    <a:pt x="600440" y="87832"/>
                  </a:lnTo>
                  <a:lnTo>
                    <a:pt x="604247" y="106808"/>
                  </a:lnTo>
                  <a:lnTo>
                    <a:pt x="604401" y="107591"/>
                  </a:lnTo>
                  <a:lnTo>
                    <a:pt x="606450" y="118024"/>
                  </a:lnTo>
                  <a:lnTo>
                    <a:pt x="608861" y="130282"/>
                  </a:lnTo>
                  <a:lnTo>
                    <a:pt x="610470" y="139289"/>
                  </a:lnTo>
                  <a:lnTo>
                    <a:pt x="610549" y="139735"/>
                  </a:lnTo>
                  <a:lnTo>
                    <a:pt x="610826" y="141282"/>
                  </a:lnTo>
                  <a:lnTo>
                    <a:pt x="611044" y="149469"/>
                  </a:lnTo>
                  <a:lnTo>
                    <a:pt x="611122" y="152019"/>
                  </a:lnTo>
                  <a:lnTo>
                    <a:pt x="611950" y="179325"/>
                  </a:lnTo>
                  <a:lnTo>
                    <a:pt x="612064" y="183125"/>
                  </a:lnTo>
                  <a:lnTo>
                    <a:pt x="612515" y="197236"/>
                  </a:lnTo>
                  <a:lnTo>
                    <a:pt x="612776" y="205442"/>
                  </a:lnTo>
                  <a:lnTo>
                    <a:pt x="613167" y="216569"/>
                  </a:lnTo>
                  <a:lnTo>
                    <a:pt x="613618" y="229477"/>
                  </a:lnTo>
                  <a:lnTo>
                    <a:pt x="614142" y="244255"/>
                  </a:lnTo>
                  <a:lnTo>
                    <a:pt x="614666" y="259132"/>
                  </a:lnTo>
                  <a:lnTo>
                    <a:pt x="614893" y="266009"/>
                  </a:lnTo>
                  <a:lnTo>
                    <a:pt x="615330" y="279254"/>
                  </a:lnTo>
                  <a:lnTo>
                    <a:pt x="615799" y="292435"/>
                  </a:lnTo>
                  <a:lnTo>
                    <a:pt x="612731" y="294034"/>
                  </a:lnTo>
                  <a:lnTo>
                    <a:pt x="609279" y="290056"/>
                  </a:lnTo>
                  <a:lnTo>
                    <a:pt x="605043" y="290017"/>
                  </a:lnTo>
                  <a:lnTo>
                    <a:pt x="598720" y="287454"/>
                  </a:lnTo>
                  <a:lnTo>
                    <a:pt x="597407" y="286350"/>
                  </a:lnTo>
                  <a:lnTo>
                    <a:pt x="594777" y="284135"/>
                  </a:lnTo>
                  <a:lnTo>
                    <a:pt x="589305" y="285221"/>
                  </a:lnTo>
                  <a:lnTo>
                    <a:pt x="584703" y="282278"/>
                  </a:lnTo>
                  <a:lnTo>
                    <a:pt x="581823" y="279460"/>
                  </a:lnTo>
                  <a:lnTo>
                    <a:pt x="578558" y="276002"/>
                  </a:lnTo>
                  <a:lnTo>
                    <a:pt x="573776" y="275384"/>
                  </a:lnTo>
                  <a:lnTo>
                    <a:pt x="570053" y="271908"/>
                  </a:lnTo>
                  <a:lnTo>
                    <a:pt x="565942" y="269390"/>
                  </a:lnTo>
                  <a:lnTo>
                    <a:pt x="565462" y="269230"/>
                  </a:lnTo>
                  <a:lnTo>
                    <a:pt x="560222" y="267476"/>
                  </a:lnTo>
                  <a:lnTo>
                    <a:pt x="558379" y="270396"/>
                  </a:lnTo>
                  <a:lnTo>
                    <a:pt x="556430" y="275044"/>
                  </a:lnTo>
                  <a:lnTo>
                    <a:pt x="554478" y="275493"/>
                  </a:lnTo>
                  <a:lnTo>
                    <a:pt x="551448" y="276189"/>
                  </a:lnTo>
                  <a:lnTo>
                    <a:pt x="544510" y="276471"/>
                  </a:lnTo>
                  <a:lnTo>
                    <a:pt x="538754" y="275324"/>
                  </a:lnTo>
                  <a:lnTo>
                    <a:pt x="536280" y="271825"/>
                  </a:lnTo>
                  <a:lnTo>
                    <a:pt x="532871" y="271987"/>
                  </a:lnTo>
                  <a:lnTo>
                    <a:pt x="528121" y="274096"/>
                  </a:lnTo>
                  <a:lnTo>
                    <a:pt x="523234" y="275205"/>
                  </a:lnTo>
                  <a:lnTo>
                    <a:pt x="519522" y="277445"/>
                  </a:lnTo>
                  <a:lnTo>
                    <a:pt x="517316" y="278774"/>
                  </a:lnTo>
                  <a:lnTo>
                    <a:pt x="515536" y="278691"/>
                  </a:lnTo>
                  <a:lnTo>
                    <a:pt x="512413" y="278542"/>
                  </a:lnTo>
                  <a:lnTo>
                    <a:pt x="508880" y="277730"/>
                  </a:lnTo>
                  <a:lnTo>
                    <a:pt x="499616" y="281098"/>
                  </a:lnTo>
                  <a:lnTo>
                    <a:pt x="493246" y="282225"/>
                  </a:lnTo>
                  <a:lnTo>
                    <a:pt x="491793" y="285031"/>
                  </a:lnTo>
                  <a:lnTo>
                    <a:pt x="487884" y="289792"/>
                  </a:lnTo>
                  <a:lnTo>
                    <a:pt x="484282" y="288055"/>
                  </a:lnTo>
                  <a:lnTo>
                    <a:pt x="482198" y="291177"/>
                  </a:lnTo>
                  <a:lnTo>
                    <a:pt x="478258" y="294907"/>
                  </a:lnTo>
                  <a:lnTo>
                    <a:pt x="476978" y="293101"/>
                  </a:lnTo>
                  <a:lnTo>
                    <a:pt x="475132" y="290495"/>
                  </a:lnTo>
                  <a:lnTo>
                    <a:pt x="472613" y="287654"/>
                  </a:lnTo>
                  <a:lnTo>
                    <a:pt x="467823" y="288428"/>
                  </a:lnTo>
                  <a:lnTo>
                    <a:pt x="466103" y="284601"/>
                  </a:lnTo>
                  <a:lnTo>
                    <a:pt x="462514" y="284660"/>
                  </a:lnTo>
                  <a:lnTo>
                    <a:pt x="461017" y="283689"/>
                  </a:lnTo>
                  <a:lnTo>
                    <a:pt x="461067" y="279345"/>
                  </a:lnTo>
                  <a:lnTo>
                    <a:pt x="460727" y="279153"/>
                  </a:lnTo>
                  <a:lnTo>
                    <a:pt x="455862" y="276409"/>
                  </a:lnTo>
                  <a:lnTo>
                    <a:pt x="454363" y="279961"/>
                  </a:lnTo>
                  <a:lnTo>
                    <a:pt x="452286" y="283970"/>
                  </a:lnTo>
                  <a:lnTo>
                    <a:pt x="447554" y="283248"/>
                  </a:lnTo>
                  <a:lnTo>
                    <a:pt x="446196" y="280951"/>
                  </a:lnTo>
                  <a:lnTo>
                    <a:pt x="442146" y="282994"/>
                  </a:lnTo>
                  <a:lnTo>
                    <a:pt x="438583" y="278260"/>
                  </a:lnTo>
                  <a:lnTo>
                    <a:pt x="437869" y="274423"/>
                  </a:lnTo>
                  <a:lnTo>
                    <a:pt x="435751" y="274642"/>
                  </a:lnTo>
                  <a:lnTo>
                    <a:pt x="435004" y="274719"/>
                  </a:lnTo>
                  <a:lnTo>
                    <a:pt x="434443" y="274776"/>
                  </a:lnTo>
                  <a:lnTo>
                    <a:pt x="431857" y="277147"/>
                  </a:lnTo>
                  <a:lnTo>
                    <a:pt x="432178" y="279924"/>
                  </a:lnTo>
                  <a:lnTo>
                    <a:pt x="427130" y="282787"/>
                  </a:lnTo>
                  <a:lnTo>
                    <a:pt x="425584" y="286591"/>
                  </a:lnTo>
                  <a:lnTo>
                    <a:pt x="425010" y="289984"/>
                  </a:lnTo>
                  <a:lnTo>
                    <a:pt x="424878" y="293390"/>
                  </a:lnTo>
                  <a:lnTo>
                    <a:pt x="420646" y="294680"/>
                  </a:lnTo>
                  <a:lnTo>
                    <a:pt x="416304" y="287158"/>
                  </a:lnTo>
                  <a:lnTo>
                    <a:pt x="419059" y="283796"/>
                  </a:lnTo>
                  <a:lnTo>
                    <a:pt x="416001" y="278054"/>
                  </a:lnTo>
                  <a:lnTo>
                    <a:pt x="413113" y="279364"/>
                  </a:lnTo>
                  <a:lnTo>
                    <a:pt x="407939" y="282602"/>
                  </a:lnTo>
                  <a:lnTo>
                    <a:pt x="404053" y="286708"/>
                  </a:lnTo>
                  <a:lnTo>
                    <a:pt x="398835" y="286490"/>
                  </a:lnTo>
                  <a:lnTo>
                    <a:pt x="398193" y="282395"/>
                  </a:lnTo>
                  <a:lnTo>
                    <a:pt x="395707" y="278721"/>
                  </a:lnTo>
                  <a:lnTo>
                    <a:pt x="395528" y="278455"/>
                  </a:lnTo>
                  <a:lnTo>
                    <a:pt x="390333" y="280342"/>
                  </a:lnTo>
                  <a:lnTo>
                    <a:pt x="390112" y="280177"/>
                  </a:lnTo>
                  <a:lnTo>
                    <a:pt x="387511" y="278241"/>
                  </a:lnTo>
                  <a:lnTo>
                    <a:pt x="386466" y="274258"/>
                  </a:lnTo>
                  <a:lnTo>
                    <a:pt x="381843" y="272355"/>
                  </a:lnTo>
                  <a:lnTo>
                    <a:pt x="375556" y="278296"/>
                  </a:lnTo>
                  <a:lnTo>
                    <a:pt x="372461" y="282304"/>
                  </a:lnTo>
                  <a:lnTo>
                    <a:pt x="367971" y="285105"/>
                  </a:lnTo>
                  <a:lnTo>
                    <a:pt x="361672" y="282727"/>
                  </a:lnTo>
                  <a:lnTo>
                    <a:pt x="361597" y="281612"/>
                  </a:lnTo>
                  <a:lnTo>
                    <a:pt x="361404" y="278725"/>
                  </a:lnTo>
                  <a:lnTo>
                    <a:pt x="361725" y="272901"/>
                  </a:lnTo>
                  <a:lnTo>
                    <a:pt x="357478" y="272573"/>
                  </a:lnTo>
                  <a:lnTo>
                    <a:pt x="351838" y="272140"/>
                  </a:lnTo>
                  <a:lnTo>
                    <a:pt x="350571" y="268136"/>
                  </a:lnTo>
                  <a:lnTo>
                    <a:pt x="350456" y="263283"/>
                  </a:lnTo>
                  <a:lnTo>
                    <a:pt x="348618" y="258940"/>
                  </a:lnTo>
                  <a:lnTo>
                    <a:pt x="347541" y="260127"/>
                  </a:lnTo>
                  <a:lnTo>
                    <a:pt x="345356" y="262534"/>
                  </a:lnTo>
                  <a:lnTo>
                    <a:pt x="341243" y="261480"/>
                  </a:lnTo>
                  <a:lnTo>
                    <a:pt x="334406" y="259946"/>
                  </a:lnTo>
                  <a:lnTo>
                    <a:pt x="331094" y="259078"/>
                  </a:lnTo>
                  <a:lnTo>
                    <a:pt x="328630" y="261625"/>
                  </a:lnTo>
                  <a:lnTo>
                    <a:pt x="327529" y="265430"/>
                  </a:lnTo>
                  <a:lnTo>
                    <a:pt x="326870" y="265715"/>
                  </a:lnTo>
                  <a:lnTo>
                    <a:pt x="323140" y="267325"/>
                  </a:lnTo>
                  <a:lnTo>
                    <a:pt x="319225" y="264717"/>
                  </a:lnTo>
                  <a:lnTo>
                    <a:pt x="315588" y="260068"/>
                  </a:lnTo>
                  <a:lnTo>
                    <a:pt x="313171" y="259478"/>
                  </a:lnTo>
                  <a:lnTo>
                    <a:pt x="310404" y="258802"/>
                  </a:lnTo>
                  <a:lnTo>
                    <a:pt x="307384" y="261579"/>
                  </a:lnTo>
                  <a:lnTo>
                    <a:pt x="303951" y="261819"/>
                  </a:lnTo>
                  <a:lnTo>
                    <a:pt x="298856" y="259720"/>
                  </a:lnTo>
                  <a:lnTo>
                    <a:pt x="294088" y="259388"/>
                  </a:lnTo>
                  <a:lnTo>
                    <a:pt x="289095" y="255681"/>
                  </a:lnTo>
                  <a:lnTo>
                    <a:pt x="288214" y="255606"/>
                  </a:lnTo>
                  <a:lnTo>
                    <a:pt x="284528" y="255291"/>
                  </a:lnTo>
                  <a:lnTo>
                    <a:pt x="280468" y="255994"/>
                  </a:lnTo>
                  <a:lnTo>
                    <a:pt x="275167" y="255344"/>
                  </a:lnTo>
                  <a:lnTo>
                    <a:pt x="270946" y="254953"/>
                  </a:lnTo>
                  <a:lnTo>
                    <a:pt x="269266" y="246276"/>
                  </a:lnTo>
                  <a:lnTo>
                    <a:pt x="268530" y="245288"/>
                  </a:lnTo>
                  <a:lnTo>
                    <a:pt x="264585" y="239982"/>
                  </a:lnTo>
                  <a:lnTo>
                    <a:pt x="259104" y="235622"/>
                  </a:lnTo>
                  <a:lnTo>
                    <a:pt x="255869" y="235208"/>
                  </a:lnTo>
                  <a:lnTo>
                    <a:pt x="254054" y="240598"/>
                  </a:lnTo>
                  <a:lnTo>
                    <a:pt x="250376" y="239225"/>
                  </a:lnTo>
                  <a:lnTo>
                    <a:pt x="250082" y="239192"/>
                  </a:lnTo>
                  <a:lnTo>
                    <a:pt x="242131" y="238294"/>
                  </a:lnTo>
                  <a:lnTo>
                    <a:pt x="241015" y="241177"/>
                  </a:lnTo>
                  <a:lnTo>
                    <a:pt x="234010" y="240652"/>
                  </a:lnTo>
                  <a:lnTo>
                    <a:pt x="229030" y="235937"/>
                  </a:lnTo>
                  <a:lnTo>
                    <a:pt x="225153" y="231360"/>
                  </a:lnTo>
                  <a:lnTo>
                    <a:pt x="223419" y="229697"/>
                  </a:lnTo>
                  <a:lnTo>
                    <a:pt x="217088" y="223618"/>
                  </a:lnTo>
                  <a:lnTo>
                    <a:pt x="212141" y="224979"/>
                  </a:lnTo>
                  <a:lnTo>
                    <a:pt x="211941" y="225034"/>
                  </a:lnTo>
                  <a:lnTo>
                    <a:pt x="211941" y="208817"/>
                  </a:lnTo>
                  <a:lnTo>
                    <a:pt x="211941" y="184070"/>
                  </a:lnTo>
                  <a:lnTo>
                    <a:pt x="211941" y="170735"/>
                  </a:lnTo>
                  <a:lnTo>
                    <a:pt x="211941" y="149813"/>
                  </a:lnTo>
                  <a:lnTo>
                    <a:pt x="211941" y="132634"/>
                  </a:lnTo>
                  <a:lnTo>
                    <a:pt x="211941" y="109744"/>
                  </a:lnTo>
                  <a:lnTo>
                    <a:pt x="211941" y="94508"/>
                  </a:lnTo>
                  <a:lnTo>
                    <a:pt x="211940" y="55719"/>
                  </a:lnTo>
                  <a:lnTo>
                    <a:pt x="211703" y="55719"/>
                  </a:lnTo>
                  <a:lnTo>
                    <a:pt x="190005" y="55680"/>
                  </a:lnTo>
                  <a:lnTo>
                    <a:pt x="173401" y="55611"/>
                  </a:lnTo>
                  <a:lnTo>
                    <a:pt x="170120" y="55592"/>
                  </a:lnTo>
                  <a:lnTo>
                    <a:pt x="149531" y="55393"/>
                  </a:lnTo>
                  <a:lnTo>
                    <a:pt x="144590" y="55352"/>
                  </a:lnTo>
                  <a:lnTo>
                    <a:pt x="135339" y="55265"/>
                  </a:lnTo>
                  <a:lnTo>
                    <a:pt x="97299" y="54628"/>
                  </a:lnTo>
                  <a:lnTo>
                    <a:pt x="82992" y="54324"/>
                  </a:lnTo>
                  <a:lnTo>
                    <a:pt x="68466" y="53954"/>
                  </a:lnTo>
                  <a:lnTo>
                    <a:pt x="59281" y="53703"/>
                  </a:lnTo>
                  <a:lnTo>
                    <a:pt x="0" y="51876"/>
                  </a:lnTo>
                  <a:lnTo>
                    <a:pt x="311" y="4294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991656" y="2562938"/>
              <a:ext cx="554159" cy="471917"/>
            </a:xfrm>
            <a:custGeom>
              <a:avLst/>
              <a:pathLst>
                <a:path w="554159" h="471917">
                  <a:moveTo>
                    <a:pt x="6389" y="277163"/>
                  </a:moveTo>
                  <a:lnTo>
                    <a:pt x="13560" y="269129"/>
                  </a:lnTo>
                  <a:lnTo>
                    <a:pt x="13697" y="268910"/>
                  </a:lnTo>
                  <a:lnTo>
                    <a:pt x="19331" y="259827"/>
                  </a:lnTo>
                  <a:lnTo>
                    <a:pt x="23093" y="252794"/>
                  </a:lnTo>
                  <a:lnTo>
                    <a:pt x="25683" y="247665"/>
                  </a:lnTo>
                  <a:lnTo>
                    <a:pt x="27659" y="243993"/>
                  </a:lnTo>
                  <a:lnTo>
                    <a:pt x="27397" y="240946"/>
                  </a:lnTo>
                  <a:lnTo>
                    <a:pt x="31267" y="238399"/>
                  </a:lnTo>
                  <a:lnTo>
                    <a:pt x="37655" y="231716"/>
                  </a:lnTo>
                  <a:lnTo>
                    <a:pt x="43944" y="222476"/>
                  </a:lnTo>
                  <a:lnTo>
                    <a:pt x="46185" y="218187"/>
                  </a:lnTo>
                  <a:lnTo>
                    <a:pt x="50148" y="210600"/>
                  </a:lnTo>
                  <a:lnTo>
                    <a:pt x="56161" y="197859"/>
                  </a:lnTo>
                  <a:lnTo>
                    <a:pt x="57959" y="194050"/>
                  </a:lnTo>
                  <a:lnTo>
                    <a:pt x="64568" y="178160"/>
                  </a:lnTo>
                  <a:lnTo>
                    <a:pt x="68587" y="167300"/>
                  </a:lnTo>
                  <a:lnTo>
                    <a:pt x="69445" y="163755"/>
                  </a:lnTo>
                  <a:lnTo>
                    <a:pt x="69659" y="162867"/>
                  </a:lnTo>
                  <a:lnTo>
                    <a:pt x="74794" y="152494"/>
                  </a:lnTo>
                  <a:lnTo>
                    <a:pt x="77036" y="145264"/>
                  </a:lnTo>
                  <a:lnTo>
                    <a:pt x="81508" y="134475"/>
                  </a:lnTo>
                  <a:lnTo>
                    <a:pt x="83420" y="128518"/>
                  </a:lnTo>
                  <a:lnTo>
                    <a:pt x="85237" y="120281"/>
                  </a:lnTo>
                  <a:lnTo>
                    <a:pt x="86837" y="117328"/>
                  </a:lnTo>
                  <a:lnTo>
                    <a:pt x="92093" y="108349"/>
                  </a:lnTo>
                  <a:lnTo>
                    <a:pt x="95350" y="100538"/>
                  </a:lnTo>
                  <a:lnTo>
                    <a:pt x="95428" y="100352"/>
                  </a:lnTo>
                  <a:lnTo>
                    <a:pt x="99966" y="92659"/>
                  </a:lnTo>
                  <a:lnTo>
                    <a:pt x="101951" y="86665"/>
                  </a:lnTo>
                  <a:lnTo>
                    <a:pt x="104173" y="81474"/>
                  </a:lnTo>
                  <a:lnTo>
                    <a:pt x="104937" y="75453"/>
                  </a:lnTo>
                  <a:lnTo>
                    <a:pt x="108198" y="68767"/>
                  </a:lnTo>
                  <a:lnTo>
                    <a:pt x="108795" y="63486"/>
                  </a:lnTo>
                  <a:lnTo>
                    <a:pt x="112421" y="57647"/>
                  </a:lnTo>
                  <a:lnTo>
                    <a:pt x="115429" y="49585"/>
                  </a:lnTo>
                  <a:lnTo>
                    <a:pt x="116618" y="45609"/>
                  </a:lnTo>
                  <a:lnTo>
                    <a:pt x="116187" y="41003"/>
                  </a:lnTo>
                  <a:lnTo>
                    <a:pt x="116996" y="38838"/>
                  </a:lnTo>
                  <a:lnTo>
                    <a:pt x="118672" y="34351"/>
                  </a:lnTo>
                  <a:lnTo>
                    <a:pt x="120160" y="28257"/>
                  </a:lnTo>
                  <a:lnTo>
                    <a:pt x="119665" y="24520"/>
                  </a:lnTo>
                  <a:lnTo>
                    <a:pt x="123704" y="22917"/>
                  </a:lnTo>
                  <a:lnTo>
                    <a:pt x="125854" y="17589"/>
                  </a:lnTo>
                  <a:lnTo>
                    <a:pt x="126737" y="8618"/>
                  </a:lnTo>
                  <a:lnTo>
                    <a:pt x="123506" y="2413"/>
                  </a:lnTo>
                  <a:lnTo>
                    <a:pt x="126957" y="0"/>
                  </a:lnTo>
                  <a:lnTo>
                    <a:pt x="130403" y="6258"/>
                  </a:lnTo>
                  <a:lnTo>
                    <a:pt x="134954" y="6490"/>
                  </a:lnTo>
                  <a:lnTo>
                    <a:pt x="140147" y="6173"/>
                  </a:lnTo>
                  <a:lnTo>
                    <a:pt x="141788" y="8905"/>
                  </a:lnTo>
                  <a:lnTo>
                    <a:pt x="145777" y="7606"/>
                  </a:lnTo>
                  <a:lnTo>
                    <a:pt x="150377" y="7875"/>
                  </a:lnTo>
                  <a:lnTo>
                    <a:pt x="153369" y="5974"/>
                  </a:lnTo>
                  <a:lnTo>
                    <a:pt x="157525" y="6318"/>
                  </a:lnTo>
                  <a:lnTo>
                    <a:pt x="159492" y="10599"/>
                  </a:lnTo>
                  <a:lnTo>
                    <a:pt x="158093" y="14569"/>
                  </a:lnTo>
                  <a:lnTo>
                    <a:pt x="160604" y="18613"/>
                  </a:lnTo>
                  <a:lnTo>
                    <a:pt x="161043" y="18758"/>
                  </a:lnTo>
                  <a:lnTo>
                    <a:pt x="165814" y="20333"/>
                  </a:lnTo>
                  <a:lnTo>
                    <a:pt x="170371" y="19283"/>
                  </a:lnTo>
                  <a:lnTo>
                    <a:pt x="173472" y="18565"/>
                  </a:lnTo>
                  <a:lnTo>
                    <a:pt x="176284" y="19752"/>
                  </a:lnTo>
                  <a:lnTo>
                    <a:pt x="181419" y="26041"/>
                  </a:lnTo>
                  <a:lnTo>
                    <a:pt x="183088" y="29216"/>
                  </a:lnTo>
                  <a:lnTo>
                    <a:pt x="185939" y="32010"/>
                  </a:lnTo>
                  <a:lnTo>
                    <a:pt x="186983" y="38711"/>
                  </a:lnTo>
                  <a:lnTo>
                    <a:pt x="188092" y="43973"/>
                  </a:lnTo>
                  <a:lnTo>
                    <a:pt x="187040" y="48113"/>
                  </a:lnTo>
                  <a:lnTo>
                    <a:pt x="187459" y="52390"/>
                  </a:lnTo>
                  <a:lnTo>
                    <a:pt x="186869" y="53755"/>
                  </a:lnTo>
                  <a:lnTo>
                    <a:pt x="185419" y="57109"/>
                  </a:lnTo>
                  <a:lnTo>
                    <a:pt x="186145" y="62011"/>
                  </a:lnTo>
                  <a:lnTo>
                    <a:pt x="185098" y="64515"/>
                  </a:lnTo>
                  <a:lnTo>
                    <a:pt x="183444" y="68474"/>
                  </a:lnTo>
                  <a:lnTo>
                    <a:pt x="184050" y="70314"/>
                  </a:lnTo>
                  <a:lnTo>
                    <a:pt x="184667" y="72181"/>
                  </a:lnTo>
                  <a:lnTo>
                    <a:pt x="189308" y="76714"/>
                  </a:lnTo>
                  <a:lnTo>
                    <a:pt x="197502" y="81541"/>
                  </a:lnTo>
                  <a:lnTo>
                    <a:pt x="200150" y="84123"/>
                  </a:lnTo>
                  <a:lnTo>
                    <a:pt x="203857" y="84058"/>
                  </a:lnTo>
                  <a:lnTo>
                    <a:pt x="206037" y="87236"/>
                  </a:lnTo>
                  <a:lnTo>
                    <a:pt x="209966" y="88727"/>
                  </a:lnTo>
                  <a:lnTo>
                    <a:pt x="210888" y="88470"/>
                  </a:lnTo>
                  <a:lnTo>
                    <a:pt x="215380" y="87210"/>
                  </a:lnTo>
                  <a:lnTo>
                    <a:pt x="220312" y="88084"/>
                  </a:lnTo>
                  <a:lnTo>
                    <a:pt x="226812" y="86953"/>
                  </a:lnTo>
                  <a:lnTo>
                    <a:pt x="230532" y="85341"/>
                  </a:lnTo>
                  <a:lnTo>
                    <a:pt x="232396" y="85005"/>
                  </a:lnTo>
                  <a:lnTo>
                    <a:pt x="233914" y="84731"/>
                  </a:lnTo>
                  <a:lnTo>
                    <a:pt x="236623" y="82623"/>
                  </a:lnTo>
                  <a:lnTo>
                    <a:pt x="240204" y="82393"/>
                  </a:lnTo>
                  <a:lnTo>
                    <a:pt x="244353" y="84726"/>
                  </a:lnTo>
                  <a:lnTo>
                    <a:pt x="248512" y="84875"/>
                  </a:lnTo>
                  <a:lnTo>
                    <a:pt x="256917" y="85245"/>
                  </a:lnTo>
                  <a:lnTo>
                    <a:pt x="257385" y="85623"/>
                  </a:lnTo>
                  <a:lnTo>
                    <a:pt x="261679" y="89081"/>
                  </a:lnTo>
                  <a:lnTo>
                    <a:pt x="262561" y="89790"/>
                  </a:lnTo>
                  <a:lnTo>
                    <a:pt x="267835" y="90237"/>
                  </a:lnTo>
                  <a:lnTo>
                    <a:pt x="274199" y="95067"/>
                  </a:lnTo>
                  <a:lnTo>
                    <a:pt x="274582" y="101104"/>
                  </a:lnTo>
                  <a:lnTo>
                    <a:pt x="278417" y="101266"/>
                  </a:lnTo>
                  <a:lnTo>
                    <a:pt x="281331" y="99143"/>
                  </a:lnTo>
                  <a:lnTo>
                    <a:pt x="289791" y="100645"/>
                  </a:lnTo>
                  <a:lnTo>
                    <a:pt x="291363" y="101834"/>
                  </a:lnTo>
                  <a:lnTo>
                    <a:pt x="292324" y="102561"/>
                  </a:lnTo>
                  <a:lnTo>
                    <a:pt x="295313" y="100747"/>
                  </a:lnTo>
                  <a:lnTo>
                    <a:pt x="306065" y="99565"/>
                  </a:lnTo>
                  <a:lnTo>
                    <a:pt x="308683" y="98403"/>
                  </a:lnTo>
                  <a:lnTo>
                    <a:pt x="309928" y="97849"/>
                  </a:lnTo>
                  <a:lnTo>
                    <a:pt x="312513" y="98469"/>
                  </a:lnTo>
                  <a:lnTo>
                    <a:pt x="316481" y="103761"/>
                  </a:lnTo>
                  <a:lnTo>
                    <a:pt x="317495" y="104040"/>
                  </a:lnTo>
                  <a:lnTo>
                    <a:pt x="322448" y="105400"/>
                  </a:lnTo>
                  <a:lnTo>
                    <a:pt x="330088" y="105385"/>
                  </a:lnTo>
                  <a:lnTo>
                    <a:pt x="334386" y="106072"/>
                  </a:lnTo>
                  <a:lnTo>
                    <a:pt x="339497" y="103090"/>
                  </a:lnTo>
                  <a:lnTo>
                    <a:pt x="343941" y="103141"/>
                  </a:lnTo>
                  <a:lnTo>
                    <a:pt x="348666" y="101936"/>
                  </a:lnTo>
                  <a:lnTo>
                    <a:pt x="350924" y="101359"/>
                  </a:lnTo>
                  <a:lnTo>
                    <a:pt x="356954" y="101635"/>
                  </a:lnTo>
                  <a:lnTo>
                    <a:pt x="361001" y="101815"/>
                  </a:lnTo>
                  <a:lnTo>
                    <a:pt x="368999" y="102987"/>
                  </a:lnTo>
                  <a:lnTo>
                    <a:pt x="374410" y="98640"/>
                  </a:lnTo>
                  <a:lnTo>
                    <a:pt x="376235" y="98564"/>
                  </a:lnTo>
                  <a:lnTo>
                    <a:pt x="380745" y="101432"/>
                  </a:lnTo>
                  <a:lnTo>
                    <a:pt x="384163" y="101656"/>
                  </a:lnTo>
                  <a:lnTo>
                    <a:pt x="388319" y="101924"/>
                  </a:lnTo>
                  <a:lnTo>
                    <a:pt x="395005" y="101910"/>
                  </a:lnTo>
                  <a:lnTo>
                    <a:pt x="402557" y="104405"/>
                  </a:lnTo>
                  <a:lnTo>
                    <a:pt x="406891" y="103132"/>
                  </a:lnTo>
                  <a:lnTo>
                    <a:pt x="412116" y="100651"/>
                  </a:lnTo>
                  <a:lnTo>
                    <a:pt x="430315" y="104931"/>
                  </a:lnTo>
                  <a:lnTo>
                    <a:pt x="448556" y="109270"/>
                  </a:lnTo>
                  <a:lnTo>
                    <a:pt x="470396" y="114371"/>
                  </a:lnTo>
                  <a:lnTo>
                    <a:pt x="471534" y="114634"/>
                  </a:lnTo>
                  <a:lnTo>
                    <a:pt x="486854" y="118143"/>
                  </a:lnTo>
                  <a:lnTo>
                    <a:pt x="493588" y="119756"/>
                  </a:lnTo>
                  <a:lnTo>
                    <a:pt x="500857" y="121486"/>
                  </a:lnTo>
                  <a:lnTo>
                    <a:pt x="508279" y="123239"/>
                  </a:lnTo>
                  <a:lnTo>
                    <a:pt x="534162" y="128959"/>
                  </a:lnTo>
                  <a:lnTo>
                    <a:pt x="535210" y="132498"/>
                  </a:lnTo>
                  <a:lnTo>
                    <a:pt x="535868" y="137265"/>
                  </a:lnTo>
                  <a:lnTo>
                    <a:pt x="538432" y="142876"/>
                  </a:lnTo>
                  <a:lnTo>
                    <a:pt x="538927" y="143958"/>
                  </a:lnTo>
                  <a:lnTo>
                    <a:pt x="541715" y="145813"/>
                  </a:lnTo>
                  <a:lnTo>
                    <a:pt x="545128" y="150513"/>
                  </a:lnTo>
                  <a:lnTo>
                    <a:pt x="549367" y="151718"/>
                  </a:lnTo>
                  <a:lnTo>
                    <a:pt x="551979" y="156253"/>
                  </a:lnTo>
                  <a:lnTo>
                    <a:pt x="551474" y="160894"/>
                  </a:lnTo>
                  <a:lnTo>
                    <a:pt x="554159" y="167364"/>
                  </a:lnTo>
                  <a:lnTo>
                    <a:pt x="550936" y="171115"/>
                  </a:lnTo>
                  <a:lnTo>
                    <a:pt x="543608" y="180709"/>
                  </a:lnTo>
                  <a:lnTo>
                    <a:pt x="536114" y="190703"/>
                  </a:lnTo>
                  <a:lnTo>
                    <a:pt x="534319" y="194407"/>
                  </a:lnTo>
                  <a:lnTo>
                    <a:pt x="533753" y="195575"/>
                  </a:lnTo>
                  <a:lnTo>
                    <a:pt x="527691" y="206959"/>
                  </a:lnTo>
                  <a:lnTo>
                    <a:pt x="525272" y="209777"/>
                  </a:lnTo>
                  <a:lnTo>
                    <a:pt x="520968" y="213010"/>
                  </a:lnTo>
                  <a:lnTo>
                    <a:pt x="518997" y="217286"/>
                  </a:lnTo>
                  <a:lnTo>
                    <a:pt x="519583" y="221894"/>
                  </a:lnTo>
                  <a:lnTo>
                    <a:pt x="516610" y="226518"/>
                  </a:lnTo>
                  <a:lnTo>
                    <a:pt x="514617" y="228801"/>
                  </a:lnTo>
                  <a:lnTo>
                    <a:pt x="511078" y="232849"/>
                  </a:lnTo>
                  <a:lnTo>
                    <a:pt x="505564" y="234400"/>
                  </a:lnTo>
                  <a:lnTo>
                    <a:pt x="502088" y="236328"/>
                  </a:lnTo>
                  <a:lnTo>
                    <a:pt x="498732" y="242374"/>
                  </a:lnTo>
                  <a:lnTo>
                    <a:pt x="494085" y="249911"/>
                  </a:lnTo>
                  <a:lnTo>
                    <a:pt x="491991" y="252504"/>
                  </a:lnTo>
                  <a:lnTo>
                    <a:pt x="487613" y="255524"/>
                  </a:lnTo>
                  <a:lnTo>
                    <a:pt x="487311" y="260166"/>
                  </a:lnTo>
                  <a:lnTo>
                    <a:pt x="484945" y="262914"/>
                  </a:lnTo>
                  <a:lnTo>
                    <a:pt x="485967" y="265914"/>
                  </a:lnTo>
                  <a:lnTo>
                    <a:pt x="486892" y="268957"/>
                  </a:lnTo>
                  <a:lnTo>
                    <a:pt x="485095" y="271467"/>
                  </a:lnTo>
                  <a:lnTo>
                    <a:pt x="484643" y="272099"/>
                  </a:lnTo>
                  <a:lnTo>
                    <a:pt x="486946" y="275254"/>
                  </a:lnTo>
                  <a:lnTo>
                    <a:pt x="490295" y="274293"/>
                  </a:lnTo>
                  <a:lnTo>
                    <a:pt x="493323" y="278580"/>
                  </a:lnTo>
                  <a:lnTo>
                    <a:pt x="498630" y="279859"/>
                  </a:lnTo>
                  <a:lnTo>
                    <a:pt x="498272" y="283525"/>
                  </a:lnTo>
                  <a:lnTo>
                    <a:pt x="501843" y="285606"/>
                  </a:lnTo>
                  <a:lnTo>
                    <a:pt x="501806" y="287865"/>
                  </a:lnTo>
                  <a:lnTo>
                    <a:pt x="501660" y="287981"/>
                  </a:lnTo>
                  <a:lnTo>
                    <a:pt x="495581" y="292745"/>
                  </a:lnTo>
                  <a:lnTo>
                    <a:pt x="497021" y="298094"/>
                  </a:lnTo>
                  <a:lnTo>
                    <a:pt x="494803" y="301804"/>
                  </a:lnTo>
                  <a:lnTo>
                    <a:pt x="492236" y="309124"/>
                  </a:lnTo>
                  <a:lnTo>
                    <a:pt x="491393" y="310238"/>
                  </a:lnTo>
                  <a:lnTo>
                    <a:pt x="488020" y="314683"/>
                  </a:lnTo>
                  <a:lnTo>
                    <a:pt x="485302" y="327027"/>
                  </a:lnTo>
                  <a:lnTo>
                    <a:pt x="483708" y="334275"/>
                  </a:lnTo>
                  <a:lnTo>
                    <a:pt x="473481" y="383498"/>
                  </a:lnTo>
                  <a:lnTo>
                    <a:pt x="469621" y="402273"/>
                  </a:lnTo>
                  <a:lnTo>
                    <a:pt x="461981" y="439254"/>
                  </a:lnTo>
                  <a:lnTo>
                    <a:pt x="455312" y="471917"/>
                  </a:lnTo>
                  <a:lnTo>
                    <a:pt x="444448" y="469553"/>
                  </a:lnTo>
                  <a:lnTo>
                    <a:pt x="431395" y="466832"/>
                  </a:lnTo>
                  <a:lnTo>
                    <a:pt x="417451" y="463856"/>
                  </a:lnTo>
                  <a:lnTo>
                    <a:pt x="401657" y="460363"/>
                  </a:lnTo>
                  <a:lnTo>
                    <a:pt x="381171" y="455862"/>
                  </a:lnTo>
                  <a:lnTo>
                    <a:pt x="361981" y="451592"/>
                  </a:lnTo>
                  <a:lnTo>
                    <a:pt x="344601" y="447780"/>
                  </a:lnTo>
                  <a:lnTo>
                    <a:pt x="330441" y="444325"/>
                  </a:lnTo>
                  <a:lnTo>
                    <a:pt x="317385" y="441250"/>
                  </a:lnTo>
                  <a:lnTo>
                    <a:pt x="310109" y="439426"/>
                  </a:lnTo>
                  <a:lnTo>
                    <a:pt x="307853" y="438858"/>
                  </a:lnTo>
                  <a:lnTo>
                    <a:pt x="284926" y="433025"/>
                  </a:lnTo>
                  <a:lnTo>
                    <a:pt x="267731" y="428886"/>
                  </a:lnTo>
                  <a:lnTo>
                    <a:pt x="256296" y="425988"/>
                  </a:lnTo>
                  <a:lnTo>
                    <a:pt x="236265" y="420925"/>
                  </a:lnTo>
                  <a:lnTo>
                    <a:pt x="224302" y="417826"/>
                  </a:lnTo>
                  <a:lnTo>
                    <a:pt x="212560" y="414763"/>
                  </a:lnTo>
                  <a:lnTo>
                    <a:pt x="202855" y="412208"/>
                  </a:lnTo>
                  <a:lnTo>
                    <a:pt x="189467" y="408241"/>
                  </a:lnTo>
                  <a:lnTo>
                    <a:pt x="177696" y="405108"/>
                  </a:lnTo>
                  <a:lnTo>
                    <a:pt x="177204" y="404964"/>
                  </a:lnTo>
                  <a:lnTo>
                    <a:pt x="163077" y="400818"/>
                  </a:lnTo>
                  <a:lnTo>
                    <a:pt x="152467" y="397643"/>
                  </a:lnTo>
                  <a:lnTo>
                    <a:pt x="136651" y="392989"/>
                  </a:lnTo>
                  <a:lnTo>
                    <a:pt x="125024" y="389530"/>
                  </a:lnTo>
                  <a:lnTo>
                    <a:pt x="111914" y="385737"/>
                  </a:lnTo>
                  <a:lnTo>
                    <a:pt x="93269" y="380771"/>
                  </a:lnTo>
                  <a:lnTo>
                    <a:pt x="78056" y="376427"/>
                  </a:lnTo>
                  <a:lnTo>
                    <a:pt x="71969" y="374066"/>
                  </a:lnTo>
                  <a:lnTo>
                    <a:pt x="66605" y="372875"/>
                  </a:lnTo>
                  <a:lnTo>
                    <a:pt x="59254" y="371233"/>
                  </a:lnTo>
                  <a:lnTo>
                    <a:pt x="53924" y="369410"/>
                  </a:lnTo>
                  <a:lnTo>
                    <a:pt x="48652" y="368059"/>
                  </a:lnTo>
                  <a:lnTo>
                    <a:pt x="40036" y="365838"/>
                  </a:lnTo>
                  <a:lnTo>
                    <a:pt x="29860" y="362709"/>
                  </a:lnTo>
                  <a:lnTo>
                    <a:pt x="18823" y="359288"/>
                  </a:lnTo>
                  <a:lnTo>
                    <a:pt x="5914" y="355094"/>
                  </a:lnTo>
                  <a:lnTo>
                    <a:pt x="3469" y="349973"/>
                  </a:lnTo>
                  <a:lnTo>
                    <a:pt x="1333" y="347242"/>
                  </a:lnTo>
                  <a:lnTo>
                    <a:pt x="601" y="341274"/>
                  </a:lnTo>
                  <a:lnTo>
                    <a:pt x="1303" y="336770"/>
                  </a:lnTo>
                  <a:lnTo>
                    <a:pt x="1085" y="332400"/>
                  </a:lnTo>
                  <a:lnTo>
                    <a:pt x="0" y="329892"/>
                  </a:lnTo>
                  <a:lnTo>
                    <a:pt x="1464" y="325076"/>
                  </a:lnTo>
                  <a:lnTo>
                    <a:pt x="1671" y="321020"/>
                  </a:lnTo>
                  <a:lnTo>
                    <a:pt x="3324" y="313350"/>
                  </a:lnTo>
                  <a:lnTo>
                    <a:pt x="8053" y="305580"/>
                  </a:lnTo>
                  <a:lnTo>
                    <a:pt x="9401" y="300662"/>
                  </a:lnTo>
                  <a:lnTo>
                    <a:pt x="10192" y="295306"/>
                  </a:lnTo>
                  <a:lnTo>
                    <a:pt x="8358" y="293073"/>
                  </a:lnTo>
                  <a:lnTo>
                    <a:pt x="8858" y="291922"/>
                  </a:lnTo>
                  <a:lnTo>
                    <a:pt x="6257" y="2869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6061978" y="3039289"/>
              <a:ext cx="406969" cy="285196"/>
            </a:xfrm>
            <a:custGeom>
              <a:avLst/>
              <a:pathLst>
                <a:path w="406969" h="285196">
                  <a:moveTo>
                    <a:pt x="21381" y="183410"/>
                  </a:moveTo>
                  <a:lnTo>
                    <a:pt x="17082" y="164644"/>
                  </a:lnTo>
                  <a:lnTo>
                    <a:pt x="16921" y="163946"/>
                  </a:lnTo>
                  <a:lnTo>
                    <a:pt x="14962" y="155412"/>
                  </a:lnTo>
                  <a:lnTo>
                    <a:pt x="9820" y="133390"/>
                  </a:lnTo>
                  <a:lnTo>
                    <a:pt x="9615" y="132512"/>
                  </a:lnTo>
                  <a:lnTo>
                    <a:pt x="6189" y="117884"/>
                  </a:lnTo>
                  <a:lnTo>
                    <a:pt x="2576" y="102450"/>
                  </a:lnTo>
                  <a:lnTo>
                    <a:pt x="0" y="91467"/>
                  </a:lnTo>
                  <a:lnTo>
                    <a:pt x="10712" y="83505"/>
                  </a:lnTo>
                  <a:lnTo>
                    <a:pt x="20132" y="74022"/>
                  </a:lnTo>
                  <a:lnTo>
                    <a:pt x="20528" y="70725"/>
                  </a:lnTo>
                  <a:lnTo>
                    <a:pt x="23034" y="67983"/>
                  </a:lnTo>
                  <a:lnTo>
                    <a:pt x="27507" y="67775"/>
                  </a:lnTo>
                  <a:lnTo>
                    <a:pt x="32612" y="62445"/>
                  </a:lnTo>
                  <a:lnTo>
                    <a:pt x="36980" y="58794"/>
                  </a:lnTo>
                  <a:lnTo>
                    <a:pt x="41421" y="54533"/>
                  </a:lnTo>
                  <a:lnTo>
                    <a:pt x="44319" y="66414"/>
                  </a:lnTo>
                  <a:lnTo>
                    <a:pt x="47143" y="77750"/>
                  </a:lnTo>
                  <a:lnTo>
                    <a:pt x="56575" y="75361"/>
                  </a:lnTo>
                  <a:lnTo>
                    <a:pt x="65243" y="73148"/>
                  </a:lnTo>
                  <a:lnTo>
                    <a:pt x="90947" y="66368"/>
                  </a:lnTo>
                  <a:lnTo>
                    <a:pt x="95830" y="65064"/>
                  </a:lnTo>
                  <a:lnTo>
                    <a:pt x="99834" y="63985"/>
                  </a:lnTo>
                  <a:lnTo>
                    <a:pt x="119927" y="58516"/>
                  </a:lnTo>
                  <a:lnTo>
                    <a:pt x="137927" y="53679"/>
                  </a:lnTo>
                  <a:lnTo>
                    <a:pt x="140230" y="53055"/>
                  </a:lnTo>
                  <a:lnTo>
                    <a:pt x="144265" y="51932"/>
                  </a:lnTo>
                  <a:lnTo>
                    <a:pt x="155162" y="48879"/>
                  </a:lnTo>
                  <a:lnTo>
                    <a:pt x="167567" y="45488"/>
                  </a:lnTo>
                  <a:lnTo>
                    <a:pt x="172665" y="44030"/>
                  </a:lnTo>
                  <a:lnTo>
                    <a:pt x="181347" y="41533"/>
                  </a:lnTo>
                  <a:lnTo>
                    <a:pt x="218668" y="30609"/>
                  </a:lnTo>
                  <a:lnTo>
                    <a:pt x="221261" y="29855"/>
                  </a:lnTo>
                  <a:lnTo>
                    <a:pt x="223669" y="29154"/>
                  </a:lnTo>
                  <a:lnTo>
                    <a:pt x="246524" y="22432"/>
                  </a:lnTo>
                  <a:lnTo>
                    <a:pt x="252458" y="20766"/>
                  </a:lnTo>
                  <a:lnTo>
                    <a:pt x="272009" y="14858"/>
                  </a:lnTo>
                  <a:lnTo>
                    <a:pt x="274456" y="14112"/>
                  </a:lnTo>
                  <a:lnTo>
                    <a:pt x="288955" y="9664"/>
                  </a:lnTo>
                  <a:lnTo>
                    <a:pt x="312796" y="2189"/>
                  </a:lnTo>
                  <a:lnTo>
                    <a:pt x="313164" y="2072"/>
                  </a:lnTo>
                  <a:lnTo>
                    <a:pt x="320516" y="287"/>
                  </a:lnTo>
                  <a:lnTo>
                    <a:pt x="321695" y="0"/>
                  </a:lnTo>
                  <a:lnTo>
                    <a:pt x="325893" y="2911"/>
                  </a:lnTo>
                  <a:lnTo>
                    <a:pt x="329241" y="7605"/>
                  </a:lnTo>
                  <a:lnTo>
                    <a:pt x="334300" y="8102"/>
                  </a:lnTo>
                  <a:lnTo>
                    <a:pt x="337389" y="8300"/>
                  </a:lnTo>
                  <a:lnTo>
                    <a:pt x="339586" y="8439"/>
                  </a:lnTo>
                  <a:lnTo>
                    <a:pt x="342971" y="10936"/>
                  </a:lnTo>
                  <a:lnTo>
                    <a:pt x="345536" y="14729"/>
                  </a:lnTo>
                  <a:lnTo>
                    <a:pt x="348629" y="24024"/>
                  </a:lnTo>
                  <a:lnTo>
                    <a:pt x="349795" y="27191"/>
                  </a:lnTo>
                  <a:lnTo>
                    <a:pt x="350672" y="29575"/>
                  </a:lnTo>
                  <a:lnTo>
                    <a:pt x="356483" y="35021"/>
                  </a:lnTo>
                  <a:lnTo>
                    <a:pt x="363237" y="36677"/>
                  </a:lnTo>
                  <a:lnTo>
                    <a:pt x="369475" y="36902"/>
                  </a:lnTo>
                  <a:lnTo>
                    <a:pt x="372246" y="36347"/>
                  </a:lnTo>
                  <a:lnTo>
                    <a:pt x="373616" y="36072"/>
                  </a:lnTo>
                  <a:lnTo>
                    <a:pt x="377858" y="41061"/>
                  </a:lnTo>
                  <a:lnTo>
                    <a:pt x="374249" y="43820"/>
                  </a:lnTo>
                  <a:lnTo>
                    <a:pt x="371955" y="48670"/>
                  </a:lnTo>
                  <a:lnTo>
                    <a:pt x="370504" y="55495"/>
                  </a:lnTo>
                  <a:lnTo>
                    <a:pt x="370345" y="57659"/>
                  </a:lnTo>
                  <a:lnTo>
                    <a:pt x="369999" y="62360"/>
                  </a:lnTo>
                  <a:lnTo>
                    <a:pt x="366512" y="67681"/>
                  </a:lnTo>
                  <a:lnTo>
                    <a:pt x="366427" y="68118"/>
                  </a:lnTo>
                  <a:lnTo>
                    <a:pt x="366177" y="69404"/>
                  </a:lnTo>
                  <a:lnTo>
                    <a:pt x="365561" y="72556"/>
                  </a:lnTo>
                  <a:lnTo>
                    <a:pt x="363199" y="77265"/>
                  </a:lnTo>
                  <a:lnTo>
                    <a:pt x="360270" y="81765"/>
                  </a:lnTo>
                  <a:lnTo>
                    <a:pt x="361260" y="82832"/>
                  </a:lnTo>
                  <a:lnTo>
                    <a:pt x="363832" y="85600"/>
                  </a:lnTo>
                  <a:lnTo>
                    <a:pt x="366887" y="88434"/>
                  </a:lnTo>
                  <a:lnTo>
                    <a:pt x="366216" y="92036"/>
                  </a:lnTo>
                  <a:lnTo>
                    <a:pt x="366586" y="97310"/>
                  </a:lnTo>
                  <a:lnTo>
                    <a:pt x="362944" y="100959"/>
                  </a:lnTo>
                  <a:lnTo>
                    <a:pt x="363212" y="105360"/>
                  </a:lnTo>
                  <a:lnTo>
                    <a:pt x="365268" y="111937"/>
                  </a:lnTo>
                  <a:lnTo>
                    <a:pt x="366108" y="114353"/>
                  </a:lnTo>
                  <a:lnTo>
                    <a:pt x="366586" y="115728"/>
                  </a:lnTo>
                  <a:lnTo>
                    <a:pt x="367261" y="117667"/>
                  </a:lnTo>
                  <a:lnTo>
                    <a:pt x="370243" y="116136"/>
                  </a:lnTo>
                  <a:lnTo>
                    <a:pt x="374594" y="117302"/>
                  </a:lnTo>
                  <a:lnTo>
                    <a:pt x="377303" y="122651"/>
                  </a:lnTo>
                  <a:lnTo>
                    <a:pt x="377439" y="125042"/>
                  </a:lnTo>
                  <a:lnTo>
                    <a:pt x="379334" y="128068"/>
                  </a:lnTo>
                  <a:lnTo>
                    <a:pt x="381624" y="128510"/>
                  </a:lnTo>
                  <a:lnTo>
                    <a:pt x="385192" y="127716"/>
                  </a:lnTo>
                  <a:lnTo>
                    <a:pt x="387750" y="130842"/>
                  </a:lnTo>
                  <a:lnTo>
                    <a:pt x="389319" y="131964"/>
                  </a:lnTo>
                  <a:lnTo>
                    <a:pt x="391494" y="133518"/>
                  </a:lnTo>
                  <a:lnTo>
                    <a:pt x="395411" y="135812"/>
                  </a:lnTo>
                  <a:lnTo>
                    <a:pt x="398377" y="138197"/>
                  </a:lnTo>
                  <a:lnTo>
                    <a:pt x="403451" y="140525"/>
                  </a:lnTo>
                  <a:lnTo>
                    <a:pt x="404570" y="141466"/>
                  </a:lnTo>
                  <a:lnTo>
                    <a:pt x="406969" y="143668"/>
                  </a:lnTo>
                  <a:lnTo>
                    <a:pt x="404660" y="146618"/>
                  </a:lnTo>
                  <a:lnTo>
                    <a:pt x="401229" y="148206"/>
                  </a:lnTo>
                  <a:lnTo>
                    <a:pt x="399887" y="152508"/>
                  </a:lnTo>
                  <a:lnTo>
                    <a:pt x="395908" y="155061"/>
                  </a:lnTo>
                  <a:lnTo>
                    <a:pt x="393871" y="157759"/>
                  </a:lnTo>
                  <a:lnTo>
                    <a:pt x="393038" y="158862"/>
                  </a:lnTo>
                  <a:lnTo>
                    <a:pt x="389693" y="164153"/>
                  </a:lnTo>
                  <a:lnTo>
                    <a:pt x="386643" y="167560"/>
                  </a:lnTo>
                  <a:lnTo>
                    <a:pt x="386053" y="169443"/>
                  </a:lnTo>
                  <a:lnTo>
                    <a:pt x="386158" y="169763"/>
                  </a:lnTo>
                  <a:lnTo>
                    <a:pt x="386947" y="172145"/>
                  </a:lnTo>
                  <a:lnTo>
                    <a:pt x="387468" y="173716"/>
                  </a:lnTo>
                  <a:lnTo>
                    <a:pt x="387052" y="174043"/>
                  </a:lnTo>
                  <a:lnTo>
                    <a:pt x="384670" y="175915"/>
                  </a:lnTo>
                  <a:lnTo>
                    <a:pt x="383255" y="177807"/>
                  </a:lnTo>
                  <a:lnTo>
                    <a:pt x="382774" y="178450"/>
                  </a:lnTo>
                  <a:lnTo>
                    <a:pt x="380623" y="179698"/>
                  </a:lnTo>
                  <a:lnTo>
                    <a:pt x="378480" y="180941"/>
                  </a:lnTo>
                  <a:lnTo>
                    <a:pt x="375468" y="182135"/>
                  </a:lnTo>
                  <a:lnTo>
                    <a:pt x="372115" y="187017"/>
                  </a:lnTo>
                  <a:lnTo>
                    <a:pt x="371892" y="187342"/>
                  </a:lnTo>
                  <a:lnTo>
                    <a:pt x="367009" y="186337"/>
                  </a:lnTo>
                  <a:lnTo>
                    <a:pt x="361082" y="187251"/>
                  </a:lnTo>
                  <a:lnTo>
                    <a:pt x="360538" y="187584"/>
                  </a:lnTo>
                  <a:lnTo>
                    <a:pt x="359672" y="188112"/>
                  </a:lnTo>
                  <a:lnTo>
                    <a:pt x="355627" y="190580"/>
                  </a:lnTo>
                  <a:lnTo>
                    <a:pt x="352879" y="194117"/>
                  </a:lnTo>
                  <a:lnTo>
                    <a:pt x="351405" y="197745"/>
                  </a:lnTo>
                  <a:lnTo>
                    <a:pt x="350960" y="201189"/>
                  </a:lnTo>
                  <a:lnTo>
                    <a:pt x="350014" y="201479"/>
                  </a:lnTo>
                  <a:lnTo>
                    <a:pt x="327835" y="208263"/>
                  </a:lnTo>
                  <a:lnTo>
                    <a:pt x="321580" y="210156"/>
                  </a:lnTo>
                  <a:lnTo>
                    <a:pt x="321183" y="210276"/>
                  </a:lnTo>
                  <a:lnTo>
                    <a:pt x="309705" y="213718"/>
                  </a:lnTo>
                  <a:lnTo>
                    <a:pt x="300064" y="216584"/>
                  </a:lnTo>
                  <a:lnTo>
                    <a:pt x="291844" y="219012"/>
                  </a:lnTo>
                  <a:lnTo>
                    <a:pt x="290683" y="219354"/>
                  </a:lnTo>
                  <a:lnTo>
                    <a:pt x="286115" y="220725"/>
                  </a:lnTo>
                  <a:lnTo>
                    <a:pt x="273044" y="224622"/>
                  </a:lnTo>
                  <a:lnTo>
                    <a:pt x="272513" y="224776"/>
                  </a:lnTo>
                  <a:lnTo>
                    <a:pt x="258520" y="228795"/>
                  </a:lnTo>
                  <a:lnTo>
                    <a:pt x="257046" y="229216"/>
                  </a:lnTo>
                  <a:lnTo>
                    <a:pt x="242946" y="233234"/>
                  </a:lnTo>
                  <a:lnTo>
                    <a:pt x="242294" y="233418"/>
                  </a:lnTo>
                  <a:lnTo>
                    <a:pt x="222985" y="238729"/>
                  </a:lnTo>
                  <a:lnTo>
                    <a:pt x="203156" y="244141"/>
                  </a:lnTo>
                  <a:lnTo>
                    <a:pt x="201664" y="244549"/>
                  </a:lnTo>
                  <a:lnTo>
                    <a:pt x="185916" y="248832"/>
                  </a:lnTo>
                  <a:lnTo>
                    <a:pt x="183483" y="249487"/>
                  </a:lnTo>
                  <a:lnTo>
                    <a:pt x="161293" y="255409"/>
                  </a:lnTo>
                  <a:lnTo>
                    <a:pt x="155813" y="256870"/>
                  </a:lnTo>
                  <a:lnTo>
                    <a:pt x="148039" y="258931"/>
                  </a:lnTo>
                  <a:lnTo>
                    <a:pt x="140453" y="260930"/>
                  </a:lnTo>
                  <a:lnTo>
                    <a:pt x="117998" y="266895"/>
                  </a:lnTo>
                  <a:lnTo>
                    <a:pt x="112543" y="268329"/>
                  </a:lnTo>
                  <a:lnTo>
                    <a:pt x="93909" y="273094"/>
                  </a:lnTo>
                  <a:lnTo>
                    <a:pt x="84011" y="275556"/>
                  </a:lnTo>
                  <a:lnTo>
                    <a:pt x="73607" y="278123"/>
                  </a:lnTo>
                  <a:lnTo>
                    <a:pt x="51129" y="283664"/>
                  </a:lnTo>
                  <a:lnTo>
                    <a:pt x="44745" y="285196"/>
                  </a:lnTo>
                  <a:lnTo>
                    <a:pt x="40049" y="264510"/>
                  </a:lnTo>
                  <a:lnTo>
                    <a:pt x="38989" y="259853"/>
                  </a:lnTo>
                  <a:lnTo>
                    <a:pt x="36181" y="247548"/>
                  </a:lnTo>
                  <a:lnTo>
                    <a:pt x="32596" y="231879"/>
                  </a:lnTo>
                  <a:lnTo>
                    <a:pt x="31463" y="226937"/>
                  </a:lnTo>
                  <a:lnTo>
                    <a:pt x="29931" y="220262"/>
                  </a:lnTo>
                  <a:lnTo>
                    <a:pt x="26745" y="206398"/>
                  </a:lnTo>
                  <a:lnTo>
                    <a:pt x="22490" y="188158"/>
                  </a:lnTo>
                  <a:lnTo>
                    <a:pt x="21508" y="1839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601992" y="3941962"/>
              <a:ext cx="461537" cy="540894"/>
            </a:xfrm>
            <a:custGeom>
              <a:avLst/>
              <a:pathLst>
                <a:path w="461537" h="540894">
                  <a:moveTo>
                    <a:pt x="2336" y="372090"/>
                  </a:moveTo>
                  <a:lnTo>
                    <a:pt x="1941" y="369936"/>
                  </a:lnTo>
                  <a:lnTo>
                    <a:pt x="5607" y="367716"/>
                  </a:lnTo>
                  <a:lnTo>
                    <a:pt x="9827" y="362300"/>
                  </a:lnTo>
                  <a:lnTo>
                    <a:pt x="11142" y="360506"/>
                  </a:lnTo>
                  <a:lnTo>
                    <a:pt x="13827" y="361626"/>
                  </a:lnTo>
                  <a:lnTo>
                    <a:pt x="17688" y="361672"/>
                  </a:lnTo>
                  <a:lnTo>
                    <a:pt x="21048" y="361710"/>
                  </a:lnTo>
                  <a:lnTo>
                    <a:pt x="23621" y="359724"/>
                  </a:lnTo>
                  <a:lnTo>
                    <a:pt x="24341" y="359167"/>
                  </a:lnTo>
                  <a:lnTo>
                    <a:pt x="29726" y="354539"/>
                  </a:lnTo>
                  <a:lnTo>
                    <a:pt x="30892" y="349708"/>
                  </a:lnTo>
                  <a:lnTo>
                    <a:pt x="30194" y="347660"/>
                  </a:lnTo>
                  <a:lnTo>
                    <a:pt x="30488" y="343415"/>
                  </a:lnTo>
                  <a:lnTo>
                    <a:pt x="28983" y="338597"/>
                  </a:lnTo>
                  <a:lnTo>
                    <a:pt x="28553" y="338411"/>
                  </a:lnTo>
                  <a:lnTo>
                    <a:pt x="24526" y="336666"/>
                  </a:lnTo>
                  <a:lnTo>
                    <a:pt x="20600" y="336471"/>
                  </a:lnTo>
                  <a:lnTo>
                    <a:pt x="17609" y="335335"/>
                  </a:lnTo>
                  <a:lnTo>
                    <a:pt x="15941" y="329066"/>
                  </a:lnTo>
                  <a:lnTo>
                    <a:pt x="18605" y="324723"/>
                  </a:lnTo>
                  <a:lnTo>
                    <a:pt x="19639" y="318621"/>
                  </a:lnTo>
                  <a:lnTo>
                    <a:pt x="20237" y="316480"/>
                  </a:lnTo>
                  <a:lnTo>
                    <a:pt x="17145" y="313055"/>
                  </a:lnTo>
                  <a:lnTo>
                    <a:pt x="18724" y="310195"/>
                  </a:lnTo>
                  <a:lnTo>
                    <a:pt x="19480" y="305603"/>
                  </a:lnTo>
                  <a:lnTo>
                    <a:pt x="18566" y="302920"/>
                  </a:lnTo>
                  <a:lnTo>
                    <a:pt x="22451" y="302424"/>
                  </a:lnTo>
                  <a:lnTo>
                    <a:pt x="25304" y="302529"/>
                  </a:lnTo>
                  <a:lnTo>
                    <a:pt x="25884" y="301670"/>
                  </a:lnTo>
                  <a:lnTo>
                    <a:pt x="28943" y="297133"/>
                  </a:lnTo>
                  <a:lnTo>
                    <a:pt x="35001" y="292718"/>
                  </a:lnTo>
                  <a:lnTo>
                    <a:pt x="35393" y="287956"/>
                  </a:lnTo>
                  <a:lnTo>
                    <a:pt x="36409" y="283256"/>
                  </a:lnTo>
                  <a:lnTo>
                    <a:pt x="38280" y="280789"/>
                  </a:lnTo>
                  <a:lnTo>
                    <a:pt x="39233" y="278634"/>
                  </a:lnTo>
                  <a:lnTo>
                    <a:pt x="39185" y="274959"/>
                  </a:lnTo>
                  <a:lnTo>
                    <a:pt x="38960" y="268944"/>
                  </a:lnTo>
                  <a:lnTo>
                    <a:pt x="40510" y="265972"/>
                  </a:lnTo>
                  <a:lnTo>
                    <a:pt x="40774" y="262789"/>
                  </a:lnTo>
                  <a:lnTo>
                    <a:pt x="39260" y="260053"/>
                  </a:lnTo>
                  <a:lnTo>
                    <a:pt x="41467" y="257881"/>
                  </a:lnTo>
                  <a:lnTo>
                    <a:pt x="46107" y="253915"/>
                  </a:lnTo>
                  <a:lnTo>
                    <a:pt x="47911" y="251417"/>
                  </a:lnTo>
                  <a:lnTo>
                    <a:pt x="48781" y="248343"/>
                  </a:lnTo>
                  <a:lnTo>
                    <a:pt x="49113" y="247170"/>
                  </a:lnTo>
                  <a:lnTo>
                    <a:pt x="50943" y="245820"/>
                  </a:lnTo>
                  <a:lnTo>
                    <a:pt x="55389" y="244549"/>
                  </a:lnTo>
                  <a:lnTo>
                    <a:pt x="59769" y="242434"/>
                  </a:lnTo>
                  <a:lnTo>
                    <a:pt x="64548" y="241455"/>
                  </a:lnTo>
                  <a:lnTo>
                    <a:pt x="68938" y="237493"/>
                  </a:lnTo>
                  <a:lnTo>
                    <a:pt x="71982" y="236271"/>
                  </a:lnTo>
                  <a:lnTo>
                    <a:pt x="72425" y="232478"/>
                  </a:lnTo>
                  <a:lnTo>
                    <a:pt x="72454" y="232235"/>
                  </a:lnTo>
                  <a:lnTo>
                    <a:pt x="70686" y="228469"/>
                  </a:lnTo>
                  <a:lnTo>
                    <a:pt x="64898" y="222483"/>
                  </a:lnTo>
                  <a:lnTo>
                    <a:pt x="60477" y="217402"/>
                  </a:lnTo>
                  <a:lnTo>
                    <a:pt x="57382" y="216841"/>
                  </a:lnTo>
                  <a:lnTo>
                    <a:pt x="58308" y="211126"/>
                  </a:lnTo>
                  <a:lnTo>
                    <a:pt x="56023" y="205030"/>
                  </a:lnTo>
                  <a:lnTo>
                    <a:pt x="54458" y="194944"/>
                  </a:lnTo>
                  <a:lnTo>
                    <a:pt x="53085" y="191716"/>
                  </a:lnTo>
                  <a:lnTo>
                    <a:pt x="48244" y="182834"/>
                  </a:lnTo>
                  <a:lnTo>
                    <a:pt x="44923" y="177133"/>
                  </a:lnTo>
                  <a:lnTo>
                    <a:pt x="46207" y="171122"/>
                  </a:lnTo>
                  <a:lnTo>
                    <a:pt x="46748" y="165987"/>
                  </a:lnTo>
                  <a:lnTo>
                    <a:pt x="48254" y="160328"/>
                  </a:lnTo>
                  <a:lnTo>
                    <a:pt x="49346" y="155794"/>
                  </a:lnTo>
                  <a:lnTo>
                    <a:pt x="50806" y="156101"/>
                  </a:lnTo>
                  <a:lnTo>
                    <a:pt x="52909" y="154898"/>
                  </a:lnTo>
                  <a:lnTo>
                    <a:pt x="53584" y="144022"/>
                  </a:lnTo>
                  <a:lnTo>
                    <a:pt x="52787" y="130797"/>
                  </a:lnTo>
                  <a:lnTo>
                    <a:pt x="50711" y="126874"/>
                  </a:lnTo>
                  <a:lnTo>
                    <a:pt x="51844" y="120402"/>
                  </a:lnTo>
                  <a:lnTo>
                    <a:pt x="53223" y="114996"/>
                  </a:lnTo>
                  <a:lnTo>
                    <a:pt x="53717" y="113055"/>
                  </a:lnTo>
                  <a:lnTo>
                    <a:pt x="51756" y="109094"/>
                  </a:lnTo>
                  <a:lnTo>
                    <a:pt x="52344" y="101877"/>
                  </a:lnTo>
                  <a:lnTo>
                    <a:pt x="53021" y="94798"/>
                  </a:lnTo>
                  <a:lnTo>
                    <a:pt x="56102" y="90849"/>
                  </a:lnTo>
                  <a:lnTo>
                    <a:pt x="54475" y="87296"/>
                  </a:lnTo>
                  <a:lnTo>
                    <a:pt x="52906" y="83266"/>
                  </a:lnTo>
                  <a:lnTo>
                    <a:pt x="53019" y="77407"/>
                  </a:lnTo>
                  <a:lnTo>
                    <a:pt x="53766" y="72557"/>
                  </a:lnTo>
                  <a:lnTo>
                    <a:pt x="53828" y="72159"/>
                  </a:lnTo>
                  <a:lnTo>
                    <a:pt x="54802" y="69320"/>
                  </a:lnTo>
                  <a:lnTo>
                    <a:pt x="59833" y="69058"/>
                  </a:lnTo>
                  <a:lnTo>
                    <a:pt x="62857" y="67485"/>
                  </a:lnTo>
                  <a:lnTo>
                    <a:pt x="66892" y="67253"/>
                  </a:lnTo>
                  <a:lnTo>
                    <a:pt x="71084" y="68047"/>
                  </a:lnTo>
                  <a:lnTo>
                    <a:pt x="72506" y="70214"/>
                  </a:lnTo>
                  <a:lnTo>
                    <a:pt x="75139" y="70939"/>
                  </a:lnTo>
                  <a:lnTo>
                    <a:pt x="77614" y="69648"/>
                  </a:lnTo>
                  <a:lnTo>
                    <a:pt x="80703" y="70420"/>
                  </a:lnTo>
                  <a:lnTo>
                    <a:pt x="82652" y="73879"/>
                  </a:lnTo>
                  <a:lnTo>
                    <a:pt x="83516" y="78022"/>
                  </a:lnTo>
                  <a:lnTo>
                    <a:pt x="86317" y="80940"/>
                  </a:lnTo>
                  <a:lnTo>
                    <a:pt x="90022" y="83363"/>
                  </a:lnTo>
                  <a:lnTo>
                    <a:pt x="94470" y="83328"/>
                  </a:lnTo>
                  <a:lnTo>
                    <a:pt x="95798" y="81012"/>
                  </a:lnTo>
                  <a:lnTo>
                    <a:pt x="99392" y="75536"/>
                  </a:lnTo>
                  <a:lnTo>
                    <a:pt x="104060" y="69891"/>
                  </a:lnTo>
                  <a:lnTo>
                    <a:pt x="104964" y="63396"/>
                  </a:lnTo>
                  <a:lnTo>
                    <a:pt x="105769" y="58492"/>
                  </a:lnTo>
                  <a:lnTo>
                    <a:pt x="109377" y="34347"/>
                  </a:lnTo>
                  <a:lnTo>
                    <a:pt x="112555" y="13628"/>
                  </a:lnTo>
                  <a:lnTo>
                    <a:pt x="114652" y="0"/>
                  </a:lnTo>
                  <a:lnTo>
                    <a:pt x="120485" y="1021"/>
                  </a:lnTo>
                  <a:lnTo>
                    <a:pt x="189471" y="12229"/>
                  </a:lnTo>
                  <a:lnTo>
                    <a:pt x="194122" y="12948"/>
                  </a:lnTo>
                  <a:lnTo>
                    <a:pt x="198940" y="13688"/>
                  </a:lnTo>
                  <a:lnTo>
                    <a:pt x="218610" y="16668"/>
                  </a:lnTo>
                  <a:lnTo>
                    <a:pt x="219061" y="16736"/>
                  </a:lnTo>
                  <a:lnTo>
                    <a:pt x="231579" y="18590"/>
                  </a:lnTo>
                  <a:lnTo>
                    <a:pt x="297020" y="27918"/>
                  </a:lnTo>
                  <a:lnTo>
                    <a:pt x="297515" y="27986"/>
                  </a:lnTo>
                  <a:lnTo>
                    <a:pt x="306351" y="29281"/>
                  </a:lnTo>
                  <a:lnTo>
                    <a:pt x="308263" y="29518"/>
                  </a:lnTo>
                  <a:lnTo>
                    <a:pt x="321064" y="31088"/>
                  </a:lnTo>
                  <a:lnTo>
                    <a:pt x="342990" y="33893"/>
                  </a:lnTo>
                  <a:lnTo>
                    <a:pt x="362416" y="36829"/>
                  </a:lnTo>
                  <a:lnTo>
                    <a:pt x="395045" y="40842"/>
                  </a:lnTo>
                  <a:lnTo>
                    <a:pt x="430205" y="44855"/>
                  </a:lnTo>
                  <a:lnTo>
                    <a:pt x="461537" y="48340"/>
                  </a:lnTo>
                  <a:lnTo>
                    <a:pt x="460437" y="59179"/>
                  </a:lnTo>
                  <a:lnTo>
                    <a:pt x="453857" y="125131"/>
                  </a:lnTo>
                  <a:lnTo>
                    <a:pt x="452863" y="135081"/>
                  </a:lnTo>
                  <a:lnTo>
                    <a:pt x="451797" y="145776"/>
                  </a:lnTo>
                  <a:lnTo>
                    <a:pt x="449505" y="168884"/>
                  </a:lnTo>
                  <a:lnTo>
                    <a:pt x="447333" y="190689"/>
                  </a:lnTo>
                  <a:lnTo>
                    <a:pt x="445766" y="207057"/>
                  </a:lnTo>
                  <a:lnTo>
                    <a:pt x="443975" y="225832"/>
                  </a:lnTo>
                  <a:lnTo>
                    <a:pt x="440749" y="258917"/>
                  </a:lnTo>
                  <a:lnTo>
                    <a:pt x="440268" y="263865"/>
                  </a:lnTo>
                  <a:lnTo>
                    <a:pt x="434845" y="320143"/>
                  </a:lnTo>
                  <a:lnTo>
                    <a:pt x="434021" y="328628"/>
                  </a:lnTo>
                  <a:lnTo>
                    <a:pt x="430932" y="360571"/>
                  </a:lnTo>
                  <a:lnTo>
                    <a:pt x="429283" y="378025"/>
                  </a:lnTo>
                  <a:lnTo>
                    <a:pt x="425761" y="415492"/>
                  </a:lnTo>
                  <a:lnTo>
                    <a:pt x="422868" y="445984"/>
                  </a:lnTo>
                  <a:lnTo>
                    <a:pt x="420050" y="475693"/>
                  </a:lnTo>
                  <a:lnTo>
                    <a:pt x="417671" y="500640"/>
                  </a:lnTo>
                  <a:lnTo>
                    <a:pt x="413899" y="540894"/>
                  </a:lnTo>
                  <a:lnTo>
                    <a:pt x="380647" y="537215"/>
                  </a:lnTo>
                  <a:lnTo>
                    <a:pt x="355585" y="534326"/>
                  </a:lnTo>
                  <a:lnTo>
                    <a:pt x="308494" y="528821"/>
                  </a:lnTo>
                  <a:lnTo>
                    <a:pt x="262573" y="523112"/>
                  </a:lnTo>
                  <a:lnTo>
                    <a:pt x="241723" y="512237"/>
                  </a:lnTo>
                  <a:lnTo>
                    <a:pt x="170897" y="474517"/>
                  </a:lnTo>
                  <a:lnTo>
                    <a:pt x="102772" y="437806"/>
                  </a:lnTo>
                  <a:lnTo>
                    <a:pt x="73659" y="421767"/>
                  </a:lnTo>
                  <a:lnTo>
                    <a:pt x="0" y="380494"/>
                  </a:lnTo>
                  <a:lnTo>
                    <a:pt x="530" y="378053"/>
                  </a:lnTo>
                  <a:lnTo>
                    <a:pt x="2064" y="375828"/>
                  </a:lnTo>
                  <a:lnTo>
                    <a:pt x="895" y="3743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773159" y="2943504"/>
              <a:ext cx="7351" cy="9177"/>
            </a:xfrm>
            <a:custGeom>
              <a:avLst/>
              <a:pathLst>
                <a:path w="7351" h="9177">
                  <a:moveTo>
                    <a:pt x="0" y="8321"/>
                  </a:moveTo>
                  <a:lnTo>
                    <a:pt x="282" y="1525"/>
                  </a:lnTo>
                  <a:lnTo>
                    <a:pt x="3053" y="0"/>
                  </a:lnTo>
                  <a:lnTo>
                    <a:pt x="5508" y="4850"/>
                  </a:lnTo>
                  <a:lnTo>
                    <a:pt x="7351" y="7219"/>
                  </a:lnTo>
                  <a:lnTo>
                    <a:pt x="2895" y="91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738611" y="2874745"/>
              <a:ext cx="55975" cy="70248"/>
            </a:xfrm>
            <a:custGeom>
              <a:avLst/>
              <a:pathLst>
                <a:path w="55975" h="70248">
                  <a:moveTo>
                    <a:pt x="16140" y="69320"/>
                  </a:moveTo>
                  <a:lnTo>
                    <a:pt x="16671" y="65943"/>
                  </a:lnTo>
                  <a:lnTo>
                    <a:pt x="14773" y="61141"/>
                  </a:lnTo>
                  <a:lnTo>
                    <a:pt x="17197" y="59819"/>
                  </a:lnTo>
                  <a:lnTo>
                    <a:pt x="14880" y="52253"/>
                  </a:lnTo>
                  <a:lnTo>
                    <a:pt x="12505" y="44508"/>
                  </a:lnTo>
                  <a:lnTo>
                    <a:pt x="8775" y="33749"/>
                  </a:lnTo>
                  <a:lnTo>
                    <a:pt x="6221" y="26953"/>
                  </a:lnTo>
                  <a:lnTo>
                    <a:pt x="0" y="10228"/>
                  </a:lnTo>
                  <a:lnTo>
                    <a:pt x="11458" y="5523"/>
                  </a:lnTo>
                  <a:lnTo>
                    <a:pt x="12386" y="5140"/>
                  </a:lnTo>
                  <a:lnTo>
                    <a:pt x="14268" y="4364"/>
                  </a:lnTo>
                  <a:lnTo>
                    <a:pt x="17909" y="2866"/>
                  </a:lnTo>
                  <a:lnTo>
                    <a:pt x="24853" y="0"/>
                  </a:lnTo>
                  <a:lnTo>
                    <a:pt x="25845" y="2825"/>
                  </a:lnTo>
                  <a:lnTo>
                    <a:pt x="26813" y="5586"/>
                  </a:lnTo>
                  <a:lnTo>
                    <a:pt x="28533" y="10530"/>
                  </a:lnTo>
                  <a:lnTo>
                    <a:pt x="31082" y="9557"/>
                  </a:lnTo>
                  <a:lnTo>
                    <a:pt x="32872" y="14708"/>
                  </a:lnTo>
                  <a:lnTo>
                    <a:pt x="34941" y="18617"/>
                  </a:lnTo>
                  <a:lnTo>
                    <a:pt x="35823" y="18794"/>
                  </a:lnTo>
                  <a:lnTo>
                    <a:pt x="39940" y="19617"/>
                  </a:lnTo>
                  <a:lnTo>
                    <a:pt x="44957" y="23613"/>
                  </a:lnTo>
                  <a:lnTo>
                    <a:pt x="46189" y="24594"/>
                  </a:lnTo>
                  <a:lnTo>
                    <a:pt x="50424" y="24422"/>
                  </a:lnTo>
                  <a:lnTo>
                    <a:pt x="51381" y="27734"/>
                  </a:lnTo>
                  <a:lnTo>
                    <a:pt x="51847" y="29346"/>
                  </a:lnTo>
                  <a:lnTo>
                    <a:pt x="55975" y="37764"/>
                  </a:lnTo>
                  <a:lnTo>
                    <a:pt x="55126" y="39183"/>
                  </a:lnTo>
                  <a:lnTo>
                    <a:pt x="52748" y="42726"/>
                  </a:lnTo>
                  <a:lnTo>
                    <a:pt x="48848" y="41973"/>
                  </a:lnTo>
                  <a:lnTo>
                    <a:pt x="46252" y="42329"/>
                  </a:lnTo>
                  <a:lnTo>
                    <a:pt x="45678" y="45994"/>
                  </a:lnTo>
                  <a:lnTo>
                    <a:pt x="43364" y="46915"/>
                  </a:lnTo>
                  <a:lnTo>
                    <a:pt x="40759" y="46958"/>
                  </a:lnTo>
                  <a:lnTo>
                    <a:pt x="39196" y="47973"/>
                  </a:lnTo>
                  <a:lnTo>
                    <a:pt x="38556" y="48389"/>
                  </a:lnTo>
                  <a:lnTo>
                    <a:pt x="38280" y="52866"/>
                  </a:lnTo>
                  <a:lnTo>
                    <a:pt x="37638" y="56536"/>
                  </a:lnTo>
                  <a:lnTo>
                    <a:pt x="33205" y="58028"/>
                  </a:lnTo>
                  <a:lnTo>
                    <a:pt x="29357" y="60627"/>
                  </a:lnTo>
                  <a:lnTo>
                    <a:pt x="25349" y="64364"/>
                  </a:lnTo>
                  <a:lnTo>
                    <a:pt x="20531" y="67194"/>
                  </a:lnTo>
                  <a:lnTo>
                    <a:pt x="16303" y="702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933900" y="4031299"/>
              <a:ext cx="354369" cy="265117"/>
            </a:xfrm>
            <a:custGeom>
              <a:avLst/>
              <a:pathLst>
                <a:path w="354369" h="265117">
                  <a:moveTo>
                    <a:pt x="0" y="71128"/>
                  </a:moveTo>
                  <a:lnTo>
                    <a:pt x="1860" y="67986"/>
                  </a:lnTo>
                  <a:lnTo>
                    <a:pt x="1125" y="65444"/>
                  </a:lnTo>
                  <a:lnTo>
                    <a:pt x="3360" y="62014"/>
                  </a:lnTo>
                  <a:lnTo>
                    <a:pt x="5156" y="58930"/>
                  </a:lnTo>
                  <a:lnTo>
                    <a:pt x="8288" y="55509"/>
                  </a:lnTo>
                  <a:lnTo>
                    <a:pt x="11918" y="51170"/>
                  </a:lnTo>
                  <a:lnTo>
                    <a:pt x="12583" y="48322"/>
                  </a:lnTo>
                  <a:lnTo>
                    <a:pt x="12990" y="44171"/>
                  </a:lnTo>
                  <a:lnTo>
                    <a:pt x="19599" y="40473"/>
                  </a:lnTo>
                  <a:lnTo>
                    <a:pt x="26921" y="36361"/>
                  </a:lnTo>
                  <a:lnTo>
                    <a:pt x="34459" y="32149"/>
                  </a:lnTo>
                  <a:lnTo>
                    <a:pt x="36026" y="32160"/>
                  </a:lnTo>
                  <a:lnTo>
                    <a:pt x="37148" y="32168"/>
                  </a:lnTo>
                  <a:lnTo>
                    <a:pt x="40646" y="27369"/>
                  </a:lnTo>
                  <a:lnTo>
                    <a:pt x="47877" y="23884"/>
                  </a:lnTo>
                  <a:lnTo>
                    <a:pt x="50890" y="22429"/>
                  </a:lnTo>
                  <a:lnTo>
                    <a:pt x="55918" y="19409"/>
                  </a:lnTo>
                  <a:lnTo>
                    <a:pt x="58605" y="16590"/>
                  </a:lnTo>
                  <a:lnTo>
                    <a:pt x="62732" y="16048"/>
                  </a:lnTo>
                  <a:lnTo>
                    <a:pt x="65559" y="15675"/>
                  </a:lnTo>
                  <a:lnTo>
                    <a:pt x="66837" y="15506"/>
                  </a:lnTo>
                  <a:lnTo>
                    <a:pt x="72413" y="14461"/>
                  </a:lnTo>
                  <a:lnTo>
                    <a:pt x="80150" y="13002"/>
                  </a:lnTo>
                  <a:lnTo>
                    <a:pt x="84800" y="12120"/>
                  </a:lnTo>
                  <a:lnTo>
                    <a:pt x="89753" y="11266"/>
                  </a:lnTo>
                  <a:lnTo>
                    <a:pt x="96442" y="10106"/>
                  </a:lnTo>
                  <a:lnTo>
                    <a:pt x="103927" y="8798"/>
                  </a:lnTo>
                  <a:lnTo>
                    <a:pt x="123209" y="5384"/>
                  </a:lnTo>
                  <a:lnTo>
                    <a:pt x="132144" y="3891"/>
                  </a:lnTo>
                  <a:lnTo>
                    <a:pt x="134931" y="3422"/>
                  </a:lnTo>
                  <a:lnTo>
                    <a:pt x="155040" y="0"/>
                  </a:lnTo>
                  <a:lnTo>
                    <a:pt x="155124" y="204"/>
                  </a:lnTo>
                  <a:lnTo>
                    <a:pt x="155940" y="2197"/>
                  </a:lnTo>
                  <a:lnTo>
                    <a:pt x="155332" y="6783"/>
                  </a:lnTo>
                  <a:lnTo>
                    <a:pt x="156990" y="8967"/>
                  </a:lnTo>
                  <a:lnTo>
                    <a:pt x="163304" y="1859"/>
                  </a:lnTo>
                  <a:lnTo>
                    <a:pt x="165886" y="4170"/>
                  </a:lnTo>
                  <a:lnTo>
                    <a:pt x="171779" y="9439"/>
                  </a:lnTo>
                  <a:lnTo>
                    <a:pt x="177038" y="14131"/>
                  </a:lnTo>
                  <a:lnTo>
                    <a:pt x="177996" y="23993"/>
                  </a:lnTo>
                  <a:lnTo>
                    <a:pt x="194560" y="20682"/>
                  </a:lnTo>
                  <a:lnTo>
                    <a:pt x="211449" y="17014"/>
                  </a:lnTo>
                  <a:lnTo>
                    <a:pt x="228521" y="13254"/>
                  </a:lnTo>
                  <a:lnTo>
                    <a:pt x="239004" y="10870"/>
                  </a:lnTo>
                  <a:lnTo>
                    <a:pt x="239194" y="10826"/>
                  </a:lnTo>
                  <a:lnTo>
                    <a:pt x="255398" y="7100"/>
                  </a:lnTo>
                  <a:lnTo>
                    <a:pt x="256632" y="6814"/>
                  </a:lnTo>
                  <a:lnTo>
                    <a:pt x="274833" y="18094"/>
                  </a:lnTo>
                  <a:lnTo>
                    <a:pt x="275816" y="18701"/>
                  </a:lnTo>
                  <a:lnTo>
                    <a:pt x="283672" y="23543"/>
                  </a:lnTo>
                  <a:lnTo>
                    <a:pt x="305254" y="37487"/>
                  </a:lnTo>
                  <a:lnTo>
                    <a:pt x="308473" y="39557"/>
                  </a:lnTo>
                  <a:lnTo>
                    <a:pt x="330879" y="53592"/>
                  </a:lnTo>
                  <a:lnTo>
                    <a:pt x="344817" y="62313"/>
                  </a:lnTo>
                  <a:lnTo>
                    <a:pt x="347849" y="64203"/>
                  </a:lnTo>
                  <a:lnTo>
                    <a:pt x="354369" y="68347"/>
                  </a:lnTo>
                  <a:lnTo>
                    <a:pt x="345808" y="73618"/>
                  </a:lnTo>
                  <a:lnTo>
                    <a:pt x="339696" y="79651"/>
                  </a:lnTo>
                  <a:lnTo>
                    <a:pt x="334563" y="86670"/>
                  </a:lnTo>
                  <a:lnTo>
                    <a:pt x="330534" y="93668"/>
                  </a:lnTo>
                  <a:lnTo>
                    <a:pt x="327797" y="100450"/>
                  </a:lnTo>
                  <a:lnTo>
                    <a:pt x="326191" y="104418"/>
                  </a:lnTo>
                  <a:lnTo>
                    <a:pt x="323176" y="109684"/>
                  </a:lnTo>
                  <a:lnTo>
                    <a:pt x="321095" y="117434"/>
                  </a:lnTo>
                  <a:lnTo>
                    <a:pt x="320642" y="124482"/>
                  </a:lnTo>
                  <a:lnTo>
                    <a:pt x="321038" y="132460"/>
                  </a:lnTo>
                  <a:lnTo>
                    <a:pt x="322210" y="135003"/>
                  </a:lnTo>
                  <a:lnTo>
                    <a:pt x="320114" y="140145"/>
                  </a:lnTo>
                  <a:lnTo>
                    <a:pt x="316586" y="144243"/>
                  </a:lnTo>
                  <a:lnTo>
                    <a:pt x="315563" y="145429"/>
                  </a:lnTo>
                  <a:lnTo>
                    <a:pt x="313208" y="147807"/>
                  </a:lnTo>
                  <a:lnTo>
                    <a:pt x="313280" y="151373"/>
                  </a:lnTo>
                  <a:lnTo>
                    <a:pt x="312625" y="155483"/>
                  </a:lnTo>
                  <a:lnTo>
                    <a:pt x="307947" y="155889"/>
                  </a:lnTo>
                  <a:lnTo>
                    <a:pt x="303925" y="158137"/>
                  </a:lnTo>
                  <a:lnTo>
                    <a:pt x="300518" y="155902"/>
                  </a:lnTo>
                  <a:lnTo>
                    <a:pt x="296900" y="159407"/>
                  </a:lnTo>
                  <a:lnTo>
                    <a:pt x="295685" y="162794"/>
                  </a:lnTo>
                  <a:lnTo>
                    <a:pt x="299153" y="166052"/>
                  </a:lnTo>
                  <a:lnTo>
                    <a:pt x="297428" y="169055"/>
                  </a:lnTo>
                  <a:lnTo>
                    <a:pt x="291603" y="174797"/>
                  </a:lnTo>
                  <a:lnTo>
                    <a:pt x="290182" y="179152"/>
                  </a:lnTo>
                  <a:lnTo>
                    <a:pt x="284335" y="184155"/>
                  </a:lnTo>
                  <a:lnTo>
                    <a:pt x="281319" y="187730"/>
                  </a:lnTo>
                  <a:lnTo>
                    <a:pt x="281043" y="192346"/>
                  </a:lnTo>
                  <a:lnTo>
                    <a:pt x="275863" y="197626"/>
                  </a:lnTo>
                  <a:lnTo>
                    <a:pt x="274153" y="201088"/>
                  </a:lnTo>
                  <a:lnTo>
                    <a:pt x="268728" y="202624"/>
                  </a:lnTo>
                  <a:lnTo>
                    <a:pt x="264049" y="205982"/>
                  </a:lnTo>
                  <a:lnTo>
                    <a:pt x="261616" y="209412"/>
                  </a:lnTo>
                  <a:lnTo>
                    <a:pt x="257853" y="211724"/>
                  </a:lnTo>
                  <a:lnTo>
                    <a:pt x="257501" y="212100"/>
                  </a:lnTo>
                  <a:lnTo>
                    <a:pt x="252164" y="217789"/>
                  </a:lnTo>
                  <a:lnTo>
                    <a:pt x="246889" y="219713"/>
                  </a:lnTo>
                  <a:lnTo>
                    <a:pt x="242709" y="218525"/>
                  </a:lnTo>
                  <a:lnTo>
                    <a:pt x="242445" y="219663"/>
                  </a:lnTo>
                  <a:lnTo>
                    <a:pt x="241949" y="221792"/>
                  </a:lnTo>
                  <a:lnTo>
                    <a:pt x="244789" y="225687"/>
                  </a:lnTo>
                  <a:lnTo>
                    <a:pt x="247074" y="228305"/>
                  </a:lnTo>
                  <a:lnTo>
                    <a:pt x="246420" y="232843"/>
                  </a:lnTo>
                  <a:lnTo>
                    <a:pt x="241031" y="237651"/>
                  </a:lnTo>
                  <a:lnTo>
                    <a:pt x="237153" y="239767"/>
                  </a:lnTo>
                  <a:lnTo>
                    <a:pt x="233349" y="239039"/>
                  </a:lnTo>
                  <a:lnTo>
                    <a:pt x="227720" y="237274"/>
                  </a:lnTo>
                  <a:lnTo>
                    <a:pt x="224576" y="240970"/>
                  </a:lnTo>
                  <a:lnTo>
                    <a:pt x="227860" y="242629"/>
                  </a:lnTo>
                  <a:lnTo>
                    <a:pt x="232879" y="245863"/>
                  </a:lnTo>
                  <a:lnTo>
                    <a:pt x="230069" y="251578"/>
                  </a:lnTo>
                  <a:lnTo>
                    <a:pt x="224350" y="257449"/>
                  </a:lnTo>
                  <a:lnTo>
                    <a:pt x="221177" y="259091"/>
                  </a:lnTo>
                  <a:lnTo>
                    <a:pt x="220907" y="261047"/>
                  </a:lnTo>
                  <a:lnTo>
                    <a:pt x="220343" y="265117"/>
                  </a:lnTo>
                  <a:lnTo>
                    <a:pt x="215766" y="264078"/>
                  </a:lnTo>
                  <a:lnTo>
                    <a:pt x="210431" y="261405"/>
                  </a:lnTo>
                  <a:lnTo>
                    <a:pt x="208429" y="263357"/>
                  </a:lnTo>
                  <a:lnTo>
                    <a:pt x="202505" y="262121"/>
                  </a:lnTo>
                  <a:lnTo>
                    <a:pt x="200993" y="256726"/>
                  </a:lnTo>
                  <a:lnTo>
                    <a:pt x="198107" y="252889"/>
                  </a:lnTo>
                  <a:lnTo>
                    <a:pt x="197500" y="252083"/>
                  </a:lnTo>
                  <a:lnTo>
                    <a:pt x="198695" y="248348"/>
                  </a:lnTo>
                  <a:lnTo>
                    <a:pt x="197347" y="243403"/>
                  </a:lnTo>
                  <a:lnTo>
                    <a:pt x="193580" y="239757"/>
                  </a:lnTo>
                  <a:lnTo>
                    <a:pt x="191583" y="237822"/>
                  </a:lnTo>
                  <a:lnTo>
                    <a:pt x="190688" y="233214"/>
                  </a:lnTo>
                  <a:lnTo>
                    <a:pt x="183580" y="227718"/>
                  </a:lnTo>
                  <a:lnTo>
                    <a:pt x="182859" y="227615"/>
                  </a:lnTo>
                  <a:lnTo>
                    <a:pt x="179412" y="227121"/>
                  </a:lnTo>
                  <a:lnTo>
                    <a:pt x="174588" y="224814"/>
                  </a:lnTo>
                  <a:lnTo>
                    <a:pt x="173742" y="224409"/>
                  </a:lnTo>
                  <a:lnTo>
                    <a:pt x="173178" y="220238"/>
                  </a:lnTo>
                  <a:lnTo>
                    <a:pt x="170389" y="213182"/>
                  </a:lnTo>
                  <a:lnTo>
                    <a:pt x="170270" y="212744"/>
                  </a:lnTo>
                  <a:lnTo>
                    <a:pt x="168274" y="205387"/>
                  </a:lnTo>
                  <a:lnTo>
                    <a:pt x="164038" y="200357"/>
                  </a:lnTo>
                  <a:lnTo>
                    <a:pt x="160721" y="196976"/>
                  </a:lnTo>
                  <a:lnTo>
                    <a:pt x="159350" y="190876"/>
                  </a:lnTo>
                  <a:lnTo>
                    <a:pt x="155853" y="189025"/>
                  </a:lnTo>
                  <a:lnTo>
                    <a:pt x="151044" y="186475"/>
                  </a:lnTo>
                  <a:lnTo>
                    <a:pt x="149941" y="186302"/>
                  </a:lnTo>
                  <a:lnTo>
                    <a:pt x="146666" y="185785"/>
                  </a:lnTo>
                  <a:lnTo>
                    <a:pt x="138932" y="183145"/>
                  </a:lnTo>
                  <a:lnTo>
                    <a:pt x="137648" y="179328"/>
                  </a:lnTo>
                  <a:lnTo>
                    <a:pt x="137468" y="178795"/>
                  </a:lnTo>
                  <a:lnTo>
                    <a:pt x="130895" y="176816"/>
                  </a:lnTo>
                  <a:lnTo>
                    <a:pt x="130807" y="176342"/>
                  </a:lnTo>
                  <a:lnTo>
                    <a:pt x="129900" y="171466"/>
                  </a:lnTo>
                  <a:lnTo>
                    <a:pt x="123050" y="169399"/>
                  </a:lnTo>
                  <a:lnTo>
                    <a:pt x="122847" y="163418"/>
                  </a:lnTo>
                  <a:lnTo>
                    <a:pt x="121544" y="159024"/>
                  </a:lnTo>
                  <a:lnTo>
                    <a:pt x="116415" y="157331"/>
                  </a:lnTo>
                  <a:lnTo>
                    <a:pt x="114012" y="154727"/>
                  </a:lnTo>
                  <a:lnTo>
                    <a:pt x="112920" y="153543"/>
                  </a:lnTo>
                  <a:lnTo>
                    <a:pt x="106524" y="150378"/>
                  </a:lnTo>
                  <a:lnTo>
                    <a:pt x="105887" y="150312"/>
                  </a:lnTo>
                  <a:lnTo>
                    <a:pt x="102307" y="149940"/>
                  </a:lnTo>
                  <a:lnTo>
                    <a:pt x="98844" y="146474"/>
                  </a:lnTo>
                  <a:lnTo>
                    <a:pt x="97199" y="144125"/>
                  </a:lnTo>
                  <a:lnTo>
                    <a:pt x="94847" y="140766"/>
                  </a:lnTo>
                  <a:lnTo>
                    <a:pt x="87319" y="134383"/>
                  </a:lnTo>
                  <a:lnTo>
                    <a:pt x="78967" y="131943"/>
                  </a:lnTo>
                  <a:lnTo>
                    <a:pt x="72022" y="127148"/>
                  </a:lnTo>
                  <a:lnTo>
                    <a:pt x="68766" y="127081"/>
                  </a:lnTo>
                  <a:lnTo>
                    <a:pt x="68148" y="126208"/>
                  </a:lnTo>
                  <a:lnTo>
                    <a:pt x="65257" y="122118"/>
                  </a:lnTo>
                  <a:lnTo>
                    <a:pt x="64959" y="121777"/>
                  </a:lnTo>
                  <a:lnTo>
                    <a:pt x="60481" y="116645"/>
                  </a:lnTo>
                  <a:lnTo>
                    <a:pt x="54262" y="111959"/>
                  </a:lnTo>
                  <a:lnTo>
                    <a:pt x="51729" y="106463"/>
                  </a:lnTo>
                  <a:lnTo>
                    <a:pt x="50622" y="104061"/>
                  </a:lnTo>
                  <a:lnTo>
                    <a:pt x="47828" y="100748"/>
                  </a:lnTo>
                  <a:lnTo>
                    <a:pt x="47293" y="100113"/>
                  </a:lnTo>
                  <a:lnTo>
                    <a:pt x="43252" y="95386"/>
                  </a:lnTo>
                  <a:lnTo>
                    <a:pt x="41288" y="92133"/>
                  </a:lnTo>
                  <a:lnTo>
                    <a:pt x="37897" y="86414"/>
                  </a:lnTo>
                  <a:lnTo>
                    <a:pt x="34062" y="86283"/>
                  </a:lnTo>
                  <a:lnTo>
                    <a:pt x="29560" y="87996"/>
                  </a:lnTo>
                  <a:lnTo>
                    <a:pt x="29306" y="88093"/>
                  </a:lnTo>
                  <a:lnTo>
                    <a:pt x="25216" y="87071"/>
                  </a:lnTo>
                  <a:lnTo>
                    <a:pt x="25026" y="86949"/>
                  </a:lnTo>
                  <a:lnTo>
                    <a:pt x="21181" y="84471"/>
                  </a:lnTo>
                  <a:lnTo>
                    <a:pt x="20663" y="84049"/>
                  </a:lnTo>
                  <a:lnTo>
                    <a:pt x="16214" y="80413"/>
                  </a:lnTo>
                  <a:lnTo>
                    <a:pt x="11153" y="79493"/>
                  </a:lnTo>
                  <a:lnTo>
                    <a:pt x="6614" y="77289"/>
                  </a:lnTo>
                  <a:lnTo>
                    <a:pt x="1749" y="74946"/>
                  </a:lnTo>
                  <a:lnTo>
                    <a:pt x="1587" y="74592"/>
                  </a:lnTo>
                  <a:lnTo>
                    <a:pt x="436" y="720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898964" y="2888708"/>
              <a:ext cx="489182" cy="304687"/>
            </a:xfrm>
            <a:custGeom>
              <a:avLst/>
              <a:pathLst>
                <a:path w="489182" h="304687">
                  <a:moveTo>
                    <a:pt x="8351" y="82926"/>
                  </a:moveTo>
                  <a:lnTo>
                    <a:pt x="9504" y="82888"/>
                  </a:lnTo>
                  <a:lnTo>
                    <a:pt x="10004" y="71816"/>
                  </a:lnTo>
                  <a:lnTo>
                    <a:pt x="10379" y="64121"/>
                  </a:lnTo>
                  <a:lnTo>
                    <a:pt x="10905" y="53350"/>
                  </a:lnTo>
                  <a:lnTo>
                    <a:pt x="11499" y="39793"/>
                  </a:lnTo>
                  <a:lnTo>
                    <a:pt x="11784" y="33917"/>
                  </a:lnTo>
                  <a:lnTo>
                    <a:pt x="12590" y="17103"/>
                  </a:lnTo>
                  <a:lnTo>
                    <a:pt x="13024" y="7059"/>
                  </a:lnTo>
                  <a:lnTo>
                    <a:pt x="13079" y="5547"/>
                  </a:lnTo>
                  <a:lnTo>
                    <a:pt x="13280" y="0"/>
                  </a:lnTo>
                  <a:lnTo>
                    <a:pt x="36679" y="1124"/>
                  </a:lnTo>
                  <a:lnTo>
                    <a:pt x="50426" y="1725"/>
                  </a:lnTo>
                  <a:lnTo>
                    <a:pt x="63598" y="2276"/>
                  </a:lnTo>
                  <a:lnTo>
                    <a:pt x="77179" y="2807"/>
                  </a:lnTo>
                  <a:lnTo>
                    <a:pt x="80416" y="2928"/>
                  </a:lnTo>
                  <a:lnTo>
                    <a:pt x="84179" y="3066"/>
                  </a:lnTo>
                  <a:lnTo>
                    <a:pt x="94855" y="3436"/>
                  </a:lnTo>
                  <a:lnTo>
                    <a:pt x="104225" y="3746"/>
                  </a:lnTo>
                  <a:lnTo>
                    <a:pt x="117785" y="4174"/>
                  </a:lnTo>
                  <a:lnTo>
                    <a:pt x="132439" y="4594"/>
                  </a:lnTo>
                  <a:lnTo>
                    <a:pt x="137848" y="4736"/>
                  </a:lnTo>
                  <a:lnTo>
                    <a:pt x="150279" y="5041"/>
                  </a:lnTo>
                  <a:lnTo>
                    <a:pt x="164733" y="5367"/>
                  </a:lnTo>
                  <a:lnTo>
                    <a:pt x="176426" y="5579"/>
                  </a:lnTo>
                  <a:lnTo>
                    <a:pt x="192169" y="5830"/>
                  </a:lnTo>
                  <a:lnTo>
                    <a:pt x="213168" y="6092"/>
                  </a:lnTo>
                  <a:lnTo>
                    <a:pt x="228416" y="6222"/>
                  </a:lnTo>
                  <a:lnTo>
                    <a:pt x="229174" y="6229"/>
                  </a:lnTo>
                  <a:lnTo>
                    <a:pt x="241677" y="6322"/>
                  </a:lnTo>
                  <a:lnTo>
                    <a:pt x="250330" y="6415"/>
                  </a:lnTo>
                  <a:lnTo>
                    <a:pt x="266902" y="6490"/>
                  </a:lnTo>
                  <a:lnTo>
                    <a:pt x="276771" y="6532"/>
                  </a:lnTo>
                  <a:lnTo>
                    <a:pt x="283284" y="6488"/>
                  </a:lnTo>
                  <a:lnTo>
                    <a:pt x="290651" y="6512"/>
                  </a:lnTo>
                  <a:lnTo>
                    <a:pt x="299503" y="6453"/>
                  </a:lnTo>
                  <a:lnTo>
                    <a:pt x="314860" y="6315"/>
                  </a:lnTo>
                  <a:lnTo>
                    <a:pt x="320174" y="6273"/>
                  </a:lnTo>
                  <a:lnTo>
                    <a:pt x="337310" y="6143"/>
                  </a:lnTo>
                  <a:lnTo>
                    <a:pt x="343341" y="6083"/>
                  </a:lnTo>
                  <a:lnTo>
                    <a:pt x="356189" y="5999"/>
                  </a:lnTo>
                  <a:lnTo>
                    <a:pt x="377143" y="5571"/>
                  </a:lnTo>
                  <a:lnTo>
                    <a:pt x="380944" y="5493"/>
                  </a:lnTo>
                  <a:lnTo>
                    <a:pt x="382731" y="5455"/>
                  </a:lnTo>
                  <a:lnTo>
                    <a:pt x="395018" y="5180"/>
                  </a:lnTo>
                  <a:lnTo>
                    <a:pt x="409296" y="4777"/>
                  </a:lnTo>
                  <a:lnTo>
                    <a:pt x="428433" y="4122"/>
                  </a:lnTo>
                  <a:lnTo>
                    <a:pt x="437333" y="3792"/>
                  </a:lnTo>
                  <a:lnTo>
                    <a:pt x="468892" y="2601"/>
                  </a:lnTo>
                  <a:lnTo>
                    <a:pt x="468630" y="8172"/>
                  </a:lnTo>
                  <a:lnTo>
                    <a:pt x="467909" y="13062"/>
                  </a:lnTo>
                  <a:lnTo>
                    <a:pt x="465391" y="16263"/>
                  </a:lnTo>
                  <a:lnTo>
                    <a:pt x="462996" y="20644"/>
                  </a:lnTo>
                  <a:lnTo>
                    <a:pt x="458681" y="23517"/>
                  </a:lnTo>
                  <a:lnTo>
                    <a:pt x="453889" y="27866"/>
                  </a:lnTo>
                  <a:lnTo>
                    <a:pt x="452451" y="30970"/>
                  </a:lnTo>
                  <a:lnTo>
                    <a:pt x="453008" y="33176"/>
                  </a:lnTo>
                  <a:lnTo>
                    <a:pt x="453558" y="33845"/>
                  </a:lnTo>
                  <a:lnTo>
                    <a:pt x="457064" y="38105"/>
                  </a:lnTo>
                  <a:lnTo>
                    <a:pt x="459629" y="43023"/>
                  </a:lnTo>
                  <a:lnTo>
                    <a:pt x="461725" y="46603"/>
                  </a:lnTo>
                  <a:lnTo>
                    <a:pt x="463992" y="48853"/>
                  </a:lnTo>
                  <a:lnTo>
                    <a:pt x="467546" y="48892"/>
                  </a:lnTo>
                  <a:lnTo>
                    <a:pt x="471043" y="50674"/>
                  </a:lnTo>
                  <a:lnTo>
                    <a:pt x="473563" y="51483"/>
                  </a:lnTo>
                  <a:lnTo>
                    <a:pt x="476087" y="53950"/>
                  </a:lnTo>
                  <a:lnTo>
                    <a:pt x="476929" y="55621"/>
                  </a:lnTo>
                  <a:lnTo>
                    <a:pt x="477759" y="57268"/>
                  </a:lnTo>
                  <a:lnTo>
                    <a:pt x="477922" y="60656"/>
                  </a:lnTo>
                  <a:lnTo>
                    <a:pt x="479146" y="86176"/>
                  </a:lnTo>
                  <a:lnTo>
                    <a:pt x="479866" y="101214"/>
                  </a:lnTo>
                  <a:lnTo>
                    <a:pt x="480595" y="116463"/>
                  </a:lnTo>
                  <a:lnTo>
                    <a:pt x="480962" y="124139"/>
                  </a:lnTo>
                  <a:lnTo>
                    <a:pt x="481727" y="140200"/>
                  </a:lnTo>
                  <a:lnTo>
                    <a:pt x="482334" y="154504"/>
                  </a:lnTo>
                  <a:lnTo>
                    <a:pt x="483619" y="184907"/>
                  </a:lnTo>
                  <a:lnTo>
                    <a:pt x="484714" y="210927"/>
                  </a:lnTo>
                  <a:lnTo>
                    <a:pt x="484912" y="215471"/>
                  </a:lnTo>
                  <a:lnTo>
                    <a:pt x="475665" y="215860"/>
                  </a:lnTo>
                  <a:lnTo>
                    <a:pt x="476686" y="218522"/>
                  </a:lnTo>
                  <a:lnTo>
                    <a:pt x="476201" y="221652"/>
                  </a:lnTo>
                  <a:lnTo>
                    <a:pt x="480998" y="225704"/>
                  </a:lnTo>
                  <a:lnTo>
                    <a:pt x="480967" y="229075"/>
                  </a:lnTo>
                  <a:lnTo>
                    <a:pt x="480752" y="233222"/>
                  </a:lnTo>
                  <a:lnTo>
                    <a:pt x="477699" y="234135"/>
                  </a:lnTo>
                  <a:lnTo>
                    <a:pt x="479082" y="237018"/>
                  </a:lnTo>
                  <a:lnTo>
                    <a:pt x="479506" y="237901"/>
                  </a:lnTo>
                  <a:lnTo>
                    <a:pt x="481571" y="240122"/>
                  </a:lnTo>
                  <a:lnTo>
                    <a:pt x="484537" y="239986"/>
                  </a:lnTo>
                  <a:lnTo>
                    <a:pt x="485894" y="246742"/>
                  </a:lnTo>
                  <a:lnTo>
                    <a:pt x="487251" y="249265"/>
                  </a:lnTo>
                  <a:lnTo>
                    <a:pt x="486553" y="252046"/>
                  </a:lnTo>
                  <a:lnTo>
                    <a:pt x="486218" y="253376"/>
                  </a:lnTo>
                  <a:lnTo>
                    <a:pt x="482906" y="255941"/>
                  </a:lnTo>
                  <a:lnTo>
                    <a:pt x="484244" y="258939"/>
                  </a:lnTo>
                  <a:lnTo>
                    <a:pt x="482581" y="261417"/>
                  </a:lnTo>
                  <a:lnTo>
                    <a:pt x="483925" y="262960"/>
                  </a:lnTo>
                  <a:lnTo>
                    <a:pt x="481408" y="266296"/>
                  </a:lnTo>
                  <a:lnTo>
                    <a:pt x="481537" y="267517"/>
                  </a:lnTo>
                  <a:lnTo>
                    <a:pt x="481815" y="270146"/>
                  </a:lnTo>
                  <a:lnTo>
                    <a:pt x="479426" y="274704"/>
                  </a:lnTo>
                  <a:lnTo>
                    <a:pt x="476777" y="279058"/>
                  </a:lnTo>
                  <a:lnTo>
                    <a:pt x="476786" y="283771"/>
                  </a:lnTo>
                  <a:lnTo>
                    <a:pt x="479048" y="286958"/>
                  </a:lnTo>
                  <a:lnTo>
                    <a:pt x="483390" y="290888"/>
                  </a:lnTo>
                  <a:lnTo>
                    <a:pt x="486694" y="297750"/>
                  </a:lnTo>
                  <a:lnTo>
                    <a:pt x="486911" y="298200"/>
                  </a:lnTo>
                  <a:lnTo>
                    <a:pt x="486021" y="301641"/>
                  </a:lnTo>
                  <a:lnTo>
                    <a:pt x="487050" y="302271"/>
                  </a:lnTo>
                  <a:lnTo>
                    <a:pt x="489182" y="303841"/>
                  </a:lnTo>
                  <a:lnTo>
                    <a:pt x="485609" y="304687"/>
                  </a:lnTo>
                  <a:lnTo>
                    <a:pt x="483971" y="302346"/>
                  </a:lnTo>
                  <a:lnTo>
                    <a:pt x="478414" y="302943"/>
                  </a:lnTo>
                  <a:lnTo>
                    <a:pt x="477278" y="301148"/>
                  </a:lnTo>
                  <a:lnTo>
                    <a:pt x="475153" y="297786"/>
                  </a:lnTo>
                  <a:lnTo>
                    <a:pt x="471766" y="294651"/>
                  </a:lnTo>
                  <a:lnTo>
                    <a:pt x="472326" y="289771"/>
                  </a:lnTo>
                  <a:lnTo>
                    <a:pt x="467128" y="289641"/>
                  </a:lnTo>
                  <a:lnTo>
                    <a:pt x="465497" y="286568"/>
                  </a:lnTo>
                  <a:lnTo>
                    <a:pt x="465123" y="286416"/>
                  </a:lnTo>
                  <a:lnTo>
                    <a:pt x="458618" y="283762"/>
                  </a:lnTo>
                  <a:lnTo>
                    <a:pt x="454862" y="284715"/>
                  </a:lnTo>
                  <a:lnTo>
                    <a:pt x="451549" y="282032"/>
                  </a:lnTo>
                  <a:lnTo>
                    <a:pt x="450938" y="281537"/>
                  </a:lnTo>
                  <a:lnTo>
                    <a:pt x="444064" y="280950"/>
                  </a:lnTo>
                  <a:lnTo>
                    <a:pt x="441837" y="279302"/>
                  </a:lnTo>
                  <a:lnTo>
                    <a:pt x="438613" y="276912"/>
                  </a:lnTo>
                  <a:lnTo>
                    <a:pt x="436981" y="274075"/>
                  </a:lnTo>
                  <a:lnTo>
                    <a:pt x="432824" y="273116"/>
                  </a:lnTo>
                  <a:lnTo>
                    <a:pt x="430342" y="274055"/>
                  </a:lnTo>
                  <a:lnTo>
                    <a:pt x="425443" y="273332"/>
                  </a:lnTo>
                  <a:lnTo>
                    <a:pt x="423243" y="275143"/>
                  </a:lnTo>
                  <a:lnTo>
                    <a:pt x="421130" y="274861"/>
                  </a:lnTo>
                  <a:lnTo>
                    <a:pt x="419128" y="274594"/>
                  </a:lnTo>
                  <a:lnTo>
                    <a:pt x="413774" y="274537"/>
                  </a:lnTo>
                  <a:lnTo>
                    <a:pt x="411462" y="274992"/>
                  </a:lnTo>
                  <a:lnTo>
                    <a:pt x="407270" y="275813"/>
                  </a:lnTo>
                  <a:lnTo>
                    <a:pt x="400795" y="274746"/>
                  </a:lnTo>
                  <a:lnTo>
                    <a:pt x="397145" y="274222"/>
                  </a:lnTo>
                  <a:lnTo>
                    <a:pt x="395957" y="275342"/>
                  </a:lnTo>
                  <a:lnTo>
                    <a:pt x="394270" y="280100"/>
                  </a:lnTo>
                  <a:lnTo>
                    <a:pt x="391432" y="282735"/>
                  </a:lnTo>
                  <a:lnTo>
                    <a:pt x="385985" y="283343"/>
                  </a:lnTo>
                  <a:lnTo>
                    <a:pt x="381417" y="279572"/>
                  </a:lnTo>
                  <a:lnTo>
                    <a:pt x="378569" y="276873"/>
                  </a:lnTo>
                  <a:lnTo>
                    <a:pt x="378276" y="276780"/>
                  </a:lnTo>
                  <a:lnTo>
                    <a:pt x="373143" y="275142"/>
                  </a:lnTo>
                  <a:lnTo>
                    <a:pt x="370031" y="273995"/>
                  </a:lnTo>
                  <a:lnTo>
                    <a:pt x="368201" y="273026"/>
                  </a:lnTo>
                  <a:lnTo>
                    <a:pt x="363124" y="270332"/>
                  </a:lnTo>
                  <a:lnTo>
                    <a:pt x="360023" y="269444"/>
                  </a:lnTo>
                  <a:lnTo>
                    <a:pt x="357120" y="266493"/>
                  </a:lnTo>
                  <a:lnTo>
                    <a:pt x="355806" y="263449"/>
                  </a:lnTo>
                  <a:lnTo>
                    <a:pt x="333417" y="263839"/>
                  </a:lnTo>
                  <a:lnTo>
                    <a:pt x="307371" y="264144"/>
                  </a:lnTo>
                  <a:lnTo>
                    <a:pt x="289454" y="264279"/>
                  </a:lnTo>
                  <a:lnTo>
                    <a:pt x="269205" y="264357"/>
                  </a:lnTo>
                  <a:lnTo>
                    <a:pt x="246880" y="264368"/>
                  </a:lnTo>
                  <a:lnTo>
                    <a:pt x="195485" y="264030"/>
                  </a:lnTo>
                  <a:lnTo>
                    <a:pt x="180903" y="263802"/>
                  </a:lnTo>
                  <a:lnTo>
                    <a:pt x="126158" y="262581"/>
                  </a:lnTo>
                  <a:lnTo>
                    <a:pt x="105273" y="261965"/>
                  </a:lnTo>
                  <a:lnTo>
                    <a:pt x="80716" y="261147"/>
                  </a:lnTo>
                  <a:lnTo>
                    <a:pt x="67366" y="260654"/>
                  </a:lnTo>
                  <a:lnTo>
                    <a:pt x="36926" y="259403"/>
                  </a:lnTo>
                  <a:lnTo>
                    <a:pt x="35071" y="259324"/>
                  </a:lnTo>
                  <a:lnTo>
                    <a:pt x="0" y="257716"/>
                  </a:lnTo>
                  <a:lnTo>
                    <a:pt x="1188" y="232401"/>
                  </a:lnTo>
                  <a:lnTo>
                    <a:pt x="1943" y="215943"/>
                  </a:lnTo>
                  <a:lnTo>
                    <a:pt x="2046" y="213710"/>
                  </a:lnTo>
                  <a:lnTo>
                    <a:pt x="2268" y="208871"/>
                  </a:lnTo>
                  <a:lnTo>
                    <a:pt x="3510" y="183061"/>
                  </a:lnTo>
                  <a:lnTo>
                    <a:pt x="4759" y="157888"/>
                  </a:lnTo>
                  <a:lnTo>
                    <a:pt x="4930" y="154448"/>
                  </a:lnTo>
                  <a:lnTo>
                    <a:pt x="5233" y="148356"/>
                  </a:lnTo>
                  <a:lnTo>
                    <a:pt x="6610" y="120258"/>
                  </a:lnTo>
                  <a:lnTo>
                    <a:pt x="7128" y="1097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266937" y="3860463"/>
              <a:ext cx="585877" cy="242223"/>
            </a:xfrm>
            <a:custGeom>
              <a:avLst/>
              <a:pathLst>
                <a:path w="585877" h="242223">
                  <a:moveTo>
                    <a:pt x="314" y="239274"/>
                  </a:moveTo>
                  <a:lnTo>
                    <a:pt x="2738" y="237982"/>
                  </a:lnTo>
                  <a:lnTo>
                    <a:pt x="7509" y="236509"/>
                  </a:lnTo>
                  <a:lnTo>
                    <a:pt x="8260" y="232842"/>
                  </a:lnTo>
                  <a:lnTo>
                    <a:pt x="9437" y="229410"/>
                  </a:lnTo>
                  <a:lnTo>
                    <a:pt x="14488" y="229745"/>
                  </a:lnTo>
                  <a:lnTo>
                    <a:pt x="13405" y="225807"/>
                  </a:lnTo>
                  <a:lnTo>
                    <a:pt x="13508" y="222378"/>
                  </a:lnTo>
                  <a:lnTo>
                    <a:pt x="12742" y="218357"/>
                  </a:lnTo>
                  <a:lnTo>
                    <a:pt x="7626" y="216792"/>
                  </a:lnTo>
                  <a:lnTo>
                    <a:pt x="10533" y="213815"/>
                  </a:lnTo>
                  <a:lnTo>
                    <a:pt x="12402" y="208423"/>
                  </a:lnTo>
                  <a:lnTo>
                    <a:pt x="10217" y="204553"/>
                  </a:lnTo>
                  <a:lnTo>
                    <a:pt x="13075" y="203059"/>
                  </a:lnTo>
                  <a:lnTo>
                    <a:pt x="14941" y="203530"/>
                  </a:lnTo>
                  <a:lnTo>
                    <a:pt x="16198" y="199687"/>
                  </a:lnTo>
                  <a:lnTo>
                    <a:pt x="14146" y="196483"/>
                  </a:lnTo>
                  <a:lnTo>
                    <a:pt x="14221" y="191736"/>
                  </a:lnTo>
                  <a:lnTo>
                    <a:pt x="19913" y="191817"/>
                  </a:lnTo>
                  <a:lnTo>
                    <a:pt x="20711" y="190082"/>
                  </a:lnTo>
                  <a:lnTo>
                    <a:pt x="21128" y="185843"/>
                  </a:lnTo>
                  <a:lnTo>
                    <a:pt x="24912" y="183732"/>
                  </a:lnTo>
                  <a:lnTo>
                    <a:pt x="23096" y="181815"/>
                  </a:lnTo>
                  <a:lnTo>
                    <a:pt x="18590" y="178429"/>
                  </a:lnTo>
                  <a:lnTo>
                    <a:pt x="20931" y="172912"/>
                  </a:lnTo>
                  <a:lnTo>
                    <a:pt x="24651" y="173109"/>
                  </a:lnTo>
                  <a:lnTo>
                    <a:pt x="29036" y="169487"/>
                  </a:lnTo>
                  <a:lnTo>
                    <a:pt x="33978" y="166527"/>
                  </a:lnTo>
                  <a:lnTo>
                    <a:pt x="33176" y="163254"/>
                  </a:lnTo>
                  <a:lnTo>
                    <a:pt x="33408" y="160927"/>
                  </a:lnTo>
                  <a:lnTo>
                    <a:pt x="38517" y="158428"/>
                  </a:lnTo>
                  <a:lnTo>
                    <a:pt x="38291" y="157593"/>
                  </a:lnTo>
                  <a:lnTo>
                    <a:pt x="37903" y="156164"/>
                  </a:lnTo>
                  <a:lnTo>
                    <a:pt x="35204" y="154183"/>
                  </a:lnTo>
                  <a:lnTo>
                    <a:pt x="31433" y="149985"/>
                  </a:lnTo>
                  <a:lnTo>
                    <a:pt x="34103" y="147902"/>
                  </a:lnTo>
                  <a:lnTo>
                    <a:pt x="34368" y="142405"/>
                  </a:lnTo>
                  <a:lnTo>
                    <a:pt x="36764" y="140246"/>
                  </a:lnTo>
                  <a:lnTo>
                    <a:pt x="40028" y="137019"/>
                  </a:lnTo>
                  <a:lnTo>
                    <a:pt x="37330" y="133166"/>
                  </a:lnTo>
                  <a:lnTo>
                    <a:pt x="37038" y="132997"/>
                  </a:lnTo>
                  <a:lnTo>
                    <a:pt x="32083" y="130126"/>
                  </a:lnTo>
                  <a:lnTo>
                    <a:pt x="32878" y="127972"/>
                  </a:lnTo>
                  <a:lnTo>
                    <a:pt x="38291" y="128199"/>
                  </a:lnTo>
                  <a:lnTo>
                    <a:pt x="41272" y="124331"/>
                  </a:lnTo>
                  <a:lnTo>
                    <a:pt x="36925" y="122109"/>
                  </a:lnTo>
                  <a:lnTo>
                    <a:pt x="37379" y="119063"/>
                  </a:lnTo>
                  <a:lnTo>
                    <a:pt x="41258" y="118466"/>
                  </a:lnTo>
                  <a:lnTo>
                    <a:pt x="42818" y="118224"/>
                  </a:lnTo>
                  <a:lnTo>
                    <a:pt x="43345" y="115197"/>
                  </a:lnTo>
                  <a:lnTo>
                    <a:pt x="40689" y="111848"/>
                  </a:lnTo>
                  <a:lnTo>
                    <a:pt x="41762" y="108024"/>
                  </a:lnTo>
                  <a:lnTo>
                    <a:pt x="40127" y="105053"/>
                  </a:lnTo>
                  <a:lnTo>
                    <a:pt x="48644" y="103882"/>
                  </a:lnTo>
                  <a:lnTo>
                    <a:pt x="53662" y="103039"/>
                  </a:lnTo>
                  <a:lnTo>
                    <a:pt x="62971" y="101464"/>
                  </a:lnTo>
                  <a:lnTo>
                    <a:pt x="80263" y="99504"/>
                  </a:lnTo>
                  <a:lnTo>
                    <a:pt x="89339" y="98314"/>
                  </a:lnTo>
                  <a:lnTo>
                    <a:pt x="89857" y="98246"/>
                  </a:lnTo>
                  <a:lnTo>
                    <a:pt x="90584" y="98150"/>
                  </a:lnTo>
                  <a:lnTo>
                    <a:pt x="111566" y="95338"/>
                  </a:lnTo>
                  <a:lnTo>
                    <a:pt x="111876" y="95296"/>
                  </a:lnTo>
                  <a:lnTo>
                    <a:pt x="113472" y="95091"/>
                  </a:lnTo>
                  <a:lnTo>
                    <a:pt x="138741" y="91784"/>
                  </a:lnTo>
                  <a:lnTo>
                    <a:pt x="143887" y="90919"/>
                  </a:lnTo>
                  <a:lnTo>
                    <a:pt x="144088" y="90885"/>
                  </a:lnTo>
                  <a:lnTo>
                    <a:pt x="144658" y="86231"/>
                  </a:lnTo>
                  <a:lnTo>
                    <a:pt x="142228" y="79613"/>
                  </a:lnTo>
                  <a:lnTo>
                    <a:pt x="140653" y="75624"/>
                  </a:lnTo>
                  <a:lnTo>
                    <a:pt x="144752" y="75131"/>
                  </a:lnTo>
                  <a:lnTo>
                    <a:pt x="156190" y="74649"/>
                  </a:lnTo>
                  <a:lnTo>
                    <a:pt x="156292" y="77330"/>
                  </a:lnTo>
                  <a:lnTo>
                    <a:pt x="167313" y="75391"/>
                  </a:lnTo>
                  <a:lnTo>
                    <a:pt x="170987" y="74739"/>
                  </a:lnTo>
                  <a:lnTo>
                    <a:pt x="191341" y="71373"/>
                  </a:lnTo>
                  <a:lnTo>
                    <a:pt x="192160" y="71236"/>
                  </a:lnTo>
                  <a:lnTo>
                    <a:pt x="207482" y="68651"/>
                  </a:lnTo>
                  <a:lnTo>
                    <a:pt x="211237" y="68011"/>
                  </a:lnTo>
                  <a:lnTo>
                    <a:pt x="228404" y="65053"/>
                  </a:lnTo>
                  <a:lnTo>
                    <a:pt x="231843" y="64410"/>
                  </a:lnTo>
                  <a:lnTo>
                    <a:pt x="242686" y="62368"/>
                  </a:lnTo>
                  <a:lnTo>
                    <a:pt x="245907" y="62855"/>
                  </a:lnTo>
                  <a:lnTo>
                    <a:pt x="246690" y="62974"/>
                  </a:lnTo>
                  <a:lnTo>
                    <a:pt x="249522" y="61230"/>
                  </a:lnTo>
                  <a:lnTo>
                    <a:pt x="256253" y="60503"/>
                  </a:lnTo>
                  <a:lnTo>
                    <a:pt x="270647" y="58923"/>
                  </a:lnTo>
                  <a:lnTo>
                    <a:pt x="279287" y="57958"/>
                  </a:lnTo>
                  <a:lnTo>
                    <a:pt x="286717" y="57167"/>
                  </a:lnTo>
                  <a:lnTo>
                    <a:pt x="293841" y="56400"/>
                  </a:lnTo>
                  <a:lnTo>
                    <a:pt x="299775" y="55556"/>
                  </a:lnTo>
                  <a:lnTo>
                    <a:pt x="303719" y="54992"/>
                  </a:lnTo>
                  <a:lnTo>
                    <a:pt x="320652" y="52530"/>
                  </a:lnTo>
                  <a:lnTo>
                    <a:pt x="324206" y="51637"/>
                  </a:lnTo>
                  <a:lnTo>
                    <a:pt x="333818" y="49211"/>
                  </a:lnTo>
                  <a:lnTo>
                    <a:pt x="334172" y="49121"/>
                  </a:lnTo>
                  <a:lnTo>
                    <a:pt x="335168" y="48970"/>
                  </a:lnTo>
                  <a:lnTo>
                    <a:pt x="347678" y="47055"/>
                  </a:lnTo>
                  <a:lnTo>
                    <a:pt x="356174" y="46220"/>
                  </a:lnTo>
                  <a:lnTo>
                    <a:pt x="358340" y="46005"/>
                  </a:lnTo>
                  <a:lnTo>
                    <a:pt x="369433" y="44792"/>
                  </a:lnTo>
                  <a:lnTo>
                    <a:pt x="369911" y="44718"/>
                  </a:lnTo>
                  <a:lnTo>
                    <a:pt x="389245" y="41704"/>
                  </a:lnTo>
                  <a:lnTo>
                    <a:pt x="405774" y="38925"/>
                  </a:lnTo>
                  <a:lnTo>
                    <a:pt x="408137" y="38524"/>
                  </a:lnTo>
                  <a:lnTo>
                    <a:pt x="424702" y="35562"/>
                  </a:lnTo>
                  <a:lnTo>
                    <a:pt x="428651" y="34963"/>
                  </a:lnTo>
                  <a:lnTo>
                    <a:pt x="431175" y="34578"/>
                  </a:lnTo>
                  <a:lnTo>
                    <a:pt x="445275" y="32153"/>
                  </a:lnTo>
                  <a:lnTo>
                    <a:pt x="446044" y="30369"/>
                  </a:lnTo>
                  <a:lnTo>
                    <a:pt x="460065" y="27691"/>
                  </a:lnTo>
                  <a:lnTo>
                    <a:pt x="473560" y="25079"/>
                  </a:lnTo>
                  <a:lnTo>
                    <a:pt x="493678" y="21211"/>
                  </a:lnTo>
                  <a:lnTo>
                    <a:pt x="504289" y="19141"/>
                  </a:lnTo>
                  <a:lnTo>
                    <a:pt x="519464" y="15829"/>
                  </a:lnTo>
                  <a:lnTo>
                    <a:pt x="527823" y="13986"/>
                  </a:lnTo>
                  <a:lnTo>
                    <a:pt x="541085" y="11207"/>
                  </a:lnTo>
                  <a:lnTo>
                    <a:pt x="544570" y="10472"/>
                  </a:lnTo>
                  <a:lnTo>
                    <a:pt x="549334" y="9462"/>
                  </a:lnTo>
                  <a:lnTo>
                    <a:pt x="551282" y="9042"/>
                  </a:lnTo>
                  <a:lnTo>
                    <a:pt x="565780" y="5897"/>
                  </a:lnTo>
                  <a:lnTo>
                    <a:pt x="566187" y="3829"/>
                  </a:lnTo>
                  <a:lnTo>
                    <a:pt x="572781" y="2504"/>
                  </a:lnTo>
                  <a:lnTo>
                    <a:pt x="585140" y="0"/>
                  </a:lnTo>
                  <a:lnTo>
                    <a:pt x="583461" y="2518"/>
                  </a:lnTo>
                  <a:lnTo>
                    <a:pt x="582823" y="7277"/>
                  </a:lnTo>
                  <a:lnTo>
                    <a:pt x="584348" y="13139"/>
                  </a:lnTo>
                  <a:lnTo>
                    <a:pt x="582625" y="18435"/>
                  </a:lnTo>
                  <a:lnTo>
                    <a:pt x="583650" y="20330"/>
                  </a:lnTo>
                  <a:lnTo>
                    <a:pt x="585877" y="24445"/>
                  </a:lnTo>
                  <a:lnTo>
                    <a:pt x="581503" y="25190"/>
                  </a:lnTo>
                  <a:lnTo>
                    <a:pt x="576980" y="25627"/>
                  </a:lnTo>
                  <a:lnTo>
                    <a:pt x="572611" y="30669"/>
                  </a:lnTo>
                  <a:lnTo>
                    <a:pt x="572154" y="32088"/>
                  </a:lnTo>
                  <a:lnTo>
                    <a:pt x="571448" y="34279"/>
                  </a:lnTo>
                  <a:lnTo>
                    <a:pt x="570305" y="37820"/>
                  </a:lnTo>
                  <a:lnTo>
                    <a:pt x="567352" y="47798"/>
                  </a:lnTo>
                  <a:lnTo>
                    <a:pt x="564053" y="50193"/>
                  </a:lnTo>
                  <a:lnTo>
                    <a:pt x="560901" y="50994"/>
                  </a:lnTo>
                  <a:lnTo>
                    <a:pt x="559415" y="48460"/>
                  </a:lnTo>
                  <a:lnTo>
                    <a:pt x="554171" y="47550"/>
                  </a:lnTo>
                  <a:lnTo>
                    <a:pt x="553638" y="48132"/>
                  </a:lnTo>
                  <a:lnTo>
                    <a:pt x="550945" y="51067"/>
                  </a:lnTo>
                  <a:lnTo>
                    <a:pt x="548639" y="51035"/>
                  </a:lnTo>
                  <a:lnTo>
                    <a:pt x="545549" y="53342"/>
                  </a:lnTo>
                  <a:lnTo>
                    <a:pt x="541756" y="57010"/>
                  </a:lnTo>
                  <a:lnTo>
                    <a:pt x="541414" y="58020"/>
                  </a:lnTo>
                  <a:lnTo>
                    <a:pt x="539229" y="64451"/>
                  </a:lnTo>
                  <a:lnTo>
                    <a:pt x="536628" y="67202"/>
                  </a:lnTo>
                  <a:lnTo>
                    <a:pt x="533641" y="70358"/>
                  </a:lnTo>
                  <a:lnTo>
                    <a:pt x="529631" y="69364"/>
                  </a:lnTo>
                  <a:lnTo>
                    <a:pt x="529843" y="64693"/>
                  </a:lnTo>
                  <a:lnTo>
                    <a:pt x="528954" y="63878"/>
                  </a:lnTo>
                  <a:lnTo>
                    <a:pt x="526975" y="62062"/>
                  </a:lnTo>
                  <a:lnTo>
                    <a:pt x="521005" y="67255"/>
                  </a:lnTo>
                  <a:lnTo>
                    <a:pt x="517663" y="70258"/>
                  </a:lnTo>
                  <a:lnTo>
                    <a:pt x="517762" y="73855"/>
                  </a:lnTo>
                  <a:lnTo>
                    <a:pt x="516234" y="76699"/>
                  </a:lnTo>
                  <a:lnTo>
                    <a:pt x="512761" y="75321"/>
                  </a:lnTo>
                  <a:lnTo>
                    <a:pt x="510691" y="76968"/>
                  </a:lnTo>
                  <a:lnTo>
                    <a:pt x="509634" y="77808"/>
                  </a:lnTo>
                  <a:lnTo>
                    <a:pt x="511237" y="82164"/>
                  </a:lnTo>
                  <a:lnTo>
                    <a:pt x="509383" y="86785"/>
                  </a:lnTo>
                  <a:lnTo>
                    <a:pt x="507867" y="89954"/>
                  </a:lnTo>
                  <a:lnTo>
                    <a:pt x="507256" y="91230"/>
                  </a:lnTo>
                  <a:lnTo>
                    <a:pt x="502300" y="91793"/>
                  </a:lnTo>
                  <a:lnTo>
                    <a:pt x="499102" y="93492"/>
                  </a:lnTo>
                  <a:lnTo>
                    <a:pt x="494830" y="95502"/>
                  </a:lnTo>
                  <a:lnTo>
                    <a:pt x="492876" y="99290"/>
                  </a:lnTo>
                  <a:lnTo>
                    <a:pt x="489010" y="101004"/>
                  </a:lnTo>
                  <a:lnTo>
                    <a:pt x="488602" y="102164"/>
                  </a:lnTo>
                  <a:lnTo>
                    <a:pt x="487059" y="106533"/>
                  </a:lnTo>
                  <a:lnTo>
                    <a:pt x="483524" y="107003"/>
                  </a:lnTo>
                  <a:lnTo>
                    <a:pt x="479114" y="112298"/>
                  </a:lnTo>
                  <a:lnTo>
                    <a:pt x="477091" y="113443"/>
                  </a:lnTo>
                  <a:lnTo>
                    <a:pt x="474508" y="117531"/>
                  </a:lnTo>
                  <a:lnTo>
                    <a:pt x="468197" y="118430"/>
                  </a:lnTo>
                  <a:lnTo>
                    <a:pt x="463613" y="119218"/>
                  </a:lnTo>
                  <a:lnTo>
                    <a:pt x="462940" y="119396"/>
                  </a:lnTo>
                  <a:lnTo>
                    <a:pt x="455423" y="121383"/>
                  </a:lnTo>
                  <a:lnTo>
                    <a:pt x="450710" y="126134"/>
                  </a:lnTo>
                  <a:lnTo>
                    <a:pt x="446624" y="131006"/>
                  </a:lnTo>
                  <a:lnTo>
                    <a:pt x="444280" y="132674"/>
                  </a:lnTo>
                  <a:lnTo>
                    <a:pt x="443913" y="132935"/>
                  </a:lnTo>
                  <a:lnTo>
                    <a:pt x="442996" y="133587"/>
                  </a:lnTo>
                  <a:lnTo>
                    <a:pt x="440270" y="138145"/>
                  </a:lnTo>
                  <a:lnTo>
                    <a:pt x="441802" y="141042"/>
                  </a:lnTo>
                  <a:lnTo>
                    <a:pt x="440014" y="143466"/>
                  </a:lnTo>
                  <a:lnTo>
                    <a:pt x="441824" y="147811"/>
                  </a:lnTo>
                  <a:lnTo>
                    <a:pt x="441487" y="148203"/>
                  </a:lnTo>
                  <a:lnTo>
                    <a:pt x="437353" y="152990"/>
                  </a:lnTo>
                  <a:lnTo>
                    <a:pt x="431761" y="154657"/>
                  </a:lnTo>
                  <a:lnTo>
                    <a:pt x="428165" y="152809"/>
                  </a:lnTo>
                  <a:lnTo>
                    <a:pt x="424611" y="157274"/>
                  </a:lnTo>
                  <a:lnTo>
                    <a:pt x="424680" y="159118"/>
                  </a:lnTo>
                  <a:lnTo>
                    <a:pt x="425388" y="178366"/>
                  </a:lnTo>
                  <a:lnTo>
                    <a:pt x="412189" y="180874"/>
                  </a:lnTo>
                  <a:lnTo>
                    <a:pt x="404249" y="182321"/>
                  </a:lnTo>
                  <a:lnTo>
                    <a:pt x="396774" y="183726"/>
                  </a:lnTo>
                  <a:lnTo>
                    <a:pt x="393357" y="184359"/>
                  </a:lnTo>
                  <a:lnTo>
                    <a:pt x="390912" y="184812"/>
                  </a:lnTo>
                  <a:lnTo>
                    <a:pt x="387323" y="185474"/>
                  </a:lnTo>
                  <a:lnTo>
                    <a:pt x="379160" y="187003"/>
                  </a:lnTo>
                  <a:lnTo>
                    <a:pt x="378957" y="187041"/>
                  </a:lnTo>
                  <a:lnTo>
                    <a:pt x="374345" y="187900"/>
                  </a:lnTo>
                  <a:lnTo>
                    <a:pt x="358828" y="190827"/>
                  </a:lnTo>
                  <a:lnTo>
                    <a:pt x="357945" y="190992"/>
                  </a:lnTo>
                  <a:lnTo>
                    <a:pt x="351860" y="192207"/>
                  </a:lnTo>
                  <a:lnTo>
                    <a:pt x="350376" y="192502"/>
                  </a:lnTo>
                  <a:lnTo>
                    <a:pt x="344045" y="193548"/>
                  </a:lnTo>
                  <a:lnTo>
                    <a:pt x="334774" y="195067"/>
                  </a:lnTo>
                  <a:lnTo>
                    <a:pt x="315778" y="198099"/>
                  </a:lnTo>
                  <a:lnTo>
                    <a:pt x="284676" y="202929"/>
                  </a:lnTo>
                  <a:lnTo>
                    <a:pt x="284145" y="203018"/>
                  </a:lnTo>
                  <a:lnTo>
                    <a:pt x="273583" y="204773"/>
                  </a:lnTo>
                  <a:lnTo>
                    <a:pt x="251161" y="208253"/>
                  </a:lnTo>
                  <a:lnTo>
                    <a:pt x="247415" y="208767"/>
                  </a:lnTo>
                  <a:lnTo>
                    <a:pt x="220751" y="212351"/>
                  </a:lnTo>
                  <a:lnTo>
                    <a:pt x="220329" y="212407"/>
                  </a:lnTo>
                  <a:lnTo>
                    <a:pt x="219804" y="212480"/>
                  </a:lnTo>
                  <a:lnTo>
                    <a:pt x="205508" y="214446"/>
                  </a:lnTo>
                  <a:lnTo>
                    <a:pt x="192607" y="216191"/>
                  </a:lnTo>
                  <a:lnTo>
                    <a:pt x="191259" y="216371"/>
                  </a:lnTo>
                  <a:lnTo>
                    <a:pt x="175106" y="218567"/>
                  </a:lnTo>
                  <a:lnTo>
                    <a:pt x="165640" y="219909"/>
                  </a:lnTo>
                  <a:lnTo>
                    <a:pt x="164565" y="220061"/>
                  </a:lnTo>
                  <a:lnTo>
                    <a:pt x="150102" y="221930"/>
                  </a:lnTo>
                  <a:lnTo>
                    <a:pt x="150445" y="222977"/>
                  </a:lnTo>
                  <a:lnTo>
                    <a:pt x="146314" y="223572"/>
                  </a:lnTo>
                  <a:lnTo>
                    <a:pt x="138806" y="224594"/>
                  </a:lnTo>
                  <a:lnTo>
                    <a:pt x="137597" y="224757"/>
                  </a:lnTo>
                  <a:lnTo>
                    <a:pt x="131229" y="225615"/>
                  </a:lnTo>
                  <a:lnTo>
                    <a:pt x="108672" y="228742"/>
                  </a:lnTo>
                  <a:lnTo>
                    <a:pt x="106076" y="229093"/>
                  </a:lnTo>
                  <a:lnTo>
                    <a:pt x="92244" y="230940"/>
                  </a:lnTo>
                  <a:lnTo>
                    <a:pt x="91573" y="231029"/>
                  </a:lnTo>
                  <a:lnTo>
                    <a:pt x="79330" y="232661"/>
                  </a:lnTo>
                  <a:lnTo>
                    <a:pt x="68322" y="234107"/>
                  </a:lnTo>
                  <a:lnTo>
                    <a:pt x="62454" y="234870"/>
                  </a:lnTo>
                  <a:lnTo>
                    <a:pt x="47528" y="236699"/>
                  </a:lnTo>
                  <a:lnTo>
                    <a:pt x="43061" y="237240"/>
                  </a:lnTo>
                  <a:lnTo>
                    <a:pt x="41797" y="237392"/>
                  </a:lnTo>
                  <a:lnTo>
                    <a:pt x="36736" y="238000"/>
                  </a:lnTo>
                  <a:lnTo>
                    <a:pt x="0" y="2422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662051" y="4236096"/>
              <a:ext cx="985665" cy="927707"/>
            </a:xfrm>
            <a:custGeom>
              <a:avLst/>
              <a:pathLst>
                <a:path w="985665" h="927707">
                  <a:moveTo>
                    <a:pt x="1178" y="384800"/>
                  </a:moveTo>
                  <a:lnTo>
                    <a:pt x="1017" y="379789"/>
                  </a:lnTo>
                  <a:lnTo>
                    <a:pt x="2056" y="377315"/>
                  </a:lnTo>
                  <a:lnTo>
                    <a:pt x="9844" y="377884"/>
                  </a:lnTo>
                  <a:lnTo>
                    <a:pt x="20042" y="378614"/>
                  </a:lnTo>
                  <a:lnTo>
                    <a:pt x="33197" y="379532"/>
                  </a:lnTo>
                  <a:lnTo>
                    <a:pt x="48310" y="380592"/>
                  </a:lnTo>
                  <a:lnTo>
                    <a:pt x="66761" y="381836"/>
                  </a:lnTo>
                  <a:lnTo>
                    <a:pt x="111248" y="384815"/>
                  </a:lnTo>
                  <a:lnTo>
                    <a:pt x="128831" y="385849"/>
                  </a:lnTo>
                  <a:lnTo>
                    <a:pt x="134101" y="386150"/>
                  </a:lnTo>
                  <a:lnTo>
                    <a:pt x="149343" y="386995"/>
                  </a:lnTo>
                  <a:lnTo>
                    <a:pt x="195556" y="389367"/>
                  </a:lnTo>
                  <a:lnTo>
                    <a:pt x="198864" y="389520"/>
                  </a:lnTo>
                  <a:lnTo>
                    <a:pt x="218084" y="390371"/>
                  </a:lnTo>
                  <a:lnTo>
                    <a:pt x="247693" y="391569"/>
                  </a:lnTo>
                  <a:lnTo>
                    <a:pt x="267274" y="392284"/>
                  </a:lnTo>
                  <a:lnTo>
                    <a:pt x="267510" y="384754"/>
                  </a:lnTo>
                  <a:lnTo>
                    <a:pt x="267669" y="379710"/>
                  </a:lnTo>
                  <a:lnTo>
                    <a:pt x="268683" y="346876"/>
                  </a:lnTo>
                  <a:lnTo>
                    <a:pt x="268859" y="341148"/>
                  </a:lnTo>
                  <a:lnTo>
                    <a:pt x="269238" y="329047"/>
                  </a:lnTo>
                  <a:lnTo>
                    <a:pt x="269571" y="318387"/>
                  </a:lnTo>
                  <a:lnTo>
                    <a:pt x="269980" y="308833"/>
                  </a:lnTo>
                  <a:lnTo>
                    <a:pt x="270950" y="286183"/>
                  </a:lnTo>
                  <a:lnTo>
                    <a:pt x="271687" y="271452"/>
                  </a:lnTo>
                  <a:lnTo>
                    <a:pt x="272479" y="255587"/>
                  </a:lnTo>
                  <a:lnTo>
                    <a:pt x="273574" y="233457"/>
                  </a:lnTo>
                  <a:lnTo>
                    <a:pt x="274567" y="211263"/>
                  </a:lnTo>
                  <a:lnTo>
                    <a:pt x="275171" y="191795"/>
                  </a:lnTo>
                  <a:lnTo>
                    <a:pt x="275198" y="190915"/>
                  </a:lnTo>
                  <a:lnTo>
                    <a:pt x="275380" y="185089"/>
                  </a:lnTo>
                  <a:lnTo>
                    <a:pt x="276121" y="164140"/>
                  </a:lnTo>
                  <a:lnTo>
                    <a:pt x="276505" y="153013"/>
                  </a:lnTo>
                  <a:lnTo>
                    <a:pt x="277094" y="134974"/>
                  </a:lnTo>
                  <a:lnTo>
                    <a:pt x="277639" y="118346"/>
                  </a:lnTo>
                  <a:lnTo>
                    <a:pt x="277755" y="114993"/>
                  </a:lnTo>
                  <a:lnTo>
                    <a:pt x="279089" y="76655"/>
                  </a:lnTo>
                  <a:lnTo>
                    <a:pt x="279440" y="66448"/>
                  </a:lnTo>
                  <a:lnTo>
                    <a:pt x="280389" y="38879"/>
                  </a:lnTo>
                  <a:lnTo>
                    <a:pt x="281603" y="0"/>
                  </a:lnTo>
                  <a:lnTo>
                    <a:pt x="284390" y="103"/>
                  </a:lnTo>
                  <a:lnTo>
                    <a:pt x="343672" y="1930"/>
                  </a:lnTo>
                  <a:lnTo>
                    <a:pt x="352857" y="2181"/>
                  </a:lnTo>
                  <a:lnTo>
                    <a:pt x="367383" y="2550"/>
                  </a:lnTo>
                  <a:lnTo>
                    <a:pt x="381690" y="2855"/>
                  </a:lnTo>
                  <a:lnTo>
                    <a:pt x="419729" y="3492"/>
                  </a:lnTo>
                  <a:lnTo>
                    <a:pt x="428980" y="3579"/>
                  </a:lnTo>
                  <a:lnTo>
                    <a:pt x="433922" y="3620"/>
                  </a:lnTo>
                  <a:lnTo>
                    <a:pt x="454510" y="3819"/>
                  </a:lnTo>
                  <a:lnTo>
                    <a:pt x="457792" y="3838"/>
                  </a:lnTo>
                  <a:lnTo>
                    <a:pt x="474396" y="3907"/>
                  </a:lnTo>
                  <a:lnTo>
                    <a:pt x="496094" y="3946"/>
                  </a:lnTo>
                  <a:lnTo>
                    <a:pt x="496331" y="3946"/>
                  </a:lnTo>
                  <a:lnTo>
                    <a:pt x="496331" y="42735"/>
                  </a:lnTo>
                  <a:lnTo>
                    <a:pt x="496331" y="57971"/>
                  </a:lnTo>
                  <a:lnTo>
                    <a:pt x="496331" y="80861"/>
                  </a:lnTo>
                  <a:lnTo>
                    <a:pt x="496331" y="98040"/>
                  </a:lnTo>
                  <a:lnTo>
                    <a:pt x="496332" y="118962"/>
                  </a:lnTo>
                  <a:lnTo>
                    <a:pt x="496332" y="132297"/>
                  </a:lnTo>
                  <a:lnTo>
                    <a:pt x="496332" y="157044"/>
                  </a:lnTo>
                  <a:lnTo>
                    <a:pt x="496332" y="173260"/>
                  </a:lnTo>
                  <a:lnTo>
                    <a:pt x="496531" y="173206"/>
                  </a:lnTo>
                  <a:lnTo>
                    <a:pt x="501478" y="171844"/>
                  </a:lnTo>
                  <a:lnTo>
                    <a:pt x="507809" y="177924"/>
                  </a:lnTo>
                  <a:lnTo>
                    <a:pt x="509544" y="179586"/>
                  </a:lnTo>
                  <a:lnTo>
                    <a:pt x="513420" y="184164"/>
                  </a:lnTo>
                  <a:lnTo>
                    <a:pt x="518400" y="188879"/>
                  </a:lnTo>
                  <a:lnTo>
                    <a:pt x="525405" y="189403"/>
                  </a:lnTo>
                  <a:lnTo>
                    <a:pt x="526522" y="186521"/>
                  </a:lnTo>
                  <a:lnTo>
                    <a:pt x="534472" y="187419"/>
                  </a:lnTo>
                  <a:lnTo>
                    <a:pt x="534767" y="187452"/>
                  </a:lnTo>
                  <a:lnTo>
                    <a:pt x="538444" y="188824"/>
                  </a:lnTo>
                  <a:lnTo>
                    <a:pt x="540259" y="183435"/>
                  </a:lnTo>
                  <a:lnTo>
                    <a:pt x="543495" y="183848"/>
                  </a:lnTo>
                  <a:lnTo>
                    <a:pt x="548975" y="188208"/>
                  </a:lnTo>
                  <a:lnTo>
                    <a:pt x="552921" y="193515"/>
                  </a:lnTo>
                  <a:lnTo>
                    <a:pt x="553656" y="194503"/>
                  </a:lnTo>
                  <a:lnTo>
                    <a:pt x="555336" y="203180"/>
                  </a:lnTo>
                  <a:lnTo>
                    <a:pt x="559557" y="203571"/>
                  </a:lnTo>
                  <a:lnTo>
                    <a:pt x="564858" y="204221"/>
                  </a:lnTo>
                  <a:lnTo>
                    <a:pt x="568918" y="203518"/>
                  </a:lnTo>
                  <a:lnTo>
                    <a:pt x="572604" y="203833"/>
                  </a:lnTo>
                  <a:lnTo>
                    <a:pt x="573486" y="203908"/>
                  </a:lnTo>
                  <a:lnTo>
                    <a:pt x="578478" y="207615"/>
                  </a:lnTo>
                  <a:lnTo>
                    <a:pt x="583247" y="207947"/>
                  </a:lnTo>
                  <a:lnTo>
                    <a:pt x="588342" y="210046"/>
                  </a:lnTo>
                  <a:lnTo>
                    <a:pt x="591774" y="209805"/>
                  </a:lnTo>
                  <a:lnTo>
                    <a:pt x="594794" y="207029"/>
                  </a:lnTo>
                  <a:lnTo>
                    <a:pt x="597562" y="207705"/>
                  </a:lnTo>
                  <a:lnTo>
                    <a:pt x="599979" y="208295"/>
                  </a:lnTo>
                  <a:lnTo>
                    <a:pt x="603615" y="212944"/>
                  </a:lnTo>
                  <a:lnTo>
                    <a:pt x="607530" y="215552"/>
                  </a:lnTo>
                  <a:lnTo>
                    <a:pt x="611261" y="213942"/>
                  </a:lnTo>
                  <a:lnTo>
                    <a:pt x="611920" y="213657"/>
                  </a:lnTo>
                  <a:lnTo>
                    <a:pt x="613020" y="209852"/>
                  </a:lnTo>
                  <a:lnTo>
                    <a:pt x="615484" y="207305"/>
                  </a:lnTo>
                  <a:lnTo>
                    <a:pt x="618797" y="208173"/>
                  </a:lnTo>
                  <a:lnTo>
                    <a:pt x="625634" y="209707"/>
                  </a:lnTo>
                  <a:lnTo>
                    <a:pt x="629746" y="210760"/>
                  </a:lnTo>
                  <a:lnTo>
                    <a:pt x="631931" y="208354"/>
                  </a:lnTo>
                  <a:lnTo>
                    <a:pt x="633008" y="207167"/>
                  </a:lnTo>
                  <a:lnTo>
                    <a:pt x="634847" y="211510"/>
                  </a:lnTo>
                  <a:lnTo>
                    <a:pt x="634961" y="216363"/>
                  </a:lnTo>
                  <a:lnTo>
                    <a:pt x="636228" y="220367"/>
                  </a:lnTo>
                  <a:lnTo>
                    <a:pt x="641869" y="220800"/>
                  </a:lnTo>
                  <a:lnTo>
                    <a:pt x="646116" y="221128"/>
                  </a:lnTo>
                  <a:lnTo>
                    <a:pt x="645794" y="226952"/>
                  </a:lnTo>
                  <a:lnTo>
                    <a:pt x="645987" y="229839"/>
                  </a:lnTo>
                  <a:lnTo>
                    <a:pt x="646062" y="230954"/>
                  </a:lnTo>
                  <a:lnTo>
                    <a:pt x="652361" y="233332"/>
                  </a:lnTo>
                  <a:lnTo>
                    <a:pt x="656851" y="230531"/>
                  </a:lnTo>
                  <a:lnTo>
                    <a:pt x="659946" y="226523"/>
                  </a:lnTo>
                  <a:lnTo>
                    <a:pt x="666233" y="220582"/>
                  </a:lnTo>
                  <a:lnTo>
                    <a:pt x="670856" y="222485"/>
                  </a:lnTo>
                  <a:lnTo>
                    <a:pt x="671902" y="226468"/>
                  </a:lnTo>
                  <a:lnTo>
                    <a:pt x="674502" y="228404"/>
                  </a:lnTo>
                  <a:lnTo>
                    <a:pt x="674723" y="228569"/>
                  </a:lnTo>
                  <a:lnTo>
                    <a:pt x="679918" y="226682"/>
                  </a:lnTo>
                  <a:lnTo>
                    <a:pt x="680097" y="226948"/>
                  </a:lnTo>
                  <a:lnTo>
                    <a:pt x="682583" y="230622"/>
                  </a:lnTo>
                  <a:lnTo>
                    <a:pt x="683226" y="234717"/>
                  </a:lnTo>
                  <a:lnTo>
                    <a:pt x="688444" y="234935"/>
                  </a:lnTo>
                  <a:lnTo>
                    <a:pt x="692329" y="230829"/>
                  </a:lnTo>
                  <a:lnTo>
                    <a:pt x="697504" y="227591"/>
                  </a:lnTo>
                  <a:lnTo>
                    <a:pt x="700391" y="226281"/>
                  </a:lnTo>
                  <a:lnTo>
                    <a:pt x="703450" y="232023"/>
                  </a:lnTo>
                  <a:lnTo>
                    <a:pt x="700695" y="235385"/>
                  </a:lnTo>
                  <a:lnTo>
                    <a:pt x="705036" y="242907"/>
                  </a:lnTo>
                  <a:lnTo>
                    <a:pt x="709269" y="241617"/>
                  </a:lnTo>
                  <a:lnTo>
                    <a:pt x="709400" y="238211"/>
                  </a:lnTo>
                  <a:lnTo>
                    <a:pt x="709974" y="234818"/>
                  </a:lnTo>
                  <a:lnTo>
                    <a:pt x="711521" y="231014"/>
                  </a:lnTo>
                  <a:lnTo>
                    <a:pt x="716568" y="228151"/>
                  </a:lnTo>
                  <a:lnTo>
                    <a:pt x="716248" y="225374"/>
                  </a:lnTo>
                  <a:lnTo>
                    <a:pt x="718834" y="223003"/>
                  </a:lnTo>
                  <a:lnTo>
                    <a:pt x="719394" y="222946"/>
                  </a:lnTo>
                  <a:lnTo>
                    <a:pt x="720142" y="222868"/>
                  </a:lnTo>
                  <a:lnTo>
                    <a:pt x="722259" y="222649"/>
                  </a:lnTo>
                  <a:lnTo>
                    <a:pt x="722974" y="226487"/>
                  </a:lnTo>
                  <a:lnTo>
                    <a:pt x="726537" y="231221"/>
                  </a:lnTo>
                  <a:lnTo>
                    <a:pt x="730586" y="229178"/>
                  </a:lnTo>
                  <a:lnTo>
                    <a:pt x="731945" y="231475"/>
                  </a:lnTo>
                  <a:lnTo>
                    <a:pt x="736676" y="232197"/>
                  </a:lnTo>
                  <a:lnTo>
                    <a:pt x="738754" y="228188"/>
                  </a:lnTo>
                  <a:lnTo>
                    <a:pt x="740252" y="224636"/>
                  </a:lnTo>
                  <a:lnTo>
                    <a:pt x="745117" y="227380"/>
                  </a:lnTo>
                  <a:lnTo>
                    <a:pt x="745457" y="227572"/>
                  </a:lnTo>
                  <a:lnTo>
                    <a:pt x="745407" y="231916"/>
                  </a:lnTo>
                  <a:lnTo>
                    <a:pt x="746905" y="232887"/>
                  </a:lnTo>
                  <a:lnTo>
                    <a:pt x="750493" y="232828"/>
                  </a:lnTo>
                  <a:lnTo>
                    <a:pt x="752213" y="236655"/>
                  </a:lnTo>
                  <a:lnTo>
                    <a:pt x="757003" y="235881"/>
                  </a:lnTo>
                  <a:lnTo>
                    <a:pt x="759523" y="238722"/>
                  </a:lnTo>
                  <a:lnTo>
                    <a:pt x="761368" y="241328"/>
                  </a:lnTo>
                  <a:lnTo>
                    <a:pt x="762648" y="243134"/>
                  </a:lnTo>
                  <a:lnTo>
                    <a:pt x="766589" y="239404"/>
                  </a:lnTo>
                  <a:lnTo>
                    <a:pt x="768673" y="236282"/>
                  </a:lnTo>
                  <a:lnTo>
                    <a:pt x="772274" y="238019"/>
                  </a:lnTo>
                  <a:lnTo>
                    <a:pt x="776184" y="233258"/>
                  </a:lnTo>
                  <a:lnTo>
                    <a:pt x="777636" y="230452"/>
                  </a:lnTo>
                  <a:lnTo>
                    <a:pt x="784006" y="229325"/>
                  </a:lnTo>
                  <a:lnTo>
                    <a:pt x="793270" y="225957"/>
                  </a:lnTo>
                  <a:lnTo>
                    <a:pt x="796804" y="226769"/>
                  </a:lnTo>
                  <a:lnTo>
                    <a:pt x="799927" y="226917"/>
                  </a:lnTo>
                  <a:lnTo>
                    <a:pt x="801707" y="227001"/>
                  </a:lnTo>
                  <a:lnTo>
                    <a:pt x="803912" y="225672"/>
                  </a:lnTo>
                  <a:lnTo>
                    <a:pt x="807624" y="223432"/>
                  </a:lnTo>
                  <a:lnTo>
                    <a:pt x="812511" y="222323"/>
                  </a:lnTo>
                  <a:lnTo>
                    <a:pt x="817262" y="220214"/>
                  </a:lnTo>
                  <a:lnTo>
                    <a:pt x="820670" y="220052"/>
                  </a:lnTo>
                  <a:lnTo>
                    <a:pt x="823145" y="223550"/>
                  </a:lnTo>
                  <a:lnTo>
                    <a:pt x="828900" y="224698"/>
                  </a:lnTo>
                  <a:lnTo>
                    <a:pt x="835838" y="224416"/>
                  </a:lnTo>
                  <a:lnTo>
                    <a:pt x="838868" y="223720"/>
                  </a:lnTo>
                  <a:lnTo>
                    <a:pt x="840821" y="223271"/>
                  </a:lnTo>
                  <a:lnTo>
                    <a:pt x="842769" y="218623"/>
                  </a:lnTo>
                  <a:lnTo>
                    <a:pt x="844613" y="215702"/>
                  </a:lnTo>
                  <a:lnTo>
                    <a:pt x="849853" y="217457"/>
                  </a:lnTo>
                  <a:lnTo>
                    <a:pt x="850332" y="217617"/>
                  </a:lnTo>
                  <a:lnTo>
                    <a:pt x="854443" y="220135"/>
                  </a:lnTo>
                  <a:lnTo>
                    <a:pt x="858166" y="223611"/>
                  </a:lnTo>
                  <a:lnTo>
                    <a:pt x="862949" y="224229"/>
                  </a:lnTo>
                  <a:lnTo>
                    <a:pt x="866213" y="227687"/>
                  </a:lnTo>
                  <a:lnTo>
                    <a:pt x="869094" y="230504"/>
                  </a:lnTo>
                  <a:lnTo>
                    <a:pt x="873695" y="233448"/>
                  </a:lnTo>
                  <a:lnTo>
                    <a:pt x="879168" y="232362"/>
                  </a:lnTo>
                  <a:lnTo>
                    <a:pt x="881797" y="234577"/>
                  </a:lnTo>
                  <a:lnTo>
                    <a:pt x="883110" y="235681"/>
                  </a:lnTo>
                  <a:lnTo>
                    <a:pt x="889434" y="238244"/>
                  </a:lnTo>
                  <a:lnTo>
                    <a:pt x="893669" y="238283"/>
                  </a:lnTo>
                  <a:lnTo>
                    <a:pt x="897121" y="242261"/>
                  </a:lnTo>
                  <a:lnTo>
                    <a:pt x="900189" y="240662"/>
                  </a:lnTo>
                  <a:lnTo>
                    <a:pt x="905383" y="245625"/>
                  </a:lnTo>
                  <a:lnTo>
                    <a:pt x="907712" y="246495"/>
                  </a:lnTo>
                  <a:lnTo>
                    <a:pt x="910238" y="247119"/>
                  </a:lnTo>
                  <a:lnTo>
                    <a:pt x="911335" y="246117"/>
                  </a:lnTo>
                  <a:lnTo>
                    <a:pt x="913886" y="246174"/>
                  </a:lnTo>
                  <a:lnTo>
                    <a:pt x="918567" y="244789"/>
                  </a:lnTo>
                  <a:lnTo>
                    <a:pt x="920448" y="245195"/>
                  </a:lnTo>
                  <a:lnTo>
                    <a:pt x="922543" y="243164"/>
                  </a:lnTo>
                  <a:lnTo>
                    <a:pt x="925573" y="244223"/>
                  </a:lnTo>
                  <a:lnTo>
                    <a:pt x="930748" y="244345"/>
                  </a:lnTo>
                  <a:lnTo>
                    <a:pt x="933000" y="246007"/>
                  </a:lnTo>
                  <a:lnTo>
                    <a:pt x="933661" y="256068"/>
                  </a:lnTo>
                  <a:lnTo>
                    <a:pt x="934226" y="265236"/>
                  </a:lnTo>
                  <a:lnTo>
                    <a:pt x="934556" y="270393"/>
                  </a:lnTo>
                  <a:lnTo>
                    <a:pt x="935173" y="280048"/>
                  </a:lnTo>
                  <a:lnTo>
                    <a:pt x="935917" y="292326"/>
                  </a:lnTo>
                  <a:lnTo>
                    <a:pt x="936658" y="304345"/>
                  </a:lnTo>
                  <a:lnTo>
                    <a:pt x="937106" y="311620"/>
                  </a:lnTo>
                  <a:lnTo>
                    <a:pt x="937665" y="320706"/>
                  </a:lnTo>
                  <a:lnTo>
                    <a:pt x="938353" y="331908"/>
                  </a:lnTo>
                  <a:lnTo>
                    <a:pt x="939293" y="346864"/>
                  </a:lnTo>
                  <a:lnTo>
                    <a:pt x="939450" y="349362"/>
                  </a:lnTo>
                  <a:lnTo>
                    <a:pt x="940346" y="363927"/>
                  </a:lnTo>
                  <a:lnTo>
                    <a:pt x="940656" y="368980"/>
                  </a:lnTo>
                  <a:lnTo>
                    <a:pt x="941491" y="381630"/>
                  </a:lnTo>
                  <a:lnTo>
                    <a:pt x="942484" y="382671"/>
                  </a:lnTo>
                  <a:lnTo>
                    <a:pt x="946644" y="387031"/>
                  </a:lnTo>
                  <a:lnTo>
                    <a:pt x="951891" y="389565"/>
                  </a:lnTo>
                  <a:lnTo>
                    <a:pt x="954493" y="393646"/>
                  </a:lnTo>
                  <a:lnTo>
                    <a:pt x="956562" y="396886"/>
                  </a:lnTo>
                  <a:lnTo>
                    <a:pt x="960870" y="405724"/>
                  </a:lnTo>
                  <a:lnTo>
                    <a:pt x="960294" y="412590"/>
                  </a:lnTo>
                  <a:lnTo>
                    <a:pt x="959138" y="415842"/>
                  </a:lnTo>
                  <a:lnTo>
                    <a:pt x="962999" y="420702"/>
                  </a:lnTo>
                  <a:lnTo>
                    <a:pt x="967757" y="422385"/>
                  </a:lnTo>
                  <a:lnTo>
                    <a:pt x="966186" y="425590"/>
                  </a:lnTo>
                  <a:lnTo>
                    <a:pt x="970301" y="428805"/>
                  </a:lnTo>
                  <a:lnTo>
                    <a:pt x="972808" y="433274"/>
                  </a:lnTo>
                  <a:lnTo>
                    <a:pt x="972673" y="439748"/>
                  </a:lnTo>
                  <a:lnTo>
                    <a:pt x="977528" y="443025"/>
                  </a:lnTo>
                  <a:lnTo>
                    <a:pt x="978824" y="449634"/>
                  </a:lnTo>
                  <a:lnTo>
                    <a:pt x="978962" y="449617"/>
                  </a:lnTo>
                  <a:lnTo>
                    <a:pt x="982569" y="449156"/>
                  </a:lnTo>
                  <a:lnTo>
                    <a:pt x="983874" y="448988"/>
                  </a:lnTo>
                  <a:lnTo>
                    <a:pt x="983805" y="453946"/>
                  </a:lnTo>
                  <a:lnTo>
                    <a:pt x="984925" y="460598"/>
                  </a:lnTo>
                  <a:lnTo>
                    <a:pt x="984543" y="464395"/>
                  </a:lnTo>
                  <a:lnTo>
                    <a:pt x="983998" y="468046"/>
                  </a:lnTo>
                  <a:lnTo>
                    <a:pt x="985665" y="471637"/>
                  </a:lnTo>
                  <a:lnTo>
                    <a:pt x="984146" y="475857"/>
                  </a:lnTo>
                  <a:lnTo>
                    <a:pt x="983886" y="476578"/>
                  </a:lnTo>
                  <a:lnTo>
                    <a:pt x="983452" y="482408"/>
                  </a:lnTo>
                  <a:lnTo>
                    <a:pt x="980153" y="488279"/>
                  </a:lnTo>
                  <a:lnTo>
                    <a:pt x="979554" y="493429"/>
                  </a:lnTo>
                  <a:lnTo>
                    <a:pt x="975675" y="498489"/>
                  </a:lnTo>
                  <a:lnTo>
                    <a:pt x="975914" y="501315"/>
                  </a:lnTo>
                  <a:lnTo>
                    <a:pt x="972774" y="505708"/>
                  </a:lnTo>
                  <a:lnTo>
                    <a:pt x="974430" y="508939"/>
                  </a:lnTo>
                  <a:lnTo>
                    <a:pt x="975413" y="515534"/>
                  </a:lnTo>
                  <a:lnTo>
                    <a:pt x="972866" y="518108"/>
                  </a:lnTo>
                  <a:lnTo>
                    <a:pt x="972352" y="518627"/>
                  </a:lnTo>
                  <a:lnTo>
                    <a:pt x="971575" y="524532"/>
                  </a:lnTo>
                  <a:lnTo>
                    <a:pt x="975909" y="528961"/>
                  </a:lnTo>
                  <a:lnTo>
                    <a:pt x="975786" y="531719"/>
                  </a:lnTo>
                  <a:lnTo>
                    <a:pt x="975713" y="533355"/>
                  </a:lnTo>
                  <a:lnTo>
                    <a:pt x="976721" y="537756"/>
                  </a:lnTo>
                  <a:lnTo>
                    <a:pt x="977154" y="543060"/>
                  </a:lnTo>
                  <a:lnTo>
                    <a:pt x="977356" y="548137"/>
                  </a:lnTo>
                  <a:lnTo>
                    <a:pt x="977196" y="548321"/>
                  </a:lnTo>
                  <a:lnTo>
                    <a:pt x="974701" y="551181"/>
                  </a:lnTo>
                  <a:lnTo>
                    <a:pt x="969968" y="557362"/>
                  </a:lnTo>
                  <a:lnTo>
                    <a:pt x="968565" y="562706"/>
                  </a:lnTo>
                  <a:lnTo>
                    <a:pt x="967007" y="564757"/>
                  </a:lnTo>
                  <a:lnTo>
                    <a:pt x="965575" y="566639"/>
                  </a:lnTo>
                  <a:lnTo>
                    <a:pt x="961491" y="571169"/>
                  </a:lnTo>
                  <a:lnTo>
                    <a:pt x="964642" y="574543"/>
                  </a:lnTo>
                  <a:lnTo>
                    <a:pt x="966952" y="577656"/>
                  </a:lnTo>
                  <a:lnTo>
                    <a:pt x="969059" y="580419"/>
                  </a:lnTo>
                  <a:lnTo>
                    <a:pt x="967334" y="581553"/>
                  </a:lnTo>
                  <a:lnTo>
                    <a:pt x="959617" y="581816"/>
                  </a:lnTo>
                  <a:lnTo>
                    <a:pt x="952426" y="583276"/>
                  </a:lnTo>
                  <a:lnTo>
                    <a:pt x="944553" y="586821"/>
                  </a:lnTo>
                  <a:lnTo>
                    <a:pt x="930154" y="594260"/>
                  </a:lnTo>
                  <a:lnTo>
                    <a:pt x="928905" y="594903"/>
                  </a:lnTo>
                  <a:lnTo>
                    <a:pt x="919168" y="599903"/>
                  </a:lnTo>
                  <a:lnTo>
                    <a:pt x="912122" y="603606"/>
                  </a:lnTo>
                  <a:lnTo>
                    <a:pt x="906489" y="607185"/>
                  </a:lnTo>
                  <a:lnTo>
                    <a:pt x="902104" y="612815"/>
                  </a:lnTo>
                  <a:lnTo>
                    <a:pt x="902927" y="616044"/>
                  </a:lnTo>
                  <a:lnTo>
                    <a:pt x="896914" y="620948"/>
                  </a:lnTo>
                  <a:lnTo>
                    <a:pt x="880337" y="633326"/>
                  </a:lnTo>
                  <a:lnTo>
                    <a:pt x="873787" y="640001"/>
                  </a:lnTo>
                  <a:lnTo>
                    <a:pt x="873043" y="640759"/>
                  </a:lnTo>
                  <a:lnTo>
                    <a:pt x="868109" y="644878"/>
                  </a:lnTo>
                  <a:lnTo>
                    <a:pt x="860296" y="653042"/>
                  </a:lnTo>
                  <a:lnTo>
                    <a:pt x="853970" y="659266"/>
                  </a:lnTo>
                  <a:lnTo>
                    <a:pt x="849573" y="660134"/>
                  </a:lnTo>
                  <a:lnTo>
                    <a:pt x="844485" y="663378"/>
                  </a:lnTo>
                  <a:lnTo>
                    <a:pt x="838310" y="667305"/>
                  </a:lnTo>
                  <a:lnTo>
                    <a:pt x="831109" y="671933"/>
                  </a:lnTo>
                  <a:lnTo>
                    <a:pt x="821401" y="678408"/>
                  </a:lnTo>
                  <a:lnTo>
                    <a:pt x="807064" y="685742"/>
                  </a:lnTo>
                  <a:lnTo>
                    <a:pt x="792299" y="693870"/>
                  </a:lnTo>
                  <a:lnTo>
                    <a:pt x="782096" y="701126"/>
                  </a:lnTo>
                  <a:lnTo>
                    <a:pt x="778331" y="704216"/>
                  </a:lnTo>
                  <a:lnTo>
                    <a:pt x="777434" y="704952"/>
                  </a:lnTo>
                  <a:lnTo>
                    <a:pt x="773541" y="710678"/>
                  </a:lnTo>
                  <a:lnTo>
                    <a:pt x="759076" y="719481"/>
                  </a:lnTo>
                  <a:lnTo>
                    <a:pt x="752404" y="724786"/>
                  </a:lnTo>
                  <a:lnTo>
                    <a:pt x="746890" y="729682"/>
                  </a:lnTo>
                  <a:lnTo>
                    <a:pt x="742346" y="734243"/>
                  </a:lnTo>
                  <a:lnTo>
                    <a:pt x="739735" y="736859"/>
                  </a:lnTo>
                  <a:lnTo>
                    <a:pt x="730908" y="747783"/>
                  </a:lnTo>
                  <a:lnTo>
                    <a:pt x="727926" y="754107"/>
                  </a:lnTo>
                  <a:lnTo>
                    <a:pt x="727840" y="754289"/>
                  </a:lnTo>
                  <a:lnTo>
                    <a:pt x="724363" y="758616"/>
                  </a:lnTo>
                  <a:lnTo>
                    <a:pt x="720600" y="764738"/>
                  </a:lnTo>
                  <a:lnTo>
                    <a:pt x="715245" y="775334"/>
                  </a:lnTo>
                  <a:lnTo>
                    <a:pt x="714481" y="777075"/>
                  </a:lnTo>
                  <a:lnTo>
                    <a:pt x="711934" y="782871"/>
                  </a:lnTo>
                  <a:lnTo>
                    <a:pt x="709075" y="790191"/>
                  </a:lnTo>
                  <a:lnTo>
                    <a:pt x="706163" y="799754"/>
                  </a:lnTo>
                  <a:lnTo>
                    <a:pt x="705405" y="803229"/>
                  </a:lnTo>
                  <a:lnTo>
                    <a:pt x="704583" y="806992"/>
                  </a:lnTo>
                  <a:lnTo>
                    <a:pt x="703362" y="822162"/>
                  </a:lnTo>
                  <a:lnTo>
                    <a:pt x="704668" y="837228"/>
                  </a:lnTo>
                  <a:lnTo>
                    <a:pt x="708556" y="853023"/>
                  </a:lnTo>
                  <a:lnTo>
                    <a:pt x="711567" y="861707"/>
                  </a:lnTo>
                  <a:lnTo>
                    <a:pt x="714458" y="870026"/>
                  </a:lnTo>
                  <a:lnTo>
                    <a:pt x="716767" y="877912"/>
                  </a:lnTo>
                  <a:lnTo>
                    <a:pt x="719416" y="886939"/>
                  </a:lnTo>
                  <a:lnTo>
                    <a:pt x="722956" y="906131"/>
                  </a:lnTo>
                  <a:lnTo>
                    <a:pt x="723652" y="911730"/>
                  </a:lnTo>
                  <a:lnTo>
                    <a:pt x="724265" y="915732"/>
                  </a:lnTo>
                  <a:lnTo>
                    <a:pt x="723434" y="917671"/>
                  </a:lnTo>
                  <a:lnTo>
                    <a:pt x="719389" y="916773"/>
                  </a:lnTo>
                  <a:lnTo>
                    <a:pt x="713839" y="919147"/>
                  </a:lnTo>
                  <a:lnTo>
                    <a:pt x="708980" y="920360"/>
                  </a:lnTo>
                  <a:lnTo>
                    <a:pt x="706817" y="922212"/>
                  </a:lnTo>
                  <a:lnTo>
                    <a:pt x="707358" y="925098"/>
                  </a:lnTo>
                  <a:lnTo>
                    <a:pt x="706397" y="927613"/>
                  </a:lnTo>
                  <a:lnTo>
                    <a:pt x="702419" y="927707"/>
                  </a:lnTo>
                  <a:lnTo>
                    <a:pt x="699775" y="924416"/>
                  </a:lnTo>
                  <a:lnTo>
                    <a:pt x="696408" y="924450"/>
                  </a:lnTo>
                  <a:lnTo>
                    <a:pt x="692647" y="921100"/>
                  </a:lnTo>
                  <a:lnTo>
                    <a:pt x="689449" y="919647"/>
                  </a:lnTo>
                  <a:lnTo>
                    <a:pt x="684414" y="913839"/>
                  </a:lnTo>
                  <a:lnTo>
                    <a:pt x="680149" y="912496"/>
                  </a:lnTo>
                  <a:lnTo>
                    <a:pt x="675205" y="911873"/>
                  </a:lnTo>
                  <a:lnTo>
                    <a:pt x="672257" y="909951"/>
                  </a:lnTo>
                  <a:lnTo>
                    <a:pt x="666911" y="909864"/>
                  </a:lnTo>
                  <a:lnTo>
                    <a:pt x="666198" y="909852"/>
                  </a:lnTo>
                  <a:lnTo>
                    <a:pt x="660360" y="909857"/>
                  </a:lnTo>
                  <a:lnTo>
                    <a:pt x="655039" y="909613"/>
                  </a:lnTo>
                  <a:lnTo>
                    <a:pt x="652820" y="911615"/>
                  </a:lnTo>
                  <a:lnTo>
                    <a:pt x="649537" y="910466"/>
                  </a:lnTo>
                  <a:lnTo>
                    <a:pt x="648660" y="910159"/>
                  </a:lnTo>
                  <a:lnTo>
                    <a:pt x="644004" y="910548"/>
                  </a:lnTo>
                  <a:lnTo>
                    <a:pt x="640208" y="910597"/>
                  </a:lnTo>
                  <a:lnTo>
                    <a:pt x="636056" y="909216"/>
                  </a:lnTo>
                  <a:lnTo>
                    <a:pt x="631685" y="906107"/>
                  </a:lnTo>
                  <a:lnTo>
                    <a:pt x="624948" y="902099"/>
                  </a:lnTo>
                  <a:lnTo>
                    <a:pt x="620447" y="898611"/>
                  </a:lnTo>
                  <a:lnTo>
                    <a:pt x="615572" y="897343"/>
                  </a:lnTo>
                  <a:lnTo>
                    <a:pt x="609758" y="895673"/>
                  </a:lnTo>
                  <a:lnTo>
                    <a:pt x="608398" y="895033"/>
                  </a:lnTo>
                  <a:lnTo>
                    <a:pt x="606771" y="894268"/>
                  </a:lnTo>
                  <a:lnTo>
                    <a:pt x="603543" y="895707"/>
                  </a:lnTo>
                  <a:lnTo>
                    <a:pt x="599958" y="893197"/>
                  </a:lnTo>
                  <a:lnTo>
                    <a:pt x="593445" y="888022"/>
                  </a:lnTo>
                  <a:lnTo>
                    <a:pt x="591221" y="884345"/>
                  </a:lnTo>
                  <a:lnTo>
                    <a:pt x="584581" y="885456"/>
                  </a:lnTo>
                  <a:lnTo>
                    <a:pt x="579193" y="882367"/>
                  </a:lnTo>
                  <a:lnTo>
                    <a:pt x="573295" y="880876"/>
                  </a:lnTo>
                  <a:lnTo>
                    <a:pt x="569357" y="882264"/>
                  </a:lnTo>
                  <a:lnTo>
                    <a:pt x="567041" y="879714"/>
                  </a:lnTo>
                  <a:lnTo>
                    <a:pt x="568532" y="875315"/>
                  </a:lnTo>
                  <a:lnTo>
                    <a:pt x="567451" y="873306"/>
                  </a:lnTo>
                  <a:lnTo>
                    <a:pt x="562146" y="869076"/>
                  </a:lnTo>
                  <a:lnTo>
                    <a:pt x="561703" y="867366"/>
                  </a:lnTo>
                  <a:lnTo>
                    <a:pt x="559765" y="859878"/>
                  </a:lnTo>
                  <a:lnTo>
                    <a:pt x="559057" y="853975"/>
                  </a:lnTo>
                  <a:lnTo>
                    <a:pt x="556360" y="848505"/>
                  </a:lnTo>
                  <a:lnTo>
                    <a:pt x="554255" y="843769"/>
                  </a:lnTo>
                  <a:lnTo>
                    <a:pt x="549463" y="840645"/>
                  </a:lnTo>
                  <a:lnTo>
                    <a:pt x="546886" y="836410"/>
                  </a:lnTo>
                  <a:lnTo>
                    <a:pt x="544786" y="831798"/>
                  </a:lnTo>
                  <a:lnTo>
                    <a:pt x="540055" y="828054"/>
                  </a:lnTo>
                  <a:lnTo>
                    <a:pt x="540401" y="821058"/>
                  </a:lnTo>
                  <a:lnTo>
                    <a:pt x="541335" y="816524"/>
                  </a:lnTo>
                  <a:lnTo>
                    <a:pt x="540102" y="810976"/>
                  </a:lnTo>
                  <a:lnTo>
                    <a:pt x="538856" y="807616"/>
                  </a:lnTo>
                  <a:lnTo>
                    <a:pt x="538658" y="807081"/>
                  </a:lnTo>
                  <a:lnTo>
                    <a:pt x="536706" y="804798"/>
                  </a:lnTo>
                  <a:lnTo>
                    <a:pt x="533415" y="803855"/>
                  </a:lnTo>
                  <a:lnTo>
                    <a:pt x="536689" y="794629"/>
                  </a:lnTo>
                  <a:lnTo>
                    <a:pt x="536076" y="791245"/>
                  </a:lnTo>
                  <a:lnTo>
                    <a:pt x="535866" y="787005"/>
                  </a:lnTo>
                  <a:lnTo>
                    <a:pt x="533445" y="787157"/>
                  </a:lnTo>
                  <a:lnTo>
                    <a:pt x="533271" y="780117"/>
                  </a:lnTo>
                  <a:lnTo>
                    <a:pt x="531163" y="777172"/>
                  </a:lnTo>
                  <a:lnTo>
                    <a:pt x="525840" y="775449"/>
                  </a:lnTo>
                  <a:lnTo>
                    <a:pt x="519547" y="773703"/>
                  </a:lnTo>
                  <a:lnTo>
                    <a:pt x="515301" y="768336"/>
                  </a:lnTo>
                  <a:lnTo>
                    <a:pt x="511915" y="766205"/>
                  </a:lnTo>
                  <a:lnTo>
                    <a:pt x="508531" y="763003"/>
                  </a:lnTo>
                  <a:lnTo>
                    <a:pt x="505932" y="759060"/>
                  </a:lnTo>
                  <a:lnTo>
                    <a:pt x="503848" y="754652"/>
                  </a:lnTo>
                  <a:lnTo>
                    <a:pt x="502821" y="750954"/>
                  </a:lnTo>
                  <a:lnTo>
                    <a:pt x="501667" y="746646"/>
                  </a:lnTo>
                  <a:lnTo>
                    <a:pt x="497539" y="744653"/>
                  </a:lnTo>
                  <a:lnTo>
                    <a:pt x="494115" y="737514"/>
                  </a:lnTo>
                  <a:lnTo>
                    <a:pt x="490464" y="733026"/>
                  </a:lnTo>
                  <a:lnTo>
                    <a:pt x="482744" y="728286"/>
                  </a:lnTo>
                  <a:lnTo>
                    <a:pt x="480944" y="726760"/>
                  </a:lnTo>
                  <a:lnTo>
                    <a:pt x="475485" y="722129"/>
                  </a:lnTo>
                  <a:lnTo>
                    <a:pt x="473941" y="717718"/>
                  </a:lnTo>
                  <a:lnTo>
                    <a:pt x="471397" y="712420"/>
                  </a:lnTo>
                  <a:lnTo>
                    <a:pt x="470117" y="706777"/>
                  </a:lnTo>
                  <a:lnTo>
                    <a:pt x="467701" y="702428"/>
                  </a:lnTo>
                  <a:lnTo>
                    <a:pt x="466113" y="699078"/>
                  </a:lnTo>
                  <a:lnTo>
                    <a:pt x="465479" y="693882"/>
                  </a:lnTo>
                  <a:lnTo>
                    <a:pt x="461500" y="690296"/>
                  </a:lnTo>
                  <a:lnTo>
                    <a:pt x="457502" y="686355"/>
                  </a:lnTo>
                  <a:lnTo>
                    <a:pt x="457032" y="681601"/>
                  </a:lnTo>
                  <a:lnTo>
                    <a:pt x="455011" y="677553"/>
                  </a:lnTo>
                  <a:lnTo>
                    <a:pt x="454812" y="673856"/>
                  </a:lnTo>
                  <a:lnTo>
                    <a:pt x="451646" y="671209"/>
                  </a:lnTo>
                  <a:lnTo>
                    <a:pt x="447778" y="665321"/>
                  </a:lnTo>
                  <a:lnTo>
                    <a:pt x="446275" y="660682"/>
                  </a:lnTo>
                  <a:lnTo>
                    <a:pt x="445293" y="654218"/>
                  </a:lnTo>
                  <a:lnTo>
                    <a:pt x="444471" y="649698"/>
                  </a:lnTo>
                  <a:lnTo>
                    <a:pt x="444214" y="648285"/>
                  </a:lnTo>
                  <a:lnTo>
                    <a:pt x="440151" y="645706"/>
                  </a:lnTo>
                  <a:lnTo>
                    <a:pt x="436685" y="642260"/>
                  </a:lnTo>
                  <a:lnTo>
                    <a:pt x="434947" y="637103"/>
                  </a:lnTo>
                  <a:lnTo>
                    <a:pt x="434473" y="636656"/>
                  </a:lnTo>
                  <a:lnTo>
                    <a:pt x="430889" y="633273"/>
                  </a:lnTo>
                  <a:lnTo>
                    <a:pt x="427971" y="630082"/>
                  </a:lnTo>
                  <a:lnTo>
                    <a:pt x="419631" y="625169"/>
                  </a:lnTo>
                  <a:lnTo>
                    <a:pt x="414743" y="616842"/>
                  </a:lnTo>
                  <a:lnTo>
                    <a:pt x="408803" y="615475"/>
                  </a:lnTo>
                  <a:lnTo>
                    <a:pt x="404600" y="611361"/>
                  </a:lnTo>
                  <a:lnTo>
                    <a:pt x="399818" y="611288"/>
                  </a:lnTo>
                  <a:lnTo>
                    <a:pt x="395986" y="606232"/>
                  </a:lnTo>
                  <a:lnTo>
                    <a:pt x="395918" y="600779"/>
                  </a:lnTo>
                  <a:lnTo>
                    <a:pt x="391346" y="598683"/>
                  </a:lnTo>
                  <a:lnTo>
                    <a:pt x="388867" y="592213"/>
                  </a:lnTo>
                  <a:lnTo>
                    <a:pt x="384837" y="590272"/>
                  </a:lnTo>
                  <a:lnTo>
                    <a:pt x="381029" y="589780"/>
                  </a:lnTo>
                  <a:lnTo>
                    <a:pt x="376593" y="587090"/>
                  </a:lnTo>
                  <a:lnTo>
                    <a:pt x="369419" y="589519"/>
                  </a:lnTo>
                  <a:lnTo>
                    <a:pt x="364847" y="589213"/>
                  </a:lnTo>
                  <a:lnTo>
                    <a:pt x="361228" y="588168"/>
                  </a:lnTo>
                  <a:lnTo>
                    <a:pt x="357578" y="587111"/>
                  </a:lnTo>
                  <a:lnTo>
                    <a:pt x="352526" y="586668"/>
                  </a:lnTo>
                  <a:lnTo>
                    <a:pt x="345589" y="585358"/>
                  </a:lnTo>
                  <a:lnTo>
                    <a:pt x="341306" y="585681"/>
                  </a:lnTo>
                  <a:lnTo>
                    <a:pt x="337313" y="586939"/>
                  </a:lnTo>
                  <a:lnTo>
                    <a:pt x="334099" y="586387"/>
                  </a:lnTo>
                  <a:lnTo>
                    <a:pt x="330623" y="583947"/>
                  </a:lnTo>
                  <a:lnTo>
                    <a:pt x="325619" y="581731"/>
                  </a:lnTo>
                  <a:lnTo>
                    <a:pt x="320029" y="578619"/>
                  </a:lnTo>
                  <a:lnTo>
                    <a:pt x="318693" y="579060"/>
                  </a:lnTo>
                  <a:lnTo>
                    <a:pt x="316285" y="579853"/>
                  </a:lnTo>
                  <a:lnTo>
                    <a:pt x="314694" y="583452"/>
                  </a:lnTo>
                  <a:lnTo>
                    <a:pt x="312789" y="588163"/>
                  </a:lnTo>
                  <a:lnTo>
                    <a:pt x="306988" y="586763"/>
                  </a:lnTo>
                  <a:lnTo>
                    <a:pt x="303635" y="586624"/>
                  </a:lnTo>
                  <a:lnTo>
                    <a:pt x="300630" y="588965"/>
                  </a:lnTo>
                  <a:lnTo>
                    <a:pt x="295881" y="589186"/>
                  </a:lnTo>
                  <a:lnTo>
                    <a:pt x="290926" y="589897"/>
                  </a:lnTo>
                  <a:lnTo>
                    <a:pt x="289535" y="595220"/>
                  </a:lnTo>
                  <a:lnTo>
                    <a:pt x="285957" y="599850"/>
                  </a:lnTo>
                  <a:lnTo>
                    <a:pt x="282798" y="605434"/>
                  </a:lnTo>
                  <a:lnTo>
                    <a:pt x="280322" y="608323"/>
                  </a:lnTo>
                  <a:lnTo>
                    <a:pt x="278421" y="615042"/>
                  </a:lnTo>
                  <a:lnTo>
                    <a:pt x="278806" y="618938"/>
                  </a:lnTo>
                  <a:lnTo>
                    <a:pt x="275050" y="622937"/>
                  </a:lnTo>
                  <a:lnTo>
                    <a:pt x="273414" y="628527"/>
                  </a:lnTo>
                  <a:lnTo>
                    <a:pt x="274820" y="632524"/>
                  </a:lnTo>
                  <a:lnTo>
                    <a:pt x="271111" y="636823"/>
                  </a:lnTo>
                  <a:lnTo>
                    <a:pt x="265027" y="639176"/>
                  </a:lnTo>
                  <a:lnTo>
                    <a:pt x="261791" y="644117"/>
                  </a:lnTo>
                  <a:lnTo>
                    <a:pt x="258605" y="645508"/>
                  </a:lnTo>
                  <a:lnTo>
                    <a:pt x="256596" y="650546"/>
                  </a:lnTo>
                  <a:lnTo>
                    <a:pt x="254439" y="654355"/>
                  </a:lnTo>
                  <a:lnTo>
                    <a:pt x="246650" y="653254"/>
                  </a:lnTo>
                  <a:lnTo>
                    <a:pt x="242496" y="653915"/>
                  </a:lnTo>
                  <a:lnTo>
                    <a:pt x="236352" y="650487"/>
                  </a:lnTo>
                  <a:lnTo>
                    <a:pt x="228671" y="646025"/>
                  </a:lnTo>
                  <a:lnTo>
                    <a:pt x="224088" y="641136"/>
                  </a:lnTo>
                  <a:lnTo>
                    <a:pt x="218947" y="638384"/>
                  </a:lnTo>
                  <a:lnTo>
                    <a:pt x="213776" y="636372"/>
                  </a:lnTo>
                  <a:lnTo>
                    <a:pt x="208861" y="634379"/>
                  </a:lnTo>
                  <a:lnTo>
                    <a:pt x="204115" y="628437"/>
                  </a:lnTo>
                  <a:lnTo>
                    <a:pt x="203747" y="628271"/>
                  </a:lnTo>
                  <a:lnTo>
                    <a:pt x="198964" y="626095"/>
                  </a:lnTo>
                  <a:lnTo>
                    <a:pt x="189895" y="624456"/>
                  </a:lnTo>
                  <a:lnTo>
                    <a:pt x="183825" y="621143"/>
                  </a:lnTo>
                  <a:lnTo>
                    <a:pt x="177226" y="616280"/>
                  </a:lnTo>
                  <a:lnTo>
                    <a:pt x="174488" y="612412"/>
                  </a:lnTo>
                  <a:lnTo>
                    <a:pt x="171008" y="607481"/>
                  </a:lnTo>
                  <a:lnTo>
                    <a:pt x="165039" y="603424"/>
                  </a:lnTo>
                  <a:lnTo>
                    <a:pt x="160318" y="601560"/>
                  </a:lnTo>
                  <a:lnTo>
                    <a:pt x="154318" y="595986"/>
                  </a:lnTo>
                  <a:lnTo>
                    <a:pt x="147887" y="589355"/>
                  </a:lnTo>
                  <a:lnTo>
                    <a:pt x="146267" y="581060"/>
                  </a:lnTo>
                  <a:lnTo>
                    <a:pt x="142474" y="574423"/>
                  </a:lnTo>
                  <a:lnTo>
                    <a:pt x="138663" y="568418"/>
                  </a:lnTo>
                  <a:lnTo>
                    <a:pt x="137974" y="561522"/>
                  </a:lnTo>
                  <a:lnTo>
                    <a:pt x="136698" y="558471"/>
                  </a:lnTo>
                  <a:lnTo>
                    <a:pt x="137942" y="551307"/>
                  </a:lnTo>
                  <a:lnTo>
                    <a:pt x="137550" y="542196"/>
                  </a:lnTo>
                  <a:lnTo>
                    <a:pt x="134875" y="537897"/>
                  </a:lnTo>
                  <a:lnTo>
                    <a:pt x="133433" y="534188"/>
                  </a:lnTo>
                  <a:lnTo>
                    <a:pt x="128950" y="527905"/>
                  </a:lnTo>
                  <a:lnTo>
                    <a:pt x="126356" y="526023"/>
                  </a:lnTo>
                  <a:lnTo>
                    <a:pt x="125857" y="520053"/>
                  </a:lnTo>
                  <a:lnTo>
                    <a:pt x="124699" y="513326"/>
                  </a:lnTo>
                  <a:lnTo>
                    <a:pt x="122308" y="507121"/>
                  </a:lnTo>
                  <a:lnTo>
                    <a:pt x="118746" y="506444"/>
                  </a:lnTo>
                  <a:lnTo>
                    <a:pt x="118167" y="504795"/>
                  </a:lnTo>
                  <a:lnTo>
                    <a:pt x="116804" y="500904"/>
                  </a:lnTo>
                  <a:lnTo>
                    <a:pt x="112235" y="499442"/>
                  </a:lnTo>
                  <a:lnTo>
                    <a:pt x="109655" y="496449"/>
                  </a:lnTo>
                  <a:lnTo>
                    <a:pt x="105141" y="492857"/>
                  </a:lnTo>
                  <a:lnTo>
                    <a:pt x="100914" y="488725"/>
                  </a:lnTo>
                  <a:lnTo>
                    <a:pt x="93706" y="486943"/>
                  </a:lnTo>
                  <a:lnTo>
                    <a:pt x="87871" y="483442"/>
                  </a:lnTo>
                  <a:lnTo>
                    <a:pt x="87635" y="480293"/>
                  </a:lnTo>
                  <a:lnTo>
                    <a:pt x="81214" y="475151"/>
                  </a:lnTo>
                  <a:lnTo>
                    <a:pt x="76200" y="470737"/>
                  </a:lnTo>
                  <a:lnTo>
                    <a:pt x="74752" y="466705"/>
                  </a:lnTo>
                  <a:lnTo>
                    <a:pt x="71457" y="460985"/>
                  </a:lnTo>
                  <a:lnTo>
                    <a:pt x="65455" y="457291"/>
                  </a:lnTo>
                  <a:lnTo>
                    <a:pt x="60806" y="454319"/>
                  </a:lnTo>
                  <a:lnTo>
                    <a:pt x="59394" y="451141"/>
                  </a:lnTo>
                  <a:lnTo>
                    <a:pt x="54197" y="443253"/>
                  </a:lnTo>
                  <a:lnTo>
                    <a:pt x="49158" y="440281"/>
                  </a:lnTo>
                  <a:lnTo>
                    <a:pt x="48235" y="436203"/>
                  </a:lnTo>
                  <a:lnTo>
                    <a:pt x="45166" y="433975"/>
                  </a:lnTo>
                  <a:lnTo>
                    <a:pt x="44552" y="433529"/>
                  </a:lnTo>
                  <a:lnTo>
                    <a:pt x="38929" y="432589"/>
                  </a:lnTo>
                  <a:lnTo>
                    <a:pt x="32079" y="427075"/>
                  </a:lnTo>
                  <a:lnTo>
                    <a:pt x="27807" y="421783"/>
                  </a:lnTo>
                  <a:lnTo>
                    <a:pt x="24778" y="417313"/>
                  </a:lnTo>
                  <a:lnTo>
                    <a:pt x="23400" y="412118"/>
                  </a:lnTo>
                  <a:lnTo>
                    <a:pt x="20952" y="407630"/>
                  </a:lnTo>
                  <a:lnTo>
                    <a:pt x="18923" y="403903"/>
                  </a:lnTo>
                  <a:lnTo>
                    <a:pt x="15583" y="400048"/>
                  </a:lnTo>
                  <a:lnTo>
                    <a:pt x="11912" y="399108"/>
                  </a:lnTo>
                  <a:lnTo>
                    <a:pt x="10574" y="400038"/>
                  </a:lnTo>
                  <a:lnTo>
                    <a:pt x="7520" y="396720"/>
                  </a:lnTo>
                  <a:lnTo>
                    <a:pt x="3733" y="393744"/>
                  </a:lnTo>
                  <a:lnTo>
                    <a:pt x="0" y="3884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787144" y="3319356"/>
              <a:ext cx="382546" cy="481008"/>
            </a:xfrm>
            <a:custGeom>
              <a:avLst/>
              <a:pathLst>
                <a:path w="382546" h="481008">
                  <a:moveTo>
                    <a:pt x="8096" y="380281"/>
                  </a:moveTo>
                  <a:lnTo>
                    <a:pt x="10079" y="368053"/>
                  </a:lnTo>
                  <a:lnTo>
                    <a:pt x="12076" y="356347"/>
                  </a:lnTo>
                  <a:lnTo>
                    <a:pt x="15737" y="333173"/>
                  </a:lnTo>
                  <a:lnTo>
                    <a:pt x="17117" y="324400"/>
                  </a:lnTo>
                  <a:lnTo>
                    <a:pt x="19254" y="311004"/>
                  </a:lnTo>
                  <a:lnTo>
                    <a:pt x="21584" y="296406"/>
                  </a:lnTo>
                  <a:lnTo>
                    <a:pt x="23081" y="287368"/>
                  </a:lnTo>
                  <a:lnTo>
                    <a:pt x="25974" y="269935"/>
                  </a:lnTo>
                  <a:lnTo>
                    <a:pt x="27672" y="258931"/>
                  </a:lnTo>
                  <a:lnTo>
                    <a:pt x="34731" y="216100"/>
                  </a:lnTo>
                  <a:lnTo>
                    <a:pt x="35326" y="212389"/>
                  </a:lnTo>
                  <a:lnTo>
                    <a:pt x="38828" y="190590"/>
                  </a:lnTo>
                  <a:lnTo>
                    <a:pt x="40443" y="180893"/>
                  </a:lnTo>
                  <a:lnTo>
                    <a:pt x="43216" y="164278"/>
                  </a:lnTo>
                  <a:lnTo>
                    <a:pt x="43487" y="162628"/>
                  </a:lnTo>
                  <a:lnTo>
                    <a:pt x="47496" y="138240"/>
                  </a:lnTo>
                  <a:lnTo>
                    <a:pt x="48924" y="129796"/>
                  </a:lnTo>
                  <a:lnTo>
                    <a:pt x="52350" y="109841"/>
                  </a:lnTo>
                  <a:lnTo>
                    <a:pt x="56358" y="86137"/>
                  </a:lnTo>
                  <a:lnTo>
                    <a:pt x="59390" y="68130"/>
                  </a:lnTo>
                  <a:lnTo>
                    <a:pt x="63563" y="43531"/>
                  </a:lnTo>
                  <a:lnTo>
                    <a:pt x="67378" y="20817"/>
                  </a:lnTo>
                  <a:lnTo>
                    <a:pt x="70746" y="0"/>
                  </a:lnTo>
                  <a:lnTo>
                    <a:pt x="84985" y="2912"/>
                  </a:lnTo>
                  <a:lnTo>
                    <a:pt x="105627" y="5978"/>
                  </a:lnTo>
                  <a:lnTo>
                    <a:pt x="121514" y="8346"/>
                  </a:lnTo>
                  <a:lnTo>
                    <a:pt x="137509" y="10759"/>
                  </a:lnTo>
                  <a:lnTo>
                    <a:pt x="160115" y="14152"/>
                  </a:lnTo>
                  <a:lnTo>
                    <a:pt x="184715" y="17872"/>
                  </a:lnTo>
                  <a:lnTo>
                    <a:pt x="191479" y="19095"/>
                  </a:lnTo>
                  <a:lnTo>
                    <a:pt x="194660" y="19667"/>
                  </a:lnTo>
                  <a:lnTo>
                    <a:pt x="217734" y="22906"/>
                  </a:lnTo>
                  <a:lnTo>
                    <a:pt x="233365" y="25113"/>
                  </a:lnTo>
                  <a:lnTo>
                    <a:pt x="235709" y="25440"/>
                  </a:lnTo>
                  <a:lnTo>
                    <a:pt x="241980" y="26219"/>
                  </a:lnTo>
                  <a:lnTo>
                    <a:pt x="263065" y="29068"/>
                  </a:lnTo>
                  <a:lnTo>
                    <a:pt x="258304" y="65775"/>
                  </a:lnTo>
                  <a:lnTo>
                    <a:pt x="258143" y="67017"/>
                  </a:lnTo>
                  <a:lnTo>
                    <a:pt x="255761" y="84838"/>
                  </a:lnTo>
                  <a:lnTo>
                    <a:pt x="254521" y="94329"/>
                  </a:lnTo>
                  <a:lnTo>
                    <a:pt x="251645" y="116402"/>
                  </a:lnTo>
                  <a:lnTo>
                    <a:pt x="263068" y="117984"/>
                  </a:lnTo>
                  <a:lnTo>
                    <a:pt x="284807" y="120926"/>
                  </a:lnTo>
                  <a:lnTo>
                    <a:pt x="312213" y="124322"/>
                  </a:lnTo>
                  <a:lnTo>
                    <a:pt x="317010" y="124896"/>
                  </a:lnTo>
                  <a:lnTo>
                    <a:pt x="320143" y="125269"/>
                  </a:lnTo>
                  <a:lnTo>
                    <a:pt x="338859" y="127456"/>
                  </a:lnTo>
                  <a:lnTo>
                    <a:pt x="369376" y="130742"/>
                  </a:lnTo>
                  <a:lnTo>
                    <a:pt x="382546" y="132244"/>
                  </a:lnTo>
                  <a:lnTo>
                    <a:pt x="381039" y="147478"/>
                  </a:lnTo>
                  <a:lnTo>
                    <a:pt x="379543" y="161734"/>
                  </a:lnTo>
                  <a:lnTo>
                    <a:pt x="379461" y="162518"/>
                  </a:lnTo>
                  <a:lnTo>
                    <a:pt x="375338" y="200072"/>
                  </a:lnTo>
                  <a:lnTo>
                    <a:pt x="374940" y="203715"/>
                  </a:lnTo>
                  <a:lnTo>
                    <a:pt x="372170" y="230384"/>
                  </a:lnTo>
                  <a:lnTo>
                    <a:pt x="370201" y="249080"/>
                  </a:lnTo>
                  <a:lnTo>
                    <a:pt x="368711" y="263263"/>
                  </a:lnTo>
                  <a:lnTo>
                    <a:pt x="367514" y="274686"/>
                  </a:lnTo>
                  <a:lnTo>
                    <a:pt x="365322" y="295653"/>
                  </a:lnTo>
                  <a:lnTo>
                    <a:pt x="359127" y="350153"/>
                  </a:lnTo>
                  <a:lnTo>
                    <a:pt x="357117" y="369713"/>
                  </a:lnTo>
                  <a:lnTo>
                    <a:pt x="357384" y="379503"/>
                  </a:lnTo>
                  <a:lnTo>
                    <a:pt x="357278" y="380519"/>
                  </a:lnTo>
                  <a:lnTo>
                    <a:pt x="354813" y="404205"/>
                  </a:lnTo>
                  <a:lnTo>
                    <a:pt x="351239" y="438715"/>
                  </a:lnTo>
                  <a:lnTo>
                    <a:pt x="346884" y="481008"/>
                  </a:lnTo>
                  <a:lnTo>
                    <a:pt x="315552" y="477523"/>
                  </a:lnTo>
                  <a:lnTo>
                    <a:pt x="280392" y="473510"/>
                  </a:lnTo>
                  <a:lnTo>
                    <a:pt x="247764" y="469497"/>
                  </a:lnTo>
                  <a:lnTo>
                    <a:pt x="228337" y="466561"/>
                  </a:lnTo>
                  <a:lnTo>
                    <a:pt x="206411" y="463757"/>
                  </a:lnTo>
                  <a:lnTo>
                    <a:pt x="193610" y="462186"/>
                  </a:lnTo>
                  <a:lnTo>
                    <a:pt x="191698" y="461949"/>
                  </a:lnTo>
                  <a:lnTo>
                    <a:pt x="182862" y="460654"/>
                  </a:lnTo>
                  <a:lnTo>
                    <a:pt x="182367" y="460586"/>
                  </a:lnTo>
                  <a:lnTo>
                    <a:pt x="116926" y="451258"/>
                  </a:lnTo>
                  <a:lnTo>
                    <a:pt x="104408" y="449404"/>
                  </a:lnTo>
                  <a:lnTo>
                    <a:pt x="103957" y="449336"/>
                  </a:lnTo>
                  <a:lnTo>
                    <a:pt x="84287" y="446356"/>
                  </a:lnTo>
                  <a:lnTo>
                    <a:pt x="79469" y="445616"/>
                  </a:lnTo>
                  <a:lnTo>
                    <a:pt x="74818" y="444897"/>
                  </a:lnTo>
                  <a:lnTo>
                    <a:pt x="5832" y="433689"/>
                  </a:lnTo>
                  <a:lnTo>
                    <a:pt x="0" y="432668"/>
                  </a:lnTo>
                  <a:lnTo>
                    <a:pt x="1114" y="425027"/>
                  </a:lnTo>
                  <a:lnTo>
                    <a:pt x="3762" y="408036"/>
                  </a:lnTo>
                  <a:lnTo>
                    <a:pt x="6540" y="3900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430545" y="3506728"/>
              <a:ext cx="34915" cy="93870"/>
            </a:xfrm>
            <a:custGeom>
              <a:avLst/>
              <a:pathLst>
                <a:path w="34915" h="93870">
                  <a:moveTo>
                    <a:pt x="940" y="78503"/>
                  </a:moveTo>
                  <a:lnTo>
                    <a:pt x="1506" y="71013"/>
                  </a:lnTo>
                  <a:lnTo>
                    <a:pt x="436" y="64303"/>
                  </a:lnTo>
                  <a:lnTo>
                    <a:pt x="55" y="54821"/>
                  </a:lnTo>
                  <a:lnTo>
                    <a:pt x="0" y="53474"/>
                  </a:lnTo>
                  <a:lnTo>
                    <a:pt x="1133" y="46535"/>
                  </a:lnTo>
                  <a:lnTo>
                    <a:pt x="2144" y="39990"/>
                  </a:lnTo>
                  <a:lnTo>
                    <a:pt x="4156" y="35103"/>
                  </a:lnTo>
                  <a:lnTo>
                    <a:pt x="2771" y="31631"/>
                  </a:lnTo>
                  <a:lnTo>
                    <a:pt x="7593" y="27873"/>
                  </a:lnTo>
                  <a:lnTo>
                    <a:pt x="8976" y="24398"/>
                  </a:lnTo>
                  <a:lnTo>
                    <a:pt x="4097" y="20878"/>
                  </a:lnTo>
                  <a:lnTo>
                    <a:pt x="8759" y="15130"/>
                  </a:lnTo>
                  <a:lnTo>
                    <a:pt x="10702" y="10528"/>
                  </a:lnTo>
                  <a:lnTo>
                    <a:pt x="34915" y="0"/>
                  </a:lnTo>
                  <a:lnTo>
                    <a:pt x="31794" y="13195"/>
                  </a:lnTo>
                  <a:lnTo>
                    <a:pt x="30078" y="17727"/>
                  </a:lnTo>
                  <a:lnTo>
                    <a:pt x="25829" y="17411"/>
                  </a:lnTo>
                  <a:lnTo>
                    <a:pt x="23412" y="21563"/>
                  </a:lnTo>
                  <a:lnTo>
                    <a:pt x="21306" y="29998"/>
                  </a:lnTo>
                  <a:lnTo>
                    <a:pt x="20687" y="38030"/>
                  </a:lnTo>
                  <a:lnTo>
                    <a:pt x="20476" y="43068"/>
                  </a:lnTo>
                  <a:lnTo>
                    <a:pt x="22067" y="47065"/>
                  </a:lnTo>
                  <a:lnTo>
                    <a:pt x="19593" y="54926"/>
                  </a:lnTo>
                  <a:lnTo>
                    <a:pt x="20472" y="56172"/>
                  </a:lnTo>
                  <a:lnTo>
                    <a:pt x="21301" y="57347"/>
                  </a:lnTo>
                  <a:lnTo>
                    <a:pt x="19030" y="65296"/>
                  </a:lnTo>
                  <a:lnTo>
                    <a:pt x="18916" y="68807"/>
                  </a:lnTo>
                  <a:lnTo>
                    <a:pt x="16965" y="72926"/>
                  </a:lnTo>
                  <a:lnTo>
                    <a:pt x="17053" y="77516"/>
                  </a:lnTo>
                  <a:lnTo>
                    <a:pt x="16831" y="82528"/>
                  </a:lnTo>
                  <a:lnTo>
                    <a:pt x="13280" y="90547"/>
                  </a:lnTo>
                  <a:lnTo>
                    <a:pt x="10942" y="93870"/>
                  </a:lnTo>
                  <a:lnTo>
                    <a:pt x="8217" y="93689"/>
                  </a:lnTo>
                  <a:lnTo>
                    <a:pt x="4910" y="865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927113" y="3442965"/>
              <a:ext cx="531851" cy="329692"/>
            </a:xfrm>
            <a:custGeom>
              <a:avLst/>
              <a:pathLst>
                <a:path w="531851" h="329692">
                  <a:moveTo>
                    <a:pt x="3673" y="325995"/>
                  </a:moveTo>
                  <a:lnTo>
                    <a:pt x="9184" y="322031"/>
                  </a:lnTo>
                  <a:lnTo>
                    <a:pt x="13732" y="321105"/>
                  </a:lnTo>
                  <a:lnTo>
                    <a:pt x="15412" y="320762"/>
                  </a:lnTo>
                  <a:lnTo>
                    <a:pt x="18553" y="318302"/>
                  </a:lnTo>
                  <a:lnTo>
                    <a:pt x="28193" y="312736"/>
                  </a:lnTo>
                  <a:lnTo>
                    <a:pt x="34797" y="309933"/>
                  </a:lnTo>
                  <a:lnTo>
                    <a:pt x="35428" y="305054"/>
                  </a:lnTo>
                  <a:lnTo>
                    <a:pt x="37223" y="299799"/>
                  </a:lnTo>
                  <a:lnTo>
                    <a:pt x="41593" y="299193"/>
                  </a:lnTo>
                  <a:lnTo>
                    <a:pt x="49044" y="294520"/>
                  </a:lnTo>
                  <a:lnTo>
                    <a:pt x="49597" y="293060"/>
                  </a:lnTo>
                  <a:lnTo>
                    <a:pt x="50475" y="290743"/>
                  </a:lnTo>
                  <a:lnTo>
                    <a:pt x="49324" y="286206"/>
                  </a:lnTo>
                  <a:lnTo>
                    <a:pt x="52430" y="282594"/>
                  </a:lnTo>
                  <a:lnTo>
                    <a:pt x="56591" y="280203"/>
                  </a:lnTo>
                  <a:lnTo>
                    <a:pt x="57970" y="276875"/>
                  </a:lnTo>
                  <a:lnTo>
                    <a:pt x="56797" y="272284"/>
                  </a:lnTo>
                  <a:lnTo>
                    <a:pt x="66359" y="262712"/>
                  </a:lnTo>
                  <a:lnTo>
                    <a:pt x="66780" y="262289"/>
                  </a:lnTo>
                  <a:lnTo>
                    <a:pt x="67058" y="262064"/>
                  </a:lnTo>
                  <a:lnTo>
                    <a:pt x="73448" y="256884"/>
                  </a:lnTo>
                  <a:lnTo>
                    <a:pt x="79464" y="253675"/>
                  </a:lnTo>
                  <a:lnTo>
                    <a:pt x="81717" y="250394"/>
                  </a:lnTo>
                  <a:lnTo>
                    <a:pt x="81989" y="249997"/>
                  </a:lnTo>
                  <a:lnTo>
                    <a:pt x="88008" y="241943"/>
                  </a:lnTo>
                  <a:lnTo>
                    <a:pt x="100991" y="224458"/>
                  </a:lnTo>
                  <a:lnTo>
                    <a:pt x="103880" y="226145"/>
                  </a:lnTo>
                  <a:lnTo>
                    <a:pt x="101328" y="231897"/>
                  </a:lnTo>
                  <a:lnTo>
                    <a:pt x="105176" y="234142"/>
                  </a:lnTo>
                  <a:lnTo>
                    <a:pt x="105941" y="236737"/>
                  </a:lnTo>
                  <a:lnTo>
                    <a:pt x="109492" y="241103"/>
                  </a:lnTo>
                  <a:lnTo>
                    <a:pt x="113435" y="244435"/>
                  </a:lnTo>
                  <a:lnTo>
                    <a:pt x="118718" y="244193"/>
                  </a:lnTo>
                  <a:lnTo>
                    <a:pt x="121374" y="246510"/>
                  </a:lnTo>
                  <a:lnTo>
                    <a:pt x="121763" y="246696"/>
                  </a:lnTo>
                  <a:lnTo>
                    <a:pt x="126520" y="248965"/>
                  </a:lnTo>
                  <a:lnTo>
                    <a:pt x="134452" y="246801"/>
                  </a:lnTo>
                  <a:lnTo>
                    <a:pt x="136022" y="244937"/>
                  </a:lnTo>
                  <a:lnTo>
                    <a:pt x="138894" y="241835"/>
                  </a:lnTo>
                  <a:lnTo>
                    <a:pt x="142296" y="239222"/>
                  </a:lnTo>
                  <a:lnTo>
                    <a:pt x="145551" y="232468"/>
                  </a:lnTo>
                  <a:lnTo>
                    <a:pt x="156691" y="239185"/>
                  </a:lnTo>
                  <a:lnTo>
                    <a:pt x="163514" y="233672"/>
                  </a:lnTo>
                  <a:lnTo>
                    <a:pt x="171015" y="230027"/>
                  </a:lnTo>
                  <a:lnTo>
                    <a:pt x="172017" y="229675"/>
                  </a:lnTo>
                  <a:lnTo>
                    <a:pt x="176083" y="228245"/>
                  </a:lnTo>
                  <a:lnTo>
                    <a:pt x="181215" y="224450"/>
                  </a:lnTo>
                  <a:lnTo>
                    <a:pt x="177078" y="220987"/>
                  </a:lnTo>
                  <a:lnTo>
                    <a:pt x="177633" y="217605"/>
                  </a:lnTo>
                  <a:lnTo>
                    <a:pt x="178137" y="217378"/>
                  </a:lnTo>
                  <a:lnTo>
                    <a:pt x="179488" y="216768"/>
                  </a:lnTo>
                  <a:lnTo>
                    <a:pt x="184933" y="220181"/>
                  </a:lnTo>
                  <a:lnTo>
                    <a:pt x="191243" y="214902"/>
                  </a:lnTo>
                  <a:lnTo>
                    <a:pt x="198203" y="207773"/>
                  </a:lnTo>
                  <a:lnTo>
                    <a:pt x="204136" y="210481"/>
                  </a:lnTo>
                  <a:lnTo>
                    <a:pt x="204510" y="210651"/>
                  </a:lnTo>
                  <a:lnTo>
                    <a:pt x="208198" y="206491"/>
                  </a:lnTo>
                  <a:lnTo>
                    <a:pt x="214066" y="198355"/>
                  </a:lnTo>
                  <a:lnTo>
                    <a:pt x="213747" y="193999"/>
                  </a:lnTo>
                  <a:lnTo>
                    <a:pt x="216912" y="189741"/>
                  </a:lnTo>
                  <a:lnTo>
                    <a:pt x="211205" y="185720"/>
                  </a:lnTo>
                  <a:lnTo>
                    <a:pt x="211308" y="185478"/>
                  </a:lnTo>
                  <a:lnTo>
                    <a:pt x="212785" y="181996"/>
                  </a:lnTo>
                  <a:lnTo>
                    <a:pt x="214228" y="175968"/>
                  </a:lnTo>
                  <a:lnTo>
                    <a:pt x="214646" y="171861"/>
                  </a:lnTo>
                  <a:lnTo>
                    <a:pt x="217976" y="165429"/>
                  </a:lnTo>
                  <a:lnTo>
                    <a:pt x="221849" y="158824"/>
                  </a:lnTo>
                  <a:lnTo>
                    <a:pt x="222843" y="157124"/>
                  </a:lnTo>
                  <a:lnTo>
                    <a:pt x="225687" y="149494"/>
                  </a:lnTo>
                  <a:lnTo>
                    <a:pt x="225925" y="147687"/>
                  </a:lnTo>
                  <a:lnTo>
                    <a:pt x="226518" y="143185"/>
                  </a:lnTo>
                  <a:lnTo>
                    <a:pt x="226603" y="136564"/>
                  </a:lnTo>
                  <a:lnTo>
                    <a:pt x="230016" y="131274"/>
                  </a:lnTo>
                  <a:lnTo>
                    <a:pt x="232885" y="127477"/>
                  </a:lnTo>
                  <a:lnTo>
                    <a:pt x="233394" y="126803"/>
                  </a:lnTo>
                  <a:lnTo>
                    <a:pt x="231490" y="123592"/>
                  </a:lnTo>
                  <a:lnTo>
                    <a:pt x="235249" y="118764"/>
                  </a:lnTo>
                  <a:lnTo>
                    <a:pt x="236736" y="111607"/>
                  </a:lnTo>
                  <a:lnTo>
                    <a:pt x="235997" y="108859"/>
                  </a:lnTo>
                  <a:lnTo>
                    <a:pt x="236508" y="104450"/>
                  </a:lnTo>
                  <a:lnTo>
                    <a:pt x="236217" y="97199"/>
                  </a:lnTo>
                  <a:lnTo>
                    <a:pt x="244022" y="98703"/>
                  </a:lnTo>
                  <a:lnTo>
                    <a:pt x="250316" y="105825"/>
                  </a:lnTo>
                  <a:lnTo>
                    <a:pt x="257955" y="106600"/>
                  </a:lnTo>
                  <a:lnTo>
                    <a:pt x="262035" y="106353"/>
                  </a:lnTo>
                  <a:lnTo>
                    <a:pt x="262972" y="106296"/>
                  </a:lnTo>
                  <a:lnTo>
                    <a:pt x="266168" y="100234"/>
                  </a:lnTo>
                  <a:lnTo>
                    <a:pt x="266263" y="99691"/>
                  </a:lnTo>
                  <a:lnTo>
                    <a:pt x="267060" y="95111"/>
                  </a:lnTo>
                  <a:lnTo>
                    <a:pt x="268552" y="87564"/>
                  </a:lnTo>
                  <a:lnTo>
                    <a:pt x="271506" y="81973"/>
                  </a:lnTo>
                  <a:lnTo>
                    <a:pt x="271197" y="79268"/>
                  </a:lnTo>
                  <a:lnTo>
                    <a:pt x="271750" y="72632"/>
                  </a:lnTo>
                  <a:lnTo>
                    <a:pt x="273227" y="68859"/>
                  </a:lnTo>
                  <a:lnTo>
                    <a:pt x="273945" y="64896"/>
                  </a:lnTo>
                  <a:lnTo>
                    <a:pt x="284068" y="69263"/>
                  </a:lnTo>
                  <a:lnTo>
                    <a:pt x="285804" y="62609"/>
                  </a:lnTo>
                  <a:lnTo>
                    <a:pt x="287660" y="56398"/>
                  </a:lnTo>
                  <a:lnTo>
                    <a:pt x="292956" y="52066"/>
                  </a:lnTo>
                  <a:lnTo>
                    <a:pt x="295758" y="46142"/>
                  </a:lnTo>
                  <a:lnTo>
                    <a:pt x="299038" y="42857"/>
                  </a:lnTo>
                  <a:lnTo>
                    <a:pt x="300031" y="38597"/>
                  </a:lnTo>
                  <a:lnTo>
                    <a:pt x="300842" y="35106"/>
                  </a:lnTo>
                  <a:lnTo>
                    <a:pt x="305493" y="27483"/>
                  </a:lnTo>
                  <a:lnTo>
                    <a:pt x="303914" y="25279"/>
                  </a:lnTo>
                  <a:lnTo>
                    <a:pt x="304369" y="20518"/>
                  </a:lnTo>
                  <a:lnTo>
                    <a:pt x="303743" y="17148"/>
                  </a:lnTo>
                  <a:lnTo>
                    <a:pt x="306078" y="9506"/>
                  </a:lnTo>
                  <a:lnTo>
                    <a:pt x="305093" y="4686"/>
                  </a:lnTo>
                  <a:lnTo>
                    <a:pt x="303220" y="0"/>
                  </a:lnTo>
                  <a:lnTo>
                    <a:pt x="312503" y="4363"/>
                  </a:lnTo>
                  <a:lnTo>
                    <a:pt x="315792" y="5904"/>
                  </a:lnTo>
                  <a:lnTo>
                    <a:pt x="327996" y="11667"/>
                  </a:lnTo>
                  <a:lnTo>
                    <a:pt x="344197" y="19276"/>
                  </a:lnTo>
                  <a:lnTo>
                    <a:pt x="344636" y="15837"/>
                  </a:lnTo>
                  <a:lnTo>
                    <a:pt x="345314" y="10087"/>
                  </a:lnTo>
                  <a:lnTo>
                    <a:pt x="347076" y="1169"/>
                  </a:lnTo>
                  <a:lnTo>
                    <a:pt x="349862" y="699"/>
                  </a:lnTo>
                  <a:lnTo>
                    <a:pt x="350632" y="569"/>
                  </a:lnTo>
                  <a:lnTo>
                    <a:pt x="356016" y="438"/>
                  </a:lnTo>
                  <a:lnTo>
                    <a:pt x="358798" y="1734"/>
                  </a:lnTo>
                  <a:lnTo>
                    <a:pt x="363092" y="3111"/>
                  </a:lnTo>
                  <a:lnTo>
                    <a:pt x="366197" y="5201"/>
                  </a:lnTo>
                  <a:lnTo>
                    <a:pt x="365244" y="8497"/>
                  </a:lnTo>
                  <a:lnTo>
                    <a:pt x="363506" y="11243"/>
                  </a:lnTo>
                  <a:lnTo>
                    <a:pt x="364485" y="14646"/>
                  </a:lnTo>
                  <a:lnTo>
                    <a:pt x="367337" y="15241"/>
                  </a:lnTo>
                  <a:lnTo>
                    <a:pt x="369207" y="17409"/>
                  </a:lnTo>
                  <a:lnTo>
                    <a:pt x="376214" y="16731"/>
                  </a:lnTo>
                  <a:lnTo>
                    <a:pt x="377376" y="16714"/>
                  </a:lnTo>
                  <a:lnTo>
                    <a:pt x="378277" y="16700"/>
                  </a:lnTo>
                  <a:lnTo>
                    <a:pt x="379622" y="16679"/>
                  </a:lnTo>
                  <a:lnTo>
                    <a:pt x="384235" y="17667"/>
                  </a:lnTo>
                  <a:lnTo>
                    <a:pt x="385068" y="21192"/>
                  </a:lnTo>
                  <a:lnTo>
                    <a:pt x="388550" y="21849"/>
                  </a:lnTo>
                  <a:lnTo>
                    <a:pt x="390044" y="21558"/>
                  </a:lnTo>
                  <a:lnTo>
                    <a:pt x="392268" y="21124"/>
                  </a:lnTo>
                  <a:lnTo>
                    <a:pt x="394690" y="23171"/>
                  </a:lnTo>
                  <a:lnTo>
                    <a:pt x="397295" y="25189"/>
                  </a:lnTo>
                  <a:lnTo>
                    <a:pt x="401439" y="27312"/>
                  </a:lnTo>
                  <a:lnTo>
                    <a:pt x="402050" y="29600"/>
                  </a:lnTo>
                  <a:lnTo>
                    <a:pt x="403179" y="33832"/>
                  </a:lnTo>
                  <a:lnTo>
                    <a:pt x="403307" y="34374"/>
                  </a:lnTo>
                  <a:lnTo>
                    <a:pt x="404090" y="37697"/>
                  </a:lnTo>
                  <a:lnTo>
                    <a:pt x="404267" y="38452"/>
                  </a:lnTo>
                  <a:lnTo>
                    <a:pt x="404105" y="41069"/>
                  </a:lnTo>
                  <a:lnTo>
                    <a:pt x="402399" y="41597"/>
                  </a:lnTo>
                  <a:lnTo>
                    <a:pt x="402084" y="42076"/>
                  </a:lnTo>
                  <a:lnTo>
                    <a:pt x="399745" y="45635"/>
                  </a:lnTo>
                  <a:lnTo>
                    <a:pt x="400770" y="48902"/>
                  </a:lnTo>
                  <a:lnTo>
                    <a:pt x="394627" y="50642"/>
                  </a:lnTo>
                  <a:lnTo>
                    <a:pt x="393152" y="51059"/>
                  </a:lnTo>
                  <a:lnTo>
                    <a:pt x="391611" y="58201"/>
                  </a:lnTo>
                  <a:lnTo>
                    <a:pt x="391820" y="63661"/>
                  </a:lnTo>
                  <a:lnTo>
                    <a:pt x="391940" y="66818"/>
                  </a:lnTo>
                  <a:lnTo>
                    <a:pt x="394151" y="73850"/>
                  </a:lnTo>
                  <a:lnTo>
                    <a:pt x="397025" y="75963"/>
                  </a:lnTo>
                  <a:lnTo>
                    <a:pt x="398688" y="77184"/>
                  </a:lnTo>
                  <a:lnTo>
                    <a:pt x="405136" y="74170"/>
                  </a:lnTo>
                  <a:lnTo>
                    <a:pt x="409509" y="72295"/>
                  </a:lnTo>
                  <a:lnTo>
                    <a:pt x="412333" y="70811"/>
                  </a:lnTo>
                  <a:lnTo>
                    <a:pt x="414812" y="72932"/>
                  </a:lnTo>
                  <a:lnTo>
                    <a:pt x="415060" y="75301"/>
                  </a:lnTo>
                  <a:lnTo>
                    <a:pt x="417527" y="76752"/>
                  </a:lnTo>
                  <a:lnTo>
                    <a:pt x="418074" y="77073"/>
                  </a:lnTo>
                  <a:lnTo>
                    <a:pt x="420899" y="79082"/>
                  </a:lnTo>
                  <a:lnTo>
                    <a:pt x="421259" y="81650"/>
                  </a:lnTo>
                  <a:lnTo>
                    <a:pt x="425025" y="82125"/>
                  </a:lnTo>
                  <a:lnTo>
                    <a:pt x="430518" y="83621"/>
                  </a:lnTo>
                  <a:lnTo>
                    <a:pt x="436403" y="82037"/>
                  </a:lnTo>
                  <a:lnTo>
                    <a:pt x="440787" y="81276"/>
                  </a:lnTo>
                  <a:lnTo>
                    <a:pt x="445627" y="80588"/>
                  </a:lnTo>
                  <a:lnTo>
                    <a:pt x="447361" y="83619"/>
                  </a:lnTo>
                  <a:lnTo>
                    <a:pt x="452562" y="85822"/>
                  </a:lnTo>
                  <a:lnTo>
                    <a:pt x="454909" y="87895"/>
                  </a:lnTo>
                  <a:lnTo>
                    <a:pt x="456649" y="89431"/>
                  </a:lnTo>
                  <a:lnTo>
                    <a:pt x="461814" y="91605"/>
                  </a:lnTo>
                  <a:lnTo>
                    <a:pt x="470055" y="93041"/>
                  </a:lnTo>
                  <a:lnTo>
                    <a:pt x="476391" y="95370"/>
                  </a:lnTo>
                  <a:lnTo>
                    <a:pt x="476725" y="100435"/>
                  </a:lnTo>
                  <a:lnTo>
                    <a:pt x="473724" y="104844"/>
                  </a:lnTo>
                  <a:lnTo>
                    <a:pt x="475272" y="111241"/>
                  </a:lnTo>
                  <a:lnTo>
                    <a:pt x="475320" y="114701"/>
                  </a:lnTo>
                  <a:lnTo>
                    <a:pt x="475334" y="115764"/>
                  </a:lnTo>
                  <a:lnTo>
                    <a:pt x="479829" y="119285"/>
                  </a:lnTo>
                  <a:lnTo>
                    <a:pt x="479916" y="122099"/>
                  </a:lnTo>
                  <a:lnTo>
                    <a:pt x="479999" y="124810"/>
                  </a:lnTo>
                  <a:lnTo>
                    <a:pt x="481054" y="126480"/>
                  </a:lnTo>
                  <a:lnTo>
                    <a:pt x="483050" y="129638"/>
                  </a:lnTo>
                  <a:lnTo>
                    <a:pt x="486263" y="135441"/>
                  </a:lnTo>
                  <a:lnTo>
                    <a:pt x="487469" y="139385"/>
                  </a:lnTo>
                  <a:lnTo>
                    <a:pt x="487167" y="145469"/>
                  </a:lnTo>
                  <a:lnTo>
                    <a:pt x="479639" y="141760"/>
                  </a:lnTo>
                  <a:lnTo>
                    <a:pt x="477345" y="140465"/>
                  </a:lnTo>
                  <a:lnTo>
                    <a:pt x="476825" y="140926"/>
                  </a:lnTo>
                  <a:lnTo>
                    <a:pt x="474824" y="142696"/>
                  </a:lnTo>
                  <a:lnTo>
                    <a:pt x="479770" y="147866"/>
                  </a:lnTo>
                  <a:lnTo>
                    <a:pt x="482317" y="150558"/>
                  </a:lnTo>
                  <a:lnTo>
                    <a:pt x="481816" y="152612"/>
                  </a:lnTo>
                  <a:lnTo>
                    <a:pt x="481228" y="155023"/>
                  </a:lnTo>
                  <a:lnTo>
                    <a:pt x="485159" y="157128"/>
                  </a:lnTo>
                  <a:lnTo>
                    <a:pt x="485501" y="157311"/>
                  </a:lnTo>
                  <a:lnTo>
                    <a:pt x="488727" y="160777"/>
                  </a:lnTo>
                  <a:lnTo>
                    <a:pt x="490478" y="162497"/>
                  </a:lnTo>
                  <a:lnTo>
                    <a:pt x="492610" y="164590"/>
                  </a:lnTo>
                  <a:lnTo>
                    <a:pt x="492308" y="172326"/>
                  </a:lnTo>
                  <a:lnTo>
                    <a:pt x="494401" y="173881"/>
                  </a:lnTo>
                  <a:lnTo>
                    <a:pt x="495569" y="174748"/>
                  </a:lnTo>
                  <a:lnTo>
                    <a:pt x="501528" y="176026"/>
                  </a:lnTo>
                  <a:lnTo>
                    <a:pt x="502463" y="176016"/>
                  </a:lnTo>
                  <a:lnTo>
                    <a:pt x="508854" y="175944"/>
                  </a:lnTo>
                  <a:lnTo>
                    <a:pt x="511414" y="173440"/>
                  </a:lnTo>
                  <a:lnTo>
                    <a:pt x="514661" y="172975"/>
                  </a:lnTo>
                  <a:lnTo>
                    <a:pt x="519786" y="182675"/>
                  </a:lnTo>
                  <a:lnTo>
                    <a:pt x="524935" y="191067"/>
                  </a:lnTo>
                  <a:lnTo>
                    <a:pt x="528408" y="195667"/>
                  </a:lnTo>
                  <a:lnTo>
                    <a:pt x="531851" y="201997"/>
                  </a:lnTo>
                  <a:lnTo>
                    <a:pt x="521157" y="205221"/>
                  </a:lnTo>
                  <a:lnTo>
                    <a:pt x="514748" y="207130"/>
                  </a:lnTo>
                  <a:lnTo>
                    <a:pt x="501940" y="210921"/>
                  </a:lnTo>
                  <a:lnTo>
                    <a:pt x="489975" y="214416"/>
                  </a:lnTo>
                  <a:lnTo>
                    <a:pt x="486583" y="215401"/>
                  </a:lnTo>
                  <a:lnTo>
                    <a:pt x="473384" y="219214"/>
                  </a:lnTo>
                  <a:lnTo>
                    <a:pt x="461455" y="223099"/>
                  </a:lnTo>
                  <a:lnTo>
                    <a:pt x="451069" y="226058"/>
                  </a:lnTo>
                  <a:lnTo>
                    <a:pt x="444825" y="227826"/>
                  </a:lnTo>
                  <a:lnTo>
                    <a:pt x="443084" y="228317"/>
                  </a:lnTo>
                  <a:lnTo>
                    <a:pt x="435760" y="230395"/>
                  </a:lnTo>
                  <a:lnTo>
                    <a:pt x="405363" y="238902"/>
                  </a:lnTo>
                  <a:lnTo>
                    <a:pt x="404190" y="239232"/>
                  </a:lnTo>
                  <a:lnTo>
                    <a:pt x="395242" y="241739"/>
                  </a:lnTo>
                  <a:lnTo>
                    <a:pt x="385360" y="244490"/>
                  </a:lnTo>
                  <a:lnTo>
                    <a:pt x="379506" y="246110"/>
                  </a:lnTo>
                  <a:lnTo>
                    <a:pt x="366626" y="249699"/>
                  </a:lnTo>
                  <a:lnTo>
                    <a:pt x="357605" y="252194"/>
                  </a:lnTo>
                  <a:lnTo>
                    <a:pt x="354045" y="253174"/>
                  </a:lnTo>
                  <a:lnTo>
                    <a:pt x="338845" y="257132"/>
                  </a:lnTo>
                  <a:lnTo>
                    <a:pt x="334629" y="258222"/>
                  </a:lnTo>
                  <a:lnTo>
                    <a:pt x="324738" y="260766"/>
                  </a:lnTo>
                  <a:lnTo>
                    <a:pt x="311423" y="264245"/>
                  </a:lnTo>
                  <a:lnTo>
                    <a:pt x="305987" y="265656"/>
                  </a:lnTo>
                  <a:lnTo>
                    <a:pt x="297524" y="267841"/>
                  </a:lnTo>
                  <a:lnTo>
                    <a:pt x="288903" y="270053"/>
                  </a:lnTo>
                  <a:lnTo>
                    <a:pt x="286146" y="270757"/>
                  </a:lnTo>
                  <a:lnTo>
                    <a:pt x="285942" y="270807"/>
                  </a:lnTo>
                  <a:lnTo>
                    <a:pt x="272244" y="274177"/>
                  </a:lnTo>
                  <a:lnTo>
                    <a:pt x="250949" y="279345"/>
                  </a:lnTo>
                  <a:lnTo>
                    <a:pt x="249168" y="279768"/>
                  </a:lnTo>
                  <a:lnTo>
                    <a:pt x="232664" y="283662"/>
                  </a:lnTo>
                  <a:lnTo>
                    <a:pt x="223248" y="285364"/>
                  </a:lnTo>
                  <a:lnTo>
                    <a:pt x="222644" y="285473"/>
                  </a:lnTo>
                  <a:lnTo>
                    <a:pt x="210778" y="287618"/>
                  </a:lnTo>
                  <a:lnTo>
                    <a:pt x="204379" y="288763"/>
                  </a:lnTo>
                  <a:lnTo>
                    <a:pt x="195143" y="290973"/>
                  </a:lnTo>
                  <a:lnTo>
                    <a:pt x="190944" y="291972"/>
                  </a:lnTo>
                  <a:lnTo>
                    <a:pt x="179907" y="294066"/>
                  </a:lnTo>
                  <a:lnTo>
                    <a:pt x="171968" y="295457"/>
                  </a:lnTo>
                  <a:lnTo>
                    <a:pt x="159821" y="297851"/>
                  </a:lnTo>
                  <a:lnTo>
                    <a:pt x="149726" y="299819"/>
                  </a:lnTo>
                  <a:lnTo>
                    <a:pt x="137417" y="301841"/>
                  </a:lnTo>
                  <a:lnTo>
                    <a:pt x="139096" y="299322"/>
                  </a:lnTo>
                  <a:lnTo>
                    <a:pt x="126737" y="301827"/>
                  </a:lnTo>
                  <a:lnTo>
                    <a:pt x="120143" y="303151"/>
                  </a:lnTo>
                  <a:lnTo>
                    <a:pt x="119735" y="305220"/>
                  </a:lnTo>
                  <a:lnTo>
                    <a:pt x="105238" y="308365"/>
                  </a:lnTo>
                  <a:lnTo>
                    <a:pt x="103289" y="308785"/>
                  </a:lnTo>
                  <a:lnTo>
                    <a:pt x="98525" y="309794"/>
                  </a:lnTo>
                  <a:lnTo>
                    <a:pt x="95041" y="310530"/>
                  </a:lnTo>
                  <a:lnTo>
                    <a:pt x="81779" y="313309"/>
                  </a:lnTo>
                  <a:lnTo>
                    <a:pt x="73420" y="315152"/>
                  </a:lnTo>
                  <a:lnTo>
                    <a:pt x="58244" y="318464"/>
                  </a:lnTo>
                  <a:lnTo>
                    <a:pt x="47634" y="320534"/>
                  </a:lnTo>
                  <a:lnTo>
                    <a:pt x="27516" y="324402"/>
                  </a:lnTo>
                  <a:lnTo>
                    <a:pt x="14021" y="327014"/>
                  </a:lnTo>
                  <a:lnTo>
                    <a:pt x="0" y="3296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498303" y="2545713"/>
              <a:ext cx="117306" cy="227554"/>
            </a:xfrm>
            <a:custGeom>
              <a:avLst/>
              <a:pathLst>
                <a:path w="117306" h="227554">
                  <a:moveTo>
                    <a:pt x="21584" y="116763"/>
                  </a:moveTo>
                  <a:lnTo>
                    <a:pt x="20909" y="110660"/>
                  </a:lnTo>
                  <a:lnTo>
                    <a:pt x="21784" y="104396"/>
                  </a:lnTo>
                  <a:lnTo>
                    <a:pt x="22955" y="101412"/>
                  </a:lnTo>
                  <a:lnTo>
                    <a:pt x="22743" y="100945"/>
                  </a:lnTo>
                  <a:lnTo>
                    <a:pt x="21030" y="97174"/>
                  </a:lnTo>
                  <a:lnTo>
                    <a:pt x="19095" y="93446"/>
                  </a:lnTo>
                  <a:lnTo>
                    <a:pt x="19163" y="90999"/>
                  </a:lnTo>
                  <a:lnTo>
                    <a:pt x="19115" y="85576"/>
                  </a:lnTo>
                  <a:lnTo>
                    <a:pt x="16098" y="80362"/>
                  </a:lnTo>
                  <a:lnTo>
                    <a:pt x="12948" y="77805"/>
                  </a:lnTo>
                  <a:lnTo>
                    <a:pt x="11543" y="76662"/>
                  </a:lnTo>
                  <a:lnTo>
                    <a:pt x="11219" y="76399"/>
                  </a:lnTo>
                  <a:lnTo>
                    <a:pt x="8421" y="72481"/>
                  </a:lnTo>
                  <a:lnTo>
                    <a:pt x="7548" y="65205"/>
                  </a:lnTo>
                  <a:lnTo>
                    <a:pt x="6564" y="60783"/>
                  </a:lnTo>
                  <a:lnTo>
                    <a:pt x="6454" y="56012"/>
                  </a:lnTo>
                  <a:lnTo>
                    <a:pt x="3953" y="54605"/>
                  </a:lnTo>
                  <a:lnTo>
                    <a:pt x="2263" y="52321"/>
                  </a:lnTo>
                  <a:lnTo>
                    <a:pt x="2898" y="46399"/>
                  </a:lnTo>
                  <a:lnTo>
                    <a:pt x="1059" y="42080"/>
                  </a:lnTo>
                  <a:lnTo>
                    <a:pt x="0" y="38656"/>
                  </a:lnTo>
                  <a:lnTo>
                    <a:pt x="8628" y="35439"/>
                  </a:lnTo>
                  <a:lnTo>
                    <a:pt x="16885" y="32342"/>
                  </a:lnTo>
                  <a:lnTo>
                    <a:pt x="23350" y="30097"/>
                  </a:lnTo>
                  <a:lnTo>
                    <a:pt x="43801" y="23024"/>
                  </a:lnTo>
                  <a:lnTo>
                    <a:pt x="45506" y="22608"/>
                  </a:lnTo>
                  <a:lnTo>
                    <a:pt x="46775" y="22297"/>
                  </a:lnTo>
                  <a:lnTo>
                    <a:pt x="57405" y="18648"/>
                  </a:lnTo>
                  <a:lnTo>
                    <a:pt x="76027" y="11704"/>
                  </a:lnTo>
                  <a:lnTo>
                    <a:pt x="82200" y="9324"/>
                  </a:lnTo>
                  <a:lnTo>
                    <a:pt x="83091" y="8969"/>
                  </a:lnTo>
                  <a:lnTo>
                    <a:pt x="94857" y="4262"/>
                  </a:lnTo>
                  <a:lnTo>
                    <a:pt x="99509" y="2395"/>
                  </a:lnTo>
                  <a:lnTo>
                    <a:pt x="105703" y="0"/>
                  </a:lnTo>
                  <a:lnTo>
                    <a:pt x="105097" y="3776"/>
                  </a:lnTo>
                  <a:lnTo>
                    <a:pt x="109179" y="8334"/>
                  </a:lnTo>
                  <a:lnTo>
                    <a:pt x="108522" y="11529"/>
                  </a:lnTo>
                  <a:lnTo>
                    <a:pt x="108065" y="18873"/>
                  </a:lnTo>
                  <a:lnTo>
                    <a:pt x="106580" y="24941"/>
                  </a:lnTo>
                  <a:lnTo>
                    <a:pt x="111491" y="30869"/>
                  </a:lnTo>
                  <a:lnTo>
                    <a:pt x="114524" y="33314"/>
                  </a:lnTo>
                  <a:lnTo>
                    <a:pt x="116379" y="37204"/>
                  </a:lnTo>
                  <a:lnTo>
                    <a:pt x="114844" y="40764"/>
                  </a:lnTo>
                  <a:lnTo>
                    <a:pt x="116703" y="44439"/>
                  </a:lnTo>
                  <a:lnTo>
                    <a:pt x="113854" y="48629"/>
                  </a:lnTo>
                  <a:lnTo>
                    <a:pt x="112725" y="53570"/>
                  </a:lnTo>
                  <a:lnTo>
                    <a:pt x="109077" y="56605"/>
                  </a:lnTo>
                  <a:lnTo>
                    <a:pt x="108298" y="57252"/>
                  </a:lnTo>
                  <a:lnTo>
                    <a:pt x="107372" y="62037"/>
                  </a:lnTo>
                  <a:lnTo>
                    <a:pt x="106427" y="62880"/>
                  </a:lnTo>
                  <a:lnTo>
                    <a:pt x="104534" y="64565"/>
                  </a:lnTo>
                  <a:lnTo>
                    <a:pt x="100506" y="66020"/>
                  </a:lnTo>
                  <a:lnTo>
                    <a:pt x="97575" y="68320"/>
                  </a:lnTo>
                  <a:lnTo>
                    <a:pt x="95998" y="72014"/>
                  </a:lnTo>
                  <a:lnTo>
                    <a:pt x="96887" y="75951"/>
                  </a:lnTo>
                  <a:lnTo>
                    <a:pt x="98295" y="81297"/>
                  </a:lnTo>
                  <a:lnTo>
                    <a:pt x="99471" y="83233"/>
                  </a:lnTo>
                  <a:lnTo>
                    <a:pt x="102140" y="87627"/>
                  </a:lnTo>
                  <a:lnTo>
                    <a:pt x="101915" y="94192"/>
                  </a:lnTo>
                  <a:lnTo>
                    <a:pt x="100767" y="98647"/>
                  </a:lnTo>
                  <a:lnTo>
                    <a:pt x="102655" y="101983"/>
                  </a:lnTo>
                  <a:lnTo>
                    <a:pt x="101151" y="109714"/>
                  </a:lnTo>
                  <a:lnTo>
                    <a:pt x="102272" y="115473"/>
                  </a:lnTo>
                  <a:lnTo>
                    <a:pt x="101652" y="119019"/>
                  </a:lnTo>
                  <a:lnTo>
                    <a:pt x="101417" y="120353"/>
                  </a:lnTo>
                  <a:lnTo>
                    <a:pt x="98889" y="125002"/>
                  </a:lnTo>
                  <a:lnTo>
                    <a:pt x="99523" y="135347"/>
                  </a:lnTo>
                  <a:lnTo>
                    <a:pt x="99365" y="135668"/>
                  </a:lnTo>
                  <a:lnTo>
                    <a:pt x="97582" y="139290"/>
                  </a:lnTo>
                  <a:lnTo>
                    <a:pt x="99837" y="146090"/>
                  </a:lnTo>
                  <a:lnTo>
                    <a:pt x="101690" y="157740"/>
                  </a:lnTo>
                  <a:lnTo>
                    <a:pt x="103556" y="161064"/>
                  </a:lnTo>
                  <a:lnTo>
                    <a:pt x="104074" y="166249"/>
                  </a:lnTo>
                  <a:lnTo>
                    <a:pt x="104242" y="169073"/>
                  </a:lnTo>
                  <a:lnTo>
                    <a:pt x="104339" y="170700"/>
                  </a:lnTo>
                  <a:lnTo>
                    <a:pt x="105314" y="175447"/>
                  </a:lnTo>
                  <a:lnTo>
                    <a:pt x="105453" y="176125"/>
                  </a:lnTo>
                  <a:lnTo>
                    <a:pt x="108365" y="181384"/>
                  </a:lnTo>
                  <a:lnTo>
                    <a:pt x="107977" y="185524"/>
                  </a:lnTo>
                  <a:lnTo>
                    <a:pt x="110149" y="188496"/>
                  </a:lnTo>
                  <a:lnTo>
                    <a:pt x="108369" y="192602"/>
                  </a:lnTo>
                  <a:lnTo>
                    <a:pt x="106375" y="194515"/>
                  </a:lnTo>
                  <a:lnTo>
                    <a:pt x="108050" y="199287"/>
                  </a:lnTo>
                  <a:lnTo>
                    <a:pt x="107486" y="202477"/>
                  </a:lnTo>
                  <a:lnTo>
                    <a:pt x="110228" y="207284"/>
                  </a:lnTo>
                  <a:lnTo>
                    <a:pt x="115179" y="209618"/>
                  </a:lnTo>
                  <a:lnTo>
                    <a:pt x="117306" y="212097"/>
                  </a:lnTo>
                  <a:lnTo>
                    <a:pt x="96044" y="218759"/>
                  </a:lnTo>
                  <a:lnTo>
                    <a:pt x="92705" y="219832"/>
                  </a:lnTo>
                  <a:lnTo>
                    <a:pt x="88723" y="221109"/>
                  </a:lnTo>
                  <a:lnTo>
                    <a:pt x="83098" y="222906"/>
                  </a:lnTo>
                  <a:lnTo>
                    <a:pt x="68440" y="227554"/>
                  </a:lnTo>
                  <a:lnTo>
                    <a:pt x="65323" y="223381"/>
                  </a:lnTo>
                  <a:lnTo>
                    <a:pt x="65183" y="220474"/>
                  </a:lnTo>
                  <a:lnTo>
                    <a:pt x="65079" y="220123"/>
                  </a:lnTo>
                  <a:lnTo>
                    <a:pt x="62402" y="211093"/>
                  </a:lnTo>
                  <a:lnTo>
                    <a:pt x="60069" y="203239"/>
                  </a:lnTo>
                  <a:lnTo>
                    <a:pt x="53133" y="179489"/>
                  </a:lnTo>
                  <a:lnTo>
                    <a:pt x="51910" y="175317"/>
                  </a:lnTo>
                  <a:lnTo>
                    <a:pt x="47747" y="160676"/>
                  </a:lnTo>
                  <a:lnTo>
                    <a:pt x="43388" y="157538"/>
                  </a:lnTo>
                  <a:lnTo>
                    <a:pt x="40119" y="154787"/>
                  </a:lnTo>
                  <a:lnTo>
                    <a:pt x="37710" y="161052"/>
                  </a:lnTo>
                  <a:lnTo>
                    <a:pt x="35121" y="159068"/>
                  </a:lnTo>
                  <a:lnTo>
                    <a:pt x="34076" y="153852"/>
                  </a:lnTo>
                  <a:lnTo>
                    <a:pt x="34159" y="149975"/>
                  </a:lnTo>
                  <a:lnTo>
                    <a:pt x="34569" y="144760"/>
                  </a:lnTo>
                  <a:lnTo>
                    <a:pt x="34699" y="143097"/>
                  </a:lnTo>
                  <a:lnTo>
                    <a:pt x="31762" y="140577"/>
                  </a:lnTo>
                  <a:lnTo>
                    <a:pt x="31045" y="139961"/>
                  </a:lnTo>
                  <a:lnTo>
                    <a:pt x="30368" y="134732"/>
                  </a:lnTo>
                  <a:lnTo>
                    <a:pt x="26857" y="130851"/>
                  </a:lnTo>
                  <a:lnTo>
                    <a:pt x="25365" y="127076"/>
                  </a:lnTo>
                  <a:lnTo>
                    <a:pt x="24666" y="123949"/>
                  </a:lnTo>
                  <a:lnTo>
                    <a:pt x="21975" y="1219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233940" y="2262148"/>
              <a:ext cx="27086" cy="32823"/>
            </a:xfrm>
            <a:custGeom>
              <a:avLst/>
              <a:pathLst>
                <a:path w="27086" h="32823">
                  <a:moveTo>
                    <a:pt x="541" y="4069"/>
                  </a:moveTo>
                  <a:lnTo>
                    <a:pt x="10103" y="5451"/>
                  </a:lnTo>
                  <a:lnTo>
                    <a:pt x="13435" y="4487"/>
                  </a:lnTo>
                  <a:lnTo>
                    <a:pt x="17197" y="42"/>
                  </a:lnTo>
                  <a:lnTo>
                    <a:pt x="19696" y="0"/>
                  </a:lnTo>
                  <a:lnTo>
                    <a:pt x="25065" y="5832"/>
                  </a:lnTo>
                  <a:lnTo>
                    <a:pt x="27086" y="14064"/>
                  </a:lnTo>
                  <a:lnTo>
                    <a:pt x="22546" y="17999"/>
                  </a:lnTo>
                  <a:lnTo>
                    <a:pt x="22994" y="22034"/>
                  </a:lnTo>
                  <a:lnTo>
                    <a:pt x="21191" y="26436"/>
                  </a:lnTo>
                  <a:lnTo>
                    <a:pt x="18415" y="27916"/>
                  </a:lnTo>
                  <a:lnTo>
                    <a:pt x="17799" y="32823"/>
                  </a:lnTo>
                  <a:lnTo>
                    <a:pt x="13634" y="32551"/>
                  </a:lnTo>
                  <a:lnTo>
                    <a:pt x="11222" y="29816"/>
                  </a:lnTo>
                  <a:lnTo>
                    <a:pt x="5614" y="26274"/>
                  </a:lnTo>
                  <a:lnTo>
                    <a:pt x="1155" y="20737"/>
                  </a:lnTo>
                  <a:lnTo>
                    <a:pt x="0" y="125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124003" y="2247152"/>
              <a:ext cx="461075" cy="341900"/>
            </a:xfrm>
            <a:custGeom>
              <a:avLst/>
              <a:pathLst>
                <a:path w="461075" h="341900">
                  <a:moveTo>
                    <a:pt x="21008" y="18420"/>
                  </a:moveTo>
                  <a:lnTo>
                    <a:pt x="25108" y="19320"/>
                  </a:lnTo>
                  <a:lnTo>
                    <a:pt x="29944" y="24346"/>
                  </a:lnTo>
                  <a:lnTo>
                    <a:pt x="37129" y="33077"/>
                  </a:lnTo>
                  <a:lnTo>
                    <a:pt x="43727" y="37044"/>
                  </a:lnTo>
                  <a:lnTo>
                    <a:pt x="50636" y="43694"/>
                  </a:lnTo>
                  <a:lnTo>
                    <a:pt x="52395" y="47887"/>
                  </a:lnTo>
                  <a:lnTo>
                    <a:pt x="61347" y="52299"/>
                  </a:lnTo>
                  <a:lnTo>
                    <a:pt x="69757" y="54727"/>
                  </a:lnTo>
                  <a:lnTo>
                    <a:pt x="72863" y="55702"/>
                  </a:lnTo>
                  <a:lnTo>
                    <a:pt x="79266" y="58738"/>
                  </a:lnTo>
                  <a:lnTo>
                    <a:pt x="84592" y="62892"/>
                  </a:lnTo>
                  <a:lnTo>
                    <a:pt x="91369" y="65945"/>
                  </a:lnTo>
                  <a:lnTo>
                    <a:pt x="95664" y="66840"/>
                  </a:lnTo>
                  <a:lnTo>
                    <a:pt x="102382" y="63543"/>
                  </a:lnTo>
                  <a:lnTo>
                    <a:pt x="105304" y="69556"/>
                  </a:lnTo>
                  <a:lnTo>
                    <a:pt x="107977" y="73131"/>
                  </a:lnTo>
                  <a:lnTo>
                    <a:pt x="111402" y="73418"/>
                  </a:lnTo>
                  <a:lnTo>
                    <a:pt x="113656" y="73056"/>
                  </a:lnTo>
                  <a:lnTo>
                    <a:pt x="118585" y="72259"/>
                  </a:lnTo>
                  <a:lnTo>
                    <a:pt x="122845" y="72714"/>
                  </a:lnTo>
                  <a:lnTo>
                    <a:pt x="125268" y="77139"/>
                  </a:lnTo>
                  <a:lnTo>
                    <a:pt x="122878" y="84456"/>
                  </a:lnTo>
                  <a:lnTo>
                    <a:pt x="121817" y="88120"/>
                  </a:lnTo>
                  <a:lnTo>
                    <a:pt x="123303" y="93357"/>
                  </a:lnTo>
                  <a:lnTo>
                    <a:pt x="124301" y="93463"/>
                  </a:lnTo>
                  <a:lnTo>
                    <a:pt x="125324" y="93571"/>
                  </a:lnTo>
                  <a:lnTo>
                    <a:pt x="128370" y="92085"/>
                  </a:lnTo>
                  <a:lnTo>
                    <a:pt x="130278" y="91153"/>
                  </a:lnTo>
                  <a:lnTo>
                    <a:pt x="131229" y="88742"/>
                  </a:lnTo>
                  <a:lnTo>
                    <a:pt x="128513" y="84751"/>
                  </a:lnTo>
                  <a:lnTo>
                    <a:pt x="131023" y="78150"/>
                  </a:lnTo>
                  <a:lnTo>
                    <a:pt x="130416" y="73113"/>
                  </a:lnTo>
                  <a:lnTo>
                    <a:pt x="126837" y="69257"/>
                  </a:lnTo>
                  <a:lnTo>
                    <a:pt x="126252" y="62947"/>
                  </a:lnTo>
                  <a:lnTo>
                    <a:pt x="130173" y="59017"/>
                  </a:lnTo>
                  <a:lnTo>
                    <a:pt x="134857" y="51442"/>
                  </a:lnTo>
                  <a:lnTo>
                    <a:pt x="135049" y="51131"/>
                  </a:lnTo>
                  <a:lnTo>
                    <a:pt x="135271" y="45625"/>
                  </a:lnTo>
                  <a:lnTo>
                    <a:pt x="138765" y="41744"/>
                  </a:lnTo>
                  <a:lnTo>
                    <a:pt x="140668" y="36941"/>
                  </a:lnTo>
                  <a:lnTo>
                    <a:pt x="140536" y="31647"/>
                  </a:lnTo>
                  <a:lnTo>
                    <a:pt x="140366" y="24496"/>
                  </a:lnTo>
                  <a:lnTo>
                    <a:pt x="141535" y="18665"/>
                  </a:lnTo>
                  <a:lnTo>
                    <a:pt x="142103" y="14321"/>
                  </a:lnTo>
                  <a:lnTo>
                    <a:pt x="139893" y="9503"/>
                  </a:lnTo>
                  <a:lnTo>
                    <a:pt x="139881" y="4122"/>
                  </a:lnTo>
                  <a:lnTo>
                    <a:pt x="144919" y="0"/>
                  </a:lnTo>
                  <a:lnTo>
                    <a:pt x="172607" y="8162"/>
                  </a:lnTo>
                  <a:lnTo>
                    <a:pt x="180950" y="10619"/>
                  </a:lnTo>
                  <a:lnTo>
                    <a:pt x="199840" y="16477"/>
                  </a:lnTo>
                  <a:lnTo>
                    <a:pt x="219410" y="21771"/>
                  </a:lnTo>
                  <a:lnTo>
                    <a:pt x="234239" y="25744"/>
                  </a:lnTo>
                  <a:lnTo>
                    <a:pt x="249326" y="29949"/>
                  </a:lnTo>
                  <a:lnTo>
                    <a:pt x="256742" y="31995"/>
                  </a:lnTo>
                  <a:lnTo>
                    <a:pt x="275508" y="36969"/>
                  </a:lnTo>
                  <a:lnTo>
                    <a:pt x="296171" y="42512"/>
                  </a:lnTo>
                  <a:lnTo>
                    <a:pt x="326237" y="50138"/>
                  </a:lnTo>
                  <a:lnTo>
                    <a:pt x="344269" y="54649"/>
                  </a:lnTo>
                  <a:lnTo>
                    <a:pt x="360654" y="58674"/>
                  </a:lnTo>
                  <a:lnTo>
                    <a:pt x="396166" y="67168"/>
                  </a:lnTo>
                  <a:lnTo>
                    <a:pt x="407034" y="69706"/>
                  </a:lnTo>
                  <a:lnTo>
                    <a:pt x="429027" y="74722"/>
                  </a:lnTo>
                  <a:lnTo>
                    <a:pt x="438905" y="77001"/>
                  </a:lnTo>
                  <a:lnTo>
                    <a:pt x="447917" y="79060"/>
                  </a:lnTo>
                  <a:lnTo>
                    <a:pt x="461075" y="82022"/>
                  </a:lnTo>
                  <a:lnTo>
                    <a:pt x="458104" y="95122"/>
                  </a:lnTo>
                  <a:lnTo>
                    <a:pt x="454415" y="111422"/>
                  </a:lnTo>
                  <a:lnTo>
                    <a:pt x="449833" y="131532"/>
                  </a:lnTo>
                  <a:lnTo>
                    <a:pt x="443810" y="157066"/>
                  </a:lnTo>
                  <a:lnTo>
                    <a:pt x="442288" y="163895"/>
                  </a:lnTo>
                  <a:lnTo>
                    <a:pt x="440986" y="169742"/>
                  </a:lnTo>
                  <a:lnTo>
                    <a:pt x="436360" y="190564"/>
                  </a:lnTo>
                  <a:lnTo>
                    <a:pt x="429427" y="222343"/>
                  </a:lnTo>
                  <a:lnTo>
                    <a:pt x="427428" y="231532"/>
                  </a:lnTo>
                  <a:lnTo>
                    <a:pt x="425474" y="240531"/>
                  </a:lnTo>
                  <a:lnTo>
                    <a:pt x="424956" y="242894"/>
                  </a:lnTo>
                  <a:lnTo>
                    <a:pt x="413959" y="293289"/>
                  </a:lnTo>
                  <a:lnTo>
                    <a:pt x="412651" y="299309"/>
                  </a:lnTo>
                  <a:lnTo>
                    <a:pt x="411981" y="303281"/>
                  </a:lnTo>
                  <a:lnTo>
                    <a:pt x="411745" y="304680"/>
                  </a:lnTo>
                  <a:lnTo>
                    <a:pt x="409093" y="309187"/>
                  </a:lnTo>
                  <a:lnTo>
                    <a:pt x="412002" y="314367"/>
                  </a:lnTo>
                  <a:lnTo>
                    <a:pt x="413010" y="319078"/>
                  </a:lnTo>
                  <a:lnTo>
                    <a:pt x="412099" y="323712"/>
                  </a:lnTo>
                  <a:lnTo>
                    <a:pt x="413866" y="326684"/>
                  </a:lnTo>
                  <a:lnTo>
                    <a:pt x="412660" y="328990"/>
                  </a:lnTo>
                  <a:lnTo>
                    <a:pt x="408849" y="333352"/>
                  </a:lnTo>
                  <a:lnTo>
                    <a:pt x="410728" y="335912"/>
                  </a:lnTo>
                  <a:lnTo>
                    <a:pt x="411094" y="341900"/>
                  </a:lnTo>
                  <a:lnTo>
                    <a:pt x="385211" y="336181"/>
                  </a:lnTo>
                  <a:lnTo>
                    <a:pt x="377789" y="334427"/>
                  </a:lnTo>
                  <a:lnTo>
                    <a:pt x="370519" y="332697"/>
                  </a:lnTo>
                  <a:lnTo>
                    <a:pt x="363786" y="331084"/>
                  </a:lnTo>
                  <a:lnTo>
                    <a:pt x="348465" y="327575"/>
                  </a:lnTo>
                  <a:lnTo>
                    <a:pt x="347327" y="327312"/>
                  </a:lnTo>
                  <a:lnTo>
                    <a:pt x="325487" y="322211"/>
                  </a:lnTo>
                  <a:lnTo>
                    <a:pt x="307247" y="317872"/>
                  </a:lnTo>
                  <a:lnTo>
                    <a:pt x="289040" y="313595"/>
                  </a:lnTo>
                  <a:lnTo>
                    <a:pt x="283823" y="316073"/>
                  </a:lnTo>
                  <a:lnTo>
                    <a:pt x="279488" y="317346"/>
                  </a:lnTo>
                  <a:lnTo>
                    <a:pt x="271936" y="314851"/>
                  </a:lnTo>
                  <a:lnTo>
                    <a:pt x="265251" y="314865"/>
                  </a:lnTo>
                  <a:lnTo>
                    <a:pt x="261094" y="314597"/>
                  </a:lnTo>
                  <a:lnTo>
                    <a:pt x="257677" y="314374"/>
                  </a:lnTo>
                  <a:lnTo>
                    <a:pt x="253167" y="311505"/>
                  </a:lnTo>
                  <a:lnTo>
                    <a:pt x="251341" y="311582"/>
                  </a:lnTo>
                  <a:lnTo>
                    <a:pt x="245931" y="315928"/>
                  </a:lnTo>
                  <a:lnTo>
                    <a:pt x="237932" y="314757"/>
                  </a:lnTo>
                  <a:lnTo>
                    <a:pt x="233885" y="314576"/>
                  </a:lnTo>
                  <a:lnTo>
                    <a:pt x="227855" y="314300"/>
                  </a:lnTo>
                  <a:lnTo>
                    <a:pt x="225598" y="314877"/>
                  </a:lnTo>
                  <a:lnTo>
                    <a:pt x="220872" y="316082"/>
                  </a:lnTo>
                  <a:lnTo>
                    <a:pt x="216429" y="316031"/>
                  </a:lnTo>
                  <a:lnTo>
                    <a:pt x="211318" y="319013"/>
                  </a:lnTo>
                  <a:lnTo>
                    <a:pt x="207020" y="318327"/>
                  </a:lnTo>
                  <a:lnTo>
                    <a:pt x="199379" y="318341"/>
                  </a:lnTo>
                  <a:lnTo>
                    <a:pt x="194426" y="316982"/>
                  </a:lnTo>
                  <a:lnTo>
                    <a:pt x="193412" y="316703"/>
                  </a:lnTo>
                  <a:lnTo>
                    <a:pt x="189444" y="311410"/>
                  </a:lnTo>
                  <a:lnTo>
                    <a:pt x="186860" y="310790"/>
                  </a:lnTo>
                  <a:lnTo>
                    <a:pt x="185614" y="311344"/>
                  </a:lnTo>
                  <a:lnTo>
                    <a:pt x="182997" y="312507"/>
                  </a:lnTo>
                  <a:lnTo>
                    <a:pt x="172244" y="313688"/>
                  </a:lnTo>
                  <a:lnTo>
                    <a:pt x="169256" y="315502"/>
                  </a:lnTo>
                  <a:lnTo>
                    <a:pt x="168295" y="314775"/>
                  </a:lnTo>
                  <a:lnTo>
                    <a:pt x="166722" y="313586"/>
                  </a:lnTo>
                  <a:lnTo>
                    <a:pt x="158262" y="312084"/>
                  </a:lnTo>
                  <a:lnTo>
                    <a:pt x="155349" y="314207"/>
                  </a:lnTo>
                  <a:lnTo>
                    <a:pt x="151513" y="314045"/>
                  </a:lnTo>
                  <a:lnTo>
                    <a:pt x="151130" y="308008"/>
                  </a:lnTo>
                  <a:lnTo>
                    <a:pt x="144767" y="303179"/>
                  </a:lnTo>
                  <a:lnTo>
                    <a:pt x="139492" y="302731"/>
                  </a:lnTo>
                  <a:lnTo>
                    <a:pt x="138610" y="302022"/>
                  </a:lnTo>
                  <a:lnTo>
                    <a:pt x="134317" y="298564"/>
                  </a:lnTo>
                  <a:lnTo>
                    <a:pt x="133848" y="298187"/>
                  </a:lnTo>
                  <a:lnTo>
                    <a:pt x="125443" y="297816"/>
                  </a:lnTo>
                  <a:lnTo>
                    <a:pt x="121285" y="297667"/>
                  </a:lnTo>
                  <a:lnTo>
                    <a:pt x="117135" y="295335"/>
                  </a:lnTo>
                  <a:lnTo>
                    <a:pt x="113555" y="295565"/>
                  </a:lnTo>
                  <a:lnTo>
                    <a:pt x="110846" y="297672"/>
                  </a:lnTo>
                  <a:lnTo>
                    <a:pt x="109327" y="297946"/>
                  </a:lnTo>
                  <a:lnTo>
                    <a:pt x="107463" y="298282"/>
                  </a:lnTo>
                  <a:lnTo>
                    <a:pt x="103743" y="299895"/>
                  </a:lnTo>
                  <a:lnTo>
                    <a:pt x="97244" y="301025"/>
                  </a:lnTo>
                  <a:lnTo>
                    <a:pt x="92312" y="300152"/>
                  </a:lnTo>
                  <a:lnTo>
                    <a:pt x="87819" y="301411"/>
                  </a:lnTo>
                  <a:lnTo>
                    <a:pt x="86898" y="301669"/>
                  </a:lnTo>
                  <a:lnTo>
                    <a:pt x="82968" y="300177"/>
                  </a:lnTo>
                  <a:lnTo>
                    <a:pt x="80788" y="296999"/>
                  </a:lnTo>
                  <a:lnTo>
                    <a:pt x="77082" y="297064"/>
                  </a:lnTo>
                  <a:lnTo>
                    <a:pt x="74434" y="294482"/>
                  </a:lnTo>
                  <a:lnTo>
                    <a:pt x="66239" y="289655"/>
                  </a:lnTo>
                  <a:lnTo>
                    <a:pt x="61598" y="285123"/>
                  </a:lnTo>
                  <a:lnTo>
                    <a:pt x="60982" y="283256"/>
                  </a:lnTo>
                  <a:lnTo>
                    <a:pt x="60375" y="281416"/>
                  </a:lnTo>
                  <a:lnTo>
                    <a:pt x="62030" y="277456"/>
                  </a:lnTo>
                  <a:lnTo>
                    <a:pt x="63076" y="274952"/>
                  </a:lnTo>
                  <a:lnTo>
                    <a:pt x="62350" y="270050"/>
                  </a:lnTo>
                  <a:lnTo>
                    <a:pt x="63800" y="266696"/>
                  </a:lnTo>
                  <a:lnTo>
                    <a:pt x="64391" y="265331"/>
                  </a:lnTo>
                  <a:lnTo>
                    <a:pt x="63972" y="261055"/>
                  </a:lnTo>
                  <a:lnTo>
                    <a:pt x="65024" y="256914"/>
                  </a:lnTo>
                  <a:lnTo>
                    <a:pt x="63915" y="251652"/>
                  </a:lnTo>
                  <a:lnTo>
                    <a:pt x="62870" y="244951"/>
                  </a:lnTo>
                  <a:lnTo>
                    <a:pt x="60019" y="242157"/>
                  </a:lnTo>
                  <a:lnTo>
                    <a:pt x="58351" y="238982"/>
                  </a:lnTo>
                  <a:lnTo>
                    <a:pt x="53215" y="232693"/>
                  </a:lnTo>
                  <a:lnTo>
                    <a:pt x="50404" y="231506"/>
                  </a:lnTo>
                  <a:lnTo>
                    <a:pt x="47302" y="232224"/>
                  </a:lnTo>
                  <a:lnTo>
                    <a:pt x="42745" y="233274"/>
                  </a:lnTo>
                  <a:lnTo>
                    <a:pt x="37974" y="231699"/>
                  </a:lnTo>
                  <a:lnTo>
                    <a:pt x="37535" y="231554"/>
                  </a:lnTo>
                  <a:lnTo>
                    <a:pt x="35025" y="227511"/>
                  </a:lnTo>
                  <a:lnTo>
                    <a:pt x="36423" y="223540"/>
                  </a:lnTo>
                  <a:lnTo>
                    <a:pt x="34457" y="219259"/>
                  </a:lnTo>
                  <a:lnTo>
                    <a:pt x="30301" y="218915"/>
                  </a:lnTo>
                  <a:lnTo>
                    <a:pt x="23518" y="216115"/>
                  </a:lnTo>
                  <a:lnTo>
                    <a:pt x="22721" y="212308"/>
                  </a:lnTo>
                  <a:lnTo>
                    <a:pt x="20807" y="213009"/>
                  </a:lnTo>
                  <a:lnTo>
                    <a:pt x="18574" y="213825"/>
                  </a:lnTo>
                  <a:lnTo>
                    <a:pt x="16128" y="212278"/>
                  </a:lnTo>
                  <a:lnTo>
                    <a:pt x="11018" y="214751"/>
                  </a:lnTo>
                  <a:lnTo>
                    <a:pt x="9233" y="213667"/>
                  </a:lnTo>
                  <a:lnTo>
                    <a:pt x="7478" y="210197"/>
                  </a:lnTo>
                  <a:lnTo>
                    <a:pt x="6992" y="208709"/>
                  </a:lnTo>
                  <a:lnTo>
                    <a:pt x="0" y="208760"/>
                  </a:lnTo>
                  <a:lnTo>
                    <a:pt x="2483" y="204003"/>
                  </a:lnTo>
                  <a:lnTo>
                    <a:pt x="7290" y="190064"/>
                  </a:lnTo>
                  <a:lnTo>
                    <a:pt x="10191" y="178231"/>
                  </a:lnTo>
                  <a:lnTo>
                    <a:pt x="16528" y="179688"/>
                  </a:lnTo>
                  <a:lnTo>
                    <a:pt x="19604" y="177278"/>
                  </a:lnTo>
                  <a:lnTo>
                    <a:pt x="17743" y="172868"/>
                  </a:lnTo>
                  <a:lnTo>
                    <a:pt x="12298" y="169206"/>
                  </a:lnTo>
                  <a:lnTo>
                    <a:pt x="12963" y="163930"/>
                  </a:lnTo>
                  <a:lnTo>
                    <a:pt x="13150" y="162451"/>
                  </a:lnTo>
                  <a:lnTo>
                    <a:pt x="13573" y="153774"/>
                  </a:lnTo>
                  <a:lnTo>
                    <a:pt x="11761" y="151267"/>
                  </a:lnTo>
                  <a:lnTo>
                    <a:pt x="14193" y="145706"/>
                  </a:lnTo>
                  <a:lnTo>
                    <a:pt x="17448" y="131562"/>
                  </a:lnTo>
                  <a:lnTo>
                    <a:pt x="17466" y="130068"/>
                  </a:lnTo>
                  <a:lnTo>
                    <a:pt x="18222" y="119781"/>
                  </a:lnTo>
                  <a:lnTo>
                    <a:pt x="15405" y="112538"/>
                  </a:lnTo>
                  <a:lnTo>
                    <a:pt x="18284" y="96908"/>
                  </a:lnTo>
                  <a:lnTo>
                    <a:pt x="18481" y="95840"/>
                  </a:lnTo>
                  <a:lnTo>
                    <a:pt x="19289" y="82565"/>
                  </a:lnTo>
                  <a:lnTo>
                    <a:pt x="18037" y="75118"/>
                  </a:lnTo>
                  <a:lnTo>
                    <a:pt x="16164" y="67992"/>
                  </a:lnTo>
                  <a:lnTo>
                    <a:pt x="13307" y="63007"/>
                  </a:lnTo>
                  <a:lnTo>
                    <a:pt x="12824" y="62162"/>
                  </a:lnTo>
                  <a:lnTo>
                    <a:pt x="12329" y="54880"/>
                  </a:lnTo>
                  <a:lnTo>
                    <a:pt x="13944" y="47502"/>
                  </a:lnTo>
                  <a:lnTo>
                    <a:pt x="15209" y="43309"/>
                  </a:lnTo>
                  <a:lnTo>
                    <a:pt x="14807" y="38096"/>
                  </a:lnTo>
                  <a:lnTo>
                    <a:pt x="18362" y="33052"/>
                  </a:lnTo>
                  <a:lnTo>
                    <a:pt x="21631" y="269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152317" y="4073185"/>
              <a:ext cx="20026" cy="18730"/>
            </a:xfrm>
            <a:custGeom>
              <a:avLst/>
              <a:pathLst>
                <a:path w="20026" h="18730">
                  <a:moveTo>
                    <a:pt x="0" y="6"/>
                  </a:moveTo>
                  <a:lnTo>
                    <a:pt x="8128" y="0"/>
                  </a:lnTo>
                  <a:lnTo>
                    <a:pt x="14984" y="8538"/>
                  </a:lnTo>
                  <a:lnTo>
                    <a:pt x="20026" y="14836"/>
                  </a:lnTo>
                  <a:lnTo>
                    <a:pt x="16367" y="18730"/>
                  </a:lnTo>
                  <a:lnTo>
                    <a:pt x="13175" y="16143"/>
                  </a:lnTo>
                  <a:lnTo>
                    <a:pt x="6800" y="14193"/>
                  </a:lnTo>
                  <a:lnTo>
                    <a:pt x="6305" y="10147"/>
                  </a:lnTo>
                  <a:lnTo>
                    <a:pt x="1622" y="33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141307" y="4110276"/>
              <a:ext cx="17431" cy="22927"/>
            </a:xfrm>
            <a:custGeom>
              <a:avLst/>
              <a:pathLst>
                <a:path w="17431" h="22927">
                  <a:moveTo>
                    <a:pt x="3725" y="0"/>
                  </a:moveTo>
                  <a:lnTo>
                    <a:pt x="6673" y="5594"/>
                  </a:lnTo>
                  <a:lnTo>
                    <a:pt x="11944" y="14436"/>
                  </a:lnTo>
                  <a:lnTo>
                    <a:pt x="17431" y="22235"/>
                  </a:lnTo>
                  <a:lnTo>
                    <a:pt x="11887" y="22927"/>
                  </a:lnTo>
                  <a:lnTo>
                    <a:pt x="8140" y="18152"/>
                  </a:lnTo>
                  <a:lnTo>
                    <a:pt x="2872" y="9167"/>
                  </a:lnTo>
                  <a:lnTo>
                    <a:pt x="0" y="8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078839" y="4071933"/>
              <a:ext cx="10593" cy="8653"/>
            </a:xfrm>
            <a:custGeom>
              <a:avLst/>
              <a:pathLst>
                <a:path w="10593" h="8653">
                  <a:moveTo>
                    <a:pt x="0" y="1309"/>
                  </a:moveTo>
                  <a:lnTo>
                    <a:pt x="5384" y="0"/>
                  </a:lnTo>
                  <a:lnTo>
                    <a:pt x="10593" y="4936"/>
                  </a:lnTo>
                  <a:lnTo>
                    <a:pt x="9755" y="8148"/>
                  </a:lnTo>
                  <a:lnTo>
                    <a:pt x="7022" y="8653"/>
                  </a:lnTo>
                  <a:lnTo>
                    <a:pt x="1553" y="57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069015" y="4000481"/>
              <a:ext cx="38791" cy="14394"/>
            </a:xfrm>
            <a:custGeom>
              <a:avLst/>
              <a:pathLst>
                <a:path w="38791" h="14394">
                  <a:moveTo>
                    <a:pt x="0" y="110"/>
                  </a:moveTo>
                  <a:lnTo>
                    <a:pt x="4387" y="0"/>
                  </a:lnTo>
                  <a:lnTo>
                    <a:pt x="12291" y="3881"/>
                  </a:lnTo>
                  <a:lnTo>
                    <a:pt x="24550" y="6426"/>
                  </a:lnTo>
                  <a:lnTo>
                    <a:pt x="31330" y="7980"/>
                  </a:lnTo>
                  <a:lnTo>
                    <a:pt x="33315" y="8433"/>
                  </a:lnTo>
                  <a:lnTo>
                    <a:pt x="38791" y="10022"/>
                  </a:lnTo>
                  <a:lnTo>
                    <a:pt x="37978" y="14358"/>
                  </a:lnTo>
                  <a:lnTo>
                    <a:pt x="35858" y="14394"/>
                  </a:lnTo>
                  <a:lnTo>
                    <a:pt x="29102" y="12635"/>
                  </a:lnTo>
                  <a:lnTo>
                    <a:pt x="24413" y="11408"/>
                  </a:lnTo>
                  <a:lnTo>
                    <a:pt x="16549" y="10617"/>
                  </a:lnTo>
                  <a:lnTo>
                    <a:pt x="11953" y="11893"/>
                  </a:lnTo>
                  <a:lnTo>
                    <a:pt x="6739" y="10343"/>
                  </a:lnTo>
                  <a:lnTo>
                    <a:pt x="1595" y="7532"/>
                  </a:lnTo>
                  <a:lnTo>
                    <a:pt x="2132" y="37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030586" y="3991259"/>
              <a:ext cx="32265" cy="19771"/>
            </a:xfrm>
            <a:custGeom>
              <a:avLst/>
              <a:pathLst>
                <a:path w="32265" h="19771">
                  <a:moveTo>
                    <a:pt x="6946" y="0"/>
                  </a:moveTo>
                  <a:lnTo>
                    <a:pt x="15435" y="3836"/>
                  </a:lnTo>
                  <a:lnTo>
                    <a:pt x="22364" y="8343"/>
                  </a:lnTo>
                  <a:lnTo>
                    <a:pt x="28266" y="8730"/>
                  </a:lnTo>
                  <a:lnTo>
                    <a:pt x="32265" y="14557"/>
                  </a:lnTo>
                  <a:lnTo>
                    <a:pt x="32254" y="18298"/>
                  </a:lnTo>
                  <a:lnTo>
                    <a:pt x="26380" y="19393"/>
                  </a:lnTo>
                  <a:lnTo>
                    <a:pt x="20944" y="19771"/>
                  </a:lnTo>
                  <a:lnTo>
                    <a:pt x="17504" y="16015"/>
                  </a:lnTo>
                  <a:lnTo>
                    <a:pt x="16557" y="13172"/>
                  </a:lnTo>
                  <a:lnTo>
                    <a:pt x="5602" y="7323"/>
                  </a:lnTo>
                  <a:lnTo>
                    <a:pt x="0" y="26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903951" y="3244313"/>
              <a:ext cx="578898" cy="949002"/>
            </a:xfrm>
            <a:custGeom>
              <a:avLst/>
              <a:pathLst>
                <a:path w="578898" h="949002">
                  <a:moveTo>
                    <a:pt x="4510" y="123410"/>
                  </a:moveTo>
                  <a:lnTo>
                    <a:pt x="13717" y="111942"/>
                  </a:lnTo>
                  <a:lnTo>
                    <a:pt x="26074" y="98730"/>
                  </a:lnTo>
                  <a:lnTo>
                    <a:pt x="33322" y="87486"/>
                  </a:lnTo>
                  <a:lnTo>
                    <a:pt x="34320" y="82313"/>
                  </a:lnTo>
                  <a:lnTo>
                    <a:pt x="33453" y="78470"/>
                  </a:lnTo>
                  <a:lnTo>
                    <a:pt x="34130" y="73912"/>
                  </a:lnTo>
                  <a:lnTo>
                    <a:pt x="37968" y="70370"/>
                  </a:lnTo>
                  <a:lnTo>
                    <a:pt x="42276" y="62630"/>
                  </a:lnTo>
                  <a:lnTo>
                    <a:pt x="47836" y="50287"/>
                  </a:lnTo>
                  <a:lnTo>
                    <a:pt x="48183" y="48066"/>
                  </a:lnTo>
                  <a:lnTo>
                    <a:pt x="49330" y="40738"/>
                  </a:lnTo>
                  <a:lnTo>
                    <a:pt x="49223" y="33202"/>
                  </a:lnTo>
                  <a:lnTo>
                    <a:pt x="49517" y="25848"/>
                  </a:lnTo>
                  <a:lnTo>
                    <a:pt x="49335" y="23985"/>
                  </a:lnTo>
                  <a:lnTo>
                    <a:pt x="47240" y="22664"/>
                  </a:lnTo>
                  <a:lnTo>
                    <a:pt x="45302" y="16859"/>
                  </a:lnTo>
                  <a:lnTo>
                    <a:pt x="48224" y="12751"/>
                  </a:lnTo>
                  <a:lnTo>
                    <a:pt x="51581" y="5036"/>
                  </a:lnTo>
                  <a:lnTo>
                    <a:pt x="52511" y="0"/>
                  </a:lnTo>
                  <a:lnTo>
                    <a:pt x="65420" y="4193"/>
                  </a:lnTo>
                  <a:lnTo>
                    <a:pt x="76457" y="7614"/>
                  </a:lnTo>
                  <a:lnTo>
                    <a:pt x="86633" y="10744"/>
                  </a:lnTo>
                  <a:lnTo>
                    <a:pt x="95249" y="12964"/>
                  </a:lnTo>
                  <a:lnTo>
                    <a:pt x="100521" y="14316"/>
                  </a:lnTo>
                  <a:lnTo>
                    <a:pt x="105852" y="16139"/>
                  </a:lnTo>
                  <a:lnTo>
                    <a:pt x="113202" y="17781"/>
                  </a:lnTo>
                  <a:lnTo>
                    <a:pt x="118567" y="18971"/>
                  </a:lnTo>
                  <a:lnTo>
                    <a:pt x="124653" y="21333"/>
                  </a:lnTo>
                  <a:lnTo>
                    <a:pt x="139867" y="25677"/>
                  </a:lnTo>
                  <a:lnTo>
                    <a:pt x="158512" y="30643"/>
                  </a:lnTo>
                  <a:lnTo>
                    <a:pt x="171635" y="34440"/>
                  </a:lnTo>
                  <a:lnTo>
                    <a:pt x="183249" y="37895"/>
                  </a:lnTo>
                  <a:lnTo>
                    <a:pt x="199064" y="42549"/>
                  </a:lnTo>
                  <a:lnTo>
                    <a:pt x="209674" y="45724"/>
                  </a:lnTo>
                  <a:lnTo>
                    <a:pt x="223802" y="49870"/>
                  </a:lnTo>
                  <a:lnTo>
                    <a:pt x="224294" y="50013"/>
                  </a:lnTo>
                  <a:lnTo>
                    <a:pt x="236064" y="53147"/>
                  </a:lnTo>
                  <a:lnTo>
                    <a:pt x="249452" y="57113"/>
                  </a:lnTo>
                  <a:lnTo>
                    <a:pt x="259158" y="59668"/>
                  </a:lnTo>
                  <a:lnTo>
                    <a:pt x="270899" y="62732"/>
                  </a:lnTo>
                  <a:lnTo>
                    <a:pt x="282863" y="65831"/>
                  </a:lnTo>
                  <a:lnTo>
                    <a:pt x="302893" y="70894"/>
                  </a:lnTo>
                  <a:lnTo>
                    <a:pt x="314328" y="73792"/>
                  </a:lnTo>
                  <a:lnTo>
                    <a:pt x="311850" y="84049"/>
                  </a:lnTo>
                  <a:lnTo>
                    <a:pt x="306634" y="106028"/>
                  </a:lnTo>
                  <a:lnTo>
                    <a:pt x="297616" y="143291"/>
                  </a:lnTo>
                  <a:lnTo>
                    <a:pt x="291166" y="170583"/>
                  </a:lnTo>
                  <a:lnTo>
                    <a:pt x="288328" y="183041"/>
                  </a:lnTo>
                  <a:lnTo>
                    <a:pt x="280317" y="217356"/>
                  </a:lnTo>
                  <a:lnTo>
                    <a:pt x="276323" y="234061"/>
                  </a:lnTo>
                  <a:lnTo>
                    <a:pt x="272872" y="248627"/>
                  </a:lnTo>
                  <a:lnTo>
                    <a:pt x="268025" y="268676"/>
                  </a:lnTo>
                  <a:lnTo>
                    <a:pt x="264234" y="284398"/>
                  </a:lnTo>
                  <a:lnTo>
                    <a:pt x="262276" y="292427"/>
                  </a:lnTo>
                  <a:lnTo>
                    <a:pt x="259597" y="303431"/>
                  </a:lnTo>
                  <a:lnTo>
                    <a:pt x="259072" y="305590"/>
                  </a:lnTo>
                  <a:lnTo>
                    <a:pt x="256688" y="316400"/>
                  </a:lnTo>
                  <a:lnTo>
                    <a:pt x="255685" y="320955"/>
                  </a:lnTo>
                  <a:lnTo>
                    <a:pt x="254830" y="324844"/>
                  </a:lnTo>
                  <a:lnTo>
                    <a:pt x="253546" y="330689"/>
                  </a:lnTo>
                  <a:lnTo>
                    <a:pt x="258596" y="337951"/>
                  </a:lnTo>
                  <a:lnTo>
                    <a:pt x="275214" y="361833"/>
                  </a:lnTo>
                  <a:lnTo>
                    <a:pt x="275334" y="362006"/>
                  </a:lnTo>
                  <a:lnTo>
                    <a:pt x="288817" y="381335"/>
                  </a:lnTo>
                  <a:lnTo>
                    <a:pt x="291532" y="385204"/>
                  </a:lnTo>
                  <a:lnTo>
                    <a:pt x="298099" y="394588"/>
                  </a:lnTo>
                  <a:lnTo>
                    <a:pt x="309126" y="410238"/>
                  </a:lnTo>
                  <a:lnTo>
                    <a:pt x="333283" y="444686"/>
                  </a:lnTo>
                  <a:lnTo>
                    <a:pt x="337230" y="450343"/>
                  </a:lnTo>
                  <a:lnTo>
                    <a:pt x="359357" y="481745"/>
                  </a:lnTo>
                  <a:lnTo>
                    <a:pt x="369724" y="496407"/>
                  </a:lnTo>
                  <a:lnTo>
                    <a:pt x="378171" y="508273"/>
                  </a:lnTo>
                  <a:lnTo>
                    <a:pt x="402380" y="542462"/>
                  </a:lnTo>
                  <a:lnTo>
                    <a:pt x="406792" y="548685"/>
                  </a:lnTo>
                  <a:lnTo>
                    <a:pt x="416060" y="561692"/>
                  </a:lnTo>
                  <a:lnTo>
                    <a:pt x="445066" y="602407"/>
                  </a:lnTo>
                  <a:lnTo>
                    <a:pt x="451465" y="611426"/>
                  </a:lnTo>
                  <a:lnTo>
                    <a:pt x="467651" y="633991"/>
                  </a:lnTo>
                  <a:lnTo>
                    <a:pt x="479215" y="650151"/>
                  </a:lnTo>
                  <a:lnTo>
                    <a:pt x="481926" y="653923"/>
                  </a:lnTo>
                  <a:lnTo>
                    <a:pt x="493451" y="669879"/>
                  </a:lnTo>
                  <a:lnTo>
                    <a:pt x="507629" y="689637"/>
                  </a:lnTo>
                  <a:lnTo>
                    <a:pt x="513539" y="697808"/>
                  </a:lnTo>
                  <a:lnTo>
                    <a:pt x="521983" y="709521"/>
                  </a:lnTo>
                  <a:lnTo>
                    <a:pt x="528845" y="718972"/>
                  </a:lnTo>
                  <a:lnTo>
                    <a:pt x="534496" y="726828"/>
                  </a:lnTo>
                  <a:lnTo>
                    <a:pt x="543028" y="738634"/>
                  </a:lnTo>
                  <a:lnTo>
                    <a:pt x="553192" y="752689"/>
                  </a:lnTo>
                  <a:lnTo>
                    <a:pt x="552651" y="757824"/>
                  </a:lnTo>
                  <a:lnTo>
                    <a:pt x="551366" y="763835"/>
                  </a:lnTo>
                  <a:lnTo>
                    <a:pt x="554688" y="769536"/>
                  </a:lnTo>
                  <a:lnTo>
                    <a:pt x="559528" y="778418"/>
                  </a:lnTo>
                  <a:lnTo>
                    <a:pt x="560902" y="781646"/>
                  </a:lnTo>
                  <a:lnTo>
                    <a:pt x="562467" y="791732"/>
                  </a:lnTo>
                  <a:lnTo>
                    <a:pt x="564752" y="797827"/>
                  </a:lnTo>
                  <a:lnTo>
                    <a:pt x="563826" y="803542"/>
                  </a:lnTo>
                  <a:lnTo>
                    <a:pt x="566920" y="804104"/>
                  </a:lnTo>
                  <a:lnTo>
                    <a:pt x="571342" y="809185"/>
                  </a:lnTo>
                  <a:lnTo>
                    <a:pt x="577129" y="815171"/>
                  </a:lnTo>
                  <a:lnTo>
                    <a:pt x="578898" y="818937"/>
                  </a:lnTo>
                  <a:lnTo>
                    <a:pt x="578869" y="819180"/>
                  </a:lnTo>
                  <a:lnTo>
                    <a:pt x="578426" y="822973"/>
                  </a:lnTo>
                  <a:lnTo>
                    <a:pt x="575382" y="824194"/>
                  </a:lnTo>
                  <a:lnTo>
                    <a:pt x="570992" y="828157"/>
                  </a:lnTo>
                  <a:lnTo>
                    <a:pt x="566212" y="829136"/>
                  </a:lnTo>
                  <a:lnTo>
                    <a:pt x="561833" y="831251"/>
                  </a:lnTo>
                  <a:lnTo>
                    <a:pt x="557386" y="832522"/>
                  </a:lnTo>
                  <a:lnTo>
                    <a:pt x="555556" y="833871"/>
                  </a:lnTo>
                  <a:lnTo>
                    <a:pt x="555224" y="835044"/>
                  </a:lnTo>
                  <a:lnTo>
                    <a:pt x="554354" y="838119"/>
                  </a:lnTo>
                  <a:lnTo>
                    <a:pt x="552551" y="840617"/>
                  </a:lnTo>
                  <a:lnTo>
                    <a:pt x="547911" y="844583"/>
                  </a:lnTo>
                  <a:lnTo>
                    <a:pt x="545704" y="846755"/>
                  </a:lnTo>
                  <a:lnTo>
                    <a:pt x="547218" y="849491"/>
                  </a:lnTo>
                  <a:lnTo>
                    <a:pt x="546954" y="852674"/>
                  </a:lnTo>
                  <a:lnTo>
                    <a:pt x="545403" y="855645"/>
                  </a:lnTo>
                  <a:lnTo>
                    <a:pt x="545629" y="861660"/>
                  </a:lnTo>
                  <a:lnTo>
                    <a:pt x="545677" y="865336"/>
                  </a:lnTo>
                  <a:lnTo>
                    <a:pt x="544724" y="867491"/>
                  </a:lnTo>
                  <a:lnTo>
                    <a:pt x="542853" y="869958"/>
                  </a:lnTo>
                  <a:lnTo>
                    <a:pt x="541836" y="874658"/>
                  </a:lnTo>
                  <a:lnTo>
                    <a:pt x="541445" y="879420"/>
                  </a:lnTo>
                  <a:lnTo>
                    <a:pt x="535387" y="883835"/>
                  </a:lnTo>
                  <a:lnTo>
                    <a:pt x="532328" y="888372"/>
                  </a:lnTo>
                  <a:lnTo>
                    <a:pt x="531748" y="889231"/>
                  </a:lnTo>
                  <a:lnTo>
                    <a:pt x="528895" y="889126"/>
                  </a:lnTo>
                  <a:lnTo>
                    <a:pt x="525010" y="889622"/>
                  </a:lnTo>
                  <a:lnTo>
                    <a:pt x="525924" y="892305"/>
                  </a:lnTo>
                  <a:lnTo>
                    <a:pt x="525167" y="896896"/>
                  </a:lnTo>
                  <a:lnTo>
                    <a:pt x="523589" y="899757"/>
                  </a:lnTo>
                  <a:lnTo>
                    <a:pt x="526681" y="903182"/>
                  </a:lnTo>
                  <a:lnTo>
                    <a:pt x="526083" y="905323"/>
                  </a:lnTo>
                  <a:lnTo>
                    <a:pt x="525049" y="911424"/>
                  </a:lnTo>
                  <a:lnTo>
                    <a:pt x="522385" y="915768"/>
                  </a:lnTo>
                  <a:lnTo>
                    <a:pt x="524053" y="922037"/>
                  </a:lnTo>
                  <a:lnTo>
                    <a:pt x="527044" y="923173"/>
                  </a:lnTo>
                  <a:lnTo>
                    <a:pt x="530970" y="923367"/>
                  </a:lnTo>
                  <a:lnTo>
                    <a:pt x="534997" y="925113"/>
                  </a:lnTo>
                  <a:lnTo>
                    <a:pt x="535427" y="925299"/>
                  </a:lnTo>
                  <a:lnTo>
                    <a:pt x="536932" y="930117"/>
                  </a:lnTo>
                  <a:lnTo>
                    <a:pt x="536638" y="934362"/>
                  </a:lnTo>
                  <a:lnTo>
                    <a:pt x="537336" y="936410"/>
                  </a:lnTo>
                  <a:lnTo>
                    <a:pt x="536170" y="941240"/>
                  </a:lnTo>
                  <a:lnTo>
                    <a:pt x="530784" y="945869"/>
                  </a:lnTo>
                  <a:lnTo>
                    <a:pt x="530064" y="946425"/>
                  </a:lnTo>
                  <a:lnTo>
                    <a:pt x="527491" y="948412"/>
                  </a:lnTo>
                  <a:lnTo>
                    <a:pt x="524132" y="948374"/>
                  </a:lnTo>
                  <a:lnTo>
                    <a:pt x="520271" y="948328"/>
                  </a:lnTo>
                  <a:lnTo>
                    <a:pt x="517586" y="947207"/>
                  </a:lnTo>
                  <a:lnTo>
                    <a:pt x="516271" y="949002"/>
                  </a:lnTo>
                  <a:lnTo>
                    <a:pt x="495555" y="947039"/>
                  </a:lnTo>
                  <a:lnTo>
                    <a:pt x="461339" y="943736"/>
                  </a:lnTo>
                  <a:lnTo>
                    <a:pt x="418472" y="939588"/>
                  </a:lnTo>
                  <a:lnTo>
                    <a:pt x="414079" y="939172"/>
                  </a:lnTo>
                  <a:lnTo>
                    <a:pt x="382033" y="936041"/>
                  </a:lnTo>
                  <a:lnTo>
                    <a:pt x="375653" y="935447"/>
                  </a:lnTo>
                  <a:lnTo>
                    <a:pt x="358976" y="933765"/>
                  </a:lnTo>
                  <a:lnTo>
                    <a:pt x="358682" y="933734"/>
                  </a:lnTo>
                  <a:lnTo>
                    <a:pt x="338919" y="931807"/>
                  </a:lnTo>
                  <a:lnTo>
                    <a:pt x="339190" y="927269"/>
                  </a:lnTo>
                  <a:lnTo>
                    <a:pt x="339365" y="924344"/>
                  </a:lnTo>
                  <a:lnTo>
                    <a:pt x="337855" y="919284"/>
                  </a:lnTo>
                  <a:lnTo>
                    <a:pt x="336098" y="917414"/>
                  </a:lnTo>
                  <a:lnTo>
                    <a:pt x="332230" y="918359"/>
                  </a:lnTo>
                  <a:lnTo>
                    <a:pt x="332049" y="915579"/>
                  </a:lnTo>
                  <a:lnTo>
                    <a:pt x="333413" y="908097"/>
                  </a:lnTo>
                  <a:lnTo>
                    <a:pt x="332085" y="904669"/>
                  </a:lnTo>
                  <a:lnTo>
                    <a:pt x="332268" y="903161"/>
                  </a:lnTo>
                  <a:lnTo>
                    <a:pt x="333053" y="902260"/>
                  </a:lnTo>
                  <a:lnTo>
                    <a:pt x="333811" y="902604"/>
                  </a:lnTo>
                  <a:lnTo>
                    <a:pt x="334454" y="901834"/>
                  </a:lnTo>
                  <a:lnTo>
                    <a:pt x="335211" y="898354"/>
                  </a:lnTo>
                  <a:lnTo>
                    <a:pt x="335159" y="894823"/>
                  </a:lnTo>
                  <a:lnTo>
                    <a:pt x="335066" y="888297"/>
                  </a:lnTo>
                  <a:lnTo>
                    <a:pt x="333853" y="880791"/>
                  </a:lnTo>
                  <a:lnTo>
                    <a:pt x="331630" y="873630"/>
                  </a:lnTo>
                  <a:lnTo>
                    <a:pt x="327251" y="863766"/>
                  </a:lnTo>
                  <a:lnTo>
                    <a:pt x="321473" y="853877"/>
                  </a:lnTo>
                  <a:lnTo>
                    <a:pt x="318343" y="851295"/>
                  </a:lnTo>
                  <a:lnTo>
                    <a:pt x="315670" y="845917"/>
                  </a:lnTo>
                  <a:lnTo>
                    <a:pt x="310999" y="843150"/>
                  </a:lnTo>
                  <a:lnTo>
                    <a:pt x="310572" y="841011"/>
                  </a:lnTo>
                  <a:lnTo>
                    <a:pt x="309831" y="839968"/>
                  </a:lnTo>
                  <a:lnTo>
                    <a:pt x="305421" y="833749"/>
                  </a:lnTo>
                  <a:lnTo>
                    <a:pt x="303904" y="831516"/>
                  </a:lnTo>
                  <a:lnTo>
                    <a:pt x="298232" y="827429"/>
                  </a:lnTo>
                  <a:lnTo>
                    <a:pt x="293792" y="822096"/>
                  </a:lnTo>
                  <a:lnTo>
                    <a:pt x="288748" y="814231"/>
                  </a:lnTo>
                  <a:lnTo>
                    <a:pt x="287117" y="812621"/>
                  </a:lnTo>
                  <a:lnTo>
                    <a:pt x="286019" y="811537"/>
                  </a:lnTo>
                  <a:lnTo>
                    <a:pt x="282106" y="812215"/>
                  </a:lnTo>
                  <a:lnTo>
                    <a:pt x="278327" y="813255"/>
                  </a:lnTo>
                  <a:lnTo>
                    <a:pt x="276230" y="813830"/>
                  </a:lnTo>
                  <a:lnTo>
                    <a:pt x="272217" y="812132"/>
                  </a:lnTo>
                  <a:lnTo>
                    <a:pt x="271213" y="811159"/>
                  </a:lnTo>
                  <a:lnTo>
                    <a:pt x="269877" y="809865"/>
                  </a:lnTo>
                  <a:lnTo>
                    <a:pt x="266958" y="808895"/>
                  </a:lnTo>
                  <a:lnTo>
                    <a:pt x="265351" y="805056"/>
                  </a:lnTo>
                  <a:lnTo>
                    <a:pt x="268273" y="803047"/>
                  </a:lnTo>
                  <a:lnTo>
                    <a:pt x="268309" y="795909"/>
                  </a:lnTo>
                  <a:lnTo>
                    <a:pt x="266354" y="787823"/>
                  </a:lnTo>
                  <a:lnTo>
                    <a:pt x="263294" y="782094"/>
                  </a:lnTo>
                  <a:lnTo>
                    <a:pt x="263173" y="781868"/>
                  </a:lnTo>
                  <a:lnTo>
                    <a:pt x="257419" y="779542"/>
                  </a:lnTo>
                  <a:lnTo>
                    <a:pt x="251955" y="778832"/>
                  </a:lnTo>
                  <a:lnTo>
                    <a:pt x="247294" y="777882"/>
                  </a:lnTo>
                  <a:lnTo>
                    <a:pt x="242504" y="779571"/>
                  </a:lnTo>
                  <a:lnTo>
                    <a:pt x="239570" y="775938"/>
                  </a:lnTo>
                  <a:lnTo>
                    <a:pt x="233436" y="773410"/>
                  </a:lnTo>
                  <a:lnTo>
                    <a:pt x="232737" y="773121"/>
                  </a:lnTo>
                  <a:lnTo>
                    <a:pt x="225334" y="767613"/>
                  </a:lnTo>
                  <a:lnTo>
                    <a:pt x="222593" y="766611"/>
                  </a:lnTo>
                  <a:lnTo>
                    <a:pt x="215455" y="758908"/>
                  </a:lnTo>
                  <a:lnTo>
                    <a:pt x="214304" y="753995"/>
                  </a:lnTo>
                  <a:lnTo>
                    <a:pt x="214177" y="751912"/>
                  </a:lnTo>
                  <a:lnTo>
                    <a:pt x="214084" y="750377"/>
                  </a:lnTo>
                  <a:lnTo>
                    <a:pt x="211470" y="747713"/>
                  </a:lnTo>
                  <a:lnTo>
                    <a:pt x="207866" y="742775"/>
                  </a:lnTo>
                  <a:lnTo>
                    <a:pt x="202822" y="736815"/>
                  </a:lnTo>
                  <a:lnTo>
                    <a:pt x="201719" y="736124"/>
                  </a:lnTo>
                  <a:lnTo>
                    <a:pt x="197875" y="733712"/>
                  </a:lnTo>
                  <a:lnTo>
                    <a:pt x="192726" y="730189"/>
                  </a:lnTo>
                  <a:lnTo>
                    <a:pt x="187736" y="730145"/>
                  </a:lnTo>
                  <a:lnTo>
                    <a:pt x="185788" y="730843"/>
                  </a:lnTo>
                  <a:lnTo>
                    <a:pt x="180775" y="727782"/>
                  </a:lnTo>
                  <a:lnTo>
                    <a:pt x="177271" y="726957"/>
                  </a:lnTo>
                  <a:lnTo>
                    <a:pt x="174463" y="726912"/>
                  </a:lnTo>
                  <a:lnTo>
                    <a:pt x="168254" y="722172"/>
                  </a:lnTo>
                  <a:lnTo>
                    <a:pt x="163053" y="719371"/>
                  </a:lnTo>
                  <a:lnTo>
                    <a:pt x="156935" y="716814"/>
                  </a:lnTo>
                  <a:lnTo>
                    <a:pt x="146112" y="714404"/>
                  </a:lnTo>
                  <a:lnTo>
                    <a:pt x="134727" y="713710"/>
                  </a:lnTo>
                  <a:lnTo>
                    <a:pt x="131971" y="706158"/>
                  </a:lnTo>
                  <a:lnTo>
                    <a:pt x="129647" y="703781"/>
                  </a:lnTo>
                  <a:lnTo>
                    <a:pt x="127738" y="702020"/>
                  </a:lnTo>
                  <a:lnTo>
                    <a:pt x="124800" y="701549"/>
                  </a:lnTo>
                  <a:lnTo>
                    <a:pt x="123700" y="698826"/>
                  </a:lnTo>
                  <a:lnTo>
                    <a:pt x="128878" y="690071"/>
                  </a:lnTo>
                  <a:lnTo>
                    <a:pt x="128719" y="686534"/>
                  </a:lnTo>
                  <a:lnTo>
                    <a:pt x="128062" y="685702"/>
                  </a:lnTo>
                  <a:lnTo>
                    <a:pt x="131483" y="675684"/>
                  </a:lnTo>
                  <a:lnTo>
                    <a:pt x="128156" y="670685"/>
                  </a:lnTo>
                  <a:lnTo>
                    <a:pt x="130951" y="664953"/>
                  </a:lnTo>
                  <a:lnTo>
                    <a:pt x="133228" y="660280"/>
                  </a:lnTo>
                  <a:lnTo>
                    <a:pt x="134377" y="656467"/>
                  </a:lnTo>
                  <a:lnTo>
                    <a:pt x="134824" y="652462"/>
                  </a:lnTo>
                  <a:lnTo>
                    <a:pt x="132668" y="649267"/>
                  </a:lnTo>
                  <a:lnTo>
                    <a:pt x="130404" y="646615"/>
                  </a:lnTo>
                  <a:lnTo>
                    <a:pt x="127202" y="647212"/>
                  </a:lnTo>
                  <a:lnTo>
                    <a:pt x="121791" y="641849"/>
                  </a:lnTo>
                  <a:lnTo>
                    <a:pt x="119176" y="637240"/>
                  </a:lnTo>
                  <a:lnTo>
                    <a:pt x="121272" y="633576"/>
                  </a:lnTo>
                  <a:lnTo>
                    <a:pt x="123779" y="628177"/>
                  </a:lnTo>
                  <a:lnTo>
                    <a:pt x="123580" y="621827"/>
                  </a:lnTo>
                  <a:lnTo>
                    <a:pt x="119143" y="618553"/>
                  </a:lnTo>
                  <a:lnTo>
                    <a:pt x="117271" y="617695"/>
                  </a:lnTo>
                  <a:lnTo>
                    <a:pt x="116008" y="617115"/>
                  </a:lnTo>
                  <a:lnTo>
                    <a:pt x="110578" y="605634"/>
                  </a:lnTo>
                  <a:lnTo>
                    <a:pt x="108241" y="599244"/>
                  </a:lnTo>
                  <a:lnTo>
                    <a:pt x="101619" y="594674"/>
                  </a:lnTo>
                  <a:lnTo>
                    <a:pt x="99653" y="589924"/>
                  </a:lnTo>
                  <a:lnTo>
                    <a:pt x="99837" y="583627"/>
                  </a:lnTo>
                  <a:lnTo>
                    <a:pt x="99081" y="582331"/>
                  </a:lnTo>
                  <a:lnTo>
                    <a:pt x="95989" y="577023"/>
                  </a:lnTo>
                  <a:lnTo>
                    <a:pt x="93029" y="572514"/>
                  </a:lnTo>
                  <a:lnTo>
                    <a:pt x="93116" y="564828"/>
                  </a:lnTo>
                  <a:lnTo>
                    <a:pt x="90897" y="560234"/>
                  </a:lnTo>
                  <a:lnTo>
                    <a:pt x="88203" y="558538"/>
                  </a:lnTo>
                  <a:lnTo>
                    <a:pt x="86499" y="551298"/>
                  </a:lnTo>
                  <a:lnTo>
                    <a:pt x="83901" y="544584"/>
                  </a:lnTo>
                  <a:lnTo>
                    <a:pt x="78395" y="537497"/>
                  </a:lnTo>
                  <a:lnTo>
                    <a:pt x="75530" y="535410"/>
                  </a:lnTo>
                  <a:lnTo>
                    <a:pt x="72585" y="529060"/>
                  </a:lnTo>
                  <a:lnTo>
                    <a:pt x="73482" y="521024"/>
                  </a:lnTo>
                  <a:lnTo>
                    <a:pt x="72806" y="512451"/>
                  </a:lnTo>
                  <a:lnTo>
                    <a:pt x="72895" y="503613"/>
                  </a:lnTo>
                  <a:lnTo>
                    <a:pt x="77127" y="500035"/>
                  </a:lnTo>
                  <a:lnTo>
                    <a:pt x="80909" y="503195"/>
                  </a:lnTo>
                  <a:lnTo>
                    <a:pt x="85524" y="497900"/>
                  </a:lnTo>
                  <a:lnTo>
                    <a:pt x="88693" y="490121"/>
                  </a:lnTo>
                  <a:lnTo>
                    <a:pt x="89836" y="486996"/>
                  </a:lnTo>
                  <a:lnTo>
                    <a:pt x="89138" y="483629"/>
                  </a:lnTo>
                  <a:lnTo>
                    <a:pt x="87514" y="475756"/>
                  </a:lnTo>
                  <a:lnTo>
                    <a:pt x="85329" y="471752"/>
                  </a:lnTo>
                  <a:lnTo>
                    <a:pt x="82344" y="470713"/>
                  </a:lnTo>
                  <a:lnTo>
                    <a:pt x="76841" y="471068"/>
                  </a:lnTo>
                  <a:lnTo>
                    <a:pt x="71649" y="469210"/>
                  </a:lnTo>
                  <a:lnTo>
                    <a:pt x="66159" y="462405"/>
                  </a:lnTo>
                  <a:lnTo>
                    <a:pt x="63772" y="456393"/>
                  </a:lnTo>
                  <a:lnTo>
                    <a:pt x="62764" y="453446"/>
                  </a:lnTo>
                  <a:lnTo>
                    <a:pt x="62205" y="452981"/>
                  </a:lnTo>
                  <a:lnTo>
                    <a:pt x="60508" y="451568"/>
                  </a:lnTo>
                  <a:lnTo>
                    <a:pt x="59715" y="448730"/>
                  </a:lnTo>
                  <a:lnTo>
                    <a:pt x="57098" y="444058"/>
                  </a:lnTo>
                  <a:lnTo>
                    <a:pt x="56994" y="438425"/>
                  </a:lnTo>
                  <a:lnTo>
                    <a:pt x="60053" y="431183"/>
                  </a:lnTo>
                  <a:lnTo>
                    <a:pt x="60343" y="427807"/>
                  </a:lnTo>
                  <a:lnTo>
                    <a:pt x="59375" y="421944"/>
                  </a:lnTo>
                  <a:lnTo>
                    <a:pt x="59779" y="419714"/>
                  </a:lnTo>
                  <a:lnTo>
                    <a:pt x="57267" y="416194"/>
                  </a:lnTo>
                  <a:lnTo>
                    <a:pt x="56376" y="413291"/>
                  </a:lnTo>
                  <a:lnTo>
                    <a:pt x="57480" y="408584"/>
                  </a:lnTo>
                  <a:lnTo>
                    <a:pt x="59682" y="405906"/>
                  </a:lnTo>
                  <a:lnTo>
                    <a:pt x="60850" y="401338"/>
                  </a:lnTo>
                  <a:lnTo>
                    <a:pt x="61305" y="399560"/>
                  </a:lnTo>
                  <a:lnTo>
                    <a:pt x="61521" y="397634"/>
                  </a:lnTo>
                  <a:lnTo>
                    <a:pt x="62151" y="392044"/>
                  </a:lnTo>
                  <a:lnTo>
                    <a:pt x="65889" y="390368"/>
                  </a:lnTo>
                  <a:lnTo>
                    <a:pt x="70449" y="391207"/>
                  </a:lnTo>
                  <a:lnTo>
                    <a:pt x="70974" y="392717"/>
                  </a:lnTo>
                  <a:lnTo>
                    <a:pt x="70425" y="397337"/>
                  </a:lnTo>
                  <a:lnTo>
                    <a:pt x="71534" y="398474"/>
                  </a:lnTo>
                  <a:lnTo>
                    <a:pt x="70889" y="399621"/>
                  </a:lnTo>
                  <a:lnTo>
                    <a:pt x="68881" y="399673"/>
                  </a:lnTo>
                  <a:lnTo>
                    <a:pt x="68640" y="399679"/>
                  </a:lnTo>
                  <a:lnTo>
                    <a:pt x="68330" y="410116"/>
                  </a:lnTo>
                  <a:lnTo>
                    <a:pt x="75292" y="415190"/>
                  </a:lnTo>
                  <a:lnTo>
                    <a:pt x="79185" y="421200"/>
                  </a:lnTo>
                  <a:lnTo>
                    <a:pt x="82169" y="420451"/>
                  </a:lnTo>
                  <a:lnTo>
                    <a:pt x="83476" y="420122"/>
                  </a:lnTo>
                  <a:lnTo>
                    <a:pt x="82457" y="414997"/>
                  </a:lnTo>
                  <a:lnTo>
                    <a:pt x="83158" y="409806"/>
                  </a:lnTo>
                  <a:lnTo>
                    <a:pt x="83068" y="407299"/>
                  </a:lnTo>
                  <a:lnTo>
                    <a:pt x="80361" y="403740"/>
                  </a:lnTo>
                  <a:lnTo>
                    <a:pt x="78567" y="400710"/>
                  </a:lnTo>
                  <a:lnTo>
                    <a:pt x="79013" y="398207"/>
                  </a:lnTo>
                  <a:lnTo>
                    <a:pt x="75478" y="395204"/>
                  </a:lnTo>
                  <a:lnTo>
                    <a:pt x="74810" y="392040"/>
                  </a:lnTo>
                  <a:lnTo>
                    <a:pt x="77225" y="390855"/>
                  </a:lnTo>
                  <a:lnTo>
                    <a:pt x="76969" y="384952"/>
                  </a:lnTo>
                  <a:lnTo>
                    <a:pt x="76910" y="383567"/>
                  </a:lnTo>
                  <a:lnTo>
                    <a:pt x="73908" y="383061"/>
                  </a:lnTo>
                  <a:lnTo>
                    <a:pt x="71932" y="377889"/>
                  </a:lnTo>
                  <a:lnTo>
                    <a:pt x="76237" y="377031"/>
                  </a:lnTo>
                  <a:lnTo>
                    <a:pt x="76800" y="374463"/>
                  </a:lnTo>
                  <a:lnTo>
                    <a:pt x="79970" y="375130"/>
                  </a:lnTo>
                  <a:lnTo>
                    <a:pt x="84755" y="372693"/>
                  </a:lnTo>
                  <a:lnTo>
                    <a:pt x="84522" y="371814"/>
                  </a:lnTo>
                  <a:lnTo>
                    <a:pt x="83352" y="367393"/>
                  </a:lnTo>
                  <a:lnTo>
                    <a:pt x="78134" y="362433"/>
                  </a:lnTo>
                  <a:lnTo>
                    <a:pt x="77839" y="362483"/>
                  </a:lnTo>
                  <a:lnTo>
                    <a:pt x="71121" y="363615"/>
                  </a:lnTo>
                  <a:lnTo>
                    <a:pt x="70915" y="363650"/>
                  </a:lnTo>
                  <a:lnTo>
                    <a:pt x="68706" y="369982"/>
                  </a:lnTo>
                  <a:lnTo>
                    <a:pt x="70985" y="373917"/>
                  </a:lnTo>
                  <a:lnTo>
                    <a:pt x="67982" y="375772"/>
                  </a:lnTo>
                  <a:lnTo>
                    <a:pt x="67150" y="379644"/>
                  </a:lnTo>
                  <a:lnTo>
                    <a:pt x="69038" y="382779"/>
                  </a:lnTo>
                  <a:lnTo>
                    <a:pt x="70130" y="386808"/>
                  </a:lnTo>
                  <a:lnTo>
                    <a:pt x="65256" y="387824"/>
                  </a:lnTo>
                  <a:lnTo>
                    <a:pt x="61773" y="386518"/>
                  </a:lnTo>
                  <a:lnTo>
                    <a:pt x="58522" y="381501"/>
                  </a:lnTo>
                  <a:lnTo>
                    <a:pt x="54113" y="377372"/>
                  </a:lnTo>
                  <a:lnTo>
                    <a:pt x="52233" y="378011"/>
                  </a:lnTo>
                  <a:lnTo>
                    <a:pt x="49724" y="373478"/>
                  </a:lnTo>
                  <a:lnTo>
                    <a:pt x="47812" y="369164"/>
                  </a:lnTo>
                  <a:lnTo>
                    <a:pt x="44802" y="364633"/>
                  </a:lnTo>
                  <a:lnTo>
                    <a:pt x="39661" y="361769"/>
                  </a:lnTo>
                  <a:lnTo>
                    <a:pt x="36490" y="364482"/>
                  </a:lnTo>
                  <a:lnTo>
                    <a:pt x="34289" y="362839"/>
                  </a:lnTo>
                  <a:lnTo>
                    <a:pt x="40084" y="354454"/>
                  </a:lnTo>
                  <a:lnTo>
                    <a:pt x="41970" y="349241"/>
                  </a:lnTo>
                  <a:lnTo>
                    <a:pt x="41159" y="343330"/>
                  </a:lnTo>
                  <a:lnTo>
                    <a:pt x="42015" y="340307"/>
                  </a:lnTo>
                  <a:lnTo>
                    <a:pt x="41419" y="338066"/>
                  </a:lnTo>
                  <a:lnTo>
                    <a:pt x="41384" y="337936"/>
                  </a:lnTo>
                  <a:lnTo>
                    <a:pt x="38198" y="336800"/>
                  </a:lnTo>
                  <a:lnTo>
                    <a:pt x="38029" y="333462"/>
                  </a:lnTo>
                  <a:lnTo>
                    <a:pt x="38158" y="328420"/>
                  </a:lnTo>
                  <a:lnTo>
                    <a:pt x="34783" y="319688"/>
                  </a:lnTo>
                  <a:lnTo>
                    <a:pt x="30157" y="315025"/>
                  </a:lnTo>
                  <a:lnTo>
                    <a:pt x="26043" y="308814"/>
                  </a:lnTo>
                  <a:lnTo>
                    <a:pt x="25606" y="305811"/>
                  </a:lnTo>
                  <a:lnTo>
                    <a:pt x="21972" y="295275"/>
                  </a:lnTo>
                  <a:lnTo>
                    <a:pt x="18199" y="290277"/>
                  </a:lnTo>
                  <a:lnTo>
                    <a:pt x="17096" y="287586"/>
                  </a:lnTo>
                  <a:lnTo>
                    <a:pt x="15787" y="284388"/>
                  </a:lnTo>
                  <a:lnTo>
                    <a:pt x="12523" y="279213"/>
                  </a:lnTo>
                  <a:lnTo>
                    <a:pt x="11817" y="276363"/>
                  </a:lnTo>
                  <a:lnTo>
                    <a:pt x="9482" y="271918"/>
                  </a:lnTo>
                  <a:lnTo>
                    <a:pt x="9014" y="267930"/>
                  </a:lnTo>
                  <a:lnTo>
                    <a:pt x="13299" y="263100"/>
                  </a:lnTo>
                  <a:lnTo>
                    <a:pt x="13754" y="253649"/>
                  </a:lnTo>
                  <a:lnTo>
                    <a:pt x="12498" y="246975"/>
                  </a:lnTo>
                  <a:lnTo>
                    <a:pt x="12200" y="239722"/>
                  </a:lnTo>
                  <a:lnTo>
                    <a:pt x="12622" y="231600"/>
                  </a:lnTo>
                  <a:lnTo>
                    <a:pt x="15340" y="224510"/>
                  </a:lnTo>
                  <a:lnTo>
                    <a:pt x="20957" y="216397"/>
                  </a:lnTo>
                  <a:lnTo>
                    <a:pt x="21571" y="210247"/>
                  </a:lnTo>
                  <a:lnTo>
                    <a:pt x="22397" y="204718"/>
                  </a:lnTo>
                  <a:lnTo>
                    <a:pt x="20963" y="200694"/>
                  </a:lnTo>
                  <a:lnTo>
                    <a:pt x="22147" y="190996"/>
                  </a:lnTo>
                  <a:lnTo>
                    <a:pt x="19316" y="187281"/>
                  </a:lnTo>
                  <a:lnTo>
                    <a:pt x="17723" y="181320"/>
                  </a:lnTo>
                  <a:lnTo>
                    <a:pt x="15148" y="173249"/>
                  </a:lnTo>
                  <a:lnTo>
                    <a:pt x="14757" y="172020"/>
                  </a:lnTo>
                  <a:lnTo>
                    <a:pt x="12850" y="170701"/>
                  </a:lnTo>
                  <a:lnTo>
                    <a:pt x="13076" y="165491"/>
                  </a:lnTo>
                  <a:lnTo>
                    <a:pt x="10637" y="161242"/>
                  </a:lnTo>
                  <a:lnTo>
                    <a:pt x="7939" y="159103"/>
                  </a:lnTo>
                  <a:lnTo>
                    <a:pt x="4774" y="153162"/>
                  </a:lnTo>
                  <a:lnTo>
                    <a:pt x="870" y="146435"/>
                  </a:lnTo>
                  <a:lnTo>
                    <a:pt x="0" y="144594"/>
                  </a:lnTo>
                  <a:lnTo>
                    <a:pt x="2380" y="138811"/>
                  </a:lnTo>
                  <a:lnTo>
                    <a:pt x="2674" y="134883"/>
                  </a:lnTo>
                  <a:lnTo>
                    <a:pt x="1438" y="1286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209341" y="2823334"/>
              <a:ext cx="8231" cy="14083"/>
            </a:xfrm>
            <a:custGeom>
              <a:avLst/>
              <a:pathLst>
                <a:path w="8231" h="14083">
                  <a:moveTo>
                    <a:pt x="348" y="3498"/>
                  </a:moveTo>
                  <a:lnTo>
                    <a:pt x="5892" y="0"/>
                  </a:lnTo>
                  <a:lnTo>
                    <a:pt x="8231" y="2934"/>
                  </a:lnTo>
                  <a:lnTo>
                    <a:pt x="5341" y="8742"/>
                  </a:lnTo>
                  <a:lnTo>
                    <a:pt x="4216" y="14083"/>
                  </a:lnTo>
                  <a:lnTo>
                    <a:pt x="0" y="97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960015" y="2716080"/>
              <a:ext cx="16372" cy="12799"/>
            </a:xfrm>
            <a:custGeom>
              <a:avLst/>
              <a:pathLst>
                <a:path w="16372" h="12799">
                  <a:moveTo>
                    <a:pt x="0" y="3517"/>
                  </a:moveTo>
                  <a:lnTo>
                    <a:pt x="2055" y="2238"/>
                  </a:lnTo>
                  <a:lnTo>
                    <a:pt x="7177" y="0"/>
                  </a:lnTo>
                  <a:lnTo>
                    <a:pt x="12658" y="914"/>
                  </a:lnTo>
                  <a:lnTo>
                    <a:pt x="13815" y="2512"/>
                  </a:lnTo>
                  <a:lnTo>
                    <a:pt x="16372" y="7155"/>
                  </a:lnTo>
                  <a:lnTo>
                    <a:pt x="15905" y="9485"/>
                  </a:lnTo>
                  <a:lnTo>
                    <a:pt x="14631" y="11421"/>
                  </a:lnTo>
                  <a:lnTo>
                    <a:pt x="9499" y="12799"/>
                  </a:lnTo>
                  <a:lnTo>
                    <a:pt x="6478" y="8796"/>
                  </a:lnTo>
                  <a:lnTo>
                    <a:pt x="4245" y="6475"/>
                  </a:lnTo>
                  <a:lnTo>
                    <a:pt x="754" y="53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845577" y="2722554"/>
              <a:ext cx="364155" cy="389758"/>
            </a:xfrm>
            <a:custGeom>
              <a:avLst/>
              <a:pathLst>
                <a:path w="364155" h="389758">
                  <a:moveTo>
                    <a:pt x="35" y="130392"/>
                  </a:moveTo>
                  <a:lnTo>
                    <a:pt x="520" y="124099"/>
                  </a:lnTo>
                  <a:lnTo>
                    <a:pt x="2170" y="122697"/>
                  </a:lnTo>
                  <a:lnTo>
                    <a:pt x="3010" y="121984"/>
                  </a:lnTo>
                  <a:lnTo>
                    <a:pt x="5602" y="117053"/>
                  </a:lnTo>
                  <a:lnTo>
                    <a:pt x="6279" y="113001"/>
                  </a:lnTo>
                  <a:lnTo>
                    <a:pt x="8222" y="108559"/>
                  </a:lnTo>
                  <a:lnTo>
                    <a:pt x="11839" y="104651"/>
                  </a:lnTo>
                  <a:lnTo>
                    <a:pt x="16243" y="102326"/>
                  </a:lnTo>
                  <a:lnTo>
                    <a:pt x="18162" y="100046"/>
                  </a:lnTo>
                  <a:lnTo>
                    <a:pt x="22555" y="99386"/>
                  </a:lnTo>
                  <a:lnTo>
                    <a:pt x="23714" y="96697"/>
                  </a:lnTo>
                  <a:lnTo>
                    <a:pt x="27016" y="94862"/>
                  </a:lnTo>
                  <a:lnTo>
                    <a:pt x="29524" y="94963"/>
                  </a:lnTo>
                  <a:lnTo>
                    <a:pt x="30036" y="91702"/>
                  </a:lnTo>
                  <a:lnTo>
                    <a:pt x="32521" y="89505"/>
                  </a:lnTo>
                  <a:lnTo>
                    <a:pt x="31833" y="82263"/>
                  </a:lnTo>
                  <a:lnTo>
                    <a:pt x="31112" y="74692"/>
                  </a:lnTo>
                  <a:lnTo>
                    <a:pt x="29697" y="59569"/>
                  </a:lnTo>
                  <a:lnTo>
                    <a:pt x="29055" y="52726"/>
                  </a:lnTo>
                  <a:lnTo>
                    <a:pt x="27641" y="38090"/>
                  </a:lnTo>
                  <a:lnTo>
                    <a:pt x="32811" y="37457"/>
                  </a:lnTo>
                  <a:lnTo>
                    <a:pt x="33887" y="34665"/>
                  </a:lnTo>
                  <a:lnTo>
                    <a:pt x="35946" y="31259"/>
                  </a:lnTo>
                  <a:lnTo>
                    <a:pt x="38493" y="30757"/>
                  </a:lnTo>
                  <a:lnTo>
                    <a:pt x="41654" y="32553"/>
                  </a:lnTo>
                  <a:lnTo>
                    <a:pt x="43811" y="32695"/>
                  </a:lnTo>
                  <a:lnTo>
                    <a:pt x="47212" y="34464"/>
                  </a:lnTo>
                  <a:lnTo>
                    <a:pt x="51618" y="33343"/>
                  </a:lnTo>
                  <a:lnTo>
                    <a:pt x="55616" y="32939"/>
                  </a:lnTo>
                  <a:lnTo>
                    <a:pt x="65624" y="27975"/>
                  </a:lnTo>
                  <a:lnTo>
                    <a:pt x="69659" y="25545"/>
                  </a:lnTo>
                  <a:lnTo>
                    <a:pt x="71027" y="25401"/>
                  </a:lnTo>
                  <a:lnTo>
                    <a:pt x="73428" y="25149"/>
                  </a:lnTo>
                  <a:lnTo>
                    <a:pt x="79039" y="21710"/>
                  </a:lnTo>
                  <a:lnTo>
                    <a:pt x="81995" y="20641"/>
                  </a:lnTo>
                  <a:lnTo>
                    <a:pt x="84458" y="17843"/>
                  </a:lnTo>
                  <a:lnTo>
                    <a:pt x="87819" y="16588"/>
                  </a:lnTo>
                  <a:lnTo>
                    <a:pt x="90208" y="13684"/>
                  </a:lnTo>
                  <a:lnTo>
                    <a:pt x="93043" y="15319"/>
                  </a:lnTo>
                  <a:lnTo>
                    <a:pt x="95003" y="12873"/>
                  </a:lnTo>
                  <a:lnTo>
                    <a:pt x="97473" y="11762"/>
                  </a:lnTo>
                  <a:lnTo>
                    <a:pt x="100379" y="9355"/>
                  </a:lnTo>
                  <a:lnTo>
                    <a:pt x="103117" y="7056"/>
                  </a:lnTo>
                  <a:lnTo>
                    <a:pt x="102269" y="2148"/>
                  </a:lnTo>
                  <a:lnTo>
                    <a:pt x="105941" y="0"/>
                  </a:lnTo>
                  <a:lnTo>
                    <a:pt x="110565" y="2945"/>
                  </a:lnTo>
                  <a:lnTo>
                    <a:pt x="113569" y="4703"/>
                  </a:lnTo>
                  <a:lnTo>
                    <a:pt x="117643" y="8161"/>
                  </a:lnTo>
                  <a:lnTo>
                    <a:pt x="115182" y="14727"/>
                  </a:lnTo>
                  <a:lnTo>
                    <a:pt x="112069" y="20164"/>
                  </a:lnTo>
                  <a:lnTo>
                    <a:pt x="111150" y="22536"/>
                  </a:lnTo>
                  <a:lnTo>
                    <a:pt x="113233" y="25864"/>
                  </a:lnTo>
                  <a:lnTo>
                    <a:pt x="109924" y="29878"/>
                  </a:lnTo>
                  <a:lnTo>
                    <a:pt x="109293" y="33580"/>
                  </a:lnTo>
                  <a:lnTo>
                    <a:pt x="108165" y="35897"/>
                  </a:lnTo>
                  <a:lnTo>
                    <a:pt x="110032" y="36128"/>
                  </a:lnTo>
                  <a:lnTo>
                    <a:pt x="111685" y="36332"/>
                  </a:lnTo>
                  <a:lnTo>
                    <a:pt x="115489" y="32981"/>
                  </a:lnTo>
                  <a:lnTo>
                    <a:pt x="117444" y="31973"/>
                  </a:lnTo>
                  <a:lnTo>
                    <a:pt x="119583" y="29840"/>
                  </a:lnTo>
                  <a:lnTo>
                    <a:pt x="120188" y="25708"/>
                  </a:lnTo>
                  <a:lnTo>
                    <a:pt x="125081" y="29286"/>
                  </a:lnTo>
                  <a:lnTo>
                    <a:pt x="131537" y="33867"/>
                  </a:lnTo>
                  <a:lnTo>
                    <a:pt x="132536" y="33630"/>
                  </a:lnTo>
                  <a:lnTo>
                    <a:pt x="135048" y="33033"/>
                  </a:lnTo>
                  <a:lnTo>
                    <a:pt x="139421" y="34997"/>
                  </a:lnTo>
                  <a:lnTo>
                    <a:pt x="140535" y="34457"/>
                  </a:lnTo>
                  <a:lnTo>
                    <a:pt x="142723" y="37060"/>
                  </a:lnTo>
                  <a:lnTo>
                    <a:pt x="145820" y="34953"/>
                  </a:lnTo>
                  <a:lnTo>
                    <a:pt x="148945" y="37617"/>
                  </a:lnTo>
                  <a:lnTo>
                    <a:pt x="153381" y="38747"/>
                  </a:lnTo>
                  <a:lnTo>
                    <a:pt x="157624" y="45252"/>
                  </a:lnTo>
                  <a:lnTo>
                    <a:pt x="160791" y="52257"/>
                  </a:lnTo>
                  <a:lnTo>
                    <a:pt x="172664" y="54042"/>
                  </a:lnTo>
                  <a:lnTo>
                    <a:pt x="190722" y="56699"/>
                  </a:lnTo>
                  <a:lnTo>
                    <a:pt x="224750" y="61494"/>
                  </a:lnTo>
                  <a:lnTo>
                    <a:pt x="231281" y="64317"/>
                  </a:lnTo>
                  <a:lnTo>
                    <a:pt x="235086" y="65956"/>
                  </a:lnTo>
                  <a:lnTo>
                    <a:pt x="242960" y="69336"/>
                  </a:lnTo>
                  <a:lnTo>
                    <a:pt x="247214" y="68233"/>
                  </a:lnTo>
                  <a:lnTo>
                    <a:pt x="250784" y="68867"/>
                  </a:lnTo>
                  <a:lnTo>
                    <a:pt x="251042" y="68912"/>
                  </a:lnTo>
                  <a:lnTo>
                    <a:pt x="252627" y="70839"/>
                  </a:lnTo>
                  <a:lnTo>
                    <a:pt x="255297" y="70340"/>
                  </a:lnTo>
                  <a:lnTo>
                    <a:pt x="256145" y="68044"/>
                  </a:lnTo>
                  <a:lnTo>
                    <a:pt x="260110" y="66971"/>
                  </a:lnTo>
                  <a:lnTo>
                    <a:pt x="267647" y="69532"/>
                  </a:lnTo>
                  <a:lnTo>
                    <a:pt x="269278" y="68233"/>
                  </a:lnTo>
                  <a:lnTo>
                    <a:pt x="273936" y="70418"/>
                  </a:lnTo>
                  <a:lnTo>
                    <a:pt x="277688" y="69546"/>
                  </a:lnTo>
                  <a:lnTo>
                    <a:pt x="281997" y="70318"/>
                  </a:lnTo>
                  <a:lnTo>
                    <a:pt x="286086" y="71922"/>
                  </a:lnTo>
                  <a:lnTo>
                    <a:pt x="289182" y="75600"/>
                  </a:lnTo>
                  <a:lnTo>
                    <a:pt x="286202" y="80832"/>
                  </a:lnTo>
                  <a:lnTo>
                    <a:pt x="288278" y="82553"/>
                  </a:lnTo>
                  <a:lnTo>
                    <a:pt x="291381" y="83320"/>
                  </a:lnTo>
                  <a:lnTo>
                    <a:pt x="291925" y="83455"/>
                  </a:lnTo>
                  <a:lnTo>
                    <a:pt x="294928" y="81859"/>
                  </a:lnTo>
                  <a:lnTo>
                    <a:pt x="297081" y="84326"/>
                  </a:lnTo>
                  <a:lnTo>
                    <a:pt x="302455" y="84328"/>
                  </a:lnTo>
                  <a:lnTo>
                    <a:pt x="305698" y="86686"/>
                  </a:lnTo>
                  <a:lnTo>
                    <a:pt x="307639" y="88095"/>
                  </a:lnTo>
                  <a:lnTo>
                    <a:pt x="309485" y="90446"/>
                  </a:lnTo>
                  <a:lnTo>
                    <a:pt x="307125" y="92648"/>
                  </a:lnTo>
                  <a:lnTo>
                    <a:pt x="310547" y="96037"/>
                  </a:lnTo>
                  <a:lnTo>
                    <a:pt x="310422" y="99104"/>
                  </a:lnTo>
                  <a:lnTo>
                    <a:pt x="310065" y="103623"/>
                  </a:lnTo>
                  <a:lnTo>
                    <a:pt x="310653" y="108114"/>
                  </a:lnTo>
                  <a:lnTo>
                    <a:pt x="308512" y="111014"/>
                  </a:lnTo>
                  <a:lnTo>
                    <a:pt x="308615" y="115537"/>
                  </a:lnTo>
                  <a:lnTo>
                    <a:pt x="308739" y="119080"/>
                  </a:lnTo>
                  <a:lnTo>
                    <a:pt x="312556" y="118446"/>
                  </a:lnTo>
                  <a:lnTo>
                    <a:pt x="315543" y="117862"/>
                  </a:lnTo>
                  <a:lnTo>
                    <a:pt x="317839" y="114951"/>
                  </a:lnTo>
                  <a:lnTo>
                    <a:pt x="321038" y="115797"/>
                  </a:lnTo>
                  <a:lnTo>
                    <a:pt x="321127" y="120442"/>
                  </a:lnTo>
                  <a:lnTo>
                    <a:pt x="319399" y="127032"/>
                  </a:lnTo>
                  <a:lnTo>
                    <a:pt x="318194" y="131499"/>
                  </a:lnTo>
                  <a:lnTo>
                    <a:pt x="321658" y="135102"/>
                  </a:lnTo>
                  <a:lnTo>
                    <a:pt x="325101" y="138497"/>
                  </a:lnTo>
                  <a:lnTo>
                    <a:pt x="328783" y="138914"/>
                  </a:lnTo>
                  <a:lnTo>
                    <a:pt x="327287" y="143601"/>
                  </a:lnTo>
                  <a:lnTo>
                    <a:pt x="327921" y="149575"/>
                  </a:lnTo>
                  <a:lnTo>
                    <a:pt x="323913" y="150427"/>
                  </a:lnTo>
                  <a:lnTo>
                    <a:pt x="320024" y="152043"/>
                  </a:lnTo>
                  <a:lnTo>
                    <a:pt x="317062" y="153272"/>
                  </a:lnTo>
                  <a:lnTo>
                    <a:pt x="315590" y="156131"/>
                  </a:lnTo>
                  <a:lnTo>
                    <a:pt x="316561" y="160460"/>
                  </a:lnTo>
                  <a:lnTo>
                    <a:pt x="315774" y="162020"/>
                  </a:lnTo>
                  <a:lnTo>
                    <a:pt x="313233" y="165874"/>
                  </a:lnTo>
                  <a:lnTo>
                    <a:pt x="311780" y="171658"/>
                  </a:lnTo>
                  <a:lnTo>
                    <a:pt x="309665" y="175164"/>
                  </a:lnTo>
                  <a:lnTo>
                    <a:pt x="309349" y="178989"/>
                  </a:lnTo>
                  <a:lnTo>
                    <a:pt x="309247" y="180215"/>
                  </a:lnTo>
                  <a:lnTo>
                    <a:pt x="310160" y="184941"/>
                  </a:lnTo>
                  <a:lnTo>
                    <a:pt x="308018" y="188521"/>
                  </a:lnTo>
                  <a:lnTo>
                    <a:pt x="310644" y="191093"/>
                  </a:lnTo>
                  <a:lnTo>
                    <a:pt x="314568" y="191350"/>
                  </a:lnTo>
                  <a:lnTo>
                    <a:pt x="316757" y="187072"/>
                  </a:lnTo>
                  <a:lnTo>
                    <a:pt x="318280" y="183795"/>
                  </a:lnTo>
                  <a:lnTo>
                    <a:pt x="323515" y="180258"/>
                  </a:lnTo>
                  <a:lnTo>
                    <a:pt x="324177" y="178876"/>
                  </a:lnTo>
                  <a:lnTo>
                    <a:pt x="324793" y="177589"/>
                  </a:lnTo>
                  <a:lnTo>
                    <a:pt x="325328" y="176628"/>
                  </a:lnTo>
                  <a:lnTo>
                    <a:pt x="326206" y="175051"/>
                  </a:lnTo>
                  <a:lnTo>
                    <a:pt x="325725" y="172342"/>
                  </a:lnTo>
                  <a:lnTo>
                    <a:pt x="329315" y="165195"/>
                  </a:lnTo>
                  <a:lnTo>
                    <a:pt x="332587" y="159972"/>
                  </a:lnTo>
                  <a:lnTo>
                    <a:pt x="335589" y="159004"/>
                  </a:lnTo>
                  <a:lnTo>
                    <a:pt x="336396" y="157797"/>
                  </a:lnTo>
                  <a:lnTo>
                    <a:pt x="340372" y="155706"/>
                  </a:lnTo>
                  <a:lnTo>
                    <a:pt x="342961" y="151004"/>
                  </a:lnTo>
                  <a:lnTo>
                    <a:pt x="345358" y="143585"/>
                  </a:lnTo>
                  <a:lnTo>
                    <a:pt x="348791" y="137004"/>
                  </a:lnTo>
                  <a:lnTo>
                    <a:pt x="349229" y="129290"/>
                  </a:lnTo>
                  <a:lnTo>
                    <a:pt x="352989" y="128172"/>
                  </a:lnTo>
                  <a:lnTo>
                    <a:pt x="355727" y="124462"/>
                  </a:lnTo>
                  <a:lnTo>
                    <a:pt x="355849" y="120239"/>
                  </a:lnTo>
                  <a:lnTo>
                    <a:pt x="358449" y="116627"/>
                  </a:lnTo>
                  <a:lnTo>
                    <a:pt x="360820" y="115671"/>
                  </a:lnTo>
                  <a:lnTo>
                    <a:pt x="363321" y="116027"/>
                  </a:lnTo>
                  <a:lnTo>
                    <a:pt x="364155" y="121532"/>
                  </a:lnTo>
                  <a:lnTo>
                    <a:pt x="360750" y="125682"/>
                  </a:lnTo>
                  <a:lnTo>
                    <a:pt x="361382" y="130206"/>
                  </a:lnTo>
                  <a:lnTo>
                    <a:pt x="361101" y="135208"/>
                  </a:lnTo>
                  <a:lnTo>
                    <a:pt x="357387" y="141750"/>
                  </a:lnTo>
                  <a:lnTo>
                    <a:pt x="355292" y="147827"/>
                  </a:lnTo>
                  <a:lnTo>
                    <a:pt x="355056" y="153396"/>
                  </a:lnTo>
                  <a:lnTo>
                    <a:pt x="351517" y="158654"/>
                  </a:lnTo>
                  <a:lnTo>
                    <a:pt x="349733" y="164440"/>
                  </a:lnTo>
                  <a:lnTo>
                    <a:pt x="347573" y="173306"/>
                  </a:lnTo>
                  <a:lnTo>
                    <a:pt x="346569" y="177407"/>
                  </a:lnTo>
                  <a:lnTo>
                    <a:pt x="344390" y="181744"/>
                  </a:lnTo>
                  <a:lnTo>
                    <a:pt x="342896" y="193146"/>
                  </a:lnTo>
                  <a:lnTo>
                    <a:pt x="341921" y="205140"/>
                  </a:lnTo>
                  <a:lnTo>
                    <a:pt x="341875" y="205692"/>
                  </a:lnTo>
                  <a:lnTo>
                    <a:pt x="344154" y="210800"/>
                  </a:lnTo>
                  <a:lnTo>
                    <a:pt x="345696" y="214930"/>
                  </a:lnTo>
                  <a:lnTo>
                    <a:pt x="344364" y="219682"/>
                  </a:lnTo>
                  <a:lnTo>
                    <a:pt x="340960" y="222698"/>
                  </a:lnTo>
                  <a:lnTo>
                    <a:pt x="338251" y="227542"/>
                  </a:lnTo>
                  <a:lnTo>
                    <a:pt x="337057" y="238032"/>
                  </a:lnTo>
                  <a:lnTo>
                    <a:pt x="336176" y="244719"/>
                  </a:lnTo>
                  <a:lnTo>
                    <a:pt x="335955" y="246395"/>
                  </a:lnTo>
                  <a:lnTo>
                    <a:pt x="337378" y="251801"/>
                  </a:lnTo>
                  <a:lnTo>
                    <a:pt x="339572" y="255296"/>
                  </a:lnTo>
                  <a:lnTo>
                    <a:pt x="339657" y="259234"/>
                  </a:lnTo>
                  <a:lnTo>
                    <a:pt x="340346" y="262981"/>
                  </a:lnTo>
                  <a:lnTo>
                    <a:pt x="336610" y="273900"/>
                  </a:lnTo>
                  <a:lnTo>
                    <a:pt x="336814" y="275650"/>
                  </a:lnTo>
                  <a:lnTo>
                    <a:pt x="337324" y="280035"/>
                  </a:lnTo>
                  <a:lnTo>
                    <a:pt x="335260" y="286753"/>
                  </a:lnTo>
                  <a:lnTo>
                    <a:pt x="333678" y="297031"/>
                  </a:lnTo>
                  <a:lnTo>
                    <a:pt x="334644" y="306704"/>
                  </a:lnTo>
                  <a:lnTo>
                    <a:pt x="334688" y="307139"/>
                  </a:lnTo>
                  <a:lnTo>
                    <a:pt x="335286" y="312932"/>
                  </a:lnTo>
                  <a:lnTo>
                    <a:pt x="337983" y="317989"/>
                  </a:lnTo>
                  <a:lnTo>
                    <a:pt x="336985" y="322455"/>
                  </a:lnTo>
                  <a:lnTo>
                    <a:pt x="338783" y="324867"/>
                  </a:lnTo>
                  <a:lnTo>
                    <a:pt x="341256" y="328181"/>
                  </a:lnTo>
                  <a:lnTo>
                    <a:pt x="342866" y="335702"/>
                  </a:lnTo>
                  <a:lnTo>
                    <a:pt x="343919" y="336826"/>
                  </a:lnTo>
                  <a:lnTo>
                    <a:pt x="348107" y="341290"/>
                  </a:lnTo>
                  <a:lnTo>
                    <a:pt x="348016" y="348772"/>
                  </a:lnTo>
                  <a:lnTo>
                    <a:pt x="347355" y="351760"/>
                  </a:lnTo>
                  <a:lnTo>
                    <a:pt x="346860" y="353992"/>
                  </a:lnTo>
                  <a:lnTo>
                    <a:pt x="347775" y="359609"/>
                  </a:lnTo>
                  <a:lnTo>
                    <a:pt x="349701" y="367073"/>
                  </a:lnTo>
                  <a:lnTo>
                    <a:pt x="324224" y="370509"/>
                  </a:lnTo>
                  <a:lnTo>
                    <a:pt x="323104" y="370657"/>
                  </a:lnTo>
                  <a:lnTo>
                    <a:pt x="317508" y="371496"/>
                  </a:lnTo>
                  <a:lnTo>
                    <a:pt x="306865" y="373074"/>
                  </a:lnTo>
                  <a:lnTo>
                    <a:pt x="304615" y="373405"/>
                  </a:lnTo>
                  <a:lnTo>
                    <a:pt x="291831" y="375317"/>
                  </a:lnTo>
                  <a:lnTo>
                    <a:pt x="287408" y="375882"/>
                  </a:lnTo>
                  <a:lnTo>
                    <a:pt x="276931" y="377206"/>
                  </a:lnTo>
                  <a:lnTo>
                    <a:pt x="270373" y="378024"/>
                  </a:lnTo>
                  <a:lnTo>
                    <a:pt x="268802" y="378210"/>
                  </a:lnTo>
                  <a:lnTo>
                    <a:pt x="249694" y="380441"/>
                  </a:lnTo>
                  <a:lnTo>
                    <a:pt x="247413" y="380703"/>
                  </a:lnTo>
                  <a:lnTo>
                    <a:pt x="241532" y="381372"/>
                  </a:lnTo>
                  <a:lnTo>
                    <a:pt x="219467" y="383879"/>
                  </a:lnTo>
                  <a:lnTo>
                    <a:pt x="213770" y="384511"/>
                  </a:lnTo>
                  <a:lnTo>
                    <a:pt x="194758" y="386658"/>
                  </a:lnTo>
                  <a:lnTo>
                    <a:pt x="181753" y="388258"/>
                  </a:lnTo>
                  <a:lnTo>
                    <a:pt x="181072" y="388341"/>
                  </a:lnTo>
                  <a:lnTo>
                    <a:pt x="167873" y="389758"/>
                  </a:lnTo>
                  <a:lnTo>
                    <a:pt x="165294" y="384039"/>
                  </a:lnTo>
                  <a:lnTo>
                    <a:pt x="163009" y="379899"/>
                  </a:lnTo>
                  <a:lnTo>
                    <a:pt x="160085" y="378545"/>
                  </a:lnTo>
                  <a:lnTo>
                    <a:pt x="152942" y="377653"/>
                  </a:lnTo>
                  <a:lnTo>
                    <a:pt x="150008" y="377144"/>
                  </a:lnTo>
                  <a:lnTo>
                    <a:pt x="147066" y="376632"/>
                  </a:lnTo>
                  <a:lnTo>
                    <a:pt x="141893" y="374053"/>
                  </a:lnTo>
                  <a:lnTo>
                    <a:pt x="137952" y="369551"/>
                  </a:lnTo>
                  <a:lnTo>
                    <a:pt x="135328" y="361992"/>
                  </a:lnTo>
                  <a:lnTo>
                    <a:pt x="132464" y="358832"/>
                  </a:lnTo>
                  <a:lnTo>
                    <a:pt x="130678" y="352673"/>
                  </a:lnTo>
                  <a:lnTo>
                    <a:pt x="130342" y="351677"/>
                  </a:lnTo>
                  <a:lnTo>
                    <a:pt x="128874" y="347316"/>
                  </a:lnTo>
                  <a:lnTo>
                    <a:pt x="128472" y="343693"/>
                  </a:lnTo>
                  <a:lnTo>
                    <a:pt x="127946" y="338950"/>
                  </a:lnTo>
                  <a:lnTo>
                    <a:pt x="130182" y="335199"/>
                  </a:lnTo>
                  <a:lnTo>
                    <a:pt x="132699" y="330733"/>
                  </a:lnTo>
                  <a:lnTo>
                    <a:pt x="134269" y="327729"/>
                  </a:lnTo>
                  <a:lnTo>
                    <a:pt x="130584" y="322867"/>
                  </a:lnTo>
                  <a:lnTo>
                    <a:pt x="127376" y="321349"/>
                  </a:lnTo>
                  <a:lnTo>
                    <a:pt x="123690" y="318323"/>
                  </a:lnTo>
                  <a:lnTo>
                    <a:pt x="123920" y="315706"/>
                  </a:lnTo>
                  <a:lnTo>
                    <a:pt x="123056" y="314352"/>
                  </a:lnTo>
                  <a:lnTo>
                    <a:pt x="121398" y="311751"/>
                  </a:lnTo>
                  <a:lnTo>
                    <a:pt x="121857" y="307325"/>
                  </a:lnTo>
                  <a:lnTo>
                    <a:pt x="120307" y="301819"/>
                  </a:lnTo>
                  <a:lnTo>
                    <a:pt x="118710" y="298858"/>
                  </a:lnTo>
                  <a:lnTo>
                    <a:pt x="116816" y="293215"/>
                  </a:lnTo>
                  <a:lnTo>
                    <a:pt x="117290" y="287955"/>
                  </a:lnTo>
                  <a:lnTo>
                    <a:pt x="117669" y="283733"/>
                  </a:lnTo>
                  <a:lnTo>
                    <a:pt x="114239" y="277571"/>
                  </a:lnTo>
                  <a:lnTo>
                    <a:pt x="113976" y="277100"/>
                  </a:lnTo>
                  <a:lnTo>
                    <a:pt x="109216" y="271919"/>
                  </a:lnTo>
                  <a:lnTo>
                    <a:pt x="104458" y="266509"/>
                  </a:lnTo>
                  <a:lnTo>
                    <a:pt x="103239" y="265120"/>
                  </a:lnTo>
                  <a:lnTo>
                    <a:pt x="95607" y="263919"/>
                  </a:lnTo>
                  <a:lnTo>
                    <a:pt x="94702" y="263776"/>
                  </a:lnTo>
                  <a:lnTo>
                    <a:pt x="89703" y="261013"/>
                  </a:lnTo>
                  <a:lnTo>
                    <a:pt x="84676" y="255820"/>
                  </a:lnTo>
                  <a:lnTo>
                    <a:pt x="78231" y="253357"/>
                  </a:lnTo>
                  <a:lnTo>
                    <a:pt x="75621" y="250712"/>
                  </a:lnTo>
                  <a:lnTo>
                    <a:pt x="72943" y="247994"/>
                  </a:lnTo>
                  <a:lnTo>
                    <a:pt x="70725" y="240548"/>
                  </a:lnTo>
                  <a:lnTo>
                    <a:pt x="67392" y="237000"/>
                  </a:lnTo>
                  <a:lnTo>
                    <a:pt x="59503" y="234032"/>
                  </a:lnTo>
                  <a:lnTo>
                    <a:pt x="57772" y="233379"/>
                  </a:lnTo>
                  <a:lnTo>
                    <a:pt x="49957" y="231361"/>
                  </a:lnTo>
                  <a:lnTo>
                    <a:pt x="49082" y="230668"/>
                  </a:lnTo>
                  <a:lnTo>
                    <a:pt x="45986" y="228214"/>
                  </a:lnTo>
                  <a:lnTo>
                    <a:pt x="44119" y="223762"/>
                  </a:lnTo>
                  <a:lnTo>
                    <a:pt x="43931" y="223669"/>
                  </a:lnTo>
                  <a:lnTo>
                    <a:pt x="41001" y="222215"/>
                  </a:lnTo>
                  <a:lnTo>
                    <a:pt x="38662" y="222492"/>
                  </a:lnTo>
                  <a:lnTo>
                    <a:pt x="29193" y="221664"/>
                  </a:lnTo>
                  <a:lnTo>
                    <a:pt x="24647" y="218985"/>
                  </a:lnTo>
                  <a:lnTo>
                    <a:pt x="19177" y="212739"/>
                  </a:lnTo>
                  <a:lnTo>
                    <a:pt x="16800" y="210709"/>
                  </a:lnTo>
                  <a:lnTo>
                    <a:pt x="12696" y="207198"/>
                  </a:lnTo>
                  <a:lnTo>
                    <a:pt x="11823" y="206450"/>
                  </a:lnTo>
                  <a:lnTo>
                    <a:pt x="13425" y="198734"/>
                  </a:lnTo>
                  <a:lnTo>
                    <a:pt x="13461" y="198061"/>
                  </a:lnTo>
                  <a:lnTo>
                    <a:pt x="13841" y="191019"/>
                  </a:lnTo>
                  <a:lnTo>
                    <a:pt x="12524" y="184014"/>
                  </a:lnTo>
                  <a:lnTo>
                    <a:pt x="9663" y="180490"/>
                  </a:lnTo>
                  <a:lnTo>
                    <a:pt x="10396" y="179530"/>
                  </a:lnTo>
                  <a:lnTo>
                    <a:pt x="13128" y="175953"/>
                  </a:lnTo>
                  <a:lnTo>
                    <a:pt x="10863" y="168962"/>
                  </a:lnTo>
                  <a:lnTo>
                    <a:pt x="10797" y="167655"/>
                  </a:lnTo>
                  <a:lnTo>
                    <a:pt x="10469" y="161088"/>
                  </a:lnTo>
                  <a:lnTo>
                    <a:pt x="11216" y="160042"/>
                  </a:lnTo>
                  <a:lnTo>
                    <a:pt x="13919" y="156248"/>
                  </a:lnTo>
                  <a:lnTo>
                    <a:pt x="15924" y="150810"/>
                  </a:lnTo>
                  <a:lnTo>
                    <a:pt x="16306" y="147087"/>
                  </a:lnTo>
                  <a:lnTo>
                    <a:pt x="13585" y="144311"/>
                  </a:lnTo>
                  <a:lnTo>
                    <a:pt x="10643" y="139877"/>
                  </a:lnTo>
                  <a:lnTo>
                    <a:pt x="8628" y="137254"/>
                  </a:lnTo>
                  <a:lnTo>
                    <a:pt x="5864" y="137031"/>
                  </a:lnTo>
                  <a:lnTo>
                    <a:pt x="922" y="136541"/>
                  </a:lnTo>
                  <a:lnTo>
                    <a:pt x="0" y="130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908535" y="3348214"/>
              <a:ext cx="303456" cy="313420"/>
            </a:xfrm>
            <a:custGeom>
              <a:avLst/>
              <a:pathLst>
                <a:path w="303456" h="313420">
                  <a:moveTo>
                    <a:pt x="3427" y="240984"/>
                  </a:moveTo>
                  <a:lnTo>
                    <a:pt x="3703" y="237374"/>
                  </a:lnTo>
                  <a:lnTo>
                    <a:pt x="3759" y="236636"/>
                  </a:lnTo>
                  <a:lnTo>
                    <a:pt x="3274" y="230700"/>
                  </a:lnTo>
                  <a:lnTo>
                    <a:pt x="1027" y="228562"/>
                  </a:lnTo>
                  <a:lnTo>
                    <a:pt x="0" y="221870"/>
                  </a:lnTo>
                  <a:lnTo>
                    <a:pt x="2507" y="222903"/>
                  </a:lnTo>
                  <a:lnTo>
                    <a:pt x="5788" y="221273"/>
                  </a:lnTo>
                  <a:lnTo>
                    <a:pt x="9714" y="219318"/>
                  </a:lnTo>
                  <a:lnTo>
                    <a:pt x="13945" y="217702"/>
                  </a:lnTo>
                  <a:lnTo>
                    <a:pt x="17554" y="215616"/>
                  </a:lnTo>
                  <a:lnTo>
                    <a:pt x="18055" y="211274"/>
                  </a:lnTo>
                  <a:lnTo>
                    <a:pt x="17670" y="205601"/>
                  </a:lnTo>
                  <a:lnTo>
                    <a:pt x="18071" y="203752"/>
                  </a:lnTo>
                  <a:lnTo>
                    <a:pt x="18354" y="202446"/>
                  </a:lnTo>
                  <a:lnTo>
                    <a:pt x="22075" y="201813"/>
                  </a:lnTo>
                  <a:lnTo>
                    <a:pt x="24698" y="199726"/>
                  </a:lnTo>
                  <a:lnTo>
                    <a:pt x="23107" y="195475"/>
                  </a:lnTo>
                  <a:lnTo>
                    <a:pt x="20271" y="187022"/>
                  </a:lnTo>
                  <a:lnTo>
                    <a:pt x="19012" y="183490"/>
                  </a:lnTo>
                  <a:lnTo>
                    <a:pt x="21794" y="180902"/>
                  </a:lnTo>
                  <a:lnTo>
                    <a:pt x="22142" y="173536"/>
                  </a:lnTo>
                  <a:lnTo>
                    <a:pt x="23542" y="168247"/>
                  </a:lnTo>
                  <a:lnTo>
                    <a:pt x="23923" y="166802"/>
                  </a:lnTo>
                  <a:lnTo>
                    <a:pt x="26323" y="162497"/>
                  </a:lnTo>
                  <a:lnTo>
                    <a:pt x="28397" y="160982"/>
                  </a:lnTo>
                  <a:lnTo>
                    <a:pt x="33363" y="163147"/>
                  </a:lnTo>
                  <a:lnTo>
                    <a:pt x="37376" y="167993"/>
                  </a:lnTo>
                  <a:lnTo>
                    <a:pt x="41793" y="165535"/>
                  </a:lnTo>
                  <a:lnTo>
                    <a:pt x="44581" y="161767"/>
                  </a:lnTo>
                  <a:lnTo>
                    <a:pt x="42342" y="156895"/>
                  </a:lnTo>
                  <a:lnTo>
                    <a:pt x="40592" y="153355"/>
                  </a:lnTo>
                  <a:lnTo>
                    <a:pt x="44033" y="150772"/>
                  </a:lnTo>
                  <a:lnTo>
                    <a:pt x="44469" y="150444"/>
                  </a:lnTo>
                  <a:lnTo>
                    <a:pt x="42502" y="144172"/>
                  </a:lnTo>
                  <a:lnTo>
                    <a:pt x="42405" y="143865"/>
                  </a:lnTo>
                  <a:lnTo>
                    <a:pt x="43991" y="141136"/>
                  </a:lnTo>
                  <a:lnTo>
                    <a:pt x="44489" y="140278"/>
                  </a:lnTo>
                  <a:lnTo>
                    <a:pt x="45689" y="135087"/>
                  </a:lnTo>
                  <a:lnTo>
                    <a:pt x="49903" y="133988"/>
                  </a:lnTo>
                  <a:lnTo>
                    <a:pt x="53091" y="133186"/>
                  </a:lnTo>
                  <a:lnTo>
                    <a:pt x="52456" y="128403"/>
                  </a:lnTo>
                  <a:lnTo>
                    <a:pt x="55386" y="123899"/>
                  </a:lnTo>
                  <a:lnTo>
                    <a:pt x="57811" y="120090"/>
                  </a:lnTo>
                  <a:lnTo>
                    <a:pt x="60935" y="120695"/>
                  </a:lnTo>
                  <a:lnTo>
                    <a:pt x="62973" y="124101"/>
                  </a:lnTo>
                  <a:lnTo>
                    <a:pt x="64567" y="124005"/>
                  </a:lnTo>
                  <a:lnTo>
                    <a:pt x="66121" y="123911"/>
                  </a:lnTo>
                  <a:lnTo>
                    <a:pt x="71764" y="118609"/>
                  </a:lnTo>
                  <a:lnTo>
                    <a:pt x="75144" y="114140"/>
                  </a:lnTo>
                  <a:lnTo>
                    <a:pt x="78558" y="111657"/>
                  </a:lnTo>
                  <a:lnTo>
                    <a:pt x="78877" y="110830"/>
                  </a:lnTo>
                  <a:lnTo>
                    <a:pt x="80865" y="105666"/>
                  </a:lnTo>
                  <a:lnTo>
                    <a:pt x="82854" y="102630"/>
                  </a:lnTo>
                  <a:lnTo>
                    <a:pt x="87665" y="95265"/>
                  </a:lnTo>
                  <a:lnTo>
                    <a:pt x="91706" y="89255"/>
                  </a:lnTo>
                  <a:lnTo>
                    <a:pt x="93102" y="84480"/>
                  </a:lnTo>
                  <a:lnTo>
                    <a:pt x="92584" y="83932"/>
                  </a:lnTo>
                  <a:lnTo>
                    <a:pt x="89490" y="80658"/>
                  </a:lnTo>
                  <a:lnTo>
                    <a:pt x="91698" y="76734"/>
                  </a:lnTo>
                  <a:lnTo>
                    <a:pt x="90857" y="72764"/>
                  </a:lnTo>
                  <a:lnTo>
                    <a:pt x="90856" y="72505"/>
                  </a:lnTo>
                  <a:lnTo>
                    <a:pt x="90836" y="66287"/>
                  </a:lnTo>
                  <a:lnTo>
                    <a:pt x="92757" y="62976"/>
                  </a:lnTo>
                  <a:lnTo>
                    <a:pt x="93941" y="60832"/>
                  </a:lnTo>
                  <a:lnTo>
                    <a:pt x="92843" y="55381"/>
                  </a:lnTo>
                  <a:lnTo>
                    <a:pt x="92038" y="51390"/>
                  </a:lnTo>
                  <a:lnTo>
                    <a:pt x="92645" y="44766"/>
                  </a:lnTo>
                  <a:lnTo>
                    <a:pt x="92759" y="44236"/>
                  </a:lnTo>
                  <a:lnTo>
                    <a:pt x="93368" y="41382"/>
                  </a:lnTo>
                  <a:lnTo>
                    <a:pt x="94674" y="35246"/>
                  </a:lnTo>
                  <a:lnTo>
                    <a:pt x="96101" y="30134"/>
                  </a:lnTo>
                  <a:lnTo>
                    <a:pt x="92888" y="23515"/>
                  </a:lnTo>
                  <a:lnTo>
                    <a:pt x="92971" y="22616"/>
                  </a:lnTo>
                  <a:lnTo>
                    <a:pt x="93410" y="17842"/>
                  </a:lnTo>
                  <a:lnTo>
                    <a:pt x="90846" y="11770"/>
                  </a:lnTo>
                  <a:lnTo>
                    <a:pt x="86685" y="7155"/>
                  </a:lnTo>
                  <a:lnTo>
                    <a:pt x="88572" y="3306"/>
                  </a:lnTo>
                  <a:lnTo>
                    <a:pt x="91457" y="3008"/>
                  </a:lnTo>
                  <a:lnTo>
                    <a:pt x="95150" y="0"/>
                  </a:lnTo>
                  <a:lnTo>
                    <a:pt x="98337" y="13864"/>
                  </a:lnTo>
                  <a:lnTo>
                    <a:pt x="99869" y="20539"/>
                  </a:lnTo>
                  <a:lnTo>
                    <a:pt x="101002" y="25481"/>
                  </a:lnTo>
                  <a:lnTo>
                    <a:pt x="104586" y="41149"/>
                  </a:lnTo>
                  <a:lnTo>
                    <a:pt x="107395" y="53454"/>
                  </a:lnTo>
                  <a:lnTo>
                    <a:pt x="108455" y="58111"/>
                  </a:lnTo>
                  <a:lnTo>
                    <a:pt x="113151" y="78797"/>
                  </a:lnTo>
                  <a:lnTo>
                    <a:pt x="119535" y="77265"/>
                  </a:lnTo>
                  <a:lnTo>
                    <a:pt x="142012" y="71724"/>
                  </a:lnTo>
                  <a:lnTo>
                    <a:pt x="152416" y="69158"/>
                  </a:lnTo>
                  <a:lnTo>
                    <a:pt x="162314" y="66695"/>
                  </a:lnTo>
                  <a:lnTo>
                    <a:pt x="180949" y="61930"/>
                  </a:lnTo>
                  <a:lnTo>
                    <a:pt x="184465" y="78259"/>
                  </a:lnTo>
                  <a:lnTo>
                    <a:pt x="188170" y="94357"/>
                  </a:lnTo>
                  <a:lnTo>
                    <a:pt x="190831" y="106258"/>
                  </a:lnTo>
                  <a:lnTo>
                    <a:pt x="194461" y="103309"/>
                  </a:lnTo>
                  <a:lnTo>
                    <a:pt x="198055" y="97850"/>
                  </a:lnTo>
                  <a:lnTo>
                    <a:pt x="201975" y="93963"/>
                  </a:lnTo>
                  <a:lnTo>
                    <a:pt x="203024" y="92181"/>
                  </a:lnTo>
                  <a:lnTo>
                    <a:pt x="207728" y="84165"/>
                  </a:lnTo>
                  <a:lnTo>
                    <a:pt x="211131" y="76765"/>
                  </a:lnTo>
                  <a:lnTo>
                    <a:pt x="212676" y="76325"/>
                  </a:lnTo>
                  <a:lnTo>
                    <a:pt x="214734" y="75737"/>
                  </a:lnTo>
                  <a:lnTo>
                    <a:pt x="220556" y="77225"/>
                  </a:lnTo>
                  <a:lnTo>
                    <a:pt x="220648" y="73614"/>
                  </a:lnTo>
                  <a:lnTo>
                    <a:pt x="225029" y="65673"/>
                  </a:lnTo>
                  <a:lnTo>
                    <a:pt x="228422" y="57081"/>
                  </a:lnTo>
                  <a:lnTo>
                    <a:pt x="231111" y="58984"/>
                  </a:lnTo>
                  <a:lnTo>
                    <a:pt x="234327" y="63041"/>
                  </a:lnTo>
                  <a:lnTo>
                    <a:pt x="237948" y="63122"/>
                  </a:lnTo>
                  <a:lnTo>
                    <a:pt x="242426" y="63220"/>
                  </a:lnTo>
                  <a:lnTo>
                    <a:pt x="250446" y="61428"/>
                  </a:lnTo>
                  <a:lnTo>
                    <a:pt x="250925" y="61320"/>
                  </a:lnTo>
                  <a:lnTo>
                    <a:pt x="251593" y="57712"/>
                  </a:lnTo>
                  <a:lnTo>
                    <a:pt x="253901" y="51723"/>
                  </a:lnTo>
                  <a:lnTo>
                    <a:pt x="257011" y="50306"/>
                  </a:lnTo>
                  <a:lnTo>
                    <a:pt x="258235" y="49747"/>
                  </a:lnTo>
                  <a:lnTo>
                    <a:pt x="263316" y="45815"/>
                  </a:lnTo>
                  <a:lnTo>
                    <a:pt x="272273" y="42238"/>
                  </a:lnTo>
                  <a:lnTo>
                    <a:pt x="276910" y="45583"/>
                  </a:lnTo>
                  <a:lnTo>
                    <a:pt x="278685" y="46862"/>
                  </a:lnTo>
                  <a:lnTo>
                    <a:pt x="283763" y="44882"/>
                  </a:lnTo>
                  <a:lnTo>
                    <a:pt x="290425" y="44896"/>
                  </a:lnTo>
                  <a:lnTo>
                    <a:pt x="292175" y="50030"/>
                  </a:lnTo>
                  <a:lnTo>
                    <a:pt x="293561" y="51950"/>
                  </a:lnTo>
                  <a:lnTo>
                    <a:pt x="294940" y="53857"/>
                  </a:lnTo>
                  <a:lnTo>
                    <a:pt x="300346" y="59130"/>
                  </a:lnTo>
                  <a:lnTo>
                    <a:pt x="301037" y="63377"/>
                  </a:lnTo>
                  <a:lnTo>
                    <a:pt x="303456" y="65624"/>
                  </a:lnTo>
                  <a:lnTo>
                    <a:pt x="301694" y="74542"/>
                  </a:lnTo>
                  <a:lnTo>
                    <a:pt x="301017" y="80292"/>
                  </a:lnTo>
                  <a:lnTo>
                    <a:pt x="300566" y="83726"/>
                  </a:lnTo>
                  <a:lnTo>
                    <a:pt x="284349" y="76109"/>
                  </a:lnTo>
                  <a:lnTo>
                    <a:pt x="272172" y="70359"/>
                  </a:lnTo>
                  <a:lnTo>
                    <a:pt x="268883" y="68818"/>
                  </a:lnTo>
                  <a:lnTo>
                    <a:pt x="259600" y="64455"/>
                  </a:lnTo>
                  <a:lnTo>
                    <a:pt x="261474" y="69141"/>
                  </a:lnTo>
                  <a:lnTo>
                    <a:pt x="262458" y="73961"/>
                  </a:lnTo>
                  <a:lnTo>
                    <a:pt x="260123" y="81603"/>
                  </a:lnTo>
                  <a:lnTo>
                    <a:pt x="260749" y="84973"/>
                  </a:lnTo>
                  <a:lnTo>
                    <a:pt x="260294" y="89734"/>
                  </a:lnTo>
                  <a:lnTo>
                    <a:pt x="261873" y="91938"/>
                  </a:lnTo>
                  <a:lnTo>
                    <a:pt x="257223" y="99561"/>
                  </a:lnTo>
                  <a:lnTo>
                    <a:pt x="256411" y="103052"/>
                  </a:lnTo>
                  <a:lnTo>
                    <a:pt x="255418" y="107312"/>
                  </a:lnTo>
                  <a:lnTo>
                    <a:pt x="252138" y="110597"/>
                  </a:lnTo>
                  <a:lnTo>
                    <a:pt x="249336" y="116521"/>
                  </a:lnTo>
                  <a:lnTo>
                    <a:pt x="244040" y="120853"/>
                  </a:lnTo>
                  <a:lnTo>
                    <a:pt x="242185" y="127064"/>
                  </a:lnTo>
                  <a:lnTo>
                    <a:pt x="240448" y="133718"/>
                  </a:lnTo>
                  <a:lnTo>
                    <a:pt x="230325" y="129351"/>
                  </a:lnTo>
                  <a:lnTo>
                    <a:pt x="229607" y="133314"/>
                  </a:lnTo>
                  <a:lnTo>
                    <a:pt x="228130" y="137087"/>
                  </a:lnTo>
                  <a:lnTo>
                    <a:pt x="227578" y="143723"/>
                  </a:lnTo>
                  <a:lnTo>
                    <a:pt x="227886" y="146428"/>
                  </a:lnTo>
                  <a:lnTo>
                    <a:pt x="224932" y="152019"/>
                  </a:lnTo>
                  <a:lnTo>
                    <a:pt x="223440" y="159566"/>
                  </a:lnTo>
                  <a:lnTo>
                    <a:pt x="222643" y="164146"/>
                  </a:lnTo>
                  <a:lnTo>
                    <a:pt x="222549" y="164689"/>
                  </a:lnTo>
                  <a:lnTo>
                    <a:pt x="219352" y="170751"/>
                  </a:lnTo>
                  <a:lnTo>
                    <a:pt x="218416" y="170808"/>
                  </a:lnTo>
                  <a:lnTo>
                    <a:pt x="214335" y="171055"/>
                  </a:lnTo>
                  <a:lnTo>
                    <a:pt x="206696" y="170280"/>
                  </a:lnTo>
                  <a:lnTo>
                    <a:pt x="200402" y="163158"/>
                  </a:lnTo>
                  <a:lnTo>
                    <a:pt x="192598" y="161654"/>
                  </a:lnTo>
                  <a:lnTo>
                    <a:pt x="192888" y="168905"/>
                  </a:lnTo>
                  <a:lnTo>
                    <a:pt x="192378" y="173314"/>
                  </a:lnTo>
                  <a:lnTo>
                    <a:pt x="193117" y="176062"/>
                  </a:lnTo>
                  <a:lnTo>
                    <a:pt x="191630" y="183219"/>
                  </a:lnTo>
                  <a:lnTo>
                    <a:pt x="187871" y="188047"/>
                  </a:lnTo>
                  <a:lnTo>
                    <a:pt x="189775" y="191258"/>
                  </a:lnTo>
                  <a:lnTo>
                    <a:pt x="189265" y="191932"/>
                  </a:lnTo>
                  <a:lnTo>
                    <a:pt x="186396" y="195729"/>
                  </a:lnTo>
                  <a:lnTo>
                    <a:pt x="182983" y="201019"/>
                  </a:lnTo>
                  <a:lnTo>
                    <a:pt x="182898" y="207640"/>
                  </a:lnTo>
                  <a:lnTo>
                    <a:pt x="182306" y="212142"/>
                  </a:lnTo>
                  <a:lnTo>
                    <a:pt x="182067" y="213949"/>
                  </a:lnTo>
                  <a:lnTo>
                    <a:pt x="179224" y="221579"/>
                  </a:lnTo>
                  <a:lnTo>
                    <a:pt x="178230" y="223279"/>
                  </a:lnTo>
                  <a:lnTo>
                    <a:pt x="174356" y="229884"/>
                  </a:lnTo>
                  <a:lnTo>
                    <a:pt x="171027" y="236316"/>
                  </a:lnTo>
                  <a:lnTo>
                    <a:pt x="170608" y="240423"/>
                  </a:lnTo>
                  <a:lnTo>
                    <a:pt x="169166" y="246452"/>
                  </a:lnTo>
                  <a:lnTo>
                    <a:pt x="167689" y="249933"/>
                  </a:lnTo>
                  <a:lnTo>
                    <a:pt x="167586" y="250175"/>
                  </a:lnTo>
                  <a:lnTo>
                    <a:pt x="173370" y="254250"/>
                  </a:lnTo>
                  <a:lnTo>
                    <a:pt x="170127" y="258454"/>
                  </a:lnTo>
                  <a:lnTo>
                    <a:pt x="170446" y="262810"/>
                  </a:lnTo>
                  <a:lnTo>
                    <a:pt x="164578" y="270946"/>
                  </a:lnTo>
                  <a:lnTo>
                    <a:pt x="160891" y="275106"/>
                  </a:lnTo>
                  <a:lnTo>
                    <a:pt x="160516" y="274936"/>
                  </a:lnTo>
                  <a:lnTo>
                    <a:pt x="154583" y="272228"/>
                  </a:lnTo>
                  <a:lnTo>
                    <a:pt x="147624" y="279358"/>
                  </a:lnTo>
                  <a:lnTo>
                    <a:pt x="141313" y="284636"/>
                  </a:lnTo>
                  <a:lnTo>
                    <a:pt x="135868" y="281223"/>
                  </a:lnTo>
                  <a:lnTo>
                    <a:pt x="134466" y="281856"/>
                  </a:lnTo>
                  <a:lnTo>
                    <a:pt x="134014" y="282060"/>
                  </a:lnTo>
                  <a:lnTo>
                    <a:pt x="133459" y="285442"/>
                  </a:lnTo>
                  <a:lnTo>
                    <a:pt x="137595" y="288905"/>
                  </a:lnTo>
                  <a:lnTo>
                    <a:pt x="132464" y="292700"/>
                  </a:lnTo>
                  <a:lnTo>
                    <a:pt x="128397" y="294130"/>
                  </a:lnTo>
                  <a:lnTo>
                    <a:pt x="127396" y="294482"/>
                  </a:lnTo>
                  <a:lnTo>
                    <a:pt x="119895" y="298127"/>
                  </a:lnTo>
                  <a:lnTo>
                    <a:pt x="113071" y="303640"/>
                  </a:lnTo>
                  <a:lnTo>
                    <a:pt x="101932" y="296923"/>
                  </a:lnTo>
                  <a:lnTo>
                    <a:pt x="98677" y="303677"/>
                  </a:lnTo>
                  <a:lnTo>
                    <a:pt x="95274" y="306290"/>
                  </a:lnTo>
                  <a:lnTo>
                    <a:pt x="92403" y="309392"/>
                  </a:lnTo>
                  <a:lnTo>
                    <a:pt x="90832" y="311256"/>
                  </a:lnTo>
                  <a:lnTo>
                    <a:pt x="82901" y="313420"/>
                  </a:lnTo>
                  <a:lnTo>
                    <a:pt x="78144" y="311151"/>
                  </a:lnTo>
                  <a:lnTo>
                    <a:pt x="77754" y="310965"/>
                  </a:lnTo>
                  <a:lnTo>
                    <a:pt x="75099" y="308648"/>
                  </a:lnTo>
                  <a:lnTo>
                    <a:pt x="69815" y="308890"/>
                  </a:lnTo>
                  <a:lnTo>
                    <a:pt x="65872" y="305558"/>
                  </a:lnTo>
                  <a:lnTo>
                    <a:pt x="62321" y="301192"/>
                  </a:lnTo>
                  <a:lnTo>
                    <a:pt x="61556" y="298597"/>
                  </a:lnTo>
                  <a:lnTo>
                    <a:pt x="57709" y="296352"/>
                  </a:lnTo>
                  <a:lnTo>
                    <a:pt x="60260" y="290600"/>
                  </a:lnTo>
                  <a:lnTo>
                    <a:pt x="57371" y="288913"/>
                  </a:lnTo>
                  <a:lnTo>
                    <a:pt x="50754" y="289767"/>
                  </a:lnTo>
                  <a:lnTo>
                    <a:pt x="44657" y="286547"/>
                  </a:lnTo>
                  <a:lnTo>
                    <a:pt x="37939" y="282803"/>
                  </a:lnTo>
                  <a:lnTo>
                    <a:pt x="32639" y="280980"/>
                  </a:lnTo>
                  <a:lnTo>
                    <a:pt x="29951" y="276186"/>
                  </a:lnTo>
                  <a:lnTo>
                    <a:pt x="29220" y="274881"/>
                  </a:lnTo>
                  <a:lnTo>
                    <a:pt x="25665" y="272097"/>
                  </a:lnTo>
                  <a:lnTo>
                    <a:pt x="23034" y="268952"/>
                  </a:lnTo>
                  <a:lnTo>
                    <a:pt x="21168" y="266718"/>
                  </a:lnTo>
                  <a:lnTo>
                    <a:pt x="15763" y="263871"/>
                  </a:lnTo>
                  <a:lnTo>
                    <a:pt x="15942" y="261893"/>
                  </a:lnTo>
                  <a:lnTo>
                    <a:pt x="16258" y="258382"/>
                  </a:lnTo>
                  <a:lnTo>
                    <a:pt x="9104" y="252168"/>
                  </a:lnTo>
                  <a:lnTo>
                    <a:pt x="2720" y="2470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179540" y="2964697"/>
              <a:ext cx="476896" cy="390366"/>
            </a:xfrm>
            <a:custGeom>
              <a:avLst/>
              <a:pathLst>
                <a:path w="476896" h="390366">
                  <a:moveTo>
                    <a:pt x="44262" y="11611"/>
                  </a:moveTo>
                  <a:lnTo>
                    <a:pt x="46640" y="0"/>
                  </a:lnTo>
                  <a:lnTo>
                    <a:pt x="62537" y="2020"/>
                  </a:lnTo>
                  <a:lnTo>
                    <a:pt x="67299" y="3599"/>
                  </a:lnTo>
                  <a:lnTo>
                    <a:pt x="90722" y="6061"/>
                  </a:lnTo>
                  <a:lnTo>
                    <a:pt x="110970" y="8266"/>
                  </a:lnTo>
                  <a:lnTo>
                    <a:pt x="123029" y="9774"/>
                  </a:lnTo>
                  <a:lnTo>
                    <a:pt x="136788" y="11457"/>
                  </a:lnTo>
                  <a:lnTo>
                    <a:pt x="165746" y="14530"/>
                  </a:lnTo>
                  <a:lnTo>
                    <a:pt x="168215" y="15363"/>
                  </a:lnTo>
                  <a:lnTo>
                    <a:pt x="195317" y="18335"/>
                  </a:lnTo>
                  <a:lnTo>
                    <a:pt x="202749" y="19124"/>
                  </a:lnTo>
                  <a:lnTo>
                    <a:pt x="218274" y="20655"/>
                  </a:lnTo>
                  <a:lnTo>
                    <a:pt x="233743" y="22132"/>
                  </a:lnTo>
                  <a:lnTo>
                    <a:pt x="239028" y="22655"/>
                  </a:lnTo>
                  <a:lnTo>
                    <a:pt x="273529" y="25932"/>
                  </a:lnTo>
                  <a:lnTo>
                    <a:pt x="302010" y="28931"/>
                  </a:lnTo>
                  <a:lnTo>
                    <a:pt x="340568" y="32256"/>
                  </a:lnTo>
                  <a:lnTo>
                    <a:pt x="355328" y="33045"/>
                  </a:lnTo>
                  <a:lnTo>
                    <a:pt x="366263" y="33602"/>
                  </a:lnTo>
                  <a:lnTo>
                    <a:pt x="413916" y="36831"/>
                  </a:lnTo>
                  <a:lnTo>
                    <a:pt x="416286" y="36979"/>
                  </a:lnTo>
                  <a:lnTo>
                    <a:pt x="417089" y="37030"/>
                  </a:lnTo>
                  <a:lnTo>
                    <a:pt x="476896" y="40638"/>
                  </a:lnTo>
                  <a:lnTo>
                    <a:pt x="475674" y="67435"/>
                  </a:lnTo>
                  <a:lnTo>
                    <a:pt x="475156" y="77970"/>
                  </a:lnTo>
                  <a:lnTo>
                    <a:pt x="473778" y="106068"/>
                  </a:lnTo>
                  <a:lnTo>
                    <a:pt x="473475" y="112160"/>
                  </a:lnTo>
                  <a:lnTo>
                    <a:pt x="473304" y="115600"/>
                  </a:lnTo>
                  <a:lnTo>
                    <a:pt x="472056" y="140773"/>
                  </a:lnTo>
                  <a:lnTo>
                    <a:pt x="470814" y="166584"/>
                  </a:lnTo>
                  <a:lnTo>
                    <a:pt x="470591" y="171422"/>
                  </a:lnTo>
                  <a:lnTo>
                    <a:pt x="470489" y="173656"/>
                  </a:lnTo>
                  <a:lnTo>
                    <a:pt x="469733" y="190114"/>
                  </a:lnTo>
                  <a:lnTo>
                    <a:pt x="468545" y="215429"/>
                  </a:lnTo>
                  <a:lnTo>
                    <a:pt x="467007" y="247783"/>
                  </a:lnTo>
                  <a:lnTo>
                    <a:pt x="466920" y="249459"/>
                  </a:lnTo>
                  <a:lnTo>
                    <a:pt x="466418" y="259242"/>
                  </a:lnTo>
                  <a:lnTo>
                    <a:pt x="465380" y="281121"/>
                  </a:lnTo>
                  <a:lnTo>
                    <a:pt x="464400" y="301567"/>
                  </a:lnTo>
                  <a:lnTo>
                    <a:pt x="464336" y="302843"/>
                  </a:lnTo>
                  <a:lnTo>
                    <a:pt x="463830" y="313016"/>
                  </a:lnTo>
                  <a:lnTo>
                    <a:pt x="463056" y="329436"/>
                  </a:lnTo>
                  <a:lnTo>
                    <a:pt x="462710" y="336799"/>
                  </a:lnTo>
                  <a:lnTo>
                    <a:pt x="462509" y="341121"/>
                  </a:lnTo>
                  <a:lnTo>
                    <a:pt x="461818" y="356090"/>
                  </a:lnTo>
                  <a:lnTo>
                    <a:pt x="461327" y="366152"/>
                  </a:lnTo>
                  <a:lnTo>
                    <a:pt x="460601" y="380476"/>
                  </a:lnTo>
                  <a:lnTo>
                    <a:pt x="460124" y="390366"/>
                  </a:lnTo>
                  <a:lnTo>
                    <a:pt x="430814" y="388809"/>
                  </a:lnTo>
                  <a:lnTo>
                    <a:pt x="407144" y="387794"/>
                  </a:lnTo>
                  <a:lnTo>
                    <a:pt x="401329" y="387446"/>
                  </a:lnTo>
                  <a:lnTo>
                    <a:pt x="379300" y="386069"/>
                  </a:lnTo>
                  <a:lnTo>
                    <a:pt x="319047" y="381906"/>
                  </a:lnTo>
                  <a:lnTo>
                    <a:pt x="317266" y="381773"/>
                  </a:lnTo>
                  <a:lnTo>
                    <a:pt x="310439" y="381210"/>
                  </a:lnTo>
                  <a:lnTo>
                    <a:pt x="274924" y="378142"/>
                  </a:lnTo>
                  <a:lnTo>
                    <a:pt x="244818" y="375356"/>
                  </a:lnTo>
                  <a:lnTo>
                    <a:pt x="241551" y="375044"/>
                  </a:lnTo>
                  <a:lnTo>
                    <a:pt x="205281" y="371829"/>
                  </a:lnTo>
                  <a:lnTo>
                    <a:pt x="183423" y="369773"/>
                  </a:lnTo>
                  <a:lnTo>
                    <a:pt x="130901" y="364182"/>
                  </a:lnTo>
                  <a:lnTo>
                    <a:pt x="117731" y="362680"/>
                  </a:lnTo>
                  <a:lnTo>
                    <a:pt x="87214" y="359394"/>
                  </a:lnTo>
                  <a:lnTo>
                    <a:pt x="68498" y="357206"/>
                  </a:lnTo>
                  <a:lnTo>
                    <a:pt x="65365" y="356834"/>
                  </a:lnTo>
                  <a:lnTo>
                    <a:pt x="60568" y="356260"/>
                  </a:lnTo>
                  <a:lnTo>
                    <a:pt x="33162" y="352863"/>
                  </a:lnTo>
                  <a:lnTo>
                    <a:pt x="11423" y="349921"/>
                  </a:lnTo>
                  <a:lnTo>
                    <a:pt x="0" y="348339"/>
                  </a:lnTo>
                  <a:lnTo>
                    <a:pt x="2876" y="326266"/>
                  </a:lnTo>
                  <a:lnTo>
                    <a:pt x="4116" y="316776"/>
                  </a:lnTo>
                  <a:lnTo>
                    <a:pt x="6498" y="298955"/>
                  </a:lnTo>
                  <a:lnTo>
                    <a:pt x="6659" y="297712"/>
                  </a:lnTo>
                  <a:lnTo>
                    <a:pt x="11420" y="261006"/>
                  </a:lnTo>
                  <a:lnTo>
                    <a:pt x="15389" y="230731"/>
                  </a:lnTo>
                  <a:lnTo>
                    <a:pt x="17384" y="216430"/>
                  </a:lnTo>
                  <a:lnTo>
                    <a:pt x="19920" y="198285"/>
                  </a:lnTo>
                  <a:lnTo>
                    <a:pt x="22697" y="177237"/>
                  </a:lnTo>
                  <a:lnTo>
                    <a:pt x="23329" y="172454"/>
                  </a:lnTo>
                  <a:lnTo>
                    <a:pt x="23939" y="167845"/>
                  </a:lnTo>
                  <a:lnTo>
                    <a:pt x="26742" y="146664"/>
                  </a:lnTo>
                  <a:lnTo>
                    <a:pt x="28859" y="130530"/>
                  </a:lnTo>
                  <a:lnTo>
                    <a:pt x="30999" y="114269"/>
                  </a:lnTo>
                  <a:lnTo>
                    <a:pt x="33562" y="95077"/>
                  </a:lnTo>
                  <a:lnTo>
                    <a:pt x="34401" y="88540"/>
                  </a:lnTo>
                  <a:lnTo>
                    <a:pt x="35872" y="77096"/>
                  </a:lnTo>
                  <a:lnTo>
                    <a:pt x="38900" y="54459"/>
                  </a:lnTo>
                  <a:lnTo>
                    <a:pt x="40085" y="45834"/>
                  </a:lnTo>
                  <a:lnTo>
                    <a:pt x="41489" y="32656"/>
                  </a:lnTo>
                  <a:lnTo>
                    <a:pt x="41973" y="29059"/>
                  </a:lnTo>
                  <a:lnTo>
                    <a:pt x="42664" y="239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337153" y="3499014"/>
              <a:ext cx="497192" cy="381705"/>
            </a:xfrm>
            <a:custGeom>
              <a:avLst/>
              <a:pathLst>
                <a:path w="497192" h="381705">
                  <a:moveTo>
                    <a:pt x="12243" y="217904"/>
                  </a:moveTo>
                  <a:lnTo>
                    <a:pt x="18437" y="163408"/>
                  </a:lnTo>
                  <a:lnTo>
                    <a:pt x="20629" y="142441"/>
                  </a:lnTo>
                  <a:lnTo>
                    <a:pt x="21826" y="131018"/>
                  </a:lnTo>
                  <a:lnTo>
                    <a:pt x="23316" y="116835"/>
                  </a:lnTo>
                  <a:lnTo>
                    <a:pt x="25285" y="98139"/>
                  </a:lnTo>
                  <a:lnTo>
                    <a:pt x="28055" y="71470"/>
                  </a:lnTo>
                  <a:lnTo>
                    <a:pt x="28453" y="67828"/>
                  </a:lnTo>
                  <a:lnTo>
                    <a:pt x="32576" y="30273"/>
                  </a:lnTo>
                  <a:lnTo>
                    <a:pt x="32658" y="29489"/>
                  </a:lnTo>
                  <a:lnTo>
                    <a:pt x="34154" y="15233"/>
                  </a:lnTo>
                  <a:lnTo>
                    <a:pt x="35661" y="0"/>
                  </a:lnTo>
                  <a:lnTo>
                    <a:pt x="88183" y="5590"/>
                  </a:lnTo>
                  <a:lnTo>
                    <a:pt x="110041" y="7646"/>
                  </a:lnTo>
                  <a:lnTo>
                    <a:pt x="146311" y="10861"/>
                  </a:lnTo>
                  <a:lnTo>
                    <a:pt x="149578" y="11174"/>
                  </a:lnTo>
                  <a:lnTo>
                    <a:pt x="179685" y="13959"/>
                  </a:lnTo>
                  <a:lnTo>
                    <a:pt x="215200" y="17028"/>
                  </a:lnTo>
                  <a:lnTo>
                    <a:pt x="222026" y="17590"/>
                  </a:lnTo>
                  <a:lnTo>
                    <a:pt x="223807" y="17724"/>
                  </a:lnTo>
                  <a:lnTo>
                    <a:pt x="284078" y="21888"/>
                  </a:lnTo>
                  <a:lnTo>
                    <a:pt x="306089" y="23263"/>
                  </a:lnTo>
                  <a:lnTo>
                    <a:pt x="311905" y="23612"/>
                  </a:lnTo>
                  <a:lnTo>
                    <a:pt x="335574" y="24627"/>
                  </a:lnTo>
                  <a:lnTo>
                    <a:pt x="364884" y="26183"/>
                  </a:lnTo>
                  <a:lnTo>
                    <a:pt x="396564" y="27622"/>
                  </a:lnTo>
                  <a:lnTo>
                    <a:pt x="409205" y="28138"/>
                  </a:lnTo>
                  <a:lnTo>
                    <a:pt x="429428" y="28902"/>
                  </a:lnTo>
                  <a:lnTo>
                    <a:pt x="457396" y="29877"/>
                  </a:lnTo>
                  <a:lnTo>
                    <a:pt x="459540" y="29945"/>
                  </a:lnTo>
                  <a:lnTo>
                    <a:pt x="463787" y="30079"/>
                  </a:lnTo>
                  <a:lnTo>
                    <a:pt x="497192" y="30999"/>
                  </a:lnTo>
                  <a:lnTo>
                    <a:pt x="496683" y="53127"/>
                  </a:lnTo>
                  <a:lnTo>
                    <a:pt x="496574" y="57683"/>
                  </a:lnTo>
                  <a:lnTo>
                    <a:pt x="496036" y="80225"/>
                  </a:lnTo>
                  <a:lnTo>
                    <a:pt x="495846" y="88170"/>
                  </a:lnTo>
                  <a:lnTo>
                    <a:pt x="495824" y="89119"/>
                  </a:lnTo>
                  <a:lnTo>
                    <a:pt x="495099" y="118462"/>
                  </a:lnTo>
                  <a:lnTo>
                    <a:pt x="494751" y="134572"/>
                  </a:lnTo>
                  <a:lnTo>
                    <a:pt x="494331" y="156006"/>
                  </a:lnTo>
                  <a:lnTo>
                    <a:pt x="494321" y="156520"/>
                  </a:lnTo>
                  <a:lnTo>
                    <a:pt x="493990" y="173536"/>
                  </a:lnTo>
                  <a:lnTo>
                    <a:pt x="493617" y="194585"/>
                  </a:lnTo>
                  <a:lnTo>
                    <a:pt x="493484" y="202118"/>
                  </a:lnTo>
                  <a:lnTo>
                    <a:pt x="492833" y="232688"/>
                  </a:lnTo>
                  <a:lnTo>
                    <a:pt x="492680" y="239895"/>
                  </a:lnTo>
                  <a:lnTo>
                    <a:pt x="492253" y="260075"/>
                  </a:lnTo>
                  <a:lnTo>
                    <a:pt x="492040" y="270190"/>
                  </a:lnTo>
                  <a:lnTo>
                    <a:pt x="492029" y="270745"/>
                  </a:lnTo>
                  <a:lnTo>
                    <a:pt x="491755" y="283809"/>
                  </a:lnTo>
                  <a:lnTo>
                    <a:pt x="491164" y="316552"/>
                  </a:lnTo>
                  <a:lnTo>
                    <a:pt x="491141" y="317834"/>
                  </a:lnTo>
                  <a:lnTo>
                    <a:pt x="490981" y="324792"/>
                  </a:lnTo>
                  <a:lnTo>
                    <a:pt x="490471" y="347089"/>
                  </a:lnTo>
                  <a:lnTo>
                    <a:pt x="490210" y="358540"/>
                  </a:lnTo>
                  <a:lnTo>
                    <a:pt x="489909" y="371790"/>
                  </a:lnTo>
                  <a:lnTo>
                    <a:pt x="489773" y="378036"/>
                  </a:lnTo>
                  <a:lnTo>
                    <a:pt x="489667" y="381705"/>
                  </a:lnTo>
                  <a:lnTo>
                    <a:pt x="467721" y="381006"/>
                  </a:lnTo>
                  <a:lnTo>
                    <a:pt x="443688" y="380226"/>
                  </a:lnTo>
                  <a:lnTo>
                    <a:pt x="433617" y="379504"/>
                  </a:lnTo>
                  <a:lnTo>
                    <a:pt x="422390" y="379069"/>
                  </a:lnTo>
                  <a:lnTo>
                    <a:pt x="416510" y="378877"/>
                  </a:lnTo>
                  <a:lnTo>
                    <a:pt x="371160" y="377195"/>
                  </a:lnTo>
                  <a:lnTo>
                    <a:pt x="351917" y="376485"/>
                  </a:lnTo>
                  <a:lnTo>
                    <a:pt x="328727" y="375545"/>
                  </a:lnTo>
                  <a:lnTo>
                    <a:pt x="301196" y="374063"/>
                  </a:lnTo>
                  <a:lnTo>
                    <a:pt x="273994" y="372291"/>
                  </a:lnTo>
                  <a:lnTo>
                    <a:pt x="271598" y="372140"/>
                  </a:lnTo>
                  <a:lnTo>
                    <a:pt x="267017" y="371848"/>
                  </a:lnTo>
                  <a:lnTo>
                    <a:pt x="264863" y="371710"/>
                  </a:lnTo>
                  <a:lnTo>
                    <a:pt x="253109" y="370940"/>
                  </a:lnTo>
                  <a:lnTo>
                    <a:pt x="245091" y="370414"/>
                  </a:lnTo>
                  <a:lnTo>
                    <a:pt x="232322" y="369558"/>
                  </a:lnTo>
                  <a:lnTo>
                    <a:pt x="232182" y="369549"/>
                  </a:lnTo>
                  <a:lnTo>
                    <a:pt x="212669" y="368222"/>
                  </a:lnTo>
                  <a:lnTo>
                    <a:pt x="212050" y="368180"/>
                  </a:lnTo>
                  <a:lnTo>
                    <a:pt x="188497" y="366544"/>
                  </a:lnTo>
                  <a:lnTo>
                    <a:pt x="179192" y="365872"/>
                  </a:lnTo>
                  <a:lnTo>
                    <a:pt x="151685" y="363796"/>
                  </a:lnTo>
                  <a:lnTo>
                    <a:pt x="151212" y="363080"/>
                  </a:lnTo>
                  <a:lnTo>
                    <a:pt x="113254" y="359847"/>
                  </a:lnTo>
                  <a:lnTo>
                    <a:pt x="109009" y="359469"/>
                  </a:lnTo>
                  <a:lnTo>
                    <a:pt x="72806" y="356115"/>
                  </a:lnTo>
                  <a:lnTo>
                    <a:pt x="46399" y="353564"/>
                  </a:lnTo>
                  <a:lnTo>
                    <a:pt x="29600" y="351878"/>
                  </a:lnTo>
                  <a:lnTo>
                    <a:pt x="0" y="348763"/>
                  </a:lnTo>
                  <a:lnTo>
                    <a:pt x="4354" y="306470"/>
                  </a:lnTo>
                  <a:lnTo>
                    <a:pt x="7928" y="271960"/>
                  </a:lnTo>
                  <a:lnTo>
                    <a:pt x="10393" y="248274"/>
                  </a:lnTo>
                  <a:lnTo>
                    <a:pt x="10499" y="247258"/>
                  </a:lnTo>
                  <a:lnTo>
                    <a:pt x="10232" y="2374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601108" y="2901140"/>
              <a:ext cx="120621" cy="127462"/>
            </a:xfrm>
            <a:custGeom>
              <a:avLst/>
              <a:pathLst>
                <a:path w="120621" h="127462">
                  <a:moveTo>
                    <a:pt x="10913" y="119180"/>
                  </a:moveTo>
                  <a:lnTo>
                    <a:pt x="23036" y="104579"/>
                  </a:lnTo>
                  <a:lnTo>
                    <a:pt x="16595" y="99038"/>
                  </a:lnTo>
                  <a:lnTo>
                    <a:pt x="15096" y="92897"/>
                  </a:lnTo>
                  <a:lnTo>
                    <a:pt x="14878" y="92008"/>
                  </a:lnTo>
                  <a:lnTo>
                    <a:pt x="13518" y="86451"/>
                  </a:lnTo>
                  <a:lnTo>
                    <a:pt x="11635" y="79036"/>
                  </a:lnTo>
                  <a:lnTo>
                    <a:pt x="9604" y="71060"/>
                  </a:lnTo>
                  <a:lnTo>
                    <a:pt x="9133" y="69212"/>
                  </a:lnTo>
                  <a:lnTo>
                    <a:pt x="8568" y="67015"/>
                  </a:lnTo>
                  <a:lnTo>
                    <a:pt x="5085" y="53497"/>
                  </a:lnTo>
                  <a:lnTo>
                    <a:pt x="0" y="34080"/>
                  </a:lnTo>
                  <a:lnTo>
                    <a:pt x="15707" y="29107"/>
                  </a:lnTo>
                  <a:lnTo>
                    <a:pt x="22091" y="27155"/>
                  </a:lnTo>
                  <a:lnTo>
                    <a:pt x="26629" y="25761"/>
                  </a:lnTo>
                  <a:lnTo>
                    <a:pt x="29937" y="24743"/>
                  </a:lnTo>
                  <a:lnTo>
                    <a:pt x="38222" y="21983"/>
                  </a:lnTo>
                  <a:lnTo>
                    <a:pt x="39231" y="21646"/>
                  </a:lnTo>
                  <a:lnTo>
                    <a:pt x="42559" y="24101"/>
                  </a:lnTo>
                  <a:lnTo>
                    <a:pt x="44594" y="23024"/>
                  </a:lnTo>
                  <a:lnTo>
                    <a:pt x="45057" y="22779"/>
                  </a:lnTo>
                  <a:lnTo>
                    <a:pt x="46013" y="19299"/>
                  </a:lnTo>
                  <a:lnTo>
                    <a:pt x="53898" y="17030"/>
                  </a:lnTo>
                  <a:lnTo>
                    <a:pt x="58631" y="15015"/>
                  </a:lnTo>
                  <a:lnTo>
                    <a:pt x="71462" y="10642"/>
                  </a:lnTo>
                  <a:lnTo>
                    <a:pt x="78268" y="8347"/>
                  </a:lnTo>
                  <a:lnTo>
                    <a:pt x="82505" y="6914"/>
                  </a:lnTo>
                  <a:lnTo>
                    <a:pt x="91531" y="3845"/>
                  </a:lnTo>
                  <a:lnTo>
                    <a:pt x="100130" y="936"/>
                  </a:lnTo>
                  <a:lnTo>
                    <a:pt x="102888" y="0"/>
                  </a:lnTo>
                  <a:lnTo>
                    <a:pt x="103423" y="1269"/>
                  </a:lnTo>
                  <a:lnTo>
                    <a:pt x="109645" y="17995"/>
                  </a:lnTo>
                  <a:lnTo>
                    <a:pt x="112214" y="24829"/>
                  </a:lnTo>
                  <a:lnTo>
                    <a:pt x="115930" y="35554"/>
                  </a:lnTo>
                  <a:lnTo>
                    <a:pt x="118304" y="43294"/>
                  </a:lnTo>
                  <a:lnTo>
                    <a:pt x="120621" y="50861"/>
                  </a:lnTo>
                  <a:lnTo>
                    <a:pt x="118196" y="52182"/>
                  </a:lnTo>
                  <a:lnTo>
                    <a:pt x="120095" y="56985"/>
                  </a:lnTo>
                  <a:lnTo>
                    <a:pt x="119564" y="60361"/>
                  </a:lnTo>
                  <a:lnTo>
                    <a:pt x="117527" y="59579"/>
                  </a:lnTo>
                  <a:lnTo>
                    <a:pt x="113415" y="61695"/>
                  </a:lnTo>
                  <a:lnTo>
                    <a:pt x="109809" y="64236"/>
                  </a:lnTo>
                  <a:lnTo>
                    <a:pt x="105453" y="66067"/>
                  </a:lnTo>
                  <a:lnTo>
                    <a:pt x="103441" y="68188"/>
                  </a:lnTo>
                  <a:lnTo>
                    <a:pt x="98870" y="68300"/>
                  </a:lnTo>
                  <a:lnTo>
                    <a:pt x="97217" y="70336"/>
                  </a:lnTo>
                  <a:lnTo>
                    <a:pt x="96561" y="71000"/>
                  </a:lnTo>
                  <a:lnTo>
                    <a:pt x="94274" y="73314"/>
                  </a:lnTo>
                  <a:lnTo>
                    <a:pt x="90943" y="74753"/>
                  </a:lnTo>
                  <a:lnTo>
                    <a:pt x="89058" y="76901"/>
                  </a:lnTo>
                  <a:lnTo>
                    <a:pt x="87408" y="75927"/>
                  </a:lnTo>
                  <a:lnTo>
                    <a:pt x="83560" y="78081"/>
                  </a:lnTo>
                  <a:lnTo>
                    <a:pt x="80214" y="80804"/>
                  </a:lnTo>
                  <a:lnTo>
                    <a:pt x="79531" y="81360"/>
                  </a:lnTo>
                  <a:lnTo>
                    <a:pt x="75906" y="80934"/>
                  </a:lnTo>
                  <a:lnTo>
                    <a:pt x="72537" y="82415"/>
                  </a:lnTo>
                  <a:lnTo>
                    <a:pt x="70851" y="84791"/>
                  </a:lnTo>
                  <a:lnTo>
                    <a:pt x="66711" y="86764"/>
                  </a:lnTo>
                  <a:lnTo>
                    <a:pt x="64473" y="85337"/>
                  </a:lnTo>
                  <a:lnTo>
                    <a:pt x="59234" y="89261"/>
                  </a:lnTo>
                  <a:lnTo>
                    <a:pt x="57670" y="89189"/>
                  </a:lnTo>
                  <a:lnTo>
                    <a:pt x="55464" y="89087"/>
                  </a:lnTo>
                  <a:lnTo>
                    <a:pt x="53797" y="91287"/>
                  </a:lnTo>
                  <a:lnTo>
                    <a:pt x="53043" y="92280"/>
                  </a:lnTo>
                  <a:lnTo>
                    <a:pt x="51685" y="95296"/>
                  </a:lnTo>
                  <a:lnTo>
                    <a:pt x="48394" y="97603"/>
                  </a:lnTo>
                  <a:lnTo>
                    <a:pt x="47887" y="100620"/>
                  </a:lnTo>
                  <a:lnTo>
                    <a:pt x="47719" y="101617"/>
                  </a:lnTo>
                  <a:lnTo>
                    <a:pt x="46559" y="102668"/>
                  </a:lnTo>
                  <a:lnTo>
                    <a:pt x="43753" y="103017"/>
                  </a:lnTo>
                  <a:lnTo>
                    <a:pt x="41788" y="103260"/>
                  </a:lnTo>
                  <a:lnTo>
                    <a:pt x="39213" y="107954"/>
                  </a:lnTo>
                  <a:lnTo>
                    <a:pt x="38775" y="108181"/>
                  </a:lnTo>
                  <a:lnTo>
                    <a:pt x="37167" y="109017"/>
                  </a:lnTo>
                  <a:lnTo>
                    <a:pt x="35202" y="110036"/>
                  </a:lnTo>
                  <a:lnTo>
                    <a:pt x="32794" y="111423"/>
                  </a:lnTo>
                  <a:lnTo>
                    <a:pt x="34408" y="112591"/>
                  </a:lnTo>
                  <a:lnTo>
                    <a:pt x="33112" y="115601"/>
                  </a:lnTo>
                  <a:lnTo>
                    <a:pt x="31241" y="117242"/>
                  </a:lnTo>
                  <a:lnTo>
                    <a:pt x="28291" y="117896"/>
                  </a:lnTo>
                  <a:lnTo>
                    <a:pt x="25621" y="119986"/>
                  </a:lnTo>
                  <a:lnTo>
                    <a:pt x="23423" y="122788"/>
                  </a:lnTo>
                  <a:lnTo>
                    <a:pt x="21357" y="123565"/>
                  </a:lnTo>
                  <a:lnTo>
                    <a:pt x="18366" y="127462"/>
                  </a:lnTo>
                  <a:lnTo>
                    <a:pt x="17735" y="125911"/>
                  </a:lnTo>
                  <a:lnTo>
                    <a:pt x="17354" y="124748"/>
                  </a:lnTo>
                  <a:lnTo>
                    <a:pt x="12965" y="1209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358849" y="3400247"/>
              <a:ext cx="14622" cy="17353"/>
            </a:xfrm>
            <a:custGeom>
              <a:avLst/>
              <a:pathLst>
                <a:path w="14622" h="17353">
                  <a:moveTo>
                    <a:pt x="0" y="6692"/>
                  </a:moveTo>
                  <a:lnTo>
                    <a:pt x="3729" y="0"/>
                  </a:lnTo>
                  <a:lnTo>
                    <a:pt x="6911" y="1839"/>
                  </a:lnTo>
                  <a:lnTo>
                    <a:pt x="14622" y="6285"/>
                  </a:lnTo>
                  <a:lnTo>
                    <a:pt x="11316" y="12298"/>
                  </a:lnTo>
                  <a:lnTo>
                    <a:pt x="8489" y="17353"/>
                  </a:lnTo>
                  <a:lnTo>
                    <a:pt x="7360" y="13121"/>
                  </a:lnTo>
                  <a:lnTo>
                    <a:pt x="6748" y="10832"/>
                  </a:lnTo>
                  <a:lnTo>
                    <a:pt x="2605" y="87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467254" y="3272881"/>
              <a:ext cx="78582" cy="120571"/>
            </a:xfrm>
            <a:custGeom>
              <a:avLst/>
              <a:pathLst>
                <a:path w="78582" h="120571">
                  <a:moveTo>
                    <a:pt x="945" y="14852"/>
                  </a:moveTo>
                  <a:lnTo>
                    <a:pt x="1390" y="11407"/>
                  </a:lnTo>
                  <a:lnTo>
                    <a:pt x="2864" y="7780"/>
                  </a:lnTo>
                  <a:lnTo>
                    <a:pt x="5613" y="4242"/>
                  </a:lnTo>
                  <a:lnTo>
                    <a:pt x="9762" y="1711"/>
                  </a:lnTo>
                  <a:lnTo>
                    <a:pt x="10524" y="1246"/>
                  </a:lnTo>
                  <a:lnTo>
                    <a:pt x="11067" y="914"/>
                  </a:lnTo>
                  <a:lnTo>
                    <a:pt x="16995" y="0"/>
                  </a:lnTo>
                  <a:lnTo>
                    <a:pt x="21877" y="1004"/>
                  </a:lnTo>
                  <a:lnTo>
                    <a:pt x="19938" y="4951"/>
                  </a:lnTo>
                  <a:lnTo>
                    <a:pt x="20024" y="9626"/>
                  </a:lnTo>
                  <a:lnTo>
                    <a:pt x="18683" y="12717"/>
                  </a:lnTo>
                  <a:lnTo>
                    <a:pt x="18013" y="16525"/>
                  </a:lnTo>
                  <a:lnTo>
                    <a:pt x="16885" y="18484"/>
                  </a:lnTo>
                  <a:lnTo>
                    <a:pt x="18700" y="21050"/>
                  </a:lnTo>
                  <a:lnTo>
                    <a:pt x="21136" y="21961"/>
                  </a:lnTo>
                  <a:lnTo>
                    <a:pt x="21224" y="25886"/>
                  </a:lnTo>
                  <a:lnTo>
                    <a:pt x="22104" y="29052"/>
                  </a:lnTo>
                  <a:lnTo>
                    <a:pt x="18404" y="31947"/>
                  </a:lnTo>
                  <a:lnTo>
                    <a:pt x="20745" y="34950"/>
                  </a:lnTo>
                  <a:lnTo>
                    <a:pt x="25202" y="38291"/>
                  </a:lnTo>
                  <a:lnTo>
                    <a:pt x="26657" y="39457"/>
                  </a:lnTo>
                  <a:lnTo>
                    <a:pt x="29952" y="42097"/>
                  </a:lnTo>
                  <a:lnTo>
                    <a:pt x="35478" y="46498"/>
                  </a:lnTo>
                  <a:lnTo>
                    <a:pt x="38216" y="52711"/>
                  </a:lnTo>
                  <a:lnTo>
                    <a:pt x="38733" y="57607"/>
                  </a:lnTo>
                  <a:lnTo>
                    <a:pt x="41303" y="63824"/>
                  </a:lnTo>
                  <a:lnTo>
                    <a:pt x="45796" y="65935"/>
                  </a:lnTo>
                  <a:lnTo>
                    <a:pt x="49768" y="71388"/>
                  </a:lnTo>
                  <a:lnTo>
                    <a:pt x="50244" y="72041"/>
                  </a:lnTo>
                  <a:lnTo>
                    <a:pt x="50776" y="74267"/>
                  </a:lnTo>
                  <a:lnTo>
                    <a:pt x="57111" y="78666"/>
                  </a:lnTo>
                  <a:lnTo>
                    <a:pt x="63150" y="81779"/>
                  </a:lnTo>
                  <a:lnTo>
                    <a:pt x="66278" y="81462"/>
                  </a:lnTo>
                  <a:lnTo>
                    <a:pt x="67470" y="79772"/>
                  </a:lnTo>
                  <a:lnTo>
                    <a:pt x="71086" y="87962"/>
                  </a:lnTo>
                  <a:lnTo>
                    <a:pt x="76172" y="101202"/>
                  </a:lnTo>
                  <a:lnTo>
                    <a:pt x="78582" y="108317"/>
                  </a:lnTo>
                  <a:lnTo>
                    <a:pt x="69726" y="111120"/>
                  </a:lnTo>
                  <a:lnTo>
                    <a:pt x="59568" y="114157"/>
                  </a:lnTo>
                  <a:lnTo>
                    <a:pt x="50567" y="116829"/>
                  </a:lnTo>
                  <a:lnTo>
                    <a:pt x="36463" y="120571"/>
                  </a:lnTo>
                  <a:lnTo>
                    <a:pt x="34056" y="113679"/>
                  </a:lnTo>
                  <a:lnTo>
                    <a:pt x="33535" y="112174"/>
                  </a:lnTo>
                  <a:lnTo>
                    <a:pt x="31375" y="105943"/>
                  </a:lnTo>
                  <a:lnTo>
                    <a:pt x="25711" y="89718"/>
                  </a:lnTo>
                  <a:lnTo>
                    <a:pt x="16569" y="63574"/>
                  </a:lnTo>
                  <a:lnTo>
                    <a:pt x="13544" y="54933"/>
                  </a:lnTo>
                  <a:lnTo>
                    <a:pt x="12079" y="50753"/>
                  </a:lnTo>
                  <a:lnTo>
                    <a:pt x="9715" y="44006"/>
                  </a:lnTo>
                  <a:lnTo>
                    <a:pt x="0" y="151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305645" y="3441644"/>
              <a:ext cx="100236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309245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309245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309245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309245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309245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594690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594690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594690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594690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594690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835989" y="1894551"/>
              <a:ext cx="633926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State size changes by distance from the mean of group means; dashed outlines show original borders.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835989" y="1669789"/>
              <a:ext cx="436196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map: law strictness + mortality-distance resizing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Association Check: Strictness vs Mortality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407772"/>
              <a:ext cx="7739159" cy="0"/>
            </a:xfrm>
            <a:custGeom>
              <a:avLst/>
              <a:pathLst>
                <a:path w="7739159" h="0">
                  <a:moveTo>
                    <a:pt x="0" y="0"/>
                  </a:moveTo>
                  <a:lnTo>
                    <a:pt x="7739159" y="0"/>
                  </a:lnTo>
                  <a:lnTo>
                    <a:pt x="773915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014393"/>
              <a:ext cx="7739159" cy="0"/>
            </a:xfrm>
            <a:custGeom>
              <a:avLst/>
              <a:pathLst>
                <a:path w="7739159" h="0">
                  <a:moveTo>
                    <a:pt x="0" y="0"/>
                  </a:moveTo>
                  <a:lnTo>
                    <a:pt x="7739159" y="0"/>
                  </a:lnTo>
                  <a:lnTo>
                    <a:pt x="773915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2621013"/>
              <a:ext cx="7739159" cy="0"/>
            </a:xfrm>
            <a:custGeom>
              <a:avLst/>
              <a:pathLst>
                <a:path w="7739159" h="0">
                  <a:moveTo>
                    <a:pt x="0" y="0"/>
                  </a:moveTo>
                  <a:lnTo>
                    <a:pt x="7739159" y="0"/>
                  </a:lnTo>
                  <a:lnTo>
                    <a:pt x="773915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22582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929708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536834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7143960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878051" y="4711083"/>
              <a:ext cx="7739159" cy="0"/>
            </a:xfrm>
            <a:custGeom>
              <a:avLst/>
              <a:pathLst>
                <a:path w="7739159" h="0">
                  <a:moveTo>
                    <a:pt x="0" y="0"/>
                  </a:moveTo>
                  <a:lnTo>
                    <a:pt x="7739159" y="0"/>
                  </a:lnTo>
                  <a:lnTo>
                    <a:pt x="773915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78051" y="3317703"/>
              <a:ext cx="7739159" cy="0"/>
            </a:xfrm>
            <a:custGeom>
              <a:avLst/>
              <a:pathLst>
                <a:path w="7739159" h="0">
                  <a:moveTo>
                    <a:pt x="0" y="0"/>
                  </a:moveTo>
                  <a:lnTo>
                    <a:pt x="7739159" y="0"/>
                  </a:lnTo>
                  <a:lnTo>
                    <a:pt x="7739159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19019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26145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733271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340397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47523" y="2093619"/>
              <a:ext cx="0" cy="3632540"/>
            </a:xfrm>
            <a:custGeom>
              <a:avLst/>
              <a:pathLst>
                <a:path w="0" h="3632540">
                  <a:moveTo>
                    <a:pt x="0" y="36325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12440" y="260372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36629" y="275700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82527" y="316108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31278" y="356516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8087662" y="504214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7818713" y="3774168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8181833" y="519541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981490" y="440118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4718959" y="409464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524460" y="355122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8066952" y="551589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339492" y="437332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184679" y="371843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7653678" y="431758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118293" y="363483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411875" y="394137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32662" y="3384022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03114" y="292420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7955259" y="548802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703334" y="444299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4907302" y="424791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6248276" y="435938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6264583" y="465199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33554" y="328648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612427" y="221358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23920" y="302174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4596651" y="370449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714643" y="437332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78189" y="4526593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860583" y="455446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968132" y="547409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6253740" y="235292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6500669" y="352336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7804751" y="541835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57399" y="399710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466523" y="332828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8220279" y="3871705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6478214" y="431758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8041505" y="536262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40000" y="330041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294753" y="364876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74129" y="323075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23393" y="4052844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99696" y="420611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6466485" y="4220049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6146335" y="442905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8066761" y="4429056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617289" y="4331520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340284" y="3843837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391649" y="2645531"/>
              <a:ext cx="90303" cy="90303"/>
            </a:xfrm>
            <a:prstGeom prst="ellipse">
              <a:avLst/>
            </a:prstGeom>
            <a:solidFill>
              <a:srgbClr val="000000">
                <a:alpha val="85098"/>
              </a:srgbClr>
            </a:solidFill>
            <a:ln w="9000" cap="rnd">
              <a:solidFill>
                <a:srgbClr val="0000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519019" y="3473394"/>
              <a:ext cx="6428504" cy="1274339"/>
            </a:xfrm>
            <a:custGeom>
              <a:avLst/>
              <a:pathLst>
                <a:path w="6428504" h="1274339">
                  <a:moveTo>
                    <a:pt x="0" y="0"/>
                  </a:moveTo>
                  <a:lnTo>
                    <a:pt x="81373" y="16130"/>
                  </a:lnTo>
                  <a:lnTo>
                    <a:pt x="162746" y="32261"/>
                  </a:lnTo>
                  <a:lnTo>
                    <a:pt x="244120" y="48392"/>
                  </a:lnTo>
                  <a:lnTo>
                    <a:pt x="325493" y="64523"/>
                  </a:lnTo>
                  <a:lnTo>
                    <a:pt x="406867" y="80654"/>
                  </a:lnTo>
                  <a:lnTo>
                    <a:pt x="488240" y="96785"/>
                  </a:lnTo>
                  <a:lnTo>
                    <a:pt x="569614" y="112916"/>
                  </a:lnTo>
                  <a:lnTo>
                    <a:pt x="650987" y="129047"/>
                  </a:lnTo>
                  <a:lnTo>
                    <a:pt x="732361" y="145177"/>
                  </a:lnTo>
                  <a:lnTo>
                    <a:pt x="813734" y="161308"/>
                  </a:lnTo>
                  <a:lnTo>
                    <a:pt x="895108" y="177439"/>
                  </a:lnTo>
                  <a:lnTo>
                    <a:pt x="976481" y="193570"/>
                  </a:lnTo>
                  <a:lnTo>
                    <a:pt x="1057855" y="209701"/>
                  </a:lnTo>
                  <a:lnTo>
                    <a:pt x="1139228" y="225832"/>
                  </a:lnTo>
                  <a:lnTo>
                    <a:pt x="1220602" y="241963"/>
                  </a:lnTo>
                  <a:lnTo>
                    <a:pt x="1301975" y="258094"/>
                  </a:lnTo>
                  <a:lnTo>
                    <a:pt x="1383349" y="274224"/>
                  </a:lnTo>
                  <a:lnTo>
                    <a:pt x="1464722" y="290355"/>
                  </a:lnTo>
                  <a:lnTo>
                    <a:pt x="1546096" y="306486"/>
                  </a:lnTo>
                  <a:lnTo>
                    <a:pt x="1627469" y="322617"/>
                  </a:lnTo>
                  <a:lnTo>
                    <a:pt x="1708842" y="338748"/>
                  </a:lnTo>
                  <a:lnTo>
                    <a:pt x="1790216" y="354879"/>
                  </a:lnTo>
                  <a:lnTo>
                    <a:pt x="1871589" y="371010"/>
                  </a:lnTo>
                  <a:lnTo>
                    <a:pt x="1952963" y="387141"/>
                  </a:lnTo>
                  <a:lnTo>
                    <a:pt x="2034336" y="403271"/>
                  </a:lnTo>
                  <a:lnTo>
                    <a:pt x="2115710" y="419402"/>
                  </a:lnTo>
                  <a:lnTo>
                    <a:pt x="2197083" y="435533"/>
                  </a:lnTo>
                  <a:lnTo>
                    <a:pt x="2278457" y="451664"/>
                  </a:lnTo>
                  <a:lnTo>
                    <a:pt x="2359830" y="467795"/>
                  </a:lnTo>
                  <a:lnTo>
                    <a:pt x="2441204" y="483926"/>
                  </a:lnTo>
                  <a:lnTo>
                    <a:pt x="2522577" y="500057"/>
                  </a:lnTo>
                  <a:lnTo>
                    <a:pt x="2603951" y="516188"/>
                  </a:lnTo>
                  <a:lnTo>
                    <a:pt x="2685324" y="532318"/>
                  </a:lnTo>
                  <a:lnTo>
                    <a:pt x="2766698" y="548449"/>
                  </a:lnTo>
                  <a:lnTo>
                    <a:pt x="2848071" y="564580"/>
                  </a:lnTo>
                  <a:lnTo>
                    <a:pt x="2929445" y="580711"/>
                  </a:lnTo>
                  <a:lnTo>
                    <a:pt x="3010818" y="596842"/>
                  </a:lnTo>
                  <a:lnTo>
                    <a:pt x="3092192" y="612973"/>
                  </a:lnTo>
                  <a:lnTo>
                    <a:pt x="3173565" y="629104"/>
                  </a:lnTo>
                  <a:lnTo>
                    <a:pt x="3254939" y="645235"/>
                  </a:lnTo>
                  <a:lnTo>
                    <a:pt x="3336312" y="661366"/>
                  </a:lnTo>
                  <a:lnTo>
                    <a:pt x="3417685" y="677496"/>
                  </a:lnTo>
                  <a:lnTo>
                    <a:pt x="3499059" y="693627"/>
                  </a:lnTo>
                  <a:lnTo>
                    <a:pt x="3580432" y="709758"/>
                  </a:lnTo>
                  <a:lnTo>
                    <a:pt x="3661806" y="725889"/>
                  </a:lnTo>
                  <a:lnTo>
                    <a:pt x="3743179" y="742020"/>
                  </a:lnTo>
                  <a:lnTo>
                    <a:pt x="3824553" y="758151"/>
                  </a:lnTo>
                  <a:lnTo>
                    <a:pt x="3905926" y="774282"/>
                  </a:lnTo>
                  <a:lnTo>
                    <a:pt x="3987300" y="790413"/>
                  </a:lnTo>
                  <a:lnTo>
                    <a:pt x="4068673" y="806543"/>
                  </a:lnTo>
                  <a:lnTo>
                    <a:pt x="4150047" y="822674"/>
                  </a:lnTo>
                  <a:lnTo>
                    <a:pt x="4231420" y="838805"/>
                  </a:lnTo>
                  <a:lnTo>
                    <a:pt x="4312794" y="854936"/>
                  </a:lnTo>
                  <a:lnTo>
                    <a:pt x="4394167" y="871067"/>
                  </a:lnTo>
                  <a:lnTo>
                    <a:pt x="4475541" y="887198"/>
                  </a:lnTo>
                  <a:lnTo>
                    <a:pt x="4556914" y="903329"/>
                  </a:lnTo>
                  <a:lnTo>
                    <a:pt x="4638288" y="919460"/>
                  </a:lnTo>
                  <a:lnTo>
                    <a:pt x="4719661" y="935590"/>
                  </a:lnTo>
                  <a:lnTo>
                    <a:pt x="4801035" y="951721"/>
                  </a:lnTo>
                  <a:lnTo>
                    <a:pt x="4882408" y="967852"/>
                  </a:lnTo>
                  <a:lnTo>
                    <a:pt x="4963782" y="983983"/>
                  </a:lnTo>
                  <a:lnTo>
                    <a:pt x="5045155" y="1000114"/>
                  </a:lnTo>
                  <a:lnTo>
                    <a:pt x="5126528" y="1016245"/>
                  </a:lnTo>
                  <a:lnTo>
                    <a:pt x="5207902" y="1032376"/>
                  </a:lnTo>
                  <a:lnTo>
                    <a:pt x="5289275" y="1048507"/>
                  </a:lnTo>
                  <a:lnTo>
                    <a:pt x="5370649" y="1064637"/>
                  </a:lnTo>
                  <a:lnTo>
                    <a:pt x="5452022" y="1080768"/>
                  </a:lnTo>
                  <a:lnTo>
                    <a:pt x="5533396" y="1096899"/>
                  </a:lnTo>
                  <a:lnTo>
                    <a:pt x="5614769" y="1113030"/>
                  </a:lnTo>
                  <a:lnTo>
                    <a:pt x="5696143" y="1129161"/>
                  </a:lnTo>
                  <a:lnTo>
                    <a:pt x="5777516" y="1145292"/>
                  </a:lnTo>
                  <a:lnTo>
                    <a:pt x="5858890" y="1161423"/>
                  </a:lnTo>
                  <a:lnTo>
                    <a:pt x="5940263" y="1177554"/>
                  </a:lnTo>
                  <a:lnTo>
                    <a:pt x="6021637" y="1193685"/>
                  </a:lnTo>
                  <a:lnTo>
                    <a:pt x="6103010" y="1209815"/>
                  </a:lnTo>
                  <a:lnTo>
                    <a:pt x="6184384" y="1225946"/>
                  </a:lnTo>
                  <a:lnTo>
                    <a:pt x="6265757" y="1242077"/>
                  </a:lnTo>
                  <a:lnTo>
                    <a:pt x="6347131" y="1258208"/>
                  </a:lnTo>
                  <a:lnTo>
                    <a:pt x="6428504" y="1274339"/>
                  </a:lnTo>
                </a:path>
              </a:pathLst>
            </a:custGeom>
            <a:ln w="27101" cap="flat">
              <a:solidFill>
                <a:srgbClr val="3366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0"/>
            <p:cNvSpPr/>
            <p:nvPr/>
          </p:nvSpPr>
          <p:spPr>
            <a:xfrm>
              <a:off x="691062" y="467107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691062" y="327769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87929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3095055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470218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6309308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916434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3534039" y="5927094"/>
              <a:ext cx="242718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(1 = lax &lt;U+2026&gt; 5 = strict)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78051" y="1894551"/>
              <a:ext cx="212872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Spearman rho = -0.7 (p=1.48e-08)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878051" y="1669789"/>
              <a:ext cx="2550810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Association: strictness vs mortality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2019: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(2019)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2019: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AE28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C6437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6601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A724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51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7B08A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D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D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D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D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49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8610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A3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7806A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57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2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2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9519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9519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105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105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105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CD4C7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C8467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840E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B02A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8C149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D95A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C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C23F8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9D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4A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4A04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C9477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981A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C23F8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971A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9318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850F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8911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8911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630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820DA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820DA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820DA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C5D6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(2019)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2019: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58632" y="1600200"/>
              <a:ext cx="7826734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83497" y="5864384"/>
              <a:ext cx="11366" cy="11060"/>
            </a:xfrm>
            <a:custGeom>
              <a:avLst/>
              <a:pathLst>
                <a:path w="11366" h="11060">
                  <a:moveTo>
                    <a:pt x="586" y="1603"/>
                  </a:moveTo>
                  <a:lnTo>
                    <a:pt x="4889" y="0"/>
                  </a:lnTo>
                  <a:lnTo>
                    <a:pt x="7002" y="83"/>
                  </a:lnTo>
                  <a:lnTo>
                    <a:pt x="11366" y="5799"/>
                  </a:lnTo>
                  <a:lnTo>
                    <a:pt x="9460" y="9585"/>
                  </a:lnTo>
                  <a:lnTo>
                    <a:pt x="5496" y="11060"/>
                  </a:lnTo>
                  <a:lnTo>
                    <a:pt x="1786" y="8429"/>
                  </a:lnTo>
                  <a:lnTo>
                    <a:pt x="0" y="54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876236" y="5465284"/>
              <a:ext cx="100691" cy="97619"/>
            </a:xfrm>
            <a:custGeom>
              <a:avLst/>
              <a:pathLst>
                <a:path w="100691" h="97619">
                  <a:moveTo>
                    <a:pt x="1500" y="37273"/>
                  </a:moveTo>
                  <a:lnTo>
                    <a:pt x="4356" y="32737"/>
                  </a:lnTo>
                  <a:lnTo>
                    <a:pt x="5486" y="27346"/>
                  </a:lnTo>
                  <a:lnTo>
                    <a:pt x="6441" y="22774"/>
                  </a:lnTo>
                  <a:lnTo>
                    <a:pt x="5778" y="19760"/>
                  </a:lnTo>
                  <a:lnTo>
                    <a:pt x="2271" y="14170"/>
                  </a:lnTo>
                  <a:lnTo>
                    <a:pt x="1210" y="10236"/>
                  </a:lnTo>
                  <a:lnTo>
                    <a:pt x="0" y="7335"/>
                  </a:lnTo>
                  <a:lnTo>
                    <a:pt x="1799" y="4597"/>
                  </a:lnTo>
                  <a:lnTo>
                    <a:pt x="7828" y="3417"/>
                  </a:lnTo>
                  <a:lnTo>
                    <a:pt x="15205" y="0"/>
                  </a:lnTo>
                  <a:lnTo>
                    <a:pt x="16998" y="560"/>
                  </a:lnTo>
                  <a:lnTo>
                    <a:pt x="21530" y="3625"/>
                  </a:lnTo>
                  <a:lnTo>
                    <a:pt x="23026" y="3526"/>
                  </a:lnTo>
                  <a:lnTo>
                    <a:pt x="25873" y="3334"/>
                  </a:lnTo>
                  <a:lnTo>
                    <a:pt x="29941" y="5344"/>
                  </a:lnTo>
                  <a:lnTo>
                    <a:pt x="33645" y="8859"/>
                  </a:lnTo>
                  <a:lnTo>
                    <a:pt x="31661" y="10091"/>
                  </a:lnTo>
                  <a:lnTo>
                    <a:pt x="34187" y="12480"/>
                  </a:lnTo>
                  <a:lnTo>
                    <a:pt x="35718" y="13926"/>
                  </a:lnTo>
                  <a:lnTo>
                    <a:pt x="46219" y="17596"/>
                  </a:lnTo>
                  <a:lnTo>
                    <a:pt x="54811" y="23383"/>
                  </a:lnTo>
                  <a:lnTo>
                    <a:pt x="58123" y="30048"/>
                  </a:lnTo>
                  <a:lnTo>
                    <a:pt x="61069" y="29308"/>
                  </a:lnTo>
                  <a:lnTo>
                    <a:pt x="67048" y="35173"/>
                  </a:lnTo>
                  <a:lnTo>
                    <a:pt x="75047" y="38449"/>
                  </a:lnTo>
                  <a:lnTo>
                    <a:pt x="72321" y="42923"/>
                  </a:lnTo>
                  <a:lnTo>
                    <a:pt x="80428" y="48783"/>
                  </a:lnTo>
                  <a:lnTo>
                    <a:pt x="83849" y="48159"/>
                  </a:lnTo>
                  <a:lnTo>
                    <a:pt x="88578" y="53067"/>
                  </a:lnTo>
                  <a:lnTo>
                    <a:pt x="89047" y="58652"/>
                  </a:lnTo>
                  <a:lnTo>
                    <a:pt x="92712" y="62736"/>
                  </a:lnTo>
                  <a:lnTo>
                    <a:pt x="96488" y="70841"/>
                  </a:lnTo>
                  <a:lnTo>
                    <a:pt x="100424" y="77071"/>
                  </a:lnTo>
                  <a:lnTo>
                    <a:pt x="100691" y="81459"/>
                  </a:lnTo>
                  <a:lnTo>
                    <a:pt x="100534" y="83880"/>
                  </a:lnTo>
                  <a:lnTo>
                    <a:pt x="96058" y="86566"/>
                  </a:lnTo>
                  <a:lnTo>
                    <a:pt x="92990" y="85661"/>
                  </a:lnTo>
                  <a:lnTo>
                    <a:pt x="90418" y="87376"/>
                  </a:lnTo>
                  <a:lnTo>
                    <a:pt x="87473" y="86302"/>
                  </a:lnTo>
                  <a:lnTo>
                    <a:pt x="85240" y="84820"/>
                  </a:lnTo>
                  <a:lnTo>
                    <a:pt x="81677" y="86756"/>
                  </a:lnTo>
                  <a:lnTo>
                    <a:pt x="77984" y="90620"/>
                  </a:lnTo>
                  <a:lnTo>
                    <a:pt x="78978" y="96122"/>
                  </a:lnTo>
                  <a:lnTo>
                    <a:pt x="76287" y="97488"/>
                  </a:lnTo>
                  <a:lnTo>
                    <a:pt x="71592" y="97619"/>
                  </a:lnTo>
                  <a:lnTo>
                    <a:pt x="69719" y="94441"/>
                  </a:lnTo>
                  <a:lnTo>
                    <a:pt x="67454" y="93258"/>
                  </a:lnTo>
                  <a:lnTo>
                    <a:pt x="63912" y="92040"/>
                  </a:lnTo>
                  <a:lnTo>
                    <a:pt x="57431" y="87608"/>
                  </a:lnTo>
                  <a:lnTo>
                    <a:pt x="53553" y="85009"/>
                  </a:lnTo>
                  <a:lnTo>
                    <a:pt x="50852" y="81973"/>
                  </a:lnTo>
                  <a:lnTo>
                    <a:pt x="47774" y="78918"/>
                  </a:lnTo>
                  <a:lnTo>
                    <a:pt x="47394" y="75729"/>
                  </a:lnTo>
                  <a:lnTo>
                    <a:pt x="45086" y="72099"/>
                  </a:lnTo>
                  <a:lnTo>
                    <a:pt x="42881" y="71724"/>
                  </a:lnTo>
                  <a:lnTo>
                    <a:pt x="41158" y="73374"/>
                  </a:lnTo>
                  <a:lnTo>
                    <a:pt x="38729" y="73778"/>
                  </a:lnTo>
                  <a:lnTo>
                    <a:pt x="35520" y="72777"/>
                  </a:lnTo>
                  <a:lnTo>
                    <a:pt x="34713" y="70563"/>
                  </a:lnTo>
                  <a:lnTo>
                    <a:pt x="29908" y="70690"/>
                  </a:lnTo>
                  <a:lnTo>
                    <a:pt x="32028" y="76571"/>
                  </a:lnTo>
                  <a:lnTo>
                    <a:pt x="29515" y="76614"/>
                  </a:lnTo>
                  <a:lnTo>
                    <a:pt x="26470" y="72571"/>
                  </a:lnTo>
                  <a:lnTo>
                    <a:pt x="26886" y="68090"/>
                  </a:lnTo>
                  <a:lnTo>
                    <a:pt x="25467" y="64592"/>
                  </a:lnTo>
                  <a:lnTo>
                    <a:pt x="22125" y="63180"/>
                  </a:lnTo>
                  <a:lnTo>
                    <a:pt x="18919" y="64381"/>
                  </a:lnTo>
                  <a:lnTo>
                    <a:pt x="17821" y="58358"/>
                  </a:lnTo>
                  <a:lnTo>
                    <a:pt x="17331" y="54894"/>
                  </a:lnTo>
                  <a:lnTo>
                    <a:pt x="15923" y="50465"/>
                  </a:lnTo>
                  <a:lnTo>
                    <a:pt x="16558" y="44989"/>
                  </a:lnTo>
                  <a:lnTo>
                    <a:pt x="13076" y="42320"/>
                  </a:lnTo>
                  <a:lnTo>
                    <a:pt x="11689" y="39001"/>
                  </a:lnTo>
                  <a:lnTo>
                    <a:pt x="5934" y="40713"/>
                  </a:lnTo>
                  <a:lnTo>
                    <a:pt x="3617" y="40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837469" y="5421399"/>
              <a:ext cx="66128" cy="93687"/>
            </a:xfrm>
            <a:custGeom>
              <a:avLst/>
              <a:pathLst>
                <a:path w="66128" h="93687">
                  <a:moveTo>
                    <a:pt x="0" y="27905"/>
                  </a:moveTo>
                  <a:lnTo>
                    <a:pt x="2199" y="21595"/>
                  </a:lnTo>
                  <a:lnTo>
                    <a:pt x="4789" y="20613"/>
                  </a:lnTo>
                  <a:lnTo>
                    <a:pt x="5719" y="18450"/>
                  </a:lnTo>
                  <a:lnTo>
                    <a:pt x="9896" y="19168"/>
                  </a:lnTo>
                  <a:lnTo>
                    <a:pt x="13138" y="23109"/>
                  </a:lnTo>
                  <a:lnTo>
                    <a:pt x="16465" y="25103"/>
                  </a:lnTo>
                  <a:lnTo>
                    <a:pt x="17843" y="21454"/>
                  </a:lnTo>
                  <a:lnTo>
                    <a:pt x="13054" y="14879"/>
                  </a:lnTo>
                  <a:lnTo>
                    <a:pt x="7055" y="12435"/>
                  </a:lnTo>
                  <a:lnTo>
                    <a:pt x="7192" y="8963"/>
                  </a:lnTo>
                  <a:lnTo>
                    <a:pt x="10561" y="5734"/>
                  </a:lnTo>
                  <a:lnTo>
                    <a:pt x="16122" y="5190"/>
                  </a:lnTo>
                  <a:lnTo>
                    <a:pt x="23695" y="4328"/>
                  </a:lnTo>
                  <a:lnTo>
                    <a:pt x="31308" y="3633"/>
                  </a:lnTo>
                  <a:lnTo>
                    <a:pt x="31841" y="3374"/>
                  </a:lnTo>
                  <a:lnTo>
                    <a:pt x="38767" y="0"/>
                  </a:lnTo>
                  <a:lnTo>
                    <a:pt x="44942" y="3093"/>
                  </a:lnTo>
                  <a:lnTo>
                    <a:pt x="50890" y="9720"/>
                  </a:lnTo>
                  <a:lnTo>
                    <a:pt x="55136" y="9781"/>
                  </a:lnTo>
                  <a:lnTo>
                    <a:pt x="58633" y="12948"/>
                  </a:lnTo>
                  <a:lnTo>
                    <a:pt x="64185" y="14381"/>
                  </a:lnTo>
                  <a:lnTo>
                    <a:pt x="66128" y="18088"/>
                  </a:lnTo>
                  <a:lnTo>
                    <a:pt x="65716" y="22586"/>
                  </a:lnTo>
                  <a:lnTo>
                    <a:pt x="62250" y="27038"/>
                  </a:lnTo>
                  <a:lnTo>
                    <a:pt x="57600" y="27919"/>
                  </a:lnTo>
                  <a:lnTo>
                    <a:pt x="54095" y="29819"/>
                  </a:lnTo>
                  <a:lnTo>
                    <a:pt x="51125" y="36023"/>
                  </a:lnTo>
                  <a:lnTo>
                    <a:pt x="47004" y="37286"/>
                  </a:lnTo>
                  <a:lnTo>
                    <a:pt x="43345" y="39387"/>
                  </a:lnTo>
                  <a:lnTo>
                    <a:pt x="41889" y="40222"/>
                  </a:lnTo>
                  <a:lnTo>
                    <a:pt x="35703" y="43895"/>
                  </a:lnTo>
                  <a:lnTo>
                    <a:pt x="31503" y="49589"/>
                  </a:lnTo>
                  <a:lnTo>
                    <a:pt x="32986" y="54337"/>
                  </a:lnTo>
                  <a:lnTo>
                    <a:pt x="32747" y="57750"/>
                  </a:lnTo>
                  <a:lnTo>
                    <a:pt x="34001" y="61160"/>
                  </a:lnTo>
                  <a:lnTo>
                    <a:pt x="33104" y="64804"/>
                  </a:lnTo>
                  <a:lnTo>
                    <a:pt x="34495" y="66758"/>
                  </a:lnTo>
                  <a:lnTo>
                    <a:pt x="34845" y="70713"/>
                  </a:lnTo>
                  <a:lnTo>
                    <a:pt x="32989" y="71775"/>
                  </a:lnTo>
                  <a:lnTo>
                    <a:pt x="30465" y="72381"/>
                  </a:lnTo>
                  <a:lnTo>
                    <a:pt x="31030" y="77026"/>
                  </a:lnTo>
                  <a:lnTo>
                    <a:pt x="32993" y="79602"/>
                  </a:lnTo>
                  <a:lnTo>
                    <a:pt x="34223" y="84289"/>
                  </a:lnTo>
                  <a:lnTo>
                    <a:pt x="32169" y="88047"/>
                  </a:lnTo>
                  <a:lnTo>
                    <a:pt x="31428" y="90786"/>
                  </a:lnTo>
                  <a:lnTo>
                    <a:pt x="30357" y="93687"/>
                  </a:lnTo>
                  <a:lnTo>
                    <a:pt x="28337" y="92013"/>
                  </a:lnTo>
                  <a:lnTo>
                    <a:pt x="25136" y="87236"/>
                  </a:lnTo>
                  <a:lnTo>
                    <a:pt x="28020" y="86146"/>
                  </a:lnTo>
                  <a:lnTo>
                    <a:pt x="28173" y="77886"/>
                  </a:lnTo>
                  <a:lnTo>
                    <a:pt x="23601" y="72429"/>
                  </a:lnTo>
                  <a:lnTo>
                    <a:pt x="19669" y="65105"/>
                  </a:lnTo>
                  <a:lnTo>
                    <a:pt x="17114" y="60128"/>
                  </a:lnTo>
                  <a:lnTo>
                    <a:pt x="17268" y="55560"/>
                  </a:lnTo>
                  <a:lnTo>
                    <a:pt x="15690" y="52586"/>
                  </a:lnTo>
                  <a:lnTo>
                    <a:pt x="15219" y="46293"/>
                  </a:lnTo>
                  <a:lnTo>
                    <a:pt x="13105" y="45378"/>
                  </a:lnTo>
                  <a:lnTo>
                    <a:pt x="10520" y="46586"/>
                  </a:lnTo>
                  <a:lnTo>
                    <a:pt x="9429" y="42117"/>
                  </a:lnTo>
                  <a:lnTo>
                    <a:pt x="5660" y="40134"/>
                  </a:lnTo>
                  <a:lnTo>
                    <a:pt x="244" y="309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79684" y="5358755"/>
              <a:ext cx="66034" cy="82852"/>
            </a:xfrm>
            <a:custGeom>
              <a:avLst/>
              <a:pathLst>
                <a:path w="66034" h="82852">
                  <a:moveTo>
                    <a:pt x="0" y="0"/>
                  </a:moveTo>
                  <a:lnTo>
                    <a:pt x="4214" y="1694"/>
                  </a:lnTo>
                  <a:lnTo>
                    <a:pt x="8382" y="5026"/>
                  </a:lnTo>
                  <a:lnTo>
                    <a:pt x="11443" y="7800"/>
                  </a:lnTo>
                  <a:lnTo>
                    <a:pt x="12400" y="9139"/>
                  </a:lnTo>
                  <a:lnTo>
                    <a:pt x="14443" y="11991"/>
                  </a:lnTo>
                  <a:lnTo>
                    <a:pt x="17109" y="10095"/>
                  </a:lnTo>
                  <a:lnTo>
                    <a:pt x="22145" y="8859"/>
                  </a:lnTo>
                  <a:lnTo>
                    <a:pt x="26998" y="8586"/>
                  </a:lnTo>
                  <a:lnTo>
                    <a:pt x="28941" y="7068"/>
                  </a:lnTo>
                  <a:lnTo>
                    <a:pt x="29108" y="6937"/>
                  </a:lnTo>
                  <a:lnTo>
                    <a:pt x="32236" y="7042"/>
                  </a:lnTo>
                  <a:lnTo>
                    <a:pt x="33164" y="10237"/>
                  </a:lnTo>
                  <a:lnTo>
                    <a:pt x="35413" y="11523"/>
                  </a:lnTo>
                  <a:lnTo>
                    <a:pt x="38352" y="14039"/>
                  </a:lnTo>
                  <a:lnTo>
                    <a:pt x="43292" y="18007"/>
                  </a:lnTo>
                  <a:lnTo>
                    <a:pt x="49159" y="23496"/>
                  </a:lnTo>
                  <a:lnTo>
                    <a:pt x="52607" y="31136"/>
                  </a:lnTo>
                  <a:lnTo>
                    <a:pt x="57469" y="34695"/>
                  </a:lnTo>
                  <a:lnTo>
                    <a:pt x="58251" y="37451"/>
                  </a:lnTo>
                  <a:lnTo>
                    <a:pt x="58708" y="43580"/>
                  </a:lnTo>
                  <a:lnTo>
                    <a:pt x="61917" y="50906"/>
                  </a:lnTo>
                  <a:lnTo>
                    <a:pt x="66034" y="53320"/>
                  </a:lnTo>
                  <a:lnTo>
                    <a:pt x="65318" y="56681"/>
                  </a:lnTo>
                  <a:lnTo>
                    <a:pt x="64271" y="57404"/>
                  </a:lnTo>
                  <a:lnTo>
                    <a:pt x="59814" y="56723"/>
                  </a:lnTo>
                  <a:lnTo>
                    <a:pt x="56952" y="60727"/>
                  </a:lnTo>
                  <a:lnTo>
                    <a:pt x="56009" y="67254"/>
                  </a:lnTo>
                  <a:lnTo>
                    <a:pt x="53679" y="71898"/>
                  </a:lnTo>
                  <a:lnTo>
                    <a:pt x="51748" y="74354"/>
                  </a:lnTo>
                  <a:lnTo>
                    <a:pt x="52211" y="76226"/>
                  </a:lnTo>
                  <a:lnTo>
                    <a:pt x="50958" y="78652"/>
                  </a:lnTo>
                  <a:lnTo>
                    <a:pt x="49982" y="81407"/>
                  </a:lnTo>
                  <a:lnTo>
                    <a:pt x="47928" y="82852"/>
                  </a:lnTo>
                  <a:lnTo>
                    <a:pt x="43431" y="78332"/>
                  </a:lnTo>
                  <a:lnTo>
                    <a:pt x="39902" y="70107"/>
                  </a:lnTo>
                  <a:lnTo>
                    <a:pt x="38371" y="58208"/>
                  </a:lnTo>
                  <a:lnTo>
                    <a:pt x="33958" y="52191"/>
                  </a:lnTo>
                  <a:lnTo>
                    <a:pt x="26690" y="42401"/>
                  </a:lnTo>
                  <a:lnTo>
                    <a:pt x="23824" y="36501"/>
                  </a:lnTo>
                  <a:lnTo>
                    <a:pt x="18393" y="26958"/>
                  </a:lnTo>
                  <a:lnTo>
                    <a:pt x="13752" y="18210"/>
                  </a:lnTo>
                  <a:lnTo>
                    <a:pt x="8685" y="13016"/>
                  </a:lnTo>
                  <a:lnTo>
                    <a:pt x="2119" y="5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736421" y="5377212"/>
              <a:ext cx="109800" cy="120630"/>
            </a:xfrm>
            <a:custGeom>
              <a:avLst/>
              <a:pathLst>
                <a:path w="109800" h="120630">
                  <a:moveTo>
                    <a:pt x="592" y="26368"/>
                  </a:moveTo>
                  <a:lnTo>
                    <a:pt x="0" y="22267"/>
                  </a:lnTo>
                  <a:lnTo>
                    <a:pt x="2537" y="19809"/>
                  </a:lnTo>
                  <a:lnTo>
                    <a:pt x="4305" y="16470"/>
                  </a:lnTo>
                  <a:lnTo>
                    <a:pt x="1136" y="10042"/>
                  </a:lnTo>
                  <a:lnTo>
                    <a:pt x="4276" y="8842"/>
                  </a:lnTo>
                  <a:lnTo>
                    <a:pt x="7631" y="6509"/>
                  </a:lnTo>
                  <a:lnTo>
                    <a:pt x="11953" y="3909"/>
                  </a:lnTo>
                  <a:lnTo>
                    <a:pt x="17393" y="2964"/>
                  </a:lnTo>
                  <a:lnTo>
                    <a:pt x="19769" y="0"/>
                  </a:lnTo>
                  <a:lnTo>
                    <a:pt x="23391" y="2602"/>
                  </a:lnTo>
                  <a:lnTo>
                    <a:pt x="31847" y="3824"/>
                  </a:lnTo>
                  <a:lnTo>
                    <a:pt x="40787" y="5478"/>
                  </a:lnTo>
                  <a:lnTo>
                    <a:pt x="46388" y="3791"/>
                  </a:lnTo>
                  <a:lnTo>
                    <a:pt x="52772" y="4936"/>
                  </a:lnTo>
                  <a:lnTo>
                    <a:pt x="56460" y="11980"/>
                  </a:lnTo>
                  <a:lnTo>
                    <a:pt x="54863" y="15463"/>
                  </a:lnTo>
                  <a:lnTo>
                    <a:pt x="59262" y="21310"/>
                  </a:lnTo>
                  <a:lnTo>
                    <a:pt x="60017" y="22311"/>
                  </a:lnTo>
                  <a:lnTo>
                    <a:pt x="70449" y="37599"/>
                  </a:lnTo>
                  <a:lnTo>
                    <a:pt x="73686" y="45795"/>
                  </a:lnTo>
                  <a:lnTo>
                    <a:pt x="75460" y="53077"/>
                  </a:lnTo>
                  <a:lnTo>
                    <a:pt x="86717" y="69914"/>
                  </a:lnTo>
                  <a:lnTo>
                    <a:pt x="90055" y="74099"/>
                  </a:lnTo>
                  <a:lnTo>
                    <a:pt x="93609" y="79776"/>
                  </a:lnTo>
                  <a:lnTo>
                    <a:pt x="97193" y="85363"/>
                  </a:lnTo>
                  <a:lnTo>
                    <a:pt x="99525" y="89781"/>
                  </a:lnTo>
                  <a:lnTo>
                    <a:pt x="101322" y="95262"/>
                  </a:lnTo>
                  <a:lnTo>
                    <a:pt x="100659" y="97778"/>
                  </a:lnTo>
                  <a:lnTo>
                    <a:pt x="103639" y="102392"/>
                  </a:lnTo>
                  <a:lnTo>
                    <a:pt x="106478" y="108683"/>
                  </a:lnTo>
                  <a:lnTo>
                    <a:pt x="108552" y="113749"/>
                  </a:lnTo>
                  <a:lnTo>
                    <a:pt x="109663" y="118329"/>
                  </a:lnTo>
                  <a:lnTo>
                    <a:pt x="109800" y="120630"/>
                  </a:lnTo>
                  <a:lnTo>
                    <a:pt x="105645" y="119160"/>
                  </a:lnTo>
                  <a:lnTo>
                    <a:pt x="103172" y="117626"/>
                  </a:lnTo>
                  <a:lnTo>
                    <a:pt x="100518" y="113934"/>
                  </a:lnTo>
                  <a:lnTo>
                    <a:pt x="96619" y="111767"/>
                  </a:lnTo>
                  <a:lnTo>
                    <a:pt x="92585" y="107738"/>
                  </a:lnTo>
                  <a:lnTo>
                    <a:pt x="87495" y="103000"/>
                  </a:lnTo>
                  <a:lnTo>
                    <a:pt x="83434" y="99228"/>
                  </a:lnTo>
                  <a:lnTo>
                    <a:pt x="79766" y="95162"/>
                  </a:lnTo>
                  <a:lnTo>
                    <a:pt x="78746" y="96529"/>
                  </a:lnTo>
                  <a:lnTo>
                    <a:pt x="74212" y="93869"/>
                  </a:lnTo>
                  <a:lnTo>
                    <a:pt x="71482" y="92594"/>
                  </a:lnTo>
                  <a:lnTo>
                    <a:pt x="67656" y="93243"/>
                  </a:lnTo>
                  <a:lnTo>
                    <a:pt x="63112" y="89919"/>
                  </a:lnTo>
                  <a:lnTo>
                    <a:pt x="63954" y="87722"/>
                  </a:lnTo>
                  <a:lnTo>
                    <a:pt x="64322" y="85684"/>
                  </a:lnTo>
                  <a:lnTo>
                    <a:pt x="64185" y="81923"/>
                  </a:lnTo>
                  <a:lnTo>
                    <a:pt x="65164" y="75649"/>
                  </a:lnTo>
                  <a:lnTo>
                    <a:pt x="60460" y="73930"/>
                  </a:lnTo>
                  <a:lnTo>
                    <a:pt x="55805" y="73209"/>
                  </a:lnTo>
                  <a:lnTo>
                    <a:pt x="56202" y="77511"/>
                  </a:lnTo>
                  <a:lnTo>
                    <a:pt x="56025" y="80267"/>
                  </a:lnTo>
                  <a:lnTo>
                    <a:pt x="50264" y="84189"/>
                  </a:lnTo>
                  <a:lnTo>
                    <a:pt x="49087" y="84179"/>
                  </a:lnTo>
                  <a:lnTo>
                    <a:pt x="47291" y="78361"/>
                  </a:lnTo>
                  <a:lnTo>
                    <a:pt x="49265" y="74541"/>
                  </a:lnTo>
                  <a:lnTo>
                    <a:pt x="48241" y="71742"/>
                  </a:lnTo>
                  <a:lnTo>
                    <a:pt x="45548" y="72586"/>
                  </a:lnTo>
                  <a:lnTo>
                    <a:pt x="43022" y="69819"/>
                  </a:lnTo>
                  <a:lnTo>
                    <a:pt x="42617" y="65483"/>
                  </a:lnTo>
                  <a:lnTo>
                    <a:pt x="40973" y="63228"/>
                  </a:lnTo>
                  <a:lnTo>
                    <a:pt x="37720" y="58098"/>
                  </a:lnTo>
                  <a:lnTo>
                    <a:pt x="34774" y="55519"/>
                  </a:lnTo>
                  <a:lnTo>
                    <a:pt x="30016" y="53357"/>
                  </a:lnTo>
                  <a:lnTo>
                    <a:pt x="27672" y="51215"/>
                  </a:lnTo>
                  <a:lnTo>
                    <a:pt x="25121" y="51978"/>
                  </a:lnTo>
                  <a:lnTo>
                    <a:pt x="21028" y="48632"/>
                  </a:lnTo>
                  <a:lnTo>
                    <a:pt x="19191" y="44995"/>
                  </a:lnTo>
                  <a:lnTo>
                    <a:pt x="15348" y="40126"/>
                  </a:lnTo>
                  <a:lnTo>
                    <a:pt x="11657" y="37028"/>
                  </a:lnTo>
                  <a:lnTo>
                    <a:pt x="8323" y="36771"/>
                  </a:lnTo>
                  <a:lnTo>
                    <a:pt x="6464" y="34330"/>
                  </a:lnTo>
                  <a:lnTo>
                    <a:pt x="2837" y="335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98661" y="5366762"/>
              <a:ext cx="6509" cy="12393"/>
            </a:xfrm>
            <a:custGeom>
              <a:avLst/>
              <a:pathLst>
                <a:path w="6509" h="12393">
                  <a:moveTo>
                    <a:pt x="0" y="7008"/>
                  </a:moveTo>
                  <a:lnTo>
                    <a:pt x="2725" y="0"/>
                  </a:lnTo>
                  <a:lnTo>
                    <a:pt x="6509" y="1255"/>
                  </a:lnTo>
                  <a:lnTo>
                    <a:pt x="5253" y="4674"/>
                  </a:lnTo>
                  <a:lnTo>
                    <a:pt x="3833" y="10011"/>
                  </a:lnTo>
                  <a:lnTo>
                    <a:pt x="143" y="1239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57717" y="5449300"/>
              <a:ext cx="8210" cy="6992"/>
            </a:xfrm>
            <a:custGeom>
              <a:avLst/>
              <a:pathLst>
                <a:path w="8210" h="6992">
                  <a:moveTo>
                    <a:pt x="0" y="2649"/>
                  </a:moveTo>
                  <a:lnTo>
                    <a:pt x="3317" y="267"/>
                  </a:lnTo>
                  <a:lnTo>
                    <a:pt x="5811" y="0"/>
                  </a:lnTo>
                  <a:lnTo>
                    <a:pt x="8210" y="2371"/>
                  </a:lnTo>
                  <a:lnTo>
                    <a:pt x="7303" y="5832"/>
                  </a:lnTo>
                  <a:lnTo>
                    <a:pt x="3185" y="6992"/>
                  </a:lnTo>
                  <a:lnTo>
                    <a:pt x="2078" y="63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133344" y="5499544"/>
              <a:ext cx="94405" cy="144515"/>
            </a:xfrm>
            <a:custGeom>
              <a:avLst/>
              <a:pathLst>
                <a:path w="94405" h="144515">
                  <a:moveTo>
                    <a:pt x="0" y="98581"/>
                  </a:moveTo>
                  <a:lnTo>
                    <a:pt x="2372" y="92682"/>
                  </a:lnTo>
                  <a:lnTo>
                    <a:pt x="4415" y="87585"/>
                  </a:lnTo>
                  <a:lnTo>
                    <a:pt x="7254" y="82840"/>
                  </a:lnTo>
                  <a:lnTo>
                    <a:pt x="10892" y="81009"/>
                  </a:lnTo>
                  <a:lnTo>
                    <a:pt x="14611" y="77377"/>
                  </a:lnTo>
                  <a:lnTo>
                    <a:pt x="17721" y="75604"/>
                  </a:lnTo>
                  <a:lnTo>
                    <a:pt x="24716" y="75418"/>
                  </a:lnTo>
                  <a:lnTo>
                    <a:pt x="26591" y="72379"/>
                  </a:lnTo>
                  <a:lnTo>
                    <a:pt x="25473" y="64229"/>
                  </a:lnTo>
                  <a:lnTo>
                    <a:pt x="30196" y="59207"/>
                  </a:lnTo>
                  <a:lnTo>
                    <a:pt x="32128" y="57984"/>
                  </a:lnTo>
                  <a:lnTo>
                    <a:pt x="34679" y="58447"/>
                  </a:lnTo>
                  <a:lnTo>
                    <a:pt x="39088" y="55881"/>
                  </a:lnTo>
                  <a:lnTo>
                    <a:pt x="38098" y="53720"/>
                  </a:lnTo>
                  <a:lnTo>
                    <a:pt x="39449" y="51048"/>
                  </a:lnTo>
                  <a:lnTo>
                    <a:pt x="43124" y="53468"/>
                  </a:lnTo>
                  <a:lnTo>
                    <a:pt x="45670" y="49677"/>
                  </a:lnTo>
                  <a:lnTo>
                    <a:pt x="42954" y="46193"/>
                  </a:lnTo>
                  <a:lnTo>
                    <a:pt x="40943" y="44961"/>
                  </a:lnTo>
                  <a:lnTo>
                    <a:pt x="42489" y="41427"/>
                  </a:lnTo>
                  <a:lnTo>
                    <a:pt x="43763" y="38888"/>
                  </a:lnTo>
                  <a:lnTo>
                    <a:pt x="46698" y="36996"/>
                  </a:lnTo>
                  <a:lnTo>
                    <a:pt x="47008" y="33689"/>
                  </a:lnTo>
                  <a:lnTo>
                    <a:pt x="49979" y="29787"/>
                  </a:lnTo>
                  <a:lnTo>
                    <a:pt x="51495" y="26160"/>
                  </a:lnTo>
                  <a:lnTo>
                    <a:pt x="55194" y="23337"/>
                  </a:lnTo>
                  <a:lnTo>
                    <a:pt x="56085" y="18903"/>
                  </a:lnTo>
                  <a:lnTo>
                    <a:pt x="59185" y="17745"/>
                  </a:lnTo>
                  <a:lnTo>
                    <a:pt x="60553" y="14062"/>
                  </a:lnTo>
                  <a:lnTo>
                    <a:pt x="63601" y="13021"/>
                  </a:lnTo>
                  <a:lnTo>
                    <a:pt x="62070" y="7933"/>
                  </a:lnTo>
                  <a:lnTo>
                    <a:pt x="63225" y="3675"/>
                  </a:lnTo>
                  <a:lnTo>
                    <a:pt x="64930" y="2189"/>
                  </a:lnTo>
                  <a:lnTo>
                    <a:pt x="68485" y="1814"/>
                  </a:lnTo>
                  <a:lnTo>
                    <a:pt x="71605" y="0"/>
                  </a:lnTo>
                  <a:lnTo>
                    <a:pt x="72640" y="3365"/>
                  </a:lnTo>
                  <a:lnTo>
                    <a:pt x="71568" y="8220"/>
                  </a:lnTo>
                  <a:lnTo>
                    <a:pt x="69332" y="11805"/>
                  </a:lnTo>
                  <a:lnTo>
                    <a:pt x="68266" y="15450"/>
                  </a:lnTo>
                  <a:lnTo>
                    <a:pt x="69239" y="19239"/>
                  </a:lnTo>
                  <a:lnTo>
                    <a:pt x="71620" y="20148"/>
                  </a:lnTo>
                  <a:lnTo>
                    <a:pt x="73087" y="19651"/>
                  </a:lnTo>
                  <a:lnTo>
                    <a:pt x="74214" y="17215"/>
                  </a:lnTo>
                  <a:lnTo>
                    <a:pt x="73541" y="15037"/>
                  </a:lnTo>
                  <a:lnTo>
                    <a:pt x="75314" y="14430"/>
                  </a:lnTo>
                  <a:lnTo>
                    <a:pt x="78280" y="17756"/>
                  </a:lnTo>
                  <a:lnTo>
                    <a:pt x="81397" y="15912"/>
                  </a:lnTo>
                  <a:lnTo>
                    <a:pt x="83012" y="17741"/>
                  </a:lnTo>
                  <a:lnTo>
                    <a:pt x="86808" y="18621"/>
                  </a:lnTo>
                  <a:lnTo>
                    <a:pt x="93166" y="23752"/>
                  </a:lnTo>
                  <a:lnTo>
                    <a:pt x="94405" y="27305"/>
                  </a:lnTo>
                  <a:lnTo>
                    <a:pt x="92584" y="30614"/>
                  </a:lnTo>
                  <a:lnTo>
                    <a:pt x="86639" y="30340"/>
                  </a:lnTo>
                  <a:lnTo>
                    <a:pt x="84345" y="33160"/>
                  </a:lnTo>
                  <a:lnTo>
                    <a:pt x="79306" y="34757"/>
                  </a:lnTo>
                  <a:lnTo>
                    <a:pt x="75764" y="36348"/>
                  </a:lnTo>
                  <a:lnTo>
                    <a:pt x="72014" y="36144"/>
                  </a:lnTo>
                  <a:lnTo>
                    <a:pt x="70783" y="38870"/>
                  </a:lnTo>
                  <a:lnTo>
                    <a:pt x="66763" y="41719"/>
                  </a:lnTo>
                  <a:lnTo>
                    <a:pt x="63327" y="44374"/>
                  </a:lnTo>
                  <a:lnTo>
                    <a:pt x="65212" y="47162"/>
                  </a:lnTo>
                  <a:lnTo>
                    <a:pt x="64707" y="51063"/>
                  </a:lnTo>
                  <a:lnTo>
                    <a:pt x="63225" y="53691"/>
                  </a:lnTo>
                  <a:lnTo>
                    <a:pt x="64099" y="56508"/>
                  </a:lnTo>
                  <a:lnTo>
                    <a:pt x="65568" y="58002"/>
                  </a:lnTo>
                  <a:lnTo>
                    <a:pt x="67646" y="54802"/>
                  </a:lnTo>
                  <a:lnTo>
                    <a:pt x="68806" y="51596"/>
                  </a:lnTo>
                  <a:lnTo>
                    <a:pt x="72563" y="51490"/>
                  </a:lnTo>
                  <a:lnTo>
                    <a:pt x="75152" y="46681"/>
                  </a:lnTo>
                  <a:lnTo>
                    <a:pt x="75751" y="48550"/>
                  </a:lnTo>
                  <a:lnTo>
                    <a:pt x="79401" y="50347"/>
                  </a:lnTo>
                  <a:lnTo>
                    <a:pt x="79265" y="56193"/>
                  </a:lnTo>
                  <a:lnTo>
                    <a:pt x="84417" y="58584"/>
                  </a:lnTo>
                  <a:lnTo>
                    <a:pt x="81909" y="62165"/>
                  </a:lnTo>
                  <a:lnTo>
                    <a:pt x="77266" y="64159"/>
                  </a:lnTo>
                  <a:lnTo>
                    <a:pt x="79655" y="68022"/>
                  </a:lnTo>
                  <a:lnTo>
                    <a:pt x="82452" y="69890"/>
                  </a:lnTo>
                  <a:lnTo>
                    <a:pt x="87798" y="70097"/>
                  </a:lnTo>
                  <a:lnTo>
                    <a:pt x="88158" y="72161"/>
                  </a:lnTo>
                  <a:lnTo>
                    <a:pt x="85385" y="77274"/>
                  </a:lnTo>
                  <a:lnTo>
                    <a:pt x="83767" y="81716"/>
                  </a:lnTo>
                  <a:lnTo>
                    <a:pt x="87008" y="87247"/>
                  </a:lnTo>
                  <a:lnTo>
                    <a:pt x="85001" y="90466"/>
                  </a:lnTo>
                  <a:lnTo>
                    <a:pt x="78893" y="84767"/>
                  </a:lnTo>
                  <a:lnTo>
                    <a:pt x="75459" y="84173"/>
                  </a:lnTo>
                  <a:lnTo>
                    <a:pt x="75045" y="88980"/>
                  </a:lnTo>
                  <a:lnTo>
                    <a:pt x="74606" y="93274"/>
                  </a:lnTo>
                  <a:lnTo>
                    <a:pt x="72747" y="96460"/>
                  </a:lnTo>
                  <a:lnTo>
                    <a:pt x="68663" y="98121"/>
                  </a:lnTo>
                  <a:lnTo>
                    <a:pt x="64407" y="99259"/>
                  </a:lnTo>
                  <a:lnTo>
                    <a:pt x="64856" y="104159"/>
                  </a:lnTo>
                  <a:lnTo>
                    <a:pt x="67462" y="105434"/>
                  </a:lnTo>
                  <a:lnTo>
                    <a:pt x="67070" y="107814"/>
                  </a:lnTo>
                  <a:lnTo>
                    <a:pt x="61646" y="110508"/>
                  </a:lnTo>
                  <a:lnTo>
                    <a:pt x="57493" y="115415"/>
                  </a:lnTo>
                  <a:lnTo>
                    <a:pt x="55563" y="118667"/>
                  </a:lnTo>
                  <a:lnTo>
                    <a:pt x="53096" y="120161"/>
                  </a:lnTo>
                  <a:lnTo>
                    <a:pt x="50042" y="113573"/>
                  </a:lnTo>
                  <a:lnTo>
                    <a:pt x="47132" y="113531"/>
                  </a:lnTo>
                  <a:lnTo>
                    <a:pt x="44179" y="116499"/>
                  </a:lnTo>
                  <a:lnTo>
                    <a:pt x="45961" y="120121"/>
                  </a:lnTo>
                  <a:lnTo>
                    <a:pt x="46991" y="127642"/>
                  </a:lnTo>
                  <a:lnTo>
                    <a:pt x="44824" y="127932"/>
                  </a:lnTo>
                  <a:lnTo>
                    <a:pt x="41758" y="130559"/>
                  </a:lnTo>
                  <a:lnTo>
                    <a:pt x="39282" y="132625"/>
                  </a:lnTo>
                  <a:lnTo>
                    <a:pt x="37141" y="133450"/>
                  </a:lnTo>
                  <a:lnTo>
                    <a:pt x="35395" y="137267"/>
                  </a:lnTo>
                  <a:lnTo>
                    <a:pt x="33181" y="139387"/>
                  </a:lnTo>
                  <a:lnTo>
                    <a:pt x="32072" y="143461"/>
                  </a:lnTo>
                  <a:lnTo>
                    <a:pt x="27352" y="144515"/>
                  </a:lnTo>
                  <a:lnTo>
                    <a:pt x="27684" y="140177"/>
                  </a:lnTo>
                  <a:lnTo>
                    <a:pt x="20607" y="133478"/>
                  </a:lnTo>
                  <a:lnTo>
                    <a:pt x="19762" y="128458"/>
                  </a:lnTo>
                  <a:lnTo>
                    <a:pt x="16050" y="125308"/>
                  </a:lnTo>
                  <a:lnTo>
                    <a:pt x="11556" y="123376"/>
                  </a:lnTo>
                  <a:lnTo>
                    <a:pt x="10718" y="114411"/>
                  </a:lnTo>
                  <a:lnTo>
                    <a:pt x="7227" y="105648"/>
                  </a:lnTo>
                  <a:lnTo>
                    <a:pt x="3664" y="104078"/>
                  </a:lnTo>
                  <a:lnTo>
                    <a:pt x="98" y="1040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38609" y="5648330"/>
              <a:ext cx="32757" cy="17551"/>
            </a:xfrm>
            <a:custGeom>
              <a:avLst/>
              <a:pathLst>
                <a:path w="32757" h="17551">
                  <a:moveTo>
                    <a:pt x="0" y="16577"/>
                  </a:moveTo>
                  <a:lnTo>
                    <a:pt x="3933" y="9012"/>
                  </a:lnTo>
                  <a:lnTo>
                    <a:pt x="10033" y="2512"/>
                  </a:lnTo>
                  <a:lnTo>
                    <a:pt x="20689" y="1002"/>
                  </a:lnTo>
                  <a:lnTo>
                    <a:pt x="24653" y="0"/>
                  </a:lnTo>
                  <a:lnTo>
                    <a:pt x="27540" y="2905"/>
                  </a:lnTo>
                  <a:lnTo>
                    <a:pt x="32757" y="2795"/>
                  </a:lnTo>
                  <a:lnTo>
                    <a:pt x="32728" y="5096"/>
                  </a:lnTo>
                  <a:lnTo>
                    <a:pt x="28477" y="9241"/>
                  </a:lnTo>
                  <a:lnTo>
                    <a:pt x="19679" y="9172"/>
                  </a:lnTo>
                  <a:lnTo>
                    <a:pt x="10326" y="9696"/>
                  </a:lnTo>
                  <a:lnTo>
                    <a:pt x="7203" y="11966"/>
                  </a:lnTo>
                  <a:lnTo>
                    <a:pt x="3605" y="175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110798" y="5701999"/>
              <a:ext cx="7197" cy="11728"/>
            </a:xfrm>
            <a:custGeom>
              <a:avLst/>
              <a:pathLst>
                <a:path w="7197" h="11728">
                  <a:moveTo>
                    <a:pt x="0" y="7978"/>
                  </a:moveTo>
                  <a:lnTo>
                    <a:pt x="1901" y="4758"/>
                  </a:lnTo>
                  <a:lnTo>
                    <a:pt x="4386" y="0"/>
                  </a:lnTo>
                  <a:lnTo>
                    <a:pt x="7197" y="939"/>
                  </a:lnTo>
                  <a:lnTo>
                    <a:pt x="6853" y="5645"/>
                  </a:lnTo>
                  <a:lnTo>
                    <a:pt x="6858" y="9696"/>
                  </a:lnTo>
                  <a:lnTo>
                    <a:pt x="6183" y="11728"/>
                  </a:lnTo>
                  <a:lnTo>
                    <a:pt x="1505" y="1137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73730" y="5692949"/>
              <a:ext cx="4520" cy="7380"/>
            </a:xfrm>
            <a:custGeom>
              <a:avLst/>
              <a:pathLst>
                <a:path w="4520" h="7380">
                  <a:moveTo>
                    <a:pt x="0" y="1620"/>
                  </a:moveTo>
                  <a:lnTo>
                    <a:pt x="1671" y="0"/>
                  </a:lnTo>
                  <a:lnTo>
                    <a:pt x="4330" y="2211"/>
                  </a:lnTo>
                  <a:lnTo>
                    <a:pt x="4520" y="5567"/>
                  </a:lnTo>
                  <a:lnTo>
                    <a:pt x="2397" y="7380"/>
                  </a:lnTo>
                  <a:lnTo>
                    <a:pt x="297" y="55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6762" y="5875545"/>
              <a:ext cx="29382" cy="33907"/>
            </a:xfrm>
            <a:custGeom>
              <a:avLst/>
              <a:pathLst>
                <a:path w="29382" h="33907">
                  <a:moveTo>
                    <a:pt x="376" y="1132"/>
                  </a:moveTo>
                  <a:lnTo>
                    <a:pt x="2987" y="0"/>
                  </a:lnTo>
                  <a:lnTo>
                    <a:pt x="12020" y="7873"/>
                  </a:lnTo>
                  <a:lnTo>
                    <a:pt x="20158" y="21946"/>
                  </a:lnTo>
                  <a:lnTo>
                    <a:pt x="23161" y="27480"/>
                  </a:lnTo>
                  <a:lnTo>
                    <a:pt x="27714" y="29349"/>
                  </a:lnTo>
                  <a:lnTo>
                    <a:pt x="29382" y="33907"/>
                  </a:lnTo>
                  <a:lnTo>
                    <a:pt x="20508" y="32733"/>
                  </a:lnTo>
                  <a:lnTo>
                    <a:pt x="13667" y="21697"/>
                  </a:lnTo>
                  <a:lnTo>
                    <a:pt x="10947" y="14604"/>
                  </a:lnTo>
                  <a:lnTo>
                    <a:pt x="9034" y="11851"/>
                  </a:lnTo>
                  <a:lnTo>
                    <a:pt x="5388" y="10711"/>
                  </a:lnTo>
                  <a:lnTo>
                    <a:pt x="0" y="39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049961" y="5658716"/>
              <a:ext cx="12290" cy="5464"/>
            </a:xfrm>
            <a:custGeom>
              <a:avLst/>
              <a:pathLst>
                <a:path w="12290" h="5464">
                  <a:moveTo>
                    <a:pt x="1087" y="2497"/>
                  </a:moveTo>
                  <a:lnTo>
                    <a:pt x="5019" y="0"/>
                  </a:lnTo>
                  <a:lnTo>
                    <a:pt x="7969" y="1031"/>
                  </a:lnTo>
                  <a:lnTo>
                    <a:pt x="12290" y="3666"/>
                  </a:lnTo>
                  <a:lnTo>
                    <a:pt x="9882" y="5270"/>
                  </a:lnTo>
                  <a:lnTo>
                    <a:pt x="5526" y="4794"/>
                  </a:lnTo>
                  <a:lnTo>
                    <a:pt x="0" y="54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952124" y="5755438"/>
              <a:ext cx="38600" cy="30114"/>
            </a:xfrm>
            <a:custGeom>
              <a:avLst/>
              <a:pathLst>
                <a:path w="38600" h="30114">
                  <a:moveTo>
                    <a:pt x="0" y="26625"/>
                  </a:moveTo>
                  <a:lnTo>
                    <a:pt x="1745" y="17713"/>
                  </a:lnTo>
                  <a:lnTo>
                    <a:pt x="1613" y="12003"/>
                  </a:lnTo>
                  <a:lnTo>
                    <a:pt x="3243" y="8197"/>
                  </a:lnTo>
                  <a:lnTo>
                    <a:pt x="7203" y="5843"/>
                  </a:lnTo>
                  <a:lnTo>
                    <a:pt x="12523" y="0"/>
                  </a:lnTo>
                  <a:lnTo>
                    <a:pt x="13641" y="2510"/>
                  </a:lnTo>
                  <a:lnTo>
                    <a:pt x="14934" y="7565"/>
                  </a:lnTo>
                  <a:lnTo>
                    <a:pt x="20255" y="7161"/>
                  </a:lnTo>
                  <a:lnTo>
                    <a:pt x="25396" y="1997"/>
                  </a:lnTo>
                  <a:lnTo>
                    <a:pt x="26860" y="6560"/>
                  </a:lnTo>
                  <a:lnTo>
                    <a:pt x="33006" y="16525"/>
                  </a:lnTo>
                  <a:lnTo>
                    <a:pt x="38600" y="25753"/>
                  </a:lnTo>
                  <a:lnTo>
                    <a:pt x="36300" y="29420"/>
                  </a:lnTo>
                  <a:lnTo>
                    <a:pt x="34917" y="29344"/>
                  </a:lnTo>
                  <a:lnTo>
                    <a:pt x="29472" y="24107"/>
                  </a:lnTo>
                  <a:lnTo>
                    <a:pt x="27007" y="18049"/>
                  </a:lnTo>
                  <a:lnTo>
                    <a:pt x="22165" y="17445"/>
                  </a:lnTo>
                  <a:lnTo>
                    <a:pt x="17732" y="15480"/>
                  </a:lnTo>
                  <a:lnTo>
                    <a:pt x="15665" y="18270"/>
                  </a:lnTo>
                  <a:lnTo>
                    <a:pt x="7864" y="18862"/>
                  </a:lnTo>
                  <a:lnTo>
                    <a:pt x="5444" y="23028"/>
                  </a:lnTo>
                  <a:lnTo>
                    <a:pt x="1140" y="301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928631" y="5742892"/>
              <a:ext cx="25693" cy="24720"/>
            </a:xfrm>
            <a:custGeom>
              <a:avLst/>
              <a:pathLst>
                <a:path w="25693" h="24720">
                  <a:moveTo>
                    <a:pt x="0" y="10424"/>
                  </a:moveTo>
                  <a:lnTo>
                    <a:pt x="1574" y="6746"/>
                  </a:lnTo>
                  <a:lnTo>
                    <a:pt x="5886" y="4458"/>
                  </a:lnTo>
                  <a:lnTo>
                    <a:pt x="12131" y="6064"/>
                  </a:lnTo>
                  <a:lnTo>
                    <a:pt x="18618" y="1925"/>
                  </a:lnTo>
                  <a:lnTo>
                    <a:pt x="21167" y="0"/>
                  </a:lnTo>
                  <a:lnTo>
                    <a:pt x="25693" y="878"/>
                  </a:lnTo>
                  <a:lnTo>
                    <a:pt x="25345" y="6094"/>
                  </a:lnTo>
                  <a:lnTo>
                    <a:pt x="20068" y="11432"/>
                  </a:lnTo>
                  <a:lnTo>
                    <a:pt x="18990" y="15107"/>
                  </a:lnTo>
                  <a:lnTo>
                    <a:pt x="14230" y="12496"/>
                  </a:lnTo>
                  <a:lnTo>
                    <a:pt x="12180" y="14825"/>
                  </a:lnTo>
                  <a:lnTo>
                    <a:pt x="13936" y="20116"/>
                  </a:lnTo>
                  <a:lnTo>
                    <a:pt x="12704" y="23832"/>
                  </a:lnTo>
                  <a:lnTo>
                    <a:pt x="7836" y="21688"/>
                  </a:lnTo>
                  <a:lnTo>
                    <a:pt x="4966" y="22333"/>
                  </a:lnTo>
                  <a:lnTo>
                    <a:pt x="1916" y="24720"/>
                  </a:lnTo>
                  <a:lnTo>
                    <a:pt x="890" y="185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14397" y="5503838"/>
              <a:ext cx="13088" cy="18927"/>
            </a:xfrm>
            <a:custGeom>
              <a:avLst/>
              <a:pathLst>
                <a:path w="13088" h="18927">
                  <a:moveTo>
                    <a:pt x="0" y="12811"/>
                  </a:moveTo>
                  <a:lnTo>
                    <a:pt x="669" y="8066"/>
                  </a:lnTo>
                  <a:lnTo>
                    <a:pt x="5202" y="4940"/>
                  </a:lnTo>
                  <a:lnTo>
                    <a:pt x="12341" y="0"/>
                  </a:lnTo>
                  <a:lnTo>
                    <a:pt x="13088" y="2657"/>
                  </a:lnTo>
                  <a:lnTo>
                    <a:pt x="6634" y="16777"/>
                  </a:lnTo>
                  <a:lnTo>
                    <a:pt x="3970" y="18711"/>
                  </a:lnTo>
                  <a:lnTo>
                    <a:pt x="170" y="189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907366" y="5760155"/>
              <a:ext cx="4318" cy="4479"/>
            </a:xfrm>
            <a:custGeom>
              <a:avLst/>
              <a:pathLst>
                <a:path w="4318" h="4479">
                  <a:moveTo>
                    <a:pt x="821" y="310"/>
                  </a:moveTo>
                  <a:lnTo>
                    <a:pt x="3334" y="0"/>
                  </a:lnTo>
                  <a:lnTo>
                    <a:pt x="4318" y="140"/>
                  </a:lnTo>
                  <a:lnTo>
                    <a:pt x="3961" y="4479"/>
                  </a:lnTo>
                  <a:lnTo>
                    <a:pt x="0" y="30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98232" y="5756496"/>
              <a:ext cx="6268" cy="5137"/>
            </a:xfrm>
            <a:custGeom>
              <a:avLst/>
              <a:pathLst>
                <a:path w="6268" h="5137">
                  <a:moveTo>
                    <a:pt x="0" y="1519"/>
                  </a:moveTo>
                  <a:lnTo>
                    <a:pt x="6268" y="0"/>
                  </a:lnTo>
                  <a:lnTo>
                    <a:pt x="5088" y="4592"/>
                  </a:lnTo>
                  <a:lnTo>
                    <a:pt x="321" y="513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57089" y="5809756"/>
              <a:ext cx="19246" cy="12382"/>
            </a:xfrm>
            <a:custGeom>
              <a:avLst/>
              <a:pathLst>
                <a:path w="19246" h="12382">
                  <a:moveTo>
                    <a:pt x="496" y="0"/>
                  </a:moveTo>
                  <a:lnTo>
                    <a:pt x="10216" y="4747"/>
                  </a:lnTo>
                  <a:lnTo>
                    <a:pt x="19246" y="8306"/>
                  </a:lnTo>
                  <a:lnTo>
                    <a:pt x="17689" y="10674"/>
                  </a:lnTo>
                  <a:lnTo>
                    <a:pt x="14834" y="12382"/>
                  </a:lnTo>
                  <a:lnTo>
                    <a:pt x="9509" y="10354"/>
                  </a:lnTo>
                  <a:lnTo>
                    <a:pt x="3865" y="9972"/>
                  </a:lnTo>
                  <a:lnTo>
                    <a:pt x="0" y="60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55327" y="5826585"/>
              <a:ext cx="31193" cy="12439"/>
            </a:xfrm>
            <a:custGeom>
              <a:avLst/>
              <a:pathLst>
                <a:path w="31193" h="12439">
                  <a:moveTo>
                    <a:pt x="0" y="10747"/>
                  </a:moveTo>
                  <a:lnTo>
                    <a:pt x="5015" y="8674"/>
                  </a:lnTo>
                  <a:lnTo>
                    <a:pt x="12015" y="6621"/>
                  </a:lnTo>
                  <a:lnTo>
                    <a:pt x="17227" y="5891"/>
                  </a:lnTo>
                  <a:lnTo>
                    <a:pt x="22186" y="5962"/>
                  </a:lnTo>
                  <a:lnTo>
                    <a:pt x="26834" y="1891"/>
                  </a:lnTo>
                  <a:lnTo>
                    <a:pt x="28943" y="0"/>
                  </a:lnTo>
                  <a:lnTo>
                    <a:pt x="31193" y="317"/>
                  </a:lnTo>
                  <a:lnTo>
                    <a:pt x="29245" y="4800"/>
                  </a:lnTo>
                  <a:lnTo>
                    <a:pt x="24114" y="11389"/>
                  </a:lnTo>
                  <a:lnTo>
                    <a:pt x="19182" y="10226"/>
                  </a:lnTo>
                  <a:lnTo>
                    <a:pt x="11734" y="12137"/>
                  </a:lnTo>
                  <a:lnTo>
                    <a:pt x="1721" y="124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36398" y="5819085"/>
              <a:ext cx="27146" cy="18052"/>
            </a:xfrm>
            <a:custGeom>
              <a:avLst/>
              <a:pathLst>
                <a:path w="27146" h="18052">
                  <a:moveTo>
                    <a:pt x="1952" y="6802"/>
                  </a:moveTo>
                  <a:lnTo>
                    <a:pt x="5770" y="4557"/>
                  </a:lnTo>
                  <a:lnTo>
                    <a:pt x="9162" y="5284"/>
                  </a:lnTo>
                  <a:lnTo>
                    <a:pt x="18233" y="0"/>
                  </a:lnTo>
                  <a:lnTo>
                    <a:pt x="23683" y="691"/>
                  </a:lnTo>
                  <a:lnTo>
                    <a:pt x="27146" y="8025"/>
                  </a:lnTo>
                  <a:lnTo>
                    <a:pt x="20944" y="13607"/>
                  </a:lnTo>
                  <a:lnTo>
                    <a:pt x="12152" y="15967"/>
                  </a:lnTo>
                  <a:lnTo>
                    <a:pt x="8745" y="18052"/>
                  </a:lnTo>
                  <a:lnTo>
                    <a:pt x="7779" y="16074"/>
                  </a:lnTo>
                  <a:lnTo>
                    <a:pt x="2367" y="16951"/>
                  </a:lnTo>
                  <a:lnTo>
                    <a:pt x="0" y="1112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713755" y="5377435"/>
              <a:ext cx="58377" cy="49045"/>
            </a:xfrm>
            <a:custGeom>
              <a:avLst/>
              <a:pathLst>
                <a:path w="58377" h="49045">
                  <a:moveTo>
                    <a:pt x="0" y="12234"/>
                  </a:moveTo>
                  <a:lnTo>
                    <a:pt x="3744" y="10233"/>
                  </a:lnTo>
                  <a:lnTo>
                    <a:pt x="10135" y="11075"/>
                  </a:lnTo>
                  <a:lnTo>
                    <a:pt x="15477" y="12972"/>
                  </a:lnTo>
                  <a:lnTo>
                    <a:pt x="18456" y="13651"/>
                  </a:lnTo>
                  <a:lnTo>
                    <a:pt x="19603" y="10950"/>
                  </a:lnTo>
                  <a:lnTo>
                    <a:pt x="19003" y="9502"/>
                  </a:lnTo>
                  <a:lnTo>
                    <a:pt x="23153" y="5774"/>
                  </a:lnTo>
                  <a:lnTo>
                    <a:pt x="26131" y="6723"/>
                  </a:lnTo>
                  <a:lnTo>
                    <a:pt x="28487" y="3923"/>
                  </a:lnTo>
                  <a:lnTo>
                    <a:pt x="30453" y="2160"/>
                  </a:lnTo>
                  <a:lnTo>
                    <a:pt x="33957" y="5051"/>
                  </a:lnTo>
                  <a:lnTo>
                    <a:pt x="38213" y="3108"/>
                  </a:lnTo>
                  <a:lnTo>
                    <a:pt x="41305" y="0"/>
                  </a:lnTo>
                  <a:lnTo>
                    <a:pt x="42395" y="5132"/>
                  </a:lnTo>
                  <a:lnTo>
                    <a:pt x="44211" y="8789"/>
                  </a:lnTo>
                  <a:lnTo>
                    <a:pt x="49148" y="7599"/>
                  </a:lnTo>
                  <a:lnTo>
                    <a:pt x="55258" y="11916"/>
                  </a:lnTo>
                  <a:lnTo>
                    <a:pt x="53661" y="15787"/>
                  </a:lnTo>
                  <a:lnTo>
                    <a:pt x="54708" y="18646"/>
                  </a:lnTo>
                  <a:lnTo>
                    <a:pt x="53295" y="20989"/>
                  </a:lnTo>
                  <a:lnTo>
                    <a:pt x="54901" y="24004"/>
                  </a:lnTo>
                  <a:lnTo>
                    <a:pt x="53297" y="28043"/>
                  </a:lnTo>
                  <a:lnTo>
                    <a:pt x="55465" y="31611"/>
                  </a:lnTo>
                  <a:lnTo>
                    <a:pt x="58377" y="36674"/>
                  </a:lnTo>
                  <a:lnTo>
                    <a:pt x="56610" y="39754"/>
                  </a:lnTo>
                  <a:lnTo>
                    <a:pt x="52563" y="41124"/>
                  </a:lnTo>
                  <a:lnTo>
                    <a:pt x="50635" y="39704"/>
                  </a:lnTo>
                  <a:lnTo>
                    <a:pt x="47740" y="41621"/>
                  </a:lnTo>
                  <a:lnTo>
                    <a:pt x="43772" y="41063"/>
                  </a:lnTo>
                  <a:lnTo>
                    <a:pt x="40366" y="43003"/>
                  </a:lnTo>
                  <a:lnTo>
                    <a:pt x="40088" y="47562"/>
                  </a:lnTo>
                  <a:lnTo>
                    <a:pt x="36593" y="49045"/>
                  </a:lnTo>
                  <a:lnTo>
                    <a:pt x="34294" y="44366"/>
                  </a:lnTo>
                  <a:lnTo>
                    <a:pt x="31578" y="42098"/>
                  </a:lnTo>
                  <a:lnTo>
                    <a:pt x="26845" y="40987"/>
                  </a:lnTo>
                  <a:lnTo>
                    <a:pt x="22181" y="38141"/>
                  </a:lnTo>
                  <a:lnTo>
                    <a:pt x="18275" y="35136"/>
                  </a:lnTo>
                  <a:lnTo>
                    <a:pt x="14014" y="30825"/>
                  </a:lnTo>
                  <a:lnTo>
                    <a:pt x="10169" y="28713"/>
                  </a:lnTo>
                  <a:lnTo>
                    <a:pt x="5454" y="24272"/>
                  </a:lnTo>
                  <a:lnTo>
                    <a:pt x="2235" y="21983"/>
                  </a:lnTo>
                  <a:lnTo>
                    <a:pt x="2282" y="176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5257" y="5851160"/>
              <a:ext cx="5674" cy="7066"/>
            </a:xfrm>
            <a:custGeom>
              <a:avLst/>
              <a:pathLst>
                <a:path w="5674" h="7066">
                  <a:moveTo>
                    <a:pt x="1452" y="0"/>
                  </a:moveTo>
                  <a:lnTo>
                    <a:pt x="4538" y="2235"/>
                  </a:lnTo>
                  <a:lnTo>
                    <a:pt x="5674" y="4292"/>
                  </a:lnTo>
                  <a:lnTo>
                    <a:pt x="3060" y="7066"/>
                  </a:lnTo>
                  <a:lnTo>
                    <a:pt x="1650" y="6804"/>
                  </a:lnTo>
                  <a:lnTo>
                    <a:pt x="0" y="114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69836" y="5835679"/>
              <a:ext cx="67779" cy="51389"/>
            </a:xfrm>
            <a:custGeom>
              <a:avLst/>
              <a:pathLst>
                <a:path w="67779" h="51389">
                  <a:moveTo>
                    <a:pt x="2347" y="44553"/>
                  </a:moveTo>
                  <a:lnTo>
                    <a:pt x="6101" y="41203"/>
                  </a:lnTo>
                  <a:lnTo>
                    <a:pt x="10009" y="41262"/>
                  </a:lnTo>
                  <a:lnTo>
                    <a:pt x="15156" y="38276"/>
                  </a:lnTo>
                  <a:lnTo>
                    <a:pt x="18473" y="38073"/>
                  </a:lnTo>
                  <a:lnTo>
                    <a:pt x="21953" y="36439"/>
                  </a:lnTo>
                  <a:lnTo>
                    <a:pt x="25453" y="33538"/>
                  </a:lnTo>
                  <a:lnTo>
                    <a:pt x="27470" y="31797"/>
                  </a:lnTo>
                  <a:lnTo>
                    <a:pt x="26589" y="27773"/>
                  </a:lnTo>
                  <a:lnTo>
                    <a:pt x="28657" y="26037"/>
                  </a:lnTo>
                  <a:lnTo>
                    <a:pt x="30066" y="23847"/>
                  </a:lnTo>
                  <a:lnTo>
                    <a:pt x="31285" y="20927"/>
                  </a:lnTo>
                  <a:lnTo>
                    <a:pt x="32696" y="17656"/>
                  </a:lnTo>
                  <a:lnTo>
                    <a:pt x="29317" y="14102"/>
                  </a:lnTo>
                  <a:lnTo>
                    <a:pt x="27729" y="11997"/>
                  </a:lnTo>
                  <a:lnTo>
                    <a:pt x="27840" y="9143"/>
                  </a:lnTo>
                  <a:lnTo>
                    <a:pt x="32082" y="3948"/>
                  </a:lnTo>
                  <a:lnTo>
                    <a:pt x="37815" y="1408"/>
                  </a:lnTo>
                  <a:lnTo>
                    <a:pt x="42959" y="0"/>
                  </a:lnTo>
                  <a:lnTo>
                    <a:pt x="46605" y="430"/>
                  </a:lnTo>
                  <a:lnTo>
                    <a:pt x="48657" y="4557"/>
                  </a:lnTo>
                  <a:lnTo>
                    <a:pt x="51555" y="7411"/>
                  </a:lnTo>
                  <a:lnTo>
                    <a:pt x="54259" y="5389"/>
                  </a:lnTo>
                  <a:lnTo>
                    <a:pt x="57301" y="2318"/>
                  </a:lnTo>
                  <a:lnTo>
                    <a:pt x="60725" y="4411"/>
                  </a:lnTo>
                  <a:lnTo>
                    <a:pt x="62185" y="3920"/>
                  </a:lnTo>
                  <a:lnTo>
                    <a:pt x="64186" y="3245"/>
                  </a:lnTo>
                  <a:lnTo>
                    <a:pt x="67779" y="5611"/>
                  </a:lnTo>
                  <a:lnTo>
                    <a:pt x="64547" y="7762"/>
                  </a:lnTo>
                  <a:lnTo>
                    <a:pt x="62666" y="9010"/>
                  </a:lnTo>
                  <a:lnTo>
                    <a:pt x="61120" y="11676"/>
                  </a:lnTo>
                  <a:lnTo>
                    <a:pt x="58528" y="11967"/>
                  </a:lnTo>
                  <a:lnTo>
                    <a:pt x="55280" y="15990"/>
                  </a:lnTo>
                  <a:lnTo>
                    <a:pt x="57808" y="17820"/>
                  </a:lnTo>
                  <a:lnTo>
                    <a:pt x="63030" y="14772"/>
                  </a:lnTo>
                  <a:lnTo>
                    <a:pt x="66257" y="13792"/>
                  </a:lnTo>
                  <a:lnTo>
                    <a:pt x="66813" y="15762"/>
                  </a:lnTo>
                  <a:lnTo>
                    <a:pt x="65185" y="22498"/>
                  </a:lnTo>
                  <a:lnTo>
                    <a:pt x="61207" y="23609"/>
                  </a:lnTo>
                  <a:lnTo>
                    <a:pt x="58308" y="25963"/>
                  </a:lnTo>
                  <a:lnTo>
                    <a:pt x="53585" y="27946"/>
                  </a:lnTo>
                  <a:lnTo>
                    <a:pt x="51110" y="31797"/>
                  </a:lnTo>
                  <a:lnTo>
                    <a:pt x="48335" y="35367"/>
                  </a:lnTo>
                  <a:lnTo>
                    <a:pt x="45446" y="38204"/>
                  </a:lnTo>
                  <a:lnTo>
                    <a:pt x="41881" y="41176"/>
                  </a:lnTo>
                  <a:lnTo>
                    <a:pt x="36996" y="41490"/>
                  </a:lnTo>
                  <a:lnTo>
                    <a:pt x="32605" y="41098"/>
                  </a:lnTo>
                  <a:lnTo>
                    <a:pt x="29538" y="41088"/>
                  </a:lnTo>
                  <a:lnTo>
                    <a:pt x="26084" y="41605"/>
                  </a:lnTo>
                  <a:lnTo>
                    <a:pt x="21262" y="44597"/>
                  </a:lnTo>
                  <a:lnTo>
                    <a:pt x="20594" y="46667"/>
                  </a:lnTo>
                  <a:lnTo>
                    <a:pt x="16442" y="46541"/>
                  </a:lnTo>
                  <a:lnTo>
                    <a:pt x="13663" y="50606"/>
                  </a:lnTo>
                  <a:lnTo>
                    <a:pt x="11747" y="49766"/>
                  </a:lnTo>
                  <a:lnTo>
                    <a:pt x="8555" y="51389"/>
                  </a:lnTo>
                  <a:lnTo>
                    <a:pt x="3848" y="49186"/>
                  </a:lnTo>
                  <a:lnTo>
                    <a:pt x="0" y="462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739809" y="4611485"/>
              <a:ext cx="1289555" cy="1203621"/>
            </a:xfrm>
            <a:custGeom>
              <a:avLst/>
              <a:pathLst>
                <a:path w="1289555" h="1203621">
                  <a:moveTo>
                    <a:pt x="0" y="384989"/>
                  </a:moveTo>
                  <a:lnTo>
                    <a:pt x="4583" y="380483"/>
                  </a:lnTo>
                  <a:lnTo>
                    <a:pt x="13732" y="377035"/>
                  </a:lnTo>
                  <a:lnTo>
                    <a:pt x="24141" y="371261"/>
                  </a:lnTo>
                  <a:lnTo>
                    <a:pt x="38881" y="361007"/>
                  </a:lnTo>
                  <a:lnTo>
                    <a:pt x="59239" y="349238"/>
                  </a:lnTo>
                  <a:lnTo>
                    <a:pt x="76445" y="340481"/>
                  </a:lnTo>
                  <a:lnTo>
                    <a:pt x="92149" y="334736"/>
                  </a:lnTo>
                  <a:lnTo>
                    <a:pt x="103123" y="331852"/>
                  </a:lnTo>
                  <a:lnTo>
                    <a:pt x="117560" y="332504"/>
                  </a:lnTo>
                  <a:lnTo>
                    <a:pt x="122879" y="335402"/>
                  </a:lnTo>
                  <a:lnTo>
                    <a:pt x="119354" y="339371"/>
                  </a:lnTo>
                  <a:lnTo>
                    <a:pt x="117169" y="343611"/>
                  </a:lnTo>
                  <a:lnTo>
                    <a:pt x="114968" y="346854"/>
                  </a:lnTo>
                  <a:lnTo>
                    <a:pt x="115036" y="352719"/>
                  </a:lnTo>
                  <a:lnTo>
                    <a:pt x="114877" y="356143"/>
                  </a:lnTo>
                  <a:lnTo>
                    <a:pt x="112557" y="358433"/>
                  </a:lnTo>
                  <a:lnTo>
                    <a:pt x="112548" y="360923"/>
                  </a:lnTo>
                  <a:lnTo>
                    <a:pt x="114851" y="367643"/>
                  </a:lnTo>
                  <a:lnTo>
                    <a:pt x="117371" y="370782"/>
                  </a:lnTo>
                  <a:lnTo>
                    <a:pt x="122655" y="369380"/>
                  </a:lnTo>
                  <a:lnTo>
                    <a:pt x="125832" y="369671"/>
                  </a:lnTo>
                  <a:lnTo>
                    <a:pt x="131476" y="371960"/>
                  </a:lnTo>
                  <a:lnTo>
                    <a:pt x="135413" y="371016"/>
                  </a:lnTo>
                  <a:lnTo>
                    <a:pt x="141833" y="370531"/>
                  </a:lnTo>
                  <a:lnTo>
                    <a:pt x="144874" y="374376"/>
                  </a:lnTo>
                  <a:lnTo>
                    <a:pt x="150042" y="374044"/>
                  </a:lnTo>
                  <a:lnTo>
                    <a:pt x="152340" y="375452"/>
                  </a:lnTo>
                  <a:lnTo>
                    <a:pt x="157566" y="372396"/>
                  </a:lnTo>
                  <a:lnTo>
                    <a:pt x="165041" y="376833"/>
                  </a:lnTo>
                  <a:lnTo>
                    <a:pt x="166876" y="373271"/>
                  </a:lnTo>
                  <a:lnTo>
                    <a:pt x="171479" y="366142"/>
                  </a:lnTo>
                  <a:lnTo>
                    <a:pt x="173427" y="361716"/>
                  </a:lnTo>
                  <a:lnTo>
                    <a:pt x="175159" y="360192"/>
                  </a:lnTo>
                  <a:lnTo>
                    <a:pt x="178804" y="360890"/>
                  </a:lnTo>
                  <a:lnTo>
                    <a:pt x="179202" y="363162"/>
                  </a:lnTo>
                  <a:lnTo>
                    <a:pt x="182282" y="364204"/>
                  </a:lnTo>
                  <a:lnTo>
                    <a:pt x="187636" y="362750"/>
                  </a:lnTo>
                  <a:lnTo>
                    <a:pt x="185494" y="356894"/>
                  </a:lnTo>
                  <a:lnTo>
                    <a:pt x="179748" y="352819"/>
                  </a:lnTo>
                  <a:lnTo>
                    <a:pt x="173406" y="350488"/>
                  </a:lnTo>
                  <a:lnTo>
                    <a:pt x="170371" y="350375"/>
                  </a:lnTo>
                  <a:lnTo>
                    <a:pt x="164502" y="353394"/>
                  </a:lnTo>
                  <a:lnTo>
                    <a:pt x="166352" y="345621"/>
                  </a:lnTo>
                  <a:lnTo>
                    <a:pt x="166311" y="341898"/>
                  </a:lnTo>
                  <a:lnTo>
                    <a:pt x="161015" y="333624"/>
                  </a:lnTo>
                  <a:lnTo>
                    <a:pt x="159588" y="328863"/>
                  </a:lnTo>
                  <a:lnTo>
                    <a:pt x="155409" y="325803"/>
                  </a:lnTo>
                  <a:lnTo>
                    <a:pt x="151690" y="324419"/>
                  </a:lnTo>
                  <a:lnTo>
                    <a:pt x="149210" y="315847"/>
                  </a:lnTo>
                  <a:lnTo>
                    <a:pt x="150556" y="312734"/>
                  </a:lnTo>
                  <a:lnTo>
                    <a:pt x="153709" y="309604"/>
                  </a:lnTo>
                  <a:lnTo>
                    <a:pt x="153831" y="307489"/>
                  </a:lnTo>
                  <a:lnTo>
                    <a:pt x="149786" y="305924"/>
                  </a:lnTo>
                  <a:lnTo>
                    <a:pt x="144598" y="306061"/>
                  </a:lnTo>
                  <a:lnTo>
                    <a:pt x="140652" y="303000"/>
                  </a:lnTo>
                  <a:lnTo>
                    <a:pt x="133740" y="300192"/>
                  </a:lnTo>
                  <a:lnTo>
                    <a:pt x="126748" y="297308"/>
                  </a:lnTo>
                  <a:lnTo>
                    <a:pt x="124135" y="295847"/>
                  </a:lnTo>
                  <a:lnTo>
                    <a:pt x="123885" y="288584"/>
                  </a:lnTo>
                  <a:lnTo>
                    <a:pt x="121997" y="273562"/>
                  </a:lnTo>
                  <a:lnTo>
                    <a:pt x="118938" y="262441"/>
                  </a:lnTo>
                  <a:lnTo>
                    <a:pt x="114652" y="255855"/>
                  </a:lnTo>
                  <a:lnTo>
                    <a:pt x="108597" y="249874"/>
                  </a:lnTo>
                  <a:lnTo>
                    <a:pt x="97024" y="233638"/>
                  </a:lnTo>
                  <a:lnTo>
                    <a:pt x="91833" y="226206"/>
                  </a:lnTo>
                  <a:lnTo>
                    <a:pt x="90821" y="225436"/>
                  </a:lnTo>
                  <a:lnTo>
                    <a:pt x="84494" y="220587"/>
                  </a:lnTo>
                  <a:lnTo>
                    <a:pt x="80374" y="218611"/>
                  </a:lnTo>
                  <a:lnTo>
                    <a:pt x="78271" y="216085"/>
                  </a:lnTo>
                  <a:lnTo>
                    <a:pt x="76403" y="209992"/>
                  </a:lnTo>
                  <a:lnTo>
                    <a:pt x="71898" y="204424"/>
                  </a:lnTo>
                  <a:lnTo>
                    <a:pt x="65702" y="200278"/>
                  </a:lnTo>
                  <a:lnTo>
                    <a:pt x="60239" y="199188"/>
                  </a:lnTo>
                  <a:lnTo>
                    <a:pt x="66681" y="195195"/>
                  </a:lnTo>
                  <a:lnTo>
                    <a:pt x="73137" y="193480"/>
                  </a:lnTo>
                  <a:lnTo>
                    <a:pt x="75006" y="188013"/>
                  </a:lnTo>
                  <a:lnTo>
                    <a:pt x="77196" y="181608"/>
                  </a:lnTo>
                  <a:lnTo>
                    <a:pt x="79209" y="173699"/>
                  </a:lnTo>
                  <a:lnTo>
                    <a:pt x="80058" y="163179"/>
                  </a:lnTo>
                  <a:lnTo>
                    <a:pt x="86803" y="164482"/>
                  </a:lnTo>
                  <a:lnTo>
                    <a:pt x="95768" y="166610"/>
                  </a:lnTo>
                  <a:lnTo>
                    <a:pt x="108616" y="166269"/>
                  </a:lnTo>
                  <a:lnTo>
                    <a:pt x="118934" y="164962"/>
                  </a:lnTo>
                  <a:lnTo>
                    <a:pt x="125261" y="164725"/>
                  </a:lnTo>
                  <a:lnTo>
                    <a:pt x="133249" y="160532"/>
                  </a:lnTo>
                  <a:lnTo>
                    <a:pt x="142236" y="152551"/>
                  </a:lnTo>
                  <a:lnTo>
                    <a:pt x="151078" y="140290"/>
                  </a:lnTo>
                  <a:lnTo>
                    <a:pt x="154130" y="131640"/>
                  </a:lnTo>
                  <a:lnTo>
                    <a:pt x="155562" y="118660"/>
                  </a:lnTo>
                  <a:lnTo>
                    <a:pt x="158296" y="109925"/>
                  </a:lnTo>
                  <a:lnTo>
                    <a:pt x="160801" y="103850"/>
                  </a:lnTo>
                  <a:lnTo>
                    <a:pt x="165995" y="96843"/>
                  </a:lnTo>
                  <a:lnTo>
                    <a:pt x="173471" y="85168"/>
                  </a:lnTo>
                  <a:lnTo>
                    <a:pt x="178584" y="78125"/>
                  </a:lnTo>
                  <a:lnTo>
                    <a:pt x="188562" y="69901"/>
                  </a:lnTo>
                  <a:lnTo>
                    <a:pt x="194754" y="72208"/>
                  </a:lnTo>
                  <a:lnTo>
                    <a:pt x="201019" y="73033"/>
                  </a:lnTo>
                  <a:lnTo>
                    <a:pt x="211707" y="67913"/>
                  </a:lnTo>
                  <a:lnTo>
                    <a:pt x="225502" y="55534"/>
                  </a:lnTo>
                  <a:lnTo>
                    <a:pt x="233604" y="45344"/>
                  </a:lnTo>
                  <a:lnTo>
                    <a:pt x="238703" y="39249"/>
                  </a:lnTo>
                  <a:lnTo>
                    <a:pt x="249097" y="33791"/>
                  </a:lnTo>
                  <a:lnTo>
                    <a:pt x="250034" y="37916"/>
                  </a:lnTo>
                  <a:lnTo>
                    <a:pt x="255435" y="39805"/>
                  </a:lnTo>
                  <a:lnTo>
                    <a:pt x="261339" y="39710"/>
                  </a:lnTo>
                  <a:lnTo>
                    <a:pt x="265807" y="38000"/>
                  </a:lnTo>
                  <a:lnTo>
                    <a:pt x="272886" y="37153"/>
                  </a:lnTo>
                  <a:lnTo>
                    <a:pt x="278580" y="34066"/>
                  </a:lnTo>
                  <a:lnTo>
                    <a:pt x="286163" y="26875"/>
                  </a:lnTo>
                  <a:lnTo>
                    <a:pt x="291591" y="18410"/>
                  </a:lnTo>
                  <a:lnTo>
                    <a:pt x="297544" y="8126"/>
                  </a:lnTo>
                  <a:lnTo>
                    <a:pt x="299647" y="4745"/>
                  </a:lnTo>
                  <a:lnTo>
                    <a:pt x="304755" y="0"/>
                  </a:lnTo>
                  <a:lnTo>
                    <a:pt x="305414" y="3965"/>
                  </a:lnTo>
                  <a:lnTo>
                    <a:pt x="309916" y="6440"/>
                  </a:lnTo>
                  <a:lnTo>
                    <a:pt x="314761" y="7537"/>
                  </a:lnTo>
                  <a:lnTo>
                    <a:pt x="315295" y="11609"/>
                  </a:lnTo>
                  <a:lnTo>
                    <a:pt x="318411" y="10860"/>
                  </a:lnTo>
                  <a:lnTo>
                    <a:pt x="324774" y="12142"/>
                  </a:lnTo>
                  <a:lnTo>
                    <a:pt x="326107" y="17046"/>
                  </a:lnTo>
                  <a:lnTo>
                    <a:pt x="325816" y="19517"/>
                  </a:lnTo>
                  <a:lnTo>
                    <a:pt x="322172" y="23017"/>
                  </a:lnTo>
                  <a:lnTo>
                    <a:pt x="320953" y="25503"/>
                  </a:lnTo>
                  <a:lnTo>
                    <a:pt x="316942" y="27112"/>
                  </a:lnTo>
                  <a:lnTo>
                    <a:pt x="316315" y="30409"/>
                  </a:lnTo>
                  <a:lnTo>
                    <a:pt x="317385" y="35030"/>
                  </a:lnTo>
                  <a:lnTo>
                    <a:pt x="321444" y="36412"/>
                  </a:lnTo>
                  <a:lnTo>
                    <a:pt x="325447" y="35125"/>
                  </a:lnTo>
                  <a:lnTo>
                    <a:pt x="326679" y="32336"/>
                  </a:lnTo>
                  <a:lnTo>
                    <a:pt x="326140" y="28492"/>
                  </a:lnTo>
                  <a:lnTo>
                    <a:pt x="329307" y="24569"/>
                  </a:lnTo>
                  <a:lnTo>
                    <a:pt x="331481" y="18469"/>
                  </a:lnTo>
                  <a:lnTo>
                    <a:pt x="335721" y="13590"/>
                  </a:lnTo>
                  <a:lnTo>
                    <a:pt x="338172" y="14825"/>
                  </a:lnTo>
                  <a:lnTo>
                    <a:pt x="345739" y="22828"/>
                  </a:lnTo>
                  <a:lnTo>
                    <a:pt x="345182" y="27445"/>
                  </a:lnTo>
                  <a:lnTo>
                    <a:pt x="345972" y="35629"/>
                  </a:lnTo>
                  <a:lnTo>
                    <a:pt x="348981" y="35078"/>
                  </a:lnTo>
                  <a:lnTo>
                    <a:pt x="351949" y="35588"/>
                  </a:lnTo>
                  <a:lnTo>
                    <a:pt x="355433" y="38430"/>
                  </a:lnTo>
                  <a:lnTo>
                    <a:pt x="360353" y="30504"/>
                  </a:lnTo>
                  <a:lnTo>
                    <a:pt x="365089" y="30331"/>
                  </a:lnTo>
                  <a:lnTo>
                    <a:pt x="370152" y="29482"/>
                  </a:lnTo>
                  <a:lnTo>
                    <a:pt x="374064" y="26894"/>
                  </a:lnTo>
                  <a:lnTo>
                    <a:pt x="378073" y="27229"/>
                  </a:lnTo>
                  <a:lnTo>
                    <a:pt x="381192" y="29029"/>
                  </a:lnTo>
                  <a:lnTo>
                    <a:pt x="385579" y="28773"/>
                  </a:lnTo>
                  <a:lnTo>
                    <a:pt x="391416" y="29889"/>
                  </a:lnTo>
                  <a:lnTo>
                    <a:pt x="395753" y="31882"/>
                  </a:lnTo>
                  <a:lnTo>
                    <a:pt x="396485" y="33878"/>
                  </a:lnTo>
                  <a:lnTo>
                    <a:pt x="393311" y="37778"/>
                  </a:lnTo>
                  <a:lnTo>
                    <a:pt x="393356" y="41061"/>
                  </a:lnTo>
                  <a:lnTo>
                    <a:pt x="390809" y="42299"/>
                  </a:lnTo>
                  <a:lnTo>
                    <a:pt x="391831" y="46914"/>
                  </a:lnTo>
                  <a:lnTo>
                    <a:pt x="394808" y="47663"/>
                  </a:lnTo>
                  <a:lnTo>
                    <a:pt x="399535" y="48452"/>
                  </a:lnTo>
                  <a:lnTo>
                    <a:pt x="401810" y="49724"/>
                  </a:lnTo>
                  <a:lnTo>
                    <a:pt x="407844" y="50184"/>
                  </a:lnTo>
                  <a:lnTo>
                    <a:pt x="407201" y="53376"/>
                  </a:lnTo>
                  <a:lnTo>
                    <a:pt x="407315" y="58114"/>
                  </a:lnTo>
                  <a:lnTo>
                    <a:pt x="412421" y="57919"/>
                  </a:lnTo>
                  <a:lnTo>
                    <a:pt x="417011" y="59545"/>
                  </a:lnTo>
                  <a:lnTo>
                    <a:pt x="419764" y="61005"/>
                  </a:lnTo>
                  <a:lnTo>
                    <a:pt x="422868" y="56525"/>
                  </a:lnTo>
                  <a:lnTo>
                    <a:pt x="425271" y="54326"/>
                  </a:lnTo>
                  <a:lnTo>
                    <a:pt x="427795" y="53852"/>
                  </a:lnTo>
                  <a:lnTo>
                    <a:pt x="432647" y="51949"/>
                  </a:lnTo>
                  <a:lnTo>
                    <a:pt x="435837" y="53090"/>
                  </a:lnTo>
                  <a:lnTo>
                    <a:pt x="438478" y="55662"/>
                  </a:lnTo>
                  <a:lnTo>
                    <a:pt x="443277" y="53544"/>
                  </a:lnTo>
                  <a:lnTo>
                    <a:pt x="447376" y="47940"/>
                  </a:lnTo>
                  <a:lnTo>
                    <a:pt x="450169" y="48441"/>
                  </a:lnTo>
                  <a:lnTo>
                    <a:pt x="456046" y="46180"/>
                  </a:lnTo>
                  <a:lnTo>
                    <a:pt x="462323" y="47554"/>
                  </a:lnTo>
                  <a:lnTo>
                    <a:pt x="468088" y="50834"/>
                  </a:lnTo>
                  <a:lnTo>
                    <a:pt x="473723" y="49721"/>
                  </a:lnTo>
                  <a:lnTo>
                    <a:pt x="478313" y="54002"/>
                  </a:lnTo>
                  <a:lnTo>
                    <a:pt x="478864" y="57126"/>
                  </a:lnTo>
                  <a:lnTo>
                    <a:pt x="481419" y="57355"/>
                  </a:lnTo>
                  <a:lnTo>
                    <a:pt x="484316" y="53782"/>
                  </a:lnTo>
                  <a:lnTo>
                    <a:pt x="489811" y="55256"/>
                  </a:lnTo>
                  <a:lnTo>
                    <a:pt x="492090" y="56340"/>
                  </a:lnTo>
                  <a:lnTo>
                    <a:pt x="494798" y="61069"/>
                  </a:lnTo>
                  <a:lnTo>
                    <a:pt x="502314" y="61926"/>
                  </a:lnTo>
                  <a:lnTo>
                    <a:pt x="506482" y="59840"/>
                  </a:lnTo>
                  <a:lnTo>
                    <a:pt x="508479" y="63149"/>
                  </a:lnTo>
                  <a:lnTo>
                    <a:pt x="512270" y="63007"/>
                  </a:lnTo>
                  <a:lnTo>
                    <a:pt x="514240" y="59923"/>
                  </a:lnTo>
                  <a:lnTo>
                    <a:pt x="522470" y="58325"/>
                  </a:lnTo>
                  <a:lnTo>
                    <a:pt x="530972" y="58549"/>
                  </a:lnTo>
                  <a:lnTo>
                    <a:pt x="533835" y="59280"/>
                  </a:lnTo>
                  <a:lnTo>
                    <a:pt x="536818" y="56851"/>
                  </a:lnTo>
                  <a:lnTo>
                    <a:pt x="542751" y="61398"/>
                  </a:lnTo>
                  <a:lnTo>
                    <a:pt x="547354" y="63779"/>
                  </a:lnTo>
                  <a:lnTo>
                    <a:pt x="553518" y="65656"/>
                  </a:lnTo>
                  <a:lnTo>
                    <a:pt x="559795" y="66196"/>
                  </a:lnTo>
                  <a:lnTo>
                    <a:pt x="562038" y="64606"/>
                  </a:lnTo>
                  <a:lnTo>
                    <a:pt x="564820" y="64893"/>
                  </a:lnTo>
                  <a:lnTo>
                    <a:pt x="568813" y="59116"/>
                  </a:lnTo>
                  <a:lnTo>
                    <a:pt x="572608" y="57274"/>
                  </a:lnTo>
                  <a:lnTo>
                    <a:pt x="579702" y="50825"/>
                  </a:lnTo>
                  <a:lnTo>
                    <a:pt x="588065" y="47170"/>
                  </a:lnTo>
                  <a:lnTo>
                    <a:pt x="590230" y="47594"/>
                  </a:lnTo>
                  <a:lnTo>
                    <a:pt x="593023" y="45035"/>
                  </a:lnTo>
                  <a:lnTo>
                    <a:pt x="599936" y="47755"/>
                  </a:lnTo>
                  <a:lnTo>
                    <a:pt x="606029" y="49447"/>
                  </a:lnTo>
                  <a:lnTo>
                    <a:pt x="613547" y="53494"/>
                  </a:lnTo>
                  <a:lnTo>
                    <a:pt x="615163" y="56036"/>
                  </a:lnTo>
                  <a:lnTo>
                    <a:pt x="619033" y="56422"/>
                  </a:lnTo>
                  <a:lnTo>
                    <a:pt x="624750" y="59061"/>
                  </a:lnTo>
                  <a:lnTo>
                    <a:pt x="632066" y="60509"/>
                  </a:lnTo>
                  <a:lnTo>
                    <a:pt x="639633" y="65137"/>
                  </a:lnTo>
                  <a:lnTo>
                    <a:pt x="644655" y="64488"/>
                  </a:lnTo>
                  <a:lnTo>
                    <a:pt x="649814" y="65764"/>
                  </a:lnTo>
                  <a:lnTo>
                    <a:pt x="667142" y="143049"/>
                  </a:lnTo>
                  <a:lnTo>
                    <a:pt x="709538" y="321930"/>
                  </a:lnTo>
                  <a:lnTo>
                    <a:pt x="777938" y="585867"/>
                  </a:lnTo>
                  <a:lnTo>
                    <a:pt x="805992" y="686974"/>
                  </a:lnTo>
                  <a:lnTo>
                    <a:pt x="807609" y="692690"/>
                  </a:lnTo>
                  <a:lnTo>
                    <a:pt x="823662" y="693536"/>
                  </a:lnTo>
                  <a:lnTo>
                    <a:pt x="823936" y="687156"/>
                  </a:lnTo>
                  <a:lnTo>
                    <a:pt x="841373" y="690584"/>
                  </a:lnTo>
                  <a:lnTo>
                    <a:pt x="847270" y="677284"/>
                  </a:lnTo>
                  <a:lnTo>
                    <a:pt x="865767" y="669709"/>
                  </a:lnTo>
                  <a:lnTo>
                    <a:pt x="866601" y="671896"/>
                  </a:lnTo>
                  <a:lnTo>
                    <a:pt x="867760" y="688562"/>
                  </a:lnTo>
                  <a:lnTo>
                    <a:pt x="874456" y="693012"/>
                  </a:lnTo>
                  <a:lnTo>
                    <a:pt x="887012" y="695051"/>
                  </a:lnTo>
                  <a:lnTo>
                    <a:pt x="891335" y="702157"/>
                  </a:lnTo>
                  <a:lnTo>
                    <a:pt x="894019" y="704141"/>
                  </a:lnTo>
                  <a:lnTo>
                    <a:pt x="935961" y="726296"/>
                  </a:lnTo>
                  <a:lnTo>
                    <a:pt x="945076" y="741787"/>
                  </a:lnTo>
                  <a:lnTo>
                    <a:pt x="946002" y="747331"/>
                  </a:lnTo>
                  <a:lnTo>
                    <a:pt x="948451" y="746211"/>
                  </a:lnTo>
                  <a:lnTo>
                    <a:pt x="952151" y="737953"/>
                  </a:lnTo>
                  <a:lnTo>
                    <a:pt x="961723" y="724217"/>
                  </a:lnTo>
                  <a:lnTo>
                    <a:pt x="962440" y="722466"/>
                  </a:lnTo>
                  <a:lnTo>
                    <a:pt x="970019" y="719030"/>
                  </a:lnTo>
                  <a:lnTo>
                    <a:pt x="970676" y="711721"/>
                  </a:lnTo>
                  <a:lnTo>
                    <a:pt x="970841" y="709866"/>
                  </a:lnTo>
                  <a:lnTo>
                    <a:pt x="966406" y="698279"/>
                  </a:lnTo>
                  <a:lnTo>
                    <a:pt x="970383" y="697798"/>
                  </a:lnTo>
                  <a:lnTo>
                    <a:pt x="972492" y="691408"/>
                  </a:lnTo>
                  <a:lnTo>
                    <a:pt x="971596" y="689243"/>
                  </a:lnTo>
                  <a:lnTo>
                    <a:pt x="967121" y="688004"/>
                  </a:lnTo>
                  <a:lnTo>
                    <a:pt x="971152" y="683404"/>
                  </a:lnTo>
                  <a:lnTo>
                    <a:pt x="978170" y="678826"/>
                  </a:lnTo>
                  <a:lnTo>
                    <a:pt x="983529" y="671867"/>
                  </a:lnTo>
                  <a:lnTo>
                    <a:pt x="989402" y="664183"/>
                  </a:lnTo>
                  <a:lnTo>
                    <a:pt x="999474" y="667665"/>
                  </a:lnTo>
                  <a:lnTo>
                    <a:pt x="1000791" y="669565"/>
                  </a:lnTo>
                  <a:lnTo>
                    <a:pt x="1004872" y="670921"/>
                  </a:lnTo>
                  <a:lnTo>
                    <a:pt x="1009029" y="673641"/>
                  </a:lnTo>
                  <a:lnTo>
                    <a:pt x="1011250" y="679352"/>
                  </a:lnTo>
                  <a:lnTo>
                    <a:pt x="1011273" y="683279"/>
                  </a:lnTo>
                  <a:lnTo>
                    <a:pt x="1014053" y="685144"/>
                  </a:lnTo>
                  <a:lnTo>
                    <a:pt x="1014339" y="687703"/>
                  </a:lnTo>
                  <a:lnTo>
                    <a:pt x="1018038" y="691003"/>
                  </a:lnTo>
                  <a:lnTo>
                    <a:pt x="1026940" y="689682"/>
                  </a:lnTo>
                  <a:lnTo>
                    <a:pt x="1029800" y="693450"/>
                  </a:lnTo>
                  <a:lnTo>
                    <a:pt x="1034167" y="695545"/>
                  </a:lnTo>
                  <a:lnTo>
                    <a:pt x="1036843" y="694419"/>
                  </a:lnTo>
                  <a:lnTo>
                    <a:pt x="1042366" y="699017"/>
                  </a:lnTo>
                  <a:lnTo>
                    <a:pt x="1043185" y="703061"/>
                  </a:lnTo>
                  <a:lnTo>
                    <a:pt x="1045828" y="702965"/>
                  </a:lnTo>
                  <a:lnTo>
                    <a:pt x="1046882" y="705710"/>
                  </a:lnTo>
                  <a:lnTo>
                    <a:pt x="1050912" y="708581"/>
                  </a:lnTo>
                  <a:lnTo>
                    <a:pt x="1067157" y="711251"/>
                  </a:lnTo>
                  <a:lnTo>
                    <a:pt x="1074721" y="716981"/>
                  </a:lnTo>
                  <a:lnTo>
                    <a:pt x="1089539" y="723874"/>
                  </a:lnTo>
                  <a:lnTo>
                    <a:pt x="1088069" y="727722"/>
                  </a:lnTo>
                  <a:lnTo>
                    <a:pt x="1094833" y="733319"/>
                  </a:lnTo>
                  <a:lnTo>
                    <a:pt x="1103365" y="738572"/>
                  </a:lnTo>
                  <a:lnTo>
                    <a:pt x="1110575" y="746644"/>
                  </a:lnTo>
                  <a:lnTo>
                    <a:pt x="1121427" y="753530"/>
                  </a:lnTo>
                  <a:lnTo>
                    <a:pt x="1128774" y="760571"/>
                  </a:lnTo>
                  <a:lnTo>
                    <a:pt x="1134857" y="765579"/>
                  </a:lnTo>
                  <a:lnTo>
                    <a:pt x="1140632" y="770304"/>
                  </a:lnTo>
                  <a:lnTo>
                    <a:pt x="1151087" y="777187"/>
                  </a:lnTo>
                  <a:lnTo>
                    <a:pt x="1158526" y="783783"/>
                  </a:lnTo>
                  <a:lnTo>
                    <a:pt x="1157981" y="793172"/>
                  </a:lnTo>
                  <a:lnTo>
                    <a:pt x="1169655" y="791012"/>
                  </a:lnTo>
                  <a:lnTo>
                    <a:pt x="1171905" y="802092"/>
                  </a:lnTo>
                  <a:lnTo>
                    <a:pt x="1172137" y="803237"/>
                  </a:lnTo>
                  <a:lnTo>
                    <a:pt x="1182427" y="803642"/>
                  </a:lnTo>
                  <a:lnTo>
                    <a:pt x="1182901" y="807356"/>
                  </a:lnTo>
                  <a:lnTo>
                    <a:pt x="1189363" y="815775"/>
                  </a:lnTo>
                  <a:lnTo>
                    <a:pt x="1197397" y="811038"/>
                  </a:lnTo>
                  <a:lnTo>
                    <a:pt x="1203193" y="813212"/>
                  </a:lnTo>
                  <a:lnTo>
                    <a:pt x="1215733" y="814685"/>
                  </a:lnTo>
                  <a:lnTo>
                    <a:pt x="1219652" y="815953"/>
                  </a:lnTo>
                  <a:lnTo>
                    <a:pt x="1229747" y="813669"/>
                  </a:lnTo>
                  <a:lnTo>
                    <a:pt x="1232878" y="814262"/>
                  </a:lnTo>
                  <a:lnTo>
                    <a:pt x="1238973" y="816963"/>
                  </a:lnTo>
                  <a:lnTo>
                    <a:pt x="1244936" y="816126"/>
                  </a:lnTo>
                  <a:lnTo>
                    <a:pt x="1249228" y="821567"/>
                  </a:lnTo>
                  <a:lnTo>
                    <a:pt x="1252335" y="821034"/>
                  </a:lnTo>
                  <a:lnTo>
                    <a:pt x="1256479" y="821258"/>
                  </a:lnTo>
                  <a:lnTo>
                    <a:pt x="1260606" y="817633"/>
                  </a:lnTo>
                  <a:lnTo>
                    <a:pt x="1267551" y="823568"/>
                  </a:lnTo>
                  <a:lnTo>
                    <a:pt x="1269562" y="828463"/>
                  </a:lnTo>
                  <a:lnTo>
                    <a:pt x="1269963" y="835367"/>
                  </a:lnTo>
                  <a:lnTo>
                    <a:pt x="1269166" y="837079"/>
                  </a:lnTo>
                  <a:lnTo>
                    <a:pt x="1270000" y="840039"/>
                  </a:lnTo>
                  <a:lnTo>
                    <a:pt x="1270681" y="842455"/>
                  </a:lnTo>
                  <a:lnTo>
                    <a:pt x="1273310" y="844577"/>
                  </a:lnTo>
                  <a:lnTo>
                    <a:pt x="1276570" y="852000"/>
                  </a:lnTo>
                  <a:lnTo>
                    <a:pt x="1279907" y="855865"/>
                  </a:lnTo>
                  <a:lnTo>
                    <a:pt x="1283301" y="858906"/>
                  </a:lnTo>
                  <a:lnTo>
                    <a:pt x="1286597" y="864235"/>
                  </a:lnTo>
                  <a:lnTo>
                    <a:pt x="1289075" y="865748"/>
                  </a:lnTo>
                  <a:lnTo>
                    <a:pt x="1289555" y="868392"/>
                  </a:lnTo>
                  <a:lnTo>
                    <a:pt x="1288360" y="874827"/>
                  </a:lnTo>
                  <a:lnTo>
                    <a:pt x="1288694" y="881088"/>
                  </a:lnTo>
                  <a:lnTo>
                    <a:pt x="1289314" y="886885"/>
                  </a:lnTo>
                  <a:lnTo>
                    <a:pt x="1288449" y="895375"/>
                  </a:lnTo>
                  <a:lnTo>
                    <a:pt x="1285290" y="905471"/>
                  </a:lnTo>
                  <a:lnTo>
                    <a:pt x="1282584" y="909329"/>
                  </a:lnTo>
                  <a:lnTo>
                    <a:pt x="1284048" y="911596"/>
                  </a:lnTo>
                  <a:lnTo>
                    <a:pt x="1282726" y="913984"/>
                  </a:lnTo>
                  <a:lnTo>
                    <a:pt x="1279880" y="912602"/>
                  </a:lnTo>
                  <a:lnTo>
                    <a:pt x="1277079" y="911611"/>
                  </a:lnTo>
                  <a:lnTo>
                    <a:pt x="1275861" y="913677"/>
                  </a:lnTo>
                  <a:lnTo>
                    <a:pt x="1274985" y="913864"/>
                  </a:lnTo>
                  <a:lnTo>
                    <a:pt x="1271618" y="912642"/>
                  </a:lnTo>
                  <a:lnTo>
                    <a:pt x="1268750" y="907955"/>
                  </a:lnTo>
                  <a:lnTo>
                    <a:pt x="1266917" y="905270"/>
                  </a:lnTo>
                  <a:lnTo>
                    <a:pt x="1265203" y="902968"/>
                  </a:lnTo>
                  <a:lnTo>
                    <a:pt x="1263310" y="902271"/>
                  </a:lnTo>
                  <a:lnTo>
                    <a:pt x="1262407" y="899041"/>
                  </a:lnTo>
                  <a:lnTo>
                    <a:pt x="1260508" y="896475"/>
                  </a:lnTo>
                  <a:lnTo>
                    <a:pt x="1258352" y="895394"/>
                  </a:lnTo>
                  <a:lnTo>
                    <a:pt x="1255838" y="893204"/>
                  </a:lnTo>
                  <a:lnTo>
                    <a:pt x="1254793" y="891555"/>
                  </a:lnTo>
                  <a:lnTo>
                    <a:pt x="1252348" y="892293"/>
                  </a:lnTo>
                  <a:lnTo>
                    <a:pt x="1253942" y="898352"/>
                  </a:lnTo>
                  <a:lnTo>
                    <a:pt x="1255861" y="902367"/>
                  </a:lnTo>
                  <a:lnTo>
                    <a:pt x="1255521" y="906637"/>
                  </a:lnTo>
                  <a:lnTo>
                    <a:pt x="1256958" y="909683"/>
                  </a:lnTo>
                  <a:lnTo>
                    <a:pt x="1259302" y="910112"/>
                  </a:lnTo>
                  <a:lnTo>
                    <a:pt x="1258854" y="914388"/>
                  </a:lnTo>
                  <a:lnTo>
                    <a:pt x="1256544" y="916111"/>
                  </a:lnTo>
                  <a:lnTo>
                    <a:pt x="1251824" y="915567"/>
                  </a:lnTo>
                  <a:lnTo>
                    <a:pt x="1248850" y="914434"/>
                  </a:lnTo>
                  <a:lnTo>
                    <a:pt x="1245298" y="916111"/>
                  </a:lnTo>
                  <a:lnTo>
                    <a:pt x="1243913" y="915609"/>
                  </a:lnTo>
                  <a:lnTo>
                    <a:pt x="1243222" y="913216"/>
                  </a:lnTo>
                  <a:lnTo>
                    <a:pt x="1242794" y="911735"/>
                  </a:lnTo>
                  <a:lnTo>
                    <a:pt x="1240502" y="910469"/>
                  </a:lnTo>
                  <a:lnTo>
                    <a:pt x="1240901" y="906202"/>
                  </a:lnTo>
                  <a:lnTo>
                    <a:pt x="1239822" y="905314"/>
                  </a:lnTo>
                  <a:lnTo>
                    <a:pt x="1236795" y="905895"/>
                  </a:lnTo>
                  <a:lnTo>
                    <a:pt x="1234329" y="906365"/>
                  </a:lnTo>
                  <a:lnTo>
                    <a:pt x="1229586" y="903326"/>
                  </a:lnTo>
                  <a:lnTo>
                    <a:pt x="1225830" y="898215"/>
                  </a:lnTo>
                  <a:lnTo>
                    <a:pt x="1222321" y="889861"/>
                  </a:lnTo>
                  <a:lnTo>
                    <a:pt x="1221643" y="887469"/>
                  </a:lnTo>
                  <a:lnTo>
                    <a:pt x="1216131" y="886953"/>
                  </a:lnTo>
                  <a:lnTo>
                    <a:pt x="1209803" y="885992"/>
                  </a:lnTo>
                  <a:lnTo>
                    <a:pt x="1206418" y="884750"/>
                  </a:lnTo>
                  <a:lnTo>
                    <a:pt x="1204547" y="882124"/>
                  </a:lnTo>
                  <a:lnTo>
                    <a:pt x="1201820" y="878293"/>
                  </a:lnTo>
                  <a:lnTo>
                    <a:pt x="1198736" y="875163"/>
                  </a:lnTo>
                  <a:lnTo>
                    <a:pt x="1201881" y="869927"/>
                  </a:lnTo>
                  <a:lnTo>
                    <a:pt x="1202198" y="864934"/>
                  </a:lnTo>
                  <a:lnTo>
                    <a:pt x="1197498" y="863812"/>
                  </a:lnTo>
                  <a:lnTo>
                    <a:pt x="1193654" y="865207"/>
                  </a:lnTo>
                  <a:lnTo>
                    <a:pt x="1194251" y="870468"/>
                  </a:lnTo>
                  <a:lnTo>
                    <a:pt x="1191000" y="869951"/>
                  </a:lnTo>
                  <a:lnTo>
                    <a:pt x="1187069" y="865931"/>
                  </a:lnTo>
                  <a:lnTo>
                    <a:pt x="1182547" y="859686"/>
                  </a:lnTo>
                  <a:lnTo>
                    <a:pt x="1180387" y="864079"/>
                  </a:lnTo>
                  <a:lnTo>
                    <a:pt x="1174041" y="860193"/>
                  </a:lnTo>
                  <a:lnTo>
                    <a:pt x="1170795" y="853702"/>
                  </a:lnTo>
                  <a:lnTo>
                    <a:pt x="1166018" y="854308"/>
                  </a:lnTo>
                  <a:lnTo>
                    <a:pt x="1164847" y="854744"/>
                  </a:lnTo>
                  <a:lnTo>
                    <a:pt x="1162492" y="853873"/>
                  </a:lnTo>
                  <a:lnTo>
                    <a:pt x="1160522" y="852512"/>
                  </a:lnTo>
                  <a:lnTo>
                    <a:pt x="1157694" y="852334"/>
                  </a:lnTo>
                  <a:lnTo>
                    <a:pt x="1155930" y="851990"/>
                  </a:lnTo>
                  <a:lnTo>
                    <a:pt x="1155525" y="851013"/>
                  </a:lnTo>
                  <a:lnTo>
                    <a:pt x="1155503" y="850111"/>
                  </a:lnTo>
                  <a:lnTo>
                    <a:pt x="1156052" y="843711"/>
                  </a:lnTo>
                  <a:lnTo>
                    <a:pt x="1158240" y="841319"/>
                  </a:lnTo>
                  <a:lnTo>
                    <a:pt x="1161956" y="840270"/>
                  </a:lnTo>
                  <a:lnTo>
                    <a:pt x="1167038" y="836873"/>
                  </a:lnTo>
                  <a:lnTo>
                    <a:pt x="1168480" y="831167"/>
                  </a:lnTo>
                  <a:lnTo>
                    <a:pt x="1170092" y="827773"/>
                  </a:lnTo>
                  <a:lnTo>
                    <a:pt x="1165456" y="824340"/>
                  </a:lnTo>
                  <a:lnTo>
                    <a:pt x="1163229" y="820533"/>
                  </a:lnTo>
                  <a:lnTo>
                    <a:pt x="1162809" y="819841"/>
                  </a:lnTo>
                  <a:lnTo>
                    <a:pt x="1161243" y="817266"/>
                  </a:lnTo>
                  <a:lnTo>
                    <a:pt x="1150773" y="814635"/>
                  </a:lnTo>
                  <a:lnTo>
                    <a:pt x="1143737" y="807524"/>
                  </a:lnTo>
                  <a:lnTo>
                    <a:pt x="1140751" y="804715"/>
                  </a:lnTo>
                  <a:lnTo>
                    <a:pt x="1132383" y="805672"/>
                  </a:lnTo>
                  <a:lnTo>
                    <a:pt x="1128203" y="803755"/>
                  </a:lnTo>
                  <a:lnTo>
                    <a:pt x="1126395" y="806391"/>
                  </a:lnTo>
                  <a:lnTo>
                    <a:pt x="1120407" y="805574"/>
                  </a:lnTo>
                  <a:lnTo>
                    <a:pt x="1115637" y="801444"/>
                  </a:lnTo>
                  <a:lnTo>
                    <a:pt x="1115769" y="796667"/>
                  </a:lnTo>
                  <a:lnTo>
                    <a:pt x="1114655" y="792385"/>
                  </a:lnTo>
                  <a:lnTo>
                    <a:pt x="1110471" y="786374"/>
                  </a:lnTo>
                  <a:lnTo>
                    <a:pt x="1108797" y="782804"/>
                  </a:lnTo>
                  <a:lnTo>
                    <a:pt x="1104236" y="781212"/>
                  </a:lnTo>
                  <a:lnTo>
                    <a:pt x="1101208" y="779078"/>
                  </a:lnTo>
                  <a:lnTo>
                    <a:pt x="1099583" y="773142"/>
                  </a:lnTo>
                  <a:lnTo>
                    <a:pt x="1096244" y="769206"/>
                  </a:lnTo>
                  <a:lnTo>
                    <a:pt x="1095947" y="768855"/>
                  </a:lnTo>
                  <a:lnTo>
                    <a:pt x="1087496" y="761823"/>
                  </a:lnTo>
                  <a:lnTo>
                    <a:pt x="1077747" y="756599"/>
                  </a:lnTo>
                  <a:lnTo>
                    <a:pt x="1074501" y="751262"/>
                  </a:lnTo>
                  <a:lnTo>
                    <a:pt x="1071093" y="749219"/>
                  </a:lnTo>
                  <a:lnTo>
                    <a:pt x="1068328" y="750560"/>
                  </a:lnTo>
                  <a:lnTo>
                    <a:pt x="1063518" y="751782"/>
                  </a:lnTo>
                  <a:lnTo>
                    <a:pt x="1060189" y="751816"/>
                  </a:lnTo>
                  <a:lnTo>
                    <a:pt x="1054344" y="752819"/>
                  </a:lnTo>
                  <a:lnTo>
                    <a:pt x="1046885" y="745219"/>
                  </a:lnTo>
                  <a:lnTo>
                    <a:pt x="1039284" y="743506"/>
                  </a:lnTo>
                  <a:lnTo>
                    <a:pt x="1035418" y="745592"/>
                  </a:lnTo>
                  <a:lnTo>
                    <a:pt x="1034142" y="746278"/>
                  </a:lnTo>
                  <a:lnTo>
                    <a:pt x="1037162" y="750620"/>
                  </a:lnTo>
                  <a:lnTo>
                    <a:pt x="1039401" y="754524"/>
                  </a:lnTo>
                  <a:lnTo>
                    <a:pt x="1038146" y="756296"/>
                  </a:lnTo>
                  <a:lnTo>
                    <a:pt x="1040883" y="762057"/>
                  </a:lnTo>
                  <a:lnTo>
                    <a:pt x="1035471" y="761572"/>
                  </a:lnTo>
                  <a:lnTo>
                    <a:pt x="1032791" y="762238"/>
                  </a:lnTo>
                  <a:lnTo>
                    <a:pt x="1027057" y="757152"/>
                  </a:lnTo>
                  <a:lnTo>
                    <a:pt x="1025810" y="757961"/>
                  </a:lnTo>
                  <a:lnTo>
                    <a:pt x="1023003" y="759776"/>
                  </a:lnTo>
                  <a:lnTo>
                    <a:pt x="1019751" y="761536"/>
                  </a:lnTo>
                  <a:lnTo>
                    <a:pt x="1015471" y="757885"/>
                  </a:lnTo>
                  <a:lnTo>
                    <a:pt x="1009763" y="761382"/>
                  </a:lnTo>
                  <a:lnTo>
                    <a:pt x="1005809" y="763058"/>
                  </a:lnTo>
                  <a:lnTo>
                    <a:pt x="1004461" y="766397"/>
                  </a:lnTo>
                  <a:lnTo>
                    <a:pt x="1000175" y="770195"/>
                  </a:lnTo>
                  <a:lnTo>
                    <a:pt x="994943" y="773172"/>
                  </a:lnTo>
                  <a:lnTo>
                    <a:pt x="991122" y="773606"/>
                  </a:lnTo>
                  <a:lnTo>
                    <a:pt x="991005" y="776524"/>
                  </a:lnTo>
                  <a:lnTo>
                    <a:pt x="992067" y="778538"/>
                  </a:lnTo>
                  <a:lnTo>
                    <a:pt x="991937" y="780611"/>
                  </a:lnTo>
                  <a:lnTo>
                    <a:pt x="988364" y="781901"/>
                  </a:lnTo>
                  <a:lnTo>
                    <a:pt x="986577" y="778591"/>
                  </a:lnTo>
                  <a:lnTo>
                    <a:pt x="981032" y="777581"/>
                  </a:lnTo>
                  <a:lnTo>
                    <a:pt x="978026" y="774758"/>
                  </a:lnTo>
                  <a:lnTo>
                    <a:pt x="974830" y="773494"/>
                  </a:lnTo>
                  <a:lnTo>
                    <a:pt x="972025" y="775062"/>
                  </a:lnTo>
                  <a:lnTo>
                    <a:pt x="965539" y="773432"/>
                  </a:lnTo>
                  <a:lnTo>
                    <a:pt x="960902" y="772301"/>
                  </a:lnTo>
                  <a:lnTo>
                    <a:pt x="951871" y="768656"/>
                  </a:lnTo>
                  <a:lnTo>
                    <a:pt x="948661" y="768361"/>
                  </a:lnTo>
                  <a:lnTo>
                    <a:pt x="946678" y="765553"/>
                  </a:lnTo>
                  <a:lnTo>
                    <a:pt x="939799" y="761841"/>
                  </a:lnTo>
                  <a:lnTo>
                    <a:pt x="935244" y="759640"/>
                  </a:lnTo>
                  <a:lnTo>
                    <a:pt x="935062" y="758505"/>
                  </a:lnTo>
                  <a:lnTo>
                    <a:pt x="934691" y="756190"/>
                  </a:lnTo>
                  <a:lnTo>
                    <a:pt x="932879" y="753757"/>
                  </a:lnTo>
                  <a:lnTo>
                    <a:pt x="927654" y="750444"/>
                  </a:lnTo>
                  <a:lnTo>
                    <a:pt x="920965" y="747363"/>
                  </a:lnTo>
                  <a:lnTo>
                    <a:pt x="915899" y="746467"/>
                  </a:lnTo>
                  <a:lnTo>
                    <a:pt x="905701" y="745636"/>
                  </a:lnTo>
                  <a:lnTo>
                    <a:pt x="898605" y="742418"/>
                  </a:lnTo>
                  <a:lnTo>
                    <a:pt x="894185" y="741061"/>
                  </a:lnTo>
                  <a:lnTo>
                    <a:pt x="888553" y="740204"/>
                  </a:lnTo>
                  <a:lnTo>
                    <a:pt x="881169" y="739087"/>
                  </a:lnTo>
                  <a:lnTo>
                    <a:pt x="875561" y="737919"/>
                  </a:lnTo>
                  <a:lnTo>
                    <a:pt x="867174" y="734918"/>
                  </a:lnTo>
                  <a:lnTo>
                    <a:pt x="858184" y="731607"/>
                  </a:lnTo>
                  <a:lnTo>
                    <a:pt x="860361" y="725233"/>
                  </a:lnTo>
                  <a:lnTo>
                    <a:pt x="864915" y="722310"/>
                  </a:lnTo>
                  <a:lnTo>
                    <a:pt x="863468" y="717960"/>
                  </a:lnTo>
                  <a:lnTo>
                    <a:pt x="860543" y="710689"/>
                  </a:lnTo>
                  <a:lnTo>
                    <a:pt x="855031" y="711682"/>
                  </a:lnTo>
                  <a:lnTo>
                    <a:pt x="852703" y="714744"/>
                  </a:lnTo>
                  <a:lnTo>
                    <a:pt x="847065" y="720004"/>
                  </a:lnTo>
                  <a:lnTo>
                    <a:pt x="844458" y="722350"/>
                  </a:lnTo>
                  <a:lnTo>
                    <a:pt x="843325" y="726231"/>
                  </a:lnTo>
                  <a:lnTo>
                    <a:pt x="837757" y="727196"/>
                  </a:lnTo>
                  <a:lnTo>
                    <a:pt x="825196" y="729142"/>
                  </a:lnTo>
                  <a:lnTo>
                    <a:pt x="820649" y="728906"/>
                  </a:lnTo>
                  <a:lnTo>
                    <a:pt x="812099" y="727098"/>
                  </a:lnTo>
                  <a:lnTo>
                    <a:pt x="803597" y="725639"/>
                  </a:lnTo>
                  <a:lnTo>
                    <a:pt x="799665" y="722856"/>
                  </a:lnTo>
                  <a:lnTo>
                    <a:pt x="795520" y="721447"/>
                  </a:lnTo>
                  <a:lnTo>
                    <a:pt x="791097" y="722794"/>
                  </a:lnTo>
                  <a:lnTo>
                    <a:pt x="784696" y="721250"/>
                  </a:lnTo>
                  <a:lnTo>
                    <a:pt x="779727" y="721720"/>
                  </a:lnTo>
                  <a:lnTo>
                    <a:pt x="767455" y="721907"/>
                  </a:lnTo>
                  <a:lnTo>
                    <a:pt x="757062" y="723239"/>
                  </a:lnTo>
                  <a:lnTo>
                    <a:pt x="751979" y="724961"/>
                  </a:lnTo>
                  <a:lnTo>
                    <a:pt x="747330" y="727843"/>
                  </a:lnTo>
                  <a:lnTo>
                    <a:pt x="741237" y="730262"/>
                  </a:lnTo>
                  <a:lnTo>
                    <a:pt x="730376" y="734789"/>
                  </a:lnTo>
                  <a:lnTo>
                    <a:pt x="725855" y="737953"/>
                  </a:lnTo>
                  <a:lnTo>
                    <a:pt x="722614" y="740584"/>
                  </a:lnTo>
                  <a:lnTo>
                    <a:pt x="718735" y="739666"/>
                  </a:lnTo>
                  <a:lnTo>
                    <a:pt x="716795" y="738105"/>
                  </a:lnTo>
                  <a:lnTo>
                    <a:pt x="714049" y="734707"/>
                  </a:lnTo>
                  <a:lnTo>
                    <a:pt x="711352" y="734117"/>
                  </a:lnTo>
                  <a:lnTo>
                    <a:pt x="706655" y="737200"/>
                  </a:lnTo>
                  <a:lnTo>
                    <a:pt x="703222" y="733994"/>
                  </a:lnTo>
                  <a:lnTo>
                    <a:pt x="698782" y="732940"/>
                  </a:lnTo>
                  <a:lnTo>
                    <a:pt x="695230" y="731946"/>
                  </a:lnTo>
                  <a:lnTo>
                    <a:pt x="686241" y="732527"/>
                  </a:lnTo>
                  <a:lnTo>
                    <a:pt x="684428" y="728671"/>
                  </a:lnTo>
                  <a:lnTo>
                    <a:pt x="679824" y="727520"/>
                  </a:lnTo>
                  <a:lnTo>
                    <a:pt x="678691" y="729510"/>
                  </a:lnTo>
                  <a:lnTo>
                    <a:pt x="674757" y="729378"/>
                  </a:lnTo>
                  <a:lnTo>
                    <a:pt x="670209" y="727509"/>
                  </a:lnTo>
                  <a:lnTo>
                    <a:pt x="666617" y="730854"/>
                  </a:lnTo>
                  <a:lnTo>
                    <a:pt x="662824" y="732932"/>
                  </a:lnTo>
                  <a:lnTo>
                    <a:pt x="656092" y="731051"/>
                  </a:lnTo>
                  <a:lnTo>
                    <a:pt x="650622" y="729660"/>
                  </a:lnTo>
                  <a:lnTo>
                    <a:pt x="647816" y="731917"/>
                  </a:lnTo>
                  <a:lnTo>
                    <a:pt x="644625" y="733846"/>
                  </a:lnTo>
                  <a:lnTo>
                    <a:pt x="643644" y="734746"/>
                  </a:lnTo>
                  <a:lnTo>
                    <a:pt x="638755" y="736669"/>
                  </a:lnTo>
                  <a:lnTo>
                    <a:pt x="636137" y="739588"/>
                  </a:lnTo>
                  <a:lnTo>
                    <a:pt x="633195" y="744096"/>
                  </a:lnTo>
                  <a:lnTo>
                    <a:pt x="631809" y="744274"/>
                  </a:lnTo>
                  <a:lnTo>
                    <a:pt x="629946" y="742061"/>
                  </a:lnTo>
                  <a:lnTo>
                    <a:pt x="622782" y="742810"/>
                  </a:lnTo>
                  <a:lnTo>
                    <a:pt x="621041" y="746832"/>
                  </a:lnTo>
                  <a:lnTo>
                    <a:pt x="617159" y="752587"/>
                  </a:lnTo>
                  <a:lnTo>
                    <a:pt x="614433" y="757707"/>
                  </a:lnTo>
                  <a:lnTo>
                    <a:pt x="611875" y="764809"/>
                  </a:lnTo>
                  <a:lnTo>
                    <a:pt x="613753" y="768287"/>
                  </a:lnTo>
                  <a:lnTo>
                    <a:pt x="610278" y="769594"/>
                  </a:lnTo>
                  <a:lnTo>
                    <a:pt x="610321" y="772969"/>
                  </a:lnTo>
                  <a:lnTo>
                    <a:pt x="613206" y="774440"/>
                  </a:lnTo>
                  <a:lnTo>
                    <a:pt x="609956" y="777681"/>
                  </a:lnTo>
                  <a:lnTo>
                    <a:pt x="605865" y="780254"/>
                  </a:lnTo>
                  <a:lnTo>
                    <a:pt x="602336" y="782542"/>
                  </a:lnTo>
                  <a:lnTo>
                    <a:pt x="599179" y="785476"/>
                  </a:lnTo>
                  <a:lnTo>
                    <a:pt x="597233" y="784439"/>
                  </a:lnTo>
                  <a:lnTo>
                    <a:pt x="597064" y="780660"/>
                  </a:lnTo>
                  <a:lnTo>
                    <a:pt x="598483" y="777890"/>
                  </a:lnTo>
                  <a:lnTo>
                    <a:pt x="594126" y="772509"/>
                  </a:lnTo>
                  <a:lnTo>
                    <a:pt x="589602" y="773882"/>
                  </a:lnTo>
                  <a:lnTo>
                    <a:pt x="584979" y="776252"/>
                  </a:lnTo>
                  <a:lnTo>
                    <a:pt x="585504" y="773005"/>
                  </a:lnTo>
                  <a:lnTo>
                    <a:pt x="581820" y="769612"/>
                  </a:lnTo>
                  <a:lnTo>
                    <a:pt x="579711" y="774024"/>
                  </a:lnTo>
                  <a:lnTo>
                    <a:pt x="577759" y="777402"/>
                  </a:lnTo>
                  <a:lnTo>
                    <a:pt x="573020" y="779738"/>
                  </a:lnTo>
                  <a:lnTo>
                    <a:pt x="572455" y="779287"/>
                  </a:lnTo>
                  <a:lnTo>
                    <a:pt x="570925" y="778065"/>
                  </a:lnTo>
                  <a:lnTo>
                    <a:pt x="567258" y="778173"/>
                  </a:lnTo>
                  <a:lnTo>
                    <a:pt x="565733" y="780484"/>
                  </a:lnTo>
                  <a:lnTo>
                    <a:pt x="562937" y="778928"/>
                  </a:lnTo>
                  <a:lnTo>
                    <a:pt x="559872" y="780296"/>
                  </a:lnTo>
                  <a:lnTo>
                    <a:pt x="556793" y="778969"/>
                  </a:lnTo>
                  <a:lnTo>
                    <a:pt x="554011" y="781598"/>
                  </a:lnTo>
                  <a:lnTo>
                    <a:pt x="553188" y="786504"/>
                  </a:lnTo>
                  <a:lnTo>
                    <a:pt x="550204" y="789618"/>
                  </a:lnTo>
                  <a:lnTo>
                    <a:pt x="546374" y="785454"/>
                  </a:lnTo>
                  <a:lnTo>
                    <a:pt x="543730" y="789581"/>
                  </a:lnTo>
                  <a:lnTo>
                    <a:pt x="543608" y="793497"/>
                  </a:lnTo>
                  <a:lnTo>
                    <a:pt x="546760" y="794859"/>
                  </a:lnTo>
                  <a:lnTo>
                    <a:pt x="546806" y="799424"/>
                  </a:lnTo>
                  <a:lnTo>
                    <a:pt x="543326" y="798063"/>
                  </a:lnTo>
                  <a:lnTo>
                    <a:pt x="540232" y="800567"/>
                  </a:lnTo>
                  <a:lnTo>
                    <a:pt x="540540" y="805451"/>
                  </a:lnTo>
                  <a:lnTo>
                    <a:pt x="536726" y="801557"/>
                  </a:lnTo>
                  <a:lnTo>
                    <a:pt x="534356" y="802633"/>
                  </a:lnTo>
                  <a:lnTo>
                    <a:pt x="532350" y="807339"/>
                  </a:lnTo>
                  <a:lnTo>
                    <a:pt x="528901" y="813174"/>
                  </a:lnTo>
                  <a:lnTo>
                    <a:pt x="525099" y="820213"/>
                  </a:lnTo>
                  <a:lnTo>
                    <a:pt x="525021" y="823226"/>
                  </a:lnTo>
                  <a:lnTo>
                    <a:pt x="523277" y="825297"/>
                  </a:lnTo>
                  <a:lnTo>
                    <a:pt x="523034" y="829451"/>
                  </a:lnTo>
                  <a:lnTo>
                    <a:pt x="521560" y="829590"/>
                  </a:lnTo>
                  <a:lnTo>
                    <a:pt x="519179" y="824358"/>
                  </a:lnTo>
                  <a:lnTo>
                    <a:pt x="518132" y="822089"/>
                  </a:lnTo>
                  <a:lnTo>
                    <a:pt x="515575" y="823284"/>
                  </a:lnTo>
                  <a:lnTo>
                    <a:pt x="515269" y="827532"/>
                  </a:lnTo>
                  <a:lnTo>
                    <a:pt x="513785" y="833532"/>
                  </a:lnTo>
                  <a:lnTo>
                    <a:pt x="512588" y="834669"/>
                  </a:lnTo>
                  <a:lnTo>
                    <a:pt x="508896" y="832487"/>
                  </a:lnTo>
                  <a:lnTo>
                    <a:pt x="506220" y="834719"/>
                  </a:lnTo>
                  <a:lnTo>
                    <a:pt x="507417" y="837193"/>
                  </a:lnTo>
                  <a:lnTo>
                    <a:pt x="505994" y="839890"/>
                  </a:lnTo>
                  <a:lnTo>
                    <a:pt x="504157" y="840810"/>
                  </a:lnTo>
                  <a:lnTo>
                    <a:pt x="500209" y="842420"/>
                  </a:lnTo>
                  <a:lnTo>
                    <a:pt x="494829" y="842543"/>
                  </a:lnTo>
                  <a:lnTo>
                    <a:pt x="493040" y="842605"/>
                  </a:lnTo>
                  <a:lnTo>
                    <a:pt x="488620" y="841795"/>
                  </a:lnTo>
                  <a:lnTo>
                    <a:pt x="490882" y="849096"/>
                  </a:lnTo>
                  <a:lnTo>
                    <a:pt x="483808" y="853370"/>
                  </a:lnTo>
                  <a:lnTo>
                    <a:pt x="476864" y="850460"/>
                  </a:lnTo>
                  <a:lnTo>
                    <a:pt x="474201" y="844896"/>
                  </a:lnTo>
                  <a:lnTo>
                    <a:pt x="471491" y="841622"/>
                  </a:lnTo>
                  <a:lnTo>
                    <a:pt x="471568" y="836894"/>
                  </a:lnTo>
                  <a:lnTo>
                    <a:pt x="473366" y="831234"/>
                  </a:lnTo>
                  <a:lnTo>
                    <a:pt x="477599" y="827286"/>
                  </a:lnTo>
                  <a:lnTo>
                    <a:pt x="484437" y="822391"/>
                  </a:lnTo>
                  <a:lnTo>
                    <a:pt x="490074" y="818052"/>
                  </a:lnTo>
                  <a:lnTo>
                    <a:pt x="493479" y="813477"/>
                  </a:lnTo>
                  <a:lnTo>
                    <a:pt x="489881" y="809262"/>
                  </a:lnTo>
                  <a:lnTo>
                    <a:pt x="485445" y="813371"/>
                  </a:lnTo>
                  <a:lnTo>
                    <a:pt x="479172" y="814345"/>
                  </a:lnTo>
                  <a:lnTo>
                    <a:pt x="475457" y="812067"/>
                  </a:lnTo>
                  <a:lnTo>
                    <a:pt x="470745" y="806810"/>
                  </a:lnTo>
                  <a:lnTo>
                    <a:pt x="471863" y="801310"/>
                  </a:lnTo>
                  <a:lnTo>
                    <a:pt x="472995" y="795934"/>
                  </a:lnTo>
                  <a:lnTo>
                    <a:pt x="473434" y="789337"/>
                  </a:lnTo>
                  <a:lnTo>
                    <a:pt x="476166" y="782546"/>
                  </a:lnTo>
                  <a:lnTo>
                    <a:pt x="481023" y="773792"/>
                  </a:lnTo>
                  <a:lnTo>
                    <a:pt x="481510" y="767742"/>
                  </a:lnTo>
                  <a:lnTo>
                    <a:pt x="481290" y="762384"/>
                  </a:lnTo>
                  <a:lnTo>
                    <a:pt x="483078" y="761089"/>
                  </a:lnTo>
                  <a:lnTo>
                    <a:pt x="482840" y="753379"/>
                  </a:lnTo>
                  <a:lnTo>
                    <a:pt x="481570" y="748914"/>
                  </a:lnTo>
                  <a:lnTo>
                    <a:pt x="479424" y="744000"/>
                  </a:lnTo>
                  <a:lnTo>
                    <a:pt x="476850" y="738929"/>
                  </a:lnTo>
                  <a:lnTo>
                    <a:pt x="477892" y="737177"/>
                  </a:lnTo>
                  <a:lnTo>
                    <a:pt x="480978" y="734160"/>
                  </a:lnTo>
                  <a:lnTo>
                    <a:pt x="487025" y="732029"/>
                  </a:lnTo>
                  <a:lnTo>
                    <a:pt x="491623" y="726670"/>
                  </a:lnTo>
                  <a:lnTo>
                    <a:pt x="496724" y="719878"/>
                  </a:lnTo>
                  <a:lnTo>
                    <a:pt x="502378" y="714014"/>
                  </a:lnTo>
                  <a:lnTo>
                    <a:pt x="505203" y="711560"/>
                  </a:lnTo>
                  <a:lnTo>
                    <a:pt x="507184" y="712105"/>
                  </a:lnTo>
                  <a:lnTo>
                    <a:pt x="512985" y="719934"/>
                  </a:lnTo>
                  <a:lnTo>
                    <a:pt x="515735" y="720273"/>
                  </a:lnTo>
                  <a:lnTo>
                    <a:pt x="519704" y="720433"/>
                  </a:lnTo>
                  <a:lnTo>
                    <a:pt x="521725" y="715753"/>
                  </a:lnTo>
                  <a:lnTo>
                    <a:pt x="522884" y="713611"/>
                  </a:lnTo>
                  <a:lnTo>
                    <a:pt x="525795" y="710714"/>
                  </a:lnTo>
                  <a:lnTo>
                    <a:pt x="526660" y="709851"/>
                  </a:lnTo>
                  <a:lnTo>
                    <a:pt x="522436" y="705932"/>
                  </a:lnTo>
                  <a:lnTo>
                    <a:pt x="516454" y="702473"/>
                  </a:lnTo>
                  <a:lnTo>
                    <a:pt x="514458" y="701905"/>
                  </a:lnTo>
                  <a:lnTo>
                    <a:pt x="508513" y="704547"/>
                  </a:lnTo>
                  <a:lnTo>
                    <a:pt x="509312" y="701912"/>
                  </a:lnTo>
                  <a:lnTo>
                    <a:pt x="509242" y="699745"/>
                  </a:lnTo>
                  <a:lnTo>
                    <a:pt x="509091" y="695040"/>
                  </a:lnTo>
                  <a:lnTo>
                    <a:pt x="502457" y="697082"/>
                  </a:lnTo>
                  <a:lnTo>
                    <a:pt x="498811" y="695925"/>
                  </a:lnTo>
                  <a:lnTo>
                    <a:pt x="494422" y="696868"/>
                  </a:lnTo>
                  <a:lnTo>
                    <a:pt x="490235" y="700166"/>
                  </a:lnTo>
                  <a:lnTo>
                    <a:pt x="486953" y="701940"/>
                  </a:lnTo>
                  <a:lnTo>
                    <a:pt x="486026" y="703203"/>
                  </a:lnTo>
                  <a:lnTo>
                    <a:pt x="484058" y="705880"/>
                  </a:lnTo>
                  <a:lnTo>
                    <a:pt x="482473" y="711612"/>
                  </a:lnTo>
                  <a:lnTo>
                    <a:pt x="481419" y="714410"/>
                  </a:lnTo>
                  <a:lnTo>
                    <a:pt x="478819" y="715240"/>
                  </a:lnTo>
                  <a:lnTo>
                    <a:pt x="476091" y="717759"/>
                  </a:lnTo>
                  <a:lnTo>
                    <a:pt x="472010" y="718266"/>
                  </a:lnTo>
                  <a:lnTo>
                    <a:pt x="468684" y="721949"/>
                  </a:lnTo>
                  <a:lnTo>
                    <a:pt x="465459" y="726751"/>
                  </a:lnTo>
                  <a:lnTo>
                    <a:pt x="463416" y="730625"/>
                  </a:lnTo>
                  <a:lnTo>
                    <a:pt x="464502" y="733553"/>
                  </a:lnTo>
                  <a:lnTo>
                    <a:pt x="467474" y="738707"/>
                  </a:lnTo>
                  <a:lnTo>
                    <a:pt x="467271" y="740297"/>
                  </a:lnTo>
                  <a:lnTo>
                    <a:pt x="461488" y="740267"/>
                  </a:lnTo>
                  <a:lnTo>
                    <a:pt x="457573" y="745139"/>
                  </a:lnTo>
                  <a:lnTo>
                    <a:pt x="455220" y="751280"/>
                  </a:lnTo>
                  <a:lnTo>
                    <a:pt x="451609" y="754605"/>
                  </a:lnTo>
                  <a:lnTo>
                    <a:pt x="449939" y="759420"/>
                  </a:lnTo>
                  <a:lnTo>
                    <a:pt x="451357" y="763451"/>
                  </a:lnTo>
                  <a:lnTo>
                    <a:pt x="453669" y="764611"/>
                  </a:lnTo>
                  <a:lnTo>
                    <a:pt x="449558" y="768567"/>
                  </a:lnTo>
                  <a:lnTo>
                    <a:pt x="448939" y="772752"/>
                  </a:lnTo>
                  <a:lnTo>
                    <a:pt x="445234" y="776501"/>
                  </a:lnTo>
                  <a:lnTo>
                    <a:pt x="444405" y="779107"/>
                  </a:lnTo>
                  <a:lnTo>
                    <a:pt x="444582" y="781687"/>
                  </a:lnTo>
                  <a:lnTo>
                    <a:pt x="445951" y="785513"/>
                  </a:lnTo>
                  <a:lnTo>
                    <a:pt x="445690" y="790201"/>
                  </a:lnTo>
                  <a:lnTo>
                    <a:pt x="443010" y="796235"/>
                  </a:lnTo>
                  <a:lnTo>
                    <a:pt x="442713" y="799668"/>
                  </a:lnTo>
                  <a:lnTo>
                    <a:pt x="437940" y="803463"/>
                  </a:lnTo>
                  <a:lnTo>
                    <a:pt x="434469" y="803414"/>
                  </a:lnTo>
                  <a:lnTo>
                    <a:pt x="433527" y="807141"/>
                  </a:lnTo>
                  <a:lnTo>
                    <a:pt x="433924" y="812750"/>
                  </a:lnTo>
                  <a:lnTo>
                    <a:pt x="433260" y="817065"/>
                  </a:lnTo>
                  <a:lnTo>
                    <a:pt x="430209" y="820065"/>
                  </a:lnTo>
                  <a:lnTo>
                    <a:pt x="427630" y="821919"/>
                  </a:lnTo>
                  <a:lnTo>
                    <a:pt x="425454" y="822642"/>
                  </a:lnTo>
                  <a:lnTo>
                    <a:pt x="422116" y="822260"/>
                  </a:lnTo>
                  <a:lnTo>
                    <a:pt x="417854" y="823160"/>
                  </a:lnTo>
                  <a:lnTo>
                    <a:pt x="417757" y="825531"/>
                  </a:lnTo>
                  <a:lnTo>
                    <a:pt x="417266" y="828504"/>
                  </a:lnTo>
                  <a:lnTo>
                    <a:pt x="413814" y="829097"/>
                  </a:lnTo>
                  <a:lnTo>
                    <a:pt x="411399" y="830024"/>
                  </a:lnTo>
                  <a:lnTo>
                    <a:pt x="414020" y="835422"/>
                  </a:lnTo>
                  <a:lnTo>
                    <a:pt x="412704" y="837976"/>
                  </a:lnTo>
                  <a:lnTo>
                    <a:pt x="408998" y="838758"/>
                  </a:lnTo>
                  <a:lnTo>
                    <a:pt x="407079" y="840298"/>
                  </a:lnTo>
                  <a:lnTo>
                    <a:pt x="404841" y="841987"/>
                  </a:lnTo>
                  <a:lnTo>
                    <a:pt x="404202" y="846153"/>
                  </a:lnTo>
                  <a:lnTo>
                    <a:pt x="401481" y="849230"/>
                  </a:lnTo>
                  <a:lnTo>
                    <a:pt x="401384" y="854290"/>
                  </a:lnTo>
                  <a:lnTo>
                    <a:pt x="400658" y="857499"/>
                  </a:lnTo>
                  <a:lnTo>
                    <a:pt x="400757" y="860992"/>
                  </a:lnTo>
                  <a:lnTo>
                    <a:pt x="404983" y="864200"/>
                  </a:lnTo>
                  <a:lnTo>
                    <a:pt x="409355" y="864425"/>
                  </a:lnTo>
                  <a:lnTo>
                    <a:pt x="413860" y="863330"/>
                  </a:lnTo>
                  <a:lnTo>
                    <a:pt x="417076" y="862803"/>
                  </a:lnTo>
                  <a:lnTo>
                    <a:pt x="420915" y="867635"/>
                  </a:lnTo>
                  <a:lnTo>
                    <a:pt x="424797" y="867555"/>
                  </a:lnTo>
                  <a:lnTo>
                    <a:pt x="428015" y="870337"/>
                  </a:lnTo>
                  <a:lnTo>
                    <a:pt x="430686" y="873110"/>
                  </a:lnTo>
                  <a:lnTo>
                    <a:pt x="432851" y="875751"/>
                  </a:lnTo>
                  <a:lnTo>
                    <a:pt x="432056" y="876710"/>
                  </a:lnTo>
                  <a:lnTo>
                    <a:pt x="429848" y="879365"/>
                  </a:lnTo>
                  <a:lnTo>
                    <a:pt x="429389" y="885013"/>
                  </a:lnTo>
                  <a:lnTo>
                    <a:pt x="428245" y="887511"/>
                  </a:lnTo>
                  <a:lnTo>
                    <a:pt x="424843" y="889467"/>
                  </a:lnTo>
                  <a:lnTo>
                    <a:pt x="423922" y="892919"/>
                  </a:lnTo>
                  <a:lnTo>
                    <a:pt x="419528" y="895667"/>
                  </a:lnTo>
                  <a:lnTo>
                    <a:pt x="415483" y="895842"/>
                  </a:lnTo>
                  <a:lnTo>
                    <a:pt x="413922" y="899611"/>
                  </a:lnTo>
                  <a:lnTo>
                    <a:pt x="413731" y="904164"/>
                  </a:lnTo>
                  <a:lnTo>
                    <a:pt x="411380" y="904776"/>
                  </a:lnTo>
                  <a:lnTo>
                    <a:pt x="409480" y="908696"/>
                  </a:lnTo>
                  <a:lnTo>
                    <a:pt x="412718" y="911853"/>
                  </a:lnTo>
                  <a:lnTo>
                    <a:pt x="410034" y="914852"/>
                  </a:lnTo>
                  <a:lnTo>
                    <a:pt x="409608" y="920052"/>
                  </a:lnTo>
                  <a:lnTo>
                    <a:pt x="408731" y="925067"/>
                  </a:lnTo>
                  <a:lnTo>
                    <a:pt x="406728" y="930845"/>
                  </a:lnTo>
                  <a:lnTo>
                    <a:pt x="403055" y="934178"/>
                  </a:lnTo>
                  <a:lnTo>
                    <a:pt x="398688" y="937351"/>
                  </a:lnTo>
                  <a:lnTo>
                    <a:pt x="395423" y="940021"/>
                  </a:lnTo>
                  <a:lnTo>
                    <a:pt x="389303" y="941708"/>
                  </a:lnTo>
                  <a:lnTo>
                    <a:pt x="385356" y="940364"/>
                  </a:lnTo>
                  <a:lnTo>
                    <a:pt x="380477" y="942824"/>
                  </a:lnTo>
                  <a:lnTo>
                    <a:pt x="377656" y="946300"/>
                  </a:lnTo>
                  <a:lnTo>
                    <a:pt x="379935" y="949626"/>
                  </a:lnTo>
                  <a:lnTo>
                    <a:pt x="379007" y="952480"/>
                  </a:lnTo>
                  <a:lnTo>
                    <a:pt x="373300" y="955916"/>
                  </a:lnTo>
                  <a:lnTo>
                    <a:pt x="373325" y="960555"/>
                  </a:lnTo>
                  <a:lnTo>
                    <a:pt x="371275" y="963819"/>
                  </a:lnTo>
                  <a:lnTo>
                    <a:pt x="365752" y="961026"/>
                  </a:lnTo>
                  <a:lnTo>
                    <a:pt x="362128" y="960129"/>
                  </a:lnTo>
                  <a:lnTo>
                    <a:pt x="362519" y="966471"/>
                  </a:lnTo>
                  <a:lnTo>
                    <a:pt x="362225" y="968749"/>
                  </a:lnTo>
                  <a:lnTo>
                    <a:pt x="359145" y="970623"/>
                  </a:lnTo>
                  <a:lnTo>
                    <a:pt x="359399" y="976556"/>
                  </a:lnTo>
                  <a:lnTo>
                    <a:pt x="353220" y="978055"/>
                  </a:lnTo>
                  <a:lnTo>
                    <a:pt x="348758" y="979069"/>
                  </a:lnTo>
                  <a:lnTo>
                    <a:pt x="350398" y="984234"/>
                  </a:lnTo>
                  <a:lnTo>
                    <a:pt x="347755" y="985251"/>
                  </a:lnTo>
                  <a:lnTo>
                    <a:pt x="343294" y="985182"/>
                  </a:lnTo>
                  <a:lnTo>
                    <a:pt x="338674" y="988690"/>
                  </a:lnTo>
                  <a:lnTo>
                    <a:pt x="339951" y="993181"/>
                  </a:lnTo>
                  <a:lnTo>
                    <a:pt x="340268" y="999419"/>
                  </a:lnTo>
                  <a:lnTo>
                    <a:pt x="340972" y="1004046"/>
                  </a:lnTo>
                  <a:lnTo>
                    <a:pt x="340732" y="1004380"/>
                  </a:lnTo>
                  <a:lnTo>
                    <a:pt x="337587" y="1008742"/>
                  </a:lnTo>
                  <a:lnTo>
                    <a:pt x="336646" y="1012443"/>
                  </a:lnTo>
                  <a:lnTo>
                    <a:pt x="334671" y="1018533"/>
                  </a:lnTo>
                  <a:lnTo>
                    <a:pt x="331567" y="1018076"/>
                  </a:lnTo>
                  <a:lnTo>
                    <a:pt x="329293" y="1018708"/>
                  </a:lnTo>
                  <a:lnTo>
                    <a:pt x="325571" y="1025301"/>
                  </a:lnTo>
                  <a:lnTo>
                    <a:pt x="321605" y="1023949"/>
                  </a:lnTo>
                  <a:lnTo>
                    <a:pt x="318349" y="1026675"/>
                  </a:lnTo>
                  <a:lnTo>
                    <a:pt x="317254" y="1030020"/>
                  </a:lnTo>
                  <a:lnTo>
                    <a:pt x="313784" y="1035146"/>
                  </a:lnTo>
                  <a:lnTo>
                    <a:pt x="309836" y="1032831"/>
                  </a:lnTo>
                  <a:lnTo>
                    <a:pt x="305738" y="1034926"/>
                  </a:lnTo>
                  <a:lnTo>
                    <a:pt x="301684" y="1036883"/>
                  </a:lnTo>
                  <a:lnTo>
                    <a:pt x="300792" y="1040509"/>
                  </a:lnTo>
                  <a:lnTo>
                    <a:pt x="305046" y="1044573"/>
                  </a:lnTo>
                  <a:lnTo>
                    <a:pt x="303627" y="1046519"/>
                  </a:lnTo>
                  <a:lnTo>
                    <a:pt x="299773" y="1046401"/>
                  </a:lnTo>
                  <a:lnTo>
                    <a:pt x="297392" y="1047358"/>
                  </a:lnTo>
                  <a:lnTo>
                    <a:pt x="295597" y="1044346"/>
                  </a:lnTo>
                  <a:lnTo>
                    <a:pt x="292944" y="1043218"/>
                  </a:lnTo>
                  <a:lnTo>
                    <a:pt x="288626" y="1045375"/>
                  </a:lnTo>
                  <a:lnTo>
                    <a:pt x="290728" y="1050708"/>
                  </a:lnTo>
                  <a:lnTo>
                    <a:pt x="292838" y="1054354"/>
                  </a:lnTo>
                  <a:lnTo>
                    <a:pt x="291325" y="1058522"/>
                  </a:lnTo>
                  <a:lnTo>
                    <a:pt x="287592" y="1057258"/>
                  </a:lnTo>
                  <a:lnTo>
                    <a:pt x="282165" y="1058625"/>
                  </a:lnTo>
                  <a:lnTo>
                    <a:pt x="277940" y="1058418"/>
                  </a:lnTo>
                  <a:lnTo>
                    <a:pt x="276505" y="1057410"/>
                  </a:lnTo>
                  <a:lnTo>
                    <a:pt x="273485" y="1058504"/>
                  </a:lnTo>
                  <a:lnTo>
                    <a:pt x="271321" y="1061420"/>
                  </a:lnTo>
                  <a:lnTo>
                    <a:pt x="269909" y="1067562"/>
                  </a:lnTo>
                  <a:lnTo>
                    <a:pt x="272577" y="1067865"/>
                  </a:lnTo>
                  <a:lnTo>
                    <a:pt x="277173" y="1069122"/>
                  </a:lnTo>
                  <a:lnTo>
                    <a:pt x="280156" y="1070549"/>
                  </a:lnTo>
                  <a:lnTo>
                    <a:pt x="283662" y="1074928"/>
                  </a:lnTo>
                  <a:lnTo>
                    <a:pt x="278061" y="1079252"/>
                  </a:lnTo>
                  <a:lnTo>
                    <a:pt x="275003" y="1082124"/>
                  </a:lnTo>
                  <a:lnTo>
                    <a:pt x="274611" y="1087105"/>
                  </a:lnTo>
                  <a:lnTo>
                    <a:pt x="273650" y="1092141"/>
                  </a:lnTo>
                  <a:lnTo>
                    <a:pt x="270916" y="1093299"/>
                  </a:lnTo>
                  <a:lnTo>
                    <a:pt x="266246" y="1092389"/>
                  </a:lnTo>
                  <a:lnTo>
                    <a:pt x="265880" y="1094972"/>
                  </a:lnTo>
                  <a:lnTo>
                    <a:pt x="262460" y="1095033"/>
                  </a:lnTo>
                  <a:lnTo>
                    <a:pt x="257139" y="1095794"/>
                  </a:lnTo>
                  <a:lnTo>
                    <a:pt x="250199" y="1098575"/>
                  </a:lnTo>
                  <a:lnTo>
                    <a:pt x="250908" y="1104241"/>
                  </a:lnTo>
                  <a:lnTo>
                    <a:pt x="240324" y="1113041"/>
                  </a:lnTo>
                  <a:lnTo>
                    <a:pt x="235501" y="1115887"/>
                  </a:lnTo>
                  <a:lnTo>
                    <a:pt x="234611" y="1118432"/>
                  </a:lnTo>
                  <a:lnTo>
                    <a:pt x="234279" y="1119381"/>
                  </a:lnTo>
                  <a:lnTo>
                    <a:pt x="229995" y="1123333"/>
                  </a:lnTo>
                  <a:lnTo>
                    <a:pt x="228664" y="1123593"/>
                  </a:lnTo>
                  <a:lnTo>
                    <a:pt x="227528" y="1120393"/>
                  </a:lnTo>
                  <a:lnTo>
                    <a:pt x="230299" y="1117448"/>
                  </a:lnTo>
                  <a:lnTo>
                    <a:pt x="230141" y="1110683"/>
                  </a:lnTo>
                  <a:lnTo>
                    <a:pt x="231580" y="1106935"/>
                  </a:lnTo>
                  <a:lnTo>
                    <a:pt x="229562" y="1104442"/>
                  </a:lnTo>
                  <a:lnTo>
                    <a:pt x="226259" y="1103529"/>
                  </a:lnTo>
                  <a:lnTo>
                    <a:pt x="223677" y="1107116"/>
                  </a:lnTo>
                  <a:lnTo>
                    <a:pt x="220448" y="1107106"/>
                  </a:lnTo>
                  <a:lnTo>
                    <a:pt x="217281" y="1107929"/>
                  </a:lnTo>
                  <a:lnTo>
                    <a:pt x="216375" y="1112965"/>
                  </a:lnTo>
                  <a:lnTo>
                    <a:pt x="213924" y="1115862"/>
                  </a:lnTo>
                  <a:lnTo>
                    <a:pt x="208674" y="1118761"/>
                  </a:lnTo>
                  <a:lnTo>
                    <a:pt x="204733" y="1121538"/>
                  </a:lnTo>
                  <a:lnTo>
                    <a:pt x="202370" y="1126504"/>
                  </a:lnTo>
                  <a:lnTo>
                    <a:pt x="202515" y="1128397"/>
                  </a:lnTo>
                  <a:lnTo>
                    <a:pt x="200499" y="1130703"/>
                  </a:lnTo>
                  <a:lnTo>
                    <a:pt x="195567" y="1127998"/>
                  </a:lnTo>
                  <a:lnTo>
                    <a:pt x="195270" y="1131762"/>
                  </a:lnTo>
                  <a:lnTo>
                    <a:pt x="191144" y="1132335"/>
                  </a:lnTo>
                  <a:lnTo>
                    <a:pt x="189075" y="1130812"/>
                  </a:lnTo>
                  <a:lnTo>
                    <a:pt x="184010" y="1130829"/>
                  </a:lnTo>
                  <a:lnTo>
                    <a:pt x="180422" y="1135392"/>
                  </a:lnTo>
                  <a:lnTo>
                    <a:pt x="174270" y="1139101"/>
                  </a:lnTo>
                  <a:lnTo>
                    <a:pt x="165831" y="1138774"/>
                  </a:lnTo>
                  <a:lnTo>
                    <a:pt x="164748" y="1136912"/>
                  </a:lnTo>
                  <a:lnTo>
                    <a:pt x="165916" y="1132980"/>
                  </a:lnTo>
                  <a:lnTo>
                    <a:pt x="166108" y="1128972"/>
                  </a:lnTo>
                  <a:lnTo>
                    <a:pt x="169301" y="1123806"/>
                  </a:lnTo>
                  <a:lnTo>
                    <a:pt x="168565" y="1119632"/>
                  </a:lnTo>
                  <a:lnTo>
                    <a:pt x="165326" y="1119183"/>
                  </a:lnTo>
                  <a:lnTo>
                    <a:pt x="161571" y="1120124"/>
                  </a:lnTo>
                  <a:lnTo>
                    <a:pt x="159132" y="1124340"/>
                  </a:lnTo>
                  <a:lnTo>
                    <a:pt x="157721" y="1127602"/>
                  </a:lnTo>
                  <a:lnTo>
                    <a:pt x="158446" y="1135199"/>
                  </a:lnTo>
                  <a:lnTo>
                    <a:pt x="155321" y="1140759"/>
                  </a:lnTo>
                  <a:lnTo>
                    <a:pt x="152333" y="1145157"/>
                  </a:lnTo>
                  <a:lnTo>
                    <a:pt x="154212" y="1151642"/>
                  </a:lnTo>
                  <a:lnTo>
                    <a:pt x="157861" y="1153295"/>
                  </a:lnTo>
                  <a:lnTo>
                    <a:pt x="163169" y="1156958"/>
                  </a:lnTo>
                  <a:lnTo>
                    <a:pt x="164227" y="1159687"/>
                  </a:lnTo>
                  <a:lnTo>
                    <a:pt x="159075" y="1158709"/>
                  </a:lnTo>
                  <a:lnTo>
                    <a:pt x="155409" y="1160523"/>
                  </a:lnTo>
                  <a:lnTo>
                    <a:pt x="151126" y="1157023"/>
                  </a:lnTo>
                  <a:lnTo>
                    <a:pt x="149268" y="1156143"/>
                  </a:lnTo>
                  <a:lnTo>
                    <a:pt x="145816" y="1158782"/>
                  </a:lnTo>
                  <a:lnTo>
                    <a:pt x="143365" y="1156683"/>
                  </a:lnTo>
                  <a:lnTo>
                    <a:pt x="140820" y="1159189"/>
                  </a:lnTo>
                  <a:lnTo>
                    <a:pt x="139835" y="1161878"/>
                  </a:lnTo>
                  <a:lnTo>
                    <a:pt x="139368" y="1166603"/>
                  </a:lnTo>
                  <a:lnTo>
                    <a:pt x="139490" y="1172383"/>
                  </a:lnTo>
                  <a:lnTo>
                    <a:pt x="137877" y="1175228"/>
                  </a:lnTo>
                  <a:lnTo>
                    <a:pt x="135447" y="1175538"/>
                  </a:lnTo>
                  <a:lnTo>
                    <a:pt x="132435" y="1171223"/>
                  </a:lnTo>
                  <a:lnTo>
                    <a:pt x="132107" y="1168801"/>
                  </a:lnTo>
                  <a:lnTo>
                    <a:pt x="132718" y="1161158"/>
                  </a:lnTo>
                  <a:lnTo>
                    <a:pt x="130576" y="1160003"/>
                  </a:lnTo>
                  <a:lnTo>
                    <a:pt x="127074" y="1163281"/>
                  </a:lnTo>
                  <a:lnTo>
                    <a:pt x="126444" y="1165589"/>
                  </a:lnTo>
                  <a:lnTo>
                    <a:pt x="122053" y="1166421"/>
                  </a:lnTo>
                  <a:lnTo>
                    <a:pt x="117491" y="1168530"/>
                  </a:lnTo>
                  <a:lnTo>
                    <a:pt x="114547" y="1166757"/>
                  </a:lnTo>
                  <a:lnTo>
                    <a:pt x="112714" y="1163601"/>
                  </a:lnTo>
                  <a:lnTo>
                    <a:pt x="109013" y="1168277"/>
                  </a:lnTo>
                  <a:lnTo>
                    <a:pt x="105984" y="1171037"/>
                  </a:lnTo>
                  <a:lnTo>
                    <a:pt x="102185" y="1174243"/>
                  </a:lnTo>
                  <a:lnTo>
                    <a:pt x="98602" y="1176148"/>
                  </a:lnTo>
                  <a:lnTo>
                    <a:pt x="101270" y="1178648"/>
                  </a:lnTo>
                  <a:lnTo>
                    <a:pt x="104842" y="1178921"/>
                  </a:lnTo>
                  <a:lnTo>
                    <a:pt x="109169" y="1183536"/>
                  </a:lnTo>
                  <a:lnTo>
                    <a:pt x="110410" y="1188267"/>
                  </a:lnTo>
                  <a:lnTo>
                    <a:pt x="103532" y="1185871"/>
                  </a:lnTo>
                  <a:lnTo>
                    <a:pt x="97321" y="1186932"/>
                  </a:lnTo>
                  <a:lnTo>
                    <a:pt x="90712" y="1189163"/>
                  </a:lnTo>
                  <a:lnTo>
                    <a:pt x="82173" y="1187808"/>
                  </a:lnTo>
                  <a:lnTo>
                    <a:pt x="73528" y="1188207"/>
                  </a:lnTo>
                  <a:lnTo>
                    <a:pt x="65461" y="1191478"/>
                  </a:lnTo>
                  <a:lnTo>
                    <a:pt x="62524" y="1194775"/>
                  </a:lnTo>
                  <a:lnTo>
                    <a:pt x="61982" y="1198982"/>
                  </a:lnTo>
                  <a:lnTo>
                    <a:pt x="58151" y="1201987"/>
                  </a:lnTo>
                  <a:lnTo>
                    <a:pt x="51345" y="1203621"/>
                  </a:lnTo>
                  <a:lnTo>
                    <a:pt x="47510" y="1203156"/>
                  </a:lnTo>
                  <a:lnTo>
                    <a:pt x="43163" y="1200209"/>
                  </a:lnTo>
                  <a:lnTo>
                    <a:pt x="41601" y="1195244"/>
                  </a:lnTo>
                  <a:lnTo>
                    <a:pt x="40112" y="1192727"/>
                  </a:lnTo>
                  <a:lnTo>
                    <a:pt x="39973" y="1189352"/>
                  </a:lnTo>
                  <a:lnTo>
                    <a:pt x="43095" y="1186679"/>
                  </a:lnTo>
                  <a:lnTo>
                    <a:pt x="47610" y="1185173"/>
                  </a:lnTo>
                  <a:lnTo>
                    <a:pt x="50081" y="1181241"/>
                  </a:lnTo>
                  <a:lnTo>
                    <a:pt x="53691" y="1172740"/>
                  </a:lnTo>
                  <a:lnTo>
                    <a:pt x="53724" y="1167673"/>
                  </a:lnTo>
                  <a:lnTo>
                    <a:pt x="58883" y="1165292"/>
                  </a:lnTo>
                  <a:lnTo>
                    <a:pt x="62238" y="1168287"/>
                  </a:lnTo>
                  <a:lnTo>
                    <a:pt x="67305" y="1165929"/>
                  </a:lnTo>
                  <a:lnTo>
                    <a:pt x="70431" y="1163375"/>
                  </a:lnTo>
                  <a:lnTo>
                    <a:pt x="74994" y="1162632"/>
                  </a:lnTo>
                  <a:lnTo>
                    <a:pt x="78606" y="1158833"/>
                  </a:lnTo>
                  <a:lnTo>
                    <a:pt x="82999" y="1157867"/>
                  </a:lnTo>
                  <a:lnTo>
                    <a:pt x="92021" y="1159369"/>
                  </a:lnTo>
                  <a:lnTo>
                    <a:pt x="95656" y="1165688"/>
                  </a:lnTo>
                  <a:lnTo>
                    <a:pt x="98777" y="1164417"/>
                  </a:lnTo>
                  <a:lnTo>
                    <a:pt x="101024" y="1160330"/>
                  </a:lnTo>
                  <a:lnTo>
                    <a:pt x="99701" y="1153603"/>
                  </a:lnTo>
                  <a:lnTo>
                    <a:pt x="106302" y="1150065"/>
                  </a:lnTo>
                  <a:lnTo>
                    <a:pt x="109942" y="1150740"/>
                  </a:lnTo>
                  <a:lnTo>
                    <a:pt x="116126" y="1149095"/>
                  </a:lnTo>
                  <a:lnTo>
                    <a:pt x="114659" y="1145177"/>
                  </a:lnTo>
                  <a:lnTo>
                    <a:pt x="117754" y="1141930"/>
                  </a:lnTo>
                  <a:lnTo>
                    <a:pt x="123857" y="1135483"/>
                  </a:lnTo>
                  <a:lnTo>
                    <a:pt x="126515" y="1130263"/>
                  </a:lnTo>
                  <a:lnTo>
                    <a:pt x="133536" y="1120635"/>
                  </a:lnTo>
                  <a:lnTo>
                    <a:pt x="138628" y="1113184"/>
                  </a:lnTo>
                  <a:lnTo>
                    <a:pt x="142112" y="1110543"/>
                  </a:lnTo>
                  <a:lnTo>
                    <a:pt x="144566" y="1107617"/>
                  </a:lnTo>
                  <a:lnTo>
                    <a:pt x="149932" y="1104696"/>
                  </a:lnTo>
                  <a:lnTo>
                    <a:pt x="153091" y="1100586"/>
                  </a:lnTo>
                  <a:lnTo>
                    <a:pt x="156488" y="1099772"/>
                  </a:lnTo>
                  <a:lnTo>
                    <a:pt x="165753" y="1096331"/>
                  </a:lnTo>
                  <a:lnTo>
                    <a:pt x="176114" y="1092327"/>
                  </a:lnTo>
                  <a:lnTo>
                    <a:pt x="182946" y="1091551"/>
                  </a:lnTo>
                  <a:lnTo>
                    <a:pt x="188574" y="1091556"/>
                  </a:lnTo>
                  <a:lnTo>
                    <a:pt x="188642" y="1097026"/>
                  </a:lnTo>
                  <a:lnTo>
                    <a:pt x="189450" y="1101395"/>
                  </a:lnTo>
                  <a:lnTo>
                    <a:pt x="197733" y="1102978"/>
                  </a:lnTo>
                  <a:lnTo>
                    <a:pt x="199710" y="1102569"/>
                  </a:lnTo>
                  <a:lnTo>
                    <a:pt x="201399" y="1099154"/>
                  </a:lnTo>
                  <a:lnTo>
                    <a:pt x="198531" y="1096119"/>
                  </a:lnTo>
                  <a:lnTo>
                    <a:pt x="196464" y="1094477"/>
                  </a:lnTo>
                  <a:lnTo>
                    <a:pt x="199790" y="1087761"/>
                  </a:lnTo>
                  <a:lnTo>
                    <a:pt x="202353" y="1078438"/>
                  </a:lnTo>
                  <a:lnTo>
                    <a:pt x="202850" y="1073323"/>
                  </a:lnTo>
                  <a:lnTo>
                    <a:pt x="208431" y="1068509"/>
                  </a:lnTo>
                  <a:lnTo>
                    <a:pt x="210980" y="1064694"/>
                  </a:lnTo>
                  <a:lnTo>
                    <a:pt x="216505" y="1061114"/>
                  </a:lnTo>
                  <a:lnTo>
                    <a:pt x="221760" y="1054346"/>
                  </a:lnTo>
                  <a:lnTo>
                    <a:pt x="231801" y="1048315"/>
                  </a:lnTo>
                  <a:lnTo>
                    <a:pt x="242458" y="1040059"/>
                  </a:lnTo>
                  <a:lnTo>
                    <a:pt x="250727" y="1032555"/>
                  </a:lnTo>
                  <a:lnTo>
                    <a:pt x="253630" y="1034814"/>
                  </a:lnTo>
                  <a:lnTo>
                    <a:pt x="255108" y="1035961"/>
                  </a:lnTo>
                  <a:lnTo>
                    <a:pt x="258910" y="1035672"/>
                  </a:lnTo>
                  <a:lnTo>
                    <a:pt x="261937" y="1034519"/>
                  </a:lnTo>
                  <a:lnTo>
                    <a:pt x="262114" y="1031881"/>
                  </a:lnTo>
                  <a:lnTo>
                    <a:pt x="260466" y="1027338"/>
                  </a:lnTo>
                  <a:lnTo>
                    <a:pt x="260387" y="1021855"/>
                  </a:lnTo>
                  <a:lnTo>
                    <a:pt x="264941" y="1011497"/>
                  </a:lnTo>
                  <a:lnTo>
                    <a:pt x="271627" y="1000637"/>
                  </a:lnTo>
                  <a:lnTo>
                    <a:pt x="274577" y="997685"/>
                  </a:lnTo>
                  <a:lnTo>
                    <a:pt x="279466" y="994961"/>
                  </a:lnTo>
                  <a:lnTo>
                    <a:pt x="284175" y="986302"/>
                  </a:lnTo>
                  <a:lnTo>
                    <a:pt x="289321" y="981041"/>
                  </a:lnTo>
                  <a:lnTo>
                    <a:pt x="292457" y="979702"/>
                  </a:lnTo>
                  <a:lnTo>
                    <a:pt x="292054" y="976442"/>
                  </a:lnTo>
                  <a:lnTo>
                    <a:pt x="290979" y="973113"/>
                  </a:lnTo>
                  <a:lnTo>
                    <a:pt x="291416" y="966247"/>
                  </a:lnTo>
                  <a:lnTo>
                    <a:pt x="292288" y="958021"/>
                  </a:lnTo>
                  <a:lnTo>
                    <a:pt x="292835" y="942353"/>
                  </a:lnTo>
                  <a:lnTo>
                    <a:pt x="293919" y="938051"/>
                  </a:lnTo>
                  <a:lnTo>
                    <a:pt x="296187" y="933044"/>
                  </a:lnTo>
                  <a:lnTo>
                    <a:pt x="293656" y="928880"/>
                  </a:lnTo>
                  <a:lnTo>
                    <a:pt x="293421" y="921793"/>
                  </a:lnTo>
                  <a:lnTo>
                    <a:pt x="294962" y="914362"/>
                  </a:lnTo>
                  <a:lnTo>
                    <a:pt x="300201" y="908120"/>
                  </a:lnTo>
                  <a:lnTo>
                    <a:pt x="302577" y="904385"/>
                  </a:lnTo>
                  <a:lnTo>
                    <a:pt x="305596" y="899622"/>
                  </a:lnTo>
                  <a:lnTo>
                    <a:pt x="307772" y="895280"/>
                  </a:lnTo>
                  <a:lnTo>
                    <a:pt x="309601" y="888312"/>
                  </a:lnTo>
                  <a:lnTo>
                    <a:pt x="308731" y="886460"/>
                  </a:lnTo>
                  <a:lnTo>
                    <a:pt x="306091" y="886371"/>
                  </a:lnTo>
                  <a:lnTo>
                    <a:pt x="305375" y="886346"/>
                  </a:lnTo>
                  <a:lnTo>
                    <a:pt x="302827" y="887767"/>
                  </a:lnTo>
                  <a:lnTo>
                    <a:pt x="296644" y="891195"/>
                  </a:lnTo>
                  <a:lnTo>
                    <a:pt x="290772" y="895338"/>
                  </a:lnTo>
                  <a:lnTo>
                    <a:pt x="284139" y="898999"/>
                  </a:lnTo>
                  <a:lnTo>
                    <a:pt x="272413" y="905718"/>
                  </a:lnTo>
                  <a:lnTo>
                    <a:pt x="269330" y="905474"/>
                  </a:lnTo>
                  <a:lnTo>
                    <a:pt x="265845" y="902353"/>
                  </a:lnTo>
                  <a:lnTo>
                    <a:pt x="264073" y="896519"/>
                  </a:lnTo>
                  <a:lnTo>
                    <a:pt x="262441" y="895016"/>
                  </a:lnTo>
                  <a:lnTo>
                    <a:pt x="257659" y="892809"/>
                  </a:lnTo>
                  <a:lnTo>
                    <a:pt x="258960" y="888902"/>
                  </a:lnTo>
                  <a:lnTo>
                    <a:pt x="255506" y="885153"/>
                  </a:lnTo>
                  <a:lnTo>
                    <a:pt x="250752" y="888598"/>
                  </a:lnTo>
                  <a:lnTo>
                    <a:pt x="250178" y="892851"/>
                  </a:lnTo>
                  <a:lnTo>
                    <a:pt x="250670" y="896466"/>
                  </a:lnTo>
                  <a:lnTo>
                    <a:pt x="248150" y="900667"/>
                  </a:lnTo>
                  <a:lnTo>
                    <a:pt x="249467" y="905561"/>
                  </a:lnTo>
                  <a:lnTo>
                    <a:pt x="254048" y="915680"/>
                  </a:lnTo>
                  <a:lnTo>
                    <a:pt x="251232" y="921069"/>
                  </a:lnTo>
                  <a:lnTo>
                    <a:pt x="248417" y="922371"/>
                  </a:lnTo>
                  <a:lnTo>
                    <a:pt x="242206" y="920189"/>
                  </a:lnTo>
                  <a:lnTo>
                    <a:pt x="236191" y="907483"/>
                  </a:lnTo>
                  <a:lnTo>
                    <a:pt x="229734" y="895424"/>
                  </a:lnTo>
                  <a:lnTo>
                    <a:pt x="225537" y="891197"/>
                  </a:lnTo>
                  <a:lnTo>
                    <a:pt x="221834" y="890414"/>
                  </a:lnTo>
                  <a:lnTo>
                    <a:pt x="223126" y="887581"/>
                  </a:lnTo>
                  <a:lnTo>
                    <a:pt x="222558" y="884242"/>
                  </a:lnTo>
                  <a:lnTo>
                    <a:pt x="219396" y="884417"/>
                  </a:lnTo>
                  <a:lnTo>
                    <a:pt x="218312" y="888246"/>
                  </a:lnTo>
                  <a:lnTo>
                    <a:pt x="216936" y="891950"/>
                  </a:lnTo>
                  <a:lnTo>
                    <a:pt x="213199" y="895108"/>
                  </a:lnTo>
                  <a:lnTo>
                    <a:pt x="210748" y="891150"/>
                  </a:lnTo>
                  <a:lnTo>
                    <a:pt x="205039" y="888978"/>
                  </a:lnTo>
                  <a:lnTo>
                    <a:pt x="202268" y="886474"/>
                  </a:lnTo>
                  <a:lnTo>
                    <a:pt x="199220" y="882697"/>
                  </a:lnTo>
                  <a:lnTo>
                    <a:pt x="201347" y="879815"/>
                  </a:lnTo>
                  <a:lnTo>
                    <a:pt x="199231" y="874387"/>
                  </a:lnTo>
                  <a:lnTo>
                    <a:pt x="192779" y="878574"/>
                  </a:lnTo>
                  <a:lnTo>
                    <a:pt x="185816" y="884934"/>
                  </a:lnTo>
                  <a:lnTo>
                    <a:pt x="182855" y="891467"/>
                  </a:lnTo>
                  <a:lnTo>
                    <a:pt x="181207" y="887926"/>
                  </a:lnTo>
                  <a:lnTo>
                    <a:pt x="176971" y="889919"/>
                  </a:lnTo>
                  <a:lnTo>
                    <a:pt x="175978" y="890609"/>
                  </a:lnTo>
                  <a:lnTo>
                    <a:pt x="174591" y="891570"/>
                  </a:lnTo>
                  <a:lnTo>
                    <a:pt x="169726" y="894930"/>
                  </a:lnTo>
                  <a:lnTo>
                    <a:pt x="165908" y="897341"/>
                  </a:lnTo>
                  <a:lnTo>
                    <a:pt x="165857" y="897595"/>
                  </a:lnTo>
                  <a:lnTo>
                    <a:pt x="164812" y="902798"/>
                  </a:lnTo>
                  <a:lnTo>
                    <a:pt x="158923" y="906593"/>
                  </a:lnTo>
                  <a:lnTo>
                    <a:pt x="152247" y="910658"/>
                  </a:lnTo>
                  <a:lnTo>
                    <a:pt x="150567" y="906290"/>
                  </a:lnTo>
                  <a:lnTo>
                    <a:pt x="143091" y="906439"/>
                  </a:lnTo>
                  <a:lnTo>
                    <a:pt x="138307" y="903319"/>
                  </a:lnTo>
                  <a:lnTo>
                    <a:pt x="144180" y="900629"/>
                  </a:lnTo>
                  <a:lnTo>
                    <a:pt x="149824" y="897535"/>
                  </a:lnTo>
                  <a:lnTo>
                    <a:pt x="151775" y="889611"/>
                  </a:lnTo>
                  <a:lnTo>
                    <a:pt x="150483" y="879178"/>
                  </a:lnTo>
                  <a:lnTo>
                    <a:pt x="147015" y="871796"/>
                  </a:lnTo>
                  <a:lnTo>
                    <a:pt x="144208" y="865940"/>
                  </a:lnTo>
                  <a:lnTo>
                    <a:pt x="142554" y="860160"/>
                  </a:lnTo>
                  <a:lnTo>
                    <a:pt x="144403" y="854204"/>
                  </a:lnTo>
                  <a:lnTo>
                    <a:pt x="149112" y="847633"/>
                  </a:lnTo>
                  <a:lnTo>
                    <a:pt x="151023" y="845141"/>
                  </a:lnTo>
                  <a:lnTo>
                    <a:pt x="153873" y="843605"/>
                  </a:lnTo>
                  <a:lnTo>
                    <a:pt x="151620" y="838152"/>
                  </a:lnTo>
                  <a:lnTo>
                    <a:pt x="148403" y="832098"/>
                  </a:lnTo>
                  <a:lnTo>
                    <a:pt x="148057" y="828590"/>
                  </a:lnTo>
                  <a:lnTo>
                    <a:pt x="142999" y="817593"/>
                  </a:lnTo>
                  <a:lnTo>
                    <a:pt x="141072" y="812484"/>
                  </a:lnTo>
                  <a:lnTo>
                    <a:pt x="140024" y="809053"/>
                  </a:lnTo>
                  <a:lnTo>
                    <a:pt x="137402" y="802595"/>
                  </a:lnTo>
                  <a:lnTo>
                    <a:pt x="132974" y="794486"/>
                  </a:lnTo>
                  <a:lnTo>
                    <a:pt x="130483" y="793849"/>
                  </a:lnTo>
                  <a:lnTo>
                    <a:pt x="129061" y="796940"/>
                  </a:lnTo>
                  <a:lnTo>
                    <a:pt x="128944" y="800609"/>
                  </a:lnTo>
                  <a:lnTo>
                    <a:pt x="129126" y="804258"/>
                  </a:lnTo>
                  <a:lnTo>
                    <a:pt x="128177" y="807930"/>
                  </a:lnTo>
                  <a:lnTo>
                    <a:pt x="124755" y="808083"/>
                  </a:lnTo>
                  <a:lnTo>
                    <a:pt x="121099" y="807874"/>
                  </a:lnTo>
                  <a:lnTo>
                    <a:pt x="118775" y="810502"/>
                  </a:lnTo>
                  <a:lnTo>
                    <a:pt x="114888" y="812154"/>
                  </a:lnTo>
                  <a:lnTo>
                    <a:pt x="107005" y="816236"/>
                  </a:lnTo>
                  <a:lnTo>
                    <a:pt x="97818" y="818208"/>
                  </a:lnTo>
                  <a:lnTo>
                    <a:pt x="87753" y="818586"/>
                  </a:lnTo>
                  <a:lnTo>
                    <a:pt x="82712" y="817649"/>
                  </a:lnTo>
                  <a:lnTo>
                    <a:pt x="76366" y="814194"/>
                  </a:lnTo>
                  <a:lnTo>
                    <a:pt x="74237" y="807653"/>
                  </a:lnTo>
                  <a:lnTo>
                    <a:pt x="75263" y="805766"/>
                  </a:lnTo>
                  <a:lnTo>
                    <a:pt x="76838" y="803775"/>
                  </a:lnTo>
                  <a:lnTo>
                    <a:pt x="72537" y="799497"/>
                  </a:lnTo>
                  <a:lnTo>
                    <a:pt x="68331" y="795467"/>
                  </a:lnTo>
                  <a:lnTo>
                    <a:pt x="65311" y="787904"/>
                  </a:lnTo>
                  <a:lnTo>
                    <a:pt x="62231" y="785099"/>
                  </a:lnTo>
                  <a:lnTo>
                    <a:pt x="59961" y="780493"/>
                  </a:lnTo>
                  <a:lnTo>
                    <a:pt x="57494" y="780457"/>
                  </a:lnTo>
                  <a:lnTo>
                    <a:pt x="51216" y="775862"/>
                  </a:lnTo>
                  <a:lnTo>
                    <a:pt x="47032" y="769442"/>
                  </a:lnTo>
                  <a:lnTo>
                    <a:pt x="49008" y="767669"/>
                  </a:lnTo>
                  <a:lnTo>
                    <a:pt x="50752" y="767073"/>
                  </a:lnTo>
                  <a:lnTo>
                    <a:pt x="52801" y="763198"/>
                  </a:lnTo>
                  <a:lnTo>
                    <a:pt x="51923" y="762069"/>
                  </a:lnTo>
                  <a:lnTo>
                    <a:pt x="48550" y="762516"/>
                  </a:lnTo>
                  <a:lnTo>
                    <a:pt x="45402" y="764657"/>
                  </a:lnTo>
                  <a:lnTo>
                    <a:pt x="42778" y="764332"/>
                  </a:lnTo>
                  <a:lnTo>
                    <a:pt x="40071" y="763503"/>
                  </a:lnTo>
                  <a:lnTo>
                    <a:pt x="38485" y="760187"/>
                  </a:lnTo>
                  <a:lnTo>
                    <a:pt x="40259" y="758167"/>
                  </a:lnTo>
                  <a:lnTo>
                    <a:pt x="45393" y="756571"/>
                  </a:lnTo>
                  <a:lnTo>
                    <a:pt x="49847" y="751664"/>
                  </a:lnTo>
                  <a:lnTo>
                    <a:pt x="52430" y="750851"/>
                  </a:lnTo>
                  <a:lnTo>
                    <a:pt x="52044" y="747507"/>
                  </a:lnTo>
                  <a:lnTo>
                    <a:pt x="51225" y="745423"/>
                  </a:lnTo>
                  <a:lnTo>
                    <a:pt x="51838" y="740771"/>
                  </a:lnTo>
                  <a:lnTo>
                    <a:pt x="50482" y="735190"/>
                  </a:lnTo>
                  <a:lnTo>
                    <a:pt x="49820" y="734204"/>
                  </a:lnTo>
                  <a:lnTo>
                    <a:pt x="47381" y="730559"/>
                  </a:lnTo>
                  <a:lnTo>
                    <a:pt x="49423" y="728065"/>
                  </a:lnTo>
                  <a:lnTo>
                    <a:pt x="51973" y="724815"/>
                  </a:lnTo>
                  <a:lnTo>
                    <a:pt x="49631" y="722199"/>
                  </a:lnTo>
                  <a:lnTo>
                    <a:pt x="47935" y="717898"/>
                  </a:lnTo>
                  <a:lnTo>
                    <a:pt x="44313" y="716172"/>
                  </a:lnTo>
                  <a:lnTo>
                    <a:pt x="42051" y="722415"/>
                  </a:lnTo>
                  <a:lnTo>
                    <a:pt x="39816" y="721910"/>
                  </a:lnTo>
                  <a:lnTo>
                    <a:pt x="36934" y="720946"/>
                  </a:lnTo>
                  <a:lnTo>
                    <a:pt x="34568" y="717423"/>
                  </a:lnTo>
                  <a:lnTo>
                    <a:pt x="35259" y="711009"/>
                  </a:lnTo>
                  <a:lnTo>
                    <a:pt x="35812" y="707425"/>
                  </a:lnTo>
                  <a:lnTo>
                    <a:pt x="31005" y="704626"/>
                  </a:lnTo>
                  <a:lnTo>
                    <a:pt x="29657" y="704720"/>
                  </a:lnTo>
                  <a:lnTo>
                    <a:pt x="27473" y="697518"/>
                  </a:lnTo>
                  <a:lnTo>
                    <a:pt x="28960" y="695657"/>
                  </a:lnTo>
                  <a:lnTo>
                    <a:pt x="31657" y="694604"/>
                  </a:lnTo>
                  <a:lnTo>
                    <a:pt x="33221" y="691926"/>
                  </a:lnTo>
                  <a:lnTo>
                    <a:pt x="29885" y="688256"/>
                  </a:lnTo>
                  <a:lnTo>
                    <a:pt x="28598" y="686584"/>
                  </a:lnTo>
                  <a:lnTo>
                    <a:pt x="25890" y="687468"/>
                  </a:lnTo>
                  <a:lnTo>
                    <a:pt x="23339" y="690554"/>
                  </a:lnTo>
                  <a:lnTo>
                    <a:pt x="21228" y="688842"/>
                  </a:lnTo>
                  <a:lnTo>
                    <a:pt x="19927" y="681816"/>
                  </a:lnTo>
                  <a:lnTo>
                    <a:pt x="22658" y="673751"/>
                  </a:lnTo>
                  <a:lnTo>
                    <a:pt x="25678" y="671041"/>
                  </a:lnTo>
                  <a:lnTo>
                    <a:pt x="24671" y="667515"/>
                  </a:lnTo>
                  <a:lnTo>
                    <a:pt x="29446" y="665519"/>
                  </a:lnTo>
                  <a:lnTo>
                    <a:pt x="33382" y="667652"/>
                  </a:lnTo>
                  <a:lnTo>
                    <a:pt x="38399" y="666663"/>
                  </a:lnTo>
                  <a:lnTo>
                    <a:pt x="38237" y="664685"/>
                  </a:lnTo>
                  <a:lnTo>
                    <a:pt x="35966" y="658054"/>
                  </a:lnTo>
                  <a:lnTo>
                    <a:pt x="36190" y="651331"/>
                  </a:lnTo>
                  <a:lnTo>
                    <a:pt x="39107" y="645592"/>
                  </a:lnTo>
                  <a:lnTo>
                    <a:pt x="46209" y="636039"/>
                  </a:lnTo>
                  <a:lnTo>
                    <a:pt x="52566" y="626279"/>
                  </a:lnTo>
                  <a:lnTo>
                    <a:pt x="58145" y="619990"/>
                  </a:lnTo>
                  <a:lnTo>
                    <a:pt x="59839" y="614697"/>
                  </a:lnTo>
                  <a:lnTo>
                    <a:pt x="62774" y="610661"/>
                  </a:lnTo>
                  <a:lnTo>
                    <a:pt x="66538" y="609081"/>
                  </a:lnTo>
                  <a:lnTo>
                    <a:pt x="66123" y="604228"/>
                  </a:lnTo>
                  <a:lnTo>
                    <a:pt x="66091" y="600317"/>
                  </a:lnTo>
                  <a:lnTo>
                    <a:pt x="68428" y="593506"/>
                  </a:lnTo>
                  <a:lnTo>
                    <a:pt x="72740" y="585397"/>
                  </a:lnTo>
                  <a:lnTo>
                    <a:pt x="75455" y="579119"/>
                  </a:lnTo>
                  <a:lnTo>
                    <a:pt x="80644" y="573134"/>
                  </a:lnTo>
                  <a:lnTo>
                    <a:pt x="87533" y="570237"/>
                  </a:lnTo>
                  <a:lnTo>
                    <a:pt x="91645" y="569814"/>
                  </a:lnTo>
                  <a:lnTo>
                    <a:pt x="96640" y="573104"/>
                  </a:lnTo>
                  <a:lnTo>
                    <a:pt x="100949" y="574100"/>
                  </a:lnTo>
                  <a:lnTo>
                    <a:pt x="103955" y="579510"/>
                  </a:lnTo>
                  <a:lnTo>
                    <a:pt x="106403" y="580113"/>
                  </a:lnTo>
                  <a:lnTo>
                    <a:pt x="112132" y="587541"/>
                  </a:lnTo>
                  <a:lnTo>
                    <a:pt x="119753" y="586585"/>
                  </a:lnTo>
                  <a:lnTo>
                    <a:pt x="123842" y="582416"/>
                  </a:lnTo>
                  <a:lnTo>
                    <a:pt x="126123" y="580118"/>
                  </a:lnTo>
                  <a:lnTo>
                    <a:pt x="126981" y="576485"/>
                  </a:lnTo>
                  <a:lnTo>
                    <a:pt x="129792" y="576011"/>
                  </a:lnTo>
                  <a:lnTo>
                    <a:pt x="133478" y="571746"/>
                  </a:lnTo>
                  <a:lnTo>
                    <a:pt x="135791" y="569058"/>
                  </a:lnTo>
                  <a:lnTo>
                    <a:pt x="139097" y="562619"/>
                  </a:lnTo>
                  <a:lnTo>
                    <a:pt x="141217" y="559508"/>
                  </a:lnTo>
                  <a:lnTo>
                    <a:pt x="135555" y="553235"/>
                  </a:lnTo>
                  <a:lnTo>
                    <a:pt x="131586" y="550092"/>
                  </a:lnTo>
                  <a:lnTo>
                    <a:pt x="135152" y="546902"/>
                  </a:lnTo>
                  <a:lnTo>
                    <a:pt x="140444" y="546546"/>
                  </a:lnTo>
                  <a:lnTo>
                    <a:pt x="144339" y="553395"/>
                  </a:lnTo>
                  <a:lnTo>
                    <a:pt x="149331" y="555658"/>
                  </a:lnTo>
                  <a:lnTo>
                    <a:pt x="151713" y="560605"/>
                  </a:lnTo>
                  <a:lnTo>
                    <a:pt x="160457" y="559666"/>
                  </a:lnTo>
                  <a:lnTo>
                    <a:pt x="167712" y="560308"/>
                  </a:lnTo>
                  <a:lnTo>
                    <a:pt x="174322" y="558410"/>
                  </a:lnTo>
                  <a:lnTo>
                    <a:pt x="177816" y="553408"/>
                  </a:lnTo>
                  <a:lnTo>
                    <a:pt x="186413" y="540009"/>
                  </a:lnTo>
                  <a:lnTo>
                    <a:pt x="187058" y="534612"/>
                  </a:lnTo>
                  <a:lnTo>
                    <a:pt x="183630" y="522393"/>
                  </a:lnTo>
                  <a:lnTo>
                    <a:pt x="182648" y="517505"/>
                  </a:lnTo>
                  <a:lnTo>
                    <a:pt x="182426" y="506475"/>
                  </a:lnTo>
                  <a:lnTo>
                    <a:pt x="176773" y="497489"/>
                  </a:lnTo>
                  <a:lnTo>
                    <a:pt x="174558" y="493500"/>
                  </a:lnTo>
                  <a:lnTo>
                    <a:pt x="167991" y="491449"/>
                  </a:lnTo>
                  <a:lnTo>
                    <a:pt x="169231" y="485529"/>
                  </a:lnTo>
                  <a:lnTo>
                    <a:pt x="171525" y="482675"/>
                  </a:lnTo>
                  <a:lnTo>
                    <a:pt x="176633" y="486540"/>
                  </a:lnTo>
                  <a:lnTo>
                    <a:pt x="182377" y="483555"/>
                  </a:lnTo>
                  <a:lnTo>
                    <a:pt x="188035" y="478167"/>
                  </a:lnTo>
                  <a:lnTo>
                    <a:pt x="188550" y="471194"/>
                  </a:lnTo>
                  <a:lnTo>
                    <a:pt x="184679" y="463550"/>
                  </a:lnTo>
                  <a:lnTo>
                    <a:pt x="180918" y="460043"/>
                  </a:lnTo>
                  <a:lnTo>
                    <a:pt x="179559" y="457942"/>
                  </a:lnTo>
                  <a:lnTo>
                    <a:pt x="177333" y="458921"/>
                  </a:lnTo>
                  <a:lnTo>
                    <a:pt x="174080" y="462614"/>
                  </a:lnTo>
                  <a:lnTo>
                    <a:pt x="172570" y="466612"/>
                  </a:lnTo>
                  <a:lnTo>
                    <a:pt x="168672" y="467859"/>
                  </a:lnTo>
                  <a:lnTo>
                    <a:pt x="165295" y="466044"/>
                  </a:lnTo>
                  <a:lnTo>
                    <a:pt x="161742" y="467820"/>
                  </a:lnTo>
                  <a:lnTo>
                    <a:pt x="158738" y="470518"/>
                  </a:lnTo>
                  <a:lnTo>
                    <a:pt x="153732" y="471445"/>
                  </a:lnTo>
                  <a:lnTo>
                    <a:pt x="150177" y="472716"/>
                  </a:lnTo>
                  <a:lnTo>
                    <a:pt x="148708" y="476435"/>
                  </a:lnTo>
                  <a:lnTo>
                    <a:pt x="140016" y="482255"/>
                  </a:lnTo>
                  <a:lnTo>
                    <a:pt x="138074" y="485793"/>
                  </a:lnTo>
                  <a:lnTo>
                    <a:pt x="136885" y="492471"/>
                  </a:lnTo>
                  <a:lnTo>
                    <a:pt x="132922" y="495962"/>
                  </a:lnTo>
                  <a:lnTo>
                    <a:pt x="131501" y="488465"/>
                  </a:lnTo>
                  <a:lnTo>
                    <a:pt x="131205" y="483919"/>
                  </a:lnTo>
                  <a:lnTo>
                    <a:pt x="129126" y="480717"/>
                  </a:lnTo>
                  <a:lnTo>
                    <a:pt x="126497" y="482192"/>
                  </a:lnTo>
                  <a:lnTo>
                    <a:pt x="126471" y="485159"/>
                  </a:lnTo>
                  <a:lnTo>
                    <a:pt x="124524" y="487908"/>
                  </a:lnTo>
                  <a:lnTo>
                    <a:pt x="123121" y="491820"/>
                  </a:lnTo>
                  <a:lnTo>
                    <a:pt x="120300" y="486272"/>
                  </a:lnTo>
                  <a:lnTo>
                    <a:pt x="116167" y="481018"/>
                  </a:lnTo>
                  <a:lnTo>
                    <a:pt x="108948" y="477291"/>
                  </a:lnTo>
                  <a:lnTo>
                    <a:pt x="105083" y="476522"/>
                  </a:lnTo>
                  <a:lnTo>
                    <a:pt x="101019" y="477868"/>
                  </a:lnTo>
                  <a:lnTo>
                    <a:pt x="96400" y="476507"/>
                  </a:lnTo>
                  <a:lnTo>
                    <a:pt x="92030" y="476323"/>
                  </a:lnTo>
                  <a:lnTo>
                    <a:pt x="85209" y="478893"/>
                  </a:lnTo>
                  <a:lnTo>
                    <a:pt x="77726" y="482996"/>
                  </a:lnTo>
                  <a:lnTo>
                    <a:pt x="72336" y="483553"/>
                  </a:lnTo>
                  <a:lnTo>
                    <a:pt x="64773" y="479350"/>
                  </a:lnTo>
                  <a:lnTo>
                    <a:pt x="50888" y="473435"/>
                  </a:lnTo>
                  <a:lnTo>
                    <a:pt x="39948" y="468921"/>
                  </a:lnTo>
                  <a:lnTo>
                    <a:pt x="35725" y="463462"/>
                  </a:lnTo>
                  <a:lnTo>
                    <a:pt x="34733" y="455796"/>
                  </a:lnTo>
                  <a:lnTo>
                    <a:pt x="35180" y="452814"/>
                  </a:lnTo>
                  <a:lnTo>
                    <a:pt x="37553" y="449125"/>
                  </a:lnTo>
                  <a:lnTo>
                    <a:pt x="37144" y="446831"/>
                  </a:lnTo>
                  <a:lnTo>
                    <a:pt x="33661" y="441095"/>
                  </a:lnTo>
                  <a:lnTo>
                    <a:pt x="31000" y="438150"/>
                  </a:lnTo>
                  <a:lnTo>
                    <a:pt x="30270" y="435411"/>
                  </a:lnTo>
                  <a:lnTo>
                    <a:pt x="26524" y="427728"/>
                  </a:lnTo>
                  <a:lnTo>
                    <a:pt x="27304" y="426910"/>
                  </a:lnTo>
                  <a:lnTo>
                    <a:pt x="33842" y="428768"/>
                  </a:lnTo>
                  <a:lnTo>
                    <a:pt x="38275" y="426374"/>
                  </a:lnTo>
                  <a:lnTo>
                    <a:pt x="39606" y="421554"/>
                  </a:lnTo>
                  <a:lnTo>
                    <a:pt x="42695" y="419057"/>
                  </a:lnTo>
                  <a:lnTo>
                    <a:pt x="40641" y="415681"/>
                  </a:lnTo>
                  <a:lnTo>
                    <a:pt x="36662" y="413887"/>
                  </a:lnTo>
                  <a:lnTo>
                    <a:pt x="32611" y="413542"/>
                  </a:lnTo>
                  <a:lnTo>
                    <a:pt x="28963" y="411025"/>
                  </a:lnTo>
                  <a:lnTo>
                    <a:pt x="24801" y="408637"/>
                  </a:lnTo>
                  <a:lnTo>
                    <a:pt x="17596" y="406623"/>
                  </a:lnTo>
                  <a:lnTo>
                    <a:pt x="14478" y="405061"/>
                  </a:lnTo>
                  <a:lnTo>
                    <a:pt x="9766" y="398755"/>
                  </a:lnTo>
                  <a:lnTo>
                    <a:pt x="5942" y="394557"/>
                  </a:lnTo>
                  <a:lnTo>
                    <a:pt x="1188" y="3915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613936" y="5862878"/>
              <a:ext cx="58723" cy="51887"/>
            </a:xfrm>
            <a:custGeom>
              <a:avLst/>
              <a:pathLst>
                <a:path w="58723" h="51887">
                  <a:moveTo>
                    <a:pt x="0" y="49611"/>
                  </a:moveTo>
                  <a:lnTo>
                    <a:pt x="9562" y="43053"/>
                  </a:lnTo>
                  <a:lnTo>
                    <a:pt x="12926" y="40419"/>
                  </a:lnTo>
                  <a:lnTo>
                    <a:pt x="16902" y="35205"/>
                  </a:lnTo>
                  <a:lnTo>
                    <a:pt x="19864" y="33532"/>
                  </a:lnTo>
                  <a:lnTo>
                    <a:pt x="19338" y="28051"/>
                  </a:lnTo>
                  <a:lnTo>
                    <a:pt x="21099" y="23753"/>
                  </a:lnTo>
                  <a:lnTo>
                    <a:pt x="28257" y="17209"/>
                  </a:lnTo>
                  <a:lnTo>
                    <a:pt x="33363" y="19393"/>
                  </a:lnTo>
                  <a:lnTo>
                    <a:pt x="34448" y="15390"/>
                  </a:lnTo>
                  <a:lnTo>
                    <a:pt x="35604" y="10126"/>
                  </a:lnTo>
                  <a:lnTo>
                    <a:pt x="37824" y="4765"/>
                  </a:lnTo>
                  <a:lnTo>
                    <a:pt x="41850" y="1959"/>
                  </a:lnTo>
                  <a:lnTo>
                    <a:pt x="49892" y="0"/>
                  </a:lnTo>
                  <a:lnTo>
                    <a:pt x="54012" y="3377"/>
                  </a:lnTo>
                  <a:lnTo>
                    <a:pt x="58723" y="4174"/>
                  </a:lnTo>
                  <a:lnTo>
                    <a:pt x="57906" y="7353"/>
                  </a:lnTo>
                  <a:lnTo>
                    <a:pt x="55968" y="10386"/>
                  </a:lnTo>
                  <a:lnTo>
                    <a:pt x="56419" y="13472"/>
                  </a:lnTo>
                  <a:lnTo>
                    <a:pt x="51910" y="16161"/>
                  </a:lnTo>
                  <a:lnTo>
                    <a:pt x="46763" y="19400"/>
                  </a:lnTo>
                  <a:lnTo>
                    <a:pt x="38889" y="22834"/>
                  </a:lnTo>
                  <a:lnTo>
                    <a:pt x="36970" y="26681"/>
                  </a:lnTo>
                  <a:lnTo>
                    <a:pt x="34183" y="30647"/>
                  </a:lnTo>
                  <a:lnTo>
                    <a:pt x="32349" y="34370"/>
                  </a:lnTo>
                  <a:lnTo>
                    <a:pt x="26265" y="36986"/>
                  </a:lnTo>
                  <a:lnTo>
                    <a:pt x="23317" y="39659"/>
                  </a:lnTo>
                  <a:lnTo>
                    <a:pt x="20601" y="43552"/>
                  </a:lnTo>
                  <a:lnTo>
                    <a:pt x="16967" y="43033"/>
                  </a:lnTo>
                  <a:lnTo>
                    <a:pt x="10872" y="47847"/>
                  </a:lnTo>
                  <a:lnTo>
                    <a:pt x="4405" y="50810"/>
                  </a:lnTo>
                  <a:lnTo>
                    <a:pt x="849" y="518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612798" y="5633373"/>
              <a:ext cx="12262" cy="8261"/>
            </a:xfrm>
            <a:custGeom>
              <a:avLst/>
              <a:pathLst>
                <a:path w="12262" h="8261">
                  <a:moveTo>
                    <a:pt x="0" y="0"/>
                  </a:moveTo>
                  <a:lnTo>
                    <a:pt x="6980" y="1932"/>
                  </a:lnTo>
                  <a:lnTo>
                    <a:pt x="11799" y="2529"/>
                  </a:lnTo>
                  <a:lnTo>
                    <a:pt x="12262" y="5611"/>
                  </a:lnTo>
                  <a:lnTo>
                    <a:pt x="7534" y="8261"/>
                  </a:lnTo>
                  <a:lnTo>
                    <a:pt x="3986" y="74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78541" y="5887800"/>
              <a:ext cx="21671" cy="24902"/>
            </a:xfrm>
            <a:custGeom>
              <a:avLst/>
              <a:pathLst>
                <a:path w="21671" h="24902">
                  <a:moveTo>
                    <a:pt x="1721" y="19667"/>
                  </a:moveTo>
                  <a:lnTo>
                    <a:pt x="5243" y="10479"/>
                  </a:lnTo>
                  <a:lnTo>
                    <a:pt x="7844" y="9034"/>
                  </a:lnTo>
                  <a:lnTo>
                    <a:pt x="14103" y="12627"/>
                  </a:lnTo>
                  <a:lnTo>
                    <a:pt x="17963" y="8179"/>
                  </a:lnTo>
                  <a:lnTo>
                    <a:pt x="16128" y="1480"/>
                  </a:lnTo>
                  <a:lnTo>
                    <a:pt x="18980" y="0"/>
                  </a:lnTo>
                  <a:lnTo>
                    <a:pt x="21310" y="4554"/>
                  </a:lnTo>
                  <a:lnTo>
                    <a:pt x="21671" y="10635"/>
                  </a:lnTo>
                  <a:lnTo>
                    <a:pt x="21196" y="16887"/>
                  </a:lnTo>
                  <a:lnTo>
                    <a:pt x="19461" y="22939"/>
                  </a:lnTo>
                  <a:lnTo>
                    <a:pt x="15146" y="21248"/>
                  </a:lnTo>
                  <a:lnTo>
                    <a:pt x="10075" y="20693"/>
                  </a:lnTo>
                  <a:lnTo>
                    <a:pt x="5004" y="24849"/>
                  </a:lnTo>
                  <a:lnTo>
                    <a:pt x="0" y="2490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95757" y="5587197"/>
              <a:ext cx="9978" cy="7976"/>
            </a:xfrm>
            <a:custGeom>
              <a:avLst/>
              <a:pathLst>
                <a:path w="9978" h="7976">
                  <a:moveTo>
                    <a:pt x="435" y="1095"/>
                  </a:moveTo>
                  <a:lnTo>
                    <a:pt x="4568" y="0"/>
                  </a:lnTo>
                  <a:lnTo>
                    <a:pt x="9978" y="602"/>
                  </a:lnTo>
                  <a:lnTo>
                    <a:pt x="9891" y="5069"/>
                  </a:lnTo>
                  <a:lnTo>
                    <a:pt x="4355" y="7976"/>
                  </a:lnTo>
                  <a:lnTo>
                    <a:pt x="0" y="47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53721" y="5910625"/>
              <a:ext cx="12346" cy="10589"/>
            </a:xfrm>
            <a:custGeom>
              <a:avLst/>
              <a:pathLst>
                <a:path w="12346" h="10589">
                  <a:moveTo>
                    <a:pt x="1267" y="3505"/>
                  </a:moveTo>
                  <a:lnTo>
                    <a:pt x="7118" y="0"/>
                  </a:lnTo>
                  <a:lnTo>
                    <a:pt x="12346" y="2173"/>
                  </a:lnTo>
                  <a:lnTo>
                    <a:pt x="9935" y="8506"/>
                  </a:lnTo>
                  <a:lnTo>
                    <a:pt x="6056" y="8299"/>
                  </a:lnTo>
                  <a:lnTo>
                    <a:pt x="1960" y="10589"/>
                  </a:lnTo>
                  <a:lnTo>
                    <a:pt x="0" y="89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35453" y="5918981"/>
              <a:ext cx="4484" cy="6972"/>
            </a:xfrm>
            <a:custGeom>
              <a:avLst/>
              <a:pathLst>
                <a:path w="4484" h="6972">
                  <a:moveTo>
                    <a:pt x="0" y="2141"/>
                  </a:moveTo>
                  <a:lnTo>
                    <a:pt x="2303" y="0"/>
                  </a:lnTo>
                  <a:lnTo>
                    <a:pt x="4484" y="2451"/>
                  </a:lnTo>
                  <a:lnTo>
                    <a:pt x="2995" y="6972"/>
                  </a:lnTo>
                  <a:lnTo>
                    <a:pt x="111" y="532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615414" y="5110712"/>
              <a:ext cx="85671" cy="72432"/>
            </a:xfrm>
            <a:custGeom>
              <a:avLst/>
              <a:pathLst>
                <a:path w="85671" h="72432">
                  <a:moveTo>
                    <a:pt x="1387" y="14916"/>
                  </a:moveTo>
                  <a:lnTo>
                    <a:pt x="3334" y="11237"/>
                  </a:lnTo>
                  <a:lnTo>
                    <a:pt x="4273" y="4359"/>
                  </a:lnTo>
                  <a:lnTo>
                    <a:pt x="6751" y="0"/>
                  </a:lnTo>
                  <a:lnTo>
                    <a:pt x="10315" y="665"/>
                  </a:lnTo>
                  <a:lnTo>
                    <a:pt x="10247" y="5795"/>
                  </a:lnTo>
                  <a:lnTo>
                    <a:pt x="10444" y="9490"/>
                  </a:lnTo>
                  <a:lnTo>
                    <a:pt x="16536" y="14200"/>
                  </a:lnTo>
                  <a:lnTo>
                    <a:pt x="25747" y="19977"/>
                  </a:lnTo>
                  <a:lnTo>
                    <a:pt x="28476" y="19279"/>
                  </a:lnTo>
                  <a:lnTo>
                    <a:pt x="36421" y="14672"/>
                  </a:lnTo>
                  <a:lnTo>
                    <a:pt x="39938" y="13635"/>
                  </a:lnTo>
                  <a:lnTo>
                    <a:pt x="43839" y="14619"/>
                  </a:lnTo>
                  <a:lnTo>
                    <a:pt x="45752" y="16362"/>
                  </a:lnTo>
                  <a:lnTo>
                    <a:pt x="47685" y="20453"/>
                  </a:lnTo>
                  <a:lnTo>
                    <a:pt x="49759" y="21806"/>
                  </a:lnTo>
                  <a:lnTo>
                    <a:pt x="50220" y="27391"/>
                  </a:lnTo>
                  <a:lnTo>
                    <a:pt x="50664" y="32073"/>
                  </a:lnTo>
                  <a:lnTo>
                    <a:pt x="54480" y="35273"/>
                  </a:lnTo>
                  <a:lnTo>
                    <a:pt x="59919" y="37197"/>
                  </a:lnTo>
                  <a:lnTo>
                    <a:pt x="61984" y="40608"/>
                  </a:lnTo>
                  <a:lnTo>
                    <a:pt x="64580" y="43164"/>
                  </a:lnTo>
                  <a:lnTo>
                    <a:pt x="74838" y="46458"/>
                  </a:lnTo>
                  <a:lnTo>
                    <a:pt x="78974" y="47712"/>
                  </a:lnTo>
                  <a:lnTo>
                    <a:pt x="85671" y="51600"/>
                  </a:lnTo>
                  <a:lnTo>
                    <a:pt x="83057" y="56886"/>
                  </a:lnTo>
                  <a:lnTo>
                    <a:pt x="79908" y="61029"/>
                  </a:lnTo>
                  <a:lnTo>
                    <a:pt x="77007" y="61709"/>
                  </a:lnTo>
                  <a:lnTo>
                    <a:pt x="73578" y="58178"/>
                  </a:lnTo>
                  <a:lnTo>
                    <a:pt x="69163" y="57736"/>
                  </a:lnTo>
                  <a:lnTo>
                    <a:pt x="62768" y="60919"/>
                  </a:lnTo>
                  <a:lnTo>
                    <a:pt x="59603" y="63208"/>
                  </a:lnTo>
                  <a:lnTo>
                    <a:pt x="57934" y="66367"/>
                  </a:lnTo>
                  <a:lnTo>
                    <a:pt x="57673" y="69993"/>
                  </a:lnTo>
                  <a:lnTo>
                    <a:pt x="55283" y="72432"/>
                  </a:lnTo>
                  <a:lnTo>
                    <a:pt x="52156" y="70189"/>
                  </a:lnTo>
                  <a:lnTo>
                    <a:pt x="52143" y="64104"/>
                  </a:lnTo>
                  <a:lnTo>
                    <a:pt x="50199" y="59121"/>
                  </a:lnTo>
                  <a:lnTo>
                    <a:pt x="46096" y="54100"/>
                  </a:lnTo>
                  <a:lnTo>
                    <a:pt x="42466" y="52044"/>
                  </a:lnTo>
                  <a:lnTo>
                    <a:pt x="40299" y="51794"/>
                  </a:lnTo>
                  <a:lnTo>
                    <a:pt x="39827" y="47321"/>
                  </a:lnTo>
                  <a:lnTo>
                    <a:pt x="37139" y="41215"/>
                  </a:lnTo>
                  <a:lnTo>
                    <a:pt x="31384" y="35476"/>
                  </a:lnTo>
                  <a:lnTo>
                    <a:pt x="25435" y="31152"/>
                  </a:lnTo>
                  <a:lnTo>
                    <a:pt x="20780" y="29647"/>
                  </a:lnTo>
                  <a:lnTo>
                    <a:pt x="16043" y="30789"/>
                  </a:lnTo>
                  <a:lnTo>
                    <a:pt x="14062" y="32469"/>
                  </a:lnTo>
                  <a:lnTo>
                    <a:pt x="9249" y="35753"/>
                  </a:lnTo>
                  <a:lnTo>
                    <a:pt x="6843" y="33929"/>
                  </a:lnTo>
                  <a:lnTo>
                    <a:pt x="3393" y="30836"/>
                  </a:lnTo>
                  <a:lnTo>
                    <a:pt x="1150" y="28437"/>
                  </a:lnTo>
                  <a:lnTo>
                    <a:pt x="0" y="205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83408" y="5920325"/>
              <a:ext cx="13429" cy="9234"/>
            </a:xfrm>
            <a:custGeom>
              <a:avLst/>
              <a:pathLst>
                <a:path w="13429" h="9234">
                  <a:moveTo>
                    <a:pt x="1429" y="4823"/>
                  </a:moveTo>
                  <a:lnTo>
                    <a:pt x="4295" y="1673"/>
                  </a:lnTo>
                  <a:lnTo>
                    <a:pt x="8188" y="0"/>
                  </a:lnTo>
                  <a:lnTo>
                    <a:pt x="12685" y="2706"/>
                  </a:lnTo>
                  <a:lnTo>
                    <a:pt x="13429" y="5514"/>
                  </a:lnTo>
                  <a:lnTo>
                    <a:pt x="8808" y="8487"/>
                  </a:lnTo>
                  <a:lnTo>
                    <a:pt x="4333" y="9234"/>
                  </a:lnTo>
                  <a:lnTo>
                    <a:pt x="0" y="90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34953" y="5858619"/>
              <a:ext cx="5860" cy="8298"/>
            </a:xfrm>
            <a:custGeom>
              <a:avLst/>
              <a:pathLst>
                <a:path w="5860" h="8298">
                  <a:moveTo>
                    <a:pt x="0" y="0"/>
                  </a:moveTo>
                  <a:lnTo>
                    <a:pt x="4700" y="1363"/>
                  </a:lnTo>
                  <a:lnTo>
                    <a:pt x="5860" y="5179"/>
                  </a:lnTo>
                  <a:lnTo>
                    <a:pt x="5086" y="8298"/>
                  </a:lnTo>
                  <a:lnTo>
                    <a:pt x="1520" y="5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43269" y="5320735"/>
              <a:ext cx="23126" cy="34909"/>
            </a:xfrm>
            <a:custGeom>
              <a:avLst/>
              <a:pathLst>
                <a:path w="23126" h="34909">
                  <a:moveTo>
                    <a:pt x="2123" y="0"/>
                  </a:moveTo>
                  <a:lnTo>
                    <a:pt x="5782" y="8349"/>
                  </a:lnTo>
                  <a:lnTo>
                    <a:pt x="6713" y="15053"/>
                  </a:lnTo>
                  <a:lnTo>
                    <a:pt x="14631" y="24668"/>
                  </a:lnTo>
                  <a:lnTo>
                    <a:pt x="19313" y="27932"/>
                  </a:lnTo>
                  <a:lnTo>
                    <a:pt x="23126" y="32213"/>
                  </a:lnTo>
                  <a:lnTo>
                    <a:pt x="22219" y="34909"/>
                  </a:lnTo>
                  <a:lnTo>
                    <a:pt x="17456" y="32564"/>
                  </a:lnTo>
                  <a:lnTo>
                    <a:pt x="11177" y="29581"/>
                  </a:lnTo>
                  <a:lnTo>
                    <a:pt x="4456" y="19415"/>
                  </a:lnTo>
                  <a:lnTo>
                    <a:pt x="0" y="14478"/>
                  </a:lnTo>
                  <a:lnTo>
                    <a:pt x="336" y="29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79420" y="5904258"/>
              <a:ext cx="91379" cy="35443"/>
            </a:xfrm>
            <a:custGeom>
              <a:avLst/>
              <a:pathLst>
                <a:path w="91379" h="35443">
                  <a:moveTo>
                    <a:pt x="1227" y="15722"/>
                  </a:moveTo>
                  <a:lnTo>
                    <a:pt x="11794" y="15670"/>
                  </a:lnTo>
                  <a:lnTo>
                    <a:pt x="17556" y="14398"/>
                  </a:lnTo>
                  <a:lnTo>
                    <a:pt x="24082" y="16072"/>
                  </a:lnTo>
                  <a:lnTo>
                    <a:pt x="30439" y="15165"/>
                  </a:lnTo>
                  <a:lnTo>
                    <a:pt x="34327" y="12218"/>
                  </a:lnTo>
                  <a:lnTo>
                    <a:pt x="35365" y="5064"/>
                  </a:lnTo>
                  <a:lnTo>
                    <a:pt x="40600" y="1897"/>
                  </a:lnTo>
                  <a:lnTo>
                    <a:pt x="46401" y="0"/>
                  </a:lnTo>
                  <a:lnTo>
                    <a:pt x="50627" y="2990"/>
                  </a:lnTo>
                  <a:lnTo>
                    <a:pt x="53241" y="8926"/>
                  </a:lnTo>
                  <a:lnTo>
                    <a:pt x="50303" y="14224"/>
                  </a:lnTo>
                  <a:lnTo>
                    <a:pt x="50488" y="21791"/>
                  </a:lnTo>
                  <a:lnTo>
                    <a:pt x="55209" y="22401"/>
                  </a:lnTo>
                  <a:lnTo>
                    <a:pt x="64619" y="24040"/>
                  </a:lnTo>
                  <a:lnTo>
                    <a:pt x="69458" y="24136"/>
                  </a:lnTo>
                  <a:lnTo>
                    <a:pt x="75028" y="29083"/>
                  </a:lnTo>
                  <a:lnTo>
                    <a:pt x="82825" y="29423"/>
                  </a:lnTo>
                  <a:lnTo>
                    <a:pt x="91379" y="32591"/>
                  </a:lnTo>
                  <a:lnTo>
                    <a:pt x="89870" y="35443"/>
                  </a:lnTo>
                  <a:lnTo>
                    <a:pt x="82487" y="35377"/>
                  </a:lnTo>
                  <a:lnTo>
                    <a:pt x="73791" y="34638"/>
                  </a:lnTo>
                  <a:lnTo>
                    <a:pt x="69208" y="33894"/>
                  </a:lnTo>
                  <a:lnTo>
                    <a:pt x="62435" y="30214"/>
                  </a:lnTo>
                  <a:lnTo>
                    <a:pt x="57559" y="30012"/>
                  </a:lnTo>
                  <a:lnTo>
                    <a:pt x="54530" y="28885"/>
                  </a:lnTo>
                  <a:lnTo>
                    <a:pt x="47101" y="25540"/>
                  </a:lnTo>
                  <a:lnTo>
                    <a:pt x="40423" y="22723"/>
                  </a:lnTo>
                  <a:lnTo>
                    <a:pt x="36387" y="22357"/>
                  </a:lnTo>
                  <a:lnTo>
                    <a:pt x="34880" y="27061"/>
                  </a:lnTo>
                  <a:lnTo>
                    <a:pt x="29432" y="24017"/>
                  </a:lnTo>
                  <a:lnTo>
                    <a:pt x="22333" y="24483"/>
                  </a:lnTo>
                  <a:lnTo>
                    <a:pt x="16497" y="22158"/>
                  </a:lnTo>
                  <a:lnTo>
                    <a:pt x="11732" y="21923"/>
                  </a:lnTo>
                  <a:lnTo>
                    <a:pt x="6408" y="20272"/>
                  </a:lnTo>
                  <a:lnTo>
                    <a:pt x="0" y="189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312509" y="5907166"/>
              <a:ext cx="62756" cy="29697"/>
            </a:xfrm>
            <a:custGeom>
              <a:avLst/>
              <a:pathLst>
                <a:path w="62756" h="29697">
                  <a:moveTo>
                    <a:pt x="2183" y="22440"/>
                  </a:moveTo>
                  <a:lnTo>
                    <a:pt x="4499" y="14905"/>
                  </a:lnTo>
                  <a:lnTo>
                    <a:pt x="9966" y="13823"/>
                  </a:lnTo>
                  <a:lnTo>
                    <a:pt x="11041" y="11490"/>
                  </a:lnTo>
                  <a:lnTo>
                    <a:pt x="9794" y="6743"/>
                  </a:lnTo>
                  <a:lnTo>
                    <a:pt x="11545" y="4354"/>
                  </a:lnTo>
                  <a:lnTo>
                    <a:pt x="14375" y="5256"/>
                  </a:lnTo>
                  <a:lnTo>
                    <a:pt x="19236" y="3733"/>
                  </a:lnTo>
                  <a:lnTo>
                    <a:pt x="19952" y="7468"/>
                  </a:lnTo>
                  <a:lnTo>
                    <a:pt x="19312" y="10682"/>
                  </a:lnTo>
                  <a:lnTo>
                    <a:pt x="17855" y="15289"/>
                  </a:lnTo>
                  <a:lnTo>
                    <a:pt x="23523" y="15449"/>
                  </a:lnTo>
                  <a:lnTo>
                    <a:pt x="28186" y="15885"/>
                  </a:lnTo>
                  <a:lnTo>
                    <a:pt x="33506" y="16583"/>
                  </a:lnTo>
                  <a:lnTo>
                    <a:pt x="34297" y="11942"/>
                  </a:lnTo>
                  <a:lnTo>
                    <a:pt x="34214" y="8153"/>
                  </a:lnTo>
                  <a:lnTo>
                    <a:pt x="33750" y="3154"/>
                  </a:lnTo>
                  <a:lnTo>
                    <a:pt x="36566" y="0"/>
                  </a:lnTo>
                  <a:lnTo>
                    <a:pt x="40025" y="1528"/>
                  </a:lnTo>
                  <a:lnTo>
                    <a:pt x="41465" y="5113"/>
                  </a:lnTo>
                  <a:lnTo>
                    <a:pt x="45381" y="11409"/>
                  </a:lnTo>
                  <a:lnTo>
                    <a:pt x="48355" y="12595"/>
                  </a:lnTo>
                  <a:lnTo>
                    <a:pt x="53841" y="13715"/>
                  </a:lnTo>
                  <a:lnTo>
                    <a:pt x="62123" y="14450"/>
                  </a:lnTo>
                  <a:lnTo>
                    <a:pt x="62756" y="17594"/>
                  </a:lnTo>
                  <a:lnTo>
                    <a:pt x="54257" y="18270"/>
                  </a:lnTo>
                  <a:lnTo>
                    <a:pt x="48453" y="17819"/>
                  </a:lnTo>
                  <a:lnTo>
                    <a:pt x="41199" y="21313"/>
                  </a:lnTo>
                  <a:lnTo>
                    <a:pt x="39458" y="24158"/>
                  </a:lnTo>
                  <a:lnTo>
                    <a:pt x="33084" y="24874"/>
                  </a:lnTo>
                  <a:lnTo>
                    <a:pt x="27822" y="25471"/>
                  </a:lnTo>
                  <a:lnTo>
                    <a:pt x="20939" y="24708"/>
                  </a:lnTo>
                  <a:lnTo>
                    <a:pt x="17754" y="25904"/>
                  </a:lnTo>
                  <a:lnTo>
                    <a:pt x="13110" y="27615"/>
                  </a:lnTo>
                  <a:lnTo>
                    <a:pt x="10492" y="29697"/>
                  </a:lnTo>
                  <a:lnTo>
                    <a:pt x="6886" y="28999"/>
                  </a:lnTo>
                  <a:lnTo>
                    <a:pt x="1694" y="29410"/>
                  </a:lnTo>
                  <a:lnTo>
                    <a:pt x="0" y="277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86108" y="5908756"/>
              <a:ext cx="27043" cy="17751"/>
            </a:xfrm>
            <a:custGeom>
              <a:avLst/>
              <a:pathLst>
                <a:path w="27043" h="17751">
                  <a:moveTo>
                    <a:pt x="1840" y="8847"/>
                  </a:moveTo>
                  <a:lnTo>
                    <a:pt x="8850" y="8923"/>
                  </a:lnTo>
                  <a:lnTo>
                    <a:pt x="15705" y="10344"/>
                  </a:lnTo>
                  <a:lnTo>
                    <a:pt x="19178" y="9452"/>
                  </a:lnTo>
                  <a:lnTo>
                    <a:pt x="21322" y="2154"/>
                  </a:lnTo>
                  <a:lnTo>
                    <a:pt x="22341" y="0"/>
                  </a:lnTo>
                  <a:lnTo>
                    <a:pt x="25367" y="1397"/>
                  </a:lnTo>
                  <a:lnTo>
                    <a:pt x="27043" y="4668"/>
                  </a:lnTo>
                  <a:lnTo>
                    <a:pt x="24337" y="9018"/>
                  </a:lnTo>
                  <a:lnTo>
                    <a:pt x="23008" y="16837"/>
                  </a:lnTo>
                  <a:lnTo>
                    <a:pt x="19574" y="17492"/>
                  </a:lnTo>
                  <a:lnTo>
                    <a:pt x="16175" y="17751"/>
                  </a:lnTo>
                  <a:lnTo>
                    <a:pt x="13567" y="15801"/>
                  </a:lnTo>
                  <a:lnTo>
                    <a:pt x="8268" y="15307"/>
                  </a:lnTo>
                  <a:lnTo>
                    <a:pt x="1627" y="15475"/>
                  </a:lnTo>
                  <a:lnTo>
                    <a:pt x="0" y="112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68341" y="5899974"/>
              <a:ext cx="22831" cy="25387"/>
            </a:xfrm>
            <a:custGeom>
              <a:avLst/>
              <a:pathLst>
                <a:path w="22831" h="25387">
                  <a:moveTo>
                    <a:pt x="1459" y="0"/>
                  </a:moveTo>
                  <a:lnTo>
                    <a:pt x="5612" y="242"/>
                  </a:lnTo>
                  <a:lnTo>
                    <a:pt x="10777" y="2129"/>
                  </a:lnTo>
                  <a:lnTo>
                    <a:pt x="12525" y="7475"/>
                  </a:lnTo>
                  <a:lnTo>
                    <a:pt x="17386" y="9232"/>
                  </a:lnTo>
                  <a:lnTo>
                    <a:pt x="22831" y="10264"/>
                  </a:lnTo>
                  <a:lnTo>
                    <a:pt x="20998" y="13685"/>
                  </a:lnTo>
                  <a:lnTo>
                    <a:pt x="16702" y="14561"/>
                  </a:lnTo>
                  <a:lnTo>
                    <a:pt x="13327" y="18076"/>
                  </a:lnTo>
                  <a:lnTo>
                    <a:pt x="11455" y="19951"/>
                  </a:lnTo>
                  <a:lnTo>
                    <a:pt x="9029" y="25387"/>
                  </a:lnTo>
                  <a:lnTo>
                    <a:pt x="4209" y="21427"/>
                  </a:lnTo>
                  <a:lnTo>
                    <a:pt x="1985" y="17177"/>
                  </a:lnTo>
                  <a:lnTo>
                    <a:pt x="4656" y="15985"/>
                  </a:lnTo>
                  <a:lnTo>
                    <a:pt x="7537" y="16056"/>
                  </a:lnTo>
                  <a:lnTo>
                    <a:pt x="7721" y="11190"/>
                  </a:lnTo>
                  <a:lnTo>
                    <a:pt x="4581" y="8247"/>
                  </a:lnTo>
                  <a:lnTo>
                    <a:pt x="0" y="25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9903" y="5914282"/>
              <a:ext cx="13204" cy="5557"/>
            </a:xfrm>
            <a:custGeom>
              <a:avLst/>
              <a:pathLst>
                <a:path w="13204" h="5557">
                  <a:moveTo>
                    <a:pt x="0" y="1410"/>
                  </a:moveTo>
                  <a:lnTo>
                    <a:pt x="8597" y="0"/>
                  </a:lnTo>
                  <a:lnTo>
                    <a:pt x="13204" y="2650"/>
                  </a:lnTo>
                  <a:lnTo>
                    <a:pt x="11434" y="5557"/>
                  </a:lnTo>
                  <a:lnTo>
                    <a:pt x="5531" y="5290"/>
                  </a:lnTo>
                  <a:lnTo>
                    <a:pt x="2131" y="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42038" y="5896760"/>
              <a:ext cx="6162" cy="7575"/>
            </a:xfrm>
            <a:custGeom>
              <a:avLst/>
              <a:pathLst>
                <a:path w="6162" h="7575">
                  <a:moveTo>
                    <a:pt x="1392" y="0"/>
                  </a:moveTo>
                  <a:lnTo>
                    <a:pt x="5193" y="206"/>
                  </a:lnTo>
                  <a:lnTo>
                    <a:pt x="6162" y="5587"/>
                  </a:lnTo>
                  <a:lnTo>
                    <a:pt x="3512" y="7575"/>
                  </a:lnTo>
                  <a:lnTo>
                    <a:pt x="0" y="39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25810" y="5925511"/>
              <a:ext cx="10767" cy="12261"/>
            </a:xfrm>
            <a:custGeom>
              <a:avLst/>
              <a:pathLst>
                <a:path w="10767" h="12261">
                  <a:moveTo>
                    <a:pt x="0" y="7449"/>
                  </a:moveTo>
                  <a:lnTo>
                    <a:pt x="8311" y="0"/>
                  </a:lnTo>
                  <a:lnTo>
                    <a:pt x="10567" y="3044"/>
                  </a:lnTo>
                  <a:lnTo>
                    <a:pt x="10767" y="6336"/>
                  </a:lnTo>
                  <a:lnTo>
                    <a:pt x="3554" y="10719"/>
                  </a:lnTo>
                  <a:lnTo>
                    <a:pt x="1130" y="122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33056" y="5841147"/>
              <a:ext cx="4655" cy="6064"/>
            </a:xfrm>
            <a:custGeom>
              <a:avLst/>
              <a:pathLst>
                <a:path w="4655" h="6064">
                  <a:moveTo>
                    <a:pt x="1054" y="0"/>
                  </a:moveTo>
                  <a:lnTo>
                    <a:pt x="3382" y="428"/>
                  </a:lnTo>
                  <a:lnTo>
                    <a:pt x="4655" y="3211"/>
                  </a:lnTo>
                  <a:lnTo>
                    <a:pt x="4060" y="6064"/>
                  </a:lnTo>
                  <a:lnTo>
                    <a:pt x="922" y="5924"/>
                  </a:lnTo>
                  <a:lnTo>
                    <a:pt x="0" y="23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98030" y="5827368"/>
              <a:ext cx="21363" cy="18569"/>
            </a:xfrm>
            <a:custGeom>
              <a:avLst/>
              <a:pathLst>
                <a:path w="21363" h="18569">
                  <a:moveTo>
                    <a:pt x="1879" y="10421"/>
                  </a:moveTo>
                  <a:lnTo>
                    <a:pt x="5645" y="10968"/>
                  </a:lnTo>
                  <a:lnTo>
                    <a:pt x="8242" y="9328"/>
                  </a:lnTo>
                  <a:lnTo>
                    <a:pt x="12117" y="8489"/>
                  </a:lnTo>
                  <a:lnTo>
                    <a:pt x="15277" y="4904"/>
                  </a:lnTo>
                  <a:lnTo>
                    <a:pt x="18705" y="0"/>
                  </a:lnTo>
                  <a:lnTo>
                    <a:pt x="20948" y="1978"/>
                  </a:lnTo>
                  <a:lnTo>
                    <a:pt x="21363" y="5117"/>
                  </a:lnTo>
                  <a:lnTo>
                    <a:pt x="17972" y="8642"/>
                  </a:lnTo>
                  <a:lnTo>
                    <a:pt x="16220" y="9988"/>
                  </a:lnTo>
                  <a:lnTo>
                    <a:pt x="16902" y="14175"/>
                  </a:lnTo>
                  <a:lnTo>
                    <a:pt x="16091" y="16041"/>
                  </a:lnTo>
                  <a:lnTo>
                    <a:pt x="12365" y="14559"/>
                  </a:lnTo>
                  <a:lnTo>
                    <a:pt x="9215" y="12609"/>
                  </a:lnTo>
                  <a:lnTo>
                    <a:pt x="7380" y="14083"/>
                  </a:lnTo>
                  <a:lnTo>
                    <a:pt x="5495" y="16019"/>
                  </a:lnTo>
                  <a:lnTo>
                    <a:pt x="4057" y="18569"/>
                  </a:lnTo>
                  <a:lnTo>
                    <a:pt x="2786" y="15289"/>
                  </a:lnTo>
                  <a:lnTo>
                    <a:pt x="0" y="128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993252" y="5722644"/>
              <a:ext cx="11018" cy="11060"/>
            </a:xfrm>
            <a:custGeom>
              <a:avLst/>
              <a:pathLst>
                <a:path w="11018" h="11060">
                  <a:moveTo>
                    <a:pt x="2186" y="0"/>
                  </a:moveTo>
                  <a:lnTo>
                    <a:pt x="8607" y="5911"/>
                  </a:lnTo>
                  <a:lnTo>
                    <a:pt x="11018" y="7632"/>
                  </a:lnTo>
                  <a:lnTo>
                    <a:pt x="10811" y="11060"/>
                  </a:lnTo>
                  <a:lnTo>
                    <a:pt x="4445" y="7840"/>
                  </a:lnTo>
                  <a:lnTo>
                    <a:pt x="0" y="15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69177" y="5737456"/>
              <a:ext cx="17716" cy="13224"/>
            </a:xfrm>
            <a:custGeom>
              <a:avLst/>
              <a:pathLst>
                <a:path w="17716" h="13224">
                  <a:moveTo>
                    <a:pt x="5288" y="262"/>
                  </a:moveTo>
                  <a:lnTo>
                    <a:pt x="9540" y="1684"/>
                  </a:lnTo>
                  <a:lnTo>
                    <a:pt x="13273" y="0"/>
                  </a:lnTo>
                  <a:lnTo>
                    <a:pt x="17716" y="3337"/>
                  </a:lnTo>
                  <a:lnTo>
                    <a:pt x="13823" y="7356"/>
                  </a:lnTo>
                  <a:lnTo>
                    <a:pt x="14638" y="11120"/>
                  </a:lnTo>
                  <a:lnTo>
                    <a:pt x="13169" y="13224"/>
                  </a:lnTo>
                  <a:lnTo>
                    <a:pt x="10551" y="11943"/>
                  </a:lnTo>
                  <a:lnTo>
                    <a:pt x="7467" y="7530"/>
                  </a:lnTo>
                  <a:lnTo>
                    <a:pt x="4996" y="8202"/>
                  </a:lnTo>
                  <a:lnTo>
                    <a:pt x="0" y="22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49332" y="5686392"/>
              <a:ext cx="32356" cy="26092"/>
            </a:xfrm>
            <a:custGeom>
              <a:avLst/>
              <a:pathLst>
                <a:path w="32356" h="26092">
                  <a:moveTo>
                    <a:pt x="837" y="170"/>
                  </a:moveTo>
                  <a:lnTo>
                    <a:pt x="8174" y="0"/>
                  </a:lnTo>
                  <a:lnTo>
                    <a:pt x="13369" y="2433"/>
                  </a:lnTo>
                  <a:lnTo>
                    <a:pt x="24299" y="9545"/>
                  </a:lnTo>
                  <a:lnTo>
                    <a:pt x="27840" y="15023"/>
                  </a:lnTo>
                  <a:lnTo>
                    <a:pt x="32356" y="23364"/>
                  </a:lnTo>
                  <a:lnTo>
                    <a:pt x="31532" y="26092"/>
                  </a:lnTo>
                  <a:lnTo>
                    <a:pt x="26692" y="23708"/>
                  </a:lnTo>
                  <a:lnTo>
                    <a:pt x="24358" y="20849"/>
                  </a:lnTo>
                  <a:lnTo>
                    <a:pt x="21986" y="23913"/>
                  </a:lnTo>
                  <a:lnTo>
                    <a:pt x="19377" y="23250"/>
                  </a:lnTo>
                  <a:lnTo>
                    <a:pt x="15537" y="20932"/>
                  </a:lnTo>
                  <a:lnTo>
                    <a:pt x="12225" y="21569"/>
                  </a:lnTo>
                  <a:lnTo>
                    <a:pt x="9526" y="17962"/>
                  </a:lnTo>
                  <a:lnTo>
                    <a:pt x="8630" y="14748"/>
                  </a:lnTo>
                  <a:lnTo>
                    <a:pt x="9399" y="10845"/>
                  </a:lnTo>
                  <a:lnTo>
                    <a:pt x="7221" y="6863"/>
                  </a:lnTo>
                  <a:lnTo>
                    <a:pt x="4479" y="4757"/>
                  </a:lnTo>
                  <a:lnTo>
                    <a:pt x="0" y="48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6019122" y="5173034"/>
              <a:ext cx="48779" cy="32752"/>
            </a:xfrm>
            <a:custGeom>
              <a:avLst/>
              <a:pathLst>
                <a:path w="48779" h="32752">
                  <a:moveTo>
                    <a:pt x="0" y="30494"/>
                  </a:moveTo>
                  <a:lnTo>
                    <a:pt x="4021" y="21197"/>
                  </a:lnTo>
                  <a:lnTo>
                    <a:pt x="10294" y="15287"/>
                  </a:lnTo>
                  <a:lnTo>
                    <a:pt x="17482" y="10055"/>
                  </a:lnTo>
                  <a:lnTo>
                    <a:pt x="18357" y="7907"/>
                  </a:lnTo>
                  <a:lnTo>
                    <a:pt x="28748" y="0"/>
                  </a:lnTo>
                  <a:lnTo>
                    <a:pt x="41967" y="2969"/>
                  </a:lnTo>
                  <a:lnTo>
                    <a:pt x="48779" y="9606"/>
                  </a:lnTo>
                  <a:lnTo>
                    <a:pt x="40593" y="14990"/>
                  </a:lnTo>
                  <a:lnTo>
                    <a:pt x="35526" y="17499"/>
                  </a:lnTo>
                  <a:lnTo>
                    <a:pt x="31485" y="16454"/>
                  </a:lnTo>
                  <a:lnTo>
                    <a:pt x="25308" y="19913"/>
                  </a:lnTo>
                  <a:lnTo>
                    <a:pt x="18840" y="24094"/>
                  </a:lnTo>
                  <a:lnTo>
                    <a:pt x="11402" y="29102"/>
                  </a:lnTo>
                  <a:lnTo>
                    <a:pt x="294" y="3275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6000972" y="5203106"/>
              <a:ext cx="12836" cy="11176"/>
            </a:xfrm>
            <a:custGeom>
              <a:avLst/>
              <a:pathLst>
                <a:path w="12836" h="11176">
                  <a:moveTo>
                    <a:pt x="478" y="6658"/>
                  </a:moveTo>
                  <a:lnTo>
                    <a:pt x="2645" y="2462"/>
                  </a:lnTo>
                  <a:lnTo>
                    <a:pt x="12836" y="0"/>
                  </a:lnTo>
                  <a:lnTo>
                    <a:pt x="9733" y="9217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85549" y="5204480"/>
              <a:ext cx="8782" cy="9612"/>
            </a:xfrm>
            <a:custGeom>
              <a:avLst/>
              <a:pathLst>
                <a:path w="8782" h="9612">
                  <a:moveTo>
                    <a:pt x="0" y="5408"/>
                  </a:moveTo>
                  <a:lnTo>
                    <a:pt x="3165" y="0"/>
                  </a:lnTo>
                  <a:lnTo>
                    <a:pt x="8782" y="2072"/>
                  </a:lnTo>
                  <a:lnTo>
                    <a:pt x="8413" y="7805"/>
                  </a:lnTo>
                  <a:lnTo>
                    <a:pt x="1466" y="961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25224" y="4600950"/>
              <a:ext cx="724688" cy="579434"/>
            </a:xfrm>
            <a:custGeom>
              <a:avLst/>
              <a:pathLst>
                <a:path w="724688" h="579434">
                  <a:moveTo>
                    <a:pt x="2570" y="72968"/>
                  </a:moveTo>
                  <a:lnTo>
                    <a:pt x="1439" y="68571"/>
                  </a:lnTo>
                  <a:lnTo>
                    <a:pt x="8112" y="67585"/>
                  </a:lnTo>
                  <a:lnTo>
                    <a:pt x="15996" y="66377"/>
                  </a:lnTo>
                  <a:lnTo>
                    <a:pt x="25549" y="64928"/>
                  </a:lnTo>
                  <a:lnTo>
                    <a:pt x="38122" y="62984"/>
                  </a:lnTo>
                  <a:lnTo>
                    <a:pt x="57882" y="60114"/>
                  </a:lnTo>
                  <a:lnTo>
                    <a:pt x="65945" y="58904"/>
                  </a:lnTo>
                  <a:lnTo>
                    <a:pt x="69840" y="58338"/>
                  </a:lnTo>
                  <a:lnTo>
                    <a:pt x="78039" y="57138"/>
                  </a:lnTo>
                  <a:lnTo>
                    <a:pt x="88532" y="55590"/>
                  </a:lnTo>
                  <a:lnTo>
                    <a:pt x="103225" y="53322"/>
                  </a:lnTo>
                  <a:lnTo>
                    <a:pt x="105214" y="53013"/>
                  </a:lnTo>
                  <a:lnTo>
                    <a:pt x="120138" y="50642"/>
                  </a:lnTo>
                  <a:lnTo>
                    <a:pt x="124716" y="49909"/>
                  </a:lnTo>
                  <a:lnTo>
                    <a:pt x="132915" y="48588"/>
                  </a:lnTo>
                  <a:lnTo>
                    <a:pt x="144781" y="46658"/>
                  </a:lnTo>
                  <a:lnTo>
                    <a:pt x="156824" y="44467"/>
                  </a:lnTo>
                  <a:lnTo>
                    <a:pt x="177884" y="40646"/>
                  </a:lnTo>
                  <a:lnTo>
                    <a:pt x="178696" y="40498"/>
                  </a:lnTo>
                  <a:lnTo>
                    <a:pt x="191655" y="38112"/>
                  </a:lnTo>
                  <a:lnTo>
                    <a:pt x="207327" y="35274"/>
                  </a:lnTo>
                  <a:lnTo>
                    <a:pt x="216926" y="33592"/>
                  </a:lnTo>
                  <a:lnTo>
                    <a:pt x="219334" y="33163"/>
                  </a:lnTo>
                  <a:lnTo>
                    <a:pt x="219385" y="35514"/>
                  </a:lnTo>
                  <a:lnTo>
                    <a:pt x="221844" y="39078"/>
                  </a:lnTo>
                  <a:lnTo>
                    <a:pt x="226732" y="44031"/>
                  </a:lnTo>
                  <a:lnTo>
                    <a:pt x="227512" y="48352"/>
                  </a:lnTo>
                  <a:lnTo>
                    <a:pt x="229782" y="54134"/>
                  </a:lnTo>
                  <a:lnTo>
                    <a:pt x="235268" y="59207"/>
                  </a:lnTo>
                  <a:lnTo>
                    <a:pt x="239531" y="58630"/>
                  </a:lnTo>
                  <a:lnTo>
                    <a:pt x="268183" y="55132"/>
                  </a:lnTo>
                  <a:lnTo>
                    <a:pt x="276107" y="54073"/>
                  </a:lnTo>
                  <a:lnTo>
                    <a:pt x="284154" y="52988"/>
                  </a:lnTo>
                  <a:lnTo>
                    <a:pt x="297714" y="51140"/>
                  </a:lnTo>
                  <a:lnTo>
                    <a:pt x="301203" y="50695"/>
                  </a:lnTo>
                  <a:lnTo>
                    <a:pt x="307657" y="49868"/>
                  </a:lnTo>
                  <a:lnTo>
                    <a:pt x="323428" y="47822"/>
                  </a:lnTo>
                  <a:lnTo>
                    <a:pt x="329961" y="46980"/>
                  </a:lnTo>
                  <a:lnTo>
                    <a:pt x="341127" y="45526"/>
                  </a:lnTo>
                  <a:lnTo>
                    <a:pt x="350577" y="44282"/>
                  </a:lnTo>
                  <a:lnTo>
                    <a:pt x="362618" y="42779"/>
                  </a:lnTo>
                  <a:lnTo>
                    <a:pt x="366712" y="42263"/>
                  </a:lnTo>
                  <a:lnTo>
                    <a:pt x="381331" y="40403"/>
                  </a:lnTo>
                  <a:lnTo>
                    <a:pt x="381770" y="40346"/>
                  </a:lnTo>
                  <a:lnTo>
                    <a:pt x="403258" y="37488"/>
                  </a:lnTo>
                  <a:lnTo>
                    <a:pt x="419138" y="35371"/>
                  </a:lnTo>
                  <a:lnTo>
                    <a:pt x="428060" y="34165"/>
                  </a:lnTo>
                  <a:lnTo>
                    <a:pt x="438578" y="32730"/>
                  </a:lnTo>
                  <a:lnTo>
                    <a:pt x="442026" y="32349"/>
                  </a:lnTo>
                  <a:lnTo>
                    <a:pt x="459040" y="30447"/>
                  </a:lnTo>
                  <a:lnTo>
                    <a:pt x="458893" y="34860"/>
                  </a:lnTo>
                  <a:lnTo>
                    <a:pt x="462076" y="38853"/>
                  </a:lnTo>
                  <a:lnTo>
                    <a:pt x="462160" y="43848"/>
                  </a:lnTo>
                  <a:lnTo>
                    <a:pt x="465663" y="48736"/>
                  </a:lnTo>
                  <a:lnTo>
                    <a:pt x="468827" y="48594"/>
                  </a:lnTo>
                  <a:lnTo>
                    <a:pt x="472937" y="47987"/>
                  </a:lnTo>
                  <a:lnTo>
                    <a:pt x="476461" y="46474"/>
                  </a:lnTo>
                  <a:lnTo>
                    <a:pt x="477284" y="46121"/>
                  </a:lnTo>
                  <a:lnTo>
                    <a:pt x="476600" y="42936"/>
                  </a:lnTo>
                  <a:lnTo>
                    <a:pt x="476979" y="38416"/>
                  </a:lnTo>
                  <a:lnTo>
                    <a:pt x="476331" y="30125"/>
                  </a:lnTo>
                  <a:lnTo>
                    <a:pt x="475312" y="23246"/>
                  </a:lnTo>
                  <a:lnTo>
                    <a:pt x="471548" y="18630"/>
                  </a:lnTo>
                  <a:lnTo>
                    <a:pt x="471541" y="14926"/>
                  </a:lnTo>
                  <a:lnTo>
                    <a:pt x="471278" y="9115"/>
                  </a:lnTo>
                  <a:lnTo>
                    <a:pt x="473789" y="5016"/>
                  </a:lnTo>
                  <a:lnTo>
                    <a:pt x="477365" y="87"/>
                  </a:lnTo>
                  <a:lnTo>
                    <a:pt x="480566" y="7"/>
                  </a:lnTo>
                  <a:lnTo>
                    <a:pt x="480877" y="0"/>
                  </a:lnTo>
                  <a:lnTo>
                    <a:pt x="484181" y="2115"/>
                  </a:lnTo>
                  <a:lnTo>
                    <a:pt x="489225" y="1303"/>
                  </a:lnTo>
                  <a:lnTo>
                    <a:pt x="493270" y="2059"/>
                  </a:lnTo>
                  <a:lnTo>
                    <a:pt x="496293" y="3840"/>
                  </a:lnTo>
                  <a:lnTo>
                    <a:pt x="501700" y="3168"/>
                  </a:lnTo>
                  <a:lnTo>
                    <a:pt x="504882" y="3990"/>
                  </a:lnTo>
                  <a:lnTo>
                    <a:pt x="511086" y="4045"/>
                  </a:lnTo>
                  <a:lnTo>
                    <a:pt x="513725" y="2685"/>
                  </a:lnTo>
                  <a:lnTo>
                    <a:pt x="515483" y="2341"/>
                  </a:lnTo>
                  <a:lnTo>
                    <a:pt x="520968" y="2467"/>
                  </a:lnTo>
                  <a:lnTo>
                    <a:pt x="522570" y="3292"/>
                  </a:lnTo>
                  <a:lnTo>
                    <a:pt x="523030" y="12978"/>
                  </a:lnTo>
                  <a:lnTo>
                    <a:pt x="525204" y="20398"/>
                  </a:lnTo>
                  <a:lnTo>
                    <a:pt x="525927" y="21890"/>
                  </a:lnTo>
                  <a:lnTo>
                    <a:pt x="526343" y="22750"/>
                  </a:lnTo>
                  <a:lnTo>
                    <a:pt x="527877" y="23893"/>
                  </a:lnTo>
                  <a:lnTo>
                    <a:pt x="530055" y="31668"/>
                  </a:lnTo>
                  <a:lnTo>
                    <a:pt x="531652" y="37371"/>
                  </a:lnTo>
                  <a:lnTo>
                    <a:pt x="535069" y="45395"/>
                  </a:lnTo>
                  <a:lnTo>
                    <a:pt x="548331" y="76493"/>
                  </a:lnTo>
                  <a:lnTo>
                    <a:pt x="550464" y="79252"/>
                  </a:lnTo>
                  <a:lnTo>
                    <a:pt x="552280" y="84993"/>
                  </a:lnTo>
                  <a:lnTo>
                    <a:pt x="553395" y="88516"/>
                  </a:lnTo>
                  <a:lnTo>
                    <a:pt x="559347" y="98684"/>
                  </a:lnTo>
                  <a:lnTo>
                    <a:pt x="565372" y="108963"/>
                  </a:lnTo>
                  <a:lnTo>
                    <a:pt x="572798" y="120230"/>
                  </a:lnTo>
                  <a:lnTo>
                    <a:pt x="579703" y="130688"/>
                  </a:lnTo>
                  <a:lnTo>
                    <a:pt x="585875" y="139559"/>
                  </a:lnTo>
                  <a:lnTo>
                    <a:pt x="589399" y="144619"/>
                  </a:lnTo>
                  <a:lnTo>
                    <a:pt x="595898" y="151588"/>
                  </a:lnTo>
                  <a:lnTo>
                    <a:pt x="609516" y="167550"/>
                  </a:lnTo>
                  <a:lnTo>
                    <a:pt x="616093" y="174528"/>
                  </a:lnTo>
                  <a:lnTo>
                    <a:pt x="624968" y="183924"/>
                  </a:lnTo>
                  <a:lnTo>
                    <a:pt x="631818" y="190437"/>
                  </a:lnTo>
                  <a:lnTo>
                    <a:pt x="639347" y="202643"/>
                  </a:lnTo>
                  <a:lnTo>
                    <a:pt x="634901" y="208558"/>
                  </a:lnTo>
                  <a:lnTo>
                    <a:pt x="634634" y="216111"/>
                  </a:lnTo>
                  <a:lnTo>
                    <a:pt x="636294" y="223663"/>
                  </a:lnTo>
                  <a:lnTo>
                    <a:pt x="638958" y="231085"/>
                  </a:lnTo>
                  <a:lnTo>
                    <a:pt x="644917" y="242733"/>
                  </a:lnTo>
                  <a:lnTo>
                    <a:pt x="656891" y="258947"/>
                  </a:lnTo>
                  <a:lnTo>
                    <a:pt x="664563" y="269312"/>
                  </a:lnTo>
                  <a:lnTo>
                    <a:pt x="671680" y="282020"/>
                  </a:lnTo>
                  <a:lnTo>
                    <a:pt x="673637" y="285615"/>
                  </a:lnTo>
                  <a:lnTo>
                    <a:pt x="682285" y="301491"/>
                  </a:lnTo>
                  <a:lnTo>
                    <a:pt x="689199" y="311645"/>
                  </a:lnTo>
                  <a:lnTo>
                    <a:pt x="694751" y="319788"/>
                  </a:lnTo>
                  <a:lnTo>
                    <a:pt x="697077" y="325064"/>
                  </a:lnTo>
                  <a:lnTo>
                    <a:pt x="699672" y="328398"/>
                  </a:lnTo>
                  <a:lnTo>
                    <a:pt x="704436" y="337542"/>
                  </a:lnTo>
                  <a:lnTo>
                    <a:pt x="709643" y="347529"/>
                  </a:lnTo>
                  <a:lnTo>
                    <a:pt x="712415" y="355558"/>
                  </a:lnTo>
                  <a:lnTo>
                    <a:pt x="712463" y="355698"/>
                  </a:lnTo>
                  <a:lnTo>
                    <a:pt x="712507" y="355983"/>
                  </a:lnTo>
                  <a:lnTo>
                    <a:pt x="713884" y="364975"/>
                  </a:lnTo>
                  <a:lnTo>
                    <a:pt x="715076" y="371107"/>
                  </a:lnTo>
                  <a:lnTo>
                    <a:pt x="715552" y="375321"/>
                  </a:lnTo>
                  <a:lnTo>
                    <a:pt x="715639" y="381317"/>
                  </a:lnTo>
                  <a:lnTo>
                    <a:pt x="716166" y="389557"/>
                  </a:lnTo>
                  <a:lnTo>
                    <a:pt x="716830" y="400011"/>
                  </a:lnTo>
                  <a:lnTo>
                    <a:pt x="717276" y="407111"/>
                  </a:lnTo>
                  <a:lnTo>
                    <a:pt x="718064" y="422605"/>
                  </a:lnTo>
                  <a:lnTo>
                    <a:pt x="718095" y="423214"/>
                  </a:lnTo>
                  <a:lnTo>
                    <a:pt x="719619" y="434099"/>
                  </a:lnTo>
                  <a:lnTo>
                    <a:pt x="720429" y="439895"/>
                  </a:lnTo>
                  <a:lnTo>
                    <a:pt x="722860" y="449127"/>
                  </a:lnTo>
                  <a:lnTo>
                    <a:pt x="722637" y="454753"/>
                  </a:lnTo>
                  <a:lnTo>
                    <a:pt x="722467" y="456460"/>
                  </a:lnTo>
                  <a:lnTo>
                    <a:pt x="721637" y="464752"/>
                  </a:lnTo>
                  <a:lnTo>
                    <a:pt x="719370" y="463310"/>
                  </a:lnTo>
                  <a:lnTo>
                    <a:pt x="713966" y="459791"/>
                  </a:lnTo>
                  <a:lnTo>
                    <a:pt x="712056" y="467672"/>
                  </a:lnTo>
                  <a:lnTo>
                    <a:pt x="709732" y="472728"/>
                  </a:lnTo>
                  <a:lnTo>
                    <a:pt x="709941" y="480119"/>
                  </a:lnTo>
                  <a:lnTo>
                    <a:pt x="709876" y="480790"/>
                  </a:lnTo>
                  <a:lnTo>
                    <a:pt x="709199" y="487662"/>
                  </a:lnTo>
                  <a:lnTo>
                    <a:pt x="712868" y="494439"/>
                  </a:lnTo>
                  <a:lnTo>
                    <a:pt x="718930" y="489814"/>
                  </a:lnTo>
                  <a:lnTo>
                    <a:pt x="722344" y="479079"/>
                  </a:lnTo>
                  <a:lnTo>
                    <a:pt x="724688" y="485457"/>
                  </a:lnTo>
                  <a:lnTo>
                    <a:pt x="720813" y="497393"/>
                  </a:lnTo>
                  <a:lnTo>
                    <a:pt x="720273" y="499051"/>
                  </a:lnTo>
                  <a:lnTo>
                    <a:pt x="712781" y="518172"/>
                  </a:lnTo>
                  <a:lnTo>
                    <a:pt x="703229" y="535761"/>
                  </a:lnTo>
                  <a:lnTo>
                    <a:pt x="691872" y="551652"/>
                  </a:lnTo>
                  <a:lnTo>
                    <a:pt x="666665" y="573076"/>
                  </a:lnTo>
                  <a:lnTo>
                    <a:pt x="655151" y="579434"/>
                  </a:lnTo>
                  <a:lnTo>
                    <a:pt x="650455" y="576359"/>
                  </a:lnTo>
                  <a:lnTo>
                    <a:pt x="659153" y="568252"/>
                  </a:lnTo>
                  <a:lnTo>
                    <a:pt x="674768" y="556898"/>
                  </a:lnTo>
                  <a:lnTo>
                    <a:pt x="693033" y="537288"/>
                  </a:lnTo>
                  <a:lnTo>
                    <a:pt x="699831" y="526898"/>
                  </a:lnTo>
                  <a:lnTo>
                    <a:pt x="700192" y="520682"/>
                  </a:lnTo>
                  <a:lnTo>
                    <a:pt x="699899" y="516426"/>
                  </a:lnTo>
                  <a:lnTo>
                    <a:pt x="695650" y="516727"/>
                  </a:lnTo>
                  <a:lnTo>
                    <a:pt x="686425" y="520533"/>
                  </a:lnTo>
                  <a:lnTo>
                    <a:pt x="681758" y="525240"/>
                  </a:lnTo>
                  <a:lnTo>
                    <a:pt x="678571" y="526460"/>
                  </a:lnTo>
                  <a:lnTo>
                    <a:pt x="672242" y="524005"/>
                  </a:lnTo>
                  <a:lnTo>
                    <a:pt x="668330" y="525726"/>
                  </a:lnTo>
                  <a:lnTo>
                    <a:pt x="666860" y="526372"/>
                  </a:lnTo>
                  <a:lnTo>
                    <a:pt x="663850" y="530342"/>
                  </a:lnTo>
                  <a:lnTo>
                    <a:pt x="655856" y="533694"/>
                  </a:lnTo>
                  <a:lnTo>
                    <a:pt x="649767" y="535690"/>
                  </a:lnTo>
                  <a:lnTo>
                    <a:pt x="643189" y="530706"/>
                  </a:lnTo>
                  <a:lnTo>
                    <a:pt x="639618" y="525199"/>
                  </a:lnTo>
                  <a:lnTo>
                    <a:pt x="640176" y="516381"/>
                  </a:lnTo>
                  <a:lnTo>
                    <a:pt x="639044" y="509147"/>
                  </a:lnTo>
                  <a:lnTo>
                    <a:pt x="632011" y="500940"/>
                  </a:lnTo>
                  <a:lnTo>
                    <a:pt x="627599" y="492488"/>
                  </a:lnTo>
                  <a:lnTo>
                    <a:pt x="622017" y="486245"/>
                  </a:lnTo>
                  <a:lnTo>
                    <a:pt x="615715" y="484611"/>
                  </a:lnTo>
                  <a:lnTo>
                    <a:pt x="612054" y="478076"/>
                  </a:lnTo>
                  <a:lnTo>
                    <a:pt x="606480" y="476618"/>
                  </a:lnTo>
                  <a:lnTo>
                    <a:pt x="603629" y="475871"/>
                  </a:lnTo>
                  <a:lnTo>
                    <a:pt x="589857" y="471113"/>
                  </a:lnTo>
                  <a:lnTo>
                    <a:pt x="587891" y="473176"/>
                  </a:lnTo>
                  <a:lnTo>
                    <a:pt x="585393" y="475795"/>
                  </a:lnTo>
                  <a:lnTo>
                    <a:pt x="579787" y="471930"/>
                  </a:lnTo>
                  <a:lnTo>
                    <a:pt x="577740" y="467813"/>
                  </a:lnTo>
                  <a:lnTo>
                    <a:pt x="575597" y="463503"/>
                  </a:lnTo>
                  <a:lnTo>
                    <a:pt x="568611" y="449796"/>
                  </a:lnTo>
                  <a:lnTo>
                    <a:pt x="562610" y="433516"/>
                  </a:lnTo>
                  <a:lnTo>
                    <a:pt x="562398" y="433295"/>
                  </a:lnTo>
                  <a:lnTo>
                    <a:pt x="553921" y="424450"/>
                  </a:lnTo>
                  <a:lnTo>
                    <a:pt x="550784" y="423538"/>
                  </a:lnTo>
                  <a:lnTo>
                    <a:pt x="545788" y="424614"/>
                  </a:lnTo>
                  <a:lnTo>
                    <a:pt x="540941" y="428623"/>
                  </a:lnTo>
                  <a:lnTo>
                    <a:pt x="536199" y="428187"/>
                  </a:lnTo>
                  <a:lnTo>
                    <a:pt x="530833" y="425304"/>
                  </a:lnTo>
                  <a:lnTo>
                    <a:pt x="523174" y="414411"/>
                  </a:lnTo>
                  <a:lnTo>
                    <a:pt x="519950" y="405341"/>
                  </a:lnTo>
                  <a:lnTo>
                    <a:pt x="518979" y="399710"/>
                  </a:lnTo>
                  <a:lnTo>
                    <a:pt x="517073" y="396857"/>
                  </a:lnTo>
                  <a:lnTo>
                    <a:pt x="513021" y="390787"/>
                  </a:lnTo>
                  <a:lnTo>
                    <a:pt x="506830" y="383293"/>
                  </a:lnTo>
                  <a:lnTo>
                    <a:pt x="497431" y="371894"/>
                  </a:lnTo>
                  <a:lnTo>
                    <a:pt x="487066" y="356517"/>
                  </a:lnTo>
                  <a:lnTo>
                    <a:pt x="479409" y="348626"/>
                  </a:lnTo>
                  <a:lnTo>
                    <a:pt x="475499" y="345329"/>
                  </a:lnTo>
                  <a:lnTo>
                    <a:pt x="470960" y="341498"/>
                  </a:lnTo>
                  <a:lnTo>
                    <a:pt x="465032" y="333310"/>
                  </a:lnTo>
                  <a:lnTo>
                    <a:pt x="467069" y="333115"/>
                  </a:lnTo>
                  <a:lnTo>
                    <a:pt x="473140" y="332472"/>
                  </a:lnTo>
                  <a:lnTo>
                    <a:pt x="477680" y="324262"/>
                  </a:lnTo>
                  <a:lnTo>
                    <a:pt x="479622" y="318924"/>
                  </a:lnTo>
                  <a:lnTo>
                    <a:pt x="480120" y="317554"/>
                  </a:lnTo>
                  <a:lnTo>
                    <a:pt x="481981" y="312427"/>
                  </a:lnTo>
                  <a:lnTo>
                    <a:pt x="484857" y="310097"/>
                  </a:lnTo>
                  <a:lnTo>
                    <a:pt x="488059" y="304930"/>
                  </a:lnTo>
                  <a:lnTo>
                    <a:pt x="485926" y="301170"/>
                  </a:lnTo>
                  <a:lnTo>
                    <a:pt x="482184" y="300678"/>
                  </a:lnTo>
                  <a:lnTo>
                    <a:pt x="476242" y="299304"/>
                  </a:lnTo>
                  <a:lnTo>
                    <a:pt x="475367" y="300695"/>
                  </a:lnTo>
                  <a:lnTo>
                    <a:pt x="473950" y="302948"/>
                  </a:lnTo>
                  <a:lnTo>
                    <a:pt x="471425" y="307145"/>
                  </a:lnTo>
                  <a:lnTo>
                    <a:pt x="471988" y="311748"/>
                  </a:lnTo>
                  <a:lnTo>
                    <a:pt x="470137" y="315363"/>
                  </a:lnTo>
                  <a:lnTo>
                    <a:pt x="468553" y="319256"/>
                  </a:lnTo>
                  <a:lnTo>
                    <a:pt x="466809" y="323534"/>
                  </a:lnTo>
                  <a:lnTo>
                    <a:pt x="464582" y="325216"/>
                  </a:lnTo>
                  <a:lnTo>
                    <a:pt x="463068" y="318970"/>
                  </a:lnTo>
                  <a:lnTo>
                    <a:pt x="461553" y="313996"/>
                  </a:lnTo>
                  <a:lnTo>
                    <a:pt x="456792" y="308925"/>
                  </a:lnTo>
                  <a:lnTo>
                    <a:pt x="450935" y="303831"/>
                  </a:lnTo>
                  <a:lnTo>
                    <a:pt x="450097" y="295715"/>
                  </a:lnTo>
                  <a:lnTo>
                    <a:pt x="449864" y="287466"/>
                  </a:lnTo>
                  <a:lnTo>
                    <a:pt x="446590" y="279890"/>
                  </a:lnTo>
                  <a:lnTo>
                    <a:pt x="444741" y="273287"/>
                  </a:lnTo>
                  <a:lnTo>
                    <a:pt x="444689" y="273101"/>
                  </a:lnTo>
                  <a:lnTo>
                    <a:pt x="451761" y="264657"/>
                  </a:lnTo>
                  <a:lnTo>
                    <a:pt x="453254" y="256277"/>
                  </a:lnTo>
                  <a:lnTo>
                    <a:pt x="454625" y="246483"/>
                  </a:lnTo>
                  <a:lnTo>
                    <a:pt x="454978" y="245096"/>
                  </a:lnTo>
                  <a:lnTo>
                    <a:pt x="456350" y="239699"/>
                  </a:lnTo>
                  <a:lnTo>
                    <a:pt x="456079" y="233709"/>
                  </a:lnTo>
                  <a:lnTo>
                    <a:pt x="453830" y="226396"/>
                  </a:lnTo>
                  <a:lnTo>
                    <a:pt x="452609" y="219467"/>
                  </a:lnTo>
                  <a:lnTo>
                    <a:pt x="452582" y="219314"/>
                  </a:lnTo>
                  <a:lnTo>
                    <a:pt x="448443" y="217624"/>
                  </a:lnTo>
                  <a:lnTo>
                    <a:pt x="447080" y="209952"/>
                  </a:lnTo>
                  <a:lnTo>
                    <a:pt x="444804" y="205419"/>
                  </a:lnTo>
                  <a:lnTo>
                    <a:pt x="447421" y="199334"/>
                  </a:lnTo>
                  <a:lnTo>
                    <a:pt x="443654" y="195300"/>
                  </a:lnTo>
                  <a:lnTo>
                    <a:pt x="440177" y="191254"/>
                  </a:lnTo>
                  <a:lnTo>
                    <a:pt x="439760" y="190769"/>
                  </a:lnTo>
                  <a:lnTo>
                    <a:pt x="438952" y="186167"/>
                  </a:lnTo>
                  <a:lnTo>
                    <a:pt x="432781" y="182935"/>
                  </a:lnTo>
                  <a:lnTo>
                    <a:pt x="434632" y="180999"/>
                  </a:lnTo>
                  <a:lnTo>
                    <a:pt x="431516" y="177228"/>
                  </a:lnTo>
                  <a:lnTo>
                    <a:pt x="422844" y="177922"/>
                  </a:lnTo>
                  <a:lnTo>
                    <a:pt x="416828" y="178208"/>
                  </a:lnTo>
                  <a:lnTo>
                    <a:pt x="415972" y="183655"/>
                  </a:lnTo>
                  <a:lnTo>
                    <a:pt x="412740" y="183751"/>
                  </a:lnTo>
                  <a:lnTo>
                    <a:pt x="409481" y="177782"/>
                  </a:lnTo>
                  <a:lnTo>
                    <a:pt x="409018" y="172765"/>
                  </a:lnTo>
                  <a:lnTo>
                    <a:pt x="405899" y="171291"/>
                  </a:lnTo>
                  <a:lnTo>
                    <a:pt x="400643" y="170322"/>
                  </a:lnTo>
                  <a:lnTo>
                    <a:pt x="400279" y="170255"/>
                  </a:lnTo>
                  <a:lnTo>
                    <a:pt x="398901" y="165088"/>
                  </a:lnTo>
                  <a:lnTo>
                    <a:pt x="395815" y="160719"/>
                  </a:lnTo>
                  <a:lnTo>
                    <a:pt x="391964" y="157599"/>
                  </a:lnTo>
                  <a:lnTo>
                    <a:pt x="387288" y="158043"/>
                  </a:lnTo>
                  <a:lnTo>
                    <a:pt x="385683" y="155262"/>
                  </a:lnTo>
                  <a:lnTo>
                    <a:pt x="376869" y="151539"/>
                  </a:lnTo>
                  <a:lnTo>
                    <a:pt x="375419" y="144589"/>
                  </a:lnTo>
                  <a:lnTo>
                    <a:pt x="373524" y="137891"/>
                  </a:lnTo>
                  <a:lnTo>
                    <a:pt x="373408" y="137478"/>
                  </a:lnTo>
                  <a:lnTo>
                    <a:pt x="367134" y="135896"/>
                  </a:lnTo>
                  <a:lnTo>
                    <a:pt x="362170" y="134406"/>
                  </a:lnTo>
                  <a:lnTo>
                    <a:pt x="357312" y="128916"/>
                  </a:lnTo>
                  <a:lnTo>
                    <a:pt x="352663" y="122851"/>
                  </a:lnTo>
                  <a:lnTo>
                    <a:pt x="347112" y="117753"/>
                  </a:lnTo>
                  <a:lnTo>
                    <a:pt x="336947" y="113849"/>
                  </a:lnTo>
                  <a:lnTo>
                    <a:pt x="323926" y="110112"/>
                  </a:lnTo>
                  <a:lnTo>
                    <a:pt x="318016" y="106208"/>
                  </a:lnTo>
                  <a:lnTo>
                    <a:pt x="317200" y="105668"/>
                  </a:lnTo>
                  <a:lnTo>
                    <a:pt x="311867" y="106153"/>
                  </a:lnTo>
                  <a:lnTo>
                    <a:pt x="310793" y="106583"/>
                  </a:lnTo>
                  <a:lnTo>
                    <a:pt x="306811" y="108176"/>
                  </a:lnTo>
                  <a:lnTo>
                    <a:pt x="302499" y="110720"/>
                  </a:lnTo>
                  <a:lnTo>
                    <a:pt x="299885" y="110048"/>
                  </a:lnTo>
                  <a:lnTo>
                    <a:pt x="293407" y="114003"/>
                  </a:lnTo>
                  <a:lnTo>
                    <a:pt x="287690" y="119903"/>
                  </a:lnTo>
                  <a:lnTo>
                    <a:pt x="290027" y="123360"/>
                  </a:lnTo>
                  <a:lnTo>
                    <a:pt x="290480" y="124030"/>
                  </a:lnTo>
                  <a:lnTo>
                    <a:pt x="291713" y="127647"/>
                  </a:lnTo>
                  <a:lnTo>
                    <a:pt x="290824" y="130498"/>
                  </a:lnTo>
                  <a:lnTo>
                    <a:pt x="284404" y="131058"/>
                  </a:lnTo>
                  <a:lnTo>
                    <a:pt x="280146" y="129686"/>
                  </a:lnTo>
                  <a:lnTo>
                    <a:pt x="274815" y="132096"/>
                  </a:lnTo>
                  <a:lnTo>
                    <a:pt x="271628" y="134896"/>
                  </a:lnTo>
                  <a:lnTo>
                    <a:pt x="273840" y="142245"/>
                  </a:lnTo>
                  <a:lnTo>
                    <a:pt x="270891" y="145189"/>
                  </a:lnTo>
                  <a:lnTo>
                    <a:pt x="263717" y="148773"/>
                  </a:lnTo>
                  <a:lnTo>
                    <a:pt x="257601" y="156934"/>
                  </a:lnTo>
                  <a:lnTo>
                    <a:pt x="249659" y="161979"/>
                  </a:lnTo>
                  <a:lnTo>
                    <a:pt x="236341" y="171178"/>
                  </a:lnTo>
                  <a:lnTo>
                    <a:pt x="225995" y="167413"/>
                  </a:lnTo>
                  <a:lnTo>
                    <a:pt x="220317" y="166050"/>
                  </a:lnTo>
                  <a:lnTo>
                    <a:pt x="216741" y="165190"/>
                  </a:lnTo>
                  <a:lnTo>
                    <a:pt x="209145" y="168638"/>
                  </a:lnTo>
                  <a:lnTo>
                    <a:pt x="203482" y="159749"/>
                  </a:lnTo>
                  <a:lnTo>
                    <a:pt x="201137" y="151800"/>
                  </a:lnTo>
                  <a:lnTo>
                    <a:pt x="202733" y="143727"/>
                  </a:lnTo>
                  <a:lnTo>
                    <a:pt x="202313" y="143489"/>
                  </a:lnTo>
                  <a:lnTo>
                    <a:pt x="198828" y="141512"/>
                  </a:lnTo>
                  <a:lnTo>
                    <a:pt x="193428" y="141303"/>
                  </a:lnTo>
                  <a:lnTo>
                    <a:pt x="185381" y="136173"/>
                  </a:lnTo>
                  <a:lnTo>
                    <a:pt x="182483" y="133685"/>
                  </a:lnTo>
                  <a:lnTo>
                    <a:pt x="173818" y="131105"/>
                  </a:lnTo>
                  <a:lnTo>
                    <a:pt x="163004" y="124804"/>
                  </a:lnTo>
                  <a:lnTo>
                    <a:pt x="146132" y="118584"/>
                  </a:lnTo>
                  <a:lnTo>
                    <a:pt x="145767" y="118449"/>
                  </a:lnTo>
                  <a:lnTo>
                    <a:pt x="137707" y="116505"/>
                  </a:lnTo>
                  <a:lnTo>
                    <a:pt x="129748" y="115103"/>
                  </a:lnTo>
                  <a:lnTo>
                    <a:pt x="125952" y="114431"/>
                  </a:lnTo>
                  <a:lnTo>
                    <a:pt x="110715" y="113503"/>
                  </a:lnTo>
                  <a:lnTo>
                    <a:pt x="109435" y="113423"/>
                  </a:lnTo>
                  <a:lnTo>
                    <a:pt x="90542" y="114820"/>
                  </a:lnTo>
                  <a:lnTo>
                    <a:pt x="76596" y="118155"/>
                  </a:lnTo>
                  <a:lnTo>
                    <a:pt x="72319" y="119172"/>
                  </a:lnTo>
                  <a:lnTo>
                    <a:pt x="66693" y="121219"/>
                  </a:lnTo>
                  <a:lnTo>
                    <a:pt x="47177" y="128279"/>
                  </a:lnTo>
                  <a:lnTo>
                    <a:pt x="41049" y="129993"/>
                  </a:lnTo>
                  <a:lnTo>
                    <a:pt x="37798" y="130899"/>
                  </a:lnTo>
                  <a:lnTo>
                    <a:pt x="33385" y="131323"/>
                  </a:lnTo>
                  <a:lnTo>
                    <a:pt x="25129" y="134594"/>
                  </a:lnTo>
                  <a:lnTo>
                    <a:pt x="16977" y="137444"/>
                  </a:lnTo>
                  <a:lnTo>
                    <a:pt x="21804" y="130423"/>
                  </a:lnTo>
                  <a:lnTo>
                    <a:pt x="22819" y="124412"/>
                  </a:lnTo>
                  <a:lnTo>
                    <a:pt x="27930" y="120340"/>
                  </a:lnTo>
                  <a:lnTo>
                    <a:pt x="23604" y="118929"/>
                  </a:lnTo>
                  <a:lnTo>
                    <a:pt x="20445" y="114413"/>
                  </a:lnTo>
                  <a:lnTo>
                    <a:pt x="21043" y="110082"/>
                  </a:lnTo>
                  <a:lnTo>
                    <a:pt x="22936" y="104431"/>
                  </a:lnTo>
                  <a:lnTo>
                    <a:pt x="22369" y="99273"/>
                  </a:lnTo>
                  <a:lnTo>
                    <a:pt x="18375" y="96342"/>
                  </a:lnTo>
                  <a:lnTo>
                    <a:pt x="10948" y="92903"/>
                  </a:lnTo>
                  <a:lnTo>
                    <a:pt x="9017" y="90287"/>
                  </a:lnTo>
                  <a:lnTo>
                    <a:pt x="0" y="8183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75721" y="4072198"/>
              <a:ext cx="497934" cy="507720"/>
            </a:xfrm>
            <a:custGeom>
              <a:avLst/>
              <a:pathLst>
                <a:path w="497934" h="507720">
                  <a:moveTo>
                    <a:pt x="0" y="44456"/>
                  </a:moveTo>
                  <a:lnTo>
                    <a:pt x="11938" y="42500"/>
                  </a:lnTo>
                  <a:lnTo>
                    <a:pt x="20091" y="41153"/>
                  </a:lnTo>
                  <a:lnTo>
                    <a:pt x="22001" y="40773"/>
                  </a:lnTo>
                  <a:lnTo>
                    <a:pt x="29837" y="39209"/>
                  </a:lnTo>
                  <a:lnTo>
                    <a:pt x="30974" y="38996"/>
                  </a:lnTo>
                  <a:lnTo>
                    <a:pt x="50956" y="35227"/>
                  </a:lnTo>
                  <a:lnTo>
                    <a:pt x="56894" y="34121"/>
                  </a:lnTo>
                  <a:lnTo>
                    <a:pt x="57156" y="34072"/>
                  </a:lnTo>
                  <a:lnTo>
                    <a:pt x="67667" y="32102"/>
                  </a:lnTo>
                  <a:lnTo>
                    <a:pt x="72288" y="31250"/>
                  </a:lnTo>
                  <a:lnTo>
                    <a:pt x="75437" y="30668"/>
                  </a:lnTo>
                  <a:lnTo>
                    <a:pt x="79837" y="29852"/>
                  </a:lnTo>
                  <a:lnTo>
                    <a:pt x="89463" y="28043"/>
                  </a:lnTo>
                  <a:lnTo>
                    <a:pt x="99686" y="26179"/>
                  </a:lnTo>
                  <a:lnTo>
                    <a:pt x="116683" y="22949"/>
                  </a:lnTo>
                  <a:lnTo>
                    <a:pt x="134163" y="19683"/>
                  </a:lnTo>
                  <a:lnTo>
                    <a:pt x="145433" y="17556"/>
                  </a:lnTo>
                  <a:lnTo>
                    <a:pt x="151688" y="16367"/>
                  </a:lnTo>
                  <a:lnTo>
                    <a:pt x="180401" y="10857"/>
                  </a:lnTo>
                  <a:lnTo>
                    <a:pt x="186775" y="9341"/>
                  </a:lnTo>
                  <a:lnTo>
                    <a:pt x="192742" y="7917"/>
                  </a:lnTo>
                  <a:lnTo>
                    <a:pt x="207144" y="4458"/>
                  </a:lnTo>
                  <a:lnTo>
                    <a:pt x="226433" y="0"/>
                  </a:lnTo>
                  <a:lnTo>
                    <a:pt x="225928" y="5335"/>
                  </a:lnTo>
                  <a:lnTo>
                    <a:pt x="225071" y="9003"/>
                  </a:lnTo>
                  <a:lnTo>
                    <a:pt x="220397" y="14589"/>
                  </a:lnTo>
                  <a:lnTo>
                    <a:pt x="216363" y="18995"/>
                  </a:lnTo>
                  <a:lnTo>
                    <a:pt x="214050" y="22966"/>
                  </a:lnTo>
                  <a:lnTo>
                    <a:pt x="211173" y="27382"/>
                  </a:lnTo>
                  <a:lnTo>
                    <a:pt x="212120" y="30656"/>
                  </a:lnTo>
                  <a:lnTo>
                    <a:pt x="209724" y="34702"/>
                  </a:lnTo>
                  <a:lnTo>
                    <a:pt x="210285" y="35929"/>
                  </a:lnTo>
                  <a:lnTo>
                    <a:pt x="211767" y="39163"/>
                  </a:lnTo>
                  <a:lnTo>
                    <a:pt x="211976" y="39619"/>
                  </a:lnTo>
                  <a:lnTo>
                    <a:pt x="218241" y="42635"/>
                  </a:lnTo>
                  <a:lnTo>
                    <a:pt x="224085" y="45474"/>
                  </a:lnTo>
                  <a:lnTo>
                    <a:pt x="230603" y="46658"/>
                  </a:lnTo>
                  <a:lnTo>
                    <a:pt x="236332" y="51340"/>
                  </a:lnTo>
                  <a:lnTo>
                    <a:pt x="236999" y="51884"/>
                  </a:lnTo>
                  <a:lnTo>
                    <a:pt x="241950" y="55075"/>
                  </a:lnTo>
                  <a:lnTo>
                    <a:pt x="242195" y="55232"/>
                  </a:lnTo>
                  <a:lnTo>
                    <a:pt x="247461" y="56548"/>
                  </a:lnTo>
                  <a:lnTo>
                    <a:pt x="247788" y="56423"/>
                  </a:lnTo>
                  <a:lnTo>
                    <a:pt x="253585" y="54217"/>
                  </a:lnTo>
                  <a:lnTo>
                    <a:pt x="258524" y="54385"/>
                  </a:lnTo>
                  <a:lnTo>
                    <a:pt x="262890" y="61750"/>
                  </a:lnTo>
                  <a:lnTo>
                    <a:pt x="265419" y="65940"/>
                  </a:lnTo>
                  <a:lnTo>
                    <a:pt x="270624" y="72026"/>
                  </a:lnTo>
                  <a:lnTo>
                    <a:pt x="271313" y="72843"/>
                  </a:lnTo>
                  <a:lnTo>
                    <a:pt x="274910" y="77110"/>
                  </a:lnTo>
                  <a:lnTo>
                    <a:pt x="276335" y="80202"/>
                  </a:lnTo>
                  <a:lnTo>
                    <a:pt x="279597" y="87279"/>
                  </a:lnTo>
                  <a:lnTo>
                    <a:pt x="287606" y="93315"/>
                  </a:lnTo>
                  <a:lnTo>
                    <a:pt x="293372" y="99923"/>
                  </a:lnTo>
                  <a:lnTo>
                    <a:pt x="293755" y="100361"/>
                  </a:lnTo>
                  <a:lnTo>
                    <a:pt x="297479" y="105628"/>
                  </a:lnTo>
                  <a:lnTo>
                    <a:pt x="298274" y="106753"/>
                  </a:lnTo>
                  <a:lnTo>
                    <a:pt x="302467" y="106838"/>
                  </a:lnTo>
                  <a:lnTo>
                    <a:pt x="311409" y="113014"/>
                  </a:lnTo>
                  <a:lnTo>
                    <a:pt x="322165" y="116156"/>
                  </a:lnTo>
                  <a:lnTo>
                    <a:pt x="331859" y="124374"/>
                  </a:lnTo>
                  <a:lnTo>
                    <a:pt x="334887" y="128701"/>
                  </a:lnTo>
                  <a:lnTo>
                    <a:pt x="337005" y="131725"/>
                  </a:lnTo>
                  <a:lnTo>
                    <a:pt x="341465" y="136188"/>
                  </a:lnTo>
                  <a:lnTo>
                    <a:pt x="346075" y="136667"/>
                  </a:lnTo>
                  <a:lnTo>
                    <a:pt x="346895" y="136752"/>
                  </a:lnTo>
                  <a:lnTo>
                    <a:pt x="355131" y="140827"/>
                  </a:lnTo>
                  <a:lnTo>
                    <a:pt x="356537" y="142352"/>
                  </a:lnTo>
                  <a:lnTo>
                    <a:pt x="359632" y="145705"/>
                  </a:lnTo>
                  <a:lnTo>
                    <a:pt x="366236" y="147885"/>
                  </a:lnTo>
                  <a:lnTo>
                    <a:pt x="367914" y="153544"/>
                  </a:lnTo>
                  <a:lnTo>
                    <a:pt x="368175" y="161245"/>
                  </a:lnTo>
                  <a:lnTo>
                    <a:pt x="376995" y="163907"/>
                  </a:lnTo>
                  <a:lnTo>
                    <a:pt x="378163" y="170185"/>
                  </a:lnTo>
                  <a:lnTo>
                    <a:pt x="378277" y="170796"/>
                  </a:lnTo>
                  <a:lnTo>
                    <a:pt x="386742" y="173344"/>
                  </a:lnTo>
                  <a:lnTo>
                    <a:pt x="386972" y="174030"/>
                  </a:lnTo>
                  <a:lnTo>
                    <a:pt x="388626" y="178946"/>
                  </a:lnTo>
                  <a:lnTo>
                    <a:pt x="398585" y="182346"/>
                  </a:lnTo>
                  <a:lnTo>
                    <a:pt x="402803" y="183011"/>
                  </a:lnTo>
                  <a:lnTo>
                    <a:pt x="404223" y="183234"/>
                  </a:lnTo>
                  <a:lnTo>
                    <a:pt x="410415" y="186517"/>
                  </a:lnTo>
                  <a:lnTo>
                    <a:pt x="414919" y="188901"/>
                  </a:lnTo>
                  <a:lnTo>
                    <a:pt x="416683" y="196756"/>
                  </a:lnTo>
                  <a:lnTo>
                    <a:pt x="420955" y="201109"/>
                  </a:lnTo>
                  <a:lnTo>
                    <a:pt x="426411" y="207587"/>
                  </a:lnTo>
                  <a:lnTo>
                    <a:pt x="428980" y="217060"/>
                  </a:lnTo>
                  <a:lnTo>
                    <a:pt x="429133" y="217624"/>
                  </a:lnTo>
                  <a:lnTo>
                    <a:pt x="432725" y="226710"/>
                  </a:lnTo>
                  <a:lnTo>
                    <a:pt x="433451" y="232082"/>
                  </a:lnTo>
                  <a:lnTo>
                    <a:pt x="434541" y="232603"/>
                  </a:lnTo>
                  <a:lnTo>
                    <a:pt x="440752" y="235574"/>
                  </a:lnTo>
                  <a:lnTo>
                    <a:pt x="445190" y="236210"/>
                  </a:lnTo>
                  <a:lnTo>
                    <a:pt x="446119" y="236342"/>
                  </a:lnTo>
                  <a:lnTo>
                    <a:pt x="455272" y="243419"/>
                  </a:lnTo>
                  <a:lnTo>
                    <a:pt x="456425" y="249353"/>
                  </a:lnTo>
                  <a:lnTo>
                    <a:pt x="458997" y="251845"/>
                  </a:lnTo>
                  <a:lnTo>
                    <a:pt x="463847" y="256540"/>
                  </a:lnTo>
                  <a:lnTo>
                    <a:pt x="465583" y="262908"/>
                  </a:lnTo>
                  <a:lnTo>
                    <a:pt x="464045" y="267717"/>
                  </a:lnTo>
                  <a:lnTo>
                    <a:pt x="464826" y="268755"/>
                  </a:lnTo>
                  <a:lnTo>
                    <a:pt x="468542" y="273696"/>
                  </a:lnTo>
                  <a:lnTo>
                    <a:pt x="470489" y="280643"/>
                  </a:lnTo>
                  <a:lnTo>
                    <a:pt x="478117" y="282235"/>
                  </a:lnTo>
                  <a:lnTo>
                    <a:pt x="480695" y="279721"/>
                  </a:lnTo>
                  <a:lnTo>
                    <a:pt x="487566" y="283163"/>
                  </a:lnTo>
                  <a:lnTo>
                    <a:pt x="493459" y="284501"/>
                  </a:lnTo>
                  <a:lnTo>
                    <a:pt x="497642" y="284742"/>
                  </a:lnTo>
                  <a:lnTo>
                    <a:pt x="497934" y="288831"/>
                  </a:lnTo>
                  <a:lnTo>
                    <a:pt x="493046" y="295096"/>
                  </a:lnTo>
                  <a:lnTo>
                    <a:pt x="490899" y="299144"/>
                  </a:lnTo>
                  <a:lnTo>
                    <a:pt x="486609" y="306620"/>
                  </a:lnTo>
                  <a:lnTo>
                    <a:pt x="484141" y="312267"/>
                  </a:lnTo>
                  <a:lnTo>
                    <a:pt x="481490" y="318812"/>
                  </a:lnTo>
                  <a:lnTo>
                    <a:pt x="477299" y="324212"/>
                  </a:lnTo>
                  <a:lnTo>
                    <a:pt x="477123" y="325653"/>
                  </a:lnTo>
                  <a:lnTo>
                    <a:pt x="476967" y="326917"/>
                  </a:lnTo>
                  <a:lnTo>
                    <a:pt x="479165" y="335263"/>
                  </a:lnTo>
                  <a:lnTo>
                    <a:pt x="476893" y="343560"/>
                  </a:lnTo>
                  <a:lnTo>
                    <a:pt x="477077" y="345401"/>
                  </a:lnTo>
                  <a:lnTo>
                    <a:pt x="477331" y="347944"/>
                  </a:lnTo>
                  <a:lnTo>
                    <a:pt x="475081" y="354711"/>
                  </a:lnTo>
                  <a:lnTo>
                    <a:pt x="472077" y="362121"/>
                  </a:lnTo>
                  <a:lnTo>
                    <a:pt x="471256" y="368454"/>
                  </a:lnTo>
                  <a:lnTo>
                    <a:pt x="473989" y="373290"/>
                  </a:lnTo>
                  <a:lnTo>
                    <a:pt x="473864" y="374392"/>
                  </a:lnTo>
                  <a:lnTo>
                    <a:pt x="473187" y="380342"/>
                  </a:lnTo>
                  <a:lnTo>
                    <a:pt x="471906" y="385028"/>
                  </a:lnTo>
                  <a:lnTo>
                    <a:pt x="467397" y="394061"/>
                  </a:lnTo>
                  <a:lnTo>
                    <a:pt x="464432" y="396004"/>
                  </a:lnTo>
                  <a:lnTo>
                    <a:pt x="465613" y="401806"/>
                  </a:lnTo>
                  <a:lnTo>
                    <a:pt x="464970" y="408412"/>
                  </a:lnTo>
                  <a:lnTo>
                    <a:pt x="466264" y="411108"/>
                  </a:lnTo>
                  <a:lnTo>
                    <a:pt x="466921" y="412474"/>
                  </a:lnTo>
                  <a:lnTo>
                    <a:pt x="468689" y="420094"/>
                  </a:lnTo>
                  <a:lnTo>
                    <a:pt x="467184" y="430433"/>
                  </a:lnTo>
                  <a:lnTo>
                    <a:pt x="466364" y="436542"/>
                  </a:lnTo>
                  <a:lnTo>
                    <a:pt x="469128" y="442868"/>
                  </a:lnTo>
                  <a:lnTo>
                    <a:pt x="462860" y="442724"/>
                  </a:lnTo>
                  <a:lnTo>
                    <a:pt x="460851" y="443117"/>
                  </a:lnTo>
                  <a:lnTo>
                    <a:pt x="457835" y="444672"/>
                  </a:lnTo>
                  <a:lnTo>
                    <a:pt x="450746" y="444608"/>
                  </a:lnTo>
                  <a:lnTo>
                    <a:pt x="447111" y="443669"/>
                  </a:lnTo>
                  <a:lnTo>
                    <a:pt x="440931" y="444438"/>
                  </a:lnTo>
                  <a:lnTo>
                    <a:pt x="437477" y="442402"/>
                  </a:lnTo>
                  <a:lnTo>
                    <a:pt x="432856" y="441538"/>
                  </a:lnTo>
                  <a:lnTo>
                    <a:pt x="427091" y="442466"/>
                  </a:lnTo>
                  <a:lnTo>
                    <a:pt x="423316" y="440049"/>
                  </a:lnTo>
                  <a:lnTo>
                    <a:pt x="422960" y="440058"/>
                  </a:lnTo>
                  <a:lnTo>
                    <a:pt x="419303" y="440149"/>
                  </a:lnTo>
                  <a:lnTo>
                    <a:pt x="415216" y="445781"/>
                  </a:lnTo>
                  <a:lnTo>
                    <a:pt x="412348" y="450465"/>
                  </a:lnTo>
                  <a:lnTo>
                    <a:pt x="412648" y="457104"/>
                  </a:lnTo>
                  <a:lnTo>
                    <a:pt x="412656" y="461338"/>
                  </a:lnTo>
                  <a:lnTo>
                    <a:pt x="416957" y="466612"/>
                  </a:lnTo>
                  <a:lnTo>
                    <a:pt x="418121" y="474472"/>
                  </a:lnTo>
                  <a:lnTo>
                    <a:pt x="418861" y="483947"/>
                  </a:lnTo>
                  <a:lnTo>
                    <a:pt x="418429" y="489111"/>
                  </a:lnTo>
                  <a:lnTo>
                    <a:pt x="419210" y="492751"/>
                  </a:lnTo>
                  <a:lnTo>
                    <a:pt x="418269" y="493155"/>
                  </a:lnTo>
                  <a:lnTo>
                    <a:pt x="414243" y="494883"/>
                  </a:lnTo>
                  <a:lnTo>
                    <a:pt x="409546" y="495577"/>
                  </a:lnTo>
                  <a:lnTo>
                    <a:pt x="405931" y="495739"/>
                  </a:lnTo>
                  <a:lnTo>
                    <a:pt x="401928" y="490154"/>
                  </a:lnTo>
                  <a:lnTo>
                    <a:pt x="401832" y="484447"/>
                  </a:lnTo>
                  <a:lnTo>
                    <a:pt x="398195" y="479883"/>
                  </a:lnTo>
                  <a:lnTo>
                    <a:pt x="398363" y="474841"/>
                  </a:lnTo>
                  <a:lnTo>
                    <a:pt x="378921" y="477014"/>
                  </a:lnTo>
                  <a:lnTo>
                    <a:pt x="374961" y="477452"/>
                  </a:lnTo>
                  <a:lnTo>
                    <a:pt x="362963" y="479090"/>
                  </a:lnTo>
                  <a:lnTo>
                    <a:pt x="352768" y="480467"/>
                  </a:lnTo>
                  <a:lnTo>
                    <a:pt x="334622" y="482887"/>
                  </a:lnTo>
                  <a:lnTo>
                    <a:pt x="310067" y="486152"/>
                  </a:lnTo>
                  <a:lnTo>
                    <a:pt x="309566" y="486217"/>
                  </a:lnTo>
                  <a:lnTo>
                    <a:pt x="292861" y="488343"/>
                  </a:lnTo>
                  <a:lnTo>
                    <a:pt x="288183" y="488932"/>
                  </a:lnTo>
                  <a:lnTo>
                    <a:pt x="274424" y="490649"/>
                  </a:lnTo>
                  <a:lnTo>
                    <a:pt x="263626" y="492071"/>
                  </a:lnTo>
                  <a:lnTo>
                    <a:pt x="250867" y="493732"/>
                  </a:lnTo>
                  <a:lnTo>
                    <a:pt x="243401" y="494695"/>
                  </a:lnTo>
                  <a:lnTo>
                    <a:pt x="225380" y="497033"/>
                  </a:lnTo>
                  <a:lnTo>
                    <a:pt x="218005" y="497978"/>
                  </a:lnTo>
                  <a:lnTo>
                    <a:pt x="214018" y="498486"/>
                  </a:lnTo>
                  <a:lnTo>
                    <a:pt x="198524" y="500598"/>
                  </a:lnTo>
                  <a:lnTo>
                    <a:pt x="189328" y="501838"/>
                  </a:lnTo>
                  <a:lnTo>
                    <a:pt x="180274" y="503048"/>
                  </a:lnTo>
                  <a:lnTo>
                    <a:pt x="147534" y="507045"/>
                  </a:lnTo>
                  <a:lnTo>
                    <a:pt x="142544" y="507720"/>
                  </a:lnTo>
                  <a:lnTo>
                    <a:pt x="136393" y="501908"/>
                  </a:lnTo>
                  <a:lnTo>
                    <a:pt x="133799" y="495301"/>
                  </a:lnTo>
                  <a:lnTo>
                    <a:pt x="132908" y="490363"/>
                  </a:lnTo>
                  <a:lnTo>
                    <a:pt x="127323" y="484704"/>
                  </a:lnTo>
                  <a:lnTo>
                    <a:pt x="124513" y="480631"/>
                  </a:lnTo>
                  <a:lnTo>
                    <a:pt x="124455" y="477944"/>
                  </a:lnTo>
                  <a:lnTo>
                    <a:pt x="122712" y="472221"/>
                  </a:lnTo>
                  <a:lnTo>
                    <a:pt x="121414" y="469949"/>
                  </a:lnTo>
                  <a:lnTo>
                    <a:pt x="119475" y="466557"/>
                  </a:lnTo>
                  <a:lnTo>
                    <a:pt x="111292" y="459070"/>
                  </a:lnTo>
                  <a:lnTo>
                    <a:pt x="110014" y="451064"/>
                  </a:lnTo>
                  <a:lnTo>
                    <a:pt x="111155" y="446706"/>
                  </a:lnTo>
                  <a:lnTo>
                    <a:pt x="111015" y="445176"/>
                  </a:lnTo>
                  <a:lnTo>
                    <a:pt x="110882" y="443716"/>
                  </a:lnTo>
                  <a:lnTo>
                    <a:pt x="109752" y="439210"/>
                  </a:lnTo>
                  <a:lnTo>
                    <a:pt x="111114" y="431155"/>
                  </a:lnTo>
                  <a:lnTo>
                    <a:pt x="109953" y="427134"/>
                  </a:lnTo>
                  <a:lnTo>
                    <a:pt x="110981" y="421114"/>
                  </a:lnTo>
                  <a:lnTo>
                    <a:pt x="111485" y="418154"/>
                  </a:lnTo>
                  <a:lnTo>
                    <a:pt x="109513" y="415517"/>
                  </a:lnTo>
                  <a:lnTo>
                    <a:pt x="108654" y="410031"/>
                  </a:lnTo>
                  <a:lnTo>
                    <a:pt x="100993" y="402849"/>
                  </a:lnTo>
                  <a:lnTo>
                    <a:pt x="100980" y="398548"/>
                  </a:lnTo>
                  <a:lnTo>
                    <a:pt x="99848" y="395288"/>
                  </a:lnTo>
                  <a:lnTo>
                    <a:pt x="99202" y="393425"/>
                  </a:lnTo>
                  <a:lnTo>
                    <a:pt x="97001" y="387079"/>
                  </a:lnTo>
                  <a:lnTo>
                    <a:pt x="98713" y="380600"/>
                  </a:lnTo>
                  <a:lnTo>
                    <a:pt x="101822" y="371602"/>
                  </a:lnTo>
                  <a:lnTo>
                    <a:pt x="101803" y="368807"/>
                  </a:lnTo>
                  <a:lnTo>
                    <a:pt x="101749" y="360776"/>
                  </a:lnTo>
                  <a:lnTo>
                    <a:pt x="101728" y="357909"/>
                  </a:lnTo>
                  <a:lnTo>
                    <a:pt x="99792" y="352697"/>
                  </a:lnTo>
                  <a:lnTo>
                    <a:pt x="104693" y="346180"/>
                  </a:lnTo>
                  <a:lnTo>
                    <a:pt x="110487" y="341307"/>
                  </a:lnTo>
                  <a:lnTo>
                    <a:pt x="111242" y="339824"/>
                  </a:lnTo>
                  <a:lnTo>
                    <a:pt x="113324" y="335731"/>
                  </a:lnTo>
                  <a:lnTo>
                    <a:pt x="106574" y="332080"/>
                  </a:lnTo>
                  <a:lnTo>
                    <a:pt x="101111" y="329537"/>
                  </a:lnTo>
                  <a:lnTo>
                    <a:pt x="102970" y="326177"/>
                  </a:lnTo>
                  <a:lnTo>
                    <a:pt x="102914" y="324375"/>
                  </a:lnTo>
                  <a:lnTo>
                    <a:pt x="102684" y="317124"/>
                  </a:lnTo>
                  <a:lnTo>
                    <a:pt x="98945" y="310450"/>
                  </a:lnTo>
                  <a:lnTo>
                    <a:pt x="98765" y="310129"/>
                  </a:lnTo>
                  <a:lnTo>
                    <a:pt x="97967" y="308703"/>
                  </a:lnTo>
                  <a:lnTo>
                    <a:pt x="91052" y="303157"/>
                  </a:lnTo>
                  <a:lnTo>
                    <a:pt x="90038" y="300488"/>
                  </a:lnTo>
                  <a:lnTo>
                    <a:pt x="88008" y="295146"/>
                  </a:lnTo>
                  <a:lnTo>
                    <a:pt x="84346" y="287509"/>
                  </a:lnTo>
                  <a:lnTo>
                    <a:pt x="83018" y="285323"/>
                  </a:lnTo>
                  <a:lnTo>
                    <a:pt x="78313" y="277577"/>
                  </a:lnTo>
                  <a:lnTo>
                    <a:pt x="75524" y="274109"/>
                  </a:lnTo>
                  <a:lnTo>
                    <a:pt x="75211" y="273156"/>
                  </a:lnTo>
                  <a:lnTo>
                    <a:pt x="66787" y="247442"/>
                  </a:lnTo>
                  <a:lnTo>
                    <a:pt x="66030" y="245121"/>
                  </a:lnTo>
                  <a:lnTo>
                    <a:pt x="55509" y="212849"/>
                  </a:lnTo>
                  <a:lnTo>
                    <a:pt x="53580" y="206925"/>
                  </a:lnTo>
                  <a:lnTo>
                    <a:pt x="51923" y="201836"/>
                  </a:lnTo>
                  <a:lnTo>
                    <a:pt x="47563" y="188500"/>
                  </a:lnTo>
                  <a:lnTo>
                    <a:pt x="43505" y="176077"/>
                  </a:lnTo>
                  <a:lnTo>
                    <a:pt x="38779" y="161608"/>
                  </a:lnTo>
                  <a:lnTo>
                    <a:pt x="36574" y="154853"/>
                  </a:lnTo>
                  <a:lnTo>
                    <a:pt x="32510" y="142217"/>
                  </a:lnTo>
                  <a:lnTo>
                    <a:pt x="30968" y="137420"/>
                  </a:lnTo>
                  <a:lnTo>
                    <a:pt x="25087" y="120018"/>
                  </a:lnTo>
                  <a:lnTo>
                    <a:pt x="18218" y="99667"/>
                  </a:lnTo>
                  <a:lnTo>
                    <a:pt x="16393" y="94330"/>
                  </a:lnTo>
                  <a:lnTo>
                    <a:pt x="14004" y="87339"/>
                  </a:lnTo>
                  <a:lnTo>
                    <a:pt x="12709" y="83547"/>
                  </a:lnTo>
                  <a:lnTo>
                    <a:pt x="8053" y="69905"/>
                  </a:lnTo>
                  <a:lnTo>
                    <a:pt x="4189" y="57947"/>
                  </a:lnTo>
                  <a:lnTo>
                    <a:pt x="1959" y="510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412205" y="5280611"/>
              <a:ext cx="60566" cy="68831"/>
            </a:xfrm>
            <a:custGeom>
              <a:avLst/>
              <a:pathLst>
                <a:path w="60566" h="68831">
                  <a:moveTo>
                    <a:pt x="316" y="24216"/>
                  </a:moveTo>
                  <a:lnTo>
                    <a:pt x="2073" y="22474"/>
                  </a:lnTo>
                  <a:lnTo>
                    <a:pt x="3216" y="20900"/>
                  </a:lnTo>
                  <a:lnTo>
                    <a:pt x="4453" y="20655"/>
                  </a:lnTo>
                  <a:lnTo>
                    <a:pt x="5802" y="19236"/>
                  </a:lnTo>
                  <a:lnTo>
                    <a:pt x="6548" y="17031"/>
                  </a:lnTo>
                  <a:lnTo>
                    <a:pt x="7958" y="15284"/>
                  </a:lnTo>
                  <a:lnTo>
                    <a:pt x="9008" y="14655"/>
                  </a:lnTo>
                  <a:lnTo>
                    <a:pt x="8987" y="12494"/>
                  </a:lnTo>
                  <a:lnTo>
                    <a:pt x="7545" y="10573"/>
                  </a:lnTo>
                  <a:lnTo>
                    <a:pt x="5204" y="7366"/>
                  </a:lnTo>
                  <a:lnTo>
                    <a:pt x="4238" y="4625"/>
                  </a:lnTo>
                  <a:lnTo>
                    <a:pt x="4227" y="711"/>
                  </a:lnTo>
                  <a:lnTo>
                    <a:pt x="5855" y="0"/>
                  </a:lnTo>
                  <a:lnTo>
                    <a:pt x="8529" y="1044"/>
                  </a:lnTo>
                  <a:lnTo>
                    <a:pt x="11657" y="2811"/>
                  </a:lnTo>
                  <a:lnTo>
                    <a:pt x="13419" y="4477"/>
                  </a:lnTo>
                  <a:lnTo>
                    <a:pt x="16840" y="6622"/>
                  </a:lnTo>
                  <a:lnTo>
                    <a:pt x="18902" y="8174"/>
                  </a:lnTo>
                  <a:lnTo>
                    <a:pt x="20680" y="7929"/>
                  </a:lnTo>
                  <a:lnTo>
                    <a:pt x="23453" y="8966"/>
                  </a:lnTo>
                  <a:lnTo>
                    <a:pt x="29202" y="11653"/>
                  </a:lnTo>
                  <a:lnTo>
                    <a:pt x="35106" y="14616"/>
                  </a:lnTo>
                  <a:lnTo>
                    <a:pt x="40570" y="18745"/>
                  </a:lnTo>
                  <a:lnTo>
                    <a:pt x="42861" y="20897"/>
                  </a:lnTo>
                  <a:lnTo>
                    <a:pt x="44989" y="23102"/>
                  </a:lnTo>
                  <a:lnTo>
                    <a:pt x="45386" y="27072"/>
                  </a:lnTo>
                  <a:lnTo>
                    <a:pt x="45964" y="29518"/>
                  </a:lnTo>
                  <a:lnTo>
                    <a:pt x="47833" y="29024"/>
                  </a:lnTo>
                  <a:lnTo>
                    <a:pt x="49669" y="29145"/>
                  </a:lnTo>
                  <a:lnTo>
                    <a:pt x="51250" y="31652"/>
                  </a:lnTo>
                  <a:lnTo>
                    <a:pt x="52030" y="34562"/>
                  </a:lnTo>
                  <a:lnTo>
                    <a:pt x="53542" y="36053"/>
                  </a:lnTo>
                  <a:lnTo>
                    <a:pt x="58445" y="39071"/>
                  </a:lnTo>
                  <a:lnTo>
                    <a:pt x="60400" y="40117"/>
                  </a:lnTo>
                  <a:lnTo>
                    <a:pt x="60566" y="41594"/>
                  </a:lnTo>
                  <a:lnTo>
                    <a:pt x="58260" y="44850"/>
                  </a:lnTo>
                  <a:lnTo>
                    <a:pt x="55493" y="47281"/>
                  </a:lnTo>
                  <a:lnTo>
                    <a:pt x="52303" y="49647"/>
                  </a:lnTo>
                  <a:lnTo>
                    <a:pt x="48257" y="51476"/>
                  </a:lnTo>
                  <a:lnTo>
                    <a:pt x="46249" y="52483"/>
                  </a:lnTo>
                  <a:lnTo>
                    <a:pt x="44125" y="52746"/>
                  </a:lnTo>
                  <a:lnTo>
                    <a:pt x="41244" y="51932"/>
                  </a:lnTo>
                  <a:lnTo>
                    <a:pt x="39132" y="52993"/>
                  </a:lnTo>
                  <a:lnTo>
                    <a:pt x="37238" y="54976"/>
                  </a:lnTo>
                  <a:lnTo>
                    <a:pt x="35880" y="55290"/>
                  </a:lnTo>
                  <a:lnTo>
                    <a:pt x="33310" y="57606"/>
                  </a:lnTo>
                  <a:lnTo>
                    <a:pt x="30976" y="58177"/>
                  </a:lnTo>
                  <a:lnTo>
                    <a:pt x="29164" y="61496"/>
                  </a:lnTo>
                  <a:lnTo>
                    <a:pt x="27989" y="64508"/>
                  </a:lnTo>
                  <a:lnTo>
                    <a:pt x="27190" y="66322"/>
                  </a:lnTo>
                  <a:lnTo>
                    <a:pt x="26282" y="67701"/>
                  </a:lnTo>
                  <a:lnTo>
                    <a:pt x="24871" y="68831"/>
                  </a:lnTo>
                  <a:lnTo>
                    <a:pt x="21894" y="66066"/>
                  </a:lnTo>
                  <a:lnTo>
                    <a:pt x="17748" y="63600"/>
                  </a:lnTo>
                  <a:lnTo>
                    <a:pt x="13999" y="62243"/>
                  </a:lnTo>
                  <a:lnTo>
                    <a:pt x="11959" y="58999"/>
                  </a:lnTo>
                  <a:lnTo>
                    <a:pt x="11429" y="54974"/>
                  </a:lnTo>
                  <a:lnTo>
                    <a:pt x="11255" y="51003"/>
                  </a:lnTo>
                  <a:lnTo>
                    <a:pt x="11491" y="48996"/>
                  </a:lnTo>
                  <a:lnTo>
                    <a:pt x="11207" y="46525"/>
                  </a:lnTo>
                  <a:lnTo>
                    <a:pt x="9721" y="43065"/>
                  </a:lnTo>
                  <a:lnTo>
                    <a:pt x="8686" y="41078"/>
                  </a:lnTo>
                  <a:lnTo>
                    <a:pt x="7173" y="39347"/>
                  </a:lnTo>
                  <a:lnTo>
                    <a:pt x="5798" y="35796"/>
                  </a:lnTo>
                  <a:lnTo>
                    <a:pt x="4982" y="33134"/>
                  </a:lnTo>
                  <a:lnTo>
                    <a:pt x="3799" y="31326"/>
                  </a:lnTo>
                  <a:lnTo>
                    <a:pt x="2274" y="30863"/>
                  </a:lnTo>
                  <a:lnTo>
                    <a:pt x="1924" y="29883"/>
                  </a:lnTo>
                  <a:lnTo>
                    <a:pt x="0" y="266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74028" y="5239755"/>
              <a:ext cx="34441" cy="23638"/>
            </a:xfrm>
            <a:custGeom>
              <a:avLst/>
              <a:pathLst>
                <a:path w="34441" h="23638">
                  <a:moveTo>
                    <a:pt x="0" y="5144"/>
                  </a:moveTo>
                  <a:lnTo>
                    <a:pt x="481" y="2188"/>
                  </a:lnTo>
                  <a:lnTo>
                    <a:pt x="3009" y="0"/>
                  </a:lnTo>
                  <a:lnTo>
                    <a:pt x="5723" y="795"/>
                  </a:lnTo>
                  <a:lnTo>
                    <a:pt x="8183" y="4073"/>
                  </a:lnTo>
                  <a:lnTo>
                    <a:pt x="10316" y="7070"/>
                  </a:lnTo>
                  <a:lnTo>
                    <a:pt x="13808" y="6449"/>
                  </a:lnTo>
                  <a:lnTo>
                    <a:pt x="16873" y="5139"/>
                  </a:lnTo>
                  <a:lnTo>
                    <a:pt x="21125" y="5883"/>
                  </a:lnTo>
                  <a:lnTo>
                    <a:pt x="23666" y="8368"/>
                  </a:lnTo>
                  <a:lnTo>
                    <a:pt x="26764" y="10124"/>
                  </a:lnTo>
                  <a:lnTo>
                    <a:pt x="30510" y="12937"/>
                  </a:lnTo>
                  <a:lnTo>
                    <a:pt x="33234" y="13877"/>
                  </a:lnTo>
                  <a:lnTo>
                    <a:pt x="34441" y="16532"/>
                  </a:lnTo>
                  <a:lnTo>
                    <a:pt x="34003" y="18818"/>
                  </a:lnTo>
                  <a:lnTo>
                    <a:pt x="32287" y="20363"/>
                  </a:lnTo>
                  <a:lnTo>
                    <a:pt x="28540" y="21977"/>
                  </a:lnTo>
                  <a:lnTo>
                    <a:pt x="24789" y="21663"/>
                  </a:lnTo>
                  <a:lnTo>
                    <a:pt x="21560" y="23038"/>
                  </a:lnTo>
                  <a:lnTo>
                    <a:pt x="17341" y="23638"/>
                  </a:lnTo>
                  <a:lnTo>
                    <a:pt x="14676" y="22453"/>
                  </a:lnTo>
                  <a:lnTo>
                    <a:pt x="13723" y="19479"/>
                  </a:lnTo>
                  <a:lnTo>
                    <a:pt x="12477" y="15339"/>
                  </a:lnTo>
                  <a:lnTo>
                    <a:pt x="12180" y="14450"/>
                  </a:lnTo>
                  <a:lnTo>
                    <a:pt x="11400" y="12545"/>
                  </a:lnTo>
                  <a:lnTo>
                    <a:pt x="9831" y="11989"/>
                  </a:lnTo>
                  <a:lnTo>
                    <a:pt x="8500" y="12944"/>
                  </a:lnTo>
                  <a:lnTo>
                    <a:pt x="7663" y="12495"/>
                  </a:lnTo>
                  <a:lnTo>
                    <a:pt x="3835" y="10435"/>
                  </a:lnTo>
                  <a:lnTo>
                    <a:pt x="762" y="670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76559" y="5261393"/>
              <a:ext cx="7613" cy="4713"/>
            </a:xfrm>
            <a:custGeom>
              <a:avLst/>
              <a:pathLst>
                <a:path w="7613" h="4713">
                  <a:moveTo>
                    <a:pt x="1292" y="1910"/>
                  </a:moveTo>
                  <a:lnTo>
                    <a:pt x="3841" y="408"/>
                  </a:lnTo>
                  <a:lnTo>
                    <a:pt x="5795" y="0"/>
                  </a:lnTo>
                  <a:lnTo>
                    <a:pt x="7090" y="1341"/>
                  </a:lnTo>
                  <a:lnTo>
                    <a:pt x="7613" y="4012"/>
                  </a:lnTo>
                  <a:lnTo>
                    <a:pt x="5552" y="4655"/>
                  </a:lnTo>
                  <a:lnTo>
                    <a:pt x="1751" y="4713"/>
                  </a:lnTo>
                  <a:lnTo>
                    <a:pt x="0" y="318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357396" y="5243264"/>
              <a:ext cx="12259" cy="10046"/>
            </a:xfrm>
            <a:custGeom>
              <a:avLst/>
              <a:pathLst>
                <a:path w="12259" h="10046">
                  <a:moveTo>
                    <a:pt x="0" y="638"/>
                  </a:moveTo>
                  <a:lnTo>
                    <a:pt x="2173" y="0"/>
                  </a:lnTo>
                  <a:lnTo>
                    <a:pt x="5566" y="507"/>
                  </a:lnTo>
                  <a:lnTo>
                    <a:pt x="8759" y="2306"/>
                  </a:lnTo>
                  <a:lnTo>
                    <a:pt x="10642" y="4021"/>
                  </a:lnTo>
                  <a:lnTo>
                    <a:pt x="12259" y="6320"/>
                  </a:lnTo>
                  <a:lnTo>
                    <a:pt x="11247" y="9041"/>
                  </a:lnTo>
                  <a:lnTo>
                    <a:pt x="8963" y="9846"/>
                  </a:lnTo>
                  <a:lnTo>
                    <a:pt x="8125" y="10045"/>
                  </a:lnTo>
                  <a:lnTo>
                    <a:pt x="5420" y="10046"/>
                  </a:lnTo>
                  <a:lnTo>
                    <a:pt x="4088" y="7887"/>
                  </a:lnTo>
                  <a:lnTo>
                    <a:pt x="3697" y="5308"/>
                  </a:lnTo>
                  <a:lnTo>
                    <a:pt x="2627" y="3819"/>
                  </a:lnTo>
                  <a:lnTo>
                    <a:pt x="164" y="209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344513" y="5227224"/>
              <a:ext cx="27502" cy="10479"/>
            </a:xfrm>
            <a:custGeom>
              <a:avLst/>
              <a:pathLst>
                <a:path w="27502" h="10479">
                  <a:moveTo>
                    <a:pt x="1191" y="3352"/>
                  </a:moveTo>
                  <a:lnTo>
                    <a:pt x="2301" y="2144"/>
                  </a:lnTo>
                  <a:lnTo>
                    <a:pt x="1530" y="0"/>
                  </a:lnTo>
                  <a:lnTo>
                    <a:pt x="4281" y="563"/>
                  </a:lnTo>
                  <a:lnTo>
                    <a:pt x="7815" y="1766"/>
                  </a:lnTo>
                  <a:lnTo>
                    <a:pt x="11967" y="2654"/>
                  </a:lnTo>
                  <a:lnTo>
                    <a:pt x="13095" y="2258"/>
                  </a:lnTo>
                  <a:lnTo>
                    <a:pt x="14420" y="1791"/>
                  </a:lnTo>
                  <a:lnTo>
                    <a:pt x="15401" y="1877"/>
                  </a:lnTo>
                  <a:lnTo>
                    <a:pt x="17613" y="4227"/>
                  </a:lnTo>
                  <a:lnTo>
                    <a:pt x="17764" y="4242"/>
                  </a:lnTo>
                  <a:lnTo>
                    <a:pt x="21304" y="4590"/>
                  </a:lnTo>
                  <a:lnTo>
                    <a:pt x="25852" y="4543"/>
                  </a:lnTo>
                  <a:lnTo>
                    <a:pt x="27502" y="5558"/>
                  </a:lnTo>
                  <a:lnTo>
                    <a:pt x="26413" y="7848"/>
                  </a:lnTo>
                  <a:lnTo>
                    <a:pt x="23791" y="9859"/>
                  </a:lnTo>
                  <a:lnTo>
                    <a:pt x="20434" y="10479"/>
                  </a:lnTo>
                  <a:lnTo>
                    <a:pt x="16766" y="9330"/>
                  </a:lnTo>
                  <a:lnTo>
                    <a:pt x="13266" y="7886"/>
                  </a:lnTo>
                  <a:lnTo>
                    <a:pt x="10657" y="7013"/>
                  </a:lnTo>
                  <a:lnTo>
                    <a:pt x="6515" y="7223"/>
                  </a:lnTo>
                  <a:lnTo>
                    <a:pt x="2785" y="7050"/>
                  </a:lnTo>
                  <a:lnTo>
                    <a:pt x="0" y="61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296983" y="5199334"/>
              <a:ext cx="30429" cy="24076"/>
            </a:xfrm>
            <a:custGeom>
              <a:avLst/>
              <a:pathLst>
                <a:path w="30429" h="24076">
                  <a:moveTo>
                    <a:pt x="2065" y="5333"/>
                  </a:moveTo>
                  <a:lnTo>
                    <a:pt x="6955" y="5690"/>
                  </a:lnTo>
                  <a:lnTo>
                    <a:pt x="8822" y="3796"/>
                  </a:lnTo>
                  <a:lnTo>
                    <a:pt x="9917" y="1734"/>
                  </a:lnTo>
                  <a:lnTo>
                    <a:pt x="12392" y="130"/>
                  </a:lnTo>
                  <a:lnTo>
                    <a:pt x="13454" y="0"/>
                  </a:lnTo>
                  <a:lnTo>
                    <a:pt x="15837" y="3340"/>
                  </a:lnTo>
                  <a:lnTo>
                    <a:pt x="18456" y="7426"/>
                  </a:lnTo>
                  <a:lnTo>
                    <a:pt x="20586" y="9919"/>
                  </a:lnTo>
                  <a:lnTo>
                    <a:pt x="20567" y="13101"/>
                  </a:lnTo>
                  <a:lnTo>
                    <a:pt x="22182" y="14591"/>
                  </a:lnTo>
                  <a:lnTo>
                    <a:pt x="24332" y="13740"/>
                  </a:lnTo>
                  <a:lnTo>
                    <a:pt x="26285" y="14035"/>
                  </a:lnTo>
                  <a:lnTo>
                    <a:pt x="26537" y="16875"/>
                  </a:lnTo>
                  <a:lnTo>
                    <a:pt x="27442" y="19218"/>
                  </a:lnTo>
                  <a:lnTo>
                    <a:pt x="30429" y="21747"/>
                  </a:lnTo>
                  <a:lnTo>
                    <a:pt x="30307" y="21963"/>
                  </a:lnTo>
                  <a:lnTo>
                    <a:pt x="29628" y="23167"/>
                  </a:lnTo>
                  <a:lnTo>
                    <a:pt x="28502" y="24076"/>
                  </a:lnTo>
                  <a:lnTo>
                    <a:pt x="25778" y="23111"/>
                  </a:lnTo>
                  <a:lnTo>
                    <a:pt x="24804" y="23660"/>
                  </a:lnTo>
                  <a:lnTo>
                    <a:pt x="23479" y="23912"/>
                  </a:lnTo>
                  <a:lnTo>
                    <a:pt x="21402" y="22360"/>
                  </a:lnTo>
                  <a:lnTo>
                    <a:pt x="19470" y="21065"/>
                  </a:lnTo>
                  <a:lnTo>
                    <a:pt x="16629" y="20483"/>
                  </a:lnTo>
                  <a:lnTo>
                    <a:pt x="15187" y="20169"/>
                  </a:lnTo>
                  <a:lnTo>
                    <a:pt x="13242" y="20307"/>
                  </a:lnTo>
                  <a:lnTo>
                    <a:pt x="10358" y="20546"/>
                  </a:lnTo>
                  <a:lnTo>
                    <a:pt x="9671" y="20522"/>
                  </a:lnTo>
                  <a:lnTo>
                    <a:pt x="8191" y="18009"/>
                  </a:lnTo>
                  <a:lnTo>
                    <a:pt x="7516" y="16480"/>
                  </a:lnTo>
                  <a:lnTo>
                    <a:pt x="5543" y="14741"/>
                  </a:lnTo>
                  <a:lnTo>
                    <a:pt x="5234" y="13410"/>
                  </a:lnTo>
                  <a:lnTo>
                    <a:pt x="2580" y="10237"/>
                  </a:lnTo>
                  <a:lnTo>
                    <a:pt x="2456" y="8396"/>
                  </a:lnTo>
                  <a:lnTo>
                    <a:pt x="0" y="537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225357" y="5164826"/>
              <a:ext cx="22143" cy="18954"/>
            </a:xfrm>
            <a:custGeom>
              <a:avLst/>
              <a:pathLst>
                <a:path w="22143" h="18954">
                  <a:moveTo>
                    <a:pt x="0" y="6943"/>
                  </a:moveTo>
                  <a:lnTo>
                    <a:pt x="1603" y="5499"/>
                  </a:lnTo>
                  <a:lnTo>
                    <a:pt x="2071" y="3409"/>
                  </a:lnTo>
                  <a:lnTo>
                    <a:pt x="3121" y="2564"/>
                  </a:lnTo>
                  <a:lnTo>
                    <a:pt x="7206" y="955"/>
                  </a:lnTo>
                  <a:lnTo>
                    <a:pt x="8496" y="0"/>
                  </a:lnTo>
                  <a:lnTo>
                    <a:pt x="10200" y="306"/>
                  </a:lnTo>
                  <a:lnTo>
                    <a:pt x="11801" y="1426"/>
                  </a:lnTo>
                  <a:lnTo>
                    <a:pt x="12717" y="226"/>
                  </a:lnTo>
                  <a:lnTo>
                    <a:pt x="15330" y="1033"/>
                  </a:lnTo>
                  <a:lnTo>
                    <a:pt x="16604" y="554"/>
                  </a:lnTo>
                  <a:lnTo>
                    <a:pt x="18564" y="1734"/>
                  </a:lnTo>
                  <a:lnTo>
                    <a:pt x="20964" y="3598"/>
                  </a:lnTo>
                  <a:lnTo>
                    <a:pt x="22143" y="6785"/>
                  </a:lnTo>
                  <a:lnTo>
                    <a:pt x="21294" y="9795"/>
                  </a:lnTo>
                  <a:lnTo>
                    <a:pt x="20651" y="10714"/>
                  </a:lnTo>
                  <a:lnTo>
                    <a:pt x="20951" y="12893"/>
                  </a:lnTo>
                  <a:lnTo>
                    <a:pt x="20959" y="15330"/>
                  </a:lnTo>
                  <a:lnTo>
                    <a:pt x="18975" y="17047"/>
                  </a:lnTo>
                  <a:lnTo>
                    <a:pt x="16466" y="18954"/>
                  </a:lnTo>
                  <a:lnTo>
                    <a:pt x="12632" y="17707"/>
                  </a:lnTo>
                  <a:lnTo>
                    <a:pt x="10407" y="16978"/>
                  </a:lnTo>
                  <a:lnTo>
                    <a:pt x="9093" y="16841"/>
                  </a:lnTo>
                  <a:lnTo>
                    <a:pt x="6761" y="14442"/>
                  </a:lnTo>
                  <a:lnTo>
                    <a:pt x="3972" y="12701"/>
                  </a:lnTo>
                  <a:lnTo>
                    <a:pt x="1742" y="11579"/>
                  </a:lnTo>
                  <a:lnTo>
                    <a:pt x="85" y="92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205237" y="5173196"/>
              <a:ext cx="8298" cy="10657"/>
            </a:xfrm>
            <a:custGeom>
              <a:avLst/>
              <a:pathLst>
                <a:path w="8298" h="10657">
                  <a:moveTo>
                    <a:pt x="0" y="8560"/>
                  </a:moveTo>
                  <a:lnTo>
                    <a:pt x="598" y="4894"/>
                  </a:lnTo>
                  <a:lnTo>
                    <a:pt x="2043" y="3404"/>
                  </a:lnTo>
                  <a:lnTo>
                    <a:pt x="4522" y="2408"/>
                  </a:lnTo>
                  <a:lnTo>
                    <a:pt x="5132" y="1768"/>
                  </a:lnTo>
                  <a:lnTo>
                    <a:pt x="5415" y="166"/>
                  </a:lnTo>
                  <a:lnTo>
                    <a:pt x="7234" y="0"/>
                  </a:lnTo>
                  <a:lnTo>
                    <a:pt x="7887" y="439"/>
                  </a:lnTo>
                  <a:lnTo>
                    <a:pt x="8298" y="1269"/>
                  </a:lnTo>
                  <a:lnTo>
                    <a:pt x="7502" y="2030"/>
                  </a:lnTo>
                  <a:lnTo>
                    <a:pt x="6966" y="3815"/>
                  </a:lnTo>
                  <a:lnTo>
                    <a:pt x="7421" y="5457"/>
                  </a:lnTo>
                  <a:lnTo>
                    <a:pt x="5444" y="6170"/>
                  </a:lnTo>
                  <a:lnTo>
                    <a:pt x="4030" y="6430"/>
                  </a:lnTo>
                  <a:lnTo>
                    <a:pt x="3273" y="7392"/>
                  </a:lnTo>
                  <a:lnTo>
                    <a:pt x="2703" y="8555"/>
                  </a:lnTo>
                  <a:lnTo>
                    <a:pt x="2170" y="10657"/>
                  </a:lnTo>
                  <a:lnTo>
                    <a:pt x="1000" y="99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91143" y="3183296"/>
              <a:ext cx="370441" cy="242907"/>
            </a:xfrm>
            <a:custGeom>
              <a:avLst/>
              <a:pathLst>
                <a:path w="370441" h="242907">
                  <a:moveTo>
                    <a:pt x="971" y="77496"/>
                  </a:moveTo>
                  <a:lnTo>
                    <a:pt x="3285" y="73694"/>
                  </a:lnTo>
                  <a:lnTo>
                    <a:pt x="5370" y="69713"/>
                  </a:lnTo>
                  <a:lnTo>
                    <a:pt x="5128" y="67417"/>
                  </a:lnTo>
                  <a:lnTo>
                    <a:pt x="5015" y="66351"/>
                  </a:lnTo>
                  <a:lnTo>
                    <a:pt x="7213" y="63438"/>
                  </a:lnTo>
                  <a:lnTo>
                    <a:pt x="6040" y="62090"/>
                  </a:lnTo>
                  <a:lnTo>
                    <a:pt x="7492" y="59926"/>
                  </a:lnTo>
                  <a:lnTo>
                    <a:pt x="6323" y="57307"/>
                  </a:lnTo>
                  <a:lnTo>
                    <a:pt x="9216" y="55067"/>
                  </a:lnTo>
                  <a:lnTo>
                    <a:pt x="9508" y="53905"/>
                  </a:lnTo>
                  <a:lnTo>
                    <a:pt x="10118" y="51477"/>
                  </a:lnTo>
                  <a:lnTo>
                    <a:pt x="8933" y="49273"/>
                  </a:lnTo>
                  <a:lnTo>
                    <a:pt x="7748" y="43373"/>
                  </a:lnTo>
                  <a:lnTo>
                    <a:pt x="5158" y="43492"/>
                  </a:lnTo>
                  <a:lnTo>
                    <a:pt x="3354" y="41552"/>
                  </a:lnTo>
                  <a:lnTo>
                    <a:pt x="2984" y="40781"/>
                  </a:lnTo>
                  <a:lnTo>
                    <a:pt x="1776" y="38263"/>
                  </a:lnTo>
                  <a:lnTo>
                    <a:pt x="4442" y="37466"/>
                  </a:lnTo>
                  <a:lnTo>
                    <a:pt x="4630" y="33844"/>
                  </a:lnTo>
                  <a:lnTo>
                    <a:pt x="4658" y="30900"/>
                  </a:lnTo>
                  <a:lnTo>
                    <a:pt x="468" y="27361"/>
                  </a:lnTo>
                  <a:lnTo>
                    <a:pt x="891" y="24628"/>
                  </a:lnTo>
                  <a:lnTo>
                    <a:pt x="0" y="22302"/>
                  </a:lnTo>
                  <a:lnTo>
                    <a:pt x="8076" y="21963"/>
                  </a:lnTo>
                  <a:lnTo>
                    <a:pt x="22199" y="21330"/>
                  </a:lnTo>
                  <a:lnTo>
                    <a:pt x="30254" y="20959"/>
                  </a:lnTo>
                  <a:lnTo>
                    <a:pt x="40907" y="20445"/>
                  </a:lnTo>
                  <a:lnTo>
                    <a:pt x="42377" y="20372"/>
                  </a:lnTo>
                  <a:lnTo>
                    <a:pt x="61636" y="19324"/>
                  </a:lnTo>
                  <a:lnTo>
                    <a:pt x="63429" y="19219"/>
                  </a:lnTo>
                  <a:lnTo>
                    <a:pt x="67120" y="18999"/>
                  </a:lnTo>
                  <a:lnTo>
                    <a:pt x="76692" y="18416"/>
                  </a:lnTo>
                  <a:lnTo>
                    <a:pt x="93324" y="17429"/>
                  </a:lnTo>
                  <a:lnTo>
                    <a:pt x="95560" y="17292"/>
                  </a:lnTo>
                  <a:lnTo>
                    <a:pt x="96650" y="17224"/>
                  </a:lnTo>
                  <a:lnTo>
                    <a:pt x="119440" y="15730"/>
                  </a:lnTo>
                  <a:lnTo>
                    <a:pt x="122332" y="15533"/>
                  </a:lnTo>
                  <a:lnTo>
                    <a:pt x="130226" y="15004"/>
                  </a:lnTo>
                  <a:lnTo>
                    <a:pt x="145565" y="13937"/>
                  </a:lnTo>
                  <a:lnTo>
                    <a:pt x="163386" y="12585"/>
                  </a:lnTo>
                  <a:lnTo>
                    <a:pt x="167357" y="12275"/>
                  </a:lnTo>
                  <a:lnTo>
                    <a:pt x="171745" y="11925"/>
                  </a:lnTo>
                  <a:lnTo>
                    <a:pt x="186586" y="10710"/>
                  </a:lnTo>
                  <a:lnTo>
                    <a:pt x="196514" y="9872"/>
                  </a:lnTo>
                  <a:lnTo>
                    <a:pt x="197887" y="9755"/>
                  </a:lnTo>
                  <a:lnTo>
                    <a:pt x="206399" y="9016"/>
                  </a:lnTo>
                  <a:lnTo>
                    <a:pt x="223909" y="7387"/>
                  </a:lnTo>
                  <a:lnTo>
                    <a:pt x="229660" y="6847"/>
                  </a:lnTo>
                  <a:lnTo>
                    <a:pt x="244565" y="5413"/>
                  </a:lnTo>
                  <a:lnTo>
                    <a:pt x="250032" y="4883"/>
                  </a:lnTo>
                  <a:lnTo>
                    <a:pt x="264097" y="3489"/>
                  </a:lnTo>
                  <a:lnTo>
                    <a:pt x="269316" y="2960"/>
                  </a:lnTo>
                  <a:lnTo>
                    <a:pt x="275899" y="2284"/>
                  </a:lnTo>
                  <a:lnTo>
                    <a:pt x="282503" y="1596"/>
                  </a:lnTo>
                  <a:lnTo>
                    <a:pt x="297569" y="0"/>
                  </a:lnTo>
                  <a:lnTo>
                    <a:pt x="297168" y="3865"/>
                  </a:lnTo>
                  <a:lnTo>
                    <a:pt x="298616" y="6137"/>
                  </a:lnTo>
                  <a:lnTo>
                    <a:pt x="299370" y="7319"/>
                  </a:lnTo>
                  <a:lnTo>
                    <a:pt x="299170" y="9605"/>
                  </a:lnTo>
                  <a:lnTo>
                    <a:pt x="302389" y="12247"/>
                  </a:lnTo>
                  <a:lnTo>
                    <a:pt x="305191" y="13574"/>
                  </a:lnTo>
                  <a:lnTo>
                    <a:pt x="308409" y="17820"/>
                  </a:lnTo>
                  <a:lnTo>
                    <a:pt x="307038" y="20443"/>
                  </a:lnTo>
                  <a:lnTo>
                    <a:pt x="304840" y="24344"/>
                  </a:lnTo>
                  <a:lnTo>
                    <a:pt x="302887" y="27619"/>
                  </a:lnTo>
                  <a:lnTo>
                    <a:pt x="303346" y="31762"/>
                  </a:lnTo>
                  <a:lnTo>
                    <a:pt x="303697" y="34926"/>
                  </a:lnTo>
                  <a:lnTo>
                    <a:pt x="304980" y="38734"/>
                  </a:lnTo>
                  <a:lnTo>
                    <a:pt x="305273" y="39604"/>
                  </a:lnTo>
                  <a:lnTo>
                    <a:pt x="306832" y="44983"/>
                  </a:lnTo>
                  <a:lnTo>
                    <a:pt x="309333" y="47743"/>
                  </a:lnTo>
                  <a:lnTo>
                    <a:pt x="311626" y="54344"/>
                  </a:lnTo>
                  <a:lnTo>
                    <a:pt x="315067" y="58276"/>
                  </a:lnTo>
                  <a:lnTo>
                    <a:pt x="319585" y="60529"/>
                  </a:lnTo>
                  <a:lnTo>
                    <a:pt x="322155" y="60976"/>
                  </a:lnTo>
                  <a:lnTo>
                    <a:pt x="324717" y="61421"/>
                  </a:lnTo>
                  <a:lnTo>
                    <a:pt x="330955" y="62200"/>
                  </a:lnTo>
                  <a:lnTo>
                    <a:pt x="333509" y="63382"/>
                  </a:lnTo>
                  <a:lnTo>
                    <a:pt x="335504" y="66998"/>
                  </a:lnTo>
                  <a:lnTo>
                    <a:pt x="337757" y="71992"/>
                  </a:lnTo>
                  <a:lnTo>
                    <a:pt x="337851" y="74802"/>
                  </a:lnTo>
                  <a:lnTo>
                    <a:pt x="341214" y="76297"/>
                  </a:lnTo>
                  <a:lnTo>
                    <a:pt x="342698" y="76800"/>
                  </a:lnTo>
                  <a:lnTo>
                    <a:pt x="345681" y="79209"/>
                  </a:lnTo>
                  <a:lnTo>
                    <a:pt x="347725" y="80623"/>
                  </a:lnTo>
                  <a:lnTo>
                    <a:pt x="350070" y="82242"/>
                  </a:lnTo>
                  <a:lnTo>
                    <a:pt x="352031" y="84874"/>
                  </a:lnTo>
                  <a:lnTo>
                    <a:pt x="351622" y="88140"/>
                  </a:lnTo>
                  <a:lnTo>
                    <a:pt x="353659" y="90904"/>
                  </a:lnTo>
                  <a:lnTo>
                    <a:pt x="357485" y="93227"/>
                  </a:lnTo>
                  <a:lnTo>
                    <a:pt x="358864" y="93804"/>
                  </a:lnTo>
                  <a:lnTo>
                    <a:pt x="361623" y="94958"/>
                  </a:lnTo>
                  <a:lnTo>
                    <a:pt x="365315" y="96475"/>
                  </a:lnTo>
                  <a:lnTo>
                    <a:pt x="368298" y="99413"/>
                  </a:lnTo>
                  <a:lnTo>
                    <a:pt x="368758" y="104449"/>
                  </a:lnTo>
                  <a:lnTo>
                    <a:pt x="369035" y="104980"/>
                  </a:lnTo>
                  <a:lnTo>
                    <a:pt x="370441" y="107673"/>
                  </a:lnTo>
                  <a:lnTo>
                    <a:pt x="370038" y="112184"/>
                  </a:lnTo>
                  <a:lnTo>
                    <a:pt x="370042" y="112827"/>
                  </a:lnTo>
                  <a:lnTo>
                    <a:pt x="370062" y="116380"/>
                  </a:lnTo>
                  <a:lnTo>
                    <a:pt x="369487" y="119469"/>
                  </a:lnTo>
                  <a:lnTo>
                    <a:pt x="369819" y="121950"/>
                  </a:lnTo>
                  <a:lnTo>
                    <a:pt x="366587" y="124592"/>
                  </a:lnTo>
                  <a:lnTo>
                    <a:pt x="366258" y="124860"/>
                  </a:lnTo>
                  <a:lnTo>
                    <a:pt x="363075" y="128139"/>
                  </a:lnTo>
                  <a:lnTo>
                    <a:pt x="363129" y="129188"/>
                  </a:lnTo>
                  <a:lnTo>
                    <a:pt x="363264" y="131773"/>
                  </a:lnTo>
                  <a:lnTo>
                    <a:pt x="362279" y="134227"/>
                  </a:lnTo>
                  <a:lnTo>
                    <a:pt x="362694" y="139261"/>
                  </a:lnTo>
                  <a:lnTo>
                    <a:pt x="361463" y="140873"/>
                  </a:lnTo>
                  <a:lnTo>
                    <a:pt x="358672" y="142489"/>
                  </a:lnTo>
                  <a:lnTo>
                    <a:pt x="356420" y="145792"/>
                  </a:lnTo>
                  <a:lnTo>
                    <a:pt x="353516" y="146438"/>
                  </a:lnTo>
                  <a:lnTo>
                    <a:pt x="350246" y="147064"/>
                  </a:lnTo>
                  <a:lnTo>
                    <a:pt x="347816" y="149757"/>
                  </a:lnTo>
                  <a:lnTo>
                    <a:pt x="343369" y="152601"/>
                  </a:lnTo>
                  <a:lnTo>
                    <a:pt x="338539" y="153290"/>
                  </a:lnTo>
                  <a:lnTo>
                    <a:pt x="333966" y="154164"/>
                  </a:lnTo>
                  <a:lnTo>
                    <a:pt x="330924" y="156457"/>
                  </a:lnTo>
                  <a:lnTo>
                    <a:pt x="328455" y="156176"/>
                  </a:lnTo>
                  <a:lnTo>
                    <a:pt x="325025" y="157050"/>
                  </a:lnTo>
                  <a:lnTo>
                    <a:pt x="323339" y="161434"/>
                  </a:lnTo>
                  <a:lnTo>
                    <a:pt x="323205" y="163717"/>
                  </a:lnTo>
                  <a:lnTo>
                    <a:pt x="323090" y="164194"/>
                  </a:lnTo>
                  <a:lnTo>
                    <a:pt x="321487" y="170808"/>
                  </a:lnTo>
                  <a:lnTo>
                    <a:pt x="323642" y="173316"/>
                  </a:lnTo>
                  <a:lnTo>
                    <a:pt x="326311" y="176745"/>
                  </a:lnTo>
                  <a:lnTo>
                    <a:pt x="328836" y="176743"/>
                  </a:lnTo>
                  <a:lnTo>
                    <a:pt x="331578" y="180407"/>
                  </a:lnTo>
                  <a:lnTo>
                    <a:pt x="332174" y="183297"/>
                  </a:lnTo>
                  <a:lnTo>
                    <a:pt x="332218" y="183512"/>
                  </a:lnTo>
                  <a:lnTo>
                    <a:pt x="333004" y="187323"/>
                  </a:lnTo>
                  <a:lnTo>
                    <a:pt x="333136" y="192334"/>
                  </a:lnTo>
                  <a:lnTo>
                    <a:pt x="331566" y="195736"/>
                  </a:lnTo>
                  <a:lnTo>
                    <a:pt x="328516" y="199443"/>
                  </a:lnTo>
                  <a:lnTo>
                    <a:pt x="326113" y="203346"/>
                  </a:lnTo>
                  <a:lnTo>
                    <a:pt x="326516" y="206489"/>
                  </a:lnTo>
                  <a:lnTo>
                    <a:pt x="325564" y="210793"/>
                  </a:lnTo>
                  <a:lnTo>
                    <a:pt x="325624" y="212760"/>
                  </a:lnTo>
                  <a:lnTo>
                    <a:pt x="325685" y="214814"/>
                  </a:lnTo>
                  <a:lnTo>
                    <a:pt x="322149" y="217928"/>
                  </a:lnTo>
                  <a:lnTo>
                    <a:pt x="318628" y="218220"/>
                  </a:lnTo>
                  <a:lnTo>
                    <a:pt x="313519" y="220679"/>
                  </a:lnTo>
                  <a:lnTo>
                    <a:pt x="311762" y="223243"/>
                  </a:lnTo>
                  <a:lnTo>
                    <a:pt x="310961" y="227025"/>
                  </a:lnTo>
                  <a:lnTo>
                    <a:pt x="312683" y="228697"/>
                  </a:lnTo>
                  <a:lnTo>
                    <a:pt x="312434" y="233216"/>
                  </a:lnTo>
                  <a:lnTo>
                    <a:pt x="313244" y="237211"/>
                  </a:lnTo>
                  <a:lnTo>
                    <a:pt x="310709" y="239080"/>
                  </a:lnTo>
                  <a:lnTo>
                    <a:pt x="305972" y="237752"/>
                  </a:lnTo>
                  <a:lnTo>
                    <a:pt x="304520" y="235524"/>
                  </a:lnTo>
                  <a:lnTo>
                    <a:pt x="301721" y="233644"/>
                  </a:lnTo>
                  <a:lnTo>
                    <a:pt x="298854" y="230933"/>
                  </a:lnTo>
                  <a:lnTo>
                    <a:pt x="297947" y="228021"/>
                  </a:lnTo>
                  <a:lnTo>
                    <a:pt x="294853" y="227424"/>
                  </a:lnTo>
                  <a:lnTo>
                    <a:pt x="293815" y="225378"/>
                  </a:lnTo>
                  <a:lnTo>
                    <a:pt x="291825" y="223667"/>
                  </a:lnTo>
                  <a:lnTo>
                    <a:pt x="291032" y="222985"/>
                  </a:lnTo>
                  <a:lnTo>
                    <a:pt x="278944" y="224763"/>
                  </a:lnTo>
                  <a:lnTo>
                    <a:pt x="278723" y="224791"/>
                  </a:lnTo>
                  <a:lnTo>
                    <a:pt x="265084" y="226534"/>
                  </a:lnTo>
                  <a:lnTo>
                    <a:pt x="255217" y="227714"/>
                  </a:lnTo>
                  <a:lnTo>
                    <a:pt x="249277" y="228414"/>
                  </a:lnTo>
                  <a:lnTo>
                    <a:pt x="238653" y="229710"/>
                  </a:lnTo>
                  <a:lnTo>
                    <a:pt x="235837" y="230049"/>
                  </a:lnTo>
                  <a:lnTo>
                    <a:pt x="234224" y="230210"/>
                  </a:lnTo>
                  <a:lnTo>
                    <a:pt x="221099" y="231495"/>
                  </a:lnTo>
                  <a:lnTo>
                    <a:pt x="212110" y="232558"/>
                  </a:lnTo>
                  <a:lnTo>
                    <a:pt x="209886" y="232819"/>
                  </a:lnTo>
                  <a:lnTo>
                    <a:pt x="197759" y="233994"/>
                  </a:lnTo>
                  <a:lnTo>
                    <a:pt x="196084" y="234138"/>
                  </a:lnTo>
                  <a:lnTo>
                    <a:pt x="185516" y="235034"/>
                  </a:lnTo>
                  <a:lnTo>
                    <a:pt x="183173" y="235229"/>
                  </a:lnTo>
                  <a:lnTo>
                    <a:pt x="172928" y="236165"/>
                  </a:lnTo>
                  <a:lnTo>
                    <a:pt x="169073" y="236512"/>
                  </a:lnTo>
                  <a:lnTo>
                    <a:pt x="158970" y="237465"/>
                  </a:lnTo>
                  <a:lnTo>
                    <a:pt x="154594" y="237871"/>
                  </a:lnTo>
                  <a:lnTo>
                    <a:pt x="146414" y="238518"/>
                  </a:lnTo>
                  <a:lnTo>
                    <a:pt x="141866" y="238872"/>
                  </a:lnTo>
                  <a:lnTo>
                    <a:pt x="132561" y="239549"/>
                  </a:lnTo>
                  <a:lnTo>
                    <a:pt x="128927" y="239808"/>
                  </a:lnTo>
                  <a:lnTo>
                    <a:pt x="123229" y="240104"/>
                  </a:lnTo>
                  <a:lnTo>
                    <a:pt x="112316" y="240652"/>
                  </a:lnTo>
                  <a:lnTo>
                    <a:pt x="106804" y="240903"/>
                  </a:lnTo>
                  <a:lnTo>
                    <a:pt x="97858" y="241296"/>
                  </a:lnTo>
                  <a:lnTo>
                    <a:pt x="90113" y="241639"/>
                  </a:lnTo>
                  <a:lnTo>
                    <a:pt x="82370" y="241968"/>
                  </a:lnTo>
                  <a:lnTo>
                    <a:pt x="80143" y="242058"/>
                  </a:lnTo>
                  <a:lnTo>
                    <a:pt x="70891" y="242421"/>
                  </a:lnTo>
                  <a:lnTo>
                    <a:pt x="57385" y="242907"/>
                  </a:lnTo>
                  <a:lnTo>
                    <a:pt x="58305" y="241470"/>
                  </a:lnTo>
                  <a:lnTo>
                    <a:pt x="56186" y="237756"/>
                  </a:lnTo>
                  <a:lnTo>
                    <a:pt x="52358" y="235704"/>
                  </a:lnTo>
                  <a:lnTo>
                    <a:pt x="49688" y="231726"/>
                  </a:lnTo>
                  <a:lnTo>
                    <a:pt x="52666" y="227940"/>
                  </a:lnTo>
                  <a:lnTo>
                    <a:pt x="52028" y="223238"/>
                  </a:lnTo>
                  <a:lnTo>
                    <a:pt x="53644" y="220010"/>
                  </a:lnTo>
                  <a:lnTo>
                    <a:pt x="53139" y="219173"/>
                  </a:lnTo>
                  <a:lnTo>
                    <a:pt x="51939" y="217184"/>
                  </a:lnTo>
                  <a:lnTo>
                    <a:pt x="52306" y="213514"/>
                  </a:lnTo>
                  <a:lnTo>
                    <a:pt x="49973" y="210184"/>
                  </a:lnTo>
                  <a:lnTo>
                    <a:pt x="49905" y="207473"/>
                  </a:lnTo>
                  <a:lnTo>
                    <a:pt x="49846" y="205127"/>
                  </a:lnTo>
                  <a:lnTo>
                    <a:pt x="49414" y="201994"/>
                  </a:lnTo>
                  <a:lnTo>
                    <a:pt x="49673" y="199254"/>
                  </a:lnTo>
                  <a:lnTo>
                    <a:pt x="49868" y="197192"/>
                  </a:lnTo>
                  <a:lnTo>
                    <a:pt x="46835" y="197550"/>
                  </a:lnTo>
                  <a:lnTo>
                    <a:pt x="46796" y="197014"/>
                  </a:lnTo>
                  <a:lnTo>
                    <a:pt x="46540" y="193460"/>
                  </a:lnTo>
                  <a:lnTo>
                    <a:pt x="47612" y="190319"/>
                  </a:lnTo>
                  <a:lnTo>
                    <a:pt x="45410" y="187067"/>
                  </a:lnTo>
                  <a:lnTo>
                    <a:pt x="45057" y="183416"/>
                  </a:lnTo>
                  <a:lnTo>
                    <a:pt x="45068" y="181892"/>
                  </a:lnTo>
                  <a:lnTo>
                    <a:pt x="45102" y="176852"/>
                  </a:lnTo>
                  <a:lnTo>
                    <a:pt x="41590" y="175952"/>
                  </a:lnTo>
                  <a:lnTo>
                    <a:pt x="40822" y="173147"/>
                  </a:lnTo>
                  <a:lnTo>
                    <a:pt x="40056" y="170341"/>
                  </a:lnTo>
                  <a:lnTo>
                    <a:pt x="35797" y="171757"/>
                  </a:lnTo>
                  <a:lnTo>
                    <a:pt x="35033" y="169275"/>
                  </a:lnTo>
                  <a:lnTo>
                    <a:pt x="33347" y="165341"/>
                  </a:lnTo>
                  <a:lnTo>
                    <a:pt x="33532" y="161115"/>
                  </a:lnTo>
                  <a:lnTo>
                    <a:pt x="33706" y="160497"/>
                  </a:lnTo>
                  <a:lnTo>
                    <a:pt x="34706" y="156952"/>
                  </a:lnTo>
                  <a:lnTo>
                    <a:pt x="35770" y="151477"/>
                  </a:lnTo>
                  <a:lnTo>
                    <a:pt x="33132" y="147977"/>
                  </a:lnTo>
                  <a:lnTo>
                    <a:pt x="31965" y="146059"/>
                  </a:lnTo>
                  <a:lnTo>
                    <a:pt x="29974" y="142786"/>
                  </a:lnTo>
                  <a:lnTo>
                    <a:pt x="31259" y="137780"/>
                  </a:lnTo>
                  <a:lnTo>
                    <a:pt x="25919" y="134351"/>
                  </a:lnTo>
                  <a:lnTo>
                    <a:pt x="23039" y="132599"/>
                  </a:lnTo>
                  <a:lnTo>
                    <a:pt x="23040" y="127518"/>
                  </a:lnTo>
                  <a:lnTo>
                    <a:pt x="18392" y="123651"/>
                  </a:lnTo>
                  <a:lnTo>
                    <a:pt x="18829" y="119952"/>
                  </a:lnTo>
                  <a:lnTo>
                    <a:pt x="18866" y="119639"/>
                  </a:lnTo>
                  <a:lnTo>
                    <a:pt x="18731" y="116131"/>
                  </a:lnTo>
                  <a:lnTo>
                    <a:pt x="17775" y="114941"/>
                  </a:lnTo>
                  <a:lnTo>
                    <a:pt x="14421" y="110761"/>
                  </a:lnTo>
                  <a:lnTo>
                    <a:pt x="13965" y="105153"/>
                  </a:lnTo>
                  <a:lnTo>
                    <a:pt x="15519" y="101194"/>
                  </a:lnTo>
                  <a:lnTo>
                    <a:pt x="11805" y="99141"/>
                  </a:lnTo>
                  <a:lnTo>
                    <a:pt x="9943" y="97769"/>
                  </a:lnTo>
                  <a:lnTo>
                    <a:pt x="9044" y="97219"/>
                  </a:lnTo>
                  <a:lnTo>
                    <a:pt x="9822" y="94214"/>
                  </a:lnTo>
                  <a:lnTo>
                    <a:pt x="9632" y="93821"/>
                  </a:lnTo>
                  <a:lnTo>
                    <a:pt x="6747" y="87828"/>
                  </a:lnTo>
                  <a:lnTo>
                    <a:pt x="2954" y="84396"/>
                  </a:lnTo>
                  <a:lnTo>
                    <a:pt x="979" y="8161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425451" y="2388621"/>
              <a:ext cx="485935" cy="791270"/>
            </a:xfrm>
            <a:custGeom>
              <a:avLst/>
              <a:pathLst>
                <a:path w="485935" h="791270">
                  <a:moveTo>
                    <a:pt x="35042" y="465731"/>
                  </a:moveTo>
                  <a:lnTo>
                    <a:pt x="37841" y="462482"/>
                  </a:lnTo>
                  <a:lnTo>
                    <a:pt x="38198" y="456992"/>
                  </a:lnTo>
                  <a:lnTo>
                    <a:pt x="43375" y="453421"/>
                  </a:lnTo>
                  <a:lnTo>
                    <a:pt x="45851" y="450355"/>
                  </a:lnTo>
                  <a:lnTo>
                    <a:pt x="51346" y="441442"/>
                  </a:lnTo>
                  <a:lnTo>
                    <a:pt x="55315" y="434292"/>
                  </a:lnTo>
                  <a:lnTo>
                    <a:pt x="59426" y="432013"/>
                  </a:lnTo>
                  <a:lnTo>
                    <a:pt x="65946" y="430178"/>
                  </a:lnTo>
                  <a:lnTo>
                    <a:pt x="70131" y="425390"/>
                  </a:lnTo>
                  <a:lnTo>
                    <a:pt x="72488" y="422691"/>
                  </a:lnTo>
                  <a:lnTo>
                    <a:pt x="76003" y="417223"/>
                  </a:lnTo>
                  <a:lnTo>
                    <a:pt x="75311" y="411774"/>
                  </a:lnTo>
                  <a:lnTo>
                    <a:pt x="77642" y="406717"/>
                  </a:lnTo>
                  <a:lnTo>
                    <a:pt x="82788" y="402827"/>
                  </a:lnTo>
                  <a:lnTo>
                    <a:pt x="85591" y="399561"/>
                  </a:lnTo>
                  <a:lnTo>
                    <a:pt x="92761" y="386099"/>
                  </a:lnTo>
                  <a:lnTo>
                    <a:pt x="93431" y="384718"/>
                  </a:lnTo>
                  <a:lnTo>
                    <a:pt x="95552" y="380338"/>
                  </a:lnTo>
                  <a:lnTo>
                    <a:pt x="104415" y="368519"/>
                  </a:lnTo>
                  <a:lnTo>
                    <a:pt x="113080" y="357174"/>
                  </a:lnTo>
                  <a:lnTo>
                    <a:pt x="116892" y="352738"/>
                  </a:lnTo>
                  <a:lnTo>
                    <a:pt x="113716" y="345086"/>
                  </a:lnTo>
                  <a:lnTo>
                    <a:pt x="114315" y="339598"/>
                  </a:lnTo>
                  <a:lnTo>
                    <a:pt x="111226" y="334235"/>
                  </a:lnTo>
                  <a:lnTo>
                    <a:pt x="106212" y="332810"/>
                  </a:lnTo>
                  <a:lnTo>
                    <a:pt x="102177" y="327252"/>
                  </a:lnTo>
                  <a:lnTo>
                    <a:pt x="98880" y="325058"/>
                  </a:lnTo>
                  <a:lnTo>
                    <a:pt x="98294" y="323779"/>
                  </a:lnTo>
                  <a:lnTo>
                    <a:pt x="95262" y="317144"/>
                  </a:lnTo>
                  <a:lnTo>
                    <a:pt x="94483" y="311507"/>
                  </a:lnTo>
                  <a:lnTo>
                    <a:pt x="93245" y="307321"/>
                  </a:lnTo>
                  <a:lnTo>
                    <a:pt x="92813" y="300240"/>
                  </a:lnTo>
                  <a:lnTo>
                    <a:pt x="90590" y="297213"/>
                  </a:lnTo>
                  <a:lnTo>
                    <a:pt x="95097" y="292054"/>
                  </a:lnTo>
                  <a:lnTo>
                    <a:pt x="96523" y="289327"/>
                  </a:lnTo>
                  <a:lnTo>
                    <a:pt x="94433" y="285812"/>
                  </a:lnTo>
                  <a:lnTo>
                    <a:pt x="95511" y="280333"/>
                  </a:lnTo>
                  <a:lnTo>
                    <a:pt x="94319" y="274761"/>
                  </a:lnTo>
                  <a:lnTo>
                    <a:pt x="90878" y="268636"/>
                  </a:lnTo>
                  <a:lnTo>
                    <a:pt x="94014" y="263306"/>
                  </a:lnTo>
                  <a:lnTo>
                    <a:pt x="94293" y="261651"/>
                  </a:lnTo>
                  <a:lnTo>
                    <a:pt x="95086" y="256954"/>
                  </a:lnTo>
                  <a:lnTo>
                    <a:pt x="96633" y="249836"/>
                  </a:lnTo>
                  <a:lnTo>
                    <a:pt x="109638" y="190241"/>
                  </a:lnTo>
                  <a:lnTo>
                    <a:pt x="110250" y="187446"/>
                  </a:lnTo>
                  <a:lnTo>
                    <a:pt x="112561" y="176804"/>
                  </a:lnTo>
                  <a:lnTo>
                    <a:pt x="114925" y="165938"/>
                  </a:lnTo>
                  <a:lnTo>
                    <a:pt x="123124" y="128357"/>
                  </a:lnTo>
                  <a:lnTo>
                    <a:pt x="128594" y="103734"/>
                  </a:lnTo>
                  <a:lnTo>
                    <a:pt x="130134" y="96819"/>
                  </a:lnTo>
                  <a:lnTo>
                    <a:pt x="131933" y="88743"/>
                  </a:lnTo>
                  <a:lnTo>
                    <a:pt x="139057" y="58547"/>
                  </a:lnTo>
                  <a:lnTo>
                    <a:pt x="144475" y="34767"/>
                  </a:lnTo>
                  <a:lnTo>
                    <a:pt x="148838" y="15490"/>
                  </a:lnTo>
                  <a:lnTo>
                    <a:pt x="152351" y="0"/>
                  </a:lnTo>
                  <a:lnTo>
                    <a:pt x="170548" y="3875"/>
                  </a:lnTo>
                  <a:lnTo>
                    <a:pt x="193024" y="8651"/>
                  </a:lnTo>
                  <a:lnTo>
                    <a:pt x="217434" y="13654"/>
                  </a:lnTo>
                  <a:lnTo>
                    <a:pt x="206745" y="64465"/>
                  </a:lnTo>
                  <a:lnTo>
                    <a:pt x="206301" y="66583"/>
                  </a:lnTo>
                  <a:lnTo>
                    <a:pt x="202658" y="84048"/>
                  </a:lnTo>
                  <a:lnTo>
                    <a:pt x="200662" y="93597"/>
                  </a:lnTo>
                  <a:lnTo>
                    <a:pt x="198723" y="102890"/>
                  </a:lnTo>
                  <a:lnTo>
                    <a:pt x="196050" y="115625"/>
                  </a:lnTo>
                  <a:lnTo>
                    <a:pt x="196441" y="117330"/>
                  </a:lnTo>
                  <a:lnTo>
                    <a:pt x="196730" y="118588"/>
                  </a:lnTo>
                  <a:lnTo>
                    <a:pt x="199932" y="127232"/>
                  </a:lnTo>
                  <a:lnTo>
                    <a:pt x="202772" y="133660"/>
                  </a:lnTo>
                  <a:lnTo>
                    <a:pt x="205947" y="137287"/>
                  </a:lnTo>
                  <a:lnTo>
                    <a:pt x="205504" y="142933"/>
                  </a:lnTo>
                  <a:lnTo>
                    <a:pt x="211755" y="151016"/>
                  </a:lnTo>
                  <a:lnTo>
                    <a:pt x="210035" y="155120"/>
                  </a:lnTo>
                  <a:lnTo>
                    <a:pt x="212247" y="158886"/>
                  </a:lnTo>
                  <a:lnTo>
                    <a:pt x="209436" y="163326"/>
                  </a:lnTo>
                  <a:lnTo>
                    <a:pt x="208819" y="167834"/>
                  </a:lnTo>
                  <a:lnTo>
                    <a:pt x="213394" y="174153"/>
                  </a:lnTo>
                  <a:lnTo>
                    <a:pt x="208906" y="175860"/>
                  </a:lnTo>
                  <a:lnTo>
                    <a:pt x="206901" y="179647"/>
                  </a:lnTo>
                  <a:lnTo>
                    <a:pt x="214877" y="186624"/>
                  </a:lnTo>
                  <a:lnTo>
                    <a:pt x="216995" y="192654"/>
                  </a:lnTo>
                  <a:lnTo>
                    <a:pt x="220587" y="196465"/>
                  </a:lnTo>
                  <a:lnTo>
                    <a:pt x="226997" y="199807"/>
                  </a:lnTo>
                  <a:lnTo>
                    <a:pt x="229896" y="201359"/>
                  </a:lnTo>
                  <a:lnTo>
                    <a:pt x="231364" y="206526"/>
                  </a:lnTo>
                  <a:lnTo>
                    <a:pt x="233160" y="210599"/>
                  </a:lnTo>
                  <a:lnTo>
                    <a:pt x="236857" y="215945"/>
                  </a:lnTo>
                  <a:lnTo>
                    <a:pt x="240199" y="223983"/>
                  </a:lnTo>
                  <a:lnTo>
                    <a:pt x="242854" y="228640"/>
                  </a:lnTo>
                  <a:lnTo>
                    <a:pt x="244597" y="234325"/>
                  </a:lnTo>
                  <a:lnTo>
                    <a:pt x="248698" y="239199"/>
                  </a:lnTo>
                  <a:lnTo>
                    <a:pt x="250686" y="241557"/>
                  </a:lnTo>
                  <a:lnTo>
                    <a:pt x="248686" y="246072"/>
                  </a:lnTo>
                  <a:lnTo>
                    <a:pt x="251940" y="252635"/>
                  </a:lnTo>
                  <a:lnTo>
                    <a:pt x="257586" y="257196"/>
                  </a:lnTo>
                  <a:lnTo>
                    <a:pt x="258406" y="261573"/>
                  </a:lnTo>
                  <a:lnTo>
                    <a:pt x="263171" y="262314"/>
                  </a:lnTo>
                  <a:lnTo>
                    <a:pt x="264553" y="263458"/>
                  </a:lnTo>
                  <a:lnTo>
                    <a:pt x="267678" y="266043"/>
                  </a:lnTo>
                  <a:lnTo>
                    <a:pt x="266997" y="271708"/>
                  </a:lnTo>
                  <a:lnTo>
                    <a:pt x="269006" y="272671"/>
                  </a:lnTo>
                  <a:lnTo>
                    <a:pt x="271904" y="274059"/>
                  </a:lnTo>
                  <a:lnTo>
                    <a:pt x="278550" y="274772"/>
                  </a:lnTo>
                  <a:lnTo>
                    <a:pt x="285368" y="273922"/>
                  </a:lnTo>
                  <a:lnTo>
                    <a:pt x="286852" y="275649"/>
                  </a:lnTo>
                  <a:lnTo>
                    <a:pt x="287747" y="276689"/>
                  </a:lnTo>
                  <a:lnTo>
                    <a:pt x="285712" y="283633"/>
                  </a:lnTo>
                  <a:lnTo>
                    <a:pt x="282994" y="290504"/>
                  </a:lnTo>
                  <a:lnTo>
                    <a:pt x="279227" y="290818"/>
                  </a:lnTo>
                  <a:lnTo>
                    <a:pt x="278880" y="299940"/>
                  </a:lnTo>
                  <a:lnTo>
                    <a:pt x="275779" y="301986"/>
                  </a:lnTo>
                  <a:lnTo>
                    <a:pt x="273701" y="309679"/>
                  </a:lnTo>
                  <a:lnTo>
                    <a:pt x="272335" y="313336"/>
                  </a:lnTo>
                  <a:lnTo>
                    <a:pt x="271052" y="316980"/>
                  </a:lnTo>
                  <a:lnTo>
                    <a:pt x="270143" y="323495"/>
                  </a:lnTo>
                  <a:lnTo>
                    <a:pt x="265192" y="323246"/>
                  </a:lnTo>
                  <a:lnTo>
                    <a:pt x="263931" y="327503"/>
                  </a:lnTo>
                  <a:lnTo>
                    <a:pt x="267713" y="331175"/>
                  </a:lnTo>
                  <a:lnTo>
                    <a:pt x="265042" y="337748"/>
                  </a:lnTo>
                  <a:lnTo>
                    <a:pt x="267014" y="342535"/>
                  </a:lnTo>
                  <a:lnTo>
                    <a:pt x="269258" y="345794"/>
                  </a:lnTo>
                  <a:lnTo>
                    <a:pt x="267558" y="350772"/>
                  </a:lnTo>
                  <a:lnTo>
                    <a:pt x="268778" y="354073"/>
                  </a:lnTo>
                  <a:lnTo>
                    <a:pt x="265822" y="356387"/>
                  </a:lnTo>
                  <a:lnTo>
                    <a:pt x="258801" y="357156"/>
                  </a:lnTo>
                  <a:lnTo>
                    <a:pt x="254541" y="362304"/>
                  </a:lnTo>
                  <a:lnTo>
                    <a:pt x="257542" y="368961"/>
                  </a:lnTo>
                  <a:lnTo>
                    <a:pt x="256922" y="374466"/>
                  </a:lnTo>
                  <a:lnTo>
                    <a:pt x="254014" y="375883"/>
                  </a:lnTo>
                  <a:lnTo>
                    <a:pt x="253029" y="380332"/>
                  </a:lnTo>
                  <a:lnTo>
                    <a:pt x="253647" y="382719"/>
                  </a:lnTo>
                  <a:lnTo>
                    <a:pt x="254399" y="385617"/>
                  </a:lnTo>
                  <a:lnTo>
                    <a:pt x="257640" y="387819"/>
                  </a:lnTo>
                  <a:lnTo>
                    <a:pt x="262969" y="394205"/>
                  </a:lnTo>
                  <a:lnTo>
                    <a:pt x="269106" y="396590"/>
                  </a:lnTo>
                  <a:lnTo>
                    <a:pt x="272102" y="391084"/>
                  </a:lnTo>
                  <a:lnTo>
                    <a:pt x="276895" y="391125"/>
                  </a:lnTo>
                  <a:lnTo>
                    <a:pt x="285305" y="386446"/>
                  </a:lnTo>
                  <a:lnTo>
                    <a:pt x="291055" y="382181"/>
                  </a:lnTo>
                  <a:lnTo>
                    <a:pt x="291767" y="377859"/>
                  </a:lnTo>
                  <a:lnTo>
                    <a:pt x="294977" y="377948"/>
                  </a:lnTo>
                  <a:lnTo>
                    <a:pt x="296303" y="380088"/>
                  </a:lnTo>
                  <a:lnTo>
                    <a:pt x="299128" y="384637"/>
                  </a:lnTo>
                  <a:lnTo>
                    <a:pt x="301427" y="387203"/>
                  </a:lnTo>
                  <a:lnTo>
                    <a:pt x="304934" y="390084"/>
                  </a:lnTo>
                  <a:lnTo>
                    <a:pt x="303810" y="398224"/>
                  </a:lnTo>
                  <a:lnTo>
                    <a:pt x="306115" y="403100"/>
                  </a:lnTo>
                  <a:lnTo>
                    <a:pt x="304938" y="408489"/>
                  </a:lnTo>
                  <a:lnTo>
                    <a:pt x="306398" y="413244"/>
                  </a:lnTo>
                  <a:lnTo>
                    <a:pt x="305116" y="419332"/>
                  </a:lnTo>
                  <a:lnTo>
                    <a:pt x="309652" y="429665"/>
                  </a:lnTo>
                  <a:lnTo>
                    <a:pt x="313210" y="441484"/>
                  </a:lnTo>
                  <a:lnTo>
                    <a:pt x="317304" y="445185"/>
                  </a:lnTo>
                  <a:lnTo>
                    <a:pt x="320834" y="450068"/>
                  </a:lnTo>
                  <a:lnTo>
                    <a:pt x="320962" y="455601"/>
                  </a:lnTo>
                  <a:lnTo>
                    <a:pt x="319237" y="460942"/>
                  </a:lnTo>
                  <a:lnTo>
                    <a:pt x="316658" y="465009"/>
                  </a:lnTo>
                  <a:lnTo>
                    <a:pt x="319255" y="472641"/>
                  </a:lnTo>
                  <a:lnTo>
                    <a:pt x="322389" y="473982"/>
                  </a:lnTo>
                  <a:lnTo>
                    <a:pt x="327245" y="478574"/>
                  </a:lnTo>
                  <a:lnTo>
                    <a:pt x="331577" y="476768"/>
                  </a:lnTo>
                  <a:lnTo>
                    <a:pt x="338971" y="484120"/>
                  </a:lnTo>
                  <a:lnTo>
                    <a:pt x="340223" y="490241"/>
                  </a:lnTo>
                  <a:lnTo>
                    <a:pt x="342663" y="498980"/>
                  </a:lnTo>
                  <a:lnTo>
                    <a:pt x="340950" y="504182"/>
                  </a:lnTo>
                  <a:lnTo>
                    <a:pt x="343916" y="510866"/>
                  </a:lnTo>
                  <a:lnTo>
                    <a:pt x="343145" y="515661"/>
                  </a:lnTo>
                  <a:lnTo>
                    <a:pt x="346295" y="521964"/>
                  </a:lnTo>
                  <a:lnTo>
                    <a:pt x="350754" y="526512"/>
                  </a:lnTo>
                  <a:lnTo>
                    <a:pt x="355163" y="524600"/>
                  </a:lnTo>
                  <a:lnTo>
                    <a:pt x="355558" y="524428"/>
                  </a:lnTo>
                  <a:lnTo>
                    <a:pt x="355669" y="520759"/>
                  </a:lnTo>
                  <a:lnTo>
                    <a:pt x="363364" y="516021"/>
                  </a:lnTo>
                  <a:lnTo>
                    <a:pt x="365410" y="515939"/>
                  </a:lnTo>
                  <a:lnTo>
                    <a:pt x="372928" y="518390"/>
                  </a:lnTo>
                  <a:lnTo>
                    <a:pt x="382121" y="520983"/>
                  </a:lnTo>
                  <a:lnTo>
                    <a:pt x="387870" y="525236"/>
                  </a:lnTo>
                  <a:lnTo>
                    <a:pt x="391211" y="517258"/>
                  </a:lnTo>
                  <a:lnTo>
                    <a:pt x="397123" y="514002"/>
                  </a:lnTo>
                  <a:lnTo>
                    <a:pt x="401428" y="517282"/>
                  </a:lnTo>
                  <a:lnTo>
                    <a:pt x="408230" y="519890"/>
                  </a:lnTo>
                  <a:lnTo>
                    <a:pt x="414996" y="519943"/>
                  </a:lnTo>
                  <a:lnTo>
                    <a:pt x="427312" y="519014"/>
                  </a:lnTo>
                  <a:lnTo>
                    <a:pt x="431087" y="525064"/>
                  </a:lnTo>
                  <a:lnTo>
                    <a:pt x="439367" y="521187"/>
                  </a:lnTo>
                  <a:lnTo>
                    <a:pt x="445669" y="522425"/>
                  </a:lnTo>
                  <a:lnTo>
                    <a:pt x="449598" y="523194"/>
                  </a:lnTo>
                  <a:lnTo>
                    <a:pt x="453188" y="520802"/>
                  </a:lnTo>
                  <a:lnTo>
                    <a:pt x="458257" y="511412"/>
                  </a:lnTo>
                  <a:lnTo>
                    <a:pt x="459359" y="509859"/>
                  </a:lnTo>
                  <a:lnTo>
                    <a:pt x="461042" y="507486"/>
                  </a:lnTo>
                  <a:lnTo>
                    <a:pt x="465453" y="504485"/>
                  </a:lnTo>
                  <a:lnTo>
                    <a:pt x="465968" y="504971"/>
                  </a:lnTo>
                  <a:lnTo>
                    <a:pt x="469469" y="508269"/>
                  </a:lnTo>
                  <a:lnTo>
                    <a:pt x="472657" y="514611"/>
                  </a:lnTo>
                  <a:lnTo>
                    <a:pt x="475263" y="519682"/>
                  </a:lnTo>
                  <a:lnTo>
                    <a:pt x="476238" y="524820"/>
                  </a:lnTo>
                  <a:lnTo>
                    <a:pt x="479895" y="529519"/>
                  </a:lnTo>
                  <a:lnTo>
                    <a:pt x="480827" y="534058"/>
                  </a:lnTo>
                  <a:lnTo>
                    <a:pt x="485935" y="536816"/>
                  </a:lnTo>
                  <a:lnTo>
                    <a:pt x="484534" y="547016"/>
                  </a:lnTo>
                  <a:lnTo>
                    <a:pt x="480952" y="573785"/>
                  </a:lnTo>
                  <a:lnTo>
                    <a:pt x="479213" y="587318"/>
                  </a:lnTo>
                  <a:lnTo>
                    <a:pt x="478221" y="595048"/>
                  </a:lnTo>
                  <a:lnTo>
                    <a:pt x="475189" y="617745"/>
                  </a:lnTo>
                  <a:lnTo>
                    <a:pt x="472659" y="636975"/>
                  </a:lnTo>
                  <a:lnTo>
                    <a:pt x="470156" y="656054"/>
                  </a:lnTo>
                  <a:lnTo>
                    <a:pt x="466841" y="681101"/>
                  </a:lnTo>
                  <a:lnTo>
                    <a:pt x="466120" y="686552"/>
                  </a:lnTo>
                  <a:lnTo>
                    <a:pt x="465373" y="692209"/>
                  </a:lnTo>
                  <a:lnTo>
                    <a:pt x="462089" y="717099"/>
                  </a:lnTo>
                  <a:lnTo>
                    <a:pt x="459090" y="738557"/>
                  </a:lnTo>
                  <a:lnTo>
                    <a:pt x="456731" y="755469"/>
                  </a:lnTo>
                  <a:lnTo>
                    <a:pt x="452036" y="791270"/>
                  </a:lnTo>
                  <a:lnTo>
                    <a:pt x="427102" y="787901"/>
                  </a:lnTo>
                  <a:lnTo>
                    <a:pt x="419686" y="786979"/>
                  </a:lnTo>
                  <a:lnTo>
                    <a:pt x="416914" y="786592"/>
                  </a:lnTo>
                  <a:lnTo>
                    <a:pt x="398430" y="783982"/>
                  </a:lnTo>
                  <a:lnTo>
                    <a:pt x="371137" y="780152"/>
                  </a:lnTo>
                  <a:lnTo>
                    <a:pt x="367381" y="779476"/>
                  </a:lnTo>
                  <a:lnTo>
                    <a:pt x="359383" y="778029"/>
                  </a:lnTo>
                  <a:lnTo>
                    <a:pt x="330291" y="773631"/>
                  </a:lnTo>
                  <a:lnTo>
                    <a:pt x="303499" y="769609"/>
                  </a:lnTo>
                  <a:lnTo>
                    <a:pt x="284644" y="766764"/>
                  </a:lnTo>
                  <a:lnTo>
                    <a:pt x="265857" y="763964"/>
                  </a:lnTo>
                  <a:lnTo>
                    <a:pt x="241446" y="760339"/>
                  </a:lnTo>
                  <a:lnTo>
                    <a:pt x="224607" y="756894"/>
                  </a:lnTo>
                  <a:lnTo>
                    <a:pt x="206462" y="753661"/>
                  </a:lnTo>
                  <a:lnTo>
                    <a:pt x="182566" y="749354"/>
                  </a:lnTo>
                  <a:lnTo>
                    <a:pt x="159950" y="744648"/>
                  </a:lnTo>
                  <a:lnTo>
                    <a:pt x="149451" y="742833"/>
                  </a:lnTo>
                  <a:lnTo>
                    <a:pt x="128616" y="739176"/>
                  </a:lnTo>
                  <a:lnTo>
                    <a:pt x="105139" y="734525"/>
                  </a:lnTo>
                  <a:lnTo>
                    <a:pt x="86744" y="730993"/>
                  </a:lnTo>
                  <a:lnTo>
                    <a:pt x="51980" y="723973"/>
                  </a:lnTo>
                  <a:lnTo>
                    <a:pt x="29968" y="719445"/>
                  </a:lnTo>
                  <a:lnTo>
                    <a:pt x="598" y="713023"/>
                  </a:lnTo>
                  <a:lnTo>
                    <a:pt x="0" y="712891"/>
                  </a:lnTo>
                  <a:lnTo>
                    <a:pt x="7886" y="674265"/>
                  </a:lnTo>
                  <a:lnTo>
                    <a:pt x="16920" y="630532"/>
                  </a:lnTo>
                  <a:lnTo>
                    <a:pt x="21485" y="608330"/>
                  </a:lnTo>
                  <a:lnTo>
                    <a:pt x="33580" y="550120"/>
                  </a:lnTo>
                  <a:lnTo>
                    <a:pt x="35464" y="541549"/>
                  </a:lnTo>
                  <a:lnTo>
                    <a:pt x="38678" y="526952"/>
                  </a:lnTo>
                  <a:lnTo>
                    <a:pt x="42667" y="521695"/>
                  </a:lnTo>
                  <a:lnTo>
                    <a:pt x="43665" y="520378"/>
                  </a:lnTo>
                  <a:lnTo>
                    <a:pt x="46700" y="511721"/>
                  </a:lnTo>
                  <a:lnTo>
                    <a:pt x="49323" y="507334"/>
                  </a:lnTo>
                  <a:lnTo>
                    <a:pt x="47620" y="501008"/>
                  </a:lnTo>
                  <a:lnTo>
                    <a:pt x="54808" y="495374"/>
                  </a:lnTo>
                  <a:lnTo>
                    <a:pt x="54982" y="495238"/>
                  </a:lnTo>
                  <a:lnTo>
                    <a:pt x="55025" y="492567"/>
                  </a:lnTo>
                  <a:lnTo>
                    <a:pt x="50803" y="490105"/>
                  </a:lnTo>
                  <a:lnTo>
                    <a:pt x="51225" y="485770"/>
                  </a:lnTo>
                  <a:lnTo>
                    <a:pt x="44949" y="484258"/>
                  </a:lnTo>
                  <a:lnTo>
                    <a:pt x="41369" y="479188"/>
                  </a:lnTo>
                  <a:lnTo>
                    <a:pt x="37408" y="480324"/>
                  </a:lnTo>
                  <a:lnTo>
                    <a:pt x="34685" y="476593"/>
                  </a:lnTo>
                  <a:lnTo>
                    <a:pt x="35220" y="475846"/>
                  </a:lnTo>
                  <a:lnTo>
                    <a:pt x="37345" y="472877"/>
                  </a:lnTo>
                  <a:lnTo>
                    <a:pt x="36251" y="4692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44730" y="3305567"/>
              <a:ext cx="274212" cy="474846"/>
            </a:xfrm>
            <a:custGeom>
              <a:avLst/>
              <a:pathLst>
                <a:path w="274212" h="474846">
                  <a:moveTo>
                    <a:pt x="119" y="222339"/>
                  </a:moveTo>
                  <a:lnTo>
                    <a:pt x="314" y="218186"/>
                  </a:lnTo>
                  <a:lnTo>
                    <a:pt x="398" y="216371"/>
                  </a:lnTo>
                  <a:lnTo>
                    <a:pt x="1452" y="211794"/>
                  </a:lnTo>
                  <a:lnTo>
                    <a:pt x="4205" y="206752"/>
                  </a:lnTo>
                  <a:lnTo>
                    <a:pt x="7009" y="204684"/>
                  </a:lnTo>
                  <a:lnTo>
                    <a:pt x="6114" y="200265"/>
                  </a:lnTo>
                  <a:lnTo>
                    <a:pt x="6390" y="195265"/>
                  </a:lnTo>
                  <a:lnTo>
                    <a:pt x="4485" y="193416"/>
                  </a:lnTo>
                  <a:lnTo>
                    <a:pt x="5371" y="189232"/>
                  </a:lnTo>
                  <a:lnTo>
                    <a:pt x="7314" y="186396"/>
                  </a:lnTo>
                  <a:lnTo>
                    <a:pt x="12966" y="183676"/>
                  </a:lnTo>
                  <a:lnTo>
                    <a:pt x="16950" y="183273"/>
                  </a:lnTo>
                  <a:lnTo>
                    <a:pt x="20773" y="179908"/>
                  </a:lnTo>
                  <a:lnTo>
                    <a:pt x="20704" y="177636"/>
                  </a:lnTo>
                  <a:lnTo>
                    <a:pt x="20639" y="175459"/>
                  </a:lnTo>
                  <a:lnTo>
                    <a:pt x="21692" y="170699"/>
                  </a:lnTo>
                  <a:lnTo>
                    <a:pt x="21246" y="167222"/>
                  </a:lnTo>
                  <a:lnTo>
                    <a:pt x="23904" y="162904"/>
                  </a:lnTo>
                  <a:lnTo>
                    <a:pt x="27278" y="158803"/>
                  </a:lnTo>
                  <a:lnTo>
                    <a:pt x="29014" y="155041"/>
                  </a:lnTo>
                  <a:lnTo>
                    <a:pt x="28869" y="149497"/>
                  </a:lnTo>
                  <a:lnTo>
                    <a:pt x="28000" y="145281"/>
                  </a:lnTo>
                  <a:lnTo>
                    <a:pt x="27951" y="145043"/>
                  </a:lnTo>
                  <a:lnTo>
                    <a:pt x="27292" y="141847"/>
                  </a:lnTo>
                  <a:lnTo>
                    <a:pt x="24258" y="137794"/>
                  </a:lnTo>
                  <a:lnTo>
                    <a:pt x="21465" y="137795"/>
                  </a:lnTo>
                  <a:lnTo>
                    <a:pt x="18512" y="134002"/>
                  </a:lnTo>
                  <a:lnTo>
                    <a:pt x="16128" y="131228"/>
                  </a:lnTo>
                  <a:lnTo>
                    <a:pt x="17916" y="123851"/>
                  </a:lnTo>
                  <a:lnTo>
                    <a:pt x="18029" y="123384"/>
                  </a:lnTo>
                  <a:lnTo>
                    <a:pt x="18177" y="120858"/>
                  </a:lnTo>
                  <a:lnTo>
                    <a:pt x="20042" y="116009"/>
                  </a:lnTo>
                  <a:lnTo>
                    <a:pt x="23837" y="115041"/>
                  </a:lnTo>
                  <a:lnTo>
                    <a:pt x="26568" y="115352"/>
                  </a:lnTo>
                  <a:lnTo>
                    <a:pt x="29933" y="112816"/>
                  </a:lnTo>
                  <a:lnTo>
                    <a:pt x="34992" y="111850"/>
                  </a:lnTo>
                  <a:lnTo>
                    <a:pt x="40335" y="111086"/>
                  </a:lnTo>
                  <a:lnTo>
                    <a:pt x="45254" y="107941"/>
                  </a:lnTo>
                  <a:lnTo>
                    <a:pt x="47942" y="104962"/>
                  </a:lnTo>
                  <a:lnTo>
                    <a:pt x="51560" y="104270"/>
                  </a:lnTo>
                  <a:lnTo>
                    <a:pt x="54772" y="103554"/>
                  </a:lnTo>
                  <a:lnTo>
                    <a:pt x="57263" y="99901"/>
                  </a:lnTo>
                  <a:lnTo>
                    <a:pt x="60350" y="98113"/>
                  </a:lnTo>
                  <a:lnTo>
                    <a:pt x="61712" y="96330"/>
                  </a:lnTo>
                  <a:lnTo>
                    <a:pt x="61253" y="90761"/>
                  </a:lnTo>
                  <a:lnTo>
                    <a:pt x="62343" y="88046"/>
                  </a:lnTo>
                  <a:lnTo>
                    <a:pt x="62194" y="85188"/>
                  </a:lnTo>
                  <a:lnTo>
                    <a:pt x="62134" y="84027"/>
                  </a:lnTo>
                  <a:lnTo>
                    <a:pt x="65655" y="80399"/>
                  </a:lnTo>
                  <a:lnTo>
                    <a:pt x="66018" y="80103"/>
                  </a:lnTo>
                  <a:lnTo>
                    <a:pt x="69595" y="77180"/>
                  </a:lnTo>
                  <a:lnTo>
                    <a:pt x="69226" y="74435"/>
                  </a:lnTo>
                  <a:lnTo>
                    <a:pt x="69863" y="71018"/>
                  </a:lnTo>
                  <a:lnTo>
                    <a:pt x="69841" y="67088"/>
                  </a:lnTo>
                  <a:lnTo>
                    <a:pt x="69837" y="66377"/>
                  </a:lnTo>
                  <a:lnTo>
                    <a:pt x="70282" y="61386"/>
                  </a:lnTo>
                  <a:lnTo>
                    <a:pt x="68727" y="58408"/>
                  </a:lnTo>
                  <a:lnTo>
                    <a:pt x="68421" y="57820"/>
                  </a:lnTo>
                  <a:lnTo>
                    <a:pt x="67912" y="52250"/>
                  </a:lnTo>
                  <a:lnTo>
                    <a:pt x="64612" y="48999"/>
                  </a:lnTo>
                  <a:lnTo>
                    <a:pt x="60527" y="47321"/>
                  </a:lnTo>
                  <a:lnTo>
                    <a:pt x="57475" y="46045"/>
                  </a:lnTo>
                  <a:lnTo>
                    <a:pt x="55950" y="45406"/>
                  </a:lnTo>
                  <a:lnTo>
                    <a:pt x="51718" y="42837"/>
                  </a:lnTo>
                  <a:lnTo>
                    <a:pt x="49465" y="39779"/>
                  </a:lnTo>
                  <a:lnTo>
                    <a:pt x="49917" y="36166"/>
                  </a:lnTo>
                  <a:lnTo>
                    <a:pt x="47748" y="33255"/>
                  </a:lnTo>
                  <a:lnTo>
                    <a:pt x="45154" y="31463"/>
                  </a:lnTo>
                  <a:lnTo>
                    <a:pt x="42892" y="29899"/>
                  </a:lnTo>
                  <a:lnTo>
                    <a:pt x="39593" y="27235"/>
                  </a:lnTo>
                  <a:lnTo>
                    <a:pt x="37950" y="26678"/>
                  </a:lnTo>
                  <a:lnTo>
                    <a:pt x="34231" y="25025"/>
                  </a:lnTo>
                  <a:lnTo>
                    <a:pt x="34126" y="21916"/>
                  </a:lnTo>
                  <a:lnTo>
                    <a:pt x="46878" y="20547"/>
                  </a:lnTo>
                  <a:lnTo>
                    <a:pt x="47536" y="20466"/>
                  </a:lnTo>
                  <a:lnTo>
                    <a:pt x="60101" y="18921"/>
                  </a:lnTo>
                  <a:lnTo>
                    <a:pt x="78470" y="16846"/>
                  </a:lnTo>
                  <a:lnTo>
                    <a:pt x="83972" y="16236"/>
                  </a:lnTo>
                  <a:lnTo>
                    <a:pt x="105289" y="13814"/>
                  </a:lnTo>
                  <a:lnTo>
                    <a:pt x="110971" y="13167"/>
                  </a:lnTo>
                  <a:lnTo>
                    <a:pt x="113175" y="12915"/>
                  </a:lnTo>
                  <a:lnTo>
                    <a:pt x="131635" y="10760"/>
                  </a:lnTo>
                  <a:lnTo>
                    <a:pt x="133153" y="10579"/>
                  </a:lnTo>
                  <a:lnTo>
                    <a:pt x="139489" y="9789"/>
                  </a:lnTo>
                  <a:lnTo>
                    <a:pt x="149610" y="8510"/>
                  </a:lnTo>
                  <a:lnTo>
                    <a:pt x="153886" y="7964"/>
                  </a:lnTo>
                  <a:lnTo>
                    <a:pt x="166234" y="6117"/>
                  </a:lnTo>
                  <a:lnTo>
                    <a:pt x="168408" y="5797"/>
                  </a:lnTo>
                  <a:lnTo>
                    <a:pt x="178691" y="4272"/>
                  </a:lnTo>
                  <a:lnTo>
                    <a:pt x="184097" y="3462"/>
                  </a:lnTo>
                  <a:lnTo>
                    <a:pt x="185178" y="3319"/>
                  </a:lnTo>
                  <a:lnTo>
                    <a:pt x="209793" y="0"/>
                  </a:lnTo>
                  <a:lnTo>
                    <a:pt x="210491" y="6012"/>
                  </a:lnTo>
                  <a:lnTo>
                    <a:pt x="210137" y="11131"/>
                  </a:lnTo>
                  <a:lnTo>
                    <a:pt x="210014" y="16302"/>
                  </a:lnTo>
                  <a:lnTo>
                    <a:pt x="210146" y="16604"/>
                  </a:lnTo>
                  <a:lnTo>
                    <a:pt x="213304" y="23830"/>
                  </a:lnTo>
                  <a:lnTo>
                    <a:pt x="216514" y="28131"/>
                  </a:lnTo>
                  <a:lnTo>
                    <a:pt x="217920" y="30003"/>
                  </a:lnTo>
                  <a:lnTo>
                    <a:pt x="221714" y="33384"/>
                  </a:lnTo>
                  <a:lnTo>
                    <a:pt x="222218" y="33833"/>
                  </a:lnTo>
                  <a:lnTo>
                    <a:pt x="223623" y="37618"/>
                  </a:lnTo>
                  <a:lnTo>
                    <a:pt x="226202" y="43607"/>
                  </a:lnTo>
                  <a:lnTo>
                    <a:pt x="227956" y="47677"/>
                  </a:lnTo>
                  <a:lnTo>
                    <a:pt x="228487" y="48170"/>
                  </a:lnTo>
                  <a:lnTo>
                    <a:pt x="228822" y="48481"/>
                  </a:lnTo>
                  <a:lnTo>
                    <a:pt x="228853" y="49236"/>
                  </a:lnTo>
                  <a:lnTo>
                    <a:pt x="228851" y="50399"/>
                  </a:lnTo>
                  <a:lnTo>
                    <a:pt x="229375" y="51875"/>
                  </a:lnTo>
                  <a:lnTo>
                    <a:pt x="229594" y="52491"/>
                  </a:lnTo>
                  <a:lnTo>
                    <a:pt x="231029" y="54700"/>
                  </a:lnTo>
                  <a:lnTo>
                    <a:pt x="233613" y="58674"/>
                  </a:lnTo>
                  <a:lnTo>
                    <a:pt x="235696" y="59882"/>
                  </a:lnTo>
                  <a:lnTo>
                    <a:pt x="236202" y="61281"/>
                  </a:lnTo>
                  <a:lnTo>
                    <a:pt x="236409" y="61853"/>
                  </a:lnTo>
                  <a:lnTo>
                    <a:pt x="236610" y="63166"/>
                  </a:lnTo>
                  <a:lnTo>
                    <a:pt x="238774" y="78164"/>
                  </a:lnTo>
                  <a:lnTo>
                    <a:pt x="239482" y="83158"/>
                  </a:lnTo>
                  <a:lnTo>
                    <a:pt x="241531" y="97625"/>
                  </a:lnTo>
                  <a:lnTo>
                    <a:pt x="243169" y="108699"/>
                  </a:lnTo>
                  <a:lnTo>
                    <a:pt x="244920" y="120552"/>
                  </a:lnTo>
                  <a:lnTo>
                    <a:pt x="245102" y="121768"/>
                  </a:lnTo>
                  <a:lnTo>
                    <a:pt x="246544" y="131394"/>
                  </a:lnTo>
                  <a:lnTo>
                    <a:pt x="248486" y="144714"/>
                  </a:lnTo>
                  <a:lnTo>
                    <a:pt x="250946" y="161623"/>
                  </a:lnTo>
                  <a:lnTo>
                    <a:pt x="251449" y="165337"/>
                  </a:lnTo>
                  <a:lnTo>
                    <a:pt x="251613" y="166542"/>
                  </a:lnTo>
                  <a:lnTo>
                    <a:pt x="254184" y="185555"/>
                  </a:lnTo>
                  <a:lnTo>
                    <a:pt x="255373" y="194177"/>
                  </a:lnTo>
                  <a:lnTo>
                    <a:pt x="256404" y="201674"/>
                  </a:lnTo>
                  <a:lnTo>
                    <a:pt x="256949" y="205640"/>
                  </a:lnTo>
                  <a:lnTo>
                    <a:pt x="258500" y="216432"/>
                  </a:lnTo>
                  <a:lnTo>
                    <a:pt x="261124" y="234739"/>
                  </a:lnTo>
                  <a:lnTo>
                    <a:pt x="261839" y="239566"/>
                  </a:lnTo>
                  <a:lnTo>
                    <a:pt x="263456" y="250484"/>
                  </a:lnTo>
                  <a:lnTo>
                    <a:pt x="263552" y="251132"/>
                  </a:lnTo>
                  <a:lnTo>
                    <a:pt x="265013" y="261326"/>
                  </a:lnTo>
                  <a:lnTo>
                    <a:pt x="262087" y="262417"/>
                  </a:lnTo>
                  <a:lnTo>
                    <a:pt x="260989" y="264935"/>
                  </a:lnTo>
                  <a:lnTo>
                    <a:pt x="261994" y="269371"/>
                  </a:lnTo>
                  <a:lnTo>
                    <a:pt x="262218" y="270360"/>
                  </a:lnTo>
                  <a:lnTo>
                    <a:pt x="263718" y="273248"/>
                  </a:lnTo>
                  <a:lnTo>
                    <a:pt x="260140" y="277593"/>
                  </a:lnTo>
                  <a:lnTo>
                    <a:pt x="260380" y="278321"/>
                  </a:lnTo>
                  <a:lnTo>
                    <a:pt x="261888" y="282894"/>
                  </a:lnTo>
                  <a:lnTo>
                    <a:pt x="265844" y="286112"/>
                  </a:lnTo>
                  <a:lnTo>
                    <a:pt x="266085" y="290848"/>
                  </a:lnTo>
                  <a:lnTo>
                    <a:pt x="269663" y="292851"/>
                  </a:lnTo>
                  <a:lnTo>
                    <a:pt x="270551" y="298222"/>
                  </a:lnTo>
                  <a:lnTo>
                    <a:pt x="270503" y="298379"/>
                  </a:lnTo>
                  <a:lnTo>
                    <a:pt x="269651" y="301107"/>
                  </a:lnTo>
                  <a:lnTo>
                    <a:pt x="270716" y="302928"/>
                  </a:lnTo>
                  <a:lnTo>
                    <a:pt x="271909" y="304968"/>
                  </a:lnTo>
                  <a:lnTo>
                    <a:pt x="274212" y="310516"/>
                  </a:lnTo>
                  <a:lnTo>
                    <a:pt x="272130" y="317702"/>
                  </a:lnTo>
                  <a:lnTo>
                    <a:pt x="267713" y="321635"/>
                  </a:lnTo>
                  <a:lnTo>
                    <a:pt x="267163" y="326085"/>
                  </a:lnTo>
                  <a:lnTo>
                    <a:pt x="266728" y="328025"/>
                  </a:lnTo>
                  <a:lnTo>
                    <a:pt x="266219" y="330289"/>
                  </a:lnTo>
                  <a:lnTo>
                    <a:pt x="266992" y="332673"/>
                  </a:lnTo>
                  <a:lnTo>
                    <a:pt x="263448" y="335947"/>
                  </a:lnTo>
                  <a:lnTo>
                    <a:pt x="262198" y="339928"/>
                  </a:lnTo>
                  <a:lnTo>
                    <a:pt x="261734" y="341430"/>
                  </a:lnTo>
                  <a:lnTo>
                    <a:pt x="260398" y="345739"/>
                  </a:lnTo>
                  <a:lnTo>
                    <a:pt x="257725" y="351581"/>
                  </a:lnTo>
                  <a:lnTo>
                    <a:pt x="253141" y="355565"/>
                  </a:lnTo>
                  <a:lnTo>
                    <a:pt x="249527" y="358763"/>
                  </a:lnTo>
                  <a:lnTo>
                    <a:pt x="249528" y="359372"/>
                  </a:lnTo>
                  <a:lnTo>
                    <a:pt x="249528" y="362148"/>
                  </a:lnTo>
                  <a:lnTo>
                    <a:pt x="253234" y="365535"/>
                  </a:lnTo>
                  <a:lnTo>
                    <a:pt x="251539" y="370224"/>
                  </a:lnTo>
                  <a:lnTo>
                    <a:pt x="250296" y="374211"/>
                  </a:lnTo>
                  <a:lnTo>
                    <a:pt x="247801" y="376702"/>
                  </a:lnTo>
                  <a:lnTo>
                    <a:pt x="249546" y="382365"/>
                  </a:lnTo>
                  <a:lnTo>
                    <a:pt x="248714" y="388459"/>
                  </a:lnTo>
                  <a:lnTo>
                    <a:pt x="247767" y="390741"/>
                  </a:lnTo>
                  <a:lnTo>
                    <a:pt x="247365" y="391709"/>
                  </a:lnTo>
                  <a:lnTo>
                    <a:pt x="250608" y="396103"/>
                  </a:lnTo>
                  <a:lnTo>
                    <a:pt x="249157" y="401156"/>
                  </a:lnTo>
                  <a:lnTo>
                    <a:pt x="244847" y="405665"/>
                  </a:lnTo>
                  <a:lnTo>
                    <a:pt x="243487" y="409522"/>
                  </a:lnTo>
                  <a:lnTo>
                    <a:pt x="246201" y="415894"/>
                  </a:lnTo>
                  <a:lnTo>
                    <a:pt x="246281" y="416080"/>
                  </a:lnTo>
                  <a:lnTo>
                    <a:pt x="250718" y="419218"/>
                  </a:lnTo>
                  <a:lnTo>
                    <a:pt x="251392" y="421234"/>
                  </a:lnTo>
                  <a:lnTo>
                    <a:pt x="251838" y="422563"/>
                  </a:lnTo>
                  <a:lnTo>
                    <a:pt x="245771" y="425221"/>
                  </a:lnTo>
                  <a:lnTo>
                    <a:pt x="237643" y="427603"/>
                  </a:lnTo>
                  <a:lnTo>
                    <a:pt x="233054" y="432329"/>
                  </a:lnTo>
                  <a:lnTo>
                    <a:pt x="229036" y="431489"/>
                  </a:lnTo>
                  <a:lnTo>
                    <a:pt x="228865" y="431453"/>
                  </a:lnTo>
                  <a:lnTo>
                    <a:pt x="225950" y="433692"/>
                  </a:lnTo>
                  <a:lnTo>
                    <a:pt x="225203" y="439004"/>
                  </a:lnTo>
                  <a:lnTo>
                    <a:pt x="223879" y="443344"/>
                  </a:lnTo>
                  <a:lnTo>
                    <a:pt x="227505" y="448890"/>
                  </a:lnTo>
                  <a:lnTo>
                    <a:pt x="231401" y="454351"/>
                  </a:lnTo>
                  <a:lnTo>
                    <a:pt x="230629" y="458842"/>
                  </a:lnTo>
                  <a:lnTo>
                    <a:pt x="228848" y="461685"/>
                  </a:lnTo>
                  <a:lnTo>
                    <a:pt x="228335" y="461768"/>
                  </a:lnTo>
                  <a:lnTo>
                    <a:pt x="227890" y="461840"/>
                  </a:lnTo>
                  <a:lnTo>
                    <a:pt x="225148" y="462285"/>
                  </a:lnTo>
                  <a:lnTo>
                    <a:pt x="222996" y="461145"/>
                  </a:lnTo>
                  <a:lnTo>
                    <a:pt x="219320" y="459196"/>
                  </a:lnTo>
                  <a:lnTo>
                    <a:pt x="213498" y="457565"/>
                  </a:lnTo>
                  <a:lnTo>
                    <a:pt x="209405" y="456964"/>
                  </a:lnTo>
                  <a:lnTo>
                    <a:pt x="203487" y="454194"/>
                  </a:lnTo>
                  <a:lnTo>
                    <a:pt x="196972" y="452516"/>
                  </a:lnTo>
                  <a:lnTo>
                    <a:pt x="196584" y="452469"/>
                  </a:lnTo>
                  <a:lnTo>
                    <a:pt x="192108" y="453329"/>
                  </a:lnTo>
                  <a:lnTo>
                    <a:pt x="188659" y="456826"/>
                  </a:lnTo>
                  <a:lnTo>
                    <a:pt x="186403" y="461201"/>
                  </a:lnTo>
                  <a:lnTo>
                    <a:pt x="182457" y="467413"/>
                  </a:lnTo>
                  <a:lnTo>
                    <a:pt x="182576" y="467577"/>
                  </a:lnTo>
                  <a:lnTo>
                    <a:pt x="185653" y="471800"/>
                  </a:lnTo>
                  <a:lnTo>
                    <a:pt x="185747" y="474846"/>
                  </a:lnTo>
                  <a:lnTo>
                    <a:pt x="181502" y="474741"/>
                  </a:lnTo>
                  <a:lnTo>
                    <a:pt x="177047" y="473124"/>
                  </a:lnTo>
                  <a:lnTo>
                    <a:pt x="173524" y="472430"/>
                  </a:lnTo>
                  <a:lnTo>
                    <a:pt x="169947" y="471724"/>
                  </a:lnTo>
                  <a:lnTo>
                    <a:pt x="167689" y="466839"/>
                  </a:lnTo>
                  <a:lnTo>
                    <a:pt x="162034" y="460322"/>
                  </a:lnTo>
                  <a:lnTo>
                    <a:pt x="160427" y="454962"/>
                  </a:lnTo>
                  <a:lnTo>
                    <a:pt x="159526" y="454429"/>
                  </a:lnTo>
                  <a:lnTo>
                    <a:pt x="157037" y="452955"/>
                  </a:lnTo>
                  <a:lnTo>
                    <a:pt x="158077" y="449168"/>
                  </a:lnTo>
                  <a:lnTo>
                    <a:pt x="159366" y="448177"/>
                  </a:lnTo>
                  <a:lnTo>
                    <a:pt x="162241" y="445965"/>
                  </a:lnTo>
                  <a:lnTo>
                    <a:pt x="161882" y="441634"/>
                  </a:lnTo>
                  <a:lnTo>
                    <a:pt x="158279" y="437059"/>
                  </a:lnTo>
                  <a:lnTo>
                    <a:pt x="154909" y="432083"/>
                  </a:lnTo>
                  <a:lnTo>
                    <a:pt x="155329" y="429550"/>
                  </a:lnTo>
                  <a:lnTo>
                    <a:pt x="155489" y="428583"/>
                  </a:lnTo>
                  <a:lnTo>
                    <a:pt x="155634" y="427701"/>
                  </a:lnTo>
                  <a:lnTo>
                    <a:pt x="154358" y="424030"/>
                  </a:lnTo>
                  <a:lnTo>
                    <a:pt x="152630" y="418156"/>
                  </a:lnTo>
                  <a:lnTo>
                    <a:pt x="147756" y="416456"/>
                  </a:lnTo>
                  <a:lnTo>
                    <a:pt x="142310" y="414075"/>
                  </a:lnTo>
                  <a:lnTo>
                    <a:pt x="140673" y="411128"/>
                  </a:lnTo>
                  <a:lnTo>
                    <a:pt x="139879" y="409700"/>
                  </a:lnTo>
                  <a:lnTo>
                    <a:pt x="133813" y="406975"/>
                  </a:lnTo>
                  <a:lnTo>
                    <a:pt x="128766" y="403427"/>
                  </a:lnTo>
                  <a:lnTo>
                    <a:pt x="124300" y="406811"/>
                  </a:lnTo>
                  <a:lnTo>
                    <a:pt x="123553" y="406098"/>
                  </a:lnTo>
                  <a:lnTo>
                    <a:pt x="120454" y="403139"/>
                  </a:lnTo>
                  <a:lnTo>
                    <a:pt x="121284" y="398995"/>
                  </a:lnTo>
                  <a:lnTo>
                    <a:pt x="117709" y="399126"/>
                  </a:lnTo>
                  <a:lnTo>
                    <a:pt x="112474" y="395898"/>
                  </a:lnTo>
                  <a:lnTo>
                    <a:pt x="109162" y="393298"/>
                  </a:lnTo>
                  <a:lnTo>
                    <a:pt x="103664" y="390815"/>
                  </a:lnTo>
                  <a:lnTo>
                    <a:pt x="102619" y="390342"/>
                  </a:lnTo>
                  <a:lnTo>
                    <a:pt x="100058" y="387796"/>
                  </a:lnTo>
                  <a:lnTo>
                    <a:pt x="94960" y="383808"/>
                  </a:lnTo>
                  <a:lnTo>
                    <a:pt x="91712" y="379521"/>
                  </a:lnTo>
                  <a:lnTo>
                    <a:pt x="90348" y="372267"/>
                  </a:lnTo>
                  <a:lnTo>
                    <a:pt x="91353" y="367528"/>
                  </a:lnTo>
                  <a:lnTo>
                    <a:pt x="91892" y="366657"/>
                  </a:lnTo>
                  <a:lnTo>
                    <a:pt x="94806" y="361939"/>
                  </a:lnTo>
                  <a:lnTo>
                    <a:pt x="95424" y="356958"/>
                  </a:lnTo>
                  <a:lnTo>
                    <a:pt x="95890" y="355010"/>
                  </a:lnTo>
                  <a:lnTo>
                    <a:pt x="96154" y="353905"/>
                  </a:lnTo>
                  <a:lnTo>
                    <a:pt x="96445" y="352687"/>
                  </a:lnTo>
                  <a:lnTo>
                    <a:pt x="100053" y="346567"/>
                  </a:lnTo>
                  <a:lnTo>
                    <a:pt x="99807" y="342466"/>
                  </a:lnTo>
                  <a:lnTo>
                    <a:pt x="98639" y="340257"/>
                  </a:lnTo>
                  <a:lnTo>
                    <a:pt x="97314" y="337132"/>
                  </a:lnTo>
                  <a:lnTo>
                    <a:pt x="99727" y="332873"/>
                  </a:lnTo>
                  <a:lnTo>
                    <a:pt x="102605" y="329707"/>
                  </a:lnTo>
                  <a:lnTo>
                    <a:pt x="102479" y="326009"/>
                  </a:lnTo>
                  <a:lnTo>
                    <a:pt x="96997" y="323169"/>
                  </a:lnTo>
                  <a:lnTo>
                    <a:pt x="94245" y="321740"/>
                  </a:lnTo>
                  <a:lnTo>
                    <a:pt x="91149" y="321385"/>
                  </a:lnTo>
                  <a:lnTo>
                    <a:pt x="89657" y="321212"/>
                  </a:lnTo>
                  <a:lnTo>
                    <a:pt x="82970" y="318871"/>
                  </a:lnTo>
                  <a:lnTo>
                    <a:pt x="79352" y="319174"/>
                  </a:lnTo>
                  <a:lnTo>
                    <a:pt x="78249" y="319266"/>
                  </a:lnTo>
                  <a:lnTo>
                    <a:pt x="76604" y="323836"/>
                  </a:lnTo>
                  <a:lnTo>
                    <a:pt x="73327" y="327588"/>
                  </a:lnTo>
                  <a:lnTo>
                    <a:pt x="70692" y="327525"/>
                  </a:lnTo>
                  <a:lnTo>
                    <a:pt x="66235" y="324178"/>
                  </a:lnTo>
                  <a:lnTo>
                    <a:pt x="65822" y="322995"/>
                  </a:lnTo>
                  <a:lnTo>
                    <a:pt x="64411" y="318947"/>
                  </a:lnTo>
                  <a:lnTo>
                    <a:pt x="61354" y="313338"/>
                  </a:lnTo>
                  <a:lnTo>
                    <a:pt x="63061" y="309175"/>
                  </a:lnTo>
                  <a:lnTo>
                    <a:pt x="60862" y="305140"/>
                  </a:lnTo>
                  <a:lnTo>
                    <a:pt x="59204" y="299087"/>
                  </a:lnTo>
                  <a:lnTo>
                    <a:pt x="58485" y="296459"/>
                  </a:lnTo>
                  <a:lnTo>
                    <a:pt x="50566" y="290141"/>
                  </a:lnTo>
                  <a:lnTo>
                    <a:pt x="43857" y="285853"/>
                  </a:lnTo>
                  <a:lnTo>
                    <a:pt x="43707" y="285757"/>
                  </a:lnTo>
                  <a:lnTo>
                    <a:pt x="36739" y="282462"/>
                  </a:lnTo>
                  <a:lnTo>
                    <a:pt x="34648" y="278754"/>
                  </a:lnTo>
                  <a:lnTo>
                    <a:pt x="31932" y="275296"/>
                  </a:lnTo>
                  <a:lnTo>
                    <a:pt x="28758" y="275033"/>
                  </a:lnTo>
                  <a:lnTo>
                    <a:pt x="26680" y="271324"/>
                  </a:lnTo>
                  <a:lnTo>
                    <a:pt x="26066" y="270857"/>
                  </a:lnTo>
                  <a:lnTo>
                    <a:pt x="19448" y="265811"/>
                  </a:lnTo>
                  <a:lnTo>
                    <a:pt x="17356" y="264291"/>
                  </a:lnTo>
                  <a:lnTo>
                    <a:pt x="12983" y="261106"/>
                  </a:lnTo>
                  <a:lnTo>
                    <a:pt x="12937" y="258583"/>
                  </a:lnTo>
                  <a:lnTo>
                    <a:pt x="12892" y="256134"/>
                  </a:lnTo>
                  <a:lnTo>
                    <a:pt x="10265" y="253551"/>
                  </a:lnTo>
                  <a:lnTo>
                    <a:pt x="7593" y="251753"/>
                  </a:lnTo>
                  <a:lnTo>
                    <a:pt x="7533" y="246463"/>
                  </a:lnTo>
                  <a:lnTo>
                    <a:pt x="6685" y="243258"/>
                  </a:lnTo>
                  <a:lnTo>
                    <a:pt x="3049" y="237428"/>
                  </a:lnTo>
                  <a:lnTo>
                    <a:pt x="1684" y="232554"/>
                  </a:lnTo>
                  <a:lnTo>
                    <a:pt x="0" y="2248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55442" y="3293732"/>
              <a:ext cx="258144" cy="446913"/>
            </a:xfrm>
            <a:custGeom>
              <a:avLst/>
              <a:pathLst>
                <a:path w="258144" h="446913">
                  <a:moveTo>
                    <a:pt x="13585" y="439285"/>
                  </a:moveTo>
                  <a:lnTo>
                    <a:pt x="14738" y="436505"/>
                  </a:lnTo>
                  <a:lnTo>
                    <a:pt x="15751" y="429086"/>
                  </a:lnTo>
                  <a:lnTo>
                    <a:pt x="13627" y="422190"/>
                  </a:lnTo>
                  <a:lnTo>
                    <a:pt x="16664" y="419156"/>
                  </a:lnTo>
                  <a:lnTo>
                    <a:pt x="18178" y="414302"/>
                  </a:lnTo>
                  <a:lnTo>
                    <a:pt x="20242" y="408593"/>
                  </a:lnTo>
                  <a:lnTo>
                    <a:pt x="15730" y="404469"/>
                  </a:lnTo>
                  <a:lnTo>
                    <a:pt x="15729" y="401088"/>
                  </a:lnTo>
                  <a:lnTo>
                    <a:pt x="15729" y="400347"/>
                  </a:lnTo>
                  <a:lnTo>
                    <a:pt x="20129" y="396452"/>
                  </a:lnTo>
                  <a:lnTo>
                    <a:pt x="25710" y="391601"/>
                  </a:lnTo>
                  <a:lnTo>
                    <a:pt x="28966" y="384488"/>
                  </a:lnTo>
                  <a:lnTo>
                    <a:pt x="30591" y="379241"/>
                  </a:lnTo>
                  <a:lnTo>
                    <a:pt x="31157" y="377412"/>
                  </a:lnTo>
                  <a:lnTo>
                    <a:pt x="32679" y="372565"/>
                  </a:lnTo>
                  <a:lnTo>
                    <a:pt x="36994" y="368579"/>
                  </a:lnTo>
                  <a:lnTo>
                    <a:pt x="36053" y="365676"/>
                  </a:lnTo>
                  <a:lnTo>
                    <a:pt x="36672" y="362919"/>
                  </a:lnTo>
                  <a:lnTo>
                    <a:pt x="37202" y="360557"/>
                  </a:lnTo>
                  <a:lnTo>
                    <a:pt x="37872" y="355138"/>
                  </a:lnTo>
                  <a:lnTo>
                    <a:pt x="43250" y="350349"/>
                  </a:lnTo>
                  <a:lnTo>
                    <a:pt x="45786" y="341599"/>
                  </a:lnTo>
                  <a:lnTo>
                    <a:pt x="42981" y="334844"/>
                  </a:lnTo>
                  <a:lnTo>
                    <a:pt x="41528" y="332360"/>
                  </a:lnTo>
                  <a:lnTo>
                    <a:pt x="40232" y="330143"/>
                  </a:lnTo>
                  <a:lnTo>
                    <a:pt x="41269" y="326820"/>
                  </a:lnTo>
                  <a:lnTo>
                    <a:pt x="41328" y="326629"/>
                  </a:lnTo>
                  <a:lnTo>
                    <a:pt x="40246" y="320089"/>
                  </a:lnTo>
                  <a:lnTo>
                    <a:pt x="35889" y="317651"/>
                  </a:lnTo>
                  <a:lnTo>
                    <a:pt x="35597" y="311884"/>
                  </a:lnTo>
                  <a:lnTo>
                    <a:pt x="30780" y="307965"/>
                  </a:lnTo>
                  <a:lnTo>
                    <a:pt x="28943" y="302397"/>
                  </a:lnTo>
                  <a:lnTo>
                    <a:pt x="28651" y="301510"/>
                  </a:lnTo>
                  <a:lnTo>
                    <a:pt x="33008" y="296219"/>
                  </a:lnTo>
                  <a:lnTo>
                    <a:pt x="31181" y="292704"/>
                  </a:lnTo>
                  <a:lnTo>
                    <a:pt x="30909" y="291499"/>
                  </a:lnTo>
                  <a:lnTo>
                    <a:pt x="29684" y="286098"/>
                  </a:lnTo>
                  <a:lnTo>
                    <a:pt x="31021" y="283032"/>
                  </a:lnTo>
                  <a:lnTo>
                    <a:pt x="34585" y="281704"/>
                  </a:lnTo>
                  <a:lnTo>
                    <a:pt x="32805" y="269291"/>
                  </a:lnTo>
                  <a:lnTo>
                    <a:pt x="32689" y="268501"/>
                  </a:lnTo>
                  <a:lnTo>
                    <a:pt x="30720" y="255207"/>
                  </a:lnTo>
                  <a:lnTo>
                    <a:pt x="29849" y="249329"/>
                  </a:lnTo>
                  <a:lnTo>
                    <a:pt x="26654" y="227038"/>
                  </a:lnTo>
                  <a:lnTo>
                    <a:pt x="24765" y="213898"/>
                  </a:lnTo>
                  <a:lnTo>
                    <a:pt x="24102" y="209068"/>
                  </a:lnTo>
                  <a:lnTo>
                    <a:pt x="22846" y="199940"/>
                  </a:lnTo>
                  <a:lnTo>
                    <a:pt x="21399" y="189441"/>
                  </a:lnTo>
                  <a:lnTo>
                    <a:pt x="18268" y="166290"/>
                  </a:lnTo>
                  <a:lnTo>
                    <a:pt x="18069" y="164823"/>
                  </a:lnTo>
                  <a:lnTo>
                    <a:pt x="17456" y="160301"/>
                  </a:lnTo>
                  <a:lnTo>
                    <a:pt x="14461" y="139711"/>
                  </a:lnTo>
                  <a:lnTo>
                    <a:pt x="12095" y="123492"/>
                  </a:lnTo>
                  <a:lnTo>
                    <a:pt x="10340" y="111771"/>
                  </a:lnTo>
                  <a:lnTo>
                    <a:pt x="10118" y="110290"/>
                  </a:lnTo>
                  <a:lnTo>
                    <a:pt x="7987" y="95857"/>
                  </a:lnTo>
                  <a:lnTo>
                    <a:pt x="5989" y="82361"/>
                  </a:lnTo>
                  <a:lnTo>
                    <a:pt x="3497" y="64757"/>
                  </a:lnTo>
                  <a:lnTo>
                    <a:pt x="2634" y="58676"/>
                  </a:lnTo>
                  <a:lnTo>
                    <a:pt x="0" y="40415"/>
                  </a:lnTo>
                  <a:lnTo>
                    <a:pt x="4583" y="43419"/>
                  </a:lnTo>
                  <a:lnTo>
                    <a:pt x="8517" y="41206"/>
                  </a:lnTo>
                  <a:lnTo>
                    <a:pt x="13239" y="46604"/>
                  </a:lnTo>
                  <a:lnTo>
                    <a:pt x="21270" y="46311"/>
                  </a:lnTo>
                  <a:lnTo>
                    <a:pt x="24078" y="44975"/>
                  </a:lnTo>
                  <a:lnTo>
                    <a:pt x="31103" y="41625"/>
                  </a:lnTo>
                  <a:lnTo>
                    <a:pt x="38149" y="37953"/>
                  </a:lnTo>
                  <a:lnTo>
                    <a:pt x="44690" y="32525"/>
                  </a:lnTo>
                  <a:lnTo>
                    <a:pt x="46321" y="31169"/>
                  </a:lnTo>
                  <a:lnTo>
                    <a:pt x="52172" y="26735"/>
                  </a:lnTo>
                  <a:lnTo>
                    <a:pt x="61647" y="25227"/>
                  </a:lnTo>
                  <a:lnTo>
                    <a:pt x="66162" y="24503"/>
                  </a:lnTo>
                  <a:lnTo>
                    <a:pt x="74923" y="23062"/>
                  </a:lnTo>
                  <a:lnTo>
                    <a:pt x="76621" y="22781"/>
                  </a:lnTo>
                  <a:lnTo>
                    <a:pt x="97453" y="19223"/>
                  </a:lnTo>
                  <a:lnTo>
                    <a:pt x="109812" y="17145"/>
                  </a:lnTo>
                  <a:lnTo>
                    <a:pt x="130301" y="13642"/>
                  </a:lnTo>
                  <a:lnTo>
                    <a:pt x="140227" y="11870"/>
                  </a:lnTo>
                  <a:lnTo>
                    <a:pt x="167938" y="6833"/>
                  </a:lnTo>
                  <a:lnTo>
                    <a:pt x="172409" y="6008"/>
                  </a:lnTo>
                  <a:lnTo>
                    <a:pt x="175126" y="5507"/>
                  </a:lnTo>
                  <a:lnTo>
                    <a:pt x="203110" y="274"/>
                  </a:lnTo>
                  <a:lnTo>
                    <a:pt x="204558" y="0"/>
                  </a:lnTo>
                  <a:lnTo>
                    <a:pt x="205726" y="6530"/>
                  </a:lnTo>
                  <a:lnTo>
                    <a:pt x="208867" y="23405"/>
                  </a:lnTo>
                  <a:lnTo>
                    <a:pt x="210834" y="33990"/>
                  </a:lnTo>
                  <a:lnTo>
                    <a:pt x="211169" y="35796"/>
                  </a:lnTo>
                  <a:lnTo>
                    <a:pt x="213722" y="49772"/>
                  </a:lnTo>
                  <a:lnTo>
                    <a:pt x="214063" y="51641"/>
                  </a:lnTo>
                  <a:lnTo>
                    <a:pt x="216496" y="64985"/>
                  </a:lnTo>
                  <a:lnTo>
                    <a:pt x="218938" y="78420"/>
                  </a:lnTo>
                  <a:lnTo>
                    <a:pt x="220172" y="85218"/>
                  </a:lnTo>
                  <a:lnTo>
                    <a:pt x="223757" y="105001"/>
                  </a:lnTo>
                  <a:lnTo>
                    <a:pt x="226568" y="120879"/>
                  </a:lnTo>
                  <a:lnTo>
                    <a:pt x="227836" y="128047"/>
                  </a:lnTo>
                  <a:lnTo>
                    <a:pt x="230415" y="143242"/>
                  </a:lnTo>
                  <a:lnTo>
                    <a:pt x="231125" y="147597"/>
                  </a:lnTo>
                  <a:lnTo>
                    <a:pt x="233286" y="160858"/>
                  </a:lnTo>
                  <a:lnTo>
                    <a:pt x="234497" y="168305"/>
                  </a:lnTo>
                  <a:lnTo>
                    <a:pt x="236224" y="178724"/>
                  </a:lnTo>
                  <a:lnTo>
                    <a:pt x="237713" y="187716"/>
                  </a:lnTo>
                  <a:lnTo>
                    <a:pt x="240920" y="207134"/>
                  </a:lnTo>
                  <a:lnTo>
                    <a:pt x="243641" y="223326"/>
                  </a:lnTo>
                  <a:lnTo>
                    <a:pt x="244423" y="227990"/>
                  </a:lnTo>
                  <a:lnTo>
                    <a:pt x="246647" y="241264"/>
                  </a:lnTo>
                  <a:lnTo>
                    <a:pt x="248079" y="250102"/>
                  </a:lnTo>
                  <a:lnTo>
                    <a:pt x="249366" y="258052"/>
                  </a:lnTo>
                  <a:lnTo>
                    <a:pt x="251530" y="270445"/>
                  </a:lnTo>
                  <a:lnTo>
                    <a:pt x="248835" y="273819"/>
                  </a:lnTo>
                  <a:lnTo>
                    <a:pt x="246427" y="276969"/>
                  </a:lnTo>
                  <a:lnTo>
                    <a:pt x="248339" y="278837"/>
                  </a:lnTo>
                  <a:lnTo>
                    <a:pt x="251085" y="281516"/>
                  </a:lnTo>
                  <a:lnTo>
                    <a:pt x="253106" y="285288"/>
                  </a:lnTo>
                  <a:lnTo>
                    <a:pt x="250283" y="290130"/>
                  </a:lnTo>
                  <a:lnTo>
                    <a:pt x="251455" y="290603"/>
                  </a:lnTo>
                  <a:lnTo>
                    <a:pt x="254411" y="291792"/>
                  </a:lnTo>
                  <a:lnTo>
                    <a:pt x="258144" y="292678"/>
                  </a:lnTo>
                  <a:lnTo>
                    <a:pt x="257584" y="295199"/>
                  </a:lnTo>
                  <a:lnTo>
                    <a:pt x="257377" y="296131"/>
                  </a:lnTo>
                  <a:lnTo>
                    <a:pt x="257762" y="302852"/>
                  </a:lnTo>
                  <a:lnTo>
                    <a:pt x="254220" y="303074"/>
                  </a:lnTo>
                  <a:lnTo>
                    <a:pt x="246109" y="305851"/>
                  </a:lnTo>
                  <a:lnTo>
                    <a:pt x="241835" y="308684"/>
                  </a:lnTo>
                  <a:lnTo>
                    <a:pt x="238117" y="311145"/>
                  </a:lnTo>
                  <a:lnTo>
                    <a:pt x="233001" y="316920"/>
                  </a:lnTo>
                  <a:lnTo>
                    <a:pt x="229944" y="318295"/>
                  </a:lnTo>
                  <a:lnTo>
                    <a:pt x="228631" y="317500"/>
                  </a:lnTo>
                  <a:lnTo>
                    <a:pt x="225286" y="315475"/>
                  </a:lnTo>
                  <a:lnTo>
                    <a:pt x="222061" y="314095"/>
                  </a:lnTo>
                  <a:lnTo>
                    <a:pt x="217654" y="315553"/>
                  </a:lnTo>
                  <a:lnTo>
                    <a:pt x="217013" y="315765"/>
                  </a:lnTo>
                  <a:lnTo>
                    <a:pt x="212277" y="316392"/>
                  </a:lnTo>
                  <a:lnTo>
                    <a:pt x="208838" y="319376"/>
                  </a:lnTo>
                  <a:lnTo>
                    <a:pt x="210553" y="324741"/>
                  </a:lnTo>
                  <a:lnTo>
                    <a:pt x="211789" y="330922"/>
                  </a:lnTo>
                  <a:lnTo>
                    <a:pt x="212369" y="332078"/>
                  </a:lnTo>
                  <a:lnTo>
                    <a:pt x="214297" y="335925"/>
                  </a:lnTo>
                  <a:lnTo>
                    <a:pt x="213287" y="338457"/>
                  </a:lnTo>
                  <a:lnTo>
                    <a:pt x="210355" y="341058"/>
                  </a:lnTo>
                  <a:lnTo>
                    <a:pt x="209015" y="345053"/>
                  </a:lnTo>
                  <a:lnTo>
                    <a:pt x="202261" y="348104"/>
                  </a:lnTo>
                  <a:lnTo>
                    <a:pt x="200130" y="351980"/>
                  </a:lnTo>
                  <a:lnTo>
                    <a:pt x="199756" y="356101"/>
                  </a:lnTo>
                  <a:lnTo>
                    <a:pt x="199411" y="359880"/>
                  </a:lnTo>
                  <a:lnTo>
                    <a:pt x="197227" y="365234"/>
                  </a:lnTo>
                  <a:lnTo>
                    <a:pt x="192320" y="368980"/>
                  </a:lnTo>
                  <a:lnTo>
                    <a:pt x="188689" y="368552"/>
                  </a:lnTo>
                  <a:lnTo>
                    <a:pt x="186882" y="368339"/>
                  </a:lnTo>
                  <a:lnTo>
                    <a:pt x="185719" y="373065"/>
                  </a:lnTo>
                  <a:lnTo>
                    <a:pt x="182166" y="379049"/>
                  </a:lnTo>
                  <a:lnTo>
                    <a:pt x="182213" y="379937"/>
                  </a:lnTo>
                  <a:lnTo>
                    <a:pt x="182596" y="387081"/>
                  </a:lnTo>
                  <a:lnTo>
                    <a:pt x="182557" y="395716"/>
                  </a:lnTo>
                  <a:lnTo>
                    <a:pt x="180436" y="397517"/>
                  </a:lnTo>
                  <a:lnTo>
                    <a:pt x="178677" y="399008"/>
                  </a:lnTo>
                  <a:lnTo>
                    <a:pt x="177171" y="400556"/>
                  </a:lnTo>
                  <a:lnTo>
                    <a:pt x="174625" y="403171"/>
                  </a:lnTo>
                  <a:lnTo>
                    <a:pt x="169018" y="400086"/>
                  </a:lnTo>
                  <a:lnTo>
                    <a:pt x="159961" y="400255"/>
                  </a:lnTo>
                  <a:lnTo>
                    <a:pt x="152974" y="393405"/>
                  </a:lnTo>
                  <a:lnTo>
                    <a:pt x="148797" y="388983"/>
                  </a:lnTo>
                  <a:lnTo>
                    <a:pt x="143889" y="392181"/>
                  </a:lnTo>
                  <a:lnTo>
                    <a:pt x="140741" y="396661"/>
                  </a:lnTo>
                  <a:lnTo>
                    <a:pt x="138346" y="401295"/>
                  </a:lnTo>
                  <a:lnTo>
                    <a:pt x="137094" y="401768"/>
                  </a:lnTo>
                  <a:lnTo>
                    <a:pt x="134475" y="402755"/>
                  </a:lnTo>
                  <a:lnTo>
                    <a:pt x="135295" y="409950"/>
                  </a:lnTo>
                  <a:lnTo>
                    <a:pt x="137575" y="416408"/>
                  </a:lnTo>
                  <a:lnTo>
                    <a:pt x="130261" y="417197"/>
                  </a:lnTo>
                  <a:lnTo>
                    <a:pt x="129858" y="422896"/>
                  </a:lnTo>
                  <a:lnTo>
                    <a:pt x="127146" y="422076"/>
                  </a:lnTo>
                  <a:lnTo>
                    <a:pt x="126142" y="421772"/>
                  </a:lnTo>
                  <a:lnTo>
                    <a:pt x="120662" y="420225"/>
                  </a:lnTo>
                  <a:lnTo>
                    <a:pt x="115058" y="414451"/>
                  </a:lnTo>
                  <a:lnTo>
                    <a:pt x="111963" y="410702"/>
                  </a:lnTo>
                  <a:lnTo>
                    <a:pt x="111766" y="410847"/>
                  </a:lnTo>
                  <a:lnTo>
                    <a:pt x="107157" y="414225"/>
                  </a:lnTo>
                  <a:lnTo>
                    <a:pt x="103537" y="418541"/>
                  </a:lnTo>
                  <a:lnTo>
                    <a:pt x="99666" y="420120"/>
                  </a:lnTo>
                  <a:lnTo>
                    <a:pt x="97143" y="421148"/>
                  </a:lnTo>
                  <a:lnTo>
                    <a:pt x="95181" y="426116"/>
                  </a:lnTo>
                  <a:lnTo>
                    <a:pt x="94701" y="431160"/>
                  </a:lnTo>
                  <a:lnTo>
                    <a:pt x="91747" y="437868"/>
                  </a:lnTo>
                  <a:lnTo>
                    <a:pt x="88597" y="434222"/>
                  </a:lnTo>
                  <a:lnTo>
                    <a:pt x="84673" y="431272"/>
                  </a:lnTo>
                  <a:lnTo>
                    <a:pt x="78250" y="429558"/>
                  </a:lnTo>
                  <a:lnTo>
                    <a:pt x="76916" y="428919"/>
                  </a:lnTo>
                  <a:lnTo>
                    <a:pt x="73948" y="427496"/>
                  </a:lnTo>
                  <a:lnTo>
                    <a:pt x="71506" y="426325"/>
                  </a:lnTo>
                  <a:lnTo>
                    <a:pt x="64004" y="423663"/>
                  </a:lnTo>
                  <a:lnTo>
                    <a:pt x="61744" y="425145"/>
                  </a:lnTo>
                  <a:lnTo>
                    <a:pt x="58917" y="426997"/>
                  </a:lnTo>
                  <a:lnTo>
                    <a:pt x="53626" y="427254"/>
                  </a:lnTo>
                  <a:lnTo>
                    <a:pt x="49410" y="430665"/>
                  </a:lnTo>
                  <a:lnTo>
                    <a:pt x="48681" y="435662"/>
                  </a:lnTo>
                  <a:lnTo>
                    <a:pt x="44137" y="435924"/>
                  </a:lnTo>
                  <a:lnTo>
                    <a:pt x="41218" y="433531"/>
                  </a:lnTo>
                  <a:lnTo>
                    <a:pt x="40249" y="432735"/>
                  </a:lnTo>
                  <a:lnTo>
                    <a:pt x="33700" y="435463"/>
                  </a:lnTo>
                  <a:lnTo>
                    <a:pt x="27871" y="431546"/>
                  </a:lnTo>
                  <a:lnTo>
                    <a:pt x="24097" y="433465"/>
                  </a:lnTo>
                  <a:lnTo>
                    <a:pt x="23919" y="434356"/>
                  </a:lnTo>
                  <a:lnTo>
                    <a:pt x="23296" y="437462"/>
                  </a:lnTo>
                  <a:lnTo>
                    <a:pt x="26793" y="442463"/>
                  </a:lnTo>
                  <a:lnTo>
                    <a:pt x="24600" y="445707"/>
                  </a:lnTo>
                  <a:lnTo>
                    <a:pt x="21937" y="446913"/>
                  </a:lnTo>
                  <a:lnTo>
                    <a:pt x="17044" y="445813"/>
                  </a:lnTo>
                  <a:lnTo>
                    <a:pt x="13096" y="44046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840810" y="3607835"/>
              <a:ext cx="599315" cy="312396"/>
            </a:xfrm>
            <a:custGeom>
              <a:avLst/>
              <a:pathLst>
                <a:path w="599315" h="312396">
                  <a:moveTo>
                    <a:pt x="6254" y="8001"/>
                  </a:moveTo>
                  <a:lnTo>
                    <a:pt x="23235" y="8414"/>
                  </a:lnTo>
                  <a:lnTo>
                    <a:pt x="45654" y="8903"/>
                  </a:lnTo>
                  <a:lnTo>
                    <a:pt x="55804" y="9087"/>
                  </a:lnTo>
                  <a:lnTo>
                    <a:pt x="62533" y="9200"/>
                  </a:lnTo>
                  <a:lnTo>
                    <a:pt x="64857" y="9237"/>
                  </a:lnTo>
                  <a:lnTo>
                    <a:pt x="82931" y="9519"/>
                  </a:lnTo>
                  <a:lnTo>
                    <a:pt x="106252" y="9776"/>
                  </a:lnTo>
                  <a:lnTo>
                    <a:pt x="107799" y="9794"/>
                  </a:lnTo>
                  <a:lnTo>
                    <a:pt x="128051" y="9994"/>
                  </a:lnTo>
                  <a:lnTo>
                    <a:pt x="149977" y="10101"/>
                  </a:lnTo>
                  <a:lnTo>
                    <a:pt x="151198" y="10104"/>
                  </a:lnTo>
                  <a:lnTo>
                    <a:pt x="179388" y="10119"/>
                  </a:lnTo>
                  <a:lnTo>
                    <a:pt x="193711" y="10034"/>
                  </a:lnTo>
                  <a:lnTo>
                    <a:pt x="193937" y="10032"/>
                  </a:lnTo>
                  <a:lnTo>
                    <a:pt x="203493" y="9957"/>
                  </a:lnTo>
                  <a:lnTo>
                    <a:pt x="228453" y="9750"/>
                  </a:lnTo>
                  <a:lnTo>
                    <a:pt x="235688" y="9671"/>
                  </a:lnTo>
                  <a:lnTo>
                    <a:pt x="237125" y="9654"/>
                  </a:lnTo>
                  <a:lnTo>
                    <a:pt x="263474" y="9284"/>
                  </a:lnTo>
                  <a:lnTo>
                    <a:pt x="272185" y="9138"/>
                  </a:lnTo>
                  <a:lnTo>
                    <a:pt x="280638" y="8993"/>
                  </a:lnTo>
                  <a:lnTo>
                    <a:pt x="298461" y="8650"/>
                  </a:lnTo>
                  <a:lnTo>
                    <a:pt x="313772" y="8316"/>
                  </a:lnTo>
                  <a:lnTo>
                    <a:pt x="324924" y="8054"/>
                  </a:lnTo>
                  <a:lnTo>
                    <a:pt x="333455" y="7840"/>
                  </a:lnTo>
                  <a:lnTo>
                    <a:pt x="336884" y="7751"/>
                  </a:lnTo>
                  <a:lnTo>
                    <a:pt x="364821" y="6957"/>
                  </a:lnTo>
                  <a:lnTo>
                    <a:pt x="368427" y="6850"/>
                  </a:lnTo>
                  <a:lnTo>
                    <a:pt x="396261" y="5953"/>
                  </a:lnTo>
                  <a:lnTo>
                    <a:pt x="403430" y="5690"/>
                  </a:lnTo>
                  <a:lnTo>
                    <a:pt x="406723" y="5567"/>
                  </a:lnTo>
                  <a:lnTo>
                    <a:pt x="411982" y="5375"/>
                  </a:lnTo>
                  <a:lnTo>
                    <a:pt x="437936" y="4361"/>
                  </a:lnTo>
                  <a:lnTo>
                    <a:pt x="438418" y="4341"/>
                  </a:lnTo>
                  <a:lnTo>
                    <a:pt x="455769" y="3603"/>
                  </a:lnTo>
                  <a:lnTo>
                    <a:pt x="462322" y="3322"/>
                  </a:lnTo>
                  <a:lnTo>
                    <a:pt x="472385" y="2823"/>
                  </a:lnTo>
                  <a:lnTo>
                    <a:pt x="473421" y="2775"/>
                  </a:lnTo>
                  <a:lnTo>
                    <a:pt x="490614" y="1947"/>
                  </a:lnTo>
                  <a:lnTo>
                    <a:pt x="490887" y="1933"/>
                  </a:lnTo>
                  <a:lnTo>
                    <a:pt x="525229" y="134"/>
                  </a:lnTo>
                  <a:lnTo>
                    <a:pt x="527670" y="0"/>
                  </a:lnTo>
                  <a:lnTo>
                    <a:pt x="533939" y="5319"/>
                  </a:lnTo>
                  <a:lnTo>
                    <a:pt x="541063" y="9789"/>
                  </a:lnTo>
                  <a:lnTo>
                    <a:pt x="545965" y="12904"/>
                  </a:lnTo>
                  <a:lnTo>
                    <a:pt x="550616" y="9024"/>
                  </a:lnTo>
                  <a:lnTo>
                    <a:pt x="552570" y="8785"/>
                  </a:lnTo>
                  <a:lnTo>
                    <a:pt x="555792" y="8391"/>
                  </a:lnTo>
                  <a:lnTo>
                    <a:pt x="557718" y="10717"/>
                  </a:lnTo>
                  <a:lnTo>
                    <a:pt x="561864" y="15495"/>
                  </a:lnTo>
                  <a:lnTo>
                    <a:pt x="561962" y="16077"/>
                  </a:lnTo>
                  <a:lnTo>
                    <a:pt x="562765" y="20847"/>
                  </a:lnTo>
                  <a:lnTo>
                    <a:pt x="563739" y="23157"/>
                  </a:lnTo>
                  <a:lnTo>
                    <a:pt x="560873" y="25910"/>
                  </a:lnTo>
                  <a:lnTo>
                    <a:pt x="555316" y="26340"/>
                  </a:lnTo>
                  <a:lnTo>
                    <a:pt x="555511" y="30039"/>
                  </a:lnTo>
                  <a:lnTo>
                    <a:pt x="550574" y="33722"/>
                  </a:lnTo>
                  <a:lnTo>
                    <a:pt x="550288" y="37702"/>
                  </a:lnTo>
                  <a:lnTo>
                    <a:pt x="550152" y="39584"/>
                  </a:lnTo>
                  <a:lnTo>
                    <a:pt x="547964" y="41568"/>
                  </a:lnTo>
                  <a:lnTo>
                    <a:pt x="545228" y="44035"/>
                  </a:lnTo>
                  <a:lnTo>
                    <a:pt x="547066" y="46016"/>
                  </a:lnTo>
                  <a:lnTo>
                    <a:pt x="550519" y="49734"/>
                  </a:lnTo>
                  <a:lnTo>
                    <a:pt x="556096" y="54839"/>
                  </a:lnTo>
                  <a:lnTo>
                    <a:pt x="557482" y="56661"/>
                  </a:lnTo>
                  <a:lnTo>
                    <a:pt x="559096" y="58781"/>
                  </a:lnTo>
                  <a:lnTo>
                    <a:pt x="563631" y="59239"/>
                  </a:lnTo>
                  <a:lnTo>
                    <a:pt x="562548" y="66252"/>
                  </a:lnTo>
                  <a:lnTo>
                    <a:pt x="566818" y="71022"/>
                  </a:lnTo>
                  <a:lnTo>
                    <a:pt x="569459" y="74100"/>
                  </a:lnTo>
                  <a:lnTo>
                    <a:pt x="571702" y="77567"/>
                  </a:lnTo>
                  <a:lnTo>
                    <a:pt x="572329" y="78008"/>
                  </a:lnTo>
                  <a:lnTo>
                    <a:pt x="576426" y="80887"/>
                  </a:lnTo>
                  <a:lnTo>
                    <a:pt x="581152" y="79161"/>
                  </a:lnTo>
                  <a:lnTo>
                    <a:pt x="585728" y="81665"/>
                  </a:lnTo>
                  <a:lnTo>
                    <a:pt x="587454" y="81664"/>
                  </a:lnTo>
                  <a:lnTo>
                    <a:pt x="588239" y="81663"/>
                  </a:lnTo>
                  <a:lnTo>
                    <a:pt x="587291" y="85924"/>
                  </a:lnTo>
                  <a:lnTo>
                    <a:pt x="587424" y="88305"/>
                  </a:lnTo>
                  <a:lnTo>
                    <a:pt x="587679" y="92905"/>
                  </a:lnTo>
                  <a:lnTo>
                    <a:pt x="588028" y="99174"/>
                  </a:lnTo>
                  <a:lnTo>
                    <a:pt x="588809" y="112720"/>
                  </a:lnTo>
                  <a:lnTo>
                    <a:pt x="589426" y="123439"/>
                  </a:lnTo>
                  <a:lnTo>
                    <a:pt x="589439" y="123700"/>
                  </a:lnTo>
                  <a:lnTo>
                    <a:pt x="590772" y="149928"/>
                  </a:lnTo>
                  <a:lnTo>
                    <a:pt x="591323" y="158865"/>
                  </a:lnTo>
                  <a:lnTo>
                    <a:pt x="592257" y="174049"/>
                  </a:lnTo>
                  <a:lnTo>
                    <a:pt x="593236" y="191930"/>
                  </a:lnTo>
                  <a:lnTo>
                    <a:pt x="593362" y="194244"/>
                  </a:lnTo>
                  <a:lnTo>
                    <a:pt x="593633" y="199200"/>
                  </a:lnTo>
                  <a:lnTo>
                    <a:pt x="595212" y="229949"/>
                  </a:lnTo>
                  <a:lnTo>
                    <a:pt x="595268" y="230865"/>
                  </a:lnTo>
                  <a:lnTo>
                    <a:pt x="595388" y="232829"/>
                  </a:lnTo>
                  <a:lnTo>
                    <a:pt x="596879" y="257228"/>
                  </a:lnTo>
                  <a:lnTo>
                    <a:pt x="597147" y="261928"/>
                  </a:lnTo>
                  <a:lnTo>
                    <a:pt x="597295" y="264518"/>
                  </a:lnTo>
                  <a:lnTo>
                    <a:pt x="598317" y="282437"/>
                  </a:lnTo>
                  <a:lnTo>
                    <a:pt x="598957" y="292832"/>
                  </a:lnTo>
                  <a:lnTo>
                    <a:pt x="599315" y="298651"/>
                  </a:lnTo>
                  <a:lnTo>
                    <a:pt x="591677" y="299148"/>
                  </a:lnTo>
                  <a:lnTo>
                    <a:pt x="568905" y="300473"/>
                  </a:lnTo>
                  <a:lnTo>
                    <a:pt x="567911" y="300533"/>
                  </a:lnTo>
                  <a:lnTo>
                    <a:pt x="562601" y="300850"/>
                  </a:lnTo>
                  <a:lnTo>
                    <a:pt x="542525" y="302014"/>
                  </a:lnTo>
                  <a:lnTo>
                    <a:pt x="535659" y="302395"/>
                  </a:lnTo>
                  <a:lnTo>
                    <a:pt x="526412" y="302897"/>
                  </a:lnTo>
                  <a:lnTo>
                    <a:pt x="522285" y="303118"/>
                  </a:lnTo>
                  <a:lnTo>
                    <a:pt x="505095" y="304007"/>
                  </a:lnTo>
                  <a:lnTo>
                    <a:pt x="493695" y="304573"/>
                  </a:lnTo>
                  <a:lnTo>
                    <a:pt x="490779" y="304716"/>
                  </a:lnTo>
                  <a:lnTo>
                    <a:pt x="487832" y="304860"/>
                  </a:lnTo>
                  <a:lnTo>
                    <a:pt x="470347" y="305684"/>
                  </a:lnTo>
                  <a:lnTo>
                    <a:pt x="447539" y="306717"/>
                  </a:lnTo>
                  <a:lnTo>
                    <a:pt x="445498" y="306799"/>
                  </a:lnTo>
                  <a:lnTo>
                    <a:pt x="427401" y="307493"/>
                  </a:lnTo>
                  <a:lnTo>
                    <a:pt x="399087" y="308529"/>
                  </a:lnTo>
                  <a:lnTo>
                    <a:pt x="395288" y="308662"/>
                  </a:lnTo>
                  <a:lnTo>
                    <a:pt x="376141" y="309299"/>
                  </a:lnTo>
                  <a:lnTo>
                    <a:pt x="369891" y="309493"/>
                  </a:lnTo>
                  <a:lnTo>
                    <a:pt x="345158" y="310203"/>
                  </a:lnTo>
                  <a:lnTo>
                    <a:pt x="342445" y="310280"/>
                  </a:lnTo>
                  <a:lnTo>
                    <a:pt x="322822" y="310802"/>
                  </a:lnTo>
                  <a:lnTo>
                    <a:pt x="317441" y="310934"/>
                  </a:lnTo>
                  <a:lnTo>
                    <a:pt x="298452" y="311362"/>
                  </a:lnTo>
                  <a:lnTo>
                    <a:pt x="297892" y="311374"/>
                  </a:lnTo>
                  <a:lnTo>
                    <a:pt x="282500" y="311602"/>
                  </a:lnTo>
                  <a:lnTo>
                    <a:pt x="262529" y="311845"/>
                  </a:lnTo>
                  <a:lnTo>
                    <a:pt x="245700" y="312056"/>
                  </a:lnTo>
                  <a:lnTo>
                    <a:pt x="235269" y="312165"/>
                  </a:lnTo>
                  <a:lnTo>
                    <a:pt x="212850" y="312345"/>
                  </a:lnTo>
                  <a:lnTo>
                    <a:pt x="208877" y="312360"/>
                  </a:lnTo>
                  <a:lnTo>
                    <a:pt x="202018" y="312380"/>
                  </a:lnTo>
                  <a:lnTo>
                    <a:pt x="192605" y="312396"/>
                  </a:lnTo>
                  <a:lnTo>
                    <a:pt x="165340" y="312308"/>
                  </a:lnTo>
                  <a:lnTo>
                    <a:pt x="164745" y="312309"/>
                  </a:lnTo>
                  <a:lnTo>
                    <a:pt x="157725" y="312319"/>
                  </a:lnTo>
                  <a:lnTo>
                    <a:pt x="120312" y="312251"/>
                  </a:lnTo>
                  <a:lnTo>
                    <a:pt x="113798" y="312261"/>
                  </a:lnTo>
                  <a:lnTo>
                    <a:pt x="95841" y="312258"/>
                  </a:lnTo>
                  <a:lnTo>
                    <a:pt x="88585" y="312218"/>
                  </a:lnTo>
                  <a:lnTo>
                    <a:pt x="78813" y="312153"/>
                  </a:lnTo>
                  <a:lnTo>
                    <a:pt x="67098" y="312055"/>
                  </a:lnTo>
                  <a:lnTo>
                    <a:pt x="44979" y="311852"/>
                  </a:lnTo>
                  <a:lnTo>
                    <a:pt x="39331" y="311782"/>
                  </a:lnTo>
                  <a:lnTo>
                    <a:pt x="11290" y="311365"/>
                  </a:lnTo>
                  <a:lnTo>
                    <a:pt x="1133" y="311183"/>
                  </a:lnTo>
                  <a:lnTo>
                    <a:pt x="0" y="311162"/>
                  </a:lnTo>
                  <a:lnTo>
                    <a:pt x="121" y="306936"/>
                  </a:lnTo>
                  <a:lnTo>
                    <a:pt x="278" y="299743"/>
                  </a:lnTo>
                  <a:lnTo>
                    <a:pt x="625" y="284485"/>
                  </a:lnTo>
                  <a:lnTo>
                    <a:pt x="926" y="271297"/>
                  </a:lnTo>
                  <a:lnTo>
                    <a:pt x="1513" y="245619"/>
                  </a:lnTo>
                  <a:lnTo>
                    <a:pt x="1697" y="237606"/>
                  </a:lnTo>
                  <a:lnTo>
                    <a:pt x="1723" y="236129"/>
                  </a:lnTo>
                  <a:lnTo>
                    <a:pt x="2403" y="198421"/>
                  </a:lnTo>
                  <a:lnTo>
                    <a:pt x="2719" y="183375"/>
                  </a:lnTo>
                  <a:lnTo>
                    <a:pt x="2732" y="182737"/>
                  </a:lnTo>
                  <a:lnTo>
                    <a:pt x="2977" y="171088"/>
                  </a:lnTo>
                  <a:lnTo>
                    <a:pt x="3469" y="147847"/>
                  </a:lnTo>
                  <a:lnTo>
                    <a:pt x="3645" y="139547"/>
                  </a:lnTo>
                  <a:lnTo>
                    <a:pt x="4396" y="104342"/>
                  </a:lnTo>
                  <a:lnTo>
                    <a:pt x="4548" y="95666"/>
                  </a:lnTo>
                  <a:lnTo>
                    <a:pt x="4977" y="71426"/>
                  </a:lnTo>
                  <a:lnTo>
                    <a:pt x="5359" y="51830"/>
                  </a:lnTo>
                  <a:lnTo>
                    <a:pt x="5371" y="51238"/>
                  </a:lnTo>
                  <a:lnTo>
                    <a:pt x="5854" y="265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63872" y="3580022"/>
              <a:ext cx="634105" cy="351169"/>
            </a:xfrm>
            <a:custGeom>
              <a:avLst/>
              <a:pathLst>
                <a:path w="634105" h="351169">
                  <a:moveTo>
                    <a:pt x="1899" y="342939"/>
                  </a:moveTo>
                  <a:lnTo>
                    <a:pt x="7661" y="343121"/>
                  </a:lnTo>
                  <a:lnTo>
                    <a:pt x="13922" y="342758"/>
                  </a:lnTo>
                  <a:lnTo>
                    <a:pt x="15702" y="335949"/>
                  </a:lnTo>
                  <a:lnTo>
                    <a:pt x="20144" y="335200"/>
                  </a:lnTo>
                  <a:lnTo>
                    <a:pt x="20374" y="335161"/>
                  </a:lnTo>
                  <a:lnTo>
                    <a:pt x="24938" y="339664"/>
                  </a:lnTo>
                  <a:lnTo>
                    <a:pt x="29530" y="339986"/>
                  </a:lnTo>
                  <a:lnTo>
                    <a:pt x="31254" y="333581"/>
                  </a:lnTo>
                  <a:lnTo>
                    <a:pt x="32962" y="330540"/>
                  </a:lnTo>
                  <a:lnTo>
                    <a:pt x="33700" y="329223"/>
                  </a:lnTo>
                  <a:lnTo>
                    <a:pt x="29788" y="323778"/>
                  </a:lnTo>
                  <a:lnTo>
                    <a:pt x="33226" y="319008"/>
                  </a:lnTo>
                  <a:lnTo>
                    <a:pt x="32920" y="315716"/>
                  </a:lnTo>
                  <a:lnTo>
                    <a:pt x="32891" y="315408"/>
                  </a:lnTo>
                  <a:lnTo>
                    <a:pt x="32849" y="309039"/>
                  </a:lnTo>
                  <a:lnTo>
                    <a:pt x="34621" y="303890"/>
                  </a:lnTo>
                  <a:lnTo>
                    <a:pt x="35430" y="297975"/>
                  </a:lnTo>
                  <a:lnTo>
                    <a:pt x="35630" y="296510"/>
                  </a:lnTo>
                  <a:lnTo>
                    <a:pt x="32369" y="294276"/>
                  </a:lnTo>
                  <a:lnTo>
                    <a:pt x="32249" y="290352"/>
                  </a:lnTo>
                  <a:lnTo>
                    <a:pt x="28286" y="284913"/>
                  </a:lnTo>
                  <a:lnTo>
                    <a:pt x="28132" y="284701"/>
                  </a:lnTo>
                  <a:lnTo>
                    <a:pt x="33214" y="276701"/>
                  </a:lnTo>
                  <a:lnTo>
                    <a:pt x="36120" y="271065"/>
                  </a:lnTo>
                  <a:lnTo>
                    <a:pt x="40563" y="266561"/>
                  </a:lnTo>
                  <a:lnTo>
                    <a:pt x="46329" y="265453"/>
                  </a:lnTo>
                  <a:lnTo>
                    <a:pt x="46480" y="265424"/>
                  </a:lnTo>
                  <a:lnTo>
                    <a:pt x="46828" y="265514"/>
                  </a:lnTo>
                  <a:lnTo>
                    <a:pt x="55219" y="267675"/>
                  </a:lnTo>
                  <a:lnTo>
                    <a:pt x="62842" y="271242"/>
                  </a:lnTo>
                  <a:lnTo>
                    <a:pt x="68115" y="272017"/>
                  </a:lnTo>
                  <a:lnTo>
                    <a:pt x="75613" y="274118"/>
                  </a:lnTo>
                  <a:lnTo>
                    <a:pt x="80349" y="276628"/>
                  </a:lnTo>
                  <a:lnTo>
                    <a:pt x="83121" y="278096"/>
                  </a:lnTo>
                  <a:lnTo>
                    <a:pt x="86652" y="277524"/>
                  </a:lnTo>
                  <a:lnTo>
                    <a:pt x="87226" y="277431"/>
                  </a:lnTo>
                  <a:lnTo>
                    <a:pt x="87886" y="277323"/>
                  </a:lnTo>
                  <a:lnTo>
                    <a:pt x="90180" y="273662"/>
                  </a:lnTo>
                  <a:lnTo>
                    <a:pt x="91174" y="267877"/>
                  </a:lnTo>
                  <a:lnTo>
                    <a:pt x="86156" y="260843"/>
                  </a:lnTo>
                  <a:lnTo>
                    <a:pt x="81486" y="253700"/>
                  </a:lnTo>
                  <a:lnTo>
                    <a:pt x="83192" y="248109"/>
                  </a:lnTo>
                  <a:lnTo>
                    <a:pt x="84154" y="241267"/>
                  </a:lnTo>
                  <a:lnTo>
                    <a:pt x="87908" y="238383"/>
                  </a:lnTo>
                  <a:lnTo>
                    <a:pt x="88129" y="238430"/>
                  </a:lnTo>
                  <a:lnTo>
                    <a:pt x="93307" y="239513"/>
                  </a:lnTo>
                  <a:lnTo>
                    <a:pt x="99214" y="233424"/>
                  </a:lnTo>
                  <a:lnTo>
                    <a:pt x="109685" y="230356"/>
                  </a:lnTo>
                  <a:lnTo>
                    <a:pt x="117498" y="226932"/>
                  </a:lnTo>
                  <a:lnTo>
                    <a:pt x="116925" y="225220"/>
                  </a:lnTo>
                  <a:lnTo>
                    <a:pt x="116056" y="222624"/>
                  </a:lnTo>
                  <a:lnTo>
                    <a:pt x="110341" y="218582"/>
                  </a:lnTo>
                  <a:lnTo>
                    <a:pt x="110239" y="218342"/>
                  </a:lnTo>
                  <a:lnTo>
                    <a:pt x="106742" y="210134"/>
                  </a:lnTo>
                  <a:lnTo>
                    <a:pt x="108494" y="205167"/>
                  </a:lnTo>
                  <a:lnTo>
                    <a:pt x="114045" y="199359"/>
                  </a:lnTo>
                  <a:lnTo>
                    <a:pt x="115914" y="192850"/>
                  </a:lnTo>
                  <a:lnTo>
                    <a:pt x="121090" y="194013"/>
                  </a:lnTo>
                  <a:lnTo>
                    <a:pt x="123907" y="192738"/>
                  </a:lnTo>
                  <a:lnTo>
                    <a:pt x="126227" y="189306"/>
                  </a:lnTo>
                  <a:lnTo>
                    <a:pt x="122528" y="184016"/>
                  </a:lnTo>
                  <a:lnTo>
                    <a:pt x="123186" y="180730"/>
                  </a:lnTo>
                  <a:lnTo>
                    <a:pt x="123375" y="179788"/>
                  </a:lnTo>
                  <a:lnTo>
                    <a:pt x="127367" y="177758"/>
                  </a:lnTo>
                  <a:lnTo>
                    <a:pt x="133534" y="181901"/>
                  </a:lnTo>
                  <a:lnTo>
                    <a:pt x="140461" y="179015"/>
                  </a:lnTo>
                  <a:lnTo>
                    <a:pt x="141487" y="179857"/>
                  </a:lnTo>
                  <a:lnTo>
                    <a:pt x="144574" y="182389"/>
                  </a:lnTo>
                  <a:lnTo>
                    <a:pt x="149380" y="182112"/>
                  </a:lnTo>
                  <a:lnTo>
                    <a:pt x="150152" y="176825"/>
                  </a:lnTo>
                  <a:lnTo>
                    <a:pt x="154612" y="173218"/>
                  </a:lnTo>
                  <a:lnTo>
                    <a:pt x="160208" y="172945"/>
                  </a:lnTo>
                  <a:lnTo>
                    <a:pt x="163199" y="170987"/>
                  </a:lnTo>
                  <a:lnTo>
                    <a:pt x="165590" y="169419"/>
                  </a:lnTo>
                  <a:lnTo>
                    <a:pt x="173526" y="172235"/>
                  </a:lnTo>
                  <a:lnTo>
                    <a:pt x="176108" y="173474"/>
                  </a:lnTo>
                  <a:lnTo>
                    <a:pt x="179248" y="174979"/>
                  </a:lnTo>
                  <a:lnTo>
                    <a:pt x="180660" y="175655"/>
                  </a:lnTo>
                  <a:lnTo>
                    <a:pt x="187454" y="177468"/>
                  </a:lnTo>
                  <a:lnTo>
                    <a:pt x="191605" y="180589"/>
                  </a:lnTo>
                  <a:lnTo>
                    <a:pt x="194937" y="184446"/>
                  </a:lnTo>
                  <a:lnTo>
                    <a:pt x="198062" y="177349"/>
                  </a:lnTo>
                  <a:lnTo>
                    <a:pt x="198569" y="172013"/>
                  </a:lnTo>
                  <a:lnTo>
                    <a:pt x="200645" y="166758"/>
                  </a:lnTo>
                  <a:lnTo>
                    <a:pt x="203314" y="165671"/>
                  </a:lnTo>
                  <a:lnTo>
                    <a:pt x="207409" y="164001"/>
                  </a:lnTo>
                  <a:lnTo>
                    <a:pt x="211238" y="159435"/>
                  </a:lnTo>
                  <a:lnTo>
                    <a:pt x="216113" y="155862"/>
                  </a:lnTo>
                  <a:lnTo>
                    <a:pt x="216322" y="155708"/>
                  </a:lnTo>
                  <a:lnTo>
                    <a:pt x="219596" y="159674"/>
                  </a:lnTo>
                  <a:lnTo>
                    <a:pt x="225524" y="165782"/>
                  </a:lnTo>
                  <a:lnTo>
                    <a:pt x="231321" y="167419"/>
                  </a:lnTo>
                  <a:lnTo>
                    <a:pt x="232383" y="167740"/>
                  </a:lnTo>
                  <a:lnTo>
                    <a:pt x="235252" y="168608"/>
                  </a:lnTo>
                  <a:lnTo>
                    <a:pt x="235679" y="162579"/>
                  </a:lnTo>
                  <a:lnTo>
                    <a:pt x="243415" y="161745"/>
                  </a:lnTo>
                  <a:lnTo>
                    <a:pt x="241004" y="154913"/>
                  </a:lnTo>
                  <a:lnTo>
                    <a:pt x="240136" y="147302"/>
                  </a:lnTo>
                  <a:lnTo>
                    <a:pt x="242907" y="146257"/>
                  </a:lnTo>
                  <a:lnTo>
                    <a:pt x="244231" y="145758"/>
                  </a:lnTo>
                  <a:lnTo>
                    <a:pt x="246798" y="140808"/>
                  </a:lnTo>
                  <a:lnTo>
                    <a:pt x="250095" y="136116"/>
                  </a:lnTo>
                  <a:lnTo>
                    <a:pt x="255286" y="132734"/>
                  </a:lnTo>
                  <a:lnTo>
                    <a:pt x="259705" y="137411"/>
                  </a:lnTo>
                  <a:lnTo>
                    <a:pt x="267096" y="144657"/>
                  </a:lnTo>
                  <a:lnTo>
                    <a:pt x="276676" y="144478"/>
                  </a:lnTo>
                  <a:lnTo>
                    <a:pt x="282608" y="147742"/>
                  </a:lnTo>
                  <a:lnTo>
                    <a:pt x="285301" y="144976"/>
                  </a:lnTo>
                  <a:lnTo>
                    <a:pt x="286894" y="143339"/>
                  </a:lnTo>
                  <a:lnTo>
                    <a:pt x="288754" y="141761"/>
                  </a:lnTo>
                  <a:lnTo>
                    <a:pt x="290999" y="139856"/>
                  </a:lnTo>
                  <a:lnTo>
                    <a:pt x="291039" y="130722"/>
                  </a:lnTo>
                  <a:lnTo>
                    <a:pt x="290635" y="123164"/>
                  </a:lnTo>
                  <a:lnTo>
                    <a:pt x="290585" y="122225"/>
                  </a:lnTo>
                  <a:lnTo>
                    <a:pt x="294343" y="115895"/>
                  </a:lnTo>
                  <a:lnTo>
                    <a:pt x="295574" y="110895"/>
                  </a:lnTo>
                  <a:lnTo>
                    <a:pt x="297485" y="111121"/>
                  </a:lnTo>
                  <a:lnTo>
                    <a:pt x="301326" y="111573"/>
                  </a:lnTo>
                  <a:lnTo>
                    <a:pt x="306517" y="107611"/>
                  </a:lnTo>
                  <a:lnTo>
                    <a:pt x="308827" y="101948"/>
                  </a:lnTo>
                  <a:lnTo>
                    <a:pt x="309192" y="97950"/>
                  </a:lnTo>
                  <a:lnTo>
                    <a:pt x="309587" y="93590"/>
                  </a:lnTo>
                  <a:lnTo>
                    <a:pt x="311841" y="89490"/>
                  </a:lnTo>
                  <a:lnTo>
                    <a:pt x="318986" y="86263"/>
                  </a:lnTo>
                  <a:lnTo>
                    <a:pt x="320404" y="82037"/>
                  </a:lnTo>
                  <a:lnTo>
                    <a:pt x="323515" y="79262"/>
                  </a:lnTo>
                  <a:lnTo>
                    <a:pt x="324574" y="76607"/>
                  </a:lnTo>
                  <a:lnTo>
                    <a:pt x="322534" y="72538"/>
                  </a:lnTo>
                  <a:lnTo>
                    <a:pt x="321921" y="71315"/>
                  </a:lnTo>
                  <a:lnTo>
                    <a:pt x="320614" y="64776"/>
                  </a:lnTo>
                  <a:lnTo>
                    <a:pt x="318800" y="59101"/>
                  </a:lnTo>
                  <a:lnTo>
                    <a:pt x="322437" y="55945"/>
                  </a:lnTo>
                  <a:lnTo>
                    <a:pt x="327448" y="55281"/>
                  </a:lnTo>
                  <a:lnTo>
                    <a:pt x="328125" y="55057"/>
                  </a:lnTo>
                  <a:lnTo>
                    <a:pt x="332787" y="53515"/>
                  </a:lnTo>
                  <a:lnTo>
                    <a:pt x="336198" y="54974"/>
                  </a:lnTo>
                  <a:lnTo>
                    <a:pt x="339737" y="57117"/>
                  </a:lnTo>
                  <a:lnTo>
                    <a:pt x="341126" y="57957"/>
                  </a:lnTo>
                  <a:lnTo>
                    <a:pt x="344360" y="56503"/>
                  </a:lnTo>
                  <a:lnTo>
                    <a:pt x="349771" y="50394"/>
                  </a:lnTo>
                  <a:lnTo>
                    <a:pt x="353705" y="47791"/>
                  </a:lnTo>
                  <a:lnTo>
                    <a:pt x="358225" y="44795"/>
                  </a:lnTo>
                  <a:lnTo>
                    <a:pt x="366806" y="41857"/>
                  </a:lnTo>
                  <a:lnTo>
                    <a:pt x="370553" y="41621"/>
                  </a:lnTo>
                  <a:lnTo>
                    <a:pt x="370145" y="34512"/>
                  </a:lnTo>
                  <a:lnTo>
                    <a:pt x="370364" y="33526"/>
                  </a:lnTo>
                  <a:lnTo>
                    <a:pt x="370956" y="30860"/>
                  </a:lnTo>
                  <a:lnTo>
                    <a:pt x="367007" y="29923"/>
                  </a:lnTo>
                  <a:lnTo>
                    <a:pt x="363881" y="28664"/>
                  </a:lnTo>
                  <a:lnTo>
                    <a:pt x="362640" y="28164"/>
                  </a:lnTo>
                  <a:lnTo>
                    <a:pt x="365627" y="23042"/>
                  </a:lnTo>
                  <a:lnTo>
                    <a:pt x="363489" y="19052"/>
                  </a:lnTo>
                  <a:lnTo>
                    <a:pt x="360585" y="16218"/>
                  </a:lnTo>
                  <a:lnTo>
                    <a:pt x="358562" y="14242"/>
                  </a:lnTo>
                  <a:lnTo>
                    <a:pt x="361109" y="10910"/>
                  </a:lnTo>
                  <a:lnTo>
                    <a:pt x="363960" y="7341"/>
                  </a:lnTo>
                  <a:lnTo>
                    <a:pt x="368927" y="1759"/>
                  </a:lnTo>
                  <a:lnTo>
                    <a:pt x="372247" y="2772"/>
                  </a:lnTo>
                  <a:lnTo>
                    <a:pt x="372460" y="2953"/>
                  </a:lnTo>
                  <a:lnTo>
                    <a:pt x="375950" y="5903"/>
                  </a:lnTo>
                  <a:lnTo>
                    <a:pt x="380907" y="7187"/>
                  </a:lnTo>
                  <a:lnTo>
                    <a:pt x="382175" y="7515"/>
                  </a:lnTo>
                  <a:lnTo>
                    <a:pt x="386411" y="3809"/>
                  </a:lnTo>
                  <a:lnTo>
                    <a:pt x="390039" y="2853"/>
                  </a:lnTo>
                  <a:lnTo>
                    <a:pt x="391085" y="2577"/>
                  </a:lnTo>
                  <a:lnTo>
                    <a:pt x="391871" y="836"/>
                  </a:lnTo>
                  <a:lnTo>
                    <a:pt x="393341" y="0"/>
                  </a:lnTo>
                  <a:lnTo>
                    <a:pt x="394874" y="520"/>
                  </a:lnTo>
                  <a:lnTo>
                    <a:pt x="396480" y="3608"/>
                  </a:lnTo>
                  <a:lnTo>
                    <a:pt x="399858" y="7147"/>
                  </a:lnTo>
                  <a:lnTo>
                    <a:pt x="406394" y="7998"/>
                  </a:lnTo>
                  <a:lnTo>
                    <a:pt x="406969" y="8653"/>
                  </a:lnTo>
                  <a:lnTo>
                    <a:pt x="409555" y="11594"/>
                  </a:lnTo>
                  <a:lnTo>
                    <a:pt x="410968" y="15097"/>
                  </a:lnTo>
                  <a:lnTo>
                    <a:pt x="417084" y="22302"/>
                  </a:lnTo>
                  <a:lnTo>
                    <a:pt x="417182" y="22926"/>
                  </a:lnTo>
                  <a:lnTo>
                    <a:pt x="417725" y="26388"/>
                  </a:lnTo>
                  <a:lnTo>
                    <a:pt x="418567" y="27662"/>
                  </a:lnTo>
                  <a:lnTo>
                    <a:pt x="420137" y="30037"/>
                  </a:lnTo>
                  <a:lnTo>
                    <a:pt x="426926" y="30527"/>
                  </a:lnTo>
                  <a:lnTo>
                    <a:pt x="434222" y="31120"/>
                  </a:lnTo>
                  <a:lnTo>
                    <a:pt x="439970" y="28244"/>
                  </a:lnTo>
                  <a:lnTo>
                    <a:pt x="444405" y="28766"/>
                  </a:lnTo>
                  <a:lnTo>
                    <a:pt x="446552" y="29157"/>
                  </a:lnTo>
                  <a:lnTo>
                    <a:pt x="451215" y="30001"/>
                  </a:lnTo>
                  <a:lnTo>
                    <a:pt x="453422" y="33513"/>
                  </a:lnTo>
                  <a:lnTo>
                    <a:pt x="458021" y="34870"/>
                  </a:lnTo>
                  <a:lnTo>
                    <a:pt x="459723" y="38711"/>
                  </a:lnTo>
                  <a:lnTo>
                    <a:pt x="465645" y="39773"/>
                  </a:lnTo>
                  <a:lnTo>
                    <a:pt x="468002" y="40194"/>
                  </a:lnTo>
                  <a:lnTo>
                    <a:pt x="470472" y="38383"/>
                  </a:lnTo>
                  <a:lnTo>
                    <a:pt x="470774" y="38162"/>
                  </a:lnTo>
                  <a:lnTo>
                    <a:pt x="471385" y="34012"/>
                  </a:lnTo>
                  <a:lnTo>
                    <a:pt x="478710" y="30003"/>
                  </a:lnTo>
                  <a:lnTo>
                    <a:pt x="487102" y="31956"/>
                  </a:lnTo>
                  <a:lnTo>
                    <a:pt x="492594" y="31718"/>
                  </a:lnTo>
                  <a:lnTo>
                    <a:pt x="498025" y="34935"/>
                  </a:lnTo>
                  <a:lnTo>
                    <a:pt x="501337" y="36877"/>
                  </a:lnTo>
                  <a:lnTo>
                    <a:pt x="502902" y="35004"/>
                  </a:lnTo>
                  <a:lnTo>
                    <a:pt x="504643" y="32921"/>
                  </a:lnTo>
                  <a:lnTo>
                    <a:pt x="510375" y="32670"/>
                  </a:lnTo>
                  <a:lnTo>
                    <a:pt x="513593" y="29773"/>
                  </a:lnTo>
                  <a:lnTo>
                    <a:pt x="514320" y="26109"/>
                  </a:lnTo>
                  <a:lnTo>
                    <a:pt x="519373" y="20966"/>
                  </a:lnTo>
                  <a:lnTo>
                    <a:pt x="520191" y="19840"/>
                  </a:lnTo>
                  <a:lnTo>
                    <a:pt x="521453" y="18103"/>
                  </a:lnTo>
                  <a:lnTo>
                    <a:pt x="526873" y="15492"/>
                  </a:lnTo>
                  <a:lnTo>
                    <a:pt x="531078" y="13178"/>
                  </a:lnTo>
                  <a:lnTo>
                    <a:pt x="533365" y="16912"/>
                  </a:lnTo>
                  <a:lnTo>
                    <a:pt x="534344" y="21199"/>
                  </a:lnTo>
                  <a:lnTo>
                    <a:pt x="537417" y="28807"/>
                  </a:lnTo>
                  <a:lnTo>
                    <a:pt x="541396" y="31541"/>
                  </a:lnTo>
                  <a:lnTo>
                    <a:pt x="542540" y="32326"/>
                  </a:lnTo>
                  <a:lnTo>
                    <a:pt x="548914" y="31601"/>
                  </a:lnTo>
                  <a:lnTo>
                    <a:pt x="553891" y="35251"/>
                  </a:lnTo>
                  <a:lnTo>
                    <a:pt x="555021" y="35881"/>
                  </a:lnTo>
                  <a:lnTo>
                    <a:pt x="559469" y="38358"/>
                  </a:lnTo>
                  <a:lnTo>
                    <a:pt x="562711" y="43849"/>
                  </a:lnTo>
                  <a:lnTo>
                    <a:pt x="563990" y="52177"/>
                  </a:lnTo>
                  <a:lnTo>
                    <a:pt x="566786" y="54838"/>
                  </a:lnTo>
                  <a:lnTo>
                    <a:pt x="567389" y="62224"/>
                  </a:lnTo>
                  <a:lnTo>
                    <a:pt x="567319" y="63143"/>
                  </a:lnTo>
                  <a:lnTo>
                    <a:pt x="566976" y="67635"/>
                  </a:lnTo>
                  <a:lnTo>
                    <a:pt x="566097" y="75222"/>
                  </a:lnTo>
                  <a:lnTo>
                    <a:pt x="574041" y="81552"/>
                  </a:lnTo>
                  <a:lnTo>
                    <a:pt x="582943" y="89285"/>
                  </a:lnTo>
                  <a:lnTo>
                    <a:pt x="582550" y="93654"/>
                  </a:lnTo>
                  <a:lnTo>
                    <a:pt x="582328" y="96116"/>
                  </a:lnTo>
                  <a:lnTo>
                    <a:pt x="589053" y="99659"/>
                  </a:lnTo>
                  <a:lnTo>
                    <a:pt x="591375" y="102438"/>
                  </a:lnTo>
                  <a:lnTo>
                    <a:pt x="594649" y="106352"/>
                  </a:lnTo>
                  <a:lnTo>
                    <a:pt x="599073" y="109817"/>
                  </a:lnTo>
                  <a:lnTo>
                    <a:pt x="599983" y="111440"/>
                  </a:lnTo>
                  <a:lnTo>
                    <a:pt x="603328" y="117406"/>
                  </a:lnTo>
                  <a:lnTo>
                    <a:pt x="609924" y="119674"/>
                  </a:lnTo>
                  <a:lnTo>
                    <a:pt x="618283" y="124333"/>
                  </a:lnTo>
                  <a:lnTo>
                    <a:pt x="625870" y="128340"/>
                  </a:lnTo>
                  <a:lnTo>
                    <a:pt x="634105" y="127278"/>
                  </a:lnTo>
                  <a:lnTo>
                    <a:pt x="617949" y="149037"/>
                  </a:lnTo>
                  <a:lnTo>
                    <a:pt x="610459" y="159059"/>
                  </a:lnTo>
                  <a:lnTo>
                    <a:pt x="610120" y="159553"/>
                  </a:lnTo>
                  <a:lnTo>
                    <a:pt x="607317" y="163635"/>
                  </a:lnTo>
                  <a:lnTo>
                    <a:pt x="599830" y="167629"/>
                  </a:lnTo>
                  <a:lnTo>
                    <a:pt x="591878" y="174076"/>
                  </a:lnTo>
                  <a:lnTo>
                    <a:pt x="591533" y="174355"/>
                  </a:lnTo>
                  <a:lnTo>
                    <a:pt x="591009" y="174881"/>
                  </a:lnTo>
                  <a:lnTo>
                    <a:pt x="579109" y="186793"/>
                  </a:lnTo>
                  <a:lnTo>
                    <a:pt x="580570" y="192506"/>
                  </a:lnTo>
                  <a:lnTo>
                    <a:pt x="578853" y="196647"/>
                  </a:lnTo>
                  <a:lnTo>
                    <a:pt x="573675" y="199623"/>
                  </a:lnTo>
                  <a:lnTo>
                    <a:pt x="569810" y="204117"/>
                  </a:lnTo>
                  <a:lnTo>
                    <a:pt x="571242" y="209763"/>
                  </a:lnTo>
                  <a:lnTo>
                    <a:pt x="570150" y="212647"/>
                  </a:lnTo>
                  <a:lnTo>
                    <a:pt x="569461" y="214463"/>
                  </a:lnTo>
                  <a:lnTo>
                    <a:pt x="560190" y="220278"/>
                  </a:lnTo>
                  <a:lnTo>
                    <a:pt x="554751" y="221033"/>
                  </a:lnTo>
                  <a:lnTo>
                    <a:pt x="552517" y="227572"/>
                  </a:lnTo>
                  <a:lnTo>
                    <a:pt x="551733" y="233644"/>
                  </a:lnTo>
                  <a:lnTo>
                    <a:pt x="543515" y="237132"/>
                  </a:lnTo>
                  <a:lnTo>
                    <a:pt x="531519" y="244058"/>
                  </a:lnTo>
                  <a:lnTo>
                    <a:pt x="527610" y="247120"/>
                  </a:lnTo>
                  <a:lnTo>
                    <a:pt x="525519" y="247546"/>
                  </a:lnTo>
                  <a:lnTo>
                    <a:pt x="519859" y="248698"/>
                  </a:lnTo>
                  <a:lnTo>
                    <a:pt x="513002" y="253631"/>
                  </a:lnTo>
                  <a:lnTo>
                    <a:pt x="508430" y="258232"/>
                  </a:lnTo>
                  <a:lnTo>
                    <a:pt x="507473" y="260451"/>
                  </a:lnTo>
                  <a:lnTo>
                    <a:pt x="489927" y="263469"/>
                  </a:lnTo>
                  <a:lnTo>
                    <a:pt x="486786" y="263948"/>
                  </a:lnTo>
                  <a:lnTo>
                    <a:pt x="481852" y="264696"/>
                  </a:lnTo>
                  <a:lnTo>
                    <a:pt x="461247" y="268382"/>
                  </a:lnTo>
                  <a:lnTo>
                    <a:pt x="458318" y="268879"/>
                  </a:lnTo>
                  <a:lnTo>
                    <a:pt x="437749" y="272336"/>
                  </a:lnTo>
                  <a:lnTo>
                    <a:pt x="413691" y="276088"/>
                  </a:lnTo>
                  <a:lnTo>
                    <a:pt x="413091" y="276180"/>
                  </a:lnTo>
                  <a:lnTo>
                    <a:pt x="399291" y="277689"/>
                  </a:lnTo>
                  <a:lnTo>
                    <a:pt x="396595" y="277957"/>
                  </a:lnTo>
                  <a:lnTo>
                    <a:pt x="386024" y="278995"/>
                  </a:lnTo>
                  <a:lnTo>
                    <a:pt x="370456" y="281378"/>
                  </a:lnTo>
                  <a:lnTo>
                    <a:pt x="369217" y="281567"/>
                  </a:lnTo>
                  <a:lnTo>
                    <a:pt x="368776" y="281678"/>
                  </a:lnTo>
                  <a:lnTo>
                    <a:pt x="356814" y="284698"/>
                  </a:lnTo>
                  <a:lnTo>
                    <a:pt x="352393" y="285809"/>
                  </a:lnTo>
                  <a:lnTo>
                    <a:pt x="331321" y="288872"/>
                  </a:lnTo>
                  <a:lnTo>
                    <a:pt x="326413" y="289574"/>
                  </a:lnTo>
                  <a:lnTo>
                    <a:pt x="319028" y="290625"/>
                  </a:lnTo>
                  <a:lnTo>
                    <a:pt x="310163" y="291579"/>
                  </a:lnTo>
                  <a:lnTo>
                    <a:pt x="300917" y="292563"/>
                  </a:lnTo>
                  <a:lnTo>
                    <a:pt x="290166" y="293765"/>
                  </a:lnTo>
                  <a:lnTo>
                    <a:pt x="272253" y="295731"/>
                  </a:lnTo>
                  <a:lnTo>
                    <a:pt x="263877" y="296635"/>
                  </a:lnTo>
                  <a:lnTo>
                    <a:pt x="260353" y="298805"/>
                  </a:lnTo>
                  <a:lnTo>
                    <a:pt x="259379" y="298658"/>
                  </a:lnTo>
                  <a:lnTo>
                    <a:pt x="255370" y="298051"/>
                  </a:lnTo>
                  <a:lnTo>
                    <a:pt x="241878" y="300592"/>
                  </a:lnTo>
                  <a:lnTo>
                    <a:pt x="237598" y="301392"/>
                  </a:lnTo>
                  <a:lnTo>
                    <a:pt x="216235" y="305074"/>
                  </a:lnTo>
                  <a:lnTo>
                    <a:pt x="211562" y="305870"/>
                  </a:lnTo>
                  <a:lnTo>
                    <a:pt x="192496" y="309087"/>
                  </a:lnTo>
                  <a:lnTo>
                    <a:pt x="191477" y="309258"/>
                  </a:lnTo>
                  <a:lnTo>
                    <a:pt x="166148" y="313446"/>
                  </a:lnTo>
                  <a:lnTo>
                    <a:pt x="161576" y="314257"/>
                  </a:lnTo>
                  <a:lnTo>
                    <a:pt x="147862" y="316670"/>
                  </a:lnTo>
                  <a:lnTo>
                    <a:pt x="147735" y="313334"/>
                  </a:lnTo>
                  <a:lnTo>
                    <a:pt x="133501" y="313933"/>
                  </a:lnTo>
                  <a:lnTo>
                    <a:pt x="128400" y="314547"/>
                  </a:lnTo>
                  <a:lnTo>
                    <a:pt x="130360" y="319511"/>
                  </a:lnTo>
                  <a:lnTo>
                    <a:pt x="133384" y="327746"/>
                  </a:lnTo>
                  <a:lnTo>
                    <a:pt x="132675" y="333538"/>
                  </a:lnTo>
                  <a:lnTo>
                    <a:pt x="132425" y="333580"/>
                  </a:lnTo>
                  <a:lnTo>
                    <a:pt x="126021" y="334657"/>
                  </a:lnTo>
                  <a:lnTo>
                    <a:pt x="94576" y="338771"/>
                  </a:lnTo>
                  <a:lnTo>
                    <a:pt x="92589" y="339027"/>
                  </a:lnTo>
                  <a:lnTo>
                    <a:pt x="92204" y="339079"/>
                  </a:lnTo>
                  <a:lnTo>
                    <a:pt x="66094" y="342578"/>
                  </a:lnTo>
                  <a:lnTo>
                    <a:pt x="65189" y="342697"/>
                  </a:lnTo>
                  <a:lnTo>
                    <a:pt x="64545" y="342783"/>
                  </a:lnTo>
                  <a:lnTo>
                    <a:pt x="53251" y="344264"/>
                  </a:lnTo>
                  <a:lnTo>
                    <a:pt x="31732" y="346703"/>
                  </a:lnTo>
                  <a:lnTo>
                    <a:pt x="20149" y="348663"/>
                  </a:lnTo>
                  <a:lnTo>
                    <a:pt x="13904" y="349712"/>
                  </a:lnTo>
                  <a:lnTo>
                    <a:pt x="3306" y="351169"/>
                  </a:lnTo>
                  <a:lnTo>
                    <a:pt x="0" y="34717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71042" y="4396946"/>
              <a:ext cx="625804" cy="525015"/>
            </a:xfrm>
            <a:custGeom>
              <a:avLst/>
              <a:pathLst>
                <a:path w="625804" h="525015">
                  <a:moveTo>
                    <a:pt x="2693" y="70005"/>
                  </a:moveTo>
                  <a:lnTo>
                    <a:pt x="1832" y="56005"/>
                  </a:lnTo>
                  <a:lnTo>
                    <a:pt x="1142" y="44797"/>
                  </a:lnTo>
                  <a:lnTo>
                    <a:pt x="0" y="26279"/>
                  </a:lnTo>
                  <a:lnTo>
                    <a:pt x="25905" y="24412"/>
                  </a:lnTo>
                  <a:lnTo>
                    <a:pt x="26753" y="24349"/>
                  </a:lnTo>
                  <a:lnTo>
                    <a:pt x="36263" y="23645"/>
                  </a:lnTo>
                  <a:lnTo>
                    <a:pt x="59210" y="22025"/>
                  </a:lnTo>
                  <a:lnTo>
                    <a:pt x="62662" y="21776"/>
                  </a:lnTo>
                  <a:lnTo>
                    <a:pt x="75527" y="20839"/>
                  </a:lnTo>
                  <a:lnTo>
                    <a:pt x="91229" y="19636"/>
                  </a:lnTo>
                  <a:lnTo>
                    <a:pt x="95906" y="19272"/>
                  </a:lnTo>
                  <a:lnTo>
                    <a:pt x="119559" y="17449"/>
                  </a:lnTo>
                  <a:lnTo>
                    <a:pt x="121559" y="17292"/>
                  </a:lnTo>
                  <a:lnTo>
                    <a:pt x="149507" y="15330"/>
                  </a:lnTo>
                  <a:lnTo>
                    <a:pt x="149642" y="15320"/>
                  </a:lnTo>
                  <a:lnTo>
                    <a:pt x="174833" y="13427"/>
                  </a:lnTo>
                  <a:lnTo>
                    <a:pt x="206413" y="11009"/>
                  </a:lnTo>
                  <a:lnTo>
                    <a:pt x="223844" y="9481"/>
                  </a:lnTo>
                  <a:lnTo>
                    <a:pt x="245790" y="7513"/>
                  </a:lnTo>
                  <a:lnTo>
                    <a:pt x="289480" y="3449"/>
                  </a:lnTo>
                  <a:lnTo>
                    <a:pt x="292740" y="3147"/>
                  </a:lnTo>
                  <a:lnTo>
                    <a:pt x="295508" y="2890"/>
                  </a:lnTo>
                  <a:lnTo>
                    <a:pt x="314903" y="1066"/>
                  </a:lnTo>
                  <a:lnTo>
                    <a:pt x="326048" y="0"/>
                  </a:lnTo>
                  <a:lnTo>
                    <a:pt x="329919" y="2782"/>
                  </a:lnTo>
                  <a:lnTo>
                    <a:pt x="337501" y="7759"/>
                  </a:lnTo>
                  <a:lnTo>
                    <a:pt x="338279" y="14322"/>
                  </a:lnTo>
                  <a:lnTo>
                    <a:pt x="331149" y="20430"/>
                  </a:lnTo>
                  <a:lnTo>
                    <a:pt x="328904" y="25597"/>
                  </a:lnTo>
                  <a:lnTo>
                    <a:pt x="329811" y="30425"/>
                  </a:lnTo>
                  <a:lnTo>
                    <a:pt x="335241" y="34731"/>
                  </a:lnTo>
                  <a:lnTo>
                    <a:pt x="341845" y="35984"/>
                  </a:lnTo>
                  <a:lnTo>
                    <a:pt x="337605" y="41871"/>
                  </a:lnTo>
                  <a:lnTo>
                    <a:pt x="340837" y="52964"/>
                  </a:lnTo>
                  <a:lnTo>
                    <a:pt x="343842" y="55566"/>
                  </a:lnTo>
                  <a:lnTo>
                    <a:pt x="344676" y="56328"/>
                  </a:lnTo>
                  <a:lnTo>
                    <a:pt x="349635" y="63398"/>
                  </a:lnTo>
                  <a:lnTo>
                    <a:pt x="344087" y="64554"/>
                  </a:lnTo>
                  <a:lnTo>
                    <a:pt x="345866" y="74352"/>
                  </a:lnTo>
                  <a:lnTo>
                    <a:pt x="355931" y="75132"/>
                  </a:lnTo>
                  <a:lnTo>
                    <a:pt x="354484" y="85153"/>
                  </a:lnTo>
                  <a:lnTo>
                    <a:pt x="362069" y="85656"/>
                  </a:lnTo>
                  <a:lnTo>
                    <a:pt x="359761" y="93816"/>
                  </a:lnTo>
                  <a:lnTo>
                    <a:pt x="355667" y="103545"/>
                  </a:lnTo>
                  <a:lnTo>
                    <a:pt x="342359" y="105821"/>
                  </a:lnTo>
                  <a:lnTo>
                    <a:pt x="351474" y="118395"/>
                  </a:lnTo>
                  <a:lnTo>
                    <a:pt x="352104" y="119263"/>
                  </a:lnTo>
                  <a:lnTo>
                    <a:pt x="347650" y="126588"/>
                  </a:lnTo>
                  <a:lnTo>
                    <a:pt x="347784" y="130192"/>
                  </a:lnTo>
                  <a:lnTo>
                    <a:pt x="344039" y="135497"/>
                  </a:lnTo>
                  <a:lnTo>
                    <a:pt x="337337" y="138054"/>
                  </a:lnTo>
                  <a:lnTo>
                    <a:pt x="337556" y="145212"/>
                  </a:lnTo>
                  <a:lnTo>
                    <a:pt x="331911" y="151623"/>
                  </a:lnTo>
                  <a:lnTo>
                    <a:pt x="330952" y="152684"/>
                  </a:lnTo>
                  <a:lnTo>
                    <a:pt x="326093" y="158048"/>
                  </a:lnTo>
                  <a:lnTo>
                    <a:pt x="319609" y="157465"/>
                  </a:lnTo>
                  <a:lnTo>
                    <a:pt x="318540" y="163442"/>
                  </a:lnTo>
                  <a:lnTo>
                    <a:pt x="323633" y="169883"/>
                  </a:lnTo>
                  <a:lnTo>
                    <a:pt x="323878" y="170194"/>
                  </a:lnTo>
                  <a:lnTo>
                    <a:pt x="316871" y="172636"/>
                  </a:lnTo>
                  <a:lnTo>
                    <a:pt x="316206" y="184615"/>
                  </a:lnTo>
                  <a:lnTo>
                    <a:pt x="308652" y="188582"/>
                  </a:lnTo>
                  <a:lnTo>
                    <a:pt x="309758" y="192895"/>
                  </a:lnTo>
                  <a:lnTo>
                    <a:pt x="312531" y="198202"/>
                  </a:lnTo>
                  <a:lnTo>
                    <a:pt x="306681" y="200390"/>
                  </a:lnTo>
                  <a:lnTo>
                    <a:pt x="303926" y="205501"/>
                  </a:lnTo>
                  <a:lnTo>
                    <a:pt x="305393" y="213374"/>
                  </a:lnTo>
                  <a:lnTo>
                    <a:pt x="303418" y="220130"/>
                  </a:lnTo>
                  <a:lnTo>
                    <a:pt x="303584" y="227114"/>
                  </a:lnTo>
                  <a:lnTo>
                    <a:pt x="307261" y="233048"/>
                  </a:lnTo>
                  <a:lnTo>
                    <a:pt x="301214" y="237690"/>
                  </a:lnTo>
                  <a:lnTo>
                    <a:pt x="294539" y="237512"/>
                  </a:lnTo>
                  <a:lnTo>
                    <a:pt x="292259" y="242236"/>
                  </a:lnTo>
                  <a:lnTo>
                    <a:pt x="298999" y="247066"/>
                  </a:lnTo>
                  <a:lnTo>
                    <a:pt x="298909" y="247303"/>
                  </a:lnTo>
                  <a:lnTo>
                    <a:pt x="295986" y="255020"/>
                  </a:lnTo>
                  <a:lnTo>
                    <a:pt x="299623" y="260786"/>
                  </a:lnTo>
                  <a:lnTo>
                    <a:pt x="304074" y="266001"/>
                  </a:lnTo>
                  <a:lnTo>
                    <a:pt x="296712" y="272707"/>
                  </a:lnTo>
                  <a:lnTo>
                    <a:pt x="295770" y="273564"/>
                  </a:lnTo>
                  <a:lnTo>
                    <a:pt x="343610" y="268820"/>
                  </a:lnTo>
                  <a:lnTo>
                    <a:pt x="349161" y="268245"/>
                  </a:lnTo>
                  <a:lnTo>
                    <a:pt x="362595" y="266841"/>
                  </a:lnTo>
                  <a:lnTo>
                    <a:pt x="389720" y="263950"/>
                  </a:lnTo>
                  <a:lnTo>
                    <a:pt x="397481" y="263109"/>
                  </a:lnTo>
                  <a:lnTo>
                    <a:pt x="419649" y="260647"/>
                  </a:lnTo>
                  <a:lnTo>
                    <a:pt x="421919" y="260392"/>
                  </a:lnTo>
                  <a:lnTo>
                    <a:pt x="445084" y="257759"/>
                  </a:lnTo>
                  <a:lnTo>
                    <a:pt x="445234" y="257742"/>
                  </a:lnTo>
                  <a:lnTo>
                    <a:pt x="455229" y="256571"/>
                  </a:lnTo>
                  <a:lnTo>
                    <a:pt x="497072" y="251556"/>
                  </a:lnTo>
                  <a:lnTo>
                    <a:pt x="504191" y="250689"/>
                  </a:lnTo>
                  <a:lnTo>
                    <a:pt x="516638" y="249175"/>
                  </a:lnTo>
                  <a:lnTo>
                    <a:pt x="515341" y="261409"/>
                  </a:lnTo>
                  <a:lnTo>
                    <a:pt x="511790" y="274338"/>
                  </a:lnTo>
                  <a:lnTo>
                    <a:pt x="507897" y="287389"/>
                  </a:lnTo>
                  <a:lnTo>
                    <a:pt x="509869" y="295041"/>
                  </a:lnTo>
                  <a:lnTo>
                    <a:pt x="510708" y="298291"/>
                  </a:lnTo>
                  <a:lnTo>
                    <a:pt x="515476" y="310218"/>
                  </a:lnTo>
                  <a:lnTo>
                    <a:pt x="525690" y="318995"/>
                  </a:lnTo>
                  <a:lnTo>
                    <a:pt x="527473" y="321952"/>
                  </a:lnTo>
                  <a:lnTo>
                    <a:pt x="530514" y="326993"/>
                  </a:lnTo>
                  <a:lnTo>
                    <a:pt x="537129" y="340482"/>
                  </a:lnTo>
                  <a:lnTo>
                    <a:pt x="541481" y="352267"/>
                  </a:lnTo>
                  <a:lnTo>
                    <a:pt x="551679" y="355938"/>
                  </a:lnTo>
                  <a:lnTo>
                    <a:pt x="542805" y="362139"/>
                  </a:lnTo>
                  <a:lnTo>
                    <a:pt x="537085" y="366126"/>
                  </a:lnTo>
                  <a:lnTo>
                    <a:pt x="534544" y="372151"/>
                  </a:lnTo>
                  <a:lnTo>
                    <a:pt x="523418" y="377616"/>
                  </a:lnTo>
                  <a:lnTo>
                    <a:pt x="516474" y="382077"/>
                  </a:lnTo>
                  <a:lnTo>
                    <a:pt x="516474" y="382351"/>
                  </a:lnTo>
                  <a:lnTo>
                    <a:pt x="516477" y="390942"/>
                  </a:lnTo>
                  <a:lnTo>
                    <a:pt x="523352" y="392656"/>
                  </a:lnTo>
                  <a:lnTo>
                    <a:pt x="529621" y="394118"/>
                  </a:lnTo>
                  <a:lnTo>
                    <a:pt x="535192" y="399332"/>
                  </a:lnTo>
                  <a:lnTo>
                    <a:pt x="541733" y="399963"/>
                  </a:lnTo>
                  <a:lnTo>
                    <a:pt x="547216" y="396900"/>
                  </a:lnTo>
                  <a:lnTo>
                    <a:pt x="548580" y="382919"/>
                  </a:lnTo>
                  <a:lnTo>
                    <a:pt x="557176" y="374145"/>
                  </a:lnTo>
                  <a:lnTo>
                    <a:pt x="562671" y="370773"/>
                  </a:lnTo>
                  <a:lnTo>
                    <a:pt x="574658" y="369535"/>
                  </a:lnTo>
                  <a:lnTo>
                    <a:pt x="578767" y="364648"/>
                  </a:lnTo>
                  <a:lnTo>
                    <a:pt x="586298" y="357845"/>
                  </a:lnTo>
                  <a:lnTo>
                    <a:pt x="591912" y="355196"/>
                  </a:lnTo>
                  <a:lnTo>
                    <a:pt x="592840" y="366621"/>
                  </a:lnTo>
                  <a:lnTo>
                    <a:pt x="590359" y="376446"/>
                  </a:lnTo>
                  <a:lnTo>
                    <a:pt x="589517" y="385743"/>
                  </a:lnTo>
                  <a:lnTo>
                    <a:pt x="589607" y="392271"/>
                  </a:lnTo>
                  <a:lnTo>
                    <a:pt x="583992" y="402970"/>
                  </a:lnTo>
                  <a:lnTo>
                    <a:pt x="587253" y="408871"/>
                  </a:lnTo>
                  <a:lnTo>
                    <a:pt x="572046" y="408832"/>
                  </a:lnTo>
                  <a:lnTo>
                    <a:pt x="572723" y="420736"/>
                  </a:lnTo>
                  <a:lnTo>
                    <a:pt x="565917" y="425630"/>
                  </a:lnTo>
                  <a:lnTo>
                    <a:pt x="562016" y="428574"/>
                  </a:lnTo>
                  <a:lnTo>
                    <a:pt x="561600" y="428888"/>
                  </a:lnTo>
                  <a:lnTo>
                    <a:pt x="557791" y="427048"/>
                  </a:lnTo>
                  <a:lnTo>
                    <a:pt x="550464" y="433101"/>
                  </a:lnTo>
                  <a:lnTo>
                    <a:pt x="555777" y="441434"/>
                  </a:lnTo>
                  <a:lnTo>
                    <a:pt x="555871" y="448135"/>
                  </a:lnTo>
                  <a:lnTo>
                    <a:pt x="561089" y="455528"/>
                  </a:lnTo>
                  <a:lnTo>
                    <a:pt x="567340" y="458592"/>
                  </a:lnTo>
                  <a:lnTo>
                    <a:pt x="579574" y="459042"/>
                  </a:lnTo>
                  <a:lnTo>
                    <a:pt x="587615" y="458554"/>
                  </a:lnTo>
                  <a:lnTo>
                    <a:pt x="594712" y="464579"/>
                  </a:lnTo>
                  <a:lnTo>
                    <a:pt x="601366" y="462729"/>
                  </a:lnTo>
                  <a:lnTo>
                    <a:pt x="610061" y="470422"/>
                  </a:lnTo>
                  <a:lnTo>
                    <a:pt x="612993" y="478127"/>
                  </a:lnTo>
                  <a:lnTo>
                    <a:pt x="623736" y="477357"/>
                  </a:lnTo>
                  <a:lnTo>
                    <a:pt x="625804" y="483607"/>
                  </a:lnTo>
                  <a:lnTo>
                    <a:pt x="620722" y="494539"/>
                  </a:lnTo>
                  <a:lnTo>
                    <a:pt x="615070" y="497496"/>
                  </a:lnTo>
                  <a:lnTo>
                    <a:pt x="611890" y="503892"/>
                  </a:lnTo>
                  <a:lnTo>
                    <a:pt x="613127" y="508871"/>
                  </a:lnTo>
                  <a:lnTo>
                    <a:pt x="603741" y="505878"/>
                  </a:lnTo>
                  <a:lnTo>
                    <a:pt x="598437" y="501702"/>
                  </a:lnTo>
                  <a:lnTo>
                    <a:pt x="591709" y="509027"/>
                  </a:lnTo>
                  <a:lnTo>
                    <a:pt x="583435" y="520357"/>
                  </a:lnTo>
                  <a:lnTo>
                    <a:pt x="581988" y="509318"/>
                  </a:lnTo>
                  <a:lnTo>
                    <a:pt x="586240" y="501392"/>
                  </a:lnTo>
                  <a:lnTo>
                    <a:pt x="582053" y="494928"/>
                  </a:lnTo>
                  <a:lnTo>
                    <a:pt x="576698" y="492152"/>
                  </a:lnTo>
                  <a:lnTo>
                    <a:pt x="569906" y="484073"/>
                  </a:lnTo>
                  <a:lnTo>
                    <a:pt x="559900" y="481581"/>
                  </a:lnTo>
                  <a:lnTo>
                    <a:pt x="554809" y="480914"/>
                  </a:lnTo>
                  <a:lnTo>
                    <a:pt x="550397" y="476250"/>
                  </a:lnTo>
                  <a:lnTo>
                    <a:pt x="540025" y="475668"/>
                  </a:lnTo>
                  <a:lnTo>
                    <a:pt x="526105" y="475320"/>
                  </a:lnTo>
                  <a:lnTo>
                    <a:pt x="521451" y="477447"/>
                  </a:lnTo>
                  <a:lnTo>
                    <a:pt x="519369" y="479587"/>
                  </a:lnTo>
                  <a:lnTo>
                    <a:pt x="513549" y="485563"/>
                  </a:lnTo>
                  <a:lnTo>
                    <a:pt x="502423" y="496292"/>
                  </a:lnTo>
                  <a:lnTo>
                    <a:pt x="498974" y="499278"/>
                  </a:lnTo>
                  <a:lnTo>
                    <a:pt x="495348" y="502413"/>
                  </a:lnTo>
                  <a:lnTo>
                    <a:pt x="484193" y="511659"/>
                  </a:lnTo>
                  <a:lnTo>
                    <a:pt x="471300" y="515973"/>
                  </a:lnTo>
                  <a:lnTo>
                    <a:pt x="462536" y="517672"/>
                  </a:lnTo>
                  <a:lnTo>
                    <a:pt x="458649" y="518423"/>
                  </a:lnTo>
                  <a:lnTo>
                    <a:pt x="453248" y="518653"/>
                  </a:lnTo>
                  <a:lnTo>
                    <a:pt x="433862" y="520905"/>
                  </a:lnTo>
                  <a:lnTo>
                    <a:pt x="422686" y="524484"/>
                  </a:lnTo>
                  <a:lnTo>
                    <a:pt x="415067" y="525015"/>
                  </a:lnTo>
                  <a:lnTo>
                    <a:pt x="408356" y="523851"/>
                  </a:lnTo>
                  <a:lnTo>
                    <a:pt x="406625" y="517462"/>
                  </a:lnTo>
                  <a:lnTo>
                    <a:pt x="398341" y="510596"/>
                  </a:lnTo>
                  <a:lnTo>
                    <a:pt x="391375" y="510366"/>
                  </a:lnTo>
                  <a:lnTo>
                    <a:pt x="380060" y="509083"/>
                  </a:lnTo>
                  <a:lnTo>
                    <a:pt x="372128" y="505808"/>
                  </a:lnTo>
                  <a:lnTo>
                    <a:pt x="357531" y="503296"/>
                  </a:lnTo>
                  <a:lnTo>
                    <a:pt x="350325" y="497159"/>
                  </a:lnTo>
                  <a:lnTo>
                    <a:pt x="356849" y="492326"/>
                  </a:lnTo>
                  <a:lnTo>
                    <a:pt x="357708" y="487995"/>
                  </a:lnTo>
                  <a:lnTo>
                    <a:pt x="349373" y="484775"/>
                  </a:lnTo>
                  <a:lnTo>
                    <a:pt x="345513" y="481241"/>
                  </a:lnTo>
                  <a:lnTo>
                    <a:pt x="347185" y="477875"/>
                  </a:lnTo>
                  <a:lnTo>
                    <a:pt x="341072" y="471397"/>
                  </a:lnTo>
                  <a:lnTo>
                    <a:pt x="333520" y="475799"/>
                  </a:lnTo>
                  <a:lnTo>
                    <a:pt x="330291" y="472195"/>
                  </a:lnTo>
                  <a:lnTo>
                    <a:pt x="324576" y="468394"/>
                  </a:lnTo>
                  <a:lnTo>
                    <a:pt x="323437" y="463884"/>
                  </a:lnTo>
                  <a:lnTo>
                    <a:pt x="322588" y="460138"/>
                  </a:lnTo>
                  <a:lnTo>
                    <a:pt x="315327" y="455894"/>
                  </a:lnTo>
                  <a:lnTo>
                    <a:pt x="310195" y="456463"/>
                  </a:lnTo>
                  <a:lnTo>
                    <a:pt x="311793" y="447077"/>
                  </a:lnTo>
                  <a:lnTo>
                    <a:pt x="306189" y="441352"/>
                  </a:lnTo>
                  <a:lnTo>
                    <a:pt x="297905" y="441670"/>
                  </a:lnTo>
                  <a:lnTo>
                    <a:pt x="289831" y="445704"/>
                  </a:lnTo>
                  <a:lnTo>
                    <a:pt x="284784" y="449162"/>
                  </a:lnTo>
                  <a:lnTo>
                    <a:pt x="284049" y="454012"/>
                  </a:lnTo>
                  <a:lnTo>
                    <a:pt x="283217" y="459486"/>
                  </a:lnTo>
                  <a:lnTo>
                    <a:pt x="291743" y="462894"/>
                  </a:lnTo>
                  <a:lnTo>
                    <a:pt x="302945" y="465407"/>
                  </a:lnTo>
                  <a:lnTo>
                    <a:pt x="297061" y="476590"/>
                  </a:lnTo>
                  <a:lnTo>
                    <a:pt x="290950" y="479380"/>
                  </a:lnTo>
                  <a:lnTo>
                    <a:pt x="279419" y="474468"/>
                  </a:lnTo>
                  <a:lnTo>
                    <a:pt x="265308" y="468496"/>
                  </a:lnTo>
                  <a:lnTo>
                    <a:pt x="263760" y="467991"/>
                  </a:lnTo>
                  <a:lnTo>
                    <a:pt x="261127" y="467133"/>
                  </a:lnTo>
                  <a:lnTo>
                    <a:pt x="250077" y="468685"/>
                  </a:lnTo>
                  <a:lnTo>
                    <a:pt x="239517" y="475317"/>
                  </a:lnTo>
                  <a:lnTo>
                    <a:pt x="231151" y="477119"/>
                  </a:lnTo>
                  <a:lnTo>
                    <a:pt x="220801" y="475884"/>
                  </a:lnTo>
                  <a:lnTo>
                    <a:pt x="213150" y="474724"/>
                  </a:lnTo>
                  <a:lnTo>
                    <a:pt x="201850" y="473508"/>
                  </a:lnTo>
                  <a:lnTo>
                    <a:pt x="196074" y="472473"/>
                  </a:lnTo>
                  <a:lnTo>
                    <a:pt x="187851" y="470992"/>
                  </a:lnTo>
                  <a:lnTo>
                    <a:pt x="164092" y="462860"/>
                  </a:lnTo>
                  <a:lnTo>
                    <a:pt x="150357" y="458130"/>
                  </a:lnTo>
                  <a:lnTo>
                    <a:pt x="138929" y="455654"/>
                  </a:lnTo>
                  <a:lnTo>
                    <a:pt x="128284" y="453630"/>
                  </a:lnTo>
                  <a:lnTo>
                    <a:pt x="114272" y="454109"/>
                  </a:lnTo>
                  <a:lnTo>
                    <a:pt x="100734" y="456185"/>
                  </a:lnTo>
                  <a:lnTo>
                    <a:pt x="85763" y="457858"/>
                  </a:lnTo>
                  <a:lnTo>
                    <a:pt x="62009" y="463222"/>
                  </a:lnTo>
                  <a:lnTo>
                    <a:pt x="55427" y="466525"/>
                  </a:lnTo>
                  <a:lnTo>
                    <a:pt x="51061" y="470143"/>
                  </a:lnTo>
                  <a:lnTo>
                    <a:pt x="47815" y="465886"/>
                  </a:lnTo>
                  <a:lnTo>
                    <a:pt x="44256" y="461090"/>
                  </a:lnTo>
                  <a:lnTo>
                    <a:pt x="39401" y="455892"/>
                  </a:lnTo>
                  <a:lnTo>
                    <a:pt x="45694" y="448913"/>
                  </a:lnTo>
                  <a:lnTo>
                    <a:pt x="47899" y="446013"/>
                  </a:lnTo>
                  <a:lnTo>
                    <a:pt x="50300" y="442853"/>
                  </a:lnTo>
                  <a:lnTo>
                    <a:pt x="52462" y="434619"/>
                  </a:lnTo>
                  <a:lnTo>
                    <a:pt x="59754" y="425097"/>
                  </a:lnTo>
                  <a:lnTo>
                    <a:pt x="63598" y="420690"/>
                  </a:lnTo>
                  <a:lnTo>
                    <a:pt x="63845" y="420406"/>
                  </a:lnTo>
                  <a:lnTo>
                    <a:pt x="63534" y="412583"/>
                  </a:lnTo>
                  <a:lnTo>
                    <a:pt x="62867" y="404412"/>
                  </a:lnTo>
                  <a:lnTo>
                    <a:pt x="61313" y="397632"/>
                  </a:lnTo>
                  <a:lnTo>
                    <a:pt x="61425" y="395111"/>
                  </a:lnTo>
                  <a:lnTo>
                    <a:pt x="61615" y="390861"/>
                  </a:lnTo>
                  <a:lnTo>
                    <a:pt x="54938" y="384038"/>
                  </a:lnTo>
                  <a:lnTo>
                    <a:pt x="56134" y="374940"/>
                  </a:lnTo>
                  <a:lnTo>
                    <a:pt x="56926" y="374140"/>
                  </a:lnTo>
                  <a:lnTo>
                    <a:pt x="60850" y="370174"/>
                  </a:lnTo>
                  <a:lnTo>
                    <a:pt x="59337" y="360014"/>
                  </a:lnTo>
                  <a:lnTo>
                    <a:pt x="56785" y="355036"/>
                  </a:lnTo>
                  <a:lnTo>
                    <a:pt x="61622" y="348268"/>
                  </a:lnTo>
                  <a:lnTo>
                    <a:pt x="61254" y="343913"/>
                  </a:lnTo>
                  <a:lnTo>
                    <a:pt x="67230" y="336118"/>
                  </a:lnTo>
                  <a:lnTo>
                    <a:pt x="68154" y="328183"/>
                  </a:lnTo>
                  <a:lnTo>
                    <a:pt x="73236" y="319138"/>
                  </a:lnTo>
                  <a:lnTo>
                    <a:pt x="73905" y="310156"/>
                  </a:lnTo>
                  <a:lnTo>
                    <a:pt x="74305" y="309044"/>
                  </a:lnTo>
                  <a:lnTo>
                    <a:pt x="76646" y="302542"/>
                  </a:lnTo>
                  <a:lnTo>
                    <a:pt x="74078" y="297010"/>
                  </a:lnTo>
                  <a:lnTo>
                    <a:pt x="74917" y="291385"/>
                  </a:lnTo>
                  <a:lnTo>
                    <a:pt x="75505" y="285535"/>
                  </a:lnTo>
                  <a:lnTo>
                    <a:pt x="73781" y="275286"/>
                  </a:lnTo>
                  <a:lnTo>
                    <a:pt x="73886" y="267648"/>
                  </a:lnTo>
                  <a:lnTo>
                    <a:pt x="71876" y="267906"/>
                  </a:lnTo>
                  <a:lnTo>
                    <a:pt x="66318" y="268616"/>
                  </a:lnTo>
                  <a:lnTo>
                    <a:pt x="66106" y="268643"/>
                  </a:lnTo>
                  <a:lnTo>
                    <a:pt x="64109" y="258461"/>
                  </a:lnTo>
                  <a:lnTo>
                    <a:pt x="56629" y="253411"/>
                  </a:lnTo>
                  <a:lnTo>
                    <a:pt x="56838" y="243437"/>
                  </a:lnTo>
                  <a:lnTo>
                    <a:pt x="52974" y="236552"/>
                  </a:lnTo>
                  <a:lnTo>
                    <a:pt x="46635" y="231599"/>
                  </a:lnTo>
                  <a:lnTo>
                    <a:pt x="49055" y="226661"/>
                  </a:lnTo>
                  <a:lnTo>
                    <a:pt x="41725" y="224067"/>
                  </a:lnTo>
                  <a:lnTo>
                    <a:pt x="35776" y="216580"/>
                  </a:lnTo>
                  <a:lnTo>
                    <a:pt x="37557" y="211570"/>
                  </a:lnTo>
                  <a:lnTo>
                    <a:pt x="38445" y="200991"/>
                  </a:lnTo>
                  <a:lnTo>
                    <a:pt x="31806" y="187375"/>
                  </a:lnTo>
                  <a:lnTo>
                    <a:pt x="28620" y="182383"/>
                  </a:lnTo>
                  <a:lnTo>
                    <a:pt x="24611" y="176095"/>
                  </a:lnTo>
                  <a:lnTo>
                    <a:pt x="16527" y="172190"/>
                  </a:lnTo>
                  <a:lnTo>
                    <a:pt x="10117" y="165474"/>
                  </a:lnTo>
                  <a:lnTo>
                    <a:pt x="8588" y="163870"/>
                  </a:lnTo>
                  <a:lnTo>
                    <a:pt x="7300" y="144379"/>
                  </a:lnTo>
                  <a:lnTo>
                    <a:pt x="6823" y="136595"/>
                  </a:lnTo>
                  <a:lnTo>
                    <a:pt x="5443" y="114154"/>
                  </a:lnTo>
                  <a:lnTo>
                    <a:pt x="5202" y="110306"/>
                  </a:lnTo>
                  <a:lnTo>
                    <a:pt x="3752" y="872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63763" y="4064624"/>
              <a:ext cx="433430" cy="673196"/>
            </a:xfrm>
            <a:custGeom>
              <a:avLst/>
              <a:pathLst>
                <a:path w="433430" h="673196">
                  <a:moveTo>
                    <a:pt x="21289" y="461517"/>
                  </a:moveTo>
                  <a:lnTo>
                    <a:pt x="20668" y="456269"/>
                  </a:lnTo>
                  <a:lnTo>
                    <a:pt x="20270" y="416385"/>
                  </a:lnTo>
                  <a:lnTo>
                    <a:pt x="20238" y="413336"/>
                  </a:lnTo>
                  <a:lnTo>
                    <a:pt x="20096" y="405414"/>
                  </a:lnTo>
                  <a:lnTo>
                    <a:pt x="19414" y="368945"/>
                  </a:lnTo>
                  <a:lnTo>
                    <a:pt x="19060" y="350846"/>
                  </a:lnTo>
                  <a:lnTo>
                    <a:pt x="18462" y="321439"/>
                  </a:lnTo>
                  <a:lnTo>
                    <a:pt x="18285" y="313013"/>
                  </a:lnTo>
                  <a:lnTo>
                    <a:pt x="17722" y="286899"/>
                  </a:lnTo>
                  <a:lnTo>
                    <a:pt x="17442" y="272784"/>
                  </a:lnTo>
                  <a:lnTo>
                    <a:pt x="16754" y="239500"/>
                  </a:lnTo>
                  <a:lnTo>
                    <a:pt x="16271" y="217174"/>
                  </a:lnTo>
                  <a:lnTo>
                    <a:pt x="16182" y="210917"/>
                  </a:lnTo>
                  <a:lnTo>
                    <a:pt x="15540" y="168397"/>
                  </a:lnTo>
                  <a:lnTo>
                    <a:pt x="15473" y="164573"/>
                  </a:lnTo>
                  <a:lnTo>
                    <a:pt x="14894" y="132761"/>
                  </a:lnTo>
                  <a:lnTo>
                    <a:pt x="14527" y="113497"/>
                  </a:lnTo>
                  <a:lnTo>
                    <a:pt x="14209" y="97398"/>
                  </a:lnTo>
                  <a:lnTo>
                    <a:pt x="14098" y="91840"/>
                  </a:lnTo>
                  <a:lnTo>
                    <a:pt x="13503" y="55242"/>
                  </a:lnTo>
                  <a:lnTo>
                    <a:pt x="6760" y="52089"/>
                  </a:lnTo>
                  <a:lnTo>
                    <a:pt x="528" y="43000"/>
                  </a:lnTo>
                  <a:lnTo>
                    <a:pt x="0" y="41387"/>
                  </a:lnTo>
                  <a:lnTo>
                    <a:pt x="22282" y="38507"/>
                  </a:lnTo>
                  <a:lnTo>
                    <a:pt x="23940" y="38274"/>
                  </a:lnTo>
                  <a:lnTo>
                    <a:pt x="38523" y="36205"/>
                  </a:lnTo>
                  <a:lnTo>
                    <a:pt x="63410" y="32823"/>
                  </a:lnTo>
                  <a:lnTo>
                    <a:pt x="65486" y="32545"/>
                  </a:lnTo>
                  <a:lnTo>
                    <a:pt x="85363" y="29857"/>
                  </a:lnTo>
                  <a:lnTo>
                    <a:pt x="107390" y="26827"/>
                  </a:lnTo>
                  <a:lnTo>
                    <a:pt x="108198" y="26715"/>
                  </a:lnTo>
                  <a:lnTo>
                    <a:pt x="108848" y="26629"/>
                  </a:lnTo>
                  <a:lnTo>
                    <a:pt x="149929" y="21106"/>
                  </a:lnTo>
                  <a:lnTo>
                    <a:pt x="155703" y="20315"/>
                  </a:lnTo>
                  <a:lnTo>
                    <a:pt x="190247" y="14953"/>
                  </a:lnTo>
                  <a:lnTo>
                    <a:pt x="206520" y="12249"/>
                  </a:lnTo>
                  <a:lnTo>
                    <a:pt x="207337" y="12113"/>
                  </a:lnTo>
                  <a:lnTo>
                    <a:pt x="255256" y="4671"/>
                  </a:lnTo>
                  <a:lnTo>
                    <a:pt x="284523" y="0"/>
                  </a:lnTo>
                  <a:lnTo>
                    <a:pt x="286867" y="7878"/>
                  </a:lnTo>
                  <a:lnTo>
                    <a:pt x="289535" y="16142"/>
                  </a:lnTo>
                  <a:lnTo>
                    <a:pt x="294158" y="30449"/>
                  </a:lnTo>
                  <a:lnTo>
                    <a:pt x="299730" y="46771"/>
                  </a:lnTo>
                  <a:lnTo>
                    <a:pt x="301279" y="51308"/>
                  </a:lnTo>
                  <a:lnTo>
                    <a:pt x="304138" y="59673"/>
                  </a:lnTo>
                  <a:lnTo>
                    <a:pt x="306320" y="66059"/>
                  </a:lnTo>
                  <a:lnTo>
                    <a:pt x="314539" y="90407"/>
                  </a:lnTo>
                  <a:lnTo>
                    <a:pt x="321575" y="111229"/>
                  </a:lnTo>
                  <a:lnTo>
                    <a:pt x="323420" y="116968"/>
                  </a:lnTo>
                  <a:lnTo>
                    <a:pt x="328283" y="132087"/>
                  </a:lnTo>
                  <a:lnTo>
                    <a:pt x="330921" y="140169"/>
                  </a:lnTo>
                  <a:lnTo>
                    <a:pt x="336576" y="157481"/>
                  </a:lnTo>
                  <a:lnTo>
                    <a:pt x="341432" y="172344"/>
                  </a:lnTo>
                  <a:lnTo>
                    <a:pt x="346648" y="188301"/>
                  </a:lnTo>
                  <a:lnTo>
                    <a:pt x="348630" y="194390"/>
                  </a:lnTo>
                  <a:lnTo>
                    <a:pt x="350938" y="201477"/>
                  </a:lnTo>
                  <a:lnTo>
                    <a:pt x="363526" y="240090"/>
                  </a:lnTo>
                  <a:lnTo>
                    <a:pt x="364432" y="242867"/>
                  </a:lnTo>
                  <a:lnTo>
                    <a:pt x="374512" y="273633"/>
                  </a:lnTo>
                  <a:lnTo>
                    <a:pt x="374886" y="274774"/>
                  </a:lnTo>
                  <a:lnTo>
                    <a:pt x="378223" y="278923"/>
                  </a:lnTo>
                  <a:lnTo>
                    <a:pt x="383852" y="288191"/>
                  </a:lnTo>
                  <a:lnTo>
                    <a:pt x="385442" y="290807"/>
                  </a:lnTo>
                  <a:lnTo>
                    <a:pt x="389822" y="299944"/>
                  </a:lnTo>
                  <a:lnTo>
                    <a:pt x="392251" y="306336"/>
                  </a:lnTo>
                  <a:lnTo>
                    <a:pt x="393465" y="309529"/>
                  </a:lnTo>
                  <a:lnTo>
                    <a:pt x="401738" y="316165"/>
                  </a:lnTo>
                  <a:lnTo>
                    <a:pt x="402693" y="317870"/>
                  </a:lnTo>
                  <a:lnTo>
                    <a:pt x="402908" y="318254"/>
                  </a:lnTo>
                  <a:lnTo>
                    <a:pt x="407382" y="326240"/>
                  </a:lnTo>
                  <a:lnTo>
                    <a:pt x="407657" y="334916"/>
                  </a:lnTo>
                  <a:lnTo>
                    <a:pt x="407724" y="337072"/>
                  </a:lnTo>
                  <a:lnTo>
                    <a:pt x="405500" y="341092"/>
                  </a:lnTo>
                  <a:lnTo>
                    <a:pt x="412036" y="344134"/>
                  </a:lnTo>
                  <a:lnTo>
                    <a:pt x="420112" y="348503"/>
                  </a:lnTo>
                  <a:lnTo>
                    <a:pt x="417622" y="353400"/>
                  </a:lnTo>
                  <a:lnTo>
                    <a:pt x="416718" y="355175"/>
                  </a:lnTo>
                  <a:lnTo>
                    <a:pt x="409786" y="361005"/>
                  </a:lnTo>
                  <a:lnTo>
                    <a:pt x="403921" y="368802"/>
                  </a:lnTo>
                  <a:lnTo>
                    <a:pt x="406239" y="375038"/>
                  </a:lnTo>
                  <a:lnTo>
                    <a:pt x="406263" y="378469"/>
                  </a:lnTo>
                  <a:lnTo>
                    <a:pt x="406328" y="388078"/>
                  </a:lnTo>
                  <a:lnTo>
                    <a:pt x="406350" y="391421"/>
                  </a:lnTo>
                  <a:lnTo>
                    <a:pt x="402631" y="402188"/>
                  </a:lnTo>
                  <a:lnTo>
                    <a:pt x="400582" y="409939"/>
                  </a:lnTo>
                  <a:lnTo>
                    <a:pt x="403216" y="417532"/>
                  </a:lnTo>
                  <a:lnTo>
                    <a:pt x="403989" y="419761"/>
                  </a:lnTo>
                  <a:lnTo>
                    <a:pt x="405343" y="423662"/>
                  </a:lnTo>
                  <a:lnTo>
                    <a:pt x="405359" y="428808"/>
                  </a:lnTo>
                  <a:lnTo>
                    <a:pt x="414525" y="437401"/>
                  </a:lnTo>
                  <a:lnTo>
                    <a:pt x="415553" y="443965"/>
                  </a:lnTo>
                  <a:lnTo>
                    <a:pt x="417913" y="447120"/>
                  </a:lnTo>
                  <a:lnTo>
                    <a:pt x="417309" y="450661"/>
                  </a:lnTo>
                  <a:lnTo>
                    <a:pt x="416079" y="457864"/>
                  </a:lnTo>
                  <a:lnTo>
                    <a:pt x="417469" y="462675"/>
                  </a:lnTo>
                  <a:lnTo>
                    <a:pt x="415838" y="472313"/>
                  </a:lnTo>
                  <a:lnTo>
                    <a:pt x="417191" y="477704"/>
                  </a:lnTo>
                  <a:lnTo>
                    <a:pt x="417350" y="479451"/>
                  </a:lnTo>
                  <a:lnTo>
                    <a:pt x="417518" y="481281"/>
                  </a:lnTo>
                  <a:lnTo>
                    <a:pt x="416152" y="486496"/>
                  </a:lnTo>
                  <a:lnTo>
                    <a:pt x="417681" y="496074"/>
                  </a:lnTo>
                  <a:lnTo>
                    <a:pt x="427472" y="505033"/>
                  </a:lnTo>
                  <a:lnTo>
                    <a:pt x="429791" y="509092"/>
                  </a:lnTo>
                  <a:lnTo>
                    <a:pt x="431345" y="511809"/>
                  </a:lnTo>
                  <a:lnTo>
                    <a:pt x="433430" y="518657"/>
                  </a:lnTo>
                  <a:lnTo>
                    <a:pt x="430137" y="519243"/>
                  </a:lnTo>
                  <a:lnTo>
                    <a:pt x="417014" y="521543"/>
                  </a:lnTo>
                  <a:lnTo>
                    <a:pt x="395588" y="525424"/>
                  </a:lnTo>
                  <a:lnTo>
                    <a:pt x="377870" y="528685"/>
                  </a:lnTo>
                  <a:lnTo>
                    <a:pt x="376760" y="528888"/>
                  </a:lnTo>
                  <a:lnTo>
                    <a:pt x="347966" y="534112"/>
                  </a:lnTo>
                  <a:lnTo>
                    <a:pt x="331501" y="537108"/>
                  </a:lnTo>
                  <a:lnTo>
                    <a:pt x="315278" y="539746"/>
                  </a:lnTo>
                  <a:lnTo>
                    <a:pt x="304068" y="541552"/>
                  </a:lnTo>
                  <a:lnTo>
                    <a:pt x="297810" y="542555"/>
                  </a:lnTo>
                  <a:lnTo>
                    <a:pt x="277406" y="545796"/>
                  </a:lnTo>
                  <a:lnTo>
                    <a:pt x="274687" y="546219"/>
                  </a:lnTo>
                  <a:lnTo>
                    <a:pt x="254598" y="549319"/>
                  </a:lnTo>
                  <a:lnTo>
                    <a:pt x="240252" y="551436"/>
                  </a:lnTo>
                  <a:lnTo>
                    <a:pt x="229042" y="553076"/>
                  </a:lnTo>
                  <a:lnTo>
                    <a:pt x="223717" y="553850"/>
                  </a:lnTo>
                  <a:lnTo>
                    <a:pt x="212693" y="555504"/>
                  </a:lnTo>
                  <a:lnTo>
                    <a:pt x="185563" y="559446"/>
                  </a:lnTo>
                  <a:lnTo>
                    <a:pt x="168488" y="562086"/>
                  </a:lnTo>
                  <a:lnTo>
                    <a:pt x="155427" y="564067"/>
                  </a:lnTo>
                  <a:lnTo>
                    <a:pt x="144649" y="565719"/>
                  </a:lnTo>
                  <a:lnTo>
                    <a:pt x="135513" y="567069"/>
                  </a:lnTo>
                  <a:lnTo>
                    <a:pt x="137071" y="573079"/>
                  </a:lnTo>
                  <a:lnTo>
                    <a:pt x="133557" y="585203"/>
                  </a:lnTo>
                  <a:lnTo>
                    <a:pt x="145885" y="596757"/>
                  </a:lnTo>
                  <a:lnTo>
                    <a:pt x="148525" y="600333"/>
                  </a:lnTo>
                  <a:lnTo>
                    <a:pt x="158680" y="605035"/>
                  </a:lnTo>
                  <a:lnTo>
                    <a:pt x="164140" y="609042"/>
                  </a:lnTo>
                  <a:lnTo>
                    <a:pt x="164915" y="616095"/>
                  </a:lnTo>
                  <a:lnTo>
                    <a:pt x="162327" y="623820"/>
                  </a:lnTo>
                  <a:lnTo>
                    <a:pt x="161509" y="629742"/>
                  </a:lnTo>
                  <a:lnTo>
                    <a:pt x="165828" y="635916"/>
                  </a:lnTo>
                  <a:lnTo>
                    <a:pt x="171743" y="637845"/>
                  </a:lnTo>
                  <a:lnTo>
                    <a:pt x="164755" y="643412"/>
                  </a:lnTo>
                  <a:lnTo>
                    <a:pt x="163368" y="651631"/>
                  </a:lnTo>
                  <a:lnTo>
                    <a:pt x="156769" y="661229"/>
                  </a:lnTo>
                  <a:lnTo>
                    <a:pt x="141192" y="667653"/>
                  </a:lnTo>
                  <a:lnTo>
                    <a:pt x="122728" y="673196"/>
                  </a:lnTo>
                  <a:lnTo>
                    <a:pt x="113916" y="672966"/>
                  </a:lnTo>
                  <a:lnTo>
                    <a:pt x="123334" y="666134"/>
                  </a:lnTo>
                  <a:lnTo>
                    <a:pt x="123745" y="660058"/>
                  </a:lnTo>
                  <a:lnTo>
                    <a:pt x="114861" y="653291"/>
                  </a:lnTo>
                  <a:lnTo>
                    <a:pt x="108154" y="645744"/>
                  </a:lnTo>
                  <a:lnTo>
                    <a:pt x="105262" y="640567"/>
                  </a:lnTo>
                  <a:lnTo>
                    <a:pt x="107902" y="631585"/>
                  </a:lnTo>
                  <a:lnTo>
                    <a:pt x="105803" y="627136"/>
                  </a:lnTo>
                  <a:lnTo>
                    <a:pt x="102859" y="618498"/>
                  </a:lnTo>
                  <a:lnTo>
                    <a:pt x="93291" y="615577"/>
                  </a:lnTo>
                  <a:lnTo>
                    <a:pt x="87842" y="621663"/>
                  </a:lnTo>
                  <a:lnTo>
                    <a:pt x="88410" y="629253"/>
                  </a:lnTo>
                  <a:lnTo>
                    <a:pt x="87144" y="635117"/>
                  </a:lnTo>
                  <a:lnTo>
                    <a:pt x="85300" y="641526"/>
                  </a:lnTo>
                  <a:lnTo>
                    <a:pt x="86648" y="654755"/>
                  </a:lnTo>
                  <a:lnTo>
                    <a:pt x="84394" y="666057"/>
                  </a:lnTo>
                  <a:lnTo>
                    <a:pt x="77477" y="666943"/>
                  </a:lnTo>
                  <a:lnTo>
                    <a:pt x="70301" y="668241"/>
                  </a:lnTo>
                  <a:lnTo>
                    <a:pt x="63268" y="662436"/>
                  </a:lnTo>
                  <a:lnTo>
                    <a:pt x="56886" y="660719"/>
                  </a:lnTo>
                  <a:lnTo>
                    <a:pt x="53575" y="663684"/>
                  </a:lnTo>
                  <a:lnTo>
                    <a:pt x="49849" y="640640"/>
                  </a:lnTo>
                  <a:lnTo>
                    <a:pt x="45960" y="615653"/>
                  </a:lnTo>
                  <a:lnTo>
                    <a:pt x="45878" y="615146"/>
                  </a:lnTo>
                  <a:lnTo>
                    <a:pt x="44802" y="608519"/>
                  </a:lnTo>
                  <a:lnTo>
                    <a:pt x="40225" y="580332"/>
                  </a:lnTo>
                  <a:lnTo>
                    <a:pt x="37725" y="564953"/>
                  </a:lnTo>
                  <a:lnTo>
                    <a:pt x="31008" y="524264"/>
                  </a:lnTo>
                  <a:lnTo>
                    <a:pt x="30690" y="522334"/>
                  </a:lnTo>
                  <a:lnTo>
                    <a:pt x="26624" y="497699"/>
                  </a:lnTo>
                  <a:lnTo>
                    <a:pt x="24950" y="487583"/>
                  </a:lnTo>
                  <a:lnTo>
                    <a:pt x="22913" y="4752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41162" y="2870515"/>
              <a:ext cx="11183" cy="8624"/>
            </a:xfrm>
            <a:custGeom>
              <a:avLst/>
              <a:pathLst>
                <a:path w="11183" h="8624">
                  <a:moveTo>
                    <a:pt x="0" y="6632"/>
                  </a:moveTo>
                  <a:lnTo>
                    <a:pt x="2648" y="5426"/>
                  </a:lnTo>
                  <a:lnTo>
                    <a:pt x="6338" y="3684"/>
                  </a:lnTo>
                  <a:lnTo>
                    <a:pt x="6126" y="0"/>
                  </a:lnTo>
                  <a:lnTo>
                    <a:pt x="8792" y="668"/>
                  </a:lnTo>
                  <a:lnTo>
                    <a:pt x="11183" y="4649"/>
                  </a:lnTo>
                  <a:lnTo>
                    <a:pt x="9809" y="6577"/>
                  </a:lnTo>
                  <a:lnTo>
                    <a:pt x="7059" y="7506"/>
                  </a:lnTo>
                  <a:lnTo>
                    <a:pt x="3140" y="862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21976" y="2873485"/>
              <a:ext cx="12760" cy="13341"/>
            </a:xfrm>
            <a:custGeom>
              <a:avLst/>
              <a:pathLst>
                <a:path w="12760" h="13341">
                  <a:moveTo>
                    <a:pt x="0" y="8815"/>
                  </a:moveTo>
                  <a:lnTo>
                    <a:pt x="2317" y="7291"/>
                  </a:lnTo>
                  <a:lnTo>
                    <a:pt x="3429" y="2933"/>
                  </a:lnTo>
                  <a:lnTo>
                    <a:pt x="5510" y="0"/>
                  </a:lnTo>
                  <a:lnTo>
                    <a:pt x="7655" y="706"/>
                  </a:lnTo>
                  <a:lnTo>
                    <a:pt x="10002" y="1260"/>
                  </a:lnTo>
                  <a:lnTo>
                    <a:pt x="11166" y="1111"/>
                  </a:lnTo>
                  <a:lnTo>
                    <a:pt x="12760" y="3905"/>
                  </a:lnTo>
                  <a:lnTo>
                    <a:pt x="8560" y="5758"/>
                  </a:lnTo>
                  <a:lnTo>
                    <a:pt x="4816" y="7524"/>
                  </a:lnTo>
                  <a:lnTo>
                    <a:pt x="2967" y="10265"/>
                  </a:lnTo>
                  <a:lnTo>
                    <a:pt x="2079" y="13341"/>
                  </a:lnTo>
                  <a:lnTo>
                    <a:pt x="608" y="104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19845" y="2812658"/>
              <a:ext cx="127541" cy="69529"/>
            </a:xfrm>
            <a:custGeom>
              <a:avLst/>
              <a:pathLst>
                <a:path w="127541" h="69529">
                  <a:moveTo>
                    <a:pt x="1911" y="68078"/>
                  </a:moveTo>
                  <a:lnTo>
                    <a:pt x="695" y="46780"/>
                  </a:lnTo>
                  <a:lnTo>
                    <a:pt x="0" y="34918"/>
                  </a:lnTo>
                  <a:lnTo>
                    <a:pt x="8013" y="32377"/>
                  </a:lnTo>
                  <a:lnTo>
                    <a:pt x="11088" y="31394"/>
                  </a:lnTo>
                  <a:lnTo>
                    <a:pt x="13265" y="30696"/>
                  </a:lnTo>
                  <a:lnTo>
                    <a:pt x="15090" y="30109"/>
                  </a:lnTo>
                  <a:lnTo>
                    <a:pt x="26714" y="26467"/>
                  </a:lnTo>
                  <a:lnTo>
                    <a:pt x="32525" y="24624"/>
                  </a:lnTo>
                  <a:lnTo>
                    <a:pt x="37770" y="22947"/>
                  </a:lnTo>
                  <a:lnTo>
                    <a:pt x="38215" y="22804"/>
                  </a:lnTo>
                  <a:lnTo>
                    <a:pt x="44232" y="20862"/>
                  </a:lnTo>
                  <a:lnTo>
                    <a:pt x="45232" y="20538"/>
                  </a:lnTo>
                  <a:lnTo>
                    <a:pt x="50283" y="18893"/>
                  </a:lnTo>
                  <a:lnTo>
                    <a:pt x="53891" y="17681"/>
                  </a:lnTo>
                  <a:lnTo>
                    <a:pt x="63249" y="14536"/>
                  </a:lnTo>
                  <a:lnTo>
                    <a:pt x="65142" y="13885"/>
                  </a:lnTo>
                  <a:lnTo>
                    <a:pt x="65769" y="11604"/>
                  </a:lnTo>
                  <a:lnTo>
                    <a:pt x="66082" y="11478"/>
                  </a:lnTo>
                  <a:lnTo>
                    <a:pt x="68129" y="10651"/>
                  </a:lnTo>
                  <a:lnTo>
                    <a:pt x="67120" y="8276"/>
                  </a:lnTo>
                  <a:lnTo>
                    <a:pt x="67893" y="6695"/>
                  </a:lnTo>
                  <a:lnTo>
                    <a:pt x="69032" y="6450"/>
                  </a:lnTo>
                  <a:lnTo>
                    <a:pt x="70814" y="6065"/>
                  </a:lnTo>
                  <a:lnTo>
                    <a:pt x="70908" y="4742"/>
                  </a:lnTo>
                  <a:lnTo>
                    <a:pt x="71013" y="3246"/>
                  </a:lnTo>
                  <a:lnTo>
                    <a:pt x="72943" y="1996"/>
                  </a:lnTo>
                  <a:lnTo>
                    <a:pt x="73839" y="842"/>
                  </a:lnTo>
                  <a:lnTo>
                    <a:pt x="76211" y="680"/>
                  </a:lnTo>
                  <a:lnTo>
                    <a:pt x="77710" y="0"/>
                  </a:lnTo>
                  <a:lnTo>
                    <a:pt x="79602" y="3983"/>
                  </a:lnTo>
                  <a:lnTo>
                    <a:pt x="81843" y="6803"/>
                  </a:lnTo>
                  <a:lnTo>
                    <a:pt x="83906" y="8168"/>
                  </a:lnTo>
                  <a:lnTo>
                    <a:pt x="85589" y="7898"/>
                  </a:lnTo>
                  <a:lnTo>
                    <a:pt x="86320" y="6206"/>
                  </a:lnTo>
                  <a:lnTo>
                    <a:pt x="87894" y="6208"/>
                  </a:lnTo>
                  <a:lnTo>
                    <a:pt x="88881" y="8049"/>
                  </a:lnTo>
                  <a:lnTo>
                    <a:pt x="87792" y="11220"/>
                  </a:lnTo>
                  <a:lnTo>
                    <a:pt x="86450" y="11989"/>
                  </a:lnTo>
                  <a:lnTo>
                    <a:pt x="83287" y="14027"/>
                  </a:lnTo>
                  <a:lnTo>
                    <a:pt x="82033" y="15101"/>
                  </a:lnTo>
                  <a:lnTo>
                    <a:pt x="83425" y="17673"/>
                  </a:lnTo>
                  <a:lnTo>
                    <a:pt x="82117" y="19229"/>
                  </a:lnTo>
                  <a:lnTo>
                    <a:pt x="81948" y="21503"/>
                  </a:lnTo>
                  <a:lnTo>
                    <a:pt x="80616" y="22127"/>
                  </a:lnTo>
                  <a:lnTo>
                    <a:pt x="79734" y="22539"/>
                  </a:lnTo>
                  <a:lnTo>
                    <a:pt x="79811" y="22706"/>
                  </a:lnTo>
                  <a:lnTo>
                    <a:pt x="81109" y="25636"/>
                  </a:lnTo>
                  <a:lnTo>
                    <a:pt x="81052" y="26222"/>
                  </a:lnTo>
                  <a:lnTo>
                    <a:pt x="80936" y="27423"/>
                  </a:lnTo>
                  <a:lnTo>
                    <a:pt x="81228" y="27744"/>
                  </a:lnTo>
                  <a:lnTo>
                    <a:pt x="82801" y="29470"/>
                  </a:lnTo>
                  <a:lnTo>
                    <a:pt x="83184" y="28587"/>
                  </a:lnTo>
                  <a:lnTo>
                    <a:pt x="83813" y="27134"/>
                  </a:lnTo>
                  <a:lnTo>
                    <a:pt x="85079" y="26912"/>
                  </a:lnTo>
                  <a:lnTo>
                    <a:pt x="86596" y="28017"/>
                  </a:lnTo>
                  <a:lnTo>
                    <a:pt x="87151" y="27987"/>
                  </a:lnTo>
                  <a:lnTo>
                    <a:pt x="88868" y="27894"/>
                  </a:lnTo>
                  <a:lnTo>
                    <a:pt x="89189" y="28046"/>
                  </a:lnTo>
                  <a:lnTo>
                    <a:pt x="91476" y="29130"/>
                  </a:lnTo>
                  <a:lnTo>
                    <a:pt x="94241" y="32122"/>
                  </a:lnTo>
                  <a:lnTo>
                    <a:pt x="96622" y="33883"/>
                  </a:lnTo>
                  <a:lnTo>
                    <a:pt x="97020" y="35587"/>
                  </a:lnTo>
                  <a:lnTo>
                    <a:pt x="96558" y="37867"/>
                  </a:lnTo>
                  <a:lnTo>
                    <a:pt x="97834" y="39714"/>
                  </a:lnTo>
                  <a:lnTo>
                    <a:pt x="99943" y="39938"/>
                  </a:lnTo>
                  <a:lnTo>
                    <a:pt x="100595" y="39202"/>
                  </a:lnTo>
                  <a:lnTo>
                    <a:pt x="102364" y="40251"/>
                  </a:lnTo>
                  <a:lnTo>
                    <a:pt x="104006" y="42637"/>
                  </a:lnTo>
                  <a:lnTo>
                    <a:pt x="104209" y="44797"/>
                  </a:lnTo>
                  <a:lnTo>
                    <a:pt x="104429" y="44926"/>
                  </a:lnTo>
                  <a:lnTo>
                    <a:pt x="106445" y="46114"/>
                  </a:lnTo>
                  <a:lnTo>
                    <a:pt x="108511" y="46407"/>
                  </a:lnTo>
                  <a:lnTo>
                    <a:pt x="112663" y="45672"/>
                  </a:lnTo>
                  <a:lnTo>
                    <a:pt x="114600" y="45685"/>
                  </a:lnTo>
                  <a:lnTo>
                    <a:pt x="116084" y="43977"/>
                  </a:lnTo>
                  <a:lnTo>
                    <a:pt x="118905" y="42044"/>
                  </a:lnTo>
                  <a:lnTo>
                    <a:pt x="121613" y="39491"/>
                  </a:lnTo>
                  <a:lnTo>
                    <a:pt x="121942" y="38256"/>
                  </a:lnTo>
                  <a:lnTo>
                    <a:pt x="121129" y="36285"/>
                  </a:lnTo>
                  <a:lnTo>
                    <a:pt x="118525" y="35611"/>
                  </a:lnTo>
                  <a:lnTo>
                    <a:pt x="117459" y="33225"/>
                  </a:lnTo>
                  <a:lnTo>
                    <a:pt x="115906" y="30003"/>
                  </a:lnTo>
                  <a:lnTo>
                    <a:pt x="113475" y="30200"/>
                  </a:lnTo>
                  <a:lnTo>
                    <a:pt x="112277" y="31011"/>
                  </a:lnTo>
                  <a:lnTo>
                    <a:pt x="109764" y="29714"/>
                  </a:lnTo>
                  <a:lnTo>
                    <a:pt x="111282" y="28149"/>
                  </a:lnTo>
                  <a:lnTo>
                    <a:pt x="112747" y="27022"/>
                  </a:lnTo>
                  <a:lnTo>
                    <a:pt x="116141" y="27161"/>
                  </a:lnTo>
                  <a:lnTo>
                    <a:pt x="119046" y="29433"/>
                  </a:lnTo>
                  <a:lnTo>
                    <a:pt x="120929" y="32565"/>
                  </a:lnTo>
                  <a:lnTo>
                    <a:pt x="124148" y="37338"/>
                  </a:lnTo>
                  <a:lnTo>
                    <a:pt x="126383" y="42607"/>
                  </a:lnTo>
                  <a:lnTo>
                    <a:pt x="127451" y="45792"/>
                  </a:lnTo>
                  <a:lnTo>
                    <a:pt x="127541" y="49494"/>
                  </a:lnTo>
                  <a:lnTo>
                    <a:pt x="126141" y="50421"/>
                  </a:lnTo>
                  <a:lnTo>
                    <a:pt x="124845" y="46969"/>
                  </a:lnTo>
                  <a:lnTo>
                    <a:pt x="124139" y="44543"/>
                  </a:lnTo>
                  <a:lnTo>
                    <a:pt x="122660" y="45477"/>
                  </a:lnTo>
                  <a:lnTo>
                    <a:pt x="119516" y="47462"/>
                  </a:lnTo>
                  <a:lnTo>
                    <a:pt x="116409" y="50380"/>
                  </a:lnTo>
                  <a:lnTo>
                    <a:pt x="114490" y="50463"/>
                  </a:lnTo>
                  <a:lnTo>
                    <a:pt x="112291" y="52575"/>
                  </a:lnTo>
                  <a:lnTo>
                    <a:pt x="111059" y="53811"/>
                  </a:lnTo>
                  <a:lnTo>
                    <a:pt x="110589" y="55727"/>
                  </a:lnTo>
                  <a:lnTo>
                    <a:pt x="108005" y="57254"/>
                  </a:lnTo>
                  <a:lnTo>
                    <a:pt x="105371" y="59792"/>
                  </a:lnTo>
                  <a:lnTo>
                    <a:pt x="104977" y="60260"/>
                  </a:lnTo>
                  <a:lnTo>
                    <a:pt x="103256" y="62302"/>
                  </a:lnTo>
                  <a:lnTo>
                    <a:pt x="102059" y="64839"/>
                  </a:lnTo>
                  <a:lnTo>
                    <a:pt x="100167" y="66628"/>
                  </a:lnTo>
                  <a:lnTo>
                    <a:pt x="97425" y="68531"/>
                  </a:lnTo>
                  <a:lnTo>
                    <a:pt x="97133" y="66279"/>
                  </a:lnTo>
                  <a:lnTo>
                    <a:pt x="100674" y="62704"/>
                  </a:lnTo>
                  <a:lnTo>
                    <a:pt x="102597" y="59596"/>
                  </a:lnTo>
                  <a:lnTo>
                    <a:pt x="103260" y="58522"/>
                  </a:lnTo>
                  <a:lnTo>
                    <a:pt x="102639" y="56496"/>
                  </a:lnTo>
                  <a:lnTo>
                    <a:pt x="101772" y="56232"/>
                  </a:lnTo>
                  <a:lnTo>
                    <a:pt x="99689" y="55596"/>
                  </a:lnTo>
                  <a:lnTo>
                    <a:pt x="99073" y="57913"/>
                  </a:lnTo>
                  <a:lnTo>
                    <a:pt x="98786" y="58993"/>
                  </a:lnTo>
                  <a:lnTo>
                    <a:pt x="97682" y="59181"/>
                  </a:lnTo>
                  <a:lnTo>
                    <a:pt x="95965" y="60367"/>
                  </a:lnTo>
                  <a:lnTo>
                    <a:pt x="95521" y="62455"/>
                  </a:lnTo>
                  <a:lnTo>
                    <a:pt x="94688" y="64331"/>
                  </a:lnTo>
                  <a:lnTo>
                    <a:pt x="93085" y="65509"/>
                  </a:lnTo>
                  <a:lnTo>
                    <a:pt x="91259" y="65667"/>
                  </a:lnTo>
                  <a:lnTo>
                    <a:pt x="90295" y="66646"/>
                  </a:lnTo>
                  <a:lnTo>
                    <a:pt x="88038" y="62043"/>
                  </a:lnTo>
                  <a:lnTo>
                    <a:pt x="87783" y="61162"/>
                  </a:lnTo>
                  <a:lnTo>
                    <a:pt x="87260" y="59352"/>
                  </a:lnTo>
                  <a:lnTo>
                    <a:pt x="84945" y="59446"/>
                  </a:lnTo>
                  <a:lnTo>
                    <a:pt x="84271" y="58910"/>
                  </a:lnTo>
                  <a:lnTo>
                    <a:pt x="81528" y="56725"/>
                  </a:lnTo>
                  <a:lnTo>
                    <a:pt x="79277" y="56275"/>
                  </a:lnTo>
                  <a:lnTo>
                    <a:pt x="78795" y="56178"/>
                  </a:lnTo>
                  <a:lnTo>
                    <a:pt x="77664" y="54041"/>
                  </a:lnTo>
                  <a:lnTo>
                    <a:pt x="76686" y="51225"/>
                  </a:lnTo>
                  <a:lnTo>
                    <a:pt x="75292" y="51757"/>
                  </a:lnTo>
                  <a:lnTo>
                    <a:pt x="74352" y="49054"/>
                  </a:lnTo>
                  <a:lnTo>
                    <a:pt x="73822" y="47545"/>
                  </a:lnTo>
                  <a:lnTo>
                    <a:pt x="73280" y="46000"/>
                  </a:lnTo>
                  <a:lnTo>
                    <a:pt x="69484" y="47567"/>
                  </a:lnTo>
                  <a:lnTo>
                    <a:pt x="67494" y="48386"/>
                  </a:lnTo>
                  <a:lnTo>
                    <a:pt x="66465" y="48811"/>
                  </a:lnTo>
                  <a:lnTo>
                    <a:pt x="65957" y="49020"/>
                  </a:lnTo>
                  <a:lnTo>
                    <a:pt x="59693" y="51592"/>
                  </a:lnTo>
                  <a:lnTo>
                    <a:pt x="59400" y="50898"/>
                  </a:lnTo>
                  <a:lnTo>
                    <a:pt x="57892" y="51410"/>
                  </a:lnTo>
                  <a:lnTo>
                    <a:pt x="53191" y="53000"/>
                  </a:lnTo>
                  <a:lnTo>
                    <a:pt x="48257" y="54678"/>
                  </a:lnTo>
                  <a:lnTo>
                    <a:pt x="45941" y="55461"/>
                  </a:lnTo>
                  <a:lnTo>
                    <a:pt x="42220" y="56716"/>
                  </a:lnTo>
                  <a:lnTo>
                    <a:pt x="35205" y="59106"/>
                  </a:lnTo>
                  <a:lnTo>
                    <a:pt x="32617" y="60208"/>
                  </a:lnTo>
                  <a:lnTo>
                    <a:pt x="28306" y="61449"/>
                  </a:lnTo>
                  <a:lnTo>
                    <a:pt x="27784" y="63351"/>
                  </a:lnTo>
                  <a:lnTo>
                    <a:pt x="27531" y="63485"/>
                  </a:lnTo>
                  <a:lnTo>
                    <a:pt x="26418" y="64074"/>
                  </a:lnTo>
                  <a:lnTo>
                    <a:pt x="24599" y="62732"/>
                  </a:lnTo>
                  <a:lnTo>
                    <a:pt x="24048" y="62916"/>
                  </a:lnTo>
                  <a:lnTo>
                    <a:pt x="19518" y="64425"/>
                  </a:lnTo>
                  <a:lnTo>
                    <a:pt x="17709" y="64982"/>
                  </a:lnTo>
                  <a:lnTo>
                    <a:pt x="15228" y="65743"/>
                  </a:lnTo>
                  <a:lnTo>
                    <a:pt x="11738" y="66811"/>
                  </a:lnTo>
                  <a:lnTo>
                    <a:pt x="3151" y="69529"/>
                  </a:lnTo>
                  <a:lnTo>
                    <a:pt x="3010" y="693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77928" y="3468395"/>
              <a:ext cx="6520" cy="8508"/>
            </a:xfrm>
            <a:custGeom>
              <a:avLst/>
              <a:pathLst>
                <a:path w="6520" h="8508">
                  <a:moveTo>
                    <a:pt x="0" y="1840"/>
                  </a:moveTo>
                  <a:lnTo>
                    <a:pt x="2451" y="0"/>
                  </a:lnTo>
                  <a:lnTo>
                    <a:pt x="5165" y="2324"/>
                  </a:lnTo>
                  <a:lnTo>
                    <a:pt x="6520" y="8508"/>
                  </a:lnTo>
                  <a:lnTo>
                    <a:pt x="1778" y="840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998154" y="3310202"/>
              <a:ext cx="339352" cy="166688"/>
            </a:xfrm>
            <a:custGeom>
              <a:avLst/>
              <a:pathLst>
                <a:path w="339352" h="166688">
                  <a:moveTo>
                    <a:pt x="7735" y="106348"/>
                  </a:moveTo>
                  <a:lnTo>
                    <a:pt x="3767" y="89104"/>
                  </a:lnTo>
                  <a:lnTo>
                    <a:pt x="0" y="71612"/>
                  </a:lnTo>
                  <a:lnTo>
                    <a:pt x="5844" y="70076"/>
                  </a:lnTo>
                  <a:lnTo>
                    <a:pt x="29898" y="63686"/>
                  </a:lnTo>
                  <a:lnTo>
                    <a:pt x="38024" y="61544"/>
                  </a:lnTo>
                  <a:lnTo>
                    <a:pt x="46352" y="59336"/>
                  </a:lnTo>
                  <a:lnTo>
                    <a:pt x="52223" y="57771"/>
                  </a:lnTo>
                  <a:lnTo>
                    <a:pt x="75994" y="51427"/>
                  </a:lnTo>
                  <a:lnTo>
                    <a:pt x="78616" y="50721"/>
                  </a:lnTo>
                  <a:lnTo>
                    <a:pt x="95470" y="46137"/>
                  </a:lnTo>
                  <a:lnTo>
                    <a:pt x="97068" y="45700"/>
                  </a:lnTo>
                  <a:lnTo>
                    <a:pt x="118310" y="39903"/>
                  </a:lnTo>
                  <a:lnTo>
                    <a:pt x="139004" y="34212"/>
                  </a:lnTo>
                  <a:lnTo>
                    <a:pt x="139693" y="34016"/>
                  </a:lnTo>
                  <a:lnTo>
                    <a:pt x="154797" y="29712"/>
                  </a:lnTo>
                  <a:lnTo>
                    <a:pt x="156377" y="29261"/>
                  </a:lnTo>
                  <a:lnTo>
                    <a:pt x="171367" y="24956"/>
                  </a:lnTo>
                  <a:lnTo>
                    <a:pt x="171935" y="24791"/>
                  </a:lnTo>
                  <a:lnTo>
                    <a:pt x="185937" y="20616"/>
                  </a:lnTo>
                  <a:lnTo>
                    <a:pt x="190831" y="19148"/>
                  </a:lnTo>
                  <a:lnTo>
                    <a:pt x="192075" y="18782"/>
                  </a:lnTo>
                  <a:lnTo>
                    <a:pt x="200880" y="16181"/>
                  </a:lnTo>
                  <a:lnTo>
                    <a:pt x="211208" y="13110"/>
                  </a:lnTo>
                  <a:lnTo>
                    <a:pt x="223504" y="9423"/>
                  </a:lnTo>
                  <a:lnTo>
                    <a:pt x="223943" y="9290"/>
                  </a:lnTo>
                  <a:lnTo>
                    <a:pt x="230630" y="7266"/>
                  </a:lnTo>
                  <a:lnTo>
                    <a:pt x="254389" y="0"/>
                  </a:lnTo>
                  <a:lnTo>
                    <a:pt x="264801" y="30933"/>
                  </a:lnTo>
                  <a:lnTo>
                    <a:pt x="267329" y="38148"/>
                  </a:lnTo>
                  <a:lnTo>
                    <a:pt x="268898" y="42626"/>
                  </a:lnTo>
                  <a:lnTo>
                    <a:pt x="272139" y="51883"/>
                  </a:lnTo>
                  <a:lnTo>
                    <a:pt x="281932" y="79889"/>
                  </a:lnTo>
                  <a:lnTo>
                    <a:pt x="288001" y="97275"/>
                  </a:lnTo>
                  <a:lnTo>
                    <a:pt x="290313" y="103944"/>
                  </a:lnTo>
                  <a:lnTo>
                    <a:pt x="290871" y="105556"/>
                  </a:lnTo>
                  <a:lnTo>
                    <a:pt x="293449" y="112940"/>
                  </a:lnTo>
                  <a:lnTo>
                    <a:pt x="308559" y="108932"/>
                  </a:lnTo>
                  <a:lnTo>
                    <a:pt x="318201" y="106069"/>
                  </a:lnTo>
                  <a:lnTo>
                    <a:pt x="329083" y="102816"/>
                  </a:lnTo>
                  <a:lnTo>
                    <a:pt x="338570" y="99813"/>
                  </a:lnTo>
                  <a:lnTo>
                    <a:pt x="339352" y="112165"/>
                  </a:lnTo>
                  <a:lnTo>
                    <a:pt x="338470" y="113706"/>
                  </a:lnTo>
                  <a:lnTo>
                    <a:pt x="338037" y="122871"/>
                  </a:lnTo>
                  <a:lnTo>
                    <a:pt x="338005" y="131849"/>
                  </a:lnTo>
                  <a:lnTo>
                    <a:pt x="337741" y="135301"/>
                  </a:lnTo>
                  <a:lnTo>
                    <a:pt x="336133" y="142621"/>
                  </a:lnTo>
                  <a:lnTo>
                    <a:pt x="310195" y="153900"/>
                  </a:lnTo>
                  <a:lnTo>
                    <a:pt x="308114" y="158830"/>
                  </a:lnTo>
                  <a:lnTo>
                    <a:pt x="303874" y="158096"/>
                  </a:lnTo>
                  <a:lnTo>
                    <a:pt x="299545" y="159286"/>
                  </a:lnTo>
                  <a:lnTo>
                    <a:pt x="295509" y="165875"/>
                  </a:lnTo>
                  <a:lnTo>
                    <a:pt x="293298" y="166688"/>
                  </a:lnTo>
                  <a:lnTo>
                    <a:pt x="291405" y="161565"/>
                  </a:lnTo>
                  <a:lnTo>
                    <a:pt x="292697" y="154825"/>
                  </a:lnTo>
                  <a:lnTo>
                    <a:pt x="292061" y="152908"/>
                  </a:lnTo>
                  <a:lnTo>
                    <a:pt x="290684" y="149291"/>
                  </a:lnTo>
                  <a:lnTo>
                    <a:pt x="284957" y="148727"/>
                  </a:lnTo>
                  <a:lnTo>
                    <a:pt x="283002" y="143109"/>
                  </a:lnTo>
                  <a:lnTo>
                    <a:pt x="288138" y="140192"/>
                  </a:lnTo>
                  <a:lnTo>
                    <a:pt x="286866" y="138715"/>
                  </a:lnTo>
                  <a:lnTo>
                    <a:pt x="285402" y="137013"/>
                  </a:lnTo>
                  <a:lnTo>
                    <a:pt x="282811" y="137317"/>
                  </a:lnTo>
                  <a:lnTo>
                    <a:pt x="281287" y="137495"/>
                  </a:lnTo>
                  <a:lnTo>
                    <a:pt x="274528" y="138961"/>
                  </a:lnTo>
                  <a:lnTo>
                    <a:pt x="276711" y="144971"/>
                  </a:lnTo>
                  <a:lnTo>
                    <a:pt x="279757" y="150493"/>
                  </a:lnTo>
                  <a:lnTo>
                    <a:pt x="281310" y="154473"/>
                  </a:lnTo>
                  <a:lnTo>
                    <a:pt x="278066" y="154505"/>
                  </a:lnTo>
                  <a:lnTo>
                    <a:pt x="273814" y="151991"/>
                  </a:lnTo>
                  <a:lnTo>
                    <a:pt x="272607" y="145688"/>
                  </a:lnTo>
                  <a:lnTo>
                    <a:pt x="268331" y="143067"/>
                  </a:lnTo>
                  <a:lnTo>
                    <a:pt x="260740" y="138084"/>
                  </a:lnTo>
                  <a:lnTo>
                    <a:pt x="257456" y="137172"/>
                  </a:lnTo>
                  <a:lnTo>
                    <a:pt x="257058" y="133595"/>
                  </a:lnTo>
                  <a:lnTo>
                    <a:pt x="253901" y="130507"/>
                  </a:lnTo>
                  <a:lnTo>
                    <a:pt x="247778" y="123540"/>
                  </a:lnTo>
                  <a:lnTo>
                    <a:pt x="250654" y="117789"/>
                  </a:lnTo>
                  <a:lnTo>
                    <a:pt x="249093" y="115560"/>
                  </a:lnTo>
                  <a:lnTo>
                    <a:pt x="248813" y="111661"/>
                  </a:lnTo>
                  <a:lnTo>
                    <a:pt x="252077" y="110244"/>
                  </a:lnTo>
                  <a:lnTo>
                    <a:pt x="254119" y="109956"/>
                  </a:lnTo>
                  <a:lnTo>
                    <a:pt x="256757" y="109220"/>
                  </a:lnTo>
                  <a:lnTo>
                    <a:pt x="255657" y="106524"/>
                  </a:lnTo>
                  <a:lnTo>
                    <a:pt x="254494" y="103675"/>
                  </a:lnTo>
                  <a:lnTo>
                    <a:pt x="252802" y="104424"/>
                  </a:lnTo>
                  <a:lnTo>
                    <a:pt x="249072" y="101387"/>
                  </a:lnTo>
                  <a:lnTo>
                    <a:pt x="246548" y="102153"/>
                  </a:lnTo>
                  <a:lnTo>
                    <a:pt x="244082" y="106185"/>
                  </a:lnTo>
                  <a:lnTo>
                    <a:pt x="242126" y="106083"/>
                  </a:lnTo>
                  <a:lnTo>
                    <a:pt x="241543" y="101905"/>
                  </a:lnTo>
                  <a:lnTo>
                    <a:pt x="237409" y="100502"/>
                  </a:lnTo>
                  <a:lnTo>
                    <a:pt x="237366" y="97427"/>
                  </a:lnTo>
                  <a:lnTo>
                    <a:pt x="241999" y="95207"/>
                  </a:lnTo>
                  <a:lnTo>
                    <a:pt x="243299" y="89399"/>
                  </a:lnTo>
                  <a:lnTo>
                    <a:pt x="247921" y="91907"/>
                  </a:lnTo>
                  <a:lnTo>
                    <a:pt x="249448" y="89742"/>
                  </a:lnTo>
                  <a:lnTo>
                    <a:pt x="248390" y="87484"/>
                  </a:lnTo>
                  <a:lnTo>
                    <a:pt x="246889" y="84282"/>
                  </a:lnTo>
                  <a:lnTo>
                    <a:pt x="246089" y="81001"/>
                  </a:lnTo>
                  <a:lnTo>
                    <a:pt x="242815" y="81994"/>
                  </a:lnTo>
                  <a:lnTo>
                    <a:pt x="238583" y="84929"/>
                  </a:lnTo>
                  <a:lnTo>
                    <a:pt x="238747" y="89920"/>
                  </a:lnTo>
                  <a:lnTo>
                    <a:pt x="236059" y="91684"/>
                  </a:lnTo>
                  <a:lnTo>
                    <a:pt x="234844" y="83292"/>
                  </a:lnTo>
                  <a:lnTo>
                    <a:pt x="235895" y="76348"/>
                  </a:lnTo>
                  <a:lnTo>
                    <a:pt x="236476" y="72890"/>
                  </a:lnTo>
                  <a:lnTo>
                    <a:pt x="239307" y="73141"/>
                  </a:lnTo>
                  <a:lnTo>
                    <a:pt x="241866" y="73366"/>
                  </a:lnTo>
                  <a:lnTo>
                    <a:pt x="239910" y="66756"/>
                  </a:lnTo>
                  <a:lnTo>
                    <a:pt x="238297" y="64454"/>
                  </a:lnTo>
                  <a:lnTo>
                    <a:pt x="235419" y="62730"/>
                  </a:lnTo>
                  <a:lnTo>
                    <a:pt x="236158" y="55835"/>
                  </a:lnTo>
                  <a:lnTo>
                    <a:pt x="236934" y="50027"/>
                  </a:lnTo>
                  <a:lnTo>
                    <a:pt x="238517" y="46698"/>
                  </a:lnTo>
                  <a:lnTo>
                    <a:pt x="238816" y="42933"/>
                  </a:lnTo>
                  <a:lnTo>
                    <a:pt x="241279" y="38599"/>
                  </a:lnTo>
                  <a:lnTo>
                    <a:pt x="244261" y="36168"/>
                  </a:lnTo>
                  <a:lnTo>
                    <a:pt x="245510" y="35149"/>
                  </a:lnTo>
                  <a:lnTo>
                    <a:pt x="247337" y="32590"/>
                  </a:lnTo>
                  <a:lnTo>
                    <a:pt x="245975" y="29187"/>
                  </a:lnTo>
                  <a:lnTo>
                    <a:pt x="244245" y="29758"/>
                  </a:lnTo>
                  <a:lnTo>
                    <a:pt x="242654" y="30282"/>
                  </a:lnTo>
                  <a:lnTo>
                    <a:pt x="237968" y="36330"/>
                  </a:lnTo>
                  <a:lnTo>
                    <a:pt x="233941" y="42730"/>
                  </a:lnTo>
                  <a:lnTo>
                    <a:pt x="230249" y="48935"/>
                  </a:lnTo>
                  <a:lnTo>
                    <a:pt x="228972" y="52104"/>
                  </a:lnTo>
                  <a:lnTo>
                    <a:pt x="227881" y="54806"/>
                  </a:lnTo>
                  <a:lnTo>
                    <a:pt x="225832" y="56692"/>
                  </a:lnTo>
                  <a:lnTo>
                    <a:pt x="225166" y="57304"/>
                  </a:lnTo>
                  <a:lnTo>
                    <a:pt x="223759" y="60287"/>
                  </a:lnTo>
                  <a:lnTo>
                    <a:pt x="221112" y="61053"/>
                  </a:lnTo>
                  <a:lnTo>
                    <a:pt x="218724" y="61868"/>
                  </a:lnTo>
                  <a:lnTo>
                    <a:pt x="218473" y="62487"/>
                  </a:lnTo>
                  <a:lnTo>
                    <a:pt x="217500" y="64884"/>
                  </a:lnTo>
                  <a:lnTo>
                    <a:pt x="225379" y="67108"/>
                  </a:lnTo>
                  <a:lnTo>
                    <a:pt x="227110" y="71553"/>
                  </a:lnTo>
                  <a:lnTo>
                    <a:pt x="228197" y="75115"/>
                  </a:lnTo>
                  <a:lnTo>
                    <a:pt x="230792" y="77379"/>
                  </a:lnTo>
                  <a:lnTo>
                    <a:pt x="227696" y="81109"/>
                  </a:lnTo>
                  <a:lnTo>
                    <a:pt x="226804" y="83967"/>
                  </a:lnTo>
                  <a:lnTo>
                    <a:pt x="228646" y="84940"/>
                  </a:lnTo>
                  <a:lnTo>
                    <a:pt x="228155" y="88390"/>
                  </a:lnTo>
                  <a:lnTo>
                    <a:pt x="227958" y="88933"/>
                  </a:lnTo>
                  <a:lnTo>
                    <a:pt x="227242" y="90908"/>
                  </a:lnTo>
                  <a:lnTo>
                    <a:pt x="226253" y="94519"/>
                  </a:lnTo>
                  <a:lnTo>
                    <a:pt x="228445" y="95098"/>
                  </a:lnTo>
                  <a:lnTo>
                    <a:pt x="227147" y="100579"/>
                  </a:lnTo>
                  <a:lnTo>
                    <a:pt x="225695" y="104029"/>
                  </a:lnTo>
                  <a:lnTo>
                    <a:pt x="228723" y="106284"/>
                  </a:lnTo>
                  <a:lnTo>
                    <a:pt x="228982" y="107359"/>
                  </a:lnTo>
                  <a:lnTo>
                    <a:pt x="230065" y="111856"/>
                  </a:lnTo>
                  <a:lnTo>
                    <a:pt x="232490" y="115887"/>
                  </a:lnTo>
                  <a:lnTo>
                    <a:pt x="233951" y="123006"/>
                  </a:lnTo>
                  <a:lnTo>
                    <a:pt x="237079" y="127633"/>
                  </a:lnTo>
                  <a:lnTo>
                    <a:pt x="241002" y="130460"/>
                  </a:lnTo>
                  <a:lnTo>
                    <a:pt x="246344" y="134099"/>
                  </a:lnTo>
                  <a:lnTo>
                    <a:pt x="247491" y="136541"/>
                  </a:lnTo>
                  <a:lnTo>
                    <a:pt x="247593" y="140592"/>
                  </a:lnTo>
                  <a:lnTo>
                    <a:pt x="247614" y="141421"/>
                  </a:lnTo>
                  <a:lnTo>
                    <a:pt x="249979" y="142205"/>
                  </a:lnTo>
                  <a:lnTo>
                    <a:pt x="250109" y="147755"/>
                  </a:lnTo>
                  <a:lnTo>
                    <a:pt x="254381" y="152556"/>
                  </a:lnTo>
                  <a:lnTo>
                    <a:pt x="257713" y="155491"/>
                  </a:lnTo>
                  <a:lnTo>
                    <a:pt x="257931" y="159273"/>
                  </a:lnTo>
                  <a:lnTo>
                    <a:pt x="260099" y="164824"/>
                  </a:lnTo>
                  <a:lnTo>
                    <a:pt x="255538" y="161931"/>
                  </a:lnTo>
                  <a:lnTo>
                    <a:pt x="250430" y="159516"/>
                  </a:lnTo>
                  <a:lnTo>
                    <a:pt x="246958" y="160886"/>
                  </a:lnTo>
                  <a:lnTo>
                    <a:pt x="241872" y="158726"/>
                  </a:lnTo>
                  <a:lnTo>
                    <a:pt x="236835" y="154174"/>
                  </a:lnTo>
                  <a:lnTo>
                    <a:pt x="230521" y="154034"/>
                  </a:lnTo>
                  <a:lnTo>
                    <a:pt x="225821" y="155323"/>
                  </a:lnTo>
                  <a:lnTo>
                    <a:pt x="220774" y="155113"/>
                  </a:lnTo>
                  <a:lnTo>
                    <a:pt x="219145" y="154993"/>
                  </a:lnTo>
                  <a:lnTo>
                    <a:pt x="216268" y="154779"/>
                  </a:lnTo>
                  <a:lnTo>
                    <a:pt x="211171" y="152083"/>
                  </a:lnTo>
                  <a:lnTo>
                    <a:pt x="206554" y="149875"/>
                  </a:lnTo>
                  <a:lnTo>
                    <a:pt x="202913" y="143585"/>
                  </a:lnTo>
                  <a:lnTo>
                    <a:pt x="201308" y="141724"/>
                  </a:lnTo>
                  <a:lnTo>
                    <a:pt x="197663" y="144823"/>
                  </a:lnTo>
                  <a:lnTo>
                    <a:pt x="194644" y="147071"/>
                  </a:lnTo>
                  <a:lnTo>
                    <a:pt x="189192" y="151574"/>
                  </a:lnTo>
                  <a:lnTo>
                    <a:pt x="184444" y="147507"/>
                  </a:lnTo>
                  <a:lnTo>
                    <a:pt x="182927" y="137867"/>
                  </a:lnTo>
                  <a:lnTo>
                    <a:pt x="185831" y="130911"/>
                  </a:lnTo>
                  <a:lnTo>
                    <a:pt x="189331" y="128567"/>
                  </a:lnTo>
                  <a:lnTo>
                    <a:pt x="188754" y="126702"/>
                  </a:lnTo>
                  <a:lnTo>
                    <a:pt x="187656" y="123202"/>
                  </a:lnTo>
                  <a:lnTo>
                    <a:pt x="190162" y="119390"/>
                  </a:lnTo>
                  <a:lnTo>
                    <a:pt x="190499" y="118877"/>
                  </a:lnTo>
                  <a:lnTo>
                    <a:pt x="192327" y="118312"/>
                  </a:lnTo>
                  <a:lnTo>
                    <a:pt x="192501" y="115508"/>
                  </a:lnTo>
                  <a:lnTo>
                    <a:pt x="192310" y="114699"/>
                  </a:lnTo>
                  <a:lnTo>
                    <a:pt x="191472" y="111140"/>
                  </a:lnTo>
                  <a:lnTo>
                    <a:pt x="191335" y="110559"/>
                  </a:lnTo>
                  <a:lnTo>
                    <a:pt x="194364" y="105144"/>
                  </a:lnTo>
                  <a:lnTo>
                    <a:pt x="197906" y="98703"/>
                  </a:lnTo>
                  <a:lnTo>
                    <a:pt x="189645" y="93939"/>
                  </a:lnTo>
                  <a:lnTo>
                    <a:pt x="186236" y="91969"/>
                  </a:lnTo>
                  <a:lnTo>
                    <a:pt x="182238" y="99136"/>
                  </a:lnTo>
                  <a:lnTo>
                    <a:pt x="179647" y="96945"/>
                  </a:lnTo>
                  <a:lnTo>
                    <a:pt x="177265" y="97410"/>
                  </a:lnTo>
                  <a:lnTo>
                    <a:pt x="175664" y="97722"/>
                  </a:lnTo>
                  <a:lnTo>
                    <a:pt x="171934" y="97018"/>
                  </a:lnTo>
                  <a:lnTo>
                    <a:pt x="171042" y="93242"/>
                  </a:lnTo>
                  <a:lnTo>
                    <a:pt x="166100" y="92184"/>
                  </a:lnTo>
                  <a:lnTo>
                    <a:pt x="164659" y="92206"/>
                  </a:lnTo>
                  <a:lnTo>
                    <a:pt x="163694" y="92221"/>
                  </a:lnTo>
                  <a:lnTo>
                    <a:pt x="162449" y="92239"/>
                  </a:lnTo>
                  <a:lnTo>
                    <a:pt x="154942" y="92966"/>
                  </a:lnTo>
                  <a:lnTo>
                    <a:pt x="152939" y="90643"/>
                  </a:lnTo>
                  <a:lnTo>
                    <a:pt x="149884" y="90006"/>
                  </a:lnTo>
                  <a:lnTo>
                    <a:pt x="148835" y="86361"/>
                  </a:lnTo>
                  <a:lnTo>
                    <a:pt x="150697" y="83419"/>
                  </a:lnTo>
                  <a:lnTo>
                    <a:pt x="151702" y="79876"/>
                  </a:lnTo>
                  <a:lnTo>
                    <a:pt x="148392" y="77649"/>
                  </a:lnTo>
                  <a:lnTo>
                    <a:pt x="143792" y="76174"/>
                  </a:lnTo>
                  <a:lnTo>
                    <a:pt x="140812" y="74785"/>
                  </a:lnTo>
                  <a:lnTo>
                    <a:pt x="135045" y="74925"/>
                  </a:lnTo>
                  <a:lnTo>
                    <a:pt x="134219" y="75065"/>
                  </a:lnTo>
                  <a:lnTo>
                    <a:pt x="131235" y="75568"/>
                  </a:lnTo>
                  <a:lnTo>
                    <a:pt x="128644" y="73161"/>
                  </a:lnTo>
                  <a:lnTo>
                    <a:pt x="127903" y="68612"/>
                  </a:lnTo>
                  <a:lnTo>
                    <a:pt x="122112" y="62963"/>
                  </a:lnTo>
                  <a:lnTo>
                    <a:pt x="120635" y="60920"/>
                  </a:lnTo>
                  <a:lnTo>
                    <a:pt x="119150" y="58864"/>
                  </a:lnTo>
                  <a:lnTo>
                    <a:pt x="117276" y="53364"/>
                  </a:lnTo>
                  <a:lnTo>
                    <a:pt x="110139" y="53348"/>
                  </a:lnTo>
                  <a:lnTo>
                    <a:pt x="104699" y="55470"/>
                  </a:lnTo>
                  <a:lnTo>
                    <a:pt x="102798" y="54100"/>
                  </a:lnTo>
                  <a:lnTo>
                    <a:pt x="97830" y="50517"/>
                  </a:lnTo>
                  <a:lnTo>
                    <a:pt x="88235" y="54349"/>
                  </a:lnTo>
                  <a:lnTo>
                    <a:pt x="82792" y="58561"/>
                  </a:lnTo>
                  <a:lnTo>
                    <a:pt x="81481" y="59159"/>
                  </a:lnTo>
                  <a:lnTo>
                    <a:pt x="78149" y="60677"/>
                  </a:lnTo>
                  <a:lnTo>
                    <a:pt x="75677" y="67092"/>
                  </a:lnTo>
                  <a:lnTo>
                    <a:pt x="74962" y="70958"/>
                  </a:lnTo>
                  <a:lnTo>
                    <a:pt x="74448" y="71074"/>
                  </a:lnTo>
                  <a:lnTo>
                    <a:pt x="65857" y="72993"/>
                  </a:lnTo>
                  <a:lnTo>
                    <a:pt x="61059" y="72889"/>
                  </a:lnTo>
                  <a:lnTo>
                    <a:pt x="57181" y="72801"/>
                  </a:lnTo>
                  <a:lnTo>
                    <a:pt x="53735" y="68455"/>
                  </a:lnTo>
                  <a:lnTo>
                    <a:pt x="50855" y="66417"/>
                  </a:lnTo>
                  <a:lnTo>
                    <a:pt x="47220" y="75621"/>
                  </a:lnTo>
                  <a:lnTo>
                    <a:pt x="42528" y="84128"/>
                  </a:lnTo>
                  <a:lnTo>
                    <a:pt x="42429" y="87996"/>
                  </a:lnTo>
                  <a:lnTo>
                    <a:pt x="36192" y="86403"/>
                  </a:lnTo>
                  <a:lnTo>
                    <a:pt x="33987" y="87031"/>
                  </a:lnTo>
                  <a:lnTo>
                    <a:pt x="32332" y="87503"/>
                  </a:lnTo>
                  <a:lnTo>
                    <a:pt x="28686" y="95431"/>
                  </a:lnTo>
                  <a:lnTo>
                    <a:pt x="23647" y="104018"/>
                  </a:lnTo>
                  <a:lnTo>
                    <a:pt x="22524" y="105927"/>
                  </a:lnTo>
                  <a:lnTo>
                    <a:pt x="18324" y="110090"/>
                  </a:lnTo>
                  <a:lnTo>
                    <a:pt x="14474" y="115939"/>
                  </a:lnTo>
                  <a:lnTo>
                    <a:pt x="10586" y="11909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79663" y="2523514"/>
              <a:ext cx="5721" cy="9092"/>
            </a:xfrm>
            <a:custGeom>
              <a:avLst/>
              <a:pathLst>
                <a:path w="5721" h="9092">
                  <a:moveTo>
                    <a:pt x="0" y="2901"/>
                  </a:moveTo>
                  <a:lnTo>
                    <a:pt x="2292" y="0"/>
                  </a:lnTo>
                  <a:lnTo>
                    <a:pt x="5721" y="4113"/>
                  </a:lnTo>
                  <a:lnTo>
                    <a:pt x="4928" y="9092"/>
                  </a:lnTo>
                  <a:lnTo>
                    <a:pt x="486" y="77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03383" y="2210491"/>
              <a:ext cx="259937" cy="431109"/>
            </a:xfrm>
            <a:custGeom>
              <a:avLst/>
              <a:pathLst>
                <a:path w="259937" h="431109">
                  <a:moveTo>
                    <a:pt x="0" y="243944"/>
                  </a:moveTo>
                  <a:lnTo>
                    <a:pt x="2500" y="242338"/>
                  </a:lnTo>
                  <a:lnTo>
                    <a:pt x="2939" y="238894"/>
                  </a:lnTo>
                  <a:lnTo>
                    <a:pt x="7125" y="238598"/>
                  </a:lnTo>
                  <a:lnTo>
                    <a:pt x="10486" y="240824"/>
                  </a:lnTo>
                  <a:lnTo>
                    <a:pt x="13492" y="245352"/>
                  </a:lnTo>
                  <a:lnTo>
                    <a:pt x="16514" y="244647"/>
                  </a:lnTo>
                  <a:lnTo>
                    <a:pt x="15911" y="241158"/>
                  </a:lnTo>
                  <a:lnTo>
                    <a:pt x="15665" y="239741"/>
                  </a:lnTo>
                  <a:lnTo>
                    <a:pt x="16111" y="237106"/>
                  </a:lnTo>
                  <a:lnTo>
                    <a:pt x="14490" y="234756"/>
                  </a:lnTo>
                  <a:lnTo>
                    <a:pt x="14121" y="231393"/>
                  </a:lnTo>
                  <a:lnTo>
                    <a:pt x="12197" y="229769"/>
                  </a:lnTo>
                  <a:lnTo>
                    <a:pt x="13791" y="226067"/>
                  </a:lnTo>
                  <a:lnTo>
                    <a:pt x="15413" y="225716"/>
                  </a:lnTo>
                  <a:lnTo>
                    <a:pt x="17879" y="227652"/>
                  </a:lnTo>
                  <a:lnTo>
                    <a:pt x="21114" y="226889"/>
                  </a:lnTo>
                  <a:lnTo>
                    <a:pt x="24028" y="226825"/>
                  </a:lnTo>
                  <a:lnTo>
                    <a:pt x="22519" y="222996"/>
                  </a:lnTo>
                  <a:lnTo>
                    <a:pt x="19382" y="221765"/>
                  </a:lnTo>
                  <a:lnTo>
                    <a:pt x="14610" y="217832"/>
                  </a:lnTo>
                  <a:lnTo>
                    <a:pt x="14915" y="212358"/>
                  </a:lnTo>
                  <a:lnTo>
                    <a:pt x="16059" y="208495"/>
                  </a:lnTo>
                  <a:lnTo>
                    <a:pt x="18414" y="204331"/>
                  </a:lnTo>
                  <a:lnTo>
                    <a:pt x="19437" y="200200"/>
                  </a:lnTo>
                  <a:lnTo>
                    <a:pt x="24445" y="194603"/>
                  </a:lnTo>
                  <a:lnTo>
                    <a:pt x="27129" y="190456"/>
                  </a:lnTo>
                  <a:lnTo>
                    <a:pt x="23534" y="186742"/>
                  </a:lnTo>
                  <a:lnTo>
                    <a:pt x="23903" y="184359"/>
                  </a:lnTo>
                  <a:lnTo>
                    <a:pt x="26295" y="178872"/>
                  </a:lnTo>
                  <a:lnTo>
                    <a:pt x="29178" y="174022"/>
                  </a:lnTo>
                  <a:lnTo>
                    <a:pt x="28136" y="170184"/>
                  </a:lnTo>
                  <a:lnTo>
                    <a:pt x="26391" y="167919"/>
                  </a:lnTo>
                  <a:lnTo>
                    <a:pt x="23647" y="169094"/>
                  </a:lnTo>
                  <a:lnTo>
                    <a:pt x="22978" y="165640"/>
                  </a:lnTo>
                  <a:lnTo>
                    <a:pt x="21452" y="164231"/>
                  </a:lnTo>
                  <a:lnTo>
                    <a:pt x="20665" y="160308"/>
                  </a:lnTo>
                  <a:lnTo>
                    <a:pt x="21679" y="155930"/>
                  </a:lnTo>
                  <a:lnTo>
                    <a:pt x="21826" y="151683"/>
                  </a:lnTo>
                  <a:lnTo>
                    <a:pt x="17393" y="149130"/>
                  </a:lnTo>
                  <a:lnTo>
                    <a:pt x="17401" y="143049"/>
                  </a:lnTo>
                  <a:lnTo>
                    <a:pt x="17439" y="139225"/>
                  </a:lnTo>
                  <a:lnTo>
                    <a:pt x="18478" y="137261"/>
                  </a:lnTo>
                  <a:lnTo>
                    <a:pt x="17315" y="134571"/>
                  </a:lnTo>
                  <a:lnTo>
                    <a:pt x="18974" y="130930"/>
                  </a:lnTo>
                  <a:lnTo>
                    <a:pt x="20654" y="127924"/>
                  </a:lnTo>
                  <a:lnTo>
                    <a:pt x="21972" y="124754"/>
                  </a:lnTo>
                  <a:lnTo>
                    <a:pt x="22866" y="122516"/>
                  </a:lnTo>
                  <a:lnTo>
                    <a:pt x="19714" y="109296"/>
                  </a:lnTo>
                  <a:lnTo>
                    <a:pt x="17039" y="98143"/>
                  </a:lnTo>
                  <a:lnTo>
                    <a:pt x="21076" y="78427"/>
                  </a:lnTo>
                  <a:lnTo>
                    <a:pt x="26752" y="50927"/>
                  </a:lnTo>
                  <a:lnTo>
                    <a:pt x="29581" y="37154"/>
                  </a:lnTo>
                  <a:lnTo>
                    <a:pt x="34638" y="14136"/>
                  </a:lnTo>
                  <a:lnTo>
                    <a:pt x="38449" y="13162"/>
                  </a:lnTo>
                  <a:lnTo>
                    <a:pt x="41680" y="13347"/>
                  </a:lnTo>
                  <a:lnTo>
                    <a:pt x="46040" y="12899"/>
                  </a:lnTo>
                  <a:lnTo>
                    <a:pt x="46796" y="17062"/>
                  </a:lnTo>
                  <a:lnTo>
                    <a:pt x="52289" y="28189"/>
                  </a:lnTo>
                  <a:lnTo>
                    <a:pt x="57602" y="29233"/>
                  </a:lnTo>
                  <a:lnTo>
                    <a:pt x="62513" y="30625"/>
                  </a:lnTo>
                  <a:lnTo>
                    <a:pt x="66667" y="25068"/>
                  </a:lnTo>
                  <a:lnTo>
                    <a:pt x="72899" y="19725"/>
                  </a:lnTo>
                  <a:lnTo>
                    <a:pt x="76654" y="17436"/>
                  </a:lnTo>
                  <a:lnTo>
                    <a:pt x="76394" y="14269"/>
                  </a:lnTo>
                  <a:lnTo>
                    <a:pt x="80422" y="11031"/>
                  </a:lnTo>
                  <a:lnTo>
                    <a:pt x="83463" y="10800"/>
                  </a:lnTo>
                  <a:lnTo>
                    <a:pt x="87977" y="8229"/>
                  </a:lnTo>
                  <a:lnTo>
                    <a:pt x="86232" y="5456"/>
                  </a:lnTo>
                  <a:lnTo>
                    <a:pt x="86465" y="2443"/>
                  </a:lnTo>
                  <a:lnTo>
                    <a:pt x="91677" y="383"/>
                  </a:lnTo>
                  <a:lnTo>
                    <a:pt x="95851" y="0"/>
                  </a:lnTo>
                  <a:lnTo>
                    <a:pt x="99631" y="974"/>
                  </a:lnTo>
                  <a:lnTo>
                    <a:pt x="105126" y="2873"/>
                  </a:lnTo>
                  <a:lnTo>
                    <a:pt x="111854" y="5448"/>
                  </a:lnTo>
                  <a:lnTo>
                    <a:pt x="115223" y="6187"/>
                  </a:lnTo>
                  <a:lnTo>
                    <a:pt x="121604" y="11281"/>
                  </a:lnTo>
                  <a:lnTo>
                    <a:pt x="129133" y="13385"/>
                  </a:lnTo>
                  <a:lnTo>
                    <a:pt x="139097" y="36640"/>
                  </a:lnTo>
                  <a:lnTo>
                    <a:pt x="146260" y="53188"/>
                  </a:lnTo>
                  <a:lnTo>
                    <a:pt x="158413" y="80736"/>
                  </a:lnTo>
                  <a:lnTo>
                    <a:pt x="167295" y="101407"/>
                  </a:lnTo>
                  <a:lnTo>
                    <a:pt x="170970" y="110021"/>
                  </a:lnTo>
                  <a:lnTo>
                    <a:pt x="173403" y="111022"/>
                  </a:lnTo>
                  <a:lnTo>
                    <a:pt x="172110" y="116532"/>
                  </a:lnTo>
                  <a:lnTo>
                    <a:pt x="175823" y="118924"/>
                  </a:lnTo>
                  <a:lnTo>
                    <a:pt x="175298" y="124081"/>
                  </a:lnTo>
                  <a:lnTo>
                    <a:pt x="178379" y="127874"/>
                  </a:lnTo>
                  <a:lnTo>
                    <a:pt x="179077" y="133000"/>
                  </a:lnTo>
                  <a:lnTo>
                    <a:pt x="184374" y="130532"/>
                  </a:lnTo>
                  <a:lnTo>
                    <a:pt x="188153" y="133812"/>
                  </a:lnTo>
                  <a:lnTo>
                    <a:pt x="191017" y="133529"/>
                  </a:lnTo>
                  <a:lnTo>
                    <a:pt x="197545" y="133307"/>
                  </a:lnTo>
                  <a:lnTo>
                    <a:pt x="201788" y="130491"/>
                  </a:lnTo>
                  <a:lnTo>
                    <a:pt x="204807" y="132476"/>
                  </a:lnTo>
                  <a:lnTo>
                    <a:pt x="207733" y="138348"/>
                  </a:lnTo>
                  <a:lnTo>
                    <a:pt x="204477" y="140271"/>
                  </a:lnTo>
                  <a:lnTo>
                    <a:pt x="205698" y="144355"/>
                  </a:lnTo>
                  <a:lnTo>
                    <a:pt x="211854" y="149627"/>
                  </a:lnTo>
                  <a:lnTo>
                    <a:pt x="212600" y="156783"/>
                  </a:lnTo>
                  <a:lnTo>
                    <a:pt x="212630" y="160055"/>
                  </a:lnTo>
                  <a:lnTo>
                    <a:pt x="215168" y="161697"/>
                  </a:lnTo>
                  <a:lnTo>
                    <a:pt x="221987" y="167569"/>
                  </a:lnTo>
                  <a:lnTo>
                    <a:pt x="225971" y="168718"/>
                  </a:lnTo>
                  <a:lnTo>
                    <a:pt x="227620" y="165834"/>
                  </a:lnTo>
                  <a:lnTo>
                    <a:pt x="227569" y="161318"/>
                  </a:lnTo>
                  <a:lnTo>
                    <a:pt x="232181" y="161279"/>
                  </a:lnTo>
                  <a:lnTo>
                    <a:pt x="234968" y="160909"/>
                  </a:lnTo>
                  <a:lnTo>
                    <a:pt x="239655" y="163989"/>
                  </a:lnTo>
                  <a:lnTo>
                    <a:pt x="242511" y="167174"/>
                  </a:lnTo>
                  <a:lnTo>
                    <a:pt x="244453" y="170308"/>
                  </a:lnTo>
                  <a:lnTo>
                    <a:pt x="250571" y="176750"/>
                  </a:lnTo>
                  <a:lnTo>
                    <a:pt x="254820" y="178598"/>
                  </a:lnTo>
                  <a:lnTo>
                    <a:pt x="256262" y="183490"/>
                  </a:lnTo>
                  <a:lnTo>
                    <a:pt x="259937" y="185094"/>
                  </a:lnTo>
                  <a:lnTo>
                    <a:pt x="257300" y="191314"/>
                  </a:lnTo>
                  <a:lnTo>
                    <a:pt x="255503" y="194802"/>
                  </a:lnTo>
                  <a:lnTo>
                    <a:pt x="254285" y="199011"/>
                  </a:lnTo>
                  <a:lnTo>
                    <a:pt x="252786" y="204177"/>
                  </a:lnTo>
                  <a:lnTo>
                    <a:pt x="249924" y="207993"/>
                  </a:lnTo>
                  <a:lnTo>
                    <a:pt x="247839" y="212792"/>
                  </a:lnTo>
                  <a:lnTo>
                    <a:pt x="242529" y="212545"/>
                  </a:lnTo>
                  <a:lnTo>
                    <a:pt x="241526" y="215237"/>
                  </a:lnTo>
                  <a:lnTo>
                    <a:pt x="238705" y="216715"/>
                  </a:lnTo>
                  <a:lnTo>
                    <a:pt x="237762" y="221637"/>
                  </a:lnTo>
                  <a:lnTo>
                    <a:pt x="237699" y="226377"/>
                  </a:lnTo>
                  <a:lnTo>
                    <a:pt x="239944" y="228755"/>
                  </a:lnTo>
                  <a:lnTo>
                    <a:pt x="237158" y="234847"/>
                  </a:lnTo>
                  <a:lnTo>
                    <a:pt x="231835" y="231273"/>
                  </a:lnTo>
                  <a:lnTo>
                    <a:pt x="229365" y="228402"/>
                  </a:lnTo>
                  <a:lnTo>
                    <a:pt x="227068" y="231833"/>
                  </a:lnTo>
                  <a:lnTo>
                    <a:pt x="222206" y="234680"/>
                  </a:lnTo>
                  <a:lnTo>
                    <a:pt x="220666" y="238411"/>
                  </a:lnTo>
                  <a:lnTo>
                    <a:pt x="221265" y="242752"/>
                  </a:lnTo>
                  <a:lnTo>
                    <a:pt x="219542" y="246076"/>
                  </a:lnTo>
                  <a:lnTo>
                    <a:pt x="216750" y="245543"/>
                  </a:lnTo>
                  <a:lnTo>
                    <a:pt x="216466" y="246090"/>
                  </a:lnTo>
                  <a:lnTo>
                    <a:pt x="215105" y="248708"/>
                  </a:lnTo>
                  <a:lnTo>
                    <a:pt x="212915" y="249324"/>
                  </a:lnTo>
                  <a:lnTo>
                    <a:pt x="212931" y="255363"/>
                  </a:lnTo>
                  <a:lnTo>
                    <a:pt x="208520" y="253842"/>
                  </a:lnTo>
                  <a:lnTo>
                    <a:pt x="206422" y="252431"/>
                  </a:lnTo>
                  <a:lnTo>
                    <a:pt x="203130" y="255189"/>
                  </a:lnTo>
                  <a:lnTo>
                    <a:pt x="205652" y="258721"/>
                  </a:lnTo>
                  <a:lnTo>
                    <a:pt x="205331" y="261062"/>
                  </a:lnTo>
                  <a:lnTo>
                    <a:pt x="204501" y="265449"/>
                  </a:lnTo>
                  <a:lnTo>
                    <a:pt x="209218" y="267595"/>
                  </a:lnTo>
                  <a:lnTo>
                    <a:pt x="201054" y="270172"/>
                  </a:lnTo>
                  <a:lnTo>
                    <a:pt x="201882" y="273638"/>
                  </a:lnTo>
                  <a:lnTo>
                    <a:pt x="204050" y="281795"/>
                  </a:lnTo>
                  <a:lnTo>
                    <a:pt x="197346" y="283766"/>
                  </a:lnTo>
                  <a:lnTo>
                    <a:pt x="194079" y="286814"/>
                  </a:lnTo>
                  <a:lnTo>
                    <a:pt x="192724" y="288384"/>
                  </a:lnTo>
                  <a:lnTo>
                    <a:pt x="190213" y="291289"/>
                  </a:lnTo>
                  <a:lnTo>
                    <a:pt x="190374" y="297442"/>
                  </a:lnTo>
                  <a:lnTo>
                    <a:pt x="188202" y="298988"/>
                  </a:lnTo>
                  <a:lnTo>
                    <a:pt x="184956" y="293016"/>
                  </a:lnTo>
                  <a:lnTo>
                    <a:pt x="179008" y="297385"/>
                  </a:lnTo>
                  <a:lnTo>
                    <a:pt x="174470" y="302549"/>
                  </a:lnTo>
                  <a:lnTo>
                    <a:pt x="170832" y="298813"/>
                  </a:lnTo>
                  <a:lnTo>
                    <a:pt x="167204" y="294968"/>
                  </a:lnTo>
                  <a:lnTo>
                    <a:pt x="168993" y="291279"/>
                  </a:lnTo>
                  <a:lnTo>
                    <a:pt x="166989" y="290053"/>
                  </a:lnTo>
                  <a:lnTo>
                    <a:pt x="163181" y="287722"/>
                  </a:lnTo>
                  <a:lnTo>
                    <a:pt x="158649" y="288419"/>
                  </a:lnTo>
                  <a:lnTo>
                    <a:pt x="157396" y="288611"/>
                  </a:lnTo>
                  <a:lnTo>
                    <a:pt x="158666" y="294352"/>
                  </a:lnTo>
                  <a:lnTo>
                    <a:pt x="158824" y="298478"/>
                  </a:lnTo>
                  <a:lnTo>
                    <a:pt x="163187" y="301813"/>
                  </a:lnTo>
                  <a:lnTo>
                    <a:pt x="162359" y="306116"/>
                  </a:lnTo>
                  <a:lnTo>
                    <a:pt x="164951" y="308416"/>
                  </a:lnTo>
                  <a:lnTo>
                    <a:pt x="164081" y="312071"/>
                  </a:lnTo>
                  <a:lnTo>
                    <a:pt x="160727" y="313209"/>
                  </a:lnTo>
                  <a:lnTo>
                    <a:pt x="158090" y="314207"/>
                  </a:lnTo>
                  <a:lnTo>
                    <a:pt x="157696" y="319965"/>
                  </a:lnTo>
                  <a:lnTo>
                    <a:pt x="155988" y="320926"/>
                  </a:lnTo>
                  <a:lnTo>
                    <a:pt x="155086" y="325247"/>
                  </a:lnTo>
                  <a:lnTo>
                    <a:pt x="153384" y="328246"/>
                  </a:lnTo>
                  <a:lnTo>
                    <a:pt x="149302" y="323768"/>
                  </a:lnTo>
                  <a:lnTo>
                    <a:pt x="146869" y="322157"/>
                  </a:lnTo>
                  <a:lnTo>
                    <a:pt x="145668" y="321361"/>
                  </a:lnTo>
                  <a:lnTo>
                    <a:pt x="145064" y="324965"/>
                  </a:lnTo>
                  <a:lnTo>
                    <a:pt x="144555" y="326531"/>
                  </a:lnTo>
                  <a:lnTo>
                    <a:pt x="143042" y="334373"/>
                  </a:lnTo>
                  <a:lnTo>
                    <a:pt x="139944" y="335260"/>
                  </a:lnTo>
                  <a:lnTo>
                    <a:pt x="138985" y="337460"/>
                  </a:lnTo>
                  <a:lnTo>
                    <a:pt x="135273" y="340922"/>
                  </a:lnTo>
                  <a:lnTo>
                    <a:pt x="132813" y="342690"/>
                  </a:lnTo>
                  <a:lnTo>
                    <a:pt x="131650" y="343525"/>
                  </a:lnTo>
                  <a:lnTo>
                    <a:pt x="131028" y="348647"/>
                  </a:lnTo>
                  <a:lnTo>
                    <a:pt x="128329" y="351314"/>
                  </a:lnTo>
                  <a:lnTo>
                    <a:pt x="127637" y="354280"/>
                  </a:lnTo>
                  <a:lnTo>
                    <a:pt x="126213" y="354502"/>
                  </a:lnTo>
                  <a:lnTo>
                    <a:pt x="123987" y="349956"/>
                  </a:lnTo>
                  <a:lnTo>
                    <a:pt x="122205" y="349903"/>
                  </a:lnTo>
                  <a:lnTo>
                    <a:pt x="120217" y="349843"/>
                  </a:lnTo>
                  <a:lnTo>
                    <a:pt x="117109" y="354162"/>
                  </a:lnTo>
                  <a:lnTo>
                    <a:pt x="117166" y="357547"/>
                  </a:lnTo>
                  <a:lnTo>
                    <a:pt x="112807" y="358940"/>
                  </a:lnTo>
                  <a:lnTo>
                    <a:pt x="112671" y="363149"/>
                  </a:lnTo>
                  <a:lnTo>
                    <a:pt x="108194" y="364635"/>
                  </a:lnTo>
                  <a:lnTo>
                    <a:pt x="107797" y="367750"/>
                  </a:lnTo>
                  <a:lnTo>
                    <a:pt x="107793" y="372642"/>
                  </a:lnTo>
                  <a:lnTo>
                    <a:pt x="109739" y="375785"/>
                  </a:lnTo>
                  <a:lnTo>
                    <a:pt x="107930" y="378299"/>
                  </a:lnTo>
                  <a:lnTo>
                    <a:pt x="103726" y="381189"/>
                  </a:lnTo>
                  <a:lnTo>
                    <a:pt x="102624" y="381537"/>
                  </a:lnTo>
                  <a:lnTo>
                    <a:pt x="101219" y="381980"/>
                  </a:lnTo>
                  <a:lnTo>
                    <a:pt x="101101" y="386240"/>
                  </a:lnTo>
                  <a:lnTo>
                    <a:pt x="105587" y="387331"/>
                  </a:lnTo>
                  <a:lnTo>
                    <a:pt x="103608" y="392663"/>
                  </a:lnTo>
                  <a:lnTo>
                    <a:pt x="103301" y="397956"/>
                  </a:lnTo>
                  <a:lnTo>
                    <a:pt x="100936" y="400958"/>
                  </a:lnTo>
                  <a:lnTo>
                    <a:pt x="97647" y="401861"/>
                  </a:lnTo>
                  <a:lnTo>
                    <a:pt x="96147" y="404656"/>
                  </a:lnTo>
                  <a:lnTo>
                    <a:pt x="95895" y="409921"/>
                  </a:lnTo>
                  <a:lnTo>
                    <a:pt x="98025" y="413910"/>
                  </a:lnTo>
                  <a:lnTo>
                    <a:pt x="98650" y="419495"/>
                  </a:lnTo>
                  <a:lnTo>
                    <a:pt x="97960" y="422645"/>
                  </a:lnTo>
                  <a:lnTo>
                    <a:pt x="97157" y="428775"/>
                  </a:lnTo>
                  <a:lnTo>
                    <a:pt x="95351" y="431109"/>
                  </a:lnTo>
                  <a:lnTo>
                    <a:pt x="91468" y="430596"/>
                  </a:lnTo>
                  <a:lnTo>
                    <a:pt x="86199" y="428313"/>
                  </a:lnTo>
                  <a:lnTo>
                    <a:pt x="85486" y="428003"/>
                  </a:lnTo>
                  <a:lnTo>
                    <a:pt x="84076" y="423503"/>
                  </a:lnTo>
                  <a:lnTo>
                    <a:pt x="83595" y="419945"/>
                  </a:lnTo>
                  <a:lnTo>
                    <a:pt x="78253" y="416726"/>
                  </a:lnTo>
                  <a:lnTo>
                    <a:pt x="73358" y="413162"/>
                  </a:lnTo>
                  <a:lnTo>
                    <a:pt x="68017" y="410091"/>
                  </a:lnTo>
                  <a:lnTo>
                    <a:pt x="67319" y="405076"/>
                  </a:lnTo>
                  <a:lnTo>
                    <a:pt x="65586" y="397720"/>
                  </a:lnTo>
                  <a:lnTo>
                    <a:pt x="64062" y="395274"/>
                  </a:lnTo>
                  <a:lnTo>
                    <a:pt x="62559" y="392858"/>
                  </a:lnTo>
                  <a:lnTo>
                    <a:pt x="57822" y="381653"/>
                  </a:lnTo>
                  <a:lnTo>
                    <a:pt x="54558" y="373738"/>
                  </a:lnTo>
                  <a:lnTo>
                    <a:pt x="52915" y="369758"/>
                  </a:lnTo>
                  <a:lnTo>
                    <a:pt x="44093" y="347865"/>
                  </a:lnTo>
                  <a:lnTo>
                    <a:pt x="38320" y="333549"/>
                  </a:lnTo>
                  <a:lnTo>
                    <a:pt x="37389" y="331309"/>
                  </a:lnTo>
                  <a:lnTo>
                    <a:pt x="36784" y="329851"/>
                  </a:lnTo>
                  <a:lnTo>
                    <a:pt x="29697" y="312818"/>
                  </a:lnTo>
                  <a:lnTo>
                    <a:pt x="21245" y="292498"/>
                  </a:lnTo>
                  <a:lnTo>
                    <a:pt x="11455" y="2699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72268" y="2741638"/>
              <a:ext cx="20060" cy="13271"/>
            </a:xfrm>
            <a:custGeom>
              <a:avLst/>
              <a:pathLst>
                <a:path w="20060" h="13271">
                  <a:moveTo>
                    <a:pt x="1547" y="0"/>
                  </a:moveTo>
                  <a:lnTo>
                    <a:pt x="8884" y="4791"/>
                  </a:lnTo>
                  <a:lnTo>
                    <a:pt x="15561" y="6192"/>
                  </a:lnTo>
                  <a:lnTo>
                    <a:pt x="20060" y="7941"/>
                  </a:lnTo>
                  <a:lnTo>
                    <a:pt x="18464" y="12438"/>
                  </a:lnTo>
                  <a:lnTo>
                    <a:pt x="12744" y="13271"/>
                  </a:lnTo>
                  <a:lnTo>
                    <a:pt x="4895" y="7631"/>
                  </a:lnTo>
                  <a:lnTo>
                    <a:pt x="0" y="362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208208" y="2757506"/>
              <a:ext cx="20133" cy="24666"/>
            </a:xfrm>
            <a:custGeom>
              <a:avLst/>
              <a:pathLst>
                <a:path w="20133" h="24666">
                  <a:moveTo>
                    <a:pt x="0" y="11334"/>
                  </a:moveTo>
                  <a:lnTo>
                    <a:pt x="3036" y="10127"/>
                  </a:lnTo>
                  <a:lnTo>
                    <a:pt x="9635" y="774"/>
                  </a:lnTo>
                  <a:lnTo>
                    <a:pt x="20133" y="0"/>
                  </a:lnTo>
                  <a:lnTo>
                    <a:pt x="19928" y="4608"/>
                  </a:lnTo>
                  <a:lnTo>
                    <a:pt x="14463" y="21853"/>
                  </a:lnTo>
                  <a:lnTo>
                    <a:pt x="11553" y="24666"/>
                  </a:lnTo>
                  <a:lnTo>
                    <a:pt x="7459" y="24109"/>
                  </a:lnTo>
                  <a:lnTo>
                    <a:pt x="948" y="1482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91192" y="2825259"/>
              <a:ext cx="10985" cy="15870"/>
            </a:xfrm>
            <a:custGeom>
              <a:avLst/>
              <a:pathLst>
                <a:path w="10985" h="15870">
                  <a:moveTo>
                    <a:pt x="431" y="11673"/>
                  </a:moveTo>
                  <a:lnTo>
                    <a:pt x="4572" y="0"/>
                  </a:lnTo>
                  <a:lnTo>
                    <a:pt x="8219" y="159"/>
                  </a:lnTo>
                  <a:lnTo>
                    <a:pt x="10985" y="2660"/>
                  </a:lnTo>
                  <a:lnTo>
                    <a:pt x="10428" y="8080"/>
                  </a:lnTo>
                  <a:lnTo>
                    <a:pt x="4888" y="15870"/>
                  </a:lnTo>
                  <a:lnTo>
                    <a:pt x="0" y="1556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82514" y="2753104"/>
              <a:ext cx="287345" cy="391128"/>
            </a:xfrm>
            <a:custGeom>
              <a:avLst/>
              <a:pathLst>
                <a:path w="287345" h="391128">
                  <a:moveTo>
                    <a:pt x="13234" y="391128"/>
                  </a:moveTo>
                  <a:lnTo>
                    <a:pt x="21054" y="382807"/>
                  </a:lnTo>
                  <a:lnTo>
                    <a:pt x="26292" y="374173"/>
                  </a:lnTo>
                  <a:lnTo>
                    <a:pt x="29237" y="362421"/>
                  </a:lnTo>
                  <a:lnTo>
                    <a:pt x="30362" y="357909"/>
                  </a:lnTo>
                  <a:lnTo>
                    <a:pt x="31985" y="352961"/>
                  </a:lnTo>
                  <a:lnTo>
                    <a:pt x="37080" y="341908"/>
                  </a:lnTo>
                  <a:lnTo>
                    <a:pt x="37597" y="340783"/>
                  </a:lnTo>
                  <a:lnTo>
                    <a:pt x="40303" y="327151"/>
                  </a:lnTo>
                  <a:lnTo>
                    <a:pt x="40429" y="324807"/>
                  </a:lnTo>
                  <a:lnTo>
                    <a:pt x="41038" y="313377"/>
                  </a:lnTo>
                  <a:lnTo>
                    <a:pt x="40383" y="303641"/>
                  </a:lnTo>
                  <a:lnTo>
                    <a:pt x="39814" y="292674"/>
                  </a:lnTo>
                  <a:lnTo>
                    <a:pt x="39727" y="292243"/>
                  </a:lnTo>
                  <a:lnTo>
                    <a:pt x="37559" y="281599"/>
                  </a:lnTo>
                  <a:lnTo>
                    <a:pt x="35188" y="272298"/>
                  </a:lnTo>
                  <a:lnTo>
                    <a:pt x="31863" y="263937"/>
                  </a:lnTo>
                  <a:lnTo>
                    <a:pt x="30056" y="260964"/>
                  </a:lnTo>
                  <a:lnTo>
                    <a:pt x="26092" y="254436"/>
                  </a:lnTo>
                  <a:lnTo>
                    <a:pt x="23238" y="250250"/>
                  </a:lnTo>
                  <a:lnTo>
                    <a:pt x="17880" y="242378"/>
                  </a:lnTo>
                  <a:lnTo>
                    <a:pt x="13773" y="234291"/>
                  </a:lnTo>
                  <a:lnTo>
                    <a:pt x="12193" y="230774"/>
                  </a:lnTo>
                  <a:lnTo>
                    <a:pt x="10509" y="227022"/>
                  </a:lnTo>
                  <a:lnTo>
                    <a:pt x="6034" y="220444"/>
                  </a:lnTo>
                  <a:lnTo>
                    <a:pt x="4526" y="215900"/>
                  </a:lnTo>
                  <a:lnTo>
                    <a:pt x="5712" y="210631"/>
                  </a:lnTo>
                  <a:lnTo>
                    <a:pt x="8880" y="203253"/>
                  </a:lnTo>
                  <a:lnTo>
                    <a:pt x="8785" y="198777"/>
                  </a:lnTo>
                  <a:lnTo>
                    <a:pt x="8742" y="196787"/>
                  </a:lnTo>
                  <a:lnTo>
                    <a:pt x="6476" y="189909"/>
                  </a:lnTo>
                  <a:lnTo>
                    <a:pt x="4681" y="185249"/>
                  </a:lnTo>
                  <a:lnTo>
                    <a:pt x="1392" y="181024"/>
                  </a:lnTo>
                  <a:lnTo>
                    <a:pt x="0" y="177860"/>
                  </a:lnTo>
                  <a:lnTo>
                    <a:pt x="4586" y="171299"/>
                  </a:lnTo>
                  <a:lnTo>
                    <a:pt x="6420" y="165459"/>
                  </a:lnTo>
                  <a:lnTo>
                    <a:pt x="7994" y="160428"/>
                  </a:lnTo>
                  <a:lnTo>
                    <a:pt x="11587" y="148932"/>
                  </a:lnTo>
                  <a:lnTo>
                    <a:pt x="11812" y="143667"/>
                  </a:lnTo>
                  <a:lnTo>
                    <a:pt x="10736" y="136149"/>
                  </a:lnTo>
                  <a:lnTo>
                    <a:pt x="10956" y="132797"/>
                  </a:lnTo>
                  <a:lnTo>
                    <a:pt x="11257" y="128195"/>
                  </a:lnTo>
                  <a:lnTo>
                    <a:pt x="7848" y="121144"/>
                  </a:lnTo>
                  <a:lnTo>
                    <a:pt x="7409" y="116433"/>
                  </a:lnTo>
                  <a:lnTo>
                    <a:pt x="12630" y="112794"/>
                  </a:lnTo>
                  <a:lnTo>
                    <a:pt x="16993" y="110785"/>
                  </a:lnTo>
                  <a:lnTo>
                    <a:pt x="17099" y="107306"/>
                  </a:lnTo>
                  <a:lnTo>
                    <a:pt x="17223" y="103226"/>
                  </a:lnTo>
                  <a:lnTo>
                    <a:pt x="16265" y="94985"/>
                  </a:lnTo>
                  <a:lnTo>
                    <a:pt x="21384" y="94546"/>
                  </a:lnTo>
                  <a:lnTo>
                    <a:pt x="23500" y="88284"/>
                  </a:lnTo>
                  <a:lnTo>
                    <a:pt x="28939" y="90202"/>
                  </a:lnTo>
                  <a:lnTo>
                    <a:pt x="33027" y="85733"/>
                  </a:lnTo>
                  <a:lnTo>
                    <a:pt x="34016" y="78664"/>
                  </a:lnTo>
                  <a:lnTo>
                    <a:pt x="37516" y="74136"/>
                  </a:lnTo>
                  <a:lnTo>
                    <a:pt x="39300" y="66457"/>
                  </a:lnTo>
                  <a:lnTo>
                    <a:pt x="43874" y="61880"/>
                  </a:lnTo>
                  <a:lnTo>
                    <a:pt x="45674" y="64705"/>
                  </a:lnTo>
                  <a:lnTo>
                    <a:pt x="45658" y="77281"/>
                  </a:lnTo>
                  <a:lnTo>
                    <a:pt x="46632" y="78666"/>
                  </a:lnTo>
                  <a:lnTo>
                    <a:pt x="49746" y="83092"/>
                  </a:lnTo>
                  <a:lnTo>
                    <a:pt x="52331" y="81016"/>
                  </a:lnTo>
                  <a:lnTo>
                    <a:pt x="54706" y="78172"/>
                  </a:lnTo>
                  <a:lnTo>
                    <a:pt x="57455" y="74875"/>
                  </a:lnTo>
                  <a:lnTo>
                    <a:pt x="57424" y="69677"/>
                  </a:lnTo>
                  <a:lnTo>
                    <a:pt x="55232" y="62616"/>
                  </a:lnTo>
                  <a:lnTo>
                    <a:pt x="54954" y="60147"/>
                  </a:lnTo>
                  <a:lnTo>
                    <a:pt x="54298" y="54318"/>
                  </a:lnTo>
                  <a:lnTo>
                    <a:pt x="58413" y="49267"/>
                  </a:lnTo>
                  <a:lnTo>
                    <a:pt x="63899" y="44082"/>
                  </a:lnTo>
                  <a:lnTo>
                    <a:pt x="70242" y="42665"/>
                  </a:lnTo>
                  <a:lnTo>
                    <a:pt x="72841" y="42082"/>
                  </a:lnTo>
                  <a:lnTo>
                    <a:pt x="78704" y="39855"/>
                  </a:lnTo>
                  <a:lnTo>
                    <a:pt x="81048" y="36224"/>
                  </a:lnTo>
                  <a:lnTo>
                    <a:pt x="76405" y="35256"/>
                  </a:lnTo>
                  <a:lnTo>
                    <a:pt x="72481" y="35307"/>
                  </a:lnTo>
                  <a:lnTo>
                    <a:pt x="66710" y="28389"/>
                  </a:lnTo>
                  <a:lnTo>
                    <a:pt x="65241" y="24199"/>
                  </a:lnTo>
                  <a:lnTo>
                    <a:pt x="67717" y="17092"/>
                  </a:lnTo>
                  <a:lnTo>
                    <a:pt x="72624" y="11750"/>
                  </a:lnTo>
                  <a:lnTo>
                    <a:pt x="68608" y="5536"/>
                  </a:lnTo>
                  <a:lnTo>
                    <a:pt x="78037" y="4523"/>
                  </a:lnTo>
                  <a:lnTo>
                    <a:pt x="83315" y="0"/>
                  </a:lnTo>
                  <a:lnTo>
                    <a:pt x="86017" y="310"/>
                  </a:lnTo>
                  <a:lnTo>
                    <a:pt x="86907" y="412"/>
                  </a:lnTo>
                  <a:lnTo>
                    <a:pt x="98715" y="5578"/>
                  </a:lnTo>
                  <a:lnTo>
                    <a:pt x="105302" y="8647"/>
                  </a:lnTo>
                  <a:lnTo>
                    <a:pt x="108023" y="6505"/>
                  </a:lnTo>
                  <a:lnTo>
                    <a:pt x="113407" y="5919"/>
                  </a:lnTo>
                  <a:lnTo>
                    <a:pt x="121561" y="7902"/>
                  </a:lnTo>
                  <a:lnTo>
                    <a:pt x="122582" y="8149"/>
                  </a:lnTo>
                  <a:lnTo>
                    <a:pt x="128134" y="13165"/>
                  </a:lnTo>
                  <a:lnTo>
                    <a:pt x="131142" y="18168"/>
                  </a:lnTo>
                  <a:lnTo>
                    <a:pt x="137406" y="17486"/>
                  </a:lnTo>
                  <a:lnTo>
                    <a:pt x="143109" y="16837"/>
                  </a:lnTo>
                  <a:lnTo>
                    <a:pt x="148323" y="20551"/>
                  </a:lnTo>
                  <a:lnTo>
                    <a:pt x="158147" y="22230"/>
                  </a:lnTo>
                  <a:lnTo>
                    <a:pt x="165150" y="24916"/>
                  </a:lnTo>
                  <a:lnTo>
                    <a:pt x="172060" y="23165"/>
                  </a:lnTo>
                  <a:lnTo>
                    <a:pt x="180151" y="29206"/>
                  </a:lnTo>
                  <a:lnTo>
                    <a:pt x="179724" y="33751"/>
                  </a:lnTo>
                  <a:lnTo>
                    <a:pt x="181412" y="35296"/>
                  </a:lnTo>
                  <a:lnTo>
                    <a:pt x="187068" y="40464"/>
                  </a:lnTo>
                  <a:lnTo>
                    <a:pt x="192385" y="50062"/>
                  </a:lnTo>
                  <a:lnTo>
                    <a:pt x="187389" y="49723"/>
                  </a:lnTo>
                  <a:lnTo>
                    <a:pt x="183103" y="47894"/>
                  </a:lnTo>
                  <a:lnTo>
                    <a:pt x="180751" y="50215"/>
                  </a:lnTo>
                  <a:lnTo>
                    <a:pt x="182106" y="54766"/>
                  </a:lnTo>
                  <a:lnTo>
                    <a:pt x="183024" y="60177"/>
                  </a:lnTo>
                  <a:lnTo>
                    <a:pt x="189525" y="63994"/>
                  </a:lnTo>
                  <a:lnTo>
                    <a:pt x="191686" y="64069"/>
                  </a:lnTo>
                  <a:lnTo>
                    <a:pt x="192370" y="66007"/>
                  </a:lnTo>
                  <a:lnTo>
                    <a:pt x="195490" y="74833"/>
                  </a:lnTo>
                  <a:lnTo>
                    <a:pt x="198080" y="80837"/>
                  </a:lnTo>
                  <a:lnTo>
                    <a:pt x="197194" y="88662"/>
                  </a:lnTo>
                  <a:lnTo>
                    <a:pt x="198863" y="97504"/>
                  </a:lnTo>
                  <a:lnTo>
                    <a:pt x="199303" y="99839"/>
                  </a:lnTo>
                  <a:lnTo>
                    <a:pt x="200934" y="114002"/>
                  </a:lnTo>
                  <a:lnTo>
                    <a:pt x="197349" y="117697"/>
                  </a:lnTo>
                  <a:lnTo>
                    <a:pt x="195398" y="121557"/>
                  </a:lnTo>
                  <a:lnTo>
                    <a:pt x="190187" y="123000"/>
                  </a:lnTo>
                  <a:lnTo>
                    <a:pt x="189433" y="132435"/>
                  </a:lnTo>
                  <a:lnTo>
                    <a:pt x="189374" y="133169"/>
                  </a:lnTo>
                  <a:lnTo>
                    <a:pt x="190145" y="142393"/>
                  </a:lnTo>
                  <a:lnTo>
                    <a:pt x="184344" y="145515"/>
                  </a:lnTo>
                  <a:lnTo>
                    <a:pt x="184336" y="150019"/>
                  </a:lnTo>
                  <a:lnTo>
                    <a:pt x="178276" y="151587"/>
                  </a:lnTo>
                  <a:lnTo>
                    <a:pt x="173442" y="154891"/>
                  </a:lnTo>
                  <a:lnTo>
                    <a:pt x="172316" y="160062"/>
                  </a:lnTo>
                  <a:lnTo>
                    <a:pt x="171988" y="161566"/>
                  </a:lnTo>
                  <a:lnTo>
                    <a:pt x="172857" y="172368"/>
                  </a:lnTo>
                  <a:lnTo>
                    <a:pt x="172415" y="176419"/>
                  </a:lnTo>
                  <a:lnTo>
                    <a:pt x="176025" y="181603"/>
                  </a:lnTo>
                  <a:lnTo>
                    <a:pt x="181964" y="180292"/>
                  </a:lnTo>
                  <a:lnTo>
                    <a:pt x="188531" y="183723"/>
                  </a:lnTo>
                  <a:lnTo>
                    <a:pt x="190982" y="185278"/>
                  </a:lnTo>
                  <a:lnTo>
                    <a:pt x="192229" y="186068"/>
                  </a:lnTo>
                  <a:lnTo>
                    <a:pt x="200733" y="170775"/>
                  </a:lnTo>
                  <a:lnTo>
                    <a:pt x="200929" y="169653"/>
                  </a:lnTo>
                  <a:lnTo>
                    <a:pt x="201757" y="164893"/>
                  </a:lnTo>
                  <a:lnTo>
                    <a:pt x="203106" y="155937"/>
                  </a:lnTo>
                  <a:lnTo>
                    <a:pt x="204114" y="152458"/>
                  </a:lnTo>
                  <a:lnTo>
                    <a:pt x="211849" y="149112"/>
                  </a:lnTo>
                  <a:lnTo>
                    <a:pt x="212528" y="145607"/>
                  </a:lnTo>
                  <a:lnTo>
                    <a:pt x="220340" y="142097"/>
                  </a:lnTo>
                  <a:lnTo>
                    <a:pt x="225613" y="138837"/>
                  </a:lnTo>
                  <a:lnTo>
                    <a:pt x="226470" y="135860"/>
                  </a:lnTo>
                  <a:lnTo>
                    <a:pt x="232179" y="132341"/>
                  </a:lnTo>
                  <a:lnTo>
                    <a:pt x="241809" y="134639"/>
                  </a:lnTo>
                  <a:lnTo>
                    <a:pt x="248634" y="140274"/>
                  </a:lnTo>
                  <a:lnTo>
                    <a:pt x="255821" y="149811"/>
                  </a:lnTo>
                  <a:lnTo>
                    <a:pt x="258980" y="157801"/>
                  </a:lnTo>
                  <a:lnTo>
                    <a:pt x="260308" y="162192"/>
                  </a:lnTo>
                  <a:lnTo>
                    <a:pt x="263244" y="171894"/>
                  </a:lnTo>
                  <a:lnTo>
                    <a:pt x="269827" y="185553"/>
                  </a:lnTo>
                  <a:lnTo>
                    <a:pt x="274742" y="203177"/>
                  </a:lnTo>
                  <a:lnTo>
                    <a:pt x="276950" y="208059"/>
                  </a:lnTo>
                  <a:lnTo>
                    <a:pt x="279542" y="213788"/>
                  </a:lnTo>
                  <a:lnTo>
                    <a:pt x="286011" y="221566"/>
                  </a:lnTo>
                  <a:lnTo>
                    <a:pt x="286220" y="226605"/>
                  </a:lnTo>
                  <a:lnTo>
                    <a:pt x="284760" y="233054"/>
                  </a:lnTo>
                  <a:lnTo>
                    <a:pt x="287345" y="244405"/>
                  </a:lnTo>
                  <a:lnTo>
                    <a:pt x="286949" y="256320"/>
                  </a:lnTo>
                  <a:lnTo>
                    <a:pt x="283659" y="264939"/>
                  </a:lnTo>
                  <a:lnTo>
                    <a:pt x="277986" y="269193"/>
                  </a:lnTo>
                  <a:lnTo>
                    <a:pt x="274302" y="260610"/>
                  </a:lnTo>
                  <a:lnTo>
                    <a:pt x="277936" y="256016"/>
                  </a:lnTo>
                  <a:lnTo>
                    <a:pt x="273169" y="255697"/>
                  </a:lnTo>
                  <a:lnTo>
                    <a:pt x="267896" y="261193"/>
                  </a:lnTo>
                  <a:lnTo>
                    <a:pt x="270766" y="263371"/>
                  </a:lnTo>
                  <a:lnTo>
                    <a:pt x="272106" y="266462"/>
                  </a:lnTo>
                  <a:lnTo>
                    <a:pt x="265698" y="269971"/>
                  </a:lnTo>
                  <a:lnTo>
                    <a:pt x="266680" y="278392"/>
                  </a:lnTo>
                  <a:lnTo>
                    <a:pt x="264978" y="288121"/>
                  </a:lnTo>
                  <a:lnTo>
                    <a:pt x="261055" y="290817"/>
                  </a:lnTo>
                  <a:lnTo>
                    <a:pt x="254676" y="296175"/>
                  </a:lnTo>
                  <a:lnTo>
                    <a:pt x="254400" y="304691"/>
                  </a:lnTo>
                  <a:lnTo>
                    <a:pt x="254319" y="307179"/>
                  </a:lnTo>
                  <a:lnTo>
                    <a:pt x="255941" y="315037"/>
                  </a:lnTo>
                  <a:lnTo>
                    <a:pt x="253132" y="319026"/>
                  </a:lnTo>
                  <a:lnTo>
                    <a:pt x="252853" y="320896"/>
                  </a:lnTo>
                  <a:lnTo>
                    <a:pt x="252204" y="325249"/>
                  </a:lnTo>
                  <a:lnTo>
                    <a:pt x="249591" y="330482"/>
                  </a:lnTo>
                  <a:lnTo>
                    <a:pt x="246070" y="332547"/>
                  </a:lnTo>
                  <a:lnTo>
                    <a:pt x="245847" y="336852"/>
                  </a:lnTo>
                  <a:lnTo>
                    <a:pt x="242675" y="340062"/>
                  </a:lnTo>
                  <a:lnTo>
                    <a:pt x="240430" y="344718"/>
                  </a:lnTo>
                  <a:lnTo>
                    <a:pt x="242832" y="350646"/>
                  </a:lnTo>
                  <a:lnTo>
                    <a:pt x="240980" y="351793"/>
                  </a:lnTo>
                  <a:lnTo>
                    <a:pt x="220372" y="356854"/>
                  </a:lnTo>
                  <a:lnTo>
                    <a:pt x="212552" y="358743"/>
                  </a:lnTo>
                  <a:lnTo>
                    <a:pt x="195596" y="362798"/>
                  </a:lnTo>
                  <a:lnTo>
                    <a:pt x="180488" y="366316"/>
                  </a:lnTo>
                  <a:lnTo>
                    <a:pt x="177871" y="366921"/>
                  </a:lnTo>
                  <a:lnTo>
                    <a:pt x="175295" y="367515"/>
                  </a:lnTo>
                  <a:lnTo>
                    <a:pt x="150643" y="373048"/>
                  </a:lnTo>
                  <a:lnTo>
                    <a:pt x="149598" y="367204"/>
                  </a:lnTo>
                  <a:lnTo>
                    <a:pt x="148302" y="367450"/>
                  </a:lnTo>
                  <a:lnTo>
                    <a:pt x="123261" y="372133"/>
                  </a:lnTo>
                  <a:lnTo>
                    <a:pt x="120829" y="372581"/>
                  </a:lnTo>
                  <a:lnTo>
                    <a:pt x="116828" y="373319"/>
                  </a:lnTo>
                  <a:lnTo>
                    <a:pt x="92032" y="377826"/>
                  </a:lnTo>
                  <a:lnTo>
                    <a:pt x="83147" y="379413"/>
                  </a:lnTo>
                  <a:lnTo>
                    <a:pt x="64814" y="382547"/>
                  </a:lnTo>
                  <a:lnTo>
                    <a:pt x="53753" y="384407"/>
                  </a:lnTo>
                  <a:lnTo>
                    <a:pt x="35113" y="387590"/>
                  </a:lnTo>
                  <a:lnTo>
                    <a:pt x="33594" y="387842"/>
                  </a:lnTo>
                  <a:lnTo>
                    <a:pt x="25753" y="389131"/>
                  </a:lnTo>
                  <a:lnTo>
                    <a:pt x="21714" y="38977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56202" y="2570528"/>
              <a:ext cx="46626" cy="41690"/>
            </a:xfrm>
            <a:custGeom>
              <a:avLst/>
              <a:pathLst>
                <a:path w="46626" h="41690">
                  <a:moveTo>
                    <a:pt x="1665" y="34527"/>
                  </a:moveTo>
                  <a:lnTo>
                    <a:pt x="3900" y="31708"/>
                  </a:lnTo>
                  <a:lnTo>
                    <a:pt x="12980" y="25095"/>
                  </a:lnTo>
                  <a:lnTo>
                    <a:pt x="17350" y="21961"/>
                  </a:lnTo>
                  <a:lnTo>
                    <a:pt x="20027" y="20170"/>
                  </a:lnTo>
                  <a:lnTo>
                    <a:pt x="24463" y="17470"/>
                  </a:lnTo>
                  <a:lnTo>
                    <a:pt x="29217" y="12603"/>
                  </a:lnTo>
                  <a:lnTo>
                    <a:pt x="34451" y="7522"/>
                  </a:lnTo>
                  <a:lnTo>
                    <a:pt x="39249" y="4347"/>
                  </a:lnTo>
                  <a:lnTo>
                    <a:pt x="46159" y="0"/>
                  </a:lnTo>
                  <a:lnTo>
                    <a:pt x="46626" y="4031"/>
                  </a:lnTo>
                  <a:lnTo>
                    <a:pt x="40027" y="11031"/>
                  </a:lnTo>
                  <a:lnTo>
                    <a:pt x="39107" y="16894"/>
                  </a:lnTo>
                  <a:lnTo>
                    <a:pt x="31226" y="22285"/>
                  </a:lnTo>
                  <a:lnTo>
                    <a:pt x="23426" y="26174"/>
                  </a:lnTo>
                  <a:lnTo>
                    <a:pt x="21461" y="32482"/>
                  </a:lnTo>
                  <a:lnTo>
                    <a:pt x="13151" y="37832"/>
                  </a:lnTo>
                  <a:lnTo>
                    <a:pt x="6627" y="41690"/>
                  </a:lnTo>
                  <a:lnTo>
                    <a:pt x="3595" y="39658"/>
                  </a:lnTo>
                  <a:lnTo>
                    <a:pt x="0" y="3773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899654" y="2632188"/>
              <a:ext cx="443336" cy="215279"/>
            </a:xfrm>
            <a:custGeom>
              <a:avLst/>
              <a:pathLst>
                <a:path w="443336" h="215279">
                  <a:moveTo>
                    <a:pt x="0" y="105317"/>
                  </a:moveTo>
                  <a:lnTo>
                    <a:pt x="5220" y="100812"/>
                  </a:lnTo>
                  <a:lnTo>
                    <a:pt x="10682" y="98589"/>
                  </a:lnTo>
                  <a:lnTo>
                    <a:pt x="22235" y="93086"/>
                  </a:lnTo>
                  <a:lnTo>
                    <a:pt x="29348" y="85483"/>
                  </a:lnTo>
                  <a:lnTo>
                    <a:pt x="31189" y="82907"/>
                  </a:lnTo>
                  <a:lnTo>
                    <a:pt x="34008" y="78955"/>
                  </a:lnTo>
                  <a:lnTo>
                    <a:pt x="40672" y="75644"/>
                  </a:lnTo>
                  <a:lnTo>
                    <a:pt x="45606" y="75478"/>
                  </a:lnTo>
                  <a:lnTo>
                    <a:pt x="50051" y="74292"/>
                  </a:lnTo>
                  <a:lnTo>
                    <a:pt x="54347" y="72817"/>
                  </a:lnTo>
                  <a:lnTo>
                    <a:pt x="59556" y="71907"/>
                  </a:lnTo>
                  <a:lnTo>
                    <a:pt x="70373" y="64025"/>
                  </a:lnTo>
                  <a:lnTo>
                    <a:pt x="74778" y="56720"/>
                  </a:lnTo>
                  <a:lnTo>
                    <a:pt x="81639" y="54259"/>
                  </a:lnTo>
                  <a:lnTo>
                    <a:pt x="85866" y="52988"/>
                  </a:lnTo>
                  <a:lnTo>
                    <a:pt x="87160" y="50465"/>
                  </a:lnTo>
                  <a:lnTo>
                    <a:pt x="87601" y="49605"/>
                  </a:lnTo>
                  <a:lnTo>
                    <a:pt x="89039" y="43952"/>
                  </a:lnTo>
                  <a:lnTo>
                    <a:pt x="93115" y="39570"/>
                  </a:lnTo>
                  <a:lnTo>
                    <a:pt x="99415" y="32756"/>
                  </a:lnTo>
                  <a:lnTo>
                    <a:pt x="106014" y="28307"/>
                  </a:lnTo>
                  <a:lnTo>
                    <a:pt x="109876" y="23664"/>
                  </a:lnTo>
                  <a:lnTo>
                    <a:pt x="110528" y="22878"/>
                  </a:lnTo>
                  <a:lnTo>
                    <a:pt x="114545" y="15037"/>
                  </a:lnTo>
                  <a:lnTo>
                    <a:pt x="122070" y="9146"/>
                  </a:lnTo>
                  <a:lnTo>
                    <a:pt x="125854" y="6123"/>
                  </a:lnTo>
                  <a:lnTo>
                    <a:pt x="133728" y="3055"/>
                  </a:lnTo>
                  <a:lnTo>
                    <a:pt x="143180" y="709"/>
                  </a:lnTo>
                  <a:lnTo>
                    <a:pt x="151128" y="0"/>
                  </a:lnTo>
                  <a:lnTo>
                    <a:pt x="158823" y="456"/>
                  </a:lnTo>
                  <a:lnTo>
                    <a:pt x="164724" y="2490"/>
                  </a:lnTo>
                  <a:lnTo>
                    <a:pt x="164427" y="5858"/>
                  </a:lnTo>
                  <a:lnTo>
                    <a:pt x="152342" y="7406"/>
                  </a:lnTo>
                  <a:lnTo>
                    <a:pt x="143674" y="8927"/>
                  </a:lnTo>
                  <a:lnTo>
                    <a:pt x="144331" y="13894"/>
                  </a:lnTo>
                  <a:lnTo>
                    <a:pt x="140240" y="17285"/>
                  </a:lnTo>
                  <a:lnTo>
                    <a:pt x="135908" y="22139"/>
                  </a:lnTo>
                  <a:lnTo>
                    <a:pt x="130616" y="27802"/>
                  </a:lnTo>
                  <a:lnTo>
                    <a:pt x="130362" y="28730"/>
                  </a:lnTo>
                  <a:lnTo>
                    <a:pt x="128751" y="34604"/>
                  </a:lnTo>
                  <a:lnTo>
                    <a:pt x="123353" y="40909"/>
                  </a:lnTo>
                  <a:lnTo>
                    <a:pt x="121559" y="48271"/>
                  </a:lnTo>
                  <a:lnTo>
                    <a:pt x="119064" y="54478"/>
                  </a:lnTo>
                  <a:lnTo>
                    <a:pt x="118318" y="56330"/>
                  </a:lnTo>
                  <a:lnTo>
                    <a:pt x="117893" y="63189"/>
                  </a:lnTo>
                  <a:lnTo>
                    <a:pt x="124152" y="60248"/>
                  </a:lnTo>
                  <a:lnTo>
                    <a:pt x="131346" y="53831"/>
                  </a:lnTo>
                  <a:lnTo>
                    <a:pt x="137094" y="49513"/>
                  </a:lnTo>
                  <a:lnTo>
                    <a:pt x="142636" y="53180"/>
                  </a:lnTo>
                  <a:lnTo>
                    <a:pt x="143936" y="53089"/>
                  </a:lnTo>
                  <a:lnTo>
                    <a:pt x="153001" y="52442"/>
                  </a:lnTo>
                  <a:lnTo>
                    <a:pt x="161134" y="54279"/>
                  </a:lnTo>
                  <a:lnTo>
                    <a:pt x="167212" y="56613"/>
                  </a:lnTo>
                  <a:lnTo>
                    <a:pt x="173769" y="61096"/>
                  </a:lnTo>
                  <a:lnTo>
                    <a:pt x="176046" y="66588"/>
                  </a:lnTo>
                  <a:lnTo>
                    <a:pt x="181475" y="72569"/>
                  </a:lnTo>
                  <a:lnTo>
                    <a:pt x="190030" y="77531"/>
                  </a:lnTo>
                  <a:lnTo>
                    <a:pt x="192023" y="84029"/>
                  </a:lnTo>
                  <a:lnTo>
                    <a:pt x="204146" y="83000"/>
                  </a:lnTo>
                  <a:lnTo>
                    <a:pt x="207686" y="81620"/>
                  </a:lnTo>
                  <a:lnTo>
                    <a:pt x="216083" y="78335"/>
                  </a:lnTo>
                  <a:lnTo>
                    <a:pt x="221569" y="83099"/>
                  </a:lnTo>
                  <a:lnTo>
                    <a:pt x="227615" y="83643"/>
                  </a:lnTo>
                  <a:lnTo>
                    <a:pt x="230963" y="80323"/>
                  </a:lnTo>
                  <a:lnTo>
                    <a:pt x="233196" y="72827"/>
                  </a:lnTo>
                  <a:lnTo>
                    <a:pt x="237782" y="74056"/>
                  </a:lnTo>
                  <a:lnTo>
                    <a:pt x="242844" y="77543"/>
                  </a:lnTo>
                  <a:lnTo>
                    <a:pt x="247934" y="70622"/>
                  </a:lnTo>
                  <a:lnTo>
                    <a:pt x="263234" y="58393"/>
                  </a:lnTo>
                  <a:lnTo>
                    <a:pt x="266019" y="56128"/>
                  </a:lnTo>
                  <a:lnTo>
                    <a:pt x="274903" y="54494"/>
                  </a:lnTo>
                  <a:lnTo>
                    <a:pt x="282787" y="51880"/>
                  </a:lnTo>
                  <a:lnTo>
                    <a:pt x="284210" y="51407"/>
                  </a:lnTo>
                  <a:lnTo>
                    <a:pt x="306611" y="48140"/>
                  </a:lnTo>
                  <a:lnTo>
                    <a:pt x="319319" y="38917"/>
                  </a:lnTo>
                  <a:lnTo>
                    <a:pt x="320454" y="38486"/>
                  </a:lnTo>
                  <a:lnTo>
                    <a:pt x="324327" y="37013"/>
                  </a:lnTo>
                  <a:lnTo>
                    <a:pt x="337048" y="33738"/>
                  </a:lnTo>
                  <a:lnTo>
                    <a:pt x="334813" y="43375"/>
                  </a:lnTo>
                  <a:lnTo>
                    <a:pt x="336975" y="54406"/>
                  </a:lnTo>
                  <a:lnTo>
                    <a:pt x="341915" y="60771"/>
                  </a:lnTo>
                  <a:lnTo>
                    <a:pt x="349631" y="60810"/>
                  </a:lnTo>
                  <a:lnTo>
                    <a:pt x="359786" y="56260"/>
                  </a:lnTo>
                  <a:lnTo>
                    <a:pt x="364710" y="58223"/>
                  </a:lnTo>
                  <a:lnTo>
                    <a:pt x="372114" y="58325"/>
                  </a:lnTo>
                  <a:lnTo>
                    <a:pt x="373603" y="55553"/>
                  </a:lnTo>
                  <a:lnTo>
                    <a:pt x="375559" y="51908"/>
                  </a:lnTo>
                  <a:lnTo>
                    <a:pt x="383597" y="51095"/>
                  </a:lnTo>
                  <a:lnTo>
                    <a:pt x="388888" y="45586"/>
                  </a:lnTo>
                  <a:lnTo>
                    <a:pt x="393990" y="46668"/>
                  </a:lnTo>
                  <a:lnTo>
                    <a:pt x="394422" y="51068"/>
                  </a:lnTo>
                  <a:lnTo>
                    <a:pt x="395356" y="60136"/>
                  </a:lnTo>
                  <a:lnTo>
                    <a:pt x="400033" y="70132"/>
                  </a:lnTo>
                  <a:lnTo>
                    <a:pt x="399670" y="71649"/>
                  </a:lnTo>
                  <a:lnTo>
                    <a:pt x="400472" y="77832"/>
                  </a:lnTo>
                  <a:lnTo>
                    <a:pt x="406761" y="80577"/>
                  </a:lnTo>
                  <a:lnTo>
                    <a:pt x="410959" y="84463"/>
                  </a:lnTo>
                  <a:lnTo>
                    <a:pt x="417411" y="86884"/>
                  </a:lnTo>
                  <a:lnTo>
                    <a:pt x="420323" y="80000"/>
                  </a:lnTo>
                  <a:lnTo>
                    <a:pt x="426448" y="79449"/>
                  </a:lnTo>
                  <a:lnTo>
                    <a:pt x="434204" y="78878"/>
                  </a:lnTo>
                  <a:lnTo>
                    <a:pt x="443336" y="85865"/>
                  </a:lnTo>
                  <a:lnTo>
                    <a:pt x="441951" y="93497"/>
                  </a:lnTo>
                  <a:lnTo>
                    <a:pt x="438458" y="94483"/>
                  </a:lnTo>
                  <a:lnTo>
                    <a:pt x="433241" y="92769"/>
                  </a:lnTo>
                  <a:lnTo>
                    <a:pt x="424427" y="95332"/>
                  </a:lnTo>
                  <a:lnTo>
                    <a:pt x="417044" y="94190"/>
                  </a:lnTo>
                  <a:lnTo>
                    <a:pt x="406367" y="95861"/>
                  </a:lnTo>
                  <a:lnTo>
                    <a:pt x="404261" y="96561"/>
                  </a:lnTo>
                  <a:lnTo>
                    <a:pt x="395695" y="99394"/>
                  </a:lnTo>
                  <a:lnTo>
                    <a:pt x="388523" y="103094"/>
                  </a:lnTo>
                  <a:lnTo>
                    <a:pt x="381191" y="100214"/>
                  </a:lnTo>
                  <a:lnTo>
                    <a:pt x="376273" y="104014"/>
                  </a:lnTo>
                  <a:lnTo>
                    <a:pt x="372119" y="104511"/>
                  </a:lnTo>
                  <a:lnTo>
                    <a:pt x="366551" y="109738"/>
                  </a:lnTo>
                  <a:lnTo>
                    <a:pt x="369308" y="114713"/>
                  </a:lnTo>
                  <a:lnTo>
                    <a:pt x="363708" y="114845"/>
                  </a:lnTo>
                  <a:lnTo>
                    <a:pt x="354628" y="109794"/>
                  </a:lnTo>
                  <a:lnTo>
                    <a:pt x="347924" y="103953"/>
                  </a:lnTo>
                  <a:lnTo>
                    <a:pt x="337858" y="101648"/>
                  </a:lnTo>
                  <a:lnTo>
                    <a:pt x="330438" y="101615"/>
                  </a:lnTo>
                  <a:lnTo>
                    <a:pt x="322957" y="101470"/>
                  </a:lnTo>
                  <a:lnTo>
                    <a:pt x="313005" y="103528"/>
                  </a:lnTo>
                  <a:lnTo>
                    <a:pt x="307835" y="113491"/>
                  </a:lnTo>
                  <a:lnTo>
                    <a:pt x="305167" y="116187"/>
                  </a:lnTo>
                  <a:lnTo>
                    <a:pt x="297724" y="115649"/>
                  </a:lnTo>
                  <a:lnTo>
                    <a:pt x="294770" y="119234"/>
                  </a:lnTo>
                  <a:lnTo>
                    <a:pt x="292211" y="122334"/>
                  </a:lnTo>
                  <a:lnTo>
                    <a:pt x="281512" y="119910"/>
                  </a:lnTo>
                  <a:lnTo>
                    <a:pt x="268920" y="124287"/>
                  </a:lnTo>
                  <a:lnTo>
                    <a:pt x="266133" y="134901"/>
                  </a:lnTo>
                  <a:lnTo>
                    <a:pt x="261562" y="142583"/>
                  </a:lnTo>
                  <a:lnTo>
                    <a:pt x="260447" y="143753"/>
                  </a:lnTo>
                  <a:lnTo>
                    <a:pt x="255940" y="148472"/>
                  </a:lnTo>
                  <a:lnTo>
                    <a:pt x="252501" y="157266"/>
                  </a:lnTo>
                  <a:lnTo>
                    <a:pt x="252438" y="164645"/>
                  </a:lnTo>
                  <a:lnTo>
                    <a:pt x="246602" y="159159"/>
                  </a:lnTo>
                  <a:lnTo>
                    <a:pt x="245837" y="151785"/>
                  </a:lnTo>
                  <a:lnTo>
                    <a:pt x="248863" y="147364"/>
                  </a:lnTo>
                  <a:lnTo>
                    <a:pt x="239697" y="141505"/>
                  </a:lnTo>
                  <a:lnTo>
                    <a:pt x="236904" y="150323"/>
                  </a:lnTo>
                  <a:lnTo>
                    <a:pt x="229695" y="156155"/>
                  </a:lnTo>
                  <a:lnTo>
                    <a:pt x="222282" y="153049"/>
                  </a:lnTo>
                  <a:lnTo>
                    <a:pt x="216670" y="159297"/>
                  </a:lnTo>
                  <a:lnTo>
                    <a:pt x="213147" y="170326"/>
                  </a:lnTo>
                  <a:lnTo>
                    <a:pt x="211609" y="175115"/>
                  </a:lnTo>
                  <a:lnTo>
                    <a:pt x="209012" y="184320"/>
                  </a:lnTo>
                  <a:lnTo>
                    <a:pt x="203642" y="197752"/>
                  </a:lnTo>
                  <a:lnTo>
                    <a:pt x="199447" y="206063"/>
                  </a:lnTo>
                  <a:lnTo>
                    <a:pt x="198167" y="215279"/>
                  </a:lnTo>
                  <a:lnTo>
                    <a:pt x="194291" y="214839"/>
                  </a:lnTo>
                  <a:lnTo>
                    <a:pt x="190667" y="211266"/>
                  </a:lnTo>
                  <a:lnTo>
                    <a:pt x="187020" y="207472"/>
                  </a:lnTo>
                  <a:lnTo>
                    <a:pt x="188288" y="202770"/>
                  </a:lnTo>
                  <a:lnTo>
                    <a:pt x="190107" y="195833"/>
                  </a:lnTo>
                  <a:lnTo>
                    <a:pt x="190013" y="190944"/>
                  </a:lnTo>
                  <a:lnTo>
                    <a:pt x="186646" y="190052"/>
                  </a:lnTo>
                  <a:lnTo>
                    <a:pt x="184230" y="193118"/>
                  </a:lnTo>
                  <a:lnTo>
                    <a:pt x="181085" y="193732"/>
                  </a:lnTo>
                  <a:lnTo>
                    <a:pt x="177067" y="194399"/>
                  </a:lnTo>
                  <a:lnTo>
                    <a:pt x="176936" y="190669"/>
                  </a:lnTo>
                  <a:lnTo>
                    <a:pt x="176828" y="185908"/>
                  </a:lnTo>
                  <a:lnTo>
                    <a:pt x="179081" y="182855"/>
                  </a:lnTo>
                  <a:lnTo>
                    <a:pt x="178463" y="178128"/>
                  </a:lnTo>
                  <a:lnTo>
                    <a:pt x="178838" y="173371"/>
                  </a:lnTo>
                  <a:lnTo>
                    <a:pt x="178970" y="170142"/>
                  </a:lnTo>
                  <a:lnTo>
                    <a:pt x="175367" y="166575"/>
                  </a:lnTo>
                  <a:lnTo>
                    <a:pt x="177852" y="164256"/>
                  </a:lnTo>
                  <a:lnTo>
                    <a:pt x="175909" y="161782"/>
                  </a:lnTo>
                  <a:lnTo>
                    <a:pt x="173865" y="160298"/>
                  </a:lnTo>
                  <a:lnTo>
                    <a:pt x="170451" y="157816"/>
                  </a:lnTo>
                  <a:lnTo>
                    <a:pt x="164795" y="157814"/>
                  </a:lnTo>
                  <a:lnTo>
                    <a:pt x="162528" y="155217"/>
                  </a:lnTo>
                  <a:lnTo>
                    <a:pt x="159367" y="156897"/>
                  </a:lnTo>
                  <a:lnTo>
                    <a:pt x="158794" y="156755"/>
                  </a:lnTo>
                  <a:lnTo>
                    <a:pt x="155528" y="155947"/>
                  </a:lnTo>
                  <a:lnTo>
                    <a:pt x="153342" y="154136"/>
                  </a:lnTo>
                  <a:lnTo>
                    <a:pt x="156479" y="148629"/>
                  </a:lnTo>
                  <a:lnTo>
                    <a:pt x="153116" y="144716"/>
                  </a:lnTo>
                  <a:lnTo>
                    <a:pt x="148916" y="143068"/>
                  </a:lnTo>
                  <a:lnTo>
                    <a:pt x="144380" y="142255"/>
                  </a:lnTo>
                  <a:lnTo>
                    <a:pt x="140430" y="143173"/>
                  </a:lnTo>
                  <a:lnTo>
                    <a:pt x="135527" y="140873"/>
                  </a:lnTo>
                  <a:lnTo>
                    <a:pt x="133809" y="142241"/>
                  </a:lnTo>
                  <a:lnTo>
                    <a:pt x="125876" y="139545"/>
                  </a:lnTo>
                  <a:lnTo>
                    <a:pt x="121702" y="140675"/>
                  </a:lnTo>
                  <a:lnTo>
                    <a:pt x="120809" y="143091"/>
                  </a:lnTo>
                  <a:lnTo>
                    <a:pt x="117998" y="143616"/>
                  </a:lnTo>
                  <a:lnTo>
                    <a:pt x="116329" y="141588"/>
                  </a:lnTo>
                  <a:lnTo>
                    <a:pt x="116058" y="141540"/>
                  </a:lnTo>
                  <a:lnTo>
                    <a:pt x="112300" y="140873"/>
                  </a:lnTo>
                  <a:lnTo>
                    <a:pt x="107822" y="142034"/>
                  </a:lnTo>
                  <a:lnTo>
                    <a:pt x="99533" y="138477"/>
                  </a:lnTo>
                  <a:lnTo>
                    <a:pt x="95527" y="136751"/>
                  </a:lnTo>
                  <a:lnTo>
                    <a:pt x="88652" y="133779"/>
                  </a:lnTo>
                  <a:lnTo>
                    <a:pt x="52831" y="128732"/>
                  </a:lnTo>
                  <a:lnTo>
                    <a:pt x="33822" y="125934"/>
                  </a:lnTo>
                  <a:lnTo>
                    <a:pt x="21323" y="124055"/>
                  </a:lnTo>
                  <a:lnTo>
                    <a:pt x="17990" y="116681"/>
                  </a:lnTo>
                  <a:lnTo>
                    <a:pt x="13522" y="109833"/>
                  </a:lnTo>
                  <a:lnTo>
                    <a:pt x="8853" y="108644"/>
                  </a:lnTo>
                  <a:lnTo>
                    <a:pt x="5563" y="105839"/>
                  </a:lnTo>
                  <a:lnTo>
                    <a:pt x="2303" y="10805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329686" y="2541787"/>
              <a:ext cx="366128" cy="417893"/>
            </a:xfrm>
            <a:custGeom>
              <a:avLst/>
              <a:pathLst>
                <a:path w="366128" h="417893">
                  <a:moveTo>
                    <a:pt x="0" y="31600"/>
                  </a:moveTo>
                  <a:lnTo>
                    <a:pt x="13795" y="31144"/>
                  </a:lnTo>
                  <a:lnTo>
                    <a:pt x="38108" y="30125"/>
                  </a:lnTo>
                  <a:lnTo>
                    <a:pt x="57995" y="29173"/>
                  </a:lnTo>
                  <a:lnTo>
                    <a:pt x="87329" y="27659"/>
                  </a:lnTo>
                  <a:lnTo>
                    <a:pt x="88302" y="27601"/>
                  </a:lnTo>
                  <a:lnTo>
                    <a:pt x="95981" y="27130"/>
                  </a:lnTo>
                  <a:lnTo>
                    <a:pt x="95166" y="14042"/>
                  </a:lnTo>
                  <a:lnTo>
                    <a:pt x="94612" y="5284"/>
                  </a:lnTo>
                  <a:lnTo>
                    <a:pt x="94278" y="0"/>
                  </a:lnTo>
                  <a:lnTo>
                    <a:pt x="98771" y="1926"/>
                  </a:lnTo>
                  <a:lnTo>
                    <a:pt x="101887" y="620"/>
                  </a:lnTo>
                  <a:lnTo>
                    <a:pt x="103576" y="528"/>
                  </a:lnTo>
                  <a:lnTo>
                    <a:pt x="107120" y="2809"/>
                  </a:lnTo>
                  <a:lnTo>
                    <a:pt x="110034" y="3483"/>
                  </a:lnTo>
                  <a:lnTo>
                    <a:pt x="111415" y="10936"/>
                  </a:lnTo>
                  <a:lnTo>
                    <a:pt x="112902" y="17151"/>
                  </a:lnTo>
                  <a:lnTo>
                    <a:pt x="114129" y="18853"/>
                  </a:lnTo>
                  <a:lnTo>
                    <a:pt x="116061" y="25774"/>
                  </a:lnTo>
                  <a:lnTo>
                    <a:pt x="118282" y="33832"/>
                  </a:lnTo>
                  <a:lnTo>
                    <a:pt x="118374" y="36924"/>
                  </a:lnTo>
                  <a:lnTo>
                    <a:pt x="118220" y="40524"/>
                  </a:lnTo>
                  <a:lnTo>
                    <a:pt x="121967" y="43948"/>
                  </a:lnTo>
                  <a:lnTo>
                    <a:pt x="127266" y="46204"/>
                  </a:lnTo>
                  <a:lnTo>
                    <a:pt x="130195" y="46528"/>
                  </a:lnTo>
                  <a:lnTo>
                    <a:pt x="130930" y="46094"/>
                  </a:lnTo>
                  <a:lnTo>
                    <a:pt x="132780" y="44999"/>
                  </a:lnTo>
                  <a:lnTo>
                    <a:pt x="137786" y="45116"/>
                  </a:lnTo>
                  <a:lnTo>
                    <a:pt x="139322" y="46543"/>
                  </a:lnTo>
                  <a:lnTo>
                    <a:pt x="139510" y="48454"/>
                  </a:lnTo>
                  <a:lnTo>
                    <a:pt x="146964" y="48802"/>
                  </a:lnTo>
                  <a:lnTo>
                    <a:pt x="154666" y="49103"/>
                  </a:lnTo>
                  <a:lnTo>
                    <a:pt x="158534" y="48935"/>
                  </a:lnTo>
                  <a:lnTo>
                    <a:pt x="160668" y="52952"/>
                  </a:lnTo>
                  <a:lnTo>
                    <a:pt x="160453" y="56069"/>
                  </a:lnTo>
                  <a:lnTo>
                    <a:pt x="167060" y="56272"/>
                  </a:lnTo>
                  <a:lnTo>
                    <a:pt x="172225" y="54966"/>
                  </a:lnTo>
                  <a:lnTo>
                    <a:pt x="176527" y="53427"/>
                  </a:lnTo>
                  <a:lnTo>
                    <a:pt x="176401" y="50171"/>
                  </a:lnTo>
                  <a:lnTo>
                    <a:pt x="180651" y="48878"/>
                  </a:lnTo>
                  <a:lnTo>
                    <a:pt x="181619" y="47272"/>
                  </a:lnTo>
                  <a:lnTo>
                    <a:pt x="188029" y="45606"/>
                  </a:lnTo>
                  <a:lnTo>
                    <a:pt x="191155" y="46581"/>
                  </a:lnTo>
                  <a:lnTo>
                    <a:pt x="193645" y="46232"/>
                  </a:lnTo>
                  <a:lnTo>
                    <a:pt x="199822" y="45357"/>
                  </a:lnTo>
                  <a:lnTo>
                    <a:pt x="202852" y="47680"/>
                  </a:lnTo>
                  <a:lnTo>
                    <a:pt x="210960" y="50889"/>
                  </a:lnTo>
                  <a:lnTo>
                    <a:pt x="215265" y="50238"/>
                  </a:lnTo>
                  <a:lnTo>
                    <a:pt x="215674" y="52655"/>
                  </a:lnTo>
                  <a:lnTo>
                    <a:pt x="214742" y="55672"/>
                  </a:lnTo>
                  <a:lnTo>
                    <a:pt x="218710" y="57153"/>
                  </a:lnTo>
                  <a:lnTo>
                    <a:pt x="221487" y="56361"/>
                  </a:lnTo>
                  <a:lnTo>
                    <a:pt x="224448" y="58500"/>
                  </a:lnTo>
                  <a:lnTo>
                    <a:pt x="224240" y="62943"/>
                  </a:lnTo>
                  <a:lnTo>
                    <a:pt x="227131" y="66666"/>
                  </a:lnTo>
                  <a:lnTo>
                    <a:pt x="229851" y="71740"/>
                  </a:lnTo>
                  <a:lnTo>
                    <a:pt x="232258" y="70071"/>
                  </a:lnTo>
                  <a:lnTo>
                    <a:pt x="232883" y="67344"/>
                  </a:lnTo>
                  <a:lnTo>
                    <a:pt x="232575" y="64122"/>
                  </a:lnTo>
                  <a:lnTo>
                    <a:pt x="233903" y="61795"/>
                  </a:lnTo>
                  <a:lnTo>
                    <a:pt x="238511" y="60751"/>
                  </a:lnTo>
                  <a:lnTo>
                    <a:pt x="243524" y="60542"/>
                  </a:lnTo>
                  <a:lnTo>
                    <a:pt x="246367" y="62943"/>
                  </a:lnTo>
                  <a:lnTo>
                    <a:pt x="247805" y="68019"/>
                  </a:lnTo>
                  <a:lnTo>
                    <a:pt x="251956" y="68315"/>
                  </a:lnTo>
                  <a:lnTo>
                    <a:pt x="256684" y="70095"/>
                  </a:lnTo>
                  <a:lnTo>
                    <a:pt x="257477" y="70393"/>
                  </a:lnTo>
                  <a:lnTo>
                    <a:pt x="260583" y="70163"/>
                  </a:lnTo>
                  <a:lnTo>
                    <a:pt x="262237" y="75657"/>
                  </a:lnTo>
                  <a:lnTo>
                    <a:pt x="268549" y="75777"/>
                  </a:lnTo>
                  <a:lnTo>
                    <a:pt x="269754" y="79555"/>
                  </a:lnTo>
                  <a:lnTo>
                    <a:pt x="273258" y="78222"/>
                  </a:lnTo>
                  <a:lnTo>
                    <a:pt x="279271" y="77368"/>
                  </a:lnTo>
                  <a:lnTo>
                    <a:pt x="283204" y="75910"/>
                  </a:lnTo>
                  <a:lnTo>
                    <a:pt x="287152" y="71465"/>
                  </a:lnTo>
                  <a:lnTo>
                    <a:pt x="292514" y="67305"/>
                  </a:lnTo>
                  <a:lnTo>
                    <a:pt x="298001" y="63353"/>
                  </a:lnTo>
                  <a:lnTo>
                    <a:pt x="300896" y="62577"/>
                  </a:lnTo>
                  <a:lnTo>
                    <a:pt x="303281" y="66976"/>
                  </a:lnTo>
                  <a:lnTo>
                    <a:pt x="305064" y="70724"/>
                  </a:lnTo>
                  <a:lnTo>
                    <a:pt x="308660" y="72169"/>
                  </a:lnTo>
                  <a:lnTo>
                    <a:pt x="314863" y="69544"/>
                  </a:lnTo>
                  <a:lnTo>
                    <a:pt x="319446" y="70174"/>
                  </a:lnTo>
                  <a:lnTo>
                    <a:pt x="326648" y="69464"/>
                  </a:lnTo>
                  <a:lnTo>
                    <a:pt x="335025" y="67838"/>
                  </a:lnTo>
                  <a:lnTo>
                    <a:pt x="340220" y="68936"/>
                  </a:lnTo>
                  <a:lnTo>
                    <a:pt x="343452" y="73318"/>
                  </a:lnTo>
                  <a:lnTo>
                    <a:pt x="348651" y="74826"/>
                  </a:lnTo>
                  <a:lnTo>
                    <a:pt x="353898" y="71770"/>
                  </a:lnTo>
                  <a:lnTo>
                    <a:pt x="359811" y="71843"/>
                  </a:lnTo>
                  <a:lnTo>
                    <a:pt x="366128" y="70796"/>
                  </a:lnTo>
                  <a:lnTo>
                    <a:pt x="363430" y="73982"/>
                  </a:lnTo>
                  <a:lnTo>
                    <a:pt x="358714" y="76284"/>
                  </a:lnTo>
                  <a:lnTo>
                    <a:pt x="355422" y="79066"/>
                  </a:lnTo>
                  <a:lnTo>
                    <a:pt x="353047" y="81284"/>
                  </a:lnTo>
                  <a:lnTo>
                    <a:pt x="347219" y="84117"/>
                  </a:lnTo>
                  <a:lnTo>
                    <a:pt x="345130" y="86629"/>
                  </a:lnTo>
                  <a:lnTo>
                    <a:pt x="340718" y="88566"/>
                  </a:lnTo>
                  <a:lnTo>
                    <a:pt x="335583" y="91552"/>
                  </a:lnTo>
                  <a:lnTo>
                    <a:pt x="329414" y="94043"/>
                  </a:lnTo>
                  <a:lnTo>
                    <a:pt x="324970" y="95907"/>
                  </a:lnTo>
                  <a:lnTo>
                    <a:pt x="319800" y="98811"/>
                  </a:lnTo>
                  <a:lnTo>
                    <a:pt x="314981" y="102716"/>
                  </a:lnTo>
                  <a:lnTo>
                    <a:pt x="311095" y="105436"/>
                  </a:lnTo>
                  <a:lnTo>
                    <a:pt x="305406" y="110890"/>
                  </a:lnTo>
                  <a:lnTo>
                    <a:pt x="298831" y="118176"/>
                  </a:lnTo>
                  <a:lnTo>
                    <a:pt x="293633" y="124693"/>
                  </a:lnTo>
                  <a:lnTo>
                    <a:pt x="288953" y="132472"/>
                  </a:lnTo>
                  <a:lnTo>
                    <a:pt x="283746" y="139576"/>
                  </a:lnTo>
                  <a:lnTo>
                    <a:pt x="280783" y="143315"/>
                  </a:lnTo>
                  <a:lnTo>
                    <a:pt x="275585" y="147365"/>
                  </a:lnTo>
                  <a:lnTo>
                    <a:pt x="272682" y="152175"/>
                  </a:lnTo>
                  <a:lnTo>
                    <a:pt x="268583" y="155701"/>
                  </a:lnTo>
                  <a:lnTo>
                    <a:pt x="266140" y="158817"/>
                  </a:lnTo>
                  <a:lnTo>
                    <a:pt x="265607" y="159496"/>
                  </a:lnTo>
                  <a:lnTo>
                    <a:pt x="261144" y="162968"/>
                  </a:lnTo>
                  <a:lnTo>
                    <a:pt x="256429" y="167524"/>
                  </a:lnTo>
                  <a:lnTo>
                    <a:pt x="254304" y="169843"/>
                  </a:lnTo>
                  <a:lnTo>
                    <a:pt x="257243" y="176476"/>
                  </a:lnTo>
                  <a:lnTo>
                    <a:pt x="255506" y="176362"/>
                  </a:lnTo>
                  <a:lnTo>
                    <a:pt x="252961" y="174916"/>
                  </a:lnTo>
                  <a:lnTo>
                    <a:pt x="250910" y="175320"/>
                  </a:lnTo>
                  <a:lnTo>
                    <a:pt x="249251" y="178063"/>
                  </a:lnTo>
                  <a:lnTo>
                    <a:pt x="248385" y="180311"/>
                  </a:lnTo>
                  <a:lnTo>
                    <a:pt x="244222" y="180821"/>
                  </a:lnTo>
                  <a:lnTo>
                    <a:pt x="245360" y="192608"/>
                  </a:lnTo>
                  <a:lnTo>
                    <a:pt x="245877" y="198118"/>
                  </a:lnTo>
                  <a:lnTo>
                    <a:pt x="247017" y="210297"/>
                  </a:lnTo>
                  <a:lnTo>
                    <a:pt x="247597" y="216394"/>
                  </a:lnTo>
                  <a:lnTo>
                    <a:pt x="248151" y="222227"/>
                  </a:lnTo>
                  <a:lnTo>
                    <a:pt x="246150" y="223995"/>
                  </a:lnTo>
                  <a:lnTo>
                    <a:pt x="245738" y="226622"/>
                  </a:lnTo>
                  <a:lnTo>
                    <a:pt x="243718" y="226540"/>
                  </a:lnTo>
                  <a:lnTo>
                    <a:pt x="241059" y="228018"/>
                  </a:lnTo>
                  <a:lnTo>
                    <a:pt x="240126" y="230184"/>
                  </a:lnTo>
                  <a:lnTo>
                    <a:pt x="236588" y="230715"/>
                  </a:lnTo>
                  <a:lnTo>
                    <a:pt x="235042" y="232551"/>
                  </a:lnTo>
                  <a:lnTo>
                    <a:pt x="231496" y="234423"/>
                  </a:lnTo>
                  <a:lnTo>
                    <a:pt x="228583" y="237570"/>
                  </a:lnTo>
                  <a:lnTo>
                    <a:pt x="227018" y="241148"/>
                  </a:lnTo>
                  <a:lnTo>
                    <a:pt x="226473" y="244411"/>
                  </a:lnTo>
                  <a:lnTo>
                    <a:pt x="224386" y="248382"/>
                  </a:lnTo>
                  <a:lnTo>
                    <a:pt x="223709" y="248956"/>
                  </a:lnTo>
                  <a:lnTo>
                    <a:pt x="222380" y="250085"/>
                  </a:lnTo>
                  <a:lnTo>
                    <a:pt x="221990" y="255153"/>
                  </a:lnTo>
                  <a:lnTo>
                    <a:pt x="221961" y="255520"/>
                  </a:lnTo>
                  <a:lnTo>
                    <a:pt x="222704" y="260105"/>
                  </a:lnTo>
                  <a:lnTo>
                    <a:pt x="226684" y="260499"/>
                  </a:lnTo>
                  <a:lnTo>
                    <a:pt x="228910" y="260679"/>
                  </a:lnTo>
                  <a:lnTo>
                    <a:pt x="230533" y="262791"/>
                  </a:lnTo>
                  <a:lnTo>
                    <a:pt x="232902" y="266362"/>
                  </a:lnTo>
                  <a:lnTo>
                    <a:pt x="235093" y="268598"/>
                  </a:lnTo>
                  <a:lnTo>
                    <a:pt x="234785" y="271596"/>
                  </a:lnTo>
                  <a:lnTo>
                    <a:pt x="233171" y="275975"/>
                  </a:lnTo>
                  <a:lnTo>
                    <a:pt x="230994" y="279031"/>
                  </a:lnTo>
                  <a:lnTo>
                    <a:pt x="230392" y="279873"/>
                  </a:lnTo>
                  <a:lnTo>
                    <a:pt x="230657" y="285162"/>
                  </a:lnTo>
                  <a:lnTo>
                    <a:pt x="230709" y="286214"/>
                  </a:lnTo>
                  <a:lnTo>
                    <a:pt x="232534" y="291845"/>
                  </a:lnTo>
                  <a:lnTo>
                    <a:pt x="230334" y="294725"/>
                  </a:lnTo>
                  <a:lnTo>
                    <a:pt x="229743" y="295498"/>
                  </a:lnTo>
                  <a:lnTo>
                    <a:pt x="232047" y="298336"/>
                  </a:lnTo>
                  <a:lnTo>
                    <a:pt x="233108" y="303977"/>
                  </a:lnTo>
                  <a:lnTo>
                    <a:pt x="232801" y="309681"/>
                  </a:lnTo>
                  <a:lnTo>
                    <a:pt x="232773" y="310190"/>
                  </a:lnTo>
                  <a:lnTo>
                    <a:pt x="231483" y="316404"/>
                  </a:lnTo>
                  <a:lnTo>
                    <a:pt x="232186" y="317006"/>
                  </a:lnTo>
                  <a:lnTo>
                    <a:pt x="235491" y="319834"/>
                  </a:lnTo>
                  <a:lnTo>
                    <a:pt x="237405" y="321469"/>
                  </a:lnTo>
                  <a:lnTo>
                    <a:pt x="241810" y="326498"/>
                  </a:lnTo>
                  <a:lnTo>
                    <a:pt x="245471" y="328656"/>
                  </a:lnTo>
                  <a:lnTo>
                    <a:pt x="253097" y="329323"/>
                  </a:lnTo>
                  <a:lnTo>
                    <a:pt x="254980" y="329100"/>
                  </a:lnTo>
                  <a:lnTo>
                    <a:pt x="257340" y="330271"/>
                  </a:lnTo>
                  <a:lnTo>
                    <a:pt x="257491" y="330346"/>
                  </a:lnTo>
                  <a:lnTo>
                    <a:pt x="258995" y="333931"/>
                  </a:lnTo>
                  <a:lnTo>
                    <a:pt x="261488" y="335907"/>
                  </a:lnTo>
                  <a:lnTo>
                    <a:pt x="262193" y="336465"/>
                  </a:lnTo>
                  <a:lnTo>
                    <a:pt x="268486" y="338090"/>
                  </a:lnTo>
                  <a:lnTo>
                    <a:pt x="269880" y="338616"/>
                  </a:lnTo>
                  <a:lnTo>
                    <a:pt x="276234" y="341006"/>
                  </a:lnTo>
                  <a:lnTo>
                    <a:pt x="278917" y="343863"/>
                  </a:lnTo>
                  <a:lnTo>
                    <a:pt x="280704" y="349860"/>
                  </a:lnTo>
                  <a:lnTo>
                    <a:pt x="282860" y="352049"/>
                  </a:lnTo>
                  <a:lnTo>
                    <a:pt x="284962" y="354179"/>
                  </a:lnTo>
                  <a:lnTo>
                    <a:pt x="290153" y="356163"/>
                  </a:lnTo>
                  <a:lnTo>
                    <a:pt x="294201" y="360344"/>
                  </a:lnTo>
                  <a:lnTo>
                    <a:pt x="298227" y="362569"/>
                  </a:lnTo>
                  <a:lnTo>
                    <a:pt x="298955" y="362685"/>
                  </a:lnTo>
                  <a:lnTo>
                    <a:pt x="305102" y="363652"/>
                  </a:lnTo>
                  <a:lnTo>
                    <a:pt x="306084" y="364770"/>
                  </a:lnTo>
                  <a:lnTo>
                    <a:pt x="309915" y="369127"/>
                  </a:lnTo>
                  <a:lnTo>
                    <a:pt x="313749" y="373299"/>
                  </a:lnTo>
                  <a:lnTo>
                    <a:pt x="313960" y="373679"/>
                  </a:lnTo>
                  <a:lnTo>
                    <a:pt x="316723" y="378641"/>
                  </a:lnTo>
                  <a:lnTo>
                    <a:pt x="316417" y="382041"/>
                  </a:lnTo>
                  <a:lnTo>
                    <a:pt x="316035" y="386277"/>
                  </a:lnTo>
                  <a:lnTo>
                    <a:pt x="317560" y="390821"/>
                  </a:lnTo>
                  <a:lnTo>
                    <a:pt x="318847" y="393206"/>
                  </a:lnTo>
                  <a:lnTo>
                    <a:pt x="320095" y="397640"/>
                  </a:lnTo>
                  <a:lnTo>
                    <a:pt x="306203" y="399112"/>
                  </a:lnTo>
                  <a:lnTo>
                    <a:pt x="300113" y="399746"/>
                  </a:lnTo>
                  <a:lnTo>
                    <a:pt x="294043" y="400370"/>
                  </a:lnTo>
                  <a:lnTo>
                    <a:pt x="289230" y="400858"/>
                  </a:lnTo>
                  <a:lnTo>
                    <a:pt x="276261" y="402143"/>
                  </a:lnTo>
                  <a:lnTo>
                    <a:pt x="271220" y="402631"/>
                  </a:lnTo>
                  <a:lnTo>
                    <a:pt x="257476" y="403954"/>
                  </a:lnTo>
                  <a:lnTo>
                    <a:pt x="252171" y="404452"/>
                  </a:lnTo>
                  <a:lnTo>
                    <a:pt x="236026" y="405954"/>
                  </a:lnTo>
                  <a:lnTo>
                    <a:pt x="228177" y="406635"/>
                  </a:lnTo>
                  <a:lnTo>
                    <a:pt x="226912" y="406744"/>
                  </a:lnTo>
                  <a:lnTo>
                    <a:pt x="217757" y="407516"/>
                  </a:lnTo>
                  <a:lnTo>
                    <a:pt x="204072" y="408636"/>
                  </a:lnTo>
                  <a:lnTo>
                    <a:pt x="200025" y="408959"/>
                  </a:lnTo>
                  <a:lnTo>
                    <a:pt x="196364" y="409245"/>
                  </a:lnTo>
                  <a:lnTo>
                    <a:pt x="179931" y="410492"/>
                  </a:lnTo>
                  <a:lnTo>
                    <a:pt x="165787" y="411476"/>
                  </a:lnTo>
                  <a:lnTo>
                    <a:pt x="158508" y="411963"/>
                  </a:lnTo>
                  <a:lnTo>
                    <a:pt x="155841" y="412146"/>
                  </a:lnTo>
                  <a:lnTo>
                    <a:pt x="134826" y="413522"/>
                  </a:lnTo>
                  <a:lnTo>
                    <a:pt x="133822" y="413585"/>
                  </a:lnTo>
                  <a:lnTo>
                    <a:pt x="131760" y="413712"/>
                  </a:lnTo>
                  <a:lnTo>
                    <a:pt x="116423" y="414621"/>
                  </a:lnTo>
                  <a:lnTo>
                    <a:pt x="107597" y="415160"/>
                  </a:lnTo>
                  <a:lnTo>
                    <a:pt x="104193" y="415362"/>
                  </a:lnTo>
                  <a:lnTo>
                    <a:pt x="102540" y="415459"/>
                  </a:lnTo>
                  <a:lnTo>
                    <a:pt x="84781" y="416425"/>
                  </a:lnTo>
                  <a:lnTo>
                    <a:pt x="83426" y="416493"/>
                  </a:lnTo>
                  <a:lnTo>
                    <a:pt x="73602" y="416967"/>
                  </a:lnTo>
                  <a:lnTo>
                    <a:pt x="66175" y="417309"/>
                  </a:lnTo>
                  <a:lnTo>
                    <a:pt x="53151" y="417893"/>
                  </a:lnTo>
                  <a:lnTo>
                    <a:pt x="52991" y="414233"/>
                  </a:lnTo>
                  <a:lnTo>
                    <a:pt x="52110" y="393279"/>
                  </a:lnTo>
                  <a:lnTo>
                    <a:pt x="51075" y="368793"/>
                  </a:lnTo>
                  <a:lnTo>
                    <a:pt x="50587" y="357276"/>
                  </a:lnTo>
                  <a:lnTo>
                    <a:pt x="49970" y="344342"/>
                  </a:lnTo>
                  <a:lnTo>
                    <a:pt x="49675" y="338160"/>
                  </a:lnTo>
                  <a:lnTo>
                    <a:pt x="49088" y="325879"/>
                  </a:lnTo>
                  <a:lnTo>
                    <a:pt x="48508" y="313769"/>
                  </a:lnTo>
                  <a:lnTo>
                    <a:pt x="47522" y="293218"/>
                  </a:lnTo>
                  <a:lnTo>
                    <a:pt x="47391" y="290489"/>
                  </a:lnTo>
                  <a:lnTo>
                    <a:pt x="46722" y="289163"/>
                  </a:lnTo>
                  <a:lnTo>
                    <a:pt x="46044" y="287817"/>
                  </a:lnTo>
                  <a:lnTo>
                    <a:pt x="44012" y="285830"/>
                  </a:lnTo>
                  <a:lnTo>
                    <a:pt x="41982" y="285179"/>
                  </a:lnTo>
                  <a:lnTo>
                    <a:pt x="39166" y="283744"/>
                  </a:lnTo>
                  <a:lnTo>
                    <a:pt x="36304" y="283713"/>
                  </a:lnTo>
                  <a:lnTo>
                    <a:pt x="34479" y="281901"/>
                  </a:lnTo>
                  <a:lnTo>
                    <a:pt x="32791" y="279017"/>
                  </a:lnTo>
                  <a:lnTo>
                    <a:pt x="30725" y="275057"/>
                  </a:lnTo>
                  <a:lnTo>
                    <a:pt x="27901" y="271626"/>
                  </a:lnTo>
                  <a:lnTo>
                    <a:pt x="27458" y="271088"/>
                  </a:lnTo>
                  <a:lnTo>
                    <a:pt x="27010" y="269311"/>
                  </a:lnTo>
                  <a:lnTo>
                    <a:pt x="28168" y="266811"/>
                  </a:lnTo>
                  <a:lnTo>
                    <a:pt x="32027" y="263309"/>
                  </a:lnTo>
                  <a:lnTo>
                    <a:pt x="35502" y="260995"/>
                  </a:lnTo>
                  <a:lnTo>
                    <a:pt x="37431" y="257467"/>
                  </a:lnTo>
                  <a:lnTo>
                    <a:pt x="39459" y="254889"/>
                  </a:lnTo>
                  <a:lnTo>
                    <a:pt x="40039" y="250951"/>
                  </a:lnTo>
                  <a:lnTo>
                    <a:pt x="40250" y="246465"/>
                  </a:lnTo>
                  <a:lnTo>
                    <a:pt x="39485" y="240755"/>
                  </a:lnTo>
                  <a:lnTo>
                    <a:pt x="39545" y="240375"/>
                  </a:lnTo>
                  <a:lnTo>
                    <a:pt x="40247" y="235959"/>
                  </a:lnTo>
                  <a:lnTo>
                    <a:pt x="37826" y="226466"/>
                  </a:lnTo>
                  <a:lnTo>
                    <a:pt x="37264" y="219448"/>
                  </a:lnTo>
                  <a:lnTo>
                    <a:pt x="34897" y="216796"/>
                  </a:lnTo>
                  <a:lnTo>
                    <a:pt x="31667" y="211506"/>
                  </a:lnTo>
                  <a:lnTo>
                    <a:pt x="29573" y="202364"/>
                  </a:lnTo>
                  <a:lnTo>
                    <a:pt x="27387" y="197958"/>
                  </a:lnTo>
                  <a:lnTo>
                    <a:pt x="27137" y="197453"/>
                  </a:lnTo>
                  <a:lnTo>
                    <a:pt x="27155" y="193503"/>
                  </a:lnTo>
                  <a:lnTo>
                    <a:pt x="26818" y="187531"/>
                  </a:lnTo>
                  <a:lnTo>
                    <a:pt x="27628" y="177970"/>
                  </a:lnTo>
                  <a:lnTo>
                    <a:pt x="24003" y="171222"/>
                  </a:lnTo>
                  <a:lnTo>
                    <a:pt x="24495" y="166186"/>
                  </a:lnTo>
                  <a:lnTo>
                    <a:pt x="23938" y="161309"/>
                  </a:lnTo>
                  <a:lnTo>
                    <a:pt x="23238" y="155162"/>
                  </a:lnTo>
                  <a:lnTo>
                    <a:pt x="22926" y="152421"/>
                  </a:lnTo>
                  <a:lnTo>
                    <a:pt x="21640" y="140929"/>
                  </a:lnTo>
                  <a:lnTo>
                    <a:pt x="21546" y="136787"/>
                  </a:lnTo>
                  <a:lnTo>
                    <a:pt x="21430" y="131649"/>
                  </a:lnTo>
                  <a:lnTo>
                    <a:pt x="19868" y="126272"/>
                  </a:lnTo>
                  <a:lnTo>
                    <a:pt x="19275" y="124664"/>
                  </a:lnTo>
                  <a:lnTo>
                    <a:pt x="17411" y="119600"/>
                  </a:lnTo>
                  <a:lnTo>
                    <a:pt x="13924" y="112707"/>
                  </a:lnTo>
                  <a:lnTo>
                    <a:pt x="11747" y="106514"/>
                  </a:lnTo>
                  <a:lnTo>
                    <a:pt x="10006" y="100014"/>
                  </a:lnTo>
                  <a:lnTo>
                    <a:pt x="8108" y="95488"/>
                  </a:lnTo>
                  <a:lnTo>
                    <a:pt x="5971" y="90116"/>
                  </a:lnTo>
                  <a:lnTo>
                    <a:pt x="6001" y="89786"/>
                  </a:lnTo>
                  <a:lnTo>
                    <a:pt x="6134" y="88336"/>
                  </a:lnTo>
                  <a:lnTo>
                    <a:pt x="6548" y="83796"/>
                  </a:lnTo>
                  <a:lnTo>
                    <a:pt x="5930" y="77693"/>
                  </a:lnTo>
                  <a:lnTo>
                    <a:pt x="5647" y="71638"/>
                  </a:lnTo>
                  <a:lnTo>
                    <a:pt x="4917" y="64481"/>
                  </a:lnTo>
                  <a:lnTo>
                    <a:pt x="4943" y="63884"/>
                  </a:lnTo>
                  <a:lnTo>
                    <a:pt x="4952" y="63662"/>
                  </a:lnTo>
                  <a:lnTo>
                    <a:pt x="5073" y="60845"/>
                  </a:lnTo>
                  <a:lnTo>
                    <a:pt x="6852" y="54839"/>
                  </a:lnTo>
                  <a:lnTo>
                    <a:pt x="5743" y="51656"/>
                  </a:lnTo>
                  <a:lnTo>
                    <a:pt x="4131" y="47550"/>
                  </a:lnTo>
                  <a:lnTo>
                    <a:pt x="2271" y="40912"/>
                  </a:lnTo>
                  <a:lnTo>
                    <a:pt x="193" y="3546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337594" y="3448637"/>
              <a:ext cx="740444" cy="604447"/>
            </a:xfrm>
            <a:custGeom>
              <a:avLst/>
              <a:pathLst>
                <a:path w="740444" h="604447">
                  <a:moveTo>
                    <a:pt x="0" y="35144"/>
                  </a:moveTo>
                  <a:lnTo>
                    <a:pt x="23826" y="34288"/>
                  </a:lnTo>
                  <a:lnTo>
                    <a:pt x="40147" y="33647"/>
                  </a:lnTo>
                  <a:lnTo>
                    <a:pt x="44075" y="33488"/>
                  </a:lnTo>
                  <a:lnTo>
                    <a:pt x="57736" y="32906"/>
                  </a:lnTo>
                  <a:lnTo>
                    <a:pt x="71399" y="32303"/>
                  </a:lnTo>
                  <a:lnTo>
                    <a:pt x="87180" y="31609"/>
                  </a:lnTo>
                  <a:lnTo>
                    <a:pt x="96905" y="31167"/>
                  </a:lnTo>
                  <a:lnTo>
                    <a:pt x="116157" y="30200"/>
                  </a:lnTo>
                  <a:lnTo>
                    <a:pt x="126209" y="29677"/>
                  </a:lnTo>
                  <a:lnTo>
                    <a:pt x="132620" y="29220"/>
                  </a:lnTo>
                  <a:lnTo>
                    <a:pt x="149034" y="28026"/>
                  </a:lnTo>
                  <a:lnTo>
                    <a:pt x="157058" y="27402"/>
                  </a:lnTo>
                  <a:lnTo>
                    <a:pt x="171488" y="26260"/>
                  </a:lnTo>
                  <a:lnTo>
                    <a:pt x="179208" y="25544"/>
                  </a:lnTo>
                  <a:lnTo>
                    <a:pt x="197032" y="23862"/>
                  </a:lnTo>
                  <a:lnTo>
                    <a:pt x="203832" y="23251"/>
                  </a:lnTo>
                  <a:lnTo>
                    <a:pt x="221905" y="21599"/>
                  </a:lnTo>
                  <a:lnTo>
                    <a:pt x="226038" y="21255"/>
                  </a:lnTo>
                  <a:lnTo>
                    <a:pt x="244682" y="19675"/>
                  </a:lnTo>
                  <a:lnTo>
                    <a:pt x="247638" y="19421"/>
                  </a:lnTo>
                  <a:lnTo>
                    <a:pt x="269031" y="17347"/>
                  </a:lnTo>
                  <a:lnTo>
                    <a:pt x="272954" y="16888"/>
                  </a:lnTo>
                  <a:lnTo>
                    <a:pt x="288812" y="15012"/>
                  </a:lnTo>
                  <a:lnTo>
                    <a:pt x="311967" y="12744"/>
                  </a:lnTo>
                  <a:lnTo>
                    <a:pt x="314813" y="12461"/>
                  </a:lnTo>
                  <a:lnTo>
                    <a:pt x="319779" y="11862"/>
                  </a:lnTo>
                  <a:lnTo>
                    <a:pt x="338522" y="9576"/>
                  </a:lnTo>
                  <a:lnTo>
                    <a:pt x="349002" y="8341"/>
                  </a:lnTo>
                  <a:lnTo>
                    <a:pt x="366407" y="6260"/>
                  </a:lnTo>
                  <a:lnTo>
                    <a:pt x="390470" y="3186"/>
                  </a:lnTo>
                  <a:lnTo>
                    <a:pt x="390859" y="3135"/>
                  </a:lnTo>
                  <a:lnTo>
                    <a:pt x="412184" y="0"/>
                  </a:lnTo>
                  <a:lnTo>
                    <a:pt x="413582" y="1202"/>
                  </a:lnTo>
                  <a:lnTo>
                    <a:pt x="417093" y="4220"/>
                  </a:lnTo>
                  <a:lnTo>
                    <a:pt x="418925" y="7829"/>
                  </a:lnTo>
                  <a:lnTo>
                    <a:pt x="424383" y="8883"/>
                  </a:lnTo>
                  <a:lnTo>
                    <a:pt x="425983" y="14020"/>
                  </a:lnTo>
                  <a:lnTo>
                    <a:pt x="431040" y="18804"/>
                  </a:lnTo>
                  <a:lnTo>
                    <a:pt x="435979" y="22119"/>
                  </a:lnTo>
                  <a:lnTo>
                    <a:pt x="438539" y="26049"/>
                  </a:lnTo>
                  <a:lnTo>
                    <a:pt x="446896" y="28394"/>
                  </a:lnTo>
                  <a:lnTo>
                    <a:pt x="442505" y="36434"/>
                  </a:lnTo>
                  <a:lnTo>
                    <a:pt x="440824" y="43734"/>
                  </a:lnTo>
                  <a:lnTo>
                    <a:pt x="440689" y="46628"/>
                  </a:lnTo>
                  <a:lnTo>
                    <a:pt x="440379" y="53251"/>
                  </a:lnTo>
                  <a:lnTo>
                    <a:pt x="440189" y="57304"/>
                  </a:lnTo>
                  <a:lnTo>
                    <a:pt x="442875" y="69541"/>
                  </a:lnTo>
                  <a:lnTo>
                    <a:pt x="445052" y="77314"/>
                  </a:lnTo>
                  <a:lnTo>
                    <a:pt x="450850" y="86611"/>
                  </a:lnTo>
                  <a:lnTo>
                    <a:pt x="450891" y="86766"/>
                  </a:lnTo>
                  <a:lnTo>
                    <a:pt x="452202" y="91723"/>
                  </a:lnTo>
                  <a:lnTo>
                    <a:pt x="452298" y="100159"/>
                  </a:lnTo>
                  <a:lnTo>
                    <a:pt x="456560" y="103025"/>
                  </a:lnTo>
                  <a:lnTo>
                    <a:pt x="460749" y="107145"/>
                  </a:lnTo>
                  <a:lnTo>
                    <a:pt x="460820" y="111051"/>
                  </a:lnTo>
                  <a:lnTo>
                    <a:pt x="460894" y="115074"/>
                  </a:lnTo>
                  <a:lnTo>
                    <a:pt x="467868" y="120153"/>
                  </a:lnTo>
                  <a:lnTo>
                    <a:pt x="471203" y="122578"/>
                  </a:lnTo>
                  <a:lnTo>
                    <a:pt x="481757" y="130624"/>
                  </a:lnTo>
                  <a:lnTo>
                    <a:pt x="482736" y="131369"/>
                  </a:lnTo>
                  <a:lnTo>
                    <a:pt x="486052" y="137284"/>
                  </a:lnTo>
                  <a:lnTo>
                    <a:pt x="491112" y="137704"/>
                  </a:lnTo>
                  <a:lnTo>
                    <a:pt x="495445" y="143218"/>
                  </a:lnTo>
                  <a:lnTo>
                    <a:pt x="498779" y="149131"/>
                  </a:lnTo>
                  <a:lnTo>
                    <a:pt x="509891" y="154386"/>
                  </a:lnTo>
                  <a:lnTo>
                    <a:pt x="510130" y="154540"/>
                  </a:lnTo>
                  <a:lnTo>
                    <a:pt x="520828" y="161378"/>
                  </a:lnTo>
                  <a:lnTo>
                    <a:pt x="533458" y="171453"/>
                  </a:lnTo>
                  <a:lnTo>
                    <a:pt x="534605" y="175644"/>
                  </a:lnTo>
                  <a:lnTo>
                    <a:pt x="537248" y="185297"/>
                  </a:lnTo>
                  <a:lnTo>
                    <a:pt x="540756" y="191731"/>
                  </a:lnTo>
                  <a:lnTo>
                    <a:pt x="538033" y="198371"/>
                  </a:lnTo>
                  <a:lnTo>
                    <a:pt x="542908" y="207315"/>
                  </a:lnTo>
                  <a:lnTo>
                    <a:pt x="545159" y="213771"/>
                  </a:lnTo>
                  <a:lnTo>
                    <a:pt x="545817" y="215657"/>
                  </a:lnTo>
                  <a:lnTo>
                    <a:pt x="552925" y="220995"/>
                  </a:lnTo>
                  <a:lnTo>
                    <a:pt x="557127" y="221095"/>
                  </a:lnTo>
                  <a:lnTo>
                    <a:pt x="562354" y="215112"/>
                  </a:lnTo>
                  <a:lnTo>
                    <a:pt x="564977" y="207825"/>
                  </a:lnTo>
                  <a:lnTo>
                    <a:pt x="566736" y="207678"/>
                  </a:lnTo>
                  <a:lnTo>
                    <a:pt x="572505" y="207194"/>
                  </a:lnTo>
                  <a:lnTo>
                    <a:pt x="583170" y="210928"/>
                  </a:lnTo>
                  <a:lnTo>
                    <a:pt x="585549" y="211203"/>
                  </a:lnTo>
                  <a:lnTo>
                    <a:pt x="590486" y="211770"/>
                  </a:lnTo>
                  <a:lnTo>
                    <a:pt x="594875" y="214049"/>
                  </a:lnTo>
                  <a:lnTo>
                    <a:pt x="603617" y="218577"/>
                  </a:lnTo>
                  <a:lnTo>
                    <a:pt x="603818" y="224476"/>
                  </a:lnTo>
                  <a:lnTo>
                    <a:pt x="599198" y="229578"/>
                  </a:lnTo>
                  <a:lnTo>
                    <a:pt x="595380" y="236315"/>
                  </a:lnTo>
                  <a:lnTo>
                    <a:pt x="597492" y="241299"/>
                  </a:lnTo>
                  <a:lnTo>
                    <a:pt x="599387" y="244881"/>
                  </a:lnTo>
                  <a:lnTo>
                    <a:pt x="599748" y="251363"/>
                  </a:lnTo>
                  <a:lnTo>
                    <a:pt x="593995" y="261123"/>
                  </a:lnTo>
                  <a:lnTo>
                    <a:pt x="593531" y="263064"/>
                  </a:lnTo>
                  <a:lnTo>
                    <a:pt x="593110" y="264827"/>
                  </a:lnTo>
                  <a:lnTo>
                    <a:pt x="592366" y="267934"/>
                  </a:lnTo>
                  <a:lnTo>
                    <a:pt x="591380" y="275877"/>
                  </a:lnTo>
                  <a:lnTo>
                    <a:pt x="586733" y="283400"/>
                  </a:lnTo>
                  <a:lnTo>
                    <a:pt x="585873" y="284789"/>
                  </a:lnTo>
                  <a:lnTo>
                    <a:pt x="584272" y="292348"/>
                  </a:lnTo>
                  <a:lnTo>
                    <a:pt x="586446" y="303915"/>
                  </a:lnTo>
                  <a:lnTo>
                    <a:pt x="591627" y="310752"/>
                  </a:lnTo>
                  <a:lnTo>
                    <a:pt x="599787" y="317137"/>
                  </a:lnTo>
                  <a:lnTo>
                    <a:pt x="603840" y="321171"/>
                  </a:lnTo>
                  <a:lnTo>
                    <a:pt x="605507" y="321926"/>
                  </a:lnTo>
                  <a:lnTo>
                    <a:pt x="614275" y="325886"/>
                  </a:lnTo>
                  <a:lnTo>
                    <a:pt x="619556" y="330032"/>
                  </a:lnTo>
                  <a:lnTo>
                    <a:pt x="627906" y="335180"/>
                  </a:lnTo>
                  <a:lnTo>
                    <a:pt x="633606" y="334972"/>
                  </a:lnTo>
                  <a:lnTo>
                    <a:pt x="632282" y="341579"/>
                  </a:lnTo>
                  <a:lnTo>
                    <a:pt x="637224" y="346298"/>
                  </a:lnTo>
                  <a:lnTo>
                    <a:pt x="638415" y="347435"/>
                  </a:lnTo>
                  <a:lnTo>
                    <a:pt x="645538" y="342039"/>
                  </a:lnTo>
                  <a:lnTo>
                    <a:pt x="653587" y="347698"/>
                  </a:lnTo>
                  <a:lnTo>
                    <a:pt x="663261" y="352043"/>
                  </a:lnTo>
                  <a:lnTo>
                    <a:pt x="664526" y="354321"/>
                  </a:lnTo>
                  <a:lnTo>
                    <a:pt x="667136" y="359021"/>
                  </a:lnTo>
                  <a:lnTo>
                    <a:pt x="675822" y="362817"/>
                  </a:lnTo>
                  <a:lnTo>
                    <a:pt x="683595" y="365528"/>
                  </a:lnTo>
                  <a:lnTo>
                    <a:pt x="686351" y="374895"/>
                  </a:lnTo>
                  <a:lnTo>
                    <a:pt x="688386" y="380750"/>
                  </a:lnTo>
                  <a:lnTo>
                    <a:pt x="688153" y="382157"/>
                  </a:lnTo>
                  <a:lnTo>
                    <a:pt x="687898" y="383698"/>
                  </a:lnTo>
                  <a:lnTo>
                    <a:pt x="687229" y="387739"/>
                  </a:lnTo>
                  <a:lnTo>
                    <a:pt x="692604" y="395673"/>
                  </a:lnTo>
                  <a:lnTo>
                    <a:pt x="698349" y="402969"/>
                  </a:lnTo>
                  <a:lnTo>
                    <a:pt x="698921" y="409876"/>
                  </a:lnTo>
                  <a:lnTo>
                    <a:pt x="694337" y="413404"/>
                  </a:lnTo>
                  <a:lnTo>
                    <a:pt x="692282" y="414984"/>
                  </a:lnTo>
                  <a:lnTo>
                    <a:pt x="690623" y="421024"/>
                  </a:lnTo>
                  <a:lnTo>
                    <a:pt x="694591" y="423374"/>
                  </a:lnTo>
                  <a:lnTo>
                    <a:pt x="696029" y="424225"/>
                  </a:lnTo>
                  <a:lnTo>
                    <a:pt x="698592" y="432772"/>
                  </a:lnTo>
                  <a:lnTo>
                    <a:pt x="707610" y="443165"/>
                  </a:lnTo>
                  <a:lnTo>
                    <a:pt x="711212" y="450955"/>
                  </a:lnTo>
                  <a:lnTo>
                    <a:pt x="716915" y="452082"/>
                  </a:lnTo>
                  <a:lnTo>
                    <a:pt x="722534" y="453188"/>
                  </a:lnTo>
                  <a:lnTo>
                    <a:pt x="729638" y="455768"/>
                  </a:lnTo>
                  <a:lnTo>
                    <a:pt x="736407" y="455935"/>
                  </a:lnTo>
                  <a:lnTo>
                    <a:pt x="740444" y="458700"/>
                  </a:lnTo>
                  <a:lnTo>
                    <a:pt x="740196" y="460514"/>
                  </a:lnTo>
                  <a:lnTo>
                    <a:pt x="739195" y="467838"/>
                  </a:lnTo>
                  <a:lnTo>
                    <a:pt x="737002" y="474212"/>
                  </a:lnTo>
                  <a:lnTo>
                    <a:pt x="737053" y="482098"/>
                  </a:lnTo>
                  <a:lnTo>
                    <a:pt x="737089" y="482479"/>
                  </a:lnTo>
                  <a:lnTo>
                    <a:pt x="737468" y="486555"/>
                  </a:lnTo>
                  <a:lnTo>
                    <a:pt x="733212" y="492460"/>
                  </a:lnTo>
                  <a:lnTo>
                    <a:pt x="738055" y="499202"/>
                  </a:lnTo>
                  <a:lnTo>
                    <a:pt x="737141" y="500832"/>
                  </a:lnTo>
                  <a:lnTo>
                    <a:pt x="735027" y="504598"/>
                  </a:lnTo>
                  <a:lnTo>
                    <a:pt x="732892" y="512527"/>
                  </a:lnTo>
                  <a:lnTo>
                    <a:pt x="727206" y="512128"/>
                  </a:lnTo>
                  <a:lnTo>
                    <a:pt x="721556" y="506553"/>
                  </a:lnTo>
                  <a:lnTo>
                    <a:pt x="721271" y="506602"/>
                  </a:lnTo>
                  <a:lnTo>
                    <a:pt x="715772" y="507529"/>
                  </a:lnTo>
                  <a:lnTo>
                    <a:pt x="713568" y="515959"/>
                  </a:lnTo>
                  <a:lnTo>
                    <a:pt x="705816" y="516409"/>
                  </a:lnTo>
                  <a:lnTo>
                    <a:pt x="698682" y="516184"/>
                  </a:lnTo>
                  <a:lnTo>
                    <a:pt x="696330" y="521429"/>
                  </a:lnTo>
                  <a:lnTo>
                    <a:pt x="700424" y="526373"/>
                  </a:lnTo>
                  <a:lnTo>
                    <a:pt x="702942" y="530950"/>
                  </a:lnTo>
                  <a:lnTo>
                    <a:pt x="701289" y="536842"/>
                  </a:lnTo>
                  <a:lnTo>
                    <a:pt x="705381" y="542002"/>
                  </a:lnTo>
                  <a:lnTo>
                    <a:pt x="704569" y="546666"/>
                  </a:lnTo>
                  <a:lnTo>
                    <a:pt x="702165" y="547038"/>
                  </a:lnTo>
                  <a:lnTo>
                    <a:pt x="696189" y="547959"/>
                  </a:lnTo>
                  <a:lnTo>
                    <a:pt x="695489" y="552652"/>
                  </a:lnTo>
                  <a:lnTo>
                    <a:pt x="702187" y="556074"/>
                  </a:lnTo>
                  <a:lnTo>
                    <a:pt x="697595" y="562034"/>
                  </a:lnTo>
                  <a:lnTo>
                    <a:pt x="689255" y="561683"/>
                  </a:lnTo>
                  <a:lnTo>
                    <a:pt x="688031" y="565003"/>
                  </a:lnTo>
                  <a:lnTo>
                    <a:pt x="695663" y="569426"/>
                  </a:lnTo>
                  <a:lnTo>
                    <a:pt x="696114" y="569687"/>
                  </a:lnTo>
                  <a:lnTo>
                    <a:pt x="700271" y="575622"/>
                  </a:lnTo>
                  <a:lnTo>
                    <a:pt x="695242" y="580594"/>
                  </a:lnTo>
                  <a:lnTo>
                    <a:pt x="691551" y="583921"/>
                  </a:lnTo>
                  <a:lnTo>
                    <a:pt x="691141" y="592390"/>
                  </a:lnTo>
                  <a:lnTo>
                    <a:pt x="687029" y="595599"/>
                  </a:lnTo>
                  <a:lnTo>
                    <a:pt x="668801" y="597986"/>
                  </a:lnTo>
                  <a:lnTo>
                    <a:pt x="662488" y="598794"/>
                  </a:lnTo>
                  <a:lnTo>
                    <a:pt x="646812" y="600779"/>
                  </a:lnTo>
                  <a:lnTo>
                    <a:pt x="626714" y="603354"/>
                  </a:lnTo>
                  <a:lnTo>
                    <a:pt x="618071" y="604447"/>
                  </a:lnTo>
                  <a:lnTo>
                    <a:pt x="620537" y="597204"/>
                  </a:lnTo>
                  <a:lnTo>
                    <a:pt x="624471" y="587816"/>
                  </a:lnTo>
                  <a:lnTo>
                    <a:pt x="630481" y="583518"/>
                  </a:lnTo>
                  <a:lnTo>
                    <a:pt x="631474" y="577255"/>
                  </a:lnTo>
                  <a:lnTo>
                    <a:pt x="634663" y="574950"/>
                  </a:lnTo>
                  <a:lnTo>
                    <a:pt x="638039" y="572507"/>
                  </a:lnTo>
                  <a:lnTo>
                    <a:pt x="641732" y="565078"/>
                  </a:lnTo>
                  <a:lnTo>
                    <a:pt x="646698" y="559406"/>
                  </a:lnTo>
                  <a:lnTo>
                    <a:pt x="645960" y="552180"/>
                  </a:lnTo>
                  <a:lnTo>
                    <a:pt x="645248" y="548279"/>
                  </a:lnTo>
                  <a:lnTo>
                    <a:pt x="637818" y="545250"/>
                  </a:lnTo>
                  <a:lnTo>
                    <a:pt x="636048" y="539376"/>
                  </a:lnTo>
                  <a:lnTo>
                    <a:pt x="634187" y="534781"/>
                  </a:lnTo>
                  <a:lnTo>
                    <a:pt x="626962" y="535549"/>
                  </a:lnTo>
                  <a:lnTo>
                    <a:pt x="597375" y="538634"/>
                  </a:lnTo>
                  <a:lnTo>
                    <a:pt x="588565" y="539627"/>
                  </a:lnTo>
                  <a:lnTo>
                    <a:pt x="568103" y="541899"/>
                  </a:lnTo>
                  <a:lnTo>
                    <a:pt x="566121" y="542122"/>
                  </a:lnTo>
                  <a:lnTo>
                    <a:pt x="540856" y="544926"/>
                  </a:lnTo>
                  <a:lnTo>
                    <a:pt x="529129" y="546214"/>
                  </a:lnTo>
                  <a:lnTo>
                    <a:pt x="499050" y="549446"/>
                  </a:lnTo>
                  <a:lnTo>
                    <a:pt x="498839" y="549465"/>
                  </a:lnTo>
                  <a:lnTo>
                    <a:pt x="494168" y="549889"/>
                  </a:lnTo>
                  <a:lnTo>
                    <a:pt x="473325" y="551752"/>
                  </a:lnTo>
                  <a:lnTo>
                    <a:pt x="470109" y="552083"/>
                  </a:lnTo>
                  <a:lnTo>
                    <a:pt x="436211" y="555504"/>
                  </a:lnTo>
                  <a:lnTo>
                    <a:pt x="421651" y="556918"/>
                  </a:lnTo>
                  <a:lnTo>
                    <a:pt x="418414" y="557229"/>
                  </a:lnTo>
                  <a:lnTo>
                    <a:pt x="396774" y="559279"/>
                  </a:lnTo>
                  <a:lnTo>
                    <a:pt x="377406" y="560976"/>
                  </a:lnTo>
                  <a:lnTo>
                    <a:pt x="373605" y="561304"/>
                  </a:lnTo>
                  <a:lnTo>
                    <a:pt x="351071" y="563296"/>
                  </a:lnTo>
                  <a:lnTo>
                    <a:pt x="343864" y="563922"/>
                  </a:lnTo>
                  <a:lnTo>
                    <a:pt x="342225" y="564063"/>
                  </a:lnTo>
                  <a:lnTo>
                    <a:pt x="312763" y="566550"/>
                  </a:lnTo>
                  <a:lnTo>
                    <a:pt x="294651" y="567962"/>
                  </a:lnTo>
                  <a:lnTo>
                    <a:pt x="292238" y="568147"/>
                  </a:lnTo>
                  <a:lnTo>
                    <a:pt x="280133" y="569067"/>
                  </a:lnTo>
                  <a:lnTo>
                    <a:pt x="263081" y="570345"/>
                  </a:lnTo>
                  <a:lnTo>
                    <a:pt x="250512" y="571266"/>
                  </a:lnTo>
                  <a:lnTo>
                    <a:pt x="232457" y="572640"/>
                  </a:lnTo>
                  <a:lnTo>
                    <a:pt x="222427" y="573388"/>
                  </a:lnTo>
                  <a:lnTo>
                    <a:pt x="209637" y="574264"/>
                  </a:lnTo>
                  <a:lnTo>
                    <a:pt x="178809" y="576303"/>
                  </a:lnTo>
                  <a:lnTo>
                    <a:pt x="150954" y="578157"/>
                  </a:lnTo>
                  <a:lnTo>
                    <a:pt x="150065" y="562938"/>
                  </a:lnTo>
                  <a:lnTo>
                    <a:pt x="149606" y="555501"/>
                  </a:lnTo>
                  <a:lnTo>
                    <a:pt x="148786" y="542241"/>
                  </a:lnTo>
                  <a:lnTo>
                    <a:pt x="146967" y="510994"/>
                  </a:lnTo>
                  <a:lnTo>
                    <a:pt x="146488" y="503210"/>
                  </a:lnTo>
                  <a:lnTo>
                    <a:pt x="145633" y="489303"/>
                  </a:lnTo>
                  <a:lnTo>
                    <a:pt x="144265" y="465330"/>
                  </a:lnTo>
                  <a:lnTo>
                    <a:pt x="144067" y="461866"/>
                  </a:lnTo>
                  <a:lnTo>
                    <a:pt x="143708" y="455578"/>
                  </a:lnTo>
                  <a:lnTo>
                    <a:pt x="141714" y="422936"/>
                  </a:lnTo>
                  <a:lnTo>
                    <a:pt x="141553" y="420308"/>
                  </a:lnTo>
                  <a:lnTo>
                    <a:pt x="141478" y="419084"/>
                  </a:lnTo>
                  <a:lnTo>
                    <a:pt x="139365" y="377947"/>
                  </a:lnTo>
                  <a:lnTo>
                    <a:pt x="139003" y="371316"/>
                  </a:lnTo>
                  <a:lnTo>
                    <a:pt x="138834" y="368221"/>
                  </a:lnTo>
                  <a:lnTo>
                    <a:pt x="137525" y="344298"/>
                  </a:lnTo>
                  <a:lnTo>
                    <a:pt x="136275" y="323986"/>
                  </a:lnTo>
                  <a:lnTo>
                    <a:pt x="135538" y="312024"/>
                  </a:lnTo>
                  <a:lnTo>
                    <a:pt x="133755" y="276941"/>
                  </a:lnTo>
                  <a:lnTo>
                    <a:pt x="133737" y="276591"/>
                  </a:lnTo>
                  <a:lnTo>
                    <a:pt x="132912" y="262251"/>
                  </a:lnTo>
                  <a:lnTo>
                    <a:pt x="131867" y="244129"/>
                  </a:lnTo>
                  <a:lnTo>
                    <a:pt x="131401" y="235742"/>
                  </a:lnTo>
                  <a:lnTo>
                    <a:pt x="131059" y="229588"/>
                  </a:lnTo>
                  <a:lnTo>
                    <a:pt x="130881" y="226402"/>
                  </a:lnTo>
                  <a:lnTo>
                    <a:pt x="132149" y="220703"/>
                  </a:lnTo>
                  <a:lnTo>
                    <a:pt x="131099" y="220703"/>
                  </a:lnTo>
                  <a:lnTo>
                    <a:pt x="128791" y="220705"/>
                  </a:lnTo>
                  <a:lnTo>
                    <a:pt x="122669" y="217356"/>
                  </a:lnTo>
                  <a:lnTo>
                    <a:pt x="116345" y="219664"/>
                  </a:lnTo>
                  <a:lnTo>
                    <a:pt x="110865" y="215813"/>
                  </a:lnTo>
                  <a:lnTo>
                    <a:pt x="110026" y="215223"/>
                  </a:lnTo>
                  <a:lnTo>
                    <a:pt x="107025" y="210584"/>
                  </a:lnTo>
                  <a:lnTo>
                    <a:pt x="103492" y="206467"/>
                  </a:lnTo>
                  <a:lnTo>
                    <a:pt x="97779" y="200085"/>
                  </a:lnTo>
                  <a:lnTo>
                    <a:pt x="99229" y="190702"/>
                  </a:lnTo>
                  <a:lnTo>
                    <a:pt x="93161" y="190090"/>
                  </a:lnTo>
                  <a:lnTo>
                    <a:pt x="91002" y="187253"/>
                  </a:lnTo>
                  <a:lnTo>
                    <a:pt x="89148" y="184816"/>
                  </a:lnTo>
                  <a:lnTo>
                    <a:pt x="81687" y="177986"/>
                  </a:lnTo>
                  <a:lnTo>
                    <a:pt x="77067" y="173012"/>
                  </a:lnTo>
                  <a:lnTo>
                    <a:pt x="74609" y="170363"/>
                  </a:lnTo>
                  <a:lnTo>
                    <a:pt x="78268" y="167063"/>
                  </a:lnTo>
                  <a:lnTo>
                    <a:pt x="81196" y="164408"/>
                  </a:lnTo>
                  <a:lnTo>
                    <a:pt x="81377" y="161890"/>
                  </a:lnTo>
                  <a:lnTo>
                    <a:pt x="81760" y="156565"/>
                  </a:lnTo>
                  <a:lnTo>
                    <a:pt x="88366" y="151639"/>
                  </a:lnTo>
                  <a:lnTo>
                    <a:pt x="88104" y="146690"/>
                  </a:lnTo>
                  <a:lnTo>
                    <a:pt x="95538" y="146114"/>
                  </a:lnTo>
                  <a:lnTo>
                    <a:pt x="99373" y="142432"/>
                  </a:lnTo>
                  <a:lnTo>
                    <a:pt x="98070" y="139341"/>
                  </a:lnTo>
                  <a:lnTo>
                    <a:pt x="96995" y="132960"/>
                  </a:lnTo>
                  <a:lnTo>
                    <a:pt x="96864" y="132181"/>
                  </a:lnTo>
                  <a:lnTo>
                    <a:pt x="91318" y="125788"/>
                  </a:lnTo>
                  <a:lnTo>
                    <a:pt x="88741" y="122677"/>
                  </a:lnTo>
                  <a:lnTo>
                    <a:pt x="84431" y="123205"/>
                  </a:lnTo>
                  <a:lnTo>
                    <a:pt x="81816" y="123524"/>
                  </a:lnTo>
                  <a:lnTo>
                    <a:pt x="75594" y="128715"/>
                  </a:lnTo>
                  <a:lnTo>
                    <a:pt x="69036" y="124548"/>
                  </a:lnTo>
                  <a:lnTo>
                    <a:pt x="59506" y="118567"/>
                  </a:lnTo>
                  <a:lnTo>
                    <a:pt x="51118" y="111451"/>
                  </a:lnTo>
                  <a:lnTo>
                    <a:pt x="46724" y="107740"/>
                  </a:lnTo>
                  <a:lnTo>
                    <a:pt x="43211" y="108232"/>
                  </a:lnTo>
                  <a:lnTo>
                    <a:pt x="39625" y="102661"/>
                  </a:lnTo>
                  <a:lnTo>
                    <a:pt x="41467" y="97365"/>
                  </a:lnTo>
                  <a:lnTo>
                    <a:pt x="37320" y="93168"/>
                  </a:lnTo>
                  <a:lnTo>
                    <a:pt x="31949" y="87045"/>
                  </a:lnTo>
                  <a:lnTo>
                    <a:pt x="32486" y="80591"/>
                  </a:lnTo>
                  <a:lnTo>
                    <a:pt x="24646" y="77911"/>
                  </a:lnTo>
                  <a:lnTo>
                    <a:pt x="24547" y="77414"/>
                  </a:lnTo>
                  <a:lnTo>
                    <a:pt x="24503" y="77196"/>
                  </a:lnTo>
                  <a:lnTo>
                    <a:pt x="23792" y="73621"/>
                  </a:lnTo>
                  <a:lnTo>
                    <a:pt x="18997" y="71358"/>
                  </a:lnTo>
                  <a:lnTo>
                    <a:pt x="13247" y="69937"/>
                  </a:lnTo>
                  <a:lnTo>
                    <a:pt x="14255" y="63964"/>
                  </a:lnTo>
                  <a:lnTo>
                    <a:pt x="13190" y="60001"/>
                  </a:lnTo>
                  <a:lnTo>
                    <a:pt x="9148" y="51132"/>
                  </a:lnTo>
                  <a:lnTo>
                    <a:pt x="7880" y="47113"/>
                  </a:lnTo>
                  <a:lnTo>
                    <a:pt x="5878" y="43143"/>
                  </a:lnTo>
                  <a:lnTo>
                    <a:pt x="5648" y="42689"/>
                  </a:lnTo>
                  <a:lnTo>
                    <a:pt x="1267" y="430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55342" y="4107911"/>
              <a:ext cx="388085" cy="662747"/>
            </a:xfrm>
            <a:custGeom>
              <a:avLst/>
              <a:pathLst>
                <a:path w="388085" h="662747">
                  <a:moveTo>
                    <a:pt x="2279" y="544322"/>
                  </a:moveTo>
                  <a:lnTo>
                    <a:pt x="8954" y="544500"/>
                  </a:lnTo>
                  <a:lnTo>
                    <a:pt x="15001" y="539857"/>
                  </a:lnTo>
                  <a:lnTo>
                    <a:pt x="11324" y="533923"/>
                  </a:lnTo>
                  <a:lnTo>
                    <a:pt x="11158" y="526940"/>
                  </a:lnTo>
                  <a:lnTo>
                    <a:pt x="13133" y="520184"/>
                  </a:lnTo>
                  <a:lnTo>
                    <a:pt x="11666" y="512311"/>
                  </a:lnTo>
                  <a:lnTo>
                    <a:pt x="14421" y="507200"/>
                  </a:lnTo>
                  <a:lnTo>
                    <a:pt x="20271" y="505012"/>
                  </a:lnTo>
                  <a:lnTo>
                    <a:pt x="17498" y="499705"/>
                  </a:lnTo>
                  <a:lnTo>
                    <a:pt x="16392" y="495391"/>
                  </a:lnTo>
                  <a:lnTo>
                    <a:pt x="23947" y="491425"/>
                  </a:lnTo>
                  <a:lnTo>
                    <a:pt x="24700" y="479415"/>
                  </a:lnTo>
                  <a:lnTo>
                    <a:pt x="31619" y="477004"/>
                  </a:lnTo>
                  <a:lnTo>
                    <a:pt x="31373" y="476693"/>
                  </a:lnTo>
                  <a:lnTo>
                    <a:pt x="26280" y="470252"/>
                  </a:lnTo>
                  <a:lnTo>
                    <a:pt x="27349" y="464275"/>
                  </a:lnTo>
                  <a:lnTo>
                    <a:pt x="33833" y="464858"/>
                  </a:lnTo>
                  <a:lnTo>
                    <a:pt x="38692" y="459493"/>
                  </a:lnTo>
                  <a:lnTo>
                    <a:pt x="39652" y="458433"/>
                  </a:lnTo>
                  <a:lnTo>
                    <a:pt x="45296" y="452022"/>
                  </a:lnTo>
                  <a:lnTo>
                    <a:pt x="45078" y="444864"/>
                  </a:lnTo>
                  <a:lnTo>
                    <a:pt x="51779" y="442306"/>
                  </a:lnTo>
                  <a:lnTo>
                    <a:pt x="55524" y="437002"/>
                  </a:lnTo>
                  <a:lnTo>
                    <a:pt x="55391" y="433398"/>
                  </a:lnTo>
                  <a:lnTo>
                    <a:pt x="59844" y="426072"/>
                  </a:lnTo>
                  <a:lnTo>
                    <a:pt x="59214" y="425205"/>
                  </a:lnTo>
                  <a:lnTo>
                    <a:pt x="50099" y="412630"/>
                  </a:lnTo>
                  <a:lnTo>
                    <a:pt x="63407" y="410355"/>
                  </a:lnTo>
                  <a:lnTo>
                    <a:pt x="67502" y="400625"/>
                  </a:lnTo>
                  <a:lnTo>
                    <a:pt x="69809" y="392466"/>
                  </a:lnTo>
                  <a:lnTo>
                    <a:pt x="62224" y="391962"/>
                  </a:lnTo>
                  <a:lnTo>
                    <a:pt x="63671" y="381942"/>
                  </a:lnTo>
                  <a:lnTo>
                    <a:pt x="53606" y="381162"/>
                  </a:lnTo>
                  <a:lnTo>
                    <a:pt x="51827" y="371364"/>
                  </a:lnTo>
                  <a:lnTo>
                    <a:pt x="57375" y="370208"/>
                  </a:lnTo>
                  <a:lnTo>
                    <a:pt x="52343" y="363033"/>
                  </a:lnTo>
                  <a:lnTo>
                    <a:pt x="51582" y="362375"/>
                  </a:lnTo>
                  <a:lnTo>
                    <a:pt x="48577" y="359773"/>
                  </a:lnTo>
                  <a:lnTo>
                    <a:pt x="45345" y="348681"/>
                  </a:lnTo>
                  <a:lnTo>
                    <a:pt x="49586" y="342793"/>
                  </a:lnTo>
                  <a:lnTo>
                    <a:pt x="42981" y="341541"/>
                  </a:lnTo>
                  <a:lnTo>
                    <a:pt x="37551" y="337234"/>
                  </a:lnTo>
                  <a:lnTo>
                    <a:pt x="36644" y="332406"/>
                  </a:lnTo>
                  <a:lnTo>
                    <a:pt x="38889" y="327240"/>
                  </a:lnTo>
                  <a:lnTo>
                    <a:pt x="46019" y="321132"/>
                  </a:lnTo>
                  <a:lnTo>
                    <a:pt x="45241" y="314569"/>
                  </a:lnTo>
                  <a:lnTo>
                    <a:pt x="37659" y="309592"/>
                  </a:lnTo>
                  <a:lnTo>
                    <a:pt x="33788" y="306809"/>
                  </a:lnTo>
                  <a:lnTo>
                    <a:pt x="34431" y="305778"/>
                  </a:lnTo>
                  <a:lnTo>
                    <a:pt x="38330" y="299522"/>
                  </a:lnTo>
                  <a:lnTo>
                    <a:pt x="30959" y="294366"/>
                  </a:lnTo>
                  <a:lnTo>
                    <a:pt x="33647" y="289122"/>
                  </a:lnTo>
                  <a:lnTo>
                    <a:pt x="39188" y="289016"/>
                  </a:lnTo>
                  <a:lnTo>
                    <a:pt x="40826" y="282186"/>
                  </a:lnTo>
                  <a:lnTo>
                    <a:pt x="41942" y="275029"/>
                  </a:lnTo>
                  <a:lnTo>
                    <a:pt x="39469" y="269785"/>
                  </a:lnTo>
                  <a:lnTo>
                    <a:pt x="34947" y="269366"/>
                  </a:lnTo>
                  <a:lnTo>
                    <a:pt x="32214" y="260361"/>
                  </a:lnTo>
                  <a:lnTo>
                    <a:pt x="34867" y="254117"/>
                  </a:lnTo>
                  <a:lnTo>
                    <a:pt x="30630" y="249957"/>
                  </a:lnTo>
                  <a:lnTo>
                    <a:pt x="27479" y="245531"/>
                  </a:lnTo>
                  <a:lnTo>
                    <a:pt x="25123" y="241630"/>
                  </a:lnTo>
                  <a:lnTo>
                    <a:pt x="21717" y="237060"/>
                  </a:lnTo>
                  <a:lnTo>
                    <a:pt x="22557" y="234783"/>
                  </a:lnTo>
                  <a:lnTo>
                    <a:pt x="24140" y="230482"/>
                  </a:lnTo>
                  <a:lnTo>
                    <a:pt x="30223" y="225156"/>
                  </a:lnTo>
                  <a:lnTo>
                    <a:pt x="24403" y="220330"/>
                  </a:lnTo>
                  <a:lnTo>
                    <a:pt x="32958" y="218158"/>
                  </a:lnTo>
                  <a:lnTo>
                    <a:pt x="35150" y="210645"/>
                  </a:lnTo>
                  <a:lnTo>
                    <a:pt x="27132" y="207059"/>
                  </a:lnTo>
                  <a:lnTo>
                    <a:pt x="30349" y="203013"/>
                  </a:lnTo>
                  <a:lnTo>
                    <a:pt x="33236" y="202461"/>
                  </a:lnTo>
                  <a:lnTo>
                    <a:pt x="39974" y="203476"/>
                  </a:lnTo>
                  <a:lnTo>
                    <a:pt x="39617" y="197791"/>
                  </a:lnTo>
                  <a:lnTo>
                    <a:pt x="36293" y="195677"/>
                  </a:lnTo>
                  <a:lnTo>
                    <a:pt x="34675" y="188635"/>
                  </a:lnTo>
                  <a:lnTo>
                    <a:pt x="38187" y="184141"/>
                  </a:lnTo>
                  <a:lnTo>
                    <a:pt x="36662" y="179463"/>
                  </a:lnTo>
                  <a:lnTo>
                    <a:pt x="30548" y="177731"/>
                  </a:lnTo>
                  <a:lnTo>
                    <a:pt x="34752" y="174076"/>
                  </a:lnTo>
                  <a:lnTo>
                    <a:pt x="39700" y="174642"/>
                  </a:lnTo>
                  <a:lnTo>
                    <a:pt x="42201" y="171251"/>
                  </a:lnTo>
                  <a:lnTo>
                    <a:pt x="46133" y="168403"/>
                  </a:lnTo>
                  <a:lnTo>
                    <a:pt x="51626" y="166621"/>
                  </a:lnTo>
                  <a:lnTo>
                    <a:pt x="53036" y="160355"/>
                  </a:lnTo>
                  <a:lnTo>
                    <a:pt x="49779" y="157645"/>
                  </a:lnTo>
                  <a:lnTo>
                    <a:pt x="44551" y="156216"/>
                  </a:lnTo>
                  <a:lnTo>
                    <a:pt x="44625" y="155254"/>
                  </a:lnTo>
                  <a:lnTo>
                    <a:pt x="44663" y="154757"/>
                  </a:lnTo>
                  <a:lnTo>
                    <a:pt x="44965" y="150842"/>
                  </a:lnTo>
                  <a:lnTo>
                    <a:pt x="49674" y="148685"/>
                  </a:lnTo>
                  <a:lnTo>
                    <a:pt x="50672" y="145410"/>
                  </a:lnTo>
                  <a:lnTo>
                    <a:pt x="48833" y="140192"/>
                  </a:lnTo>
                  <a:lnTo>
                    <a:pt x="54755" y="137964"/>
                  </a:lnTo>
                  <a:lnTo>
                    <a:pt x="57210" y="131833"/>
                  </a:lnTo>
                  <a:lnTo>
                    <a:pt x="63770" y="129786"/>
                  </a:lnTo>
                  <a:lnTo>
                    <a:pt x="61676" y="122766"/>
                  </a:lnTo>
                  <a:lnTo>
                    <a:pt x="65398" y="119462"/>
                  </a:lnTo>
                  <a:lnTo>
                    <a:pt x="73411" y="122430"/>
                  </a:lnTo>
                  <a:lnTo>
                    <a:pt x="74880" y="115753"/>
                  </a:lnTo>
                  <a:lnTo>
                    <a:pt x="81795" y="110747"/>
                  </a:lnTo>
                  <a:lnTo>
                    <a:pt x="80277" y="105001"/>
                  </a:lnTo>
                  <a:lnTo>
                    <a:pt x="80982" y="95978"/>
                  </a:lnTo>
                  <a:lnTo>
                    <a:pt x="82625" y="89938"/>
                  </a:lnTo>
                  <a:lnTo>
                    <a:pt x="77777" y="84029"/>
                  </a:lnTo>
                  <a:lnTo>
                    <a:pt x="78931" y="81743"/>
                  </a:lnTo>
                  <a:lnTo>
                    <a:pt x="81234" y="77178"/>
                  </a:lnTo>
                  <a:lnTo>
                    <a:pt x="81165" y="71953"/>
                  </a:lnTo>
                  <a:lnTo>
                    <a:pt x="84798" y="63078"/>
                  </a:lnTo>
                  <a:lnTo>
                    <a:pt x="87997" y="59428"/>
                  </a:lnTo>
                  <a:lnTo>
                    <a:pt x="88441" y="53133"/>
                  </a:lnTo>
                  <a:lnTo>
                    <a:pt x="94595" y="52388"/>
                  </a:lnTo>
                  <a:lnTo>
                    <a:pt x="95295" y="52302"/>
                  </a:lnTo>
                  <a:lnTo>
                    <a:pt x="104516" y="46314"/>
                  </a:lnTo>
                  <a:lnTo>
                    <a:pt x="104724" y="46135"/>
                  </a:lnTo>
                  <a:lnTo>
                    <a:pt x="111006" y="40736"/>
                  </a:lnTo>
                  <a:lnTo>
                    <a:pt x="111200" y="36609"/>
                  </a:lnTo>
                  <a:lnTo>
                    <a:pt x="103248" y="29652"/>
                  </a:lnTo>
                  <a:lnTo>
                    <a:pt x="159848" y="23145"/>
                  </a:lnTo>
                  <a:lnTo>
                    <a:pt x="167644" y="22210"/>
                  </a:lnTo>
                  <a:lnTo>
                    <a:pt x="169593" y="21975"/>
                  </a:lnTo>
                  <a:lnTo>
                    <a:pt x="176475" y="21142"/>
                  </a:lnTo>
                  <a:lnTo>
                    <a:pt x="199471" y="18323"/>
                  </a:lnTo>
                  <a:lnTo>
                    <a:pt x="208512" y="17148"/>
                  </a:lnTo>
                  <a:lnTo>
                    <a:pt x="225473" y="14920"/>
                  </a:lnTo>
                  <a:lnTo>
                    <a:pt x="244334" y="12405"/>
                  </a:lnTo>
                  <a:lnTo>
                    <a:pt x="245368" y="12269"/>
                  </a:lnTo>
                  <a:lnTo>
                    <a:pt x="266679" y="9422"/>
                  </a:lnTo>
                  <a:lnTo>
                    <a:pt x="270680" y="8883"/>
                  </a:lnTo>
                  <a:lnTo>
                    <a:pt x="305433" y="4065"/>
                  </a:lnTo>
                  <a:lnTo>
                    <a:pt x="315244" y="2743"/>
                  </a:lnTo>
                  <a:lnTo>
                    <a:pt x="317106" y="2491"/>
                  </a:lnTo>
                  <a:lnTo>
                    <a:pt x="328674" y="916"/>
                  </a:lnTo>
                  <a:lnTo>
                    <a:pt x="335038" y="0"/>
                  </a:lnTo>
                  <a:lnTo>
                    <a:pt x="341270" y="9088"/>
                  </a:lnTo>
                  <a:lnTo>
                    <a:pt x="348014" y="12242"/>
                  </a:lnTo>
                  <a:lnTo>
                    <a:pt x="348608" y="48840"/>
                  </a:lnTo>
                  <a:lnTo>
                    <a:pt x="348720" y="54397"/>
                  </a:lnTo>
                  <a:lnTo>
                    <a:pt x="349037" y="70497"/>
                  </a:lnTo>
                  <a:lnTo>
                    <a:pt x="349405" y="89760"/>
                  </a:lnTo>
                  <a:lnTo>
                    <a:pt x="349983" y="121572"/>
                  </a:lnTo>
                  <a:lnTo>
                    <a:pt x="350051" y="125397"/>
                  </a:lnTo>
                  <a:lnTo>
                    <a:pt x="350693" y="167916"/>
                  </a:lnTo>
                  <a:lnTo>
                    <a:pt x="350782" y="174174"/>
                  </a:lnTo>
                  <a:lnTo>
                    <a:pt x="351264" y="196500"/>
                  </a:lnTo>
                  <a:lnTo>
                    <a:pt x="351952" y="229784"/>
                  </a:lnTo>
                  <a:lnTo>
                    <a:pt x="352233" y="243899"/>
                  </a:lnTo>
                  <a:lnTo>
                    <a:pt x="352795" y="270013"/>
                  </a:lnTo>
                  <a:lnTo>
                    <a:pt x="352972" y="278439"/>
                  </a:lnTo>
                  <a:lnTo>
                    <a:pt x="353571" y="307846"/>
                  </a:lnTo>
                  <a:lnTo>
                    <a:pt x="353925" y="325945"/>
                  </a:lnTo>
                  <a:lnTo>
                    <a:pt x="354606" y="362414"/>
                  </a:lnTo>
                  <a:lnTo>
                    <a:pt x="354748" y="370336"/>
                  </a:lnTo>
                  <a:lnTo>
                    <a:pt x="354781" y="373385"/>
                  </a:lnTo>
                  <a:lnTo>
                    <a:pt x="355179" y="413269"/>
                  </a:lnTo>
                  <a:lnTo>
                    <a:pt x="355799" y="418517"/>
                  </a:lnTo>
                  <a:lnTo>
                    <a:pt x="357424" y="432280"/>
                  </a:lnTo>
                  <a:lnTo>
                    <a:pt x="359460" y="444583"/>
                  </a:lnTo>
                  <a:lnTo>
                    <a:pt x="361134" y="454698"/>
                  </a:lnTo>
                  <a:lnTo>
                    <a:pt x="365200" y="479334"/>
                  </a:lnTo>
                  <a:lnTo>
                    <a:pt x="365519" y="481264"/>
                  </a:lnTo>
                  <a:lnTo>
                    <a:pt x="372235" y="521952"/>
                  </a:lnTo>
                  <a:lnTo>
                    <a:pt x="374735" y="537331"/>
                  </a:lnTo>
                  <a:lnTo>
                    <a:pt x="379313" y="565519"/>
                  </a:lnTo>
                  <a:lnTo>
                    <a:pt x="380388" y="572146"/>
                  </a:lnTo>
                  <a:lnTo>
                    <a:pt x="380471" y="572653"/>
                  </a:lnTo>
                  <a:lnTo>
                    <a:pt x="384359" y="597640"/>
                  </a:lnTo>
                  <a:lnTo>
                    <a:pt x="388085" y="620684"/>
                  </a:lnTo>
                  <a:lnTo>
                    <a:pt x="386776" y="624558"/>
                  </a:lnTo>
                  <a:lnTo>
                    <a:pt x="382441" y="624380"/>
                  </a:lnTo>
                  <a:lnTo>
                    <a:pt x="379918" y="628473"/>
                  </a:lnTo>
                  <a:lnTo>
                    <a:pt x="373729" y="626587"/>
                  </a:lnTo>
                  <a:lnTo>
                    <a:pt x="366961" y="628713"/>
                  </a:lnTo>
                  <a:lnTo>
                    <a:pt x="363002" y="626141"/>
                  </a:lnTo>
                  <a:lnTo>
                    <a:pt x="356974" y="625838"/>
                  </a:lnTo>
                  <a:lnTo>
                    <a:pt x="352979" y="628857"/>
                  </a:lnTo>
                  <a:lnTo>
                    <a:pt x="347532" y="629041"/>
                  </a:lnTo>
                  <a:lnTo>
                    <a:pt x="341182" y="628568"/>
                  </a:lnTo>
                  <a:lnTo>
                    <a:pt x="338992" y="628404"/>
                  </a:lnTo>
                  <a:lnTo>
                    <a:pt x="329769" y="625165"/>
                  </a:lnTo>
                  <a:lnTo>
                    <a:pt x="320824" y="626670"/>
                  </a:lnTo>
                  <a:lnTo>
                    <a:pt x="308136" y="631363"/>
                  </a:lnTo>
                  <a:lnTo>
                    <a:pt x="296620" y="637809"/>
                  </a:lnTo>
                  <a:lnTo>
                    <a:pt x="284437" y="642526"/>
                  </a:lnTo>
                  <a:lnTo>
                    <a:pt x="283024" y="643189"/>
                  </a:lnTo>
                  <a:lnTo>
                    <a:pt x="278786" y="645175"/>
                  </a:lnTo>
                  <a:lnTo>
                    <a:pt x="270157" y="652700"/>
                  </a:lnTo>
                  <a:lnTo>
                    <a:pt x="268061" y="658401"/>
                  </a:lnTo>
                  <a:lnTo>
                    <a:pt x="264945" y="660612"/>
                  </a:lnTo>
                  <a:lnTo>
                    <a:pt x="259419" y="662747"/>
                  </a:lnTo>
                  <a:lnTo>
                    <a:pt x="249221" y="659077"/>
                  </a:lnTo>
                  <a:lnTo>
                    <a:pt x="244869" y="647291"/>
                  </a:lnTo>
                  <a:lnTo>
                    <a:pt x="238254" y="633803"/>
                  </a:lnTo>
                  <a:lnTo>
                    <a:pt x="235213" y="628762"/>
                  </a:lnTo>
                  <a:lnTo>
                    <a:pt x="233430" y="625805"/>
                  </a:lnTo>
                  <a:lnTo>
                    <a:pt x="223216" y="617028"/>
                  </a:lnTo>
                  <a:lnTo>
                    <a:pt x="218448" y="605100"/>
                  </a:lnTo>
                  <a:lnTo>
                    <a:pt x="217610" y="601850"/>
                  </a:lnTo>
                  <a:lnTo>
                    <a:pt x="215637" y="594199"/>
                  </a:lnTo>
                  <a:lnTo>
                    <a:pt x="219530" y="581147"/>
                  </a:lnTo>
                  <a:lnTo>
                    <a:pt x="223081" y="568219"/>
                  </a:lnTo>
                  <a:lnTo>
                    <a:pt x="224379" y="555968"/>
                  </a:lnTo>
                  <a:lnTo>
                    <a:pt x="211931" y="557498"/>
                  </a:lnTo>
                  <a:lnTo>
                    <a:pt x="204812" y="558366"/>
                  </a:lnTo>
                  <a:lnTo>
                    <a:pt x="162969" y="563380"/>
                  </a:lnTo>
                  <a:lnTo>
                    <a:pt x="152974" y="564552"/>
                  </a:lnTo>
                  <a:lnTo>
                    <a:pt x="152824" y="564569"/>
                  </a:lnTo>
                  <a:lnTo>
                    <a:pt x="129659" y="567201"/>
                  </a:lnTo>
                  <a:lnTo>
                    <a:pt x="127389" y="567456"/>
                  </a:lnTo>
                  <a:lnTo>
                    <a:pt x="105221" y="569919"/>
                  </a:lnTo>
                  <a:lnTo>
                    <a:pt x="97460" y="570760"/>
                  </a:lnTo>
                  <a:lnTo>
                    <a:pt x="70335" y="573651"/>
                  </a:lnTo>
                  <a:lnTo>
                    <a:pt x="56901" y="575055"/>
                  </a:lnTo>
                  <a:lnTo>
                    <a:pt x="51350" y="575630"/>
                  </a:lnTo>
                  <a:lnTo>
                    <a:pt x="3510" y="580374"/>
                  </a:lnTo>
                  <a:lnTo>
                    <a:pt x="4452" y="579517"/>
                  </a:lnTo>
                  <a:lnTo>
                    <a:pt x="11814" y="572811"/>
                  </a:lnTo>
                  <a:lnTo>
                    <a:pt x="7363" y="567596"/>
                  </a:lnTo>
                  <a:lnTo>
                    <a:pt x="3726" y="561829"/>
                  </a:lnTo>
                  <a:lnTo>
                    <a:pt x="6649" y="554113"/>
                  </a:lnTo>
                  <a:lnTo>
                    <a:pt x="6739" y="553876"/>
                  </a:lnTo>
                  <a:lnTo>
                    <a:pt x="0" y="54904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595529" y="2296797"/>
              <a:ext cx="1057943" cy="668167"/>
            </a:xfrm>
            <a:custGeom>
              <a:avLst/>
              <a:pathLst>
                <a:path w="1057943" h="668167">
                  <a:moveTo>
                    <a:pt x="27311" y="0"/>
                  </a:moveTo>
                  <a:lnTo>
                    <a:pt x="73742" y="9424"/>
                  </a:lnTo>
                  <a:lnTo>
                    <a:pt x="98566" y="14506"/>
                  </a:lnTo>
                  <a:lnTo>
                    <a:pt x="139438" y="22152"/>
                  </a:lnTo>
                  <a:lnTo>
                    <a:pt x="143592" y="22914"/>
                  </a:lnTo>
                  <a:lnTo>
                    <a:pt x="169310" y="27601"/>
                  </a:lnTo>
                  <a:lnTo>
                    <a:pt x="185928" y="30860"/>
                  </a:lnTo>
                  <a:lnTo>
                    <a:pt x="195458" y="32626"/>
                  </a:lnTo>
                  <a:lnTo>
                    <a:pt x="209133" y="35136"/>
                  </a:lnTo>
                  <a:lnTo>
                    <a:pt x="227384" y="38515"/>
                  </a:lnTo>
                  <a:lnTo>
                    <a:pt x="254445" y="43061"/>
                  </a:lnTo>
                  <a:lnTo>
                    <a:pt x="276596" y="46814"/>
                  </a:lnTo>
                  <a:lnTo>
                    <a:pt x="355499" y="59466"/>
                  </a:lnTo>
                  <a:lnTo>
                    <a:pt x="359748" y="60120"/>
                  </a:lnTo>
                  <a:lnTo>
                    <a:pt x="384533" y="64015"/>
                  </a:lnTo>
                  <a:lnTo>
                    <a:pt x="414782" y="68650"/>
                  </a:lnTo>
                  <a:lnTo>
                    <a:pt x="434590" y="71477"/>
                  </a:lnTo>
                  <a:lnTo>
                    <a:pt x="457413" y="74661"/>
                  </a:lnTo>
                  <a:lnTo>
                    <a:pt x="479814" y="77688"/>
                  </a:lnTo>
                  <a:lnTo>
                    <a:pt x="497982" y="80087"/>
                  </a:lnTo>
                  <a:lnTo>
                    <a:pt x="506026" y="81049"/>
                  </a:lnTo>
                  <a:lnTo>
                    <a:pt x="528936" y="84030"/>
                  </a:lnTo>
                  <a:lnTo>
                    <a:pt x="586667" y="91062"/>
                  </a:lnTo>
                  <a:lnTo>
                    <a:pt x="587630" y="91180"/>
                  </a:lnTo>
                  <a:lnTo>
                    <a:pt x="608186" y="93672"/>
                  </a:lnTo>
                  <a:lnTo>
                    <a:pt x="629711" y="96259"/>
                  </a:lnTo>
                  <a:lnTo>
                    <a:pt x="669150" y="100613"/>
                  </a:lnTo>
                  <a:lnTo>
                    <a:pt x="695618" y="103393"/>
                  </a:lnTo>
                  <a:lnTo>
                    <a:pt x="741511" y="107970"/>
                  </a:lnTo>
                  <a:lnTo>
                    <a:pt x="764277" y="110213"/>
                  </a:lnTo>
                  <a:lnTo>
                    <a:pt x="770975" y="110751"/>
                  </a:lnTo>
                  <a:lnTo>
                    <a:pt x="786852" y="112221"/>
                  </a:lnTo>
                  <a:lnTo>
                    <a:pt x="835456" y="116492"/>
                  </a:lnTo>
                  <a:lnTo>
                    <a:pt x="868634" y="119200"/>
                  </a:lnTo>
                  <a:lnTo>
                    <a:pt x="879182" y="120039"/>
                  </a:lnTo>
                  <a:lnTo>
                    <a:pt x="884506" y="120457"/>
                  </a:lnTo>
                  <a:lnTo>
                    <a:pt x="908291" y="122171"/>
                  </a:lnTo>
                  <a:lnTo>
                    <a:pt x="944650" y="124756"/>
                  </a:lnTo>
                  <a:lnTo>
                    <a:pt x="952508" y="125262"/>
                  </a:lnTo>
                  <a:lnTo>
                    <a:pt x="970486" y="126466"/>
                  </a:lnTo>
                  <a:lnTo>
                    <a:pt x="986263" y="127483"/>
                  </a:lnTo>
                  <a:lnTo>
                    <a:pt x="1015033" y="129115"/>
                  </a:lnTo>
                  <a:lnTo>
                    <a:pt x="1057943" y="131389"/>
                  </a:lnTo>
                  <a:lnTo>
                    <a:pt x="1056870" y="151533"/>
                  </a:lnTo>
                  <a:lnTo>
                    <a:pt x="1055462" y="179739"/>
                  </a:lnTo>
                  <a:lnTo>
                    <a:pt x="1054542" y="198208"/>
                  </a:lnTo>
                  <a:lnTo>
                    <a:pt x="1053886" y="212064"/>
                  </a:lnTo>
                  <a:lnTo>
                    <a:pt x="1052963" y="231608"/>
                  </a:lnTo>
                  <a:lnTo>
                    <a:pt x="1051418" y="264033"/>
                  </a:lnTo>
                  <a:lnTo>
                    <a:pt x="1051264" y="267279"/>
                  </a:lnTo>
                  <a:lnTo>
                    <a:pt x="1050249" y="289521"/>
                  </a:lnTo>
                  <a:lnTo>
                    <a:pt x="1048746" y="315948"/>
                  </a:lnTo>
                  <a:lnTo>
                    <a:pt x="1047246" y="343189"/>
                  </a:lnTo>
                  <a:lnTo>
                    <a:pt x="1046772" y="351792"/>
                  </a:lnTo>
                  <a:lnTo>
                    <a:pt x="1046760" y="352032"/>
                  </a:lnTo>
                  <a:lnTo>
                    <a:pt x="1045430" y="378825"/>
                  </a:lnTo>
                  <a:lnTo>
                    <a:pt x="1044050" y="404402"/>
                  </a:lnTo>
                  <a:lnTo>
                    <a:pt x="1042559" y="433481"/>
                  </a:lnTo>
                  <a:lnTo>
                    <a:pt x="1042088" y="443048"/>
                  </a:lnTo>
                  <a:lnTo>
                    <a:pt x="1041433" y="456352"/>
                  </a:lnTo>
                  <a:lnTo>
                    <a:pt x="1041231" y="460460"/>
                  </a:lnTo>
                  <a:lnTo>
                    <a:pt x="1039946" y="484943"/>
                  </a:lnTo>
                  <a:lnTo>
                    <a:pt x="1039648" y="490821"/>
                  </a:lnTo>
                  <a:lnTo>
                    <a:pt x="1037407" y="535073"/>
                  </a:lnTo>
                  <a:lnTo>
                    <a:pt x="1037104" y="543451"/>
                  </a:lnTo>
                  <a:lnTo>
                    <a:pt x="1037022" y="545736"/>
                  </a:lnTo>
                  <a:lnTo>
                    <a:pt x="1036365" y="560904"/>
                  </a:lnTo>
                  <a:lnTo>
                    <a:pt x="1035147" y="586299"/>
                  </a:lnTo>
                  <a:lnTo>
                    <a:pt x="1034717" y="595174"/>
                  </a:lnTo>
                  <a:lnTo>
                    <a:pt x="1033821" y="615650"/>
                  </a:lnTo>
                  <a:lnTo>
                    <a:pt x="1033027" y="631918"/>
                  </a:lnTo>
                  <a:lnTo>
                    <a:pt x="1032460" y="643539"/>
                  </a:lnTo>
                  <a:lnTo>
                    <a:pt x="1031704" y="660262"/>
                  </a:lnTo>
                  <a:lnTo>
                    <a:pt x="1029963" y="660319"/>
                  </a:lnTo>
                  <a:lnTo>
                    <a:pt x="939634" y="654869"/>
                  </a:lnTo>
                  <a:lnTo>
                    <a:pt x="938422" y="654793"/>
                  </a:lnTo>
                  <a:lnTo>
                    <a:pt x="934842" y="654569"/>
                  </a:lnTo>
                  <a:lnTo>
                    <a:pt x="862870" y="649692"/>
                  </a:lnTo>
                  <a:lnTo>
                    <a:pt x="846355" y="648851"/>
                  </a:lnTo>
                  <a:lnTo>
                    <a:pt x="824050" y="647659"/>
                  </a:lnTo>
                  <a:lnTo>
                    <a:pt x="765827" y="642638"/>
                  </a:lnTo>
                  <a:lnTo>
                    <a:pt x="722811" y="638108"/>
                  </a:lnTo>
                  <a:lnTo>
                    <a:pt x="670703" y="633158"/>
                  </a:lnTo>
                  <a:lnTo>
                    <a:pt x="662721" y="632368"/>
                  </a:lnTo>
                  <a:lnTo>
                    <a:pt x="639357" y="630137"/>
                  </a:lnTo>
                  <a:lnTo>
                    <a:pt x="615910" y="627825"/>
                  </a:lnTo>
                  <a:lnTo>
                    <a:pt x="604685" y="626634"/>
                  </a:lnTo>
                  <a:lnTo>
                    <a:pt x="563752" y="622145"/>
                  </a:lnTo>
                  <a:lnTo>
                    <a:pt x="560022" y="620887"/>
                  </a:lnTo>
                  <a:lnTo>
                    <a:pt x="516286" y="616246"/>
                  </a:lnTo>
                  <a:lnTo>
                    <a:pt x="495506" y="613704"/>
                  </a:lnTo>
                  <a:lnTo>
                    <a:pt x="477292" y="611427"/>
                  </a:lnTo>
                  <a:lnTo>
                    <a:pt x="446711" y="608096"/>
                  </a:lnTo>
                  <a:lnTo>
                    <a:pt x="411335" y="604377"/>
                  </a:lnTo>
                  <a:lnTo>
                    <a:pt x="404143" y="601992"/>
                  </a:lnTo>
                  <a:lnTo>
                    <a:pt x="380121" y="599002"/>
                  </a:lnTo>
                  <a:lnTo>
                    <a:pt x="376541" y="616478"/>
                  </a:lnTo>
                  <a:lnTo>
                    <a:pt x="374128" y="635064"/>
                  </a:lnTo>
                  <a:lnTo>
                    <a:pt x="373084" y="642830"/>
                  </a:lnTo>
                  <a:lnTo>
                    <a:pt x="372353" y="648263"/>
                  </a:lnTo>
                  <a:lnTo>
                    <a:pt x="370232" y="668167"/>
                  </a:lnTo>
                  <a:lnTo>
                    <a:pt x="363709" y="664645"/>
                  </a:lnTo>
                  <a:lnTo>
                    <a:pt x="362519" y="658847"/>
                  </a:lnTo>
                  <a:lnTo>
                    <a:pt x="357848" y="652846"/>
                  </a:lnTo>
                  <a:lnTo>
                    <a:pt x="356602" y="646283"/>
                  </a:lnTo>
                  <a:lnTo>
                    <a:pt x="353274" y="639807"/>
                  </a:lnTo>
                  <a:lnTo>
                    <a:pt x="349202" y="631707"/>
                  </a:lnTo>
                  <a:lnTo>
                    <a:pt x="344731" y="627495"/>
                  </a:lnTo>
                  <a:lnTo>
                    <a:pt x="344074" y="626875"/>
                  </a:lnTo>
                  <a:lnTo>
                    <a:pt x="338440" y="630707"/>
                  </a:lnTo>
                  <a:lnTo>
                    <a:pt x="336291" y="633737"/>
                  </a:lnTo>
                  <a:lnTo>
                    <a:pt x="334883" y="635721"/>
                  </a:lnTo>
                  <a:lnTo>
                    <a:pt x="328409" y="647714"/>
                  </a:lnTo>
                  <a:lnTo>
                    <a:pt x="323824" y="650768"/>
                  </a:lnTo>
                  <a:lnTo>
                    <a:pt x="318806" y="649787"/>
                  </a:lnTo>
                  <a:lnTo>
                    <a:pt x="310758" y="648205"/>
                  </a:lnTo>
                  <a:lnTo>
                    <a:pt x="300182" y="653158"/>
                  </a:lnTo>
                  <a:lnTo>
                    <a:pt x="295361" y="645431"/>
                  </a:lnTo>
                  <a:lnTo>
                    <a:pt x="279631" y="646617"/>
                  </a:lnTo>
                  <a:lnTo>
                    <a:pt x="270990" y="646549"/>
                  </a:lnTo>
                  <a:lnTo>
                    <a:pt x="262303" y="643218"/>
                  </a:lnTo>
                  <a:lnTo>
                    <a:pt x="256805" y="639029"/>
                  </a:lnTo>
                  <a:lnTo>
                    <a:pt x="249254" y="643188"/>
                  </a:lnTo>
                  <a:lnTo>
                    <a:pt x="244987" y="653377"/>
                  </a:lnTo>
                  <a:lnTo>
                    <a:pt x="237645" y="647946"/>
                  </a:lnTo>
                  <a:lnTo>
                    <a:pt x="225904" y="644633"/>
                  </a:lnTo>
                  <a:lnTo>
                    <a:pt x="216302" y="641504"/>
                  </a:lnTo>
                  <a:lnTo>
                    <a:pt x="213688" y="641608"/>
                  </a:lnTo>
                  <a:lnTo>
                    <a:pt x="203860" y="647659"/>
                  </a:lnTo>
                  <a:lnTo>
                    <a:pt x="203719" y="652345"/>
                  </a:lnTo>
                  <a:lnTo>
                    <a:pt x="203214" y="652565"/>
                  </a:lnTo>
                  <a:lnTo>
                    <a:pt x="197583" y="655007"/>
                  </a:lnTo>
                  <a:lnTo>
                    <a:pt x="191888" y="649197"/>
                  </a:lnTo>
                  <a:lnTo>
                    <a:pt x="187865" y="641148"/>
                  </a:lnTo>
                  <a:lnTo>
                    <a:pt x="188851" y="635025"/>
                  </a:lnTo>
                  <a:lnTo>
                    <a:pt x="185062" y="626488"/>
                  </a:lnTo>
                  <a:lnTo>
                    <a:pt x="187250" y="619844"/>
                  </a:lnTo>
                  <a:lnTo>
                    <a:pt x="184134" y="608682"/>
                  </a:lnTo>
                  <a:lnTo>
                    <a:pt x="182535" y="600865"/>
                  </a:lnTo>
                  <a:lnTo>
                    <a:pt x="173091" y="591475"/>
                  </a:lnTo>
                  <a:lnTo>
                    <a:pt x="167558" y="593781"/>
                  </a:lnTo>
                  <a:lnTo>
                    <a:pt x="161356" y="587917"/>
                  </a:lnTo>
                  <a:lnTo>
                    <a:pt x="157354" y="586204"/>
                  </a:lnTo>
                  <a:lnTo>
                    <a:pt x="154038" y="576456"/>
                  </a:lnTo>
                  <a:lnTo>
                    <a:pt x="157331" y="571263"/>
                  </a:lnTo>
                  <a:lnTo>
                    <a:pt x="159534" y="564441"/>
                  </a:lnTo>
                  <a:lnTo>
                    <a:pt x="159371" y="557374"/>
                  </a:lnTo>
                  <a:lnTo>
                    <a:pt x="154862" y="551138"/>
                  </a:lnTo>
                  <a:lnTo>
                    <a:pt x="149634" y="546411"/>
                  </a:lnTo>
                  <a:lnTo>
                    <a:pt x="145090" y="531316"/>
                  </a:lnTo>
                  <a:lnTo>
                    <a:pt x="139296" y="518119"/>
                  </a:lnTo>
                  <a:lnTo>
                    <a:pt x="140933" y="510344"/>
                  </a:lnTo>
                  <a:lnTo>
                    <a:pt x="139068" y="504272"/>
                  </a:lnTo>
                  <a:lnTo>
                    <a:pt x="140572" y="497389"/>
                  </a:lnTo>
                  <a:lnTo>
                    <a:pt x="137628" y="491161"/>
                  </a:lnTo>
                  <a:lnTo>
                    <a:pt x="139064" y="480765"/>
                  </a:lnTo>
                  <a:lnTo>
                    <a:pt x="134585" y="477086"/>
                  </a:lnTo>
                  <a:lnTo>
                    <a:pt x="131649" y="473808"/>
                  </a:lnTo>
                  <a:lnTo>
                    <a:pt x="128041" y="467998"/>
                  </a:lnTo>
                  <a:lnTo>
                    <a:pt x="126347" y="465265"/>
                  </a:lnTo>
                  <a:lnTo>
                    <a:pt x="122247" y="465151"/>
                  </a:lnTo>
                  <a:lnTo>
                    <a:pt x="121337" y="470671"/>
                  </a:lnTo>
                  <a:lnTo>
                    <a:pt x="113995" y="476118"/>
                  </a:lnTo>
                  <a:lnTo>
                    <a:pt x="103252" y="482094"/>
                  </a:lnTo>
                  <a:lnTo>
                    <a:pt x="97132" y="482042"/>
                  </a:lnTo>
                  <a:lnTo>
                    <a:pt x="93305" y="489074"/>
                  </a:lnTo>
                  <a:lnTo>
                    <a:pt x="85468" y="486028"/>
                  </a:lnTo>
                  <a:lnTo>
                    <a:pt x="78661" y="477872"/>
                  </a:lnTo>
                  <a:lnTo>
                    <a:pt x="74521" y="475060"/>
                  </a:lnTo>
                  <a:lnTo>
                    <a:pt x="73561" y="471359"/>
                  </a:lnTo>
                  <a:lnTo>
                    <a:pt x="72771" y="468309"/>
                  </a:lnTo>
                  <a:lnTo>
                    <a:pt x="74030" y="462627"/>
                  </a:lnTo>
                  <a:lnTo>
                    <a:pt x="77744" y="460818"/>
                  </a:lnTo>
                  <a:lnTo>
                    <a:pt x="78536" y="453787"/>
                  </a:lnTo>
                  <a:lnTo>
                    <a:pt x="74703" y="445285"/>
                  </a:lnTo>
                  <a:lnTo>
                    <a:pt x="80143" y="438710"/>
                  </a:lnTo>
                  <a:lnTo>
                    <a:pt x="89111" y="437727"/>
                  </a:lnTo>
                  <a:lnTo>
                    <a:pt x="92886" y="434773"/>
                  </a:lnTo>
                  <a:lnTo>
                    <a:pt x="91328" y="430556"/>
                  </a:lnTo>
                  <a:lnTo>
                    <a:pt x="93499" y="424199"/>
                  </a:lnTo>
                  <a:lnTo>
                    <a:pt x="90633" y="420037"/>
                  </a:lnTo>
                  <a:lnTo>
                    <a:pt x="88115" y="413923"/>
                  </a:lnTo>
                  <a:lnTo>
                    <a:pt x="91526" y="405528"/>
                  </a:lnTo>
                  <a:lnTo>
                    <a:pt x="86696" y="400839"/>
                  </a:lnTo>
                  <a:lnTo>
                    <a:pt x="88307" y="395402"/>
                  </a:lnTo>
                  <a:lnTo>
                    <a:pt x="94630" y="395720"/>
                  </a:lnTo>
                  <a:lnTo>
                    <a:pt x="95791" y="387399"/>
                  </a:lnTo>
                  <a:lnTo>
                    <a:pt x="97429" y="382745"/>
                  </a:lnTo>
                  <a:lnTo>
                    <a:pt x="99174" y="378074"/>
                  </a:lnTo>
                  <a:lnTo>
                    <a:pt x="101827" y="368248"/>
                  </a:lnTo>
                  <a:lnTo>
                    <a:pt x="105788" y="365636"/>
                  </a:lnTo>
                  <a:lnTo>
                    <a:pt x="106232" y="353985"/>
                  </a:lnTo>
                  <a:lnTo>
                    <a:pt x="111042" y="353584"/>
                  </a:lnTo>
                  <a:lnTo>
                    <a:pt x="114514" y="344809"/>
                  </a:lnTo>
                  <a:lnTo>
                    <a:pt x="117112" y="335941"/>
                  </a:lnTo>
                  <a:lnTo>
                    <a:pt x="115970" y="334612"/>
                  </a:lnTo>
                  <a:lnTo>
                    <a:pt x="114075" y="332407"/>
                  </a:lnTo>
                  <a:lnTo>
                    <a:pt x="105366" y="333492"/>
                  </a:lnTo>
                  <a:lnTo>
                    <a:pt x="96878" y="332581"/>
                  </a:lnTo>
                  <a:lnTo>
                    <a:pt x="93177" y="330809"/>
                  </a:lnTo>
                  <a:lnTo>
                    <a:pt x="90612" y="329579"/>
                  </a:lnTo>
                  <a:lnTo>
                    <a:pt x="91481" y="322343"/>
                  </a:lnTo>
                  <a:lnTo>
                    <a:pt x="87490" y="319042"/>
                  </a:lnTo>
                  <a:lnTo>
                    <a:pt x="85725" y="317581"/>
                  </a:lnTo>
                  <a:lnTo>
                    <a:pt x="79639" y="316634"/>
                  </a:lnTo>
                  <a:lnTo>
                    <a:pt x="78592" y="311045"/>
                  </a:lnTo>
                  <a:lnTo>
                    <a:pt x="71382" y="305219"/>
                  </a:lnTo>
                  <a:lnTo>
                    <a:pt x="67226" y="296837"/>
                  </a:lnTo>
                  <a:lnTo>
                    <a:pt x="69779" y="291071"/>
                  </a:lnTo>
                  <a:lnTo>
                    <a:pt x="67240" y="288059"/>
                  </a:lnTo>
                  <a:lnTo>
                    <a:pt x="62003" y="281835"/>
                  </a:lnTo>
                  <a:lnTo>
                    <a:pt x="59777" y="274573"/>
                  </a:lnTo>
                  <a:lnTo>
                    <a:pt x="56386" y="268626"/>
                  </a:lnTo>
                  <a:lnTo>
                    <a:pt x="52118" y="258359"/>
                  </a:lnTo>
                  <a:lnTo>
                    <a:pt x="47396" y="251532"/>
                  </a:lnTo>
                  <a:lnTo>
                    <a:pt x="45102" y="246330"/>
                  </a:lnTo>
                  <a:lnTo>
                    <a:pt x="43227" y="239730"/>
                  </a:lnTo>
                  <a:lnTo>
                    <a:pt x="39525" y="237748"/>
                  </a:lnTo>
                  <a:lnTo>
                    <a:pt x="31338" y="233480"/>
                  </a:lnTo>
                  <a:lnTo>
                    <a:pt x="26751" y="228613"/>
                  </a:lnTo>
                  <a:lnTo>
                    <a:pt x="24045" y="220912"/>
                  </a:lnTo>
                  <a:lnTo>
                    <a:pt x="13859" y="212001"/>
                  </a:lnTo>
                  <a:lnTo>
                    <a:pt x="16420" y="207165"/>
                  </a:lnTo>
                  <a:lnTo>
                    <a:pt x="22151" y="204984"/>
                  </a:lnTo>
                  <a:lnTo>
                    <a:pt x="16308" y="196914"/>
                  </a:lnTo>
                  <a:lnTo>
                    <a:pt x="17096" y="191157"/>
                  </a:lnTo>
                  <a:lnTo>
                    <a:pt x="20687" y="185486"/>
                  </a:lnTo>
                  <a:lnTo>
                    <a:pt x="17861" y="180676"/>
                  </a:lnTo>
                  <a:lnTo>
                    <a:pt x="20058" y="175435"/>
                  </a:lnTo>
                  <a:lnTo>
                    <a:pt x="12074" y="165111"/>
                  </a:lnTo>
                  <a:lnTo>
                    <a:pt x="12640" y="157901"/>
                  </a:lnTo>
                  <a:lnTo>
                    <a:pt x="8586" y="153268"/>
                  </a:lnTo>
                  <a:lnTo>
                    <a:pt x="4958" y="145058"/>
                  </a:lnTo>
                  <a:lnTo>
                    <a:pt x="868" y="134018"/>
                  </a:lnTo>
                  <a:lnTo>
                    <a:pt x="499" y="132411"/>
                  </a:lnTo>
                  <a:lnTo>
                    <a:pt x="0" y="130234"/>
                  </a:lnTo>
                  <a:lnTo>
                    <a:pt x="3414" y="113969"/>
                  </a:lnTo>
                  <a:lnTo>
                    <a:pt x="5891" y="102101"/>
                  </a:lnTo>
                  <a:lnTo>
                    <a:pt x="8439" y="89905"/>
                  </a:lnTo>
                  <a:lnTo>
                    <a:pt x="13093" y="67600"/>
                  </a:lnTo>
                  <a:lnTo>
                    <a:pt x="13660" y="648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57486" y="3722013"/>
              <a:ext cx="679425" cy="316084"/>
            </a:xfrm>
            <a:custGeom>
              <a:avLst/>
              <a:pathLst>
                <a:path w="679425" h="316084">
                  <a:moveTo>
                    <a:pt x="77" y="287400"/>
                  </a:moveTo>
                  <a:lnTo>
                    <a:pt x="0" y="285334"/>
                  </a:lnTo>
                  <a:lnTo>
                    <a:pt x="3982" y="280329"/>
                  </a:lnTo>
                  <a:lnTo>
                    <a:pt x="8013" y="282401"/>
                  </a:lnTo>
                  <a:lnTo>
                    <a:pt x="14279" y="280533"/>
                  </a:lnTo>
                  <a:lnTo>
                    <a:pt x="18912" y="275168"/>
                  </a:lnTo>
                  <a:lnTo>
                    <a:pt x="19291" y="274729"/>
                  </a:lnTo>
                  <a:lnTo>
                    <a:pt x="17262" y="269860"/>
                  </a:lnTo>
                  <a:lnTo>
                    <a:pt x="19266" y="267142"/>
                  </a:lnTo>
                  <a:lnTo>
                    <a:pt x="17549" y="263896"/>
                  </a:lnTo>
                  <a:lnTo>
                    <a:pt x="20604" y="258787"/>
                  </a:lnTo>
                  <a:lnTo>
                    <a:pt x="21632" y="258056"/>
                  </a:lnTo>
                  <a:lnTo>
                    <a:pt x="22042" y="257764"/>
                  </a:lnTo>
                  <a:lnTo>
                    <a:pt x="24670" y="255895"/>
                  </a:lnTo>
                  <a:lnTo>
                    <a:pt x="29250" y="250434"/>
                  </a:lnTo>
                  <a:lnTo>
                    <a:pt x="34532" y="245110"/>
                  </a:lnTo>
                  <a:lnTo>
                    <a:pt x="42955" y="242884"/>
                  </a:lnTo>
                  <a:lnTo>
                    <a:pt x="43710" y="242684"/>
                  </a:lnTo>
                  <a:lnTo>
                    <a:pt x="48847" y="241801"/>
                  </a:lnTo>
                  <a:lnTo>
                    <a:pt x="55921" y="240793"/>
                  </a:lnTo>
                  <a:lnTo>
                    <a:pt x="58814" y="236212"/>
                  </a:lnTo>
                  <a:lnTo>
                    <a:pt x="61082" y="234929"/>
                  </a:lnTo>
                  <a:lnTo>
                    <a:pt x="66024" y="228994"/>
                  </a:lnTo>
                  <a:lnTo>
                    <a:pt x="69987" y="228468"/>
                  </a:lnTo>
                  <a:lnTo>
                    <a:pt x="71715" y="223571"/>
                  </a:lnTo>
                  <a:lnTo>
                    <a:pt x="72215" y="222151"/>
                  </a:lnTo>
                  <a:lnTo>
                    <a:pt x="76505" y="220351"/>
                  </a:lnTo>
                  <a:lnTo>
                    <a:pt x="78695" y="216105"/>
                  </a:lnTo>
                  <a:lnTo>
                    <a:pt x="83484" y="213852"/>
                  </a:lnTo>
                  <a:lnTo>
                    <a:pt x="87067" y="211949"/>
                  </a:lnTo>
                  <a:lnTo>
                    <a:pt x="92621" y="211317"/>
                  </a:lnTo>
                  <a:lnTo>
                    <a:pt x="93306" y="209887"/>
                  </a:lnTo>
                  <a:lnTo>
                    <a:pt x="95005" y="206335"/>
                  </a:lnTo>
                  <a:lnTo>
                    <a:pt x="97083" y="201157"/>
                  </a:lnTo>
                  <a:lnTo>
                    <a:pt x="95287" y="196275"/>
                  </a:lnTo>
                  <a:lnTo>
                    <a:pt x="96471" y="195333"/>
                  </a:lnTo>
                  <a:lnTo>
                    <a:pt x="98791" y="193488"/>
                  </a:lnTo>
                  <a:lnTo>
                    <a:pt x="102684" y="195032"/>
                  </a:lnTo>
                  <a:lnTo>
                    <a:pt x="104396" y="191844"/>
                  </a:lnTo>
                  <a:lnTo>
                    <a:pt x="104284" y="187814"/>
                  </a:lnTo>
                  <a:lnTo>
                    <a:pt x="108030" y="184448"/>
                  </a:lnTo>
                  <a:lnTo>
                    <a:pt x="114721" y="178628"/>
                  </a:lnTo>
                  <a:lnTo>
                    <a:pt x="116939" y="180663"/>
                  </a:lnTo>
                  <a:lnTo>
                    <a:pt x="117935" y="181577"/>
                  </a:lnTo>
                  <a:lnTo>
                    <a:pt x="117697" y="186812"/>
                  </a:lnTo>
                  <a:lnTo>
                    <a:pt x="122192" y="187926"/>
                  </a:lnTo>
                  <a:lnTo>
                    <a:pt x="125540" y="184389"/>
                  </a:lnTo>
                  <a:lnTo>
                    <a:pt x="128454" y="181306"/>
                  </a:lnTo>
                  <a:lnTo>
                    <a:pt x="130903" y="174098"/>
                  </a:lnTo>
                  <a:lnTo>
                    <a:pt x="131287" y="172966"/>
                  </a:lnTo>
                  <a:lnTo>
                    <a:pt x="135537" y="168856"/>
                  </a:lnTo>
                  <a:lnTo>
                    <a:pt x="139000" y="166270"/>
                  </a:lnTo>
                  <a:lnTo>
                    <a:pt x="141584" y="166306"/>
                  </a:lnTo>
                  <a:lnTo>
                    <a:pt x="144603" y="163016"/>
                  </a:lnTo>
                  <a:lnTo>
                    <a:pt x="145200" y="162364"/>
                  </a:lnTo>
                  <a:lnTo>
                    <a:pt x="151077" y="163384"/>
                  </a:lnTo>
                  <a:lnTo>
                    <a:pt x="152742" y="166224"/>
                  </a:lnTo>
                  <a:lnTo>
                    <a:pt x="156353" y="165307"/>
                  </a:lnTo>
                  <a:lnTo>
                    <a:pt x="159972" y="162643"/>
                  </a:lnTo>
                  <a:lnTo>
                    <a:pt x="163282" y="151459"/>
                  </a:lnTo>
                  <a:lnTo>
                    <a:pt x="164562" y="147491"/>
                  </a:lnTo>
                  <a:lnTo>
                    <a:pt x="165354" y="145035"/>
                  </a:lnTo>
                  <a:lnTo>
                    <a:pt x="165865" y="143446"/>
                  </a:lnTo>
                  <a:lnTo>
                    <a:pt x="170762" y="137795"/>
                  </a:lnTo>
                  <a:lnTo>
                    <a:pt x="175831" y="137305"/>
                  </a:lnTo>
                  <a:lnTo>
                    <a:pt x="180733" y="136470"/>
                  </a:lnTo>
                  <a:lnTo>
                    <a:pt x="178238" y="131858"/>
                  </a:lnTo>
                  <a:lnTo>
                    <a:pt x="177089" y="129734"/>
                  </a:lnTo>
                  <a:lnTo>
                    <a:pt x="179020" y="123800"/>
                  </a:lnTo>
                  <a:lnTo>
                    <a:pt x="177311" y="117230"/>
                  </a:lnTo>
                  <a:lnTo>
                    <a:pt x="178026" y="111896"/>
                  </a:lnTo>
                  <a:lnTo>
                    <a:pt x="191821" y="109631"/>
                  </a:lnTo>
                  <a:lnTo>
                    <a:pt x="203134" y="107424"/>
                  </a:lnTo>
                  <a:lnTo>
                    <a:pt x="216748" y="104741"/>
                  </a:lnTo>
                  <a:lnTo>
                    <a:pt x="225645" y="103182"/>
                  </a:lnTo>
                  <a:lnTo>
                    <a:pt x="238020" y="100835"/>
                  </a:lnTo>
                  <a:lnTo>
                    <a:pt x="242720" y="99716"/>
                  </a:lnTo>
                  <a:lnTo>
                    <a:pt x="253072" y="97240"/>
                  </a:lnTo>
                  <a:lnTo>
                    <a:pt x="260243" y="95956"/>
                  </a:lnTo>
                  <a:lnTo>
                    <a:pt x="273542" y="93553"/>
                  </a:lnTo>
                  <a:lnTo>
                    <a:pt x="274218" y="93430"/>
                  </a:lnTo>
                  <a:lnTo>
                    <a:pt x="284771" y="91522"/>
                  </a:lnTo>
                  <a:lnTo>
                    <a:pt x="303267" y="87159"/>
                  </a:lnTo>
                  <a:lnTo>
                    <a:pt x="305269" y="86683"/>
                  </a:lnTo>
                  <a:lnTo>
                    <a:pt x="329129" y="80893"/>
                  </a:lnTo>
                  <a:lnTo>
                    <a:pt x="344480" y="77116"/>
                  </a:lnTo>
                  <a:lnTo>
                    <a:pt x="344709" y="77060"/>
                  </a:lnTo>
                  <a:lnTo>
                    <a:pt x="347800" y="76270"/>
                  </a:lnTo>
                  <a:lnTo>
                    <a:pt x="357461" y="73792"/>
                  </a:lnTo>
                  <a:lnTo>
                    <a:pt x="366945" y="71344"/>
                  </a:lnTo>
                  <a:lnTo>
                    <a:pt x="373038" y="69762"/>
                  </a:lnTo>
                  <a:lnTo>
                    <a:pt x="387960" y="65862"/>
                  </a:lnTo>
                  <a:lnTo>
                    <a:pt x="399045" y="63012"/>
                  </a:lnTo>
                  <a:lnTo>
                    <a:pt x="403771" y="61790"/>
                  </a:lnTo>
                  <a:lnTo>
                    <a:pt x="420805" y="57355"/>
                  </a:lnTo>
                  <a:lnTo>
                    <a:pt x="424795" y="56256"/>
                  </a:lnTo>
                  <a:lnTo>
                    <a:pt x="434905" y="53460"/>
                  </a:lnTo>
                  <a:lnTo>
                    <a:pt x="449339" y="49437"/>
                  </a:lnTo>
                  <a:lnTo>
                    <a:pt x="455900" y="47621"/>
                  </a:lnTo>
                  <a:lnTo>
                    <a:pt x="466975" y="44539"/>
                  </a:lnTo>
                  <a:lnTo>
                    <a:pt x="477004" y="41729"/>
                  </a:lnTo>
                  <a:lnTo>
                    <a:pt x="478318" y="41359"/>
                  </a:lnTo>
                  <a:lnTo>
                    <a:pt x="512384" y="31825"/>
                  </a:lnTo>
                  <a:lnTo>
                    <a:pt x="520592" y="29497"/>
                  </a:lnTo>
                  <a:lnTo>
                    <a:pt x="522544" y="28946"/>
                  </a:lnTo>
                  <a:lnTo>
                    <a:pt x="529541" y="26964"/>
                  </a:lnTo>
                  <a:lnTo>
                    <a:pt x="541300" y="23610"/>
                  </a:lnTo>
                  <a:lnTo>
                    <a:pt x="554550" y="19295"/>
                  </a:lnTo>
                  <a:lnTo>
                    <a:pt x="569343" y="15022"/>
                  </a:lnTo>
                  <a:lnTo>
                    <a:pt x="573145" y="13918"/>
                  </a:lnTo>
                  <a:lnTo>
                    <a:pt x="586561" y="9999"/>
                  </a:lnTo>
                  <a:lnTo>
                    <a:pt x="600908" y="5752"/>
                  </a:lnTo>
                  <a:lnTo>
                    <a:pt x="608090" y="3612"/>
                  </a:lnTo>
                  <a:lnTo>
                    <a:pt x="620076" y="0"/>
                  </a:lnTo>
                  <a:lnTo>
                    <a:pt x="625216" y="10407"/>
                  </a:lnTo>
                  <a:lnTo>
                    <a:pt x="632109" y="23246"/>
                  </a:lnTo>
                  <a:lnTo>
                    <a:pt x="635553" y="28221"/>
                  </a:lnTo>
                  <a:lnTo>
                    <a:pt x="642556" y="38325"/>
                  </a:lnTo>
                  <a:lnTo>
                    <a:pt x="649478" y="45854"/>
                  </a:lnTo>
                  <a:lnTo>
                    <a:pt x="660251" y="58806"/>
                  </a:lnTo>
                  <a:lnTo>
                    <a:pt x="666535" y="66621"/>
                  </a:lnTo>
                  <a:lnTo>
                    <a:pt x="669323" y="69961"/>
                  </a:lnTo>
                  <a:lnTo>
                    <a:pt x="675577" y="81675"/>
                  </a:lnTo>
                  <a:lnTo>
                    <a:pt x="678733" y="101871"/>
                  </a:lnTo>
                  <a:lnTo>
                    <a:pt x="679425" y="118772"/>
                  </a:lnTo>
                  <a:lnTo>
                    <a:pt x="671790" y="121657"/>
                  </a:lnTo>
                  <a:lnTo>
                    <a:pt x="663956" y="127588"/>
                  </a:lnTo>
                  <a:lnTo>
                    <a:pt x="663382" y="128022"/>
                  </a:lnTo>
                  <a:lnTo>
                    <a:pt x="653124" y="137630"/>
                  </a:lnTo>
                  <a:lnTo>
                    <a:pt x="646902" y="145425"/>
                  </a:lnTo>
                  <a:lnTo>
                    <a:pt x="639229" y="155308"/>
                  </a:lnTo>
                  <a:lnTo>
                    <a:pt x="633915" y="165342"/>
                  </a:lnTo>
                  <a:lnTo>
                    <a:pt x="629297" y="172160"/>
                  </a:lnTo>
                  <a:lnTo>
                    <a:pt x="625067" y="180353"/>
                  </a:lnTo>
                  <a:lnTo>
                    <a:pt x="621879" y="188482"/>
                  </a:lnTo>
                  <a:lnTo>
                    <a:pt x="618351" y="202425"/>
                  </a:lnTo>
                  <a:lnTo>
                    <a:pt x="616003" y="199031"/>
                  </a:lnTo>
                  <a:lnTo>
                    <a:pt x="609908" y="196243"/>
                  </a:lnTo>
                  <a:lnTo>
                    <a:pt x="600957" y="196337"/>
                  </a:lnTo>
                  <a:lnTo>
                    <a:pt x="587429" y="201619"/>
                  </a:lnTo>
                  <a:lnTo>
                    <a:pt x="572497" y="210421"/>
                  </a:lnTo>
                  <a:lnTo>
                    <a:pt x="570770" y="211435"/>
                  </a:lnTo>
                  <a:lnTo>
                    <a:pt x="563773" y="218045"/>
                  </a:lnTo>
                  <a:lnTo>
                    <a:pt x="558671" y="224781"/>
                  </a:lnTo>
                  <a:lnTo>
                    <a:pt x="549268" y="233955"/>
                  </a:lnTo>
                  <a:lnTo>
                    <a:pt x="545994" y="238331"/>
                  </a:lnTo>
                  <a:lnTo>
                    <a:pt x="538472" y="248349"/>
                  </a:lnTo>
                  <a:lnTo>
                    <a:pt x="533954" y="256661"/>
                  </a:lnTo>
                  <a:lnTo>
                    <a:pt x="531038" y="262009"/>
                  </a:lnTo>
                  <a:lnTo>
                    <a:pt x="527849" y="271347"/>
                  </a:lnTo>
                  <a:lnTo>
                    <a:pt x="526286" y="284458"/>
                  </a:lnTo>
                  <a:lnTo>
                    <a:pt x="525442" y="291469"/>
                  </a:lnTo>
                  <a:lnTo>
                    <a:pt x="525090" y="296782"/>
                  </a:lnTo>
                  <a:lnTo>
                    <a:pt x="524624" y="303761"/>
                  </a:lnTo>
                  <a:lnTo>
                    <a:pt x="520842" y="304228"/>
                  </a:lnTo>
                  <a:lnTo>
                    <a:pt x="519238" y="301643"/>
                  </a:lnTo>
                  <a:lnTo>
                    <a:pt x="509412" y="301837"/>
                  </a:lnTo>
                  <a:lnTo>
                    <a:pt x="498474" y="304726"/>
                  </a:lnTo>
                  <a:lnTo>
                    <a:pt x="490231" y="307964"/>
                  </a:lnTo>
                  <a:lnTo>
                    <a:pt x="478995" y="316084"/>
                  </a:lnTo>
                  <a:lnTo>
                    <a:pt x="471687" y="311440"/>
                  </a:lnTo>
                  <a:lnTo>
                    <a:pt x="468290" y="309321"/>
                  </a:lnTo>
                  <a:lnTo>
                    <a:pt x="452669" y="299548"/>
                  </a:lnTo>
                  <a:lnTo>
                    <a:pt x="427550" y="283812"/>
                  </a:lnTo>
                  <a:lnTo>
                    <a:pt x="423951" y="281498"/>
                  </a:lnTo>
                  <a:lnTo>
                    <a:pt x="399763" y="265871"/>
                  </a:lnTo>
                  <a:lnTo>
                    <a:pt x="390959" y="260444"/>
                  </a:lnTo>
                  <a:lnTo>
                    <a:pt x="389857" y="259764"/>
                  </a:lnTo>
                  <a:lnTo>
                    <a:pt x="369459" y="247123"/>
                  </a:lnTo>
                  <a:lnTo>
                    <a:pt x="368076" y="247443"/>
                  </a:lnTo>
                  <a:lnTo>
                    <a:pt x="349916" y="251619"/>
                  </a:lnTo>
                  <a:lnTo>
                    <a:pt x="349703" y="251668"/>
                  </a:lnTo>
                  <a:lnTo>
                    <a:pt x="337955" y="254340"/>
                  </a:lnTo>
                  <a:lnTo>
                    <a:pt x="318822" y="258554"/>
                  </a:lnTo>
                  <a:lnTo>
                    <a:pt x="299890" y="262666"/>
                  </a:lnTo>
                  <a:lnTo>
                    <a:pt x="281331" y="266376"/>
                  </a:lnTo>
                  <a:lnTo>
                    <a:pt x="280256" y="255323"/>
                  </a:lnTo>
                  <a:lnTo>
                    <a:pt x="274363" y="250064"/>
                  </a:lnTo>
                  <a:lnTo>
                    <a:pt x="267758" y="244160"/>
                  </a:lnTo>
                  <a:lnTo>
                    <a:pt x="264865" y="241570"/>
                  </a:lnTo>
                  <a:lnTo>
                    <a:pt x="257788" y="249535"/>
                  </a:lnTo>
                  <a:lnTo>
                    <a:pt x="255930" y="247088"/>
                  </a:lnTo>
                  <a:lnTo>
                    <a:pt x="256611" y="241948"/>
                  </a:lnTo>
                  <a:lnTo>
                    <a:pt x="255697" y="239714"/>
                  </a:lnTo>
                  <a:lnTo>
                    <a:pt x="255603" y="239485"/>
                  </a:lnTo>
                  <a:lnTo>
                    <a:pt x="233066" y="243321"/>
                  </a:lnTo>
                  <a:lnTo>
                    <a:pt x="229943" y="243847"/>
                  </a:lnTo>
                  <a:lnTo>
                    <a:pt x="219929" y="245520"/>
                  </a:lnTo>
                  <a:lnTo>
                    <a:pt x="198320" y="249346"/>
                  </a:lnTo>
                  <a:lnTo>
                    <a:pt x="189931" y="250812"/>
                  </a:lnTo>
                  <a:lnTo>
                    <a:pt x="182434" y="252112"/>
                  </a:lnTo>
                  <a:lnTo>
                    <a:pt x="176884" y="253069"/>
                  </a:lnTo>
                  <a:lnTo>
                    <a:pt x="171673" y="254057"/>
                  </a:lnTo>
                  <a:lnTo>
                    <a:pt x="163001" y="255692"/>
                  </a:lnTo>
                  <a:lnTo>
                    <a:pt x="156752" y="256863"/>
                  </a:lnTo>
                  <a:lnTo>
                    <a:pt x="155319" y="257053"/>
                  </a:lnTo>
                  <a:lnTo>
                    <a:pt x="152151" y="257471"/>
                  </a:lnTo>
                  <a:lnTo>
                    <a:pt x="147526" y="258079"/>
                  </a:lnTo>
                  <a:lnTo>
                    <a:pt x="144515" y="261238"/>
                  </a:lnTo>
                  <a:lnTo>
                    <a:pt x="138880" y="264623"/>
                  </a:lnTo>
                  <a:lnTo>
                    <a:pt x="135504" y="266254"/>
                  </a:lnTo>
                  <a:lnTo>
                    <a:pt x="127400" y="270159"/>
                  </a:lnTo>
                  <a:lnTo>
                    <a:pt x="123479" y="275538"/>
                  </a:lnTo>
                  <a:lnTo>
                    <a:pt x="122222" y="275529"/>
                  </a:lnTo>
                  <a:lnTo>
                    <a:pt x="120466" y="275516"/>
                  </a:lnTo>
                  <a:lnTo>
                    <a:pt x="112013" y="280239"/>
                  </a:lnTo>
                  <a:lnTo>
                    <a:pt x="103811" y="284844"/>
                  </a:lnTo>
                  <a:lnTo>
                    <a:pt x="96389" y="288998"/>
                  </a:lnTo>
                  <a:lnTo>
                    <a:pt x="79601" y="292878"/>
                  </a:lnTo>
                  <a:lnTo>
                    <a:pt x="67066" y="295889"/>
                  </a:lnTo>
                  <a:lnTo>
                    <a:pt x="61873" y="297128"/>
                  </a:lnTo>
                  <a:lnTo>
                    <a:pt x="56326" y="298447"/>
                  </a:lnTo>
                  <a:lnTo>
                    <a:pt x="31319" y="303246"/>
                  </a:lnTo>
                  <a:lnTo>
                    <a:pt x="25892" y="304277"/>
                  </a:lnTo>
                  <a:lnTo>
                    <a:pt x="16084" y="306129"/>
                  </a:lnTo>
                  <a:lnTo>
                    <a:pt x="871" y="30897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701839" y="2501929"/>
              <a:ext cx="479618" cy="288241"/>
            </a:xfrm>
            <a:custGeom>
              <a:avLst/>
              <a:pathLst>
                <a:path w="479618" h="288241">
                  <a:moveTo>
                    <a:pt x="14313" y="0"/>
                  </a:moveTo>
                  <a:lnTo>
                    <a:pt x="55014" y="1984"/>
                  </a:lnTo>
                  <a:lnTo>
                    <a:pt x="81416" y="2995"/>
                  </a:lnTo>
                  <a:lnTo>
                    <a:pt x="86770" y="3182"/>
                  </a:lnTo>
                  <a:lnTo>
                    <a:pt x="125094" y="4483"/>
                  </a:lnTo>
                  <a:lnTo>
                    <a:pt x="136942" y="4780"/>
                  </a:lnTo>
                  <a:lnTo>
                    <a:pt x="160896" y="5291"/>
                  </a:lnTo>
                  <a:lnTo>
                    <a:pt x="168697" y="5446"/>
                  </a:lnTo>
                  <a:lnTo>
                    <a:pt x="191161" y="5822"/>
                  </a:lnTo>
                  <a:lnTo>
                    <a:pt x="233159" y="6203"/>
                  </a:lnTo>
                  <a:lnTo>
                    <a:pt x="248238" y="6276"/>
                  </a:lnTo>
                  <a:lnTo>
                    <a:pt x="264513" y="6303"/>
                  </a:lnTo>
                  <a:lnTo>
                    <a:pt x="288004" y="6200"/>
                  </a:lnTo>
                  <a:lnTo>
                    <a:pt x="297067" y="6129"/>
                  </a:lnTo>
                  <a:lnTo>
                    <a:pt x="319843" y="5839"/>
                  </a:lnTo>
                  <a:lnTo>
                    <a:pt x="327759" y="5713"/>
                  </a:lnTo>
                  <a:lnTo>
                    <a:pt x="383382" y="4573"/>
                  </a:lnTo>
                  <a:lnTo>
                    <a:pt x="393927" y="4285"/>
                  </a:lnTo>
                  <a:lnTo>
                    <a:pt x="427004" y="3237"/>
                  </a:lnTo>
                  <a:lnTo>
                    <a:pt x="427257" y="8285"/>
                  </a:lnTo>
                  <a:lnTo>
                    <a:pt x="429973" y="15409"/>
                  </a:lnTo>
                  <a:lnTo>
                    <a:pt x="432405" y="24086"/>
                  </a:lnTo>
                  <a:lnTo>
                    <a:pt x="434512" y="29454"/>
                  </a:lnTo>
                  <a:lnTo>
                    <a:pt x="435962" y="33614"/>
                  </a:lnTo>
                  <a:lnTo>
                    <a:pt x="433636" y="41465"/>
                  </a:lnTo>
                  <a:lnTo>
                    <a:pt x="433478" y="45147"/>
                  </a:lnTo>
                  <a:lnTo>
                    <a:pt x="433466" y="45437"/>
                  </a:lnTo>
                  <a:lnTo>
                    <a:pt x="433432" y="46217"/>
                  </a:lnTo>
                  <a:lnTo>
                    <a:pt x="434386" y="55573"/>
                  </a:lnTo>
                  <a:lnTo>
                    <a:pt x="434756" y="63489"/>
                  </a:lnTo>
                  <a:lnTo>
                    <a:pt x="435564" y="71465"/>
                  </a:lnTo>
                  <a:lnTo>
                    <a:pt x="435023" y="77400"/>
                  </a:lnTo>
                  <a:lnTo>
                    <a:pt x="434849" y="79296"/>
                  </a:lnTo>
                  <a:lnTo>
                    <a:pt x="434810" y="79728"/>
                  </a:lnTo>
                  <a:lnTo>
                    <a:pt x="437603" y="86749"/>
                  </a:lnTo>
                  <a:lnTo>
                    <a:pt x="440084" y="92665"/>
                  </a:lnTo>
                  <a:lnTo>
                    <a:pt x="442360" y="101162"/>
                  </a:lnTo>
                  <a:lnTo>
                    <a:pt x="445206" y="109257"/>
                  </a:lnTo>
                  <a:lnTo>
                    <a:pt x="449764" y="118268"/>
                  </a:lnTo>
                  <a:lnTo>
                    <a:pt x="452200" y="124888"/>
                  </a:lnTo>
                  <a:lnTo>
                    <a:pt x="452975" y="126990"/>
                  </a:lnTo>
                  <a:lnTo>
                    <a:pt x="455017" y="134018"/>
                  </a:lnTo>
                  <a:lnTo>
                    <a:pt x="455169" y="140734"/>
                  </a:lnTo>
                  <a:lnTo>
                    <a:pt x="455291" y="146148"/>
                  </a:lnTo>
                  <a:lnTo>
                    <a:pt x="456973" y="161171"/>
                  </a:lnTo>
                  <a:lnTo>
                    <a:pt x="457381" y="164754"/>
                  </a:lnTo>
                  <a:lnTo>
                    <a:pt x="458296" y="172789"/>
                  </a:lnTo>
                  <a:lnTo>
                    <a:pt x="459024" y="179164"/>
                  </a:lnTo>
                  <a:lnTo>
                    <a:pt x="458381" y="185747"/>
                  </a:lnTo>
                  <a:lnTo>
                    <a:pt x="463119" y="194567"/>
                  </a:lnTo>
                  <a:lnTo>
                    <a:pt x="462061" y="207065"/>
                  </a:lnTo>
                  <a:lnTo>
                    <a:pt x="462501" y="214872"/>
                  </a:lnTo>
                  <a:lnTo>
                    <a:pt x="462528" y="220138"/>
                  </a:lnTo>
                  <a:lnTo>
                    <a:pt x="462804" y="220696"/>
                  </a:lnTo>
                  <a:lnTo>
                    <a:pt x="465661" y="226454"/>
                  </a:lnTo>
                  <a:lnTo>
                    <a:pt x="468399" y="238405"/>
                  </a:lnTo>
                  <a:lnTo>
                    <a:pt x="472621" y="245321"/>
                  </a:lnTo>
                  <a:lnTo>
                    <a:pt x="475716" y="248786"/>
                  </a:lnTo>
                  <a:lnTo>
                    <a:pt x="476450" y="257960"/>
                  </a:lnTo>
                  <a:lnTo>
                    <a:pt x="479614" y="270370"/>
                  </a:lnTo>
                  <a:lnTo>
                    <a:pt x="478698" y="276142"/>
                  </a:lnTo>
                  <a:lnTo>
                    <a:pt x="478618" y="276639"/>
                  </a:lnTo>
                  <a:lnTo>
                    <a:pt x="479618" y="284102"/>
                  </a:lnTo>
                  <a:lnTo>
                    <a:pt x="446397" y="285356"/>
                  </a:lnTo>
                  <a:lnTo>
                    <a:pt x="437027" y="285704"/>
                  </a:lnTo>
                  <a:lnTo>
                    <a:pt x="416882" y="286394"/>
                  </a:lnTo>
                  <a:lnTo>
                    <a:pt x="401852" y="286817"/>
                  </a:lnTo>
                  <a:lnTo>
                    <a:pt x="388917" y="287108"/>
                  </a:lnTo>
                  <a:lnTo>
                    <a:pt x="387037" y="287147"/>
                  </a:lnTo>
                  <a:lnTo>
                    <a:pt x="383035" y="287229"/>
                  </a:lnTo>
                  <a:lnTo>
                    <a:pt x="360977" y="287679"/>
                  </a:lnTo>
                  <a:lnTo>
                    <a:pt x="347452" y="287769"/>
                  </a:lnTo>
                  <a:lnTo>
                    <a:pt x="341104" y="287832"/>
                  </a:lnTo>
                  <a:lnTo>
                    <a:pt x="323058" y="287968"/>
                  </a:lnTo>
                  <a:lnTo>
                    <a:pt x="317471" y="288012"/>
                  </a:lnTo>
                  <a:lnTo>
                    <a:pt x="301304" y="288158"/>
                  </a:lnTo>
                  <a:lnTo>
                    <a:pt x="291986" y="288219"/>
                  </a:lnTo>
                  <a:lnTo>
                    <a:pt x="284231" y="288195"/>
                  </a:lnTo>
                  <a:lnTo>
                    <a:pt x="277375" y="288241"/>
                  </a:lnTo>
                  <a:lnTo>
                    <a:pt x="266971" y="288196"/>
                  </a:lnTo>
                  <a:lnTo>
                    <a:pt x="249540" y="288118"/>
                  </a:lnTo>
                  <a:lnTo>
                    <a:pt x="240431" y="288020"/>
                  </a:lnTo>
                  <a:lnTo>
                    <a:pt x="227270" y="287922"/>
                  </a:lnTo>
                  <a:lnTo>
                    <a:pt x="226462" y="287915"/>
                  </a:lnTo>
                  <a:lnTo>
                    <a:pt x="210420" y="287778"/>
                  </a:lnTo>
                  <a:lnTo>
                    <a:pt x="188315" y="287502"/>
                  </a:lnTo>
                  <a:lnTo>
                    <a:pt x="171743" y="287238"/>
                  </a:lnTo>
                  <a:lnTo>
                    <a:pt x="159433" y="287014"/>
                  </a:lnTo>
                  <a:lnTo>
                    <a:pt x="144217" y="286671"/>
                  </a:lnTo>
                  <a:lnTo>
                    <a:pt x="131007" y="286347"/>
                  </a:lnTo>
                  <a:lnTo>
                    <a:pt x="125438" y="286200"/>
                  </a:lnTo>
                  <a:lnTo>
                    <a:pt x="110011" y="285759"/>
                  </a:lnTo>
                  <a:lnTo>
                    <a:pt x="95737" y="285308"/>
                  </a:lnTo>
                  <a:lnTo>
                    <a:pt x="85873" y="284981"/>
                  </a:lnTo>
                  <a:lnTo>
                    <a:pt x="74634" y="284592"/>
                  </a:lnTo>
                  <a:lnTo>
                    <a:pt x="70673" y="284447"/>
                  </a:lnTo>
                  <a:lnTo>
                    <a:pt x="67266" y="284319"/>
                  </a:lnTo>
                  <a:lnTo>
                    <a:pt x="52969" y="283760"/>
                  </a:lnTo>
                  <a:lnTo>
                    <a:pt x="39103" y="283180"/>
                  </a:lnTo>
                  <a:lnTo>
                    <a:pt x="24632" y="282548"/>
                  </a:lnTo>
                  <a:lnTo>
                    <a:pt x="0" y="281364"/>
                  </a:lnTo>
                  <a:lnTo>
                    <a:pt x="1562" y="250521"/>
                  </a:lnTo>
                  <a:lnTo>
                    <a:pt x="1770" y="246424"/>
                  </a:lnTo>
                  <a:lnTo>
                    <a:pt x="2665" y="229359"/>
                  </a:lnTo>
                  <a:lnTo>
                    <a:pt x="2806" y="226496"/>
                  </a:lnTo>
                  <a:lnTo>
                    <a:pt x="3262" y="217223"/>
                  </a:lnTo>
                  <a:lnTo>
                    <a:pt x="3591" y="210555"/>
                  </a:lnTo>
                  <a:lnTo>
                    <a:pt x="4630" y="190287"/>
                  </a:lnTo>
                  <a:lnTo>
                    <a:pt x="5591" y="172460"/>
                  </a:lnTo>
                  <a:lnTo>
                    <a:pt x="6519" y="153786"/>
                  </a:lnTo>
                  <a:lnTo>
                    <a:pt x="6527" y="153619"/>
                  </a:lnTo>
                  <a:lnTo>
                    <a:pt x="6857" y="147622"/>
                  </a:lnTo>
                  <a:lnTo>
                    <a:pt x="7903" y="128635"/>
                  </a:lnTo>
                  <a:lnTo>
                    <a:pt x="8950" y="110216"/>
                  </a:lnTo>
                  <a:lnTo>
                    <a:pt x="9658" y="94714"/>
                  </a:lnTo>
                  <a:lnTo>
                    <a:pt x="9765" y="92449"/>
                  </a:lnTo>
                  <a:lnTo>
                    <a:pt x="10842" y="69851"/>
                  </a:lnTo>
                  <a:lnTo>
                    <a:pt x="11485" y="56229"/>
                  </a:lnTo>
                  <a:lnTo>
                    <a:pt x="11942" y="46572"/>
                  </a:lnTo>
                  <a:lnTo>
                    <a:pt x="12584" y="33699"/>
                  </a:lnTo>
                  <a:lnTo>
                    <a:pt x="13565" y="140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495602" y="3960878"/>
              <a:ext cx="527427" cy="488256"/>
            </a:xfrm>
            <a:custGeom>
              <a:avLst/>
              <a:pathLst>
                <a:path w="527427" h="488256">
                  <a:moveTo>
                    <a:pt x="0" y="41824"/>
                  </a:moveTo>
                  <a:lnTo>
                    <a:pt x="26859" y="40037"/>
                  </a:lnTo>
                  <a:lnTo>
                    <a:pt x="56584" y="38071"/>
                  </a:lnTo>
                  <a:lnTo>
                    <a:pt x="68917" y="37226"/>
                  </a:lnTo>
                  <a:lnTo>
                    <a:pt x="78589" y="36505"/>
                  </a:lnTo>
                  <a:lnTo>
                    <a:pt x="95997" y="35180"/>
                  </a:lnTo>
                  <a:lnTo>
                    <a:pt x="108116" y="34292"/>
                  </a:lnTo>
                  <a:lnTo>
                    <a:pt x="124559" y="33060"/>
                  </a:lnTo>
                  <a:lnTo>
                    <a:pt x="136231" y="32173"/>
                  </a:lnTo>
                  <a:lnTo>
                    <a:pt x="138558" y="31994"/>
                  </a:lnTo>
                  <a:lnTo>
                    <a:pt x="156022" y="30633"/>
                  </a:lnTo>
                  <a:lnTo>
                    <a:pt x="184430" y="28235"/>
                  </a:lnTo>
                  <a:lnTo>
                    <a:pt x="186011" y="28099"/>
                  </a:lnTo>
                  <a:lnTo>
                    <a:pt x="192960" y="27496"/>
                  </a:lnTo>
                  <a:lnTo>
                    <a:pt x="214688" y="25574"/>
                  </a:lnTo>
                  <a:lnTo>
                    <a:pt x="218354" y="25258"/>
                  </a:lnTo>
                  <a:lnTo>
                    <a:pt x="237029" y="23622"/>
                  </a:lnTo>
                  <a:lnTo>
                    <a:pt x="257895" y="21645"/>
                  </a:lnTo>
                  <a:lnTo>
                    <a:pt x="261016" y="21345"/>
                  </a:lnTo>
                  <a:lnTo>
                    <a:pt x="275055" y="19981"/>
                  </a:lnTo>
                  <a:lnTo>
                    <a:pt x="307741" y="16683"/>
                  </a:lnTo>
                  <a:lnTo>
                    <a:pt x="310842" y="16364"/>
                  </a:lnTo>
                  <a:lnTo>
                    <a:pt x="330940" y="14568"/>
                  </a:lnTo>
                  <a:lnTo>
                    <a:pt x="335443" y="14159"/>
                  </a:lnTo>
                  <a:lnTo>
                    <a:pt x="335647" y="14141"/>
                  </a:lnTo>
                  <a:lnTo>
                    <a:pt x="364650" y="11024"/>
                  </a:lnTo>
                  <a:lnTo>
                    <a:pt x="375958" y="9782"/>
                  </a:lnTo>
                  <a:lnTo>
                    <a:pt x="400319" y="7078"/>
                  </a:lnTo>
                  <a:lnTo>
                    <a:pt x="402230" y="6863"/>
                  </a:lnTo>
                  <a:lnTo>
                    <a:pt x="421961" y="4672"/>
                  </a:lnTo>
                  <a:lnTo>
                    <a:pt x="430456" y="3715"/>
                  </a:lnTo>
                  <a:lnTo>
                    <a:pt x="458985" y="740"/>
                  </a:lnTo>
                  <a:lnTo>
                    <a:pt x="465951" y="0"/>
                  </a:lnTo>
                  <a:lnTo>
                    <a:pt x="467745" y="4431"/>
                  </a:lnTo>
                  <a:lnTo>
                    <a:pt x="469452" y="10094"/>
                  </a:lnTo>
                  <a:lnTo>
                    <a:pt x="476617" y="13015"/>
                  </a:lnTo>
                  <a:lnTo>
                    <a:pt x="477303" y="16777"/>
                  </a:lnTo>
                  <a:lnTo>
                    <a:pt x="478015" y="23745"/>
                  </a:lnTo>
                  <a:lnTo>
                    <a:pt x="473226" y="29214"/>
                  </a:lnTo>
                  <a:lnTo>
                    <a:pt x="469666" y="36377"/>
                  </a:lnTo>
                  <a:lnTo>
                    <a:pt x="466411" y="38732"/>
                  </a:lnTo>
                  <a:lnTo>
                    <a:pt x="463336" y="40955"/>
                  </a:lnTo>
                  <a:lnTo>
                    <a:pt x="462377" y="46994"/>
                  </a:lnTo>
                  <a:lnTo>
                    <a:pt x="456582" y="51138"/>
                  </a:lnTo>
                  <a:lnTo>
                    <a:pt x="452789" y="60190"/>
                  </a:lnTo>
                  <a:lnTo>
                    <a:pt x="450411" y="67175"/>
                  </a:lnTo>
                  <a:lnTo>
                    <a:pt x="458746" y="66121"/>
                  </a:lnTo>
                  <a:lnTo>
                    <a:pt x="478125" y="63638"/>
                  </a:lnTo>
                  <a:lnTo>
                    <a:pt x="493240" y="61723"/>
                  </a:lnTo>
                  <a:lnTo>
                    <a:pt x="499327" y="60945"/>
                  </a:lnTo>
                  <a:lnTo>
                    <a:pt x="516903" y="58643"/>
                  </a:lnTo>
                  <a:lnTo>
                    <a:pt x="522504" y="64880"/>
                  </a:lnTo>
                  <a:lnTo>
                    <a:pt x="526515" y="67823"/>
                  </a:lnTo>
                  <a:lnTo>
                    <a:pt x="527090" y="69945"/>
                  </a:lnTo>
                  <a:lnTo>
                    <a:pt x="527427" y="71186"/>
                  </a:lnTo>
                  <a:lnTo>
                    <a:pt x="519836" y="74898"/>
                  </a:lnTo>
                  <a:lnTo>
                    <a:pt x="519492" y="78356"/>
                  </a:lnTo>
                  <a:lnTo>
                    <a:pt x="520684" y="83218"/>
                  </a:lnTo>
                  <a:lnTo>
                    <a:pt x="513342" y="87616"/>
                  </a:lnTo>
                  <a:lnTo>
                    <a:pt x="506827" y="92996"/>
                  </a:lnTo>
                  <a:lnTo>
                    <a:pt x="501301" y="92704"/>
                  </a:lnTo>
                  <a:lnTo>
                    <a:pt x="497823" y="100900"/>
                  </a:lnTo>
                  <a:lnTo>
                    <a:pt x="504518" y="105930"/>
                  </a:lnTo>
                  <a:lnTo>
                    <a:pt x="507215" y="108778"/>
                  </a:lnTo>
                  <a:lnTo>
                    <a:pt x="501593" y="111914"/>
                  </a:lnTo>
                  <a:lnTo>
                    <a:pt x="500974" y="118212"/>
                  </a:lnTo>
                  <a:lnTo>
                    <a:pt x="499788" y="120788"/>
                  </a:lnTo>
                  <a:lnTo>
                    <a:pt x="491333" y="120668"/>
                  </a:lnTo>
                  <a:lnTo>
                    <a:pt x="491221" y="127720"/>
                  </a:lnTo>
                  <a:lnTo>
                    <a:pt x="494270" y="132480"/>
                  </a:lnTo>
                  <a:lnTo>
                    <a:pt x="492403" y="138189"/>
                  </a:lnTo>
                  <a:lnTo>
                    <a:pt x="489630" y="137490"/>
                  </a:lnTo>
                  <a:lnTo>
                    <a:pt x="485384" y="139710"/>
                  </a:lnTo>
                  <a:lnTo>
                    <a:pt x="488630" y="145459"/>
                  </a:lnTo>
                  <a:lnTo>
                    <a:pt x="485853" y="153469"/>
                  </a:lnTo>
                  <a:lnTo>
                    <a:pt x="481536" y="157892"/>
                  </a:lnTo>
                  <a:lnTo>
                    <a:pt x="489135" y="160217"/>
                  </a:lnTo>
                  <a:lnTo>
                    <a:pt x="490273" y="166190"/>
                  </a:lnTo>
                  <a:lnTo>
                    <a:pt x="490121" y="171284"/>
                  </a:lnTo>
                  <a:lnTo>
                    <a:pt x="491729" y="177134"/>
                  </a:lnTo>
                  <a:lnTo>
                    <a:pt x="484226" y="176637"/>
                  </a:lnTo>
                  <a:lnTo>
                    <a:pt x="482477" y="181736"/>
                  </a:lnTo>
                  <a:lnTo>
                    <a:pt x="481361" y="187183"/>
                  </a:lnTo>
                  <a:lnTo>
                    <a:pt x="474273" y="189372"/>
                  </a:lnTo>
                  <a:lnTo>
                    <a:pt x="470672" y="191291"/>
                  </a:lnTo>
                  <a:lnTo>
                    <a:pt x="470205" y="195671"/>
                  </a:lnTo>
                  <a:lnTo>
                    <a:pt x="477873" y="202379"/>
                  </a:lnTo>
                  <a:lnTo>
                    <a:pt x="477686" y="206359"/>
                  </a:lnTo>
                  <a:lnTo>
                    <a:pt x="471629" y="211565"/>
                  </a:lnTo>
                  <a:lnTo>
                    <a:pt x="471428" y="211737"/>
                  </a:lnTo>
                  <a:lnTo>
                    <a:pt x="462537" y="217512"/>
                  </a:lnTo>
                  <a:lnTo>
                    <a:pt x="461862" y="217594"/>
                  </a:lnTo>
                  <a:lnTo>
                    <a:pt x="455928" y="218313"/>
                  </a:lnTo>
                  <a:lnTo>
                    <a:pt x="455500" y="224383"/>
                  </a:lnTo>
                  <a:lnTo>
                    <a:pt x="452415" y="227902"/>
                  </a:lnTo>
                  <a:lnTo>
                    <a:pt x="448912" y="236460"/>
                  </a:lnTo>
                  <a:lnTo>
                    <a:pt x="448979" y="241498"/>
                  </a:lnTo>
                  <a:lnTo>
                    <a:pt x="446758" y="245899"/>
                  </a:lnTo>
                  <a:lnTo>
                    <a:pt x="445645" y="248103"/>
                  </a:lnTo>
                  <a:lnTo>
                    <a:pt x="450320" y="253802"/>
                  </a:lnTo>
                  <a:lnTo>
                    <a:pt x="448730" y="259695"/>
                  </a:lnTo>
                  <a:lnTo>
                    <a:pt x="448056" y="268326"/>
                  </a:lnTo>
                  <a:lnTo>
                    <a:pt x="449519" y="273866"/>
                  </a:lnTo>
                  <a:lnTo>
                    <a:pt x="442852" y="278693"/>
                  </a:lnTo>
                  <a:lnTo>
                    <a:pt x="441435" y="285132"/>
                  </a:lnTo>
                  <a:lnTo>
                    <a:pt x="433709" y="282270"/>
                  </a:lnTo>
                  <a:lnTo>
                    <a:pt x="430120" y="285455"/>
                  </a:lnTo>
                  <a:lnTo>
                    <a:pt x="432139" y="292225"/>
                  </a:lnTo>
                  <a:lnTo>
                    <a:pt x="425814" y="294198"/>
                  </a:lnTo>
                  <a:lnTo>
                    <a:pt x="423446" y="300110"/>
                  </a:lnTo>
                  <a:lnTo>
                    <a:pt x="417736" y="302258"/>
                  </a:lnTo>
                  <a:lnTo>
                    <a:pt x="419509" y="307289"/>
                  </a:lnTo>
                  <a:lnTo>
                    <a:pt x="418547" y="310448"/>
                  </a:lnTo>
                  <a:lnTo>
                    <a:pt x="414006" y="312528"/>
                  </a:lnTo>
                  <a:lnTo>
                    <a:pt x="413716" y="316302"/>
                  </a:lnTo>
                  <a:lnTo>
                    <a:pt x="413679" y="316782"/>
                  </a:lnTo>
                  <a:lnTo>
                    <a:pt x="413607" y="317709"/>
                  </a:lnTo>
                  <a:lnTo>
                    <a:pt x="418648" y="319087"/>
                  </a:lnTo>
                  <a:lnTo>
                    <a:pt x="421789" y="321700"/>
                  </a:lnTo>
                  <a:lnTo>
                    <a:pt x="420430" y="327742"/>
                  </a:lnTo>
                  <a:lnTo>
                    <a:pt x="415133" y="329461"/>
                  </a:lnTo>
                  <a:lnTo>
                    <a:pt x="411341" y="332207"/>
                  </a:lnTo>
                  <a:lnTo>
                    <a:pt x="408930" y="335476"/>
                  </a:lnTo>
                  <a:lnTo>
                    <a:pt x="404159" y="334930"/>
                  </a:lnTo>
                  <a:lnTo>
                    <a:pt x="400106" y="338455"/>
                  </a:lnTo>
                  <a:lnTo>
                    <a:pt x="406001" y="340125"/>
                  </a:lnTo>
                  <a:lnTo>
                    <a:pt x="407471" y="344636"/>
                  </a:lnTo>
                  <a:lnTo>
                    <a:pt x="404085" y="348969"/>
                  </a:lnTo>
                  <a:lnTo>
                    <a:pt x="405644" y="355759"/>
                  </a:lnTo>
                  <a:lnTo>
                    <a:pt x="408850" y="357797"/>
                  </a:lnTo>
                  <a:lnTo>
                    <a:pt x="409194" y="363279"/>
                  </a:lnTo>
                  <a:lnTo>
                    <a:pt x="402697" y="362300"/>
                  </a:lnTo>
                  <a:lnTo>
                    <a:pt x="399914" y="362833"/>
                  </a:lnTo>
                  <a:lnTo>
                    <a:pt x="396811" y="366734"/>
                  </a:lnTo>
                  <a:lnTo>
                    <a:pt x="404543" y="370192"/>
                  </a:lnTo>
                  <a:lnTo>
                    <a:pt x="402429" y="377436"/>
                  </a:lnTo>
                  <a:lnTo>
                    <a:pt x="394180" y="379530"/>
                  </a:lnTo>
                  <a:lnTo>
                    <a:pt x="399792" y="384184"/>
                  </a:lnTo>
                  <a:lnTo>
                    <a:pt x="393926" y="389319"/>
                  </a:lnTo>
                  <a:lnTo>
                    <a:pt x="392400" y="393466"/>
                  </a:lnTo>
                  <a:lnTo>
                    <a:pt x="391592" y="395664"/>
                  </a:lnTo>
                  <a:lnTo>
                    <a:pt x="394874" y="400069"/>
                  </a:lnTo>
                  <a:lnTo>
                    <a:pt x="397146" y="403830"/>
                  </a:lnTo>
                  <a:lnTo>
                    <a:pt x="400184" y="408098"/>
                  </a:lnTo>
                  <a:lnTo>
                    <a:pt x="404270" y="412109"/>
                  </a:lnTo>
                  <a:lnTo>
                    <a:pt x="401711" y="418129"/>
                  </a:lnTo>
                  <a:lnTo>
                    <a:pt x="404347" y="426813"/>
                  </a:lnTo>
                  <a:lnTo>
                    <a:pt x="408707" y="427217"/>
                  </a:lnTo>
                  <a:lnTo>
                    <a:pt x="411092" y="432273"/>
                  </a:lnTo>
                  <a:lnTo>
                    <a:pt x="410016" y="439175"/>
                  </a:lnTo>
                  <a:lnTo>
                    <a:pt x="408436" y="445760"/>
                  </a:lnTo>
                  <a:lnTo>
                    <a:pt x="403094" y="445862"/>
                  </a:lnTo>
                  <a:lnTo>
                    <a:pt x="400502" y="450918"/>
                  </a:lnTo>
                  <a:lnTo>
                    <a:pt x="407609" y="455890"/>
                  </a:lnTo>
                  <a:lnTo>
                    <a:pt x="403850" y="461922"/>
                  </a:lnTo>
                  <a:lnTo>
                    <a:pt x="403230" y="462917"/>
                  </a:lnTo>
                  <a:lnTo>
                    <a:pt x="392483" y="463945"/>
                  </a:lnTo>
                  <a:lnTo>
                    <a:pt x="373781" y="465704"/>
                  </a:lnTo>
                  <a:lnTo>
                    <a:pt x="371113" y="465952"/>
                  </a:lnTo>
                  <a:lnTo>
                    <a:pt x="367970" y="466243"/>
                  </a:lnTo>
                  <a:lnTo>
                    <a:pt x="325842" y="470161"/>
                  </a:lnTo>
                  <a:lnTo>
                    <a:pt x="304671" y="472060"/>
                  </a:lnTo>
                  <a:lnTo>
                    <a:pt x="287873" y="473533"/>
                  </a:lnTo>
                  <a:lnTo>
                    <a:pt x="257422" y="475864"/>
                  </a:lnTo>
                  <a:lnTo>
                    <a:pt x="233132" y="477689"/>
                  </a:lnTo>
                  <a:lnTo>
                    <a:pt x="233002" y="477699"/>
                  </a:lnTo>
                  <a:lnTo>
                    <a:pt x="206053" y="479591"/>
                  </a:lnTo>
                  <a:lnTo>
                    <a:pt x="204125" y="479742"/>
                  </a:lnTo>
                  <a:lnTo>
                    <a:pt x="181318" y="481500"/>
                  </a:lnTo>
                  <a:lnTo>
                    <a:pt x="176809" y="481851"/>
                  </a:lnTo>
                  <a:lnTo>
                    <a:pt x="161668" y="483011"/>
                  </a:lnTo>
                  <a:lnTo>
                    <a:pt x="149263" y="483915"/>
                  </a:lnTo>
                  <a:lnTo>
                    <a:pt x="145935" y="484155"/>
                  </a:lnTo>
                  <a:lnTo>
                    <a:pt x="123808" y="485717"/>
                  </a:lnTo>
                  <a:lnTo>
                    <a:pt x="114638" y="486396"/>
                  </a:lnTo>
                  <a:lnTo>
                    <a:pt x="113821" y="486456"/>
                  </a:lnTo>
                  <a:lnTo>
                    <a:pt x="88841" y="488256"/>
                  </a:lnTo>
                  <a:lnTo>
                    <a:pt x="87737" y="470017"/>
                  </a:lnTo>
                  <a:lnTo>
                    <a:pt x="86820" y="455673"/>
                  </a:lnTo>
                  <a:lnTo>
                    <a:pt x="86330" y="448012"/>
                  </a:lnTo>
                  <a:lnTo>
                    <a:pt x="85489" y="434392"/>
                  </a:lnTo>
                  <a:lnTo>
                    <a:pt x="84508" y="419445"/>
                  </a:lnTo>
                  <a:lnTo>
                    <a:pt x="81162" y="416976"/>
                  </a:lnTo>
                  <a:lnTo>
                    <a:pt x="73474" y="416795"/>
                  </a:lnTo>
                  <a:lnTo>
                    <a:pt x="68973" y="415222"/>
                  </a:lnTo>
                  <a:lnTo>
                    <a:pt x="65860" y="418239"/>
                  </a:lnTo>
                  <a:lnTo>
                    <a:pt x="63067" y="417636"/>
                  </a:lnTo>
                  <a:lnTo>
                    <a:pt x="56112" y="419693"/>
                  </a:lnTo>
                  <a:lnTo>
                    <a:pt x="52322" y="419609"/>
                  </a:lnTo>
                  <a:lnTo>
                    <a:pt x="50692" y="421098"/>
                  </a:lnTo>
                  <a:lnTo>
                    <a:pt x="46940" y="420170"/>
                  </a:lnTo>
                  <a:lnTo>
                    <a:pt x="43481" y="418877"/>
                  </a:lnTo>
                  <a:lnTo>
                    <a:pt x="35764" y="411505"/>
                  </a:lnTo>
                  <a:lnTo>
                    <a:pt x="35067" y="391923"/>
                  </a:lnTo>
                  <a:lnTo>
                    <a:pt x="34419" y="372247"/>
                  </a:lnTo>
                  <a:lnTo>
                    <a:pt x="34081" y="362030"/>
                  </a:lnTo>
                  <a:lnTo>
                    <a:pt x="33303" y="339929"/>
                  </a:lnTo>
                  <a:lnTo>
                    <a:pt x="32525" y="317975"/>
                  </a:lnTo>
                  <a:lnTo>
                    <a:pt x="31855" y="298799"/>
                  </a:lnTo>
                  <a:lnTo>
                    <a:pt x="31274" y="282269"/>
                  </a:lnTo>
                  <a:lnTo>
                    <a:pt x="30886" y="270077"/>
                  </a:lnTo>
                  <a:lnTo>
                    <a:pt x="30215" y="249114"/>
                  </a:lnTo>
                  <a:lnTo>
                    <a:pt x="30046" y="243468"/>
                  </a:lnTo>
                  <a:lnTo>
                    <a:pt x="28817" y="202903"/>
                  </a:lnTo>
                  <a:lnTo>
                    <a:pt x="28701" y="199115"/>
                  </a:lnTo>
                  <a:lnTo>
                    <a:pt x="28376" y="186952"/>
                  </a:lnTo>
                  <a:lnTo>
                    <a:pt x="27966" y="184654"/>
                  </a:lnTo>
                  <a:lnTo>
                    <a:pt x="27847" y="183992"/>
                  </a:lnTo>
                  <a:lnTo>
                    <a:pt x="25458" y="170612"/>
                  </a:lnTo>
                  <a:lnTo>
                    <a:pt x="21875" y="152401"/>
                  </a:lnTo>
                  <a:lnTo>
                    <a:pt x="18831" y="136901"/>
                  </a:lnTo>
                  <a:lnTo>
                    <a:pt x="18603" y="135738"/>
                  </a:lnTo>
                  <a:lnTo>
                    <a:pt x="12947" y="107547"/>
                  </a:lnTo>
                  <a:lnTo>
                    <a:pt x="9979" y="92874"/>
                  </a:lnTo>
                  <a:lnTo>
                    <a:pt x="8427" y="85188"/>
                  </a:lnTo>
                  <a:lnTo>
                    <a:pt x="4853" y="674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756680" y="3265497"/>
              <a:ext cx="556005" cy="256609"/>
            </a:xfrm>
            <a:custGeom>
              <a:avLst/>
              <a:pathLst>
                <a:path w="556005" h="256609">
                  <a:moveTo>
                    <a:pt x="454" y="157412"/>
                  </a:moveTo>
                  <a:lnTo>
                    <a:pt x="1147" y="143750"/>
                  </a:lnTo>
                  <a:lnTo>
                    <a:pt x="1615" y="134146"/>
                  </a:lnTo>
                  <a:lnTo>
                    <a:pt x="2274" y="119878"/>
                  </a:lnTo>
                  <a:lnTo>
                    <a:pt x="2465" y="115755"/>
                  </a:lnTo>
                  <a:lnTo>
                    <a:pt x="2796" y="108733"/>
                  </a:lnTo>
                  <a:lnTo>
                    <a:pt x="3534" y="93072"/>
                  </a:lnTo>
                  <a:lnTo>
                    <a:pt x="4017" y="83370"/>
                  </a:lnTo>
                  <a:lnTo>
                    <a:pt x="4077" y="82153"/>
                  </a:lnTo>
                  <a:lnTo>
                    <a:pt x="5013" y="62653"/>
                  </a:lnTo>
                  <a:lnTo>
                    <a:pt x="6002" y="41786"/>
                  </a:lnTo>
                  <a:lnTo>
                    <a:pt x="6481" y="32455"/>
                  </a:lnTo>
                  <a:lnTo>
                    <a:pt x="6564" y="30857"/>
                  </a:lnTo>
                  <a:lnTo>
                    <a:pt x="8031" y="0"/>
                  </a:lnTo>
                  <a:lnTo>
                    <a:pt x="41480" y="1533"/>
                  </a:lnTo>
                  <a:lnTo>
                    <a:pt x="43249" y="1608"/>
                  </a:lnTo>
                  <a:lnTo>
                    <a:pt x="72281" y="2802"/>
                  </a:lnTo>
                  <a:lnTo>
                    <a:pt x="85013" y="3272"/>
                  </a:lnTo>
                  <a:lnTo>
                    <a:pt x="108434" y="4052"/>
                  </a:lnTo>
                  <a:lnTo>
                    <a:pt x="128357" y="4640"/>
                  </a:lnTo>
                  <a:lnTo>
                    <a:pt x="180566" y="5803"/>
                  </a:lnTo>
                  <a:lnTo>
                    <a:pt x="194474" y="6021"/>
                  </a:lnTo>
                  <a:lnTo>
                    <a:pt x="243491" y="6343"/>
                  </a:lnTo>
                  <a:lnTo>
                    <a:pt x="264783" y="6334"/>
                  </a:lnTo>
                  <a:lnTo>
                    <a:pt x="284095" y="6259"/>
                  </a:lnTo>
                  <a:lnTo>
                    <a:pt x="301184" y="6130"/>
                  </a:lnTo>
                  <a:lnTo>
                    <a:pt x="326024" y="5839"/>
                  </a:lnTo>
                  <a:lnTo>
                    <a:pt x="347378" y="5467"/>
                  </a:lnTo>
                  <a:lnTo>
                    <a:pt x="348631" y="8370"/>
                  </a:lnTo>
                  <a:lnTo>
                    <a:pt x="351400" y="11185"/>
                  </a:lnTo>
                  <a:lnTo>
                    <a:pt x="354358" y="12032"/>
                  </a:lnTo>
                  <a:lnTo>
                    <a:pt x="359200" y="14601"/>
                  </a:lnTo>
                  <a:lnTo>
                    <a:pt x="360945" y="15525"/>
                  </a:lnTo>
                  <a:lnTo>
                    <a:pt x="363913" y="16619"/>
                  </a:lnTo>
                  <a:lnTo>
                    <a:pt x="368809" y="18182"/>
                  </a:lnTo>
                  <a:lnTo>
                    <a:pt x="369088" y="18270"/>
                  </a:lnTo>
                  <a:lnTo>
                    <a:pt x="371804" y="20844"/>
                  </a:lnTo>
                  <a:lnTo>
                    <a:pt x="376161" y="24441"/>
                  </a:lnTo>
                  <a:lnTo>
                    <a:pt x="381356" y="23861"/>
                  </a:lnTo>
                  <a:lnTo>
                    <a:pt x="384063" y="21347"/>
                  </a:lnTo>
                  <a:lnTo>
                    <a:pt x="385672" y="16810"/>
                  </a:lnTo>
                  <a:lnTo>
                    <a:pt x="386804" y="15742"/>
                  </a:lnTo>
                  <a:lnTo>
                    <a:pt x="390286" y="16242"/>
                  </a:lnTo>
                  <a:lnTo>
                    <a:pt x="396461" y="17259"/>
                  </a:lnTo>
                  <a:lnTo>
                    <a:pt x="400459" y="16476"/>
                  </a:lnTo>
                  <a:lnTo>
                    <a:pt x="402664" y="16042"/>
                  </a:lnTo>
                  <a:lnTo>
                    <a:pt x="407771" y="16097"/>
                  </a:lnTo>
                  <a:lnTo>
                    <a:pt x="409681" y="16352"/>
                  </a:lnTo>
                  <a:lnTo>
                    <a:pt x="411695" y="16620"/>
                  </a:lnTo>
                  <a:lnTo>
                    <a:pt x="413794" y="14893"/>
                  </a:lnTo>
                  <a:lnTo>
                    <a:pt x="418466" y="15582"/>
                  </a:lnTo>
                  <a:lnTo>
                    <a:pt x="420833" y="14687"/>
                  </a:lnTo>
                  <a:lnTo>
                    <a:pt x="424798" y="15601"/>
                  </a:lnTo>
                  <a:lnTo>
                    <a:pt x="426354" y="18307"/>
                  </a:lnTo>
                  <a:lnTo>
                    <a:pt x="429429" y="20586"/>
                  </a:lnTo>
                  <a:lnTo>
                    <a:pt x="431554" y="22158"/>
                  </a:lnTo>
                  <a:lnTo>
                    <a:pt x="438109" y="22718"/>
                  </a:lnTo>
                  <a:lnTo>
                    <a:pt x="438692" y="23191"/>
                  </a:lnTo>
                  <a:lnTo>
                    <a:pt x="441851" y="25749"/>
                  </a:lnTo>
                  <a:lnTo>
                    <a:pt x="445434" y="24840"/>
                  </a:lnTo>
                  <a:lnTo>
                    <a:pt x="451638" y="27371"/>
                  </a:lnTo>
                  <a:lnTo>
                    <a:pt x="451995" y="27517"/>
                  </a:lnTo>
                  <a:lnTo>
                    <a:pt x="453550" y="30448"/>
                  </a:lnTo>
                  <a:lnTo>
                    <a:pt x="458508" y="30572"/>
                  </a:lnTo>
                  <a:lnTo>
                    <a:pt x="457974" y="35225"/>
                  </a:lnTo>
                  <a:lnTo>
                    <a:pt x="461204" y="38216"/>
                  </a:lnTo>
                  <a:lnTo>
                    <a:pt x="463231" y="41422"/>
                  </a:lnTo>
                  <a:lnTo>
                    <a:pt x="464314" y="43134"/>
                  </a:lnTo>
                  <a:lnTo>
                    <a:pt x="469614" y="42565"/>
                  </a:lnTo>
                  <a:lnTo>
                    <a:pt x="471176" y="44797"/>
                  </a:lnTo>
                  <a:lnTo>
                    <a:pt x="474584" y="43991"/>
                  </a:lnTo>
                  <a:lnTo>
                    <a:pt x="478640" y="46233"/>
                  </a:lnTo>
                  <a:lnTo>
                    <a:pt x="476944" y="50557"/>
                  </a:lnTo>
                  <a:lnTo>
                    <a:pt x="477441" y="56681"/>
                  </a:lnTo>
                  <a:lnTo>
                    <a:pt x="481104" y="61246"/>
                  </a:lnTo>
                  <a:lnTo>
                    <a:pt x="482148" y="62545"/>
                  </a:lnTo>
                  <a:lnTo>
                    <a:pt x="482295" y="66376"/>
                  </a:lnTo>
                  <a:lnTo>
                    <a:pt x="482255" y="66718"/>
                  </a:lnTo>
                  <a:lnTo>
                    <a:pt x="481778" y="70758"/>
                  </a:lnTo>
                  <a:lnTo>
                    <a:pt x="486853" y="74980"/>
                  </a:lnTo>
                  <a:lnTo>
                    <a:pt x="486852" y="80530"/>
                  </a:lnTo>
                  <a:lnTo>
                    <a:pt x="489998" y="82442"/>
                  </a:lnTo>
                  <a:lnTo>
                    <a:pt x="495829" y="86187"/>
                  </a:lnTo>
                  <a:lnTo>
                    <a:pt x="494427" y="91654"/>
                  </a:lnTo>
                  <a:lnTo>
                    <a:pt x="496600" y="95229"/>
                  </a:lnTo>
                  <a:lnTo>
                    <a:pt x="497874" y="97323"/>
                  </a:lnTo>
                  <a:lnTo>
                    <a:pt x="500756" y="101145"/>
                  </a:lnTo>
                  <a:lnTo>
                    <a:pt x="499594" y="107124"/>
                  </a:lnTo>
                  <a:lnTo>
                    <a:pt x="498502" y="110996"/>
                  </a:lnTo>
                  <a:lnTo>
                    <a:pt x="498311" y="111671"/>
                  </a:lnTo>
                  <a:lnTo>
                    <a:pt x="498109" y="116285"/>
                  </a:lnTo>
                  <a:lnTo>
                    <a:pt x="499951" y="120581"/>
                  </a:lnTo>
                  <a:lnTo>
                    <a:pt x="500786" y="123292"/>
                  </a:lnTo>
                  <a:lnTo>
                    <a:pt x="505436" y="121746"/>
                  </a:lnTo>
                  <a:lnTo>
                    <a:pt x="506273" y="124809"/>
                  </a:lnTo>
                  <a:lnTo>
                    <a:pt x="507111" y="127873"/>
                  </a:lnTo>
                  <a:lnTo>
                    <a:pt x="510947" y="128856"/>
                  </a:lnTo>
                  <a:lnTo>
                    <a:pt x="510909" y="134360"/>
                  </a:lnTo>
                  <a:lnTo>
                    <a:pt x="510898" y="136024"/>
                  </a:lnTo>
                  <a:lnTo>
                    <a:pt x="511283" y="140011"/>
                  </a:lnTo>
                  <a:lnTo>
                    <a:pt x="513688" y="143563"/>
                  </a:lnTo>
                  <a:lnTo>
                    <a:pt x="512517" y="146993"/>
                  </a:lnTo>
                  <a:lnTo>
                    <a:pt x="512797" y="150875"/>
                  </a:lnTo>
                  <a:lnTo>
                    <a:pt x="512839" y="151460"/>
                  </a:lnTo>
                  <a:lnTo>
                    <a:pt x="516151" y="151068"/>
                  </a:lnTo>
                  <a:lnTo>
                    <a:pt x="515939" y="153320"/>
                  </a:lnTo>
                  <a:lnTo>
                    <a:pt x="515656" y="156312"/>
                  </a:lnTo>
                  <a:lnTo>
                    <a:pt x="516127" y="159734"/>
                  </a:lnTo>
                  <a:lnTo>
                    <a:pt x="516192" y="162295"/>
                  </a:lnTo>
                  <a:lnTo>
                    <a:pt x="516266" y="165256"/>
                  </a:lnTo>
                  <a:lnTo>
                    <a:pt x="518814" y="168893"/>
                  </a:lnTo>
                  <a:lnTo>
                    <a:pt x="518413" y="172900"/>
                  </a:lnTo>
                  <a:lnTo>
                    <a:pt x="519723" y="175072"/>
                  </a:lnTo>
                  <a:lnTo>
                    <a:pt x="520275" y="175987"/>
                  </a:lnTo>
                  <a:lnTo>
                    <a:pt x="518510" y="179512"/>
                  </a:lnTo>
                  <a:lnTo>
                    <a:pt x="519216" y="184711"/>
                  </a:lnTo>
                  <a:lnTo>
                    <a:pt x="515955" y="188782"/>
                  </a:lnTo>
                  <a:lnTo>
                    <a:pt x="518871" y="193126"/>
                  </a:lnTo>
                  <a:lnTo>
                    <a:pt x="523051" y="195367"/>
                  </a:lnTo>
                  <a:lnTo>
                    <a:pt x="525365" y="199423"/>
                  </a:lnTo>
                  <a:lnTo>
                    <a:pt x="524361" y="200992"/>
                  </a:lnTo>
                  <a:lnTo>
                    <a:pt x="525145" y="205904"/>
                  </a:lnTo>
                  <a:lnTo>
                    <a:pt x="527857" y="205662"/>
                  </a:lnTo>
                  <a:lnTo>
                    <a:pt x="527999" y="205944"/>
                  </a:lnTo>
                  <a:lnTo>
                    <a:pt x="529239" y="208401"/>
                  </a:lnTo>
                  <a:lnTo>
                    <a:pt x="530024" y="210889"/>
                  </a:lnTo>
                  <a:lnTo>
                    <a:pt x="532526" y="216379"/>
                  </a:lnTo>
                  <a:lnTo>
                    <a:pt x="533185" y="218832"/>
                  </a:lnTo>
                  <a:lnTo>
                    <a:pt x="532561" y="222530"/>
                  </a:lnTo>
                  <a:lnTo>
                    <a:pt x="536121" y="223409"/>
                  </a:lnTo>
                  <a:lnTo>
                    <a:pt x="539089" y="224810"/>
                  </a:lnTo>
                  <a:lnTo>
                    <a:pt x="539529" y="227023"/>
                  </a:lnTo>
                  <a:lnTo>
                    <a:pt x="539556" y="227158"/>
                  </a:lnTo>
                  <a:lnTo>
                    <a:pt x="539617" y="227466"/>
                  </a:lnTo>
                  <a:lnTo>
                    <a:pt x="544471" y="229125"/>
                  </a:lnTo>
                  <a:lnTo>
                    <a:pt x="544138" y="233120"/>
                  </a:lnTo>
                  <a:lnTo>
                    <a:pt x="547463" y="236910"/>
                  </a:lnTo>
                  <a:lnTo>
                    <a:pt x="550030" y="239508"/>
                  </a:lnTo>
                  <a:lnTo>
                    <a:pt x="548890" y="242787"/>
                  </a:lnTo>
                  <a:lnTo>
                    <a:pt x="551110" y="246236"/>
                  </a:lnTo>
                  <a:lnTo>
                    <a:pt x="553285" y="245931"/>
                  </a:lnTo>
                  <a:lnTo>
                    <a:pt x="556005" y="248228"/>
                  </a:lnTo>
                  <a:lnTo>
                    <a:pt x="553984" y="248340"/>
                  </a:lnTo>
                  <a:lnTo>
                    <a:pt x="525543" y="249829"/>
                  </a:lnTo>
                  <a:lnTo>
                    <a:pt x="525317" y="249841"/>
                  </a:lnTo>
                  <a:lnTo>
                    <a:pt x="511078" y="250527"/>
                  </a:lnTo>
                  <a:lnTo>
                    <a:pt x="510220" y="250567"/>
                  </a:lnTo>
                  <a:lnTo>
                    <a:pt x="501886" y="250979"/>
                  </a:lnTo>
                  <a:lnTo>
                    <a:pt x="496457" y="251213"/>
                  </a:lnTo>
                  <a:lnTo>
                    <a:pt x="482090" y="251824"/>
                  </a:lnTo>
                  <a:lnTo>
                    <a:pt x="481691" y="251840"/>
                  </a:lnTo>
                  <a:lnTo>
                    <a:pt x="460197" y="252680"/>
                  </a:lnTo>
                  <a:lnTo>
                    <a:pt x="455841" y="252839"/>
                  </a:lnTo>
                  <a:lnTo>
                    <a:pt x="453115" y="252941"/>
                  </a:lnTo>
                  <a:lnTo>
                    <a:pt x="447177" y="253158"/>
                  </a:lnTo>
                  <a:lnTo>
                    <a:pt x="424127" y="253901"/>
                  </a:lnTo>
                  <a:lnTo>
                    <a:pt x="421141" y="253990"/>
                  </a:lnTo>
                  <a:lnTo>
                    <a:pt x="398004" y="254648"/>
                  </a:lnTo>
                  <a:lnTo>
                    <a:pt x="395164" y="254722"/>
                  </a:lnTo>
                  <a:lnTo>
                    <a:pt x="388099" y="254899"/>
                  </a:lnTo>
                  <a:lnTo>
                    <a:pt x="378863" y="255116"/>
                  </a:lnTo>
                  <a:lnTo>
                    <a:pt x="366183" y="255392"/>
                  </a:lnTo>
                  <a:lnTo>
                    <a:pt x="351424" y="255676"/>
                  </a:lnTo>
                  <a:lnTo>
                    <a:pt x="344423" y="255796"/>
                  </a:lnTo>
                  <a:lnTo>
                    <a:pt x="337209" y="255917"/>
                  </a:lnTo>
                  <a:lnTo>
                    <a:pt x="315388" y="256224"/>
                  </a:lnTo>
                  <a:lnTo>
                    <a:pt x="314198" y="256238"/>
                  </a:lnTo>
                  <a:lnTo>
                    <a:pt x="308206" y="256303"/>
                  </a:lnTo>
                  <a:lnTo>
                    <a:pt x="287535" y="256474"/>
                  </a:lnTo>
                  <a:lnTo>
                    <a:pt x="279621" y="256537"/>
                  </a:lnTo>
                  <a:lnTo>
                    <a:pt x="279434" y="256538"/>
                  </a:lnTo>
                  <a:lnTo>
                    <a:pt x="267572" y="256609"/>
                  </a:lnTo>
                  <a:lnTo>
                    <a:pt x="244227" y="256596"/>
                  </a:lnTo>
                  <a:lnTo>
                    <a:pt x="243215" y="256594"/>
                  </a:lnTo>
                  <a:lnTo>
                    <a:pt x="225057" y="256505"/>
                  </a:lnTo>
                  <a:lnTo>
                    <a:pt x="208285" y="256339"/>
                  </a:lnTo>
                  <a:lnTo>
                    <a:pt x="207004" y="256324"/>
                  </a:lnTo>
                  <a:lnTo>
                    <a:pt x="187690" y="256112"/>
                  </a:lnTo>
                  <a:lnTo>
                    <a:pt x="172722" y="255878"/>
                  </a:lnTo>
                  <a:lnTo>
                    <a:pt x="170798" y="255847"/>
                  </a:lnTo>
                  <a:lnTo>
                    <a:pt x="165225" y="255754"/>
                  </a:lnTo>
                  <a:lnTo>
                    <a:pt x="156819" y="255602"/>
                  </a:lnTo>
                  <a:lnTo>
                    <a:pt x="138253" y="255196"/>
                  </a:lnTo>
                  <a:lnTo>
                    <a:pt x="124190" y="254855"/>
                  </a:lnTo>
                  <a:lnTo>
                    <a:pt x="124882" y="226869"/>
                  </a:lnTo>
                  <a:lnTo>
                    <a:pt x="124903" y="225964"/>
                  </a:lnTo>
                  <a:lnTo>
                    <a:pt x="125084" y="218385"/>
                  </a:lnTo>
                  <a:lnTo>
                    <a:pt x="125597" y="196887"/>
                  </a:lnTo>
                  <a:lnTo>
                    <a:pt x="125701" y="192542"/>
                  </a:lnTo>
                  <a:lnTo>
                    <a:pt x="126180" y="171437"/>
                  </a:lnTo>
                  <a:lnTo>
                    <a:pt x="94327" y="170560"/>
                  </a:lnTo>
                  <a:lnTo>
                    <a:pt x="90276" y="170432"/>
                  </a:lnTo>
                  <a:lnTo>
                    <a:pt x="88231" y="170367"/>
                  </a:lnTo>
                  <a:lnTo>
                    <a:pt x="61557" y="169437"/>
                  </a:lnTo>
                  <a:lnTo>
                    <a:pt x="42270" y="168708"/>
                  </a:lnTo>
                  <a:lnTo>
                    <a:pt x="30166" y="168214"/>
                  </a:lnTo>
                  <a:lnTo>
                    <a:pt x="0" y="16684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40798" y="2520671"/>
              <a:ext cx="116653" cy="247805"/>
            </a:xfrm>
            <a:custGeom>
              <a:avLst/>
              <a:pathLst>
                <a:path w="116653" h="247805">
                  <a:moveTo>
                    <a:pt x="11595" y="238094"/>
                  </a:moveTo>
                  <a:lnTo>
                    <a:pt x="12164" y="234875"/>
                  </a:lnTo>
                  <a:lnTo>
                    <a:pt x="10473" y="230057"/>
                  </a:lnTo>
                  <a:lnTo>
                    <a:pt x="12487" y="228127"/>
                  </a:lnTo>
                  <a:lnTo>
                    <a:pt x="14283" y="223982"/>
                  </a:lnTo>
                  <a:lnTo>
                    <a:pt x="12090" y="220981"/>
                  </a:lnTo>
                  <a:lnTo>
                    <a:pt x="12482" y="216803"/>
                  </a:lnTo>
                  <a:lnTo>
                    <a:pt x="9543" y="211495"/>
                  </a:lnTo>
                  <a:lnTo>
                    <a:pt x="9402" y="210810"/>
                  </a:lnTo>
                  <a:lnTo>
                    <a:pt x="8419" y="206018"/>
                  </a:lnTo>
                  <a:lnTo>
                    <a:pt x="8321" y="204376"/>
                  </a:lnTo>
                  <a:lnTo>
                    <a:pt x="8151" y="201526"/>
                  </a:lnTo>
                  <a:lnTo>
                    <a:pt x="7628" y="196292"/>
                  </a:lnTo>
                  <a:lnTo>
                    <a:pt x="5744" y="192937"/>
                  </a:lnTo>
                  <a:lnTo>
                    <a:pt x="3874" y="181177"/>
                  </a:lnTo>
                  <a:lnTo>
                    <a:pt x="1598" y="174313"/>
                  </a:lnTo>
                  <a:lnTo>
                    <a:pt x="3398" y="170658"/>
                  </a:lnTo>
                  <a:lnTo>
                    <a:pt x="3557" y="170333"/>
                  </a:lnTo>
                  <a:lnTo>
                    <a:pt x="2917" y="159891"/>
                  </a:lnTo>
                  <a:lnTo>
                    <a:pt x="5470" y="155199"/>
                  </a:lnTo>
                  <a:lnTo>
                    <a:pt x="5706" y="153852"/>
                  </a:lnTo>
                  <a:lnTo>
                    <a:pt x="6332" y="150272"/>
                  </a:lnTo>
                  <a:lnTo>
                    <a:pt x="5201" y="144459"/>
                  </a:lnTo>
                  <a:lnTo>
                    <a:pt x="6718" y="136656"/>
                  </a:lnTo>
                  <a:lnTo>
                    <a:pt x="4813" y="133288"/>
                  </a:lnTo>
                  <a:lnTo>
                    <a:pt x="5971" y="128791"/>
                  </a:lnTo>
                  <a:lnTo>
                    <a:pt x="6199" y="122165"/>
                  </a:lnTo>
                  <a:lnTo>
                    <a:pt x="3505" y="117730"/>
                  </a:lnTo>
                  <a:lnTo>
                    <a:pt x="2318" y="115776"/>
                  </a:lnTo>
                  <a:lnTo>
                    <a:pt x="897" y="110378"/>
                  </a:lnTo>
                  <a:lnTo>
                    <a:pt x="0" y="106404"/>
                  </a:lnTo>
                  <a:lnTo>
                    <a:pt x="1591" y="102676"/>
                  </a:lnTo>
                  <a:lnTo>
                    <a:pt x="4550" y="100354"/>
                  </a:lnTo>
                  <a:lnTo>
                    <a:pt x="8615" y="98886"/>
                  </a:lnTo>
                  <a:lnTo>
                    <a:pt x="10526" y="97185"/>
                  </a:lnTo>
                  <a:lnTo>
                    <a:pt x="11480" y="96334"/>
                  </a:lnTo>
                  <a:lnTo>
                    <a:pt x="12414" y="91504"/>
                  </a:lnTo>
                  <a:lnTo>
                    <a:pt x="13201" y="90851"/>
                  </a:lnTo>
                  <a:lnTo>
                    <a:pt x="16883" y="87787"/>
                  </a:lnTo>
                  <a:lnTo>
                    <a:pt x="18023" y="82800"/>
                  </a:lnTo>
                  <a:lnTo>
                    <a:pt x="20899" y="78570"/>
                  </a:lnTo>
                  <a:lnTo>
                    <a:pt x="19022" y="74861"/>
                  </a:lnTo>
                  <a:lnTo>
                    <a:pt x="20572" y="71267"/>
                  </a:lnTo>
                  <a:lnTo>
                    <a:pt x="18700" y="67341"/>
                  </a:lnTo>
                  <a:lnTo>
                    <a:pt x="15638" y="64873"/>
                  </a:lnTo>
                  <a:lnTo>
                    <a:pt x="10681" y="58889"/>
                  </a:lnTo>
                  <a:lnTo>
                    <a:pt x="12179" y="52764"/>
                  </a:lnTo>
                  <a:lnTo>
                    <a:pt x="12640" y="45351"/>
                  </a:lnTo>
                  <a:lnTo>
                    <a:pt x="13304" y="42126"/>
                  </a:lnTo>
                  <a:lnTo>
                    <a:pt x="9184" y="37525"/>
                  </a:lnTo>
                  <a:lnTo>
                    <a:pt x="9795" y="33713"/>
                  </a:lnTo>
                  <a:lnTo>
                    <a:pt x="8218" y="28914"/>
                  </a:lnTo>
                  <a:lnTo>
                    <a:pt x="9866" y="24515"/>
                  </a:lnTo>
                  <a:lnTo>
                    <a:pt x="9670" y="18691"/>
                  </a:lnTo>
                  <a:lnTo>
                    <a:pt x="9585" y="16069"/>
                  </a:lnTo>
                  <a:lnTo>
                    <a:pt x="6431" y="13343"/>
                  </a:lnTo>
                  <a:lnTo>
                    <a:pt x="9944" y="9052"/>
                  </a:lnTo>
                  <a:lnTo>
                    <a:pt x="13357" y="4667"/>
                  </a:lnTo>
                  <a:lnTo>
                    <a:pt x="16655" y="6659"/>
                  </a:lnTo>
                  <a:lnTo>
                    <a:pt x="21046" y="7582"/>
                  </a:lnTo>
                  <a:lnTo>
                    <a:pt x="23460" y="6476"/>
                  </a:lnTo>
                  <a:lnTo>
                    <a:pt x="23954" y="2512"/>
                  </a:lnTo>
                  <a:lnTo>
                    <a:pt x="24682" y="0"/>
                  </a:lnTo>
                  <a:lnTo>
                    <a:pt x="35732" y="25119"/>
                  </a:lnTo>
                  <a:lnTo>
                    <a:pt x="45174" y="46831"/>
                  </a:lnTo>
                  <a:lnTo>
                    <a:pt x="53326" y="66431"/>
                  </a:lnTo>
                  <a:lnTo>
                    <a:pt x="60162" y="82860"/>
                  </a:lnTo>
                  <a:lnTo>
                    <a:pt x="60746" y="84266"/>
                  </a:lnTo>
                  <a:lnTo>
                    <a:pt x="61644" y="86427"/>
                  </a:lnTo>
                  <a:lnTo>
                    <a:pt x="67212" y="100235"/>
                  </a:lnTo>
                  <a:lnTo>
                    <a:pt x="75722" y="121352"/>
                  </a:lnTo>
                  <a:lnTo>
                    <a:pt x="77306" y="125191"/>
                  </a:lnTo>
                  <a:lnTo>
                    <a:pt x="80454" y="132825"/>
                  </a:lnTo>
                  <a:lnTo>
                    <a:pt x="85023" y="143633"/>
                  </a:lnTo>
                  <a:lnTo>
                    <a:pt x="86473" y="145963"/>
                  </a:lnTo>
                  <a:lnTo>
                    <a:pt x="87943" y="148323"/>
                  </a:lnTo>
                  <a:lnTo>
                    <a:pt x="89614" y="155418"/>
                  </a:lnTo>
                  <a:lnTo>
                    <a:pt x="90287" y="160255"/>
                  </a:lnTo>
                  <a:lnTo>
                    <a:pt x="95439" y="163217"/>
                  </a:lnTo>
                  <a:lnTo>
                    <a:pt x="100161" y="166654"/>
                  </a:lnTo>
                  <a:lnTo>
                    <a:pt x="105313" y="169759"/>
                  </a:lnTo>
                  <a:lnTo>
                    <a:pt x="105777" y="173192"/>
                  </a:lnTo>
                  <a:lnTo>
                    <a:pt x="107137" y="177532"/>
                  </a:lnTo>
                  <a:lnTo>
                    <a:pt x="107825" y="177831"/>
                  </a:lnTo>
                  <a:lnTo>
                    <a:pt x="112907" y="180033"/>
                  </a:lnTo>
                  <a:lnTo>
                    <a:pt x="116653" y="180528"/>
                  </a:lnTo>
                  <a:lnTo>
                    <a:pt x="116238" y="185267"/>
                  </a:lnTo>
                  <a:lnTo>
                    <a:pt x="115603" y="189055"/>
                  </a:lnTo>
                  <a:lnTo>
                    <a:pt x="115181" y="194124"/>
                  </a:lnTo>
                  <a:lnTo>
                    <a:pt x="115255" y="194858"/>
                  </a:lnTo>
                  <a:lnTo>
                    <a:pt x="115467" y="196965"/>
                  </a:lnTo>
                  <a:lnTo>
                    <a:pt x="115664" y="198936"/>
                  </a:lnTo>
                  <a:lnTo>
                    <a:pt x="112895" y="200193"/>
                  </a:lnTo>
                  <a:lnTo>
                    <a:pt x="108516" y="200492"/>
                  </a:lnTo>
                  <a:lnTo>
                    <a:pt x="106861" y="202622"/>
                  </a:lnTo>
                  <a:lnTo>
                    <a:pt x="103299" y="204929"/>
                  </a:lnTo>
                  <a:lnTo>
                    <a:pt x="103104" y="207692"/>
                  </a:lnTo>
                  <a:lnTo>
                    <a:pt x="102931" y="210135"/>
                  </a:lnTo>
                  <a:lnTo>
                    <a:pt x="99641" y="210846"/>
                  </a:lnTo>
                  <a:lnTo>
                    <a:pt x="97538" y="211299"/>
                  </a:lnTo>
                  <a:lnTo>
                    <a:pt x="96111" y="214217"/>
                  </a:lnTo>
                  <a:lnTo>
                    <a:pt x="97974" y="218603"/>
                  </a:lnTo>
                  <a:lnTo>
                    <a:pt x="94195" y="220129"/>
                  </a:lnTo>
                  <a:lnTo>
                    <a:pt x="93587" y="220374"/>
                  </a:lnTo>
                  <a:lnTo>
                    <a:pt x="92459" y="224574"/>
                  </a:lnTo>
                  <a:lnTo>
                    <a:pt x="88963" y="225776"/>
                  </a:lnTo>
                  <a:lnTo>
                    <a:pt x="71684" y="231582"/>
                  </a:lnTo>
                  <a:lnTo>
                    <a:pt x="65023" y="233820"/>
                  </a:lnTo>
                  <a:lnTo>
                    <a:pt x="55697" y="236856"/>
                  </a:lnTo>
                  <a:lnTo>
                    <a:pt x="53851" y="237455"/>
                  </a:lnTo>
                  <a:lnTo>
                    <a:pt x="42742" y="241041"/>
                  </a:lnTo>
                  <a:lnTo>
                    <a:pt x="41920" y="241305"/>
                  </a:lnTo>
                  <a:lnTo>
                    <a:pt x="32236" y="244401"/>
                  </a:lnTo>
                  <a:lnTo>
                    <a:pt x="21507" y="247805"/>
                  </a:lnTo>
                  <a:lnTo>
                    <a:pt x="19361" y="245302"/>
                  </a:lnTo>
                  <a:lnTo>
                    <a:pt x="14363" y="24294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26556" y="3135878"/>
              <a:ext cx="53078" cy="116419"/>
            </a:xfrm>
            <a:custGeom>
              <a:avLst/>
              <a:pathLst>
                <a:path w="53078" h="116419">
                  <a:moveTo>
                    <a:pt x="3657" y="90356"/>
                  </a:moveTo>
                  <a:lnTo>
                    <a:pt x="4280" y="89275"/>
                  </a:lnTo>
                  <a:lnTo>
                    <a:pt x="4650" y="87174"/>
                  </a:lnTo>
                  <a:lnTo>
                    <a:pt x="5389" y="85468"/>
                  </a:lnTo>
                  <a:lnTo>
                    <a:pt x="5342" y="82889"/>
                  </a:lnTo>
                  <a:lnTo>
                    <a:pt x="6412" y="80711"/>
                  </a:lnTo>
                  <a:lnTo>
                    <a:pt x="6535" y="80532"/>
                  </a:lnTo>
                  <a:lnTo>
                    <a:pt x="8385" y="77838"/>
                  </a:lnTo>
                  <a:lnTo>
                    <a:pt x="10047" y="77180"/>
                  </a:lnTo>
                  <a:lnTo>
                    <a:pt x="11230" y="76494"/>
                  </a:lnTo>
                  <a:lnTo>
                    <a:pt x="12417" y="75805"/>
                  </a:lnTo>
                  <a:lnTo>
                    <a:pt x="12682" y="75450"/>
                  </a:lnTo>
                  <a:lnTo>
                    <a:pt x="13463" y="74407"/>
                  </a:lnTo>
                  <a:lnTo>
                    <a:pt x="14777" y="73374"/>
                  </a:lnTo>
                  <a:lnTo>
                    <a:pt x="15006" y="73193"/>
                  </a:lnTo>
                  <a:lnTo>
                    <a:pt x="14719" y="72326"/>
                  </a:lnTo>
                  <a:lnTo>
                    <a:pt x="14284" y="71012"/>
                  </a:lnTo>
                  <a:lnTo>
                    <a:pt x="14225" y="70836"/>
                  </a:lnTo>
                  <a:lnTo>
                    <a:pt x="14551" y="69796"/>
                  </a:lnTo>
                  <a:lnTo>
                    <a:pt x="16284" y="67861"/>
                  </a:lnTo>
                  <a:lnTo>
                    <a:pt x="18080" y="64997"/>
                  </a:lnTo>
                  <a:lnTo>
                    <a:pt x="18539" y="64389"/>
                  </a:lnTo>
                  <a:lnTo>
                    <a:pt x="19663" y="62900"/>
                  </a:lnTo>
                  <a:lnTo>
                    <a:pt x="21859" y="61491"/>
                  </a:lnTo>
                  <a:lnTo>
                    <a:pt x="22599" y="59117"/>
                  </a:lnTo>
                  <a:lnTo>
                    <a:pt x="24492" y="58241"/>
                  </a:lnTo>
                  <a:lnTo>
                    <a:pt x="25815" y="56551"/>
                  </a:lnTo>
                  <a:lnTo>
                    <a:pt x="24443" y="55399"/>
                  </a:lnTo>
                  <a:lnTo>
                    <a:pt x="23825" y="54879"/>
                  </a:lnTo>
                  <a:lnTo>
                    <a:pt x="21025" y="53595"/>
                  </a:lnTo>
                  <a:lnTo>
                    <a:pt x="19389" y="52279"/>
                  </a:lnTo>
                  <a:lnTo>
                    <a:pt x="17228" y="51014"/>
                  </a:lnTo>
                  <a:lnTo>
                    <a:pt x="16028" y="50156"/>
                  </a:lnTo>
                  <a:lnTo>
                    <a:pt x="15162" y="49537"/>
                  </a:lnTo>
                  <a:lnTo>
                    <a:pt x="13750" y="47812"/>
                  </a:lnTo>
                  <a:lnTo>
                    <a:pt x="11782" y="48250"/>
                  </a:lnTo>
                  <a:lnTo>
                    <a:pt x="10518" y="48006"/>
                  </a:lnTo>
                  <a:lnTo>
                    <a:pt x="9473" y="46336"/>
                  </a:lnTo>
                  <a:lnTo>
                    <a:pt x="9398" y="45017"/>
                  </a:lnTo>
                  <a:lnTo>
                    <a:pt x="7903" y="42066"/>
                  </a:lnTo>
                  <a:lnTo>
                    <a:pt x="5502" y="41423"/>
                  </a:lnTo>
                  <a:lnTo>
                    <a:pt x="3857" y="42268"/>
                  </a:lnTo>
                  <a:lnTo>
                    <a:pt x="3485" y="41197"/>
                  </a:lnTo>
                  <a:lnTo>
                    <a:pt x="3221" y="40439"/>
                  </a:lnTo>
                  <a:lnTo>
                    <a:pt x="2757" y="39106"/>
                  </a:lnTo>
                  <a:lnTo>
                    <a:pt x="1623" y="35477"/>
                  </a:lnTo>
                  <a:lnTo>
                    <a:pt x="1475" y="33049"/>
                  </a:lnTo>
                  <a:lnTo>
                    <a:pt x="3485" y="31036"/>
                  </a:lnTo>
                  <a:lnTo>
                    <a:pt x="3280" y="28125"/>
                  </a:lnTo>
                  <a:lnTo>
                    <a:pt x="3651" y="26138"/>
                  </a:lnTo>
                  <a:lnTo>
                    <a:pt x="1965" y="24574"/>
                  </a:lnTo>
                  <a:lnTo>
                    <a:pt x="546" y="23047"/>
                  </a:lnTo>
                  <a:lnTo>
                    <a:pt x="0" y="22459"/>
                  </a:lnTo>
                  <a:lnTo>
                    <a:pt x="1616" y="19976"/>
                  </a:lnTo>
                  <a:lnTo>
                    <a:pt x="2919" y="17377"/>
                  </a:lnTo>
                  <a:lnTo>
                    <a:pt x="3259" y="15638"/>
                  </a:lnTo>
                  <a:lnTo>
                    <a:pt x="3397" y="14928"/>
                  </a:lnTo>
                  <a:lnTo>
                    <a:pt x="3444" y="14687"/>
                  </a:lnTo>
                  <a:lnTo>
                    <a:pt x="5368" y="11751"/>
                  </a:lnTo>
                  <a:lnTo>
                    <a:pt x="5559" y="9157"/>
                  </a:lnTo>
                  <a:lnTo>
                    <a:pt x="5646" y="7964"/>
                  </a:lnTo>
                  <a:lnTo>
                    <a:pt x="6447" y="4198"/>
                  </a:lnTo>
                  <a:lnTo>
                    <a:pt x="7713" y="1522"/>
                  </a:lnTo>
                  <a:lnTo>
                    <a:pt x="9704" y="0"/>
                  </a:lnTo>
                  <a:lnTo>
                    <a:pt x="19379" y="2456"/>
                  </a:lnTo>
                  <a:lnTo>
                    <a:pt x="23108" y="3495"/>
                  </a:lnTo>
                  <a:lnTo>
                    <a:pt x="25788" y="4239"/>
                  </a:lnTo>
                  <a:lnTo>
                    <a:pt x="28527" y="4863"/>
                  </a:lnTo>
                  <a:lnTo>
                    <a:pt x="29453" y="5067"/>
                  </a:lnTo>
                  <a:lnTo>
                    <a:pt x="36361" y="6577"/>
                  </a:lnTo>
                  <a:lnTo>
                    <a:pt x="42298" y="7781"/>
                  </a:lnTo>
                  <a:lnTo>
                    <a:pt x="42512" y="10064"/>
                  </a:lnTo>
                  <a:lnTo>
                    <a:pt x="42541" y="11751"/>
                  </a:lnTo>
                  <a:lnTo>
                    <a:pt x="42572" y="13592"/>
                  </a:lnTo>
                  <a:lnTo>
                    <a:pt x="42579" y="13999"/>
                  </a:lnTo>
                  <a:lnTo>
                    <a:pt x="42523" y="14661"/>
                  </a:lnTo>
                  <a:lnTo>
                    <a:pt x="42457" y="15443"/>
                  </a:lnTo>
                  <a:lnTo>
                    <a:pt x="42359" y="16606"/>
                  </a:lnTo>
                  <a:lnTo>
                    <a:pt x="42337" y="16861"/>
                  </a:lnTo>
                  <a:lnTo>
                    <a:pt x="42294" y="17102"/>
                  </a:lnTo>
                  <a:lnTo>
                    <a:pt x="42107" y="18130"/>
                  </a:lnTo>
                  <a:lnTo>
                    <a:pt x="41700" y="20375"/>
                  </a:lnTo>
                  <a:lnTo>
                    <a:pt x="41667" y="20967"/>
                  </a:lnTo>
                  <a:lnTo>
                    <a:pt x="41610" y="21998"/>
                  </a:lnTo>
                  <a:lnTo>
                    <a:pt x="41507" y="23844"/>
                  </a:lnTo>
                  <a:lnTo>
                    <a:pt x="41095" y="25015"/>
                  </a:lnTo>
                  <a:lnTo>
                    <a:pt x="41027" y="25208"/>
                  </a:lnTo>
                  <a:lnTo>
                    <a:pt x="40710" y="26109"/>
                  </a:lnTo>
                  <a:lnTo>
                    <a:pt x="38263" y="27204"/>
                  </a:lnTo>
                  <a:lnTo>
                    <a:pt x="37914" y="27360"/>
                  </a:lnTo>
                  <a:lnTo>
                    <a:pt x="37031" y="28392"/>
                  </a:lnTo>
                  <a:lnTo>
                    <a:pt x="37531" y="30192"/>
                  </a:lnTo>
                  <a:lnTo>
                    <a:pt x="37568" y="31933"/>
                  </a:lnTo>
                  <a:lnTo>
                    <a:pt x="36645" y="32934"/>
                  </a:lnTo>
                  <a:lnTo>
                    <a:pt x="36863" y="35054"/>
                  </a:lnTo>
                  <a:lnTo>
                    <a:pt x="37360" y="36830"/>
                  </a:lnTo>
                  <a:lnTo>
                    <a:pt x="38878" y="37155"/>
                  </a:lnTo>
                  <a:lnTo>
                    <a:pt x="39630" y="37316"/>
                  </a:lnTo>
                  <a:lnTo>
                    <a:pt x="41229" y="36435"/>
                  </a:lnTo>
                  <a:lnTo>
                    <a:pt x="42971" y="36053"/>
                  </a:lnTo>
                  <a:lnTo>
                    <a:pt x="45418" y="36522"/>
                  </a:lnTo>
                  <a:lnTo>
                    <a:pt x="45647" y="33752"/>
                  </a:lnTo>
                  <a:lnTo>
                    <a:pt x="46308" y="33253"/>
                  </a:lnTo>
                  <a:lnTo>
                    <a:pt x="48019" y="36192"/>
                  </a:lnTo>
                  <a:lnTo>
                    <a:pt x="49089" y="38950"/>
                  </a:lnTo>
                  <a:lnTo>
                    <a:pt x="49724" y="42270"/>
                  </a:lnTo>
                  <a:lnTo>
                    <a:pt x="50035" y="46480"/>
                  </a:lnTo>
                  <a:lnTo>
                    <a:pt x="50302" y="50137"/>
                  </a:lnTo>
                  <a:lnTo>
                    <a:pt x="50427" y="51136"/>
                  </a:lnTo>
                  <a:lnTo>
                    <a:pt x="51186" y="57234"/>
                  </a:lnTo>
                  <a:lnTo>
                    <a:pt x="51707" y="60568"/>
                  </a:lnTo>
                  <a:lnTo>
                    <a:pt x="52819" y="65909"/>
                  </a:lnTo>
                  <a:lnTo>
                    <a:pt x="52855" y="66211"/>
                  </a:lnTo>
                  <a:lnTo>
                    <a:pt x="53078" y="68076"/>
                  </a:lnTo>
                  <a:lnTo>
                    <a:pt x="51813" y="75229"/>
                  </a:lnTo>
                  <a:lnTo>
                    <a:pt x="49949" y="81871"/>
                  </a:lnTo>
                  <a:lnTo>
                    <a:pt x="49995" y="83186"/>
                  </a:lnTo>
                  <a:lnTo>
                    <a:pt x="50014" y="83712"/>
                  </a:lnTo>
                  <a:lnTo>
                    <a:pt x="48790" y="87676"/>
                  </a:lnTo>
                  <a:lnTo>
                    <a:pt x="47761" y="90125"/>
                  </a:lnTo>
                  <a:lnTo>
                    <a:pt x="44575" y="93570"/>
                  </a:lnTo>
                  <a:lnTo>
                    <a:pt x="44098" y="94431"/>
                  </a:lnTo>
                  <a:lnTo>
                    <a:pt x="43087" y="96256"/>
                  </a:lnTo>
                  <a:lnTo>
                    <a:pt x="41589" y="99753"/>
                  </a:lnTo>
                  <a:lnTo>
                    <a:pt x="41158" y="101542"/>
                  </a:lnTo>
                  <a:lnTo>
                    <a:pt x="40471" y="104836"/>
                  </a:lnTo>
                  <a:lnTo>
                    <a:pt x="41004" y="105529"/>
                  </a:lnTo>
                  <a:lnTo>
                    <a:pt x="39523" y="110093"/>
                  </a:lnTo>
                  <a:lnTo>
                    <a:pt x="39001" y="112161"/>
                  </a:lnTo>
                  <a:lnTo>
                    <a:pt x="37619" y="114932"/>
                  </a:lnTo>
                  <a:lnTo>
                    <a:pt x="35327" y="116269"/>
                  </a:lnTo>
                  <a:lnTo>
                    <a:pt x="34062" y="116419"/>
                  </a:lnTo>
                  <a:lnTo>
                    <a:pt x="33558" y="113108"/>
                  </a:lnTo>
                  <a:lnTo>
                    <a:pt x="34211" y="108491"/>
                  </a:lnTo>
                  <a:lnTo>
                    <a:pt x="34069" y="105661"/>
                  </a:lnTo>
                  <a:lnTo>
                    <a:pt x="32957" y="104412"/>
                  </a:lnTo>
                  <a:lnTo>
                    <a:pt x="32579" y="104442"/>
                  </a:lnTo>
                  <a:lnTo>
                    <a:pt x="29447" y="104691"/>
                  </a:lnTo>
                  <a:lnTo>
                    <a:pt x="27332" y="104134"/>
                  </a:lnTo>
                  <a:lnTo>
                    <a:pt x="25895" y="104814"/>
                  </a:lnTo>
                  <a:lnTo>
                    <a:pt x="24664" y="106680"/>
                  </a:lnTo>
                  <a:lnTo>
                    <a:pt x="23048" y="105109"/>
                  </a:lnTo>
                  <a:lnTo>
                    <a:pt x="20879" y="103736"/>
                  </a:lnTo>
                  <a:lnTo>
                    <a:pt x="19440" y="103015"/>
                  </a:lnTo>
                  <a:lnTo>
                    <a:pt x="17902" y="103164"/>
                  </a:lnTo>
                  <a:lnTo>
                    <a:pt x="15890" y="101736"/>
                  </a:lnTo>
                  <a:lnTo>
                    <a:pt x="14664" y="101335"/>
                  </a:lnTo>
                  <a:lnTo>
                    <a:pt x="12688" y="100333"/>
                  </a:lnTo>
                  <a:lnTo>
                    <a:pt x="11932" y="100087"/>
                  </a:lnTo>
                  <a:lnTo>
                    <a:pt x="10857" y="99738"/>
                  </a:lnTo>
                  <a:lnTo>
                    <a:pt x="9556" y="98272"/>
                  </a:lnTo>
                  <a:lnTo>
                    <a:pt x="6748" y="98038"/>
                  </a:lnTo>
                  <a:lnTo>
                    <a:pt x="6537" y="96187"/>
                  </a:lnTo>
                  <a:lnTo>
                    <a:pt x="6051" y="94440"/>
                  </a:lnTo>
                  <a:lnTo>
                    <a:pt x="6003" y="92274"/>
                  </a:lnTo>
                  <a:lnTo>
                    <a:pt x="4659" y="917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951807" y="3888452"/>
              <a:ext cx="724171" cy="768534"/>
            </a:xfrm>
            <a:custGeom>
              <a:avLst/>
              <a:pathLst>
                <a:path w="724171" h="768534">
                  <a:moveTo>
                    <a:pt x="5811" y="696857"/>
                  </a:moveTo>
                  <a:lnTo>
                    <a:pt x="9477" y="658420"/>
                  </a:lnTo>
                  <a:lnTo>
                    <a:pt x="13818" y="612648"/>
                  </a:lnTo>
                  <a:lnTo>
                    <a:pt x="18278" y="565639"/>
                  </a:lnTo>
                  <a:lnTo>
                    <a:pt x="23702" y="507935"/>
                  </a:lnTo>
                  <a:lnTo>
                    <a:pt x="26241" y="481052"/>
                  </a:lnTo>
                  <a:lnTo>
                    <a:pt x="31002" y="431839"/>
                  </a:lnTo>
                  <a:lnTo>
                    <a:pt x="32271" y="418765"/>
                  </a:lnTo>
                  <a:lnTo>
                    <a:pt x="40626" y="332058"/>
                  </a:lnTo>
                  <a:lnTo>
                    <a:pt x="41366" y="324435"/>
                  </a:lnTo>
                  <a:lnTo>
                    <a:pt x="46339" y="273448"/>
                  </a:lnTo>
                  <a:lnTo>
                    <a:pt x="49097" y="244535"/>
                  </a:lnTo>
                  <a:lnTo>
                    <a:pt x="51511" y="219316"/>
                  </a:lnTo>
                  <a:lnTo>
                    <a:pt x="54858" y="185721"/>
                  </a:lnTo>
                  <a:lnTo>
                    <a:pt x="58389" y="150119"/>
                  </a:lnTo>
                  <a:lnTo>
                    <a:pt x="60031" y="133641"/>
                  </a:lnTo>
                  <a:lnTo>
                    <a:pt x="61562" y="118311"/>
                  </a:lnTo>
                  <a:lnTo>
                    <a:pt x="71701" y="16700"/>
                  </a:lnTo>
                  <a:lnTo>
                    <a:pt x="73395" y="0"/>
                  </a:lnTo>
                  <a:lnTo>
                    <a:pt x="119001" y="4799"/>
                  </a:lnTo>
                  <a:lnTo>
                    <a:pt x="144883" y="7397"/>
                  </a:lnTo>
                  <a:lnTo>
                    <a:pt x="185569" y="11327"/>
                  </a:lnTo>
                  <a:lnTo>
                    <a:pt x="241346" y="16494"/>
                  </a:lnTo>
                  <a:lnTo>
                    <a:pt x="247886" y="17077"/>
                  </a:lnTo>
                  <a:lnTo>
                    <a:pt x="306369" y="22058"/>
                  </a:lnTo>
                  <a:lnTo>
                    <a:pt x="307096" y="23161"/>
                  </a:lnTo>
                  <a:lnTo>
                    <a:pt x="349477" y="26359"/>
                  </a:lnTo>
                  <a:lnTo>
                    <a:pt x="363813" y="27395"/>
                  </a:lnTo>
                  <a:lnTo>
                    <a:pt x="400101" y="29915"/>
                  </a:lnTo>
                  <a:lnTo>
                    <a:pt x="401054" y="29980"/>
                  </a:lnTo>
                  <a:lnTo>
                    <a:pt x="431119" y="32025"/>
                  </a:lnTo>
                  <a:lnTo>
                    <a:pt x="431334" y="32039"/>
                  </a:lnTo>
                  <a:lnTo>
                    <a:pt x="451007" y="33357"/>
                  </a:lnTo>
                  <a:lnTo>
                    <a:pt x="463360" y="34167"/>
                  </a:lnTo>
                  <a:lnTo>
                    <a:pt x="481469" y="35354"/>
                  </a:lnTo>
                  <a:lnTo>
                    <a:pt x="484789" y="35567"/>
                  </a:lnTo>
                  <a:lnTo>
                    <a:pt x="491846" y="36016"/>
                  </a:lnTo>
                  <a:lnTo>
                    <a:pt x="495537" y="36249"/>
                  </a:lnTo>
                  <a:lnTo>
                    <a:pt x="537447" y="38980"/>
                  </a:lnTo>
                  <a:lnTo>
                    <a:pt x="579864" y="41263"/>
                  </a:lnTo>
                  <a:lnTo>
                    <a:pt x="615593" y="42711"/>
                  </a:lnTo>
                  <a:lnTo>
                    <a:pt x="645241" y="43805"/>
                  </a:lnTo>
                  <a:lnTo>
                    <a:pt x="715111" y="46396"/>
                  </a:lnTo>
                  <a:lnTo>
                    <a:pt x="724171" y="46692"/>
                  </a:lnTo>
                  <a:lnTo>
                    <a:pt x="723792" y="58878"/>
                  </a:lnTo>
                  <a:lnTo>
                    <a:pt x="722689" y="90421"/>
                  </a:lnTo>
                  <a:lnTo>
                    <a:pt x="722403" y="100174"/>
                  </a:lnTo>
                  <a:lnTo>
                    <a:pt x="721923" y="113942"/>
                  </a:lnTo>
                  <a:lnTo>
                    <a:pt x="717630" y="113782"/>
                  </a:lnTo>
                  <a:lnTo>
                    <a:pt x="715759" y="173684"/>
                  </a:lnTo>
                  <a:lnTo>
                    <a:pt x="714297" y="216158"/>
                  </a:lnTo>
                  <a:lnTo>
                    <a:pt x="713757" y="231885"/>
                  </a:lnTo>
                  <a:lnTo>
                    <a:pt x="711701" y="290952"/>
                  </a:lnTo>
                  <a:lnTo>
                    <a:pt x="711522" y="296117"/>
                  </a:lnTo>
                  <a:lnTo>
                    <a:pt x="710682" y="321737"/>
                  </a:lnTo>
                  <a:lnTo>
                    <a:pt x="709774" y="349529"/>
                  </a:lnTo>
                  <a:lnTo>
                    <a:pt x="709184" y="366673"/>
                  </a:lnTo>
                  <a:lnTo>
                    <a:pt x="708041" y="398948"/>
                  </a:lnTo>
                  <a:lnTo>
                    <a:pt x="707762" y="407924"/>
                  </a:lnTo>
                  <a:lnTo>
                    <a:pt x="707720" y="409281"/>
                  </a:lnTo>
                  <a:lnTo>
                    <a:pt x="706789" y="439275"/>
                  </a:lnTo>
                  <a:lnTo>
                    <a:pt x="705260" y="473468"/>
                  </a:lnTo>
                  <a:lnTo>
                    <a:pt x="703573" y="507568"/>
                  </a:lnTo>
                  <a:lnTo>
                    <a:pt x="702351" y="532008"/>
                  </a:lnTo>
                  <a:lnTo>
                    <a:pt x="701217" y="554704"/>
                  </a:lnTo>
                  <a:lnTo>
                    <a:pt x="699722" y="589600"/>
                  </a:lnTo>
                  <a:lnTo>
                    <a:pt x="699092" y="604321"/>
                  </a:lnTo>
                  <a:lnTo>
                    <a:pt x="698578" y="620745"/>
                  </a:lnTo>
                  <a:lnTo>
                    <a:pt x="697995" y="639388"/>
                  </a:lnTo>
                  <a:lnTo>
                    <a:pt x="697724" y="648213"/>
                  </a:lnTo>
                  <a:lnTo>
                    <a:pt x="696161" y="698801"/>
                  </a:lnTo>
                  <a:lnTo>
                    <a:pt x="695917" y="706572"/>
                  </a:lnTo>
                  <a:lnTo>
                    <a:pt x="695553" y="718174"/>
                  </a:lnTo>
                  <a:lnTo>
                    <a:pt x="665385" y="717071"/>
                  </a:lnTo>
                  <a:lnTo>
                    <a:pt x="619765" y="715225"/>
                  </a:lnTo>
                  <a:lnTo>
                    <a:pt x="590155" y="713914"/>
                  </a:lnTo>
                  <a:lnTo>
                    <a:pt x="585057" y="713679"/>
                  </a:lnTo>
                  <a:lnTo>
                    <a:pt x="513857" y="710025"/>
                  </a:lnTo>
                  <a:lnTo>
                    <a:pt x="490374" y="708723"/>
                  </a:lnTo>
                  <a:lnTo>
                    <a:pt x="482255" y="708259"/>
                  </a:lnTo>
                  <a:lnTo>
                    <a:pt x="455165" y="706665"/>
                  </a:lnTo>
                  <a:lnTo>
                    <a:pt x="386623" y="702076"/>
                  </a:lnTo>
                  <a:lnTo>
                    <a:pt x="358196" y="700159"/>
                  </a:lnTo>
                  <a:lnTo>
                    <a:pt x="334912" y="698527"/>
                  </a:lnTo>
                  <a:lnTo>
                    <a:pt x="314643" y="697112"/>
                  </a:lnTo>
                  <a:lnTo>
                    <a:pt x="298932" y="695986"/>
                  </a:lnTo>
                  <a:lnTo>
                    <a:pt x="286933" y="695110"/>
                  </a:lnTo>
                  <a:lnTo>
                    <a:pt x="285332" y="698921"/>
                  </a:lnTo>
                  <a:lnTo>
                    <a:pt x="285579" y="706643"/>
                  </a:lnTo>
                  <a:lnTo>
                    <a:pt x="283764" y="712225"/>
                  </a:lnTo>
                  <a:lnTo>
                    <a:pt x="289516" y="720422"/>
                  </a:lnTo>
                  <a:lnTo>
                    <a:pt x="295351" y="725007"/>
                  </a:lnTo>
                  <a:lnTo>
                    <a:pt x="294956" y="724874"/>
                  </a:lnTo>
                  <a:lnTo>
                    <a:pt x="241815" y="720711"/>
                  </a:lnTo>
                  <a:lnTo>
                    <a:pt x="206936" y="717811"/>
                  </a:lnTo>
                  <a:lnTo>
                    <a:pt x="192510" y="716575"/>
                  </a:lnTo>
                  <a:lnTo>
                    <a:pt x="102167" y="708327"/>
                  </a:lnTo>
                  <a:lnTo>
                    <a:pt x="98972" y="746290"/>
                  </a:lnTo>
                  <a:lnTo>
                    <a:pt x="97119" y="768534"/>
                  </a:lnTo>
                  <a:lnTo>
                    <a:pt x="39506" y="762877"/>
                  </a:lnTo>
                  <a:lnTo>
                    <a:pt x="21800" y="761180"/>
                  </a:lnTo>
                  <a:lnTo>
                    <a:pt x="0" y="75887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056448" y="3162728"/>
              <a:ext cx="561682" cy="870014"/>
            </a:xfrm>
            <a:custGeom>
              <a:avLst/>
              <a:pathLst>
                <a:path w="561682" h="870014">
                  <a:moveTo>
                    <a:pt x="7754" y="294285"/>
                  </a:moveTo>
                  <a:lnTo>
                    <a:pt x="11188" y="280183"/>
                  </a:lnTo>
                  <a:lnTo>
                    <a:pt x="13697" y="269894"/>
                  </a:lnTo>
                  <a:lnTo>
                    <a:pt x="18554" y="249746"/>
                  </a:lnTo>
                  <a:lnTo>
                    <a:pt x="24766" y="224052"/>
                  </a:lnTo>
                  <a:lnTo>
                    <a:pt x="29189" y="205386"/>
                  </a:lnTo>
                  <a:lnTo>
                    <a:pt x="34308" y="183978"/>
                  </a:lnTo>
                  <a:lnTo>
                    <a:pt x="44573" y="140003"/>
                  </a:lnTo>
                  <a:lnTo>
                    <a:pt x="48211" y="124039"/>
                  </a:lnTo>
                  <a:lnTo>
                    <a:pt x="56476" y="89063"/>
                  </a:lnTo>
                  <a:lnTo>
                    <a:pt x="68033" y="41310"/>
                  </a:lnTo>
                  <a:lnTo>
                    <a:pt x="74717" y="13144"/>
                  </a:lnTo>
                  <a:lnTo>
                    <a:pt x="77893" y="0"/>
                  </a:lnTo>
                  <a:lnTo>
                    <a:pt x="99930" y="5303"/>
                  </a:lnTo>
                  <a:lnTo>
                    <a:pt x="129311" y="12778"/>
                  </a:lnTo>
                  <a:lnTo>
                    <a:pt x="132201" y="13506"/>
                  </a:lnTo>
                  <a:lnTo>
                    <a:pt x="141525" y="15844"/>
                  </a:lnTo>
                  <a:lnTo>
                    <a:pt x="158257" y="19785"/>
                  </a:lnTo>
                  <a:lnTo>
                    <a:pt x="176403" y="24212"/>
                  </a:lnTo>
                  <a:lnTo>
                    <a:pt x="198676" y="29097"/>
                  </a:lnTo>
                  <a:lnTo>
                    <a:pt x="223283" y="34572"/>
                  </a:lnTo>
                  <a:lnTo>
                    <a:pt x="249521" y="40338"/>
                  </a:lnTo>
                  <a:lnTo>
                    <a:pt x="269761" y="44813"/>
                  </a:lnTo>
                  <a:lnTo>
                    <a:pt x="287631" y="48628"/>
                  </a:lnTo>
                  <a:lnTo>
                    <a:pt x="304358" y="52115"/>
                  </a:lnTo>
                  <a:lnTo>
                    <a:pt x="318281" y="55144"/>
                  </a:lnTo>
                  <a:lnTo>
                    <a:pt x="318929" y="55288"/>
                  </a:lnTo>
                  <a:lnTo>
                    <a:pt x="350757" y="62247"/>
                  </a:lnTo>
                  <a:lnTo>
                    <a:pt x="374611" y="67154"/>
                  </a:lnTo>
                  <a:lnTo>
                    <a:pt x="412284" y="74761"/>
                  </a:lnTo>
                  <a:lnTo>
                    <a:pt x="432218" y="78589"/>
                  </a:lnTo>
                  <a:lnTo>
                    <a:pt x="457659" y="83628"/>
                  </a:lnTo>
                  <a:lnTo>
                    <a:pt x="480237" y="87591"/>
                  </a:lnTo>
                  <a:lnTo>
                    <a:pt x="491616" y="89558"/>
                  </a:lnTo>
                  <a:lnTo>
                    <a:pt x="516123" y="94658"/>
                  </a:lnTo>
                  <a:lnTo>
                    <a:pt x="542024" y="99326"/>
                  </a:lnTo>
                  <a:lnTo>
                    <a:pt x="561682" y="102830"/>
                  </a:lnTo>
                  <a:lnTo>
                    <a:pt x="557366" y="129508"/>
                  </a:lnTo>
                  <a:lnTo>
                    <a:pt x="552477" y="158616"/>
                  </a:lnTo>
                  <a:lnTo>
                    <a:pt x="547130" y="190139"/>
                  </a:lnTo>
                  <a:lnTo>
                    <a:pt x="543244" y="213219"/>
                  </a:lnTo>
                  <a:lnTo>
                    <a:pt x="538108" y="243592"/>
                  </a:lnTo>
                  <a:lnTo>
                    <a:pt x="533718" y="269166"/>
                  </a:lnTo>
                  <a:lnTo>
                    <a:pt x="531888" y="279987"/>
                  </a:lnTo>
                  <a:lnTo>
                    <a:pt x="526749" y="311240"/>
                  </a:lnTo>
                  <a:lnTo>
                    <a:pt x="526402" y="313355"/>
                  </a:lnTo>
                  <a:lnTo>
                    <a:pt x="522849" y="334647"/>
                  </a:lnTo>
                  <a:lnTo>
                    <a:pt x="520779" y="347074"/>
                  </a:lnTo>
                  <a:lnTo>
                    <a:pt x="516291" y="375009"/>
                  </a:lnTo>
                  <a:lnTo>
                    <a:pt x="515529" y="379765"/>
                  </a:lnTo>
                  <a:lnTo>
                    <a:pt x="506483" y="434654"/>
                  </a:lnTo>
                  <a:lnTo>
                    <a:pt x="504307" y="448755"/>
                  </a:lnTo>
                  <a:lnTo>
                    <a:pt x="500600" y="471096"/>
                  </a:lnTo>
                  <a:lnTo>
                    <a:pt x="498680" y="482685"/>
                  </a:lnTo>
                  <a:lnTo>
                    <a:pt x="495695" y="501386"/>
                  </a:lnTo>
                  <a:lnTo>
                    <a:pt x="492956" y="518553"/>
                  </a:lnTo>
                  <a:lnTo>
                    <a:pt x="491185" y="529813"/>
                  </a:lnTo>
                  <a:lnTo>
                    <a:pt x="486497" y="559493"/>
                  </a:lnTo>
                  <a:lnTo>
                    <a:pt x="483937" y="574495"/>
                  </a:lnTo>
                  <a:lnTo>
                    <a:pt x="481395" y="590165"/>
                  </a:lnTo>
                  <a:lnTo>
                    <a:pt x="479401" y="602683"/>
                  </a:lnTo>
                  <a:lnTo>
                    <a:pt x="475842" y="625734"/>
                  </a:lnTo>
                  <a:lnTo>
                    <a:pt x="472448" y="647507"/>
                  </a:lnTo>
                  <a:lnTo>
                    <a:pt x="471020" y="657299"/>
                  </a:lnTo>
                  <a:lnTo>
                    <a:pt x="468333" y="674764"/>
                  </a:lnTo>
                  <a:lnTo>
                    <a:pt x="464259" y="701316"/>
                  </a:lnTo>
                  <a:lnTo>
                    <a:pt x="459635" y="732258"/>
                  </a:lnTo>
                  <a:lnTo>
                    <a:pt x="458605" y="738542"/>
                  </a:lnTo>
                  <a:lnTo>
                    <a:pt x="457446" y="746866"/>
                  </a:lnTo>
                  <a:lnTo>
                    <a:pt x="451464" y="754099"/>
                  </a:lnTo>
                  <a:lnTo>
                    <a:pt x="446858" y="761118"/>
                  </a:lnTo>
                  <a:lnTo>
                    <a:pt x="445156" y="764085"/>
                  </a:lnTo>
                  <a:lnTo>
                    <a:pt x="439456" y="764131"/>
                  </a:lnTo>
                  <a:lnTo>
                    <a:pt x="434708" y="761025"/>
                  </a:lnTo>
                  <a:lnTo>
                    <a:pt x="431119" y="757286"/>
                  </a:lnTo>
                  <a:lnTo>
                    <a:pt x="430011" y="751976"/>
                  </a:lnTo>
                  <a:lnTo>
                    <a:pt x="427513" y="747544"/>
                  </a:lnTo>
                  <a:lnTo>
                    <a:pt x="423555" y="746555"/>
                  </a:lnTo>
                  <a:lnTo>
                    <a:pt x="420384" y="748209"/>
                  </a:lnTo>
                  <a:lnTo>
                    <a:pt x="417009" y="747279"/>
                  </a:lnTo>
                  <a:lnTo>
                    <a:pt x="415186" y="744502"/>
                  </a:lnTo>
                  <a:lnTo>
                    <a:pt x="409815" y="743485"/>
                  </a:lnTo>
                  <a:lnTo>
                    <a:pt x="404644" y="743783"/>
                  </a:lnTo>
                  <a:lnTo>
                    <a:pt x="400769" y="745798"/>
                  </a:lnTo>
                  <a:lnTo>
                    <a:pt x="394321" y="746134"/>
                  </a:lnTo>
                  <a:lnTo>
                    <a:pt x="393073" y="749772"/>
                  </a:lnTo>
                  <a:lnTo>
                    <a:pt x="392994" y="750283"/>
                  </a:lnTo>
                  <a:lnTo>
                    <a:pt x="392036" y="756498"/>
                  </a:lnTo>
                  <a:lnTo>
                    <a:pt x="391892" y="764007"/>
                  </a:lnTo>
                  <a:lnTo>
                    <a:pt x="393902" y="769170"/>
                  </a:lnTo>
                  <a:lnTo>
                    <a:pt x="395987" y="773724"/>
                  </a:lnTo>
                  <a:lnTo>
                    <a:pt x="392039" y="778784"/>
                  </a:lnTo>
                  <a:lnTo>
                    <a:pt x="391171" y="787857"/>
                  </a:lnTo>
                  <a:lnTo>
                    <a:pt x="390417" y="797105"/>
                  </a:lnTo>
                  <a:lnTo>
                    <a:pt x="392931" y="802181"/>
                  </a:lnTo>
                  <a:lnTo>
                    <a:pt x="392297" y="804668"/>
                  </a:lnTo>
                  <a:lnTo>
                    <a:pt x="390530" y="811597"/>
                  </a:lnTo>
                  <a:lnTo>
                    <a:pt x="389078" y="819890"/>
                  </a:lnTo>
                  <a:lnTo>
                    <a:pt x="391738" y="824918"/>
                  </a:lnTo>
                  <a:lnTo>
                    <a:pt x="392761" y="841865"/>
                  </a:lnTo>
                  <a:lnTo>
                    <a:pt x="391895" y="855804"/>
                  </a:lnTo>
                  <a:lnTo>
                    <a:pt x="389200" y="857346"/>
                  </a:lnTo>
                  <a:lnTo>
                    <a:pt x="387329" y="856951"/>
                  </a:lnTo>
                  <a:lnTo>
                    <a:pt x="385930" y="862762"/>
                  </a:lnTo>
                  <a:lnTo>
                    <a:pt x="383999" y="870014"/>
                  </a:lnTo>
                  <a:lnTo>
                    <a:pt x="370975" y="852003"/>
                  </a:lnTo>
                  <a:lnTo>
                    <a:pt x="360040" y="836873"/>
                  </a:lnTo>
                  <a:lnTo>
                    <a:pt x="352799" y="826805"/>
                  </a:lnTo>
                  <a:lnTo>
                    <a:pt x="344005" y="814694"/>
                  </a:lnTo>
                  <a:lnTo>
                    <a:pt x="333184" y="799684"/>
                  </a:lnTo>
                  <a:lnTo>
                    <a:pt x="325611" y="789213"/>
                  </a:lnTo>
                  <a:lnTo>
                    <a:pt x="307415" y="763856"/>
                  </a:lnTo>
                  <a:lnTo>
                    <a:pt x="292672" y="743445"/>
                  </a:lnTo>
                  <a:lnTo>
                    <a:pt x="289197" y="738611"/>
                  </a:lnTo>
                  <a:lnTo>
                    <a:pt x="274378" y="717902"/>
                  </a:lnTo>
                  <a:lnTo>
                    <a:pt x="253636" y="688984"/>
                  </a:lnTo>
                  <a:lnTo>
                    <a:pt x="245436" y="677427"/>
                  </a:lnTo>
                  <a:lnTo>
                    <a:pt x="208264" y="625250"/>
                  </a:lnTo>
                  <a:lnTo>
                    <a:pt x="196387" y="608581"/>
                  </a:lnTo>
                  <a:lnTo>
                    <a:pt x="190732" y="600606"/>
                  </a:lnTo>
                  <a:lnTo>
                    <a:pt x="159709" y="556792"/>
                  </a:lnTo>
                  <a:lnTo>
                    <a:pt x="148884" y="541586"/>
                  </a:lnTo>
                  <a:lnTo>
                    <a:pt x="135598" y="522796"/>
                  </a:lnTo>
                  <a:lnTo>
                    <a:pt x="107242" y="482554"/>
                  </a:lnTo>
                  <a:lnTo>
                    <a:pt x="102183" y="475305"/>
                  </a:lnTo>
                  <a:lnTo>
                    <a:pt x="71226" y="431159"/>
                  </a:lnTo>
                  <a:lnTo>
                    <a:pt x="57096" y="411103"/>
                  </a:lnTo>
                  <a:lnTo>
                    <a:pt x="48679" y="399078"/>
                  </a:lnTo>
                  <a:lnTo>
                    <a:pt x="45200" y="394120"/>
                  </a:lnTo>
                  <a:lnTo>
                    <a:pt x="27922" y="369349"/>
                  </a:lnTo>
                  <a:lnTo>
                    <a:pt x="27768" y="369128"/>
                  </a:lnTo>
                  <a:lnTo>
                    <a:pt x="6472" y="338522"/>
                  </a:lnTo>
                  <a:lnTo>
                    <a:pt x="0" y="329216"/>
                  </a:lnTo>
                  <a:lnTo>
                    <a:pt x="1646" y="321726"/>
                  </a:lnTo>
                  <a:lnTo>
                    <a:pt x="2742" y="316742"/>
                  </a:lnTo>
                  <a:lnTo>
                    <a:pt x="4027" y="310905"/>
                  </a:lnTo>
                  <a:lnTo>
                    <a:pt x="7081" y="29705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58616" y="2941837"/>
              <a:ext cx="3786" cy="3886"/>
            </a:xfrm>
            <a:custGeom>
              <a:avLst/>
              <a:pathLst>
                <a:path w="3786" h="3886">
                  <a:moveTo>
                    <a:pt x="0" y="1871"/>
                  </a:moveTo>
                  <a:lnTo>
                    <a:pt x="2853" y="0"/>
                  </a:lnTo>
                  <a:lnTo>
                    <a:pt x="3786" y="1680"/>
                  </a:lnTo>
                  <a:lnTo>
                    <a:pt x="84" y="388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80892" y="2785967"/>
              <a:ext cx="286426" cy="220121"/>
            </a:xfrm>
            <a:custGeom>
              <a:avLst/>
              <a:pathLst>
                <a:path w="286426" h="220121">
                  <a:moveTo>
                    <a:pt x="0" y="192500"/>
                  </a:moveTo>
                  <a:lnTo>
                    <a:pt x="3987" y="188723"/>
                  </a:lnTo>
                  <a:lnTo>
                    <a:pt x="8945" y="183094"/>
                  </a:lnTo>
                  <a:lnTo>
                    <a:pt x="10746" y="179841"/>
                  </a:lnTo>
                  <a:lnTo>
                    <a:pt x="13590" y="176846"/>
                  </a:lnTo>
                  <a:lnTo>
                    <a:pt x="16259" y="174400"/>
                  </a:lnTo>
                  <a:lnTo>
                    <a:pt x="17905" y="173030"/>
                  </a:lnTo>
                  <a:lnTo>
                    <a:pt x="17938" y="172784"/>
                  </a:lnTo>
                  <a:lnTo>
                    <a:pt x="18247" y="170477"/>
                  </a:lnTo>
                  <a:lnTo>
                    <a:pt x="19494" y="168565"/>
                  </a:lnTo>
                  <a:lnTo>
                    <a:pt x="19467" y="166334"/>
                  </a:lnTo>
                  <a:lnTo>
                    <a:pt x="21748" y="164375"/>
                  </a:lnTo>
                  <a:lnTo>
                    <a:pt x="23682" y="162339"/>
                  </a:lnTo>
                  <a:lnTo>
                    <a:pt x="24946" y="159699"/>
                  </a:lnTo>
                  <a:lnTo>
                    <a:pt x="24593" y="159111"/>
                  </a:lnTo>
                  <a:lnTo>
                    <a:pt x="24034" y="158179"/>
                  </a:lnTo>
                  <a:lnTo>
                    <a:pt x="22966" y="156423"/>
                  </a:lnTo>
                  <a:lnTo>
                    <a:pt x="21716" y="155784"/>
                  </a:lnTo>
                  <a:lnTo>
                    <a:pt x="21259" y="153551"/>
                  </a:lnTo>
                  <a:lnTo>
                    <a:pt x="20382" y="152794"/>
                  </a:lnTo>
                  <a:lnTo>
                    <a:pt x="19177" y="152873"/>
                  </a:lnTo>
                  <a:lnTo>
                    <a:pt x="16754" y="151654"/>
                  </a:lnTo>
                  <a:lnTo>
                    <a:pt x="16488" y="148575"/>
                  </a:lnTo>
                  <a:lnTo>
                    <a:pt x="15899" y="148275"/>
                  </a:lnTo>
                  <a:lnTo>
                    <a:pt x="13900" y="148224"/>
                  </a:lnTo>
                  <a:lnTo>
                    <a:pt x="13814" y="145881"/>
                  </a:lnTo>
                  <a:lnTo>
                    <a:pt x="13872" y="145414"/>
                  </a:lnTo>
                  <a:lnTo>
                    <a:pt x="13998" y="144398"/>
                  </a:lnTo>
                  <a:lnTo>
                    <a:pt x="12883" y="141227"/>
                  </a:lnTo>
                  <a:lnTo>
                    <a:pt x="11798" y="139479"/>
                  </a:lnTo>
                  <a:lnTo>
                    <a:pt x="19098" y="134747"/>
                  </a:lnTo>
                  <a:lnTo>
                    <a:pt x="28104" y="129680"/>
                  </a:lnTo>
                  <a:lnTo>
                    <a:pt x="30838" y="128862"/>
                  </a:lnTo>
                  <a:lnTo>
                    <a:pt x="35386" y="127497"/>
                  </a:lnTo>
                  <a:lnTo>
                    <a:pt x="41540" y="125669"/>
                  </a:lnTo>
                  <a:lnTo>
                    <a:pt x="46715" y="124740"/>
                  </a:lnTo>
                  <a:lnTo>
                    <a:pt x="52974" y="124074"/>
                  </a:lnTo>
                  <a:lnTo>
                    <a:pt x="54893" y="123651"/>
                  </a:lnTo>
                  <a:lnTo>
                    <a:pt x="58994" y="125432"/>
                  </a:lnTo>
                  <a:lnTo>
                    <a:pt x="63275" y="126603"/>
                  </a:lnTo>
                  <a:lnTo>
                    <a:pt x="64766" y="125435"/>
                  </a:lnTo>
                  <a:lnTo>
                    <a:pt x="68642" y="123115"/>
                  </a:lnTo>
                  <a:lnTo>
                    <a:pt x="69727" y="122464"/>
                  </a:lnTo>
                  <a:lnTo>
                    <a:pt x="72346" y="121871"/>
                  </a:lnTo>
                  <a:lnTo>
                    <a:pt x="76714" y="120176"/>
                  </a:lnTo>
                  <a:lnTo>
                    <a:pt x="81277" y="119558"/>
                  </a:lnTo>
                  <a:lnTo>
                    <a:pt x="82876" y="119125"/>
                  </a:lnTo>
                  <a:lnTo>
                    <a:pt x="86105" y="116403"/>
                  </a:lnTo>
                  <a:lnTo>
                    <a:pt x="88356" y="115069"/>
                  </a:lnTo>
                  <a:lnTo>
                    <a:pt x="89668" y="113704"/>
                  </a:lnTo>
                  <a:lnTo>
                    <a:pt x="90703" y="112625"/>
                  </a:lnTo>
                  <a:lnTo>
                    <a:pt x="91691" y="109244"/>
                  </a:lnTo>
                  <a:lnTo>
                    <a:pt x="92051" y="108789"/>
                  </a:lnTo>
                  <a:lnTo>
                    <a:pt x="94730" y="105385"/>
                  </a:lnTo>
                  <a:lnTo>
                    <a:pt x="97312" y="102047"/>
                  </a:lnTo>
                  <a:lnTo>
                    <a:pt x="98869" y="101344"/>
                  </a:lnTo>
                  <a:lnTo>
                    <a:pt x="100687" y="101482"/>
                  </a:lnTo>
                  <a:lnTo>
                    <a:pt x="103237" y="99837"/>
                  </a:lnTo>
                  <a:lnTo>
                    <a:pt x="103678" y="97368"/>
                  </a:lnTo>
                  <a:lnTo>
                    <a:pt x="102871" y="93797"/>
                  </a:lnTo>
                  <a:lnTo>
                    <a:pt x="102286" y="92417"/>
                  </a:lnTo>
                  <a:lnTo>
                    <a:pt x="100883" y="89108"/>
                  </a:lnTo>
                  <a:lnTo>
                    <a:pt x="99651" y="86900"/>
                  </a:lnTo>
                  <a:lnTo>
                    <a:pt x="96689" y="85103"/>
                  </a:lnTo>
                  <a:lnTo>
                    <a:pt x="94354" y="85023"/>
                  </a:lnTo>
                  <a:lnTo>
                    <a:pt x="91544" y="85352"/>
                  </a:lnTo>
                  <a:lnTo>
                    <a:pt x="91935" y="83050"/>
                  </a:lnTo>
                  <a:lnTo>
                    <a:pt x="95667" y="79525"/>
                  </a:lnTo>
                  <a:lnTo>
                    <a:pt x="94001" y="77337"/>
                  </a:lnTo>
                  <a:lnTo>
                    <a:pt x="91680" y="77726"/>
                  </a:lnTo>
                  <a:lnTo>
                    <a:pt x="91562" y="75660"/>
                  </a:lnTo>
                  <a:lnTo>
                    <a:pt x="90886" y="74448"/>
                  </a:lnTo>
                  <a:lnTo>
                    <a:pt x="90926" y="72763"/>
                  </a:lnTo>
                  <a:lnTo>
                    <a:pt x="91180" y="71069"/>
                  </a:lnTo>
                  <a:lnTo>
                    <a:pt x="92218" y="68769"/>
                  </a:lnTo>
                  <a:lnTo>
                    <a:pt x="94684" y="67464"/>
                  </a:lnTo>
                  <a:lnTo>
                    <a:pt x="95727" y="65863"/>
                  </a:lnTo>
                  <a:lnTo>
                    <a:pt x="95231" y="63912"/>
                  </a:lnTo>
                  <a:lnTo>
                    <a:pt x="97079" y="62383"/>
                  </a:lnTo>
                  <a:lnTo>
                    <a:pt x="99555" y="59164"/>
                  </a:lnTo>
                  <a:lnTo>
                    <a:pt x="101213" y="58567"/>
                  </a:lnTo>
                  <a:lnTo>
                    <a:pt x="103300" y="55051"/>
                  </a:lnTo>
                  <a:lnTo>
                    <a:pt x="103942" y="53966"/>
                  </a:lnTo>
                  <a:lnTo>
                    <a:pt x="104101" y="51397"/>
                  </a:lnTo>
                  <a:lnTo>
                    <a:pt x="104824" y="48907"/>
                  </a:lnTo>
                  <a:lnTo>
                    <a:pt x="109236" y="40199"/>
                  </a:lnTo>
                  <a:lnTo>
                    <a:pt x="112472" y="34164"/>
                  </a:lnTo>
                  <a:lnTo>
                    <a:pt x="114661" y="30897"/>
                  </a:lnTo>
                  <a:lnTo>
                    <a:pt x="116438" y="27695"/>
                  </a:lnTo>
                  <a:lnTo>
                    <a:pt x="119443" y="24539"/>
                  </a:lnTo>
                  <a:lnTo>
                    <a:pt x="121473" y="22343"/>
                  </a:lnTo>
                  <a:lnTo>
                    <a:pt x="123022" y="20389"/>
                  </a:lnTo>
                  <a:lnTo>
                    <a:pt x="123139" y="19372"/>
                  </a:lnTo>
                  <a:lnTo>
                    <a:pt x="125777" y="18208"/>
                  </a:lnTo>
                  <a:lnTo>
                    <a:pt x="127665" y="15978"/>
                  </a:lnTo>
                  <a:lnTo>
                    <a:pt x="130914" y="16151"/>
                  </a:lnTo>
                  <a:lnTo>
                    <a:pt x="131500" y="15896"/>
                  </a:lnTo>
                  <a:lnTo>
                    <a:pt x="134024" y="14793"/>
                  </a:lnTo>
                  <a:lnTo>
                    <a:pt x="135072" y="14334"/>
                  </a:lnTo>
                  <a:lnTo>
                    <a:pt x="140699" y="12620"/>
                  </a:lnTo>
                  <a:lnTo>
                    <a:pt x="147256" y="10630"/>
                  </a:lnTo>
                  <a:lnTo>
                    <a:pt x="153790" y="8152"/>
                  </a:lnTo>
                  <a:lnTo>
                    <a:pt x="158616" y="6308"/>
                  </a:lnTo>
                  <a:lnTo>
                    <a:pt x="166080" y="3627"/>
                  </a:lnTo>
                  <a:lnTo>
                    <a:pt x="175419" y="0"/>
                  </a:lnTo>
                  <a:lnTo>
                    <a:pt x="176004" y="1889"/>
                  </a:lnTo>
                  <a:lnTo>
                    <a:pt x="177019" y="4272"/>
                  </a:lnTo>
                  <a:lnTo>
                    <a:pt x="176668" y="7539"/>
                  </a:lnTo>
                  <a:lnTo>
                    <a:pt x="177601" y="8800"/>
                  </a:lnTo>
                  <a:lnTo>
                    <a:pt x="178981" y="9576"/>
                  </a:lnTo>
                  <a:lnTo>
                    <a:pt x="179041" y="12208"/>
                  </a:lnTo>
                  <a:lnTo>
                    <a:pt x="179584" y="14648"/>
                  </a:lnTo>
                  <a:lnTo>
                    <a:pt x="180066" y="18663"/>
                  </a:lnTo>
                  <a:lnTo>
                    <a:pt x="181610" y="20824"/>
                  </a:lnTo>
                  <a:lnTo>
                    <a:pt x="181788" y="20970"/>
                  </a:lnTo>
                  <a:lnTo>
                    <a:pt x="182564" y="21600"/>
                  </a:lnTo>
                  <a:lnTo>
                    <a:pt x="184302" y="23011"/>
                  </a:lnTo>
                  <a:lnTo>
                    <a:pt x="185966" y="25888"/>
                  </a:lnTo>
                  <a:lnTo>
                    <a:pt x="185993" y="28880"/>
                  </a:lnTo>
                  <a:lnTo>
                    <a:pt x="185955" y="30231"/>
                  </a:lnTo>
                  <a:lnTo>
                    <a:pt x="187023" y="32287"/>
                  </a:lnTo>
                  <a:lnTo>
                    <a:pt x="187968" y="34368"/>
                  </a:lnTo>
                  <a:lnTo>
                    <a:pt x="188085" y="34626"/>
                  </a:lnTo>
                  <a:lnTo>
                    <a:pt x="187439" y="36272"/>
                  </a:lnTo>
                  <a:lnTo>
                    <a:pt x="186956" y="39728"/>
                  </a:lnTo>
                  <a:lnTo>
                    <a:pt x="187328" y="43095"/>
                  </a:lnTo>
                  <a:lnTo>
                    <a:pt x="187544" y="45965"/>
                  </a:lnTo>
                  <a:lnTo>
                    <a:pt x="189029" y="47061"/>
                  </a:lnTo>
                  <a:lnTo>
                    <a:pt x="189415" y="48786"/>
                  </a:lnTo>
                  <a:lnTo>
                    <a:pt x="190238" y="50869"/>
                  </a:lnTo>
                  <a:lnTo>
                    <a:pt x="192175" y="53010"/>
                  </a:lnTo>
                  <a:lnTo>
                    <a:pt x="192549" y="55895"/>
                  </a:lnTo>
                  <a:lnTo>
                    <a:pt x="192945" y="56235"/>
                  </a:lnTo>
                  <a:lnTo>
                    <a:pt x="194565" y="57625"/>
                  </a:lnTo>
                  <a:lnTo>
                    <a:pt x="194493" y="58543"/>
                  </a:lnTo>
                  <a:lnTo>
                    <a:pt x="194267" y="61421"/>
                  </a:lnTo>
                  <a:lnTo>
                    <a:pt x="194221" y="63560"/>
                  </a:lnTo>
                  <a:lnTo>
                    <a:pt x="194798" y="66438"/>
                  </a:lnTo>
                  <a:lnTo>
                    <a:pt x="196226" y="67532"/>
                  </a:lnTo>
                  <a:lnTo>
                    <a:pt x="197555" y="64075"/>
                  </a:lnTo>
                  <a:lnTo>
                    <a:pt x="199359" y="65593"/>
                  </a:lnTo>
                  <a:lnTo>
                    <a:pt x="201764" y="67325"/>
                  </a:lnTo>
                  <a:lnTo>
                    <a:pt x="204061" y="75403"/>
                  </a:lnTo>
                  <a:lnTo>
                    <a:pt x="204736" y="77706"/>
                  </a:lnTo>
                  <a:lnTo>
                    <a:pt x="208563" y="90810"/>
                  </a:lnTo>
                  <a:lnTo>
                    <a:pt x="209850" y="95143"/>
                  </a:lnTo>
                  <a:lnTo>
                    <a:pt x="211327" y="100125"/>
                  </a:lnTo>
                  <a:lnTo>
                    <a:pt x="211385" y="100319"/>
                  </a:lnTo>
                  <a:lnTo>
                    <a:pt x="211462" y="101923"/>
                  </a:lnTo>
                  <a:lnTo>
                    <a:pt x="213182" y="104226"/>
                  </a:lnTo>
                  <a:lnTo>
                    <a:pt x="213884" y="116198"/>
                  </a:lnTo>
                  <a:lnTo>
                    <a:pt x="215111" y="137693"/>
                  </a:lnTo>
                  <a:lnTo>
                    <a:pt x="216220" y="138991"/>
                  </a:lnTo>
                  <a:lnTo>
                    <a:pt x="216363" y="139158"/>
                  </a:lnTo>
                  <a:lnTo>
                    <a:pt x="219169" y="149871"/>
                  </a:lnTo>
                  <a:lnTo>
                    <a:pt x="221090" y="157330"/>
                  </a:lnTo>
                  <a:lnTo>
                    <a:pt x="221402" y="158542"/>
                  </a:lnTo>
                  <a:lnTo>
                    <a:pt x="221662" y="159562"/>
                  </a:lnTo>
                  <a:lnTo>
                    <a:pt x="222782" y="163962"/>
                  </a:lnTo>
                  <a:lnTo>
                    <a:pt x="223822" y="168054"/>
                  </a:lnTo>
                  <a:lnTo>
                    <a:pt x="224572" y="171120"/>
                  </a:lnTo>
                  <a:lnTo>
                    <a:pt x="224692" y="171610"/>
                  </a:lnTo>
                  <a:lnTo>
                    <a:pt x="225520" y="174999"/>
                  </a:lnTo>
                  <a:lnTo>
                    <a:pt x="229073" y="178056"/>
                  </a:lnTo>
                  <a:lnTo>
                    <a:pt x="222384" y="186112"/>
                  </a:lnTo>
                  <a:lnTo>
                    <a:pt x="223516" y="187092"/>
                  </a:lnTo>
                  <a:lnTo>
                    <a:pt x="225938" y="189184"/>
                  </a:lnTo>
                  <a:lnTo>
                    <a:pt x="226148" y="189826"/>
                  </a:lnTo>
                  <a:lnTo>
                    <a:pt x="226496" y="190682"/>
                  </a:lnTo>
                  <a:lnTo>
                    <a:pt x="225779" y="193276"/>
                  </a:lnTo>
                  <a:lnTo>
                    <a:pt x="224164" y="195213"/>
                  </a:lnTo>
                  <a:lnTo>
                    <a:pt x="224302" y="196791"/>
                  </a:lnTo>
                  <a:lnTo>
                    <a:pt x="225238" y="196746"/>
                  </a:lnTo>
                  <a:lnTo>
                    <a:pt x="226266" y="196696"/>
                  </a:lnTo>
                  <a:lnTo>
                    <a:pt x="228177" y="195632"/>
                  </a:lnTo>
                  <a:lnTo>
                    <a:pt x="229146" y="194287"/>
                  </a:lnTo>
                  <a:lnTo>
                    <a:pt x="232870" y="191975"/>
                  </a:lnTo>
                  <a:lnTo>
                    <a:pt x="232884" y="191712"/>
                  </a:lnTo>
                  <a:lnTo>
                    <a:pt x="232949" y="190491"/>
                  </a:lnTo>
                  <a:lnTo>
                    <a:pt x="234785" y="190458"/>
                  </a:lnTo>
                  <a:lnTo>
                    <a:pt x="234976" y="190223"/>
                  </a:lnTo>
                  <a:lnTo>
                    <a:pt x="235977" y="188996"/>
                  </a:lnTo>
                  <a:lnTo>
                    <a:pt x="238462" y="189473"/>
                  </a:lnTo>
                  <a:lnTo>
                    <a:pt x="242314" y="189413"/>
                  </a:lnTo>
                  <a:lnTo>
                    <a:pt x="244698" y="187360"/>
                  </a:lnTo>
                  <a:lnTo>
                    <a:pt x="244440" y="186055"/>
                  </a:lnTo>
                  <a:lnTo>
                    <a:pt x="245368" y="184902"/>
                  </a:lnTo>
                  <a:lnTo>
                    <a:pt x="247864" y="184421"/>
                  </a:lnTo>
                  <a:lnTo>
                    <a:pt x="253993" y="182200"/>
                  </a:lnTo>
                  <a:lnTo>
                    <a:pt x="258979" y="179839"/>
                  </a:lnTo>
                  <a:lnTo>
                    <a:pt x="262850" y="177448"/>
                  </a:lnTo>
                  <a:lnTo>
                    <a:pt x="264897" y="174347"/>
                  </a:lnTo>
                  <a:lnTo>
                    <a:pt x="266240" y="171648"/>
                  </a:lnTo>
                  <a:lnTo>
                    <a:pt x="267776" y="169947"/>
                  </a:lnTo>
                  <a:lnTo>
                    <a:pt x="268493" y="168046"/>
                  </a:lnTo>
                  <a:lnTo>
                    <a:pt x="270379" y="166543"/>
                  </a:lnTo>
                  <a:lnTo>
                    <a:pt x="273239" y="163555"/>
                  </a:lnTo>
                  <a:lnTo>
                    <a:pt x="273718" y="164174"/>
                  </a:lnTo>
                  <a:lnTo>
                    <a:pt x="272313" y="168189"/>
                  </a:lnTo>
                  <a:lnTo>
                    <a:pt x="272020" y="170529"/>
                  </a:lnTo>
                  <a:lnTo>
                    <a:pt x="274668" y="170995"/>
                  </a:lnTo>
                  <a:lnTo>
                    <a:pt x="276321" y="169746"/>
                  </a:lnTo>
                  <a:lnTo>
                    <a:pt x="276578" y="166430"/>
                  </a:lnTo>
                  <a:lnTo>
                    <a:pt x="278229" y="166542"/>
                  </a:lnTo>
                  <a:lnTo>
                    <a:pt x="278584" y="168886"/>
                  </a:lnTo>
                  <a:lnTo>
                    <a:pt x="280591" y="169904"/>
                  </a:lnTo>
                  <a:lnTo>
                    <a:pt x="282920" y="166418"/>
                  </a:lnTo>
                  <a:lnTo>
                    <a:pt x="284134" y="165493"/>
                  </a:lnTo>
                  <a:lnTo>
                    <a:pt x="286426" y="165174"/>
                  </a:lnTo>
                  <a:lnTo>
                    <a:pt x="284710" y="169157"/>
                  </a:lnTo>
                  <a:lnTo>
                    <a:pt x="280016" y="173319"/>
                  </a:lnTo>
                  <a:lnTo>
                    <a:pt x="274048" y="178364"/>
                  </a:lnTo>
                  <a:lnTo>
                    <a:pt x="271310" y="181238"/>
                  </a:lnTo>
                  <a:lnTo>
                    <a:pt x="260564" y="190350"/>
                  </a:lnTo>
                  <a:lnTo>
                    <a:pt x="259071" y="191681"/>
                  </a:lnTo>
                  <a:lnTo>
                    <a:pt x="255665" y="194711"/>
                  </a:lnTo>
                  <a:lnTo>
                    <a:pt x="253116" y="197339"/>
                  </a:lnTo>
                  <a:lnTo>
                    <a:pt x="247134" y="201931"/>
                  </a:lnTo>
                  <a:lnTo>
                    <a:pt x="243925" y="203558"/>
                  </a:lnTo>
                  <a:lnTo>
                    <a:pt x="242232" y="203635"/>
                  </a:lnTo>
                  <a:lnTo>
                    <a:pt x="239995" y="205293"/>
                  </a:lnTo>
                  <a:lnTo>
                    <a:pt x="238121" y="206678"/>
                  </a:lnTo>
                  <a:lnTo>
                    <a:pt x="237428" y="207190"/>
                  </a:lnTo>
                  <a:lnTo>
                    <a:pt x="232991" y="209241"/>
                  </a:lnTo>
                  <a:lnTo>
                    <a:pt x="229120" y="210212"/>
                  </a:lnTo>
                  <a:lnTo>
                    <a:pt x="228262" y="210426"/>
                  </a:lnTo>
                  <a:lnTo>
                    <a:pt x="226734" y="211692"/>
                  </a:lnTo>
                  <a:lnTo>
                    <a:pt x="223252" y="214571"/>
                  </a:lnTo>
                  <a:lnTo>
                    <a:pt x="221847" y="214115"/>
                  </a:lnTo>
                  <a:lnTo>
                    <a:pt x="221104" y="213873"/>
                  </a:lnTo>
                  <a:lnTo>
                    <a:pt x="219218" y="213512"/>
                  </a:lnTo>
                  <a:lnTo>
                    <a:pt x="218436" y="213361"/>
                  </a:lnTo>
                  <a:lnTo>
                    <a:pt x="217252" y="216324"/>
                  </a:lnTo>
                  <a:lnTo>
                    <a:pt x="214753" y="218996"/>
                  </a:lnTo>
                  <a:lnTo>
                    <a:pt x="212790" y="220121"/>
                  </a:lnTo>
                  <a:lnTo>
                    <a:pt x="212572" y="218001"/>
                  </a:lnTo>
                  <a:lnTo>
                    <a:pt x="213495" y="217000"/>
                  </a:lnTo>
                  <a:lnTo>
                    <a:pt x="213451" y="215235"/>
                  </a:lnTo>
                  <a:lnTo>
                    <a:pt x="213015" y="213392"/>
                  </a:lnTo>
                  <a:lnTo>
                    <a:pt x="213841" y="212427"/>
                  </a:lnTo>
                  <a:lnTo>
                    <a:pt x="214190" y="212271"/>
                  </a:lnTo>
                  <a:lnTo>
                    <a:pt x="216637" y="211176"/>
                  </a:lnTo>
                  <a:lnTo>
                    <a:pt x="216954" y="210275"/>
                  </a:lnTo>
                  <a:lnTo>
                    <a:pt x="217022" y="210082"/>
                  </a:lnTo>
                  <a:lnTo>
                    <a:pt x="217435" y="208883"/>
                  </a:lnTo>
                  <a:lnTo>
                    <a:pt x="217537" y="207065"/>
                  </a:lnTo>
                  <a:lnTo>
                    <a:pt x="217594" y="206034"/>
                  </a:lnTo>
                  <a:lnTo>
                    <a:pt x="217627" y="205442"/>
                  </a:lnTo>
                  <a:lnTo>
                    <a:pt x="218034" y="203197"/>
                  </a:lnTo>
                  <a:lnTo>
                    <a:pt x="218221" y="202169"/>
                  </a:lnTo>
                  <a:lnTo>
                    <a:pt x="218264" y="201928"/>
                  </a:lnTo>
                  <a:lnTo>
                    <a:pt x="218289" y="201631"/>
                  </a:lnTo>
                  <a:lnTo>
                    <a:pt x="218384" y="200510"/>
                  </a:lnTo>
                  <a:lnTo>
                    <a:pt x="218450" y="199728"/>
                  </a:lnTo>
                  <a:lnTo>
                    <a:pt x="218506" y="199066"/>
                  </a:lnTo>
                  <a:lnTo>
                    <a:pt x="218499" y="198659"/>
                  </a:lnTo>
                  <a:lnTo>
                    <a:pt x="218468" y="196818"/>
                  </a:lnTo>
                  <a:lnTo>
                    <a:pt x="218439" y="195131"/>
                  </a:lnTo>
                  <a:lnTo>
                    <a:pt x="218225" y="192848"/>
                  </a:lnTo>
                  <a:lnTo>
                    <a:pt x="212289" y="191644"/>
                  </a:lnTo>
                  <a:lnTo>
                    <a:pt x="205380" y="190134"/>
                  </a:lnTo>
                  <a:lnTo>
                    <a:pt x="204454" y="189930"/>
                  </a:lnTo>
                  <a:lnTo>
                    <a:pt x="201716" y="189306"/>
                  </a:lnTo>
                  <a:lnTo>
                    <a:pt x="199035" y="188562"/>
                  </a:lnTo>
                  <a:lnTo>
                    <a:pt x="195306" y="187523"/>
                  </a:lnTo>
                  <a:lnTo>
                    <a:pt x="185631" y="185067"/>
                  </a:lnTo>
                  <a:lnTo>
                    <a:pt x="183290" y="182314"/>
                  </a:lnTo>
                  <a:lnTo>
                    <a:pt x="182535" y="182466"/>
                  </a:lnTo>
                  <a:lnTo>
                    <a:pt x="181005" y="182772"/>
                  </a:lnTo>
                  <a:lnTo>
                    <a:pt x="177564" y="182648"/>
                  </a:lnTo>
                  <a:lnTo>
                    <a:pt x="173837" y="181734"/>
                  </a:lnTo>
                  <a:lnTo>
                    <a:pt x="170631" y="178729"/>
                  </a:lnTo>
                  <a:lnTo>
                    <a:pt x="170147" y="177414"/>
                  </a:lnTo>
                  <a:lnTo>
                    <a:pt x="169504" y="175667"/>
                  </a:lnTo>
                  <a:lnTo>
                    <a:pt x="167797" y="170538"/>
                  </a:lnTo>
                  <a:lnTo>
                    <a:pt x="166382" y="168445"/>
                  </a:lnTo>
                  <a:lnTo>
                    <a:pt x="164514" y="167067"/>
                  </a:lnTo>
                  <a:lnTo>
                    <a:pt x="163302" y="166990"/>
                  </a:lnTo>
                  <a:lnTo>
                    <a:pt x="161597" y="166881"/>
                  </a:lnTo>
                  <a:lnTo>
                    <a:pt x="158806" y="166607"/>
                  </a:lnTo>
                  <a:lnTo>
                    <a:pt x="156959" y="164017"/>
                  </a:lnTo>
                  <a:lnTo>
                    <a:pt x="154643" y="162411"/>
                  </a:lnTo>
                  <a:lnTo>
                    <a:pt x="153992" y="162569"/>
                  </a:lnTo>
                  <a:lnTo>
                    <a:pt x="149936" y="163554"/>
                  </a:lnTo>
                  <a:lnTo>
                    <a:pt x="149732" y="163619"/>
                  </a:lnTo>
                  <a:lnTo>
                    <a:pt x="136578" y="167743"/>
                  </a:lnTo>
                  <a:lnTo>
                    <a:pt x="128578" y="170197"/>
                  </a:lnTo>
                  <a:lnTo>
                    <a:pt x="127228" y="170609"/>
                  </a:lnTo>
                  <a:lnTo>
                    <a:pt x="116441" y="173869"/>
                  </a:lnTo>
                  <a:lnTo>
                    <a:pt x="113152" y="174792"/>
                  </a:lnTo>
                  <a:lnTo>
                    <a:pt x="100556" y="178497"/>
                  </a:lnTo>
                  <a:lnTo>
                    <a:pt x="99227" y="178884"/>
                  </a:lnTo>
                  <a:lnTo>
                    <a:pt x="97797" y="179300"/>
                  </a:lnTo>
                  <a:lnTo>
                    <a:pt x="77205" y="185327"/>
                  </a:lnTo>
                  <a:lnTo>
                    <a:pt x="72414" y="186705"/>
                  </a:lnTo>
                  <a:lnTo>
                    <a:pt x="69601" y="187509"/>
                  </a:lnTo>
                  <a:lnTo>
                    <a:pt x="62757" y="189381"/>
                  </a:lnTo>
                  <a:lnTo>
                    <a:pt x="56744" y="191065"/>
                  </a:lnTo>
                  <a:lnTo>
                    <a:pt x="54518" y="191685"/>
                  </a:lnTo>
                  <a:lnTo>
                    <a:pt x="53247" y="192029"/>
                  </a:lnTo>
                  <a:lnTo>
                    <a:pt x="43316" y="194698"/>
                  </a:lnTo>
                  <a:lnTo>
                    <a:pt x="32229" y="197715"/>
                  </a:lnTo>
                  <a:lnTo>
                    <a:pt x="30020" y="198310"/>
                  </a:lnTo>
                  <a:lnTo>
                    <a:pt x="27326" y="199030"/>
                  </a:lnTo>
                  <a:lnTo>
                    <a:pt x="13143" y="202771"/>
                  </a:lnTo>
                  <a:lnTo>
                    <a:pt x="8361" y="203992"/>
                  </a:lnTo>
                  <a:lnTo>
                    <a:pt x="3156" y="205310"/>
                  </a:lnTo>
                  <a:lnTo>
                    <a:pt x="1598" y="19905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72056" y="3245303"/>
              <a:ext cx="6389" cy="9485"/>
            </a:xfrm>
            <a:custGeom>
              <a:avLst/>
              <a:pathLst>
                <a:path w="6389" h="9485">
                  <a:moveTo>
                    <a:pt x="0" y="3425"/>
                  </a:moveTo>
                  <a:lnTo>
                    <a:pt x="2129" y="0"/>
                  </a:lnTo>
                  <a:lnTo>
                    <a:pt x="5809" y="2149"/>
                  </a:lnTo>
                  <a:lnTo>
                    <a:pt x="6389" y="7223"/>
                  </a:lnTo>
                  <a:lnTo>
                    <a:pt x="2842" y="94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31423" y="3182558"/>
              <a:ext cx="333981" cy="382796"/>
            </a:xfrm>
            <a:custGeom>
              <a:avLst/>
              <a:pathLst>
                <a:path w="333981" h="382796">
                  <a:moveTo>
                    <a:pt x="42034" y="336446"/>
                  </a:moveTo>
                  <a:lnTo>
                    <a:pt x="40794" y="328786"/>
                  </a:lnTo>
                  <a:lnTo>
                    <a:pt x="39415" y="320276"/>
                  </a:lnTo>
                  <a:lnTo>
                    <a:pt x="37273" y="307490"/>
                  </a:lnTo>
                  <a:lnTo>
                    <a:pt x="36519" y="302997"/>
                  </a:lnTo>
                  <a:lnTo>
                    <a:pt x="33897" y="287395"/>
                  </a:lnTo>
                  <a:lnTo>
                    <a:pt x="30810" y="268698"/>
                  </a:lnTo>
                  <a:lnTo>
                    <a:pt x="29376" y="260037"/>
                  </a:lnTo>
                  <a:lnTo>
                    <a:pt x="27712" y="250001"/>
                  </a:lnTo>
                  <a:lnTo>
                    <a:pt x="26545" y="242828"/>
                  </a:lnTo>
                  <a:lnTo>
                    <a:pt x="24464" y="230056"/>
                  </a:lnTo>
                  <a:lnTo>
                    <a:pt x="23779" y="225853"/>
                  </a:lnTo>
                  <a:lnTo>
                    <a:pt x="21295" y="211225"/>
                  </a:lnTo>
                  <a:lnTo>
                    <a:pt x="20075" y="204320"/>
                  </a:lnTo>
                  <a:lnTo>
                    <a:pt x="17366" y="189025"/>
                  </a:lnTo>
                  <a:lnTo>
                    <a:pt x="13914" y="169972"/>
                  </a:lnTo>
                  <a:lnTo>
                    <a:pt x="12726" y="163424"/>
                  </a:lnTo>
                  <a:lnTo>
                    <a:pt x="10373" y="150483"/>
                  </a:lnTo>
                  <a:lnTo>
                    <a:pt x="8030" y="137631"/>
                  </a:lnTo>
                  <a:lnTo>
                    <a:pt x="7702" y="135830"/>
                  </a:lnTo>
                  <a:lnTo>
                    <a:pt x="5243" y="122369"/>
                  </a:lnTo>
                  <a:lnTo>
                    <a:pt x="4920" y="120629"/>
                  </a:lnTo>
                  <a:lnTo>
                    <a:pt x="3025" y="110434"/>
                  </a:lnTo>
                  <a:lnTo>
                    <a:pt x="0" y="94179"/>
                  </a:lnTo>
                  <a:lnTo>
                    <a:pt x="26534" y="88224"/>
                  </a:lnTo>
                  <a:lnTo>
                    <a:pt x="29307" y="87585"/>
                  </a:lnTo>
                  <a:lnTo>
                    <a:pt x="32124" y="86934"/>
                  </a:lnTo>
                  <a:lnTo>
                    <a:pt x="48385" y="83147"/>
                  </a:lnTo>
                  <a:lnTo>
                    <a:pt x="66636" y="78783"/>
                  </a:lnTo>
                  <a:lnTo>
                    <a:pt x="75061" y="76747"/>
                  </a:lnTo>
                  <a:lnTo>
                    <a:pt x="97236" y="71301"/>
                  </a:lnTo>
                  <a:lnTo>
                    <a:pt x="101238" y="74691"/>
                  </a:lnTo>
                  <a:lnTo>
                    <a:pt x="107014" y="72445"/>
                  </a:lnTo>
                  <a:lnTo>
                    <a:pt x="115012" y="76621"/>
                  </a:lnTo>
                  <a:lnTo>
                    <a:pt x="120310" y="77560"/>
                  </a:lnTo>
                  <a:lnTo>
                    <a:pt x="127907" y="78897"/>
                  </a:lnTo>
                  <a:lnTo>
                    <a:pt x="131478" y="82188"/>
                  </a:lnTo>
                  <a:lnTo>
                    <a:pt x="139077" y="84788"/>
                  </a:lnTo>
                  <a:lnTo>
                    <a:pt x="143254" y="77575"/>
                  </a:lnTo>
                  <a:lnTo>
                    <a:pt x="144867" y="76086"/>
                  </a:lnTo>
                  <a:lnTo>
                    <a:pt x="154184" y="78745"/>
                  </a:lnTo>
                  <a:lnTo>
                    <a:pt x="157070" y="82737"/>
                  </a:lnTo>
                  <a:lnTo>
                    <a:pt x="157350" y="83124"/>
                  </a:lnTo>
                  <a:lnTo>
                    <a:pt x="163777" y="88256"/>
                  </a:lnTo>
                  <a:lnTo>
                    <a:pt x="170596" y="90580"/>
                  </a:lnTo>
                  <a:lnTo>
                    <a:pt x="175952" y="89906"/>
                  </a:lnTo>
                  <a:lnTo>
                    <a:pt x="182279" y="84401"/>
                  </a:lnTo>
                  <a:lnTo>
                    <a:pt x="183261" y="84122"/>
                  </a:lnTo>
                  <a:lnTo>
                    <a:pt x="188940" y="82504"/>
                  </a:lnTo>
                  <a:lnTo>
                    <a:pt x="194376" y="77130"/>
                  </a:lnTo>
                  <a:lnTo>
                    <a:pt x="206985" y="69935"/>
                  </a:lnTo>
                  <a:lnTo>
                    <a:pt x="209089" y="70544"/>
                  </a:lnTo>
                  <a:lnTo>
                    <a:pt x="211560" y="71258"/>
                  </a:lnTo>
                  <a:lnTo>
                    <a:pt x="218272" y="69422"/>
                  </a:lnTo>
                  <a:lnTo>
                    <a:pt x="220640" y="68772"/>
                  </a:lnTo>
                  <a:lnTo>
                    <a:pt x="225983" y="68283"/>
                  </a:lnTo>
                  <a:lnTo>
                    <a:pt x="232451" y="61488"/>
                  </a:lnTo>
                  <a:lnTo>
                    <a:pt x="240861" y="49920"/>
                  </a:lnTo>
                  <a:lnTo>
                    <a:pt x="242171" y="48111"/>
                  </a:lnTo>
                  <a:lnTo>
                    <a:pt x="246473" y="41168"/>
                  </a:lnTo>
                  <a:lnTo>
                    <a:pt x="252611" y="34289"/>
                  </a:lnTo>
                  <a:lnTo>
                    <a:pt x="259380" y="29988"/>
                  </a:lnTo>
                  <a:lnTo>
                    <a:pt x="267693" y="22594"/>
                  </a:lnTo>
                  <a:lnTo>
                    <a:pt x="271030" y="20813"/>
                  </a:lnTo>
                  <a:lnTo>
                    <a:pt x="277876" y="17150"/>
                  </a:lnTo>
                  <a:lnTo>
                    <a:pt x="284073" y="11478"/>
                  </a:lnTo>
                  <a:lnTo>
                    <a:pt x="298603" y="3024"/>
                  </a:lnTo>
                  <a:lnTo>
                    <a:pt x="302599" y="0"/>
                  </a:lnTo>
                  <a:lnTo>
                    <a:pt x="305519" y="12445"/>
                  </a:lnTo>
                  <a:lnTo>
                    <a:pt x="309613" y="29932"/>
                  </a:lnTo>
                  <a:lnTo>
                    <a:pt x="313494" y="46507"/>
                  </a:lnTo>
                  <a:lnTo>
                    <a:pt x="313727" y="47502"/>
                  </a:lnTo>
                  <a:lnTo>
                    <a:pt x="319553" y="72455"/>
                  </a:lnTo>
                  <a:lnTo>
                    <a:pt x="321773" y="82125"/>
                  </a:lnTo>
                  <a:lnTo>
                    <a:pt x="321955" y="82916"/>
                  </a:lnTo>
                  <a:lnTo>
                    <a:pt x="326826" y="104180"/>
                  </a:lnTo>
                  <a:lnTo>
                    <a:pt x="326970" y="104796"/>
                  </a:lnTo>
                  <a:lnTo>
                    <a:pt x="328083" y="109559"/>
                  </a:lnTo>
                  <a:lnTo>
                    <a:pt x="332904" y="130227"/>
                  </a:lnTo>
                  <a:lnTo>
                    <a:pt x="328719" y="133635"/>
                  </a:lnTo>
                  <a:lnTo>
                    <a:pt x="325450" y="133973"/>
                  </a:lnTo>
                  <a:lnTo>
                    <a:pt x="323312" y="138335"/>
                  </a:lnTo>
                  <a:lnTo>
                    <a:pt x="328026" y="143563"/>
                  </a:lnTo>
                  <a:lnTo>
                    <a:pt x="330931" y="150444"/>
                  </a:lnTo>
                  <a:lnTo>
                    <a:pt x="330435" y="155853"/>
                  </a:lnTo>
                  <a:lnTo>
                    <a:pt x="330341" y="156872"/>
                  </a:lnTo>
                  <a:lnTo>
                    <a:pt x="333981" y="164372"/>
                  </a:lnTo>
                  <a:lnTo>
                    <a:pt x="332365" y="170164"/>
                  </a:lnTo>
                  <a:lnTo>
                    <a:pt x="330885" y="177117"/>
                  </a:lnTo>
                  <a:lnTo>
                    <a:pt x="330194" y="180350"/>
                  </a:lnTo>
                  <a:lnTo>
                    <a:pt x="330066" y="180951"/>
                  </a:lnTo>
                  <a:lnTo>
                    <a:pt x="329378" y="188457"/>
                  </a:lnTo>
                  <a:lnTo>
                    <a:pt x="330290" y="192979"/>
                  </a:lnTo>
                  <a:lnTo>
                    <a:pt x="331534" y="199155"/>
                  </a:lnTo>
                  <a:lnTo>
                    <a:pt x="330192" y="201585"/>
                  </a:lnTo>
                  <a:lnTo>
                    <a:pt x="328015" y="205336"/>
                  </a:lnTo>
                  <a:lnTo>
                    <a:pt x="328038" y="212381"/>
                  </a:lnTo>
                  <a:lnTo>
                    <a:pt x="328039" y="212676"/>
                  </a:lnTo>
                  <a:lnTo>
                    <a:pt x="328993" y="217174"/>
                  </a:lnTo>
                  <a:lnTo>
                    <a:pt x="326490" y="221620"/>
                  </a:lnTo>
                  <a:lnTo>
                    <a:pt x="329996" y="225330"/>
                  </a:lnTo>
                  <a:lnTo>
                    <a:pt x="330582" y="225950"/>
                  </a:lnTo>
                  <a:lnTo>
                    <a:pt x="329002" y="231361"/>
                  </a:lnTo>
                  <a:lnTo>
                    <a:pt x="324422" y="238171"/>
                  </a:lnTo>
                  <a:lnTo>
                    <a:pt x="318970" y="246516"/>
                  </a:lnTo>
                  <a:lnTo>
                    <a:pt x="316717" y="249956"/>
                  </a:lnTo>
                  <a:lnTo>
                    <a:pt x="314464" y="255808"/>
                  </a:lnTo>
                  <a:lnTo>
                    <a:pt x="314103" y="256745"/>
                  </a:lnTo>
                  <a:lnTo>
                    <a:pt x="310235" y="259558"/>
                  </a:lnTo>
                  <a:lnTo>
                    <a:pt x="306405" y="264621"/>
                  </a:lnTo>
                  <a:lnTo>
                    <a:pt x="300011" y="270630"/>
                  </a:lnTo>
                  <a:lnTo>
                    <a:pt x="298250" y="270736"/>
                  </a:lnTo>
                  <a:lnTo>
                    <a:pt x="296444" y="270845"/>
                  </a:lnTo>
                  <a:lnTo>
                    <a:pt x="294135" y="266985"/>
                  </a:lnTo>
                  <a:lnTo>
                    <a:pt x="290595" y="266299"/>
                  </a:lnTo>
                  <a:lnTo>
                    <a:pt x="287847" y="270616"/>
                  </a:lnTo>
                  <a:lnTo>
                    <a:pt x="284528" y="275719"/>
                  </a:lnTo>
                  <a:lnTo>
                    <a:pt x="285246" y="281139"/>
                  </a:lnTo>
                  <a:lnTo>
                    <a:pt x="281635" y="282047"/>
                  </a:lnTo>
                  <a:lnTo>
                    <a:pt x="276860" y="283293"/>
                  </a:lnTo>
                  <a:lnTo>
                    <a:pt x="275500" y="289175"/>
                  </a:lnTo>
                  <a:lnTo>
                    <a:pt x="274936" y="290147"/>
                  </a:lnTo>
                  <a:lnTo>
                    <a:pt x="273139" y="293239"/>
                  </a:lnTo>
                  <a:lnTo>
                    <a:pt x="273248" y="293587"/>
                  </a:lnTo>
                  <a:lnTo>
                    <a:pt x="275478" y="300693"/>
                  </a:lnTo>
                  <a:lnTo>
                    <a:pt x="274983" y="301065"/>
                  </a:lnTo>
                  <a:lnTo>
                    <a:pt x="271084" y="303992"/>
                  </a:lnTo>
                  <a:lnTo>
                    <a:pt x="273067" y="308003"/>
                  </a:lnTo>
                  <a:lnTo>
                    <a:pt x="275605" y="313524"/>
                  </a:lnTo>
                  <a:lnTo>
                    <a:pt x="272445" y="317793"/>
                  </a:lnTo>
                  <a:lnTo>
                    <a:pt x="267441" y="320578"/>
                  </a:lnTo>
                  <a:lnTo>
                    <a:pt x="262894" y="315087"/>
                  </a:lnTo>
                  <a:lnTo>
                    <a:pt x="257267" y="312634"/>
                  </a:lnTo>
                  <a:lnTo>
                    <a:pt x="254916" y="314350"/>
                  </a:lnTo>
                  <a:lnTo>
                    <a:pt x="252197" y="319229"/>
                  </a:lnTo>
                  <a:lnTo>
                    <a:pt x="251765" y="320865"/>
                  </a:lnTo>
                  <a:lnTo>
                    <a:pt x="250179" y="326859"/>
                  </a:lnTo>
                  <a:lnTo>
                    <a:pt x="249785" y="335205"/>
                  </a:lnTo>
                  <a:lnTo>
                    <a:pt x="246632" y="338138"/>
                  </a:lnTo>
                  <a:lnTo>
                    <a:pt x="248059" y="342140"/>
                  </a:lnTo>
                  <a:lnTo>
                    <a:pt x="251272" y="351717"/>
                  </a:lnTo>
                  <a:lnTo>
                    <a:pt x="253075" y="356534"/>
                  </a:lnTo>
                  <a:lnTo>
                    <a:pt x="250103" y="358899"/>
                  </a:lnTo>
                  <a:lnTo>
                    <a:pt x="245886" y="359617"/>
                  </a:lnTo>
                  <a:lnTo>
                    <a:pt x="245566" y="361096"/>
                  </a:lnTo>
                  <a:lnTo>
                    <a:pt x="245112" y="363191"/>
                  </a:lnTo>
                  <a:lnTo>
                    <a:pt x="245548" y="369619"/>
                  </a:lnTo>
                  <a:lnTo>
                    <a:pt x="244980" y="374539"/>
                  </a:lnTo>
                  <a:lnTo>
                    <a:pt x="240891" y="376902"/>
                  </a:lnTo>
                  <a:lnTo>
                    <a:pt x="236097" y="378734"/>
                  </a:lnTo>
                  <a:lnTo>
                    <a:pt x="231649" y="380949"/>
                  </a:lnTo>
                  <a:lnTo>
                    <a:pt x="227931" y="382796"/>
                  </a:lnTo>
                  <a:lnTo>
                    <a:pt x="225090" y="381625"/>
                  </a:lnTo>
                  <a:lnTo>
                    <a:pt x="222138" y="376625"/>
                  </a:lnTo>
                  <a:lnTo>
                    <a:pt x="218088" y="374370"/>
                  </a:lnTo>
                  <a:lnTo>
                    <a:pt x="217059" y="373796"/>
                  </a:lnTo>
                  <a:lnTo>
                    <a:pt x="212527" y="370472"/>
                  </a:lnTo>
                  <a:lnTo>
                    <a:pt x="206723" y="371133"/>
                  </a:lnTo>
                  <a:lnTo>
                    <a:pt x="205681" y="370418"/>
                  </a:lnTo>
                  <a:lnTo>
                    <a:pt x="202058" y="367929"/>
                  </a:lnTo>
                  <a:lnTo>
                    <a:pt x="199261" y="361002"/>
                  </a:lnTo>
                  <a:lnTo>
                    <a:pt x="198369" y="357097"/>
                  </a:lnTo>
                  <a:lnTo>
                    <a:pt x="196286" y="353698"/>
                  </a:lnTo>
                  <a:lnTo>
                    <a:pt x="192457" y="355805"/>
                  </a:lnTo>
                  <a:lnTo>
                    <a:pt x="187522" y="358183"/>
                  </a:lnTo>
                  <a:lnTo>
                    <a:pt x="186374" y="359764"/>
                  </a:lnTo>
                  <a:lnTo>
                    <a:pt x="185629" y="360789"/>
                  </a:lnTo>
                  <a:lnTo>
                    <a:pt x="181027" y="365472"/>
                  </a:lnTo>
                  <a:lnTo>
                    <a:pt x="180365" y="368808"/>
                  </a:lnTo>
                  <a:lnTo>
                    <a:pt x="177436" y="371446"/>
                  </a:lnTo>
                  <a:lnTo>
                    <a:pt x="172216" y="371675"/>
                  </a:lnTo>
                  <a:lnTo>
                    <a:pt x="170631" y="373572"/>
                  </a:lnTo>
                  <a:lnTo>
                    <a:pt x="169206" y="375276"/>
                  </a:lnTo>
                  <a:lnTo>
                    <a:pt x="166190" y="373508"/>
                  </a:lnTo>
                  <a:lnTo>
                    <a:pt x="161245" y="370580"/>
                  </a:lnTo>
                  <a:lnTo>
                    <a:pt x="156244" y="370796"/>
                  </a:lnTo>
                  <a:lnTo>
                    <a:pt x="148603" y="369018"/>
                  </a:lnTo>
                  <a:lnTo>
                    <a:pt x="141933" y="372668"/>
                  </a:lnTo>
                  <a:lnTo>
                    <a:pt x="141377" y="376447"/>
                  </a:lnTo>
                  <a:lnTo>
                    <a:pt x="141102" y="376648"/>
                  </a:lnTo>
                  <a:lnTo>
                    <a:pt x="138852" y="378297"/>
                  </a:lnTo>
                  <a:lnTo>
                    <a:pt x="136707" y="377914"/>
                  </a:lnTo>
                  <a:lnTo>
                    <a:pt x="131314" y="376947"/>
                  </a:lnTo>
                  <a:lnTo>
                    <a:pt x="129765" y="373449"/>
                  </a:lnTo>
                  <a:lnTo>
                    <a:pt x="125577" y="372213"/>
                  </a:lnTo>
                  <a:lnTo>
                    <a:pt x="123567" y="369016"/>
                  </a:lnTo>
                  <a:lnTo>
                    <a:pt x="119322" y="368247"/>
                  </a:lnTo>
                  <a:lnTo>
                    <a:pt x="117367" y="367892"/>
                  </a:lnTo>
                  <a:lnTo>
                    <a:pt x="113329" y="367416"/>
                  </a:lnTo>
                  <a:lnTo>
                    <a:pt x="108018" y="370028"/>
                  </a:lnTo>
                  <a:lnTo>
                    <a:pt x="101452" y="369495"/>
                  </a:lnTo>
                  <a:lnTo>
                    <a:pt x="95270" y="369049"/>
                  </a:lnTo>
                  <a:lnTo>
                    <a:pt x="93840" y="366887"/>
                  </a:lnTo>
                  <a:lnTo>
                    <a:pt x="93073" y="365726"/>
                  </a:lnTo>
                  <a:lnTo>
                    <a:pt x="92579" y="362574"/>
                  </a:lnTo>
                  <a:lnTo>
                    <a:pt x="92490" y="362005"/>
                  </a:lnTo>
                  <a:lnTo>
                    <a:pt x="86921" y="355445"/>
                  </a:lnTo>
                  <a:lnTo>
                    <a:pt x="85635" y="352256"/>
                  </a:lnTo>
                  <a:lnTo>
                    <a:pt x="83280" y="349577"/>
                  </a:lnTo>
                  <a:lnTo>
                    <a:pt x="82756" y="348981"/>
                  </a:lnTo>
                  <a:lnTo>
                    <a:pt x="76805" y="348206"/>
                  </a:lnTo>
                  <a:lnTo>
                    <a:pt x="73729" y="344984"/>
                  </a:lnTo>
                  <a:lnTo>
                    <a:pt x="72266" y="342172"/>
                  </a:lnTo>
                  <a:lnTo>
                    <a:pt x="70871" y="341698"/>
                  </a:lnTo>
                  <a:lnTo>
                    <a:pt x="69532" y="342460"/>
                  </a:lnTo>
                  <a:lnTo>
                    <a:pt x="68816" y="344045"/>
                  </a:lnTo>
                  <a:lnTo>
                    <a:pt x="67864" y="344296"/>
                  </a:lnTo>
                  <a:lnTo>
                    <a:pt x="64560" y="345166"/>
                  </a:lnTo>
                  <a:lnTo>
                    <a:pt x="60704" y="348542"/>
                  </a:lnTo>
                  <a:lnTo>
                    <a:pt x="59549" y="348243"/>
                  </a:lnTo>
                  <a:lnTo>
                    <a:pt x="55036" y="347074"/>
                  </a:lnTo>
                  <a:lnTo>
                    <a:pt x="51858" y="344387"/>
                  </a:lnTo>
                  <a:lnTo>
                    <a:pt x="51664" y="344223"/>
                  </a:lnTo>
                  <a:lnTo>
                    <a:pt x="48641" y="343300"/>
                  </a:lnTo>
                  <a:lnTo>
                    <a:pt x="44118" y="34838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649610" y="3944424"/>
              <a:ext cx="891978" cy="427171"/>
            </a:xfrm>
            <a:custGeom>
              <a:avLst/>
              <a:pathLst>
                <a:path w="891978" h="427171">
                  <a:moveTo>
                    <a:pt x="720" y="53029"/>
                  </a:moveTo>
                  <a:lnTo>
                    <a:pt x="1757" y="23374"/>
                  </a:lnTo>
                  <a:lnTo>
                    <a:pt x="2113" y="11918"/>
                  </a:lnTo>
                  <a:lnTo>
                    <a:pt x="18375" y="12548"/>
                  </a:lnTo>
                  <a:lnTo>
                    <a:pt x="32962" y="13593"/>
                  </a:lnTo>
                  <a:lnTo>
                    <a:pt x="67775" y="14723"/>
                  </a:lnTo>
                  <a:lnTo>
                    <a:pt x="99563" y="15736"/>
                  </a:lnTo>
                  <a:lnTo>
                    <a:pt x="100989" y="15762"/>
                  </a:lnTo>
                  <a:lnTo>
                    <a:pt x="113764" y="15991"/>
                  </a:lnTo>
                  <a:lnTo>
                    <a:pt x="149032" y="16516"/>
                  </a:lnTo>
                  <a:lnTo>
                    <a:pt x="156137" y="16604"/>
                  </a:lnTo>
                  <a:lnTo>
                    <a:pt x="183957" y="16859"/>
                  </a:lnTo>
                  <a:lnTo>
                    <a:pt x="198691" y="16982"/>
                  </a:lnTo>
                  <a:lnTo>
                    <a:pt x="210982" y="17064"/>
                  </a:lnTo>
                  <a:lnTo>
                    <a:pt x="220109" y="17114"/>
                  </a:lnTo>
                  <a:lnTo>
                    <a:pt x="242695" y="17119"/>
                  </a:lnTo>
                  <a:lnTo>
                    <a:pt x="250887" y="17105"/>
                  </a:lnTo>
                  <a:lnTo>
                    <a:pt x="297945" y="17191"/>
                  </a:lnTo>
                  <a:lnTo>
                    <a:pt x="306774" y="17178"/>
                  </a:lnTo>
                  <a:lnTo>
                    <a:pt x="307523" y="17177"/>
                  </a:lnTo>
                  <a:lnTo>
                    <a:pt x="341814" y="17287"/>
                  </a:lnTo>
                  <a:lnTo>
                    <a:pt x="353654" y="17267"/>
                  </a:lnTo>
                  <a:lnTo>
                    <a:pt x="362281" y="17242"/>
                  </a:lnTo>
                  <a:lnTo>
                    <a:pt x="367278" y="17224"/>
                  </a:lnTo>
                  <a:lnTo>
                    <a:pt x="395476" y="16998"/>
                  </a:lnTo>
                  <a:lnTo>
                    <a:pt x="408596" y="16860"/>
                  </a:lnTo>
                  <a:lnTo>
                    <a:pt x="429762" y="16595"/>
                  </a:lnTo>
                  <a:lnTo>
                    <a:pt x="454881" y="16289"/>
                  </a:lnTo>
                  <a:lnTo>
                    <a:pt x="474241" y="16002"/>
                  </a:lnTo>
                  <a:lnTo>
                    <a:pt x="474945" y="15987"/>
                  </a:lnTo>
                  <a:lnTo>
                    <a:pt x="498829" y="15448"/>
                  </a:lnTo>
                  <a:lnTo>
                    <a:pt x="505597" y="15283"/>
                  </a:lnTo>
                  <a:lnTo>
                    <a:pt x="530277" y="14626"/>
                  </a:lnTo>
                  <a:lnTo>
                    <a:pt x="533690" y="14529"/>
                  </a:lnTo>
                  <a:lnTo>
                    <a:pt x="564799" y="13636"/>
                  </a:lnTo>
                  <a:lnTo>
                    <a:pt x="572660" y="13392"/>
                  </a:lnTo>
                  <a:lnTo>
                    <a:pt x="596742" y="12591"/>
                  </a:lnTo>
                  <a:lnTo>
                    <a:pt x="601521" y="12424"/>
                  </a:lnTo>
                  <a:lnTo>
                    <a:pt x="637132" y="11121"/>
                  </a:lnTo>
                  <a:lnTo>
                    <a:pt x="659894" y="10248"/>
                  </a:lnTo>
                  <a:lnTo>
                    <a:pt x="662461" y="10145"/>
                  </a:lnTo>
                  <a:lnTo>
                    <a:pt x="691148" y="8846"/>
                  </a:lnTo>
                  <a:lnTo>
                    <a:pt x="713140" y="7809"/>
                  </a:lnTo>
                  <a:lnTo>
                    <a:pt x="716847" y="7629"/>
                  </a:lnTo>
                  <a:lnTo>
                    <a:pt x="720514" y="7449"/>
                  </a:lnTo>
                  <a:lnTo>
                    <a:pt x="734854" y="6737"/>
                  </a:lnTo>
                  <a:lnTo>
                    <a:pt x="756474" y="5618"/>
                  </a:lnTo>
                  <a:lnTo>
                    <a:pt x="761665" y="5341"/>
                  </a:lnTo>
                  <a:lnTo>
                    <a:pt x="773295" y="4709"/>
                  </a:lnTo>
                  <a:lnTo>
                    <a:pt x="781931" y="4229"/>
                  </a:lnTo>
                  <a:lnTo>
                    <a:pt x="807182" y="2766"/>
                  </a:lnTo>
                  <a:lnTo>
                    <a:pt x="813861" y="2366"/>
                  </a:lnTo>
                  <a:lnTo>
                    <a:pt x="815111" y="2291"/>
                  </a:lnTo>
                  <a:lnTo>
                    <a:pt x="843752" y="625"/>
                  </a:lnTo>
                  <a:lnTo>
                    <a:pt x="853359" y="0"/>
                  </a:lnTo>
                  <a:lnTo>
                    <a:pt x="855069" y="29376"/>
                  </a:lnTo>
                  <a:lnTo>
                    <a:pt x="855840" y="41843"/>
                  </a:lnTo>
                  <a:lnTo>
                    <a:pt x="856272" y="48835"/>
                  </a:lnTo>
                  <a:lnTo>
                    <a:pt x="857107" y="63143"/>
                  </a:lnTo>
                  <a:lnTo>
                    <a:pt x="861839" y="88142"/>
                  </a:lnTo>
                  <a:lnTo>
                    <a:pt x="865324" y="105423"/>
                  </a:lnTo>
                  <a:lnTo>
                    <a:pt x="866837" y="112917"/>
                  </a:lnTo>
                  <a:lnTo>
                    <a:pt x="869731" y="127224"/>
                  </a:lnTo>
                  <a:lnTo>
                    <a:pt x="875246" y="154710"/>
                  </a:lnTo>
                  <a:lnTo>
                    <a:pt x="875468" y="155844"/>
                  </a:lnTo>
                  <a:lnTo>
                    <a:pt x="878436" y="170957"/>
                  </a:lnTo>
                  <a:lnTo>
                    <a:pt x="881930" y="188713"/>
                  </a:lnTo>
                  <a:lnTo>
                    <a:pt x="884259" y="201759"/>
                  </a:lnTo>
                  <a:lnTo>
                    <a:pt x="884375" y="202404"/>
                  </a:lnTo>
                  <a:lnTo>
                    <a:pt x="884775" y="204645"/>
                  </a:lnTo>
                  <a:lnTo>
                    <a:pt x="885092" y="216505"/>
                  </a:lnTo>
                  <a:lnTo>
                    <a:pt x="885205" y="220198"/>
                  </a:lnTo>
                  <a:lnTo>
                    <a:pt x="886403" y="259750"/>
                  </a:lnTo>
                  <a:lnTo>
                    <a:pt x="886568" y="265255"/>
                  </a:lnTo>
                  <a:lnTo>
                    <a:pt x="887222" y="285694"/>
                  </a:lnTo>
                  <a:lnTo>
                    <a:pt x="887600" y="297581"/>
                  </a:lnTo>
                  <a:lnTo>
                    <a:pt x="888167" y="313699"/>
                  </a:lnTo>
                  <a:lnTo>
                    <a:pt x="888820" y="332395"/>
                  </a:lnTo>
                  <a:lnTo>
                    <a:pt x="889579" y="353802"/>
                  </a:lnTo>
                  <a:lnTo>
                    <a:pt x="890337" y="375351"/>
                  </a:lnTo>
                  <a:lnTo>
                    <a:pt x="890667" y="385312"/>
                  </a:lnTo>
                  <a:lnTo>
                    <a:pt x="891299" y="404497"/>
                  </a:lnTo>
                  <a:lnTo>
                    <a:pt x="891978" y="423590"/>
                  </a:lnTo>
                  <a:lnTo>
                    <a:pt x="887535" y="425905"/>
                  </a:lnTo>
                  <a:lnTo>
                    <a:pt x="882535" y="420143"/>
                  </a:lnTo>
                  <a:lnTo>
                    <a:pt x="876399" y="420087"/>
                  </a:lnTo>
                  <a:lnTo>
                    <a:pt x="867240" y="416375"/>
                  </a:lnTo>
                  <a:lnTo>
                    <a:pt x="865338" y="414775"/>
                  </a:lnTo>
                  <a:lnTo>
                    <a:pt x="861529" y="411567"/>
                  </a:lnTo>
                  <a:lnTo>
                    <a:pt x="853603" y="413140"/>
                  </a:lnTo>
                  <a:lnTo>
                    <a:pt x="846937" y="408876"/>
                  </a:lnTo>
                  <a:lnTo>
                    <a:pt x="842764" y="404795"/>
                  </a:lnTo>
                  <a:lnTo>
                    <a:pt x="838036" y="399787"/>
                  </a:lnTo>
                  <a:lnTo>
                    <a:pt x="831109" y="398892"/>
                  </a:lnTo>
                  <a:lnTo>
                    <a:pt x="825716" y="393857"/>
                  </a:lnTo>
                  <a:lnTo>
                    <a:pt x="819761" y="390209"/>
                  </a:lnTo>
                  <a:lnTo>
                    <a:pt x="819067" y="389977"/>
                  </a:lnTo>
                  <a:lnTo>
                    <a:pt x="811477" y="387436"/>
                  </a:lnTo>
                  <a:lnTo>
                    <a:pt x="808807" y="391666"/>
                  </a:lnTo>
                  <a:lnTo>
                    <a:pt x="805984" y="398399"/>
                  </a:lnTo>
                  <a:lnTo>
                    <a:pt x="803155" y="399050"/>
                  </a:lnTo>
                  <a:lnTo>
                    <a:pt x="798767" y="400057"/>
                  </a:lnTo>
                  <a:lnTo>
                    <a:pt x="788718" y="400466"/>
                  </a:lnTo>
                  <a:lnTo>
                    <a:pt x="780380" y="398804"/>
                  </a:lnTo>
                  <a:lnTo>
                    <a:pt x="776796" y="393737"/>
                  </a:lnTo>
                  <a:lnTo>
                    <a:pt x="771859" y="393971"/>
                  </a:lnTo>
                  <a:lnTo>
                    <a:pt x="764977" y="397025"/>
                  </a:lnTo>
                  <a:lnTo>
                    <a:pt x="757899" y="398633"/>
                  </a:lnTo>
                  <a:lnTo>
                    <a:pt x="752522" y="401877"/>
                  </a:lnTo>
                  <a:lnTo>
                    <a:pt x="749328" y="403802"/>
                  </a:lnTo>
                  <a:lnTo>
                    <a:pt x="746749" y="403681"/>
                  </a:lnTo>
                  <a:lnTo>
                    <a:pt x="742226" y="403466"/>
                  </a:lnTo>
                  <a:lnTo>
                    <a:pt x="737108" y="402290"/>
                  </a:lnTo>
                  <a:lnTo>
                    <a:pt x="723689" y="407168"/>
                  </a:lnTo>
                  <a:lnTo>
                    <a:pt x="714462" y="408801"/>
                  </a:lnTo>
                  <a:lnTo>
                    <a:pt x="712358" y="412865"/>
                  </a:lnTo>
                  <a:lnTo>
                    <a:pt x="706695" y="419761"/>
                  </a:lnTo>
                  <a:lnTo>
                    <a:pt x="701478" y="417245"/>
                  </a:lnTo>
                  <a:lnTo>
                    <a:pt x="698460" y="421768"/>
                  </a:lnTo>
                  <a:lnTo>
                    <a:pt x="692752" y="427171"/>
                  </a:lnTo>
                  <a:lnTo>
                    <a:pt x="690898" y="424555"/>
                  </a:lnTo>
                  <a:lnTo>
                    <a:pt x="688225" y="420779"/>
                  </a:lnTo>
                  <a:lnTo>
                    <a:pt x="684575" y="416664"/>
                  </a:lnTo>
                  <a:lnTo>
                    <a:pt x="677636" y="417785"/>
                  </a:lnTo>
                  <a:lnTo>
                    <a:pt x="675145" y="412242"/>
                  </a:lnTo>
                  <a:lnTo>
                    <a:pt x="669948" y="412328"/>
                  </a:lnTo>
                  <a:lnTo>
                    <a:pt x="667779" y="410921"/>
                  </a:lnTo>
                  <a:lnTo>
                    <a:pt x="667851" y="404628"/>
                  </a:lnTo>
                  <a:lnTo>
                    <a:pt x="667358" y="404350"/>
                  </a:lnTo>
                  <a:lnTo>
                    <a:pt x="660311" y="400376"/>
                  </a:lnTo>
                  <a:lnTo>
                    <a:pt x="658141" y="405520"/>
                  </a:lnTo>
                  <a:lnTo>
                    <a:pt x="655131" y="411328"/>
                  </a:lnTo>
                  <a:lnTo>
                    <a:pt x="648278" y="410282"/>
                  </a:lnTo>
                  <a:lnTo>
                    <a:pt x="646311" y="406955"/>
                  </a:lnTo>
                  <a:lnTo>
                    <a:pt x="640445" y="409914"/>
                  </a:lnTo>
                  <a:lnTo>
                    <a:pt x="635284" y="403057"/>
                  </a:lnTo>
                  <a:lnTo>
                    <a:pt x="634249" y="397499"/>
                  </a:lnTo>
                  <a:lnTo>
                    <a:pt x="631182" y="397816"/>
                  </a:lnTo>
                  <a:lnTo>
                    <a:pt x="630098" y="397927"/>
                  </a:lnTo>
                  <a:lnTo>
                    <a:pt x="629287" y="398011"/>
                  </a:lnTo>
                  <a:lnTo>
                    <a:pt x="625541" y="401446"/>
                  </a:lnTo>
                  <a:lnTo>
                    <a:pt x="626005" y="405467"/>
                  </a:lnTo>
                  <a:lnTo>
                    <a:pt x="618694" y="409614"/>
                  </a:lnTo>
                  <a:lnTo>
                    <a:pt x="616454" y="415124"/>
                  </a:lnTo>
                  <a:lnTo>
                    <a:pt x="615623" y="420039"/>
                  </a:lnTo>
                  <a:lnTo>
                    <a:pt x="615432" y="424972"/>
                  </a:lnTo>
                  <a:lnTo>
                    <a:pt x="609302" y="426841"/>
                  </a:lnTo>
                  <a:lnTo>
                    <a:pt x="603013" y="415946"/>
                  </a:lnTo>
                  <a:lnTo>
                    <a:pt x="607003" y="411076"/>
                  </a:lnTo>
                  <a:lnTo>
                    <a:pt x="602573" y="402758"/>
                  </a:lnTo>
                  <a:lnTo>
                    <a:pt x="598391" y="404656"/>
                  </a:lnTo>
                  <a:lnTo>
                    <a:pt x="590895" y="409347"/>
                  </a:lnTo>
                  <a:lnTo>
                    <a:pt x="585267" y="415294"/>
                  </a:lnTo>
                  <a:lnTo>
                    <a:pt x="577709" y="414978"/>
                  </a:lnTo>
                  <a:lnTo>
                    <a:pt x="576779" y="409047"/>
                  </a:lnTo>
                  <a:lnTo>
                    <a:pt x="573178" y="403725"/>
                  </a:lnTo>
                  <a:lnTo>
                    <a:pt x="572918" y="403340"/>
                  </a:lnTo>
                  <a:lnTo>
                    <a:pt x="565394" y="406073"/>
                  </a:lnTo>
                  <a:lnTo>
                    <a:pt x="565073" y="405834"/>
                  </a:lnTo>
                  <a:lnTo>
                    <a:pt x="561306" y="403029"/>
                  </a:lnTo>
                  <a:lnTo>
                    <a:pt x="559792" y="397260"/>
                  </a:lnTo>
                  <a:lnTo>
                    <a:pt x="553096" y="394504"/>
                  </a:lnTo>
                  <a:lnTo>
                    <a:pt x="543989" y="403109"/>
                  </a:lnTo>
                  <a:lnTo>
                    <a:pt x="539506" y="408915"/>
                  </a:lnTo>
                  <a:lnTo>
                    <a:pt x="533002" y="412972"/>
                  </a:lnTo>
                  <a:lnTo>
                    <a:pt x="523878" y="409528"/>
                  </a:lnTo>
                  <a:lnTo>
                    <a:pt x="523770" y="407913"/>
                  </a:lnTo>
                  <a:lnTo>
                    <a:pt x="523490" y="403731"/>
                  </a:lnTo>
                  <a:lnTo>
                    <a:pt x="523956" y="395294"/>
                  </a:lnTo>
                  <a:lnTo>
                    <a:pt x="517804" y="394820"/>
                  </a:lnTo>
                  <a:lnTo>
                    <a:pt x="509633" y="394193"/>
                  </a:lnTo>
                  <a:lnTo>
                    <a:pt x="507799" y="388393"/>
                  </a:lnTo>
                  <a:lnTo>
                    <a:pt x="507633" y="381363"/>
                  </a:lnTo>
                  <a:lnTo>
                    <a:pt x="504969" y="375073"/>
                  </a:lnTo>
                  <a:lnTo>
                    <a:pt x="503409" y="376792"/>
                  </a:lnTo>
                  <a:lnTo>
                    <a:pt x="500244" y="380277"/>
                  </a:lnTo>
                  <a:lnTo>
                    <a:pt x="494288" y="378751"/>
                  </a:lnTo>
                  <a:lnTo>
                    <a:pt x="484384" y="376529"/>
                  </a:lnTo>
                  <a:lnTo>
                    <a:pt x="479586" y="375272"/>
                  </a:lnTo>
                  <a:lnTo>
                    <a:pt x="476018" y="378961"/>
                  </a:lnTo>
                  <a:lnTo>
                    <a:pt x="474423" y="384473"/>
                  </a:lnTo>
                  <a:lnTo>
                    <a:pt x="473468" y="384885"/>
                  </a:lnTo>
                  <a:lnTo>
                    <a:pt x="468065" y="387218"/>
                  </a:lnTo>
                  <a:lnTo>
                    <a:pt x="462394" y="383440"/>
                  </a:lnTo>
                  <a:lnTo>
                    <a:pt x="457127" y="376706"/>
                  </a:lnTo>
                  <a:lnTo>
                    <a:pt x="453626" y="375852"/>
                  </a:lnTo>
                  <a:lnTo>
                    <a:pt x="449617" y="374872"/>
                  </a:lnTo>
                  <a:lnTo>
                    <a:pt x="445242" y="378894"/>
                  </a:lnTo>
                  <a:lnTo>
                    <a:pt x="440271" y="379243"/>
                  </a:lnTo>
                  <a:lnTo>
                    <a:pt x="432890" y="376202"/>
                  </a:lnTo>
                  <a:lnTo>
                    <a:pt x="425984" y="375722"/>
                  </a:lnTo>
                  <a:lnTo>
                    <a:pt x="418752" y="370351"/>
                  </a:lnTo>
                  <a:lnTo>
                    <a:pt x="417475" y="370243"/>
                  </a:lnTo>
                  <a:lnTo>
                    <a:pt x="412136" y="369787"/>
                  </a:lnTo>
                  <a:lnTo>
                    <a:pt x="406256" y="370805"/>
                  </a:lnTo>
                  <a:lnTo>
                    <a:pt x="398577" y="369864"/>
                  </a:lnTo>
                  <a:lnTo>
                    <a:pt x="392462" y="369298"/>
                  </a:lnTo>
                  <a:lnTo>
                    <a:pt x="390029" y="356728"/>
                  </a:lnTo>
                  <a:lnTo>
                    <a:pt x="388964" y="355297"/>
                  </a:lnTo>
                  <a:lnTo>
                    <a:pt x="383249" y="347611"/>
                  </a:lnTo>
                  <a:lnTo>
                    <a:pt x="375310" y="341296"/>
                  </a:lnTo>
                  <a:lnTo>
                    <a:pt x="370624" y="340696"/>
                  </a:lnTo>
                  <a:lnTo>
                    <a:pt x="367994" y="348503"/>
                  </a:lnTo>
                  <a:lnTo>
                    <a:pt x="362668" y="346515"/>
                  </a:lnTo>
                  <a:lnTo>
                    <a:pt x="362241" y="346467"/>
                  </a:lnTo>
                  <a:lnTo>
                    <a:pt x="350725" y="345166"/>
                  </a:lnTo>
                  <a:lnTo>
                    <a:pt x="349108" y="349342"/>
                  </a:lnTo>
                  <a:lnTo>
                    <a:pt x="338961" y="348582"/>
                  </a:lnTo>
                  <a:lnTo>
                    <a:pt x="331748" y="341752"/>
                  </a:lnTo>
                  <a:lnTo>
                    <a:pt x="326132" y="335122"/>
                  </a:lnTo>
                  <a:lnTo>
                    <a:pt x="323620" y="332714"/>
                  </a:lnTo>
                  <a:lnTo>
                    <a:pt x="314449" y="323908"/>
                  </a:lnTo>
                  <a:lnTo>
                    <a:pt x="307284" y="325880"/>
                  </a:lnTo>
                  <a:lnTo>
                    <a:pt x="306995" y="325959"/>
                  </a:lnTo>
                  <a:lnTo>
                    <a:pt x="306995" y="302470"/>
                  </a:lnTo>
                  <a:lnTo>
                    <a:pt x="306995" y="266623"/>
                  </a:lnTo>
                  <a:lnTo>
                    <a:pt x="306995" y="247308"/>
                  </a:lnTo>
                  <a:lnTo>
                    <a:pt x="306995" y="217002"/>
                  </a:lnTo>
                  <a:lnTo>
                    <a:pt x="306995" y="192119"/>
                  </a:lnTo>
                  <a:lnTo>
                    <a:pt x="306994" y="158963"/>
                  </a:lnTo>
                  <a:lnTo>
                    <a:pt x="306994" y="136894"/>
                  </a:lnTo>
                  <a:lnTo>
                    <a:pt x="306994" y="80709"/>
                  </a:lnTo>
                  <a:lnTo>
                    <a:pt x="306650" y="80709"/>
                  </a:lnTo>
                  <a:lnTo>
                    <a:pt x="275221" y="80652"/>
                  </a:lnTo>
                  <a:lnTo>
                    <a:pt x="251170" y="80552"/>
                  </a:lnTo>
                  <a:lnTo>
                    <a:pt x="246417" y="80525"/>
                  </a:lnTo>
                  <a:lnTo>
                    <a:pt x="216595" y="80236"/>
                  </a:lnTo>
                  <a:lnTo>
                    <a:pt x="209437" y="80177"/>
                  </a:lnTo>
                  <a:lnTo>
                    <a:pt x="196038" y="80051"/>
                  </a:lnTo>
                  <a:lnTo>
                    <a:pt x="140937" y="79128"/>
                  </a:lnTo>
                  <a:lnTo>
                    <a:pt x="120214" y="78687"/>
                  </a:lnTo>
                  <a:lnTo>
                    <a:pt x="99173" y="78153"/>
                  </a:lnTo>
                  <a:lnTo>
                    <a:pt x="85869" y="77788"/>
                  </a:lnTo>
                  <a:lnTo>
                    <a:pt x="0" y="75143"/>
                  </a:lnTo>
                  <a:lnTo>
                    <a:pt x="451" y="621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800107" y="2547026"/>
              <a:ext cx="624484" cy="531805"/>
            </a:xfrm>
            <a:custGeom>
              <a:avLst/>
              <a:pathLst>
                <a:path w="624484" h="531805">
                  <a:moveTo>
                    <a:pt x="7200" y="312336"/>
                  </a:moveTo>
                  <a:lnTo>
                    <a:pt x="15281" y="303282"/>
                  </a:lnTo>
                  <a:lnTo>
                    <a:pt x="15435" y="303035"/>
                  </a:lnTo>
                  <a:lnTo>
                    <a:pt x="21784" y="292799"/>
                  </a:lnTo>
                  <a:lnTo>
                    <a:pt x="26024" y="284874"/>
                  </a:lnTo>
                  <a:lnTo>
                    <a:pt x="28943" y="279094"/>
                  </a:lnTo>
                  <a:lnTo>
                    <a:pt x="31169" y="274957"/>
                  </a:lnTo>
                  <a:lnTo>
                    <a:pt x="30873" y="271523"/>
                  </a:lnTo>
                  <a:lnTo>
                    <a:pt x="35235" y="268653"/>
                  </a:lnTo>
                  <a:lnTo>
                    <a:pt x="42434" y="261121"/>
                  </a:lnTo>
                  <a:lnTo>
                    <a:pt x="49521" y="250709"/>
                  </a:lnTo>
                  <a:lnTo>
                    <a:pt x="52047" y="245875"/>
                  </a:lnTo>
                  <a:lnTo>
                    <a:pt x="56512" y="237326"/>
                  </a:lnTo>
                  <a:lnTo>
                    <a:pt x="63288" y="222968"/>
                  </a:lnTo>
                  <a:lnTo>
                    <a:pt x="65314" y="218675"/>
                  </a:lnTo>
                  <a:lnTo>
                    <a:pt x="72762" y="200769"/>
                  </a:lnTo>
                  <a:lnTo>
                    <a:pt x="77291" y="188531"/>
                  </a:lnTo>
                  <a:lnTo>
                    <a:pt x="78257" y="184536"/>
                  </a:lnTo>
                  <a:lnTo>
                    <a:pt x="78499" y="183536"/>
                  </a:lnTo>
                  <a:lnTo>
                    <a:pt x="84286" y="171846"/>
                  </a:lnTo>
                  <a:lnTo>
                    <a:pt x="86813" y="163699"/>
                  </a:lnTo>
                  <a:lnTo>
                    <a:pt x="91852" y="151541"/>
                  </a:lnTo>
                  <a:lnTo>
                    <a:pt x="94006" y="144827"/>
                  </a:lnTo>
                  <a:lnTo>
                    <a:pt x="96054" y="135545"/>
                  </a:lnTo>
                  <a:lnTo>
                    <a:pt x="97857" y="132217"/>
                  </a:lnTo>
                  <a:lnTo>
                    <a:pt x="103780" y="122099"/>
                  </a:lnTo>
                  <a:lnTo>
                    <a:pt x="107450" y="113297"/>
                  </a:lnTo>
                  <a:lnTo>
                    <a:pt x="107538" y="113087"/>
                  </a:lnTo>
                  <a:lnTo>
                    <a:pt x="112653" y="104417"/>
                  </a:lnTo>
                  <a:lnTo>
                    <a:pt x="114890" y="97663"/>
                  </a:lnTo>
                  <a:lnTo>
                    <a:pt x="117393" y="91814"/>
                  </a:lnTo>
                  <a:lnTo>
                    <a:pt x="118254" y="85028"/>
                  </a:lnTo>
                  <a:lnTo>
                    <a:pt x="121928" y="77494"/>
                  </a:lnTo>
                  <a:lnTo>
                    <a:pt x="122601" y="71543"/>
                  </a:lnTo>
                  <a:lnTo>
                    <a:pt x="126688" y="64963"/>
                  </a:lnTo>
                  <a:lnTo>
                    <a:pt x="130077" y="55878"/>
                  </a:lnTo>
                  <a:lnTo>
                    <a:pt x="131417" y="51397"/>
                  </a:lnTo>
                  <a:lnTo>
                    <a:pt x="130932" y="46207"/>
                  </a:lnTo>
                  <a:lnTo>
                    <a:pt x="131843" y="43767"/>
                  </a:lnTo>
                  <a:lnTo>
                    <a:pt x="133732" y="38710"/>
                  </a:lnTo>
                  <a:lnTo>
                    <a:pt x="135409" y="31843"/>
                  </a:lnTo>
                  <a:lnTo>
                    <a:pt x="134851" y="27632"/>
                  </a:lnTo>
                  <a:lnTo>
                    <a:pt x="139402" y="25825"/>
                  </a:lnTo>
                  <a:lnTo>
                    <a:pt x="141825" y="19822"/>
                  </a:lnTo>
                  <a:lnTo>
                    <a:pt x="142821" y="9712"/>
                  </a:lnTo>
                  <a:lnTo>
                    <a:pt x="139180" y="2719"/>
                  </a:lnTo>
                  <a:lnTo>
                    <a:pt x="143069" y="0"/>
                  </a:lnTo>
                  <a:lnTo>
                    <a:pt x="146952" y="7053"/>
                  </a:lnTo>
                  <a:lnTo>
                    <a:pt x="152080" y="7314"/>
                  </a:lnTo>
                  <a:lnTo>
                    <a:pt x="157933" y="6957"/>
                  </a:lnTo>
                  <a:lnTo>
                    <a:pt x="159781" y="10035"/>
                  </a:lnTo>
                  <a:lnTo>
                    <a:pt x="164277" y="8571"/>
                  </a:lnTo>
                  <a:lnTo>
                    <a:pt x="169460" y="8875"/>
                  </a:lnTo>
                  <a:lnTo>
                    <a:pt x="172832" y="6732"/>
                  </a:lnTo>
                  <a:lnTo>
                    <a:pt x="177516" y="7119"/>
                  </a:lnTo>
                  <a:lnTo>
                    <a:pt x="179732" y="11944"/>
                  </a:lnTo>
                  <a:lnTo>
                    <a:pt x="178156" y="16418"/>
                  </a:lnTo>
                  <a:lnTo>
                    <a:pt x="180985" y="20975"/>
                  </a:lnTo>
                  <a:lnTo>
                    <a:pt x="181480" y="21138"/>
                  </a:lnTo>
                  <a:lnTo>
                    <a:pt x="186856" y="22914"/>
                  </a:lnTo>
                  <a:lnTo>
                    <a:pt x="191991" y="21730"/>
                  </a:lnTo>
                  <a:lnTo>
                    <a:pt x="195486" y="20921"/>
                  </a:lnTo>
                  <a:lnTo>
                    <a:pt x="198655" y="22259"/>
                  </a:lnTo>
                  <a:lnTo>
                    <a:pt x="204442" y="29345"/>
                  </a:lnTo>
                  <a:lnTo>
                    <a:pt x="206323" y="32924"/>
                  </a:lnTo>
                  <a:lnTo>
                    <a:pt x="209535" y="36072"/>
                  </a:lnTo>
                  <a:lnTo>
                    <a:pt x="210712" y="43624"/>
                  </a:lnTo>
                  <a:lnTo>
                    <a:pt x="211962" y="49554"/>
                  </a:lnTo>
                  <a:lnTo>
                    <a:pt x="210776" y="54219"/>
                  </a:lnTo>
                  <a:lnTo>
                    <a:pt x="211249" y="59038"/>
                  </a:lnTo>
                  <a:lnTo>
                    <a:pt x="210583" y="60577"/>
                  </a:lnTo>
                  <a:lnTo>
                    <a:pt x="208949" y="64356"/>
                  </a:lnTo>
                  <a:lnTo>
                    <a:pt x="209768" y="69881"/>
                  </a:lnTo>
                  <a:lnTo>
                    <a:pt x="208588" y="72702"/>
                  </a:lnTo>
                  <a:lnTo>
                    <a:pt x="206723" y="77164"/>
                  </a:lnTo>
                  <a:lnTo>
                    <a:pt x="207407" y="79237"/>
                  </a:lnTo>
                  <a:lnTo>
                    <a:pt x="208102" y="81341"/>
                  </a:lnTo>
                  <a:lnTo>
                    <a:pt x="213331" y="86449"/>
                  </a:lnTo>
                  <a:lnTo>
                    <a:pt x="222566" y="91889"/>
                  </a:lnTo>
                  <a:lnTo>
                    <a:pt x="225550" y="94798"/>
                  </a:lnTo>
                  <a:lnTo>
                    <a:pt x="229727" y="94725"/>
                  </a:lnTo>
                  <a:lnTo>
                    <a:pt x="232183" y="98307"/>
                  </a:lnTo>
                  <a:lnTo>
                    <a:pt x="236612" y="99987"/>
                  </a:lnTo>
                  <a:lnTo>
                    <a:pt x="237650" y="99697"/>
                  </a:lnTo>
                  <a:lnTo>
                    <a:pt x="242713" y="98278"/>
                  </a:lnTo>
                  <a:lnTo>
                    <a:pt x="248271" y="99262"/>
                  </a:lnTo>
                  <a:lnTo>
                    <a:pt x="255595" y="97988"/>
                  </a:lnTo>
                  <a:lnTo>
                    <a:pt x="259787" y="96171"/>
                  </a:lnTo>
                  <a:lnTo>
                    <a:pt x="261887" y="95793"/>
                  </a:lnTo>
                  <a:lnTo>
                    <a:pt x="263599" y="95483"/>
                  </a:lnTo>
                  <a:lnTo>
                    <a:pt x="266652" y="93109"/>
                  </a:lnTo>
                  <a:lnTo>
                    <a:pt x="270686" y="92849"/>
                  </a:lnTo>
                  <a:lnTo>
                    <a:pt x="275363" y="95478"/>
                  </a:lnTo>
                  <a:lnTo>
                    <a:pt x="280049" y="95646"/>
                  </a:lnTo>
                  <a:lnTo>
                    <a:pt x="289520" y="96063"/>
                  </a:lnTo>
                  <a:lnTo>
                    <a:pt x="290048" y="96489"/>
                  </a:lnTo>
                  <a:lnTo>
                    <a:pt x="294887" y="100386"/>
                  </a:lnTo>
                  <a:lnTo>
                    <a:pt x="295881" y="101185"/>
                  </a:lnTo>
                  <a:lnTo>
                    <a:pt x="301825" y="101689"/>
                  </a:lnTo>
                  <a:lnTo>
                    <a:pt x="308995" y="107131"/>
                  </a:lnTo>
                  <a:lnTo>
                    <a:pt x="309427" y="113935"/>
                  </a:lnTo>
                  <a:lnTo>
                    <a:pt x="313750" y="114117"/>
                  </a:lnTo>
                  <a:lnTo>
                    <a:pt x="317032" y="111725"/>
                  </a:lnTo>
                  <a:lnTo>
                    <a:pt x="326567" y="113417"/>
                  </a:lnTo>
                  <a:lnTo>
                    <a:pt x="328338" y="114757"/>
                  </a:lnTo>
                  <a:lnTo>
                    <a:pt x="329421" y="115576"/>
                  </a:lnTo>
                  <a:lnTo>
                    <a:pt x="332789" y="113532"/>
                  </a:lnTo>
                  <a:lnTo>
                    <a:pt x="344906" y="112201"/>
                  </a:lnTo>
                  <a:lnTo>
                    <a:pt x="347856" y="110891"/>
                  </a:lnTo>
                  <a:lnTo>
                    <a:pt x="349259" y="110267"/>
                  </a:lnTo>
                  <a:lnTo>
                    <a:pt x="352171" y="110965"/>
                  </a:lnTo>
                  <a:lnTo>
                    <a:pt x="356644" y="116929"/>
                  </a:lnTo>
                  <a:lnTo>
                    <a:pt x="357786" y="117244"/>
                  </a:lnTo>
                  <a:lnTo>
                    <a:pt x="363367" y="118775"/>
                  </a:lnTo>
                  <a:lnTo>
                    <a:pt x="371978" y="118759"/>
                  </a:lnTo>
                  <a:lnTo>
                    <a:pt x="376821" y="119533"/>
                  </a:lnTo>
                  <a:lnTo>
                    <a:pt x="382581" y="116172"/>
                  </a:lnTo>
                  <a:lnTo>
                    <a:pt x="387588" y="116230"/>
                  </a:lnTo>
                  <a:lnTo>
                    <a:pt x="392913" y="114872"/>
                  </a:lnTo>
                  <a:lnTo>
                    <a:pt x="395457" y="114222"/>
                  </a:lnTo>
                  <a:lnTo>
                    <a:pt x="402253" y="114532"/>
                  </a:lnTo>
                  <a:lnTo>
                    <a:pt x="406813" y="114736"/>
                  </a:lnTo>
                  <a:lnTo>
                    <a:pt x="415827" y="116056"/>
                  </a:lnTo>
                  <a:lnTo>
                    <a:pt x="421924" y="111158"/>
                  </a:lnTo>
                  <a:lnTo>
                    <a:pt x="423981" y="111072"/>
                  </a:lnTo>
                  <a:lnTo>
                    <a:pt x="429063" y="114305"/>
                  </a:lnTo>
                  <a:lnTo>
                    <a:pt x="432914" y="114556"/>
                  </a:lnTo>
                  <a:lnTo>
                    <a:pt x="437598" y="114858"/>
                  </a:lnTo>
                  <a:lnTo>
                    <a:pt x="445132" y="114843"/>
                  </a:lnTo>
                  <a:lnTo>
                    <a:pt x="453643" y="117654"/>
                  </a:lnTo>
                  <a:lnTo>
                    <a:pt x="458527" y="116220"/>
                  </a:lnTo>
                  <a:lnTo>
                    <a:pt x="464415" y="113424"/>
                  </a:lnTo>
                  <a:lnTo>
                    <a:pt x="484924" y="118247"/>
                  </a:lnTo>
                  <a:lnTo>
                    <a:pt x="505479" y="123137"/>
                  </a:lnTo>
                  <a:lnTo>
                    <a:pt x="530091" y="128885"/>
                  </a:lnTo>
                  <a:lnTo>
                    <a:pt x="531373" y="129181"/>
                  </a:lnTo>
                  <a:lnTo>
                    <a:pt x="548638" y="133135"/>
                  </a:lnTo>
                  <a:lnTo>
                    <a:pt x="556225" y="134953"/>
                  </a:lnTo>
                  <a:lnTo>
                    <a:pt x="564418" y="136903"/>
                  </a:lnTo>
                  <a:lnTo>
                    <a:pt x="572782" y="138879"/>
                  </a:lnTo>
                  <a:lnTo>
                    <a:pt x="601949" y="145324"/>
                  </a:lnTo>
                  <a:lnTo>
                    <a:pt x="603129" y="149313"/>
                  </a:lnTo>
                  <a:lnTo>
                    <a:pt x="603871" y="154685"/>
                  </a:lnTo>
                  <a:lnTo>
                    <a:pt x="606761" y="161007"/>
                  </a:lnTo>
                  <a:lnTo>
                    <a:pt x="607319" y="162226"/>
                  </a:lnTo>
                  <a:lnTo>
                    <a:pt x="610461" y="164317"/>
                  </a:lnTo>
                  <a:lnTo>
                    <a:pt x="614306" y="169614"/>
                  </a:lnTo>
                  <a:lnTo>
                    <a:pt x="619084" y="170971"/>
                  </a:lnTo>
                  <a:lnTo>
                    <a:pt x="622027" y="176082"/>
                  </a:lnTo>
                  <a:lnTo>
                    <a:pt x="621457" y="181312"/>
                  </a:lnTo>
                  <a:lnTo>
                    <a:pt x="624484" y="188603"/>
                  </a:lnTo>
                  <a:lnTo>
                    <a:pt x="620851" y="192830"/>
                  </a:lnTo>
                  <a:lnTo>
                    <a:pt x="612594" y="203642"/>
                  </a:lnTo>
                  <a:lnTo>
                    <a:pt x="604148" y="214904"/>
                  </a:lnTo>
                  <a:lnTo>
                    <a:pt x="602126" y="219078"/>
                  </a:lnTo>
                  <a:lnTo>
                    <a:pt x="601488" y="220394"/>
                  </a:lnTo>
                  <a:lnTo>
                    <a:pt x="594656" y="233223"/>
                  </a:lnTo>
                  <a:lnTo>
                    <a:pt x="591931" y="236399"/>
                  </a:lnTo>
                  <a:lnTo>
                    <a:pt x="587081" y="240042"/>
                  </a:lnTo>
                  <a:lnTo>
                    <a:pt x="584859" y="244860"/>
                  </a:lnTo>
                  <a:lnTo>
                    <a:pt x="585520" y="250053"/>
                  </a:lnTo>
                  <a:lnTo>
                    <a:pt x="582170" y="255264"/>
                  </a:lnTo>
                  <a:lnTo>
                    <a:pt x="579924" y="257836"/>
                  </a:lnTo>
                  <a:lnTo>
                    <a:pt x="575935" y="262399"/>
                  </a:lnTo>
                  <a:lnTo>
                    <a:pt x="569722" y="264147"/>
                  </a:lnTo>
                  <a:lnTo>
                    <a:pt x="565805" y="266319"/>
                  </a:lnTo>
                  <a:lnTo>
                    <a:pt x="562023" y="273132"/>
                  </a:lnTo>
                  <a:lnTo>
                    <a:pt x="556786" y="281625"/>
                  </a:lnTo>
                  <a:lnTo>
                    <a:pt x="554427" y="284548"/>
                  </a:lnTo>
                  <a:lnTo>
                    <a:pt x="549493" y="287951"/>
                  </a:lnTo>
                  <a:lnTo>
                    <a:pt x="549153" y="293182"/>
                  </a:lnTo>
                  <a:lnTo>
                    <a:pt x="546486" y="296279"/>
                  </a:lnTo>
                  <a:lnTo>
                    <a:pt x="547638" y="299659"/>
                  </a:lnTo>
                  <a:lnTo>
                    <a:pt x="548680" y="303088"/>
                  </a:lnTo>
                  <a:lnTo>
                    <a:pt x="546655" y="305917"/>
                  </a:lnTo>
                  <a:lnTo>
                    <a:pt x="546146" y="306629"/>
                  </a:lnTo>
                  <a:lnTo>
                    <a:pt x="548741" y="310184"/>
                  </a:lnTo>
                  <a:lnTo>
                    <a:pt x="552515" y="309102"/>
                  </a:lnTo>
                  <a:lnTo>
                    <a:pt x="555927" y="313933"/>
                  </a:lnTo>
                  <a:lnTo>
                    <a:pt x="561907" y="315374"/>
                  </a:lnTo>
                  <a:lnTo>
                    <a:pt x="561505" y="319505"/>
                  </a:lnTo>
                  <a:lnTo>
                    <a:pt x="565528" y="321851"/>
                  </a:lnTo>
                  <a:lnTo>
                    <a:pt x="565487" y="324396"/>
                  </a:lnTo>
                  <a:lnTo>
                    <a:pt x="565322" y="324526"/>
                  </a:lnTo>
                  <a:lnTo>
                    <a:pt x="558472" y="329895"/>
                  </a:lnTo>
                  <a:lnTo>
                    <a:pt x="560095" y="335923"/>
                  </a:lnTo>
                  <a:lnTo>
                    <a:pt x="557595" y="340104"/>
                  </a:lnTo>
                  <a:lnTo>
                    <a:pt x="554703" y="348353"/>
                  </a:lnTo>
                  <a:lnTo>
                    <a:pt x="553752" y="349608"/>
                  </a:lnTo>
                  <a:lnTo>
                    <a:pt x="549951" y="354618"/>
                  </a:lnTo>
                  <a:lnTo>
                    <a:pt x="546888" y="368528"/>
                  </a:lnTo>
                  <a:lnTo>
                    <a:pt x="545092" y="376695"/>
                  </a:lnTo>
                  <a:lnTo>
                    <a:pt x="533567" y="432165"/>
                  </a:lnTo>
                  <a:lnTo>
                    <a:pt x="529217" y="453323"/>
                  </a:lnTo>
                  <a:lnTo>
                    <a:pt x="520608" y="494997"/>
                  </a:lnTo>
                  <a:lnTo>
                    <a:pt x="513093" y="531805"/>
                  </a:lnTo>
                  <a:lnTo>
                    <a:pt x="500849" y="529141"/>
                  </a:lnTo>
                  <a:lnTo>
                    <a:pt x="486140" y="526075"/>
                  </a:lnTo>
                  <a:lnTo>
                    <a:pt x="470426" y="522720"/>
                  </a:lnTo>
                  <a:lnTo>
                    <a:pt x="452629" y="518785"/>
                  </a:lnTo>
                  <a:lnTo>
                    <a:pt x="429543" y="513712"/>
                  </a:lnTo>
                  <a:lnTo>
                    <a:pt x="407918" y="508900"/>
                  </a:lnTo>
                  <a:lnTo>
                    <a:pt x="388331" y="504605"/>
                  </a:lnTo>
                  <a:lnTo>
                    <a:pt x="372375" y="500712"/>
                  </a:lnTo>
                  <a:lnTo>
                    <a:pt x="357662" y="497246"/>
                  </a:lnTo>
                  <a:lnTo>
                    <a:pt x="349463" y="495190"/>
                  </a:lnTo>
                  <a:lnTo>
                    <a:pt x="346921" y="494551"/>
                  </a:lnTo>
                  <a:lnTo>
                    <a:pt x="321085" y="487977"/>
                  </a:lnTo>
                  <a:lnTo>
                    <a:pt x="301707" y="483313"/>
                  </a:lnTo>
                  <a:lnTo>
                    <a:pt x="288821" y="480048"/>
                  </a:lnTo>
                  <a:lnTo>
                    <a:pt x="266248" y="474342"/>
                  </a:lnTo>
                  <a:lnTo>
                    <a:pt x="252766" y="470850"/>
                  </a:lnTo>
                  <a:lnTo>
                    <a:pt x="239535" y="467397"/>
                  </a:lnTo>
                  <a:lnTo>
                    <a:pt x="228598" y="464518"/>
                  </a:lnTo>
                  <a:lnTo>
                    <a:pt x="213511" y="460048"/>
                  </a:lnTo>
                  <a:lnTo>
                    <a:pt x="200247" y="456517"/>
                  </a:lnTo>
                  <a:lnTo>
                    <a:pt x="199692" y="456355"/>
                  </a:lnTo>
                  <a:lnTo>
                    <a:pt x="183772" y="451683"/>
                  </a:lnTo>
                  <a:lnTo>
                    <a:pt x="171815" y="448106"/>
                  </a:lnTo>
                  <a:lnTo>
                    <a:pt x="153993" y="442861"/>
                  </a:lnTo>
                  <a:lnTo>
                    <a:pt x="140890" y="438963"/>
                  </a:lnTo>
                  <a:lnTo>
                    <a:pt x="126117" y="434688"/>
                  </a:lnTo>
                  <a:lnTo>
                    <a:pt x="105105" y="429092"/>
                  </a:lnTo>
                  <a:lnTo>
                    <a:pt x="87961" y="424197"/>
                  </a:lnTo>
                  <a:lnTo>
                    <a:pt x="81103" y="421536"/>
                  </a:lnTo>
                  <a:lnTo>
                    <a:pt x="75057" y="420194"/>
                  </a:lnTo>
                  <a:lnTo>
                    <a:pt x="66774" y="418344"/>
                  </a:lnTo>
                  <a:lnTo>
                    <a:pt x="60767" y="416289"/>
                  </a:lnTo>
                  <a:lnTo>
                    <a:pt x="54826" y="414767"/>
                  </a:lnTo>
                  <a:lnTo>
                    <a:pt x="45117" y="412264"/>
                  </a:lnTo>
                  <a:lnTo>
                    <a:pt x="33649" y="408738"/>
                  </a:lnTo>
                  <a:lnTo>
                    <a:pt x="21211" y="404882"/>
                  </a:lnTo>
                  <a:lnTo>
                    <a:pt x="6664" y="400156"/>
                  </a:lnTo>
                  <a:lnTo>
                    <a:pt x="3909" y="394386"/>
                  </a:lnTo>
                  <a:lnTo>
                    <a:pt x="1502" y="391308"/>
                  </a:lnTo>
                  <a:lnTo>
                    <a:pt x="677" y="384583"/>
                  </a:lnTo>
                  <a:lnTo>
                    <a:pt x="1468" y="379507"/>
                  </a:lnTo>
                  <a:lnTo>
                    <a:pt x="1223" y="374583"/>
                  </a:lnTo>
                  <a:lnTo>
                    <a:pt x="0" y="371757"/>
                  </a:lnTo>
                  <a:lnTo>
                    <a:pt x="1649" y="366330"/>
                  </a:lnTo>
                  <a:lnTo>
                    <a:pt x="1883" y="361758"/>
                  </a:lnTo>
                  <a:lnTo>
                    <a:pt x="3746" y="353116"/>
                  </a:lnTo>
                  <a:lnTo>
                    <a:pt x="9075" y="344359"/>
                  </a:lnTo>
                  <a:lnTo>
                    <a:pt x="10594" y="338817"/>
                  </a:lnTo>
                  <a:lnTo>
                    <a:pt x="11486" y="332782"/>
                  </a:lnTo>
                  <a:lnTo>
                    <a:pt x="9419" y="330265"/>
                  </a:lnTo>
                  <a:lnTo>
                    <a:pt x="9983" y="328967"/>
                  </a:lnTo>
                  <a:lnTo>
                    <a:pt x="7052" y="32335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868913" y="3039856"/>
              <a:ext cx="423379" cy="296695"/>
            </a:xfrm>
            <a:custGeom>
              <a:avLst/>
              <a:pathLst>
                <a:path w="423379" h="296695">
                  <a:moveTo>
                    <a:pt x="22243" y="190806"/>
                  </a:moveTo>
                  <a:lnTo>
                    <a:pt x="17770" y="171283"/>
                  </a:lnTo>
                  <a:lnTo>
                    <a:pt x="17604" y="170557"/>
                  </a:lnTo>
                  <a:lnTo>
                    <a:pt x="15565" y="161679"/>
                  </a:lnTo>
                  <a:lnTo>
                    <a:pt x="10216" y="138769"/>
                  </a:lnTo>
                  <a:lnTo>
                    <a:pt x="10003" y="137855"/>
                  </a:lnTo>
                  <a:lnTo>
                    <a:pt x="6439" y="122637"/>
                  </a:lnTo>
                  <a:lnTo>
                    <a:pt x="2680" y="106581"/>
                  </a:lnTo>
                  <a:lnTo>
                    <a:pt x="0" y="95155"/>
                  </a:lnTo>
                  <a:lnTo>
                    <a:pt x="11144" y="86872"/>
                  </a:lnTo>
                  <a:lnTo>
                    <a:pt x="20944" y="77006"/>
                  </a:lnTo>
                  <a:lnTo>
                    <a:pt x="21355" y="73576"/>
                  </a:lnTo>
                  <a:lnTo>
                    <a:pt x="23962" y="70725"/>
                  </a:lnTo>
                  <a:lnTo>
                    <a:pt x="28617" y="70508"/>
                  </a:lnTo>
                  <a:lnTo>
                    <a:pt x="33927" y="64962"/>
                  </a:lnTo>
                  <a:lnTo>
                    <a:pt x="38471" y="61165"/>
                  </a:lnTo>
                  <a:lnTo>
                    <a:pt x="43092" y="56732"/>
                  </a:lnTo>
                  <a:lnTo>
                    <a:pt x="46106" y="69092"/>
                  </a:lnTo>
                  <a:lnTo>
                    <a:pt x="49044" y="80885"/>
                  </a:lnTo>
                  <a:lnTo>
                    <a:pt x="58856" y="78399"/>
                  </a:lnTo>
                  <a:lnTo>
                    <a:pt x="67874" y="76098"/>
                  </a:lnTo>
                  <a:lnTo>
                    <a:pt x="94614" y="69044"/>
                  </a:lnTo>
                  <a:lnTo>
                    <a:pt x="99694" y="67687"/>
                  </a:lnTo>
                  <a:lnTo>
                    <a:pt x="103859" y="66565"/>
                  </a:lnTo>
                  <a:lnTo>
                    <a:pt x="124763" y="60875"/>
                  </a:lnTo>
                  <a:lnTo>
                    <a:pt x="143489" y="55844"/>
                  </a:lnTo>
                  <a:lnTo>
                    <a:pt x="145885" y="55195"/>
                  </a:lnTo>
                  <a:lnTo>
                    <a:pt x="150082" y="54026"/>
                  </a:lnTo>
                  <a:lnTo>
                    <a:pt x="161418" y="50850"/>
                  </a:lnTo>
                  <a:lnTo>
                    <a:pt x="174324" y="47322"/>
                  </a:lnTo>
                  <a:lnTo>
                    <a:pt x="179627" y="45806"/>
                  </a:lnTo>
                  <a:lnTo>
                    <a:pt x="188660" y="43208"/>
                  </a:lnTo>
                  <a:lnTo>
                    <a:pt x="227485" y="31843"/>
                  </a:lnTo>
                  <a:lnTo>
                    <a:pt x="230183" y="31059"/>
                  </a:lnTo>
                  <a:lnTo>
                    <a:pt x="232688" y="30329"/>
                  </a:lnTo>
                  <a:lnTo>
                    <a:pt x="256464" y="23337"/>
                  </a:lnTo>
                  <a:lnTo>
                    <a:pt x="262638" y="21604"/>
                  </a:lnTo>
                  <a:lnTo>
                    <a:pt x="282977" y="15457"/>
                  </a:lnTo>
                  <a:lnTo>
                    <a:pt x="285523" y="14681"/>
                  </a:lnTo>
                  <a:lnTo>
                    <a:pt x="300606" y="10054"/>
                  </a:lnTo>
                  <a:lnTo>
                    <a:pt x="325408" y="2277"/>
                  </a:lnTo>
                  <a:lnTo>
                    <a:pt x="325792" y="2156"/>
                  </a:lnTo>
                  <a:lnTo>
                    <a:pt x="333440" y="299"/>
                  </a:lnTo>
                  <a:lnTo>
                    <a:pt x="334667" y="0"/>
                  </a:lnTo>
                  <a:lnTo>
                    <a:pt x="339033" y="3029"/>
                  </a:lnTo>
                  <a:lnTo>
                    <a:pt x="342517" y="7911"/>
                  </a:lnTo>
                  <a:lnTo>
                    <a:pt x="347780" y="8429"/>
                  </a:lnTo>
                  <a:lnTo>
                    <a:pt x="350993" y="8634"/>
                  </a:lnTo>
                  <a:lnTo>
                    <a:pt x="353278" y="8779"/>
                  </a:lnTo>
                  <a:lnTo>
                    <a:pt x="356800" y="11377"/>
                  </a:lnTo>
                  <a:lnTo>
                    <a:pt x="359469" y="15323"/>
                  </a:lnTo>
                  <a:lnTo>
                    <a:pt x="362686" y="24993"/>
                  </a:lnTo>
                  <a:lnTo>
                    <a:pt x="363899" y="28288"/>
                  </a:lnTo>
                  <a:lnTo>
                    <a:pt x="364812" y="30767"/>
                  </a:lnTo>
                  <a:lnTo>
                    <a:pt x="370857" y="36433"/>
                  </a:lnTo>
                  <a:lnTo>
                    <a:pt x="377884" y="38156"/>
                  </a:lnTo>
                  <a:lnTo>
                    <a:pt x="384373" y="38390"/>
                  </a:lnTo>
                  <a:lnTo>
                    <a:pt x="387256" y="37812"/>
                  </a:lnTo>
                  <a:lnTo>
                    <a:pt x="388681" y="37526"/>
                  </a:lnTo>
                  <a:lnTo>
                    <a:pt x="393095" y="42717"/>
                  </a:lnTo>
                  <a:lnTo>
                    <a:pt x="389340" y="45587"/>
                  </a:lnTo>
                  <a:lnTo>
                    <a:pt x="386953" y="50632"/>
                  </a:lnTo>
                  <a:lnTo>
                    <a:pt x="385443" y="57733"/>
                  </a:lnTo>
                  <a:lnTo>
                    <a:pt x="385278" y="59983"/>
                  </a:lnTo>
                  <a:lnTo>
                    <a:pt x="384918" y="64874"/>
                  </a:lnTo>
                  <a:lnTo>
                    <a:pt x="381291" y="70410"/>
                  </a:lnTo>
                  <a:lnTo>
                    <a:pt x="381203" y="70864"/>
                  </a:lnTo>
                  <a:lnTo>
                    <a:pt x="380942" y="72203"/>
                  </a:lnTo>
                  <a:lnTo>
                    <a:pt x="380302" y="75482"/>
                  </a:lnTo>
                  <a:lnTo>
                    <a:pt x="377844" y="80381"/>
                  </a:lnTo>
                  <a:lnTo>
                    <a:pt x="374797" y="85062"/>
                  </a:lnTo>
                  <a:lnTo>
                    <a:pt x="375827" y="86172"/>
                  </a:lnTo>
                  <a:lnTo>
                    <a:pt x="378503" y="89051"/>
                  </a:lnTo>
                  <a:lnTo>
                    <a:pt x="381681" y="92000"/>
                  </a:lnTo>
                  <a:lnTo>
                    <a:pt x="380982" y="95747"/>
                  </a:lnTo>
                  <a:lnTo>
                    <a:pt x="381368" y="101234"/>
                  </a:lnTo>
                  <a:lnTo>
                    <a:pt x="377579" y="105030"/>
                  </a:lnTo>
                  <a:lnTo>
                    <a:pt x="377857" y="109608"/>
                  </a:lnTo>
                  <a:lnTo>
                    <a:pt x="379996" y="116450"/>
                  </a:lnTo>
                  <a:lnTo>
                    <a:pt x="380871" y="118964"/>
                  </a:lnTo>
                  <a:lnTo>
                    <a:pt x="381368" y="120394"/>
                  </a:lnTo>
                  <a:lnTo>
                    <a:pt x="382070" y="122412"/>
                  </a:lnTo>
                  <a:lnTo>
                    <a:pt x="385172" y="120819"/>
                  </a:lnTo>
                  <a:lnTo>
                    <a:pt x="389698" y="122032"/>
                  </a:lnTo>
                  <a:lnTo>
                    <a:pt x="392517" y="127596"/>
                  </a:lnTo>
                  <a:lnTo>
                    <a:pt x="392658" y="130083"/>
                  </a:lnTo>
                  <a:lnTo>
                    <a:pt x="394630" y="133232"/>
                  </a:lnTo>
                  <a:lnTo>
                    <a:pt x="397012" y="133692"/>
                  </a:lnTo>
                  <a:lnTo>
                    <a:pt x="400723" y="132866"/>
                  </a:lnTo>
                  <a:lnTo>
                    <a:pt x="403385" y="136118"/>
                  </a:lnTo>
                  <a:lnTo>
                    <a:pt x="405017" y="137285"/>
                  </a:lnTo>
                  <a:lnTo>
                    <a:pt x="407280" y="138902"/>
                  </a:lnTo>
                  <a:lnTo>
                    <a:pt x="411355" y="141289"/>
                  </a:lnTo>
                  <a:lnTo>
                    <a:pt x="414440" y="143769"/>
                  </a:lnTo>
                  <a:lnTo>
                    <a:pt x="419719" y="146191"/>
                  </a:lnTo>
                  <a:lnTo>
                    <a:pt x="420883" y="147170"/>
                  </a:lnTo>
                  <a:lnTo>
                    <a:pt x="423379" y="149461"/>
                  </a:lnTo>
                  <a:lnTo>
                    <a:pt x="420977" y="152530"/>
                  </a:lnTo>
                  <a:lnTo>
                    <a:pt x="417407" y="154182"/>
                  </a:lnTo>
                  <a:lnTo>
                    <a:pt x="416011" y="158658"/>
                  </a:lnTo>
                  <a:lnTo>
                    <a:pt x="411872" y="161313"/>
                  </a:lnTo>
                  <a:lnTo>
                    <a:pt x="409753" y="164120"/>
                  </a:lnTo>
                  <a:lnTo>
                    <a:pt x="408886" y="165267"/>
                  </a:lnTo>
                  <a:lnTo>
                    <a:pt x="405406" y="170772"/>
                  </a:lnTo>
                  <a:lnTo>
                    <a:pt x="402233" y="174316"/>
                  </a:lnTo>
                  <a:lnTo>
                    <a:pt x="401619" y="176276"/>
                  </a:lnTo>
                  <a:lnTo>
                    <a:pt x="401729" y="176608"/>
                  </a:lnTo>
                  <a:lnTo>
                    <a:pt x="402550" y="179087"/>
                  </a:lnTo>
                  <a:lnTo>
                    <a:pt x="403091" y="180721"/>
                  </a:lnTo>
                  <a:lnTo>
                    <a:pt x="402659" y="181061"/>
                  </a:lnTo>
                  <a:lnTo>
                    <a:pt x="400181" y="183009"/>
                  </a:lnTo>
                  <a:lnTo>
                    <a:pt x="398709" y="184977"/>
                  </a:lnTo>
                  <a:lnTo>
                    <a:pt x="398209" y="185645"/>
                  </a:lnTo>
                  <a:lnTo>
                    <a:pt x="395971" y="186944"/>
                  </a:lnTo>
                  <a:lnTo>
                    <a:pt x="393741" y="188237"/>
                  </a:lnTo>
                  <a:lnTo>
                    <a:pt x="390608" y="189479"/>
                  </a:lnTo>
                  <a:lnTo>
                    <a:pt x="387119" y="194558"/>
                  </a:lnTo>
                  <a:lnTo>
                    <a:pt x="386887" y="194896"/>
                  </a:lnTo>
                  <a:lnTo>
                    <a:pt x="381808" y="193851"/>
                  </a:lnTo>
                  <a:lnTo>
                    <a:pt x="375641" y="194802"/>
                  </a:lnTo>
                  <a:lnTo>
                    <a:pt x="375076" y="195147"/>
                  </a:lnTo>
                  <a:lnTo>
                    <a:pt x="374175" y="195697"/>
                  </a:lnTo>
                  <a:lnTo>
                    <a:pt x="369967" y="198264"/>
                  </a:lnTo>
                  <a:lnTo>
                    <a:pt x="367107" y="201944"/>
                  </a:lnTo>
                  <a:lnTo>
                    <a:pt x="365574" y="205718"/>
                  </a:lnTo>
                  <a:lnTo>
                    <a:pt x="365111" y="209302"/>
                  </a:lnTo>
                  <a:lnTo>
                    <a:pt x="364127" y="209603"/>
                  </a:lnTo>
                  <a:lnTo>
                    <a:pt x="341054" y="216660"/>
                  </a:lnTo>
                  <a:lnTo>
                    <a:pt x="334547" y="218630"/>
                  </a:lnTo>
                  <a:lnTo>
                    <a:pt x="334134" y="218754"/>
                  </a:lnTo>
                  <a:lnTo>
                    <a:pt x="322193" y="222335"/>
                  </a:lnTo>
                  <a:lnTo>
                    <a:pt x="312163" y="225317"/>
                  </a:lnTo>
                  <a:lnTo>
                    <a:pt x="303612" y="227843"/>
                  </a:lnTo>
                  <a:lnTo>
                    <a:pt x="302404" y="228199"/>
                  </a:lnTo>
                  <a:lnTo>
                    <a:pt x="297651" y="229625"/>
                  </a:lnTo>
                  <a:lnTo>
                    <a:pt x="284053" y="233680"/>
                  </a:lnTo>
                  <a:lnTo>
                    <a:pt x="283502" y="233839"/>
                  </a:lnTo>
                  <a:lnTo>
                    <a:pt x="268944" y="238021"/>
                  </a:lnTo>
                  <a:lnTo>
                    <a:pt x="267411" y="238459"/>
                  </a:lnTo>
                  <a:lnTo>
                    <a:pt x="252743" y="242638"/>
                  </a:lnTo>
                  <a:lnTo>
                    <a:pt x="252064" y="242830"/>
                  </a:lnTo>
                  <a:lnTo>
                    <a:pt x="231977" y="248355"/>
                  </a:lnTo>
                  <a:lnTo>
                    <a:pt x="211347" y="253985"/>
                  </a:lnTo>
                  <a:lnTo>
                    <a:pt x="209796" y="254410"/>
                  </a:lnTo>
                  <a:lnTo>
                    <a:pt x="193412" y="258865"/>
                  </a:lnTo>
                  <a:lnTo>
                    <a:pt x="190882" y="259547"/>
                  </a:lnTo>
                  <a:lnTo>
                    <a:pt x="167797" y="265707"/>
                  </a:lnTo>
                  <a:lnTo>
                    <a:pt x="162095" y="267227"/>
                  </a:lnTo>
                  <a:lnTo>
                    <a:pt x="154008" y="269372"/>
                  </a:lnTo>
                  <a:lnTo>
                    <a:pt x="146116" y="271452"/>
                  </a:lnTo>
                  <a:lnTo>
                    <a:pt x="122756" y="277657"/>
                  </a:lnTo>
                  <a:lnTo>
                    <a:pt x="117081" y="279149"/>
                  </a:lnTo>
                  <a:lnTo>
                    <a:pt x="97695" y="284106"/>
                  </a:lnTo>
                  <a:lnTo>
                    <a:pt x="87398" y="286667"/>
                  </a:lnTo>
                  <a:lnTo>
                    <a:pt x="76575" y="289337"/>
                  </a:lnTo>
                  <a:lnTo>
                    <a:pt x="53191" y="295102"/>
                  </a:lnTo>
                  <a:lnTo>
                    <a:pt x="46550" y="296695"/>
                  </a:lnTo>
                  <a:lnTo>
                    <a:pt x="41664" y="275175"/>
                  </a:lnTo>
                  <a:lnTo>
                    <a:pt x="40562" y="270331"/>
                  </a:lnTo>
                  <a:lnTo>
                    <a:pt x="37640" y="257530"/>
                  </a:lnTo>
                  <a:lnTo>
                    <a:pt x="33910" y="241229"/>
                  </a:lnTo>
                  <a:lnTo>
                    <a:pt x="32732" y="236088"/>
                  </a:lnTo>
                  <a:lnTo>
                    <a:pt x="31138" y="229144"/>
                  </a:lnTo>
                  <a:lnTo>
                    <a:pt x="27823" y="214721"/>
                  </a:lnTo>
                  <a:lnTo>
                    <a:pt x="23397" y="195745"/>
                  </a:lnTo>
                  <a:lnTo>
                    <a:pt x="22375" y="19137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404852" y="3883690"/>
              <a:ext cx="582903" cy="683127"/>
            </a:xfrm>
            <a:custGeom>
              <a:avLst/>
              <a:pathLst>
                <a:path w="582903" h="683127">
                  <a:moveTo>
                    <a:pt x="2950" y="469935"/>
                  </a:moveTo>
                  <a:lnTo>
                    <a:pt x="2451" y="467214"/>
                  </a:lnTo>
                  <a:lnTo>
                    <a:pt x="7082" y="464411"/>
                  </a:lnTo>
                  <a:lnTo>
                    <a:pt x="12412" y="457570"/>
                  </a:lnTo>
                  <a:lnTo>
                    <a:pt x="14073" y="455304"/>
                  </a:lnTo>
                  <a:lnTo>
                    <a:pt x="17463" y="456719"/>
                  </a:lnTo>
                  <a:lnTo>
                    <a:pt x="22339" y="456777"/>
                  </a:lnTo>
                  <a:lnTo>
                    <a:pt x="26582" y="456825"/>
                  </a:lnTo>
                  <a:lnTo>
                    <a:pt x="29832" y="454316"/>
                  </a:lnTo>
                  <a:lnTo>
                    <a:pt x="30741" y="453614"/>
                  </a:lnTo>
                  <a:lnTo>
                    <a:pt x="37543" y="447768"/>
                  </a:lnTo>
                  <a:lnTo>
                    <a:pt x="39015" y="441667"/>
                  </a:lnTo>
                  <a:lnTo>
                    <a:pt x="38134" y="439080"/>
                  </a:lnTo>
                  <a:lnTo>
                    <a:pt x="38506" y="433719"/>
                  </a:lnTo>
                  <a:lnTo>
                    <a:pt x="36604" y="427634"/>
                  </a:lnTo>
                  <a:lnTo>
                    <a:pt x="36062" y="427400"/>
                  </a:lnTo>
                  <a:lnTo>
                    <a:pt x="30975" y="425195"/>
                  </a:lnTo>
                  <a:lnTo>
                    <a:pt x="26017" y="424949"/>
                  </a:lnTo>
                  <a:lnTo>
                    <a:pt x="22240" y="423514"/>
                  </a:lnTo>
                  <a:lnTo>
                    <a:pt x="20133" y="415597"/>
                  </a:lnTo>
                  <a:lnTo>
                    <a:pt x="23498" y="410112"/>
                  </a:lnTo>
                  <a:lnTo>
                    <a:pt x="24804" y="402405"/>
                  </a:lnTo>
                  <a:lnTo>
                    <a:pt x="25559" y="399701"/>
                  </a:lnTo>
                  <a:lnTo>
                    <a:pt x="21654" y="395376"/>
                  </a:lnTo>
                  <a:lnTo>
                    <a:pt x="23647" y="391763"/>
                  </a:lnTo>
                  <a:lnTo>
                    <a:pt x="24602" y="385965"/>
                  </a:lnTo>
                  <a:lnTo>
                    <a:pt x="23448" y="382575"/>
                  </a:lnTo>
                  <a:lnTo>
                    <a:pt x="28355" y="381949"/>
                  </a:lnTo>
                  <a:lnTo>
                    <a:pt x="31959" y="382082"/>
                  </a:lnTo>
                  <a:lnTo>
                    <a:pt x="32691" y="380997"/>
                  </a:lnTo>
                  <a:lnTo>
                    <a:pt x="36554" y="375267"/>
                  </a:lnTo>
                  <a:lnTo>
                    <a:pt x="44205" y="369691"/>
                  </a:lnTo>
                  <a:lnTo>
                    <a:pt x="44700" y="363677"/>
                  </a:lnTo>
                  <a:lnTo>
                    <a:pt x="45983" y="357741"/>
                  </a:lnTo>
                  <a:lnTo>
                    <a:pt x="48347" y="354625"/>
                  </a:lnTo>
                  <a:lnTo>
                    <a:pt x="49550" y="351903"/>
                  </a:lnTo>
                  <a:lnTo>
                    <a:pt x="49490" y="347262"/>
                  </a:lnTo>
                  <a:lnTo>
                    <a:pt x="49204" y="339665"/>
                  </a:lnTo>
                  <a:lnTo>
                    <a:pt x="51163" y="335912"/>
                  </a:lnTo>
                  <a:lnTo>
                    <a:pt x="51496" y="331892"/>
                  </a:lnTo>
                  <a:lnTo>
                    <a:pt x="49584" y="328436"/>
                  </a:lnTo>
                  <a:lnTo>
                    <a:pt x="52371" y="325694"/>
                  </a:lnTo>
                  <a:lnTo>
                    <a:pt x="58231" y="320685"/>
                  </a:lnTo>
                  <a:lnTo>
                    <a:pt x="60509" y="317529"/>
                  </a:lnTo>
                  <a:lnTo>
                    <a:pt x="61608" y="313647"/>
                  </a:lnTo>
                  <a:lnTo>
                    <a:pt x="62027" y="312165"/>
                  </a:lnTo>
                  <a:lnTo>
                    <a:pt x="64339" y="310460"/>
                  </a:lnTo>
                  <a:lnTo>
                    <a:pt x="69955" y="308855"/>
                  </a:lnTo>
                  <a:lnTo>
                    <a:pt x="75485" y="306184"/>
                  </a:lnTo>
                  <a:lnTo>
                    <a:pt x="81522" y="304948"/>
                  </a:lnTo>
                  <a:lnTo>
                    <a:pt x="87066" y="299944"/>
                  </a:lnTo>
                  <a:lnTo>
                    <a:pt x="90911" y="298401"/>
                  </a:lnTo>
                  <a:lnTo>
                    <a:pt x="91471" y="293610"/>
                  </a:lnTo>
                  <a:lnTo>
                    <a:pt x="91506" y="293303"/>
                  </a:lnTo>
                  <a:lnTo>
                    <a:pt x="89273" y="288547"/>
                  </a:lnTo>
                  <a:lnTo>
                    <a:pt x="81964" y="280988"/>
                  </a:lnTo>
                  <a:lnTo>
                    <a:pt x="76380" y="274570"/>
                  </a:lnTo>
                  <a:lnTo>
                    <a:pt x="72471" y="273861"/>
                  </a:lnTo>
                  <a:lnTo>
                    <a:pt x="73641" y="266643"/>
                  </a:lnTo>
                  <a:lnTo>
                    <a:pt x="70755" y="258945"/>
                  </a:lnTo>
                  <a:lnTo>
                    <a:pt x="68779" y="246206"/>
                  </a:lnTo>
                  <a:lnTo>
                    <a:pt x="67044" y="242129"/>
                  </a:lnTo>
                  <a:lnTo>
                    <a:pt x="60930" y="230912"/>
                  </a:lnTo>
                  <a:lnTo>
                    <a:pt x="56736" y="223712"/>
                  </a:lnTo>
                  <a:lnTo>
                    <a:pt x="58358" y="216120"/>
                  </a:lnTo>
                  <a:lnTo>
                    <a:pt x="59041" y="209635"/>
                  </a:lnTo>
                  <a:lnTo>
                    <a:pt x="60943" y="202488"/>
                  </a:lnTo>
                  <a:lnTo>
                    <a:pt x="62322" y="196761"/>
                  </a:lnTo>
                  <a:lnTo>
                    <a:pt x="64166" y="197150"/>
                  </a:lnTo>
                  <a:lnTo>
                    <a:pt x="66822" y="195630"/>
                  </a:lnTo>
                  <a:lnTo>
                    <a:pt x="67675" y="181894"/>
                  </a:lnTo>
                  <a:lnTo>
                    <a:pt x="66667" y="165191"/>
                  </a:lnTo>
                  <a:lnTo>
                    <a:pt x="64045" y="160237"/>
                  </a:lnTo>
                  <a:lnTo>
                    <a:pt x="65477" y="152063"/>
                  </a:lnTo>
                  <a:lnTo>
                    <a:pt x="67218" y="145235"/>
                  </a:lnTo>
                  <a:lnTo>
                    <a:pt x="67843" y="142784"/>
                  </a:lnTo>
                  <a:lnTo>
                    <a:pt x="65365" y="137782"/>
                  </a:lnTo>
                  <a:lnTo>
                    <a:pt x="66108" y="128667"/>
                  </a:lnTo>
                  <a:lnTo>
                    <a:pt x="66963" y="119726"/>
                  </a:lnTo>
                  <a:lnTo>
                    <a:pt x="70854" y="114739"/>
                  </a:lnTo>
                  <a:lnTo>
                    <a:pt x="68800" y="110251"/>
                  </a:lnTo>
                  <a:lnTo>
                    <a:pt x="66819" y="105162"/>
                  </a:lnTo>
                  <a:lnTo>
                    <a:pt x="66961" y="97762"/>
                  </a:lnTo>
                  <a:lnTo>
                    <a:pt x="67905" y="91637"/>
                  </a:lnTo>
                  <a:lnTo>
                    <a:pt x="67983" y="91134"/>
                  </a:lnTo>
                  <a:lnTo>
                    <a:pt x="69213" y="87548"/>
                  </a:lnTo>
                  <a:lnTo>
                    <a:pt x="75567" y="87217"/>
                  </a:lnTo>
                  <a:lnTo>
                    <a:pt x="79386" y="85231"/>
                  </a:lnTo>
                  <a:lnTo>
                    <a:pt x="84482" y="84938"/>
                  </a:lnTo>
                  <a:lnTo>
                    <a:pt x="89776" y="85940"/>
                  </a:lnTo>
                  <a:lnTo>
                    <a:pt x="91572" y="88677"/>
                  </a:lnTo>
                  <a:lnTo>
                    <a:pt x="94898" y="89593"/>
                  </a:lnTo>
                  <a:lnTo>
                    <a:pt x="98024" y="87963"/>
                  </a:lnTo>
                  <a:lnTo>
                    <a:pt x="101924" y="88938"/>
                  </a:lnTo>
                  <a:lnTo>
                    <a:pt x="104386" y="93306"/>
                  </a:lnTo>
                  <a:lnTo>
                    <a:pt x="105478" y="98539"/>
                  </a:lnTo>
                  <a:lnTo>
                    <a:pt x="109015" y="102224"/>
                  </a:lnTo>
                  <a:lnTo>
                    <a:pt x="113694" y="105285"/>
                  </a:lnTo>
                  <a:lnTo>
                    <a:pt x="119312" y="105240"/>
                  </a:lnTo>
                  <a:lnTo>
                    <a:pt x="120989" y="102315"/>
                  </a:lnTo>
                  <a:lnTo>
                    <a:pt x="125529" y="95399"/>
                  </a:lnTo>
                  <a:lnTo>
                    <a:pt x="131424" y="88270"/>
                  </a:lnTo>
                  <a:lnTo>
                    <a:pt x="132566" y="80066"/>
                  </a:lnTo>
                  <a:lnTo>
                    <a:pt x="133582" y="73873"/>
                  </a:lnTo>
                  <a:lnTo>
                    <a:pt x="138139" y="43379"/>
                  </a:lnTo>
                  <a:lnTo>
                    <a:pt x="142153" y="17212"/>
                  </a:lnTo>
                  <a:lnTo>
                    <a:pt x="144801" y="0"/>
                  </a:lnTo>
                  <a:lnTo>
                    <a:pt x="152168" y="1290"/>
                  </a:lnTo>
                  <a:lnTo>
                    <a:pt x="239294" y="15445"/>
                  </a:lnTo>
                  <a:lnTo>
                    <a:pt x="245168" y="16353"/>
                  </a:lnTo>
                  <a:lnTo>
                    <a:pt x="251253" y="17288"/>
                  </a:lnTo>
                  <a:lnTo>
                    <a:pt x="276096" y="21051"/>
                  </a:lnTo>
                  <a:lnTo>
                    <a:pt x="276666" y="21137"/>
                  </a:lnTo>
                  <a:lnTo>
                    <a:pt x="292475" y="23478"/>
                  </a:lnTo>
                  <a:lnTo>
                    <a:pt x="375124" y="35259"/>
                  </a:lnTo>
                  <a:lnTo>
                    <a:pt x="375749" y="35345"/>
                  </a:lnTo>
                  <a:lnTo>
                    <a:pt x="386909" y="36981"/>
                  </a:lnTo>
                  <a:lnTo>
                    <a:pt x="389324" y="37280"/>
                  </a:lnTo>
                  <a:lnTo>
                    <a:pt x="405490" y="39264"/>
                  </a:lnTo>
                  <a:lnTo>
                    <a:pt x="433183" y="42806"/>
                  </a:lnTo>
                  <a:lnTo>
                    <a:pt x="457717" y="46514"/>
                  </a:lnTo>
                  <a:lnTo>
                    <a:pt x="498926" y="51582"/>
                  </a:lnTo>
                  <a:lnTo>
                    <a:pt x="543331" y="56650"/>
                  </a:lnTo>
                  <a:lnTo>
                    <a:pt x="582903" y="61051"/>
                  </a:lnTo>
                  <a:lnTo>
                    <a:pt x="581514" y="74741"/>
                  </a:lnTo>
                  <a:lnTo>
                    <a:pt x="573202" y="158035"/>
                  </a:lnTo>
                  <a:lnTo>
                    <a:pt x="571948" y="170602"/>
                  </a:lnTo>
                  <a:lnTo>
                    <a:pt x="570602" y="184110"/>
                  </a:lnTo>
                  <a:lnTo>
                    <a:pt x="567707" y="213293"/>
                  </a:lnTo>
                  <a:lnTo>
                    <a:pt x="564963" y="240833"/>
                  </a:lnTo>
                  <a:lnTo>
                    <a:pt x="562985" y="261505"/>
                  </a:lnTo>
                  <a:lnTo>
                    <a:pt x="560723" y="285217"/>
                  </a:lnTo>
                  <a:lnTo>
                    <a:pt x="556648" y="327002"/>
                  </a:lnTo>
                  <a:lnTo>
                    <a:pt x="556040" y="333251"/>
                  </a:lnTo>
                  <a:lnTo>
                    <a:pt x="549192" y="404327"/>
                  </a:lnTo>
                  <a:lnTo>
                    <a:pt x="548151" y="415044"/>
                  </a:lnTo>
                  <a:lnTo>
                    <a:pt x="544249" y="455386"/>
                  </a:lnTo>
                  <a:lnTo>
                    <a:pt x="542167" y="477430"/>
                  </a:lnTo>
                  <a:lnTo>
                    <a:pt x="537719" y="524749"/>
                  </a:lnTo>
                  <a:lnTo>
                    <a:pt x="534066" y="563260"/>
                  </a:lnTo>
                  <a:lnTo>
                    <a:pt x="530506" y="600780"/>
                  </a:lnTo>
                  <a:lnTo>
                    <a:pt x="527501" y="632289"/>
                  </a:lnTo>
                  <a:lnTo>
                    <a:pt x="522738" y="683127"/>
                  </a:lnTo>
                  <a:lnTo>
                    <a:pt x="480742" y="678481"/>
                  </a:lnTo>
                  <a:lnTo>
                    <a:pt x="449089" y="674832"/>
                  </a:lnTo>
                  <a:lnTo>
                    <a:pt x="389616" y="667879"/>
                  </a:lnTo>
                  <a:lnTo>
                    <a:pt x="331619" y="660669"/>
                  </a:lnTo>
                  <a:lnTo>
                    <a:pt x="305286" y="646934"/>
                  </a:lnTo>
                  <a:lnTo>
                    <a:pt x="215836" y="599295"/>
                  </a:lnTo>
                  <a:lnTo>
                    <a:pt x="129797" y="552931"/>
                  </a:lnTo>
                  <a:lnTo>
                    <a:pt x="93028" y="532674"/>
                  </a:lnTo>
                  <a:lnTo>
                    <a:pt x="0" y="480548"/>
                  </a:lnTo>
                  <a:lnTo>
                    <a:pt x="670" y="477466"/>
                  </a:lnTo>
                  <a:lnTo>
                    <a:pt x="2607" y="474655"/>
                  </a:lnTo>
                  <a:lnTo>
                    <a:pt x="1131" y="47284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86109" y="2939147"/>
              <a:ext cx="4237" cy="5290"/>
            </a:xfrm>
            <a:custGeom>
              <a:avLst/>
              <a:pathLst>
                <a:path w="4237" h="5290">
                  <a:moveTo>
                    <a:pt x="0" y="4797"/>
                  </a:moveTo>
                  <a:lnTo>
                    <a:pt x="162" y="879"/>
                  </a:lnTo>
                  <a:lnTo>
                    <a:pt x="1760" y="0"/>
                  </a:lnTo>
                  <a:lnTo>
                    <a:pt x="3175" y="2796"/>
                  </a:lnTo>
                  <a:lnTo>
                    <a:pt x="4237" y="4162"/>
                  </a:lnTo>
                  <a:lnTo>
                    <a:pt x="1669" y="529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66192" y="2899508"/>
              <a:ext cx="32269" cy="40498"/>
            </a:xfrm>
            <a:custGeom>
              <a:avLst/>
              <a:pathLst>
                <a:path w="32269" h="40498">
                  <a:moveTo>
                    <a:pt x="9305" y="39962"/>
                  </a:moveTo>
                  <a:lnTo>
                    <a:pt x="9611" y="38016"/>
                  </a:lnTo>
                  <a:lnTo>
                    <a:pt x="8516" y="35247"/>
                  </a:lnTo>
                  <a:lnTo>
                    <a:pt x="9914" y="34485"/>
                  </a:lnTo>
                  <a:lnTo>
                    <a:pt x="8578" y="30123"/>
                  </a:lnTo>
                  <a:lnTo>
                    <a:pt x="7209" y="25658"/>
                  </a:lnTo>
                  <a:lnTo>
                    <a:pt x="5059" y="19456"/>
                  </a:lnTo>
                  <a:lnTo>
                    <a:pt x="3586" y="15538"/>
                  </a:lnTo>
                  <a:lnTo>
                    <a:pt x="0" y="5896"/>
                  </a:lnTo>
                  <a:lnTo>
                    <a:pt x="6606" y="3184"/>
                  </a:lnTo>
                  <a:lnTo>
                    <a:pt x="7140" y="2963"/>
                  </a:lnTo>
                  <a:lnTo>
                    <a:pt x="8225" y="2516"/>
                  </a:lnTo>
                  <a:lnTo>
                    <a:pt x="10324" y="1652"/>
                  </a:lnTo>
                  <a:lnTo>
                    <a:pt x="14328" y="0"/>
                  </a:lnTo>
                  <a:lnTo>
                    <a:pt x="14899" y="1628"/>
                  </a:lnTo>
                  <a:lnTo>
                    <a:pt x="15457" y="3220"/>
                  </a:lnTo>
                  <a:lnTo>
                    <a:pt x="16449" y="6070"/>
                  </a:lnTo>
                  <a:lnTo>
                    <a:pt x="17919" y="5510"/>
                  </a:lnTo>
                  <a:lnTo>
                    <a:pt x="18950" y="8479"/>
                  </a:lnTo>
                  <a:lnTo>
                    <a:pt x="20143" y="10732"/>
                  </a:lnTo>
                  <a:lnTo>
                    <a:pt x="20651" y="10834"/>
                  </a:lnTo>
                  <a:lnTo>
                    <a:pt x="23025" y="11309"/>
                  </a:lnTo>
                  <a:lnTo>
                    <a:pt x="25917" y="13613"/>
                  </a:lnTo>
                  <a:lnTo>
                    <a:pt x="26628" y="14178"/>
                  </a:lnTo>
                  <a:lnTo>
                    <a:pt x="29069" y="14079"/>
                  </a:lnTo>
                  <a:lnTo>
                    <a:pt x="29621" y="15988"/>
                  </a:lnTo>
                  <a:lnTo>
                    <a:pt x="29889" y="16917"/>
                  </a:lnTo>
                  <a:lnTo>
                    <a:pt x="32269" y="21770"/>
                  </a:lnTo>
                  <a:lnTo>
                    <a:pt x="31780" y="22589"/>
                  </a:lnTo>
                  <a:lnTo>
                    <a:pt x="30409" y="24631"/>
                  </a:lnTo>
                  <a:lnTo>
                    <a:pt x="28160" y="24197"/>
                  </a:lnTo>
                  <a:lnTo>
                    <a:pt x="26664" y="24402"/>
                  </a:lnTo>
                  <a:lnTo>
                    <a:pt x="26333" y="26515"/>
                  </a:lnTo>
                  <a:lnTo>
                    <a:pt x="24999" y="27046"/>
                  </a:lnTo>
                  <a:lnTo>
                    <a:pt x="23497" y="27071"/>
                  </a:lnTo>
                  <a:lnTo>
                    <a:pt x="22596" y="27656"/>
                  </a:lnTo>
                  <a:lnTo>
                    <a:pt x="22227" y="27896"/>
                  </a:lnTo>
                  <a:lnTo>
                    <a:pt x="22068" y="30477"/>
                  </a:lnTo>
                  <a:lnTo>
                    <a:pt x="21698" y="32593"/>
                  </a:lnTo>
                  <a:lnTo>
                    <a:pt x="19142" y="33453"/>
                  </a:lnTo>
                  <a:lnTo>
                    <a:pt x="16924" y="34951"/>
                  </a:lnTo>
                  <a:lnTo>
                    <a:pt x="14613" y="37105"/>
                  </a:lnTo>
                  <a:lnTo>
                    <a:pt x="11836" y="38737"/>
                  </a:lnTo>
                  <a:lnTo>
                    <a:pt x="9398" y="4049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666069" y="3967038"/>
              <a:ext cx="537408" cy="402055"/>
            </a:xfrm>
            <a:custGeom>
              <a:avLst/>
              <a:pathLst>
                <a:path w="537408" h="402055">
                  <a:moveTo>
                    <a:pt x="0" y="107867"/>
                  </a:moveTo>
                  <a:lnTo>
                    <a:pt x="2821" y="103103"/>
                  </a:lnTo>
                  <a:lnTo>
                    <a:pt x="1706" y="99247"/>
                  </a:lnTo>
                  <a:lnTo>
                    <a:pt x="5095" y="94046"/>
                  </a:lnTo>
                  <a:lnTo>
                    <a:pt x="7819" y="89368"/>
                  </a:lnTo>
                  <a:lnTo>
                    <a:pt x="12569" y="84180"/>
                  </a:lnTo>
                  <a:lnTo>
                    <a:pt x="18074" y="77601"/>
                  </a:lnTo>
                  <a:lnTo>
                    <a:pt x="19083" y="73282"/>
                  </a:lnTo>
                  <a:lnTo>
                    <a:pt x="19699" y="66986"/>
                  </a:lnTo>
                  <a:lnTo>
                    <a:pt x="29722" y="61378"/>
                  </a:lnTo>
                  <a:lnTo>
                    <a:pt x="40827" y="55142"/>
                  </a:lnTo>
                  <a:lnTo>
                    <a:pt x="52258" y="48755"/>
                  </a:lnTo>
                  <a:lnTo>
                    <a:pt x="54635" y="48772"/>
                  </a:lnTo>
                  <a:lnTo>
                    <a:pt x="56335" y="48784"/>
                  </a:lnTo>
                  <a:lnTo>
                    <a:pt x="61641" y="41505"/>
                  </a:lnTo>
                  <a:lnTo>
                    <a:pt x="72607" y="36221"/>
                  </a:lnTo>
                  <a:lnTo>
                    <a:pt x="77175" y="34014"/>
                  </a:lnTo>
                  <a:lnTo>
                    <a:pt x="84800" y="29434"/>
                  </a:lnTo>
                  <a:lnTo>
                    <a:pt x="88875" y="25160"/>
                  </a:lnTo>
                  <a:lnTo>
                    <a:pt x="95134" y="24337"/>
                  </a:lnTo>
                  <a:lnTo>
                    <a:pt x="99421" y="23771"/>
                  </a:lnTo>
                  <a:lnTo>
                    <a:pt x="101359" y="23515"/>
                  </a:lnTo>
                  <a:lnTo>
                    <a:pt x="109816" y="21930"/>
                  </a:lnTo>
                  <a:lnTo>
                    <a:pt x="121550" y="19717"/>
                  </a:lnTo>
                  <a:lnTo>
                    <a:pt x="128601" y="18380"/>
                  </a:lnTo>
                  <a:lnTo>
                    <a:pt x="136112" y="17085"/>
                  </a:lnTo>
                  <a:lnTo>
                    <a:pt x="146256" y="15326"/>
                  </a:lnTo>
                  <a:lnTo>
                    <a:pt x="157608" y="13343"/>
                  </a:lnTo>
                  <a:lnTo>
                    <a:pt x="186849" y="8165"/>
                  </a:lnTo>
                  <a:lnTo>
                    <a:pt x="200399" y="5901"/>
                  </a:lnTo>
                  <a:lnTo>
                    <a:pt x="204625" y="5190"/>
                  </a:lnTo>
                  <a:lnTo>
                    <a:pt x="235122" y="0"/>
                  </a:lnTo>
                  <a:lnTo>
                    <a:pt x="235248" y="309"/>
                  </a:lnTo>
                  <a:lnTo>
                    <a:pt x="236486" y="3332"/>
                  </a:lnTo>
                  <a:lnTo>
                    <a:pt x="235564" y="10287"/>
                  </a:lnTo>
                  <a:lnTo>
                    <a:pt x="238078" y="13599"/>
                  </a:lnTo>
                  <a:lnTo>
                    <a:pt x="247654" y="2820"/>
                  </a:lnTo>
                  <a:lnTo>
                    <a:pt x="251569" y="6325"/>
                  </a:lnTo>
                  <a:lnTo>
                    <a:pt x="260506" y="14315"/>
                  </a:lnTo>
                  <a:lnTo>
                    <a:pt x="268481" y="21431"/>
                  </a:lnTo>
                  <a:lnTo>
                    <a:pt x="269935" y="36387"/>
                  </a:lnTo>
                  <a:lnTo>
                    <a:pt x="295054" y="31365"/>
                  </a:lnTo>
                  <a:lnTo>
                    <a:pt x="320667" y="25803"/>
                  </a:lnTo>
                  <a:lnTo>
                    <a:pt x="346557" y="20101"/>
                  </a:lnTo>
                  <a:lnTo>
                    <a:pt x="362455" y="16484"/>
                  </a:lnTo>
                  <a:lnTo>
                    <a:pt x="362743" y="16419"/>
                  </a:lnTo>
                  <a:lnTo>
                    <a:pt x="387316" y="10767"/>
                  </a:lnTo>
                  <a:lnTo>
                    <a:pt x="389187" y="10334"/>
                  </a:lnTo>
                  <a:lnTo>
                    <a:pt x="416790" y="27440"/>
                  </a:lnTo>
                  <a:lnTo>
                    <a:pt x="418280" y="28360"/>
                  </a:lnTo>
                  <a:lnTo>
                    <a:pt x="430193" y="35703"/>
                  </a:lnTo>
                  <a:lnTo>
                    <a:pt x="462923" y="56849"/>
                  </a:lnTo>
                  <a:lnTo>
                    <a:pt x="467805" y="59988"/>
                  </a:lnTo>
                  <a:lnTo>
                    <a:pt x="501784" y="81274"/>
                  </a:lnTo>
                  <a:lnTo>
                    <a:pt x="522922" y="94499"/>
                  </a:lnTo>
                  <a:lnTo>
                    <a:pt x="527519" y="97366"/>
                  </a:lnTo>
                  <a:lnTo>
                    <a:pt x="537408" y="103650"/>
                  </a:lnTo>
                  <a:lnTo>
                    <a:pt x="524425" y="111644"/>
                  </a:lnTo>
                  <a:lnTo>
                    <a:pt x="515156" y="120792"/>
                  </a:lnTo>
                  <a:lnTo>
                    <a:pt x="507371" y="131438"/>
                  </a:lnTo>
                  <a:lnTo>
                    <a:pt x="501261" y="142049"/>
                  </a:lnTo>
                  <a:lnTo>
                    <a:pt x="497110" y="152335"/>
                  </a:lnTo>
                  <a:lnTo>
                    <a:pt x="494674" y="158353"/>
                  </a:lnTo>
                  <a:lnTo>
                    <a:pt x="490102" y="166338"/>
                  </a:lnTo>
                  <a:lnTo>
                    <a:pt x="486946" y="178091"/>
                  </a:lnTo>
                  <a:lnTo>
                    <a:pt x="486260" y="188779"/>
                  </a:lnTo>
                  <a:lnTo>
                    <a:pt x="486860" y="200878"/>
                  </a:lnTo>
                  <a:lnTo>
                    <a:pt x="488638" y="204734"/>
                  </a:lnTo>
                  <a:lnTo>
                    <a:pt x="485459" y="212532"/>
                  </a:lnTo>
                  <a:lnTo>
                    <a:pt x="480108" y="218747"/>
                  </a:lnTo>
                  <a:lnTo>
                    <a:pt x="478557" y="220546"/>
                  </a:lnTo>
                  <a:lnTo>
                    <a:pt x="474986" y="224153"/>
                  </a:lnTo>
                  <a:lnTo>
                    <a:pt x="475095" y="229560"/>
                  </a:lnTo>
                  <a:lnTo>
                    <a:pt x="474102" y="235793"/>
                  </a:lnTo>
                  <a:lnTo>
                    <a:pt x="467007" y="236409"/>
                  </a:lnTo>
                  <a:lnTo>
                    <a:pt x="460908" y="239817"/>
                  </a:lnTo>
                  <a:lnTo>
                    <a:pt x="455742" y="236428"/>
                  </a:lnTo>
                  <a:lnTo>
                    <a:pt x="450254" y="241743"/>
                  </a:lnTo>
                  <a:lnTo>
                    <a:pt x="448411" y="246881"/>
                  </a:lnTo>
                  <a:lnTo>
                    <a:pt x="453672" y="251822"/>
                  </a:lnTo>
                  <a:lnTo>
                    <a:pt x="451055" y="256375"/>
                  </a:lnTo>
                  <a:lnTo>
                    <a:pt x="442222" y="265083"/>
                  </a:lnTo>
                  <a:lnTo>
                    <a:pt x="440066" y="271687"/>
                  </a:lnTo>
                  <a:lnTo>
                    <a:pt x="431199" y="279275"/>
                  </a:lnTo>
                  <a:lnTo>
                    <a:pt x="426626" y="284695"/>
                  </a:lnTo>
                  <a:lnTo>
                    <a:pt x="426207" y="291696"/>
                  </a:lnTo>
                  <a:lnTo>
                    <a:pt x="418352" y="299703"/>
                  </a:lnTo>
                  <a:lnTo>
                    <a:pt x="415758" y="304954"/>
                  </a:lnTo>
                  <a:lnTo>
                    <a:pt x="407531" y="307283"/>
                  </a:lnTo>
                  <a:lnTo>
                    <a:pt x="400435" y="312376"/>
                  </a:lnTo>
                  <a:lnTo>
                    <a:pt x="396746" y="317578"/>
                  </a:lnTo>
                  <a:lnTo>
                    <a:pt x="391039" y="321084"/>
                  </a:lnTo>
                  <a:lnTo>
                    <a:pt x="390506" y="321653"/>
                  </a:lnTo>
                  <a:lnTo>
                    <a:pt x="382411" y="330281"/>
                  </a:lnTo>
                  <a:lnTo>
                    <a:pt x="374412" y="333199"/>
                  </a:lnTo>
                  <a:lnTo>
                    <a:pt x="368073" y="331398"/>
                  </a:lnTo>
                  <a:lnTo>
                    <a:pt x="367672" y="333123"/>
                  </a:lnTo>
                  <a:lnTo>
                    <a:pt x="366920" y="336351"/>
                  </a:lnTo>
                  <a:lnTo>
                    <a:pt x="371226" y="342259"/>
                  </a:lnTo>
                  <a:lnTo>
                    <a:pt x="374692" y="346229"/>
                  </a:lnTo>
                  <a:lnTo>
                    <a:pt x="373701" y="353110"/>
                  </a:lnTo>
                  <a:lnTo>
                    <a:pt x="365528" y="360402"/>
                  </a:lnTo>
                  <a:lnTo>
                    <a:pt x="359647" y="363612"/>
                  </a:lnTo>
                  <a:lnTo>
                    <a:pt x="353878" y="362507"/>
                  </a:lnTo>
                  <a:lnTo>
                    <a:pt x="345342" y="359830"/>
                  </a:lnTo>
                  <a:lnTo>
                    <a:pt x="340574" y="365436"/>
                  </a:lnTo>
                  <a:lnTo>
                    <a:pt x="345554" y="367951"/>
                  </a:lnTo>
                  <a:lnTo>
                    <a:pt x="353165" y="372856"/>
                  </a:lnTo>
                  <a:lnTo>
                    <a:pt x="348903" y="381523"/>
                  </a:lnTo>
                  <a:lnTo>
                    <a:pt x="340231" y="390427"/>
                  </a:lnTo>
                  <a:lnTo>
                    <a:pt x="335419" y="392917"/>
                  </a:lnTo>
                  <a:lnTo>
                    <a:pt x="335009" y="395883"/>
                  </a:lnTo>
                  <a:lnTo>
                    <a:pt x="334154" y="402055"/>
                  </a:lnTo>
                  <a:lnTo>
                    <a:pt x="327214" y="400480"/>
                  </a:lnTo>
                  <a:lnTo>
                    <a:pt x="319122" y="396426"/>
                  </a:lnTo>
                  <a:lnTo>
                    <a:pt x="316086" y="399386"/>
                  </a:lnTo>
                  <a:lnTo>
                    <a:pt x="307103" y="397512"/>
                  </a:lnTo>
                  <a:lnTo>
                    <a:pt x="304809" y="389330"/>
                  </a:lnTo>
                  <a:lnTo>
                    <a:pt x="300433" y="383511"/>
                  </a:lnTo>
                  <a:lnTo>
                    <a:pt x="299513" y="382288"/>
                  </a:lnTo>
                  <a:lnTo>
                    <a:pt x="301324" y="376624"/>
                  </a:lnTo>
                  <a:lnTo>
                    <a:pt x="299280" y="369125"/>
                  </a:lnTo>
                  <a:lnTo>
                    <a:pt x="293569" y="363596"/>
                  </a:lnTo>
                  <a:lnTo>
                    <a:pt x="290540" y="360661"/>
                  </a:lnTo>
                  <a:lnTo>
                    <a:pt x="289182" y="353673"/>
                  </a:lnTo>
                  <a:lnTo>
                    <a:pt x="278402" y="345339"/>
                  </a:lnTo>
                  <a:lnTo>
                    <a:pt x="277308" y="345182"/>
                  </a:lnTo>
                  <a:lnTo>
                    <a:pt x="272082" y="344433"/>
                  </a:lnTo>
                  <a:lnTo>
                    <a:pt x="264766" y="340935"/>
                  </a:lnTo>
                  <a:lnTo>
                    <a:pt x="263483" y="340321"/>
                  </a:lnTo>
                  <a:lnTo>
                    <a:pt x="262628" y="333995"/>
                  </a:lnTo>
                  <a:lnTo>
                    <a:pt x="258398" y="323294"/>
                  </a:lnTo>
                  <a:lnTo>
                    <a:pt x="258218" y="322630"/>
                  </a:lnTo>
                  <a:lnTo>
                    <a:pt x="255191" y="311473"/>
                  </a:lnTo>
                  <a:lnTo>
                    <a:pt x="248766" y="303845"/>
                  </a:lnTo>
                  <a:lnTo>
                    <a:pt x="243736" y="298717"/>
                  </a:lnTo>
                  <a:lnTo>
                    <a:pt x="241658" y="289466"/>
                  </a:lnTo>
                  <a:lnTo>
                    <a:pt x="236354" y="286659"/>
                  </a:lnTo>
                  <a:lnTo>
                    <a:pt x="229061" y="282793"/>
                  </a:lnTo>
                  <a:lnTo>
                    <a:pt x="227389" y="282530"/>
                  </a:lnTo>
                  <a:lnTo>
                    <a:pt x="222422" y="281747"/>
                  </a:lnTo>
                  <a:lnTo>
                    <a:pt x="210693" y="277743"/>
                  </a:lnTo>
                  <a:lnTo>
                    <a:pt x="208745" y="271954"/>
                  </a:lnTo>
                  <a:lnTo>
                    <a:pt x="208473" y="271145"/>
                  </a:lnTo>
                  <a:lnTo>
                    <a:pt x="198504" y="268145"/>
                  </a:lnTo>
                  <a:lnTo>
                    <a:pt x="198371" y="267426"/>
                  </a:lnTo>
                  <a:lnTo>
                    <a:pt x="196995" y="260032"/>
                  </a:lnTo>
                  <a:lnTo>
                    <a:pt x="186608" y="256896"/>
                  </a:lnTo>
                  <a:lnTo>
                    <a:pt x="186300" y="247827"/>
                  </a:lnTo>
                  <a:lnTo>
                    <a:pt x="184324" y="241162"/>
                  </a:lnTo>
                  <a:lnTo>
                    <a:pt x="176546" y="238595"/>
                  </a:lnTo>
                  <a:lnTo>
                    <a:pt x="172902" y="234646"/>
                  </a:lnTo>
                  <a:lnTo>
                    <a:pt x="171246" y="232851"/>
                  </a:lnTo>
                  <a:lnTo>
                    <a:pt x="161546" y="228052"/>
                  </a:lnTo>
                  <a:lnTo>
                    <a:pt x="160580" y="227951"/>
                  </a:lnTo>
                  <a:lnTo>
                    <a:pt x="155151" y="227386"/>
                  </a:lnTo>
                  <a:lnTo>
                    <a:pt x="149899" y="222131"/>
                  </a:lnTo>
                  <a:lnTo>
                    <a:pt x="147404" y="218569"/>
                  </a:lnTo>
                  <a:lnTo>
                    <a:pt x="143838" y="213474"/>
                  </a:lnTo>
                  <a:lnTo>
                    <a:pt x="132422" y="203795"/>
                  </a:lnTo>
                  <a:lnTo>
                    <a:pt x="119755" y="200095"/>
                  </a:lnTo>
                  <a:lnTo>
                    <a:pt x="109223" y="192822"/>
                  </a:lnTo>
                  <a:lnTo>
                    <a:pt x="104285" y="192721"/>
                  </a:lnTo>
                  <a:lnTo>
                    <a:pt x="103349" y="191397"/>
                  </a:lnTo>
                  <a:lnTo>
                    <a:pt x="98963" y="185194"/>
                  </a:lnTo>
                  <a:lnTo>
                    <a:pt x="98512" y="184678"/>
                  </a:lnTo>
                  <a:lnTo>
                    <a:pt x="91721" y="176895"/>
                  </a:lnTo>
                  <a:lnTo>
                    <a:pt x="82290" y="169787"/>
                  </a:lnTo>
                  <a:lnTo>
                    <a:pt x="78447" y="161453"/>
                  </a:lnTo>
                  <a:lnTo>
                    <a:pt x="76770" y="157811"/>
                  </a:lnTo>
                  <a:lnTo>
                    <a:pt x="72533" y="152786"/>
                  </a:lnTo>
                  <a:lnTo>
                    <a:pt x="71722" y="151823"/>
                  </a:lnTo>
                  <a:lnTo>
                    <a:pt x="65592" y="144655"/>
                  </a:lnTo>
                  <a:lnTo>
                    <a:pt x="62614" y="139722"/>
                  </a:lnTo>
                  <a:lnTo>
                    <a:pt x="57472" y="131048"/>
                  </a:lnTo>
                  <a:lnTo>
                    <a:pt x="51655" y="130850"/>
                  </a:lnTo>
                  <a:lnTo>
                    <a:pt x="44828" y="133448"/>
                  </a:lnTo>
                  <a:lnTo>
                    <a:pt x="44443" y="133595"/>
                  </a:lnTo>
                  <a:lnTo>
                    <a:pt x="38241" y="132045"/>
                  </a:lnTo>
                  <a:lnTo>
                    <a:pt x="37953" y="131860"/>
                  </a:lnTo>
                  <a:lnTo>
                    <a:pt x="32121" y="128103"/>
                  </a:lnTo>
                  <a:lnTo>
                    <a:pt x="31336" y="127461"/>
                  </a:lnTo>
                  <a:lnTo>
                    <a:pt x="24589" y="121948"/>
                  </a:lnTo>
                  <a:lnTo>
                    <a:pt x="16913" y="120553"/>
                  </a:lnTo>
                  <a:lnTo>
                    <a:pt x="10031" y="117210"/>
                  </a:lnTo>
                  <a:lnTo>
                    <a:pt x="2652" y="113658"/>
                  </a:lnTo>
                  <a:lnTo>
                    <a:pt x="2406" y="113121"/>
                  </a:lnTo>
                  <a:lnTo>
                    <a:pt x="661" y="1093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699303" y="2881107"/>
              <a:ext cx="533109" cy="332047"/>
            </a:xfrm>
            <a:custGeom>
              <a:avLst/>
              <a:pathLst>
                <a:path w="533109" h="332047">
                  <a:moveTo>
                    <a:pt x="9101" y="90372"/>
                  </a:moveTo>
                  <a:lnTo>
                    <a:pt x="10357" y="90331"/>
                  </a:lnTo>
                  <a:lnTo>
                    <a:pt x="10903" y="78265"/>
                  </a:lnTo>
                  <a:lnTo>
                    <a:pt x="11312" y="69879"/>
                  </a:lnTo>
                  <a:lnTo>
                    <a:pt x="11884" y="58141"/>
                  </a:lnTo>
                  <a:lnTo>
                    <a:pt x="12531" y="43366"/>
                  </a:lnTo>
                  <a:lnTo>
                    <a:pt x="12842" y="36962"/>
                  </a:lnTo>
                  <a:lnTo>
                    <a:pt x="13720" y="18638"/>
                  </a:lnTo>
                  <a:lnTo>
                    <a:pt x="14194" y="7693"/>
                  </a:lnTo>
                  <a:lnTo>
                    <a:pt x="14254" y="6045"/>
                  </a:lnTo>
                  <a:lnTo>
                    <a:pt x="14472" y="0"/>
                  </a:lnTo>
                  <a:lnTo>
                    <a:pt x="39973" y="1225"/>
                  </a:lnTo>
                  <a:lnTo>
                    <a:pt x="54954" y="1880"/>
                  </a:lnTo>
                  <a:lnTo>
                    <a:pt x="69309" y="2480"/>
                  </a:lnTo>
                  <a:lnTo>
                    <a:pt x="84110" y="3059"/>
                  </a:lnTo>
                  <a:lnTo>
                    <a:pt x="87637" y="3191"/>
                  </a:lnTo>
                  <a:lnTo>
                    <a:pt x="91738" y="3342"/>
                  </a:lnTo>
                  <a:lnTo>
                    <a:pt x="103372" y="3744"/>
                  </a:lnTo>
                  <a:lnTo>
                    <a:pt x="113584" y="4082"/>
                  </a:lnTo>
                  <a:lnTo>
                    <a:pt x="128362" y="4549"/>
                  </a:lnTo>
                  <a:lnTo>
                    <a:pt x="144332" y="5006"/>
                  </a:lnTo>
                  <a:lnTo>
                    <a:pt x="150097" y="5158"/>
                  </a:lnTo>
                  <a:lnTo>
                    <a:pt x="150226" y="5161"/>
                  </a:lnTo>
                  <a:lnTo>
                    <a:pt x="163773" y="5493"/>
                  </a:lnTo>
                  <a:lnTo>
                    <a:pt x="179525" y="5849"/>
                  </a:lnTo>
                  <a:lnTo>
                    <a:pt x="192269" y="6080"/>
                  </a:lnTo>
                  <a:lnTo>
                    <a:pt x="209426" y="6354"/>
                  </a:lnTo>
                  <a:lnTo>
                    <a:pt x="232309" y="6639"/>
                  </a:lnTo>
                  <a:lnTo>
                    <a:pt x="248928" y="6781"/>
                  </a:lnTo>
                  <a:lnTo>
                    <a:pt x="249753" y="6789"/>
                  </a:lnTo>
                  <a:lnTo>
                    <a:pt x="263378" y="6890"/>
                  </a:lnTo>
                  <a:lnTo>
                    <a:pt x="272809" y="6991"/>
                  </a:lnTo>
                  <a:lnTo>
                    <a:pt x="290869" y="7072"/>
                  </a:lnTo>
                  <a:lnTo>
                    <a:pt x="301624" y="7119"/>
                  </a:lnTo>
                  <a:lnTo>
                    <a:pt x="308723" y="7071"/>
                  </a:lnTo>
                  <a:lnTo>
                    <a:pt x="316750" y="7096"/>
                  </a:lnTo>
                  <a:lnTo>
                    <a:pt x="326397" y="7033"/>
                  </a:lnTo>
                  <a:lnTo>
                    <a:pt x="343134" y="6882"/>
                  </a:lnTo>
                  <a:lnTo>
                    <a:pt x="348925" y="6836"/>
                  </a:lnTo>
                  <a:lnTo>
                    <a:pt x="367600" y="6695"/>
                  </a:lnTo>
                  <a:lnTo>
                    <a:pt x="374172" y="6630"/>
                  </a:lnTo>
                  <a:lnTo>
                    <a:pt x="388173" y="6538"/>
                  </a:lnTo>
                  <a:lnTo>
                    <a:pt x="411009" y="6071"/>
                  </a:lnTo>
                  <a:lnTo>
                    <a:pt x="415152" y="5986"/>
                  </a:lnTo>
                  <a:lnTo>
                    <a:pt x="417099" y="5945"/>
                  </a:lnTo>
                  <a:lnTo>
                    <a:pt x="430490" y="5645"/>
                  </a:lnTo>
                  <a:lnTo>
                    <a:pt x="446049" y="5206"/>
                  </a:lnTo>
                  <a:lnTo>
                    <a:pt x="466905" y="4492"/>
                  </a:lnTo>
                  <a:lnTo>
                    <a:pt x="476604" y="4132"/>
                  </a:lnTo>
                  <a:lnTo>
                    <a:pt x="510997" y="2834"/>
                  </a:lnTo>
                  <a:lnTo>
                    <a:pt x="510712" y="8906"/>
                  </a:lnTo>
                  <a:lnTo>
                    <a:pt x="509926" y="14235"/>
                  </a:lnTo>
                  <a:lnTo>
                    <a:pt x="507182" y="17723"/>
                  </a:lnTo>
                  <a:lnTo>
                    <a:pt x="504571" y="22498"/>
                  </a:lnTo>
                  <a:lnTo>
                    <a:pt x="499869" y="25629"/>
                  </a:lnTo>
                  <a:lnTo>
                    <a:pt x="494647" y="30368"/>
                  </a:lnTo>
                  <a:lnTo>
                    <a:pt x="493080" y="33751"/>
                  </a:lnTo>
                  <a:lnTo>
                    <a:pt x="493686" y="36155"/>
                  </a:lnTo>
                  <a:lnTo>
                    <a:pt x="494286" y="36884"/>
                  </a:lnTo>
                  <a:lnTo>
                    <a:pt x="498108" y="41527"/>
                  </a:lnTo>
                  <a:lnTo>
                    <a:pt x="500903" y="46886"/>
                  </a:lnTo>
                  <a:lnTo>
                    <a:pt x="503187" y="50788"/>
                  </a:lnTo>
                  <a:lnTo>
                    <a:pt x="505657" y="53240"/>
                  </a:lnTo>
                  <a:lnTo>
                    <a:pt x="509530" y="53282"/>
                  </a:lnTo>
                  <a:lnTo>
                    <a:pt x="513342" y="55225"/>
                  </a:lnTo>
                  <a:lnTo>
                    <a:pt x="516087" y="56106"/>
                  </a:lnTo>
                  <a:lnTo>
                    <a:pt x="518838" y="58794"/>
                  </a:lnTo>
                  <a:lnTo>
                    <a:pt x="519755" y="60616"/>
                  </a:lnTo>
                  <a:lnTo>
                    <a:pt x="520660" y="62410"/>
                  </a:lnTo>
                  <a:lnTo>
                    <a:pt x="520838" y="66103"/>
                  </a:lnTo>
                  <a:lnTo>
                    <a:pt x="522172" y="93915"/>
                  </a:lnTo>
                  <a:lnTo>
                    <a:pt x="522957" y="110303"/>
                  </a:lnTo>
                  <a:lnTo>
                    <a:pt x="523751" y="126921"/>
                  </a:lnTo>
                  <a:lnTo>
                    <a:pt x="524150" y="135287"/>
                  </a:lnTo>
                  <a:lnTo>
                    <a:pt x="524985" y="152790"/>
                  </a:lnTo>
                  <a:lnTo>
                    <a:pt x="525646" y="168377"/>
                  </a:lnTo>
                  <a:lnTo>
                    <a:pt x="527047" y="201511"/>
                  </a:lnTo>
                  <a:lnTo>
                    <a:pt x="528239" y="229868"/>
                  </a:lnTo>
                  <a:lnTo>
                    <a:pt x="528456" y="234820"/>
                  </a:lnTo>
                  <a:lnTo>
                    <a:pt x="518378" y="235243"/>
                  </a:lnTo>
                  <a:lnTo>
                    <a:pt x="519491" y="238145"/>
                  </a:lnTo>
                  <a:lnTo>
                    <a:pt x="518962" y="241556"/>
                  </a:lnTo>
                  <a:lnTo>
                    <a:pt x="524191" y="245971"/>
                  </a:lnTo>
                  <a:lnTo>
                    <a:pt x="524156" y="249646"/>
                  </a:lnTo>
                  <a:lnTo>
                    <a:pt x="523922" y="254165"/>
                  </a:lnTo>
                  <a:lnTo>
                    <a:pt x="520595" y="255160"/>
                  </a:lnTo>
                  <a:lnTo>
                    <a:pt x="522102" y="258302"/>
                  </a:lnTo>
                  <a:lnTo>
                    <a:pt x="522564" y="259264"/>
                  </a:lnTo>
                  <a:lnTo>
                    <a:pt x="524815" y="261684"/>
                  </a:lnTo>
                  <a:lnTo>
                    <a:pt x="528047" y="261536"/>
                  </a:lnTo>
                  <a:lnTo>
                    <a:pt x="529526" y="268899"/>
                  </a:lnTo>
                  <a:lnTo>
                    <a:pt x="531004" y="271648"/>
                  </a:lnTo>
                  <a:lnTo>
                    <a:pt x="530244" y="274679"/>
                  </a:lnTo>
                  <a:lnTo>
                    <a:pt x="529879" y="276128"/>
                  </a:lnTo>
                  <a:lnTo>
                    <a:pt x="526269" y="278924"/>
                  </a:lnTo>
                  <a:lnTo>
                    <a:pt x="527728" y="282191"/>
                  </a:lnTo>
                  <a:lnTo>
                    <a:pt x="525915" y="284892"/>
                  </a:lnTo>
                  <a:lnTo>
                    <a:pt x="527380" y="286574"/>
                  </a:lnTo>
                  <a:lnTo>
                    <a:pt x="524637" y="290209"/>
                  </a:lnTo>
                  <a:lnTo>
                    <a:pt x="524778" y="291539"/>
                  </a:lnTo>
                  <a:lnTo>
                    <a:pt x="525080" y="294405"/>
                  </a:lnTo>
                  <a:lnTo>
                    <a:pt x="522477" y="299372"/>
                  </a:lnTo>
                  <a:lnTo>
                    <a:pt x="519591" y="304116"/>
                  </a:lnTo>
                  <a:lnTo>
                    <a:pt x="519600" y="309253"/>
                  </a:lnTo>
                  <a:lnTo>
                    <a:pt x="522065" y="312726"/>
                  </a:lnTo>
                  <a:lnTo>
                    <a:pt x="526797" y="317009"/>
                  </a:lnTo>
                  <a:lnTo>
                    <a:pt x="530398" y="324487"/>
                  </a:lnTo>
                  <a:lnTo>
                    <a:pt x="530635" y="324978"/>
                  </a:lnTo>
                  <a:lnTo>
                    <a:pt x="529664" y="328727"/>
                  </a:lnTo>
                  <a:lnTo>
                    <a:pt x="530786" y="329414"/>
                  </a:lnTo>
                  <a:lnTo>
                    <a:pt x="533109" y="331126"/>
                  </a:lnTo>
                  <a:lnTo>
                    <a:pt x="529215" y="332047"/>
                  </a:lnTo>
                  <a:lnTo>
                    <a:pt x="527430" y="329496"/>
                  </a:lnTo>
                  <a:lnTo>
                    <a:pt x="521374" y="330146"/>
                  </a:lnTo>
                  <a:lnTo>
                    <a:pt x="520136" y="328190"/>
                  </a:lnTo>
                  <a:lnTo>
                    <a:pt x="517821" y="324527"/>
                  </a:lnTo>
                  <a:lnTo>
                    <a:pt x="514129" y="321109"/>
                  </a:lnTo>
                  <a:lnTo>
                    <a:pt x="514739" y="315792"/>
                  </a:lnTo>
                  <a:lnTo>
                    <a:pt x="509074" y="315650"/>
                  </a:lnTo>
                  <a:lnTo>
                    <a:pt x="507297" y="312301"/>
                  </a:lnTo>
                  <a:lnTo>
                    <a:pt x="506889" y="312135"/>
                  </a:lnTo>
                  <a:lnTo>
                    <a:pt x="499801" y="309243"/>
                  </a:lnTo>
                  <a:lnTo>
                    <a:pt x="495707" y="310282"/>
                  </a:lnTo>
                  <a:lnTo>
                    <a:pt x="492096" y="307358"/>
                  </a:lnTo>
                  <a:lnTo>
                    <a:pt x="491430" y="306818"/>
                  </a:lnTo>
                  <a:lnTo>
                    <a:pt x="483940" y="306178"/>
                  </a:lnTo>
                  <a:lnTo>
                    <a:pt x="481513" y="304382"/>
                  </a:lnTo>
                  <a:lnTo>
                    <a:pt x="477999" y="301778"/>
                  </a:lnTo>
                  <a:lnTo>
                    <a:pt x="476221" y="298686"/>
                  </a:lnTo>
                  <a:lnTo>
                    <a:pt x="471691" y="297641"/>
                  </a:lnTo>
                  <a:lnTo>
                    <a:pt x="468985" y="298664"/>
                  </a:lnTo>
                  <a:lnTo>
                    <a:pt x="463647" y="297876"/>
                  </a:lnTo>
                  <a:lnTo>
                    <a:pt x="461249" y="299850"/>
                  </a:lnTo>
                  <a:lnTo>
                    <a:pt x="458947" y="299543"/>
                  </a:lnTo>
                  <a:lnTo>
                    <a:pt x="456765" y="299252"/>
                  </a:lnTo>
                  <a:lnTo>
                    <a:pt x="450929" y="299189"/>
                  </a:lnTo>
                  <a:lnTo>
                    <a:pt x="448410" y="299685"/>
                  </a:lnTo>
                  <a:lnTo>
                    <a:pt x="443842" y="300581"/>
                  </a:lnTo>
                  <a:lnTo>
                    <a:pt x="436786" y="299418"/>
                  </a:lnTo>
                  <a:lnTo>
                    <a:pt x="432807" y="298846"/>
                  </a:lnTo>
                  <a:lnTo>
                    <a:pt x="431513" y="300067"/>
                  </a:lnTo>
                  <a:lnTo>
                    <a:pt x="429675" y="305252"/>
                  </a:lnTo>
                  <a:lnTo>
                    <a:pt x="426581" y="308124"/>
                  </a:lnTo>
                  <a:lnTo>
                    <a:pt x="420645" y="308786"/>
                  </a:lnTo>
                  <a:lnTo>
                    <a:pt x="415667" y="304676"/>
                  </a:lnTo>
                  <a:lnTo>
                    <a:pt x="412564" y="301736"/>
                  </a:lnTo>
                  <a:lnTo>
                    <a:pt x="412244" y="301634"/>
                  </a:lnTo>
                  <a:lnTo>
                    <a:pt x="406651" y="299849"/>
                  </a:lnTo>
                  <a:lnTo>
                    <a:pt x="403259" y="298599"/>
                  </a:lnTo>
                  <a:lnTo>
                    <a:pt x="401265" y="297543"/>
                  </a:lnTo>
                  <a:lnTo>
                    <a:pt x="395732" y="294607"/>
                  </a:lnTo>
                  <a:lnTo>
                    <a:pt x="392352" y="293639"/>
                  </a:lnTo>
                  <a:lnTo>
                    <a:pt x="389188" y="290423"/>
                  </a:lnTo>
                  <a:lnTo>
                    <a:pt x="387756" y="287105"/>
                  </a:lnTo>
                  <a:lnTo>
                    <a:pt x="363356" y="287531"/>
                  </a:lnTo>
                  <a:lnTo>
                    <a:pt x="334972" y="287863"/>
                  </a:lnTo>
                  <a:lnTo>
                    <a:pt x="315446" y="288010"/>
                  </a:lnTo>
                  <a:lnTo>
                    <a:pt x="293379" y="288096"/>
                  </a:lnTo>
                  <a:lnTo>
                    <a:pt x="269049" y="288107"/>
                  </a:lnTo>
                  <a:lnTo>
                    <a:pt x="213039" y="287739"/>
                  </a:lnTo>
                  <a:lnTo>
                    <a:pt x="197148" y="287490"/>
                  </a:lnTo>
                  <a:lnTo>
                    <a:pt x="137487" y="286160"/>
                  </a:lnTo>
                  <a:lnTo>
                    <a:pt x="114726" y="285489"/>
                  </a:lnTo>
                  <a:lnTo>
                    <a:pt x="87964" y="284598"/>
                  </a:lnTo>
                  <a:lnTo>
                    <a:pt x="73415" y="284060"/>
                  </a:lnTo>
                  <a:lnTo>
                    <a:pt x="40241" y="282696"/>
                  </a:lnTo>
                  <a:lnTo>
                    <a:pt x="38221" y="282611"/>
                  </a:lnTo>
                  <a:lnTo>
                    <a:pt x="0" y="280858"/>
                  </a:lnTo>
                  <a:lnTo>
                    <a:pt x="1295" y="253270"/>
                  </a:lnTo>
                  <a:lnTo>
                    <a:pt x="2118" y="235334"/>
                  </a:lnTo>
                  <a:lnTo>
                    <a:pt x="2230" y="232900"/>
                  </a:lnTo>
                  <a:lnTo>
                    <a:pt x="2472" y="227627"/>
                  </a:lnTo>
                  <a:lnTo>
                    <a:pt x="3825" y="199499"/>
                  </a:lnTo>
                  <a:lnTo>
                    <a:pt x="5186" y="172066"/>
                  </a:lnTo>
                  <a:lnTo>
                    <a:pt x="5373" y="168317"/>
                  </a:lnTo>
                  <a:lnTo>
                    <a:pt x="5703" y="161678"/>
                  </a:lnTo>
                  <a:lnTo>
                    <a:pt x="7204" y="131056"/>
                  </a:lnTo>
                  <a:lnTo>
                    <a:pt x="7769" y="11957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959333" y="3807817"/>
              <a:ext cx="848637" cy="350857"/>
            </a:xfrm>
            <a:custGeom>
              <a:avLst/>
              <a:pathLst>
                <a:path w="848637" h="350857">
                  <a:moveTo>
                    <a:pt x="455" y="346586"/>
                  </a:moveTo>
                  <a:lnTo>
                    <a:pt x="3966" y="344715"/>
                  </a:lnTo>
                  <a:lnTo>
                    <a:pt x="10876" y="342582"/>
                  </a:lnTo>
                  <a:lnTo>
                    <a:pt x="11965" y="337270"/>
                  </a:lnTo>
                  <a:lnTo>
                    <a:pt x="13670" y="332299"/>
                  </a:lnTo>
                  <a:lnTo>
                    <a:pt x="20985" y="332783"/>
                  </a:lnTo>
                  <a:lnTo>
                    <a:pt x="19418" y="327079"/>
                  </a:lnTo>
                  <a:lnTo>
                    <a:pt x="19566" y="322113"/>
                  </a:lnTo>
                  <a:lnTo>
                    <a:pt x="18456" y="316288"/>
                  </a:lnTo>
                  <a:lnTo>
                    <a:pt x="11047" y="314022"/>
                  </a:lnTo>
                  <a:lnTo>
                    <a:pt x="15257" y="309709"/>
                  </a:lnTo>
                  <a:lnTo>
                    <a:pt x="17964" y="301899"/>
                  </a:lnTo>
                  <a:lnTo>
                    <a:pt x="14799" y="296293"/>
                  </a:lnTo>
                  <a:lnTo>
                    <a:pt x="18939" y="294129"/>
                  </a:lnTo>
                  <a:lnTo>
                    <a:pt x="21642" y="294811"/>
                  </a:lnTo>
                  <a:lnTo>
                    <a:pt x="23463" y="289245"/>
                  </a:lnTo>
                  <a:lnTo>
                    <a:pt x="20490" y="284603"/>
                  </a:lnTo>
                  <a:lnTo>
                    <a:pt x="20600" y="277728"/>
                  </a:lnTo>
                  <a:lnTo>
                    <a:pt x="28844" y="277845"/>
                  </a:lnTo>
                  <a:lnTo>
                    <a:pt x="30000" y="275333"/>
                  </a:lnTo>
                  <a:lnTo>
                    <a:pt x="30604" y="269192"/>
                  </a:lnTo>
                  <a:lnTo>
                    <a:pt x="36085" y="266135"/>
                  </a:lnTo>
                  <a:lnTo>
                    <a:pt x="33455" y="263358"/>
                  </a:lnTo>
                  <a:lnTo>
                    <a:pt x="26928" y="258453"/>
                  </a:lnTo>
                  <a:lnTo>
                    <a:pt x="30319" y="250462"/>
                  </a:lnTo>
                  <a:lnTo>
                    <a:pt x="35706" y="250747"/>
                  </a:lnTo>
                  <a:lnTo>
                    <a:pt x="42059" y="245501"/>
                  </a:lnTo>
                  <a:lnTo>
                    <a:pt x="49217" y="241213"/>
                  </a:lnTo>
                  <a:lnTo>
                    <a:pt x="48055" y="236472"/>
                  </a:lnTo>
                  <a:lnTo>
                    <a:pt x="48391" y="233101"/>
                  </a:lnTo>
                  <a:lnTo>
                    <a:pt x="55792" y="229482"/>
                  </a:lnTo>
                  <a:lnTo>
                    <a:pt x="55464" y="228271"/>
                  </a:lnTo>
                  <a:lnTo>
                    <a:pt x="54903" y="226202"/>
                  </a:lnTo>
                  <a:lnTo>
                    <a:pt x="50992" y="223333"/>
                  </a:lnTo>
                  <a:lnTo>
                    <a:pt x="45531" y="217251"/>
                  </a:lnTo>
                  <a:lnTo>
                    <a:pt x="49397" y="214235"/>
                  </a:lnTo>
                  <a:lnTo>
                    <a:pt x="49782" y="206272"/>
                  </a:lnTo>
                  <a:lnTo>
                    <a:pt x="53252" y="203145"/>
                  </a:lnTo>
                  <a:lnTo>
                    <a:pt x="57981" y="198470"/>
                  </a:lnTo>
                  <a:lnTo>
                    <a:pt x="54073" y="192890"/>
                  </a:lnTo>
                  <a:lnTo>
                    <a:pt x="53649" y="192645"/>
                  </a:lnTo>
                  <a:lnTo>
                    <a:pt x="46473" y="188487"/>
                  </a:lnTo>
                  <a:lnTo>
                    <a:pt x="47624" y="185366"/>
                  </a:lnTo>
                  <a:lnTo>
                    <a:pt x="55465" y="185695"/>
                  </a:lnTo>
                  <a:lnTo>
                    <a:pt x="59782" y="180092"/>
                  </a:lnTo>
                  <a:lnTo>
                    <a:pt x="53485" y="176874"/>
                  </a:lnTo>
                  <a:lnTo>
                    <a:pt x="54143" y="172462"/>
                  </a:lnTo>
                  <a:lnTo>
                    <a:pt x="59761" y="171597"/>
                  </a:lnTo>
                  <a:lnTo>
                    <a:pt x="62022" y="171247"/>
                  </a:lnTo>
                  <a:lnTo>
                    <a:pt x="62785" y="166862"/>
                  </a:lnTo>
                  <a:lnTo>
                    <a:pt x="58937" y="162011"/>
                  </a:lnTo>
                  <a:lnTo>
                    <a:pt x="60492" y="156472"/>
                  </a:lnTo>
                  <a:lnTo>
                    <a:pt x="58124" y="152169"/>
                  </a:lnTo>
                  <a:lnTo>
                    <a:pt x="70461" y="150472"/>
                  </a:lnTo>
                  <a:lnTo>
                    <a:pt x="77730" y="149252"/>
                  </a:lnTo>
                  <a:lnTo>
                    <a:pt x="91213" y="146970"/>
                  </a:lnTo>
                  <a:lnTo>
                    <a:pt x="116261" y="144131"/>
                  </a:lnTo>
                  <a:lnTo>
                    <a:pt x="129407" y="142407"/>
                  </a:lnTo>
                  <a:lnTo>
                    <a:pt x="130157" y="142308"/>
                  </a:lnTo>
                  <a:lnTo>
                    <a:pt x="131211" y="142169"/>
                  </a:lnTo>
                  <a:lnTo>
                    <a:pt x="161602" y="138096"/>
                  </a:lnTo>
                  <a:lnTo>
                    <a:pt x="162051" y="138035"/>
                  </a:lnTo>
                  <a:lnTo>
                    <a:pt x="164363" y="137738"/>
                  </a:lnTo>
                  <a:lnTo>
                    <a:pt x="200965" y="132949"/>
                  </a:lnTo>
                  <a:lnTo>
                    <a:pt x="208420" y="131695"/>
                  </a:lnTo>
                  <a:lnTo>
                    <a:pt x="208710" y="131646"/>
                  </a:lnTo>
                  <a:lnTo>
                    <a:pt x="209536" y="124905"/>
                  </a:lnTo>
                  <a:lnTo>
                    <a:pt x="206016" y="115319"/>
                  </a:lnTo>
                  <a:lnTo>
                    <a:pt x="203734" y="109540"/>
                  </a:lnTo>
                  <a:lnTo>
                    <a:pt x="209672" y="108826"/>
                  </a:lnTo>
                  <a:lnTo>
                    <a:pt x="226240" y="108129"/>
                  </a:lnTo>
                  <a:lnTo>
                    <a:pt x="226388" y="112012"/>
                  </a:lnTo>
                  <a:lnTo>
                    <a:pt x="242351" y="109203"/>
                  </a:lnTo>
                  <a:lnTo>
                    <a:pt x="247673" y="108259"/>
                  </a:lnTo>
                  <a:lnTo>
                    <a:pt x="277156" y="103384"/>
                  </a:lnTo>
                  <a:lnTo>
                    <a:pt x="278343" y="103185"/>
                  </a:lnTo>
                  <a:lnTo>
                    <a:pt x="300535" y="99441"/>
                  </a:lnTo>
                  <a:lnTo>
                    <a:pt x="305974" y="98514"/>
                  </a:lnTo>
                  <a:lnTo>
                    <a:pt x="330841" y="94229"/>
                  </a:lnTo>
                  <a:lnTo>
                    <a:pt x="335822" y="93297"/>
                  </a:lnTo>
                  <a:lnTo>
                    <a:pt x="351528" y="90340"/>
                  </a:lnTo>
                  <a:lnTo>
                    <a:pt x="356194" y="91046"/>
                  </a:lnTo>
                  <a:lnTo>
                    <a:pt x="357328" y="91217"/>
                  </a:lnTo>
                  <a:lnTo>
                    <a:pt x="361430" y="88691"/>
                  </a:lnTo>
                  <a:lnTo>
                    <a:pt x="371180" y="87639"/>
                  </a:lnTo>
                  <a:lnTo>
                    <a:pt x="392030" y="85350"/>
                  </a:lnTo>
                  <a:lnTo>
                    <a:pt x="404544" y="83952"/>
                  </a:lnTo>
                  <a:lnTo>
                    <a:pt x="415307" y="82807"/>
                  </a:lnTo>
                  <a:lnTo>
                    <a:pt x="425626" y="81696"/>
                  </a:lnTo>
                  <a:lnTo>
                    <a:pt x="434222" y="80473"/>
                  </a:lnTo>
                  <a:lnTo>
                    <a:pt x="439935" y="79655"/>
                  </a:lnTo>
                  <a:lnTo>
                    <a:pt x="464462" y="76089"/>
                  </a:lnTo>
                  <a:lnTo>
                    <a:pt x="469609" y="74797"/>
                  </a:lnTo>
                  <a:lnTo>
                    <a:pt x="483532" y="71282"/>
                  </a:lnTo>
                  <a:lnTo>
                    <a:pt x="484046" y="71152"/>
                  </a:lnTo>
                  <a:lnTo>
                    <a:pt x="485488" y="70933"/>
                  </a:lnTo>
                  <a:lnTo>
                    <a:pt x="503608" y="68159"/>
                  </a:lnTo>
                  <a:lnTo>
                    <a:pt x="515914" y="66950"/>
                  </a:lnTo>
                  <a:lnTo>
                    <a:pt x="519052" y="66638"/>
                  </a:lnTo>
                  <a:lnTo>
                    <a:pt x="535121" y="64881"/>
                  </a:lnTo>
                  <a:lnTo>
                    <a:pt x="535813" y="64774"/>
                  </a:lnTo>
                  <a:lnTo>
                    <a:pt x="563817" y="60407"/>
                  </a:lnTo>
                  <a:lnTo>
                    <a:pt x="587760" y="56383"/>
                  </a:lnTo>
                  <a:lnTo>
                    <a:pt x="591183" y="55802"/>
                  </a:lnTo>
                  <a:lnTo>
                    <a:pt x="615177" y="51511"/>
                  </a:lnTo>
                  <a:lnTo>
                    <a:pt x="620896" y="50643"/>
                  </a:lnTo>
                  <a:lnTo>
                    <a:pt x="624552" y="50087"/>
                  </a:lnTo>
                  <a:lnTo>
                    <a:pt x="644976" y="46573"/>
                  </a:lnTo>
                  <a:lnTo>
                    <a:pt x="646090" y="43990"/>
                  </a:lnTo>
                  <a:lnTo>
                    <a:pt x="666400" y="40110"/>
                  </a:lnTo>
                  <a:lnTo>
                    <a:pt x="685948" y="36328"/>
                  </a:lnTo>
                  <a:lnTo>
                    <a:pt x="715087" y="30725"/>
                  </a:lnTo>
                  <a:lnTo>
                    <a:pt x="730457" y="27726"/>
                  </a:lnTo>
                  <a:lnTo>
                    <a:pt x="752438" y="22929"/>
                  </a:lnTo>
                  <a:lnTo>
                    <a:pt x="764546" y="20259"/>
                  </a:lnTo>
                  <a:lnTo>
                    <a:pt x="783757" y="16234"/>
                  </a:lnTo>
                  <a:lnTo>
                    <a:pt x="788804" y="15168"/>
                  </a:lnTo>
                  <a:lnTo>
                    <a:pt x="795704" y="13706"/>
                  </a:lnTo>
                  <a:lnTo>
                    <a:pt x="798527" y="13098"/>
                  </a:lnTo>
                  <a:lnTo>
                    <a:pt x="819526" y="8542"/>
                  </a:lnTo>
                  <a:lnTo>
                    <a:pt x="820116" y="5546"/>
                  </a:lnTo>
                  <a:lnTo>
                    <a:pt x="829667" y="3627"/>
                  </a:lnTo>
                  <a:lnTo>
                    <a:pt x="847570" y="0"/>
                  </a:lnTo>
                  <a:lnTo>
                    <a:pt x="845137" y="3648"/>
                  </a:lnTo>
                  <a:lnTo>
                    <a:pt x="844214" y="10541"/>
                  </a:lnTo>
                  <a:lnTo>
                    <a:pt x="846422" y="19033"/>
                  </a:lnTo>
                  <a:lnTo>
                    <a:pt x="843926" y="26703"/>
                  </a:lnTo>
                  <a:lnTo>
                    <a:pt x="845411" y="29448"/>
                  </a:lnTo>
                  <a:lnTo>
                    <a:pt x="848637" y="35408"/>
                  </a:lnTo>
                  <a:lnTo>
                    <a:pt x="842301" y="36487"/>
                  </a:lnTo>
                  <a:lnTo>
                    <a:pt x="835749" y="37121"/>
                  </a:lnTo>
                  <a:lnTo>
                    <a:pt x="829421" y="44424"/>
                  </a:lnTo>
                  <a:lnTo>
                    <a:pt x="828759" y="46479"/>
                  </a:lnTo>
                  <a:lnTo>
                    <a:pt x="827737" y="49653"/>
                  </a:lnTo>
                  <a:lnTo>
                    <a:pt x="826081" y="54782"/>
                  </a:lnTo>
                  <a:lnTo>
                    <a:pt x="821804" y="69236"/>
                  </a:lnTo>
                  <a:lnTo>
                    <a:pt x="817026" y="72704"/>
                  </a:lnTo>
                  <a:lnTo>
                    <a:pt x="812459" y="73865"/>
                  </a:lnTo>
                  <a:lnTo>
                    <a:pt x="810307" y="70195"/>
                  </a:lnTo>
                  <a:lnTo>
                    <a:pt x="802712" y="68876"/>
                  </a:lnTo>
                  <a:lnTo>
                    <a:pt x="801939" y="69718"/>
                  </a:lnTo>
                  <a:lnTo>
                    <a:pt x="798038" y="73971"/>
                  </a:lnTo>
                  <a:lnTo>
                    <a:pt x="794698" y="73924"/>
                  </a:lnTo>
                  <a:lnTo>
                    <a:pt x="790222" y="77266"/>
                  </a:lnTo>
                  <a:lnTo>
                    <a:pt x="784729" y="82578"/>
                  </a:lnTo>
                  <a:lnTo>
                    <a:pt x="784233" y="84042"/>
                  </a:lnTo>
                  <a:lnTo>
                    <a:pt x="781067" y="93357"/>
                  </a:lnTo>
                  <a:lnTo>
                    <a:pt x="777301" y="97342"/>
                  </a:lnTo>
                  <a:lnTo>
                    <a:pt x="772974" y="101913"/>
                  </a:lnTo>
                  <a:lnTo>
                    <a:pt x="767165" y="100473"/>
                  </a:lnTo>
                  <a:lnTo>
                    <a:pt x="767472" y="93708"/>
                  </a:lnTo>
                  <a:lnTo>
                    <a:pt x="766184" y="92527"/>
                  </a:lnTo>
                  <a:lnTo>
                    <a:pt x="763318" y="89896"/>
                  </a:lnTo>
                  <a:lnTo>
                    <a:pt x="754670" y="97418"/>
                  </a:lnTo>
                  <a:lnTo>
                    <a:pt x="749829" y="101769"/>
                  </a:lnTo>
                  <a:lnTo>
                    <a:pt x="749974" y="106978"/>
                  </a:lnTo>
                  <a:lnTo>
                    <a:pt x="747760" y="111098"/>
                  </a:lnTo>
                  <a:lnTo>
                    <a:pt x="742729" y="109103"/>
                  </a:lnTo>
                  <a:lnTo>
                    <a:pt x="739731" y="111487"/>
                  </a:lnTo>
                  <a:lnTo>
                    <a:pt x="738200" y="112704"/>
                  </a:lnTo>
                  <a:lnTo>
                    <a:pt x="740522" y="119014"/>
                  </a:lnTo>
                  <a:lnTo>
                    <a:pt x="737836" y="125707"/>
                  </a:lnTo>
                  <a:lnTo>
                    <a:pt x="735640" y="130297"/>
                  </a:lnTo>
                  <a:lnTo>
                    <a:pt x="734755" y="132145"/>
                  </a:lnTo>
                  <a:lnTo>
                    <a:pt x="727576" y="132962"/>
                  </a:lnTo>
                  <a:lnTo>
                    <a:pt x="722945" y="135422"/>
                  </a:lnTo>
                  <a:lnTo>
                    <a:pt x="716756" y="138334"/>
                  </a:lnTo>
                  <a:lnTo>
                    <a:pt x="713925" y="143821"/>
                  </a:lnTo>
                  <a:lnTo>
                    <a:pt x="708381" y="146149"/>
                  </a:lnTo>
                  <a:lnTo>
                    <a:pt x="708327" y="146303"/>
                  </a:lnTo>
                  <a:lnTo>
                    <a:pt x="707735" y="147983"/>
                  </a:lnTo>
                  <a:lnTo>
                    <a:pt x="705501" y="154312"/>
                  </a:lnTo>
                  <a:lnTo>
                    <a:pt x="700380" y="154993"/>
                  </a:lnTo>
                  <a:lnTo>
                    <a:pt x="693992" y="162663"/>
                  </a:lnTo>
                  <a:lnTo>
                    <a:pt x="691061" y="164322"/>
                  </a:lnTo>
                  <a:lnTo>
                    <a:pt x="687321" y="170242"/>
                  </a:lnTo>
                  <a:lnTo>
                    <a:pt x="678179" y="171546"/>
                  </a:lnTo>
                  <a:lnTo>
                    <a:pt x="671539" y="172686"/>
                  </a:lnTo>
                  <a:lnTo>
                    <a:pt x="670564" y="172945"/>
                  </a:lnTo>
                  <a:lnTo>
                    <a:pt x="659676" y="175822"/>
                  </a:lnTo>
                  <a:lnTo>
                    <a:pt x="652850" y="182704"/>
                  </a:lnTo>
                  <a:lnTo>
                    <a:pt x="646931" y="189761"/>
                  </a:lnTo>
                  <a:lnTo>
                    <a:pt x="643535" y="192177"/>
                  </a:lnTo>
                  <a:lnTo>
                    <a:pt x="643004" y="192555"/>
                  </a:lnTo>
                  <a:lnTo>
                    <a:pt x="641675" y="193500"/>
                  </a:lnTo>
                  <a:lnTo>
                    <a:pt x="637727" y="200103"/>
                  </a:lnTo>
                  <a:lnTo>
                    <a:pt x="639946" y="204298"/>
                  </a:lnTo>
                  <a:lnTo>
                    <a:pt x="637356" y="207810"/>
                  </a:lnTo>
                  <a:lnTo>
                    <a:pt x="639978" y="214103"/>
                  </a:lnTo>
                  <a:lnTo>
                    <a:pt x="639489" y="214670"/>
                  </a:lnTo>
                  <a:lnTo>
                    <a:pt x="633501" y="221605"/>
                  </a:lnTo>
                  <a:lnTo>
                    <a:pt x="625402" y="224020"/>
                  </a:lnTo>
                  <a:lnTo>
                    <a:pt x="620192" y="221342"/>
                  </a:lnTo>
                  <a:lnTo>
                    <a:pt x="615045" y="227810"/>
                  </a:lnTo>
                  <a:lnTo>
                    <a:pt x="615145" y="230480"/>
                  </a:lnTo>
                  <a:lnTo>
                    <a:pt x="616171" y="258361"/>
                  </a:lnTo>
                  <a:lnTo>
                    <a:pt x="597051" y="261994"/>
                  </a:lnTo>
                  <a:lnTo>
                    <a:pt x="585551" y="264090"/>
                  </a:lnTo>
                  <a:lnTo>
                    <a:pt x="574723" y="266125"/>
                  </a:lnTo>
                  <a:lnTo>
                    <a:pt x="569774" y="267043"/>
                  </a:lnTo>
                  <a:lnTo>
                    <a:pt x="566232" y="267698"/>
                  </a:lnTo>
                  <a:lnTo>
                    <a:pt x="561033" y="268657"/>
                  </a:lnTo>
                  <a:lnTo>
                    <a:pt x="549210" y="270873"/>
                  </a:lnTo>
                  <a:lnTo>
                    <a:pt x="548915" y="270928"/>
                  </a:lnTo>
                  <a:lnTo>
                    <a:pt x="542235" y="272172"/>
                  </a:lnTo>
                  <a:lnTo>
                    <a:pt x="519759" y="276412"/>
                  </a:lnTo>
                  <a:lnTo>
                    <a:pt x="518480" y="276651"/>
                  </a:lnTo>
                  <a:lnTo>
                    <a:pt x="509665" y="278410"/>
                  </a:lnTo>
                  <a:lnTo>
                    <a:pt x="507517" y="278837"/>
                  </a:lnTo>
                  <a:lnTo>
                    <a:pt x="498345" y="280353"/>
                  </a:lnTo>
                  <a:lnTo>
                    <a:pt x="484917" y="282553"/>
                  </a:lnTo>
                  <a:lnTo>
                    <a:pt x="457402" y="286945"/>
                  </a:lnTo>
                  <a:lnTo>
                    <a:pt x="412350" y="293941"/>
                  </a:lnTo>
                  <a:lnTo>
                    <a:pt x="411582" y="294069"/>
                  </a:lnTo>
                  <a:lnTo>
                    <a:pt x="396283" y="296612"/>
                  </a:lnTo>
                  <a:lnTo>
                    <a:pt x="363805" y="301653"/>
                  </a:lnTo>
                  <a:lnTo>
                    <a:pt x="358378" y="302396"/>
                  </a:lnTo>
                  <a:lnTo>
                    <a:pt x="319756" y="307589"/>
                  </a:lnTo>
                  <a:lnTo>
                    <a:pt x="319144" y="307670"/>
                  </a:lnTo>
                  <a:lnTo>
                    <a:pt x="318385" y="307775"/>
                  </a:lnTo>
                  <a:lnTo>
                    <a:pt x="297676" y="310623"/>
                  </a:lnTo>
                  <a:lnTo>
                    <a:pt x="278989" y="313150"/>
                  </a:lnTo>
                  <a:lnTo>
                    <a:pt x="277037" y="313412"/>
                  </a:lnTo>
                  <a:lnTo>
                    <a:pt x="253639" y="316592"/>
                  </a:lnTo>
                  <a:lnTo>
                    <a:pt x="239929" y="318537"/>
                  </a:lnTo>
                  <a:lnTo>
                    <a:pt x="238371" y="318756"/>
                  </a:lnTo>
                  <a:lnTo>
                    <a:pt x="217421" y="321464"/>
                  </a:lnTo>
                  <a:lnTo>
                    <a:pt x="217918" y="322980"/>
                  </a:lnTo>
                  <a:lnTo>
                    <a:pt x="211935" y="323842"/>
                  </a:lnTo>
                  <a:lnTo>
                    <a:pt x="201059" y="325322"/>
                  </a:lnTo>
                  <a:lnTo>
                    <a:pt x="199308" y="325559"/>
                  </a:lnTo>
                  <a:lnTo>
                    <a:pt x="190084" y="326802"/>
                  </a:lnTo>
                  <a:lnTo>
                    <a:pt x="157411" y="331331"/>
                  </a:lnTo>
                  <a:lnTo>
                    <a:pt x="153650" y="331839"/>
                  </a:lnTo>
                  <a:lnTo>
                    <a:pt x="133614" y="334515"/>
                  </a:lnTo>
                  <a:lnTo>
                    <a:pt x="132642" y="334643"/>
                  </a:lnTo>
                  <a:lnTo>
                    <a:pt x="114910" y="337008"/>
                  </a:lnTo>
                  <a:lnTo>
                    <a:pt x="98964" y="339102"/>
                  </a:lnTo>
                  <a:lnTo>
                    <a:pt x="90464" y="340206"/>
                  </a:lnTo>
                  <a:lnTo>
                    <a:pt x="68844" y="342857"/>
                  </a:lnTo>
                  <a:lnTo>
                    <a:pt x="62374" y="343640"/>
                  </a:lnTo>
                  <a:lnTo>
                    <a:pt x="60542" y="343861"/>
                  </a:lnTo>
                  <a:lnTo>
                    <a:pt x="53212" y="344740"/>
                  </a:lnTo>
                  <a:lnTo>
                    <a:pt x="0" y="35085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44657" y="4192469"/>
              <a:ext cx="1068079" cy="1005275"/>
            </a:xfrm>
            <a:custGeom>
              <a:avLst/>
              <a:pathLst>
                <a:path w="1068079" h="1005275">
                  <a:moveTo>
                    <a:pt x="1276" y="416974"/>
                  </a:moveTo>
                  <a:lnTo>
                    <a:pt x="1102" y="411544"/>
                  </a:lnTo>
                  <a:lnTo>
                    <a:pt x="2228" y="408863"/>
                  </a:lnTo>
                  <a:lnTo>
                    <a:pt x="10667" y="409479"/>
                  </a:lnTo>
                  <a:lnTo>
                    <a:pt x="21717" y="410271"/>
                  </a:lnTo>
                  <a:lnTo>
                    <a:pt x="35973" y="411266"/>
                  </a:lnTo>
                  <a:lnTo>
                    <a:pt x="52350" y="412414"/>
                  </a:lnTo>
                  <a:lnTo>
                    <a:pt x="72343" y="413763"/>
                  </a:lnTo>
                  <a:lnTo>
                    <a:pt x="120550" y="416990"/>
                  </a:lnTo>
                  <a:lnTo>
                    <a:pt x="139603" y="418111"/>
                  </a:lnTo>
                  <a:lnTo>
                    <a:pt x="145314" y="418437"/>
                  </a:lnTo>
                  <a:lnTo>
                    <a:pt x="161830" y="419353"/>
                  </a:lnTo>
                  <a:lnTo>
                    <a:pt x="211907" y="421923"/>
                  </a:lnTo>
                  <a:lnTo>
                    <a:pt x="215492" y="422089"/>
                  </a:lnTo>
                  <a:lnTo>
                    <a:pt x="236318" y="423011"/>
                  </a:lnTo>
                  <a:lnTo>
                    <a:pt x="268404" y="424309"/>
                  </a:lnTo>
                  <a:lnTo>
                    <a:pt x="289622" y="425084"/>
                  </a:lnTo>
                  <a:lnTo>
                    <a:pt x="289878" y="416924"/>
                  </a:lnTo>
                  <a:lnTo>
                    <a:pt x="290049" y="411459"/>
                  </a:lnTo>
                  <a:lnTo>
                    <a:pt x="291148" y="375880"/>
                  </a:lnTo>
                  <a:lnTo>
                    <a:pt x="291339" y="369672"/>
                  </a:lnTo>
                  <a:lnTo>
                    <a:pt x="291749" y="356560"/>
                  </a:lnTo>
                  <a:lnTo>
                    <a:pt x="292111" y="345009"/>
                  </a:lnTo>
                  <a:lnTo>
                    <a:pt x="292554" y="334655"/>
                  </a:lnTo>
                  <a:lnTo>
                    <a:pt x="293605" y="310112"/>
                  </a:lnTo>
                  <a:lnTo>
                    <a:pt x="294403" y="294149"/>
                  </a:lnTo>
                  <a:lnTo>
                    <a:pt x="295262" y="276957"/>
                  </a:lnTo>
                  <a:lnTo>
                    <a:pt x="296449" y="252977"/>
                  </a:lnTo>
                  <a:lnTo>
                    <a:pt x="297524" y="228927"/>
                  </a:lnTo>
                  <a:lnTo>
                    <a:pt x="298179" y="207832"/>
                  </a:lnTo>
                  <a:lnTo>
                    <a:pt x="298209" y="206877"/>
                  </a:lnTo>
                  <a:lnTo>
                    <a:pt x="298405" y="200565"/>
                  </a:lnTo>
                  <a:lnTo>
                    <a:pt x="299209" y="177865"/>
                  </a:lnTo>
                  <a:lnTo>
                    <a:pt x="299624" y="165807"/>
                  </a:lnTo>
                  <a:lnTo>
                    <a:pt x="300262" y="146260"/>
                  </a:lnTo>
                  <a:lnTo>
                    <a:pt x="300853" y="128241"/>
                  </a:lnTo>
                  <a:lnTo>
                    <a:pt x="300979" y="124608"/>
                  </a:lnTo>
                  <a:lnTo>
                    <a:pt x="302425" y="83064"/>
                  </a:lnTo>
                  <a:lnTo>
                    <a:pt x="302805" y="72003"/>
                  </a:lnTo>
                  <a:lnTo>
                    <a:pt x="303833" y="42130"/>
                  </a:lnTo>
                  <a:lnTo>
                    <a:pt x="305149" y="0"/>
                  </a:lnTo>
                  <a:lnTo>
                    <a:pt x="308168" y="112"/>
                  </a:lnTo>
                  <a:lnTo>
                    <a:pt x="372407" y="2091"/>
                  </a:lnTo>
                  <a:lnTo>
                    <a:pt x="382360" y="2364"/>
                  </a:lnTo>
                  <a:lnTo>
                    <a:pt x="398101" y="2764"/>
                  </a:lnTo>
                  <a:lnTo>
                    <a:pt x="413604" y="3094"/>
                  </a:lnTo>
                  <a:lnTo>
                    <a:pt x="454824" y="3784"/>
                  </a:lnTo>
                  <a:lnTo>
                    <a:pt x="464848" y="3878"/>
                  </a:lnTo>
                  <a:lnTo>
                    <a:pt x="470203" y="3922"/>
                  </a:lnTo>
                  <a:lnTo>
                    <a:pt x="492513" y="4138"/>
                  </a:lnTo>
                  <a:lnTo>
                    <a:pt x="496069" y="4159"/>
                  </a:lnTo>
                  <a:lnTo>
                    <a:pt x="514061" y="4233"/>
                  </a:lnTo>
                  <a:lnTo>
                    <a:pt x="537573" y="4276"/>
                  </a:lnTo>
                  <a:lnTo>
                    <a:pt x="537830" y="4276"/>
                  </a:lnTo>
                  <a:lnTo>
                    <a:pt x="537830" y="46308"/>
                  </a:lnTo>
                  <a:lnTo>
                    <a:pt x="537831" y="62818"/>
                  </a:lnTo>
                  <a:lnTo>
                    <a:pt x="537831" y="87622"/>
                  </a:lnTo>
                  <a:lnTo>
                    <a:pt x="537831" y="106237"/>
                  </a:lnTo>
                  <a:lnTo>
                    <a:pt x="537831" y="128908"/>
                  </a:lnTo>
                  <a:lnTo>
                    <a:pt x="537831" y="143358"/>
                  </a:lnTo>
                  <a:lnTo>
                    <a:pt x="537831" y="170175"/>
                  </a:lnTo>
                  <a:lnTo>
                    <a:pt x="537831" y="187747"/>
                  </a:lnTo>
                  <a:lnTo>
                    <a:pt x="538047" y="187688"/>
                  </a:lnTo>
                  <a:lnTo>
                    <a:pt x="543408" y="186213"/>
                  </a:lnTo>
                  <a:lnTo>
                    <a:pt x="550269" y="192801"/>
                  </a:lnTo>
                  <a:lnTo>
                    <a:pt x="552148" y="194602"/>
                  </a:lnTo>
                  <a:lnTo>
                    <a:pt x="556349" y="199562"/>
                  </a:lnTo>
                  <a:lnTo>
                    <a:pt x="561745" y="204671"/>
                  </a:lnTo>
                  <a:lnTo>
                    <a:pt x="569336" y="205240"/>
                  </a:lnTo>
                  <a:lnTo>
                    <a:pt x="570545" y="202116"/>
                  </a:lnTo>
                  <a:lnTo>
                    <a:pt x="579161" y="203090"/>
                  </a:lnTo>
                  <a:lnTo>
                    <a:pt x="579480" y="203125"/>
                  </a:lnTo>
                  <a:lnTo>
                    <a:pt x="583465" y="204613"/>
                  </a:lnTo>
                  <a:lnTo>
                    <a:pt x="585432" y="198772"/>
                  </a:lnTo>
                  <a:lnTo>
                    <a:pt x="588938" y="199221"/>
                  </a:lnTo>
                  <a:lnTo>
                    <a:pt x="594877" y="203945"/>
                  </a:lnTo>
                  <a:lnTo>
                    <a:pt x="599152" y="209695"/>
                  </a:lnTo>
                  <a:lnTo>
                    <a:pt x="599949" y="210766"/>
                  </a:lnTo>
                  <a:lnTo>
                    <a:pt x="601769" y="220169"/>
                  </a:lnTo>
                  <a:lnTo>
                    <a:pt x="606343" y="220593"/>
                  </a:lnTo>
                  <a:lnTo>
                    <a:pt x="612088" y="221297"/>
                  </a:lnTo>
                  <a:lnTo>
                    <a:pt x="616487" y="220535"/>
                  </a:lnTo>
                  <a:lnTo>
                    <a:pt x="620481" y="220876"/>
                  </a:lnTo>
                  <a:lnTo>
                    <a:pt x="621436" y="220957"/>
                  </a:lnTo>
                  <a:lnTo>
                    <a:pt x="626847" y="224975"/>
                  </a:lnTo>
                  <a:lnTo>
                    <a:pt x="632013" y="225334"/>
                  </a:lnTo>
                  <a:lnTo>
                    <a:pt x="637535" y="227609"/>
                  </a:lnTo>
                  <a:lnTo>
                    <a:pt x="641254" y="227348"/>
                  </a:lnTo>
                  <a:lnTo>
                    <a:pt x="644526" y="224339"/>
                  </a:lnTo>
                  <a:lnTo>
                    <a:pt x="647526" y="225072"/>
                  </a:lnTo>
                  <a:lnTo>
                    <a:pt x="650144" y="225711"/>
                  </a:lnTo>
                  <a:lnTo>
                    <a:pt x="654085" y="230748"/>
                  </a:lnTo>
                  <a:lnTo>
                    <a:pt x="658327" y="233575"/>
                  </a:lnTo>
                  <a:lnTo>
                    <a:pt x="662370" y="231830"/>
                  </a:lnTo>
                  <a:lnTo>
                    <a:pt x="663084" y="231521"/>
                  </a:lnTo>
                  <a:lnTo>
                    <a:pt x="664277" y="227398"/>
                  </a:lnTo>
                  <a:lnTo>
                    <a:pt x="666946" y="224639"/>
                  </a:lnTo>
                  <a:lnTo>
                    <a:pt x="670536" y="225579"/>
                  </a:lnTo>
                  <a:lnTo>
                    <a:pt x="677945" y="227241"/>
                  </a:lnTo>
                  <a:lnTo>
                    <a:pt x="682401" y="228383"/>
                  </a:lnTo>
                  <a:lnTo>
                    <a:pt x="684768" y="225775"/>
                  </a:lnTo>
                  <a:lnTo>
                    <a:pt x="685935" y="224489"/>
                  </a:lnTo>
                  <a:lnTo>
                    <a:pt x="687928" y="229195"/>
                  </a:lnTo>
                  <a:lnTo>
                    <a:pt x="688052" y="234454"/>
                  </a:lnTo>
                  <a:lnTo>
                    <a:pt x="689425" y="238793"/>
                  </a:lnTo>
                  <a:lnTo>
                    <a:pt x="695537" y="239262"/>
                  </a:lnTo>
                  <a:lnTo>
                    <a:pt x="700139" y="239617"/>
                  </a:lnTo>
                  <a:lnTo>
                    <a:pt x="699791" y="245929"/>
                  </a:lnTo>
                  <a:lnTo>
                    <a:pt x="700000" y="249057"/>
                  </a:lnTo>
                  <a:lnTo>
                    <a:pt x="700081" y="250265"/>
                  </a:lnTo>
                  <a:lnTo>
                    <a:pt x="706907" y="252841"/>
                  </a:lnTo>
                  <a:lnTo>
                    <a:pt x="711772" y="249807"/>
                  </a:lnTo>
                  <a:lnTo>
                    <a:pt x="715126" y="245463"/>
                  </a:lnTo>
                  <a:lnTo>
                    <a:pt x="721939" y="239026"/>
                  </a:lnTo>
                  <a:lnTo>
                    <a:pt x="726948" y="241088"/>
                  </a:lnTo>
                  <a:lnTo>
                    <a:pt x="728081" y="245403"/>
                  </a:lnTo>
                  <a:lnTo>
                    <a:pt x="730899" y="247502"/>
                  </a:lnTo>
                  <a:lnTo>
                    <a:pt x="731139" y="247680"/>
                  </a:lnTo>
                  <a:lnTo>
                    <a:pt x="736768" y="245636"/>
                  </a:lnTo>
                  <a:lnTo>
                    <a:pt x="736962" y="245924"/>
                  </a:lnTo>
                  <a:lnTo>
                    <a:pt x="739656" y="249905"/>
                  </a:lnTo>
                  <a:lnTo>
                    <a:pt x="740352" y="254342"/>
                  </a:lnTo>
                  <a:lnTo>
                    <a:pt x="746006" y="254578"/>
                  </a:lnTo>
                  <a:lnTo>
                    <a:pt x="750216" y="250130"/>
                  </a:lnTo>
                  <a:lnTo>
                    <a:pt x="755824" y="246620"/>
                  </a:lnTo>
                  <a:lnTo>
                    <a:pt x="758953" y="245201"/>
                  </a:lnTo>
                  <a:lnTo>
                    <a:pt x="762267" y="251423"/>
                  </a:lnTo>
                  <a:lnTo>
                    <a:pt x="759282" y="255066"/>
                  </a:lnTo>
                  <a:lnTo>
                    <a:pt x="763986" y="263217"/>
                  </a:lnTo>
                  <a:lnTo>
                    <a:pt x="768573" y="261819"/>
                  </a:lnTo>
                  <a:lnTo>
                    <a:pt x="768715" y="258128"/>
                  </a:lnTo>
                  <a:lnTo>
                    <a:pt x="769337" y="254452"/>
                  </a:lnTo>
                  <a:lnTo>
                    <a:pt x="771013" y="250329"/>
                  </a:lnTo>
                  <a:lnTo>
                    <a:pt x="776482" y="247227"/>
                  </a:lnTo>
                  <a:lnTo>
                    <a:pt x="776135" y="244219"/>
                  </a:lnTo>
                  <a:lnTo>
                    <a:pt x="778937" y="241649"/>
                  </a:lnTo>
                  <a:lnTo>
                    <a:pt x="779544" y="241587"/>
                  </a:lnTo>
                  <a:lnTo>
                    <a:pt x="780355" y="241503"/>
                  </a:lnTo>
                  <a:lnTo>
                    <a:pt x="782650" y="241266"/>
                  </a:lnTo>
                  <a:lnTo>
                    <a:pt x="783423" y="245424"/>
                  </a:lnTo>
                  <a:lnTo>
                    <a:pt x="787284" y="250554"/>
                  </a:lnTo>
                  <a:lnTo>
                    <a:pt x="791673" y="248340"/>
                  </a:lnTo>
                  <a:lnTo>
                    <a:pt x="793144" y="250829"/>
                  </a:lnTo>
                  <a:lnTo>
                    <a:pt x="798271" y="251611"/>
                  </a:lnTo>
                  <a:lnTo>
                    <a:pt x="800523" y="247267"/>
                  </a:lnTo>
                  <a:lnTo>
                    <a:pt x="802147" y="243418"/>
                  </a:lnTo>
                  <a:lnTo>
                    <a:pt x="807418" y="246392"/>
                  </a:lnTo>
                  <a:lnTo>
                    <a:pt x="807787" y="246600"/>
                  </a:lnTo>
                  <a:lnTo>
                    <a:pt x="807733" y="251307"/>
                  </a:lnTo>
                  <a:lnTo>
                    <a:pt x="809356" y="252360"/>
                  </a:lnTo>
                  <a:lnTo>
                    <a:pt x="813244" y="252295"/>
                  </a:lnTo>
                  <a:lnTo>
                    <a:pt x="815107" y="256442"/>
                  </a:lnTo>
                  <a:lnTo>
                    <a:pt x="820298" y="255604"/>
                  </a:lnTo>
                  <a:lnTo>
                    <a:pt x="823028" y="258682"/>
                  </a:lnTo>
                  <a:lnTo>
                    <a:pt x="825028" y="261507"/>
                  </a:lnTo>
                  <a:lnTo>
                    <a:pt x="826415" y="263464"/>
                  </a:lnTo>
                  <a:lnTo>
                    <a:pt x="830685" y="259422"/>
                  </a:lnTo>
                  <a:lnTo>
                    <a:pt x="832944" y="256038"/>
                  </a:lnTo>
                  <a:lnTo>
                    <a:pt x="836846" y="257920"/>
                  </a:lnTo>
                  <a:lnTo>
                    <a:pt x="841083" y="252761"/>
                  </a:lnTo>
                  <a:lnTo>
                    <a:pt x="842656" y="249721"/>
                  </a:lnTo>
                  <a:lnTo>
                    <a:pt x="849559" y="248499"/>
                  </a:lnTo>
                  <a:lnTo>
                    <a:pt x="859598" y="244850"/>
                  </a:lnTo>
                  <a:lnTo>
                    <a:pt x="863426" y="245730"/>
                  </a:lnTo>
                  <a:lnTo>
                    <a:pt x="866811" y="245891"/>
                  </a:lnTo>
                  <a:lnTo>
                    <a:pt x="868739" y="245981"/>
                  </a:lnTo>
                  <a:lnTo>
                    <a:pt x="871129" y="244541"/>
                  </a:lnTo>
                  <a:lnTo>
                    <a:pt x="875152" y="242114"/>
                  </a:lnTo>
                  <a:lnTo>
                    <a:pt x="880447" y="240912"/>
                  </a:lnTo>
                  <a:lnTo>
                    <a:pt x="885595" y="238627"/>
                  </a:lnTo>
                  <a:lnTo>
                    <a:pt x="889289" y="238452"/>
                  </a:lnTo>
                  <a:lnTo>
                    <a:pt x="891970" y="242242"/>
                  </a:lnTo>
                  <a:lnTo>
                    <a:pt x="898207" y="243486"/>
                  </a:lnTo>
                  <a:lnTo>
                    <a:pt x="905725" y="243180"/>
                  </a:lnTo>
                  <a:lnTo>
                    <a:pt x="909008" y="242426"/>
                  </a:lnTo>
                  <a:lnTo>
                    <a:pt x="911124" y="241940"/>
                  </a:lnTo>
                  <a:lnTo>
                    <a:pt x="913236" y="236903"/>
                  </a:lnTo>
                  <a:lnTo>
                    <a:pt x="915233" y="233738"/>
                  </a:lnTo>
                  <a:lnTo>
                    <a:pt x="920911" y="235639"/>
                  </a:lnTo>
                  <a:lnTo>
                    <a:pt x="921430" y="235813"/>
                  </a:lnTo>
                  <a:lnTo>
                    <a:pt x="925885" y="238541"/>
                  </a:lnTo>
                  <a:lnTo>
                    <a:pt x="929920" y="242308"/>
                  </a:lnTo>
                  <a:lnTo>
                    <a:pt x="935102" y="242978"/>
                  </a:lnTo>
                  <a:lnTo>
                    <a:pt x="938639" y="246724"/>
                  </a:lnTo>
                  <a:lnTo>
                    <a:pt x="941761" y="249778"/>
                  </a:lnTo>
                  <a:lnTo>
                    <a:pt x="946747" y="252967"/>
                  </a:lnTo>
                  <a:lnTo>
                    <a:pt x="952677" y="251790"/>
                  </a:lnTo>
                  <a:lnTo>
                    <a:pt x="955527" y="254190"/>
                  </a:lnTo>
                  <a:lnTo>
                    <a:pt x="956949" y="255387"/>
                  </a:lnTo>
                  <a:lnTo>
                    <a:pt x="963802" y="258165"/>
                  </a:lnTo>
                  <a:lnTo>
                    <a:pt x="968391" y="258206"/>
                  </a:lnTo>
                  <a:lnTo>
                    <a:pt x="972132" y="262517"/>
                  </a:lnTo>
                  <a:lnTo>
                    <a:pt x="975456" y="260784"/>
                  </a:lnTo>
                  <a:lnTo>
                    <a:pt x="981085" y="266162"/>
                  </a:lnTo>
                  <a:lnTo>
                    <a:pt x="983608" y="267105"/>
                  </a:lnTo>
                  <a:lnTo>
                    <a:pt x="986345" y="267782"/>
                  </a:lnTo>
                  <a:lnTo>
                    <a:pt x="987534" y="266696"/>
                  </a:lnTo>
                  <a:lnTo>
                    <a:pt x="990298" y="266757"/>
                  </a:lnTo>
                  <a:lnTo>
                    <a:pt x="995371" y="265256"/>
                  </a:lnTo>
                  <a:lnTo>
                    <a:pt x="997409" y="265696"/>
                  </a:lnTo>
                  <a:lnTo>
                    <a:pt x="999679" y="263496"/>
                  </a:lnTo>
                  <a:lnTo>
                    <a:pt x="1002962" y="264643"/>
                  </a:lnTo>
                  <a:lnTo>
                    <a:pt x="1008570" y="264775"/>
                  </a:lnTo>
                  <a:lnTo>
                    <a:pt x="1011011" y="266576"/>
                  </a:lnTo>
                  <a:lnTo>
                    <a:pt x="1011726" y="277478"/>
                  </a:lnTo>
                  <a:lnTo>
                    <a:pt x="1012339" y="287413"/>
                  </a:lnTo>
                  <a:lnTo>
                    <a:pt x="1012697" y="293001"/>
                  </a:lnTo>
                  <a:lnTo>
                    <a:pt x="1013366" y="303464"/>
                  </a:lnTo>
                  <a:lnTo>
                    <a:pt x="1014172" y="316768"/>
                  </a:lnTo>
                  <a:lnTo>
                    <a:pt x="1014975" y="329792"/>
                  </a:lnTo>
                  <a:lnTo>
                    <a:pt x="1015460" y="337675"/>
                  </a:lnTo>
                  <a:lnTo>
                    <a:pt x="1016066" y="347521"/>
                  </a:lnTo>
                  <a:lnTo>
                    <a:pt x="1016811" y="359659"/>
                  </a:lnTo>
                  <a:lnTo>
                    <a:pt x="1017830" y="375866"/>
                  </a:lnTo>
                  <a:lnTo>
                    <a:pt x="1018000" y="378573"/>
                  </a:lnTo>
                  <a:lnTo>
                    <a:pt x="1018971" y="394356"/>
                  </a:lnTo>
                  <a:lnTo>
                    <a:pt x="1019306" y="399831"/>
                  </a:lnTo>
                  <a:lnTo>
                    <a:pt x="1020212" y="413539"/>
                  </a:lnTo>
                  <a:lnTo>
                    <a:pt x="1021287" y="414667"/>
                  </a:lnTo>
                  <a:lnTo>
                    <a:pt x="1025796" y="419391"/>
                  </a:lnTo>
                  <a:lnTo>
                    <a:pt x="1031481" y="422138"/>
                  </a:lnTo>
                  <a:lnTo>
                    <a:pt x="1034301" y="426560"/>
                  </a:lnTo>
                  <a:lnTo>
                    <a:pt x="1036542" y="430071"/>
                  </a:lnTo>
                  <a:lnTo>
                    <a:pt x="1041211" y="439648"/>
                  </a:lnTo>
                  <a:lnTo>
                    <a:pt x="1040587" y="447088"/>
                  </a:lnTo>
                  <a:lnTo>
                    <a:pt x="1039334" y="450612"/>
                  </a:lnTo>
                  <a:lnTo>
                    <a:pt x="1043518" y="455878"/>
                  </a:lnTo>
                  <a:lnTo>
                    <a:pt x="1048674" y="457702"/>
                  </a:lnTo>
                  <a:lnTo>
                    <a:pt x="1046972" y="461175"/>
                  </a:lnTo>
                  <a:lnTo>
                    <a:pt x="1051430" y="464659"/>
                  </a:lnTo>
                  <a:lnTo>
                    <a:pt x="1054147" y="469501"/>
                  </a:lnTo>
                  <a:lnTo>
                    <a:pt x="1054001" y="476516"/>
                  </a:lnTo>
                  <a:lnTo>
                    <a:pt x="1059261" y="480068"/>
                  </a:lnTo>
                  <a:lnTo>
                    <a:pt x="1060666" y="487229"/>
                  </a:lnTo>
                  <a:lnTo>
                    <a:pt x="1060815" y="487210"/>
                  </a:lnTo>
                  <a:lnTo>
                    <a:pt x="1064724" y="486711"/>
                  </a:lnTo>
                  <a:lnTo>
                    <a:pt x="1066138" y="486529"/>
                  </a:lnTo>
                  <a:lnTo>
                    <a:pt x="1066064" y="491902"/>
                  </a:lnTo>
                  <a:lnTo>
                    <a:pt x="1067277" y="499110"/>
                  </a:lnTo>
                  <a:lnTo>
                    <a:pt x="1066863" y="503224"/>
                  </a:lnTo>
                  <a:lnTo>
                    <a:pt x="1066273" y="507181"/>
                  </a:lnTo>
                  <a:lnTo>
                    <a:pt x="1068079" y="511071"/>
                  </a:lnTo>
                  <a:lnTo>
                    <a:pt x="1066433" y="515644"/>
                  </a:lnTo>
                  <a:lnTo>
                    <a:pt x="1066151" y="516426"/>
                  </a:lnTo>
                  <a:lnTo>
                    <a:pt x="1065681" y="522744"/>
                  </a:lnTo>
                  <a:lnTo>
                    <a:pt x="1062107" y="529105"/>
                  </a:lnTo>
                  <a:lnTo>
                    <a:pt x="1061457" y="534686"/>
                  </a:lnTo>
                  <a:lnTo>
                    <a:pt x="1057254" y="540169"/>
                  </a:lnTo>
                  <a:lnTo>
                    <a:pt x="1057513" y="543232"/>
                  </a:lnTo>
                  <a:lnTo>
                    <a:pt x="1054111" y="547991"/>
                  </a:lnTo>
                  <a:lnTo>
                    <a:pt x="1055905" y="551493"/>
                  </a:lnTo>
                  <a:lnTo>
                    <a:pt x="1056969" y="558639"/>
                  </a:lnTo>
                  <a:lnTo>
                    <a:pt x="1054210" y="561428"/>
                  </a:lnTo>
                  <a:lnTo>
                    <a:pt x="1053653" y="561990"/>
                  </a:lnTo>
                  <a:lnTo>
                    <a:pt x="1052811" y="568390"/>
                  </a:lnTo>
                  <a:lnTo>
                    <a:pt x="1057508" y="573189"/>
                  </a:lnTo>
                  <a:lnTo>
                    <a:pt x="1057374" y="576178"/>
                  </a:lnTo>
                  <a:lnTo>
                    <a:pt x="1057295" y="577951"/>
                  </a:lnTo>
                  <a:lnTo>
                    <a:pt x="1058388" y="582719"/>
                  </a:lnTo>
                  <a:lnTo>
                    <a:pt x="1058857" y="588466"/>
                  </a:lnTo>
                  <a:lnTo>
                    <a:pt x="1059076" y="593968"/>
                  </a:lnTo>
                  <a:lnTo>
                    <a:pt x="1058902" y="594168"/>
                  </a:lnTo>
                  <a:lnTo>
                    <a:pt x="1056199" y="597267"/>
                  </a:lnTo>
                  <a:lnTo>
                    <a:pt x="1051070" y="603965"/>
                  </a:lnTo>
                  <a:lnTo>
                    <a:pt x="1049549" y="609756"/>
                  </a:lnTo>
                  <a:lnTo>
                    <a:pt x="1047861" y="611978"/>
                  </a:lnTo>
                  <a:lnTo>
                    <a:pt x="1046310" y="614018"/>
                  </a:lnTo>
                  <a:lnTo>
                    <a:pt x="1041884" y="618926"/>
                  </a:lnTo>
                  <a:lnTo>
                    <a:pt x="1045298" y="622582"/>
                  </a:lnTo>
                  <a:lnTo>
                    <a:pt x="1047801" y="625955"/>
                  </a:lnTo>
                  <a:lnTo>
                    <a:pt x="1050084" y="628950"/>
                  </a:lnTo>
                  <a:lnTo>
                    <a:pt x="1048216" y="630178"/>
                  </a:lnTo>
                  <a:lnTo>
                    <a:pt x="1039853" y="630463"/>
                  </a:lnTo>
                  <a:lnTo>
                    <a:pt x="1032061" y="632045"/>
                  </a:lnTo>
                  <a:lnTo>
                    <a:pt x="1023530" y="635887"/>
                  </a:lnTo>
                  <a:lnTo>
                    <a:pt x="1007927" y="643947"/>
                  </a:lnTo>
                  <a:lnTo>
                    <a:pt x="1006573" y="644644"/>
                  </a:lnTo>
                  <a:lnTo>
                    <a:pt x="996023" y="650063"/>
                  </a:lnTo>
                  <a:lnTo>
                    <a:pt x="988386" y="654076"/>
                  </a:lnTo>
                  <a:lnTo>
                    <a:pt x="982282" y="657953"/>
                  </a:lnTo>
                  <a:lnTo>
                    <a:pt x="977531" y="664054"/>
                  </a:lnTo>
                  <a:lnTo>
                    <a:pt x="978424" y="667553"/>
                  </a:lnTo>
                  <a:lnTo>
                    <a:pt x="971907" y="672867"/>
                  </a:lnTo>
                  <a:lnTo>
                    <a:pt x="953944" y="686280"/>
                  </a:lnTo>
                  <a:lnTo>
                    <a:pt x="946847" y="693514"/>
                  </a:lnTo>
                  <a:lnTo>
                    <a:pt x="946040" y="694334"/>
                  </a:lnTo>
                  <a:lnTo>
                    <a:pt x="940694" y="698798"/>
                  </a:lnTo>
                  <a:lnTo>
                    <a:pt x="932228" y="707645"/>
                  </a:lnTo>
                  <a:lnTo>
                    <a:pt x="925373" y="714389"/>
                  </a:lnTo>
                  <a:lnTo>
                    <a:pt x="920608" y="715330"/>
                  </a:lnTo>
                  <a:lnTo>
                    <a:pt x="915094" y="718845"/>
                  </a:lnTo>
                  <a:lnTo>
                    <a:pt x="908404" y="723100"/>
                  </a:lnTo>
                  <a:lnTo>
                    <a:pt x="900600" y="728115"/>
                  </a:lnTo>
                  <a:lnTo>
                    <a:pt x="890081" y="735132"/>
                  </a:lnTo>
                  <a:lnTo>
                    <a:pt x="874545" y="743079"/>
                  </a:lnTo>
                  <a:lnTo>
                    <a:pt x="858545" y="751886"/>
                  </a:lnTo>
                  <a:lnTo>
                    <a:pt x="847489" y="759749"/>
                  </a:lnTo>
                  <a:lnTo>
                    <a:pt x="843409" y="763098"/>
                  </a:lnTo>
                  <a:lnTo>
                    <a:pt x="842437" y="763895"/>
                  </a:lnTo>
                  <a:lnTo>
                    <a:pt x="838219" y="770100"/>
                  </a:lnTo>
                  <a:lnTo>
                    <a:pt x="822544" y="779639"/>
                  </a:lnTo>
                  <a:lnTo>
                    <a:pt x="815315" y="785387"/>
                  </a:lnTo>
                  <a:lnTo>
                    <a:pt x="809339" y="790693"/>
                  </a:lnTo>
                  <a:lnTo>
                    <a:pt x="804415" y="795635"/>
                  </a:lnTo>
                  <a:lnTo>
                    <a:pt x="801586" y="798469"/>
                  </a:lnTo>
                  <a:lnTo>
                    <a:pt x="792021" y="810307"/>
                  </a:lnTo>
                  <a:lnTo>
                    <a:pt x="788789" y="817160"/>
                  </a:lnTo>
                  <a:lnTo>
                    <a:pt x="788696" y="817357"/>
                  </a:lnTo>
                  <a:lnTo>
                    <a:pt x="784929" y="822046"/>
                  </a:lnTo>
                  <a:lnTo>
                    <a:pt x="780852" y="828680"/>
                  </a:lnTo>
                  <a:lnTo>
                    <a:pt x="775049" y="840162"/>
                  </a:lnTo>
                  <a:lnTo>
                    <a:pt x="774220" y="842048"/>
                  </a:lnTo>
                  <a:lnTo>
                    <a:pt x="771460" y="848329"/>
                  </a:lnTo>
                  <a:lnTo>
                    <a:pt x="768363" y="856261"/>
                  </a:lnTo>
                  <a:lnTo>
                    <a:pt x="765207" y="866623"/>
                  </a:lnTo>
                  <a:lnTo>
                    <a:pt x="764385" y="870389"/>
                  </a:lnTo>
                  <a:lnTo>
                    <a:pt x="763495" y="874467"/>
                  </a:lnTo>
                  <a:lnTo>
                    <a:pt x="762172" y="890906"/>
                  </a:lnTo>
                  <a:lnTo>
                    <a:pt x="763587" y="907231"/>
                  </a:lnTo>
                  <a:lnTo>
                    <a:pt x="767800" y="924347"/>
                  </a:lnTo>
                  <a:lnTo>
                    <a:pt x="771063" y="933756"/>
                  </a:lnTo>
                  <a:lnTo>
                    <a:pt x="774195" y="942771"/>
                  </a:lnTo>
                  <a:lnTo>
                    <a:pt x="776698" y="951317"/>
                  </a:lnTo>
                  <a:lnTo>
                    <a:pt x="779568" y="961098"/>
                  </a:lnTo>
                  <a:lnTo>
                    <a:pt x="783405" y="981895"/>
                  </a:lnTo>
                  <a:lnTo>
                    <a:pt x="784159" y="987962"/>
                  </a:lnTo>
                  <a:lnTo>
                    <a:pt x="784823" y="992299"/>
                  </a:lnTo>
                  <a:lnTo>
                    <a:pt x="783922" y="994400"/>
                  </a:lnTo>
                  <a:lnTo>
                    <a:pt x="779539" y="993427"/>
                  </a:lnTo>
                  <a:lnTo>
                    <a:pt x="773525" y="996000"/>
                  </a:lnTo>
                  <a:lnTo>
                    <a:pt x="768260" y="997314"/>
                  </a:lnTo>
                  <a:lnTo>
                    <a:pt x="765916" y="999321"/>
                  </a:lnTo>
                  <a:lnTo>
                    <a:pt x="766503" y="1002448"/>
                  </a:lnTo>
                  <a:lnTo>
                    <a:pt x="765461" y="1005173"/>
                  </a:lnTo>
                  <a:lnTo>
                    <a:pt x="761150" y="1005275"/>
                  </a:lnTo>
                  <a:lnTo>
                    <a:pt x="758285" y="1001709"/>
                  </a:lnTo>
                  <a:lnTo>
                    <a:pt x="754636" y="1001746"/>
                  </a:lnTo>
                  <a:lnTo>
                    <a:pt x="750561" y="998115"/>
                  </a:lnTo>
                  <a:lnTo>
                    <a:pt x="747096" y="996542"/>
                  </a:lnTo>
                  <a:lnTo>
                    <a:pt x="741640" y="990248"/>
                  </a:lnTo>
                  <a:lnTo>
                    <a:pt x="737018" y="988792"/>
                  </a:lnTo>
                  <a:lnTo>
                    <a:pt x="731661" y="988117"/>
                  </a:lnTo>
                  <a:lnTo>
                    <a:pt x="728466" y="986035"/>
                  </a:lnTo>
                  <a:lnTo>
                    <a:pt x="722673" y="985940"/>
                  </a:lnTo>
                  <a:lnTo>
                    <a:pt x="721901" y="985927"/>
                  </a:lnTo>
                  <a:lnTo>
                    <a:pt x="715575" y="985933"/>
                  </a:lnTo>
                  <a:lnTo>
                    <a:pt x="709809" y="985668"/>
                  </a:lnTo>
                  <a:lnTo>
                    <a:pt x="707404" y="987837"/>
                  </a:lnTo>
                  <a:lnTo>
                    <a:pt x="703846" y="986593"/>
                  </a:lnTo>
                  <a:lnTo>
                    <a:pt x="702896" y="986260"/>
                  </a:lnTo>
                  <a:lnTo>
                    <a:pt x="697851" y="986682"/>
                  </a:lnTo>
                  <a:lnTo>
                    <a:pt x="693738" y="986735"/>
                  </a:lnTo>
                  <a:lnTo>
                    <a:pt x="689238" y="985238"/>
                  </a:lnTo>
                  <a:lnTo>
                    <a:pt x="684502" y="981869"/>
                  </a:lnTo>
                  <a:lnTo>
                    <a:pt x="677202" y="977526"/>
                  </a:lnTo>
                  <a:lnTo>
                    <a:pt x="672324" y="973747"/>
                  </a:lnTo>
                  <a:lnTo>
                    <a:pt x="667042" y="972372"/>
                  </a:lnTo>
                  <a:lnTo>
                    <a:pt x="660742" y="970563"/>
                  </a:lnTo>
                  <a:lnTo>
                    <a:pt x="659268" y="969870"/>
                  </a:lnTo>
                  <a:lnTo>
                    <a:pt x="657505" y="969040"/>
                  </a:lnTo>
                  <a:lnTo>
                    <a:pt x="654007" y="970599"/>
                  </a:lnTo>
                  <a:lnTo>
                    <a:pt x="650122" y="967879"/>
                  </a:lnTo>
                  <a:lnTo>
                    <a:pt x="643065" y="962272"/>
                  </a:lnTo>
                  <a:lnTo>
                    <a:pt x="640655" y="958287"/>
                  </a:lnTo>
                  <a:lnTo>
                    <a:pt x="633460" y="959492"/>
                  </a:lnTo>
                  <a:lnTo>
                    <a:pt x="627621" y="956144"/>
                  </a:lnTo>
                  <a:lnTo>
                    <a:pt x="621230" y="954528"/>
                  </a:lnTo>
                  <a:lnTo>
                    <a:pt x="616962" y="956033"/>
                  </a:lnTo>
                  <a:lnTo>
                    <a:pt x="614453" y="953269"/>
                  </a:lnTo>
                  <a:lnTo>
                    <a:pt x="616069" y="948502"/>
                  </a:lnTo>
                  <a:lnTo>
                    <a:pt x="614897" y="946325"/>
                  </a:lnTo>
                  <a:lnTo>
                    <a:pt x="609148" y="941741"/>
                  </a:lnTo>
                  <a:lnTo>
                    <a:pt x="608668" y="939889"/>
                  </a:lnTo>
                  <a:lnTo>
                    <a:pt x="606569" y="931775"/>
                  </a:lnTo>
                  <a:lnTo>
                    <a:pt x="605801" y="925378"/>
                  </a:lnTo>
                  <a:lnTo>
                    <a:pt x="602879" y="919451"/>
                  </a:lnTo>
                  <a:lnTo>
                    <a:pt x="600598" y="914319"/>
                  </a:lnTo>
                  <a:lnTo>
                    <a:pt x="595405" y="910933"/>
                  </a:lnTo>
                  <a:lnTo>
                    <a:pt x="592613" y="906345"/>
                  </a:lnTo>
                  <a:lnTo>
                    <a:pt x="590337" y="901347"/>
                  </a:lnTo>
                  <a:lnTo>
                    <a:pt x="585210" y="897290"/>
                  </a:lnTo>
                  <a:lnTo>
                    <a:pt x="585585" y="889708"/>
                  </a:lnTo>
                  <a:lnTo>
                    <a:pt x="586598" y="884796"/>
                  </a:lnTo>
                  <a:lnTo>
                    <a:pt x="585262" y="878783"/>
                  </a:lnTo>
                  <a:lnTo>
                    <a:pt x="583911" y="875143"/>
                  </a:lnTo>
                  <a:lnTo>
                    <a:pt x="583696" y="874563"/>
                  </a:lnTo>
                  <a:lnTo>
                    <a:pt x="581581" y="872089"/>
                  </a:lnTo>
                  <a:lnTo>
                    <a:pt x="578015" y="871067"/>
                  </a:lnTo>
                  <a:lnTo>
                    <a:pt x="581563" y="861070"/>
                  </a:lnTo>
                  <a:lnTo>
                    <a:pt x="580899" y="857403"/>
                  </a:lnTo>
                  <a:lnTo>
                    <a:pt x="580671" y="852809"/>
                  </a:lnTo>
                  <a:lnTo>
                    <a:pt x="578048" y="852974"/>
                  </a:lnTo>
                  <a:lnTo>
                    <a:pt x="577859" y="845344"/>
                  </a:lnTo>
                  <a:lnTo>
                    <a:pt x="575575" y="842153"/>
                  </a:lnTo>
                  <a:lnTo>
                    <a:pt x="569807" y="840286"/>
                  </a:lnTo>
                  <a:lnTo>
                    <a:pt x="562988" y="838394"/>
                  </a:lnTo>
                  <a:lnTo>
                    <a:pt x="558387" y="832578"/>
                  </a:lnTo>
                  <a:lnTo>
                    <a:pt x="554718" y="830269"/>
                  </a:lnTo>
                  <a:lnTo>
                    <a:pt x="551051" y="826800"/>
                  </a:lnTo>
                  <a:lnTo>
                    <a:pt x="548234" y="822527"/>
                  </a:lnTo>
                  <a:lnTo>
                    <a:pt x="545976" y="817750"/>
                  </a:lnTo>
                  <a:lnTo>
                    <a:pt x="544863" y="813744"/>
                  </a:lnTo>
                  <a:lnTo>
                    <a:pt x="543613" y="809075"/>
                  </a:lnTo>
                  <a:lnTo>
                    <a:pt x="539139" y="806916"/>
                  </a:lnTo>
                  <a:lnTo>
                    <a:pt x="535429" y="799179"/>
                  </a:lnTo>
                  <a:lnTo>
                    <a:pt x="531473" y="794316"/>
                  </a:lnTo>
                  <a:lnTo>
                    <a:pt x="523108" y="789180"/>
                  </a:lnTo>
                  <a:lnTo>
                    <a:pt x="521157" y="787527"/>
                  </a:lnTo>
                  <a:lnTo>
                    <a:pt x="515242" y="782508"/>
                  </a:lnTo>
                  <a:lnTo>
                    <a:pt x="513569" y="777729"/>
                  </a:lnTo>
                  <a:lnTo>
                    <a:pt x="510812" y="771987"/>
                  </a:lnTo>
                  <a:lnTo>
                    <a:pt x="509425" y="765872"/>
                  </a:lnTo>
                  <a:lnTo>
                    <a:pt x="506807" y="761160"/>
                  </a:lnTo>
                  <a:lnTo>
                    <a:pt x="505086" y="757530"/>
                  </a:lnTo>
                  <a:lnTo>
                    <a:pt x="504399" y="751900"/>
                  </a:lnTo>
                  <a:lnTo>
                    <a:pt x="500088" y="748013"/>
                  </a:lnTo>
                  <a:lnTo>
                    <a:pt x="495755" y="743743"/>
                  </a:lnTo>
                  <a:lnTo>
                    <a:pt x="495246" y="738592"/>
                  </a:lnTo>
                  <a:lnTo>
                    <a:pt x="493055" y="734205"/>
                  </a:lnTo>
                  <a:lnTo>
                    <a:pt x="492840" y="730199"/>
                  </a:lnTo>
                  <a:lnTo>
                    <a:pt x="489409" y="727331"/>
                  </a:lnTo>
                  <a:lnTo>
                    <a:pt x="485218" y="720951"/>
                  </a:lnTo>
                  <a:lnTo>
                    <a:pt x="483589" y="715924"/>
                  </a:lnTo>
                  <a:lnTo>
                    <a:pt x="482525" y="708919"/>
                  </a:lnTo>
                  <a:lnTo>
                    <a:pt x="481635" y="704021"/>
                  </a:lnTo>
                  <a:lnTo>
                    <a:pt x="481356" y="702490"/>
                  </a:lnTo>
                  <a:lnTo>
                    <a:pt x="476953" y="699695"/>
                  </a:lnTo>
                  <a:lnTo>
                    <a:pt x="473198" y="695961"/>
                  </a:lnTo>
                  <a:lnTo>
                    <a:pt x="471314" y="690373"/>
                  </a:lnTo>
                  <a:lnTo>
                    <a:pt x="470800" y="689889"/>
                  </a:lnTo>
                  <a:lnTo>
                    <a:pt x="466917" y="686222"/>
                  </a:lnTo>
                  <a:lnTo>
                    <a:pt x="463755" y="682765"/>
                  </a:lnTo>
                  <a:lnTo>
                    <a:pt x="454718" y="677442"/>
                  </a:lnTo>
                  <a:lnTo>
                    <a:pt x="449421" y="668418"/>
                  </a:lnTo>
                  <a:lnTo>
                    <a:pt x="442984" y="666937"/>
                  </a:lnTo>
                  <a:lnTo>
                    <a:pt x="438430" y="662478"/>
                  </a:lnTo>
                  <a:lnTo>
                    <a:pt x="433247" y="662400"/>
                  </a:lnTo>
                  <a:lnTo>
                    <a:pt x="429096" y="656921"/>
                  </a:lnTo>
                  <a:lnTo>
                    <a:pt x="429022" y="651011"/>
                  </a:lnTo>
                  <a:lnTo>
                    <a:pt x="424068" y="648740"/>
                  </a:lnTo>
                  <a:lnTo>
                    <a:pt x="421381" y="641730"/>
                  </a:lnTo>
                  <a:lnTo>
                    <a:pt x="417014" y="639626"/>
                  </a:lnTo>
                  <a:lnTo>
                    <a:pt x="412887" y="639093"/>
                  </a:lnTo>
                  <a:lnTo>
                    <a:pt x="408081" y="636178"/>
                  </a:lnTo>
                  <a:lnTo>
                    <a:pt x="400307" y="638810"/>
                  </a:lnTo>
                  <a:lnTo>
                    <a:pt x="395353" y="638479"/>
                  </a:lnTo>
                  <a:lnTo>
                    <a:pt x="391432" y="637346"/>
                  </a:lnTo>
                  <a:lnTo>
                    <a:pt x="387476" y="636201"/>
                  </a:lnTo>
                  <a:lnTo>
                    <a:pt x="382002" y="635721"/>
                  </a:lnTo>
                  <a:lnTo>
                    <a:pt x="374485" y="634301"/>
                  </a:lnTo>
                  <a:lnTo>
                    <a:pt x="369844" y="634651"/>
                  </a:lnTo>
                  <a:lnTo>
                    <a:pt x="365516" y="636014"/>
                  </a:lnTo>
                  <a:lnTo>
                    <a:pt x="362034" y="635416"/>
                  </a:lnTo>
                  <a:lnTo>
                    <a:pt x="358267" y="632772"/>
                  </a:lnTo>
                  <a:lnTo>
                    <a:pt x="352845" y="630371"/>
                  </a:lnTo>
                  <a:lnTo>
                    <a:pt x="346788" y="626999"/>
                  </a:lnTo>
                  <a:lnTo>
                    <a:pt x="345340" y="627476"/>
                  </a:lnTo>
                  <a:lnTo>
                    <a:pt x="342730" y="628336"/>
                  </a:lnTo>
                  <a:lnTo>
                    <a:pt x="341006" y="632236"/>
                  </a:lnTo>
                  <a:lnTo>
                    <a:pt x="338942" y="637341"/>
                  </a:lnTo>
                  <a:lnTo>
                    <a:pt x="332656" y="635824"/>
                  </a:lnTo>
                  <a:lnTo>
                    <a:pt x="329023" y="635674"/>
                  </a:lnTo>
                  <a:lnTo>
                    <a:pt x="325767" y="638210"/>
                  </a:lnTo>
                  <a:lnTo>
                    <a:pt x="320621" y="638450"/>
                  </a:lnTo>
                  <a:lnTo>
                    <a:pt x="315251" y="639220"/>
                  </a:lnTo>
                  <a:lnTo>
                    <a:pt x="313744" y="644988"/>
                  </a:lnTo>
                  <a:lnTo>
                    <a:pt x="309866" y="650005"/>
                  </a:lnTo>
                  <a:lnTo>
                    <a:pt x="306444" y="656056"/>
                  </a:lnTo>
                  <a:lnTo>
                    <a:pt x="303760" y="659187"/>
                  </a:lnTo>
                  <a:lnTo>
                    <a:pt x="301700" y="666467"/>
                  </a:lnTo>
                  <a:lnTo>
                    <a:pt x="302118" y="670689"/>
                  </a:lnTo>
                  <a:lnTo>
                    <a:pt x="298047" y="675023"/>
                  </a:lnTo>
                  <a:lnTo>
                    <a:pt x="296275" y="681079"/>
                  </a:lnTo>
                  <a:lnTo>
                    <a:pt x="297798" y="685411"/>
                  </a:lnTo>
                  <a:lnTo>
                    <a:pt x="293780" y="690069"/>
                  </a:lnTo>
                  <a:lnTo>
                    <a:pt x="287187" y="692619"/>
                  </a:lnTo>
                  <a:lnTo>
                    <a:pt x="283680" y="697973"/>
                  </a:lnTo>
                  <a:lnTo>
                    <a:pt x="280227" y="699481"/>
                  </a:lnTo>
                  <a:lnTo>
                    <a:pt x="278050" y="704940"/>
                  </a:lnTo>
                  <a:lnTo>
                    <a:pt x="275713" y="709068"/>
                  </a:lnTo>
                  <a:lnTo>
                    <a:pt x="267273" y="707875"/>
                  </a:lnTo>
                  <a:lnTo>
                    <a:pt x="262772" y="708590"/>
                  </a:lnTo>
                  <a:lnTo>
                    <a:pt x="256114" y="704876"/>
                  </a:lnTo>
                  <a:lnTo>
                    <a:pt x="247790" y="700041"/>
                  </a:lnTo>
                  <a:lnTo>
                    <a:pt x="242824" y="694743"/>
                  </a:lnTo>
                  <a:lnTo>
                    <a:pt x="237254" y="691761"/>
                  </a:lnTo>
                  <a:lnTo>
                    <a:pt x="231650" y="689581"/>
                  </a:lnTo>
                  <a:lnTo>
                    <a:pt x="226325" y="687422"/>
                  </a:lnTo>
                  <a:lnTo>
                    <a:pt x="221181" y="680983"/>
                  </a:lnTo>
                  <a:lnTo>
                    <a:pt x="220783" y="680802"/>
                  </a:lnTo>
                  <a:lnTo>
                    <a:pt x="215600" y="678445"/>
                  </a:lnTo>
                  <a:lnTo>
                    <a:pt x="205772" y="676668"/>
                  </a:lnTo>
                  <a:lnTo>
                    <a:pt x="199195" y="673078"/>
                  </a:lnTo>
                  <a:lnTo>
                    <a:pt x="192045" y="667809"/>
                  </a:lnTo>
                  <a:lnTo>
                    <a:pt x="189077" y="663618"/>
                  </a:lnTo>
                  <a:lnTo>
                    <a:pt x="185306" y="658274"/>
                  </a:lnTo>
                  <a:lnTo>
                    <a:pt x="178838" y="653878"/>
                  </a:lnTo>
                  <a:lnTo>
                    <a:pt x="173723" y="651858"/>
                  </a:lnTo>
                  <a:lnTo>
                    <a:pt x="167221" y="645818"/>
                  </a:lnTo>
                  <a:lnTo>
                    <a:pt x="160252" y="638632"/>
                  </a:lnTo>
                  <a:lnTo>
                    <a:pt x="158497" y="629644"/>
                  </a:lnTo>
                  <a:lnTo>
                    <a:pt x="154386" y="622452"/>
                  </a:lnTo>
                  <a:lnTo>
                    <a:pt x="150257" y="615945"/>
                  </a:lnTo>
                  <a:lnTo>
                    <a:pt x="149511" y="608472"/>
                  </a:lnTo>
                  <a:lnTo>
                    <a:pt x="148128" y="605166"/>
                  </a:lnTo>
                  <a:lnTo>
                    <a:pt x="149476" y="597403"/>
                  </a:lnTo>
                  <a:lnTo>
                    <a:pt x="149051" y="587531"/>
                  </a:lnTo>
                  <a:lnTo>
                    <a:pt x="146152" y="582872"/>
                  </a:lnTo>
                  <a:lnTo>
                    <a:pt x="144589" y="578853"/>
                  </a:lnTo>
                  <a:lnTo>
                    <a:pt x="139732" y="572044"/>
                  </a:lnTo>
                  <a:lnTo>
                    <a:pt x="136921" y="570005"/>
                  </a:lnTo>
                  <a:lnTo>
                    <a:pt x="136380" y="563536"/>
                  </a:lnTo>
                  <a:lnTo>
                    <a:pt x="135126" y="556247"/>
                  </a:lnTo>
                  <a:lnTo>
                    <a:pt x="132535" y="549523"/>
                  </a:lnTo>
                  <a:lnTo>
                    <a:pt x="128674" y="548789"/>
                  </a:lnTo>
                  <a:lnTo>
                    <a:pt x="128048" y="547002"/>
                  </a:lnTo>
                  <a:lnTo>
                    <a:pt x="126571" y="542786"/>
                  </a:lnTo>
                  <a:lnTo>
                    <a:pt x="121619" y="541202"/>
                  </a:lnTo>
                  <a:lnTo>
                    <a:pt x="118824" y="537959"/>
                  </a:lnTo>
                  <a:lnTo>
                    <a:pt x="113932" y="534067"/>
                  </a:lnTo>
                  <a:lnTo>
                    <a:pt x="109351" y="529589"/>
                  </a:lnTo>
                  <a:lnTo>
                    <a:pt x="101541" y="527658"/>
                  </a:lnTo>
                  <a:lnTo>
                    <a:pt x="95219" y="523864"/>
                  </a:lnTo>
                  <a:lnTo>
                    <a:pt x="94963" y="520452"/>
                  </a:lnTo>
                  <a:lnTo>
                    <a:pt x="88004" y="514880"/>
                  </a:lnTo>
                  <a:lnTo>
                    <a:pt x="82572" y="510096"/>
                  </a:lnTo>
                  <a:lnTo>
                    <a:pt x="81002" y="505728"/>
                  </a:lnTo>
                  <a:lnTo>
                    <a:pt x="77432" y="499529"/>
                  </a:lnTo>
                  <a:lnTo>
                    <a:pt x="70928" y="495526"/>
                  </a:lnTo>
                  <a:lnTo>
                    <a:pt x="65890" y="492306"/>
                  </a:lnTo>
                  <a:lnTo>
                    <a:pt x="64360" y="488863"/>
                  </a:lnTo>
                  <a:lnTo>
                    <a:pt x="58728" y="480315"/>
                  </a:lnTo>
                  <a:lnTo>
                    <a:pt x="53269" y="477094"/>
                  </a:lnTo>
                  <a:lnTo>
                    <a:pt x="52268" y="472675"/>
                  </a:lnTo>
                  <a:lnTo>
                    <a:pt x="48942" y="470261"/>
                  </a:lnTo>
                  <a:lnTo>
                    <a:pt x="48277" y="469778"/>
                  </a:lnTo>
                  <a:lnTo>
                    <a:pt x="42184" y="468759"/>
                  </a:lnTo>
                  <a:lnTo>
                    <a:pt x="34761" y="462784"/>
                  </a:lnTo>
                  <a:lnTo>
                    <a:pt x="30132" y="457050"/>
                  </a:lnTo>
                  <a:lnTo>
                    <a:pt x="26850" y="452205"/>
                  </a:lnTo>
                  <a:lnTo>
                    <a:pt x="25357" y="446576"/>
                  </a:lnTo>
                  <a:lnTo>
                    <a:pt x="22704" y="441713"/>
                  </a:lnTo>
                  <a:lnTo>
                    <a:pt x="20505" y="437675"/>
                  </a:lnTo>
                  <a:lnTo>
                    <a:pt x="16886" y="433497"/>
                  </a:lnTo>
                  <a:lnTo>
                    <a:pt x="12908" y="432479"/>
                  </a:lnTo>
                  <a:lnTo>
                    <a:pt x="11458" y="433486"/>
                  </a:lnTo>
                  <a:lnTo>
                    <a:pt x="8149" y="429890"/>
                  </a:lnTo>
                  <a:lnTo>
                    <a:pt x="4045" y="426666"/>
                  </a:lnTo>
                  <a:lnTo>
                    <a:pt x="0" y="4209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614062" y="3309313"/>
              <a:ext cx="405069" cy="509327"/>
            </a:xfrm>
            <a:custGeom>
              <a:avLst/>
              <a:pathLst>
                <a:path w="405069" h="509327">
                  <a:moveTo>
                    <a:pt x="8572" y="402670"/>
                  </a:moveTo>
                  <a:lnTo>
                    <a:pt x="10672" y="389722"/>
                  </a:lnTo>
                  <a:lnTo>
                    <a:pt x="12787" y="377327"/>
                  </a:lnTo>
                  <a:lnTo>
                    <a:pt x="16664" y="352788"/>
                  </a:lnTo>
                  <a:lnTo>
                    <a:pt x="18125" y="343499"/>
                  </a:lnTo>
                  <a:lnTo>
                    <a:pt x="20387" y="329315"/>
                  </a:lnTo>
                  <a:lnTo>
                    <a:pt x="22855" y="313857"/>
                  </a:lnTo>
                  <a:lnTo>
                    <a:pt x="24440" y="304287"/>
                  </a:lnTo>
                  <a:lnTo>
                    <a:pt x="27504" y="285827"/>
                  </a:lnTo>
                  <a:lnTo>
                    <a:pt x="29301" y="274176"/>
                  </a:lnTo>
                  <a:lnTo>
                    <a:pt x="36776" y="228823"/>
                  </a:lnTo>
                  <a:lnTo>
                    <a:pt x="37406" y="224893"/>
                  </a:lnTo>
                  <a:lnTo>
                    <a:pt x="41114" y="201811"/>
                  </a:lnTo>
                  <a:lnTo>
                    <a:pt x="42824" y="191543"/>
                  </a:lnTo>
                  <a:lnTo>
                    <a:pt x="45760" y="173950"/>
                  </a:lnTo>
                  <a:lnTo>
                    <a:pt x="46047" y="172203"/>
                  </a:lnTo>
                  <a:lnTo>
                    <a:pt x="50293" y="146379"/>
                  </a:lnTo>
                  <a:lnTo>
                    <a:pt x="51805" y="137438"/>
                  </a:lnTo>
                  <a:lnTo>
                    <a:pt x="55432" y="116307"/>
                  </a:lnTo>
                  <a:lnTo>
                    <a:pt x="59676" y="91208"/>
                  </a:lnTo>
                  <a:lnTo>
                    <a:pt x="62887" y="72141"/>
                  </a:lnTo>
                  <a:lnTo>
                    <a:pt x="67305" y="46094"/>
                  </a:lnTo>
                  <a:lnTo>
                    <a:pt x="71344" y="22043"/>
                  </a:lnTo>
                  <a:lnTo>
                    <a:pt x="74911" y="0"/>
                  </a:lnTo>
                  <a:lnTo>
                    <a:pt x="89989" y="3084"/>
                  </a:lnTo>
                  <a:lnTo>
                    <a:pt x="111846" y="6330"/>
                  </a:lnTo>
                  <a:lnTo>
                    <a:pt x="128669" y="8837"/>
                  </a:lnTo>
                  <a:lnTo>
                    <a:pt x="145605" y="11392"/>
                  </a:lnTo>
                  <a:lnTo>
                    <a:pt x="169542" y="14986"/>
                  </a:lnTo>
                  <a:lnTo>
                    <a:pt x="195590" y="18924"/>
                  </a:lnTo>
                  <a:lnTo>
                    <a:pt x="202752" y="20219"/>
                  </a:lnTo>
                  <a:lnTo>
                    <a:pt x="206121" y="20825"/>
                  </a:lnTo>
                  <a:lnTo>
                    <a:pt x="230553" y="24254"/>
                  </a:lnTo>
                  <a:lnTo>
                    <a:pt x="247104" y="26591"/>
                  </a:lnTo>
                  <a:lnTo>
                    <a:pt x="249586" y="26937"/>
                  </a:lnTo>
                  <a:lnTo>
                    <a:pt x="256226" y="27763"/>
                  </a:lnTo>
                  <a:lnTo>
                    <a:pt x="278553" y="30780"/>
                  </a:lnTo>
                  <a:lnTo>
                    <a:pt x="273512" y="69647"/>
                  </a:lnTo>
                  <a:lnTo>
                    <a:pt x="273342" y="70963"/>
                  </a:lnTo>
                  <a:lnTo>
                    <a:pt x="270819" y="89833"/>
                  </a:lnTo>
                  <a:lnTo>
                    <a:pt x="269506" y="99882"/>
                  </a:lnTo>
                  <a:lnTo>
                    <a:pt x="266460" y="123255"/>
                  </a:lnTo>
                  <a:lnTo>
                    <a:pt x="278556" y="124930"/>
                  </a:lnTo>
                  <a:lnTo>
                    <a:pt x="301575" y="128045"/>
                  </a:lnTo>
                  <a:lnTo>
                    <a:pt x="330595" y="131642"/>
                  </a:lnTo>
                  <a:lnTo>
                    <a:pt x="335674" y="132250"/>
                  </a:lnTo>
                  <a:lnTo>
                    <a:pt x="338991" y="132644"/>
                  </a:lnTo>
                  <a:lnTo>
                    <a:pt x="358809" y="134960"/>
                  </a:lnTo>
                  <a:lnTo>
                    <a:pt x="391123" y="138440"/>
                  </a:lnTo>
                  <a:lnTo>
                    <a:pt x="405069" y="140030"/>
                  </a:lnTo>
                  <a:lnTo>
                    <a:pt x="403472" y="156161"/>
                  </a:lnTo>
                  <a:lnTo>
                    <a:pt x="401889" y="171256"/>
                  </a:lnTo>
                  <a:lnTo>
                    <a:pt x="401802" y="172087"/>
                  </a:lnTo>
                  <a:lnTo>
                    <a:pt x="397436" y="211852"/>
                  </a:lnTo>
                  <a:lnTo>
                    <a:pt x="397014" y="215709"/>
                  </a:lnTo>
                  <a:lnTo>
                    <a:pt x="394081" y="243948"/>
                  </a:lnTo>
                  <a:lnTo>
                    <a:pt x="391997" y="263744"/>
                  </a:lnTo>
                  <a:lnTo>
                    <a:pt x="390419" y="278763"/>
                  </a:lnTo>
                  <a:lnTo>
                    <a:pt x="389151" y="290858"/>
                  </a:lnTo>
                  <a:lnTo>
                    <a:pt x="386830" y="313059"/>
                  </a:lnTo>
                  <a:lnTo>
                    <a:pt x="380271" y="370768"/>
                  </a:lnTo>
                  <a:lnTo>
                    <a:pt x="378142" y="391480"/>
                  </a:lnTo>
                  <a:lnTo>
                    <a:pt x="378425" y="401847"/>
                  </a:lnTo>
                  <a:lnTo>
                    <a:pt x="378313" y="402922"/>
                  </a:lnTo>
                  <a:lnTo>
                    <a:pt x="375703" y="428003"/>
                  </a:lnTo>
                  <a:lnTo>
                    <a:pt x="371918" y="464544"/>
                  </a:lnTo>
                  <a:lnTo>
                    <a:pt x="367307" y="509327"/>
                  </a:lnTo>
                  <a:lnTo>
                    <a:pt x="334130" y="505637"/>
                  </a:lnTo>
                  <a:lnTo>
                    <a:pt x="296901" y="501388"/>
                  </a:lnTo>
                  <a:lnTo>
                    <a:pt x="262351" y="497139"/>
                  </a:lnTo>
                  <a:lnTo>
                    <a:pt x="241781" y="494030"/>
                  </a:lnTo>
                  <a:lnTo>
                    <a:pt x="218563" y="491060"/>
                  </a:lnTo>
                  <a:lnTo>
                    <a:pt x="205009" y="489398"/>
                  </a:lnTo>
                  <a:lnTo>
                    <a:pt x="202985" y="489147"/>
                  </a:lnTo>
                  <a:lnTo>
                    <a:pt x="193628" y="487775"/>
                  </a:lnTo>
                  <a:lnTo>
                    <a:pt x="193104" y="487703"/>
                  </a:lnTo>
                  <a:lnTo>
                    <a:pt x="123810" y="477826"/>
                  </a:lnTo>
                  <a:lnTo>
                    <a:pt x="110556" y="475862"/>
                  </a:lnTo>
                  <a:lnTo>
                    <a:pt x="110078" y="475791"/>
                  </a:lnTo>
                  <a:lnTo>
                    <a:pt x="89249" y="472636"/>
                  </a:lnTo>
                  <a:lnTo>
                    <a:pt x="84148" y="471852"/>
                  </a:lnTo>
                  <a:lnTo>
                    <a:pt x="79223" y="471091"/>
                  </a:lnTo>
                  <a:lnTo>
                    <a:pt x="6176" y="459223"/>
                  </a:lnTo>
                  <a:lnTo>
                    <a:pt x="0" y="458141"/>
                  </a:lnTo>
                  <a:lnTo>
                    <a:pt x="1179" y="450050"/>
                  </a:lnTo>
                  <a:lnTo>
                    <a:pt x="3983" y="432060"/>
                  </a:lnTo>
                  <a:lnTo>
                    <a:pt x="6925" y="41301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55751" y="3506317"/>
              <a:ext cx="36323" cy="97655"/>
            </a:xfrm>
            <a:custGeom>
              <a:avLst/>
              <a:pathLst>
                <a:path w="36323" h="97655">
                  <a:moveTo>
                    <a:pt x="978" y="81668"/>
                  </a:moveTo>
                  <a:lnTo>
                    <a:pt x="1567" y="73876"/>
                  </a:lnTo>
                  <a:lnTo>
                    <a:pt x="454" y="66896"/>
                  </a:lnTo>
                  <a:lnTo>
                    <a:pt x="57" y="57032"/>
                  </a:lnTo>
                  <a:lnTo>
                    <a:pt x="0" y="55631"/>
                  </a:lnTo>
                  <a:lnTo>
                    <a:pt x="1179" y="48412"/>
                  </a:lnTo>
                  <a:lnTo>
                    <a:pt x="2231" y="41602"/>
                  </a:lnTo>
                  <a:lnTo>
                    <a:pt x="4324" y="36518"/>
                  </a:lnTo>
                  <a:lnTo>
                    <a:pt x="2883" y="32907"/>
                  </a:lnTo>
                  <a:lnTo>
                    <a:pt x="7899" y="28997"/>
                  </a:lnTo>
                  <a:lnTo>
                    <a:pt x="9338" y="25381"/>
                  </a:lnTo>
                  <a:lnTo>
                    <a:pt x="4262" y="21720"/>
                  </a:lnTo>
                  <a:lnTo>
                    <a:pt x="9113" y="15740"/>
                  </a:lnTo>
                  <a:lnTo>
                    <a:pt x="11134" y="10952"/>
                  </a:lnTo>
                  <a:lnTo>
                    <a:pt x="36323" y="0"/>
                  </a:lnTo>
                  <a:lnTo>
                    <a:pt x="33076" y="13728"/>
                  </a:lnTo>
                  <a:lnTo>
                    <a:pt x="31291" y="18442"/>
                  </a:lnTo>
                  <a:lnTo>
                    <a:pt x="26870" y="18113"/>
                  </a:lnTo>
                  <a:lnTo>
                    <a:pt x="24356" y="22432"/>
                  </a:lnTo>
                  <a:lnTo>
                    <a:pt x="22165" y="31208"/>
                  </a:lnTo>
                  <a:lnTo>
                    <a:pt x="21521" y="39563"/>
                  </a:lnTo>
                  <a:lnTo>
                    <a:pt x="21302" y="44804"/>
                  </a:lnTo>
                  <a:lnTo>
                    <a:pt x="22957" y="48963"/>
                  </a:lnTo>
                  <a:lnTo>
                    <a:pt x="20383" y="57141"/>
                  </a:lnTo>
                  <a:lnTo>
                    <a:pt x="21297" y="58437"/>
                  </a:lnTo>
                  <a:lnTo>
                    <a:pt x="22160" y="59659"/>
                  </a:lnTo>
                  <a:lnTo>
                    <a:pt x="19797" y="67929"/>
                  </a:lnTo>
                  <a:lnTo>
                    <a:pt x="19678" y="71582"/>
                  </a:lnTo>
                  <a:lnTo>
                    <a:pt x="17649" y="75866"/>
                  </a:lnTo>
                  <a:lnTo>
                    <a:pt x="17740" y="80641"/>
                  </a:lnTo>
                  <a:lnTo>
                    <a:pt x="17510" y="85856"/>
                  </a:lnTo>
                  <a:lnTo>
                    <a:pt x="13815" y="94199"/>
                  </a:lnTo>
                  <a:lnTo>
                    <a:pt x="11383" y="97655"/>
                  </a:lnTo>
                  <a:lnTo>
                    <a:pt x="8549" y="97467"/>
                  </a:lnTo>
                  <a:lnTo>
                    <a:pt x="5107" y="9004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32020" y="3439983"/>
              <a:ext cx="553297" cy="342986"/>
            </a:xfrm>
            <a:custGeom>
              <a:avLst/>
              <a:pathLst>
                <a:path w="553297" h="342986">
                  <a:moveTo>
                    <a:pt x="3821" y="339139"/>
                  </a:moveTo>
                  <a:lnTo>
                    <a:pt x="9554" y="335016"/>
                  </a:lnTo>
                  <a:lnTo>
                    <a:pt x="14285" y="334053"/>
                  </a:lnTo>
                  <a:lnTo>
                    <a:pt x="16033" y="333696"/>
                  </a:lnTo>
                  <a:lnTo>
                    <a:pt x="19301" y="331137"/>
                  </a:lnTo>
                  <a:lnTo>
                    <a:pt x="29330" y="325346"/>
                  </a:lnTo>
                  <a:lnTo>
                    <a:pt x="36200" y="322430"/>
                  </a:lnTo>
                  <a:lnTo>
                    <a:pt x="36856" y="317354"/>
                  </a:lnTo>
                  <a:lnTo>
                    <a:pt x="38724" y="311888"/>
                  </a:lnTo>
                  <a:lnTo>
                    <a:pt x="43270" y="311257"/>
                  </a:lnTo>
                  <a:lnTo>
                    <a:pt x="51021" y="306395"/>
                  </a:lnTo>
                  <a:lnTo>
                    <a:pt x="51597" y="304877"/>
                  </a:lnTo>
                  <a:lnTo>
                    <a:pt x="52510" y="302466"/>
                  </a:lnTo>
                  <a:lnTo>
                    <a:pt x="51313" y="297746"/>
                  </a:lnTo>
                  <a:lnTo>
                    <a:pt x="54544" y="293989"/>
                  </a:lnTo>
                  <a:lnTo>
                    <a:pt x="58873" y="291501"/>
                  </a:lnTo>
                  <a:lnTo>
                    <a:pt x="60308" y="288039"/>
                  </a:lnTo>
                  <a:lnTo>
                    <a:pt x="59087" y="283263"/>
                  </a:lnTo>
                  <a:lnTo>
                    <a:pt x="69035" y="273305"/>
                  </a:lnTo>
                  <a:lnTo>
                    <a:pt x="69473" y="272865"/>
                  </a:lnTo>
                  <a:lnTo>
                    <a:pt x="69762" y="272631"/>
                  </a:lnTo>
                  <a:lnTo>
                    <a:pt x="76410" y="267242"/>
                  </a:lnTo>
                  <a:lnTo>
                    <a:pt x="82668" y="263903"/>
                  </a:lnTo>
                  <a:lnTo>
                    <a:pt x="85012" y="260490"/>
                  </a:lnTo>
                  <a:lnTo>
                    <a:pt x="85295" y="260078"/>
                  </a:lnTo>
                  <a:lnTo>
                    <a:pt x="91557" y="251699"/>
                  </a:lnTo>
                  <a:lnTo>
                    <a:pt x="105063" y="233509"/>
                  </a:lnTo>
                  <a:lnTo>
                    <a:pt x="108068" y="235263"/>
                  </a:lnTo>
                  <a:lnTo>
                    <a:pt x="105414" y="241248"/>
                  </a:lnTo>
                  <a:lnTo>
                    <a:pt x="109417" y="243584"/>
                  </a:lnTo>
                  <a:lnTo>
                    <a:pt x="110212" y="246282"/>
                  </a:lnTo>
                  <a:lnTo>
                    <a:pt x="113907" y="250825"/>
                  </a:lnTo>
                  <a:lnTo>
                    <a:pt x="118009" y="254292"/>
                  </a:lnTo>
                  <a:lnTo>
                    <a:pt x="123505" y="254039"/>
                  </a:lnTo>
                  <a:lnTo>
                    <a:pt x="126268" y="256450"/>
                  </a:lnTo>
                  <a:lnTo>
                    <a:pt x="126673" y="256643"/>
                  </a:lnTo>
                  <a:lnTo>
                    <a:pt x="131622" y="259004"/>
                  </a:lnTo>
                  <a:lnTo>
                    <a:pt x="139873" y="256753"/>
                  </a:lnTo>
                  <a:lnTo>
                    <a:pt x="141507" y="254813"/>
                  </a:lnTo>
                  <a:lnTo>
                    <a:pt x="144494" y="251587"/>
                  </a:lnTo>
                  <a:lnTo>
                    <a:pt x="148034" y="248868"/>
                  </a:lnTo>
                  <a:lnTo>
                    <a:pt x="151420" y="241842"/>
                  </a:lnTo>
                  <a:lnTo>
                    <a:pt x="163009" y="248829"/>
                  </a:lnTo>
                  <a:lnTo>
                    <a:pt x="170108" y="243094"/>
                  </a:lnTo>
                  <a:lnTo>
                    <a:pt x="177911" y="239302"/>
                  </a:lnTo>
                  <a:lnTo>
                    <a:pt x="178953" y="238936"/>
                  </a:lnTo>
                  <a:lnTo>
                    <a:pt x="183183" y="237448"/>
                  </a:lnTo>
                  <a:lnTo>
                    <a:pt x="188522" y="233501"/>
                  </a:lnTo>
                  <a:lnTo>
                    <a:pt x="184219" y="229898"/>
                  </a:lnTo>
                  <a:lnTo>
                    <a:pt x="184796" y="226379"/>
                  </a:lnTo>
                  <a:lnTo>
                    <a:pt x="185319" y="226143"/>
                  </a:lnTo>
                  <a:lnTo>
                    <a:pt x="186725" y="225509"/>
                  </a:lnTo>
                  <a:lnTo>
                    <a:pt x="192390" y="229059"/>
                  </a:lnTo>
                  <a:lnTo>
                    <a:pt x="198955" y="223568"/>
                  </a:lnTo>
                  <a:lnTo>
                    <a:pt x="206195" y="216151"/>
                  </a:lnTo>
                  <a:lnTo>
                    <a:pt x="212367" y="218968"/>
                  </a:lnTo>
                  <a:lnTo>
                    <a:pt x="212757" y="219145"/>
                  </a:lnTo>
                  <a:lnTo>
                    <a:pt x="216593" y="214817"/>
                  </a:lnTo>
                  <a:lnTo>
                    <a:pt x="222697" y="206353"/>
                  </a:lnTo>
                  <a:lnTo>
                    <a:pt x="222366" y="201821"/>
                  </a:lnTo>
                  <a:lnTo>
                    <a:pt x="225659" y="197392"/>
                  </a:lnTo>
                  <a:lnTo>
                    <a:pt x="219722" y="193209"/>
                  </a:lnTo>
                  <a:lnTo>
                    <a:pt x="219829" y="192956"/>
                  </a:lnTo>
                  <a:lnTo>
                    <a:pt x="221365" y="189335"/>
                  </a:lnTo>
                  <a:lnTo>
                    <a:pt x="222866" y="183064"/>
                  </a:lnTo>
                  <a:lnTo>
                    <a:pt x="223301" y="178791"/>
                  </a:lnTo>
                  <a:lnTo>
                    <a:pt x="226765" y="172100"/>
                  </a:lnTo>
                  <a:lnTo>
                    <a:pt x="230795" y="165228"/>
                  </a:lnTo>
                  <a:lnTo>
                    <a:pt x="231829" y="163460"/>
                  </a:lnTo>
                  <a:lnTo>
                    <a:pt x="234787" y="155522"/>
                  </a:lnTo>
                  <a:lnTo>
                    <a:pt x="235035" y="153642"/>
                  </a:lnTo>
                  <a:lnTo>
                    <a:pt x="235651" y="148959"/>
                  </a:lnTo>
                  <a:lnTo>
                    <a:pt x="235740" y="142071"/>
                  </a:lnTo>
                  <a:lnTo>
                    <a:pt x="239290" y="136567"/>
                  </a:lnTo>
                  <a:lnTo>
                    <a:pt x="242275" y="132618"/>
                  </a:lnTo>
                  <a:lnTo>
                    <a:pt x="242805" y="131916"/>
                  </a:lnTo>
                  <a:lnTo>
                    <a:pt x="240825" y="128576"/>
                  </a:lnTo>
                  <a:lnTo>
                    <a:pt x="244735" y="123553"/>
                  </a:lnTo>
                  <a:lnTo>
                    <a:pt x="246282" y="116107"/>
                  </a:lnTo>
                  <a:lnTo>
                    <a:pt x="245513" y="113249"/>
                  </a:lnTo>
                  <a:lnTo>
                    <a:pt x="246044" y="108662"/>
                  </a:lnTo>
                  <a:lnTo>
                    <a:pt x="245742" y="101119"/>
                  </a:lnTo>
                  <a:lnTo>
                    <a:pt x="253862" y="102683"/>
                  </a:lnTo>
                  <a:lnTo>
                    <a:pt x="260409" y="110093"/>
                  </a:lnTo>
                  <a:lnTo>
                    <a:pt x="268356" y="110899"/>
                  </a:lnTo>
                  <a:lnTo>
                    <a:pt x="272601" y="110642"/>
                  </a:lnTo>
                  <a:lnTo>
                    <a:pt x="273575" y="110582"/>
                  </a:lnTo>
                  <a:lnTo>
                    <a:pt x="276901" y="104275"/>
                  </a:lnTo>
                  <a:lnTo>
                    <a:pt x="276999" y="103711"/>
                  </a:lnTo>
                  <a:lnTo>
                    <a:pt x="277828" y="98946"/>
                  </a:lnTo>
                  <a:lnTo>
                    <a:pt x="279381" y="91094"/>
                  </a:lnTo>
                  <a:lnTo>
                    <a:pt x="282454" y="85278"/>
                  </a:lnTo>
                  <a:lnTo>
                    <a:pt x="282132" y="82464"/>
                  </a:lnTo>
                  <a:lnTo>
                    <a:pt x="282708" y="75561"/>
                  </a:lnTo>
                  <a:lnTo>
                    <a:pt x="284244" y="71636"/>
                  </a:lnTo>
                  <a:lnTo>
                    <a:pt x="284991" y="67512"/>
                  </a:lnTo>
                  <a:lnTo>
                    <a:pt x="295522" y="72056"/>
                  </a:lnTo>
                  <a:lnTo>
                    <a:pt x="297329" y="65133"/>
                  </a:lnTo>
                  <a:lnTo>
                    <a:pt x="299259" y="58672"/>
                  </a:lnTo>
                  <a:lnTo>
                    <a:pt x="304768" y="54166"/>
                  </a:lnTo>
                  <a:lnTo>
                    <a:pt x="307683" y="48003"/>
                  </a:lnTo>
                  <a:lnTo>
                    <a:pt x="311096" y="44585"/>
                  </a:lnTo>
                  <a:lnTo>
                    <a:pt x="312129" y="40154"/>
                  </a:lnTo>
                  <a:lnTo>
                    <a:pt x="312973" y="36522"/>
                  </a:lnTo>
                  <a:lnTo>
                    <a:pt x="317811" y="28591"/>
                  </a:lnTo>
                  <a:lnTo>
                    <a:pt x="316169" y="26298"/>
                  </a:lnTo>
                  <a:lnTo>
                    <a:pt x="316642" y="21345"/>
                  </a:lnTo>
                  <a:lnTo>
                    <a:pt x="315990" y="17839"/>
                  </a:lnTo>
                  <a:lnTo>
                    <a:pt x="318419" y="9889"/>
                  </a:lnTo>
                  <a:lnTo>
                    <a:pt x="317395" y="4875"/>
                  </a:lnTo>
                  <a:lnTo>
                    <a:pt x="315446" y="0"/>
                  </a:lnTo>
                  <a:lnTo>
                    <a:pt x="325104" y="4539"/>
                  </a:lnTo>
                  <a:lnTo>
                    <a:pt x="328526" y="6142"/>
                  </a:lnTo>
                  <a:lnTo>
                    <a:pt x="341222" y="12137"/>
                  </a:lnTo>
                  <a:lnTo>
                    <a:pt x="358076" y="20053"/>
                  </a:lnTo>
                  <a:lnTo>
                    <a:pt x="358533" y="16475"/>
                  </a:lnTo>
                  <a:lnTo>
                    <a:pt x="359238" y="10494"/>
                  </a:lnTo>
                  <a:lnTo>
                    <a:pt x="361071" y="1216"/>
                  </a:lnTo>
                  <a:lnTo>
                    <a:pt x="363969" y="727"/>
                  </a:lnTo>
                  <a:lnTo>
                    <a:pt x="364770" y="592"/>
                  </a:lnTo>
                  <a:lnTo>
                    <a:pt x="370371" y="455"/>
                  </a:lnTo>
                  <a:lnTo>
                    <a:pt x="373266" y="1804"/>
                  </a:lnTo>
                  <a:lnTo>
                    <a:pt x="377732" y="3236"/>
                  </a:lnTo>
                  <a:lnTo>
                    <a:pt x="380963" y="5410"/>
                  </a:lnTo>
                  <a:lnTo>
                    <a:pt x="379971" y="8840"/>
                  </a:lnTo>
                  <a:lnTo>
                    <a:pt x="378163" y="11697"/>
                  </a:lnTo>
                  <a:lnTo>
                    <a:pt x="379182" y="15237"/>
                  </a:lnTo>
                  <a:lnTo>
                    <a:pt x="382149" y="15856"/>
                  </a:lnTo>
                  <a:lnTo>
                    <a:pt x="384094" y="18111"/>
                  </a:lnTo>
                  <a:lnTo>
                    <a:pt x="391383" y="17406"/>
                  </a:lnTo>
                  <a:lnTo>
                    <a:pt x="392593" y="17388"/>
                  </a:lnTo>
                  <a:lnTo>
                    <a:pt x="393530" y="17373"/>
                  </a:lnTo>
                  <a:lnTo>
                    <a:pt x="394929" y="17352"/>
                  </a:lnTo>
                  <a:lnTo>
                    <a:pt x="399729" y="18380"/>
                  </a:lnTo>
                  <a:lnTo>
                    <a:pt x="400595" y="22046"/>
                  </a:lnTo>
                  <a:lnTo>
                    <a:pt x="404217" y="22730"/>
                  </a:lnTo>
                  <a:lnTo>
                    <a:pt x="405772" y="22427"/>
                  </a:lnTo>
                  <a:lnTo>
                    <a:pt x="408085" y="21976"/>
                  </a:lnTo>
                  <a:lnTo>
                    <a:pt x="410604" y="24105"/>
                  </a:lnTo>
                  <a:lnTo>
                    <a:pt x="413315" y="26205"/>
                  </a:lnTo>
                  <a:lnTo>
                    <a:pt x="417625" y="28413"/>
                  </a:lnTo>
                  <a:lnTo>
                    <a:pt x="418261" y="30794"/>
                  </a:lnTo>
                  <a:lnTo>
                    <a:pt x="419436" y="35196"/>
                  </a:lnTo>
                  <a:lnTo>
                    <a:pt x="419569" y="35761"/>
                  </a:lnTo>
                  <a:lnTo>
                    <a:pt x="420383" y="39218"/>
                  </a:lnTo>
                  <a:lnTo>
                    <a:pt x="420568" y="40003"/>
                  </a:lnTo>
                  <a:lnTo>
                    <a:pt x="420400" y="42725"/>
                  </a:lnTo>
                  <a:lnTo>
                    <a:pt x="418624" y="43274"/>
                  </a:lnTo>
                  <a:lnTo>
                    <a:pt x="418297" y="43772"/>
                  </a:lnTo>
                  <a:lnTo>
                    <a:pt x="415864" y="47475"/>
                  </a:lnTo>
                  <a:lnTo>
                    <a:pt x="416930" y="50873"/>
                  </a:lnTo>
                  <a:lnTo>
                    <a:pt x="410539" y="52684"/>
                  </a:lnTo>
                  <a:lnTo>
                    <a:pt x="409005" y="53118"/>
                  </a:lnTo>
                  <a:lnTo>
                    <a:pt x="407402" y="60548"/>
                  </a:lnTo>
                  <a:lnTo>
                    <a:pt x="407619" y="66228"/>
                  </a:lnTo>
                  <a:lnTo>
                    <a:pt x="407744" y="69512"/>
                  </a:lnTo>
                  <a:lnTo>
                    <a:pt x="410044" y="76828"/>
                  </a:lnTo>
                  <a:lnTo>
                    <a:pt x="413034" y="79026"/>
                  </a:lnTo>
                  <a:lnTo>
                    <a:pt x="414764" y="80297"/>
                  </a:lnTo>
                  <a:lnTo>
                    <a:pt x="421472" y="77161"/>
                  </a:lnTo>
                  <a:lnTo>
                    <a:pt x="426022" y="75210"/>
                  </a:lnTo>
                  <a:lnTo>
                    <a:pt x="428959" y="73666"/>
                  </a:lnTo>
                  <a:lnTo>
                    <a:pt x="431538" y="75873"/>
                  </a:lnTo>
                  <a:lnTo>
                    <a:pt x="431796" y="78337"/>
                  </a:lnTo>
                  <a:lnTo>
                    <a:pt x="434363" y="79847"/>
                  </a:lnTo>
                  <a:lnTo>
                    <a:pt x="434932" y="80181"/>
                  </a:lnTo>
                  <a:lnTo>
                    <a:pt x="437870" y="82271"/>
                  </a:lnTo>
                  <a:lnTo>
                    <a:pt x="438245" y="84943"/>
                  </a:lnTo>
                  <a:lnTo>
                    <a:pt x="442163" y="85436"/>
                  </a:lnTo>
                  <a:lnTo>
                    <a:pt x="447878" y="86993"/>
                  </a:lnTo>
                  <a:lnTo>
                    <a:pt x="454000" y="85345"/>
                  </a:lnTo>
                  <a:lnTo>
                    <a:pt x="458560" y="84553"/>
                  </a:lnTo>
                  <a:lnTo>
                    <a:pt x="463595" y="83837"/>
                  </a:lnTo>
                  <a:lnTo>
                    <a:pt x="465400" y="86991"/>
                  </a:lnTo>
                  <a:lnTo>
                    <a:pt x="470810" y="89283"/>
                  </a:lnTo>
                  <a:lnTo>
                    <a:pt x="473251" y="91439"/>
                  </a:lnTo>
                  <a:lnTo>
                    <a:pt x="475062" y="93037"/>
                  </a:lnTo>
                  <a:lnTo>
                    <a:pt x="480435" y="95298"/>
                  </a:lnTo>
                  <a:lnTo>
                    <a:pt x="489008" y="96792"/>
                  </a:lnTo>
                  <a:lnTo>
                    <a:pt x="495600" y="99215"/>
                  </a:lnTo>
                  <a:lnTo>
                    <a:pt x="495948" y="104484"/>
                  </a:lnTo>
                  <a:lnTo>
                    <a:pt x="492825" y="109071"/>
                  </a:lnTo>
                  <a:lnTo>
                    <a:pt x="494436" y="115726"/>
                  </a:lnTo>
                  <a:lnTo>
                    <a:pt x="494486" y="119326"/>
                  </a:lnTo>
                  <a:lnTo>
                    <a:pt x="494501" y="120432"/>
                  </a:lnTo>
                  <a:lnTo>
                    <a:pt x="499177" y="124095"/>
                  </a:lnTo>
                  <a:lnTo>
                    <a:pt x="499267" y="127023"/>
                  </a:lnTo>
                  <a:lnTo>
                    <a:pt x="499353" y="129842"/>
                  </a:lnTo>
                  <a:lnTo>
                    <a:pt x="500451" y="131580"/>
                  </a:lnTo>
                  <a:lnTo>
                    <a:pt x="502527" y="134865"/>
                  </a:lnTo>
                  <a:lnTo>
                    <a:pt x="505870" y="140903"/>
                  </a:lnTo>
                  <a:lnTo>
                    <a:pt x="507125" y="145005"/>
                  </a:lnTo>
                  <a:lnTo>
                    <a:pt x="506811" y="151335"/>
                  </a:lnTo>
                  <a:lnTo>
                    <a:pt x="498979" y="147477"/>
                  </a:lnTo>
                  <a:lnTo>
                    <a:pt x="496592" y="146129"/>
                  </a:lnTo>
                  <a:lnTo>
                    <a:pt x="496052" y="146608"/>
                  </a:lnTo>
                  <a:lnTo>
                    <a:pt x="493970" y="148450"/>
                  </a:lnTo>
                  <a:lnTo>
                    <a:pt x="499115" y="153829"/>
                  </a:lnTo>
                  <a:lnTo>
                    <a:pt x="501765" y="156629"/>
                  </a:lnTo>
                  <a:lnTo>
                    <a:pt x="501244" y="158765"/>
                  </a:lnTo>
                  <a:lnTo>
                    <a:pt x="500632" y="161274"/>
                  </a:lnTo>
                  <a:lnTo>
                    <a:pt x="504721" y="163464"/>
                  </a:lnTo>
                  <a:lnTo>
                    <a:pt x="505078" y="163655"/>
                  </a:lnTo>
                  <a:lnTo>
                    <a:pt x="508434" y="167260"/>
                  </a:lnTo>
                  <a:lnTo>
                    <a:pt x="510255" y="169049"/>
                  </a:lnTo>
                  <a:lnTo>
                    <a:pt x="512473" y="171226"/>
                  </a:lnTo>
                  <a:lnTo>
                    <a:pt x="512159" y="179275"/>
                  </a:lnTo>
                  <a:lnTo>
                    <a:pt x="514336" y="180892"/>
                  </a:lnTo>
                  <a:lnTo>
                    <a:pt x="515552" y="181795"/>
                  </a:lnTo>
                  <a:lnTo>
                    <a:pt x="521751" y="183124"/>
                  </a:lnTo>
                  <a:lnTo>
                    <a:pt x="522723" y="183114"/>
                  </a:lnTo>
                  <a:lnTo>
                    <a:pt x="529373" y="183038"/>
                  </a:lnTo>
                  <a:lnTo>
                    <a:pt x="532035" y="180434"/>
                  </a:lnTo>
                  <a:lnTo>
                    <a:pt x="535413" y="179950"/>
                  </a:lnTo>
                  <a:lnTo>
                    <a:pt x="540745" y="190040"/>
                  </a:lnTo>
                  <a:lnTo>
                    <a:pt x="546101" y="198771"/>
                  </a:lnTo>
                  <a:lnTo>
                    <a:pt x="549714" y="203557"/>
                  </a:lnTo>
                  <a:lnTo>
                    <a:pt x="553297" y="210142"/>
                  </a:lnTo>
                  <a:lnTo>
                    <a:pt x="542171" y="213496"/>
                  </a:lnTo>
                  <a:lnTo>
                    <a:pt x="535504" y="215482"/>
                  </a:lnTo>
                  <a:lnTo>
                    <a:pt x="522180" y="219426"/>
                  </a:lnTo>
                  <a:lnTo>
                    <a:pt x="509732" y="223062"/>
                  </a:lnTo>
                  <a:lnTo>
                    <a:pt x="506204" y="224087"/>
                  </a:lnTo>
                  <a:lnTo>
                    <a:pt x="492472" y="228053"/>
                  </a:lnTo>
                  <a:lnTo>
                    <a:pt x="480062" y="232095"/>
                  </a:lnTo>
                  <a:lnTo>
                    <a:pt x="469257" y="235173"/>
                  </a:lnTo>
                  <a:lnTo>
                    <a:pt x="462761" y="237012"/>
                  </a:lnTo>
                  <a:lnTo>
                    <a:pt x="460950" y="237524"/>
                  </a:lnTo>
                  <a:lnTo>
                    <a:pt x="453330" y="239685"/>
                  </a:lnTo>
                  <a:lnTo>
                    <a:pt x="421708" y="248535"/>
                  </a:lnTo>
                  <a:lnTo>
                    <a:pt x="420488" y="248878"/>
                  </a:lnTo>
                  <a:lnTo>
                    <a:pt x="411179" y="251486"/>
                  </a:lnTo>
                  <a:lnTo>
                    <a:pt x="400898" y="254348"/>
                  </a:lnTo>
                  <a:lnTo>
                    <a:pt x="394808" y="256033"/>
                  </a:lnTo>
                  <a:lnTo>
                    <a:pt x="381409" y="259768"/>
                  </a:lnTo>
                  <a:lnTo>
                    <a:pt x="372024" y="262363"/>
                  </a:lnTo>
                  <a:lnTo>
                    <a:pt x="368321" y="263383"/>
                  </a:lnTo>
                  <a:lnTo>
                    <a:pt x="352508" y="267500"/>
                  </a:lnTo>
                  <a:lnTo>
                    <a:pt x="348122" y="268634"/>
                  </a:lnTo>
                  <a:lnTo>
                    <a:pt x="337832" y="271280"/>
                  </a:lnTo>
                  <a:lnTo>
                    <a:pt x="323980" y="274900"/>
                  </a:lnTo>
                  <a:lnTo>
                    <a:pt x="318325" y="276368"/>
                  </a:lnTo>
                  <a:lnTo>
                    <a:pt x="309521" y="278641"/>
                  </a:lnTo>
                  <a:lnTo>
                    <a:pt x="300553" y="280942"/>
                  </a:lnTo>
                  <a:lnTo>
                    <a:pt x="297684" y="281674"/>
                  </a:lnTo>
                  <a:lnTo>
                    <a:pt x="297471" y="281727"/>
                  </a:lnTo>
                  <a:lnTo>
                    <a:pt x="283221" y="285233"/>
                  </a:lnTo>
                  <a:lnTo>
                    <a:pt x="261068" y="290609"/>
                  </a:lnTo>
                  <a:lnTo>
                    <a:pt x="259215" y="291049"/>
                  </a:lnTo>
                  <a:lnTo>
                    <a:pt x="242046" y="295099"/>
                  </a:lnTo>
                  <a:lnTo>
                    <a:pt x="232250" y="296870"/>
                  </a:lnTo>
                  <a:lnTo>
                    <a:pt x="231622" y="296984"/>
                  </a:lnTo>
                  <a:lnTo>
                    <a:pt x="219277" y="299215"/>
                  </a:lnTo>
                  <a:lnTo>
                    <a:pt x="212620" y="300407"/>
                  </a:lnTo>
                  <a:lnTo>
                    <a:pt x="203011" y="302706"/>
                  </a:lnTo>
                  <a:lnTo>
                    <a:pt x="198644" y="303745"/>
                  </a:lnTo>
                  <a:lnTo>
                    <a:pt x="187161" y="305923"/>
                  </a:lnTo>
                  <a:lnTo>
                    <a:pt x="178902" y="307370"/>
                  </a:lnTo>
                  <a:lnTo>
                    <a:pt x="166265" y="309861"/>
                  </a:lnTo>
                  <a:lnTo>
                    <a:pt x="155764" y="311909"/>
                  </a:lnTo>
                  <a:lnTo>
                    <a:pt x="142958" y="314012"/>
                  </a:lnTo>
                  <a:lnTo>
                    <a:pt x="144705" y="311392"/>
                  </a:lnTo>
                  <a:lnTo>
                    <a:pt x="131847" y="313997"/>
                  </a:lnTo>
                  <a:lnTo>
                    <a:pt x="124987" y="315375"/>
                  </a:lnTo>
                  <a:lnTo>
                    <a:pt x="124563" y="317527"/>
                  </a:lnTo>
                  <a:lnTo>
                    <a:pt x="109482" y="320799"/>
                  </a:lnTo>
                  <a:lnTo>
                    <a:pt x="107454" y="321236"/>
                  </a:lnTo>
                  <a:lnTo>
                    <a:pt x="102498" y="322286"/>
                  </a:lnTo>
                  <a:lnTo>
                    <a:pt x="98873" y="323051"/>
                  </a:lnTo>
                  <a:lnTo>
                    <a:pt x="85076" y="325942"/>
                  </a:lnTo>
                  <a:lnTo>
                    <a:pt x="76380" y="327859"/>
                  </a:lnTo>
                  <a:lnTo>
                    <a:pt x="60593" y="331305"/>
                  </a:lnTo>
                  <a:lnTo>
                    <a:pt x="49554" y="333459"/>
                  </a:lnTo>
                  <a:lnTo>
                    <a:pt x="28626" y="337483"/>
                  </a:lnTo>
                  <a:lnTo>
                    <a:pt x="14586" y="340200"/>
                  </a:lnTo>
                  <a:lnTo>
                    <a:pt x="0" y="342986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16887" y="2559052"/>
              <a:ext cx="112605" cy="218435"/>
            </a:xfrm>
            <a:custGeom>
              <a:avLst/>
              <a:pathLst>
                <a:path w="112605" h="218435">
                  <a:moveTo>
                    <a:pt x="20719" y="112083"/>
                  </a:moveTo>
                  <a:lnTo>
                    <a:pt x="20071" y="106225"/>
                  </a:lnTo>
                  <a:lnTo>
                    <a:pt x="20911" y="100212"/>
                  </a:lnTo>
                  <a:lnTo>
                    <a:pt x="22035" y="97348"/>
                  </a:lnTo>
                  <a:lnTo>
                    <a:pt x="21832" y="96900"/>
                  </a:lnTo>
                  <a:lnTo>
                    <a:pt x="20188" y="93279"/>
                  </a:lnTo>
                  <a:lnTo>
                    <a:pt x="18330" y="89701"/>
                  </a:lnTo>
                  <a:lnTo>
                    <a:pt x="18395" y="87352"/>
                  </a:lnTo>
                  <a:lnTo>
                    <a:pt x="18349" y="82146"/>
                  </a:lnTo>
                  <a:lnTo>
                    <a:pt x="15453" y="77142"/>
                  </a:lnTo>
                  <a:lnTo>
                    <a:pt x="12430" y="74687"/>
                  </a:lnTo>
                  <a:lnTo>
                    <a:pt x="11080" y="73590"/>
                  </a:lnTo>
                  <a:lnTo>
                    <a:pt x="10769" y="73337"/>
                  </a:lnTo>
                  <a:lnTo>
                    <a:pt x="8084" y="69577"/>
                  </a:lnTo>
                  <a:lnTo>
                    <a:pt x="7246" y="62592"/>
                  </a:lnTo>
                  <a:lnTo>
                    <a:pt x="6301" y="58347"/>
                  </a:lnTo>
                  <a:lnTo>
                    <a:pt x="6196" y="53767"/>
                  </a:lnTo>
                  <a:lnTo>
                    <a:pt x="3795" y="52417"/>
                  </a:lnTo>
                  <a:lnTo>
                    <a:pt x="2172" y="50224"/>
                  </a:lnTo>
                  <a:lnTo>
                    <a:pt x="2782" y="44540"/>
                  </a:lnTo>
                  <a:lnTo>
                    <a:pt x="1016" y="40394"/>
                  </a:lnTo>
                  <a:lnTo>
                    <a:pt x="0" y="37107"/>
                  </a:lnTo>
                  <a:lnTo>
                    <a:pt x="8283" y="34019"/>
                  </a:lnTo>
                  <a:lnTo>
                    <a:pt x="16209" y="31046"/>
                  </a:lnTo>
                  <a:lnTo>
                    <a:pt x="22414" y="28891"/>
                  </a:lnTo>
                  <a:lnTo>
                    <a:pt x="42045" y="22102"/>
                  </a:lnTo>
                  <a:lnTo>
                    <a:pt x="43682" y="21702"/>
                  </a:lnTo>
                  <a:lnTo>
                    <a:pt x="44901" y="21404"/>
                  </a:lnTo>
                  <a:lnTo>
                    <a:pt x="55104" y="17901"/>
                  </a:lnTo>
                  <a:lnTo>
                    <a:pt x="72980" y="11235"/>
                  </a:lnTo>
                  <a:lnTo>
                    <a:pt x="78906" y="8950"/>
                  </a:lnTo>
                  <a:lnTo>
                    <a:pt x="79761" y="8610"/>
                  </a:lnTo>
                  <a:lnTo>
                    <a:pt x="91056" y="4091"/>
                  </a:lnTo>
                  <a:lnTo>
                    <a:pt x="95522" y="2299"/>
                  </a:lnTo>
                  <a:lnTo>
                    <a:pt x="101467" y="0"/>
                  </a:lnTo>
                  <a:lnTo>
                    <a:pt x="100885" y="3625"/>
                  </a:lnTo>
                  <a:lnTo>
                    <a:pt x="104804" y="8000"/>
                  </a:lnTo>
                  <a:lnTo>
                    <a:pt x="104173" y="11067"/>
                  </a:lnTo>
                  <a:lnTo>
                    <a:pt x="103734" y="18117"/>
                  </a:lnTo>
                  <a:lnTo>
                    <a:pt x="102309" y="23941"/>
                  </a:lnTo>
                  <a:lnTo>
                    <a:pt x="107023" y="29632"/>
                  </a:lnTo>
                  <a:lnTo>
                    <a:pt x="109935" y="31979"/>
                  </a:lnTo>
                  <a:lnTo>
                    <a:pt x="111715" y="35713"/>
                  </a:lnTo>
                  <a:lnTo>
                    <a:pt x="110242" y="39130"/>
                  </a:lnTo>
                  <a:lnTo>
                    <a:pt x="112026" y="42658"/>
                  </a:lnTo>
                  <a:lnTo>
                    <a:pt x="109292" y="46680"/>
                  </a:lnTo>
                  <a:lnTo>
                    <a:pt x="108208" y="51423"/>
                  </a:lnTo>
                  <a:lnTo>
                    <a:pt x="104705" y="54337"/>
                  </a:lnTo>
                  <a:lnTo>
                    <a:pt x="103958" y="54958"/>
                  </a:lnTo>
                  <a:lnTo>
                    <a:pt x="103069" y="59551"/>
                  </a:lnTo>
                  <a:lnTo>
                    <a:pt x="102162" y="60360"/>
                  </a:lnTo>
                  <a:lnTo>
                    <a:pt x="100345" y="61978"/>
                  </a:lnTo>
                  <a:lnTo>
                    <a:pt x="96478" y="63374"/>
                  </a:lnTo>
                  <a:lnTo>
                    <a:pt x="93665" y="65582"/>
                  </a:lnTo>
                  <a:lnTo>
                    <a:pt x="92151" y="69128"/>
                  </a:lnTo>
                  <a:lnTo>
                    <a:pt x="93005" y="72907"/>
                  </a:lnTo>
                  <a:lnTo>
                    <a:pt x="94356" y="78040"/>
                  </a:lnTo>
                  <a:lnTo>
                    <a:pt x="95485" y="79898"/>
                  </a:lnTo>
                  <a:lnTo>
                    <a:pt x="98047" y="84116"/>
                  </a:lnTo>
                  <a:lnTo>
                    <a:pt x="97831" y="90417"/>
                  </a:lnTo>
                  <a:lnTo>
                    <a:pt x="96729" y="94694"/>
                  </a:lnTo>
                  <a:lnTo>
                    <a:pt x="98541" y="97896"/>
                  </a:lnTo>
                  <a:lnTo>
                    <a:pt x="97098" y="105317"/>
                  </a:lnTo>
                  <a:lnTo>
                    <a:pt x="98174" y="110845"/>
                  </a:lnTo>
                  <a:lnTo>
                    <a:pt x="97578" y="114250"/>
                  </a:lnTo>
                  <a:lnTo>
                    <a:pt x="97353" y="115530"/>
                  </a:lnTo>
                  <a:lnTo>
                    <a:pt x="94926" y="119993"/>
                  </a:lnTo>
                  <a:lnTo>
                    <a:pt x="95535" y="129923"/>
                  </a:lnTo>
                  <a:lnTo>
                    <a:pt x="95383" y="130232"/>
                  </a:lnTo>
                  <a:lnTo>
                    <a:pt x="93671" y="133708"/>
                  </a:lnTo>
                  <a:lnTo>
                    <a:pt x="95836" y="140235"/>
                  </a:lnTo>
                  <a:lnTo>
                    <a:pt x="97614" y="151419"/>
                  </a:lnTo>
                  <a:lnTo>
                    <a:pt x="99406" y="154609"/>
                  </a:lnTo>
                  <a:lnTo>
                    <a:pt x="99903" y="159587"/>
                  </a:lnTo>
                  <a:lnTo>
                    <a:pt x="100065" y="162298"/>
                  </a:lnTo>
                  <a:lnTo>
                    <a:pt x="100158" y="163859"/>
                  </a:lnTo>
                  <a:lnTo>
                    <a:pt x="101093" y="168416"/>
                  </a:lnTo>
                  <a:lnTo>
                    <a:pt x="101227" y="169067"/>
                  </a:lnTo>
                  <a:lnTo>
                    <a:pt x="104022" y="174115"/>
                  </a:lnTo>
                  <a:lnTo>
                    <a:pt x="103649" y="178089"/>
                  </a:lnTo>
                  <a:lnTo>
                    <a:pt x="105734" y="180942"/>
                  </a:lnTo>
                  <a:lnTo>
                    <a:pt x="104026" y="184884"/>
                  </a:lnTo>
                  <a:lnTo>
                    <a:pt x="102112" y="186720"/>
                  </a:lnTo>
                  <a:lnTo>
                    <a:pt x="103720" y="191301"/>
                  </a:lnTo>
                  <a:lnTo>
                    <a:pt x="103179" y="194362"/>
                  </a:lnTo>
                  <a:lnTo>
                    <a:pt x="105811" y="198977"/>
                  </a:lnTo>
                  <a:lnTo>
                    <a:pt x="110564" y="201218"/>
                  </a:lnTo>
                  <a:lnTo>
                    <a:pt x="112605" y="203598"/>
                  </a:lnTo>
                  <a:lnTo>
                    <a:pt x="92195" y="209992"/>
                  </a:lnTo>
                  <a:lnTo>
                    <a:pt x="88990" y="211022"/>
                  </a:lnTo>
                  <a:lnTo>
                    <a:pt x="85167" y="212248"/>
                  </a:lnTo>
                  <a:lnTo>
                    <a:pt x="79768" y="213973"/>
                  </a:lnTo>
                  <a:lnTo>
                    <a:pt x="65697" y="218435"/>
                  </a:lnTo>
                  <a:lnTo>
                    <a:pt x="62705" y="214429"/>
                  </a:lnTo>
                  <a:lnTo>
                    <a:pt x="62570" y="211639"/>
                  </a:lnTo>
                  <a:lnTo>
                    <a:pt x="62471" y="211302"/>
                  </a:lnTo>
                  <a:lnTo>
                    <a:pt x="59901" y="202634"/>
                  </a:lnTo>
                  <a:lnTo>
                    <a:pt x="57662" y="195094"/>
                  </a:lnTo>
                  <a:lnTo>
                    <a:pt x="51003" y="172297"/>
                  </a:lnTo>
                  <a:lnTo>
                    <a:pt x="49830" y="168291"/>
                  </a:lnTo>
                  <a:lnTo>
                    <a:pt x="45833" y="154237"/>
                  </a:lnTo>
                  <a:lnTo>
                    <a:pt x="41649" y="151224"/>
                  </a:lnTo>
                  <a:lnTo>
                    <a:pt x="38511" y="148584"/>
                  </a:lnTo>
                  <a:lnTo>
                    <a:pt x="36199" y="154598"/>
                  </a:lnTo>
                  <a:lnTo>
                    <a:pt x="33714" y="152694"/>
                  </a:lnTo>
                  <a:lnTo>
                    <a:pt x="32710" y="147686"/>
                  </a:lnTo>
                  <a:lnTo>
                    <a:pt x="32790" y="143965"/>
                  </a:lnTo>
                  <a:lnTo>
                    <a:pt x="33184" y="138958"/>
                  </a:lnTo>
                  <a:lnTo>
                    <a:pt x="33309" y="137362"/>
                  </a:lnTo>
                  <a:lnTo>
                    <a:pt x="30490" y="134943"/>
                  </a:lnTo>
                  <a:lnTo>
                    <a:pt x="29801" y="134352"/>
                  </a:lnTo>
                  <a:lnTo>
                    <a:pt x="29151" y="129333"/>
                  </a:lnTo>
                  <a:lnTo>
                    <a:pt x="25780" y="125607"/>
                  </a:lnTo>
                  <a:lnTo>
                    <a:pt x="24349" y="121984"/>
                  </a:lnTo>
                  <a:lnTo>
                    <a:pt x="23678" y="118982"/>
                  </a:lnTo>
                  <a:lnTo>
                    <a:pt x="21094" y="11707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076237" y="2275002"/>
              <a:ext cx="26670" cy="32319"/>
            </a:xfrm>
            <a:custGeom>
              <a:avLst/>
              <a:pathLst>
                <a:path w="26670" h="32319">
                  <a:moveTo>
                    <a:pt x="532" y="4006"/>
                  </a:moveTo>
                  <a:lnTo>
                    <a:pt x="9948" y="5367"/>
                  </a:lnTo>
                  <a:lnTo>
                    <a:pt x="13229" y="4418"/>
                  </a:lnTo>
                  <a:lnTo>
                    <a:pt x="16933" y="41"/>
                  </a:lnTo>
                  <a:lnTo>
                    <a:pt x="19394" y="0"/>
                  </a:lnTo>
                  <a:lnTo>
                    <a:pt x="24681" y="5742"/>
                  </a:lnTo>
                  <a:lnTo>
                    <a:pt x="26670" y="13849"/>
                  </a:lnTo>
                  <a:lnTo>
                    <a:pt x="22200" y="17723"/>
                  </a:lnTo>
                  <a:lnTo>
                    <a:pt x="22642" y="21696"/>
                  </a:lnTo>
                  <a:lnTo>
                    <a:pt x="20866" y="26030"/>
                  </a:lnTo>
                  <a:lnTo>
                    <a:pt x="18132" y="27488"/>
                  </a:lnTo>
                  <a:lnTo>
                    <a:pt x="17526" y="32319"/>
                  </a:lnTo>
                  <a:lnTo>
                    <a:pt x="13425" y="32051"/>
                  </a:lnTo>
                  <a:lnTo>
                    <a:pt x="11050" y="29359"/>
                  </a:lnTo>
                  <a:lnTo>
                    <a:pt x="5528" y="25871"/>
                  </a:lnTo>
                  <a:lnTo>
                    <a:pt x="1137" y="20418"/>
                  </a:lnTo>
                  <a:lnTo>
                    <a:pt x="0" y="1233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967986" y="2260236"/>
              <a:ext cx="454004" cy="336656"/>
            </a:xfrm>
            <a:custGeom>
              <a:avLst/>
              <a:pathLst>
                <a:path w="454004" h="336656">
                  <a:moveTo>
                    <a:pt x="20686" y="18137"/>
                  </a:moveTo>
                  <a:lnTo>
                    <a:pt x="24723" y="19024"/>
                  </a:lnTo>
                  <a:lnTo>
                    <a:pt x="29484" y="23972"/>
                  </a:lnTo>
                  <a:lnTo>
                    <a:pt x="36559" y="32570"/>
                  </a:lnTo>
                  <a:lnTo>
                    <a:pt x="43057" y="36476"/>
                  </a:lnTo>
                  <a:lnTo>
                    <a:pt x="49859" y="43024"/>
                  </a:lnTo>
                  <a:lnTo>
                    <a:pt x="51591" y="47153"/>
                  </a:lnTo>
                  <a:lnTo>
                    <a:pt x="60406" y="51496"/>
                  </a:lnTo>
                  <a:lnTo>
                    <a:pt x="68687" y="53888"/>
                  </a:lnTo>
                  <a:lnTo>
                    <a:pt x="71745" y="54848"/>
                  </a:lnTo>
                  <a:lnTo>
                    <a:pt x="78051" y="57837"/>
                  </a:lnTo>
                  <a:lnTo>
                    <a:pt x="83294" y="61927"/>
                  </a:lnTo>
                  <a:lnTo>
                    <a:pt x="89967" y="64933"/>
                  </a:lnTo>
                  <a:lnTo>
                    <a:pt x="94197" y="65815"/>
                  </a:lnTo>
                  <a:lnTo>
                    <a:pt x="100812" y="62569"/>
                  </a:lnTo>
                  <a:lnTo>
                    <a:pt x="103689" y="68489"/>
                  </a:lnTo>
                  <a:lnTo>
                    <a:pt x="106321" y="72009"/>
                  </a:lnTo>
                  <a:lnTo>
                    <a:pt x="109693" y="72292"/>
                  </a:lnTo>
                  <a:lnTo>
                    <a:pt x="111913" y="71935"/>
                  </a:lnTo>
                  <a:lnTo>
                    <a:pt x="116766" y="71151"/>
                  </a:lnTo>
                  <a:lnTo>
                    <a:pt x="120961" y="71599"/>
                  </a:lnTo>
                  <a:lnTo>
                    <a:pt x="123347" y="75956"/>
                  </a:lnTo>
                  <a:lnTo>
                    <a:pt x="120993" y="83161"/>
                  </a:lnTo>
                  <a:lnTo>
                    <a:pt x="119949" y="86769"/>
                  </a:lnTo>
                  <a:lnTo>
                    <a:pt x="121412" y="91925"/>
                  </a:lnTo>
                  <a:lnTo>
                    <a:pt x="122394" y="92030"/>
                  </a:lnTo>
                  <a:lnTo>
                    <a:pt x="123402" y="92136"/>
                  </a:lnTo>
                  <a:lnTo>
                    <a:pt x="126401" y="90673"/>
                  </a:lnTo>
                  <a:lnTo>
                    <a:pt x="128280" y="89755"/>
                  </a:lnTo>
                  <a:lnTo>
                    <a:pt x="129216" y="87381"/>
                  </a:lnTo>
                  <a:lnTo>
                    <a:pt x="126541" y="83451"/>
                  </a:lnTo>
                  <a:lnTo>
                    <a:pt x="129013" y="76951"/>
                  </a:lnTo>
                  <a:lnTo>
                    <a:pt x="128416" y="71992"/>
                  </a:lnTo>
                  <a:lnTo>
                    <a:pt x="124892" y="68195"/>
                  </a:lnTo>
                  <a:lnTo>
                    <a:pt x="124315" y="61982"/>
                  </a:lnTo>
                  <a:lnTo>
                    <a:pt x="128176" y="58112"/>
                  </a:lnTo>
                  <a:lnTo>
                    <a:pt x="132788" y="50653"/>
                  </a:lnTo>
                  <a:lnTo>
                    <a:pt x="132977" y="50347"/>
                  </a:lnTo>
                  <a:lnTo>
                    <a:pt x="133196" y="44925"/>
                  </a:lnTo>
                  <a:lnTo>
                    <a:pt x="136637" y="41104"/>
                  </a:lnTo>
                  <a:lnTo>
                    <a:pt x="138511" y="36374"/>
                  </a:lnTo>
                  <a:lnTo>
                    <a:pt x="138381" y="31161"/>
                  </a:lnTo>
                  <a:lnTo>
                    <a:pt x="138213" y="24120"/>
                  </a:lnTo>
                  <a:lnTo>
                    <a:pt x="139364" y="18379"/>
                  </a:lnTo>
                  <a:lnTo>
                    <a:pt x="139924" y="14101"/>
                  </a:lnTo>
                  <a:lnTo>
                    <a:pt x="137747" y="9358"/>
                  </a:lnTo>
                  <a:lnTo>
                    <a:pt x="137735" y="4059"/>
                  </a:lnTo>
                  <a:lnTo>
                    <a:pt x="142696" y="0"/>
                  </a:lnTo>
                  <a:lnTo>
                    <a:pt x="169960" y="8037"/>
                  </a:lnTo>
                  <a:lnTo>
                    <a:pt x="178175" y="10456"/>
                  </a:lnTo>
                  <a:lnTo>
                    <a:pt x="196775" y="16224"/>
                  </a:lnTo>
                  <a:lnTo>
                    <a:pt x="216045" y="21437"/>
                  </a:lnTo>
                  <a:lnTo>
                    <a:pt x="230646" y="25349"/>
                  </a:lnTo>
                  <a:lnTo>
                    <a:pt x="245502" y="29490"/>
                  </a:lnTo>
                  <a:lnTo>
                    <a:pt x="252804" y="31505"/>
                  </a:lnTo>
                  <a:lnTo>
                    <a:pt x="271282" y="36402"/>
                  </a:lnTo>
                  <a:lnTo>
                    <a:pt x="291629" y="41860"/>
                  </a:lnTo>
                  <a:lnTo>
                    <a:pt x="321233" y="49369"/>
                  </a:lnTo>
                  <a:lnTo>
                    <a:pt x="338989" y="53811"/>
                  </a:lnTo>
                  <a:lnTo>
                    <a:pt x="355123" y="57774"/>
                  </a:lnTo>
                  <a:lnTo>
                    <a:pt x="390090" y="66138"/>
                  </a:lnTo>
                  <a:lnTo>
                    <a:pt x="400791" y="68637"/>
                  </a:lnTo>
                  <a:lnTo>
                    <a:pt x="422447" y="73576"/>
                  </a:lnTo>
                  <a:lnTo>
                    <a:pt x="432173" y="75820"/>
                  </a:lnTo>
                  <a:lnTo>
                    <a:pt x="441048" y="77847"/>
                  </a:lnTo>
                  <a:lnTo>
                    <a:pt x="454004" y="80764"/>
                  </a:lnTo>
                  <a:lnTo>
                    <a:pt x="451078" y="93663"/>
                  </a:lnTo>
                  <a:lnTo>
                    <a:pt x="447446" y="109713"/>
                  </a:lnTo>
                  <a:lnTo>
                    <a:pt x="442934" y="129514"/>
                  </a:lnTo>
                  <a:lnTo>
                    <a:pt x="437003" y="154657"/>
                  </a:lnTo>
                  <a:lnTo>
                    <a:pt x="435504" y="161381"/>
                  </a:lnTo>
                  <a:lnTo>
                    <a:pt x="434223" y="167139"/>
                  </a:lnTo>
                  <a:lnTo>
                    <a:pt x="429668" y="187641"/>
                  </a:lnTo>
                  <a:lnTo>
                    <a:pt x="422841" y="218933"/>
                  </a:lnTo>
                  <a:lnTo>
                    <a:pt x="420873" y="227981"/>
                  </a:lnTo>
                  <a:lnTo>
                    <a:pt x="418949" y="236842"/>
                  </a:lnTo>
                  <a:lnTo>
                    <a:pt x="418439" y="239169"/>
                  </a:lnTo>
                  <a:lnTo>
                    <a:pt x="407610" y="288791"/>
                  </a:lnTo>
                  <a:lnTo>
                    <a:pt x="406322" y="294718"/>
                  </a:lnTo>
                  <a:lnTo>
                    <a:pt x="405662" y="298629"/>
                  </a:lnTo>
                  <a:lnTo>
                    <a:pt x="405430" y="300007"/>
                  </a:lnTo>
                  <a:lnTo>
                    <a:pt x="402818" y="304445"/>
                  </a:lnTo>
                  <a:lnTo>
                    <a:pt x="405683" y="309545"/>
                  </a:lnTo>
                  <a:lnTo>
                    <a:pt x="406676" y="314185"/>
                  </a:lnTo>
                  <a:lnTo>
                    <a:pt x="405778" y="318747"/>
                  </a:lnTo>
                  <a:lnTo>
                    <a:pt x="407519" y="321673"/>
                  </a:lnTo>
                  <a:lnTo>
                    <a:pt x="406331" y="323944"/>
                  </a:lnTo>
                  <a:lnTo>
                    <a:pt x="402578" y="328240"/>
                  </a:lnTo>
                  <a:lnTo>
                    <a:pt x="404429" y="330761"/>
                  </a:lnTo>
                  <a:lnTo>
                    <a:pt x="404789" y="336656"/>
                  </a:lnTo>
                  <a:lnTo>
                    <a:pt x="379303" y="331025"/>
                  </a:lnTo>
                  <a:lnTo>
                    <a:pt x="371995" y="329298"/>
                  </a:lnTo>
                  <a:lnTo>
                    <a:pt x="364836" y="327594"/>
                  </a:lnTo>
                  <a:lnTo>
                    <a:pt x="358206" y="326006"/>
                  </a:lnTo>
                  <a:lnTo>
                    <a:pt x="343121" y="322551"/>
                  </a:lnTo>
                  <a:lnTo>
                    <a:pt x="342000" y="322292"/>
                  </a:lnTo>
                  <a:lnTo>
                    <a:pt x="320495" y="317270"/>
                  </a:lnTo>
                  <a:lnTo>
                    <a:pt x="302535" y="312997"/>
                  </a:lnTo>
                  <a:lnTo>
                    <a:pt x="284607" y="308786"/>
                  </a:lnTo>
                  <a:lnTo>
                    <a:pt x="279470" y="311226"/>
                  </a:lnTo>
                  <a:lnTo>
                    <a:pt x="275202" y="312479"/>
                  </a:lnTo>
                  <a:lnTo>
                    <a:pt x="267765" y="310022"/>
                  </a:lnTo>
                  <a:lnTo>
                    <a:pt x="261182" y="310036"/>
                  </a:lnTo>
                  <a:lnTo>
                    <a:pt x="257090" y="309772"/>
                  </a:lnTo>
                  <a:lnTo>
                    <a:pt x="253725" y="309552"/>
                  </a:lnTo>
                  <a:lnTo>
                    <a:pt x="249284" y="306727"/>
                  </a:lnTo>
                  <a:lnTo>
                    <a:pt x="247486" y="306803"/>
                  </a:lnTo>
                  <a:lnTo>
                    <a:pt x="242159" y="311083"/>
                  </a:lnTo>
                  <a:lnTo>
                    <a:pt x="234283" y="309929"/>
                  </a:lnTo>
                  <a:lnTo>
                    <a:pt x="230298" y="309751"/>
                  </a:lnTo>
                  <a:lnTo>
                    <a:pt x="224361" y="309480"/>
                  </a:lnTo>
                  <a:lnTo>
                    <a:pt x="222138" y="310048"/>
                  </a:lnTo>
                  <a:lnTo>
                    <a:pt x="217484" y="311234"/>
                  </a:lnTo>
                  <a:lnTo>
                    <a:pt x="213109" y="311184"/>
                  </a:lnTo>
                  <a:lnTo>
                    <a:pt x="208077" y="314121"/>
                  </a:lnTo>
                  <a:lnTo>
                    <a:pt x="203845" y="313444"/>
                  </a:lnTo>
                  <a:lnTo>
                    <a:pt x="196321" y="313459"/>
                  </a:lnTo>
                  <a:lnTo>
                    <a:pt x="191444" y="312120"/>
                  </a:lnTo>
                  <a:lnTo>
                    <a:pt x="190446" y="311845"/>
                  </a:lnTo>
                  <a:lnTo>
                    <a:pt x="186538" y="306634"/>
                  </a:lnTo>
                  <a:lnTo>
                    <a:pt x="183994" y="306024"/>
                  </a:lnTo>
                  <a:lnTo>
                    <a:pt x="182767" y="306569"/>
                  </a:lnTo>
                  <a:lnTo>
                    <a:pt x="180190" y="307714"/>
                  </a:lnTo>
                  <a:lnTo>
                    <a:pt x="169602" y="308877"/>
                  </a:lnTo>
                  <a:lnTo>
                    <a:pt x="166660" y="310663"/>
                  </a:lnTo>
                  <a:lnTo>
                    <a:pt x="165714" y="309948"/>
                  </a:lnTo>
                  <a:lnTo>
                    <a:pt x="164165" y="308777"/>
                  </a:lnTo>
                  <a:lnTo>
                    <a:pt x="155835" y="307298"/>
                  </a:lnTo>
                  <a:lnTo>
                    <a:pt x="152966" y="309388"/>
                  </a:lnTo>
                  <a:lnTo>
                    <a:pt x="149189" y="309229"/>
                  </a:lnTo>
                  <a:lnTo>
                    <a:pt x="148812" y="303284"/>
                  </a:lnTo>
                  <a:lnTo>
                    <a:pt x="142547" y="298529"/>
                  </a:lnTo>
                  <a:lnTo>
                    <a:pt x="137353" y="298088"/>
                  </a:lnTo>
                  <a:lnTo>
                    <a:pt x="136484" y="297390"/>
                  </a:lnTo>
                  <a:lnTo>
                    <a:pt x="132257" y="293985"/>
                  </a:lnTo>
                  <a:lnTo>
                    <a:pt x="131795" y="293613"/>
                  </a:lnTo>
                  <a:lnTo>
                    <a:pt x="123519" y="293249"/>
                  </a:lnTo>
                  <a:lnTo>
                    <a:pt x="119425" y="293101"/>
                  </a:lnTo>
                  <a:lnTo>
                    <a:pt x="115339" y="290805"/>
                  </a:lnTo>
                  <a:lnTo>
                    <a:pt x="111813" y="291032"/>
                  </a:lnTo>
                  <a:lnTo>
                    <a:pt x="109146" y="293107"/>
                  </a:lnTo>
                  <a:lnTo>
                    <a:pt x="107650" y="293377"/>
                  </a:lnTo>
                  <a:lnTo>
                    <a:pt x="105815" y="293708"/>
                  </a:lnTo>
                  <a:lnTo>
                    <a:pt x="102152" y="295295"/>
                  </a:lnTo>
                  <a:lnTo>
                    <a:pt x="95752" y="296408"/>
                  </a:lnTo>
                  <a:lnTo>
                    <a:pt x="90896" y="295548"/>
                  </a:lnTo>
                  <a:lnTo>
                    <a:pt x="86472" y="296788"/>
                  </a:lnTo>
                  <a:lnTo>
                    <a:pt x="85565" y="297042"/>
                  </a:lnTo>
                  <a:lnTo>
                    <a:pt x="81696" y="295573"/>
                  </a:lnTo>
                  <a:lnTo>
                    <a:pt x="79549" y="292444"/>
                  </a:lnTo>
                  <a:lnTo>
                    <a:pt x="75899" y="292508"/>
                  </a:lnTo>
                  <a:lnTo>
                    <a:pt x="73292" y="289965"/>
                  </a:lnTo>
                  <a:lnTo>
                    <a:pt x="65223" y="285212"/>
                  </a:lnTo>
                  <a:lnTo>
                    <a:pt x="60653" y="280750"/>
                  </a:lnTo>
                  <a:lnTo>
                    <a:pt x="60046" y="278911"/>
                  </a:lnTo>
                  <a:lnTo>
                    <a:pt x="59449" y="277100"/>
                  </a:lnTo>
                  <a:lnTo>
                    <a:pt x="61078" y="273201"/>
                  </a:lnTo>
                  <a:lnTo>
                    <a:pt x="62109" y="270735"/>
                  </a:lnTo>
                  <a:lnTo>
                    <a:pt x="61394" y="265908"/>
                  </a:lnTo>
                  <a:lnTo>
                    <a:pt x="62822" y="262606"/>
                  </a:lnTo>
                  <a:lnTo>
                    <a:pt x="63403" y="261262"/>
                  </a:lnTo>
                  <a:lnTo>
                    <a:pt x="62990" y="257051"/>
                  </a:lnTo>
                  <a:lnTo>
                    <a:pt x="64027" y="252974"/>
                  </a:lnTo>
                  <a:lnTo>
                    <a:pt x="62934" y="247793"/>
                  </a:lnTo>
                  <a:lnTo>
                    <a:pt x="61906" y="241194"/>
                  </a:lnTo>
                  <a:lnTo>
                    <a:pt x="59099" y="238443"/>
                  </a:lnTo>
                  <a:lnTo>
                    <a:pt x="57456" y="235317"/>
                  </a:lnTo>
                  <a:lnTo>
                    <a:pt x="52399" y="229125"/>
                  </a:lnTo>
                  <a:lnTo>
                    <a:pt x="49631" y="227956"/>
                  </a:lnTo>
                  <a:lnTo>
                    <a:pt x="46576" y="228662"/>
                  </a:lnTo>
                  <a:lnTo>
                    <a:pt x="42089" y="229697"/>
                  </a:lnTo>
                  <a:lnTo>
                    <a:pt x="37392" y="228146"/>
                  </a:lnTo>
                  <a:lnTo>
                    <a:pt x="36960" y="228003"/>
                  </a:lnTo>
                  <a:lnTo>
                    <a:pt x="34488" y="224021"/>
                  </a:lnTo>
                  <a:lnTo>
                    <a:pt x="35864" y="220111"/>
                  </a:lnTo>
                  <a:lnTo>
                    <a:pt x="33928" y="215896"/>
                  </a:lnTo>
                  <a:lnTo>
                    <a:pt x="29836" y="215557"/>
                  </a:lnTo>
                  <a:lnTo>
                    <a:pt x="23157" y="212801"/>
                  </a:lnTo>
                  <a:lnTo>
                    <a:pt x="22372" y="209052"/>
                  </a:lnTo>
                  <a:lnTo>
                    <a:pt x="20488" y="209742"/>
                  </a:lnTo>
                  <a:lnTo>
                    <a:pt x="18289" y="210545"/>
                  </a:lnTo>
                  <a:lnTo>
                    <a:pt x="15881" y="209022"/>
                  </a:lnTo>
                  <a:lnTo>
                    <a:pt x="10849" y="211458"/>
                  </a:lnTo>
                  <a:lnTo>
                    <a:pt x="9091" y="210390"/>
                  </a:lnTo>
                  <a:lnTo>
                    <a:pt x="7363" y="206973"/>
                  </a:lnTo>
                  <a:lnTo>
                    <a:pt x="6885" y="205508"/>
                  </a:lnTo>
                  <a:lnTo>
                    <a:pt x="0" y="205559"/>
                  </a:lnTo>
                  <a:lnTo>
                    <a:pt x="2445" y="200874"/>
                  </a:lnTo>
                  <a:lnTo>
                    <a:pt x="7178" y="187149"/>
                  </a:lnTo>
                  <a:lnTo>
                    <a:pt x="10035" y="175497"/>
                  </a:lnTo>
                  <a:lnTo>
                    <a:pt x="16275" y="176932"/>
                  </a:lnTo>
                  <a:lnTo>
                    <a:pt x="19303" y="174559"/>
                  </a:lnTo>
                  <a:lnTo>
                    <a:pt x="17471" y="170217"/>
                  </a:lnTo>
                  <a:lnTo>
                    <a:pt x="12109" y="166611"/>
                  </a:lnTo>
                  <a:lnTo>
                    <a:pt x="12764" y="161416"/>
                  </a:lnTo>
                  <a:lnTo>
                    <a:pt x="12949" y="159959"/>
                  </a:lnTo>
                  <a:lnTo>
                    <a:pt x="13364" y="151415"/>
                  </a:lnTo>
                  <a:lnTo>
                    <a:pt x="11581" y="148947"/>
                  </a:lnTo>
                  <a:lnTo>
                    <a:pt x="13975" y="143471"/>
                  </a:lnTo>
                  <a:lnTo>
                    <a:pt x="17180" y="129544"/>
                  </a:lnTo>
                  <a:lnTo>
                    <a:pt x="17198" y="128073"/>
                  </a:lnTo>
                  <a:lnTo>
                    <a:pt x="17943" y="117944"/>
                  </a:lnTo>
                  <a:lnTo>
                    <a:pt x="15169" y="110812"/>
                  </a:lnTo>
                  <a:lnTo>
                    <a:pt x="18003" y="95421"/>
                  </a:lnTo>
                  <a:lnTo>
                    <a:pt x="18198" y="94370"/>
                  </a:lnTo>
                  <a:lnTo>
                    <a:pt x="18994" y="81298"/>
                  </a:lnTo>
                  <a:lnTo>
                    <a:pt x="17760" y="73965"/>
                  </a:lnTo>
                  <a:lnTo>
                    <a:pt x="15916" y="66949"/>
                  </a:lnTo>
                  <a:lnTo>
                    <a:pt x="13103" y="62041"/>
                  </a:lnTo>
                  <a:lnTo>
                    <a:pt x="12627" y="61209"/>
                  </a:lnTo>
                  <a:lnTo>
                    <a:pt x="12140" y="54038"/>
                  </a:lnTo>
                  <a:lnTo>
                    <a:pt x="13730" y="46773"/>
                  </a:lnTo>
                  <a:lnTo>
                    <a:pt x="14976" y="42645"/>
                  </a:lnTo>
                  <a:lnTo>
                    <a:pt x="14580" y="37512"/>
                  </a:lnTo>
                  <a:lnTo>
                    <a:pt x="18080" y="32545"/>
                  </a:lnTo>
                  <a:lnTo>
                    <a:pt x="21299" y="2656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87447" y="4011648"/>
              <a:ext cx="15260" cy="14273"/>
            </a:xfrm>
            <a:custGeom>
              <a:avLst/>
              <a:pathLst>
                <a:path w="15260" h="14273">
                  <a:moveTo>
                    <a:pt x="0" y="4"/>
                  </a:moveTo>
                  <a:lnTo>
                    <a:pt x="6194" y="0"/>
                  </a:lnTo>
                  <a:lnTo>
                    <a:pt x="11418" y="6506"/>
                  </a:lnTo>
                  <a:lnTo>
                    <a:pt x="15260" y="11306"/>
                  </a:lnTo>
                  <a:lnTo>
                    <a:pt x="12472" y="14273"/>
                  </a:lnTo>
                  <a:lnTo>
                    <a:pt x="10040" y="12301"/>
                  </a:lnTo>
                  <a:lnTo>
                    <a:pt x="5182" y="10815"/>
                  </a:lnTo>
                  <a:lnTo>
                    <a:pt x="4804" y="7732"/>
                  </a:lnTo>
                  <a:lnTo>
                    <a:pt x="1236" y="252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979057" y="4039912"/>
              <a:ext cx="13283" cy="17471"/>
            </a:xfrm>
            <a:custGeom>
              <a:avLst/>
              <a:pathLst>
                <a:path w="13283" h="17471">
                  <a:moveTo>
                    <a:pt x="2839" y="0"/>
                  </a:moveTo>
                  <a:lnTo>
                    <a:pt x="5085" y="4263"/>
                  </a:lnTo>
                  <a:lnTo>
                    <a:pt x="9101" y="11000"/>
                  </a:lnTo>
                  <a:lnTo>
                    <a:pt x="13283" y="16943"/>
                  </a:lnTo>
                  <a:lnTo>
                    <a:pt x="9058" y="17471"/>
                  </a:lnTo>
                  <a:lnTo>
                    <a:pt x="6203" y="13832"/>
                  </a:lnTo>
                  <a:lnTo>
                    <a:pt x="2188" y="6985"/>
                  </a:lnTo>
                  <a:lnTo>
                    <a:pt x="0" y="65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931454" y="4010694"/>
              <a:ext cx="8072" cy="6594"/>
            </a:xfrm>
            <a:custGeom>
              <a:avLst/>
              <a:pathLst>
                <a:path w="8072" h="6594">
                  <a:moveTo>
                    <a:pt x="0" y="997"/>
                  </a:moveTo>
                  <a:lnTo>
                    <a:pt x="4103" y="0"/>
                  </a:lnTo>
                  <a:lnTo>
                    <a:pt x="8072" y="3762"/>
                  </a:lnTo>
                  <a:lnTo>
                    <a:pt x="7433" y="6209"/>
                  </a:lnTo>
                  <a:lnTo>
                    <a:pt x="5351" y="6594"/>
                  </a:lnTo>
                  <a:lnTo>
                    <a:pt x="1184" y="43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923968" y="3956246"/>
              <a:ext cx="29560" cy="10968"/>
            </a:xfrm>
            <a:custGeom>
              <a:avLst/>
              <a:pathLst>
                <a:path w="29560" h="10968">
                  <a:moveTo>
                    <a:pt x="0" y="84"/>
                  </a:moveTo>
                  <a:lnTo>
                    <a:pt x="3343" y="0"/>
                  </a:lnTo>
                  <a:lnTo>
                    <a:pt x="9366" y="2958"/>
                  </a:lnTo>
                  <a:lnTo>
                    <a:pt x="18708" y="4897"/>
                  </a:lnTo>
                  <a:lnTo>
                    <a:pt x="23874" y="6081"/>
                  </a:lnTo>
                  <a:lnTo>
                    <a:pt x="25387" y="6426"/>
                  </a:lnTo>
                  <a:lnTo>
                    <a:pt x="29560" y="7637"/>
                  </a:lnTo>
                  <a:lnTo>
                    <a:pt x="28940" y="10941"/>
                  </a:lnTo>
                  <a:lnTo>
                    <a:pt x="27324" y="10968"/>
                  </a:lnTo>
                  <a:lnTo>
                    <a:pt x="22176" y="9628"/>
                  </a:lnTo>
                  <a:lnTo>
                    <a:pt x="18603" y="8693"/>
                  </a:lnTo>
                  <a:lnTo>
                    <a:pt x="12611" y="8090"/>
                  </a:lnTo>
                  <a:lnTo>
                    <a:pt x="9108" y="9062"/>
                  </a:lnTo>
                  <a:lnTo>
                    <a:pt x="5135" y="7881"/>
                  </a:lnTo>
                  <a:lnTo>
                    <a:pt x="1215" y="5740"/>
                  </a:lnTo>
                  <a:lnTo>
                    <a:pt x="1625" y="287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94684" y="3949219"/>
              <a:ext cx="24587" cy="15066"/>
            </a:xfrm>
            <a:custGeom>
              <a:avLst/>
              <a:pathLst>
                <a:path w="24587" h="15066">
                  <a:moveTo>
                    <a:pt x="5293" y="0"/>
                  </a:moveTo>
                  <a:lnTo>
                    <a:pt x="11762" y="2923"/>
                  </a:lnTo>
                  <a:lnTo>
                    <a:pt x="17042" y="6357"/>
                  </a:lnTo>
                  <a:lnTo>
                    <a:pt x="21539" y="6653"/>
                  </a:lnTo>
                  <a:lnTo>
                    <a:pt x="24587" y="11093"/>
                  </a:lnTo>
                  <a:lnTo>
                    <a:pt x="24578" y="13943"/>
                  </a:lnTo>
                  <a:lnTo>
                    <a:pt x="20102" y="14778"/>
                  </a:lnTo>
                  <a:lnTo>
                    <a:pt x="15960" y="15066"/>
                  </a:lnTo>
                  <a:lnTo>
                    <a:pt x="13339" y="12204"/>
                  </a:lnTo>
                  <a:lnTo>
                    <a:pt x="12617" y="10037"/>
                  </a:lnTo>
                  <a:lnTo>
                    <a:pt x="4269" y="5580"/>
                  </a:lnTo>
                  <a:lnTo>
                    <a:pt x="0" y="202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98185" y="3380026"/>
              <a:ext cx="441135" cy="723164"/>
            </a:xfrm>
            <a:custGeom>
              <a:avLst/>
              <a:pathLst>
                <a:path w="441135" h="723164">
                  <a:moveTo>
                    <a:pt x="3437" y="94041"/>
                  </a:moveTo>
                  <a:lnTo>
                    <a:pt x="10453" y="85303"/>
                  </a:lnTo>
                  <a:lnTo>
                    <a:pt x="19869" y="75235"/>
                  </a:lnTo>
                  <a:lnTo>
                    <a:pt x="25392" y="66666"/>
                  </a:lnTo>
                  <a:lnTo>
                    <a:pt x="26153" y="62724"/>
                  </a:lnTo>
                  <a:lnTo>
                    <a:pt x="25492" y="59796"/>
                  </a:lnTo>
                  <a:lnTo>
                    <a:pt x="26008" y="56323"/>
                  </a:lnTo>
                  <a:lnTo>
                    <a:pt x="28932" y="53623"/>
                  </a:lnTo>
                  <a:lnTo>
                    <a:pt x="32215" y="47726"/>
                  </a:lnTo>
                  <a:lnTo>
                    <a:pt x="36452" y="38320"/>
                  </a:lnTo>
                  <a:lnTo>
                    <a:pt x="36717" y="36628"/>
                  </a:lnTo>
                  <a:lnTo>
                    <a:pt x="37591" y="31043"/>
                  </a:lnTo>
                  <a:lnTo>
                    <a:pt x="37509" y="25300"/>
                  </a:lnTo>
                  <a:lnTo>
                    <a:pt x="37733" y="19697"/>
                  </a:lnTo>
                  <a:lnTo>
                    <a:pt x="37595" y="18277"/>
                  </a:lnTo>
                  <a:lnTo>
                    <a:pt x="35998" y="17271"/>
                  </a:lnTo>
                  <a:lnTo>
                    <a:pt x="34521" y="12847"/>
                  </a:lnTo>
                  <a:lnTo>
                    <a:pt x="36748" y="9716"/>
                  </a:lnTo>
                  <a:lnTo>
                    <a:pt x="39306" y="3838"/>
                  </a:lnTo>
                  <a:lnTo>
                    <a:pt x="40015" y="0"/>
                  </a:lnTo>
                  <a:lnTo>
                    <a:pt x="49851" y="3195"/>
                  </a:lnTo>
                  <a:lnTo>
                    <a:pt x="58262" y="5802"/>
                  </a:lnTo>
                  <a:lnTo>
                    <a:pt x="66017" y="8187"/>
                  </a:lnTo>
                  <a:lnTo>
                    <a:pt x="72582" y="9879"/>
                  </a:lnTo>
                  <a:lnTo>
                    <a:pt x="76600" y="10909"/>
                  </a:lnTo>
                  <a:lnTo>
                    <a:pt x="80662" y="12298"/>
                  </a:lnTo>
                  <a:lnTo>
                    <a:pt x="86263" y="13549"/>
                  </a:lnTo>
                  <a:lnTo>
                    <a:pt x="90351" y="14456"/>
                  </a:lnTo>
                  <a:lnTo>
                    <a:pt x="94989" y="16256"/>
                  </a:lnTo>
                  <a:lnTo>
                    <a:pt x="106582" y="19566"/>
                  </a:lnTo>
                  <a:lnTo>
                    <a:pt x="120790" y="23351"/>
                  </a:lnTo>
                  <a:lnTo>
                    <a:pt x="130790" y="26244"/>
                  </a:lnTo>
                  <a:lnTo>
                    <a:pt x="139640" y="28877"/>
                  </a:lnTo>
                  <a:lnTo>
                    <a:pt x="151692" y="32423"/>
                  </a:lnTo>
                  <a:lnTo>
                    <a:pt x="159777" y="34842"/>
                  </a:lnTo>
                  <a:lnTo>
                    <a:pt x="170543" y="38002"/>
                  </a:lnTo>
                  <a:lnTo>
                    <a:pt x="170918" y="38111"/>
                  </a:lnTo>
                  <a:lnTo>
                    <a:pt x="179887" y="40499"/>
                  </a:lnTo>
                  <a:lnTo>
                    <a:pt x="190089" y="43522"/>
                  </a:lnTo>
                  <a:lnTo>
                    <a:pt x="197485" y="45469"/>
                  </a:lnTo>
                  <a:lnTo>
                    <a:pt x="206432" y="47803"/>
                  </a:lnTo>
                  <a:lnTo>
                    <a:pt x="215549" y="50165"/>
                  </a:lnTo>
                  <a:lnTo>
                    <a:pt x="230812" y="54023"/>
                  </a:lnTo>
                  <a:lnTo>
                    <a:pt x="239526" y="56231"/>
                  </a:lnTo>
                  <a:lnTo>
                    <a:pt x="237637" y="64048"/>
                  </a:lnTo>
                  <a:lnTo>
                    <a:pt x="233663" y="80796"/>
                  </a:lnTo>
                  <a:lnTo>
                    <a:pt x="226791" y="109191"/>
                  </a:lnTo>
                  <a:lnTo>
                    <a:pt x="221876" y="129989"/>
                  </a:lnTo>
                  <a:lnTo>
                    <a:pt x="219713" y="139482"/>
                  </a:lnTo>
                  <a:lnTo>
                    <a:pt x="213609" y="165631"/>
                  </a:lnTo>
                  <a:lnTo>
                    <a:pt x="210565" y="178360"/>
                  </a:lnTo>
                  <a:lnTo>
                    <a:pt x="207935" y="189460"/>
                  </a:lnTo>
                  <a:lnTo>
                    <a:pt x="204242" y="204738"/>
                  </a:lnTo>
                  <a:lnTo>
                    <a:pt x="201353" y="216719"/>
                  </a:lnTo>
                  <a:lnTo>
                    <a:pt x="199861" y="222837"/>
                  </a:lnTo>
                  <a:lnTo>
                    <a:pt x="197819" y="231222"/>
                  </a:lnTo>
                  <a:lnTo>
                    <a:pt x="197419" y="232867"/>
                  </a:lnTo>
                  <a:lnTo>
                    <a:pt x="195603" y="241105"/>
                  </a:lnTo>
                  <a:lnTo>
                    <a:pt x="194839" y="244576"/>
                  </a:lnTo>
                  <a:lnTo>
                    <a:pt x="194187" y="247540"/>
                  </a:lnTo>
                  <a:lnTo>
                    <a:pt x="193208" y="251994"/>
                  </a:lnTo>
                  <a:lnTo>
                    <a:pt x="197057" y="257527"/>
                  </a:lnTo>
                  <a:lnTo>
                    <a:pt x="209720" y="275726"/>
                  </a:lnTo>
                  <a:lnTo>
                    <a:pt x="209812" y="275858"/>
                  </a:lnTo>
                  <a:lnTo>
                    <a:pt x="220086" y="290587"/>
                  </a:lnTo>
                  <a:lnTo>
                    <a:pt x="222155" y="293535"/>
                  </a:lnTo>
                  <a:lnTo>
                    <a:pt x="227159" y="300686"/>
                  </a:lnTo>
                  <a:lnTo>
                    <a:pt x="235562" y="312612"/>
                  </a:lnTo>
                  <a:lnTo>
                    <a:pt x="253970" y="338862"/>
                  </a:lnTo>
                  <a:lnTo>
                    <a:pt x="256978" y="343173"/>
                  </a:lnTo>
                  <a:lnTo>
                    <a:pt x="273839" y="367102"/>
                  </a:lnTo>
                  <a:lnTo>
                    <a:pt x="281739" y="378275"/>
                  </a:lnTo>
                  <a:lnTo>
                    <a:pt x="288176" y="387317"/>
                  </a:lnTo>
                  <a:lnTo>
                    <a:pt x="306624" y="413370"/>
                  </a:lnTo>
                  <a:lnTo>
                    <a:pt x="309986" y="418112"/>
                  </a:lnTo>
                  <a:lnTo>
                    <a:pt x="317049" y="428024"/>
                  </a:lnTo>
                  <a:lnTo>
                    <a:pt x="339152" y="459050"/>
                  </a:lnTo>
                  <a:lnTo>
                    <a:pt x="344028" y="465922"/>
                  </a:lnTo>
                  <a:lnTo>
                    <a:pt x="356362" y="483118"/>
                  </a:lnTo>
                  <a:lnTo>
                    <a:pt x="365174" y="495432"/>
                  </a:lnTo>
                  <a:lnTo>
                    <a:pt x="367240" y="498306"/>
                  </a:lnTo>
                  <a:lnTo>
                    <a:pt x="376023" y="510465"/>
                  </a:lnTo>
                  <a:lnTo>
                    <a:pt x="386826" y="525521"/>
                  </a:lnTo>
                  <a:lnTo>
                    <a:pt x="391330" y="531748"/>
                  </a:lnTo>
                  <a:lnTo>
                    <a:pt x="397764" y="540673"/>
                  </a:lnTo>
                  <a:lnTo>
                    <a:pt x="402993" y="547875"/>
                  </a:lnTo>
                  <a:lnTo>
                    <a:pt x="407299" y="553862"/>
                  </a:lnTo>
                  <a:lnTo>
                    <a:pt x="413801" y="562858"/>
                  </a:lnTo>
                  <a:lnTo>
                    <a:pt x="421546" y="573569"/>
                  </a:lnTo>
                  <a:lnTo>
                    <a:pt x="421134" y="577481"/>
                  </a:lnTo>
                  <a:lnTo>
                    <a:pt x="420155" y="582062"/>
                  </a:lnTo>
                  <a:lnTo>
                    <a:pt x="422686" y="586406"/>
                  </a:lnTo>
                  <a:lnTo>
                    <a:pt x="426375" y="593174"/>
                  </a:lnTo>
                  <a:lnTo>
                    <a:pt x="427422" y="595634"/>
                  </a:lnTo>
                  <a:lnTo>
                    <a:pt x="428614" y="603320"/>
                  </a:lnTo>
                  <a:lnTo>
                    <a:pt x="430356" y="607965"/>
                  </a:lnTo>
                  <a:lnTo>
                    <a:pt x="429650" y="612320"/>
                  </a:lnTo>
                  <a:lnTo>
                    <a:pt x="432008" y="612748"/>
                  </a:lnTo>
                  <a:lnTo>
                    <a:pt x="435378" y="616620"/>
                  </a:lnTo>
                  <a:lnTo>
                    <a:pt x="439787" y="621181"/>
                  </a:lnTo>
                  <a:lnTo>
                    <a:pt x="441135" y="624051"/>
                  </a:lnTo>
                  <a:lnTo>
                    <a:pt x="441113" y="624236"/>
                  </a:lnTo>
                  <a:lnTo>
                    <a:pt x="440775" y="627127"/>
                  </a:lnTo>
                  <a:lnTo>
                    <a:pt x="438456" y="628058"/>
                  </a:lnTo>
                  <a:lnTo>
                    <a:pt x="435111" y="631077"/>
                  </a:lnTo>
                  <a:lnTo>
                    <a:pt x="431468" y="631823"/>
                  </a:lnTo>
                  <a:lnTo>
                    <a:pt x="428131" y="633435"/>
                  </a:lnTo>
                  <a:lnTo>
                    <a:pt x="424743" y="634403"/>
                  </a:lnTo>
                  <a:lnTo>
                    <a:pt x="423348" y="635432"/>
                  </a:lnTo>
                  <a:lnTo>
                    <a:pt x="423095" y="636325"/>
                  </a:lnTo>
                  <a:lnTo>
                    <a:pt x="422432" y="638668"/>
                  </a:lnTo>
                  <a:lnTo>
                    <a:pt x="421058" y="640572"/>
                  </a:lnTo>
                  <a:lnTo>
                    <a:pt x="417522" y="643594"/>
                  </a:lnTo>
                  <a:lnTo>
                    <a:pt x="415840" y="645249"/>
                  </a:lnTo>
                  <a:lnTo>
                    <a:pt x="416994" y="647334"/>
                  </a:lnTo>
                  <a:lnTo>
                    <a:pt x="416793" y="649759"/>
                  </a:lnTo>
                  <a:lnTo>
                    <a:pt x="415611" y="652024"/>
                  </a:lnTo>
                  <a:lnTo>
                    <a:pt x="415783" y="656607"/>
                  </a:lnTo>
                  <a:lnTo>
                    <a:pt x="415820" y="659408"/>
                  </a:lnTo>
                  <a:lnTo>
                    <a:pt x="415094" y="661050"/>
                  </a:lnTo>
                  <a:lnTo>
                    <a:pt x="413668" y="662930"/>
                  </a:lnTo>
                  <a:lnTo>
                    <a:pt x="412893" y="666512"/>
                  </a:lnTo>
                  <a:lnTo>
                    <a:pt x="412595" y="670141"/>
                  </a:lnTo>
                  <a:lnTo>
                    <a:pt x="407979" y="673505"/>
                  </a:lnTo>
                  <a:lnTo>
                    <a:pt x="405648" y="676962"/>
                  </a:lnTo>
                  <a:lnTo>
                    <a:pt x="405206" y="677617"/>
                  </a:lnTo>
                  <a:lnTo>
                    <a:pt x="403032" y="677537"/>
                  </a:lnTo>
                  <a:lnTo>
                    <a:pt x="400071" y="677915"/>
                  </a:lnTo>
                  <a:lnTo>
                    <a:pt x="400767" y="679960"/>
                  </a:lnTo>
                  <a:lnTo>
                    <a:pt x="400191" y="683458"/>
                  </a:lnTo>
                  <a:lnTo>
                    <a:pt x="398988" y="685638"/>
                  </a:lnTo>
                  <a:lnTo>
                    <a:pt x="401344" y="688248"/>
                  </a:lnTo>
                  <a:lnTo>
                    <a:pt x="400889" y="689879"/>
                  </a:lnTo>
                  <a:lnTo>
                    <a:pt x="400101" y="694529"/>
                  </a:lnTo>
                  <a:lnTo>
                    <a:pt x="398071" y="697839"/>
                  </a:lnTo>
                  <a:lnTo>
                    <a:pt x="399342" y="702616"/>
                  </a:lnTo>
                  <a:lnTo>
                    <a:pt x="401621" y="703482"/>
                  </a:lnTo>
                  <a:lnTo>
                    <a:pt x="404613" y="703630"/>
                  </a:lnTo>
                  <a:lnTo>
                    <a:pt x="407682" y="704960"/>
                  </a:lnTo>
                  <a:lnTo>
                    <a:pt x="408009" y="705102"/>
                  </a:lnTo>
                  <a:lnTo>
                    <a:pt x="409156" y="708773"/>
                  </a:lnTo>
                  <a:lnTo>
                    <a:pt x="408932" y="712008"/>
                  </a:lnTo>
                  <a:lnTo>
                    <a:pt x="409464" y="713569"/>
                  </a:lnTo>
                  <a:lnTo>
                    <a:pt x="408575" y="717250"/>
                  </a:lnTo>
                  <a:lnTo>
                    <a:pt x="404471" y="720777"/>
                  </a:lnTo>
                  <a:lnTo>
                    <a:pt x="403923" y="721201"/>
                  </a:lnTo>
                  <a:lnTo>
                    <a:pt x="401962" y="722714"/>
                  </a:lnTo>
                  <a:lnTo>
                    <a:pt x="399402" y="722685"/>
                  </a:lnTo>
                  <a:lnTo>
                    <a:pt x="396460" y="722651"/>
                  </a:lnTo>
                  <a:lnTo>
                    <a:pt x="394414" y="721797"/>
                  </a:lnTo>
                  <a:lnTo>
                    <a:pt x="393412" y="723164"/>
                  </a:lnTo>
                  <a:lnTo>
                    <a:pt x="377626" y="721668"/>
                  </a:lnTo>
                  <a:lnTo>
                    <a:pt x="351552" y="719151"/>
                  </a:lnTo>
                  <a:lnTo>
                    <a:pt x="318887" y="715990"/>
                  </a:lnTo>
                  <a:lnTo>
                    <a:pt x="315539" y="715673"/>
                  </a:lnTo>
                  <a:lnTo>
                    <a:pt x="291119" y="713288"/>
                  </a:lnTo>
                  <a:lnTo>
                    <a:pt x="286257" y="712835"/>
                  </a:lnTo>
                  <a:lnTo>
                    <a:pt x="273549" y="711553"/>
                  </a:lnTo>
                  <a:lnTo>
                    <a:pt x="273325" y="711530"/>
                  </a:lnTo>
                  <a:lnTo>
                    <a:pt x="258265" y="710061"/>
                  </a:lnTo>
                  <a:lnTo>
                    <a:pt x="258472" y="706603"/>
                  </a:lnTo>
                  <a:lnTo>
                    <a:pt x="258605" y="704374"/>
                  </a:lnTo>
                  <a:lnTo>
                    <a:pt x="257454" y="700518"/>
                  </a:lnTo>
                  <a:lnTo>
                    <a:pt x="256115" y="699093"/>
                  </a:lnTo>
                  <a:lnTo>
                    <a:pt x="253168" y="699814"/>
                  </a:lnTo>
                  <a:lnTo>
                    <a:pt x="253030" y="697695"/>
                  </a:lnTo>
                  <a:lnTo>
                    <a:pt x="254069" y="691994"/>
                  </a:lnTo>
                  <a:lnTo>
                    <a:pt x="253057" y="689381"/>
                  </a:lnTo>
                  <a:lnTo>
                    <a:pt x="253197" y="688232"/>
                  </a:lnTo>
                  <a:lnTo>
                    <a:pt x="253795" y="687545"/>
                  </a:lnTo>
                  <a:lnTo>
                    <a:pt x="254373" y="687807"/>
                  </a:lnTo>
                  <a:lnTo>
                    <a:pt x="254863" y="687221"/>
                  </a:lnTo>
                  <a:lnTo>
                    <a:pt x="255439" y="684569"/>
                  </a:lnTo>
                  <a:lnTo>
                    <a:pt x="255400" y="681878"/>
                  </a:lnTo>
                  <a:lnTo>
                    <a:pt x="255329" y="676905"/>
                  </a:lnTo>
                  <a:lnTo>
                    <a:pt x="254405" y="671185"/>
                  </a:lnTo>
                  <a:lnTo>
                    <a:pt x="252711" y="665728"/>
                  </a:lnTo>
                  <a:lnTo>
                    <a:pt x="249373" y="658212"/>
                  </a:lnTo>
                  <a:lnTo>
                    <a:pt x="244970" y="650676"/>
                  </a:lnTo>
                  <a:lnTo>
                    <a:pt x="242585" y="648709"/>
                  </a:lnTo>
                  <a:lnTo>
                    <a:pt x="240548" y="644610"/>
                  </a:lnTo>
                  <a:lnTo>
                    <a:pt x="236989" y="642502"/>
                  </a:lnTo>
                  <a:lnTo>
                    <a:pt x="236664" y="640872"/>
                  </a:lnTo>
                  <a:lnTo>
                    <a:pt x="236099" y="640078"/>
                  </a:lnTo>
                  <a:lnTo>
                    <a:pt x="232738" y="635338"/>
                  </a:lnTo>
                  <a:lnTo>
                    <a:pt x="231582" y="633637"/>
                  </a:lnTo>
                  <a:lnTo>
                    <a:pt x="227260" y="630522"/>
                  </a:lnTo>
                  <a:lnTo>
                    <a:pt x="223877" y="626458"/>
                  </a:lnTo>
                  <a:lnTo>
                    <a:pt x="220034" y="620465"/>
                  </a:lnTo>
                  <a:lnTo>
                    <a:pt x="218790" y="619238"/>
                  </a:lnTo>
                  <a:lnTo>
                    <a:pt x="217954" y="618412"/>
                  </a:lnTo>
                  <a:lnTo>
                    <a:pt x="214972" y="618929"/>
                  </a:lnTo>
                  <a:lnTo>
                    <a:pt x="212092" y="619721"/>
                  </a:lnTo>
                  <a:lnTo>
                    <a:pt x="210494" y="620160"/>
                  </a:lnTo>
                  <a:lnTo>
                    <a:pt x="207437" y="618866"/>
                  </a:lnTo>
                  <a:lnTo>
                    <a:pt x="206671" y="618124"/>
                  </a:lnTo>
                  <a:lnTo>
                    <a:pt x="205653" y="617138"/>
                  </a:lnTo>
                  <a:lnTo>
                    <a:pt x="203429" y="616399"/>
                  </a:lnTo>
                  <a:lnTo>
                    <a:pt x="202204" y="613473"/>
                  </a:lnTo>
                  <a:lnTo>
                    <a:pt x="204431" y="611943"/>
                  </a:lnTo>
                  <a:lnTo>
                    <a:pt x="204459" y="606503"/>
                  </a:lnTo>
                  <a:lnTo>
                    <a:pt x="202968" y="600342"/>
                  </a:lnTo>
                  <a:lnTo>
                    <a:pt x="200636" y="595976"/>
                  </a:lnTo>
                  <a:lnTo>
                    <a:pt x="200544" y="595804"/>
                  </a:lnTo>
                  <a:lnTo>
                    <a:pt x="196160" y="594031"/>
                  </a:lnTo>
                  <a:lnTo>
                    <a:pt x="191996" y="593490"/>
                  </a:lnTo>
                  <a:lnTo>
                    <a:pt x="188444" y="592766"/>
                  </a:lnTo>
                  <a:lnTo>
                    <a:pt x="184794" y="594053"/>
                  </a:lnTo>
                  <a:lnTo>
                    <a:pt x="182558" y="591285"/>
                  </a:lnTo>
                  <a:lnTo>
                    <a:pt x="177884" y="589358"/>
                  </a:lnTo>
                  <a:lnTo>
                    <a:pt x="177351" y="589139"/>
                  </a:lnTo>
                  <a:lnTo>
                    <a:pt x="171710" y="584941"/>
                  </a:lnTo>
                  <a:lnTo>
                    <a:pt x="169622" y="584178"/>
                  </a:lnTo>
                  <a:lnTo>
                    <a:pt x="164182" y="578308"/>
                  </a:lnTo>
                  <a:lnTo>
                    <a:pt x="163305" y="574564"/>
                  </a:lnTo>
                  <a:lnTo>
                    <a:pt x="163209" y="572976"/>
                  </a:lnTo>
                  <a:lnTo>
                    <a:pt x="163138" y="571807"/>
                  </a:lnTo>
                  <a:lnTo>
                    <a:pt x="161146" y="569777"/>
                  </a:lnTo>
                  <a:lnTo>
                    <a:pt x="158399" y="566013"/>
                  </a:lnTo>
                  <a:lnTo>
                    <a:pt x="154555" y="561472"/>
                  </a:lnTo>
                  <a:lnTo>
                    <a:pt x="153715" y="560946"/>
                  </a:lnTo>
                  <a:lnTo>
                    <a:pt x="150785" y="559108"/>
                  </a:lnTo>
                  <a:lnTo>
                    <a:pt x="146862" y="556423"/>
                  </a:lnTo>
                  <a:lnTo>
                    <a:pt x="143060" y="556389"/>
                  </a:lnTo>
                  <a:lnTo>
                    <a:pt x="141575" y="556921"/>
                  </a:lnTo>
                  <a:lnTo>
                    <a:pt x="137755" y="554589"/>
                  </a:lnTo>
                  <a:lnTo>
                    <a:pt x="135085" y="553960"/>
                  </a:lnTo>
                  <a:lnTo>
                    <a:pt x="132945" y="553926"/>
                  </a:lnTo>
                  <a:lnTo>
                    <a:pt x="128214" y="550314"/>
                  </a:lnTo>
                  <a:lnTo>
                    <a:pt x="124251" y="548179"/>
                  </a:lnTo>
                  <a:lnTo>
                    <a:pt x="119589" y="546231"/>
                  </a:lnTo>
                  <a:lnTo>
                    <a:pt x="111341" y="544394"/>
                  </a:lnTo>
                  <a:lnTo>
                    <a:pt x="102666" y="543865"/>
                  </a:lnTo>
                  <a:lnTo>
                    <a:pt x="100565" y="538111"/>
                  </a:lnTo>
                  <a:lnTo>
                    <a:pt x="98794" y="536299"/>
                  </a:lnTo>
                  <a:lnTo>
                    <a:pt x="97340" y="534958"/>
                  </a:lnTo>
                  <a:lnTo>
                    <a:pt x="95100" y="534599"/>
                  </a:lnTo>
                  <a:lnTo>
                    <a:pt x="94262" y="532524"/>
                  </a:lnTo>
                  <a:lnTo>
                    <a:pt x="98208" y="525852"/>
                  </a:lnTo>
                  <a:lnTo>
                    <a:pt x="98087" y="523157"/>
                  </a:lnTo>
                  <a:lnTo>
                    <a:pt x="97586" y="522523"/>
                  </a:lnTo>
                  <a:lnTo>
                    <a:pt x="100193" y="514889"/>
                  </a:lnTo>
                  <a:lnTo>
                    <a:pt x="97658" y="511080"/>
                  </a:lnTo>
                  <a:lnTo>
                    <a:pt x="99788" y="506711"/>
                  </a:lnTo>
                  <a:lnTo>
                    <a:pt x="101523" y="503150"/>
                  </a:lnTo>
                  <a:lnTo>
                    <a:pt x="102399" y="500245"/>
                  </a:lnTo>
                  <a:lnTo>
                    <a:pt x="102739" y="497193"/>
                  </a:lnTo>
                  <a:lnTo>
                    <a:pt x="101096" y="494758"/>
                  </a:lnTo>
                  <a:lnTo>
                    <a:pt x="99371" y="492738"/>
                  </a:lnTo>
                  <a:lnTo>
                    <a:pt x="96931" y="493192"/>
                  </a:lnTo>
                  <a:lnTo>
                    <a:pt x="92808" y="489105"/>
                  </a:lnTo>
                  <a:lnTo>
                    <a:pt x="90815" y="485594"/>
                  </a:lnTo>
                  <a:lnTo>
                    <a:pt x="92412" y="482801"/>
                  </a:lnTo>
                  <a:lnTo>
                    <a:pt x="94323" y="478687"/>
                  </a:lnTo>
                  <a:lnTo>
                    <a:pt x="94171" y="473848"/>
                  </a:lnTo>
                  <a:lnTo>
                    <a:pt x="90790" y="471354"/>
                  </a:lnTo>
                  <a:lnTo>
                    <a:pt x="89363" y="470699"/>
                  </a:lnTo>
                  <a:lnTo>
                    <a:pt x="88401" y="470258"/>
                  </a:lnTo>
                  <a:lnTo>
                    <a:pt x="84263" y="461509"/>
                  </a:lnTo>
                  <a:lnTo>
                    <a:pt x="82483" y="456639"/>
                  </a:lnTo>
                  <a:lnTo>
                    <a:pt x="77436" y="453157"/>
                  </a:lnTo>
                  <a:lnTo>
                    <a:pt x="75938" y="449538"/>
                  </a:lnTo>
                  <a:lnTo>
                    <a:pt x="76079" y="444739"/>
                  </a:lnTo>
                  <a:lnTo>
                    <a:pt x="75502" y="443751"/>
                  </a:lnTo>
                  <a:lnTo>
                    <a:pt x="73146" y="439706"/>
                  </a:lnTo>
                  <a:lnTo>
                    <a:pt x="70890" y="436270"/>
                  </a:lnTo>
                  <a:lnTo>
                    <a:pt x="70957" y="430413"/>
                  </a:lnTo>
                  <a:lnTo>
                    <a:pt x="69265" y="426913"/>
                  </a:lnTo>
                  <a:lnTo>
                    <a:pt x="67213" y="425620"/>
                  </a:lnTo>
                  <a:lnTo>
                    <a:pt x="65915" y="420104"/>
                  </a:lnTo>
                  <a:lnTo>
                    <a:pt x="63935" y="414987"/>
                  </a:lnTo>
                  <a:lnTo>
                    <a:pt x="59739" y="409587"/>
                  </a:lnTo>
                  <a:lnTo>
                    <a:pt x="57556" y="407996"/>
                  </a:lnTo>
                  <a:lnTo>
                    <a:pt x="55311" y="403157"/>
                  </a:lnTo>
                  <a:lnTo>
                    <a:pt x="55995" y="397034"/>
                  </a:lnTo>
                  <a:lnTo>
                    <a:pt x="55480" y="390501"/>
                  </a:lnTo>
                  <a:lnTo>
                    <a:pt x="55547" y="383766"/>
                  </a:lnTo>
                  <a:lnTo>
                    <a:pt x="58773" y="381040"/>
                  </a:lnTo>
                  <a:lnTo>
                    <a:pt x="61655" y="383447"/>
                  </a:lnTo>
                  <a:lnTo>
                    <a:pt x="65172" y="379413"/>
                  </a:lnTo>
                  <a:lnTo>
                    <a:pt x="67586" y="373485"/>
                  </a:lnTo>
                  <a:lnTo>
                    <a:pt x="68457" y="371104"/>
                  </a:lnTo>
                  <a:lnTo>
                    <a:pt x="67925" y="368538"/>
                  </a:lnTo>
                  <a:lnTo>
                    <a:pt x="66687" y="362538"/>
                  </a:lnTo>
                  <a:lnTo>
                    <a:pt x="65023" y="359487"/>
                  </a:lnTo>
                  <a:lnTo>
                    <a:pt x="62748" y="358696"/>
                  </a:lnTo>
                  <a:lnTo>
                    <a:pt x="58555" y="358966"/>
                  </a:lnTo>
                  <a:lnTo>
                    <a:pt x="54598" y="357550"/>
                  </a:lnTo>
                  <a:lnTo>
                    <a:pt x="50415" y="352365"/>
                  </a:lnTo>
                  <a:lnTo>
                    <a:pt x="48596" y="347783"/>
                  </a:lnTo>
                  <a:lnTo>
                    <a:pt x="47828" y="345537"/>
                  </a:lnTo>
                  <a:lnTo>
                    <a:pt x="47402" y="345183"/>
                  </a:lnTo>
                  <a:lnTo>
                    <a:pt x="46109" y="344106"/>
                  </a:lnTo>
                  <a:lnTo>
                    <a:pt x="45504" y="341944"/>
                  </a:lnTo>
                  <a:lnTo>
                    <a:pt x="43510" y="338383"/>
                  </a:lnTo>
                  <a:lnTo>
                    <a:pt x="43431" y="334091"/>
                  </a:lnTo>
                  <a:lnTo>
                    <a:pt x="45762" y="328573"/>
                  </a:lnTo>
                  <a:lnTo>
                    <a:pt x="45983" y="326000"/>
                  </a:lnTo>
                  <a:lnTo>
                    <a:pt x="45245" y="321532"/>
                  </a:lnTo>
                  <a:lnTo>
                    <a:pt x="45553" y="319833"/>
                  </a:lnTo>
                  <a:lnTo>
                    <a:pt x="43639" y="317151"/>
                  </a:lnTo>
                  <a:lnTo>
                    <a:pt x="42960" y="314938"/>
                  </a:lnTo>
                  <a:lnTo>
                    <a:pt x="43801" y="311352"/>
                  </a:lnTo>
                  <a:lnTo>
                    <a:pt x="45479" y="309311"/>
                  </a:lnTo>
                  <a:lnTo>
                    <a:pt x="46369" y="305830"/>
                  </a:lnTo>
                  <a:lnTo>
                    <a:pt x="46716" y="304475"/>
                  </a:lnTo>
                  <a:lnTo>
                    <a:pt x="46881" y="303008"/>
                  </a:lnTo>
                  <a:lnTo>
                    <a:pt x="47360" y="298747"/>
                  </a:lnTo>
                  <a:lnTo>
                    <a:pt x="50209" y="297470"/>
                  </a:lnTo>
                  <a:lnTo>
                    <a:pt x="53684" y="298110"/>
                  </a:lnTo>
                  <a:lnTo>
                    <a:pt x="54084" y="299261"/>
                  </a:lnTo>
                  <a:lnTo>
                    <a:pt x="53666" y="302781"/>
                  </a:lnTo>
                  <a:lnTo>
                    <a:pt x="54511" y="303648"/>
                  </a:lnTo>
                  <a:lnTo>
                    <a:pt x="54020" y="304522"/>
                  </a:lnTo>
                  <a:lnTo>
                    <a:pt x="52489" y="304561"/>
                  </a:lnTo>
                  <a:lnTo>
                    <a:pt x="52305" y="304566"/>
                  </a:lnTo>
                  <a:lnTo>
                    <a:pt x="52069" y="312519"/>
                  </a:lnTo>
                  <a:lnTo>
                    <a:pt x="57375" y="316385"/>
                  </a:lnTo>
                  <a:lnTo>
                    <a:pt x="60341" y="320965"/>
                  </a:lnTo>
                  <a:lnTo>
                    <a:pt x="62615" y="320394"/>
                  </a:lnTo>
                  <a:lnTo>
                    <a:pt x="63611" y="320144"/>
                  </a:lnTo>
                  <a:lnTo>
                    <a:pt x="62834" y="316239"/>
                  </a:lnTo>
                  <a:lnTo>
                    <a:pt x="63368" y="312283"/>
                  </a:lnTo>
                  <a:lnTo>
                    <a:pt x="63300" y="310372"/>
                  </a:lnTo>
                  <a:lnTo>
                    <a:pt x="61237" y="307660"/>
                  </a:lnTo>
                  <a:lnTo>
                    <a:pt x="59870" y="305351"/>
                  </a:lnTo>
                  <a:lnTo>
                    <a:pt x="60210" y="303444"/>
                  </a:lnTo>
                  <a:lnTo>
                    <a:pt x="57516" y="301155"/>
                  </a:lnTo>
                  <a:lnTo>
                    <a:pt x="57007" y="298745"/>
                  </a:lnTo>
                  <a:lnTo>
                    <a:pt x="58847" y="297842"/>
                  </a:lnTo>
                  <a:lnTo>
                    <a:pt x="58653" y="293344"/>
                  </a:lnTo>
                  <a:lnTo>
                    <a:pt x="58607" y="292288"/>
                  </a:lnTo>
                  <a:lnTo>
                    <a:pt x="56320" y="291902"/>
                  </a:lnTo>
                  <a:lnTo>
                    <a:pt x="54814" y="287961"/>
                  </a:lnTo>
                  <a:lnTo>
                    <a:pt x="58094" y="287308"/>
                  </a:lnTo>
                  <a:lnTo>
                    <a:pt x="58524" y="285351"/>
                  </a:lnTo>
                  <a:lnTo>
                    <a:pt x="60939" y="285859"/>
                  </a:lnTo>
                  <a:lnTo>
                    <a:pt x="64586" y="284002"/>
                  </a:lnTo>
                  <a:lnTo>
                    <a:pt x="64408" y="283332"/>
                  </a:lnTo>
                  <a:lnTo>
                    <a:pt x="63517" y="279963"/>
                  </a:lnTo>
                  <a:lnTo>
                    <a:pt x="59540" y="276184"/>
                  </a:lnTo>
                  <a:lnTo>
                    <a:pt x="59315" y="276222"/>
                  </a:lnTo>
                  <a:lnTo>
                    <a:pt x="54196" y="277084"/>
                  </a:lnTo>
                  <a:lnTo>
                    <a:pt x="54039" y="277111"/>
                  </a:lnTo>
                  <a:lnTo>
                    <a:pt x="52356" y="281936"/>
                  </a:lnTo>
                  <a:lnTo>
                    <a:pt x="54092" y="284934"/>
                  </a:lnTo>
                  <a:lnTo>
                    <a:pt x="51804" y="286348"/>
                  </a:lnTo>
                  <a:lnTo>
                    <a:pt x="51170" y="289298"/>
                  </a:lnTo>
                  <a:lnTo>
                    <a:pt x="52608" y="291687"/>
                  </a:lnTo>
                  <a:lnTo>
                    <a:pt x="53441" y="294758"/>
                  </a:lnTo>
                  <a:lnTo>
                    <a:pt x="49727" y="295532"/>
                  </a:lnTo>
                  <a:lnTo>
                    <a:pt x="47072" y="294536"/>
                  </a:lnTo>
                  <a:lnTo>
                    <a:pt x="44595" y="290713"/>
                  </a:lnTo>
                  <a:lnTo>
                    <a:pt x="41236" y="287567"/>
                  </a:lnTo>
                  <a:lnTo>
                    <a:pt x="39803" y="288054"/>
                  </a:lnTo>
                  <a:lnTo>
                    <a:pt x="37891" y="284600"/>
                  </a:lnTo>
                  <a:lnTo>
                    <a:pt x="36434" y="281312"/>
                  </a:lnTo>
                  <a:lnTo>
                    <a:pt x="34140" y="277859"/>
                  </a:lnTo>
                  <a:lnTo>
                    <a:pt x="30223" y="275677"/>
                  </a:lnTo>
                  <a:lnTo>
                    <a:pt x="27807" y="277744"/>
                  </a:lnTo>
                  <a:lnTo>
                    <a:pt x="26129" y="276493"/>
                  </a:lnTo>
                  <a:lnTo>
                    <a:pt x="30545" y="270103"/>
                  </a:lnTo>
                  <a:lnTo>
                    <a:pt x="31982" y="266131"/>
                  </a:lnTo>
                  <a:lnTo>
                    <a:pt x="31364" y="261626"/>
                  </a:lnTo>
                  <a:lnTo>
                    <a:pt x="32017" y="259322"/>
                  </a:lnTo>
                  <a:lnTo>
                    <a:pt x="31536" y="257516"/>
                  </a:lnTo>
                  <a:lnTo>
                    <a:pt x="29108" y="256650"/>
                  </a:lnTo>
                  <a:lnTo>
                    <a:pt x="28979" y="254107"/>
                  </a:lnTo>
                  <a:lnTo>
                    <a:pt x="29077" y="250264"/>
                  </a:lnTo>
                  <a:lnTo>
                    <a:pt x="26506" y="243610"/>
                  </a:lnTo>
                  <a:lnTo>
                    <a:pt x="22980" y="240057"/>
                  </a:lnTo>
                  <a:lnTo>
                    <a:pt x="19846" y="235324"/>
                  </a:lnTo>
                  <a:lnTo>
                    <a:pt x="19512" y="233036"/>
                  </a:lnTo>
                  <a:lnTo>
                    <a:pt x="16743" y="225007"/>
                  </a:lnTo>
                  <a:lnTo>
                    <a:pt x="13868" y="221199"/>
                  </a:lnTo>
                  <a:lnTo>
                    <a:pt x="13027" y="219148"/>
                  </a:lnTo>
                  <a:lnTo>
                    <a:pt x="12030" y="216711"/>
                  </a:lnTo>
                  <a:lnTo>
                    <a:pt x="9543" y="212768"/>
                  </a:lnTo>
                  <a:lnTo>
                    <a:pt x="9004" y="210596"/>
                  </a:lnTo>
                  <a:lnTo>
                    <a:pt x="7226" y="207209"/>
                  </a:lnTo>
                  <a:lnTo>
                    <a:pt x="6869" y="204170"/>
                  </a:lnTo>
                  <a:lnTo>
                    <a:pt x="10134" y="200489"/>
                  </a:lnTo>
                  <a:lnTo>
                    <a:pt x="10481" y="193287"/>
                  </a:lnTo>
                  <a:lnTo>
                    <a:pt x="9524" y="188201"/>
                  </a:lnTo>
                  <a:lnTo>
                    <a:pt x="9296" y="182674"/>
                  </a:lnTo>
                  <a:lnTo>
                    <a:pt x="9618" y="176485"/>
                  </a:lnTo>
                  <a:lnTo>
                    <a:pt x="11689" y="171083"/>
                  </a:lnTo>
                  <a:lnTo>
                    <a:pt x="15969" y="164900"/>
                  </a:lnTo>
                  <a:lnTo>
                    <a:pt x="16437" y="160213"/>
                  </a:lnTo>
                  <a:lnTo>
                    <a:pt x="17067" y="156000"/>
                  </a:lnTo>
                  <a:lnTo>
                    <a:pt x="15975" y="152934"/>
                  </a:lnTo>
                  <a:lnTo>
                    <a:pt x="16876" y="145543"/>
                  </a:lnTo>
                  <a:lnTo>
                    <a:pt x="14719" y="142713"/>
                  </a:lnTo>
                  <a:lnTo>
                    <a:pt x="13505" y="138170"/>
                  </a:lnTo>
                  <a:lnTo>
                    <a:pt x="11543" y="132020"/>
                  </a:lnTo>
                  <a:lnTo>
                    <a:pt x="11245" y="131083"/>
                  </a:lnTo>
                  <a:lnTo>
                    <a:pt x="9792" y="130078"/>
                  </a:lnTo>
                  <a:lnTo>
                    <a:pt x="9964" y="126108"/>
                  </a:lnTo>
                  <a:lnTo>
                    <a:pt x="8105" y="122870"/>
                  </a:lnTo>
                  <a:lnTo>
                    <a:pt x="6050" y="121241"/>
                  </a:lnTo>
                  <a:lnTo>
                    <a:pt x="3638" y="116713"/>
                  </a:lnTo>
                  <a:lnTo>
                    <a:pt x="663" y="111588"/>
                  </a:lnTo>
                  <a:lnTo>
                    <a:pt x="0" y="110184"/>
                  </a:lnTo>
                  <a:lnTo>
                    <a:pt x="1814" y="105777"/>
                  </a:lnTo>
                  <a:lnTo>
                    <a:pt x="2038" y="102784"/>
                  </a:lnTo>
                  <a:lnTo>
                    <a:pt x="1096" y="980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024403" y="2834767"/>
              <a:ext cx="7749" cy="13257"/>
            </a:xfrm>
            <a:custGeom>
              <a:avLst/>
              <a:pathLst>
                <a:path w="7749" h="13257">
                  <a:moveTo>
                    <a:pt x="327" y="3293"/>
                  </a:moveTo>
                  <a:lnTo>
                    <a:pt x="5546" y="0"/>
                  </a:lnTo>
                  <a:lnTo>
                    <a:pt x="7749" y="2762"/>
                  </a:lnTo>
                  <a:lnTo>
                    <a:pt x="5028" y="8230"/>
                  </a:lnTo>
                  <a:lnTo>
                    <a:pt x="3969" y="13257"/>
                  </a:lnTo>
                  <a:lnTo>
                    <a:pt x="0" y="914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89693" y="2733802"/>
              <a:ext cx="15412" cy="12048"/>
            </a:xfrm>
            <a:custGeom>
              <a:avLst/>
              <a:pathLst>
                <a:path w="15412" h="12048">
                  <a:moveTo>
                    <a:pt x="0" y="3311"/>
                  </a:moveTo>
                  <a:lnTo>
                    <a:pt x="1934" y="2107"/>
                  </a:lnTo>
                  <a:lnTo>
                    <a:pt x="6756" y="0"/>
                  </a:lnTo>
                  <a:lnTo>
                    <a:pt x="11916" y="861"/>
                  </a:lnTo>
                  <a:lnTo>
                    <a:pt x="13005" y="2365"/>
                  </a:lnTo>
                  <a:lnTo>
                    <a:pt x="15412" y="6735"/>
                  </a:lnTo>
                  <a:lnTo>
                    <a:pt x="14973" y="8929"/>
                  </a:lnTo>
                  <a:lnTo>
                    <a:pt x="13773" y="10752"/>
                  </a:lnTo>
                  <a:lnTo>
                    <a:pt x="8942" y="12048"/>
                  </a:lnTo>
                  <a:lnTo>
                    <a:pt x="6098" y="8281"/>
                  </a:lnTo>
                  <a:lnTo>
                    <a:pt x="3996" y="6095"/>
                  </a:lnTo>
                  <a:lnTo>
                    <a:pt x="710" y="505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81965" y="2739896"/>
              <a:ext cx="342805" cy="366908"/>
            </a:xfrm>
            <a:custGeom>
              <a:avLst/>
              <a:pathLst>
                <a:path w="342805" h="366908">
                  <a:moveTo>
                    <a:pt x="33" y="122747"/>
                  </a:moveTo>
                  <a:lnTo>
                    <a:pt x="489" y="116823"/>
                  </a:lnTo>
                  <a:lnTo>
                    <a:pt x="2043" y="115504"/>
                  </a:lnTo>
                  <a:lnTo>
                    <a:pt x="2833" y="114832"/>
                  </a:lnTo>
                  <a:lnTo>
                    <a:pt x="5274" y="110191"/>
                  </a:lnTo>
                  <a:lnTo>
                    <a:pt x="5911" y="106376"/>
                  </a:lnTo>
                  <a:lnTo>
                    <a:pt x="7740" y="102194"/>
                  </a:lnTo>
                  <a:lnTo>
                    <a:pt x="11145" y="98515"/>
                  </a:lnTo>
                  <a:lnTo>
                    <a:pt x="15291" y="96326"/>
                  </a:lnTo>
                  <a:lnTo>
                    <a:pt x="17097" y="94180"/>
                  </a:lnTo>
                  <a:lnTo>
                    <a:pt x="21233" y="93560"/>
                  </a:lnTo>
                  <a:lnTo>
                    <a:pt x="22323" y="91027"/>
                  </a:lnTo>
                  <a:lnTo>
                    <a:pt x="25432" y="89300"/>
                  </a:lnTo>
                  <a:lnTo>
                    <a:pt x="27793" y="89396"/>
                  </a:lnTo>
                  <a:lnTo>
                    <a:pt x="28275" y="86325"/>
                  </a:lnTo>
                  <a:lnTo>
                    <a:pt x="30614" y="84258"/>
                  </a:lnTo>
                  <a:lnTo>
                    <a:pt x="29966" y="77440"/>
                  </a:lnTo>
                  <a:lnTo>
                    <a:pt x="29288" y="70312"/>
                  </a:lnTo>
                  <a:lnTo>
                    <a:pt x="27956" y="56077"/>
                  </a:lnTo>
                  <a:lnTo>
                    <a:pt x="27352" y="49635"/>
                  </a:lnTo>
                  <a:lnTo>
                    <a:pt x="26021" y="35857"/>
                  </a:lnTo>
                  <a:lnTo>
                    <a:pt x="30888" y="35261"/>
                  </a:lnTo>
                  <a:lnTo>
                    <a:pt x="31900" y="32633"/>
                  </a:lnTo>
                  <a:lnTo>
                    <a:pt x="33839" y="29427"/>
                  </a:lnTo>
                  <a:lnTo>
                    <a:pt x="36236" y="28954"/>
                  </a:lnTo>
                  <a:lnTo>
                    <a:pt x="39212" y="30645"/>
                  </a:lnTo>
                  <a:lnTo>
                    <a:pt x="41242" y="30779"/>
                  </a:lnTo>
                  <a:lnTo>
                    <a:pt x="44444" y="32444"/>
                  </a:lnTo>
                  <a:lnTo>
                    <a:pt x="48592" y="31388"/>
                  </a:lnTo>
                  <a:lnTo>
                    <a:pt x="52355" y="31008"/>
                  </a:lnTo>
                  <a:lnTo>
                    <a:pt x="61777" y="26335"/>
                  </a:lnTo>
                  <a:lnTo>
                    <a:pt x="65575" y="24047"/>
                  </a:lnTo>
                  <a:lnTo>
                    <a:pt x="66863" y="23912"/>
                  </a:lnTo>
                  <a:lnTo>
                    <a:pt x="69123" y="23675"/>
                  </a:lnTo>
                  <a:lnTo>
                    <a:pt x="74405" y="20437"/>
                  </a:lnTo>
                  <a:lnTo>
                    <a:pt x="77188" y="19431"/>
                  </a:lnTo>
                  <a:lnTo>
                    <a:pt x="79507" y="16797"/>
                  </a:lnTo>
                  <a:lnTo>
                    <a:pt x="82670" y="15616"/>
                  </a:lnTo>
                  <a:lnTo>
                    <a:pt x="84920" y="12882"/>
                  </a:lnTo>
                  <a:lnTo>
                    <a:pt x="87588" y="14421"/>
                  </a:lnTo>
                  <a:lnTo>
                    <a:pt x="89433" y="12118"/>
                  </a:lnTo>
                  <a:lnTo>
                    <a:pt x="91758" y="11073"/>
                  </a:lnTo>
                  <a:lnTo>
                    <a:pt x="94494" y="8807"/>
                  </a:lnTo>
                  <a:lnTo>
                    <a:pt x="97072" y="6642"/>
                  </a:lnTo>
                  <a:lnTo>
                    <a:pt x="96274" y="2022"/>
                  </a:lnTo>
                  <a:lnTo>
                    <a:pt x="99730" y="0"/>
                  </a:lnTo>
                  <a:lnTo>
                    <a:pt x="104083" y="2772"/>
                  </a:lnTo>
                  <a:lnTo>
                    <a:pt x="106911" y="4427"/>
                  </a:lnTo>
                  <a:lnTo>
                    <a:pt x="110745" y="7683"/>
                  </a:lnTo>
                  <a:lnTo>
                    <a:pt x="108429" y="13864"/>
                  </a:lnTo>
                  <a:lnTo>
                    <a:pt x="105499" y="18982"/>
                  </a:lnTo>
                  <a:lnTo>
                    <a:pt x="104633" y="21215"/>
                  </a:lnTo>
                  <a:lnTo>
                    <a:pt x="106595" y="24348"/>
                  </a:lnTo>
                  <a:lnTo>
                    <a:pt x="103479" y="28126"/>
                  </a:lnTo>
                  <a:lnTo>
                    <a:pt x="102885" y="31611"/>
                  </a:lnTo>
                  <a:lnTo>
                    <a:pt x="101824" y="33792"/>
                  </a:lnTo>
                  <a:lnTo>
                    <a:pt x="103581" y="34010"/>
                  </a:lnTo>
                  <a:lnTo>
                    <a:pt x="105137" y="34202"/>
                  </a:lnTo>
                  <a:lnTo>
                    <a:pt x="108718" y="31048"/>
                  </a:lnTo>
                  <a:lnTo>
                    <a:pt x="110558" y="30098"/>
                  </a:lnTo>
                  <a:lnTo>
                    <a:pt x="112572" y="28091"/>
                  </a:lnTo>
                  <a:lnTo>
                    <a:pt x="113142" y="24201"/>
                  </a:lnTo>
                  <a:lnTo>
                    <a:pt x="117747" y="27569"/>
                  </a:lnTo>
                  <a:lnTo>
                    <a:pt x="123825" y="31881"/>
                  </a:lnTo>
                  <a:lnTo>
                    <a:pt x="124766" y="31658"/>
                  </a:lnTo>
                  <a:lnTo>
                    <a:pt x="127130" y="31097"/>
                  </a:lnTo>
                  <a:lnTo>
                    <a:pt x="131247" y="32945"/>
                  </a:lnTo>
                  <a:lnTo>
                    <a:pt x="132295" y="32437"/>
                  </a:lnTo>
                  <a:lnTo>
                    <a:pt x="134356" y="34887"/>
                  </a:lnTo>
                  <a:lnTo>
                    <a:pt x="137271" y="32903"/>
                  </a:lnTo>
                  <a:lnTo>
                    <a:pt x="140213" y="35412"/>
                  </a:lnTo>
                  <a:lnTo>
                    <a:pt x="144388" y="36475"/>
                  </a:lnTo>
                  <a:lnTo>
                    <a:pt x="148383" y="42599"/>
                  </a:lnTo>
                  <a:lnTo>
                    <a:pt x="151364" y="49193"/>
                  </a:lnTo>
                  <a:lnTo>
                    <a:pt x="162541" y="50874"/>
                  </a:lnTo>
                  <a:lnTo>
                    <a:pt x="179540" y="53375"/>
                  </a:lnTo>
                  <a:lnTo>
                    <a:pt x="211573" y="57888"/>
                  </a:lnTo>
                  <a:lnTo>
                    <a:pt x="217721" y="60546"/>
                  </a:lnTo>
                  <a:lnTo>
                    <a:pt x="221304" y="62089"/>
                  </a:lnTo>
                  <a:lnTo>
                    <a:pt x="228716" y="65271"/>
                  </a:lnTo>
                  <a:lnTo>
                    <a:pt x="232721" y="64232"/>
                  </a:lnTo>
                  <a:lnTo>
                    <a:pt x="236081" y="64829"/>
                  </a:lnTo>
                  <a:lnTo>
                    <a:pt x="236324" y="64872"/>
                  </a:lnTo>
                  <a:lnTo>
                    <a:pt x="237816" y="66685"/>
                  </a:lnTo>
                  <a:lnTo>
                    <a:pt x="240329" y="66216"/>
                  </a:lnTo>
                  <a:lnTo>
                    <a:pt x="241128" y="64055"/>
                  </a:lnTo>
                  <a:lnTo>
                    <a:pt x="244861" y="63045"/>
                  </a:lnTo>
                  <a:lnTo>
                    <a:pt x="251955" y="65456"/>
                  </a:lnTo>
                  <a:lnTo>
                    <a:pt x="253491" y="64232"/>
                  </a:lnTo>
                  <a:lnTo>
                    <a:pt x="257876" y="66290"/>
                  </a:lnTo>
                  <a:lnTo>
                    <a:pt x="261408" y="65468"/>
                  </a:lnTo>
                  <a:lnTo>
                    <a:pt x="265464" y="66196"/>
                  </a:lnTo>
                  <a:lnTo>
                    <a:pt x="269313" y="67705"/>
                  </a:lnTo>
                  <a:lnTo>
                    <a:pt x="272228" y="71168"/>
                  </a:lnTo>
                  <a:lnTo>
                    <a:pt x="269423" y="76093"/>
                  </a:lnTo>
                  <a:lnTo>
                    <a:pt x="271377" y="77713"/>
                  </a:lnTo>
                  <a:lnTo>
                    <a:pt x="274298" y="78435"/>
                  </a:lnTo>
                  <a:lnTo>
                    <a:pt x="274810" y="78562"/>
                  </a:lnTo>
                  <a:lnTo>
                    <a:pt x="277637" y="77060"/>
                  </a:lnTo>
                  <a:lnTo>
                    <a:pt x="279664" y="79382"/>
                  </a:lnTo>
                  <a:lnTo>
                    <a:pt x="284722" y="79384"/>
                  </a:lnTo>
                  <a:lnTo>
                    <a:pt x="287776" y="81604"/>
                  </a:lnTo>
                  <a:lnTo>
                    <a:pt x="289603" y="82931"/>
                  </a:lnTo>
                  <a:lnTo>
                    <a:pt x="291341" y="85143"/>
                  </a:lnTo>
                  <a:lnTo>
                    <a:pt x="289119" y="87217"/>
                  </a:lnTo>
                  <a:lnTo>
                    <a:pt x="292341" y="90406"/>
                  </a:lnTo>
                  <a:lnTo>
                    <a:pt x="292222" y="93294"/>
                  </a:lnTo>
                  <a:lnTo>
                    <a:pt x="291887" y="97548"/>
                  </a:lnTo>
                  <a:lnTo>
                    <a:pt x="292440" y="101775"/>
                  </a:lnTo>
                  <a:lnTo>
                    <a:pt x="290425" y="104505"/>
                  </a:lnTo>
                  <a:lnTo>
                    <a:pt x="290522" y="108763"/>
                  </a:lnTo>
                  <a:lnTo>
                    <a:pt x="290638" y="112098"/>
                  </a:lnTo>
                  <a:lnTo>
                    <a:pt x="294232" y="111502"/>
                  </a:lnTo>
                  <a:lnTo>
                    <a:pt x="297044" y="110952"/>
                  </a:lnTo>
                  <a:lnTo>
                    <a:pt x="299205" y="108211"/>
                  </a:lnTo>
                  <a:lnTo>
                    <a:pt x="302216" y="109009"/>
                  </a:lnTo>
                  <a:lnTo>
                    <a:pt x="302300" y="113380"/>
                  </a:lnTo>
                  <a:lnTo>
                    <a:pt x="300673" y="119584"/>
                  </a:lnTo>
                  <a:lnTo>
                    <a:pt x="299539" y="123789"/>
                  </a:lnTo>
                  <a:lnTo>
                    <a:pt x="302800" y="127182"/>
                  </a:lnTo>
                  <a:lnTo>
                    <a:pt x="306041" y="130377"/>
                  </a:lnTo>
                  <a:lnTo>
                    <a:pt x="309507" y="130770"/>
                  </a:lnTo>
                  <a:lnTo>
                    <a:pt x="308099" y="135182"/>
                  </a:lnTo>
                  <a:lnTo>
                    <a:pt x="308696" y="140805"/>
                  </a:lnTo>
                  <a:lnTo>
                    <a:pt x="304923" y="141607"/>
                  </a:lnTo>
                  <a:lnTo>
                    <a:pt x="301262" y="143129"/>
                  </a:lnTo>
                  <a:lnTo>
                    <a:pt x="298474" y="144286"/>
                  </a:lnTo>
                  <a:lnTo>
                    <a:pt x="297088" y="146978"/>
                  </a:lnTo>
                  <a:lnTo>
                    <a:pt x="298001" y="151052"/>
                  </a:lnTo>
                  <a:lnTo>
                    <a:pt x="297261" y="152521"/>
                  </a:lnTo>
                  <a:lnTo>
                    <a:pt x="294869" y="156149"/>
                  </a:lnTo>
                  <a:lnTo>
                    <a:pt x="293501" y="161594"/>
                  </a:lnTo>
                  <a:lnTo>
                    <a:pt x="291510" y="164894"/>
                  </a:lnTo>
                  <a:lnTo>
                    <a:pt x="291213" y="168495"/>
                  </a:lnTo>
                  <a:lnTo>
                    <a:pt x="291117" y="169649"/>
                  </a:lnTo>
                  <a:lnTo>
                    <a:pt x="291976" y="174098"/>
                  </a:lnTo>
                  <a:lnTo>
                    <a:pt x="289959" y="177469"/>
                  </a:lnTo>
                  <a:lnTo>
                    <a:pt x="292432" y="179889"/>
                  </a:lnTo>
                  <a:lnTo>
                    <a:pt x="296126" y="180132"/>
                  </a:lnTo>
                  <a:lnTo>
                    <a:pt x="298187" y="176105"/>
                  </a:lnTo>
                  <a:lnTo>
                    <a:pt x="299620" y="173019"/>
                  </a:lnTo>
                  <a:lnTo>
                    <a:pt x="304548" y="169690"/>
                  </a:lnTo>
                  <a:lnTo>
                    <a:pt x="305171" y="168389"/>
                  </a:lnTo>
                  <a:lnTo>
                    <a:pt x="305751" y="167177"/>
                  </a:lnTo>
                  <a:lnTo>
                    <a:pt x="306255" y="166273"/>
                  </a:lnTo>
                  <a:lnTo>
                    <a:pt x="307082" y="164788"/>
                  </a:lnTo>
                  <a:lnTo>
                    <a:pt x="306628" y="162238"/>
                  </a:lnTo>
                  <a:lnTo>
                    <a:pt x="310008" y="155510"/>
                  </a:lnTo>
                  <a:lnTo>
                    <a:pt x="313088" y="150594"/>
                  </a:lnTo>
                  <a:lnTo>
                    <a:pt x="315915" y="149682"/>
                  </a:lnTo>
                  <a:lnTo>
                    <a:pt x="316674" y="148545"/>
                  </a:lnTo>
                  <a:lnTo>
                    <a:pt x="320417" y="146577"/>
                  </a:lnTo>
                  <a:lnTo>
                    <a:pt x="322854" y="142151"/>
                  </a:lnTo>
                  <a:lnTo>
                    <a:pt x="325111" y="135167"/>
                  </a:lnTo>
                  <a:lnTo>
                    <a:pt x="328342" y="128972"/>
                  </a:lnTo>
                  <a:lnTo>
                    <a:pt x="328755" y="121710"/>
                  </a:lnTo>
                  <a:lnTo>
                    <a:pt x="332294" y="120658"/>
                  </a:lnTo>
                  <a:lnTo>
                    <a:pt x="334871" y="117165"/>
                  </a:lnTo>
                  <a:lnTo>
                    <a:pt x="334987" y="113189"/>
                  </a:lnTo>
                  <a:lnTo>
                    <a:pt x="337434" y="109790"/>
                  </a:lnTo>
                  <a:lnTo>
                    <a:pt x="339666" y="108889"/>
                  </a:lnTo>
                  <a:lnTo>
                    <a:pt x="342021" y="109224"/>
                  </a:lnTo>
                  <a:lnTo>
                    <a:pt x="342805" y="114407"/>
                  </a:lnTo>
                  <a:lnTo>
                    <a:pt x="339600" y="118314"/>
                  </a:lnTo>
                  <a:lnTo>
                    <a:pt x="340195" y="122572"/>
                  </a:lnTo>
                  <a:lnTo>
                    <a:pt x="339931" y="127281"/>
                  </a:lnTo>
                  <a:lnTo>
                    <a:pt x="336435" y="133440"/>
                  </a:lnTo>
                  <a:lnTo>
                    <a:pt x="334462" y="139160"/>
                  </a:lnTo>
                  <a:lnTo>
                    <a:pt x="334240" y="144402"/>
                  </a:lnTo>
                  <a:lnTo>
                    <a:pt x="330908" y="149353"/>
                  </a:lnTo>
                  <a:lnTo>
                    <a:pt x="329229" y="154799"/>
                  </a:lnTo>
                  <a:lnTo>
                    <a:pt x="327195" y="163146"/>
                  </a:lnTo>
                  <a:lnTo>
                    <a:pt x="326250" y="167006"/>
                  </a:lnTo>
                  <a:lnTo>
                    <a:pt x="324199" y="171089"/>
                  </a:lnTo>
                  <a:lnTo>
                    <a:pt x="322793" y="181823"/>
                  </a:lnTo>
                  <a:lnTo>
                    <a:pt x="321875" y="193113"/>
                  </a:lnTo>
                  <a:lnTo>
                    <a:pt x="321832" y="193633"/>
                  </a:lnTo>
                  <a:lnTo>
                    <a:pt x="323977" y="198441"/>
                  </a:lnTo>
                  <a:lnTo>
                    <a:pt x="325429" y="202330"/>
                  </a:lnTo>
                  <a:lnTo>
                    <a:pt x="324175" y="206803"/>
                  </a:lnTo>
                  <a:lnTo>
                    <a:pt x="320970" y="209642"/>
                  </a:lnTo>
                  <a:lnTo>
                    <a:pt x="318420" y="214202"/>
                  </a:lnTo>
                  <a:lnTo>
                    <a:pt x="317296" y="224077"/>
                  </a:lnTo>
                  <a:lnTo>
                    <a:pt x="316467" y="230371"/>
                  </a:lnTo>
                  <a:lnTo>
                    <a:pt x="316258" y="231950"/>
                  </a:lnTo>
                  <a:lnTo>
                    <a:pt x="317599" y="237039"/>
                  </a:lnTo>
                  <a:lnTo>
                    <a:pt x="319663" y="240329"/>
                  </a:lnTo>
                  <a:lnTo>
                    <a:pt x="319743" y="244035"/>
                  </a:lnTo>
                  <a:lnTo>
                    <a:pt x="320392" y="247563"/>
                  </a:lnTo>
                  <a:lnTo>
                    <a:pt x="316875" y="257842"/>
                  </a:lnTo>
                  <a:lnTo>
                    <a:pt x="317067" y="259489"/>
                  </a:lnTo>
                  <a:lnTo>
                    <a:pt x="317547" y="263618"/>
                  </a:lnTo>
                  <a:lnTo>
                    <a:pt x="315605" y="269942"/>
                  </a:lnTo>
                  <a:lnTo>
                    <a:pt x="314115" y="279617"/>
                  </a:lnTo>
                  <a:lnTo>
                    <a:pt x="315024" y="288723"/>
                  </a:lnTo>
                  <a:lnTo>
                    <a:pt x="315066" y="289133"/>
                  </a:lnTo>
                  <a:lnTo>
                    <a:pt x="315629" y="294585"/>
                  </a:lnTo>
                  <a:lnTo>
                    <a:pt x="318167" y="299346"/>
                  </a:lnTo>
                  <a:lnTo>
                    <a:pt x="317228" y="303550"/>
                  </a:lnTo>
                  <a:lnTo>
                    <a:pt x="318921" y="305820"/>
                  </a:lnTo>
                  <a:lnTo>
                    <a:pt x="321249" y="308941"/>
                  </a:lnTo>
                  <a:lnTo>
                    <a:pt x="322764" y="316020"/>
                  </a:lnTo>
                  <a:lnTo>
                    <a:pt x="323756" y="317079"/>
                  </a:lnTo>
                  <a:lnTo>
                    <a:pt x="327698" y="321281"/>
                  </a:lnTo>
                  <a:lnTo>
                    <a:pt x="327612" y="328325"/>
                  </a:lnTo>
                  <a:lnTo>
                    <a:pt x="326990" y="331137"/>
                  </a:lnTo>
                  <a:lnTo>
                    <a:pt x="326525" y="333238"/>
                  </a:lnTo>
                  <a:lnTo>
                    <a:pt x="327386" y="338526"/>
                  </a:lnTo>
                  <a:lnTo>
                    <a:pt x="329199" y="345552"/>
                  </a:lnTo>
                  <a:lnTo>
                    <a:pt x="305215" y="348787"/>
                  </a:lnTo>
                  <a:lnTo>
                    <a:pt x="304161" y="348926"/>
                  </a:lnTo>
                  <a:lnTo>
                    <a:pt x="298894" y="349716"/>
                  </a:lnTo>
                  <a:lnTo>
                    <a:pt x="288874" y="351202"/>
                  </a:lnTo>
                  <a:lnTo>
                    <a:pt x="286756" y="351513"/>
                  </a:lnTo>
                  <a:lnTo>
                    <a:pt x="274721" y="353313"/>
                  </a:lnTo>
                  <a:lnTo>
                    <a:pt x="270558" y="353845"/>
                  </a:lnTo>
                  <a:lnTo>
                    <a:pt x="260696" y="355091"/>
                  </a:lnTo>
                  <a:lnTo>
                    <a:pt x="254522" y="355861"/>
                  </a:lnTo>
                  <a:lnTo>
                    <a:pt x="253043" y="356037"/>
                  </a:lnTo>
                  <a:lnTo>
                    <a:pt x="235055" y="358137"/>
                  </a:lnTo>
                  <a:lnTo>
                    <a:pt x="232907" y="358383"/>
                  </a:lnTo>
                  <a:lnTo>
                    <a:pt x="227371" y="359013"/>
                  </a:lnTo>
                  <a:lnTo>
                    <a:pt x="206601" y="361373"/>
                  </a:lnTo>
                  <a:lnTo>
                    <a:pt x="201238" y="361968"/>
                  </a:lnTo>
                  <a:lnTo>
                    <a:pt x="183340" y="363989"/>
                  </a:lnTo>
                  <a:lnTo>
                    <a:pt x="171097" y="365495"/>
                  </a:lnTo>
                  <a:lnTo>
                    <a:pt x="170456" y="365573"/>
                  </a:lnTo>
                  <a:lnTo>
                    <a:pt x="158031" y="366908"/>
                  </a:lnTo>
                  <a:lnTo>
                    <a:pt x="155603" y="361524"/>
                  </a:lnTo>
                  <a:lnTo>
                    <a:pt x="153452" y="357627"/>
                  </a:lnTo>
                  <a:lnTo>
                    <a:pt x="150699" y="356352"/>
                  </a:lnTo>
                  <a:lnTo>
                    <a:pt x="143975" y="355512"/>
                  </a:lnTo>
                  <a:lnTo>
                    <a:pt x="141214" y="355033"/>
                  </a:lnTo>
                  <a:lnTo>
                    <a:pt x="138444" y="354551"/>
                  </a:lnTo>
                  <a:lnTo>
                    <a:pt x="133574" y="352123"/>
                  </a:lnTo>
                  <a:lnTo>
                    <a:pt x="129864" y="347885"/>
                  </a:lnTo>
                  <a:lnTo>
                    <a:pt x="127394" y="340769"/>
                  </a:lnTo>
                  <a:lnTo>
                    <a:pt x="124697" y="337795"/>
                  </a:lnTo>
                  <a:lnTo>
                    <a:pt x="123017" y="331997"/>
                  </a:lnTo>
                  <a:lnTo>
                    <a:pt x="122701" y="331059"/>
                  </a:lnTo>
                  <a:lnTo>
                    <a:pt x="121318" y="326953"/>
                  </a:lnTo>
                  <a:lnTo>
                    <a:pt x="120940" y="323543"/>
                  </a:lnTo>
                  <a:lnTo>
                    <a:pt x="120445" y="319078"/>
                  </a:lnTo>
                  <a:lnTo>
                    <a:pt x="122550" y="315547"/>
                  </a:lnTo>
                  <a:lnTo>
                    <a:pt x="124919" y="311343"/>
                  </a:lnTo>
                  <a:lnTo>
                    <a:pt x="126397" y="308515"/>
                  </a:lnTo>
                  <a:lnTo>
                    <a:pt x="122928" y="303938"/>
                  </a:lnTo>
                  <a:lnTo>
                    <a:pt x="119908" y="302509"/>
                  </a:lnTo>
                  <a:lnTo>
                    <a:pt x="116438" y="299660"/>
                  </a:lnTo>
                  <a:lnTo>
                    <a:pt x="116655" y="297197"/>
                  </a:lnTo>
                  <a:lnTo>
                    <a:pt x="115841" y="295922"/>
                  </a:lnTo>
                  <a:lnTo>
                    <a:pt x="114281" y="293474"/>
                  </a:lnTo>
                  <a:lnTo>
                    <a:pt x="114713" y="289307"/>
                  </a:lnTo>
                  <a:lnTo>
                    <a:pt x="113253" y="284124"/>
                  </a:lnTo>
                  <a:lnTo>
                    <a:pt x="111750" y="281336"/>
                  </a:lnTo>
                  <a:lnTo>
                    <a:pt x="109967" y="276025"/>
                  </a:lnTo>
                  <a:lnTo>
                    <a:pt x="110414" y="271073"/>
                  </a:lnTo>
                  <a:lnTo>
                    <a:pt x="110771" y="267098"/>
                  </a:lnTo>
                  <a:lnTo>
                    <a:pt x="107541" y="261298"/>
                  </a:lnTo>
                  <a:lnTo>
                    <a:pt x="107294" y="260854"/>
                  </a:lnTo>
                  <a:lnTo>
                    <a:pt x="102813" y="255977"/>
                  </a:lnTo>
                  <a:lnTo>
                    <a:pt x="98334" y="250884"/>
                  </a:lnTo>
                  <a:lnTo>
                    <a:pt x="97186" y="249577"/>
                  </a:lnTo>
                  <a:lnTo>
                    <a:pt x="90001" y="248446"/>
                  </a:lnTo>
                  <a:lnTo>
                    <a:pt x="89150" y="248311"/>
                  </a:lnTo>
                  <a:lnTo>
                    <a:pt x="84444" y="245710"/>
                  </a:lnTo>
                  <a:lnTo>
                    <a:pt x="79712" y="240822"/>
                  </a:lnTo>
                  <a:lnTo>
                    <a:pt x="73644" y="238503"/>
                  </a:lnTo>
                  <a:lnTo>
                    <a:pt x="71187" y="236013"/>
                  </a:lnTo>
                  <a:lnTo>
                    <a:pt x="68666" y="233455"/>
                  </a:lnTo>
                  <a:lnTo>
                    <a:pt x="66578" y="226445"/>
                  </a:lnTo>
                  <a:lnTo>
                    <a:pt x="63441" y="223105"/>
                  </a:lnTo>
                  <a:lnTo>
                    <a:pt x="56015" y="220311"/>
                  </a:lnTo>
                  <a:lnTo>
                    <a:pt x="54385" y="219696"/>
                  </a:lnTo>
                  <a:lnTo>
                    <a:pt x="47028" y="217797"/>
                  </a:lnTo>
                  <a:lnTo>
                    <a:pt x="46205" y="217145"/>
                  </a:lnTo>
                  <a:lnTo>
                    <a:pt x="43290" y="214835"/>
                  </a:lnTo>
                  <a:lnTo>
                    <a:pt x="41532" y="210644"/>
                  </a:lnTo>
                  <a:lnTo>
                    <a:pt x="41355" y="210556"/>
                  </a:lnTo>
                  <a:lnTo>
                    <a:pt x="38597" y="209187"/>
                  </a:lnTo>
                  <a:lnTo>
                    <a:pt x="36395" y="209448"/>
                  </a:lnTo>
                  <a:lnTo>
                    <a:pt x="27482" y="208669"/>
                  </a:lnTo>
                  <a:lnTo>
                    <a:pt x="23202" y="206146"/>
                  </a:lnTo>
                  <a:lnTo>
                    <a:pt x="18053" y="200267"/>
                  </a:lnTo>
                  <a:lnTo>
                    <a:pt x="15815" y="198356"/>
                  </a:lnTo>
                  <a:lnTo>
                    <a:pt x="11952" y="195050"/>
                  </a:lnTo>
                  <a:lnTo>
                    <a:pt x="11130" y="194346"/>
                  </a:lnTo>
                  <a:lnTo>
                    <a:pt x="12638" y="187083"/>
                  </a:lnTo>
                  <a:lnTo>
                    <a:pt x="12672" y="186449"/>
                  </a:lnTo>
                  <a:lnTo>
                    <a:pt x="13030" y="179820"/>
                  </a:lnTo>
                  <a:lnTo>
                    <a:pt x="11789" y="173226"/>
                  </a:lnTo>
                  <a:lnTo>
                    <a:pt x="9096" y="169908"/>
                  </a:lnTo>
                  <a:lnTo>
                    <a:pt x="9787" y="169005"/>
                  </a:lnTo>
                  <a:lnTo>
                    <a:pt x="12358" y="165638"/>
                  </a:lnTo>
                  <a:lnTo>
                    <a:pt x="10226" y="159056"/>
                  </a:lnTo>
                  <a:lnTo>
                    <a:pt x="10164" y="157826"/>
                  </a:lnTo>
                  <a:lnTo>
                    <a:pt x="9855" y="151644"/>
                  </a:lnTo>
                  <a:lnTo>
                    <a:pt x="10558" y="150659"/>
                  </a:lnTo>
                  <a:lnTo>
                    <a:pt x="13103" y="147087"/>
                  </a:lnTo>
                  <a:lnTo>
                    <a:pt x="14990" y="141968"/>
                  </a:lnTo>
                  <a:lnTo>
                    <a:pt x="15350" y="138464"/>
                  </a:lnTo>
                  <a:lnTo>
                    <a:pt x="12789" y="135850"/>
                  </a:lnTo>
                  <a:lnTo>
                    <a:pt x="10019" y="131676"/>
                  </a:lnTo>
                  <a:lnTo>
                    <a:pt x="8122" y="129207"/>
                  </a:lnTo>
                  <a:lnTo>
                    <a:pt x="5521" y="128997"/>
                  </a:lnTo>
                  <a:lnTo>
                    <a:pt x="868" y="128536"/>
                  </a:lnTo>
                  <a:lnTo>
                    <a:pt x="0" y="12317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682241" y="3301304"/>
              <a:ext cx="403897" cy="417158"/>
            </a:xfrm>
            <a:custGeom>
              <a:avLst/>
              <a:pathLst>
                <a:path w="403897" h="417158">
                  <a:moveTo>
                    <a:pt x="4561" y="320747"/>
                  </a:moveTo>
                  <a:lnTo>
                    <a:pt x="4928" y="315942"/>
                  </a:lnTo>
                  <a:lnTo>
                    <a:pt x="5003" y="314960"/>
                  </a:lnTo>
                  <a:lnTo>
                    <a:pt x="4358" y="307059"/>
                  </a:lnTo>
                  <a:lnTo>
                    <a:pt x="1368" y="304214"/>
                  </a:lnTo>
                  <a:lnTo>
                    <a:pt x="0" y="295306"/>
                  </a:lnTo>
                  <a:lnTo>
                    <a:pt x="3337" y="296682"/>
                  </a:lnTo>
                  <a:lnTo>
                    <a:pt x="7704" y="294511"/>
                  </a:lnTo>
                  <a:lnTo>
                    <a:pt x="12930" y="291909"/>
                  </a:lnTo>
                  <a:lnTo>
                    <a:pt x="18560" y="289759"/>
                  </a:lnTo>
                  <a:lnTo>
                    <a:pt x="23364" y="286982"/>
                  </a:lnTo>
                  <a:lnTo>
                    <a:pt x="24032" y="281203"/>
                  </a:lnTo>
                  <a:lnTo>
                    <a:pt x="23519" y="273653"/>
                  </a:lnTo>
                  <a:lnTo>
                    <a:pt x="24052" y="271191"/>
                  </a:lnTo>
                  <a:lnTo>
                    <a:pt x="24429" y="269454"/>
                  </a:lnTo>
                  <a:lnTo>
                    <a:pt x="29381" y="268611"/>
                  </a:lnTo>
                  <a:lnTo>
                    <a:pt x="32873" y="265833"/>
                  </a:lnTo>
                  <a:lnTo>
                    <a:pt x="30755" y="260174"/>
                  </a:lnTo>
                  <a:lnTo>
                    <a:pt x="26981" y="248925"/>
                  </a:lnTo>
                  <a:lnTo>
                    <a:pt x="25304" y="244223"/>
                  </a:lnTo>
                  <a:lnTo>
                    <a:pt x="29008" y="240779"/>
                  </a:lnTo>
                  <a:lnTo>
                    <a:pt x="29471" y="230974"/>
                  </a:lnTo>
                  <a:lnTo>
                    <a:pt x="31334" y="223934"/>
                  </a:lnTo>
                  <a:lnTo>
                    <a:pt x="31841" y="222012"/>
                  </a:lnTo>
                  <a:lnTo>
                    <a:pt x="35035" y="216281"/>
                  </a:lnTo>
                  <a:lnTo>
                    <a:pt x="37796" y="214266"/>
                  </a:lnTo>
                  <a:lnTo>
                    <a:pt x="44406" y="217147"/>
                  </a:lnTo>
                  <a:lnTo>
                    <a:pt x="49747" y="223596"/>
                  </a:lnTo>
                  <a:lnTo>
                    <a:pt x="55626" y="220325"/>
                  </a:lnTo>
                  <a:lnTo>
                    <a:pt x="59337" y="215311"/>
                  </a:lnTo>
                  <a:lnTo>
                    <a:pt x="56356" y="208826"/>
                  </a:lnTo>
                  <a:lnTo>
                    <a:pt x="54027" y="204114"/>
                  </a:lnTo>
                  <a:lnTo>
                    <a:pt x="58607" y="200676"/>
                  </a:lnTo>
                  <a:lnTo>
                    <a:pt x="59188" y="200239"/>
                  </a:lnTo>
                  <a:lnTo>
                    <a:pt x="56569" y="191891"/>
                  </a:lnTo>
                  <a:lnTo>
                    <a:pt x="56441" y="191483"/>
                  </a:lnTo>
                  <a:lnTo>
                    <a:pt x="58552" y="187851"/>
                  </a:lnTo>
                  <a:lnTo>
                    <a:pt x="59215" y="186708"/>
                  </a:lnTo>
                  <a:lnTo>
                    <a:pt x="60812" y="179799"/>
                  </a:lnTo>
                  <a:lnTo>
                    <a:pt x="66421" y="178336"/>
                  </a:lnTo>
                  <a:lnTo>
                    <a:pt x="70663" y="177269"/>
                  </a:lnTo>
                  <a:lnTo>
                    <a:pt x="69819" y="170903"/>
                  </a:lnTo>
                  <a:lnTo>
                    <a:pt x="73718" y="164909"/>
                  </a:lnTo>
                  <a:lnTo>
                    <a:pt x="76946" y="159838"/>
                  </a:lnTo>
                  <a:lnTo>
                    <a:pt x="81104" y="160644"/>
                  </a:lnTo>
                  <a:lnTo>
                    <a:pt x="83817" y="165178"/>
                  </a:lnTo>
                  <a:lnTo>
                    <a:pt x="85938" y="165050"/>
                  </a:lnTo>
                  <a:lnTo>
                    <a:pt x="88006" y="164925"/>
                  </a:lnTo>
                  <a:lnTo>
                    <a:pt x="95517" y="157867"/>
                  </a:lnTo>
                  <a:lnTo>
                    <a:pt x="100015" y="151919"/>
                  </a:lnTo>
                  <a:lnTo>
                    <a:pt x="104559" y="148615"/>
                  </a:lnTo>
                  <a:lnTo>
                    <a:pt x="104984" y="147514"/>
                  </a:lnTo>
                  <a:lnTo>
                    <a:pt x="107631" y="140640"/>
                  </a:lnTo>
                  <a:lnTo>
                    <a:pt x="110277" y="136600"/>
                  </a:lnTo>
                  <a:lnTo>
                    <a:pt x="116681" y="126797"/>
                  </a:lnTo>
                  <a:lnTo>
                    <a:pt x="122060" y="118798"/>
                  </a:lnTo>
                  <a:lnTo>
                    <a:pt x="123917" y="112442"/>
                  </a:lnTo>
                  <a:lnTo>
                    <a:pt x="123228" y="111713"/>
                  </a:lnTo>
                  <a:lnTo>
                    <a:pt x="119110" y="107355"/>
                  </a:lnTo>
                  <a:lnTo>
                    <a:pt x="122050" y="102133"/>
                  </a:lnTo>
                  <a:lnTo>
                    <a:pt x="120930" y="96849"/>
                  </a:lnTo>
                  <a:lnTo>
                    <a:pt x="120929" y="96503"/>
                  </a:lnTo>
                  <a:lnTo>
                    <a:pt x="120901" y="88227"/>
                  </a:lnTo>
                  <a:lnTo>
                    <a:pt x="123458" y="83821"/>
                  </a:lnTo>
                  <a:lnTo>
                    <a:pt x="125035" y="80967"/>
                  </a:lnTo>
                  <a:lnTo>
                    <a:pt x="123573" y="73712"/>
                  </a:lnTo>
                  <a:lnTo>
                    <a:pt x="122502" y="68400"/>
                  </a:lnTo>
                  <a:lnTo>
                    <a:pt x="123310" y="59583"/>
                  </a:lnTo>
                  <a:lnTo>
                    <a:pt x="123461" y="58878"/>
                  </a:lnTo>
                  <a:lnTo>
                    <a:pt x="124272" y="55080"/>
                  </a:lnTo>
                  <a:lnTo>
                    <a:pt x="126011" y="46912"/>
                  </a:lnTo>
                  <a:lnTo>
                    <a:pt x="127909" y="40109"/>
                  </a:lnTo>
                  <a:lnTo>
                    <a:pt x="123633" y="31298"/>
                  </a:lnTo>
                  <a:lnTo>
                    <a:pt x="123744" y="30101"/>
                  </a:lnTo>
                  <a:lnTo>
                    <a:pt x="124327" y="23748"/>
                  </a:lnTo>
                  <a:lnTo>
                    <a:pt x="120915" y="15666"/>
                  </a:lnTo>
                  <a:lnTo>
                    <a:pt x="115376" y="9524"/>
                  </a:lnTo>
                  <a:lnTo>
                    <a:pt x="117888" y="4400"/>
                  </a:lnTo>
                  <a:lnTo>
                    <a:pt x="121728" y="4003"/>
                  </a:lnTo>
                  <a:lnTo>
                    <a:pt x="126644" y="0"/>
                  </a:lnTo>
                  <a:lnTo>
                    <a:pt x="130885" y="18453"/>
                  </a:lnTo>
                  <a:lnTo>
                    <a:pt x="132924" y="27337"/>
                  </a:lnTo>
                  <a:lnTo>
                    <a:pt x="134432" y="33915"/>
                  </a:lnTo>
                  <a:lnTo>
                    <a:pt x="139203" y="54769"/>
                  </a:lnTo>
                  <a:lnTo>
                    <a:pt x="142942" y="71147"/>
                  </a:lnTo>
                  <a:lnTo>
                    <a:pt x="144352" y="77345"/>
                  </a:lnTo>
                  <a:lnTo>
                    <a:pt x="150603" y="104878"/>
                  </a:lnTo>
                  <a:lnTo>
                    <a:pt x="159100" y="102839"/>
                  </a:lnTo>
                  <a:lnTo>
                    <a:pt x="189017" y="95464"/>
                  </a:lnTo>
                  <a:lnTo>
                    <a:pt x="202864" y="92048"/>
                  </a:lnTo>
                  <a:lnTo>
                    <a:pt x="216039" y="88771"/>
                  </a:lnTo>
                  <a:lnTo>
                    <a:pt x="240840" y="82429"/>
                  </a:lnTo>
                  <a:lnTo>
                    <a:pt x="245521" y="104163"/>
                  </a:lnTo>
                  <a:lnTo>
                    <a:pt x="250452" y="125588"/>
                  </a:lnTo>
                  <a:lnTo>
                    <a:pt x="253993" y="141428"/>
                  </a:lnTo>
                  <a:lnTo>
                    <a:pt x="258825" y="137504"/>
                  </a:lnTo>
                  <a:lnTo>
                    <a:pt x="263608" y="130237"/>
                  </a:lnTo>
                  <a:lnTo>
                    <a:pt x="268826" y="125064"/>
                  </a:lnTo>
                  <a:lnTo>
                    <a:pt x="270222" y="122692"/>
                  </a:lnTo>
                  <a:lnTo>
                    <a:pt x="276483" y="112023"/>
                  </a:lnTo>
                  <a:lnTo>
                    <a:pt x="281013" y="102173"/>
                  </a:lnTo>
                  <a:lnTo>
                    <a:pt x="283069" y="101587"/>
                  </a:lnTo>
                  <a:lnTo>
                    <a:pt x="285808" y="100806"/>
                  </a:lnTo>
                  <a:lnTo>
                    <a:pt x="293557" y="102786"/>
                  </a:lnTo>
                  <a:lnTo>
                    <a:pt x="293680" y="97980"/>
                  </a:lnTo>
                  <a:lnTo>
                    <a:pt x="299511" y="87410"/>
                  </a:lnTo>
                  <a:lnTo>
                    <a:pt x="304027" y="75974"/>
                  </a:lnTo>
                  <a:lnTo>
                    <a:pt x="307606" y="78507"/>
                  </a:lnTo>
                  <a:lnTo>
                    <a:pt x="311886" y="83906"/>
                  </a:lnTo>
                  <a:lnTo>
                    <a:pt x="316706" y="84015"/>
                  </a:lnTo>
                  <a:lnTo>
                    <a:pt x="322666" y="84145"/>
                  </a:lnTo>
                  <a:lnTo>
                    <a:pt x="333340" y="81760"/>
                  </a:lnTo>
                  <a:lnTo>
                    <a:pt x="333979" y="81617"/>
                  </a:lnTo>
                  <a:lnTo>
                    <a:pt x="334867" y="76814"/>
                  </a:lnTo>
                  <a:lnTo>
                    <a:pt x="337939" y="68843"/>
                  </a:lnTo>
                  <a:lnTo>
                    <a:pt x="342078" y="66957"/>
                  </a:lnTo>
                  <a:lnTo>
                    <a:pt x="343708" y="66213"/>
                  </a:lnTo>
                  <a:lnTo>
                    <a:pt x="350470" y="60980"/>
                  </a:lnTo>
                  <a:lnTo>
                    <a:pt x="362392" y="56219"/>
                  </a:lnTo>
                  <a:lnTo>
                    <a:pt x="368564" y="60671"/>
                  </a:lnTo>
                  <a:lnTo>
                    <a:pt x="370926" y="62373"/>
                  </a:lnTo>
                  <a:lnTo>
                    <a:pt x="377685" y="59737"/>
                  </a:lnTo>
                  <a:lnTo>
                    <a:pt x="386552" y="59756"/>
                  </a:lnTo>
                  <a:lnTo>
                    <a:pt x="388882" y="66590"/>
                  </a:lnTo>
                  <a:lnTo>
                    <a:pt x="390726" y="69144"/>
                  </a:lnTo>
                  <a:lnTo>
                    <a:pt x="392561" y="71683"/>
                  </a:lnTo>
                  <a:lnTo>
                    <a:pt x="399757" y="78701"/>
                  </a:lnTo>
                  <a:lnTo>
                    <a:pt x="400677" y="84354"/>
                  </a:lnTo>
                  <a:lnTo>
                    <a:pt x="403897" y="87345"/>
                  </a:lnTo>
                  <a:lnTo>
                    <a:pt x="401551" y="99214"/>
                  </a:lnTo>
                  <a:lnTo>
                    <a:pt x="400649" y="106867"/>
                  </a:lnTo>
                  <a:lnTo>
                    <a:pt x="400049" y="111438"/>
                  </a:lnTo>
                  <a:lnTo>
                    <a:pt x="378465" y="101300"/>
                  </a:lnTo>
                  <a:lnTo>
                    <a:pt x="362258" y="93647"/>
                  </a:lnTo>
                  <a:lnTo>
                    <a:pt x="357880" y="91596"/>
                  </a:lnTo>
                  <a:lnTo>
                    <a:pt x="345525" y="85788"/>
                  </a:lnTo>
                  <a:lnTo>
                    <a:pt x="348018" y="92025"/>
                  </a:lnTo>
                  <a:lnTo>
                    <a:pt x="349328" y="98441"/>
                  </a:lnTo>
                  <a:lnTo>
                    <a:pt x="346221" y="108612"/>
                  </a:lnTo>
                  <a:lnTo>
                    <a:pt x="347054" y="113098"/>
                  </a:lnTo>
                  <a:lnTo>
                    <a:pt x="346449" y="119435"/>
                  </a:lnTo>
                  <a:lnTo>
                    <a:pt x="348550" y="122369"/>
                  </a:lnTo>
                  <a:lnTo>
                    <a:pt x="342360" y="132515"/>
                  </a:lnTo>
                  <a:lnTo>
                    <a:pt x="341280" y="137161"/>
                  </a:lnTo>
                  <a:lnTo>
                    <a:pt x="339958" y="142831"/>
                  </a:lnTo>
                  <a:lnTo>
                    <a:pt x="335593" y="147204"/>
                  </a:lnTo>
                  <a:lnTo>
                    <a:pt x="331863" y="155088"/>
                  </a:lnTo>
                  <a:lnTo>
                    <a:pt x="324814" y="160853"/>
                  </a:lnTo>
                  <a:lnTo>
                    <a:pt x="322345" y="169120"/>
                  </a:lnTo>
                  <a:lnTo>
                    <a:pt x="320034" y="177977"/>
                  </a:lnTo>
                  <a:lnTo>
                    <a:pt x="306560" y="172164"/>
                  </a:lnTo>
                  <a:lnTo>
                    <a:pt x="305604" y="177440"/>
                  </a:lnTo>
                  <a:lnTo>
                    <a:pt x="303639" y="182461"/>
                  </a:lnTo>
                  <a:lnTo>
                    <a:pt x="302903" y="191293"/>
                  </a:lnTo>
                  <a:lnTo>
                    <a:pt x="303314" y="194894"/>
                  </a:lnTo>
                  <a:lnTo>
                    <a:pt x="299382" y="202335"/>
                  </a:lnTo>
                  <a:lnTo>
                    <a:pt x="297396" y="212380"/>
                  </a:lnTo>
                  <a:lnTo>
                    <a:pt x="296336" y="218476"/>
                  </a:lnTo>
                  <a:lnTo>
                    <a:pt x="296210" y="219199"/>
                  </a:lnTo>
                  <a:lnTo>
                    <a:pt x="291955" y="227268"/>
                  </a:lnTo>
                  <a:lnTo>
                    <a:pt x="290709" y="227344"/>
                  </a:lnTo>
                  <a:lnTo>
                    <a:pt x="285277" y="227673"/>
                  </a:lnTo>
                  <a:lnTo>
                    <a:pt x="275110" y="226641"/>
                  </a:lnTo>
                  <a:lnTo>
                    <a:pt x="266733" y="217161"/>
                  </a:lnTo>
                  <a:lnTo>
                    <a:pt x="256345" y="215160"/>
                  </a:lnTo>
                  <a:lnTo>
                    <a:pt x="256731" y="224810"/>
                  </a:lnTo>
                  <a:lnTo>
                    <a:pt x="256052" y="230679"/>
                  </a:lnTo>
                  <a:lnTo>
                    <a:pt x="257036" y="234336"/>
                  </a:lnTo>
                  <a:lnTo>
                    <a:pt x="255057" y="243863"/>
                  </a:lnTo>
                  <a:lnTo>
                    <a:pt x="250054" y="250288"/>
                  </a:lnTo>
                  <a:lnTo>
                    <a:pt x="252588" y="254562"/>
                  </a:lnTo>
                  <a:lnTo>
                    <a:pt x="251910" y="255460"/>
                  </a:lnTo>
                  <a:lnTo>
                    <a:pt x="248091" y="260513"/>
                  </a:lnTo>
                  <a:lnTo>
                    <a:pt x="243549" y="267554"/>
                  </a:lnTo>
                  <a:lnTo>
                    <a:pt x="243435" y="276367"/>
                  </a:lnTo>
                  <a:lnTo>
                    <a:pt x="242646" y="282358"/>
                  </a:lnTo>
                  <a:lnTo>
                    <a:pt x="242329" y="284764"/>
                  </a:lnTo>
                  <a:lnTo>
                    <a:pt x="238545" y="294919"/>
                  </a:lnTo>
                  <a:lnTo>
                    <a:pt x="237221" y="297181"/>
                  </a:lnTo>
                  <a:lnTo>
                    <a:pt x="232066" y="305973"/>
                  </a:lnTo>
                  <a:lnTo>
                    <a:pt x="227634" y="314534"/>
                  </a:lnTo>
                  <a:lnTo>
                    <a:pt x="227078" y="320000"/>
                  </a:lnTo>
                  <a:lnTo>
                    <a:pt x="225158" y="328024"/>
                  </a:lnTo>
                  <a:lnTo>
                    <a:pt x="223192" y="332657"/>
                  </a:lnTo>
                  <a:lnTo>
                    <a:pt x="223054" y="332980"/>
                  </a:lnTo>
                  <a:lnTo>
                    <a:pt x="230753" y="338404"/>
                  </a:lnTo>
                  <a:lnTo>
                    <a:pt x="226437" y="343998"/>
                  </a:lnTo>
                  <a:lnTo>
                    <a:pt x="226861" y="349797"/>
                  </a:lnTo>
                  <a:lnTo>
                    <a:pt x="219052" y="360625"/>
                  </a:lnTo>
                  <a:lnTo>
                    <a:pt x="214143" y="366163"/>
                  </a:lnTo>
                  <a:lnTo>
                    <a:pt x="213645" y="365936"/>
                  </a:lnTo>
                  <a:lnTo>
                    <a:pt x="205748" y="362332"/>
                  </a:lnTo>
                  <a:lnTo>
                    <a:pt x="196485" y="371821"/>
                  </a:lnTo>
                  <a:lnTo>
                    <a:pt x="188086" y="378847"/>
                  </a:lnTo>
                  <a:lnTo>
                    <a:pt x="180839" y="374305"/>
                  </a:lnTo>
                  <a:lnTo>
                    <a:pt x="178972" y="375147"/>
                  </a:lnTo>
                  <a:lnTo>
                    <a:pt x="178370" y="375418"/>
                  </a:lnTo>
                  <a:lnTo>
                    <a:pt x="177632" y="379920"/>
                  </a:lnTo>
                  <a:lnTo>
                    <a:pt x="183137" y="384529"/>
                  </a:lnTo>
                  <a:lnTo>
                    <a:pt x="176307" y="389579"/>
                  </a:lnTo>
                  <a:lnTo>
                    <a:pt x="170895" y="391484"/>
                  </a:lnTo>
                  <a:lnTo>
                    <a:pt x="169562" y="391952"/>
                  </a:lnTo>
                  <a:lnTo>
                    <a:pt x="159578" y="396803"/>
                  </a:lnTo>
                  <a:lnTo>
                    <a:pt x="150496" y="404140"/>
                  </a:lnTo>
                  <a:lnTo>
                    <a:pt x="135670" y="395201"/>
                  </a:lnTo>
                  <a:lnTo>
                    <a:pt x="131338" y="404190"/>
                  </a:lnTo>
                  <a:lnTo>
                    <a:pt x="126808" y="407669"/>
                  </a:lnTo>
                  <a:lnTo>
                    <a:pt x="122987" y="411796"/>
                  </a:lnTo>
                  <a:lnTo>
                    <a:pt x="120897" y="414278"/>
                  </a:lnTo>
                  <a:lnTo>
                    <a:pt x="110340" y="417158"/>
                  </a:lnTo>
                  <a:lnTo>
                    <a:pt x="104008" y="414138"/>
                  </a:lnTo>
                  <a:lnTo>
                    <a:pt x="103490" y="413890"/>
                  </a:lnTo>
                  <a:lnTo>
                    <a:pt x="99955" y="410807"/>
                  </a:lnTo>
                  <a:lnTo>
                    <a:pt x="92923" y="411129"/>
                  </a:lnTo>
                  <a:lnTo>
                    <a:pt x="87675" y="406694"/>
                  </a:lnTo>
                  <a:lnTo>
                    <a:pt x="82948" y="400882"/>
                  </a:lnTo>
                  <a:lnTo>
                    <a:pt x="81931" y="397429"/>
                  </a:lnTo>
                  <a:lnTo>
                    <a:pt x="76810" y="394441"/>
                  </a:lnTo>
                  <a:lnTo>
                    <a:pt x="80205" y="386784"/>
                  </a:lnTo>
                  <a:lnTo>
                    <a:pt x="76361" y="384539"/>
                  </a:lnTo>
                  <a:lnTo>
                    <a:pt x="67553" y="385676"/>
                  </a:lnTo>
                  <a:lnTo>
                    <a:pt x="59439" y="381390"/>
                  </a:lnTo>
                  <a:lnTo>
                    <a:pt x="50497" y="376407"/>
                  </a:lnTo>
                  <a:lnTo>
                    <a:pt x="43442" y="373980"/>
                  </a:lnTo>
                  <a:lnTo>
                    <a:pt x="39865" y="367600"/>
                  </a:lnTo>
                  <a:lnTo>
                    <a:pt x="38892" y="365864"/>
                  </a:lnTo>
                  <a:lnTo>
                    <a:pt x="34160" y="362158"/>
                  </a:lnTo>
                  <a:lnTo>
                    <a:pt x="30658" y="357971"/>
                  </a:lnTo>
                  <a:lnTo>
                    <a:pt x="28174" y="354999"/>
                  </a:lnTo>
                  <a:lnTo>
                    <a:pt x="20981" y="351210"/>
                  </a:lnTo>
                  <a:lnTo>
                    <a:pt x="21219" y="348576"/>
                  </a:lnTo>
                  <a:lnTo>
                    <a:pt x="21639" y="343903"/>
                  </a:lnTo>
                  <a:lnTo>
                    <a:pt x="12118" y="335633"/>
                  </a:lnTo>
                  <a:lnTo>
                    <a:pt x="3621" y="3288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84580" y="2867315"/>
              <a:ext cx="734752" cy="601435"/>
            </a:xfrm>
            <a:custGeom>
              <a:avLst/>
              <a:pathLst>
                <a:path w="734752" h="601435">
                  <a:moveTo>
                    <a:pt x="68194" y="17889"/>
                  </a:moveTo>
                  <a:lnTo>
                    <a:pt x="71859" y="0"/>
                  </a:lnTo>
                  <a:lnTo>
                    <a:pt x="96351" y="3112"/>
                  </a:lnTo>
                  <a:lnTo>
                    <a:pt x="103688" y="5545"/>
                  </a:lnTo>
                  <a:lnTo>
                    <a:pt x="139775" y="9339"/>
                  </a:lnTo>
                  <a:lnTo>
                    <a:pt x="170971" y="12736"/>
                  </a:lnTo>
                  <a:lnTo>
                    <a:pt x="189551" y="15059"/>
                  </a:lnTo>
                  <a:lnTo>
                    <a:pt x="210749" y="17652"/>
                  </a:lnTo>
                  <a:lnTo>
                    <a:pt x="255365" y="22386"/>
                  </a:lnTo>
                  <a:lnTo>
                    <a:pt x="259169" y="23670"/>
                  </a:lnTo>
                  <a:lnTo>
                    <a:pt x="300925" y="28249"/>
                  </a:lnTo>
                  <a:lnTo>
                    <a:pt x="312375" y="29464"/>
                  </a:lnTo>
                  <a:lnTo>
                    <a:pt x="336294" y="31823"/>
                  </a:lnTo>
                  <a:lnTo>
                    <a:pt x="360128" y="34098"/>
                  </a:lnTo>
                  <a:lnTo>
                    <a:pt x="368270" y="34905"/>
                  </a:lnTo>
                  <a:lnTo>
                    <a:pt x="421426" y="39954"/>
                  </a:lnTo>
                  <a:lnTo>
                    <a:pt x="465306" y="44575"/>
                  </a:lnTo>
                  <a:lnTo>
                    <a:pt x="524712" y="49698"/>
                  </a:lnTo>
                  <a:lnTo>
                    <a:pt x="547453" y="50913"/>
                  </a:lnTo>
                  <a:lnTo>
                    <a:pt x="564300" y="51770"/>
                  </a:lnTo>
                  <a:lnTo>
                    <a:pt x="637719" y="56745"/>
                  </a:lnTo>
                  <a:lnTo>
                    <a:pt x="641371" y="56974"/>
                  </a:lnTo>
                  <a:lnTo>
                    <a:pt x="642607" y="57051"/>
                  </a:lnTo>
                  <a:lnTo>
                    <a:pt x="734752" y="62611"/>
                  </a:lnTo>
                  <a:lnTo>
                    <a:pt x="732869" y="103898"/>
                  </a:lnTo>
                  <a:lnTo>
                    <a:pt x="732071" y="120128"/>
                  </a:lnTo>
                  <a:lnTo>
                    <a:pt x="729949" y="163419"/>
                  </a:lnTo>
                  <a:lnTo>
                    <a:pt x="729482" y="172805"/>
                  </a:lnTo>
                  <a:lnTo>
                    <a:pt x="729218" y="178105"/>
                  </a:lnTo>
                  <a:lnTo>
                    <a:pt x="727294" y="216889"/>
                  </a:lnTo>
                  <a:lnTo>
                    <a:pt x="725381" y="256655"/>
                  </a:lnTo>
                  <a:lnTo>
                    <a:pt x="725038" y="264110"/>
                  </a:lnTo>
                  <a:lnTo>
                    <a:pt x="724880" y="267551"/>
                  </a:lnTo>
                  <a:lnTo>
                    <a:pt x="723716" y="292908"/>
                  </a:lnTo>
                  <a:lnTo>
                    <a:pt x="721885" y="331910"/>
                  </a:lnTo>
                  <a:lnTo>
                    <a:pt x="719515" y="381758"/>
                  </a:lnTo>
                  <a:lnTo>
                    <a:pt x="719382" y="384340"/>
                  </a:lnTo>
                  <a:lnTo>
                    <a:pt x="718608" y="399413"/>
                  </a:lnTo>
                  <a:lnTo>
                    <a:pt x="717010" y="433122"/>
                  </a:lnTo>
                  <a:lnTo>
                    <a:pt x="715499" y="464623"/>
                  </a:lnTo>
                  <a:lnTo>
                    <a:pt x="715401" y="466589"/>
                  </a:lnTo>
                  <a:lnTo>
                    <a:pt x="714621" y="482263"/>
                  </a:lnTo>
                  <a:lnTo>
                    <a:pt x="713429" y="507560"/>
                  </a:lnTo>
                  <a:lnTo>
                    <a:pt x="712895" y="518904"/>
                  </a:lnTo>
                  <a:lnTo>
                    <a:pt x="712586" y="525565"/>
                  </a:lnTo>
                  <a:lnTo>
                    <a:pt x="711521" y="548626"/>
                  </a:lnTo>
                  <a:lnTo>
                    <a:pt x="710765" y="564129"/>
                  </a:lnTo>
                  <a:lnTo>
                    <a:pt x="709646" y="586197"/>
                  </a:lnTo>
                  <a:lnTo>
                    <a:pt x="708911" y="601435"/>
                  </a:lnTo>
                  <a:lnTo>
                    <a:pt x="663753" y="599037"/>
                  </a:lnTo>
                  <a:lnTo>
                    <a:pt x="627286" y="597473"/>
                  </a:lnTo>
                  <a:lnTo>
                    <a:pt x="618326" y="596936"/>
                  </a:lnTo>
                  <a:lnTo>
                    <a:pt x="584386" y="594815"/>
                  </a:lnTo>
                  <a:lnTo>
                    <a:pt x="491555" y="588401"/>
                  </a:lnTo>
                  <a:lnTo>
                    <a:pt x="488810" y="588196"/>
                  </a:lnTo>
                  <a:lnTo>
                    <a:pt x="478293" y="587329"/>
                  </a:lnTo>
                  <a:lnTo>
                    <a:pt x="423575" y="582601"/>
                  </a:lnTo>
                  <a:lnTo>
                    <a:pt x="377190" y="578310"/>
                  </a:lnTo>
                  <a:lnTo>
                    <a:pt x="372157" y="577829"/>
                  </a:lnTo>
                  <a:lnTo>
                    <a:pt x="316275" y="572875"/>
                  </a:lnTo>
                  <a:lnTo>
                    <a:pt x="282599" y="569708"/>
                  </a:lnTo>
                  <a:lnTo>
                    <a:pt x="201679" y="561094"/>
                  </a:lnTo>
                  <a:lnTo>
                    <a:pt x="181388" y="558779"/>
                  </a:lnTo>
                  <a:lnTo>
                    <a:pt x="134370" y="553717"/>
                  </a:lnTo>
                  <a:lnTo>
                    <a:pt x="105534" y="550346"/>
                  </a:lnTo>
                  <a:lnTo>
                    <a:pt x="100708" y="549772"/>
                  </a:lnTo>
                  <a:lnTo>
                    <a:pt x="93317" y="548888"/>
                  </a:lnTo>
                  <a:lnTo>
                    <a:pt x="51093" y="543655"/>
                  </a:lnTo>
                  <a:lnTo>
                    <a:pt x="17599" y="539122"/>
                  </a:lnTo>
                  <a:lnTo>
                    <a:pt x="0" y="536685"/>
                  </a:lnTo>
                  <a:lnTo>
                    <a:pt x="4431" y="502677"/>
                  </a:lnTo>
                  <a:lnTo>
                    <a:pt x="6342" y="488056"/>
                  </a:lnTo>
                  <a:lnTo>
                    <a:pt x="10012" y="460598"/>
                  </a:lnTo>
                  <a:lnTo>
                    <a:pt x="10260" y="458684"/>
                  </a:lnTo>
                  <a:lnTo>
                    <a:pt x="17595" y="402131"/>
                  </a:lnTo>
                  <a:lnTo>
                    <a:pt x="23711" y="355487"/>
                  </a:lnTo>
                  <a:lnTo>
                    <a:pt x="26784" y="333453"/>
                  </a:lnTo>
                  <a:lnTo>
                    <a:pt x="30692" y="305497"/>
                  </a:lnTo>
                  <a:lnTo>
                    <a:pt x="34970" y="273069"/>
                  </a:lnTo>
                  <a:lnTo>
                    <a:pt x="35943" y="265699"/>
                  </a:lnTo>
                  <a:lnTo>
                    <a:pt x="36883" y="258598"/>
                  </a:lnTo>
                  <a:lnTo>
                    <a:pt x="41201" y="225965"/>
                  </a:lnTo>
                  <a:lnTo>
                    <a:pt x="44463" y="201108"/>
                  </a:lnTo>
                  <a:lnTo>
                    <a:pt x="47760" y="176054"/>
                  </a:lnTo>
                  <a:lnTo>
                    <a:pt x="51709" y="146484"/>
                  </a:lnTo>
                  <a:lnTo>
                    <a:pt x="53001" y="136413"/>
                  </a:lnTo>
                  <a:lnTo>
                    <a:pt x="55268" y="118781"/>
                  </a:lnTo>
                  <a:lnTo>
                    <a:pt x="59934" y="83905"/>
                  </a:lnTo>
                  <a:lnTo>
                    <a:pt x="61759" y="70617"/>
                  </a:lnTo>
                  <a:lnTo>
                    <a:pt x="63923" y="50313"/>
                  </a:lnTo>
                  <a:lnTo>
                    <a:pt x="64668" y="44771"/>
                  </a:lnTo>
                  <a:lnTo>
                    <a:pt x="65733" y="368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111956" y="3459199"/>
              <a:ext cx="600259" cy="460833"/>
            </a:xfrm>
            <a:custGeom>
              <a:avLst/>
              <a:pathLst>
                <a:path w="600259" h="460833">
                  <a:moveTo>
                    <a:pt x="14781" y="263076"/>
                  </a:moveTo>
                  <a:lnTo>
                    <a:pt x="22259" y="197282"/>
                  </a:lnTo>
                  <a:lnTo>
                    <a:pt x="24905" y="171969"/>
                  </a:lnTo>
                  <a:lnTo>
                    <a:pt x="26351" y="158179"/>
                  </a:lnTo>
                  <a:lnTo>
                    <a:pt x="28149" y="141055"/>
                  </a:lnTo>
                  <a:lnTo>
                    <a:pt x="30526" y="118483"/>
                  </a:lnTo>
                  <a:lnTo>
                    <a:pt x="33870" y="86286"/>
                  </a:lnTo>
                  <a:lnTo>
                    <a:pt x="34352" y="81888"/>
                  </a:lnTo>
                  <a:lnTo>
                    <a:pt x="39329" y="36549"/>
                  </a:lnTo>
                  <a:lnTo>
                    <a:pt x="39429" y="35602"/>
                  </a:lnTo>
                  <a:lnTo>
                    <a:pt x="41234" y="18391"/>
                  </a:lnTo>
                  <a:lnTo>
                    <a:pt x="43054" y="0"/>
                  </a:lnTo>
                  <a:lnTo>
                    <a:pt x="106464" y="6749"/>
                  </a:lnTo>
                  <a:lnTo>
                    <a:pt x="132852" y="9232"/>
                  </a:lnTo>
                  <a:lnTo>
                    <a:pt x="176642" y="13113"/>
                  </a:lnTo>
                  <a:lnTo>
                    <a:pt x="180585" y="13490"/>
                  </a:lnTo>
                  <a:lnTo>
                    <a:pt x="216933" y="16853"/>
                  </a:lnTo>
                  <a:lnTo>
                    <a:pt x="259810" y="20557"/>
                  </a:lnTo>
                  <a:lnTo>
                    <a:pt x="268052" y="21237"/>
                  </a:lnTo>
                  <a:lnTo>
                    <a:pt x="270203" y="21398"/>
                  </a:lnTo>
                  <a:lnTo>
                    <a:pt x="342968" y="26425"/>
                  </a:lnTo>
                  <a:lnTo>
                    <a:pt x="369541" y="28086"/>
                  </a:lnTo>
                  <a:lnTo>
                    <a:pt x="376562" y="28506"/>
                  </a:lnTo>
                  <a:lnTo>
                    <a:pt x="405139" y="29732"/>
                  </a:lnTo>
                  <a:lnTo>
                    <a:pt x="440525" y="31611"/>
                  </a:lnTo>
                  <a:lnTo>
                    <a:pt x="478772" y="33348"/>
                  </a:lnTo>
                  <a:lnTo>
                    <a:pt x="494033" y="33971"/>
                  </a:lnTo>
                  <a:lnTo>
                    <a:pt x="518448" y="34893"/>
                  </a:lnTo>
                  <a:lnTo>
                    <a:pt x="552214" y="36070"/>
                  </a:lnTo>
                  <a:lnTo>
                    <a:pt x="554802" y="36153"/>
                  </a:lnTo>
                  <a:lnTo>
                    <a:pt x="559930" y="36315"/>
                  </a:lnTo>
                  <a:lnTo>
                    <a:pt x="600259" y="37425"/>
                  </a:lnTo>
                  <a:lnTo>
                    <a:pt x="599645" y="64141"/>
                  </a:lnTo>
                  <a:lnTo>
                    <a:pt x="599514" y="69641"/>
                  </a:lnTo>
                  <a:lnTo>
                    <a:pt x="598864" y="96855"/>
                  </a:lnTo>
                  <a:lnTo>
                    <a:pt x="598635" y="106448"/>
                  </a:lnTo>
                  <a:lnTo>
                    <a:pt x="598608" y="107594"/>
                  </a:lnTo>
                  <a:lnTo>
                    <a:pt x="597732" y="143020"/>
                  </a:lnTo>
                  <a:lnTo>
                    <a:pt x="597313" y="162469"/>
                  </a:lnTo>
                  <a:lnTo>
                    <a:pt x="596806" y="188346"/>
                  </a:lnTo>
                  <a:lnTo>
                    <a:pt x="596794" y="188967"/>
                  </a:lnTo>
                  <a:lnTo>
                    <a:pt x="596394" y="209510"/>
                  </a:lnTo>
                  <a:lnTo>
                    <a:pt x="595944" y="234922"/>
                  </a:lnTo>
                  <a:lnTo>
                    <a:pt x="595784" y="244017"/>
                  </a:lnTo>
                  <a:lnTo>
                    <a:pt x="594997" y="280924"/>
                  </a:lnTo>
                  <a:lnTo>
                    <a:pt x="594813" y="289625"/>
                  </a:lnTo>
                  <a:lnTo>
                    <a:pt x="594297" y="313989"/>
                  </a:lnTo>
                  <a:lnTo>
                    <a:pt x="594040" y="326201"/>
                  </a:lnTo>
                  <a:lnTo>
                    <a:pt x="594026" y="326870"/>
                  </a:lnTo>
                  <a:lnTo>
                    <a:pt x="593695" y="342643"/>
                  </a:lnTo>
                  <a:lnTo>
                    <a:pt x="592982" y="382173"/>
                  </a:lnTo>
                  <a:lnTo>
                    <a:pt x="592955" y="383721"/>
                  </a:lnTo>
                  <a:lnTo>
                    <a:pt x="592762" y="392122"/>
                  </a:lnTo>
                  <a:lnTo>
                    <a:pt x="592146" y="419041"/>
                  </a:lnTo>
                  <a:lnTo>
                    <a:pt x="591831" y="432866"/>
                  </a:lnTo>
                  <a:lnTo>
                    <a:pt x="591467" y="448862"/>
                  </a:lnTo>
                  <a:lnTo>
                    <a:pt x="591302" y="456402"/>
                  </a:lnTo>
                  <a:lnTo>
                    <a:pt x="591175" y="460833"/>
                  </a:lnTo>
                  <a:lnTo>
                    <a:pt x="564680" y="459988"/>
                  </a:lnTo>
                  <a:lnTo>
                    <a:pt x="535664" y="459047"/>
                  </a:lnTo>
                  <a:lnTo>
                    <a:pt x="523506" y="458176"/>
                  </a:lnTo>
                  <a:lnTo>
                    <a:pt x="509952" y="457650"/>
                  </a:lnTo>
                  <a:lnTo>
                    <a:pt x="502852" y="457418"/>
                  </a:lnTo>
                  <a:lnTo>
                    <a:pt x="448102" y="455388"/>
                  </a:lnTo>
                  <a:lnTo>
                    <a:pt x="424870" y="454530"/>
                  </a:lnTo>
                  <a:lnTo>
                    <a:pt x="396872" y="453396"/>
                  </a:lnTo>
                  <a:lnTo>
                    <a:pt x="363634" y="451607"/>
                  </a:lnTo>
                  <a:lnTo>
                    <a:pt x="330793" y="449467"/>
                  </a:lnTo>
                  <a:lnTo>
                    <a:pt x="327900" y="449284"/>
                  </a:lnTo>
                  <a:lnTo>
                    <a:pt x="322370" y="448933"/>
                  </a:lnTo>
                  <a:lnTo>
                    <a:pt x="319769" y="448766"/>
                  </a:lnTo>
                  <a:lnTo>
                    <a:pt x="305578" y="447835"/>
                  </a:lnTo>
                  <a:lnTo>
                    <a:pt x="295898" y="447201"/>
                  </a:lnTo>
                  <a:lnTo>
                    <a:pt x="280483" y="446168"/>
                  </a:lnTo>
                  <a:lnTo>
                    <a:pt x="280314" y="446157"/>
                  </a:lnTo>
                  <a:lnTo>
                    <a:pt x="256755" y="444554"/>
                  </a:lnTo>
                  <a:lnTo>
                    <a:pt x="256009" y="444504"/>
                  </a:lnTo>
                  <a:lnTo>
                    <a:pt x="227572" y="442529"/>
                  </a:lnTo>
                  <a:lnTo>
                    <a:pt x="216339" y="441717"/>
                  </a:lnTo>
                  <a:lnTo>
                    <a:pt x="183129" y="439211"/>
                  </a:lnTo>
                  <a:lnTo>
                    <a:pt x="182559" y="438347"/>
                  </a:lnTo>
                  <a:lnTo>
                    <a:pt x="136732" y="434443"/>
                  </a:lnTo>
                  <a:lnTo>
                    <a:pt x="131606" y="433987"/>
                  </a:lnTo>
                  <a:lnTo>
                    <a:pt x="87899" y="429938"/>
                  </a:lnTo>
                  <a:lnTo>
                    <a:pt x="56018" y="426858"/>
                  </a:lnTo>
                  <a:lnTo>
                    <a:pt x="35737" y="424823"/>
                  </a:lnTo>
                  <a:lnTo>
                    <a:pt x="0" y="421062"/>
                  </a:lnTo>
                  <a:lnTo>
                    <a:pt x="5256" y="370001"/>
                  </a:lnTo>
                  <a:lnTo>
                    <a:pt x="9572" y="328338"/>
                  </a:lnTo>
                  <a:lnTo>
                    <a:pt x="12547" y="299741"/>
                  </a:lnTo>
                  <a:lnTo>
                    <a:pt x="12675" y="298515"/>
                  </a:lnTo>
                  <a:lnTo>
                    <a:pt x="12353" y="2866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38191" y="2934682"/>
              <a:ext cx="75505" cy="79787"/>
            </a:xfrm>
            <a:custGeom>
              <a:avLst/>
              <a:pathLst>
                <a:path w="75505" h="79787">
                  <a:moveTo>
                    <a:pt x="6831" y="74603"/>
                  </a:moveTo>
                  <a:lnTo>
                    <a:pt x="14420" y="65463"/>
                  </a:lnTo>
                  <a:lnTo>
                    <a:pt x="10388" y="61994"/>
                  </a:lnTo>
                  <a:lnTo>
                    <a:pt x="9449" y="58151"/>
                  </a:lnTo>
                  <a:lnTo>
                    <a:pt x="9313" y="57594"/>
                  </a:lnTo>
                  <a:lnTo>
                    <a:pt x="8462" y="54115"/>
                  </a:lnTo>
                  <a:lnTo>
                    <a:pt x="7283" y="49474"/>
                  </a:lnTo>
                  <a:lnTo>
                    <a:pt x="6012" y="44481"/>
                  </a:lnTo>
                  <a:lnTo>
                    <a:pt x="5717" y="43325"/>
                  </a:lnTo>
                  <a:lnTo>
                    <a:pt x="5363" y="41949"/>
                  </a:lnTo>
                  <a:lnTo>
                    <a:pt x="3183" y="33488"/>
                  </a:lnTo>
                  <a:lnTo>
                    <a:pt x="0" y="21333"/>
                  </a:lnTo>
                  <a:lnTo>
                    <a:pt x="9832" y="18220"/>
                  </a:lnTo>
                  <a:lnTo>
                    <a:pt x="13828" y="16998"/>
                  </a:lnTo>
                  <a:lnTo>
                    <a:pt x="16669" y="16126"/>
                  </a:lnTo>
                  <a:lnTo>
                    <a:pt x="18740" y="15488"/>
                  </a:lnTo>
                  <a:lnTo>
                    <a:pt x="23926" y="13761"/>
                  </a:lnTo>
                  <a:lnTo>
                    <a:pt x="24557" y="13549"/>
                  </a:lnTo>
                  <a:lnTo>
                    <a:pt x="26641" y="15086"/>
                  </a:lnTo>
                  <a:lnTo>
                    <a:pt x="27915" y="14412"/>
                  </a:lnTo>
                  <a:lnTo>
                    <a:pt x="28204" y="14259"/>
                  </a:lnTo>
                  <a:lnTo>
                    <a:pt x="28802" y="12081"/>
                  </a:lnTo>
                  <a:lnTo>
                    <a:pt x="33738" y="10660"/>
                  </a:lnTo>
                  <a:lnTo>
                    <a:pt x="36701" y="9398"/>
                  </a:lnTo>
                  <a:lnTo>
                    <a:pt x="44733" y="6661"/>
                  </a:lnTo>
                  <a:lnTo>
                    <a:pt x="48993" y="5225"/>
                  </a:lnTo>
                  <a:lnTo>
                    <a:pt x="51646" y="4328"/>
                  </a:lnTo>
                  <a:lnTo>
                    <a:pt x="57295" y="2407"/>
                  </a:lnTo>
                  <a:lnTo>
                    <a:pt x="62678" y="586"/>
                  </a:lnTo>
                  <a:lnTo>
                    <a:pt x="64405" y="0"/>
                  </a:lnTo>
                  <a:lnTo>
                    <a:pt x="64740" y="794"/>
                  </a:lnTo>
                  <a:lnTo>
                    <a:pt x="68634" y="11264"/>
                  </a:lnTo>
                  <a:lnTo>
                    <a:pt x="70242" y="15542"/>
                  </a:lnTo>
                  <a:lnTo>
                    <a:pt x="72569" y="22256"/>
                  </a:lnTo>
                  <a:lnTo>
                    <a:pt x="74055" y="27101"/>
                  </a:lnTo>
                  <a:lnTo>
                    <a:pt x="75505" y="31837"/>
                  </a:lnTo>
                  <a:lnTo>
                    <a:pt x="73987" y="32664"/>
                  </a:lnTo>
                  <a:lnTo>
                    <a:pt x="75176" y="35671"/>
                  </a:lnTo>
                  <a:lnTo>
                    <a:pt x="74843" y="37784"/>
                  </a:lnTo>
                  <a:lnTo>
                    <a:pt x="73568" y="37294"/>
                  </a:lnTo>
                  <a:lnTo>
                    <a:pt x="70994" y="38619"/>
                  </a:lnTo>
                  <a:lnTo>
                    <a:pt x="68737" y="40210"/>
                  </a:lnTo>
                  <a:lnTo>
                    <a:pt x="66010" y="41356"/>
                  </a:lnTo>
                  <a:lnTo>
                    <a:pt x="64751" y="42683"/>
                  </a:lnTo>
                  <a:lnTo>
                    <a:pt x="61889" y="42754"/>
                  </a:lnTo>
                  <a:lnTo>
                    <a:pt x="60855" y="44028"/>
                  </a:lnTo>
                  <a:lnTo>
                    <a:pt x="60444" y="44444"/>
                  </a:lnTo>
                  <a:lnTo>
                    <a:pt x="59012" y="45892"/>
                  </a:lnTo>
                  <a:lnTo>
                    <a:pt x="56928" y="46793"/>
                  </a:lnTo>
                  <a:lnTo>
                    <a:pt x="55747" y="48138"/>
                  </a:lnTo>
                  <a:lnTo>
                    <a:pt x="54715" y="47528"/>
                  </a:lnTo>
                  <a:lnTo>
                    <a:pt x="52306" y="48876"/>
                  </a:lnTo>
                  <a:lnTo>
                    <a:pt x="50212" y="50581"/>
                  </a:lnTo>
                  <a:lnTo>
                    <a:pt x="49784" y="50929"/>
                  </a:lnTo>
                  <a:lnTo>
                    <a:pt x="47515" y="50662"/>
                  </a:lnTo>
                  <a:lnTo>
                    <a:pt x="45406" y="51589"/>
                  </a:lnTo>
                  <a:lnTo>
                    <a:pt x="44350" y="53076"/>
                  </a:lnTo>
                  <a:lnTo>
                    <a:pt x="41759" y="54311"/>
                  </a:lnTo>
                  <a:lnTo>
                    <a:pt x="40358" y="53418"/>
                  </a:lnTo>
                  <a:lnTo>
                    <a:pt x="37079" y="55875"/>
                  </a:lnTo>
                  <a:lnTo>
                    <a:pt x="36100" y="55830"/>
                  </a:lnTo>
                  <a:lnTo>
                    <a:pt x="34719" y="55766"/>
                  </a:lnTo>
                  <a:lnTo>
                    <a:pt x="33675" y="57142"/>
                  </a:lnTo>
                  <a:lnTo>
                    <a:pt x="33203" y="57764"/>
                  </a:lnTo>
                  <a:lnTo>
                    <a:pt x="32353" y="59652"/>
                  </a:lnTo>
                  <a:lnTo>
                    <a:pt x="30293" y="61096"/>
                  </a:lnTo>
                  <a:lnTo>
                    <a:pt x="29976" y="62985"/>
                  </a:lnTo>
                  <a:lnTo>
                    <a:pt x="29871" y="63609"/>
                  </a:lnTo>
                  <a:lnTo>
                    <a:pt x="29145" y="64267"/>
                  </a:lnTo>
                  <a:lnTo>
                    <a:pt x="27388" y="64485"/>
                  </a:lnTo>
                  <a:lnTo>
                    <a:pt x="26158" y="64637"/>
                  </a:lnTo>
                  <a:lnTo>
                    <a:pt x="24546" y="67576"/>
                  </a:lnTo>
                  <a:lnTo>
                    <a:pt x="24272" y="67718"/>
                  </a:lnTo>
                  <a:lnTo>
                    <a:pt x="23265" y="68241"/>
                  </a:lnTo>
                  <a:lnTo>
                    <a:pt x="22035" y="68879"/>
                  </a:lnTo>
                  <a:lnTo>
                    <a:pt x="20528" y="69747"/>
                  </a:lnTo>
                  <a:lnTo>
                    <a:pt x="21538" y="70478"/>
                  </a:lnTo>
                  <a:lnTo>
                    <a:pt x="20727" y="72362"/>
                  </a:lnTo>
                  <a:lnTo>
                    <a:pt x="19556" y="73390"/>
                  </a:lnTo>
                  <a:lnTo>
                    <a:pt x="17709" y="73799"/>
                  </a:lnTo>
                  <a:lnTo>
                    <a:pt x="16038" y="75108"/>
                  </a:lnTo>
                  <a:lnTo>
                    <a:pt x="14662" y="76861"/>
                  </a:lnTo>
                  <a:lnTo>
                    <a:pt x="13368" y="77348"/>
                  </a:lnTo>
                  <a:lnTo>
                    <a:pt x="11496" y="79787"/>
                  </a:lnTo>
                  <a:lnTo>
                    <a:pt x="11101" y="78817"/>
                  </a:lnTo>
                  <a:lnTo>
                    <a:pt x="10863" y="78088"/>
                  </a:lnTo>
                  <a:lnTo>
                    <a:pt x="8115" y="757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86744" y="3283351"/>
              <a:ext cx="70087" cy="107537"/>
            </a:xfrm>
            <a:custGeom>
              <a:avLst/>
              <a:pathLst>
                <a:path w="70087" h="107537">
                  <a:moveTo>
                    <a:pt x="843" y="13246"/>
                  </a:moveTo>
                  <a:lnTo>
                    <a:pt x="1240" y="10174"/>
                  </a:lnTo>
                  <a:lnTo>
                    <a:pt x="2555" y="6939"/>
                  </a:lnTo>
                  <a:lnTo>
                    <a:pt x="5006" y="3784"/>
                  </a:lnTo>
                  <a:lnTo>
                    <a:pt x="8706" y="1526"/>
                  </a:lnTo>
                  <a:lnTo>
                    <a:pt x="9386" y="1111"/>
                  </a:lnTo>
                  <a:lnTo>
                    <a:pt x="9871" y="815"/>
                  </a:lnTo>
                  <a:lnTo>
                    <a:pt x="15158" y="0"/>
                  </a:lnTo>
                  <a:lnTo>
                    <a:pt x="19512" y="895"/>
                  </a:lnTo>
                  <a:lnTo>
                    <a:pt x="17782" y="4416"/>
                  </a:lnTo>
                  <a:lnTo>
                    <a:pt x="17859" y="8586"/>
                  </a:lnTo>
                  <a:lnTo>
                    <a:pt x="16664" y="11343"/>
                  </a:lnTo>
                  <a:lnTo>
                    <a:pt x="16066" y="14738"/>
                  </a:lnTo>
                  <a:lnTo>
                    <a:pt x="15060" y="16486"/>
                  </a:lnTo>
                  <a:lnTo>
                    <a:pt x="16678" y="18775"/>
                  </a:lnTo>
                  <a:lnTo>
                    <a:pt x="18851" y="19587"/>
                  </a:lnTo>
                  <a:lnTo>
                    <a:pt x="18929" y="23088"/>
                  </a:lnTo>
                  <a:lnTo>
                    <a:pt x="19715" y="25911"/>
                  </a:lnTo>
                  <a:lnTo>
                    <a:pt x="16415" y="28493"/>
                  </a:lnTo>
                  <a:lnTo>
                    <a:pt x="18502" y="31172"/>
                  </a:lnTo>
                  <a:lnTo>
                    <a:pt x="22478" y="34151"/>
                  </a:lnTo>
                  <a:lnTo>
                    <a:pt x="23775" y="35192"/>
                  </a:lnTo>
                  <a:lnTo>
                    <a:pt x="26714" y="37546"/>
                  </a:lnTo>
                  <a:lnTo>
                    <a:pt x="31643" y="41471"/>
                  </a:lnTo>
                  <a:lnTo>
                    <a:pt x="34084" y="47013"/>
                  </a:lnTo>
                  <a:lnTo>
                    <a:pt x="34546" y="51380"/>
                  </a:lnTo>
                  <a:lnTo>
                    <a:pt x="36838" y="56925"/>
                  </a:lnTo>
                  <a:lnTo>
                    <a:pt x="40845" y="58807"/>
                  </a:lnTo>
                  <a:lnTo>
                    <a:pt x="44388" y="63671"/>
                  </a:lnTo>
                  <a:lnTo>
                    <a:pt x="44812" y="64253"/>
                  </a:lnTo>
                  <a:lnTo>
                    <a:pt x="45287" y="66238"/>
                  </a:lnTo>
                  <a:lnTo>
                    <a:pt x="50937" y="70162"/>
                  </a:lnTo>
                  <a:lnTo>
                    <a:pt x="56323" y="72938"/>
                  </a:lnTo>
                  <a:lnTo>
                    <a:pt x="59113" y="72656"/>
                  </a:lnTo>
                  <a:lnTo>
                    <a:pt x="60176" y="71148"/>
                  </a:lnTo>
                  <a:lnTo>
                    <a:pt x="63401" y="78453"/>
                  </a:lnTo>
                  <a:lnTo>
                    <a:pt x="67938" y="90262"/>
                  </a:lnTo>
                  <a:lnTo>
                    <a:pt x="70087" y="96607"/>
                  </a:lnTo>
                  <a:lnTo>
                    <a:pt x="62189" y="99108"/>
                  </a:lnTo>
                  <a:lnTo>
                    <a:pt x="53129" y="101816"/>
                  </a:lnTo>
                  <a:lnTo>
                    <a:pt x="45101" y="104200"/>
                  </a:lnTo>
                  <a:lnTo>
                    <a:pt x="32521" y="107537"/>
                  </a:lnTo>
                  <a:lnTo>
                    <a:pt x="30374" y="101390"/>
                  </a:lnTo>
                  <a:lnTo>
                    <a:pt x="29909" y="100047"/>
                  </a:lnTo>
                  <a:lnTo>
                    <a:pt x="27983" y="94491"/>
                  </a:lnTo>
                  <a:lnTo>
                    <a:pt x="22932" y="80019"/>
                  </a:lnTo>
                  <a:lnTo>
                    <a:pt x="14778" y="56702"/>
                  </a:lnTo>
                  <a:lnTo>
                    <a:pt x="12080" y="48995"/>
                  </a:lnTo>
                  <a:lnTo>
                    <a:pt x="10773" y="45266"/>
                  </a:lnTo>
                  <a:lnTo>
                    <a:pt x="8664" y="39248"/>
                  </a:lnTo>
                  <a:lnTo>
                    <a:pt x="0" y="1350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507740" y="5722699"/>
              <a:ext cx="7333" cy="7136"/>
            </a:xfrm>
            <a:custGeom>
              <a:avLst/>
              <a:pathLst>
                <a:path w="7333" h="7136">
                  <a:moveTo>
                    <a:pt x="378" y="1034"/>
                  </a:moveTo>
                  <a:lnTo>
                    <a:pt x="3154" y="0"/>
                  </a:lnTo>
                  <a:lnTo>
                    <a:pt x="4517" y="53"/>
                  </a:lnTo>
                  <a:lnTo>
                    <a:pt x="7333" y="3741"/>
                  </a:lnTo>
                  <a:lnTo>
                    <a:pt x="6103" y="6184"/>
                  </a:lnTo>
                  <a:lnTo>
                    <a:pt x="3546" y="7136"/>
                  </a:lnTo>
                  <a:lnTo>
                    <a:pt x="1152" y="5438"/>
                  </a:lnTo>
                  <a:lnTo>
                    <a:pt x="0" y="35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99830" y="5465215"/>
              <a:ext cx="64962" cy="62980"/>
            </a:xfrm>
            <a:custGeom>
              <a:avLst/>
              <a:pathLst>
                <a:path w="64962" h="62980">
                  <a:moveTo>
                    <a:pt x="967" y="24047"/>
                  </a:moveTo>
                  <a:lnTo>
                    <a:pt x="2810" y="21121"/>
                  </a:lnTo>
                  <a:lnTo>
                    <a:pt x="3539" y="17642"/>
                  </a:lnTo>
                  <a:lnTo>
                    <a:pt x="4155" y="14693"/>
                  </a:lnTo>
                  <a:lnTo>
                    <a:pt x="3727" y="12748"/>
                  </a:lnTo>
                  <a:lnTo>
                    <a:pt x="1465" y="9142"/>
                  </a:lnTo>
                  <a:lnTo>
                    <a:pt x="781" y="6604"/>
                  </a:lnTo>
                  <a:lnTo>
                    <a:pt x="0" y="4732"/>
                  </a:lnTo>
                  <a:lnTo>
                    <a:pt x="1161" y="2966"/>
                  </a:lnTo>
                  <a:lnTo>
                    <a:pt x="5050" y="2204"/>
                  </a:lnTo>
                  <a:lnTo>
                    <a:pt x="9810" y="0"/>
                  </a:lnTo>
                  <a:lnTo>
                    <a:pt x="10966" y="361"/>
                  </a:lnTo>
                  <a:lnTo>
                    <a:pt x="13890" y="2338"/>
                  </a:lnTo>
                  <a:lnTo>
                    <a:pt x="14856" y="2274"/>
                  </a:lnTo>
                  <a:lnTo>
                    <a:pt x="16692" y="2151"/>
                  </a:lnTo>
                  <a:lnTo>
                    <a:pt x="19316" y="3448"/>
                  </a:lnTo>
                  <a:lnTo>
                    <a:pt x="21706" y="5715"/>
                  </a:lnTo>
                  <a:lnTo>
                    <a:pt x="20426" y="6510"/>
                  </a:lnTo>
                  <a:lnTo>
                    <a:pt x="22056" y="8052"/>
                  </a:lnTo>
                  <a:lnTo>
                    <a:pt x="23044" y="8984"/>
                  </a:lnTo>
                  <a:lnTo>
                    <a:pt x="29818" y="11352"/>
                  </a:lnTo>
                  <a:lnTo>
                    <a:pt x="35362" y="15085"/>
                  </a:lnTo>
                  <a:lnTo>
                    <a:pt x="37499" y="19386"/>
                  </a:lnTo>
                  <a:lnTo>
                    <a:pt x="39399" y="18908"/>
                  </a:lnTo>
                  <a:lnTo>
                    <a:pt x="43257" y="22692"/>
                  </a:lnTo>
                  <a:lnTo>
                    <a:pt x="48417" y="24805"/>
                  </a:lnTo>
                  <a:lnTo>
                    <a:pt x="46659" y="27692"/>
                  </a:lnTo>
                  <a:lnTo>
                    <a:pt x="51889" y="31473"/>
                  </a:lnTo>
                  <a:lnTo>
                    <a:pt x="54096" y="31070"/>
                  </a:lnTo>
                  <a:lnTo>
                    <a:pt x="57147" y="34237"/>
                  </a:lnTo>
                  <a:lnTo>
                    <a:pt x="57449" y="37840"/>
                  </a:lnTo>
                  <a:lnTo>
                    <a:pt x="59814" y="40475"/>
                  </a:lnTo>
                  <a:lnTo>
                    <a:pt x="62250" y="45704"/>
                  </a:lnTo>
                  <a:lnTo>
                    <a:pt x="64790" y="49723"/>
                  </a:lnTo>
                  <a:lnTo>
                    <a:pt x="64962" y="52554"/>
                  </a:lnTo>
                  <a:lnTo>
                    <a:pt x="64861" y="54116"/>
                  </a:lnTo>
                  <a:lnTo>
                    <a:pt x="61973" y="55849"/>
                  </a:lnTo>
                  <a:lnTo>
                    <a:pt x="59993" y="55265"/>
                  </a:lnTo>
                  <a:lnTo>
                    <a:pt x="58334" y="56371"/>
                  </a:lnTo>
                  <a:lnTo>
                    <a:pt x="56434" y="55679"/>
                  </a:lnTo>
                  <a:lnTo>
                    <a:pt x="54993" y="54722"/>
                  </a:lnTo>
                  <a:lnTo>
                    <a:pt x="52695" y="55971"/>
                  </a:lnTo>
                  <a:lnTo>
                    <a:pt x="50312" y="58465"/>
                  </a:lnTo>
                  <a:lnTo>
                    <a:pt x="50953" y="62014"/>
                  </a:lnTo>
                  <a:lnTo>
                    <a:pt x="49218" y="62896"/>
                  </a:lnTo>
                  <a:lnTo>
                    <a:pt x="46188" y="62980"/>
                  </a:lnTo>
                  <a:lnTo>
                    <a:pt x="44980" y="60930"/>
                  </a:lnTo>
                  <a:lnTo>
                    <a:pt x="43519" y="60166"/>
                  </a:lnTo>
                  <a:lnTo>
                    <a:pt x="41233" y="59380"/>
                  </a:lnTo>
                  <a:lnTo>
                    <a:pt x="37052" y="56521"/>
                  </a:lnTo>
                  <a:lnTo>
                    <a:pt x="34550" y="54844"/>
                  </a:lnTo>
                  <a:lnTo>
                    <a:pt x="32808" y="52885"/>
                  </a:lnTo>
                  <a:lnTo>
                    <a:pt x="30822" y="50915"/>
                  </a:lnTo>
                  <a:lnTo>
                    <a:pt x="30577" y="48857"/>
                  </a:lnTo>
                  <a:lnTo>
                    <a:pt x="29087" y="46515"/>
                  </a:lnTo>
                  <a:lnTo>
                    <a:pt x="27665" y="46273"/>
                  </a:lnTo>
                  <a:lnTo>
                    <a:pt x="26554" y="47338"/>
                  </a:lnTo>
                  <a:lnTo>
                    <a:pt x="24987" y="47598"/>
                  </a:lnTo>
                  <a:lnTo>
                    <a:pt x="22916" y="46953"/>
                  </a:lnTo>
                  <a:lnTo>
                    <a:pt x="22395" y="45524"/>
                  </a:lnTo>
                  <a:lnTo>
                    <a:pt x="19295" y="45606"/>
                  </a:lnTo>
                  <a:lnTo>
                    <a:pt x="20663" y="49400"/>
                  </a:lnTo>
                  <a:lnTo>
                    <a:pt x="19042" y="49428"/>
                  </a:lnTo>
                  <a:lnTo>
                    <a:pt x="17078" y="46820"/>
                  </a:lnTo>
                  <a:lnTo>
                    <a:pt x="17346" y="43929"/>
                  </a:lnTo>
                  <a:lnTo>
                    <a:pt x="16430" y="41672"/>
                  </a:lnTo>
                  <a:lnTo>
                    <a:pt x="14274" y="40761"/>
                  </a:lnTo>
                  <a:lnTo>
                    <a:pt x="12206" y="41536"/>
                  </a:lnTo>
                  <a:lnTo>
                    <a:pt x="11498" y="37650"/>
                  </a:lnTo>
                  <a:lnTo>
                    <a:pt x="11181" y="35415"/>
                  </a:lnTo>
                  <a:lnTo>
                    <a:pt x="10273" y="32558"/>
                  </a:lnTo>
                  <a:lnTo>
                    <a:pt x="10682" y="29025"/>
                  </a:lnTo>
                  <a:lnTo>
                    <a:pt x="8436" y="27303"/>
                  </a:lnTo>
                  <a:lnTo>
                    <a:pt x="7541" y="25162"/>
                  </a:lnTo>
                  <a:lnTo>
                    <a:pt x="3828" y="26266"/>
                  </a:lnTo>
                  <a:lnTo>
                    <a:pt x="2334" y="263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74819" y="5436902"/>
              <a:ext cx="42663" cy="60443"/>
            </a:xfrm>
            <a:custGeom>
              <a:avLst/>
              <a:pathLst>
                <a:path w="42663" h="60443">
                  <a:moveTo>
                    <a:pt x="0" y="18003"/>
                  </a:moveTo>
                  <a:lnTo>
                    <a:pt x="1419" y="13932"/>
                  </a:lnTo>
                  <a:lnTo>
                    <a:pt x="3090" y="13298"/>
                  </a:lnTo>
                  <a:lnTo>
                    <a:pt x="3690" y="11903"/>
                  </a:lnTo>
                  <a:lnTo>
                    <a:pt x="6384" y="12366"/>
                  </a:lnTo>
                  <a:lnTo>
                    <a:pt x="8476" y="14909"/>
                  </a:lnTo>
                  <a:lnTo>
                    <a:pt x="10622" y="16195"/>
                  </a:lnTo>
                  <a:lnTo>
                    <a:pt x="11512" y="13841"/>
                  </a:lnTo>
                  <a:lnTo>
                    <a:pt x="8422" y="9599"/>
                  </a:lnTo>
                  <a:lnTo>
                    <a:pt x="4551" y="8022"/>
                  </a:lnTo>
                  <a:lnTo>
                    <a:pt x="4640" y="5783"/>
                  </a:lnTo>
                  <a:lnTo>
                    <a:pt x="6813" y="3699"/>
                  </a:lnTo>
                  <a:lnTo>
                    <a:pt x="10401" y="3348"/>
                  </a:lnTo>
                  <a:lnTo>
                    <a:pt x="15287" y="2792"/>
                  </a:lnTo>
                  <a:lnTo>
                    <a:pt x="20199" y="2344"/>
                  </a:lnTo>
                  <a:lnTo>
                    <a:pt x="20543" y="2177"/>
                  </a:lnTo>
                  <a:lnTo>
                    <a:pt x="25011" y="0"/>
                  </a:lnTo>
                  <a:lnTo>
                    <a:pt x="28995" y="1996"/>
                  </a:lnTo>
                  <a:lnTo>
                    <a:pt x="32832" y="6271"/>
                  </a:lnTo>
                  <a:lnTo>
                    <a:pt x="35571" y="6310"/>
                  </a:lnTo>
                  <a:lnTo>
                    <a:pt x="37827" y="8354"/>
                  </a:lnTo>
                  <a:lnTo>
                    <a:pt x="41409" y="9278"/>
                  </a:lnTo>
                  <a:lnTo>
                    <a:pt x="42663" y="11669"/>
                  </a:lnTo>
                  <a:lnTo>
                    <a:pt x="42397" y="14571"/>
                  </a:lnTo>
                  <a:lnTo>
                    <a:pt x="40161" y="17444"/>
                  </a:lnTo>
                  <a:lnTo>
                    <a:pt x="37161" y="18012"/>
                  </a:lnTo>
                  <a:lnTo>
                    <a:pt x="34900" y="19238"/>
                  </a:lnTo>
                  <a:lnTo>
                    <a:pt x="32983" y="23240"/>
                  </a:lnTo>
                  <a:lnTo>
                    <a:pt x="30325" y="24055"/>
                  </a:lnTo>
                  <a:lnTo>
                    <a:pt x="27965" y="25411"/>
                  </a:lnTo>
                  <a:lnTo>
                    <a:pt x="27025" y="25949"/>
                  </a:lnTo>
                  <a:lnTo>
                    <a:pt x="23034" y="28319"/>
                  </a:lnTo>
                  <a:lnTo>
                    <a:pt x="20324" y="31993"/>
                  </a:lnTo>
                  <a:lnTo>
                    <a:pt x="21281" y="35056"/>
                  </a:lnTo>
                  <a:lnTo>
                    <a:pt x="21127" y="37258"/>
                  </a:lnTo>
                  <a:lnTo>
                    <a:pt x="21936" y="39458"/>
                  </a:lnTo>
                  <a:lnTo>
                    <a:pt x="21357" y="41809"/>
                  </a:lnTo>
                  <a:lnTo>
                    <a:pt x="22255" y="43070"/>
                  </a:lnTo>
                  <a:lnTo>
                    <a:pt x="22481" y="45621"/>
                  </a:lnTo>
                  <a:lnTo>
                    <a:pt x="21283" y="46306"/>
                  </a:lnTo>
                  <a:lnTo>
                    <a:pt x="19655" y="46697"/>
                  </a:lnTo>
                  <a:lnTo>
                    <a:pt x="20019" y="49694"/>
                  </a:lnTo>
                  <a:lnTo>
                    <a:pt x="21285" y="51356"/>
                  </a:lnTo>
                  <a:lnTo>
                    <a:pt x="22079" y="54380"/>
                  </a:lnTo>
                  <a:lnTo>
                    <a:pt x="20754" y="56805"/>
                  </a:lnTo>
                  <a:lnTo>
                    <a:pt x="20276" y="58572"/>
                  </a:lnTo>
                  <a:lnTo>
                    <a:pt x="19585" y="60443"/>
                  </a:lnTo>
                  <a:lnTo>
                    <a:pt x="18282" y="59363"/>
                  </a:lnTo>
                  <a:lnTo>
                    <a:pt x="16217" y="56281"/>
                  </a:lnTo>
                  <a:lnTo>
                    <a:pt x="18077" y="55578"/>
                  </a:lnTo>
                  <a:lnTo>
                    <a:pt x="18176" y="50249"/>
                  </a:lnTo>
                  <a:lnTo>
                    <a:pt x="15226" y="46728"/>
                  </a:lnTo>
                  <a:lnTo>
                    <a:pt x="12689" y="42003"/>
                  </a:lnTo>
                  <a:lnTo>
                    <a:pt x="11041" y="38792"/>
                  </a:lnTo>
                  <a:lnTo>
                    <a:pt x="11141" y="35845"/>
                  </a:lnTo>
                  <a:lnTo>
                    <a:pt x="10122" y="33926"/>
                  </a:lnTo>
                  <a:lnTo>
                    <a:pt x="9819" y="29867"/>
                  </a:lnTo>
                  <a:lnTo>
                    <a:pt x="8455" y="29276"/>
                  </a:lnTo>
                  <a:lnTo>
                    <a:pt x="6787" y="30055"/>
                  </a:lnTo>
                  <a:lnTo>
                    <a:pt x="6083" y="27172"/>
                  </a:lnTo>
                  <a:lnTo>
                    <a:pt x="3651" y="25892"/>
                  </a:lnTo>
                  <a:lnTo>
                    <a:pt x="157" y="199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37538" y="5396487"/>
              <a:ext cx="42602" cy="53453"/>
            </a:xfrm>
            <a:custGeom>
              <a:avLst/>
              <a:pathLst>
                <a:path w="42602" h="53453">
                  <a:moveTo>
                    <a:pt x="0" y="0"/>
                  </a:moveTo>
                  <a:lnTo>
                    <a:pt x="2719" y="1093"/>
                  </a:lnTo>
                  <a:lnTo>
                    <a:pt x="5407" y="3242"/>
                  </a:lnTo>
                  <a:lnTo>
                    <a:pt x="7382" y="5032"/>
                  </a:lnTo>
                  <a:lnTo>
                    <a:pt x="8000" y="5896"/>
                  </a:lnTo>
                  <a:lnTo>
                    <a:pt x="9318" y="7736"/>
                  </a:lnTo>
                  <a:lnTo>
                    <a:pt x="11038" y="6512"/>
                  </a:lnTo>
                  <a:lnTo>
                    <a:pt x="14287" y="5715"/>
                  </a:lnTo>
                  <a:lnTo>
                    <a:pt x="17418" y="5539"/>
                  </a:lnTo>
                  <a:lnTo>
                    <a:pt x="18779" y="4476"/>
                  </a:lnTo>
                  <a:lnTo>
                    <a:pt x="20797" y="4543"/>
                  </a:lnTo>
                  <a:lnTo>
                    <a:pt x="21396" y="6604"/>
                  </a:lnTo>
                  <a:lnTo>
                    <a:pt x="22847" y="7434"/>
                  </a:lnTo>
                  <a:lnTo>
                    <a:pt x="24743" y="9057"/>
                  </a:lnTo>
                  <a:lnTo>
                    <a:pt x="27930" y="11617"/>
                  </a:lnTo>
                  <a:lnTo>
                    <a:pt x="31715" y="15158"/>
                  </a:lnTo>
                  <a:lnTo>
                    <a:pt x="33940" y="20087"/>
                  </a:lnTo>
                  <a:lnTo>
                    <a:pt x="37077" y="22384"/>
                  </a:lnTo>
                  <a:lnTo>
                    <a:pt x="37581" y="24162"/>
                  </a:lnTo>
                  <a:lnTo>
                    <a:pt x="37876" y="28116"/>
                  </a:lnTo>
                  <a:lnTo>
                    <a:pt x="39946" y="32842"/>
                  </a:lnTo>
                  <a:lnTo>
                    <a:pt x="42602" y="34400"/>
                  </a:lnTo>
                  <a:lnTo>
                    <a:pt x="42141" y="36568"/>
                  </a:lnTo>
                  <a:lnTo>
                    <a:pt x="41465" y="37035"/>
                  </a:lnTo>
                  <a:lnTo>
                    <a:pt x="38590" y="36595"/>
                  </a:lnTo>
                  <a:lnTo>
                    <a:pt x="36743" y="39179"/>
                  </a:lnTo>
                  <a:lnTo>
                    <a:pt x="36134" y="43390"/>
                  </a:lnTo>
                  <a:lnTo>
                    <a:pt x="34632" y="46386"/>
                  </a:lnTo>
                  <a:lnTo>
                    <a:pt x="33385" y="47970"/>
                  </a:lnTo>
                  <a:lnTo>
                    <a:pt x="33685" y="49178"/>
                  </a:lnTo>
                  <a:lnTo>
                    <a:pt x="32876" y="50743"/>
                  </a:lnTo>
                  <a:lnTo>
                    <a:pt x="32246" y="52520"/>
                  </a:lnTo>
                  <a:lnTo>
                    <a:pt x="30921" y="53453"/>
                  </a:lnTo>
                  <a:lnTo>
                    <a:pt x="28020" y="50536"/>
                  </a:lnTo>
                  <a:lnTo>
                    <a:pt x="25743" y="45230"/>
                  </a:lnTo>
                  <a:lnTo>
                    <a:pt x="24755" y="37553"/>
                  </a:lnTo>
                  <a:lnTo>
                    <a:pt x="21908" y="33671"/>
                  </a:lnTo>
                  <a:lnTo>
                    <a:pt x="17219" y="27355"/>
                  </a:lnTo>
                  <a:lnTo>
                    <a:pt x="15370" y="23549"/>
                  </a:lnTo>
                  <a:lnTo>
                    <a:pt x="11866" y="17392"/>
                  </a:lnTo>
                  <a:lnTo>
                    <a:pt x="8872" y="11748"/>
                  </a:lnTo>
                  <a:lnTo>
                    <a:pt x="5603" y="8398"/>
                  </a:lnTo>
                  <a:lnTo>
                    <a:pt x="1367" y="33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09627" y="5408395"/>
              <a:ext cx="70838" cy="77826"/>
            </a:xfrm>
            <a:custGeom>
              <a:avLst/>
              <a:pathLst>
                <a:path w="70838" h="77826">
                  <a:moveTo>
                    <a:pt x="382" y="17012"/>
                  </a:moveTo>
                  <a:lnTo>
                    <a:pt x="0" y="14366"/>
                  </a:lnTo>
                  <a:lnTo>
                    <a:pt x="1636" y="12780"/>
                  </a:lnTo>
                  <a:lnTo>
                    <a:pt x="2777" y="10626"/>
                  </a:lnTo>
                  <a:lnTo>
                    <a:pt x="733" y="6479"/>
                  </a:lnTo>
                  <a:lnTo>
                    <a:pt x="2758" y="5704"/>
                  </a:lnTo>
                  <a:lnTo>
                    <a:pt x="4923" y="4199"/>
                  </a:lnTo>
                  <a:lnTo>
                    <a:pt x="7711" y="2522"/>
                  </a:lnTo>
                  <a:lnTo>
                    <a:pt x="11221" y="1912"/>
                  </a:lnTo>
                  <a:lnTo>
                    <a:pt x="12754" y="0"/>
                  </a:lnTo>
                  <a:lnTo>
                    <a:pt x="15091" y="1679"/>
                  </a:lnTo>
                  <a:lnTo>
                    <a:pt x="20546" y="2467"/>
                  </a:lnTo>
                  <a:lnTo>
                    <a:pt x="26314" y="3534"/>
                  </a:lnTo>
                  <a:lnTo>
                    <a:pt x="29928" y="2446"/>
                  </a:lnTo>
                  <a:lnTo>
                    <a:pt x="34046" y="3185"/>
                  </a:lnTo>
                  <a:lnTo>
                    <a:pt x="36426" y="7729"/>
                  </a:lnTo>
                  <a:lnTo>
                    <a:pt x="35395" y="9976"/>
                  </a:lnTo>
                  <a:lnTo>
                    <a:pt x="38234" y="13749"/>
                  </a:lnTo>
                  <a:lnTo>
                    <a:pt x="38720" y="14394"/>
                  </a:lnTo>
                  <a:lnTo>
                    <a:pt x="45451" y="24257"/>
                  </a:lnTo>
                  <a:lnTo>
                    <a:pt x="47539" y="29545"/>
                  </a:lnTo>
                  <a:lnTo>
                    <a:pt x="48683" y="34243"/>
                  </a:lnTo>
                  <a:lnTo>
                    <a:pt x="55946" y="45106"/>
                  </a:lnTo>
                  <a:lnTo>
                    <a:pt x="58100" y="47806"/>
                  </a:lnTo>
                  <a:lnTo>
                    <a:pt x="60392" y="51468"/>
                  </a:lnTo>
                  <a:lnTo>
                    <a:pt x="62705" y="55073"/>
                  </a:lnTo>
                  <a:lnTo>
                    <a:pt x="64209" y="57923"/>
                  </a:lnTo>
                  <a:lnTo>
                    <a:pt x="65369" y="61459"/>
                  </a:lnTo>
                  <a:lnTo>
                    <a:pt x="64941" y="63082"/>
                  </a:lnTo>
                  <a:lnTo>
                    <a:pt x="66864" y="66059"/>
                  </a:lnTo>
                  <a:lnTo>
                    <a:pt x="68695" y="70118"/>
                  </a:lnTo>
                  <a:lnTo>
                    <a:pt x="70033" y="73386"/>
                  </a:lnTo>
                  <a:lnTo>
                    <a:pt x="70750" y="76341"/>
                  </a:lnTo>
                  <a:lnTo>
                    <a:pt x="70838" y="77826"/>
                  </a:lnTo>
                  <a:lnTo>
                    <a:pt x="68158" y="76877"/>
                  </a:lnTo>
                  <a:lnTo>
                    <a:pt x="66562" y="75887"/>
                  </a:lnTo>
                  <a:lnTo>
                    <a:pt x="64850" y="73506"/>
                  </a:lnTo>
                  <a:lnTo>
                    <a:pt x="62335" y="72108"/>
                  </a:lnTo>
                  <a:lnTo>
                    <a:pt x="59732" y="69508"/>
                  </a:lnTo>
                  <a:lnTo>
                    <a:pt x="56448" y="66452"/>
                  </a:lnTo>
                  <a:lnTo>
                    <a:pt x="53828" y="64018"/>
                  </a:lnTo>
                  <a:lnTo>
                    <a:pt x="51462" y="61395"/>
                  </a:lnTo>
                  <a:lnTo>
                    <a:pt x="50804" y="62276"/>
                  </a:lnTo>
                  <a:lnTo>
                    <a:pt x="47878" y="60561"/>
                  </a:lnTo>
                  <a:lnTo>
                    <a:pt x="46117" y="59738"/>
                  </a:lnTo>
                  <a:lnTo>
                    <a:pt x="43649" y="60157"/>
                  </a:lnTo>
                  <a:lnTo>
                    <a:pt x="40717" y="58012"/>
                  </a:lnTo>
                  <a:lnTo>
                    <a:pt x="41260" y="56594"/>
                  </a:lnTo>
                  <a:lnTo>
                    <a:pt x="41498" y="55280"/>
                  </a:lnTo>
                  <a:lnTo>
                    <a:pt x="41410" y="52854"/>
                  </a:lnTo>
                  <a:lnTo>
                    <a:pt x="42041" y="48806"/>
                  </a:lnTo>
                  <a:lnTo>
                    <a:pt x="39007" y="47697"/>
                  </a:lnTo>
                  <a:lnTo>
                    <a:pt x="36003" y="47232"/>
                  </a:lnTo>
                  <a:lnTo>
                    <a:pt x="36259" y="50007"/>
                  </a:lnTo>
                  <a:lnTo>
                    <a:pt x="36145" y="51785"/>
                  </a:lnTo>
                  <a:lnTo>
                    <a:pt x="32428" y="54316"/>
                  </a:lnTo>
                  <a:lnTo>
                    <a:pt x="31669" y="54309"/>
                  </a:lnTo>
                  <a:lnTo>
                    <a:pt x="30510" y="50555"/>
                  </a:lnTo>
                  <a:lnTo>
                    <a:pt x="31783" y="48091"/>
                  </a:lnTo>
                  <a:lnTo>
                    <a:pt x="31123" y="46285"/>
                  </a:lnTo>
                  <a:lnTo>
                    <a:pt x="29386" y="46829"/>
                  </a:lnTo>
                  <a:lnTo>
                    <a:pt x="27756" y="45044"/>
                  </a:lnTo>
                  <a:lnTo>
                    <a:pt x="27494" y="42247"/>
                  </a:lnTo>
                  <a:lnTo>
                    <a:pt x="26434" y="40792"/>
                  </a:lnTo>
                  <a:lnTo>
                    <a:pt x="24335" y="37482"/>
                  </a:lnTo>
                  <a:lnTo>
                    <a:pt x="22435" y="35819"/>
                  </a:lnTo>
                  <a:lnTo>
                    <a:pt x="19365" y="34424"/>
                  </a:lnTo>
                  <a:lnTo>
                    <a:pt x="17853" y="33042"/>
                  </a:lnTo>
                  <a:lnTo>
                    <a:pt x="16207" y="33534"/>
                  </a:lnTo>
                  <a:lnTo>
                    <a:pt x="13566" y="31375"/>
                  </a:lnTo>
                  <a:lnTo>
                    <a:pt x="12381" y="29029"/>
                  </a:lnTo>
                  <a:lnTo>
                    <a:pt x="9902" y="25888"/>
                  </a:lnTo>
                  <a:lnTo>
                    <a:pt x="7520" y="23889"/>
                  </a:lnTo>
                  <a:lnTo>
                    <a:pt x="5370" y="23723"/>
                  </a:lnTo>
                  <a:lnTo>
                    <a:pt x="4170" y="22148"/>
                  </a:lnTo>
                  <a:lnTo>
                    <a:pt x="1830" y="216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162685" y="5401653"/>
              <a:ext cx="4199" cy="7995"/>
            </a:xfrm>
            <a:custGeom>
              <a:avLst/>
              <a:pathLst>
                <a:path w="4199" h="7995">
                  <a:moveTo>
                    <a:pt x="0" y="4521"/>
                  </a:moveTo>
                  <a:lnTo>
                    <a:pt x="1758" y="0"/>
                  </a:lnTo>
                  <a:lnTo>
                    <a:pt x="4199" y="810"/>
                  </a:lnTo>
                  <a:lnTo>
                    <a:pt x="3389" y="3016"/>
                  </a:lnTo>
                  <a:lnTo>
                    <a:pt x="2472" y="6458"/>
                  </a:lnTo>
                  <a:lnTo>
                    <a:pt x="92" y="79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136270" y="5454903"/>
              <a:ext cx="5297" cy="4511"/>
            </a:xfrm>
            <a:custGeom>
              <a:avLst/>
              <a:pathLst>
                <a:path w="5297" h="4511">
                  <a:moveTo>
                    <a:pt x="0" y="1709"/>
                  </a:moveTo>
                  <a:lnTo>
                    <a:pt x="2140" y="172"/>
                  </a:lnTo>
                  <a:lnTo>
                    <a:pt x="3749" y="0"/>
                  </a:lnTo>
                  <a:lnTo>
                    <a:pt x="5297" y="1529"/>
                  </a:lnTo>
                  <a:lnTo>
                    <a:pt x="4711" y="3763"/>
                  </a:lnTo>
                  <a:lnTo>
                    <a:pt x="2055" y="4511"/>
                  </a:lnTo>
                  <a:lnTo>
                    <a:pt x="1341" y="41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120545" y="5487319"/>
              <a:ext cx="60906" cy="93235"/>
            </a:xfrm>
            <a:custGeom>
              <a:avLst/>
              <a:pathLst>
                <a:path w="60906" h="93235">
                  <a:moveTo>
                    <a:pt x="0" y="63600"/>
                  </a:moveTo>
                  <a:lnTo>
                    <a:pt x="1530" y="59795"/>
                  </a:lnTo>
                  <a:lnTo>
                    <a:pt x="2848" y="56507"/>
                  </a:lnTo>
                  <a:lnTo>
                    <a:pt x="4680" y="53445"/>
                  </a:lnTo>
                  <a:lnTo>
                    <a:pt x="7027" y="52263"/>
                  </a:lnTo>
                  <a:lnTo>
                    <a:pt x="9426" y="49920"/>
                  </a:lnTo>
                  <a:lnTo>
                    <a:pt x="11433" y="48777"/>
                  </a:lnTo>
                  <a:lnTo>
                    <a:pt x="15945" y="48656"/>
                  </a:lnTo>
                  <a:lnTo>
                    <a:pt x="17155" y="46696"/>
                  </a:lnTo>
                  <a:lnTo>
                    <a:pt x="16434" y="41438"/>
                  </a:lnTo>
                  <a:lnTo>
                    <a:pt x="19481" y="38198"/>
                  </a:lnTo>
                  <a:lnTo>
                    <a:pt x="20728" y="37409"/>
                  </a:lnTo>
                  <a:lnTo>
                    <a:pt x="22373" y="37708"/>
                  </a:lnTo>
                  <a:lnTo>
                    <a:pt x="25218" y="36052"/>
                  </a:lnTo>
                  <a:lnTo>
                    <a:pt x="24579" y="34658"/>
                  </a:lnTo>
                  <a:lnTo>
                    <a:pt x="25451" y="32934"/>
                  </a:lnTo>
                  <a:lnTo>
                    <a:pt x="27822" y="34495"/>
                  </a:lnTo>
                  <a:lnTo>
                    <a:pt x="29465" y="32049"/>
                  </a:lnTo>
                  <a:lnTo>
                    <a:pt x="27712" y="29802"/>
                  </a:lnTo>
                  <a:lnTo>
                    <a:pt x="26415" y="29007"/>
                  </a:lnTo>
                  <a:lnTo>
                    <a:pt x="27412" y="26727"/>
                  </a:lnTo>
                  <a:lnTo>
                    <a:pt x="28234" y="25089"/>
                  </a:lnTo>
                  <a:lnTo>
                    <a:pt x="30127" y="23869"/>
                  </a:lnTo>
                  <a:lnTo>
                    <a:pt x="30328" y="21735"/>
                  </a:lnTo>
                  <a:lnTo>
                    <a:pt x="32245" y="19217"/>
                  </a:lnTo>
                  <a:lnTo>
                    <a:pt x="33222" y="16878"/>
                  </a:lnTo>
                  <a:lnTo>
                    <a:pt x="35609" y="15056"/>
                  </a:lnTo>
                  <a:lnTo>
                    <a:pt x="36184" y="12195"/>
                  </a:lnTo>
                  <a:lnTo>
                    <a:pt x="38184" y="11448"/>
                  </a:lnTo>
                  <a:lnTo>
                    <a:pt x="39066" y="9072"/>
                  </a:lnTo>
                  <a:lnTo>
                    <a:pt x="41033" y="8401"/>
                  </a:lnTo>
                  <a:lnTo>
                    <a:pt x="40045" y="5118"/>
                  </a:lnTo>
                  <a:lnTo>
                    <a:pt x="40790" y="2371"/>
                  </a:lnTo>
                  <a:lnTo>
                    <a:pt x="41890" y="1412"/>
                  </a:lnTo>
                  <a:lnTo>
                    <a:pt x="44183" y="1170"/>
                  </a:lnTo>
                  <a:lnTo>
                    <a:pt x="46197" y="0"/>
                  </a:lnTo>
                  <a:lnTo>
                    <a:pt x="46865" y="2171"/>
                  </a:lnTo>
                  <a:lnTo>
                    <a:pt x="46173" y="5303"/>
                  </a:lnTo>
                  <a:lnTo>
                    <a:pt x="44730" y="7616"/>
                  </a:lnTo>
                  <a:lnTo>
                    <a:pt x="44043" y="9968"/>
                  </a:lnTo>
                  <a:lnTo>
                    <a:pt x="44670" y="12412"/>
                  </a:lnTo>
                  <a:lnTo>
                    <a:pt x="46206" y="12999"/>
                  </a:lnTo>
                  <a:lnTo>
                    <a:pt x="47153" y="12678"/>
                  </a:lnTo>
                  <a:lnTo>
                    <a:pt x="47880" y="11106"/>
                  </a:lnTo>
                  <a:lnTo>
                    <a:pt x="47446" y="9701"/>
                  </a:lnTo>
                  <a:lnTo>
                    <a:pt x="48589" y="9310"/>
                  </a:lnTo>
                  <a:lnTo>
                    <a:pt x="50503" y="11455"/>
                  </a:lnTo>
                  <a:lnTo>
                    <a:pt x="52514" y="10266"/>
                  </a:lnTo>
                  <a:lnTo>
                    <a:pt x="53556" y="11446"/>
                  </a:lnTo>
                  <a:lnTo>
                    <a:pt x="56005" y="12013"/>
                  </a:lnTo>
                  <a:lnTo>
                    <a:pt x="60107" y="15324"/>
                  </a:lnTo>
                  <a:lnTo>
                    <a:pt x="60906" y="17616"/>
                  </a:lnTo>
                  <a:lnTo>
                    <a:pt x="59731" y="19750"/>
                  </a:lnTo>
                  <a:lnTo>
                    <a:pt x="55896" y="19574"/>
                  </a:lnTo>
                  <a:lnTo>
                    <a:pt x="54416" y="21394"/>
                  </a:lnTo>
                  <a:lnTo>
                    <a:pt x="51165" y="22424"/>
                  </a:lnTo>
                  <a:lnTo>
                    <a:pt x="48880" y="23450"/>
                  </a:lnTo>
                  <a:lnTo>
                    <a:pt x="46461" y="23319"/>
                  </a:lnTo>
                  <a:lnTo>
                    <a:pt x="45666" y="25077"/>
                  </a:lnTo>
                  <a:lnTo>
                    <a:pt x="43073" y="26915"/>
                  </a:lnTo>
                  <a:lnTo>
                    <a:pt x="40856" y="28628"/>
                  </a:lnTo>
                  <a:lnTo>
                    <a:pt x="42072" y="30427"/>
                  </a:lnTo>
                  <a:lnTo>
                    <a:pt x="41746" y="32944"/>
                  </a:lnTo>
                  <a:lnTo>
                    <a:pt x="40790" y="34639"/>
                  </a:lnTo>
                  <a:lnTo>
                    <a:pt x="41354" y="36456"/>
                  </a:lnTo>
                  <a:lnTo>
                    <a:pt x="42302" y="37420"/>
                  </a:lnTo>
                  <a:lnTo>
                    <a:pt x="43642" y="35356"/>
                  </a:lnTo>
                  <a:lnTo>
                    <a:pt x="44390" y="33288"/>
                  </a:lnTo>
                  <a:lnTo>
                    <a:pt x="46814" y="33219"/>
                  </a:lnTo>
                  <a:lnTo>
                    <a:pt x="48485" y="30117"/>
                  </a:lnTo>
                  <a:lnTo>
                    <a:pt x="48872" y="31323"/>
                  </a:lnTo>
                  <a:lnTo>
                    <a:pt x="51226" y="32482"/>
                  </a:lnTo>
                  <a:lnTo>
                    <a:pt x="51139" y="36253"/>
                  </a:lnTo>
                  <a:lnTo>
                    <a:pt x="54463" y="37796"/>
                  </a:lnTo>
                  <a:lnTo>
                    <a:pt x="52844" y="40106"/>
                  </a:lnTo>
                  <a:lnTo>
                    <a:pt x="49849" y="41393"/>
                  </a:lnTo>
                  <a:lnTo>
                    <a:pt x="51390" y="43885"/>
                  </a:lnTo>
                  <a:lnTo>
                    <a:pt x="53195" y="45090"/>
                  </a:lnTo>
                  <a:lnTo>
                    <a:pt x="56644" y="45224"/>
                  </a:lnTo>
                  <a:lnTo>
                    <a:pt x="56876" y="46555"/>
                  </a:lnTo>
                  <a:lnTo>
                    <a:pt x="55087" y="49854"/>
                  </a:lnTo>
                  <a:lnTo>
                    <a:pt x="54043" y="52720"/>
                  </a:lnTo>
                  <a:lnTo>
                    <a:pt x="56134" y="56288"/>
                  </a:lnTo>
                  <a:lnTo>
                    <a:pt x="54839" y="58365"/>
                  </a:lnTo>
                  <a:lnTo>
                    <a:pt x="50898" y="54688"/>
                  </a:lnTo>
                  <a:lnTo>
                    <a:pt x="48683" y="54305"/>
                  </a:lnTo>
                  <a:lnTo>
                    <a:pt x="48416" y="57406"/>
                  </a:lnTo>
                  <a:lnTo>
                    <a:pt x="48132" y="60177"/>
                  </a:lnTo>
                  <a:lnTo>
                    <a:pt x="46933" y="62232"/>
                  </a:lnTo>
                  <a:lnTo>
                    <a:pt x="44298" y="63304"/>
                  </a:lnTo>
                  <a:lnTo>
                    <a:pt x="41553" y="64038"/>
                  </a:lnTo>
                  <a:lnTo>
                    <a:pt x="41842" y="67199"/>
                  </a:lnTo>
                  <a:lnTo>
                    <a:pt x="43524" y="68022"/>
                  </a:lnTo>
                  <a:lnTo>
                    <a:pt x="43271" y="69557"/>
                  </a:lnTo>
                  <a:lnTo>
                    <a:pt x="39771" y="71295"/>
                  </a:lnTo>
                  <a:lnTo>
                    <a:pt x="37092" y="74461"/>
                  </a:lnTo>
                  <a:lnTo>
                    <a:pt x="35847" y="76559"/>
                  </a:lnTo>
                  <a:lnTo>
                    <a:pt x="34255" y="77523"/>
                  </a:lnTo>
                  <a:lnTo>
                    <a:pt x="32285" y="73273"/>
                  </a:lnTo>
                  <a:lnTo>
                    <a:pt x="30408" y="73246"/>
                  </a:lnTo>
                  <a:lnTo>
                    <a:pt x="28502" y="75160"/>
                  </a:lnTo>
                  <a:lnTo>
                    <a:pt x="29652" y="77497"/>
                  </a:lnTo>
                  <a:lnTo>
                    <a:pt x="30317" y="82349"/>
                  </a:lnTo>
                  <a:lnTo>
                    <a:pt x="28918" y="82537"/>
                  </a:lnTo>
                  <a:lnTo>
                    <a:pt x="26940" y="84232"/>
                  </a:lnTo>
                  <a:lnTo>
                    <a:pt x="25343" y="85564"/>
                  </a:lnTo>
                  <a:lnTo>
                    <a:pt x="23962" y="86097"/>
                  </a:lnTo>
                  <a:lnTo>
                    <a:pt x="22835" y="88559"/>
                  </a:lnTo>
                  <a:lnTo>
                    <a:pt x="21407" y="89927"/>
                  </a:lnTo>
                  <a:lnTo>
                    <a:pt x="20692" y="92555"/>
                  </a:lnTo>
                  <a:lnTo>
                    <a:pt x="17646" y="93235"/>
                  </a:lnTo>
                  <a:lnTo>
                    <a:pt x="17860" y="90436"/>
                  </a:lnTo>
                  <a:lnTo>
                    <a:pt x="13295" y="86114"/>
                  </a:lnTo>
                  <a:lnTo>
                    <a:pt x="12749" y="82876"/>
                  </a:lnTo>
                  <a:lnTo>
                    <a:pt x="10355" y="80844"/>
                  </a:lnTo>
                  <a:lnTo>
                    <a:pt x="7455" y="79597"/>
                  </a:lnTo>
                  <a:lnTo>
                    <a:pt x="6915" y="73813"/>
                  </a:lnTo>
                  <a:lnTo>
                    <a:pt x="4662" y="68160"/>
                  </a:lnTo>
                  <a:lnTo>
                    <a:pt x="2364" y="67147"/>
                  </a:lnTo>
                  <a:lnTo>
                    <a:pt x="63" y="671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123942" y="5583309"/>
              <a:ext cx="21133" cy="11323"/>
            </a:xfrm>
            <a:custGeom>
              <a:avLst/>
              <a:pathLst>
                <a:path w="21133" h="11323">
                  <a:moveTo>
                    <a:pt x="0" y="10695"/>
                  </a:moveTo>
                  <a:lnTo>
                    <a:pt x="2537" y="5814"/>
                  </a:lnTo>
                  <a:lnTo>
                    <a:pt x="6472" y="1621"/>
                  </a:lnTo>
                  <a:lnTo>
                    <a:pt x="13347" y="647"/>
                  </a:lnTo>
                  <a:lnTo>
                    <a:pt x="15905" y="0"/>
                  </a:lnTo>
                  <a:lnTo>
                    <a:pt x="17768" y="1874"/>
                  </a:lnTo>
                  <a:lnTo>
                    <a:pt x="21133" y="1803"/>
                  </a:lnTo>
                  <a:lnTo>
                    <a:pt x="21115" y="3287"/>
                  </a:lnTo>
                  <a:lnTo>
                    <a:pt x="18372" y="5962"/>
                  </a:lnTo>
                  <a:lnTo>
                    <a:pt x="12696" y="5917"/>
                  </a:lnTo>
                  <a:lnTo>
                    <a:pt x="6662" y="6255"/>
                  </a:lnTo>
                  <a:lnTo>
                    <a:pt x="4647" y="7720"/>
                  </a:lnTo>
                  <a:lnTo>
                    <a:pt x="2326" y="113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105999" y="5617934"/>
              <a:ext cx="4643" cy="7567"/>
            </a:xfrm>
            <a:custGeom>
              <a:avLst/>
              <a:pathLst>
                <a:path w="4643" h="7567">
                  <a:moveTo>
                    <a:pt x="0" y="5147"/>
                  </a:moveTo>
                  <a:lnTo>
                    <a:pt x="1226" y="3069"/>
                  </a:lnTo>
                  <a:lnTo>
                    <a:pt x="2830" y="0"/>
                  </a:lnTo>
                  <a:lnTo>
                    <a:pt x="4643" y="605"/>
                  </a:lnTo>
                  <a:lnTo>
                    <a:pt x="4421" y="3641"/>
                  </a:lnTo>
                  <a:lnTo>
                    <a:pt x="4425" y="6255"/>
                  </a:lnTo>
                  <a:lnTo>
                    <a:pt x="3989" y="7567"/>
                  </a:lnTo>
                  <a:lnTo>
                    <a:pt x="970" y="73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82084" y="5612095"/>
              <a:ext cx="2916" cy="4761"/>
            </a:xfrm>
            <a:custGeom>
              <a:avLst/>
              <a:pathLst>
                <a:path w="2916" h="4761">
                  <a:moveTo>
                    <a:pt x="0" y="1045"/>
                  </a:moveTo>
                  <a:lnTo>
                    <a:pt x="1078" y="0"/>
                  </a:lnTo>
                  <a:lnTo>
                    <a:pt x="2794" y="1426"/>
                  </a:lnTo>
                  <a:lnTo>
                    <a:pt x="2916" y="3591"/>
                  </a:lnTo>
                  <a:lnTo>
                    <a:pt x="1546" y="4761"/>
                  </a:lnTo>
                  <a:lnTo>
                    <a:pt x="191" y="35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484040" y="5729900"/>
              <a:ext cx="18956" cy="21875"/>
            </a:xfrm>
            <a:custGeom>
              <a:avLst/>
              <a:pathLst>
                <a:path w="18956" h="21875">
                  <a:moveTo>
                    <a:pt x="242" y="730"/>
                  </a:moveTo>
                  <a:lnTo>
                    <a:pt x="1927" y="0"/>
                  </a:lnTo>
                  <a:lnTo>
                    <a:pt x="7755" y="5079"/>
                  </a:lnTo>
                  <a:lnTo>
                    <a:pt x="13005" y="14158"/>
                  </a:lnTo>
                  <a:lnTo>
                    <a:pt x="14942" y="17729"/>
                  </a:lnTo>
                  <a:lnTo>
                    <a:pt x="17880" y="18935"/>
                  </a:lnTo>
                  <a:lnTo>
                    <a:pt x="18956" y="21875"/>
                  </a:lnTo>
                  <a:lnTo>
                    <a:pt x="13231" y="21118"/>
                  </a:lnTo>
                  <a:lnTo>
                    <a:pt x="8817" y="13998"/>
                  </a:lnTo>
                  <a:lnTo>
                    <a:pt x="7062" y="9422"/>
                  </a:lnTo>
                  <a:lnTo>
                    <a:pt x="5828" y="7646"/>
                  </a:lnTo>
                  <a:lnTo>
                    <a:pt x="3476" y="6910"/>
                  </a:lnTo>
                  <a:lnTo>
                    <a:pt x="0" y="25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066749" y="5590010"/>
              <a:ext cx="7929" cy="3525"/>
            </a:xfrm>
            <a:custGeom>
              <a:avLst/>
              <a:pathLst>
                <a:path w="7929" h="3525">
                  <a:moveTo>
                    <a:pt x="701" y="1611"/>
                  </a:moveTo>
                  <a:lnTo>
                    <a:pt x="3238" y="0"/>
                  </a:lnTo>
                  <a:lnTo>
                    <a:pt x="5141" y="665"/>
                  </a:lnTo>
                  <a:lnTo>
                    <a:pt x="7929" y="2365"/>
                  </a:lnTo>
                  <a:lnTo>
                    <a:pt x="6375" y="3400"/>
                  </a:lnTo>
                  <a:lnTo>
                    <a:pt x="3565" y="3093"/>
                  </a:lnTo>
                  <a:lnTo>
                    <a:pt x="0" y="35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003629" y="5652411"/>
              <a:ext cx="24903" cy="19428"/>
            </a:xfrm>
            <a:custGeom>
              <a:avLst/>
              <a:pathLst>
                <a:path w="24903" h="19428">
                  <a:moveTo>
                    <a:pt x="0" y="17177"/>
                  </a:moveTo>
                  <a:lnTo>
                    <a:pt x="1126" y="11427"/>
                  </a:lnTo>
                  <a:lnTo>
                    <a:pt x="1040" y="7743"/>
                  </a:lnTo>
                  <a:lnTo>
                    <a:pt x="2092" y="5288"/>
                  </a:lnTo>
                  <a:lnTo>
                    <a:pt x="4647" y="3770"/>
                  </a:lnTo>
                  <a:lnTo>
                    <a:pt x="8079" y="0"/>
                  </a:lnTo>
                  <a:lnTo>
                    <a:pt x="8800" y="1619"/>
                  </a:lnTo>
                  <a:lnTo>
                    <a:pt x="9635" y="4880"/>
                  </a:lnTo>
                  <a:lnTo>
                    <a:pt x="13068" y="4620"/>
                  </a:lnTo>
                  <a:lnTo>
                    <a:pt x="16384" y="1288"/>
                  </a:lnTo>
                  <a:lnTo>
                    <a:pt x="17329" y="4232"/>
                  </a:lnTo>
                  <a:lnTo>
                    <a:pt x="21294" y="10661"/>
                  </a:lnTo>
                  <a:lnTo>
                    <a:pt x="24903" y="16615"/>
                  </a:lnTo>
                  <a:lnTo>
                    <a:pt x="23419" y="18981"/>
                  </a:lnTo>
                  <a:lnTo>
                    <a:pt x="22527" y="18931"/>
                  </a:lnTo>
                  <a:lnTo>
                    <a:pt x="19014" y="15552"/>
                  </a:lnTo>
                  <a:lnTo>
                    <a:pt x="17424" y="11645"/>
                  </a:lnTo>
                  <a:lnTo>
                    <a:pt x="14300" y="11255"/>
                  </a:lnTo>
                  <a:lnTo>
                    <a:pt x="11440" y="9987"/>
                  </a:lnTo>
                  <a:lnTo>
                    <a:pt x="10106" y="11787"/>
                  </a:lnTo>
                  <a:lnTo>
                    <a:pt x="5073" y="12169"/>
                  </a:lnTo>
                  <a:lnTo>
                    <a:pt x="3512" y="14857"/>
                  </a:lnTo>
                  <a:lnTo>
                    <a:pt x="735" y="1942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88472" y="5644317"/>
              <a:ext cx="16576" cy="15948"/>
            </a:xfrm>
            <a:custGeom>
              <a:avLst/>
              <a:pathLst>
                <a:path w="16576" h="15948">
                  <a:moveTo>
                    <a:pt x="0" y="6725"/>
                  </a:moveTo>
                  <a:lnTo>
                    <a:pt x="1016" y="4352"/>
                  </a:lnTo>
                  <a:lnTo>
                    <a:pt x="3797" y="2876"/>
                  </a:lnTo>
                  <a:lnTo>
                    <a:pt x="7826" y="3912"/>
                  </a:lnTo>
                  <a:lnTo>
                    <a:pt x="12012" y="1242"/>
                  </a:lnTo>
                  <a:lnTo>
                    <a:pt x="13656" y="0"/>
                  </a:lnTo>
                  <a:lnTo>
                    <a:pt x="16576" y="566"/>
                  </a:lnTo>
                  <a:lnTo>
                    <a:pt x="16351" y="3931"/>
                  </a:lnTo>
                  <a:lnTo>
                    <a:pt x="12947" y="7375"/>
                  </a:lnTo>
                  <a:lnTo>
                    <a:pt x="12251" y="9746"/>
                  </a:lnTo>
                  <a:lnTo>
                    <a:pt x="9181" y="8062"/>
                  </a:lnTo>
                  <a:lnTo>
                    <a:pt x="7858" y="9564"/>
                  </a:lnTo>
                  <a:lnTo>
                    <a:pt x="8991" y="12978"/>
                  </a:lnTo>
                  <a:lnTo>
                    <a:pt x="8196" y="15376"/>
                  </a:lnTo>
                  <a:lnTo>
                    <a:pt x="5055" y="13992"/>
                  </a:lnTo>
                  <a:lnTo>
                    <a:pt x="3204" y="14408"/>
                  </a:lnTo>
                  <a:lnTo>
                    <a:pt x="1236" y="15948"/>
                  </a:lnTo>
                  <a:lnTo>
                    <a:pt x="574" y="119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979288" y="5490089"/>
              <a:ext cx="8444" cy="12211"/>
            </a:xfrm>
            <a:custGeom>
              <a:avLst/>
              <a:pathLst>
                <a:path w="8444" h="12211">
                  <a:moveTo>
                    <a:pt x="0" y="8265"/>
                  </a:moveTo>
                  <a:lnTo>
                    <a:pt x="432" y="5204"/>
                  </a:lnTo>
                  <a:lnTo>
                    <a:pt x="3356" y="3187"/>
                  </a:lnTo>
                  <a:lnTo>
                    <a:pt x="7962" y="0"/>
                  </a:lnTo>
                  <a:lnTo>
                    <a:pt x="8444" y="1714"/>
                  </a:lnTo>
                  <a:lnTo>
                    <a:pt x="4280" y="10823"/>
                  </a:lnTo>
                  <a:lnTo>
                    <a:pt x="2561" y="12072"/>
                  </a:lnTo>
                  <a:lnTo>
                    <a:pt x="110" y="122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974753" y="5655455"/>
              <a:ext cx="2785" cy="2889"/>
            </a:xfrm>
            <a:custGeom>
              <a:avLst/>
              <a:pathLst>
                <a:path w="2785" h="2889">
                  <a:moveTo>
                    <a:pt x="530" y="200"/>
                  </a:moveTo>
                  <a:lnTo>
                    <a:pt x="2151" y="0"/>
                  </a:lnTo>
                  <a:lnTo>
                    <a:pt x="2785" y="90"/>
                  </a:lnTo>
                  <a:lnTo>
                    <a:pt x="2555" y="2889"/>
                  </a:lnTo>
                  <a:lnTo>
                    <a:pt x="0" y="19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968859" y="5653094"/>
              <a:ext cx="4044" cy="3314"/>
            </a:xfrm>
            <a:custGeom>
              <a:avLst/>
              <a:pathLst>
                <a:path w="4044" h="3314">
                  <a:moveTo>
                    <a:pt x="0" y="980"/>
                  </a:moveTo>
                  <a:lnTo>
                    <a:pt x="4044" y="0"/>
                  </a:lnTo>
                  <a:lnTo>
                    <a:pt x="3283" y="2962"/>
                  </a:lnTo>
                  <a:lnTo>
                    <a:pt x="207" y="33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942316" y="5687455"/>
              <a:ext cx="12417" cy="7989"/>
            </a:xfrm>
            <a:custGeom>
              <a:avLst/>
              <a:pathLst>
                <a:path w="12417" h="7989">
                  <a:moveTo>
                    <a:pt x="320" y="0"/>
                  </a:moveTo>
                  <a:lnTo>
                    <a:pt x="6591" y="3062"/>
                  </a:lnTo>
                  <a:lnTo>
                    <a:pt x="12417" y="5359"/>
                  </a:lnTo>
                  <a:lnTo>
                    <a:pt x="11412" y="6886"/>
                  </a:lnTo>
                  <a:lnTo>
                    <a:pt x="9570" y="7989"/>
                  </a:lnTo>
                  <a:lnTo>
                    <a:pt x="6134" y="6680"/>
                  </a:lnTo>
                  <a:lnTo>
                    <a:pt x="2493" y="6433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876663" y="5698312"/>
              <a:ext cx="20124" cy="8025"/>
            </a:xfrm>
            <a:custGeom>
              <a:avLst/>
              <a:pathLst>
                <a:path w="20124" h="8025">
                  <a:moveTo>
                    <a:pt x="0" y="6933"/>
                  </a:moveTo>
                  <a:lnTo>
                    <a:pt x="3235" y="5596"/>
                  </a:lnTo>
                  <a:lnTo>
                    <a:pt x="7751" y="4271"/>
                  </a:lnTo>
                  <a:lnTo>
                    <a:pt x="11114" y="3800"/>
                  </a:lnTo>
                  <a:lnTo>
                    <a:pt x="14313" y="3846"/>
                  </a:lnTo>
                  <a:lnTo>
                    <a:pt x="17312" y="1220"/>
                  </a:lnTo>
                  <a:lnTo>
                    <a:pt x="18673" y="0"/>
                  </a:lnTo>
                  <a:lnTo>
                    <a:pt x="20124" y="204"/>
                  </a:lnTo>
                  <a:lnTo>
                    <a:pt x="18868" y="3097"/>
                  </a:lnTo>
                  <a:lnTo>
                    <a:pt x="15557" y="7348"/>
                  </a:lnTo>
                  <a:lnTo>
                    <a:pt x="12376" y="6597"/>
                  </a:lnTo>
                  <a:lnTo>
                    <a:pt x="7570" y="7830"/>
                  </a:lnTo>
                  <a:lnTo>
                    <a:pt x="1110" y="80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864450" y="5693474"/>
              <a:ext cx="17513" cy="11647"/>
            </a:xfrm>
            <a:custGeom>
              <a:avLst/>
              <a:pathLst>
                <a:path w="17513" h="11647">
                  <a:moveTo>
                    <a:pt x="1259" y="4388"/>
                  </a:moveTo>
                  <a:lnTo>
                    <a:pt x="3722" y="2940"/>
                  </a:lnTo>
                  <a:lnTo>
                    <a:pt x="5911" y="3409"/>
                  </a:lnTo>
                  <a:lnTo>
                    <a:pt x="11763" y="0"/>
                  </a:lnTo>
                  <a:lnTo>
                    <a:pt x="15279" y="445"/>
                  </a:lnTo>
                  <a:lnTo>
                    <a:pt x="17513" y="5177"/>
                  </a:lnTo>
                  <a:lnTo>
                    <a:pt x="13512" y="8779"/>
                  </a:lnTo>
                  <a:lnTo>
                    <a:pt x="7840" y="10301"/>
                  </a:lnTo>
                  <a:lnTo>
                    <a:pt x="5642" y="11647"/>
                  </a:lnTo>
                  <a:lnTo>
                    <a:pt x="5019" y="10370"/>
                  </a:lnTo>
                  <a:lnTo>
                    <a:pt x="1527" y="10936"/>
                  </a:lnTo>
                  <a:lnTo>
                    <a:pt x="0" y="71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849842" y="5408538"/>
              <a:ext cx="37662" cy="31642"/>
            </a:xfrm>
            <a:custGeom>
              <a:avLst/>
              <a:pathLst>
                <a:path w="37662" h="31642">
                  <a:moveTo>
                    <a:pt x="0" y="7893"/>
                  </a:moveTo>
                  <a:lnTo>
                    <a:pt x="2415" y="6602"/>
                  </a:lnTo>
                  <a:lnTo>
                    <a:pt x="6538" y="7145"/>
                  </a:lnTo>
                  <a:lnTo>
                    <a:pt x="9985" y="8369"/>
                  </a:lnTo>
                  <a:lnTo>
                    <a:pt x="11907" y="8807"/>
                  </a:lnTo>
                  <a:lnTo>
                    <a:pt x="12647" y="7064"/>
                  </a:lnTo>
                  <a:lnTo>
                    <a:pt x="12260" y="6130"/>
                  </a:lnTo>
                  <a:lnTo>
                    <a:pt x="14937" y="3725"/>
                  </a:lnTo>
                  <a:lnTo>
                    <a:pt x="16858" y="4337"/>
                  </a:lnTo>
                  <a:lnTo>
                    <a:pt x="18378" y="2530"/>
                  </a:lnTo>
                  <a:lnTo>
                    <a:pt x="19647" y="1393"/>
                  </a:lnTo>
                  <a:lnTo>
                    <a:pt x="21908" y="3259"/>
                  </a:lnTo>
                  <a:lnTo>
                    <a:pt x="24654" y="2005"/>
                  </a:lnTo>
                  <a:lnTo>
                    <a:pt x="26648" y="0"/>
                  </a:lnTo>
                  <a:lnTo>
                    <a:pt x="27351" y="3311"/>
                  </a:lnTo>
                  <a:lnTo>
                    <a:pt x="28523" y="5670"/>
                  </a:lnTo>
                  <a:lnTo>
                    <a:pt x="31708" y="4902"/>
                  </a:lnTo>
                  <a:lnTo>
                    <a:pt x="35650" y="7688"/>
                  </a:lnTo>
                  <a:lnTo>
                    <a:pt x="34620" y="10185"/>
                  </a:lnTo>
                  <a:lnTo>
                    <a:pt x="35295" y="12029"/>
                  </a:lnTo>
                  <a:lnTo>
                    <a:pt x="34384" y="13541"/>
                  </a:lnTo>
                  <a:lnTo>
                    <a:pt x="35420" y="15486"/>
                  </a:lnTo>
                  <a:lnTo>
                    <a:pt x="34385" y="18092"/>
                  </a:lnTo>
                  <a:lnTo>
                    <a:pt x="35784" y="20394"/>
                  </a:lnTo>
                  <a:lnTo>
                    <a:pt x="37662" y="23660"/>
                  </a:lnTo>
                  <a:lnTo>
                    <a:pt x="36522" y="25648"/>
                  </a:lnTo>
                  <a:lnTo>
                    <a:pt x="33911" y="26531"/>
                  </a:lnTo>
                  <a:lnTo>
                    <a:pt x="32668" y="25615"/>
                  </a:lnTo>
                  <a:lnTo>
                    <a:pt x="30800" y="26852"/>
                  </a:lnTo>
                  <a:lnTo>
                    <a:pt x="28240" y="26492"/>
                  </a:lnTo>
                  <a:lnTo>
                    <a:pt x="26043" y="27744"/>
                  </a:lnTo>
                  <a:lnTo>
                    <a:pt x="25863" y="30685"/>
                  </a:lnTo>
                  <a:lnTo>
                    <a:pt x="23608" y="31642"/>
                  </a:lnTo>
                  <a:lnTo>
                    <a:pt x="22125" y="28623"/>
                  </a:lnTo>
                  <a:lnTo>
                    <a:pt x="20373" y="27160"/>
                  </a:lnTo>
                  <a:lnTo>
                    <a:pt x="17319" y="26443"/>
                  </a:lnTo>
                  <a:lnTo>
                    <a:pt x="14310" y="24607"/>
                  </a:lnTo>
                  <a:lnTo>
                    <a:pt x="11790" y="22668"/>
                  </a:lnTo>
                  <a:lnTo>
                    <a:pt x="9041" y="19887"/>
                  </a:lnTo>
                  <a:lnTo>
                    <a:pt x="6561" y="18524"/>
                  </a:lnTo>
                  <a:lnTo>
                    <a:pt x="3519" y="15659"/>
                  </a:lnTo>
                  <a:lnTo>
                    <a:pt x="1442" y="14182"/>
                  </a:lnTo>
                  <a:lnTo>
                    <a:pt x="1472" y="113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483069" y="5714168"/>
              <a:ext cx="3661" cy="4559"/>
            </a:xfrm>
            <a:custGeom>
              <a:avLst/>
              <a:pathLst>
                <a:path w="3661" h="4559">
                  <a:moveTo>
                    <a:pt x="936" y="0"/>
                  </a:moveTo>
                  <a:lnTo>
                    <a:pt x="2927" y="1442"/>
                  </a:lnTo>
                  <a:lnTo>
                    <a:pt x="3661" y="2769"/>
                  </a:lnTo>
                  <a:lnTo>
                    <a:pt x="1974" y="4559"/>
                  </a:lnTo>
                  <a:lnTo>
                    <a:pt x="1064" y="4389"/>
                  </a:lnTo>
                  <a:lnTo>
                    <a:pt x="0" y="7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821507" y="5704180"/>
              <a:ext cx="43728" cy="33154"/>
            </a:xfrm>
            <a:custGeom>
              <a:avLst/>
              <a:pathLst>
                <a:path w="43728" h="33154">
                  <a:moveTo>
                    <a:pt x="1514" y="28744"/>
                  </a:moveTo>
                  <a:lnTo>
                    <a:pt x="3936" y="26582"/>
                  </a:lnTo>
                  <a:lnTo>
                    <a:pt x="6457" y="26621"/>
                  </a:lnTo>
                  <a:lnTo>
                    <a:pt x="9778" y="24694"/>
                  </a:lnTo>
                  <a:lnTo>
                    <a:pt x="11918" y="24563"/>
                  </a:lnTo>
                  <a:lnTo>
                    <a:pt x="14163" y="23509"/>
                  </a:lnTo>
                  <a:lnTo>
                    <a:pt x="16421" y="21637"/>
                  </a:lnTo>
                  <a:lnTo>
                    <a:pt x="17722" y="20514"/>
                  </a:lnTo>
                  <a:lnTo>
                    <a:pt x="17154" y="17918"/>
                  </a:lnTo>
                  <a:lnTo>
                    <a:pt x="18489" y="16798"/>
                  </a:lnTo>
                  <a:lnTo>
                    <a:pt x="19397" y="15385"/>
                  </a:lnTo>
                  <a:lnTo>
                    <a:pt x="20184" y="13501"/>
                  </a:lnTo>
                  <a:lnTo>
                    <a:pt x="21094" y="11391"/>
                  </a:lnTo>
                  <a:lnTo>
                    <a:pt x="18914" y="9098"/>
                  </a:lnTo>
                  <a:lnTo>
                    <a:pt x="17889" y="7740"/>
                  </a:lnTo>
                  <a:lnTo>
                    <a:pt x="17961" y="5899"/>
                  </a:lnTo>
                  <a:lnTo>
                    <a:pt x="20698" y="2547"/>
                  </a:lnTo>
                  <a:lnTo>
                    <a:pt x="24397" y="909"/>
                  </a:lnTo>
                  <a:lnTo>
                    <a:pt x="27715" y="0"/>
                  </a:lnTo>
                  <a:lnTo>
                    <a:pt x="30068" y="278"/>
                  </a:lnTo>
                  <a:lnTo>
                    <a:pt x="31391" y="2940"/>
                  </a:lnTo>
                  <a:lnTo>
                    <a:pt x="33261" y="4781"/>
                  </a:lnTo>
                  <a:lnTo>
                    <a:pt x="35006" y="3477"/>
                  </a:lnTo>
                  <a:lnTo>
                    <a:pt x="36968" y="1495"/>
                  </a:lnTo>
                  <a:lnTo>
                    <a:pt x="39177" y="2846"/>
                  </a:lnTo>
                  <a:lnTo>
                    <a:pt x="40119" y="2529"/>
                  </a:lnTo>
                  <a:lnTo>
                    <a:pt x="41410" y="2093"/>
                  </a:lnTo>
                  <a:lnTo>
                    <a:pt x="43728" y="3620"/>
                  </a:lnTo>
                  <a:lnTo>
                    <a:pt x="41643" y="5008"/>
                  </a:lnTo>
                  <a:lnTo>
                    <a:pt x="40430" y="5813"/>
                  </a:lnTo>
                  <a:lnTo>
                    <a:pt x="39432" y="7533"/>
                  </a:lnTo>
                  <a:lnTo>
                    <a:pt x="37760" y="7721"/>
                  </a:lnTo>
                  <a:lnTo>
                    <a:pt x="35664" y="10316"/>
                  </a:lnTo>
                  <a:lnTo>
                    <a:pt x="37295" y="11496"/>
                  </a:lnTo>
                  <a:lnTo>
                    <a:pt x="40664" y="9530"/>
                  </a:lnTo>
                  <a:lnTo>
                    <a:pt x="42746" y="8898"/>
                  </a:lnTo>
                  <a:lnTo>
                    <a:pt x="43105" y="10169"/>
                  </a:lnTo>
                  <a:lnTo>
                    <a:pt x="42054" y="14515"/>
                  </a:lnTo>
                  <a:lnTo>
                    <a:pt x="39488" y="15231"/>
                  </a:lnTo>
                  <a:lnTo>
                    <a:pt x="37618" y="16750"/>
                  </a:lnTo>
                  <a:lnTo>
                    <a:pt x="34571" y="18029"/>
                  </a:lnTo>
                  <a:lnTo>
                    <a:pt x="32974" y="20514"/>
                  </a:lnTo>
                  <a:lnTo>
                    <a:pt x="31183" y="22817"/>
                  </a:lnTo>
                  <a:lnTo>
                    <a:pt x="29320" y="24647"/>
                  </a:lnTo>
                  <a:lnTo>
                    <a:pt x="27020" y="26565"/>
                  </a:lnTo>
                  <a:lnTo>
                    <a:pt x="23868" y="26768"/>
                  </a:lnTo>
                  <a:lnTo>
                    <a:pt x="21035" y="26515"/>
                  </a:lnTo>
                  <a:lnTo>
                    <a:pt x="19057" y="26508"/>
                  </a:lnTo>
                  <a:lnTo>
                    <a:pt x="16828" y="26842"/>
                  </a:lnTo>
                  <a:lnTo>
                    <a:pt x="13717" y="28772"/>
                  </a:lnTo>
                  <a:lnTo>
                    <a:pt x="13286" y="30108"/>
                  </a:lnTo>
                  <a:lnTo>
                    <a:pt x="10608" y="30026"/>
                  </a:lnTo>
                  <a:lnTo>
                    <a:pt x="8815" y="32649"/>
                  </a:lnTo>
                  <a:lnTo>
                    <a:pt x="7579" y="32107"/>
                  </a:lnTo>
                  <a:lnTo>
                    <a:pt x="5519" y="33154"/>
                  </a:lnTo>
                  <a:lnTo>
                    <a:pt x="2482" y="31733"/>
                  </a:lnTo>
                  <a:lnTo>
                    <a:pt x="0" y="298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866651" y="4914377"/>
              <a:ext cx="831971" cy="776529"/>
            </a:xfrm>
            <a:custGeom>
              <a:avLst/>
              <a:pathLst>
                <a:path w="831971" h="776529">
                  <a:moveTo>
                    <a:pt x="0" y="248380"/>
                  </a:moveTo>
                  <a:lnTo>
                    <a:pt x="2956" y="245472"/>
                  </a:lnTo>
                  <a:lnTo>
                    <a:pt x="8859" y="243248"/>
                  </a:lnTo>
                  <a:lnTo>
                    <a:pt x="15575" y="239523"/>
                  </a:lnTo>
                  <a:lnTo>
                    <a:pt x="25084" y="232908"/>
                  </a:lnTo>
                  <a:lnTo>
                    <a:pt x="38218" y="225315"/>
                  </a:lnTo>
                  <a:lnTo>
                    <a:pt x="49319" y="219665"/>
                  </a:lnTo>
                  <a:lnTo>
                    <a:pt x="59451" y="215959"/>
                  </a:lnTo>
                  <a:lnTo>
                    <a:pt x="66531" y="214098"/>
                  </a:lnTo>
                  <a:lnTo>
                    <a:pt x="75845" y="214519"/>
                  </a:lnTo>
                  <a:lnTo>
                    <a:pt x="79276" y="216388"/>
                  </a:lnTo>
                  <a:lnTo>
                    <a:pt x="77003" y="218949"/>
                  </a:lnTo>
                  <a:lnTo>
                    <a:pt x="75593" y="221685"/>
                  </a:lnTo>
                  <a:lnTo>
                    <a:pt x="74172" y="223777"/>
                  </a:lnTo>
                  <a:lnTo>
                    <a:pt x="74217" y="227560"/>
                  </a:lnTo>
                  <a:lnTo>
                    <a:pt x="74114" y="229769"/>
                  </a:lnTo>
                  <a:lnTo>
                    <a:pt x="72617" y="231247"/>
                  </a:lnTo>
                  <a:lnTo>
                    <a:pt x="72611" y="232853"/>
                  </a:lnTo>
                  <a:lnTo>
                    <a:pt x="74097" y="237189"/>
                  </a:lnTo>
                  <a:lnTo>
                    <a:pt x="75723" y="239214"/>
                  </a:lnTo>
                  <a:lnTo>
                    <a:pt x="79132" y="238310"/>
                  </a:lnTo>
                  <a:lnTo>
                    <a:pt x="81182" y="238497"/>
                  </a:lnTo>
                  <a:lnTo>
                    <a:pt x="84823" y="239974"/>
                  </a:lnTo>
                  <a:lnTo>
                    <a:pt x="87363" y="239365"/>
                  </a:lnTo>
                  <a:lnTo>
                    <a:pt x="91505" y="239052"/>
                  </a:lnTo>
                  <a:lnTo>
                    <a:pt x="93467" y="241533"/>
                  </a:lnTo>
                  <a:lnTo>
                    <a:pt x="96801" y="241318"/>
                  </a:lnTo>
                  <a:lnTo>
                    <a:pt x="98284" y="242227"/>
                  </a:lnTo>
                  <a:lnTo>
                    <a:pt x="101655" y="240255"/>
                  </a:lnTo>
                  <a:lnTo>
                    <a:pt x="106478" y="243118"/>
                  </a:lnTo>
                  <a:lnTo>
                    <a:pt x="107662" y="240820"/>
                  </a:lnTo>
                  <a:lnTo>
                    <a:pt x="110631" y="236220"/>
                  </a:lnTo>
                  <a:lnTo>
                    <a:pt x="111888" y="233365"/>
                  </a:lnTo>
                  <a:lnTo>
                    <a:pt x="113006" y="232381"/>
                  </a:lnTo>
                  <a:lnTo>
                    <a:pt x="115357" y="232832"/>
                  </a:lnTo>
                  <a:lnTo>
                    <a:pt x="115614" y="234298"/>
                  </a:lnTo>
                  <a:lnTo>
                    <a:pt x="117601" y="234970"/>
                  </a:lnTo>
                  <a:lnTo>
                    <a:pt x="121055" y="234032"/>
                  </a:lnTo>
                  <a:lnTo>
                    <a:pt x="119673" y="230254"/>
                  </a:lnTo>
                  <a:lnTo>
                    <a:pt x="115966" y="227625"/>
                  </a:lnTo>
                  <a:lnTo>
                    <a:pt x="111875" y="226121"/>
                  </a:lnTo>
                  <a:lnTo>
                    <a:pt x="109917" y="226048"/>
                  </a:lnTo>
                  <a:lnTo>
                    <a:pt x="106130" y="227996"/>
                  </a:lnTo>
                  <a:lnTo>
                    <a:pt x="107324" y="222981"/>
                  </a:lnTo>
                  <a:lnTo>
                    <a:pt x="107297" y="220579"/>
                  </a:lnTo>
                  <a:lnTo>
                    <a:pt x="103881" y="215241"/>
                  </a:lnTo>
                  <a:lnTo>
                    <a:pt x="102960" y="212169"/>
                  </a:lnTo>
                  <a:lnTo>
                    <a:pt x="100264" y="210195"/>
                  </a:lnTo>
                  <a:lnTo>
                    <a:pt x="97865" y="209303"/>
                  </a:lnTo>
                  <a:lnTo>
                    <a:pt x="96264" y="203772"/>
                  </a:lnTo>
                  <a:lnTo>
                    <a:pt x="97133" y="201764"/>
                  </a:lnTo>
                  <a:lnTo>
                    <a:pt x="99167" y="199745"/>
                  </a:lnTo>
                  <a:lnTo>
                    <a:pt x="99245" y="198380"/>
                  </a:lnTo>
                  <a:lnTo>
                    <a:pt x="96636" y="197370"/>
                  </a:lnTo>
                  <a:lnTo>
                    <a:pt x="93289" y="197458"/>
                  </a:lnTo>
                  <a:lnTo>
                    <a:pt x="90743" y="195484"/>
                  </a:lnTo>
                  <a:lnTo>
                    <a:pt x="86284" y="193672"/>
                  </a:lnTo>
                  <a:lnTo>
                    <a:pt x="81773" y="191812"/>
                  </a:lnTo>
                  <a:lnTo>
                    <a:pt x="80087" y="190869"/>
                  </a:lnTo>
                  <a:lnTo>
                    <a:pt x="79926" y="186183"/>
                  </a:lnTo>
                  <a:lnTo>
                    <a:pt x="78707" y="176492"/>
                  </a:lnTo>
                  <a:lnTo>
                    <a:pt x="76734" y="169316"/>
                  </a:lnTo>
                  <a:lnTo>
                    <a:pt x="73969" y="165068"/>
                  </a:lnTo>
                  <a:lnTo>
                    <a:pt x="70063" y="161209"/>
                  </a:lnTo>
                  <a:lnTo>
                    <a:pt x="62596" y="150734"/>
                  </a:lnTo>
                  <a:lnTo>
                    <a:pt x="59247" y="145939"/>
                  </a:lnTo>
                  <a:lnTo>
                    <a:pt x="58594" y="145443"/>
                  </a:lnTo>
                  <a:lnTo>
                    <a:pt x="54512" y="142314"/>
                  </a:lnTo>
                  <a:lnTo>
                    <a:pt x="51854" y="141039"/>
                  </a:lnTo>
                  <a:lnTo>
                    <a:pt x="50497" y="139410"/>
                  </a:lnTo>
                  <a:lnTo>
                    <a:pt x="49292" y="135479"/>
                  </a:lnTo>
                  <a:lnTo>
                    <a:pt x="46386" y="131886"/>
                  </a:lnTo>
                  <a:lnTo>
                    <a:pt x="42388" y="129212"/>
                  </a:lnTo>
                  <a:lnTo>
                    <a:pt x="38864" y="128508"/>
                  </a:lnTo>
                  <a:lnTo>
                    <a:pt x="43020" y="125932"/>
                  </a:lnTo>
                  <a:lnTo>
                    <a:pt x="47185" y="124826"/>
                  </a:lnTo>
                  <a:lnTo>
                    <a:pt x="48391" y="121298"/>
                  </a:lnTo>
                  <a:lnTo>
                    <a:pt x="49804" y="117166"/>
                  </a:lnTo>
                  <a:lnTo>
                    <a:pt x="51102" y="112064"/>
                  </a:lnTo>
                  <a:lnTo>
                    <a:pt x="51650" y="105277"/>
                  </a:lnTo>
                  <a:lnTo>
                    <a:pt x="56002" y="106117"/>
                  </a:lnTo>
                  <a:lnTo>
                    <a:pt x="61786" y="107490"/>
                  </a:lnTo>
                  <a:lnTo>
                    <a:pt x="70075" y="107270"/>
                  </a:lnTo>
                  <a:lnTo>
                    <a:pt x="76731" y="106427"/>
                  </a:lnTo>
                  <a:lnTo>
                    <a:pt x="80813" y="106274"/>
                  </a:lnTo>
                  <a:lnTo>
                    <a:pt x="85967" y="103569"/>
                  </a:lnTo>
                  <a:lnTo>
                    <a:pt x="91765" y="98420"/>
                  </a:lnTo>
                  <a:lnTo>
                    <a:pt x="97470" y="90510"/>
                  </a:lnTo>
                  <a:lnTo>
                    <a:pt x="99438" y="84929"/>
                  </a:lnTo>
                  <a:lnTo>
                    <a:pt x="100363" y="76555"/>
                  </a:lnTo>
                  <a:lnTo>
                    <a:pt x="102126" y="70919"/>
                  </a:lnTo>
                  <a:lnTo>
                    <a:pt x="103742" y="67000"/>
                  </a:lnTo>
                  <a:lnTo>
                    <a:pt x="107093" y="62479"/>
                  </a:lnTo>
                  <a:lnTo>
                    <a:pt x="111916" y="54947"/>
                  </a:lnTo>
                  <a:lnTo>
                    <a:pt x="115215" y="50403"/>
                  </a:lnTo>
                  <a:lnTo>
                    <a:pt x="121653" y="45097"/>
                  </a:lnTo>
                  <a:lnTo>
                    <a:pt x="125648" y="46585"/>
                  </a:lnTo>
                  <a:lnTo>
                    <a:pt x="129689" y="47118"/>
                  </a:lnTo>
                  <a:lnTo>
                    <a:pt x="136585" y="43814"/>
                  </a:lnTo>
                  <a:lnTo>
                    <a:pt x="145485" y="35828"/>
                  </a:lnTo>
                  <a:lnTo>
                    <a:pt x="150712" y="29254"/>
                  </a:lnTo>
                  <a:lnTo>
                    <a:pt x="154001" y="25322"/>
                  </a:lnTo>
                  <a:lnTo>
                    <a:pt x="160708" y="21800"/>
                  </a:lnTo>
                  <a:lnTo>
                    <a:pt x="161312" y="24462"/>
                  </a:lnTo>
                  <a:lnTo>
                    <a:pt x="164797" y="25681"/>
                  </a:lnTo>
                  <a:lnTo>
                    <a:pt x="168605" y="25619"/>
                  </a:lnTo>
                  <a:lnTo>
                    <a:pt x="171488" y="24516"/>
                  </a:lnTo>
                  <a:lnTo>
                    <a:pt x="176055" y="23969"/>
                  </a:lnTo>
                  <a:lnTo>
                    <a:pt x="179729" y="21978"/>
                  </a:lnTo>
                  <a:lnTo>
                    <a:pt x="184621" y="17339"/>
                  </a:lnTo>
                  <a:lnTo>
                    <a:pt x="188123" y="11877"/>
                  </a:lnTo>
                  <a:lnTo>
                    <a:pt x="191964" y="5242"/>
                  </a:lnTo>
                  <a:lnTo>
                    <a:pt x="193321" y="3061"/>
                  </a:lnTo>
                  <a:lnTo>
                    <a:pt x="196616" y="0"/>
                  </a:lnTo>
                  <a:lnTo>
                    <a:pt x="197041" y="2558"/>
                  </a:lnTo>
                  <a:lnTo>
                    <a:pt x="199946" y="4155"/>
                  </a:lnTo>
                  <a:lnTo>
                    <a:pt x="203071" y="4862"/>
                  </a:lnTo>
                  <a:lnTo>
                    <a:pt x="203416" y="7490"/>
                  </a:lnTo>
                  <a:lnTo>
                    <a:pt x="205426" y="7006"/>
                  </a:lnTo>
                  <a:lnTo>
                    <a:pt x="209531" y="7833"/>
                  </a:lnTo>
                  <a:lnTo>
                    <a:pt x="210392" y="10997"/>
                  </a:lnTo>
                  <a:lnTo>
                    <a:pt x="210204" y="12592"/>
                  </a:lnTo>
                  <a:lnTo>
                    <a:pt x="207853" y="14850"/>
                  </a:lnTo>
                  <a:lnTo>
                    <a:pt x="207066" y="16453"/>
                  </a:lnTo>
                  <a:lnTo>
                    <a:pt x="204479" y="17492"/>
                  </a:lnTo>
                  <a:lnTo>
                    <a:pt x="204074" y="19619"/>
                  </a:lnTo>
                  <a:lnTo>
                    <a:pt x="204764" y="22600"/>
                  </a:lnTo>
                  <a:lnTo>
                    <a:pt x="207383" y="23491"/>
                  </a:lnTo>
                  <a:lnTo>
                    <a:pt x="209966" y="22661"/>
                  </a:lnTo>
                  <a:lnTo>
                    <a:pt x="210760" y="20862"/>
                  </a:lnTo>
                  <a:lnTo>
                    <a:pt x="210413" y="18382"/>
                  </a:lnTo>
                  <a:lnTo>
                    <a:pt x="212456" y="15851"/>
                  </a:lnTo>
                  <a:lnTo>
                    <a:pt x="213859" y="11915"/>
                  </a:lnTo>
                  <a:lnTo>
                    <a:pt x="216594" y="8768"/>
                  </a:lnTo>
                  <a:lnTo>
                    <a:pt x="218175" y="9564"/>
                  </a:lnTo>
                  <a:lnTo>
                    <a:pt x="223057" y="14727"/>
                  </a:lnTo>
                  <a:lnTo>
                    <a:pt x="222698" y="17706"/>
                  </a:lnTo>
                  <a:lnTo>
                    <a:pt x="223208" y="22986"/>
                  </a:lnTo>
                  <a:lnTo>
                    <a:pt x="225149" y="22631"/>
                  </a:lnTo>
                  <a:lnTo>
                    <a:pt x="227064" y="22960"/>
                  </a:lnTo>
                  <a:lnTo>
                    <a:pt x="229312" y="24794"/>
                  </a:lnTo>
                  <a:lnTo>
                    <a:pt x="232485" y="19680"/>
                  </a:lnTo>
                  <a:lnTo>
                    <a:pt x="235541" y="19568"/>
                  </a:lnTo>
                  <a:lnTo>
                    <a:pt x="238807" y="19020"/>
                  </a:lnTo>
                  <a:lnTo>
                    <a:pt x="241331" y="17351"/>
                  </a:lnTo>
                  <a:lnTo>
                    <a:pt x="243918" y="17567"/>
                  </a:lnTo>
                  <a:lnTo>
                    <a:pt x="245930" y="18728"/>
                  </a:lnTo>
                  <a:lnTo>
                    <a:pt x="248760" y="18563"/>
                  </a:lnTo>
                  <a:lnTo>
                    <a:pt x="252526" y="19283"/>
                  </a:lnTo>
                  <a:lnTo>
                    <a:pt x="255325" y="20569"/>
                  </a:lnTo>
                  <a:lnTo>
                    <a:pt x="255796" y="21856"/>
                  </a:lnTo>
                  <a:lnTo>
                    <a:pt x="253749" y="24373"/>
                  </a:lnTo>
                  <a:lnTo>
                    <a:pt x="253778" y="26491"/>
                  </a:lnTo>
                  <a:lnTo>
                    <a:pt x="252135" y="27290"/>
                  </a:lnTo>
                  <a:lnTo>
                    <a:pt x="252794" y="30267"/>
                  </a:lnTo>
                  <a:lnTo>
                    <a:pt x="254715" y="30750"/>
                  </a:lnTo>
                  <a:lnTo>
                    <a:pt x="257764" y="31259"/>
                  </a:lnTo>
                  <a:lnTo>
                    <a:pt x="259232" y="32080"/>
                  </a:lnTo>
                  <a:lnTo>
                    <a:pt x="263125" y="32377"/>
                  </a:lnTo>
                  <a:lnTo>
                    <a:pt x="262710" y="34436"/>
                  </a:lnTo>
                  <a:lnTo>
                    <a:pt x="262784" y="37492"/>
                  </a:lnTo>
                  <a:lnTo>
                    <a:pt x="266078" y="37367"/>
                  </a:lnTo>
                  <a:lnTo>
                    <a:pt x="269039" y="38416"/>
                  </a:lnTo>
                  <a:lnTo>
                    <a:pt x="270815" y="39358"/>
                  </a:lnTo>
                  <a:lnTo>
                    <a:pt x="272818" y="36468"/>
                  </a:lnTo>
                  <a:lnTo>
                    <a:pt x="274368" y="35049"/>
                  </a:lnTo>
                  <a:lnTo>
                    <a:pt x="275996" y="34743"/>
                  </a:lnTo>
                  <a:lnTo>
                    <a:pt x="279127" y="33515"/>
                  </a:lnTo>
                  <a:lnTo>
                    <a:pt x="281185" y="34251"/>
                  </a:lnTo>
                  <a:lnTo>
                    <a:pt x="282889" y="35911"/>
                  </a:lnTo>
                  <a:lnTo>
                    <a:pt x="285985" y="34545"/>
                  </a:lnTo>
                  <a:lnTo>
                    <a:pt x="288630" y="30929"/>
                  </a:lnTo>
                  <a:lnTo>
                    <a:pt x="290431" y="31252"/>
                  </a:lnTo>
                  <a:lnTo>
                    <a:pt x="294223" y="29793"/>
                  </a:lnTo>
                  <a:lnTo>
                    <a:pt x="298273" y="30680"/>
                  </a:lnTo>
                  <a:lnTo>
                    <a:pt x="301992" y="32796"/>
                  </a:lnTo>
                  <a:lnTo>
                    <a:pt x="305627" y="32078"/>
                  </a:lnTo>
                  <a:lnTo>
                    <a:pt x="308589" y="34840"/>
                  </a:lnTo>
                  <a:lnTo>
                    <a:pt x="308945" y="36855"/>
                  </a:lnTo>
                  <a:lnTo>
                    <a:pt x="310593" y="37003"/>
                  </a:lnTo>
                  <a:lnTo>
                    <a:pt x="312462" y="34698"/>
                  </a:lnTo>
                  <a:lnTo>
                    <a:pt x="316007" y="35649"/>
                  </a:lnTo>
                  <a:lnTo>
                    <a:pt x="317478" y="36349"/>
                  </a:lnTo>
                  <a:lnTo>
                    <a:pt x="319224" y="39399"/>
                  </a:lnTo>
                  <a:lnTo>
                    <a:pt x="324073" y="39952"/>
                  </a:lnTo>
                  <a:lnTo>
                    <a:pt x="326762" y="38607"/>
                  </a:lnTo>
                  <a:lnTo>
                    <a:pt x="328051" y="40741"/>
                  </a:lnTo>
                  <a:lnTo>
                    <a:pt x="330497" y="40650"/>
                  </a:lnTo>
                  <a:lnTo>
                    <a:pt x="331767" y="38660"/>
                  </a:lnTo>
                  <a:lnTo>
                    <a:pt x="337077" y="37629"/>
                  </a:lnTo>
                  <a:lnTo>
                    <a:pt x="342562" y="37773"/>
                  </a:lnTo>
                  <a:lnTo>
                    <a:pt x="344409" y="38245"/>
                  </a:lnTo>
                  <a:lnTo>
                    <a:pt x="346334" y="36678"/>
                  </a:lnTo>
                  <a:lnTo>
                    <a:pt x="350162" y="39611"/>
                  </a:lnTo>
                  <a:lnTo>
                    <a:pt x="353131" y="41148"/>
                  </a:lnTo>
                  <a:lnTo>
                    <a:pt x="357108" y="42359"/>
                  </a:lnTo>
                  <a:lnTo>
                    <a:pt x="361158" y="42707"/>
                  </a:lnTo>
                  <a:lnTo>
                    <a:pt x="362605" y="41681"/>
                  </a:lnTo>
                  <a:lnTo>
                    <a:pt x="364400" y="41866"/>
                  </a:lnTo>
                  <a:lnTo>
                    <a:pt x="366976" y="38139"/>
                  </a:lnTo>
                  <a:lnTo>
                    <a:pt x="369425" y="36951"/>
                  </a:lnTo>
                  <a:lnTo>
                    <a:pt x="374001" y="32790"/>
                  </a:lnTo>
                  <a:lnTo>
                    <a:pt x="379397" y="30432"/>
                  </a:lnTo>
                  <a:lnTo>
                    <a:pt x="380794" y="30706"/>
                  </a:lnTo>
                  <a:lnTo>
                    <a:pt x="382596" y="29055"/>
                  </a:lnTo>
                  <a:lnTo>
                    <a:pt x="387056" y="30810"/>
                  </a:lnTo>
                  <a:lnTo>
                    <a:pt x="390986" y="31901"/>
                  </a:lnTo>
                  <a:lnTo>
                    <a:pt x="395837" y="34512"/>
                  </a:lnTo>
                  <a:lnTo>
                    <a:pt x="396879" y="36152"/>
                  </a:lnTo>
                  <a:lnTo>
                    <a:pt x="399376" y="36401"/>
                  </a:lnTo>
                  <a:lnTo>
                    <a:pt x="403064" y="38104"/>
                  </a:lnTo>
                  <a:lnTo>
                    <a:pt x="407784" y="39038"/>
                  </a:lnTo>
                  <a:lnTo>
                    <a:pt x="412666" y="42024"/>
                  </a:lnTo>
                  <a:lnTo>
                    <a:pt x="415906" y="41605"/>
                  </a:lnTo>
                  <a:lnTo>
                    <a:pt x="419234" y="42428"/>
                  </a:lnTo>
                  <a:lnTo>
                    <a:pt x="430414" y="92289"/>
                  </a:lnTo>
                  <a:lnTo>
                    <a:pt x="457766" y="207697"/>
                  </a:lnTo>
                  <a:lnTo>
                    <a:pt x="501895" y="377978"/>
                  </a:lnTo>
                  <a:lnTo>
                    <a:pt x="519995" y="443209"/>
                  </a:lnTo>
                  <a:lnTo>
                    <a:pt x="521038" y="446896"/>
                  </a:lnTo>
                  <a:lnTo>
                    <a:pt x="531395" y="447442"/>
                  </a:lnTo>
                  <a:lnTo>
                    <a:pt x="531572" y="443326"/>
                  </a:lnTo>
                  <a:lnTo>
                    <a:pt x="542821" y="445538"/>
                  </a:lnTo>
                  <a:lnTo>
                    <a:pt x="546626" y="436957"/>
                  </a:lnTo>
                  <a:lnTo>
                    <a:pt x="558559" y="432070"/>
                  </a:lnTo>
                  <a:lnTo>
                    <a:pt x="559097" y="433481"/>
                  </a:lnTo>
                  <a:lnTo>
                    <a:pt x="559845" y="444233"/>
                  </a:lnTo>
                  <a:lnTo>
                    <a:pt x="564165" y="447104"/>
                  </a:lnTo>
                  <a:lnTo>
                    <a:pt x="572265" y="448420"/>
                  </a:lnTo>
                  <a:lnTo>
                    <a:pt x="575055" y="453004"/>
                  </a:lnTo>
                  <a:lnTo>
                    <a:pt x="576786" y="454284"/>
                  </a:lnTo>
                  <a:lnTo>
                    <a:pt x="603846" y="468578"/>
                  </a:lnTo>
                  <a:lnTo>
                    <a:pt x="609727" y="478572"/>
                  </a:lnTo>
                  <a:lnTo>
                    <a:pt x="610324" y="482149"/>
                  </a:lnTo>
                  <a:lnTo>
                    <a:pt x="611904" y="481426"/>
                  </a:lnTo>
                  <a:lnTo>
                    <a:pt x="614291" y="476098"/>
                  </a:lnTo>
                  <a:lnTo>
                    <a:pt x="620467" y="467236"/>
                  </a:lnTo>
                  <a:lnTo>
                    <a:pt x="620929" y="466107"/>
                  </a:lnTo>
                  <a:lnTo>
                    <a:pt x="625818" y="463890"/>
                  </a:lnTo>
                  <a:lnTo>
                    <a:pt x="626242" y="459175"/>
                  </a:lnTo>
                  <a:lnTo>
                    <a:pt x="626349" y="457978"/>
                  </a:lnTo>
                  <a:lnTo>
                    <a:pt x="623487" y="450502"/>
                  </a:lnTo>
                  <a:lnTo>
                    <a:pt x="626054" y="450192"/>
                  </a:lnTo>
                  <a:lnTo>
                    <a:pt x="627414" y="446070"/>
                  </a:lnTo>
                  <a:lnTo>
                    <a:pt x="626836" y="444672"/>
                  </a:lnTo>
                  <a:lnTo>
                    <a:pt x="623949" y="443874"/>
                  </a:lnTo>
                  <a:lnTo>
                    <a:pt x="626550" y="440906"/>
                  </a:lnTo>
                  <a:lnTo>
                    <a:pt x="631077" y="437952"/>
                  </a:lnTo>
                  <a:lnTo>
                    <a:pt x="634535" y="433462"/>
                  </a:lnTo>
                  <a:lnTo>
                    <a:pt x="638324" y="428505"/>
                  </a:lnTo>
                  <a:lnTo>
                    <a:pt x="644822" y="430751"/>
                  </a:lnTo>
                  <a:lnTo>
                    <a:pt x="645672" y="431977"/>
                  </a:lnTo>
                  <a:lnTo>
                    <a:pt x="648304" y="432852"/>
                  </a:lnTo>
                  <a:lnTo>
                    <a:pt x="650986" y="434607"/>
                  </a:lnTo>
                  <a:lnTo>
                    <a:pt x="652419" y="438292"/>
                  </a:lnTo>
                  <a:lnTo>
                    <a:pt x="652434" y="440825"/>
                  </a:lnTo>
                  <a:lnTo>
                    <a:pt x="654228" y="442028"/>
                  </a:lnTo>
                  <a:lnTo>
                    <a:pt x="654412" y="443679"/>
                  </a:lnTo>
                  <a:lnTo>
                    <a:pt x="656799" y="445808"/>
                  </a:lnTo>
                  <a:lnTo>
                    <a:pt x="662542" y="444956"/>
                  </a:lnTo>
                  <a:lnTo>
                    <a:pt x="664387" y="447387"/>
                  </a:lnTo>
                  <a:lnTo>
                    <a:pt x="667205" y="448739"/>
                  </a:lnTo>
                  <a:lnTo>
                    <a:pt x="668931" y="448012"/>
                  </a:lnTo>
                  <a:lnTo>
                    <a:pt x="672494" y="450979"/>
                  </a:lnTo>
                  <a:lnTo>
                    <a:pt x="673023" y="453588"/>
                  </a:lnTo>
                  <a:lnTo>
                    <a:pt x="674728" y="453525"/>
                  </a:lnTo>
                  <a:lnTo>
                    <a:pt x="675408" y="455297"/>
                  </a:lnTo>
                  <a:lnTo>
                    <a:pt x="678007" y="457149"/>
                  </a:lnTo>
                  <a:lnTo>
                    <a:pt x="688488" y="458872"/>
                  </a:lnTo>
                  <a:lnTo>
                    <a:pt x="693368" y="462568"/>
                  </a:lnTo>
                  <a:lnTo>
                    <a:pt x="702928" y="467015"/>
                  </a:lnTo>
                  <a:lnTo>
                    <a:pt x="701980" y="469498"/>
                  </a:lnTo>
                  <a:lnTo>
                    <a:pt x="706344" y="473109"/>
                  </a:lnTo>
                  <a:lnTo>
                    <a:pt x="711848" y="476498"/>
                  </a:lnTo>
                  <a:lnTo>
                    <a:pt x="716500" y="481706"/>
                  </a:lnTo>
                  <a:lnTo>
                    <a:pt x="723501" y="486148"/>
                  </a:lnTo>
                  <a:lnTo>
                    <a:pt x="728241" y="490691"/>
                  </a:lnTo>
                  <a:lnTo>
                    <a:pt x="732165" y="493922"/>
                  </a:lnTo>
                  <a:lnTo>
                    <a:pt x="735891" y="496970"/>
                  </a:lnTo>
                  <a:lnTo>
                    <a:pt x="742637" y="501411"/>
                  </a:lnTo>
                  <a:lnTo>
                    <a:pt x="747436" y="505666"/>
                  </a:lnTo>
                  <a:lnTo>
                    <a:pt x="747084" y="511724"/>
                  </a:lnTo>
                  <a:lnTo>
                    <a:pt x="754616" y="510330"/>
                  </a:lnTo>
                  <a:lnTo>
                    <a:pt x="756068" y="517478"/>
                  </a:lnTo>
                  <a:lnTo>
                    <a:pt x="756217" y="518218"/>
                  </a:lnTo>
                  <a:lnTo>
                    <a:pt x="762856" y="518479"/>
                  </a:lnTo>
                  <a:lnTo>
                    <a:pt x="763162" y="520874"/>
                  </a:lnTo>
                  <a:lnTo>
                    <a:pt x="767331" y="526306"/>
                  </a:lnTo>
                  <a:lnTo>
                    <a:pt x="772514" y="523250"/>
                  </a:lnTo>
                  <a:lnTo>
                    <a:pt x="776253" y="524653"/>
                  </a:lnTo>
                  <a:lnTo>
                    <a:pt x="784344" y="525603"/>
                  </a:lnTo>
                  <a:lnTo>
                    <a:pt x="786872" y="526421"/>
                  </a:lnTo>
                  <a:lnTo>
                    <a:pt x="793385" y="524948"/>
                  </a:lnTo>
                  <a:lnTo>
                    <a:pt x="795405" y="525330"/>
                  </a:lnTo>
                  <a:lnTo>
                    <a:pt x="799337" y="527073"/>
                  </a:lnTo>
                  <a:lnTo>
                    <a:pt x="803184" y="526532"/>
                  </a:lnTo>
                  <a:lnTo>
                    <a:pt x="805953" y="530043"/>
                  </a:lnTo>
                  <a:lnTo>
                    <a:pt x="807958" y="529699"/>
                  </a:lnTo>
                  <a:lnTo>
                    <a:pt x="810632" y="529844"/>
                  </a:lnTo>
                  <a:lnTo>
                    <a:pt x="813294" y="527505"/>
                  </a:lnTo>
                  <a:lnTo>
                    <a:pt x="817774" y="531334"/>
                  </a:lnTo>
                  <a:lnTo>
                    <a:pt x="819072" y="534492"/>
                  </a:lnTo>
                  <a:lnTo>
                    <a:pt x="819331" y="538946"/>
                  </a:lnTo>
                  <a:lnTo>
                    <a:pt x="818817" y="540051"/>
                  </a:lnTo>
                  <a:lnTo>
                    <a:pt x="819355" y="541960"/>
                  </a:lnTo>
                  <a:lnTo>
                    <a:pt x="819794" y="543519"/>
                  </a:lnTo>
                  <a:lnTo>
                    <a:pt x="821490" y="544888"/>
                  </a:lnTo>
                  <a:lnTo>
                    <a:pt x="823594" y="549678"/>
                  </a:lnTo>
                  <a:lnTo>
                    <a:pt x="825746" y="552171"/>
                  </a:lnTo>
                  <a:lnTo>
                    <a:pt x="827936" y="554133"/>
                  </a:lnTo>
                  <a:lnTo>
                    <a:pt x="830062" y="557571"/>
                  </a:lnTo>
                  <a:lnTo>
                    <a:pt x="831661" y="558547"/>
                  </a:lnTo>
                  <a:lnTo>
                    <a:pt x="831971" y="560253"/>
                  </a:lnTo>
                  <a:lnTo>
                    <a:pt x="831200" y="564404"/>
                  </a:lnTo>
                  <a:lnTo>
                    <a:pt x="831415" y="568444"/>
                  </a:lnTo>
                  <a:lnTo>
                    <a:pt x="831816" y="572184"/>
                  </a:lnTo>
                  <a:lnTo>
                    <a:pt x="831257" y="577661"/>
                  </a:lnTo>
                  <a:lnTo>
                    <a:pt x="829219" y="584175"/>
                  </a:lnTo>
                  <a:lnTo>
                    <a:pt x="827473" y="586664"/>
                  </a:lnTo>
                  <a:lnTo>
                    <a:pt x="828418" y="588126"/>
                  </a:lnTo>
                  <a:lnTo>
                    <a:pt x="827565" y="589667"/>
                  </a:lnTo>
                  <a:lnTo>
                    <a:pt x="825729" y="588775"/>
                  </a:lnTo>
                  <a:lnTo>
                    <a:pt x="823922" y="588136"/>
                  </a:lnTo>
                  <a:lnTo>
                    <a:pt x="823136" y="589469"/>
                  </a:lnTo>
                  <a:lnTo>
                    <a:pt x="822571" y="589590"/>
                  </a:lnTo>
                  <a:lnTo>
                    <a:pt x="820398" y="588801"/>
                  </a:lnTo>
                  <a:lnTo>
                    <a:pt x="818548" y="585777"/>
                  </a:lnTo>
                  <a:lnTo>
                    <a:pt x="817366" y="584045"/>
                  </a:lnTo>
                  <a:lnTo>
                    <a:pt x="816260" y="582560"/>
                  </a:lnTo>
                  <a:lnTo>
                    <a:pt x="815038" y="582110"/>
                  </a:lnTo>
                  <a:lnTo>
                    <a:pt x="814456" y="580026"/>
                  </a:lnTo>
                  <a:lnTo>
                    <a:pt x="813231" y="578371"/>
                  </a:lnTo>
                  <a:lnTo>
                    <a:pt x="811840" y="577673"/>
                  </a:lnTo>
                  <a:lnTo>
                    <a:pt x="810218" y="576260"/>
                  </a:lnTo>
                  <a:lnTo>
                    <a:pt x="809544" y="575196"/>
                  </a:lnTo>
                  <a:lnTo>
                    <a:pt x="807966" y="575673"/>
                  </a:lnTo>
                  <a:lnTo>
                    <a:pt x="808995" y="579582"/>
                  </a:lnTo>
                  <a:lnTo>
                    <a:pt x="810233" y="582172"/>
                  </a:lnTo>
                  <a:lnTo>
                    <a:pt x="810013" y="584927"/>
                  </a:lnTo>
                  <a:lnTo>
                    <a:pt x="810940" y="586892"/>
                  </a:lnTo>
                  <a:lnTo>
                    <a:pt x="812453" y="587169"/>
                  </a:lnTo>
                  <a:lnTo>
                    <a:pt x="812164" y="589927"/>
                  </a:lnTo>
                  <a:lnTo>
                    <a:pt x="810673" y="591039"/>
                  </a:lnTo>
                  <a:lnTo>
                    <a:pt x="807628" y="590688"/>
                  </a:lnTo>
                  <a:lnTo>
                    <a:pt x="805710" y="589957"/>
                  </a:lnTo>
                  <a:lnTo>
                    <a:pt x="803418" y="591039"/>
                  </a:lnTo>
                  <a:lnTo>
                    <a:pt x="802524" y="590715"/>
                  </a:lnTo>
                  <a:lnTo>
                    <a:pt x="802078" y="589172"/>
                  </a:lnTo>
                  <a:lnTo>
                    <a:pt x="801802" y="588216"/>
                  </a:lnTo>
                  <a:lnTo>
                    <a:pt x="800324" y="587399"/>
                  </a:lnTo>
                  <a:lnTo>
                    <a:pt x="800581" y="584646"/>
                  </a:lnTo>
                  <a:lnTo>
                    <a:pt x="799885" y="584074"/>
                  </a:lnTo>
                  <a:lnTo>
                    <a:pt x="797932" y="584448"/>
                  </a:lnTo>
                  <a:lnTo>
                    <a:pt x="796341" y="584751"/>
                  </a:lnTo>
                  <a:lnTo>
                    <a:pt x="793281" y="582791"/>
                  </a:lnTo>
                  <a:lnTo>
                    <a:pt x="790858" y="579493"/>
                  </a:lnTo>
                  <a:lnTo>
                    <a:pt x="788594" y="574104"/>
                  </a:lnTo>
                  <a:lnTo>
                    <a:pt x="788157" y="572561"/>
                  </a:lnTo>
                  <a:lnTo>
                    <a:pt x="784601" y="572227"/>
                  </a:lnTo>
                  <a:lnTo>
                    <a:pt x="780518" y="571608"/>
                  </a:lnTo>
                  <a:lnTo>
                    <a:pt x="778334" y="570806"/>
                  </a:lnTo>
                  <a:lnTo>
                    <a:pt x="777127" y="569112"/>
                  </a:lnTo>
                  <a:lnTo>
                    <a:pt x="775368" y="566640"/>
                  </a:lnTo>
                  <a:lnTo>
                    <a:pt x="773378" y="564621"/>
                  </a:lnTo>
                  <a:lnTo>
                    <a:pt x="775407" y="561243"/>
                  </a:lnTo>
                  <a:lnTo>
                    <a:pt x="775612" y="558022"/>
                  </a:lnTo>
                  <a:lnTo>
                    <a:pt x="772579" y="557298"/>
                  </a:lnTo>
                  <a:lnTo>
                    <a:pt x="770099" y="558198"/>
                  </a:lnTo>
                  <a:lnTo>
                    <a:pt x="770484" y="561592"/>
                  </a:lnTo>
                  <a:lnTo>
                    <a:pt x="768387" y="561259"/>
                  </a:lnTo>
                  <a:lnTo>
                    <a:pt x="765851" y="558665"/>
                  </a:lnTo>
                  <a:lnTo>
                    <a:pt x="762933" y="554636"/>
                  </a:lnTo>
                  <a:lnTo>
                    <a:pt x="761540" y="557470"/>
                  </a:lnTo>
                  <a:lnTo>
                    <a:pt x="757446" y="554963"/>
                  </a:lnTo>
                  <a:lnTo>
                    <a:pt x="755351" y="550775"/>
                  </a:lnTo>
                  <a:lnTo>
                    <a:pt x="752269" y="551167"/>
                  </a:lnTo>
                  <a:lnTo>
                    <a:pt x="751514" y="551448"/>
                  </a:lnTo>
                  <a:lnTo>
                    <a:pt x="749995" y="550886"/>
                  </a:lnTo>
                  <a:lnTo>
                    <a:pt x="748724" y="550007"/>
                  </a:lnTo>
                  <a:lnTo>
                    <a:pt x="746899" y="549893"/>
                  </a:lnTo>
                  <a:lnTo>
                    <a:pt x="745761" y="549671"/>
                  </a:lnTo>
                  <a:lnTo>
                    <a:pt x="745500" y="549040"/>
                  </a:lnTo>
                  <a:lnTo>
                    <a:pt x="745486" y="548459"/>
                  </a:lnTo>
                  <a:lnTo>
                    <a:pt x="745840" y="544330"/>
                  </a:lnTo>
                  <a:lnTo>
                    <a:pt x="747251" y="542786"/>
                  </a:lnTo>
                  <a:lnTo>
                    <a:pt x="749649" y="542109"/>
                  </a:lnTo>
                  <a:lnTo>
                    <a:pt x="752928" y="539918"/>
                  </a:lnTo>
                  <a:lnTo>
                    <a:pt x="753858" y="536237"/>
                  </a:lnTo>
                  <a:lnTo>
                    <a:pt x="754898" y="534047"/>
                  </a:lnTo>
                  <a:lnTo>
                    <a:pt x="751907" y="531832"/>
                  </a:lnTo>
                  <a:lnTo>
                    <a:pt x="750470" y="529376"/>
                  </a:lnTo>
                  <a:lnTo>
                    <a:pt x="750199" y="528930"/>
                  </a:lnTo>
                  <a:lnTo>
                    <a:pt x="749189" y="527268"/>
                  </a:lnTo>
                  <a:lnTo>
                    <a:pt x="742434" y="525570"/>
                  </a:lnTo>
                  <a:lnTo>
                    <a:pt x="737894" y="520983"/>
                  </a:lnTo>
                  <a:lnTo>
                    <a:pt x="735968" y="519171"/>
                  </a:lnTo>
                  <a:lnTo>
                    <a:pt x="730569" y="519788"/>
                  </a:lnTo>
                  <a:lnTo>
                    <a:pt x="727873" y="518552"/>
                  </a:lnTo>
                  <a:lnTo>
                    <a:pt x="726706" y="520252"/>
                  </a:lnTo>
                  <a:lnTo>
                    <a:pt x="722843" y="519725"/>
                  </a:lnTo>
                  <a:lnTo>
                    <a:pt x="719766" y="517061"/>
                  </a:lnTo>
                  <a:lnTo>
                    <a:pt x="719851" y="513979"/>
                  </a:lnTo>
                  <a:lnTo>
                    <a:pt x="719132" y="511216"/>
                  </a:lnTo>
                  <a:lnTo>
                    <a:pt x="716433" y="507338"/>
                  </a:lnTo>
                  <a:lnTo>
                    <a:pt x="715353" y="505034"/>
                  </a:lnTo>
                  <a:lnTo>
                    <a:pt x="712410" y="504007"/>
                  </a:lnTo>
                  <a:lnTo>
                    <a:pt x="710457" y="502631"/>
                  </a:lnTo>
                  <a:lnTo>
                    <a:pt x="709408" y="498801"/>
                  </a:lnTo>
                  <a:lnTo>
                    <a:pt x="707254" y="496262"/>
                  </a:lnTo>
                  <a:lnTo>
                    <a:pt x="707063" y="496035"/>
                  </a:lnTo>
                  <a:lnTo>
                    <a:pt x="701610" y="491499"/>
                  </a:lnTo>
                  <a:lnTo>
                    <a:pt x="695321" y="488128"/>
                  </a:lnTo>
                  <a:lnTo>
                    <a:pt x="693226" y="484685"/>
                  </a:lnTo>
                  <a:lnTo>
                    <a:pt x="691027" y="483367"/>
                  </a:lnTo>
                  <a:lnTo>
                    <a:pt x="689243" y="484232"/>
                  </a:lnTo>
                  <a:lnTo>
                    <a:pt x="686141" y="485020"/>
                  </a:lnTo>
                  <a:lnTo>
                    <a:pt x="683993" y="485043"/>
                  </a:lnTo>
                  <a:lnTo>
                    <a:pt x="680222" y="485690"/>
                  </a:lnTo>
                  <a:lnTo>
                    <a:pt x="675409" y="480786"/>
                  </a:lnTo>
                  <a:lnTo>
                    <a:pt x="670505" y="479681"/>
                  </a:lnTo>
                  <a:lnTo>
                    <a:pt x="668011" y="481027"/>
                  </a:lnTo>
                  <a:lnTo>
                    <a:pt x="667188" y="481470"/>
                  </a:lnTo>
                  <a:lnTo>
                    <a:pt x="669137" y="484271"/>
                  </a:lnTo>
                  <a:lnTo>
                    <a:pt x="670581" y="486789"/>
                  </a:lnTo>
                  <a:lnTo>
                    <a:pt x="669771" y="487933"/>
                  </a:lnTo>
                  <a:lnTo>
                    <a:pt x="671538" y="491650"/>
                  </a:lnTo>
                  <a:lnTo>
                    <a:pt x="668046" y="491336"/>
                  </a:lnTo>
                  <a:lnTo>
                    <a:pt x="666316" y="491767"/>
                  </a:lnTo>
                  <a:lnTo>
                    <a:pt x="662617" y="488485"/>
                  </a:lnTo>
                  <a:lnTo>
                    <a:pt x="661813" y="489007"/>
                  </a:lnTo>
                  <a:lnTo>
                    <a:pt x="660002" y="490178"/>
                  </a:lnTo>
                  <a:lnTo>
                    <a:pt x="657903" y="491314"/>
                  </a:lnTo>
                  <a:lnTo>
                    <a:pt x="655142" y="488958"/>
                  </a:lnTo>
                  <a:lnTo>
                    <a:pt x="651460" y="491214"/>
                  </a:lnTo>
                  <a:lnTo>
                    <a:pt x="648909" y="492295"/>
                  </a:lnTo>
                  <a:lnTo>
                    <a:pt x="648039" y="494450"/>
                  </a:lnTo>
                  <a:lnTo>
                    <a:pt x="645274" y="496900"/>
                  </a:lnTo>
                  <a:lnTo>
                    <a:pt x="641899" y="498820"/>
                  </a:lnTo>
                  <a:lnTo>
                    <a:pt x="639433" y="499101"/>
                  </a:lnTo>
                  <a:lnTo>
                    <a:pt x="639358" y="500983"/>
                  </a:lnTo>
                  <a:lnTo>
                    <a:pt x="640043" y="502282"/>
                  </a:lnTo>
                  <a:lnTo>
                    <a:pt x="639959" y="503620"/>
                  </a:lnTo>
                  <a:lnTo>
                    <a:pt x="637654" y="504452"/>
                  </a:lnTo>
                  <a:lnTo>
                    <a:pt x="636501" y="502317"/>
                  </a:lnTo>
                  <a:lnTo>
                    <a:pt x="632923" y="501665"/>
                  </a:lnTo>
                  <a:lnTo>
                    <a:pt x="630984" y="499843"/>
                  </a:lnTo>
                  <a:lnTo>
                    <a:pt x="628923" y="499028"/>
                  </a:lnTo>
                  <a:lnTo>
                    <a:pt x="627113" y="500040"/>
                  </a:lnTo>
                  <a:lnTo>
                    <a:pt x="622928" y="498988"/>
                  </a:lnTo>
                  <a:lnTo>
                    <a:pt x="619936" y="498259"/>
                  </a:lnTo>
                  <a:lnTo>
                    <a:pt x="614110" y="495907"/>
                  </a:lnTo>
                  <a:lnTo>
                    <a:pt x="612039" y="495716"/>
                  </a:lnTo>
                  <a:lnTo>
                    <a:pt x="610760" y="493905"/>
                  </a:lnTo>
                  <a:lnTo>
                    <a:pt x="606321" y="491510"/>
                  </a:lnTo>
                  <a:lnTo>
                    <a:pt x="603383" y="490090"/>
                  </a:lnTo>
                  <a:lnTo>
                    <a:pt x="603266" y="489358"/>
                  </a:lnTo>
                  <a:lnTo>
                    <a:pt x="603026" y="487864"/>
                  </a:lnTo>
                  <a:lnTo>
                    <a:pt x="601857" y="486295"/>
                  </a:lnTo>
                  <a:lnTo>
                    <a:pt x="598486" y="484157"/>
                  </a:lnTo>
                  <a:lnTo>
                    <a:pt x="594171" y="482169"/>
                  </a:lnTo>
                  <a:lnTo>
                    <a:pt x="590902" y="481592"/>
                  </a:lnTo>
                  <a:lnTo>
                    <a:pt x="584323" y="481055"/>
                  </a:lnTo>
                  <a:lnTo>
                    <a:pt x="579745" y="478979"/>
                  </a:lnTo>
                  <a:lnTo>
                    <a:pt x="576893" y="478104"/>
                  </a:lnTo>
                  <a:lnTo>
                    <a:pt x="573260" y="477551"/>
                  </a:lnTo>
                  <a:lnTo>
                    <a:pt x="568496" y="476830"/>
                  </a:lnTo>
                  <a:lnTo>
                    <a:pt x="564878" y="476076"/>
                  </a:lnTo>
                  <a:lnTo>
                    <a:pt x="559467" y="474140"/>
                  </a:lnTo>
                  <a:lnTo>
                    <a:pt x="553667" y="472005"/>
                  </a:lnTo>
                  <a:lnTo>
                    <a:pt x="555071" y="467892"/>
                  </a:lnTo>
                  <a:lnTo>
                    <a:pt x="558010" y="466006"/>
                  </a:lnTo>
                  <a:lnTo>
                    <a:pt x="557076" y="463200"/>
                  </a:lnTo>
                  <a:lnTo>
                    <a:pt x="555189" y="458509"/>
                  </a:lnTo>
                  <a:lnTo>
                    <a:pt x="551633" y="459150"/>
                  </a:lnTo>
                  <a:lnTo>
                    <a:pt x="550131" y="461125"/>
                  </a:lnTo>
                  <a:lnTo>
                    <a:pt x="546493" y="464519"/>
                  </a:lnTo>
                  <a:lnTo>
                    <a:pt x="544812" y="466032"/>
                  </a:lnTo>
                  <a:lnTo>
                    <a:pt x="544080" y="468536"/>
                  </a:lnTo>
                  <a:lnTo>
                    <a:pt x="540488" y="469158"/>
                  </a:lnTo>
                  <a:lnTo>
                    <a:pt x="532384" y="470414"/>
                  </a:lnTo>
                  <a:lnTo>
                    <a:pt x="529451" y="470262"/>
                  </a:lnTo>
                  <a:lnTo>
                    <a:pt x="523935" y="469095"/>
                  </a:lnTo>
                  <a:lnTo>
                    <a:pt x="518450" y="468154"/>
                  </a:lnTo>
                  <a:lnTo>
                    <a:pt x="515913" y="466358"/>
                  </a:lnTo>
                  <a:lnTo>
                    <a:pt x="513239" y="465450"/>
                  </a:lnTo>
                  <a:lnTo>
                    <a:pt x="510385" y="466318"/>
                  </a:lnTo>
                  <a:lnTo>
                    <a:pt x="506255" y="465323"/>
                  </a:lnTo>
                  <a:lnTo>
                    <a:pt x="503049" y="465626"/>
                  </a:lnTo>
                  <a:lnTo>
                    <a:pt x="495132" y="465746"/>
                  </a:lnTo>
                  <a:lnTo>
                    <a:pt x="488427" y="466605"/>
                  </a:lnTo>
                  <a:lnTo>
                    <a:pt x="485148" y="467716"/>
                  </a:lnTo>
                  <a:lnTo>
                    <a:pt x="482148" y="469576"/>
                  </a:lnTo>
                  <a:lnTo>
                    <a:pt x="478217" y="471137"/>
                  </a:lnTo>
                  <a:lnTo>
                    <a:pt x="471210" y="474057"/>
                  </a:lnTo>
                  <a:lnTo>
                    <a:pt x="468293" y="476099"/>
                  </a:lnTo>
                  <a:lnTo>
                    <a:pt x="466202" y="477796"/>
                  </a:lnTo>
                  <a:lnTo>
                    <a:pt x="463700" y="477204"/>
                  </a:lnTo>
                  <a:lnTo>
                    <a:pt x="462448" y="476197"/>
                  </a:lnTo>
                  <a:lnTo>
                    <a:pt x="460677" y="474005"/>
                  </a:lnTo>
                  <a:lnTo>
                    <a:pt x="458936" y="473624"/>
                  </a:lnTo>
                  <a:lnTo>
                    <a:pt x="455906" y="475612"/>
                  </a:lnTo>
                  <a:lnTo>
                    <a:pt x="453691" y="473544"/>
                  </a:lnTo>
                  <a:lnTo>
                    <a:pt x="450827" y="472865"/>
                  </a:lnTo>
                  <a:lnTo>
                    <a:pt x="448535" y="472223"/>
                  </a:lnTo>
                  <a:lnTo>
                    <a:pt x="442736" y="472598"/>
                  </a:lnTo>
                  <a:lnTo>
                    <a:pt x="441567" y="470110"/>
                  </a:lnTo>
                  <a:lnTo>
                    <a:pt x="438596" y="469368"/>
                  </a:lnTo>
                  <a:lnTo>
                    <a:pt x="437865" y="470651"/>
                  </a:lnTo>
                  <a:lnTo>
                    <a:pt x="435327" y="470567"/>
                  </a:lnTo>
                  <a:lnTo>
                    <a:pt x="432392" y="469361"/>
                  </a:lnTo>
                  <a:lnTo>
                    <a:pt x="430075" y="471519"/>
                  </a:lnTo>
                  <a:lnTo>
                    <a:pt x="427628" y="472859"/>
                  </a:lnTo>
                  <a:lnTo>
                    <a:pt x="423285" y="471646"/>
                  </a:lnTo>
                  <a:lnTo>
                    <a:pt x="419756" y="470748"/>
                  </a:lnTo>
                  <a:lnTo>
                    <a:pt x="417945" y="472205"/>
                  </a:lnTo>
                  <a:lnTo>
                    <a:pt x="415887" y="473449"/>
                  </a:lnTo>
                  <a:lnTo>
                    <a:pt x="415254" y="474030"/>
                  </a:lnTo>
                  <a:lnTo>
                    <a:pt x="412100" y="475270"/>
                  </a:lnTo>
                  <a:lnTo>
                    <a:pt x="410411" y="477154"/>
                  </a:lnTo>
                  <a:lnTo>
                    <a:pt x="408513" y="480062"/>
                  </a:lnTo>
                  <a:lnTo>
                    <a:pt x="407619" y="480177"/>
                  </a:lnTo>
                  <a:lnTo>
                    <a:pt x="406417" y="478749"/>
                  </a:lnTo>
                  <a:lnTo>
                    <a:pt x="401795" y="479232"/>
                  </a:lnTo>
                  <a:lnTo>
                    <a:pt x="400671" y="481827"/>
                  </a:lnTo>
                  <a:lnTo>
                    <a:pt x="398167" y="485540"/>
                  </a:lnTo>
                  <a:lnTo>
                    <a:pt x="396408" y="488843"/>
                  </a:lnTo>
                  <a:lnTo>
                    <a:pt x="394758" y="493425"/>
                  </a:lnTo>
                  <a:lnTo>
                    <a:pt x="395969" y="495669"/>
                  </a:lnTo>
                  <a:lnTo>
                    <a:pt x="393727" y="496512"/>
                  </a:lnTo>
                  <a:lnTo>
                    <a:pt x="393756" y="498689"/>
                  </a:lnTo>
                  <a:lnTo>
                    <a:pt x="395617" y="499638"/>
                  </a:lnTo>
                  <a:lnTo>
                    <a:pt x="393520" y="501730"/>
                  </a:lnTo>
                  <a:lnTo>
                    <a:pt x="390881" y="503389"/>
                  </a:lnTo>
                  <a:lnTo>
                    <a:pt x="388604" y="504865"/>
                  </a:lnTo>
                  <a:lnTo>
                    <a:pt x="386567" y="506758"/>
                  </a:lnTo>
                  <a:lnTo>
                    <a:pt x="385311" y="506090"/>
                  </a:lnTo>
                  <a:lnTo>
                    <a:pt x="385202" y="503652"/>
                  </a:lnTo>
                  <a:lnTo>
                    <a:pt x="386118" y="501864"/>
                  </a:lnTo>
                  <a:lnTo>
                    <a:pt x="383307" y="498393"/>
                  </a:lnTo>
                  <a:lnTo>
                    <a:pt x="380388" y="499279"/>
                  </a:lnTo>
                  <a:lnTo>
                    <a:pt x="377406" y="500807"/>
                  </a:lnTo>
                  <a:lnTo>
                    <a:pt x="377745" y="498712"/>
                  </a:lnTo>
                  <a:lnTo>
                    <a:pt x="375368" y="496524"/>
                  </a:lnTo>
                  <a:lnTo>
                    <a:pt x="374007" y="499370"/>
                  </a:lnTo>
                  <a:lnTo>
                    <a:pt x="372747" y="501550"/>
                  </a:lnTo>
                  <a:lnTo>
                    <a:pt x="369690" y="503056"/>
                  </a:lnTo>
                  <a:lnTo>
                    <a:pt x="369326" y="502766"/>
                  </a:lnTo>
                  <a:lnTo>
                    <a:pt x="368339" y="501977"/>
                  </a:lnTo>
                  <a:lnTo>
                    <a:pt x="365973" y="502047"/>
                  </a:lnTo>
                  <a:lnTo>
                    <a:pt x="364989" y="503538"/>
                  </a:lnTo>
                  <a:lnTo>
                    <a:pt x="363185" y="502534"/>
                  </a:lnTo>
                  <a:lnTo>
                    <a:pt x="361207" y="503416"/>
                  </a:lnTo>
                  <a:lnTo>
                    <a:pt x="359221" y="502560"/>
                  </a:lnTo>
                  <a:lnTo>
                    <a:pt x="357426" y="504256"/>
                  </a:lnTo>
                  <a:lnTo>
                    <a:pt x="356895" y="507422"/>
                  </a:lnTo>
                  <a:lnTo>
                    <a:pt x="354970" y="509431"/>
                  </a:lnTo>
                  <a:lnTo>
                    <a:pt x="352499" y="506744"/>
                  </a:lnTo>
                  <a:lnTo>
                    <a:pt x="350794" y="509407"/>
                  </a:lnTo>
                  <a:lnTo>
                    <a:pt x="350715" y="511933"/>
                  </a:lnTo>
                  <a:lnTo>
                    <a:pt x="352748" y="512812"/>
                  </a:lnTo>
                  <a:lnTo>
                    <a:pt x="352778" y="515757"/>
                  </a:lnTo>
                  <a:lnTo>
                    <a:pt x="350532" y="514879"/>
                  </a:lnTo>
                  <a:lnTo>
                    <a:pt x="348536" y="516495"/>
                  </a:lnTo>
                  <a:lnTo>
                    <a:pt x="348735" y="519646"/>
                  </a:lnTo>
                  <a:lnTo>
                    <a:pt x="346275" y="517133"/>
                  </a:lnTo>
                  <a:lnTo>
                    <a:pt x="344746" y="517827"/>
                  </a:lnTo>
                  <a:lnTo>
                    <a:pt x="343451" y="520864"/>
                  </a:lnTo>
                  <a:lnTo>
                    <a:pt x="341226" y="524629"/>
                  </a:lnTo>
                  <a:lnTo>
                    <a:pt x="338774" y="529169"/>
                  </a:lnTo>
                  <a:lnTo>
                    <a:pt x="338723" y="531114"/>
                  </a:lnTo>
                  <a:lnTo>
                    <a:pt x="337598" y="532449"/>
                  </a:lnTo>
                  <a:lnTo>
                    <a:pt x="337441" y="535130"/>
                  </a:lnTo>
                  <a:lnTo>
                    <a:pt x="336490" y="535219"/>
                  </a:lnTo>
                  <a:lnTo>
                    <a:pt x="334954" y="531844"/>
                  </a:lnTo>
                  <a:lnTo>
                    <a:pt x="334279" y="530380"/>
                  </a:lnTo>
                  <a:lnTo>
                    <a:pt x="332629" y="531151"/>
                  </a:lnTo>
                  <a:lnTo>
                    <a:pt x="332431" y="533891"/>
                  </a:lnTo>
                  <a:lnTo>
                    <a:pt x="331474" y="537762"/>
                  </a:lnTo>
                  <a:lnTo>
                    <a:pt x="330702" y="538496"/>
                  </a:lnTo>
                  <a:lnTo>
                    <a:pt x="328320" y="537088"/>
                  </a:lnTo>
                  <a:lnTo>
                    <a:pt x="326594" y="538528"/>
                  </a:lnTo>
                  <a:lnTo>
                    <a:pt x="327365" y="540124"/>
                  </a:lnTo>
                  <a:lnTo>
                    <a:pt x="326448" y="541864"/>
                  </a:lnTo>
                  <a:lnTo>
                    <a:pt x="325262" y="542458"/>
                  </a:lnTo>
                  <a:lnTo>
                    <a:pt x="322715" y="543497"/>
                  </a:lnTo>
                  <a:lnTo>
                    <a:pt x="319244" y="543576"/>
                  </a:lnTo>
                  <a:lnTo>
                    <a:pt x="318090" y="543616"/>
                  </a:lnTo>
                  <a:lnTo>
                    <a:pt x="315239" y="543093"/>
                  </a:lnTo>
                  <a:lnTo>
                    <a:pt x="316698" y="547804"/>
                  </a:lnTo>
                  <a:lnTo>
                    <a:pt x="312134" y="550561"/>
                  </a:lnTo>
                  <a:lnTo>
                    <a:pt x="307654" y="548684"/>
                  </a:lnTo>
                  <a:lnTo>
                    <a:pt x="305936" y="545094"/>
                  </a:lnTo>
                  <a:lnTo>
                    <a:pt x="304188" y="542982"/>
                  </a:lnTo>
                  <a:lnTo>
                    <a:pt x="304237" y="539932"/>
                  </a:lnTo>
                  <a:lnTo>
                    <a:pt x="305397" y="536280"/>
                  </a:lnTo>
                  <a:lnTo>
                    <a:pt x="308128" y="533733"/>
                  </a:lnTo>
                  <a:lnTo>
                    <a:pt x="312540" y="530574"/>
                  </a:lnTo>
                  <a:lnTo>
                    <a:pt x="316177" y="527775"/>
                  </a:lnTo>
                  <a:lnTo>
                    <a:pt x="318373" y="524823"/>
                  </a:lnTo>
                  <a:lnTo>
                    <a:pt x="316052" y="522104"/>
                  </a:lnTo>
                  <a:lnTo>
                    <a:pt x="313190" y="524755"/>
                  </a:lnTo>
                  <a:lnTo>
                    <a:pt x="309143" y="525384"/>
                  </a:lnTo>
                  <a:lnTo>
                    <a:pt x="306746" y="523914"/>
                  </a:lnTo>
                  <a:lnTo>
                    <a:pt x="303706" y="520523"/>
                  </a:lnTo>
                  <a:lnTo>
                    <a:pt x="304428" y="516974"/>
                  </a:lnTo>
                  <a:lnTo>
                    <a:pt x="305158" y="513506"/>
                  </a:lnTo>
                  <a:lnTo>
                    <a:pt x="305441" y="509249"/>
                  </a:lnTo>
                  <a:lnTo>
                    <a:pt x="307204" y="504868"/>
                  </a:lnTo>
                  <a:lnTo>
                    <a:pt x="310337" y="499221"/>
                  </a:lnTo>
                  <a:lnTo>
                    <a:pt x="310651" y="495317"/>
                  </a:lnTo>
                  <a:lnTo>
                    <a:pt x="310510" y="491860"/>
                  </a:lnTo>
                  <a:lnTo>
                    <a:pt x="311663" y="491025"/>
                  </a:lnTo>
                  <a:lnTo>
                    <a:pt x="311510" y="486051"/>
                  </a:lnTo>
                  <a:lnTo>
                    <a:pt x="310690" y="483170"/>
                  </a:lnTo>
                  <a:lnTo>
                    <a:pt x="309306" y="480000"/>
                  </a:lnTo>
                  <a:lnTo>
                    <a:pt x="307645" y="476728"/>
                  </a:lnTo>
                  <a:lnTo>
                    <a:pt x="308317" y="475598"/>
                  </a:lnTo>
                  <a:lnTo>
                    <a:pt x="310309" y="473651"/>
                  </a:lnTo>
                  <a:lnTo>
                    <a:pt x="314210" y="472277"/>
                  </a:lnTo>
                  <a:lnTo>
                    <a:pt x="317176" y="468819"/>
                  </a:lnTo>
                  <a:lnTo>
                    <a:pt x="320467" y="464437"/>
                  </a:lnTo>
                  <a:lnTo>
                    <a:pt x="324115" y="460654"/>
                  </a:lnTo>
                  <a:lnTo>
                    <a:pt x="325937" y="459071"/>
                  </a:lnTo>
                  <a:lnTo>
                    <a:pt x="327215" y="459422"/>
                  </a:lnTo>
                  <a:lnTo>
                    <a:pt x="330958" y="464473"/>
                  </a:lnTo>
                  <a:lnTo>
                    <a:pt x="332732" y="464692"/>
                  </a:lnTo>
                  <a:lnTo>
                    <a:pt x="335292" y="464795"/>
                  </a:lnTo>
                  <a:lnTo>
                    <a:pt x="336597" y="461776"/>
                  </a:lnTo>
                  <a:lnTo>
                    <a:pt x="337345" y="460394"/>
                  </a:lnTo>
                  <a:lnTo>
                    <a:pt x="339223" y="458525"/>
                  </a:lnTo>
                  <a:lnTo>
                    <a:pt x="339780" y="457969"/>
                  </a:lnTo>
                  <a:lnTo>
                    <a:pt x="337056" y="455440"/>
                  </a:lnTo>
                  <a:lnTo>
                    <a:pt x="333196" y="453208"/>
                  </a:lnTo>
                  <a:lnTo>
                    <a:pt x="331908" y="452842"/>
                  </a:lnTo>
                  <a:lnTo>
                    <a:pt x="328073" y="454546"/>
                  </a:lnTo>
                  <a:lnTo>
                    <a:pt x="328588" y="452846"/>
                  </a:lnTo>
                  <a:lnTo>
                    <a:pt x="328543" y="451448"/>
                  </a:lnTo>
                  <a:lnTo>
                    <a:pt x="328446" y="448413"/>
                  </a:lnTo>
                  <a:lnTo>
                    <a:pt x="324166" y="449730"/>
                  </a:lnTo>
                  <a:lnTo>
                    <a:pt x="321813" y="448984"/>
                  </a:lnTo>
                  <a:lnTo>
                    <a:pt x="318982" y="449592"/>
                  </a:lnTo>
                  <a:lnTo>
                    <a:pt x="316281" y="451720"/>
                  </a:lnTo>
                  <a:lnTo>
                    <a:pt x="314163" y="452864"/>
                  </a:lnTo>
                  <a:lnTo>
                    <a:pt x="313565" y="453679"/>
                  </a:lnTo>
                  <a:lnTo>
                    <a:pt x="312295" y="455406"/>
                  </a:lnTo>
                  <a:lnTo>
                    <a:pt x="311273" y="459105"/>
                  </a:lnTo>
                  <a:lnTo>
                    <a:pt x="310593" y="460909"/>
                  </a:lnTo>
                  <a:lnTo>
                    <a:pt x="308915" y="461445"/>
                  </a:lnTo>
                  <a:lnTo>
                    <a:pt x="307155" y="463070"/>
                  </a:lnTo>
                  <a:lnTo>
                    <a:pt x="304522" y="463398"/>
                  </a:lnTo>
                  <a:lnTo>
                    <a:pt x="302377" y="465773"/>
                  </a:lnTo>
                  <a:lnTo>
                    <a:pt x="300296" y="468872"/>
                  </a:lnTo>
                  <a:lnTo>
                    <a:pt x="298978" y="471371"/>
                  </a:lnTo>
                  <a:lnTo>
                    <a:pt x="299679" y="473260"/>
                  </a:lnTo>
                  <a:lnTo>
                    <a:pt x="301596" y="476585"/>
                  </a:lnTo>
                  <a:lnTo>
                    <a:pt x="301465" y="477611"/>
                  </a:lnTo>
                  <a:lnTo>
                    <a:pt x="297734" y="477591"/>
                  </a:lnTo>
                  <a:lnTo>
                    <a:pt x="295208" y="480734"/>
                  </a:lnTo>
                  <a:lnTo>
                    <a:pt x="293690" y="484697"/>
                  </a:lnTo>
                  <a:lnTo>
                    <a:pt x="291360" y="486842"/>
                  </a:lnTo>
                  <a:lnTo>
                    <a:pt x="290283" y="489948"/>
                  </a:lnTo>
                  <a:lnTo>
                    <a:pt x="291198" y="492549"/>
                  </a:lnTo>
                  <a:lnTo>
                    <a:pt x="292690" y="493297"/>
                  </a:lnTo>
                  <a:lnTo>
                    <a:pt x="290037" y="495849"/>
                  </a:lnTo>
                  <a:lnTo>
                    <a:pt x="289638" y="498550"/>
                  </a:lnTo>
                  <a:lnTo>
                    <a:pt x="287248" y="500968"/>
                  </a:lnTo>
                  <a:lnTo>
                    <a:pt x="286713" y="502649"/>
                  </a:lnTo>
                  <a:lnTo>
                    <a:pt x="286827" y="504314"/>
                  </a:lnTo>
                  <a:lnTo>
                    <a:pt x="287710" y="506782"/>
                  </a:lnTo>
                  <a:lnTo>
                    <a:pt x="287542" y="509807"/>
                  </a:lnTo>
                  <a:lnTo>
                    <a:pt x="285813" y="513700"/>
                  </a:lnTo>
                  <a:lnTo>
                    <a:pt x="285621" y="515914"/>
                  </a:lnTo>
                  <a:lnTo>
                    <a:pt x="282542" y="518363"/>
                  </a:lnTo>
                  <a:lnTo>
                    <a:pt x="280302" y="518331"/>
                  </a:lnTo>
                  <a:lnTo>
                    <a:pt x="279695" y="520736"/>
                  </a:lnTo>
                  <a:lnTo>
                    <a:pt x="279950" y="524355"/>
                  </a:lnTo>
                  <a:lnTo>
                    <a:pt x="279523" y="527138"/>
                  </a:lnTo>
                  <a:lnTo>
                    <a:pt x="277554" y="529074"/>
                  </a:lnTo>
                  <a:lnTo>
                    <a:pt x="275890" y="530270"/>
                  </a:lnTo>
                  <a:lnTo>
                    <a:pt x="274486" y="530737"/>
                  </a:lnTo>
                  <a:lnTo>
                    <a:pt x="272333" y="530490"/>
                  </a:lnTo>
                  <a:lnTo>
                    <a:pt x="269583" y="531071"/>
                  </a:lnTo>
                  <a:lnTo>
                    <a:pt x="269521" y="532600"/>
                  </a:lnTo>
                  <a:lnTo>
                    <a:pt x="269204" y="534518"/>
                  </a:lnTo>
                  <a:lnTo>
                    <a:pt x="266976" y="534901"/>
                  </a:lnTo>
                  <a:lnTo>
                    <a:pt x="265418" y="535499"/>
                  </a:lnTo>
                  <a:lnTo>
                    <a:pt x="267109" y="538982"/>
                  </a:lnTo>
                  <a:lnTo>
                    <a:pt x="266260" y="540630"/>
                  </a:lnTo>
                  <a:lnTo>
                    <a:pt x="263870" y="541134"/>
                  </a:lnTo>
                  <a:lnTo>
                    <a:pt x="262631" y="542128"/>
                  </a:lnTo>
                  <a:lnTo>
                    <a:pt x="261187" y="543217"/>
                  </a:lnTo>
                  <a:lnTo>
                    <a:pt x="260775" y="545905"/>
                  </a:lnTo>
                  <a:lnTo>
                    <a:pt x="259020" y="547890"/>
                  </a:lnTo>
                  <a:lnTo>
                    <a:pt x="258957" y="551155"/>
                  </a:lnTo>
                  <a:lnTo>
                    <a:pt x="258489" y="553225"/>
                  </a:lnTo>
                  <a:lnTo>
                    <a:pt x="258553" y="555478"/>
                  </a:lnTo>
                  <a:lnTo>
                    <a:pt x="261279" y="557549"/>
                  </a:lnTo>
                  <a:lnTo>
                    <a:pt x="264100" y="557693"/>
                  </a:lnTo>
                  <a:lnTo>
                    <a:pt x="267006" y="556987"/>
                  </a:lnTo>
                  <a:lnTo>
                    <a:pt x="269081" y="556647"/>
                  </a:lnTo>
                  <a:lnTo>
                    <a:pt x="271558" y="559765"/>
                  </a:lnTo>
                  <a:lnTo>
                    <a:pt x="274063" y="559713"/>
                  </a:lnTo>
                  <a:lnTo>
                    <a:pt x="276139" y="561508"/>
                  </a:lnTo>
                  <a:lnTo>
                    <a:pt x="277862" y="563296"/>
                  </a:lnTo>
                  <a:lnTo>
                    <a:pt x="279259" y="565001"/>
                  </a:lnTo>
                  <a:lnTo>
                    <a:pt x="278746" y="565619"/>
                  </a:lnTo>
                  <a:lnTo>
                    <a:pt x="277321" y="567332"/>
                  </a:lnTo>
                  <a:lnTo>
                    <a:pt x="277025" y="570976"/>
                  </a:lnTo>
                  <a:lnTo>
                    <a:pt x="276287" y="572587"/>
                  </a:lnTo>
                  <a:lnTo>
                    <a:pt x="274092" y="573849"/>
                  </a:lnTo>
                  <a:lnTo>
                    <a:pt x="273498" y="576077"/>
                  </a:lnTo>
                  <a:lnTo>
                    <a:pt x="270663" y="577849"/>
                  </a:lnTo>
                  <a:lnTo>
                    <a:pt x="268054" y="577963"/>
                  </a:lnTo>
                  <a:lnTo>
                    <a:pt x="267046" y="580394"/>
                  </a:lnTo>
                  <a:lnTo>
                    <a:pt x="266923" y="583332"/>
                  </a:lnTo>
                  <a:lnTo>
                    <a:pt x="265406" y="583726"/>
                  </a:lnTo>
                  <a:lnTo>
                    <a:pt x="264180" y="586255"/>
                  </a:lnTo>
                  <a:lnTo>
                    <a:pt x="266269" y="588292"/>
                  </a:lnTo>
                  <a:lnTo>
                    <a:pt x="264538" y="590227"/>
                  </a:lnTo>
                  <a:lnTo>
                    <a:pt x="264263" y="593582"/>
                  </a:lnTo>
                  <a:lnTo>
                    <a:pt x="263698" y="596817"/>
                  </a:lnTo>
                  <a:lnTo>
                    <a:pt x="262405" y="600545"/>
                  </a:lnTo>
                  <a:lnTo>
                    <a:pt x="260035" y="602695"/>
                  </a:lnTo>
                  <a:lnTo>
                    <a:pt x="257218" y="604742"/>
                  </a:lnTo>
                  <a:lnTo>
                    <a:pt x="255111" y="606465"/>
                  </a:lnTo>
                  <a:lnTo>
                    <a:pt x="251163" y="607553"/>
                  </a:lnTo>
                  <a:lnTo>
                    <a:pt x="248616" y="606686"/>
                  </a:lnTo>
                  <a:lnTo>
                    <a:pt x="245469" y="608274"/>
                  </a:lnTo>
                  <a:lnTo>
                    <a:pt x="243649" y="610516"/>
                  </a:lnTo>
                  <a:lnTo>
                    <a:pt x="245119" y="612662"/>
                  </a:lnTo>
                  <a:lnTo>
                    <a:pt x="244520" y="614503"/>
                  </a:lnTo>
                  <a:lnTo>
                    <a:pt x="240839" y="616720"/>
                  </a:lnTo>
                  <a:lnTo>
                    <a:pt x="240855" y="619713"/>
                  </a:lnTo>
                  <a:lnTo>
                    <a:pt x="239532" y="621819"/>
                  </a:lnTo>
                  <a:lnTo>
                    <a:pt x="235969" y="620017"/>
                  </a:lnTo>
                  <a:lnTo>
                    <a:pt x="233631" y="619438"/>
                  </a:lnTo>
                  <a:lnTo>
                    <a:pt x="233883" y="623530"/>
                  </a:lnTo>
                  <a:lnTo>
                    <a:pt x="233694" y="624999"/>
                  </a:lnTo>
                  <a:lnTo>
                    <a:pt x="231707" y="626208"/>
                  </a:lnTo>
                  <a:lnTo>
                    <a:pt x="231870" y="630036"/>
                  </a:lnTo>
                  <a:lnTo>
                    <a:pt x="227884" y="631003"/>
                  </a:lnTo>
                  <a:lnTo>
                    <a:pt x="225005" y="631658"/>
                  </a:lnTo>
                  <a:lnTo>
                    <a:pt x="226063" y="634990"/>
                  </a:lnTo>
                  <a:lnTo>
                    <a:pt x="224358" y="635645"/>
                  </a:lnTo>
                  <a:lnTo>
                    <a:pt x="221480" y="635601"/>
                  </a:lnTo>
                  <a:lnTo>
                    <a:pt x="218499" y="637864"/>
                  </a:lnTo>
                  <a:lnTo>
                    <a:pt x="219323" y="640762"/>
                  </a:lnTo>
                  <a:lnTo>
                    <a:pt x="219527" y="644786"/>
                  </a:lnTo>
                  <a:lnTo>
                    <a:pt x="219982" y="647772"/>
                  </a:lnTo>
                  <a:lnTo>
                    <a:pt x="219827" y="647987"/>
                  </a:lnTo>
                  <a:lnTo>
                    <a:pt x="217798" y="650801"/>
                  </a:lnTo>
                  <a:lnTo>
                    <a:pt x="217191" y="653189"/>
                  </a:lnTo>
                  <a:lnTo>
                    <a:pt x="215917" y="657118"/>
                  </a:lnTo>
                  <a:lnTo>
                    <a:pt x="213914" y="656823"/>
                  </a:lnTo>
                  <a:lnTo>
                    <a:pt x="212447" y="657231"/>
                  </a:lnTo>
                  <a:lnTo>
                    <a:pt x="210046" y="661485"/>
                  </a:lnTo>
                  <a:lnTo>
                    <a:pt x="207487" y="660612"/>
                  </a:lnTo>
                  <a:lnTo>
                    <a:pt x="205386" y="662371"/>
                  </a:lnTo>
                  <a:lnTo>
                    <a:pt x="204680" y="664529"/>
                  </a:lnTo>
                  <a:lnTo>
                    <a:pt x="202441" y="667836"/>
                  </a:lnTo>
                  <a:lnTo>
                    <a:pt x="199894" y="666342"/>
                  </a:lnTo>
                  <a:lnTo>
                    <a:pt x="197250" y="667694"/>
                  </a:lnTo>
                  <a:lnTo>
                    <a:pt x="194635" y="668957"/>
                  </a:lnTo>
                  <a:lnTo>
                    <a:pt x="194059" y="671296"/>
                  </a:lnTo>
                  <a:lnTo>
                    <a:pt x="196804" y="673918"/>
                  </a:lnTo>
                  <a:lnTo>
                    <a:pt x="195888" y="675174"/>
                  </a:lnTo>
                  <a:lnTo>
                    <a:pt x="193402" y="675097"/>
                  </a:lnTo>
                  <a:lnTo>
                    <a:pt x="191866" y="675715"/>
                  </a:lnTo>
                  <a:lnTo>
                    <a:pt x="190708" y="673771"/>
                  </a:lnTo>
                  <a:lnTo>
                    <a:pt x="188996" y="673044"/>
                  </a:lnTo>
                  <a:lnTo>
                    <a:pt x="186210" y="674436"/>
                  </a:lnTo>
                  <a:lnTo>
                    <a:pt x="187566" y="677876"/>
                  </a:lnTo>
                  <a:lnTo>
                    <a:pt x="188928" y="680228"/>
                  </a:lnTo>
                  <a:lnTo>
                    <a:pt x="187951" y="682917"/>
                  </a:lnTo>
                  <a:lnTo>
                    <a:pt x="185543" y="682102"/>
                  </a:lnTo>
                  <a:lnTo>
                    <a:pt x="182041" y="682984"/>
                  </a:lnTo>
                  <a:lnTo>
                    <a:pt x="179316" y="682850"/>
                  </a:lnTo>
                  <a:lnTo>
                    <a:pt x="178390" y="682200"/>
                  </a:lnTo>
                  <a:lnTo>
                    <a:pt x="176442" y="682905"/>
                  </a:lnTo>
                  <a:lnTo>
                    <a:pt x="175045" y="684787"/>
                  </a:lnTo>
                  <a:lnTo>
                    <a:pt x="174135" y="688749"/>
                  </a:lnTo>
                  <a:lnTo>
                    <a:pt x="175856" y="688945"/>
                  </a:lnTo>
                  <a:lnTo>
                    <a:pt x="178821" y="689756"/>
                  </a:lnTo>
                  <a:lnTo>
                    <a:pt x="180746" y="690677"/>
                  </a:lnTo>
                  <a:lnTo>
                    <a:pt x="183008" y="693502"/>
                  </a:lnTo>
                  <a:lnTo>
                    <a:pt x="179394" y="696291"/>
                  </a:lnTo>
                  <a:lnTo>
                    <a:pt x="177421" y="698144"/>
                  </a:lnTo>
                  <a:lnTo>
                    <a:pt x="177168" y="701358"/>
                  </a:lnTo>
                  <a:lnTo>
                    <a:pt x="176548" y="704607"/>
                  </a:lnTo>
                  <a:lnTo>
                    <a:pt x="174784" y="705354"/>
                  </a:lnTo>
                  <a:lnTo>
                    <a:pt x="171772" y="704767"/>
                  </a:lnTo>
                  <a:lnTo>
                    <a:pt x="171536" y="706433"/>
                  </a:lnTo>
                  <a:lnTo>
                    <a:pt x="169329" y="706473"/>
                  </a:lnTo>
                  <a:lnTo>
                    <a:pt x="165896" y="706963"/>
                  </a:lnTo>
                  <a:lnTo>
                    <a:pt x="161418" y="708758"/>
                  </a:lnTo>
                  <a:lnTo>
                    <a:pt x="161876" y="712413"/>
                  </a:lnTo>
                  <a:lnTo>
                    <a:pt x="155048" y="718091"/>
                  </a:lnTo>
                  <a:lnTo>
                    <a:pt x="151936" y="719927"/>
                  </a:lnTo>
                  <a:lnTo>
                    <a:pt x="151362" y="721569"/>
                  </a:lnTo>
                  <a:lnTo>
                    <a:pt x="151148" y="722181"/>
                  </a:lnTo>
                  <a:lnTo>
                    <a:pt x="148384" y="724731"/>
                  </a:lnTo>
                  <a:lnTo>
                    <a:pt x="147525" y="724898"/>
                  </a:lnTo>
                  <a:lnTo>
                    <a:pt x="146792" y="722834"/>
                  </a:lnTo>
                  <a:lnTo>
                    <a:pt x="148580" y="720934"/>
                  </a:lnTo>
                  <a:lnTo>
                    <a:pt x="148478" y="716570"/>
                  </a:lnTo>
                  <a:lnTo>
                    <a:pt x="149407" y="714151"/>
                  </a:lnTo>
                  <a:lnTo>
                    <a:pt x="148104" y="712543"/>
                  </a:lnTo>
                  <a:lnTo>
                    <a:pt x="145974" y="711954"/>
                  </a:lnTo>
                  <a:lnTo>
                    <a:pt x="144308" y="714268"/>
                  </a:lnTo>
                  <a:lnTo>
                    <a:pt x="142225" y="714262"/>
                  </a:lnTo>
                  <a:lnTo>
                    <a:pt x="140181" y="714793"/>
                  </a:lnTo>
                  <a:lnTo>
                    <a:pt x="139597" y="718041"/>
                  </a:lnTo>
                  <a:lnTo>
                    <a:pt x="138015" y="719911"/>
                  </a:lnTo>
                  <a:lnTo>
                    <a:pt x="134628" y="721781"/>
                  </a:lnTo>
                  <a:lnTo>
                    <a:pt x="132085" y="723573"/>
                  </a:lnTo>
                  <a:lnTo>
                    <a:pt x="130561" y="726777"/>
                  </a:lnTo>
                  <a:lnTo>
                    <a:pt x="130655" y="727998"/>
                  </a:lnTo>
                  <a:lnTo>
                    <a:pt x="129354" y="729486"/>
                  </a:lnTo>
                  <a:lnTo>
                    <a:pt x="126172" y="727741"/>
                  </a:lnTo>
                  <a:lnTo>
                    <a:pt x="125980" y="730169"/>
                  </a:lnTo>
                  <a:lnTo>
                    <a:pt x="123319" y="730539"/>
                  </a:lnTo>
                  <a:lnTo>
                    <a:pt x="121984" y="729556"/>
                  </a:lnTo>
                  <a:lnTo>
                    <a:pt x="118716" y="729567"/>
                  </a:lnTo>
                  <a:lnTo>
                    <a:pt x="116401" y="732511"/>
                  </a:lnTo>
                  <a:lnTo>
                    <a:pt x="112432" y="734904"/>
                  </a:lnTo>
                  <a:lnTo>
                    <a:pt x="106987" y="734693"/>
                  </a:lnTo>
                  <a:lnTo>
                    <a:pt x="106289" y="733491"/>
                  </a:lnTo>
                  <a:lnTo>
                    <a:pt x="107043" y="730954"/>
                  </a:lnTo>
                  <a:lnTo>
                    <a:pt x="107167" y="728369"/>
                  </a:lnTo>
                  <a:lnTo>
                    <a:pt x="109226" y="725036"/>
                  </a:lnTo>
                  <a:lnTo>
                    <a:pt x="108751" y="722343"/>
                  </a:lnTo>
                  <a:lnTo>
                    <a:pt x="106662" y="722053"/>
                  </a:lnTo>
                  <a:lnTo>
                    <a:pt x="104239" y="722661"/>
                  </a:lnTo>
                  <a:lnTo>
                    <a:pt x="102665" y="725380"/>
                  </a:lnTo>
                  <a:lnTo>
                    <a:pt x="101755" y="727485"/>
                  </a:lnTo>
                  <a:lnTo>
                    <a:pt x="102223" y="732386"/>
                  </a:lnTo>
                  <a:lnTo>
                    <a:pt x="100207" y="735973"/>
                  </a:lnTo>
                  <a:lnTo>
                    <a:pt x="98279" y="738811"/>
                  </a:lnTo>
                  <a:lnTo>
                    <a:pt x="99491" y="742994"/>
                  </a:lnTo>
                  <a:lnTo>
                    <a:pt x="101846" y="744061"/>
                  </a:lnTo>
                  <a:lnTo>
                    <a:pt x="105270" y="746424"/>
                  </a:lnTo>
                  <a:lnTo>
                    <a:pt x="105953" y="748185"/>
                  </a:lnTo>
                  <a:lnTo>
                    <a:pt x="102629" y="747554"/>
                  </a:lnTo>
                  <a:lnTo>
                    <a:pt x="100264" y="748724"/>
                  </a:lnTo>
                  <a:lnTo>
                    <a:pt x="97500" y="746466"/>
                  </a:lnTo>
                  <a:lnTo>
                    <a:pt x="96302" y="745898"/>
                  </a:lnTo>
                  <a:lnTo>
                    <a:pt x="94075" y="747601"/>
                  </a:lnTo>
                  <a:lnTo>
                    <a:pt x="92493" y="746247"/>
                  </a:lnTo>
                  <a:lnTo>
                    <a:pt x="90852" y="747864"/>
                  </a:lnTo>
                  <a:lnTo>
                    <a:pt x="90216" y="749598"/>
                  </a:lnTo>
                  <a:lnTo>
                    <a:pt x="89915" y="752647"/>
                  </a:lnTo>
                  <a:lnTo>
                    <a:pt x="89993" y="756376"/>
                  </a:lnTo>
                  <a:lnTo>
                    <a:pt x="88953" y="758212"/>
                  </a:lnTo>
                  <a:lnTo>
                    <a:pt x="87385" y="758411"/>
                  </a:lnTo>
                  <a:lnTo>
                    <a:pt x="85442" y="755627"/>
                  </a:lnTo>
                  <a:lnTo>
                    <a:pt x="85230" y="754065"/>
                  </a:lnTo>
                  <a:lnTo>
                    <a:pt x="85624" y="749134"/>
                  </a:lnTo>
                  <a:lnTo>
                    <a:pt x="84242" y="748389"/>
                  </a:lnTo>
                  <a:lnTo>
                    <a:pt x="81983" y="750504"/>
                  </a:lnTo>
                  <a:lnTo>
                    <a:pt x="81577" y="751993"/>
                  </a:lnTo>
                  <a:lnTo>
                    <a:pt x="78744" y="752529"/>
                  </a:lnTo>
                  <a:lnTo>
                    <a:pt x="75801" y="753890"/>
                  </a:lnTo>
                  <a:lnTo>
                    <a:pt x="73901" y="752746"/>
                  </a:lnTo>
                  <a:lnTo>
                    <a:pt x="72718" y="750710"/>
                  </a:lnTo>
                  <a:lnTo>
                    <a:pt x="70331" y="753727"/>
                  </a:lnTo>
                  <a:lnTo>
                    <a:pt x="68376" y="755507"/>
                  </a:lnTo>
                  <a:lnTo>
                    <a:pt x="65925" y="757576"/>
                  </a:lnTo>
                  <a:lnTo>
                    <a:pt x="63614" y="758805"/>
                  </a:lnTo>
                  <a:lnTo>
                    <a:pt x="65335" y="760418"/>
                  </a:lnTo>
                  <a:lnTo>
                    <a:pt x="67640" y="760594"/>
                  </a:lnTo>
                  <a:lnTo>
                    <a:pt x="70431" y="763572"/>
                  </a:lnTo>
                  <a:lnTo>
                    <a:pt x="71232" y="766624"/>
                  </a:lnTo>
                  <a:lnTo>
                    <a:pt x="66794" y="765078"/>
                  </a:lnTo>
                  <a:lnTo>
                    <a:pt x="62788" y="765762"/>
                  </a:lnTo>
                  <a:lnTo>
                    <a:pt x="58523" y="767202"/>
                  </a:lnTo>
                  <a:lnTo>
                    <a:pt x="53014" y="766327"/>
                  </a:lnTo>
                  <a:lnTo>
                    <a:pt x="47437" y="766585"/>
                  </a:lnTo>
                  <a:lnTo>
                    <a:pt x="42233" y="768695"/>
                  </a:lnTo>
                  <a:lnTo>
                    <a:pt x="40338" y="770823"/>
                  </a:lnTo>
                  <a:lnTo>
                    <a:pt x="39988" y="773537"/>
                  </a:lnTo>
                  <a:lnTo>
                    <a:pt x="37517" y="775475"/>
                  </a:lnTo>
                  <a:lnTo>
                    <a:pt x="33125" y="776529"/>
                  </a:lnTo>
                  <a:lnTo>
                    <a:pt x="30651" y="776230"/>
                  </a:lnTo>
                  <a:lnTo>
                    <a:pt x="27847" y="774328"/>
                  </a:lnTo>
                  <a:lnTo>
                    <a:pt x="26839" y="771125"/>
                  </a:lnTo>
                  <a:lnTo>
                    <a:pt x="25879" y="769501"/>
                  </a:lnTo>
                  <a:lnTo>
                    <a:pt x="25789" y="767324"/>
                  </a:lnTo>
                  <a:lnTo>
                    <a:pt x="27803" y="765599"/>
                  </a:lnTo>
                  <a:lnTo>
                    <a:pt x="30716" y="764627"/>
                  </a:lnTo>
                  <a:lnTo>
                    <a:pt x="32310" y="762091"/>
                  </a:lnTo>
                  <a:lnTo>
                    <a:pt x="34639" y="756606"/>
                  </a:lnTo>
                  <a:lnTo>
                    <a:pt x="34660" y="753337"/>
                  </a:lnTo>
                  <a:lnTo>
                    <a:pt x="37989" y="751801"/>
                  </a:lnTo>
                  <a:lnTo>
                    <a:pt x="40153" y="753733"/>
                  </a:lnTo>
                  <a:lnTo>
                    <a:pt x="43423" y="752212"/>
                  </a:lnTo>
                  <a:lnTo>
                    <a:pt x="45439" y="750564"/>
                  </a:lnTo>
                  <a:lnTo>
                    <a:pt x="48383" y="750085"/>
                  </a:lnTo>
                  <a:lnTo>
                    <a:pt x="50714" y="747634"/>
                  </a:lnTo>
                  <a:lnTo>
                    <a:pt x="53547" y="747011"/>
                  </a:lnTo>
                  <a:lnTo>
                    <a:pt x="59368" y="747980"/>
                  </a:lnTo>
                  <a:lnTo>
                    <a:pt x="61714" y="752057"/>
                  </a:lnTo>
                  <a:lnTo>
                    <a:pt x="63727" y="751237"/>
                  </a:lnTo>
                  <a:lnTo>
                    <a:pt x="65176" y="748600"/>
                  </a:lnTo>
                  <a:lnTo>
                    <a:pt x="64323" y="744260"/>
                  </a:lnTo>
                  <a:lnTo>
                    <a:pt x="68582" y="741977"/>
                  </a:lnTo>
                  <a:lnTo>
                    <a:pt x="70930" y="742413"/>
                  </a:lnTo>
                  <a:lnTo>
                    <a:pt x="74920" y="741352"/>
                  </a:lnTo>
                  <a:lnTo>
                    <a:pt x="73974" y="738824"/>
                  </a:lnTo>
                  <a:lnTo>
                    <a:pt x="75970" y="736729"/>
                  </a:lnTo>
                  <a:lnTo>
                    <a:pt x="79907" y="732569"/>
                  </a:lnTo>
                  <a:lnTo>
                    <a:pt x="81622" y="729201"/>
                  </a:lnTo>
                  <a:lnTo>
                    <a:pt x="86152" y="722990"/>
                  </a:lnTo>
                  <a:lnTo>
                    <a:pt x="89437" y="718183"/>
                  </a:lnTo>
                  <a:lnTo>
                    <a:pt x="91685" y="716479"/>
                  </a:lnTo>
                  <a:lnTo>
                    <a:pt x="93268" y="714591"/>
                  </a:lnTo>
                  <a:lnTo>
                    <a:pt x="96730" y="712707"/>
                  </a:lnTo>
                  <a:lnTo>
                    <a:pt x="98768" y="710055"/>
                  </a:lnTo>
                  <a:lnTo>
                    <a:pt x="100960" y="709530"/>
                  </a:lnTo>
                  <a:lnTo>
                    <a:pt x="106937" y="707310"/>
                  </a:lnTo>
                  <a:lnTo>
                    <a:pt x="113621" y="704727"/>
                  </a:lnTo>
                  <a:lnTo>
                    <a:pt x="118029" y="704226"/>
                  </a:lnTo>
                  <a:lnTo>
                    <a:pt x="121661" y="704230"/>
                  </a:lnTo>
                  <a:lnTo>
                    <a:pt x="121704" y="707759"/>
                  </a:lnTo>
                  <a:lnTo>
                    <a:pt x="122225" y="710577"/>
                  </a:lnTo>
                  <a:lnTo>
                    <a:pt x="127570" y="711598"/>
                  </a:lnTo>
                  <a:lnTo>
                    <a:pt x="128845" y="711335"/>
                  </a:lnTo>
                  <a:lnTo>
                    <a:pt x="129935" y="709131"/>
                  </a:lnTo>
                  <a:lnTo>
                    <a:pt x="128084" y="707174"/>
                  </a:lnTo>
                  <a:lnTo>
                    <a:pt x="126751" y="706114"/>
                  </a:lnTo>
                  <a:lnTo>
                    <a:pt x="128896" y="701781"/>
                  </a:lnTo>
                  <a:lnTo>
                    <a:pt x="130550" y="695767"/>
                  </a:lnTo>
                  <a:lnTo>
                    <a:pt x="130871" y="692466"/>
                  </a:lnTo>
                  <a:lnTo>
                    <a:pt x="134471" y="689361"/>
                  </a:lnTo>
                  <a:lnTo>
                    <a:pt x="136116" y="686899"/>
                  </a:lnTo>
                  <a:lnTo>
                    <a:pt x="139680" y="684590"/>
                  </a:lnTo>
                  <a:lnTo>
                    <a:pt x="143071" y="680223"/>
                  </a:lnTo>
                  <a:lnTo>
                    <a:pt x="149549" y="676332"/>
                  </a:lnTo>
                  <a:lnTo>
                    <a:pt x="156424" y="671006"/>
                  </a:lnTo>
                  <a:lnTo>
                    <a:pt x="161759" y="666164"/>
                  </a:lnTo>
                  <a:lnTo>
                    <a:pt x="163632" y="667622"/>
                  </a:lnTo>
                  <a:lnTo>
                    <a:pt x="164586" y="668362"/>
                  </a:lnTo>
                  <a:lnTo>
                    <a:pt x="167038" y="668176"/>
                  </a:lnTo>
                  <a:lnTo>
                    <a:pt x="168991" y="667431"/>
                  </a:lnTo>
                  <a:lnTo>
                    <a:pt x="169106" y="665730"/>
                  </a:lnTo>
                  <a:lnTo>
                    <a:pt x="168043" y="662798"/>
                  </a:lnTo>
                  <a:lnTo>
                    <a:pt x="167992" y="659261"/>
                  </a:lnTo>
                  <a:lnTo>
                    <a:pt x="170929" y="652578"/>
                  </a:lnTo>
                  <a:lnTo>
                    <a:pt x="175243" y="645572"/>
                  </a:lnTo>
                  <a:lnTo>
                    <a:pt x="177146" y="643667"/>
                  </a:lnTo>
                  <a:lnTo>
                    <a:pt x="180301" y="641910"/>
                  </a:lnTo>
                  <a:lnTo>
                    <a:pt x="183339" y="636323"/>
                  </a:lnTo>
                  <a:lnTo>
                    <a:pt x="186658" y="632929"/>
                  </a:lnTo>
                  <a:lnTo>
                    <a:pt x="188682" y="632066"/>
                  </a:lnTo>
                  <a:lnTo>
                    <a:pt x="188422" y="629963"/>
                  </a:lnTo>
                  <a:lnTo>
                    <a:pt x="187728" y="627814"/>
                  </a:lnTo>
                  <a:lnTo>
                    <a:pt x="188010" y="623385"/>
                  </a:lnTo>
                  <a:lnTo>
                    <a:pt x="188573" y="618078"/>
                  </a:lnTo>
                  <a:lnTo>
                    <a:pt x="188926" y="607969"/>
                  </a:lnTo>
                  <a:lnTo>
                    <a:pt x="189625" y="605194"/>
                  </a:lnTo>
                  <a:lnTo>
                    <a:pt x="191088" y="601964"/>
                  </a:lnTo>
                  <a:lnTo>
                    <a:pt x="189455" y="599277"/>
                  </a:lnTo>
                  <a:lnTo>
                    <a:pt x="189304" y="594705"/>
                  </a:lnTo>
                  <a:lnTo>
                    <a:pt x="190298" y="589911"/>
                  </a:lnTo>
                  <a:lnTo>
                    <a:pt x="193678" y="585883"/>
                  </a:lnTo>
                  <a:lnTo>
                    <a:pt x="195211" y="583474"/>
                  </a:lnTo>
                  <a:lnTo>
                    <a:pt x="197159" y="580401"/>
                  </a:lnTo>
                  <a:lnTo>
                    <a:pt x="198562" y="577600"/>
                  </a:lnTo>
                  <a:lnTo>
                    <a:pt x="199743" y="573105"/>
                  </a:lnTo>
                  <a:lnTo>
                    <a:pt x="199181" y="571909"/>
                  </a:lnTo>
                  <a:lnTo>
                    <a:pt x="197478" y="571852"/>
                  </a:lnTo>
                  <a:lnTo>
                    <a:pt x="197016" y="571836"/>
                  </a:lnTo>
                  <a:lnTo>
                    <a:pt x="195372" y="572753"/>
                  </a:lnTo>
                  <a:lnTo>
                    <a:pt x="191383" y="574965"/>
                  </a:lnTo>
                  <a:lnTo>
                    <a:pt x="187595" y="577637"/>
                  </a:lnTo>
                  <a:lnTo>
                    <a:pt x="183315" y="579999"/>
                  </a:lnTo>
                  <a:lnTo>
                    <a:pt x="175750" y="584334"/>
                  </a:lnTo>
                  <a:lnTo>
                    <a:pt x="173761" y="584177"/>
                  </a:lnTo>
                  <a:lnTo>
                    <a:pt x="171513" y="582163"/>
                  </a:lnTo>
                  <a:lnTo>
                    <a:pt x="170369" y="578399"/>
                  </a:lnTo>
                  <a:lnTo>
                    <a:pt x="169317" y="577429"/>
                  </a:lnTo>
                  <a:lnTo>
                    <a:pt x="166231" y="576006"/>
                  </a:lnTo>
                  <a:lnTo>
                    <a:pt x="167071" y="573485"/>
                  </a:lnTo>
                  <a:lnTo>
                    <a:pt x="164842" y="571066"/>
                  </a:lnTo>
                  <a:lnTo>
                    <a:pt x="161775" y="573289"/>
                  </a:lnTo>
                  <a:lnTo>
                    <a:pt x="161405" y="576033"/>
                  </a:lnTo>
                  <a:lnTo>
                    <a:pt x="161722" y="578365"/>
                  </a:lnTo>
                  <a:lnTo>
                    <a:pt x="160097" y="581075"/>
                  </a:lnTo>
                  <a:lnTo>
                    <a:pt x="160946" y="584233"/>
                  </a:lnTo>
                  <a:lnTo>
                    <a:pt x="163902" y="590761"/>
                  </a:lnTo>
                  <a:lnTo>
                    <a:pt x="162085" y="594238"/>
                  </a:lnTo>
                  <a:lnTo>
                    <a:pt x="160269" y="595078"/>
                  </a:lnTo>
                  <a:lnTo>
                    <a:pt x="156262" y="593670"/>
                  </a:lnTo>
                  <a:lnTo>
                    <a:pt x="152381" y="585472"/>
                  </a:lnTo>
                  <a:lnTo>
                    <a:pt x="148215" y="577693"/>
                  </a:lnTo>
                  <a:lnTo>
                    <a:pt x="145508" y="574965"/>
                  </a:lnTo>
                  <a:lnTo>
                    <a:pt x="143118" y="574460"/>
                  </a:lnTo>
                  <a:lnTo>
                    <a:pt x="143952" y="572633"/>
                  </a:lnTo>
                  <a:lnTo>
                    <a:pt x="143586" y="570478"/>
                  </a:lnTo>
                  <a:lnTo>
                    <a:pt x="141546" y="570591"/>
                  </a:lnTo>
                  <a:lnTo>
                    <a:pt x="140846" y="573062"/>
                  </a:lnTo>
                  <a:lnTo>
                    <a:pt x="139959" y="575451"/>
                  </a:lnTo>
                  <a:lnTo>
                    <a:pt x="137548" y="577489"/>
                  </a:lnTo>
                  <a:lnTo>
                    <a:pt x="135967" y="574935"/>
                  </a:lnTo>
                  <a:lnTo>
                    <a:pt x="132283" y="573534"/>
                  </a:lnTo>
                  <a:lnTo>
                    <a:pt x="130496" y="571918"/>
                  </a:lnTo>
                  <a:lnTo>
                    <a:pt x="128529" y="569482"/>
                  </a:lnTo>
                  <a:lnTo>
                    <a:pt x="129901" y="567622"/>
                  </a:lnTo>
                  <a:lnTo>
                    <a:pt x="128536" y="564121"/>
                  </a:lnTo>
                  <a:lnTo>
                    <a:pt x="124373" y="566822"/>
                  </a:lnTo>
                  <a:lnTo>
                    <a:pt x="119881" y="570925"/>
                  </a:lnTo>
                  <a:lnTo>
                    <a:pt x="117971" y="575140"/>
                  </a:lnTo>
                  <a:lnTo>
                    <a:pt x="116908" y="572855"/>
                  </a:lnTo>
                  <a:lnTo>
                    <a:pt x="114175" y="574141"/>
                  </a:lnTo>
                  <a:lnTo>
                    <a:pt x="113534" y="574586"/>
                  </a:lnTo>
                  <a:lnTo>
                    <a:pt x="112639" y="575206"/>
                  </a:lnTo>
                  <a:lnTo>
                    <a:pt x="109501" y="577374"/>
                  </a:lnTo>
                  <a:lnTo>
                    <a:pt x="107037" y="578930"/>
                  </a:lnTo>
                  <a:lnTo>
                    <a:pt x="107004" y="579093"/>
                  </a:lnTo>
                  <a:lnTo>
                    <a:pt x="106330" y="582450"/>
                  </a:lnTo>
                  <a:lnTo>
                    <a:pt x="102531" y="584898"/>
                  </a:lnTo>
                  <a:lnTo>
                    <a:pt x="98224" y="587521"/>
                  </a:lnTo>
                  <a:lnTo>
                    <a:pt x="97140" y="584703"/>
                  </a:lnTo>
                  <a:lnTo>
                    <a:pt x="92316" y="584799"/>
                  </a:lnTo>
                  <a:lnTo>
                    <a:pt x="89230" y="582786"/>
                  </a:lnTo>
                  <a:lnTo>
                    <a:pt x="93019" y="581051"/>
                  </a:lnTo>
                  <a:lnTo>
                    <a:pt x="96661" y="579055"/>
                  </a:lnTo>
                  <a:lnTo>
                    <a:pt x="97919" y="573942"/>
                  </a:lnTo>
                  <a:lnTo>
                    <a:pt x="97086" y="567211"/>
                  </a:lnTo>
                  <a:lnTo>
                    <a:pt x="94848" y="562449"/>
                  </a:lnTo>
                  <a:lnTo>
                    <a:pt x="93037" y="558671"/>
                  </a:lnTo>
                  <a:lnTo>
                    <a:pt x="91970" y="554942"/>
                  </a:lnTo>
                  <a:lnTo>
                    <a:pt x="93163" y="551099"/>
                  </a:lnTo>
                  <a:lnTo>
                    <a:pt x="96201" y="546860"/>
                  </a:lnTo>
                  <a:lnTo>
                    <a:pt x="97434" y="545252"/>
                  </a:lnTo>
                  <a:lnTo>
                    <a:pt x="99272" y="544261"/>
                  </a:lnTo>
                  <a:lnTo>
                    <a:pt x="97819" y="540743"/>
                  </a:lnTo>
                  <a:lnTo>
                    <a:pt x="95744" y="536837"/>
                  </a:lnTo>
                  <a:lnTo>
                    <a:pt x="95521" y="534574"/>
                  </a:lnTo>
                  <a:lnTo>
                    <a:pt x="92257" y="527479"/>
                  </a:lnTo>
                  <a:lnTo>
                    <a:pt x="91014" y="524183"/>
                  </a:lnTo>
                  <a:lnTo>
                    <a:pt x="90338" y="521969"/>
                  </a:lnTo>
                  <a:lnTo>
                    <a:pt x="88646" y="517803"/>
                  </a:lnTo>
                  <a:lnTo>
                    <a:pt x="85790" y="512572"/>
                  </a:lnTo>
                  <a:lnTo>
                    <a:pt x="84182" y="512160"/>
                  </a:lnTo>
                  <a:lnTo>
                    <a:pt x="83265" y="514155"/>
                  </a:lnTo>
                  <a:lnTo>
                    <a:pt x="83189" y="516522"/>
                  </a:lnTo>
                  <a:lnTo>
                    <a:pt x="83307" y="518876"/>
                  </a:lnTo>
                  <a:lnTo>
                    <a:pt x="82695" y="521245"/>
                  </a:lnTo>
                  <a:lnTo>
                    <a:pt x="80487" y="521344"/>
                  </a:lnTo>
                  <a:lnTo>
                    <a:pt x="78128" y="521209"/>
                  </a:lnTo>
                  <a:lnTo>
                    <a:pt x="76629" y="522904"/>
                  </a:lnTo>
                  <a:lnTo>
                    <a:pt x="74121" y="523970"/>
                  </a:lnTo>
                  <a:lnTo>
                    <a:pt x="69036" y="526604"/>
                  </a:lnTo>
                  <a:lnTo>
                    <a:pt x="63108" y="527876"/>
                  </a:lnTo>
                  <a:lnTo>
                    <a:pt x="56614" y="528120"/>
                  </a:lnTo>
                  <a:lnTo>
                    <a:pt x="53362" y="527516"/>
                  </a:lnTo>
                  <a:lnTo>
                    <a:pt x="49268" y="525286"/>
                  </a:lnTo>
                  <a:lnTo>
                    <a:pt x="47894" y="521067"/>
                  </a:lnTo>
                  <a:lnTo>
                    <a:pt x="48557" y="519849"/>
                  </a:lnTo>
                  <a:lnTo>
                    <a:pt x="49573" y="518564"/>
                  </a:lnTo>
                  <a:lnTo>
                    <a:pt x="46798" y="515804"/>
                  </a:lnTo>
                  <a:lnTo>
                    <a:pt x="44085" y="513205"/>
                  </a:lnTo>
                  <a:lnTo>
                    <a:pt x="42136" y="508325"/>
                  </a:lnTo>
                  <a:lnTo>
                    <a:pt x="40149" y="506515"/>
                  </a:lnTo>
                  <a:lnTo>
                    <a:pt x="38684" y="503544"/>
                  </a:lnTo>
                  <a:lnTo>
                    <a:pt x="37092" y="503521"/>
                  </a:lnTo>
                  <a:lnTo>
                    <a:pt x="33042" y="500556"/>
                  </a:lnTo>
                  <a:lnTo>
                    <a:pt x="30343" y="496414"/>
                  </a:lnTo>
                  <a:lnTo>
                    <a:pt x="31618" y="495270"/>
                  </a:lnTo>
                  <a:lnTo>
                    <a:pt x="32743" y="494885"/>
                  </a:lnTo>
                  <a:lnTo>
                    <a:pt x="34065" y="492386"/>
                  </a:lnTo>
                  <a:lnTo>
                    <a:pt x="33498" y="491657"/>
                  </a:lnTo>
                  <a:lnTo>
                    <a:pt x="31323" y="491945"/>
                  </a:lnTo>
                  <a:lnTo>
                    <a:pt x="29292" y="493327"/>
                  </a:lnTo>
                  <a:lnTo>
                    <a:pt x="27599" y="493117"/>
                  </a:lnTo>
                  <a:lnTo>
                    <a:pt x="25852" y="492582"/>
                  </a:lnTo>
                  <a:lnTo>
                    <a:pt x="24829" y="490443"/>
                  </a:lnTo>
                  <a:lnTo>
                    <a:pt x="25974" y="489140"/>
                  </a:lnTo>
                  <a:lnTo>
                    <a:pt x="29285" y="488110"/>
                  </a:lnTo>
                  <a:lnTo>
                    <a:pt x="32159" y="484944"/>
                  </a:lnTo>
                  <a:lnTo>
                    <a:pt x="33826" y="484420"/>
                  </a:lnTo>
                  <a:lnTo>
                    <a:pt x="33577" y="482262"/>
                  </a:lnTo>
                  <a:lnTo>
                    <a:pt x="33048" y="480918"/>
                  </a:lnTo>
                  <a:lnTo>
                    <a:pt x="33444" y="477917"/>
                  </a:lnTo>
                  <a:lnTo>
                    <a:pt x="32569" y="474316"/>
                  </a:lnTo>
                  <a:lnTo>
                    <a:pt x="32142" y="473680"/>
                  </a:lnTo>
                  <a:lnTo>
                    <a:pt x="30568" y="471328"/>
                  </a:lnTo>
                  <a:lnTo>
                    <a:pt x="31885" y="469719"/>
                  </a:lnTo>
                  <a:lnTo>
                    <a:pt x="33531" y="467622"/>
                  </a:lnTo>
                  <a:lnTo>
                    <a:pt x="32020" y="465934"/>
                  </a:lnTo>
                  <a:lnTo>
                    <a:pt x="30925" y="463160"/>
                  </a:lnTo>
                  <a:lnTo>
                    <a:pt x="28589" y="462046"/>
                  </a:lnTo>
                  <a:lnTo>
                    <a:pt x="27129" y="466074"/>
                  </a:lnTo>
                  <a:lnTo>
                    <a:pt x="25687" y="465748"/>
                  </a:lnTo>
                  <a:lnTo>
                    <a:pt x="23828" y="465126"/>
                  </a:lnTo>
                  <a:lnTo>
                    <a:pt x="22302" y="462853"/>
                  </a:lnTo>
                  <a:lnTo>
                    <a:pt x="22747" y="458715"/>
                  </a:lnTo>
                  <a:lnTo>
                    <a:pt x="23104" y="456403"/>
                  </a:lnTo>
                  <a:lnTo>
                    <a:pt x="20003" y="454597"/>
                  </a:lnTo>
                  <a:lnTo>
                    <a:pt x="19133" y="454658"/>
                  </a:lnTo>
                  <a:lnTo>
                    <a:pt x="17724" y="450012"/>
                  </a:lnTo>
                  <a:lnTo>
                    <a:pt x="18684" y="448811"/>
                  </a:lnTo>
                  <a:lnTo>
                    <a:pt x="20424" y="448131"/>
                  </a:lnTo>
                  <a:lnTo>
                    <a:pt x="21433" y="446404"/>
                  </a:lnTo>
                  <a:lnTo>
                    <a:pt x="19281" y="444036"/>
                  </a:lnTo>
                  <a:lnTo>
                    <a:pt x="18450" y="442957"/>
                  </a:lnTo>
                  <a:lnTo>
                    <a:pt x="16703" y="443528"/>
                  </a:lnTo>
                  <a:lnTo>
                    <a:pt x="15057" y="445519"/>
                  </a:lnTo>
                  <a:lnTo>
                    <a:pt x="13695" y="444414"/>
                  </a:lnTo>
                  <a:lnTo>
                    <a:pt x="12856" y="439881"/>
                  </a:lnTo>
                  <a:lnTo>
                    <a:pt x="14618" y="434678"/>
                  </a:lnTo>
                  <a:lnTo>
                    <a:pt x="16567" y="432930"/>
                  </a:lnTo>
                  <a:lnTo>
                    <a:pt x="15916" y="430655"/>
                  </a:lnTo>
                  <a:lnTo>
                    <a:pt x="18997" y="429367"/>
                  </a:lnTo>
                  <a:lnTo>
                    <a:pt x="21537" y="430743"/>
                  </a:lnTo>
                  <a:lnTo>
                    <a:pt x="24774" y="430105"/>
                  </a:lnTo>
                  <a:lnTo>
                    <a:pt x="24669" y="428829"/>
                  </a:lnTo>
                  <a:lnTo>
                    <a:pt x="23204" y="424551"/>
                  </a:lnTo>
                  <a:lnTo>
                    <a:pt x="23348" y="420214"/>
                  </a:lnTo>
                  <a:lnTo>
                    <a:pt x="25230" y="416511"/>
                  </a:lnTo>
                  <a:lnTo>
                    <a:pt x="29812" y="410348"/>
                  </a:lnTo>
                  <a:lnTo>
                    <a:pt x="33914" y="404051"/>
                  </a:lnTo>
                  <a:lnTo>
                    <a:pt x="37512" y="399993"/>
                  </a:lnTo>
                  <a:lnTo>
                    <a:pt x="38606" y="396578"/>
                  </a:lnTo>
                  <a:lnTo>
                    <a:pt x="40499" y="393975"/>
                  </a:lnTo>
                  <a:lnTo>
                    <a:pt x="42927" y="392955"/>
                  </a:lnTo>
                  <a:lnTo>
                    <a:pt x="42660" y="389825"/>
                  </a:lnTo>
                  <a:lnTo>
                    <a:pt x="42639" y="387301"/>
                  </a:lnTo>
                  <a:lnTo>
                    <a:pt x="44147" y="382907"/>
                  </a:lnTo>
                  <a:lnTo>
                    <a:pt x="46929" y="377675"/>
                  </a:lnTo>
                  <a:lnTo>
                    <a:pt x="48680" y="373625"/>
                  </a:lnTo>
                  <a:lnTo>
                    <a:pt x="52028" y="369764"/>
                  </a:lnTo>
                  <a:lnTo>
                    <a:pt x="56473" y="367895"/>
                  </a:lnTo>
                  <a:lnTo>
                    <a:pt x="59126" y="367622"/>
                  </a:lnTo>
                  <a:lnTo>
                    <a:pt x="62348" y="369744"/>
                  </a:lnTo>
                  <a:lnTo>
                    <a:pt x="65128" y="370387"/>
                  </a:lnTo>
                  <a:lnTo>
                    <a:pt x="67068" y="373877"/>
                  </a:lnTo>
                  <a:lnTo>
                    <a:pt x="68647" y="374266"/>
                  </a:lnTo>
                  <a:lnTo>
                    <a:pt x="72343" y="379059"/>
                  </a:lnTo>
                  <a:lnTo>
                    <a:pt x="77260" y="378442"/>
                  </a:lnTo>
                  <a:lnTo>
                    <a:pt x="79898" y="375752"/>
                  </a:lnTo>
                  <a:lnTo>
                    <a:pt x="81370" y="374270"/>
                  </a:lnTo>
                  <a:lnTo>
                    <a:pt x="81923" y="371926"/>
                  </a:lnTo>
                  <a:lnTo>
                    <a:pt x="83736" y="371620"/>
                  </a:lnTo>
                  <a:lnTo>
                    <a:pt x="86114" y="368868"/>
                  </a:lnTo>
                  <a:lnTo>
                    <a:pt x="87607" y="367134"/>
                  </a:lnTo>
                  <a:lnTo>
                    <a:pt x="89740" y="362980"/>
                  </a:lnTo>
                  <a:lnTo>
                    <a:pt x="91107" y="360973"/>
                  </a:lnTo>
                  <a:lnTo>
                    <a:pt x="87455" y="356926"/>
                  </a:lnTo>
                  <a:lnTo>
                    <a:pt x="84894" y="354898"/>
                  </a:lnTo>
                  <a:lnTo>
                    <a:pt x="87195" y="352840"/>
                  </a:lnTo>
                  <a:lnTo>
                    <a:pt x="90609" y="352610"/>
                  </a:lnTo>
                  <a:lnTo>
                    <a:pt x="93122" y="357029"/>
                  </a:lnTo>
                  <a:lnTo>
                    <a:pt x="96343" y="358489"/>
                  </a:lnTo>
                  <a:lnTo>
                    <a:pt x="97879" y="361680"/>
                  </a:lnTo>
                  <a:lnTo>
                    <a:pt x="103521" y="361075"/>
                  </a:lnTo>
                  <a:lnTo>
                    <a:pt x="108201" y="361489"/>
                  </a:lnTo>
                  <a:lnTo>
                    <a:pt x="112466" y="360264"/>
                  </a:lnTo>
                  <a:lnTo>
                    <a:pt x="114720" y="357037"/>
                  </a:lnTo>
                  <a:lnTo>
                    <a:pt x="120266" y="348393"/>
                  </a:lnTo>
                  <a:lnTo>
                    <a:pt x="120683" y="344911"/>
                  </a:lnTo>
                  <a:lnTo>
                    <a:pt x="118471" y="337027"/>
                  </a:lnTo>
                  <a:lnTo>
                    <a:pt x="117837" y="333874"/>
                  </a:lnTo>
                  <a:lnTo>
                    <a:pt x="117694" y="326758"/>
                  </a:lnTo>
                  <a:lnTo>
                    <a:pt x="114047" y="320960"/>
                  </a:lnTo>
                  <a:lnTo>
                    <a:pt x="112618" y="318387"/>
                  </a:lnTo>
                  <a:lnTo>
                    <a:pt x="108381" y="317064"/>
                  </a:lnTo>
                  <a:lnTo>
                    <a:pt x="109181" y="313244"/>
                  </a:lnTo>
                  <a:lnTo>
                    <a:pt x="110661" y="311403"/>
                  </a:lnTo>
                  <a:lnTo>
                    <a:pt x="113957" y="313897"/>
                  </a:lnTo>
                  <a:lnTo>
                    <a:pt x="117663" y="311971"/>
                  </a:lnTo>
                  <a:lnTo>
                    <a:pt x="121313" y="308495"/>
                  </a:lnTo>
                  <a:lnTo>
                    <a:pt x="121645" y="303996"/>
                  </a:lnTo>
                  <a:lnTo>
                    <a:pt x="119148" y="299064"/>
                  </a:lnTo>
                  <a:lnTo>
                    <a:pt x="116721" y="296802"/>
                  </a:lnTo>
                  <a:lnTo>
                    <a:pt x="115844" y="295447"/>
                  </a:lnTo>
                  <a:lnTo>
                    <a:pt x="114408" y="296078"/>
                  </a:lnTo>
                  <a:lnTo>
                    <a:pt x="112310" y="298460"/>
                  </a:lnTo>
                  <a:lnTo>
                    <a:pt x="111335" y="301040"/>
                  </a:lnTo>
                  <a:lnTo>
                    <a:pt x="108821" y="301844"/>
                  </a:lnTo>
                  <a:lnTo>
                    <a:pt x="106642" y="300674"/>
                  </a:lnTo>
                  <a:lnTo>
                    <a:pt x="104350" y="301819"/>
                  </a:lnTo>
                  <a:lnTo>
                    <a:pt x="102411" y="303560"/>
                  </a:lnTo>
                  <a:lnTo>
                    <a:pt x="99182" y="304158"/>
                  </a:lnTo>
                  <a:lnTo>
                    <a:pt x="96888" y="304978"/>
                  </a:lnTo>
                  <a:lnTo>
                    <a:pt x="95941" y="307377"/>
                  </a:lnTo>
                  <a:lnTo>
                    <a:pt x="90333" y="311132"/>
                  </a:lnTo>
                  <a:lnTo>
                    <a:pt x="89080" y="313414"/>
                  </a:lnTo>
                  <a:lnTo>
                    <a:pt x="88313" y="317723"/>
                  </a:lnTo>
                  <a:lnTo>
                    <a:pt x="85756" y="319975"/>
                  </a:lnTo>
                  <a:lnTo>
                    <a:pt x="84839" y="315138"/>
                  </a:lnTo>
                  <a:lnTo>
                    <a:pt x="84648" y="312206"/>
                  </a:lnTo>
                  <a:lnTo>
                    <a:pt x="83307" y="310140"/>
                  </a:lnTo>
                  <a:lnTo>
                    <a:pt x="81611" y="311091"/>
                  </a:lnTo>
                  <a:lnTo>
                    <a:pt x="81594" y="313006"/>
                  </a:lnTo>
                  <a:lnTo>
                    <a:pt x="80338" y="314779"/>
                  </a:lnTo>
                  <a:lnTo>
                    <a:pt x="79433" y="317303"/>
                  </a:lnTo>
                  <a:lnTo>
                    <a:pt x="77613" y="313724"/>
                  </a:lnTo>
                  <a:lnTo>
                    <a:pt x="74946" y="310334"/>
                  </a:lnTo>
                  <a:lnTo>
                    <a:pt x="70289" y="307929"/>
                  </a:lnTo>
                  <a:lnTo>
                    <a:pt x="67795" y="307434"/>
                  </a:lnTo>
                  <a:lnTo>
                    <a:pt x="65174" y="308302"/>
                  </a:lnTo>
                  <a:lnTo>
                    <a:pt x="62193" y="307424"/>
                  </a:lnTo>
                  <a:lnTo>
                    <a:pt x="59374" y="307305"/>
                  </a:lnTo>
                  <a:lnTo>
                    <a:pt x="54973" y="308963"/>
                  </a:lnTo>
                  <a:lnTo>
                    <a:pt x="50145" y="311610"/>
                  </a:lnTo>
                  <a:lnTo>
                    <a:pt x="46668" y="311969"/>
                  </a:lnTo>
                  <a:lnTo>
                    <a:pt x="41789" y="309258"/>
                  </a:lnTo>
                  <a:lnTo>
                    <a:pt x="32831" y="305442"/>
                  </a:lnTo>
                  <a:lnTo>
                    <a:pt x="25773" y="302530"/>
                  </a:lnTo>
                  <a:lnTo>
                    <a:pt x="23048" y="299008"/>
                  </a:lnTo>
                  <a:lnTo>
                    <a:pt x="22408" y="294062"/>
                  </a:lnTo>
                  <a:lnTo>
                    <a:pt x="22697" y="292138"/>
                  </a:lnTo>
                  <a:lnTo>
                    <a:pt x="24227" y="289758"/>
                  </a:lnTo>
                  <a:lnTo>
                    <a:pt x="23963" y="288278"/>
                  </a:lnTo>
                  <a:lnTo>
                    <a:pt x="21717" y="284577"/>
                  </a:lnTo>
                  <a:lnTo>
                    <a:pt x="20000" y="282678"/>
                  </a:lnTo>
                  <a:lnTo>
                    <a:pt x="19529" y="280910"/>
                  </a:lnTo>
                  <a:lnTo>
                    <a:pt x="17112" y="275953"/>
                  </a:lnTo>
                  <a:lnTo>
                    <a:pt x="17615" y="275425"/>
                  </a:lnTo>
                  <a:lnTo>
                    <a:pt x="21834" y="276625"/>
                  </a:lnTo>
                  <a:lnTo>
                    <a:pt x="24693" y="275080"/>
                  </a:lnTo>
                  <a:lnTo>
                    <a:pt x="25552" y="271970"/>
                  </a:lnTo>
                  <a:lnTo>
                    <a:pt x="27545" y="270359"/>
                  </a:lnTo>
                  <a:lnTo>
                    <a:pt x="26220" y="268181"/>
                  </a:lnTo>
                  <a:lnTo>
                    <a:pt x="23653" y="267024"/>
                  </a:lnTo>
                  <a:lnTo>
                    <a:pt x="21039" y="266801"/>
                  </a:lnTo>
                  <a:lnTo>
                    <a:pt x="18686" y="265177"/>
                  </a:lnTo>
                  <a:lnTo>
                    <a:pt x="16001" y="263637"/>
                  </a:lnTo>
                  <a:lnTo>
                    <a:pt x="11352" y="262338"/>
                  </a:lnTo>
                  <a:lnTo>
                    <a:pt x="9341" y="261329"/>
                  </a:lnTo>
                  <a:lnTo>
                    <a:pt x="6301" y="257261"/>
                  </a:lnTo>
                  <a:lnTo>
                    <a:pt x="3833" y="254553"/>
                  </a:lnTo>
                  <a:lnTo>
                    <a:pt x="766" y="2525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443" y="5721727"/>
              <a:ext cx="37886" cy="33475"/>
            </a:xfrm>
            <a:custGeom>
              <a:avLst/>
              <a:pathLst>
                <a:path w="37886" h="33475">
                  <a:moveTo>
                    <a:pt x="0" y="32007"/>
                  </a:moveTo>
                  <a:lnTo>
                    <a:pt x="6169" y="27776"/>
                  </a:lnTo>
                  <a:lnTo>
                    <a:pt x="8339" y="26077"/>
                  </a:lnTo>
                  <a:lnTo>
                    <a:pt x="10904" y="22713"/>
                  </a:lnTo>
                  <a:lnTo>
                    <a:pt x="12815" y="21633"/>
                  </a:lnTo>
                  <a:lnTo>
                    <a:pt x="12476" y="18097"/>
                  </a:lnTo>
                  <a:lnTo>
                    <a:pt x="13612" y="15324"/>
                  </a:lnTo>
                  <a:lnTo>
                    <a:pt x="18230" y="11102"/>
                  </a:lnTo>
                  <a:lnTo>
                    <a:pt x="21525" y="12511"/>
                  </a:lnTo>
                  <a:lnTo>
                    <a:pt x="22224" y="9929"/>
                  </a:lnTo>
                  <a:lnTo>
                    <a:pt x="22970" y="6532"/>
                  </a:lnTo>
                  <a:lnTo>
                    <a:pt x="24402" y="3074"/>
                  </a:lnTo>
                  <a:lnTo>
                    <a:pt x="27000" y="1264"/>
                  </a:lnTo>
                  <a:lnTo>
                    <a:pt x="32188" y="0"/>
                  </a:lnTo>
                  <a:lnTo>
                    <a:pt x="34846" y="2179"/>
                  </a:lnTo>
                  <a:lnTo>
                    <a:pt x="37886" y="2693"/>
                  </a:lnTo>
                  <a:lnTo>
                    <a:pt x="37359" y="4744"/>
                  </a:lnTo>
                  <a:lnTo>
                    <a:pt x="36108" y="6700"/>
                  </a:lnTo>
                  <a:lnTo>
                    <a:pt x="36399" y="8691"/>
                  </a:lnTo>
                  <a:lnTo>
                    <a:pt x="33490" y="10426"/>
                  </a:lnTo>
                  <a:lnTo>
                    <a:pt x="30169" y="12516"/>
                  </a:lnTo>
                  <a:lnTo>
                    <a:pt x="25090" y="14732"/>
                  </a:lnTo>
                  <a:lnTo>
                    <a:pt x="23852" y="17213"/>
                  </a:lnTo>
                  <a:lnTo>
                    <a:pt x="22054" y="19772"/>
                  </a:lnTo>
                  <a:lnTo>
                    <a:pt x="20870" y="22174"/>
                  </a:lnTo>
                  <a:lnTo>
                    <a:pt x="16945" y="23861"/>
                  </a:lnTo>
                  <a:lnTo>
                    <a:pt x="15043" y="25586"/>
                  </a:lnTo>
                  <a:lnTo>
                    <a:pt x="13291" y="28098"/>
                  </a:lnTo>
                  <a:lnTo>
                    <a:pt x="10947" y="27763"/>
                  </a:lnTo>
                  <a:lnTo>
                    <a:pt x="7014" y="30869"/>
                  </a:lnTo>
                  <a:lnTo>
                    <a:pt x="2842" y="32781"/>
                  </a:lnTo>
                  <a:lnTo>
                    <a:pt x="548" y="334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784709" y="5573660"/>
              <a:ext cx="7911" cy="5329"/>
            </a:xfrm>
            <a:custGeom>
              <a:avLst/>
              <a:pathLst>
                <a:path w="7911" h="5329">
                  <a:moveTo>
                    <a:pt x="0" y="0"/>
                  </a:moveTo>
                  <a:lnTo>
                    <a:pt x="4503" y="1246"/>
                  </a:lnTo>
                  <a:lnTo>
                    <a:pt x="7612" y="1631"/>
                  </a:lnTo>
                  <a:lnTo>
                    <a:pt x="7911" y="3620"/>
                  </a:lnTo>
                  <a:lnTo>
                    <a:pt x="4861" y="5329"/>
                  </a:lnTo>
                  <a:lnTo>
                    <a:pt x="2572" y="48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62607" y="5737806"/>
              <a:ext cx="13981" cy="16066"/>
            </a:xfrm>
            <a:custGeom>
              <a:avLst/>
              <a:pathLst>
                <a:path w="13981" h="16066">
                  <a:moveTo>
                    <a:pt x="1110" y="12688"/>
                  </a:moveTo>
                  <a:lnTo>
                    <a:pt x="3383" y="6760"/>
                  </a:lnTo>
                  <a:lnTo>
                    <a:pt x="5060" y="5828"/>
                  </a:lnTo>
                  <a:lnTo>
                    <a:pt x="9098" y="8147"/>
                  </a:lnTo>
                  <a:lnTo>
                    <a:pt x="11589" y="5277"/>
                  </a:lnTo>
                  <a:lnTo>
                    <a:pt x="10405" y="955"/>
                  </a:lnTo>
                  <a:lnTo>
                    <a:pt x="12245" y="0"/>
                  </a:lnTo>
                  <a:lnTo>
                    <a:pt x="13748" y="2938"/>
                  </a:lnTo>
                  <a:lnTo>
                    <a:pt x="13981" y="6861"/>
                  </a:lnTo>
                  <a:lnTo>
                    <a:pt x="13675" y="10894"/>
                  </a:lnTo>
                  <a:lnTo>
                    <a:pt x="12555" y="14799"/>
                  </a:lnTo>
                  <a:lnTo>
                    <a:pt x="9772" y="13708"/>
                  </a:lnTo>
                  <a:lnTo>
                    <a:pt x="6500" y="13350"/>
                  </a:lnTo>
                  <a:lnTo>
                    <a:pt x="3228" y="16032"/>
                  </a:lnTo>
                  <a:lnTo>
                    <a:pt x="0" y="160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773714" y="5543869"/>
              <a:ext cx="6437" cy="5146"/>
            </a:xfrm>
            <a:custGeom>
              <a:avLst/>
              <a:pathLst>
                <a:path w="6437" h="5146">
                  <a:moveTo>
                    <a:pt x="281" y="706"/>
                  </a:moveTo>
                  <a:lnTo>
                    <a:pt x="2947" y="0"/>
                  </a:lnTo>
                  <a:lnTo>
                    <a:pt x="6437" y="388"/>
                  </a:lnTo>
                  <a:lnTo>
                    <a:pt x="6381" y="3270"/>
                  </a:lnTo>
                  <a:lnTo>
                    <a:pt x="2809" y="5146"/>
                  </a:lnTo>
                  <a:lnTo>
                    <a:pt x="0" y="30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46595" y="5752532"/>
              <a:ext cx="7965" cy="6831"/>
            </a:xfrm>
            <a:custGeom>
              <a:avLst/>
              <a:pathLst>
                <a:path w="7965" h="6831">
                  <a:moveTo>
                    <a:pt x="817" y="2261"/>
                  </a:moveTo>
                  <a:lnTo>
                    <a:pt x="4592" y="0"/>
                  </a:lnTo>
                  <a:lnTo>
                    <a:pt x="7965" y="1402"/>
                  </a:lnTo>
                  <a:lnTo>
                    <a:pt x="6409" y="5487"/>
                  </a:lnTo>
                  <a:lnTo>
                    <a:pt x="3907" y="5354"/>
                  </a:lnTo>
                  <a:lnTo>
                    <a:pt x="1264" y="6831"/>
                  </a:lnTo>
                  <a:lnTo>
                    <a:pt x="0" y="57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34808" y="5757923"/>
              <a:ext cx="2893" cy="4498"/>
            </a:xfrm>
            <a:custGeom>
              <a:avLst/>
              <a:pathLst>
                <a:path w="2893" h="4498">
                  <a:moveTo>
                    <a:pt x="0" y="1381"/>
                  </a:moveTo>
                  <a:lnTo>
                    <a:pt x="1486" y="0"/>
                  </a:lnTo>
                  <a:lnTo>
                    <a:pt x="2893" y="1581"/>
                  </a:lnTo>
                  <a:lnTo>
                    <a:pt x="1932" y="4498"/>
                  </a:lnTo>
                  <a:lnTo>
                    <a:pt x="72" y="34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786396" y="5236459"/>
              <a:ext cx="55271" cy="46730"/>
            </a:xfrm>
            <a:custGeom>
              <a:avLst/>
              <a:pathLst>
                <a:path w="55271" h="46730">
                  <a:moveTo>
                    <a:pt x="895" y="9623"/>
                  </a:moveTo>
                  <a:lnTo>
                    <a:pt x="2151" y="7250"/>
                  </a:lnTo>
                  <a:lnTo>
                    <a:pt x="2757" y="2812"/>
                  </a:lnTo>
                  <a:lnTo>
                    <a:pt x="4355" y="0"/>
                  </a:lnTo>
                  <a:lnTo>
                    <a:pt x="6655" y="429"/>
                  </a:lnTo>
                  <a:lnTo>
                    <a:pt x="6611" y="3739"/>
                  </a:lnTo>
                  <a:lnTo>
                    <a:pt x="6738" y="6122"/>
                  </a:lnTo>
                  <a:lnTo>
                    <a:pt x="10668" y="9161"/>
                  </a:lnTo>
                  <a:lnTo>
                    <a:pt x="16611" y="12888"/>
                  </a:lnTo>
                  <a:lnTo>
                    <a:pt x="18372" y="12438"/>
                  </a:lnTo>
                  <a:lnTo>
                    <a:pt x="23497" y="9466"/>
                  </a:lnTo>
                  <a:lnTo>
                    <a:pt x="25766" y="8797"/>
                  </a:lnTo>
                  <a:lnTo>
                    <a:pt x="28283" y="9432"/>
                  </a:lnTo>
                  <a:lnTo>
                    <a:pt x="29517" y="10556"/>
                  </a:lnTo>
                  <a:lnTo>
                    <a:pt x="30764" y="13195"/>
                  </a:lnTo>
                  <a:lnTo>
                    <a:pt x="32103" y="14068"/>
                  </a:lnTo>
                  <a:lnTo>
                    <a:pt x="32400" y="17671"/>
                  </a:lnTo>
                  <a:lnTo>
                    <a:pt x="32686" y="20692"/>
                  </a:lnTo>
                  <a:lnTo>
                    <a:pt x="35148" y="22757"/>
                  </a:lnTo>
                  <a:lnTo>
                    <a:pt x="38657" y="23998"/>
                  </a:lnTo>
                  <a:lnTo>
                    <a:pt x="39989" y="26199"/>
                  </a:lnTo>
                  <a:lnTo>
                    <a:pt x="41664" y="27848"/>
                  </a:lnTo>
                  <a:lnTo>
                    <a:pt x="48283" y="29973"/>
                  </a:lnTo>
                  <a:lnTo>
                    <a:pt x="50950" y="30782"/>
                  </a:lnTo>
                  <a:lnTo>
                    <a:pt x="55271" y="33290"/>
                  </a:lnTo>
                  <a:lnTo>
                    <a:pt x="53585" y="36700"/>
                  </a:lnTo>
                  <a:lnTo>
                    <a:pt x="51553" y="39373"/>
                  </a:lnTo>
                  <a:lnTo>
                    <a:pt x="49682" y="39812"/>
                  </a:lnTo>
                  <a:lnTo>
                    <a:pt x="47469" y="37534"/>
                  </a:lnTo>
                  <a:lnTo>
                    <a:pt x="44621" y="37249"/>
                  </a:lnTo>
                  <a:lnTo>
                    <a:pt x="40495" y="39302"/>
                  </a:lnTo>
                  <a:lnTo>
                    <a:pt x="38453" y="40779"/>
                  </a:lnTo>
                  <a:lnTo>
                    <a:pt x="37377" y="42817"/>
                  </a:lnTo>
                  <a:lnTo>
                    <a:pt x="37208" y="45157"/>
                  </a:lnTo>
                  <a:lnTo>
                    <a:pt x="35666" y="46730"/>
                  </a:lnTo>
                  <a:lnTo>
                    <a:pt x="33649" y="45283"/>
                  </a:lnTo>
                  <a:lnTo>
                    <a:pt x="33641" y="41357"/>
                  </a:lnTo>
                  <a:lnTo>
                    <a:pt x="32387" y="38142"/>
                  </a:lnTo>
                  <a:lnTo>
                    <a:pt x="29739" y="34903"/>
                  </a:lnTo>
                  <a:lnTo>
                    <a:pt x="27397" y="33577"/>
                  </a:lnTo>
                  <a:lnTo>
                    <a:pt x="25999" y="33415"/>
                  </a:lnTo>
                  <a:lnTo>
                    <a:pt x="25694" y="30529"/>
                  </a:lnTo>
                  <a:lnTo>
                    <a:pt x="23960" y="26590"/>
                  </a:lnTo>
                  <a:lnTo>
                    <a:pt x="20248" y="22888"/>
                  </a:lnTo>
                  <a:lnTo>
                    <a:pt x="16410" y="20098"/>
                  </a:lnTo>
                  <a:lnTo>
                    <a:pt x="13406" y="19127"/>
                  </a:lnTo>
                  <a:lnTo>
                    <a:pt x="10350" y="19864"/>
                  </a:lnTo>
                  <a:lnTo>
                    <a:pt x="9072" y="20948"/>
                  </a:lnTo>
                  <a:lnTo>
                    <a:pt x="5967" y="23066"/>
                  </a:lnTo>
                  <a:lnTo>
                    <a:pt x="4414" y="21890"/>
                  </a:lnTo>
                  <a:lnTo>
                    <a:pt x="2189" y="19894"/>
                  </a:lnTo>
                  <a:lnTo>
                    <a:pt x="742" y="18346"/>
                  </a:lnTo>
                  <a:lnTo>
                    <a:pt x="0" y="132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701231" y="5758790"/>
              <a:ext cx="8664" cy="5958"/>
            </a:xfrm>
            <a:custGeom>
              <a:avLst/>
              <a:pathLst>
                <a:path w="8664" h="5958">
                  <a:moveTo>
                    <a:pt x="922" y="3111"/>
                  </a:moveTo>
                  <a:lnTo>
                    <a:pt x="2771" y="1079"/>
                  </a:lnTo>
                  <a:lnTo>
                    <a:pt x="5283" y="0"/>
                  </a:lnTo>
                  <a:lnTo>
                    <a:pt x="8183" y="1746"/>
                  </a:lnTo>
                  <a:lnTo>
                    <a:pt x="8664" y="3557"/>
                  </a:lnTo>
                  <a:lnTo>
                    <a:pt x="5682" y="5475"/>
                  </a:lnTo>
                  <a:lnTo>
                    <a:pt x="2795" y="5958"/>
                  </a:lnTo>
                  <a:lnTo>
                    <a:pt x="0" y="5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476422" y="5718980"/>
              <a:ext cx="3780" cy="5354"/>
            </a:xfrm>
            <a:custGeom>
              <a:avLst/>
              <a:pathLst>
                <a:path w="3780" h="5354">
                  <a:moveTo>
                    <a:pt x="0" y="0"/>
                  </a:moveTo>
                  <a:lnTo>
                    <a:pt x="3032" y="879"/>
                  </a:lnTo>
                  <a:lnTo>
                    <a:pt x="3780" y="3341"/>
                  </a:lnTo>
                  <a:lnTo>
                    <a:pt x="3281" y="5354"/>
                  </a:lnTo>
                  <a:lnTo>
                    <a:pt x="981" y="36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39851" y="5371958"/>
              <a:ext cx="14920" cy="22522"/>
            </a:xfrm>
            <a:custGeom>
              <a:avLst/>
              <a:pathLst>
                <a:path w="14920" h="22522">
                  <a:moveTo>
                    <a:pt x="1369" y="0"/>
                  </a:moveTo>
                  <a:lnTo>
                    <a:pt x="3730" y="5386"/>
                  </a:lnTo>
                  <a:lnTo>
                    <a:pt x="4330" y="9711"/>
                  </a:lnTo>
                  <a:lnTo>
                    <a:pt x="9439" y="15915"/>
                  </a:lnTo>
                  <a:lnTo>
                    <a:pt x="12460" y="18021"/>
                  </a:lnTo>
                  <a:lnTo>
                    <a:pt x="14920" y="20783"/>
                  </a:lnTo>
                  <a:lnTo>
                    <a:pt x="14335" y="22522"/>
                  </a:lnTo>
                  <a:lnTo>
                    <a:pt x="11262" y="21009"/>
                  </a:lnTo>
                  <a:lnTo>
                    <a:pt x="7211" y="19084"/>
                  </a:lnTo>
                  <a:lnTo>
                    <a:pt x="2875" y="12526"/>
                  </a:lnTo>
                  <a:lnTo>
                    <a:pt x="0" y="9341"/>
                  </a:lnTo>
                  <a:lnTo>
                    <a:pt x="216" y="19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634142" y="5748424"/>
              <a:ext cx="58954" cy="22866"/>
            </a:xfrm>
            <a:custGeom>
              <a:avLst/>
              <a:pathLst>
                <a:path w="58954" h="22866">
                  <a:moveTo>
                    <a:pt x="791" y="10143"/>
                  </a:moveTo>
                  <a:lnTo>
                    <a:pt x="7609" y="10109"/>
                  </a:lnTo>
                  <a:lnTo>
                    <a:pt x="11326" y="9289"/>
                  </a:lnTo>
                  <a:lnTo>
                    <a:pt x="15537" y="10369"/>
                  </a:lnTo>
                  <a:lnTo>
                    <a:pt x="19638" y="9784"/>
                  </a:lnTo>
                  <a:lnTo>
                    <a:pt x="22146" y="7882"/>
                  </a:lnTo>
                  <a:lnTo>
                    <a:pt x="22816" y="3267"/>
                  </a:lnTo>
                  <a:lnTo>
                    <a:pt x="26193" y="1224"/>
                  </a:lnTo>
                  <a:lnTo>
                    <a:pt x="29936" y="0"/>
                  </a:lnTo>
                  <a:lnTo>
                    <a:pt x="32662" y="1929"/>
                  </a:lnTo>
                  <a:lnTo>
                    <a:pt x="34349" y="5758"/>
                  </a:lnTo>
                  <a:lnTo>
                    <a:pt x="32453" y="9177"/>
                  </a:lnTo>
                  <a:lnTo>
                    <a:pt x="32573" y="14058"/>
                  </a:lnTo>
                  <a:lnTo>
                    <a:pt x="35619" y="14452"/>
                  </a:lnTo>
                  <a:lnTo>
                    <a:pt x="41689" y="15509"/>
                  </a:lnTo>
                  <a:lnTo>
                    <a:pt x="44812" y="15571"/>
                  </a:lnTo>
                  <a:lnTo>
                    <a:pt x="48405" y="18763"/>
                  </a:lnTo>
                  <a:lnTo>
                    <a:pt x="53435" y="18982"/>
                  </a:lnTo>
                  <a:lnTo>
                    <a:pt x="58954" y="21026"/>
                  </a:lnTo>
                  <a:lnTo>
                    <a:pt x="57981" y="22866"/>
                  </a:lnTo>
                  <a:lnTo>
                    <a:pt x="53217" y="22824"/>
                  </a:lnTo>
                  <a:lnTo>
                    <a:pt x="47607" y="22347"/>
                  </a:lnTo>
                  <a:lnTo>
                    <a:pt x="44650" y="21867"/>
                  </a:lnTo>
                  <a:lnTo>
                    <a:pt x="40281" y="19493"/>
                  </a:lnTo>
                  <a:lnTo>
                    <a:pt x="37135" y="19362"/>
                  </a:lnTo>
                  <a:lnTo>
                    <a:pt x="35180" y="18635"/>
                  </a:lnTo>
                  <a:lnTo>
                    <a:pt x="30388" y="16477"/>
                  </a:lnTo>
                  <a:lnTo>
                    <a:pt x="26079" y="14660"/>
                  </a:lnTo>
                  <a:lnTo>
                    <a:pt x="23475" y="14423"/>
                  </a:lnTo>
                  <a:lnTo>
                    <a:pt x="22503" y="17458"/>
                  </a:lnTo>
                  <a:lnTo>
                    <a:pt x="18988" y="15495"/>
                  </a:lnTo>
                  <a:lnTo>
                    <a:pt x="14408" y="15795"/>
                  </a:lnTo>
                  <a:lnTo>
                    <a:pt x="10643" y="14295"/>
                  </a:lnTo>
                  <a:lnTo>
                    <a:pt x="7569" y="14144"/>
                  </a:lnTo>
                  <a:lnTo>
                    <a:pt x="4134" y="13078"/>
                  </a:lnTo>
                  <a:lnTo>
                    <a:pt x="0" y="122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90974" y="5750301"/>
              <a:ext cx="40488" cy="19159"/>
            </a:xfrm>
            <a:custGeom>
              <a:avLst/>
              <a:pathLst>
                <a:path w="40488" h="19159">
                  <a:moveTo>
                    <a:pt x="1408" y="14477"/>
                  </a:moveTo>
                  <a:lnTo>
                    <a:pt x="2903" y="9616"/>
                  </a:lnTo>
                  <a:lnTo>
                    <a:pt x="6429" y="8918"/>
                  </a:lnTo>
                  <a:lnTo>
                    <a:pt x="7123" y="7413"/>
                  </a:lnTo>
                  <a:lnTo>
                    <a:pt x="6318" y="4350"/>
                  </a:lnTo>
                  <a:lnTo>
                    <a:pt x="7448" y="2809"/>
                  </a:lnTo>
                  <a:lnTo>
                    <a:pt x="9274" y="3391"/>
                  </a:lnTo>
                  <a:lnTo>
                    <a:pt x="12410" y="2408"/>
                  </a:lnTo>
                  <a:lnTo>
                    <a:pt x="12872" y="4818"/>
                  </a:lnTo>
                  <a:lnTo>
                    <a:pt x="12459" y="6892"/>
                  </a:lnTo>
                  <a:lnTo>
                    <a:pt x="11519" y="9864"/>
                  </a:lnTo>
                  <a:lnTo>
                    <a:pt x="15176" y="9967"/>
                  </a:lnTo>
                  <a:lnTo>
                    <a:pt x="18184" y="10248"/>
                  </a:lnTo>
                  <a:lnTo>
                    <a:pt x="21617" y="10699"/>
                  </a:lnTo>
                  <a:lnTo>
                    <a:pt x="22127" y="7704"/>
                  </a:lnTo>
                  <a:lnTo>
                    <a:pt x="22073" y="5260"/>
                  </a:lnTo>
                  <a:lnTo>
                    <a:pt x="21774" y="2035"/>
                  </a:lnTo>
                  <a:lnTo>
                    <a:pt x="23591" y="0"/>
                  </a:lnTo>
                  <a:lnTo>
                    <a:pt x="25823" y="986"/>
                  </a:lnTo>
                  <a:lnTo>
                    <a:pt x="26751" y="3298"/>
                  </a:lnTo>
                  <a:lnTo>
                    <a:pt x="29278" y="7360"/>
                  </a:lnTo>
                  <a:lnTo>
                    <a:pt x="31197" y="8126"/>
                  </a:lnTo>
                  <a:lnTo>
                    <a:pt x="34736" y="8848"/>
                  </a:lnTo>
                  <a:lnTo>
                    <a:pt x="40079" y="9323"/>
                  </a:lnTo>
                  <a:lnTo>
                    <a:pt x="40488" y="11351"/>
                  </a:lnTo>
                  <a:lnTo>
                    <a:pt x="35004" y="11787"/>
                  </a:lnTo>
                  <a:lnTo>
                    <a:pt x="31260" y="11496"/>
                  </a:lnTo>
                  <a:lnTo>
                    <a:pt x="26580" y="13750"/>
                  </a:lnTo>
                  <a:lnTo>
                    <a:pt x="25456" y="15586"/>
                  </a:lnTo>
                  <a:lnTo>
                    <a:pt x="21345" y="16047"/>
                  </a:lnTo>
                  <a:lnTo>
                    <a:pt x="17949" y="16433"/>
                  </a:lnTo>
                  <a:lnTo>
                    <a:pt x="13509" y="15941"/>
                  </a:lnTo>
                  <a:lnTo>
                    <a:pt x="11454" y="16712"/>
                  </a:lnTo>
                  <a:lnTo>
                    <a:pt x="8458" y="17816"/>
                  </a:lnTo>
                  <a:lnTo>
                    <a:pt x="6769" y="19159"/>
                  </a:lnTo>
                  <a:lnTo>
                    <a:pt x="4442" y="18709"/>
                  </a:lnTo>
                  <a:lnTo>
                    <a:pt x="1093" y="18974"/>
                  </a:lnTo>
                  <a:lnTo>
                    <a:pt x="0" y="179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573941" y="5751326"/>
              <a:ext cx="17447" cy="11452"/>
            </a:xfrm>
            <a:custGeom>
              <a:avLst/>
              <a:pathLst>
                <a:path w="17447" h="11452">
                  <a:moveTo>
                    <a:pt x="1187" y="5708"/>
                  </a:moveTo>
                  <a:lnTo>
                    <a:pt x="5710" y="5756"/>
                  </a:lnTo>
                  <a:lnTo>
                    <a:pt x="10132" y="6674"/>
                  </a:lnTo>
                  <a:lnTo>
                    <a:pt x="12373" y="6098"/>
                  </a:lnTo>
                  <a:lnTo>
                    <a:pt x="13756" y="1390"/>
                  </a:lnTo>
                  <a:lnTo>
                    <a:pt x="14413" y="0"/>
                  </a:lnTo>
                  <a:lnTo>
                    <a:pt x="16365" y="901"/>
                  </a:lnTo>
                  <a:lnTo>
                    <a:pt x="17447" y="3012"/>
                  </a:lnTo>
                  <a:lnTo>
                    <a:pt x="15701" y="5818"/>
                  </a:lnTo>
                  <a:lnTo>
                    <a:pt x="14844" y="10862"/>
                  </a:lnTo>
                  <a:lnTo>
                    <a:pt x="12628" y="11285"/>
                  </a:lnTo>
                  <a:lnTo>
                    <a:pt x="10435" y="11452"/>
                  </a:lnTo>
                  <a:lnTo>
                    <a:pt x="8753" y="10194"/>
                  </a:lnTo>
                  <a:lnTo>
                    <a:pt x="5334" y="9875"/>
                  </a:lnTo>
                  <a:lnTo>
                    <a:pt x="1049" y="9984"/>
                  </a:lnTo>
                  <a:lnTo>
                    <a:pt x="0" y="72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562478" y="5745661"/>
              <a:ext cx="14730" cy="16379"/>
            </a:xfrm>
            <a:custGeom>
              <a:avLst/>
              <a:pathLst>
                <a:path w="14730" h="16379">
                  <a:moveTo>
                    <a:pt x="941" y="0"/>
                  </a:moveTo>
                  <a:lnTo>
                    <a:pt x="3620" y="156"/>
                  </a:lnTo>
                  <a:lnTo>
                    <a:pt x="6953" y="1374"/>
                  </a:lnTo>
                  <a:lnTo>
                    <a:pt x="8081" y="4822"/>
                  </a:lnTo>
                  <a:lnTo>
                    <a:pt x="11217" y="5956"/>
                  </a:lnTo>
                  <a:lnTo>
                    <a:pt x="14730" y="6622"/>
                  </a:lnTo>
                  <a:lnTo>
                    <a:pt x="13547" y="8829"/>
                  </a:lnTo>
                  <a:lnTo>
                    <a:pt x="10775" y="9394"/>
                  </a:lnTo>
                  <a:lnTo>
                    <a:pt x="8598" y="11662"/>
                  </a:lnTo>
                  <a:lnTo>
                    <a:pt x="7390" y="12872"/>
                  </a:lnTo>
                  <a:lnTo>
                    <a:pt x="5825" y="16379"/>
                  </a:lnTo>
                  <a:lnTo>
                    <a:pt x="2715" y="13824"/>
                  </a:lnTo>
                  <a:lnTo>
                    <a:pt x="1281" y="11082"/>
                  </a:lnTo>
                  <a:lnTo>
                    <a:pt x="3004" y="10313"/>
                  </a:lnTo>
                  <a:lnTo>
                    <a:pt x="4862" y="10358"/>
                  </a:lnTo>
                  <a:lnTo>
                    <a:pt x="4981" y="7219"/>
                  </a:lnTo>
                  <a:lnTo>
                    <a:pt x="2955" y="5320"/>
                  </a:lnTo>
                  <a:lnTo>
                    <a:pt x="0" y="16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544131" y="5754891"/>
              <a:ext cx="8519" cy="3585"/>
            </a:xfrm>
            <a:custGeom>
              <a:avLst/>
              <a:pathLst>
                <a:path w="8519" h="3585">
                  <a:moveTo>
                    <a:pt x="0" y="910"/>
                  </a:moveTo>
                  <a:lnTo>
                    <a:pt x="5546" y="0"/>
                  </a:lnTo>
                  <a:lnTo>
                    <a:pt x="8519" y="1709"/>
                  </a:lnTo>
                  <a:lnTo>
                    <a:pt x="7376" y="3585"/>
                  </a:lnTo>
                  <a:lnTo>
                    <a:pt x="3568" y="3413"/>
                  </a:lnTo>
                  <a:lnTo>
                    <a:pt x="1374" y="24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545508" y="5743587"/>
              <a:ext cx="3975" cy="4887"/>
            </a:xfrm>
            <a:custGeom>
              <a:avLst/>
              <a:pathLst>
                <a:path w="3975" h="4887">
                  <a:moveTo>
                    <a:pt x="898" y="0"/>
                  </a:moveTo>
                  <a:lnTo>
                    <a:pt x="3350" y="133"/>
                  </a:lnTo>
                  <a:lnTo>
                    <a:pt x="3975" y="3604"/>
                  </a:lnTo>
                  <a:lnTo>
                    <a:pt x="2265" y="4887"/>
                  </a:lnTo>
                  <a:lnTo>
                    <a:pt x="0" y="25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535039" y="5762136"/>
              <a:ext cx="6946" cy="7910"/>
            </a:xfrm>
            <a:custGeom>
              <a:avLst/>
              <a:pathLst>
                <a:path w="6946" h="7910">
                  <a:moveTo>
                    <a:pt x="0" y="4806"/>
                  </a:moveTo>
                  <a:lnTo>
                    <a:pt x="5362" y="0"/>
                  </a:lnTo>
                  <a:lnTo>
                    <a:pt x="6817" y="1963"/>
                  </a:lnTo>
                  <a:lnTo>
                    <a:pt x="6946" y="4088"/>
                  </a:lnTo>
                  <a:lnTo>
                    <a:pt x="2292" y="6915"/>
                  </a:lnTo>
                  <a:lnTo>
                    <a:pt x="729" y="79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475198" y="5707707"/>
              <a:ext cx="3003" cy="3912"/>
            </a:xfrm>
            <a:custGeom>
              <a:avLst/>
              <a:pathLst>
                <a:path w="3003" h="3912">
                  <a:moveTo>
                    <a:pt x="680" y="0"/>
                  </a:moveTo>
                  <a:lnTo>
                    <a:pt x="2182" y="276"/>
                  </a:lnTo>
                  <a:lnTo>
                    <a:pt x="3003" y="2071"/>
                  </a:lnTo>
                  <a:lnTo>
                    <a:pt x="2619" y="3912"/>
                  </a:lnTo>
                  <a:lnTo>
                    <a:pt x="595" y="3822"/>
                  </a:lnTo>
                  <a:lnTo>
                    <a:pt x="0" y="15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452600" y="5698817"/>
              <a:ext cx="13782" cy="11980"/>
            </a:xfrm>
            <a:custGeom>
              <a:avLst/>
              <a:pathLst>
                <a:path w="13782" h="11980">
                  <a:moveTo>
                    <a:pt x="1212" y="6723"/>
                  </a:moveTo>
                  <a:lnTo>
                    <a:pt x="3642" y="7076"/>
                  </a:lnTo>
                  <a:lnTo>
                    <a:pt x="5317" y="6018"/>
                  </a:lnTo>
                  <a:lnTo>
                    <a:pt x="7817" y="5477"/>
                  </a:lnTo>
                  <a:lnTo>
                    <a:pt x="9856" y="3164"/>
                  </a:lnTo>
                  <a:lnTo>
                    <a:pt x="12068" y="0"/>
                  </a:lnTo>
                  <a:lnTo>
                    <a:pt x="13514" y="1276"/>
                  </a:lnTo>
                  <a:lnTo>
                    <a:pt x="13782" y="3301"/>
                  </a:lnTo>
                  <a:lnTo>
                    <a:pt x="11594" y="5575"/>
                  </a:lnTo>
                  <a:lnTo>
                    <a:pt x="10464" y="6443"/>
                  </a:lnTo>
                  <a:lnTo>
                    <a:pt x="10905" y="9145"/>
                  </a:lnTo>
                  <a:lnTo>
                    <a:pt x="10381" y="10349"/>
                  </a:lnTo>
                  <a:lnTo>
                    <a:pt x="7977" y="9393"/>
                  </a:lnTo>
                  <a:lnTo>
                    <a:pt x="5945" y="8135"/>
                  </a:lnTo>
                  <a:lnTo>
                    <a:pt x="4761" y="9086"/>
                  </a:lnTo>
                  <a:lnTo>
                    <a:pt x="3545" y="10335"/>
                  </a:lnTo>
                  <a:lnTo>
                    <a:pt x="2617" y="11980"/>
                  </a:lnTo>
                  <a:lnTo>
                    <a:pt x="1797" y="9864"/>
                  </a:lnTo>
                  <a:lnTo>
                    <a:pt x="0" y="82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385002" y="5631254"/>
              <a:ext cx="7108" cy="7135"/>
            </a:xfrm>
            <a:custGeom>
              <a:avLst/>
              <a:pathLst>
                <a:path w="7108" h="7135">
                  <a:moveTo>
                    <a:pt x="1410" y="0"/>
                  </a:moveTo>
                  <a:lnTo>
                    <a:pt x="5553" y="3813"/>
                  </a:lnTo>
                  <a:lnTo>
                    <a:pt x="7108" y="4924"/>
                  </a:lnTo>
                  <a:lnTo>
                    <a:pt x="6975" y="7135"/>
                  </a:lnTo>
                  <a:lnTo>
                    <a:pt x="2868" y="5058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369469" y="5640810"/>
              <a:ext cx="11430" cy="8532"/>
            </a:xfrm>
            <a:custGeom>
              <a:avLst/>
              <a:pathLst>
                <a:path w="11430" h="8532">
                  <a:moveTo>
                    <a:pt x="3411" y="169"/>
                  </a:moveTo>
                  <a:lnTo>
                    <a:pt x="6155" y="1086"/>
                  </a:lnTo>
                  <a:lnTo>
                    <a:pt x="8563" y="0"/>
                  </a:lnTo>
                  <a:lnTo>
                    <a:pt x="11430" y="2153"/>
                  </a:lnTo>
                  <a:lnTo>
                    <a:pt x="8918" y="4745"/>
                  </a:lnTo>
                  <a:lnTo>
                    <a:pt x="9443" y="7174"/>
                  </a:lnTo>
                  <a:lnTo>
                    <a:pt x="8496" y="8532"/>
                  </a:lnTo>
                  <a:lnTo>
                    <a:pt x="6807" y="7705"/>
                  </a:lnTo>
                  <a:lnTo>
                    <a:pt x="4817" y="4858"/>
                  </a:lnTo>
                  <a:lnTo>
                    <a:pt x="3223" y="5291"/>
                  </a:lnTo>
                  <a:lnTo>
                    <a:pt x="0" y="14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356666" y="5607865"/>
              <a:ext cx="20875" cy="16833"/>
            </a:xfrm>
            <a:custGeom>
              <a:avLst/>
              <a:pathLst>
                <a:path w="20875" h="16833">
                  <a:moveTo>
                    <a:pt x="540" y="109"/>
                  </a:moveTo>
                  <a:lnTo>
                    <a:pt x="5273" y="0"/>
                  </a:lnTo>
                  <a:lnTo>
                    <a:pt x="8625" y="1569"/>
                  </a:lnTo>
                  <a:lnTo>
                    <a:pt x="15677" y="6158"/>
                  </a:lnTo>
                  <a:lnTo>
                    <a:pt x="17961" y="9692"/>
                  </a:lnTo>
                  <a:lnTo>
                    <a:pt x="20875" y="15073"/>
                  </a:lnTo>
                  <a:lnTo>
                    <a:pt x="20343" y="16833"/>
                  </a:lnTo>
                  <a:lnTo>
                    <a:pt x="17220" y="15295"/>
                  </a:lnTo>
                  <a:lnTo>
                    <a:pt x="15715" y="13451"/>
                  </a:lnTo>
                  <a:lnTo>
                    <a:pt x="14184" y="15428"/>
                  </a:lnTo>
                  <a:lnTo>
                    <a:pt x="12501" y="15000"/>
                  </a:lnTo>
                  <a:lnTo>
                    <a:pt x="10023" y="13504"/>
                  </a:lnTo>
                  <a:lnTo>
                    <a:pt x="7887" y="13915"/>
                  </a:lnTo>
                  <a:lnTo>
                    <a:pt x="6145" y="11588"/>
                  </a:lnTo>
                  <a:lnTo>
                    <a:pt x="5567" y="9515"/>
                  </a:lnTo>
                  <a:lnTo>
                    <a:pt x="6064" y="6996"/>
                  </a:lnTo>
                  <a:lnTo>
                    <a:pt x="4659" y="4428"/>
                  </a:lnTo>
                  <a:lnTo>
                    <a:pt x="2890" y="3069"/>
                  </a:lnTo>
                  <a:lnTo>
                    <a:pt x="0" y="31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6000877" y="5134453"/>
              <a:ext cx="43026" cy="28890"/>
            </a:xfrm>
            <a:custGeom>
              <a:avLst/>
              <a:pathLst>
                <a:path w="43026" h="28890">
                  <a:moveTo>
                    <a:pt x="0" y="26897"/>
                  </a:moveTo>
                  <a:lnTo>
                    <a:pt x="3547" y="18697"/>
                  </a:lnTo>
                  <a:lnTo>
                    <a:pt x="9080" y="13484"/>
                  </a:lnTo>
                  <a:lnTo>
                    <a:pt x="15420" y="8869"/>
                  </a:lnTo>
                  <a:lnTo>
                    <a:pt x="16192" y="6974"/>
                  </a:lnTo>
                  <a:lnTo>
                    <a:pt x="25358" y="0"/>
                  </a:lnTo>
                  <a:lnTo>
                    <a:pt x="37018" y="2619"/>
                  </a:lnTo>
                  <a:lnTo>
                    <a:pt x="43026" y="8473"/>
                  </a:lnTo>
                  <a:lnTo>
                    <a:pt x="35805" y="13222"/>
                  </a:lnTo>
                  <a:lnTo>
                    <a:pt x="31336" y="15435"/>
                  </a:lnTo>
                  <a:lnTo>
                    <a:pt x="27772" y="14514"/>
                  </a:lnTo>
                  <a:lnTo>
                    <a:pt x="22323" y="17564"/>
                  </a:lnTo>
                  <a:lnTo>
                    <a:pt x="16618" y="21252"/>
                  </a:lnTo>
                  <a:lnTo>
                    <a:pt x="10057" y="25669"/>
                  </a:lnTo>
                  <a:lnTo>
                    <a:pt x="259" y="288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84868" y="5160979"/>
              <a:ext cx="11322" cy="9858"/>
            </a:xfrm>
            <a:custGeom>
              <a:avLst/>
              <a:pathLst>
                <a:path w="11322" h="9858">
                  <a:moveTo>
                    <a:pt x="421" y="5873"/>
                  </a:moveTo>
                  <a:lnTo>
                    <a:pt x="2333" y="2171"/>
                  </a:lnTo>
                  <a:lnTo>
                    <a:pt x="11322" y="0"/>
                  </a:lnTo>
                  <a:lnTo>
                    <a:pt x="8585" y="8130"/>
                  </a:lnTo>
                  <a:lnTo>
                    <a:pt x="0" y="98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71263" y="5162190"/>
              <a:ext cx="7746" cy="8478"/>
            </a:xfrm>
            <a:custGeom>
              <a:avLst/>
              <a:pathLst>
                <a:path w="7746" h="8478">
                  <a:moveTo>
                    <a:pt x="0" y="4770"/>
                  </a:moveTo>
                  <a:lnTo>
                    <a:pt x="2791" y="0"/>
                  </a:lnTo>
                  <a:lnTo>
                    <a:pt x="7746" y="1828"/>
                  </a:lnTo>
                  <a:lnTo>
                    <a:pt x="7421" y="6884"/>
                  </a:lnTo>
                  <a:lnTo>
                    <a:pt x="1293" y="84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77023" y="4629840"/>
              <a:ext cx="639219" cy="511096"/>
            </a:xfrm>
            <a:custGeom>
              <a:avLst/>
              <a:pathLst>
                <a:path w="639219" h="511096">
                  <a:moveTo>
                    <a:pt x="2267" y="64363"/>
                  </a:moveTo>
                  <a:lnTo>
                    <a:pt x="1269" y="60484"/>
                  </a:lnTo>
                  <a:lnTo>
                    <a:pt x="7156" y="59614"/>
                  </a:lnTo>
                  <a:lnTo>
                    <a:pt x="14109" y="58549"/>
                  </a:lnTo>
                  <a:lnTo>
                    <a:pt x="22536" y="57270"/>
                  </a:lnTo>
                  <a:lnTo>
                    <a:pt x="33626" y="55555"/>
                  </a:lnTo>
                  <a:lnTo>
                    <a:pt x="51055" y="53024"/>
                  </a:lnTo>
                  <a:lnTo>
                    <a:pt x="58167" y="51957"/>
                  </a:lnTo>
                  <a:lnTo>
                    <a:pt x="61603" y="51457"/>
                  </a:lnTo>
                  <a:lnTo>
                    <a:pt x="68835" y="50400"/>
                  </a:lnTo>
                  <a:lnTo>
                    <a:pt x="78090" y="49033"/>
                  </a:lnTo>
                  <a:lnTo>
                    <a:pt x="91051" y="47033"/>
                  </a:lnTo>
                  <a:lnTo>
                    <a:pt x="92805" y="46761"/>
                  </a:lnTo>
                  <a:lnTo>
                    <a:pt x="105969" y="44670"/>
                  </a:lnTo>
                  <a:lnTo>
                    <a:pt x="110007" y="44023"/>
                  </a:lnTo>
                  <a:lnTo>
                    <a:pt x="117239" y="42857"/>
                  </a:lnTo>
                  <a:lnTo>
                    <a:pt x="127706" y="41155"/>
                  </a:lnTo>
                  <a:lnTo>
                    <a:pt x="138328" y="39223"/>
                  </a:lnTo>
                  <a:lnTo>
                    <a:pt x="156905" y="35852"/>
                  </a:lnTo>
                  <a:lnTo>
                    <a:pt x="157621" y="35721"/>
                  </a:lnTo>
                  <a:lnTo>
                    <a:pt x="169052" y="33617"/>
                  </a:lnTo>
                  <a:lnTo>
                    <a:pt x="182875" y="31114"/>
                  </a:lnTo>
                  <a:lnTo>
                    <a:pt x="191342" y="29630"/>
                  </a:lnTo>
                  <a:lnTo>
                    <a:pt x="193466" y="29251"/>
                  </a:lnTo>
                  <a:lnTo>
                    <a:pt x="193511" y="31326"/>
                  </a:lnTo>
                  <a:lnTo>
                    <a:pt x="195680" y="34469"/>
                  </a:lnTo>
                  <a:lnTo>
                    <a:pt x="199991" y="38838"/>
                  </a:lnTo>
                  <a:lnTo>
                    <a:pt x="200679" y="42650"/>
                  </a:lnTo>
                  <a:lnTo>
                    <a:pt x="202681" y="47750"/>
                  </a:lnTo>
                  <a:lnTo>
                    <a:pt x="207521" y="52224"/>
                  </a:lnTo>
                  <a:lnTo>
                    <a:pt x="211281" y="51715"/>
                  </a:lnTo>
                  <a:lnTo>
                    <a:pt x="236554" y="48630"/>
                  </a:lnTo>
                  <a:lnTo>
                    <a:pt x="243543" y="47696"/>
                  </a:lnTo>
                  <a:lnTo>
                    <a:pt x="250641" y="46739"/>
                  </a:lnTo>
                  <a:lnTo>
                    <a:pt x="262602" y="45109"/>
                  </a:lnTo>
                  <a:lnTo>
                    <a:pt x="265679" y="44716"/>
                  </a:lnTo>
                  <a:lnTo>
                    <a:pt x="271372" y="43987"/>
                  </a:lnTo>
                  <a:lnTo>
                    <a:pt x="285283" y="42182"/>
                  </a:lnTo>
                  <a:lnTo>
                    <a:pt x="291046" y="41439"/>
                  </a:lnTo>
                  <a:lnTo>
                    <a:pt x="300895" y="40157"/>
                  </a:lnTo>
                  <a:lnTo>
                    <a:pt x="309230" y="39059"/>
                  </a:lnTo>
                  <a:lnTo>
                    <a:pt x="319851" y="37733"/>
                  </a:lnTo>
                  <a:lnTo>
                    <a:pt x="323462" y="37279"/>
                  </a:lnTo>
                  <a:lnTo>
                    <a:pt x="336357" y="35638"/>
                  </a:lnTo>
                  <a:lnTo>
                    <a:pt x="336744" y="35588"/>
                  </a:lnTo>
                  <a:lnTo>
                    <a:pt x="355698" y="33067"/>
                  </a:lnTo>
                  <a:lnTo>
                    <a:pt x="369706" y="31199"/>
                  </a:lnTo>
                  <a:lnTo>
                    <a:pt x="377575" y="30136"/>
                  </a:lnTo>
                  <a:lnTo>
                    <a:pt x="386853" y="28870"/>
                  </a:lnTo>
                  <a:lnTo>
                    <a:pt x="389893" y="28534"/>
                  </a:lnTo>
                  <a:lnTo>
                    <a:pt x="404901" y="26856"/>
                  </a:lnTo>
                  <a:lnTo>
                    <a:pt x="404772" y="30749"/>
                  </a:lnTo>
                  <a:lnTo>
                    <a:pt x="407579" y="34271"/>
                  </a:lnTo>
                  <a:lnTo>
                    <a:pt x="407653" y="38676"/>
                  </a:lnTo>
                  <a:lnTo>
                    <a:pt x="410743" y="42988"/>
                  </a:lnTo>
                  <a:lnTo>
                    <a:pt x="413533" y="42863"/>
                  </a:lnTo>
                  <a:lnTo>
                    <a:pt x="417159" y="42327"/>
                  </a:lnTo>
                  <a:lnTo>
                    <a:pt x="420267" y="40993"/>
                  </a:lnTo>
                  <a:lnTo>
                    <a:pt x="420993" y="40681"/>
                  </a:lnTo>
                  <a:lnTo>
                    <a:pt x="420390" y="37872"/>
                  </a:lnTo>
                  <a:lnTo>
                    <a:pt x="420724" y="33885"/>
                  </a:lnTo>
                  <a:lnTo>
                    <a:pt x="420152" y="26572"/>
                  </a:lnTo>
                  <a:lnTo>
                    <a:pt x="419254" y="20504"/>
                  </a:lnTo>
                  <a:lnTo>
                    <a:pt x="415934" y="16433"/>
                  </a:lnTo>
                  <a:lnTo>
                    <a:pt x="415928" y="13165"/>
                  </a:lnTo>
                  <a:lnTo>
                    <a:pt x="415696" y="8040"/>
                  </a:lnTo>
                  <a:lnTo>
                    <a:pt x="417910" y="4425"/>
                  </a:lnTo>
                  <a:lnTo>
                    <a:pt x="421065" y="77"/>
                  </a:lnTo>
                  <a:lnTo>
                    <a:pt x="423888" y="6"/>
                  </a:lnTo>
                  <a:lnTo>
                    <a:pt x="424163" y="0"/>
                  </a:lnTo>
                  <a:lnTo>
                    <a:pt x="427077" y="1865"/>
                  </a:lnTo>
                  <a:lnTo>
                    <a:pt x="431527" y="1149"/>
                  </a:lnTo>
                  <a:lnTo>
                    <a:pt x="435094" y="1816"/>
                  </a:lnTo>
                  <a:lnTo>
                    <a:pt x="437760" y="3387"/>
                  </a:lnTo>
                  <a:lnTo>
                    <a:pt x="442530" y="2794"/>
                  </a:lnTo>
                  <a:lnTo>
                    <a:pt x="445337" y="3519"/>
                  </a:lnTo>
                  <a:lnTo>
                    <a:pt x="450809" y="3568"/>
                  </a:lnTo>
                  <a:lnTo>
                    <a:pt x="453136" y="2368"/>
                  </a:lnTo>
                  <a:lnTo>
                    <a:pt x="454688" y="2065"/>
                  </a:lnTo>
                  <a:lnTo>
                    <a:pt x="459526" y="2176"/>
                  </a:lnTo>
                  <a:lnTo>
                    <a:pt x="460938" y="2904"/>
                  </a:lnTo>
                  <a:lnTo>
                    <a:pt x="461344" y="11447"/>
                  </a:lnTo>
                  <a:lnTo>
                    <a:pt x="463262" y="17992"/>
                  </a:lnTo>
                  <a:lnTo>
                    <a:pt x="463899" y="19308"/>
                  </a:lnTo>
                  <a:lnTo>
                    <a:pt x="464267" y="20067"/>
                  </a:lnTo>
                  <a:lnTo>
                    <a:pt x="465619" y="21075"/>
                  </a:lnTo>
                  <a:lnTo>
                    <a:pt x="467540" y="27933"/>
                  </a:lnTo>
                  <a:lnTo>
                    <a:pt x="468949" y="32964"/>
                  </a:lnTo>
                  <a:lnTo>
                    <a:pt x="471964" y="40041"/>
                  </a:lnTo>
                  <a:lnTo>
                    <a:pt x="483661" y="67472"/>
                  </a:lnTo>
                  <a:lnTo>
                    <a:pt x="485542" y="69905"/>
                  </a:lnTo>
                  <a:lnTo>
                    <a:pt x="487145" y="74969"/>
                  </a:lnTo>
                  <a:lnTo>
                    <a:pt x="488128" y="78077"/>
                  </a:lnTo>
                  <a:lnTo>
                    <a:pt x="493378" y="87045"/>
                  </a:lnTo>
                  <a:lnTo>
                    <a:pt x="498692" y="96112"/>
                  </a:lnTo>
                  <a:lnTo>
                    <a:pt x="505243" y="106050"/>
                  </a:lnTo>
                  <a:lnTo>
                    <a:pt x="511333" y="115274"/>
                  </a:lnTo>
                  <a:lnTo>
                    <a:pt x="516777" y="123100"/>
                  </a:lnTo>
                  <a:lnTo>
                    <a:pt x="519886" y="127563"/>
                  </a:lnTo>
                  <a:lnTo>
                    <a:pt x="525618" y="133710"/>
                  </a:lnTo>
                  <a:lnTo>
                    <a:pt x="537630" y="147790"/>
                  </a:lnTo>
                  <a:lnTo>
                    <a:pt x="543431" y="153944"/>
                  </a:lnTo>
                  <a:lnTo>
                    <a:pt x="551259" y="162232"/>
                  </a:lnTo>
                  <a:lnTo>
                    <a:pt x="557302" y="167977"/>
                  </a:lnTo>
                  <a:lnTo>
                    <a:pt x="563943" y="178743"/>
                  </a:lnTo>
                  <a:lnTo>
                    <a:pt x="560021" y="183961"/>
                  </a:lnTo>
                  <a:lnTo>
                    <a:pt x="559786" y="190623"/>
                  </a:lnTo>
                  <a:lnTo>
                    <a:pt x="561250" y="197284"/>
                  </a:lnTo>
                  <a:lnTo>
                    <a:pt x="563600" y="203831"/>
                  </a:lnTo>
                  <a:lnTo>
                    <a:pt x="568856" y="214105"/>
                  </a:lnTo>
                  <a:lnTo>
                    <a:pt x="579418" y="228407"/>
                  </a:lnTo>
                  <a:lnTo>
                    <a:pt x="586185" y="237550"/>
                  </a:lnTo>
                  <a:lnTo>
                    <a:pt x="592463" y="248758"/>
                  </a:lnTo>
                  <a:lnTo>
                    <a:pt x="594189" y="251930"/>
                  </a:lnTo>
                  <a:lnTo>
                    <a:pt x="601817" y="265933"/>
                  </a:lnTo>
                  <a:lnTo>
                    <a:pt x="607915" y="274890"/>
                  </a:lnTo>
                  <a:lnTo>
                    <a:pt x="612812" y="282072"/>
                  </a:lnTo>
                  <a:lnTo>
                    <a:pt x="614864" y="286726"/>
                  </a:lnTo>
                  <a:lnTo>
                    <a:pt x="617153" y="289667"/>
                  </a:lnTo>
                  <a:lnTo>
                    <a:pt x="621355" y="297732"/>
                  </a:lnTo>
                  <a:lnTo>
                    <a:pt x="625948" y="306542"/>
                  </a:lnTo>
                  <a:lnTo>
                    <a:pt x="628436" y="313747"/>
                  </a:lnTo>
                  <a:lnTo>
                    <a:pt x="628474" y="313998"/>
                  </a:lnTo>
                  <a:lnTo>
                    <a:pt x="629689" y="321931"/>
                  </a:lnTo>
                  <a:lnTo>
                    <a:pt x="630740" y="327339"/>
                  </a:lnTo>
                  <a:lnTo>
                    <a:pt x="631161" y="331056"/>
                  </a:lnTo>
                  <a:lnTo>
                    <a:pt x="631237" y="336345"/>
                  </a:lnTo>
                  <a:lnTo>
                    <a:pt x="631702" y="343613"/>
                  </a:lnTo>
                  <a:lnTo>
                    <a:pt x="632287" y="352834"/>
                  </a:lnTo>
                  <a:lnTo>
                    <a:pt x="632681" y="359097"/>
                  </a:lnTo>
                  <a:lnTo>
                    <a:pt x="633376" y="372763"/>
                  </a:lnTo>
                  <a:lnTo>
                    <a:pt x="633403" y="373301"/>
                  </a:lnTo>
                  <a:lnTo>
                    <a:pt x="634748" y="382902"/>
                  </a:lnTo>
                  <a:lnTo>
                    <a:pt x="635462" y="388014"/>
                  </a:lnTo>
                  <a:lnTo>
                    <a:pt x="637607" y="396157"/>
                  </a:lnTo>
                  <a:lnTo>
                    <a:pt x="637410" y="401119"/>
                  </a:lnTo>
                  <a:lnTo>
                    <a:pt x="637260" y="402625"/>
                  </a:lnTo>
                  <a:lnTo>
                    <a:pt x="636528" y="409940"/>
                  </a:lnTo>
                  <a:lnTo>
                    <a:pt x="634528" y="408667"/>
                  </a:lnTo>
                  <a:lnTo>
                    <a:pt x="629761" y="405564"/>
                  </a:lnTo>
                  <a:lnTo>
                    <a:pt x="628076" y="412515"/>
                  </a:lnTo>
                  <a:lnTo>
                    <a:pt x="626027" y="416975"/>
                  </a:lnTo>
                  <a:lnTo>
                    <a:pt x="626211" y="423494"/>
                  </a:lnTo>
                  <a:lnTo>
                    <a:pt x="626153" y="424086"/>
                  </a:lnTo>
                  <a:lnTo>
                    <a:pt x="625557" y="430148"/>
                  </a:lnTo>
                  <a:lnTo>
                    <a:pt x="628793" y="436125"/>
                  </a:lnTo>
                  <a:lnTo>
                    <a:pt x="634140" y="432046"/>
                  </a:lnTo>
                  <a:lnTo>
                    <a:pt x="637151" y="422576"/>
                  </a:lnTo>
                  <a:lnTo>
                    <a:pt x="639219" y="428203"/>
                  </a:lnTo>
                  <a:lnTo>
                    <a:pt x="635801" y="438730"/>
                  </a:lnTo>
                  <a:lnTo>
                    <a:pt x="635325" y="440193"/>
                  </a:lnTo>
                  <a:lnTo>
                    <a:pt x="628716" y="457059"/>
                  </a:lnTo>
                  <a:lnTo>
                    <a:pt x="620290" y="472574"/>
                  </a:lnTo>
                  <a:lnTo>
                    <a:pt x="610273" y="486590"/>
                  </a:lnTo>
                  <a:lnTo>
                    <a:pt x="588039" y="505488"/>
                  </a:lnTo>
                  <a:lnTo>
                    <a:pt x="577883" y="511096"/>
                  </a:lnTo>
                  <a:lnTo>
                    <a:pt x="573741" y="508384"/>
                  </a:lnTo>
                  <a:lnTo>
                    <a:pt x="581413" y="501233"/>
                  </a:lnTo>
                  <a:lnTo>
                    <a:pt x="595186" y="491218"/>
                  </a:lnTo>
                  <a:lnTo>
                    <a:pt x="611297" y="473921"/>
                  </a:lnTo>
                  <a:lnTo>
                    <a:pt x="617293" y="464756"/>
                  </a:lnTo>
                  <a:lnTo>
                    <a:pt x="617612" y="459273"/>
                  </a:lnTo>
                  <a:lnTo>
                    <a:pt x="617354" y="455519"/>
                  </a:lnTo>
                  <a:lnTo>
                    <a:pt x="613605" y="455785"/>
                  </a:lnTo>
                  <a:lnTo>
                    <a:pt x="605469" y="459142"/>
                  </a:lnTo>
                  <a:lnTo>
                    <a:pt x="601352" y="463293"/>
                  </a:lnTo>
                  <a:lnTo>
                    <a:pt x="598541" y="464370"/>
                  </a:lnTo>
                  <a:lnTo>
                    <a:pt x="592959" y="462204"/>
                  </a:lnTo>
                  <a:lnTo>
                    <a:pt x="589508" y="463722"/>
                  </a:lnTo>
                  <a:lnTo>
                    <a:pt x="588211" y="464292"/>
                  </a:lnTo>
                  <a:lnTo>
                    <a:pt x="585556" y="467794"/>
                  </a:lnTo>
                  <a:lnTo>
                    <a:pt x="578504" y="470751"/>
                  </a:lnTo>
                  <a:lnTo>
                    <a:pt x="573134" y="472511"/>
                  </a:lnTo>
                  <a:lnTo>
                    <a:pt x="567332" y="468115"/>
                  </a:lnTo>
                  <a:lnTo>
                    <a:pt x="564182" y="463257"/>
                  </a:lnTo>
                  <a:lnTo>
                    <a:pt x="564675" y="455479"/>
                  </a:lnTo>
                  <a:lnTo>
                    <a:pt x="563675" y="449098"/>
                  </a:lnTo>
                  <a:lnTo>
                    <a:pt x="557472" y="441859"/>
                  </a:lnTo>
                  <a:lnTo>
                    <a:pt x="553580" y="434404"/>
                  </a:lnTo>
                  <a:lnTo>
                    <a:pt x="548656" y="428897"/>
                  </a:lnTo>
                  <a:lnTo>
                    <a:pt x="543098" y="427456"/>
                  </a:lnTo>
                  <a:lnTo>
                    <a:pt x="539869" y="421692"/>
                  </a:lnTo>
                  <a:lnTo>
                    <a:pt x="534952" y="420406"/>
                  </a:lnTo>
                  <a:lnTo>
                    <a:pt x="532437" y="419747"/>
                  </a:lnTo>
                  <a:lnTo>
                    <a:pt x="520290" y="415550"/>
                  </a:lnTo>
                  <a:lnTo>
                    <a:pt x="518556" y="417370"/>
                  </a:lnTo>
                  <a:lnTo>
                    <a:pt x="516352" y="419680"/>
                  </a:lnTo>
                  <a:lnTo>
                    <a:pt x="511407" y="416271"/>
                  </a:lnTo>
                  <a:lnTo>
                    <a:pt x="509602" y="412640"/>
                  </a:lnTo>
                  <a:lnTo>
                    <a:pt x="507712" y="408838"/>
                  </a:lnTo>
                  <a:lnTo>
                    <a:pt x="501549" y="396747"/>
                  </a:lnTo>
                  <a:lnTo>
                    <a:pt x="496256" y="382388"/>
                  </a:lnTo>
                  <a:lnTo>
                    <a:pt x="496069" y="382193"/>
                  </a:lnTo>
                  <a:lnTo>
                    <a:pt x="488592" y="374391"/>
                  </a:lnTo>
                  <a:lnTo>
                    <a:pt x="485825" y="373586"/>
                  </a:lnTo>
                  <a:lnTo>
                    <a:pt x="481418" y="374535"/>
                  </a:lnTo>
                  <a:lnTo>
                    <a:pt x="477143" y="378072"/>
                  </a:lnTo>
                  <a:lnTo>
                    <a:pt x="472960" y="377687"/>
                  </a:lnTo>
                  <a:lnTo>
                    <a:pt x="468227" y="375144"/>
                  </a:lnTo>
                  <a:lnTo>
                    <a:pt x="461471" y="365536"/>
                  </a:lnTo>
                  <a:lnTo>
                    <a:pt x="458627" y="357536"/>
                  </a:lnTo>
                  <a:lnTo>
                    <a:pt x="457771" y="352569"/>
                  </a:lnTo>
                  <a:lnTo>
                    <a:pt x="456090" y="350052"/>
                  </a:lnTo>
                  <a:lnTo>
                    <a:pt x="452516" y="344698"/>
                  </a:lnTo>
                  <a:lnTo>
                    <a:pt x="447055" y="338087"/>
                  </a:lnTo>
                  <a:lnTo>
                    <a:pt x="438764" y="328033"/>
                  </a:lnTo>
                  <a:lnTo>
                    <a:pt x="429622" y="314470"/>
                  </a:lnTo>
                  <a:lnTo>
                    <a:pt x="422868" y="307509"/>
                  </a:lnTo>
                  <a:lnTo>
                    <a:pt x="419419" y="304601"/>
                  </a:lnTo>
                  <a:lnTo>
                    <a:pt x="415415" y="301222"/>
                  </a:lnTo>
                  <a:lnTo>
                    <a:pt x="410186" y="294000"/>
                  </a:lnTo>
                  <a:lnTo>
                    <a:pt x="411983" y="293828"/>
                  </a:lnTo>
                  <a:lnTo>
                    <a:pt x="417339" y="293260"/>
                  </a:lnTo>
                  <a:lnTo>
                    <a:pt x="421342" y="286019"/>
                  </a:lnTo>
                  <a:lnTo>
                    <a:pt x="423056" y="281310"/>
                  </a:lnTo>
                  <a:lnTo>
                    <a:pt x="423495" y="280101"/>
                  </a:lnTo>
                  <a:lnTo>
                    <a:pt x="425137" y="275580"/>
                  </a:lnTo>
                  <a:lnTo>
                    <a:pt x="427674" y="273524"/>
                  </a:lnTo>
                  <a:lnTo>
                    <a:pt x="430498" y="268966"/>
                  </a:lnTo>
                  <a:lnTo>
                    <a:pt x="428616" y="265650"/>
                  </a:lnTo>
                  <a:lnTo>
                    <a:pt x="425315" y="265216"/>
                  </a:lnTo>
                  <a:lnTo>
                    <a:pt x="420074" y="264004"/>
                  </a:lnTo>
                  <a:lnTo>
                    <a:pt x="419303" y="265231"/>
                  </a:lnTo>
                  <a:lnTo>
                    <a:pt x="418053" y="267218"/>
                  </a:lnTo>
                  <a:lnTo>
                    <a:pt x="415825" y="270920"/>
                  </a:lnTo>
                  <a:lnTo>
                    <a:pt x="416322" y="274980"/>
                  </a:lnTo>
                  <a:lnTo>
                    <a:pt x="414690" y="278169"/>
                  </a:lnTo>
                  <a:lnTo>
                    <a:pt x="413292" y="281603"/>
                  </a:lnTo>
                  <a:lnTo>
                    <a:pt x="411754" y="285376"/>
                  </a:lnTo>
                  <a:lnTo>
                    <a:pt x="409790" y="286860"/>
                  </a:lnTo>
                  <a:lnTo>
                    <a:pt x="408454" y="281351"/>
                  </a:lnTo>
                  <a:lnTo>
                    <a:pt x="407118" y="276963"/>
                  </a:lnTo>
                  <a:lnTo>
                    <a:pt x="402918" y="272490"/>
                  </a:lnTo>
                  <a:lnTo>
                    <a:pt x="397752" y="267998"/>
                  </a:lnTo>
                  <a:lnTo>
                    <a:pt x="397013" y="260838"/>
                  </a:lnTo>
                  <a:lnTo>
                    <a:pt x="396807" y="253562"/>
                  </a:lnTo>
                  <a:lnTo>
                    <a:pt x="393920" y="246880"/>
                  </a:lnTo>
                  <a:lnTo>
                    <a:pt x="392288" y="241056"/>
                  </a:lnTo>
                  <a:lnTo>
                    <a:pt x="392243" y="240892"/>
                  </a:lnTo>
                  <a:lnTo>
                    <a:pt x="398480" y="233443"/>
                  </a:lnTo>
                  <a:lnTo>
                    <a:pt x="399798" y="226052"/>
                  </a:lnTo>
                  <a:lnTo>
                    <a:pt x="401007" y="217413"/>
                  </a:lnTo>
                  <a:lnTo>
                    <a:pt x="401319" y="216189"/>
                  </a:lnTo>
                  <a:lnTo>
                    <a:pt x="402528" y="211429"/>
                  </a:lnTo>
                  <a:lnTo>
                    <a:pt x="402289" y="206145"/>
                  </a:lnTo>
                  <a:lnTo>
                    <a:pt x="400306" y="199695"/>
                  </a:lnTo>
                  <a:lnTo>
                    <a:pt x="399229" y="193583"/>
                  </a:lnTo>
                  <a:lnTo>
                    <a:pt x="399205" y="193448"/>
                  </a:lnTo>
                  <a:lnTo>
                    <a:pt x="395554" y="191958"/>
                  </a:lnTo>
                  <a:lnTo>
                    <a:pt x="394352" y="185191"/>
                  </a:lnTo>
                  <a:lnTo>
                    <a:pt x="392344" y="181192"/>
                  </a:lnTo>
                  <a:lnTo>
                    <a:pt x="394652" y="175824"/>
                  </a:lnTo>
                  <a:lnTo>
                    <a:pt x="391330" y="172267"/>
                  </a:lnTo>
                  <a:lnTo>
                    <a:pt x="388262" y="168698"/>
                  </a:lnTo>
                  <a:lnTo>
                    <a:pt x="387895" y="168270"/>
                  </a:lnTo>
                  <a:lnTo>
                    <a:pt x="387182" y="164210"/>
                  </a:lnTo>
                  <a:lnTo>
                    <a:pt x="381739" y="161360"/>
                  </a:lnTo>
                  <a:lnTo>
                    <a:pt x="383372" y="159652"/>
                  </a:lnTo>
                  <a:lnTo>
                    <a:pt x="380624" y="156326"/>
                  </a:lnTo>
                  <a:lnTo>
                    <a:pt x="372974" y="156938"/>
                  </a:lnTo>
                  <a:lnTo>
                    <a:pt x="367667" y="157190"/>
                  </a:lnTo>
                  <a:lnTo>
                    <a:pt x="366913" y="161995"/>
                  </a:lnTo>
                  <a:lnTo>
                    <a:pt x="364062" y="162080"/>
                  </a:lnTo>
                  <a:lnTo>
                    <a:pt x="361187" y="156814"/>
                  </a:lnTo>
                  <a:lnTo>
                    <a:pt x="360779" y="152389"/>
                  </a:lnTo>
                  <a:lnTo>
                    <a:pt x="358028" y="151089"/>
                  </a:lnTo>
                  <a:lnTo>
                    <a:pt x="353392" y="150234"/>
                  </a:lnTo>
                  <a:lnTo>
                    <a:pt x="353071" y="150175"/>
                  </a:lnTo>
                  <a:lnTo>
                    <a:pt x="351855" y="145618"/>
                  </a:lnTo>
                  <a:lnTo>
                    <a:pt x="349133" y="141764"/>
                  </a:lnTo>
                  <a:lnTo>
                    <a:pt x="345736" y="139012"/>
                  </a:lnTo>
                  <a:lnTo>
                    <a:pt x="341611" y="139404"/>
                  </a:lnTo>
                  <a:lnTo>
                    <a:pt x="340196" y="136950"/>
                  </a:lnTo>
                  <a:lnTo>
                    <a:pt x="332421" y="133666"/>
                  </a:lnTo>
                  <a:lnTo>
                    <a:pt x="331142" y="127536"/>
                  </a:lnTo>
                  <a:lnTo>
                    <a:pt x="329471" y="121628"/>
                  </a:lnTo>
                  <a:lnTo>
                    <a:pt x="329368" y="121264"/>
                  </a:lnTo>
                  <a:lnTo>
                    <a:pt x="323835" y="119869"/>
                  </a:lnTo>
                  <a:lnTo>
                    <a:pt x="319456" y="118554"/>
                  </a:lnTo>
                  <a:lnTo>
                    <a:pt x="315171" y="113712"/>
                  </a:lnTo>
                  <a:lnTo>
                    <a:pt x="311070" y="108362"/>
                  </a:lnTo>
                  <a:lnTo>
                    <a:pt x="306174" y="103865"/>
                  </a:lnTo>
                  <a:lnTo>
                    <a:pt x="297208" y="100422"/>
                  </a:lnTo>
                  <a:lnTo>
                    <a:pt x="285723" y="97126"/>
                  </a:lnTo>
                  <a:lnTo>
                    <a:pt x="280510" y="93682"/>
                  </a:lnTo>
                  <a:lnTo>
                    <a:pt x="279789" y="93205"/>
                  </a:lnTo>
                  <a:lnTo>
                    <a:pt x="275085" y="93633"/>
                  </a:lnTo>
                  <a:lnTo>
                    <a:pt x="274139" y="94012"/>
                  </a:lnTo>
                  <a:lnTo>
                    <a:pt x="270626" y="95418"/>
                  </a:lnTo>
                  <a:lnTo>
                    <a:pt x="266822" y="97662"/>
                  </a:lnTo>
                  <a:lnTo>
                    <a:pt x="264517" y="97069"/>
                  </a:lnTo>
                  <a:lnTo>
                    <a:pt x="258803" y="100557"/>
                  </a:lnTo>
                  <a:lnTo>
                    <a:pt x="253760" y="105762"/>
                  </a:lnTo>
                  <a:lnTo>
                    <a:pt x="255821" y="108811"/>
                  </a:lnTo>
                  <a:lnTo>
                    <a:pt x="256221" y="109402"/>
                  </a:lnTo>
                  <a:lnTo>
                    <a:pt x="257309" y="112592"/>
                  </a:lnTo>
                  <a:lnTo>
                    <a:pt x="256525" y="115107"/>
                  </a:lnTo>
                  <a:lnTo>
                    <a:pt x="250861" y="115601"/>
                  </a:lnTo>
                  <a:lnTo>
                    <a:pt x="247106" y="114391"/>
                  </a:lnTo>
                  <a:lnTo>
                    <a:pt x="242403" y="116517"/>
                  </a:lnTo>
                  <a:lnTo>
                    <a:pt x="239592" y="118986"/>
                  </a:lnTo>
                  <a:lnTo>
                    <a:pt x="241544" y="125468"/>
                  </a:lnTo>
                  <a:lnTo>
                    <a:pt x="238943" y="128065"/>
                  </a:lnTo>
                  <a:lnTo>
                    <a:pt x="232614" y="131227"/>
                  </a:lnTo>
                  <a:lnTo>
                    <a:pt x="227220" y="138425"/>
                  </a:lnTo>
                  <a:lnTo>
                    <a:pt x="220214" y="142875"/>
                  </a:lnTo>
                  <a:lnTo>
                    <a:pt x="208467" y="150990"/>
                  </a:lnTo>
                  <a:lnTo>
                    <a:pt x="199341" y="147669"/>
                  </a:lnTo>
                  <a:lnTo>
                    <a:pt x="194333" y="146466"/>
                  </a:lnTo>
                  <a:lnTo>
                    <a:pt x="191179" y="145707"/>
                  </a:lnTo>
                  <a:lnTo>
                    <a:pt x="184479" y="148749"/>
                  </a:lnTo>
                  <a:lnTo>
                    <a:pt x="179484" y="140909"/>
                  </a:lnTo>
                  <a:lnTo>
                    <a:pt x="177415" y="133897"/>
                  </a:lnTo>
                  <a:lnTo>
                    <a:pt x="178823" y="126776"/>
                  </a:lnTo>
                  <a:lnTo>
                    <a:pt x="178452" y="126566"/>
                  </a:lnTo>
                  <a:lnTo>
                    <a:pt x="175379" y="124822"/>
                  </a:lnTo>
                  <a:lnTo>
                    <a:pt x="170615" y="124638"/>
                  </a:lnTo>
                  <a:lnTo>
                    <a:pt x="163518" y="120113"/>
                  </a:lnTo>
                  <a:lnTo>
                    <a:pt x="160961" y="117918"/>
                  </a:lnTo>
                  <a:lnTo>
                    <a:pt x="153318" y="115642"/>
                  </a:lnTo>
                  <a:lnTo>
                    <a:pt x="143779" y="110085"/>
                  </a:lnTo>
                  <a:lnTo>
                    <a:pt x="128897" y="104598"/>
                  </a:lnTo>
                  <a:lnTo>
                    <a:pt x="128576" y="104479"/>
                  </a:lnTo>
                  <a:lnTo>
                    <a:pt x="121466" y="102764"/>
                  </a:lnTo>
                  <a:lnTo>
                    <a:pt x="114446" y="101528"/>
                  </a:lnTo>
                  <a:lnTo>
                    <a:pt x="111098" y="100935"/>
                  </a:lnTo>
                  <a:lnTo>
                    <a:pt x="97657" y="100116"/>
                  </a:lnTo>
                  <a:lnTo>
                    <a:pt x="96528" y="100046"/>
                  </a:lnTo>
                  <a:lnTo>
                    <a:pt x="79864" y="101278"/>
                  </a:lnTo>
                  <a:lnTo>
                    <a:pt x="67562" y="104220"/>
                  </a:lnTo>
                  <a:lnTo>
                    <a:pt x="63790" y="105117"/>
                  </a:lnTo>
                  <a:lnTo>
                    <a:pt x="58828" y="106923"/>
                  </a:lnTo>
                  <a:lnTo>
                    <a:pt x="41613" y="113150"/>
                  </a:lnTo>
                  <a:lnTo>
                    <a:pt x="36208" y="114661"/>
                  </a:lnTo>
                  <a:lnTo>
                    <a:pt x="33340" y="115461"/>
                  </a:lnTo>
                  <a:lnTo>
                    <a:pt x="29448" y="115835"/>
                  </a:lnTo>
                  <a:lnTo>
                    <a:pt x="22165" y="118720"/>
                  </a:lnTo>
                  <a:lnTo>
                    <a:pt x="14975" y="121234"/>
                  </a:lnTo>
                  <a:lnTo>
                    <a:pt x="19233" y="115041"/>
                  </a:lnTo>
                  <a:lnTo>
                    <a:pt x="20127" y="109739"/>
                  </a:lnTo>
                  <a:lnTo>
                    <a:pt x="24636" y="106147"/>
                  </a:lnTo>
                  <a:lnTo>
                    <a:pt x="20820" y="104903"/>
                  </a:lnTo>
                  <a:lnTo>
                    <a:pt x="18033" y="100919"/>
                  </a:lnTo>
                  <a:lnTo>
                    <a:pt x="18561" y="97099"/>
                  </a:lnTo>
                  <a:lnTo>
                    <a:pt x="20231" y="92115"/>
                  </a:lnTo>
                  <a:lnTo>
                    <a:pt x="19730" y="87565"/>
                  </a:lnTo>
                  <a:lnTo>
                    <a:pt x="16208" y="84979"/>
                  </a:lnTo>
                  <a:lnTo>
                    <a:pt x="9657" y="81946"/>
                  </a:lnTo>
                  <a:lnTo>
                    <a:pt x="7953" y="79639"/>
                  </a:lnTo>
                  <a:lnTo>
                    <a:pt x="0" y="721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36530" y="4133632"/>
              <a:ext cx="384365" cy="391919"/>
            </a:xfrm>
            <a:custGeom>
              <a:avLst/>
              <a:pathLst>
                <a:path w="384365" h="391919">
                  <a:moveTo>
                    <a:pt x="0" y="34316"/>
                  </a:moveTo>
                  <a:lnTo>
                    <a:pt x="9215" y="32806"/>
                  </a:lnTo>
                  <a:lnTo>
                    <a:pt x="15508" y="31766"/>
                  </a:lnTo>
                  <a:lnTo>
                    <a:pt x="16983" y="31473"/>
                  </a:lnTo>
                  <a:lnTo>
                    <a:pt x="23032" y="30266"/>
                  </a:lnTo>
                  <a:lnTo>
                    <a:pt x="23909" y="30102"/>
                  </a:lnTo>
                  <a:lnTo>
                    <a:pt x="39333" y="27192"/>
                  </a:lnTo>
                  <a:lnTo>
                    <a:pt x="43917" y="26339"/>
                  </a:lnTo>
                  <a:lnTo>
                    <a:pt x="44120" y="26301"/>
                  </a:lnTo>
                  <a:lnTo>
                    <a:pt x="52233" y="24780"/>
                  </a:lnTo>
                  <a:lnTo>
                    <a:pt x="55801" y="24122"/>
                  </a:lnTo>
                  <a:lnTo>
                    <a:pt x="58231" y="23673"/>
                  </a:lnTo>
                  <a:lnTo>
                    <a:pt x="61628" y="23043"/>
                  </a:lnTo>
                  <a:lnTo>
                    <a:pt x="69058" y="21646"/>
                  </a:lnTo>
                  <a:lnTo>
                    <a:pt x="76950" y="20208"/>
                  </a:lnTo>
                  <a:lnTo>
                    <a:pt x="90070" y="17715"/>
                  </a:lnTo>
                  <a:lnTo>
                    <a:pt x="103563" y="15194"/>
                  </a:lnTo>
                  <a:lnTo>
                    <a:pt x="112262" y="13551"/>
                  </a:lnTo>
                  <a:lnTo>
                    <a:pt x="117091" y="12634"/>
                  </a:lnTo>
                  <a:lnTo>
                    <a:pt x="139255" y="8381"/>
                  </a:lnTo>
                  <a:lnTo>
                    <a:pt x="144175" y="7210"/>
                  </a:lnTo>
                  <a:lnTo>
                    <a:pt x="148781" y="6111"/>
                  </a:lnTo>
                  <a:lnTo>
                    <a:pt x="159898" y="3441"/>
                  </a:lnTo>
                  <a:lnTo>
                    <a:pt x="174788" y="0"/>
                  </a:lnTo>
                  <a:lnTo>
                    <a:pt x="174398" y="4118"/>
                  </a:lnTo>
                  <a:lnTo>
                    <a:pt x="173737" y="6949"/>
                  </a:lnTo>
                  <a:lnTo>
                    <a:pt x="170128" y="11262"/>
                  </a:lnTo>
                  <a:lnTo>
                    <a:pt x="167015" y="14662"/>
                  </a:lnTo>
                  <a:lnTo>
                    <a:pt x="165229" y="17728"/>
                  </a:lnTo>
                  <a:lnTo>
                    <a:pt x="163008" y="21137"/>
                  </a:lnTo>
                  <a:lnTo>
                    <a:pt x="163739" y="23664"/>
                  </a:lnTo>
                  <a:lnTo>
                    <a:pt x="161889" y="26787"/>
                  </a:lnTo>
                  <a:lnTo>
                    <a:pt x="162323" y="27734"/>
                  </a:lnTo>
                  <a:lnTo>
                    <a:pt x="163467" y="30230"/>
                  </a:lnTo>
                  <a:lnTo>
                    <a:pt x="163628" y="30582"/>
                  </a:lnTo>
                  <a:lnTo>
                    <a:pt x="168464" y="32911"/>
                  </a:lnTo>
                  <a:lnTo>
                    <a:pt x="172976" y="35102"/>
                  </a:lnTo>
                  <a:lnTo>
                    <a:pt x="178007" y="36016"/>
                  </a:lnTo>
                  <a:lnTo>
                    <a:pt x="182429" y="39630"/>
                  </a:lnTo>
                  <a:lnTo>
                    <a:pt x="182944" y="40050"/>
                  </a:lnTo>
                  <a:lnTo>
                    <a:pt x="186766" y="42513"/>
                  </a:lnTo>
                  <a:lnTo>
                    <a:pt x="186954" y="42635"/>
                  </a:lnTo>
                  <a:lnTo>
                    <a:pt x="191020" y="43650"/>
                  </a:lnTo>
                  <a:lnTo>
                    <a:pt x="191272" y="43554"/>
                  </a:lnTo>
                  <a:lnTo>
                    <a:pt x="195747" y="41851"/>
                  </a:lnTo>
                  <a:lnTo>
                    <a:pt x="199560" y="41981"/>
                  </a:lnTo>
                  <a:lnTo>
                    <a:pt x="202930" y="47666"/>
                  </a:lnTo>
                  <a:lnTo>
                    <a:pt x="204882" y="50900"/>
                  </a:lnTo>
                  <a:lnTo>
                    <a:pt x="208899" y="55598"/>
                  </a:lnTo>
                  <a:lnTo>
                    <a:pt x="209431" y="56229"/>
                  </a:lnTo>
                  <a:lnTo>
                    <a:pt x="212208" y="59523"/>
                  </a:lnTo>
                  <a:lnTo>
                    <a:pt x="213308" y="61909"/>
                  </a:lnTo>
                  <a:lnTo>
                    <a:pt x="215826" y="67372"/>
                  </a:lnTo>
                  <a:lnTo>
                    <a:pt x="222008" y="72031"/>
                  </a:lnTo>
                  <a:lnTo>
                    <a:pt x="226459" y="77132"/>
                  </a:lnTo>
                  <a:lnTo>
                    <a:pt x="226755" y="77471"/>
                  </a:lnTo>
                  <a:lnTo>
                    <a:pt x="229629" y="81536"/>
                  </a:lnTo>
                  <a:lnTo>
                    <a:pt x="230243" y="82404"/>
                  </a:lnTo>
                  <a:lnTo>
                    <a:pt x="233480" y="82470"/>
                  </a:lnTo>
                  <a:lnTo>
                    <a:pt x="240383" y="87237"/>
                  </a:lnTo>
                  <a:lnTo>
                    <a:pt x="248685" y="89663"/>
                  </a:lnTo>
                  <a:lnTo>
                    <a:pt x="256168" y="96007"/>
                  </a:lnTo>
                  <a:lnTo>
                    <a:pt x="258505" y="99346"/>
                  </a:lnTo>
                  <a:lnTo>
                    <a:pt x="260140" y="101681"/>
                  </a:lnTo>
                  <a:lnTo>
                    <a:pt x="263583" y="105126"/>
                  </a:lnTo>
                  <a:lnTo>
                    <a:pt x="267142" y="105496"/>
                  </a:lnTo>
                  <a:lnTo>
                    <a:pt x="267775" y="105562"/>
                  </a:lnTo>
                  <a:lnTo>
                    <a:pt x="274132" y="108707"/>
                  </a:lnTo>
                  <a:lnTo>
                    <a:pt x="275218" y="109884"/>
                  </a:lnTo>
                  <a:lnTo>
                    <a:pt x="277606" y="112472"/>
                  </a:lnTo>
                  <a:lnTo>
                    <a:pt x="282704" y="114155"/>
                  </a:lnTo>
                  <a:lnTo>
                    <a:pt x="283999" y="118523"/>
                  </a:lnTo>
                  <a:lnTo>
                    <a:pt x="284201" y="124468"/>
                  </a:lnTo>
                  <a:lnTo>
                    <a:pt x="291010" y="126523"/>
                  </a:lnTo>
                  <a:lnTo>
                    <a:pt x="291911" y="131369"/>
                  </a:lnTo>
                  <a:lnTo>
                    <a:pt x="291999" y="131841"/>
                  </a:lnTo>
                  <a:lnTo>
                    <a:pt x="298533" y="133807"/>
                  </a:lnTo>
                  <a:lnTo>
                    <a:pt x="298711" y="134337"/>
                  </a:lnTo>
                  <a:lnTo>
                    <a:pt x="299988" y="138132"/>
                  </a:lnTo>
                  <a:lnTo>
                    <a:pt x="307675" y="140756"/>
                  </a:lnTo>
                  <a:lnTo>
                    <a:pt x="310931" y="141269"/>
                  </a:lnTo>
                  <a:lnTo>
                    <a:pt x="312027" y="141442"/>
                  </a:lnTo>
                  <a:lnTo>
                    <a:pt x="316807" y="143976"/>
                  </a:lnTo>
                  <a:lnTo>
                    <a:pt x="320283" y="145816"/>
                  </a:lnTo>
                  <a:lnTo>
                    <a:pt x="321646" y="151879"/>
                  </a:lnTo>
                  <a:lnTo>
                    <a:pt x="324943" y="155240"/>
                  </a:lnTo>
                  <a:lnTo>
                    <a:pt x="329154" y="160240"/>
                  </a:lnTo>
                  <a:lnTo>
                    <a:pt x="331138" y="167553"/>
                  </a:lnTo>
                  <a:lnTo>
                    <a:pt x="331256" y="167988"/>
                  </a:lnTo>
                  <a:lnTo>
                    <a:pt x="334028" y="175002"/>
                  </a:lnTo>
                  <a:lnTo>
                    <a:pt x="334589" y="179148"/>
                  </a:lnTo>
                  <a:lnTo>
                    <a:pt x="335430" y="179551"/>
                  </a:lnTo>
                  <a:lnTo>
                    <a:pt x="340225" y="181844"/>
                  </a:lnTo>
                  <a:lnTo>
                    <a:pt x="343651" y="182335"/>
                  </a:lnTo>
                  <a:lnTo>
                    <a:pt x="344367" y="182437"/>
                  </a:lnTo>
                  <a:lnTo>
                    <a:pt x="351433" y="187900"/>
                  </a:lnTo>
                  <a:lnTo>
                    <a:pt x="352323" y="192480"/>
                  </a:lnTo>
                  <a:lnTo>
                    <a:pt x="354308" y="194404"/>
                  </a:lnTo>
                  <a:lnTo>
                    <a:pt x="358052" y="198028"/>
                  </a:lnTo>
                  <a:lnTo>
                    <a:pt x="359392" y="202943"/>
                  </a:lnTo>
                  <a:lnTo>
                    <a:pt x="358205" y="206655"/>
                  </a:lnTo>
                  <a:lnTo>
                    <a:pt x="358808" y="207457"/>
                  </a:lnTo>
                  <a:lnTo>
                    <a:pt x="361676" y="211271"/>
                  </a:lnTo>
                  <a:lnTo>
                    <a:pt x="363179" y="216634"/>
                  </a:lnTo>
                  <a:lnTo>
                    <a:pt x="369068" y="217862"/>
                  </a:lnTo>
                  <a:lnTo>
                    <a:pt x="371057" y="215922"/>
                  </a:lnTo>
                  <a:lnTo>
                    <a:pt x="376361" y="218579"/>
                  </a:lnTo>
                  <a:lnTo>
                    <a:pt x="380910" y="219612"/>
                  </a:lnTo>
                  <a:lnTo>
                    <a:pt x="384139" y="219797"/>
                  </a:lnTo>
                  <a:lnTo>
                    <a:pt x="384365" y="222954"/>
                  </a:lnTo>
                  <a:lnTo>
                    <a:pt x="380591" y="227790"/>
                  </a:lnTo>
                  <a:lnTo>
                    <a:pt x="378934" y="230915"/>
                  </a:lnTo>
                  <a:lnTo>
                    <a:pt x="375622" y="236686"/>
                  </a:lnTo>
                  <a:lnTo>
                    <a:pt x="373718" y="241044"/>
                  </a:lnTo>
                  <a:lnTo>
                    <a:pt x="371671" y="246097"/>
                  </a:lnTo>
                  <a:lnTo>
                    <a:pt x="368436" y="250266"/>
                  </a:lnTo>
                  <a:lnTo>
                    <a:pt x="368300" y="251377"/>
                  </a:lnTo>
                  <a:lnTo>
                    <a:pt x="368180" y="252353"/>
                  </a:lnTo>
                  <a:lnTo>
                    <a:pt x="369876" y="258795"/>
                  </a:lnTo>
                  <a:lnTo>
                    <a:pt x="368122" y="265200"/>
                  </a:lnTo>
                  <a:lnTo>
                    <a:pt x="368264" y="266622"/>
                  </a:lnTo>
                  <a:lnTo>
                    <a:pt x="368460" y="268584"/>
                  </a:lnTo>
                  <a:lnTo>
                    <a:pt x="366724" y="273808"/>
                  </a:lnTo>
                  <a:lnTo>
                    <a:pt x="364405" y="279528"/>
                  </a:lnTo>
                  <a:lnTo>
                    <a:pt x="363771" y="284416"/>
                  </a:lnTo>
                  <a:lnTo>
                    <a:pt x="365881" y="288150"/>
                  </a:lnTo>
                  <a:lnTo>
                    <a:pt x="365784" y="289000"/>
                  </a:lnTo>
                  <a:lnTo>
                    <a:pt x="365262" y="293593"/>
                  </a:lnTo>
                  <a:lnTo>
                    <a:pt x="364273" y="297211"/>
                  </a:lnTo>
                  <a:lnTo>
                    <a:pt x="360792" y="304183"/>
                  </a:lnTo>
                  <a:lnTo>
                    <a:pt x="358504" y="305683"/>
                  </a:lnTo>
                  <a:lnTo>
                    <a:pt x="359415" y="310162"/>
                  </a:lnTo>
                  <a:lnTo>
                    <a:pt x="358919" y="315261"/>
                  </a:lnTo>
                  <a:lnTo>
                    <a:pt x="359918" y="317342"/>
                  </a:lnTo>
                  <a:lnTo>
                    <a:pt x="360425" y="318396"/>
                  </a:lnTo>
                  <a:lnTo>
                    <a:pt x="361790" y="324279"/>
                  </a:lnTo>
                  <a:lnTo>
                    <a:pt x="360628" y="332259"/>
                  </a:lnTo>
                  <a:lnTo>
                    <a:pt x="359995" y="336975"/>
                  </a:lnTo>
                  <a:lnTo>
                    <a:pt x="362128" y="341858"/>
                  </a:lnTo>
                  <a:lnTo>
                    <a:pt x="357290" y="341747"/>
                  </a:lnTo>
                  <a:lnTo>
                    <a:pt x="355739" y="342050"/>
                  </a:lnTo>
                  <a:lnTo>
                    <a:pt x="353411" y="343250"/>
                  </a:lnTo>
                  <a:lnTo>
                    <a:pt x="347940" y="343202"/>
                  </a:lnTo>
                  <a:lnTo>
                    <a:pt x="345133" y="342476"/>
                  </a:lnTo>
                  <a:lnTo>
                    <a:pt x="340363" y="343070"/>
                  </a:lnTo>
                  <a:lnTo>
                    <a:pt x="337697" y="341499"/>
                  </a:lnTo>
                  <a:lnTo>
                    <a:pt x="334129" y="340831"/>
                  </a:lnTo>
                  <a:lnTo>
                    <a:pt x="329680" y="341548"/>
                  </a:lnTo>
                  <a:lnTo>
                    <a:pt x="326766" y="339682"/>
                  </a:lnTo>
                  <a:lnTo>
                    <a:pt x="326491" y="339689"/>
                  </a:lnTo>
                  <a:lnTo>
                    <a:pt x="323668" y="339759"/>
                  </a:lnTo>
                  <a:lnTo>
                    <a:pt x="320513" y="344107"/>
                  </a:lnTo>
                  <a:lnTo>
                    <a:pt x="318299" y="347722"/>
                  </a:lnTo>
                  <a:lnTo>
                    <a:pt x="318531" y="352847"/>
                  </a:lnTo>
                  <a:lnTo>
                    <a:pt x="318537" y="356115"/>
                  </a:lnTo>
                  <a:lnTo>
                    <a:pt x="321857" y="360187"/>
                  </a:lnTo>
                  <a:lnTo>
                    <a:pt x="322755" y="366254"/>
                  </a:lnTo>
                  <a:lnTo>
                    <a:pt x="323327" y="373567"/>
                  </a:lnTo>
                  <a:lnTo>
                    <a:pt x="322993" y="377554"/>
                  </a:lnTo>
                  <a:lnTo>
                    <a:pt x="323596" y="380363"/>
                  </a:lnTo>
                  <a:lnTo>
                    <a:pt x="322870" y="380675"/>
                  </a:lnTo>
                  <a:lnTo>
                    <a:pt x="319762" y="382009"/>
                  </a:lnTo>
                  <a:lnTo>
                    <a:pt x="316136" y="382545"/>
                  </a:lnTo>
                  <a:lnTo>
                    <a:pt x="313346" y="382671"/>
                  </a:lnTo>
                  <a:lnTo>
                    <a:pt x="310256" y="378359"/>
                  </a:lnTo>
                  <a:lnTo>
                    <a:pt x="310182" y="373953"/>
                  </a:lnTo>
                  <a:lnTo>
                    <a:pt x="307374" y="370431"/>
                  </a:lnTo>
                  <a:lnTo>
                    <a:pt x="307504" y="366538"/>
                  </a:lnTo>
                  <a:lnTo>
                    <a:pt x="292496" y="368216"/>
                  </a:lnTo>
                  <a:lnTo>
                    <a:pt x="289440" y="368554"/>
                  </a:lnTo>
                  <a:lnTo>
                    <a:pt x="280178" y="369818"/>
                  </a:lnTo>
                  <a:lnTo>
                    <a:pt x="272308" y="370881"/>
                  </a:lnTo>
                  <a:lnTo>
                    <a:pt x="258301" y="372749"/>
                  </a:lnTo>
                  <a:lnTo>
                    <a:pt x="239347" y="375270"/>
                  </a:lnTo>
                  <a:lnTo>
                    <a:pt x="238959" y="375320"/>
                  </a:lnTo>
                  <a:lnTo>
                    <a:pt x="226065" y="376961"/>
                  </a:lnTo>
                  <a:lnTo>
                    <a:pt x="222454" y="377416"/>
                  </a:lnTo>
                  <a:lnTo>
                    <a:pt x="211833" y="378741"/>
                  </a:lnTo>
                  <a:lnTo>
                    <a:pt x="203498" y="379839"/>
                  </a:lnTo>
                  <a:lnTo>
                    <a:pt x="193649" y="381121"/>
                  </a:lnTo>
                  <a:lnTo>
                    <a:pt x="187886" y="381864"/>
                  </a:lnTo>
                  <a:lnTo>
                    <a:pt x="173975" y="383669"/>
                  </a:lnTo>
                  <a:lnTo>
                    <a:pt x="168282" y="384399"/>
                  </a:lnTo>
                  <a:lnTo>
                    <a:pt x="165205" y="384791"/>
                  </a:lnTo>
                  <a:lnTo>
                    <a:pt x="153244" y="386421"/>
                  </a:lnTo>
                  <a:lnTo>
                    <a:pt x="146146" y="387378"/>
                  </a:lnTo>
                  <a:lnTo>
                    <a:pt x="139157" y="388312"/>
                  </a:lnTo>
                  <a:lnTo>
                    <a:pt x="113884" y="391397"/>
                  </a:lnTo>
                  <a:lnTo>
                    <a:pt x="110032" y="391919"/>
                  </a:lnTo>
                  <a:lnTo>
                    <a:pt x="105284" y="387432"/>
                  </a:lnTo>
                  <a:lnTo>
                    <a:pt x="103282" y="382332"/>
                  </a:lnTo>
                  <a:lnTo>
                    <a:pt x="102594" y="378520"/>
                  </a:lnTo>
                  <a:lnTo>
                    <a:pt x="98283" y="374152"/>
                  </a:lnTo>
                  <a:lnTo>
                    <a:pt x="96114" y="371008"/>
                  </a:lnTo>
                  <a:lnTo>
                    <a:pt x="96069" y="368934"/>
                  </a:lnTo>
                  <a:lnTo>
                    <a:pt x="94724" y="364516"/>
                  </a:lnTo>
                  <a:lnTo>
                    <a:pt x="93721" y="362763"/>
                  </a:lnTo>
                  <a:lnTo>
                    <a:pt x="92225" y="360144"/>
                  </a:lnTo>
                  <a:lnTo>
                    <a:pt x="85908" y="354364"/>
                  </a:lnTo>
                  <a:lnTo>
                    <a:pt x="84921" y="348185"/>
                  </a:lnTo>
                  <a:lnTo>
                    <a:pt x="85803" y="344821"/>
                  </a:lnTo>
                  <a:lnTo>
                    <a:pt x="85695" y="343640"/>
                  </a:lnTo>
                  <a:lnTo>
                    <a:pt x="85592" y="342513"/>
                  </a:lnTo>
                  <a:lnTo>
                    <a:pt x="84719" y="339034"/>
                  </a:lnTo>
                  <a:lnTo>
                    <a:pt x="85771" y="332816"/>
                  </a:lnTo>
                  <a:lnTo>
                    <a:pt x="84875" y="329713"/>
                  </a:lnTo>
                  <a:lnTo>
                    <a:pt x="85668" y="325065"/>
                  </a:lnTo>
                  <a:lnTo>
                    <a:pt x="86057" y="322781"/>
                  </a:lnTo>
                  <a:lnTo>
                    <a:pt x="84535" y="320745"/>
                  </a:lnTo>
                  <a:lnTo>
                    <a:pt x="83872" y="316510"/>
                  </a:lnTo>
                  <a:lnTo>
                    <a:pt x="77958" y="310967"/>
                  </a:lnTo>
                  <a:lnTo>
                    <a:pt x="77948" y="307647"/>
                  </a:lnTo>
                  <a:lnTo>
                    <a:pt x="77075" y="305130"/>
                  </a:lnTo>
                  <a:lnTo>
                    <a:pt x="76576" y="303692"/>
                  </a:lnTo>
                  <a:lnTo>
                    <a:pt x="74877" y="298793"/>
                  </a:lnTo>
                  <a:lnTo>
                    <a:pt x="76199" y="293793"/>
                  </a:lnTo>
                  <a:lnTo>
                    <a:pt x="78598" y="286846"/>
                  </a:lnTo>
                  <a:lnTo>
                    <a:pt x="78584" y="284689"/>
                  </a:lnTo>
                  <a:lnTo>
                    <a:pt x="78542" y="278490"/>
                  </a:lnTo>
                  <a:lnTo>
                    <a:pt x="78526" y="276276"/>
                  </a:lnTo>
                  <a:lnTo>
                    <a:pt x="77031" y="272253"/>
                  </a:lnTo>
                  <a:lnTo>
                    <a:pt x="80814" y="267223"/>
                  </a:lnTo>
                  <a:lnTo>
                    <a:pt x="85287" y="263462"/>
                  </a:lnTo>
                  <a:lnTo>
                    <a:pt x="85870" y="262317"/>
                  </a:lnTo>
                  <a:lnTo>
                    <a:pt x="87477" y="259157"/>
                  </a:lnTo>
                  <a:lnTo>
                    <a:pt x="82266" y="256339"/>
                  </a:lnTo>
                  <a:lnTo>
                    <a:pt x="78049" y="254376"/>
                  </a:lnTo>
                  <a:lnTo>
                    <a:pt x="79485" y="251782"/>
                  </a:lnTo>
                  <a:lnTo>
                    <a:pt x="79441" y="250391"/>
                  </a:lnTo>
                  <a:lnTo>
                    <a:pt x="79264" y="244794"/>
                  </a:lnTo>
                  <a:lnTo>
                    <a:pt x="76377" y="239642"/>
                  </a:lnTo>
                  <a:lnTo>
                    <a:pt x="76239" y="239394"/>
                  </a:lnTo>
                  <a:lnTo>
                    <a:pt x="75623" y="238294"/>
                  </a:lnTo>
                  <a:lnTo>
                    <a:pt x="70285" y="234012"/>
                  </a:lnTo>
                  <a:lnTo>
                    <a:pt x="69502" y="231953"/>
                  </a:lnTo>
                  <a:lnTo>
                    <a:pt x="67935" y="227829"/>
                  </a:lnTo>
                  <a:lnTo>
                    <a:pt x="65108" y="221934"/>
                  </a:lnTo>
                  <a:lnTo>
                    <a:pt x="64083" y="220246"/>
                  </a:lnTo>
                  <a:lnTo>
                    <a:pt x="60451" y="214267"/>
                  </a:lnTo>
                  <a:lnTo>
                    <a:pt x="58298" y="211590"/>
                  </a:lnTo>
                  <a:lnTo>
                    <a:pt x="58057" y="210854"/>
                  </a:lnTo>
                  <a:lnTo>
                    <a:pt x="51554" y="191005"/>
                  </a:lnTo>
                  <a:lnTo>
                    <a:pt x="50969" y="189213"/>
                  </a:lnTo>
                  <a:lnTo>
                    <a:pt x="42848" y="164302"/>
                  </a:lnTo>
                  <a:lnTo>
                    <a:pt x="41359" y="159729"/>
                  </a:lnTo>
                  <a:lnTo>
                    <a:pt x="40080" y="155801"/>
                  </a:lnTo>
                  <a:lnTo>
                    <a:pt x="36715" y="145506"/>
                  </a:lnTo>
                  <a:lnTo>
                    <a:pt x="33582" y="135917"/>
                  </a:lnTo>
                  <a:lnTo>
                    <a:pt x="29934" y="124748"/>
                  </a:lnTo>
                  <a:lnTo>
                    <a:pt x="28232" y="119534"/>
                  </a:lnTo>
                  <a:lnTo>
                    <a:pt x="25095" y="109779"/>
                  </a:lnTo>
                  <a:lnTo>
                    <a:pt x="23904" y="106077"/>
                  </a:lnTo>
                  <a:lnTo>
                    <a:pt x="19365" y="92644"/>
                  </a:lnTo>
                  <a:lnTo>
                    <a:pt x="14063" y="76935"/>
                  </a:lnTo>
                  <a:lnTo>
                    <a:pt x="12654" y="72815"/>
                  </a:lnTo>
                  <a:lnTo>
                    <a:pt x="10810" y="67418"/>
                  </a:lnTo>
                  <a:lnTo>
                    <a:pt x="9810" y="64491"/>
                  </a:lnTo>
                  <a:lnTo>
                    <a:pt x="6216" y="53961"/>
                  </a:lnTo>
                  <a:lnTo>
                    <a:pt x="3234" y="44731"/>
                  </a:lnTo>
                  <a:lnTo>
                    <a:pt x="1512" y="3939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456066" y="5305269"/>
              <a:ext cx="105561" cy="119966"/>
            </a:xfrm>
            <a:custGeom>
              <a:avLst/>
              <a:pathLst>
                <a:path w="105561" h="119966">
                  <a:moveTo>
                    <a:pt x="551" y="42207"/>
                  </a:moveTo>
                  <a:lnTo>
                    <a:pt x="3614" y="39170"/>
                  </a:lnTo>
                  <a:lnTo>
                    <a:pt x="5605" y="36427"/>
                  </a:lnTo>
                  <a:lnTo>
                    <a:pt x="7761" y="36000"/>
                  </a:lnTo>
                  <a:lnTo>
                    <a:pt x="10113" y="33527"/>
                  </a:lnTo>
                  <a:lnTo>
                    <a:pt x="11413" y="29684"/>
                  </a:lnTo>
                  <a:lnTo>
                    <a:pt x="13870" y="26638"/>
                  </a:lnTo>
                  <a:lnTo>
                    <a:pt x="15701" y="25543"/>
                  </a:lnTo>
                  <a:lnTo>
                    <a:pt x="15664" y="21776"/>
                  </a:lnTo>
                  <a:lnTo>
                    <a:pt x="13151" y="18427"/>
                  </a:lnTo>
                  <a:lnTo>
                    <a:pt x="9070" y="12838"/>
                  </a:lnTo>
                  <a:lnTo>
                    <a:pt x="7387" y="8061"/>
                  </a:lnTo>
                  <a:lnTo>
                    <a:pt x="7368" y="1239"/>
                  </a:lnTo>
                  <a:lnTo>
                    <a:pt x="10205" y="0"/>
                  </a:lnTo>
                  <a:lnTo>
                    <a:pt x="14865" y="1820"/>
                  </a:lnTo>
                  <a:lnTo>
                    <a:pt x="20318" y="4900"/>
                  </a:lnTo>
                  <a:lnTo>
                    <a:pt x="23388" y="7803"/>
                  </a:lnTo>
                  <a:lnTo>
                    <a:pt x="29350" y="11542"/>
                  </a:lnTo>
                  <a:lnTo>
                    <a:pt x="32944" y="14247"/>
                  </a:lnTo>
                  <a:lnTo>
                    <a:pt x="36044" y="13820"/>
                  </a:lnTo>
                  <a:lnTo>
                    <a:pt x="40877" y="15626"/>
                  </a:lnTo>
                  <a:lnTo>
                    <a:pt x="50896" y="20310"/>
                  </a:lnTo>
                  <a:lnTo>
                    <a:pt x="61188" y="25474"/>
                  </a:lnTo>
                  <a:lnTo>
                    <a:pt x="70709" y="32671"/>
                  </a:lnTo>
                  <a:lnTo>
                    <a:pt x="74703" y="36421"/>
                  </a:lnTo>
                  <a:lnTo>
                    <a:pt x="78412" y="40265"/>
                  </a:lnTo>
                  <a:lnTo>
                    <a:pt x="79104" y="47185"/>
                  </a:lnTo>
                  <a:lnTo>
                    <a:pt x="80111" y="51448"/>
                  </a:lnTo>
                  <a:lnTo>
                    <a:pt x="83368" y="50587"/>
                  </a:lnTo>
                  <a:lnTo>
                    <a:pt x="86569" y="50797"/>
                  </a:lnTo>
                  <a:lnTo>
                    <a:pt x="89324" y="55167"/>
                  </a:lnTo>
                  <a:lnTo>
                    <a:pt x="90684" y="60239"/>
                  </a:lnTo>
                  <a:lnTo>
                    <a:pt x="93318" y="62837"/>
                  </a:lnTo>
                  <a:lnTo>
                    <a:pt x="101864" y="68098"/>
                  </a:lnTo>
                  <a:lnTo>
                    <a:pt x="105273" y="69920"/>
                  </a:lnTo>
                  <a:lnTo>
                    <a:pt x="105561" y="72496"/>
                  </a:lnTo>
                  <a:lnTo>
                    <a:pt x="101542" y="78170"/>
                  </a:lnTo>
                  <a:lnTo>
                    <a:pt x="96719" y="82407"/>
                  </a:lnTo>
                  <a:lnTo>
                    <a:pt x="91159" y="86530"/>
                  </a:lnTo>
                  <a:lnTo>
                    <a:pt x="84107" y="89717"/>
                  </a:lnTo>
                  <a:lnTo>
                    <a:pt x="80608" y="91473"/>
                  </a:lnTo>
                  <a:lnTo>
                    <a:pt x="76906" y="91932"/>
                  </a:lnTo>
                  <a:lnTo>
                    <a:pt x="71884" y="90512"/>
                  </a:lnTo>
                  <a:lnTo>
                    <a:pt x="68204" y="92362"/>
                  </a:lnTo>
                  <a:lnTo>
                    <a:pt x="64902" y="95818"/>
                  </a:lnTo>
                  <a:lnTo>
                    <a:pt x="62536" y="96365"/>
                  </a:lnTo>
                  <a:lnTo>
                    <a:pt x="58056" y="100402"/>
                  </a:lnTo>
                  <a:lnTo>
                    <a:pt x="53989" y="101398"/>
                  </a:lnTo>
                  <a:lnTo>
                    <a:pt x="50830" y="107181"/>
                  </a:lnTo>
                  <a:lnTo>
                    <a:pt x="48783" y="112432"/>
                  </a:lnTo>
                  <a:lnTo>
                    <a:pt x="47390" y="115594"/>
                  </a:lnTo>
                  <a:lnTo>
                    <a:pt x="45807" y="117997"/>
                  </a:lnTo>
                  <a:lnTo>
                    <a:pt x="43348" y="119966"/>
                  </a:lnTo>
                  <a:lnTo>
                    <a:pt x="38159" y="115147"/>
                  </a:lnTo>
                  <a:lnTo>
                    <a:pt x="30934" y="110850"/>
                  </a:lnTo>
                  <a:lnTo>
                    <a:pt x="24400" y="108485"/>
                  </a:lnTo>
                  <a:lnTo>
                    <a:pt x="20844" y="102830"/>
                  </a:lnTo>
                  <a:lnTo>
                    <a:pt x="19920" y="95815"/>
                  </a:lnTo>
                  <a:lnTo>
                    <a:pt x="19616" y="88894"/>
                  </a:lnTo>
                  <a:lnTo>
                    <a:pt x="20027" y="85396"/>
                  </a:lnTo>
                  <a:lnTo>
                    <a:pt x="19534" y="81089"/>
                  </a:lnTo>
                  <a:lnTo>
                    <a:pt x="16944" y="75058"/>
                  </a:lnTo>
                  <a:lnTo>
                    <a:pt x="15139" y="71596"/>
                  </a:lnTo>
                  <a:lnTo>
                    <a:pt x="12502" y="68579"/>
                  </a:lnTo>
                  <a:lnTo>
                    <a:pt x="10107" y="62389"/>
                  </a:lnTo>
                  <a:lnTo>
                    <a:pt x="8683" y="57750"/>
                  </a:lnTo>
                  <a:lnTo>
                    <a:pt x="6622" y="54598"/>
                  </a:lnTo>
                  <a:lnTo>
                    <a:pt x="3964" y="53791"/>
                  </a:lnTo>
                  <a:lnTo>
                    <a:pt x="3354" y="52084"/>
                  </a:lnTo>
                  <a:lnTo>
                    <a:pt x="0" y="465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89527" y="5234061"/>
              <a:ext cx="60028" cy="41199"/>
            </a:xfrm>
            <a:custGeom>
              <a:avLst/>
              <a:pathLst>
                <a:path w="60028" h="41199">
                  <a:moveTo>
                    <a:pt x="0" y="8966"/>
                  </a:moveTo>
                  <a:lnTo>
                    <a:pt x="839" y="3813"/>
                  </a:lnTo>
                  <a:lnTo>
                    <a:pt x="5244" y="0"/>
                  </a:lnTo>
                  <a:lnTo>
                    <a:pt x="9974" y="1386"/>
                  </a:lnTo>
                  <a:lnTo>
                    <a:pt x="14263" y="7099"/>
                  </a:lnTo>
                  <a:lnTo>
                    <a:pt x="17981" y="12323"/>
                  </a:lnTo>
                  <a:lnTo>
                    <a:pt x="24067" y="11240"/>
                  </a:lnTo>
                  <a:lnTo>
                    <a:pt x="29408" y="8958"/>
                  </a:lnTo>
                  <a:lnTo>
                    <a:pt x="36819" y="10254"/>
                  </a:lnTo>
                  <a:lnTo>
                    <a:pt x="41248" y="14585"/>
                  </a:lnTo>
                  <a:lnTo>
                    <a:pt x="46647" y="17646"/>
                  </a:lnTo>
                  <a:lnTo>
                    <a:pt x="53177" y="22548"/>
                  </a:lnTo>
                  <a:lnTo>
                    <a:pt x="57924" y="24186"/>
                  </a:lnTo>
                  <a:lnTo>
                    <a:pt x="60028" y="28814"/>
                  </a:lnTo>
                  <a:lnTo>
                    <a:pt x="59265" y="32798"/>
                  </a:lnTo>
                  <a:lnTo>
                    <a:pt x="56273" y="35491"/>
                  </a:lnTo>
                  <a:lnTo>
                    <a:pt x="49743" y="38305"/>
                  </a:lnTo>
                  <a:lnTo>
                    <a:pt x="43205" y="37757"/>
                  </a:lnTo>
                  <a:lnTo>
                    <a:pt x="37578" y="40154"/>
                  </a:lnTo>
                  <a:lnTo>
                    <a:pt x="30225" y="41199"/>
                  </a:lnTo>
                  <a:lnTo>
                    <a:pt x="25579" y="39133"/>
                  </a:lnTo>
                  <a:lnTo>
                    <a:pt x="23918" y="33950"/>
                  </a:lnTo>
                  <a:lnTo>
                    <a:pt x="21746" y="26735"/>
                  </a:lnTo>
                  <a:lnTo>
                    <a:pt x="21230" y="25186"/>
                  </a:lnTo>
                  <a:lnTo>
                    <a:pt x="19870" y="21865"/>
                  </a:lnTo>
                  <a:lnTo>
                    <a:pt x="17135" y="20896"/>
                  </a:lnTo>
                  <a:lnTo>
                    <a:pt x="14814" y="22561"/>
                  </a:lnTo>
                  <a:lnTo>
                    <a:pt x="13356" y="21777"/>
                  </a:lnTo>
                  <a:lnTo>
                    <a:pt x="6684" y="18188"/>
                  </a:lnTo>
                  <a:lnTo>
                    <a:pt x="1328" y="116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93939" y="5271773"/>
              <a:ext cx="13269" cy="8215"/>
            </a:xfrm>
            <a:custGeom>
              <a:avLst/>
              <a:pathLst>
                <a:path w="13269" h="8215">
                  <a:moveTo>
                    <a:pt x="2252" y="3330"/>
                  </a:moveTo>
                  <a:lnTo>
                    <a:pt x="6695" y="712"/>
                  </a:lnTo>
                  <a:lnTo>
                    <a:pt x="10101" y="0"/>
                  </a:lnTo>
                  <a:lnTo>
                    <a:pt x="12358" y="2337"/>
                  </a:lnTo>
                  <a:lnTo>
                    <a:pt x="13269" y="6993"/>
                  </a:lnTo>
                  <a:lnTo>
                    <a:pt x="9677" y="8113"/>
                  </a:lnTo>
                  <a:lnTo>
                    <a:pt x="3051" y="8215"/>
                  </a:lnTo>
                  <a:lnTo>
                    <a:pt x="0" y="55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360540" y="5240177"/>
              <a:ext cx="21367" cy="17510"/>
            </a:xfrm>
            <a:custGeom>
              <a:avLst/>
              <a:pathLst>
                <a:path w="21367" h="17510">
                  <a:moveTo>
                    <a:pt x="0" y="1113"/>
                  </a:moveTo>
                  <a:lnTo>
                    <a:pt x="3787" y="0"/>
                  </a:lnTo>
                  <a:lnTo>
                    <a:pt x="9702" y="884"/>
                  </a:lnTo>
                  <a:lnTo>
                    <a:pt x="15267" y="4019"/>
                  </a:lnTo>
                  <a:lnTo>
                    <a:pt x="18549" y="7008"/>
                  </a:lnTo>
                  <a:lnTo>
                    <a:pt x="21367" y="11015"/>
                  </a:lnTo>
                  <a:lnTo>
                    <a:pt x="19603" y="15757"/>
                  </a:lnTo>
                  <a:lnTo>
                    <a:pt x="15622" y="17160"/>
                  </a:lnTo>
                  <a:lnTo>
                    <a:pt x="14161" y="17507"/>
                  </a:lnTo>
                  <a:lnTo>
                    <a:pt x="9447" y="17510"/>
                  </a:lnTo>
                  <a:lnTo>
                    <a:pt x="7125" y="13746"/>
                  </a:lnTo>
                  <a:lnTo>
                    <a:pt x="6445" y="9252"/>
                  </a:lnTo>
                  <a:lnTo>
                    <a:pt x="4578" y="6657"/>
                  </a:lnTo>
                  <a:lnTo>
                    <a:pt x="286" y="36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338086" y="5212221"/>
              <a:ext cx="47934" cy="18265"/>
            </a:xfrm>
            <a:custGeom>
              <a:avLst/>
              <a:pathLst>
                <a:path w="47934" h="18265">
                  <a:moveTo>
                    <a:pt x="2076" y="5842"/>
                  </a:moveTo>
                  <a:lnTo>
                    <a:pt x="4010" y="3737"/>
                  </a:lnTo>
                  <a:lnTo>
                    <a:pt x="2667" y="0"/>
                  </a:lnTo>
                  <a:lnTo>
                    <a:pt x="7461" y="981"/>
                  </a:lnTo>
                  <a:lnTo>
                    <a:pt x="13621" y="3078"/>
                  </a:lnTo>
                  <a:lnTo>
                    <a:pt x="20858" y="4626"/>
                  </a:lnTo>
                  <a:lnTo>
                    <a:pt x="22823" y="3935"/>
                  </a:lnTo>
                  <a:lnTo>
                    <a:pt x="25133" y="3122"/>
                  </a:lnTo>
                  <a:lnTo>
                    <a:pt x="26843" y="3272"/>
                  </a:lnTo>
                  <a:lnTo>
                    <a:pt x="30698" y="7368"/>
                  </a:lnTo>
                  <a:lnTo>
                    <a:pt x="30961" y="7393"/>
                  </a:lnTo>
                  <a:lnTo>
                    <a:pt x="37131" y="7999"/>
                  </a:lnTo>
                  <a:lnTo>
                    <a:pt x="45058" y="7919"/>
                  </a:lnTo>
                  <a:lnTo>
                    <a:pt x="47934" y="9688"/>
                  </a:lnTo>
                  <a:lnTo>
                    <a:pt x="46037" y="13679"/>
                  </a:lnTo>
                  <a:lnTo>
                    <a:pt x="41467" y="17184"/>
                  </a:lnTo>
                  <a:lnTo>
                    <a:pt x="35615" y="18265"/>
                  </a:lnTo>
                  <a:lnTo>
                    <a:pt x="29222" y="16262"/>
                  </a:lnTo>
                  <a:lnTo>
                    <a:pt x="23121" y="13745"/>
                  </a:lnTo>
                  <a:lnTo>
                    <a:pt x="18574" y="12223"/>
                  </a:lnTo>
                  <a:lnTo>
                    <a:pt x="11356" y="12590"/>
                  </a:lnTo>
                  <a:lnTo>
                    <a:pt x="4855" y="12289"/>
                  </a:lnTo>
                  <a:lnTo>
                    <a:pt x="0" y="106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255245" y="5163610"/>
              <a:ext cx="53036" cy="41963"/>
            </a:xfrm>
            <a:custGeom>
              <a:avLst/>
              <a:pathLst>
                <a:path w="53036" h="41963">
                  <a:moveTo>
                    <a:pt x="3599" y="9295"/>
                  </a:moveTo>
                  <a:lnTo>
                    <a:pt x="12123" y="9918"/>
                  </a:lnTo>
                  <a:lnTo>
                    <a:pt x="15376" y="6616"/>
                  </a:lnTo>
                  <a:lnTo>
                    <a:pt x="17285" y="3022"/>
                  </a:lnTo>
                  <a:lnTo>
                    <a:pt x="21598" y="226"/>
                  </a:lnTo>
                  <a:lnTo>
                    <a:pt x="23449" y="0"/>
                  </a:lnTo>
                  <a:lnTo>
                    <a:pt x="27602" y="5821"/>
                  </a:lnTo>
                  <a:lnTo>
                    <a:pt x="32168" y="12942"/>
                  </a:lnTo>
                  <a:lnTo>
                    <a:pt x="35880" y="17289"/>
                  </a:lnTo>
                  <a:lnTo>
                    <a:pt x="35847" y="22835"/>
                  </a:lnTo>
                  <a:lnTo>
                    <a:pt x="38661" y="25431"/>
                  </a:lnTo>
                  <a:lnTo>
                    <a:pt x="42408" y="23948"/>
                  </a:lnTo>
                  <a:lnTo>
                    <a:pt x="45812" y="24462"/>
                  </a:lnTo>
                  <a:lnTo>
                    <a:pt x="46252" y="29412"/>
                  </a:lnTo>
                  <a:lnTo>
                    <a:pt x="47829" y="33495"/>
                  </a:lnTo>
                  <a:lnTo>
                    <a:pt x="53036" y="37903"/>
                  </a:lnTo>
                  <a:lnTo>
                    <a:pt x="52823" y="38279"/>
                  </a:lnTo>
                  <a:lnTo>
                    <a:pt x="51639" y="40377"/>
                  </a:lnTo>
                  <a:lnTo>
                    <a:pt x="49677" y="41963"/>
                  </a:lnTo>
                  <a:lnTo>
                    <a:pt x="44929" y="40281"/>
                  </a:lnTo>
                  <a:lnTo>
                    <a:pt x="43232" y="41237"/>
                  </a:lnTo>
                  <a:lnTo>
                    <a:pt x="40923" y="41677"/>
                  </a:lnTo>
                  <a:lnTo>
                    <a:pt x="37302" y="38971"/>
                  </a:lnTo>
                  <a:lnTo>
                    <a:pt x="33935" y="36714"/>
                  </a:lnTo>
                  <a:lnTo>
                    <a:pt x="28984" y="35699"/>
                  </a:lnTo>
                  <a:lnTo>
                    <a:pt x="26470" y="35153"/>
                  </a:lnTo>
                  <a:lnTo>
                    <a:pt x="23080" y="35394"/>
                  </a:lnTo>
                  <a:lnTo>
                    <a:pt x="18184" y="35800"/>
                  </a:lnTo>
                  <a:lnTo>
                    <a:pt x="18054" y="35811"/>
                  </a:lnTo>
                  <a:lnTo>
                    <a:pt x="16856" y="35769"/>
                  </a:lnTo>
                  <a:lnTo>
                    <a:pt x="14276" y="31388"/>
                  </a:lnTo>
                  <a:lnTo>
                    <a:pt x="13100" y="28723"/>
                  </a:lnTo>
                  <a:lnTo>
                    <a:pt x="9662" y="25693"/>
                  </a:lnTo>
                  <a:lnTo>
                    <a:pt x="9123" y="23374"/>
                  </a:lnTo>
                  <a:lnTo>
                    <a:pt x="4497" y="17842"/>
                  </a:lnTo>
                  <a:lnTo>
                    <a:pt x="4280" y="14634"/>
                  </a:lnTo>
                  <a:lnTo>
                    <a:pt x="0" y="93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130408" y="5103467"/>
              <a:ext cx="38593" cy="33036"/>
            </a:xfrm>
            <a:custGeom>
              <a:avLst/>
              <a:pathLst>
                <a:path w="38593" h="33036">
                  <a:moveTo>
                    <a:pt x="0" y="12102"/>
                  </a:moveTo>
                  <a:lnTo>
                    <a:pt x="2793" y="9584"/>
                  </a:lnTo>
                  <a:lnTo>
                    <a:pt x="3611" y="5943"/>
                  </a:lnTo>
                  <a:lnTo>
                    <a:pt x="5440" y="4468"/>
                  </a:lnTo>
                  <a:lnTo>
                    <a:pt x="12560" y="1665"/>
                  </a:lnTo>
                  <a:lnTo>
                    <a:pt x="14809" y="0"/>
                  </a:lnTo>
                  <a:lnTo>
                    <a:pt x="17777" y="533"/>
                  </a:lnTo>
                  <a:lnTo>
                    <a:pt x="20569" y="2486"/>
                  </a:lnTo>
                  <a:lnTo>
                    <a:pt x="22165" y="395"/>
                  </a:lnTo>
                  <a:lnTo>
                    <a:pt x="26719" y="1802"/>
                  </a:lnTo>
                  <a:lnTo>
                    <a:pt x="28939" y="967"/>
                  </a:lnTo>
                  <a:lnTo>
                    <a:pt x="32356" y="3022"/>
                  </a:lnTo>
                  <a:lnTo>
                    <a:pt x="36539" y="6272"/>
                  </a:lnTo>
                  <a:lnTo>
                    <a:pt x="38593" y="11826"/>
                  </a:lnTo>
                  <a:lnTo>
                    <a:pt x="37114" y="17072"/>
                  </a:lnTo>
                  <a:lnTo>
                    <a:pt x="35994" y="18674"/>
                  </a:lnTo>
                  <a:lnTo>
                    <a:pt x="36517" y="22471"/>
                  </a:lnTo>
                  <a:lnTo>
                    <a:pt x="36531" y="26720"/>
                  </a:lnTo>
                  <a:lnTo>
                    <a:pt x="33073" y="29711"/>
                  </a:lnTo>
                  <a:lnTo>
                    <a:pt x="28699" y="33036"/>
                  </a:lnTo>
                  <a:lnTo>
                    <a:pt x="22016" y="30862"/>
                  </a:lnTo>
                  <a:lnTo>
                    <a:pt x="18139" y="29591"/>
                  </a:lnTo>
                  <a:lnTo>
                    <a:pt x="15849" y="29353"/>
                  </a:lnTo>
                  <a:lnTo>
                    <a:pt x="11783" y="25171"/>
                  </a:lnTo>
                  <a:lnTo>
                    <a:pt x="6923" y="22138"/>
                  </a:lnTo>
                  <a:lnTo>
                    <a:pt x="3036" y="20181"/>
                  </a:lnTo>
                  <a:lnTo>
                    <a:pt x="149" y="161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95341" y="5118056"/>
              <a:ext cx="14463" cy="18575"/>
            </a:xfrm>
            <a:custGeom>
              <a:avLst/>
              <a:pathLst>
                <a:path w="14463" h="18575">
                  <a:moveTo>
                    <a:pt x="0" y="14920"/>
                  </a:moveTo>
                  <a:lnTo>
                    <a:pt x="1042" y="8530"/>
                  </a:lnTo>
                  <a:lnTo>
                    <a:pt x="3562" y="5933"/>
                  </a:lnTo>
                  <a:lnTo>
                    <a:pt x="7882" y="4197"/>
                  </a:lnTo>
                  <a:lnTo>
                    <a:pt x="8944" y="3082"/>
                  </a:lnTo>
                  <a:lnTo>
                    <a:pt x="9439" y="290"/>
                  </a:lnTo>
                  <a:lnTo>
                    <a:pt x="12608" y="0"/>
                  </a:lnTo>
                  <a:lnTo>
                    <a:pt x="13747" y="765"/>
                  </a:lnTo>
                  <a:lnTo>
                    <a:pt x="14463" y="2213"/>
                  </a:lnTo>
                  <a:lnTo>
                    <a:pt x="13076" y="3539"/>
                  </a:lnTo>
                  <a:lnTo>
                    <a:pt x="12142" y="6650"/>
                  </a:lnTo>
                  <a:lnTo>
                    <a:pt x="12934" y="9511"/>
                  </a:lnTo>
                  <a:lnTo>
                    <a:pt x="9488" y="10754"/>
                  </a:lnTo>
                  <a:lnTo>
                    <a:pt x="7025" y="11206"/>
                  </a:lnTo>
                  <a:lnTo>
                    <a:pt x="5706" y="12884"/>
                  </a:lnTo>
                  <a:lnTo>
                    <a:pt x="4712" y="14910"/>
                  </a:lnTo>
                  <a:lnTo>
                    <a:pt x="3783" y="18575"/>
                  </a:lnTo>
                  <a:lnTo>
                    <a:pt x="1743" y="174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65261" y="3165533"/>
              <a:ext cx="421618" cy="276465"/>
            </a:xfrm>
            <a:custGeom>
              <a:avLst/>
              <a:pathLst>
                <a:path w="421618" h="276465">
                  <a:moveTo>
                    <a:pt x="1105" y="88202"/>
                  </a:moveTo>
                  <a:lnTo>
                    <a:pt x="3738" y="83875"/>
                  </a:lnTo>
                  <a:lnTo>
                    <a:pt x="6112" y="79344"/>
                  </a:lnTo>
                  <a:lnTo>
                    <a:pt x="5836" y="76730"/>
                  </a:lnTo>
                  <a:lnTo>
                    <a:pt x="5708" y="75517"/>
                  </a:lnTo>
                  <a:lnTo>
                    <a:pt x="8210" y="72202"/>
                  </a:lnTo>
                  <a:lnTo>
                    <a:pt x="6874" y="70668"/>
                  </a:lnTo>
                  <a:lnTo>
                    <a:pt x="8527" y="68204"/>
                  </a:lnTo>
                  <a:lnTo>
                    <a:pt x="7197" y="65225"/>
                  </a:lnTo>
                  <a:lnTo>
                    <a:pt x="10490" y="62674"/>
                  </a:lnTo>
                  <a:lnTo>
                    <a:pt x="10822" y="61352"/>
                  </a:lnTo>
                  <a:lnTo>
                    <a:pt x="11516" y="58588"/>
                  </a:lnTo>
                  <a:lnTo>
                    <a:pt x="10167" y="56080"/>
                  </a:lnTo>
                  <a:lnTo>
                    <a:pt x="8819" y="49365"/>
                  </a:lnTo>
                  <a:lnTo>
                    <a:pt x="5871" y="49500"/>
                  </a:lnTo>
                  <a:lnTo>
                    <a:pt x="3818" y="47293"/>
                  </a:lnTo>
                  <a:lnTo>
                    <a:pt x="3396" y="46415"/>
                  </a:lnTo>
                  <a:lnTo>
                    <a:pt x="2022" y="43549"/>
                  </a:lnTo>
                  <a:lnTo>
                    <a:pt x="5056" y="42642"/>
                  </a:lnTo>
                  <a:lnTo>
                    <a:pt x="5270" y="38520"/>
                  </a:lnTo>
                  <a:lnTo>
                    <a:pt x="5301" y="35169"/>
                  </a:lnTo>
                  <a:lnTo>
                    <a:pt x="532" y="31141"/>
                  </a:lnTo>
                  <a:lnTo>
                    <a:pt x="1014" y="28030"/>
                  </a:lnTo>
                  <a:lnTo>
                    <a:pt x="0" y="25383"/>
                  </a:lnTo>
                  <a:lnTo>
                    <a:pt x="9191" y="24997"/>
                  </a:lnTo>
                  <a:lnTo>
                    <a:pt x="25266" y="24277"/>
                  </a:lnTo>
                  <a:lnTo>
                    <a:pt x="34434" y="23854"/>
                  </a:lnTo>
                  <a:lnTo>
                    <a:pt x="46559" y="23269"/>
                  </a:lnTo>
                  <a:lnTo>
                    <a:pt x="48232" y="23186"/>
                  </a:lnTo>
                  <a:lnTo>
                    <a:pt x="70151" y="21994"/>
                  </a:lnTo>
                  <a:lnTo>
                    <a:pt x="72192" y="21874"/>
                  </a:lnTo>
                  <a:lnTo>
                    <a:pt x="76393" y="21624"/>
                  </a:lnTo>
                  <a:lnTo>
                    <a:pt x="87287" y="20960"/>
                  </a:lnTo>
                  <a:lnTo>
                    <a:pt x="106217" y="19837"/>
                  </a:lnTo>
                  <a:lnTo>
                    <a:pt x="108762" y="19681"/>
                  </a:lnTo>
                  <a:lnTo>
                    <a:pt x="110002" y="19603"/>
                  </a:lnTo>
                  <a:lnTo>
                    <a:pt x="135941" y="17904"/>
                  </a:lnTo>
                  <a:lnTo>
                    <a:pt x="139232" y="17679"/>
                  </a:lnTo>
                  <a:lnTo>
                    <a:pt x="148217" y="17077"/>
                  </a:lnTo>
                  <a:lnTo>
                    <a:pt x="165675" y="15862"/>
                  </a:lnTo>
                  <a:lnTo>
                    <a:pt x="185958" y="14324"/>
                  </a:lnTo>
                  <a:lnTo>
                    <a:pt x="190477" y="13970"/>
                  </a:lnTo>
                  <a:lnTo>
                    <a:pt x="195472" y="13572"/>
                  </a:lnTo>
                  <a:lnTo>
                    <a:pt x="212362" y="12190"/>
                  </a:lnTo>
                  <a:lnTo>
                    <a:pt x="223663" y="11236"/>
                  </a:lnTo>
                  <a:lnTo>
                    <a:pt x="225225" y="11102"/>
                  </a:lnTo>
                  <a:lnTo>
                    <a:pt x="234913" y="10262"/>
                  </a:lnTo>
                  <a:lnTo>
                    <a:pt x="254842" y="8408"/>
                  </a:lnTo>
                  <a:lnTo>
                    <a:pt x="261388" y="7793"/>
                  </a:lnTo>
                  <a:lnTo>
                    <a:pt x="278352" y="6160"/>
                  </a:lnTo>
                  <a:lnTo>
                    <a:pt x="284574" y="5558"/>
                  </a:lnTo>
                  <a:lnTo>
                    <a:pt x="300582" y="3972"/>
                  </a:lnTo>
                  <a:lnTo>
                    <a:pt x="306522" y="3369"/>
                  </a:lnTo>
                  <a:lnTo>
                    <a:pt x="314014" y="2599"/>
                  </a:lnTo>
                  <a:lnTo>
                    <a:pt x="321531" y="1816"/>
                  </a:lnTo>
                  <a:lnTo>
                    <a:pt x="338678" y="0"/>
                  </a:lnTo>
                  <a:lnTo>
                    <a:pt x="338222" y="4399"/>
                  </a:lnTo>
                  <a:lnTo>
                    <a:pt x="339870" y="6984"/>
                  </a:lnTo>
                  <a:lnTo>
                    <a:pt x="340729" y="8331"/>
                  </a:lnTo>
                  <a:lnTo>
                    <a:pt x="340500" y="10932"/>
                  </a:lnTo>
                  <a:lnTo>
                    <a:pt x="344164" y="13940"/>
                  </a:lnTo>
                  <a:lnTo>
                    <a:pt x="347353" y="15449"/>
                  </a:lnTo>
                  <a:lnTo>
                    <a:pt x="351015" y="20281"/>
                  </a:lnTo>
                  <a:lnTo>
                    <a:pt x="349455" y="23267"/>
                  </a:lnTo>
                  <a:lnTo>
                    <a:pt x="346954" y="27707"/>
                  </a:lnTo>
                  <a:lnTo>
                    <a:pt x="344731" y="31435"/>
                  </a:lnTo>
                  <a:lnTo>
                    <a:pt x="345254" y="36150"/>
                  </a:lnTo>
                  <a:lnTo>
                    <a:pt x="345653" y="39751"/>
                  </a:lnTo>
                  <a:lnTo>
                    <a:pt x="347113" y="44086"/>
                  </a:lnTo>
                  <a:lnTo>
                    <a:pt x="347446" y="45076"/>
                  </a:lnTo>
                  <a:lnTo>
                    <a:pt x="349221" y="51198"/>
                  </a:lnTo>
                  <a:lnTo>
                    <a:pt x="352068" y="54338"/>
                  </a:lnTo>
                  <a:lnTo>
                    <a:pt x="354677" y="61852"/>
                  </a:lnTo>
                  <a:lnTo>
                    <a:pt x="358594" y="66327"/>
                  </a:lnTo>
                  <a:lnTo>
                    <a:pt x="363736" y="68891"/>
                  </a:lnTo>
                  <a:lnTo>
                    <a:pt x="366661" y="69400"/>
                  </a:lnTo>
                  <a:lnTo>
                    <a:pt x="369576" y="69906"/>
                  </a:lnTo>
                  <a:lnTo>
                    <a:pt x="376677" y="70793"/>
                  </a:lnTo>
                  <a:lnTo>
                    <a:pt x="379583" y="72139"/>
                  </a:lnTo>
                  <a:lnTo>
                    <a:pt x="381855" y="76254"/>
                  </a:lnTo>
                  <a:lnTo>
                    <a:pt x="384418" y="81938"/>
                  </a:lnTo>
                  <a:lnTo>
                    <a:pt x="384526" y="85136"/>
                  </a:lnTo>
                  <a:lnTo>
                    <a:pt x="388352" y="86838"/>
                  </a:lnTo>
                  <a:lnTo>
                    <a:pt x="390042" y="87410"/>
                  </a:lnTo>
                  <a:lnTo>
                    <a:pt x="393437" y="90152"/>
                  </a:lnTo>
                  <a:lnTo>
                    <a:pt x="395764" y="91761"/>
                  </a:lnTo>
                  <a:lnTo>
                    <a:pt x="398433" y="93604"/>
                  </a:lnTo>
                  <a:lnTo>
                    <a:pt x="400664" y="96599"/>
                  </a:lnTo>
                  <a:lnTo>
                    <a:pt x="400199" y="100317"/>
                  </a:lnTo>
                  <a:lnTo>
                    <a:pt x="402517" y="103463"/>
                  </a:lnTo>
                  <a:lnTo>
                    <a:pt x="406872" y="106106"/>
                  </a:lnTo>
                  <a:lnTo>
                    <a:pt x="408441" y="106763"/>
                  </a:lnTo>
                  <a:lnTo>
                    <a:pt x="411581" y="108076"/>
                  </a:lnTo>
                  <a:lnTo>
                    <a:pt x="415783" y="109803"/>
                  </a:lnTo>
                  <a:lnTo>
                    <a:pt x="419179" y="113147"/>
                  </a:lnTo>
                  <a:lnTo>
                    <a:pt x="419702" y="118879"/>
                  </a:lnTo>
                  <a:lnTo>
                    <a:pt x="420018" y="119483"/>
                  </a:lnTo>
                  <a:lnTo>
                    <a:pt x="421618" y="122548"/>
                  </a:lnTo>
                  <a:lnTo>
                    <a:pt x="421159" y="127682"/>
                  </a:lnTo>
                  <a:lnTo>
                    <a:pt x="421163" y="128414"/>
                  </a:lnTo>
                  <a:lnTo>
                    <a:pt x="421186" y="132458"/>
                  </a:lnTo>
                  <a:lnTo>
                    <a:pt x="420531" y="135973"/>
                  </a:lnTo>
                  <a:lnTo>
                    <a:pt x="420910" y="138797"/>
                  </a:lnTo>
                  <a:lnTo>
                    <a:pt x="417231" y="141804"/>
                  </a:lnTo>
                  <a:lnTo>
                    <a:pt x="416857" y="142109"/>
                  </a:lnTo>
                  <a:lnTo>
                    <a:pt x="413234" y="145842"/>
                  </a:lnTo>
                  <a:lnTo>
                    <a:pt x="413296" y="147036"/>
                  </a:lnTo>
                  <a:lnTo>
                    <a:pt x="413449" y="149977"/>
                  </a:lnTo>
                  <a:lnTo>
                    <a:pt x="412328" y="152770"/>
                  </a:lnTo>
                  <a:lnTo>
                    <a:pt x="412800" y="158500"/>
                  </a:lnTo>
                  <a:lnTo>
                    <a:pt x="411399" y="160334"/>
                  </a:lnTo>
                  <a:lnTo>
                    <a:pt x="408222" y="162174"/>
                  </a:lnTo>
                  <a:lnTo>
                    <a:pt x="405660" y="165933"/>
                  </a:lnTo>
                  <a:lnTo>
                    <a:pt x="402354" y="166669"/>
                  </a:lnTo>
                  <a:lnTo>
                    <a:pt x="398633" y="167381"/>
                  </a:lnTo>
                  <a:lnTo>
                    <a:pt x="395867" y="170446"/>
                  </a:lnTo>
                  <a:lnTo>
                    <a:pt x="390806" y="173682"/>
                  </a:lnTo>
                  <a:lnTo>
                    <a:pt x="385309" y="174468"/>
                  </a:lnTo>
                  <a:lnTo>
                    <a:pt x="380104" y="175462"/>
                  </a:lnTo>
                  <a:lnTo>
                    <a:pt x="376641" y="178071"/>
                  </a:lnTo>
                  <a:lnTo>
                    <a:pt x="373831" y="177752"/>
                  </a:lnTo>
                  <a:lnTo>
                    <a:pt x="369927" y="178747"/>
                  </a:lnTo>
                  <a:lnTo>
                    <a:pt x="368008" y="183736"/>
                  </a:lnTo>
                  <a:lnTo>
                    <a:pt x="367856" y="186335"/>
                  </a:lnTo>
                  <a:lnTo>
                    <a:pt x="367724" y="186877"/>
                  </a:lnTo>
                  <a:lnTo>
                    <a:pt x="365900" y="194406"/>
                  </a:lnTo>
                  <a:lnTo>
                    <a:pt x="368353" y="197260"/>
                  </a:lnTo>
                  <a:lnTo>
                    <a:pt x="371391" y="201162"/>
                  </a:lnTo>
                  <a:lnTo>
                    <a:pt x="374265" y="201161"/>
                  </a:lnTo>
                  <a:lnTo>
                    <a:pt x="377386" y="205331"/>
                  </a:lnTo>
                  <a:lnTo>
                    <a:pt x="378064" y="208619"/>
                  </a:lnTo>
                  <a:lnTo>
                    <a:pt x="378115" y="208864"/>
                  </a:lnTo>
                  <a:lnTo>
                    <a:pt x="379009" y="213202"/>
                  </a:lnTo>
                  <a:lnTo>
                    <a:pt x="379158" y="218905"/>
                  </a:lnTo>
                  <a:lnTo>
                    <a:pt x="377372" y="222777"/>
                  </a:lnTo>
                  <a:lnTo>
                    <a:pt x="373901" y="226996"/>
                  </a:lnTo>
                  <a:lnTo>
                    <a:pt x="371166" y="231438"/>
                  </a:lnTo>
                  <a:lnTo>
                    <a:pt x="371624" y="235015"/>
                  </a:lnTo>
                  <a:lnTo>
                    <a:pt x="370541" y="239914"/>
                  </a:lnTo>
                  <a:lnTo>
                    <a:pt x="370609" y="242153"/>
                  </a:lnTo>
                  <a:lnTo>
                    <a:pt x="370679" y="244491"/>
                  </a:lnTo>
                  <a:lnTo>
                    <a:pt x="366654" y="248034"/>
                  </a:lnTo>
                  <a:lnTo>
                    <a:pt x="362647" y="248367"/>
                  </a:lnTo>
                  <a:lnTo>
                    <a:pt x="356832" y="251166"/>
                  </a:lnTo>
                  <a:lnTo>
                    <a:pt x="354832" y="254084"/>
                  </a:lnTo>
                  <a:lnTo>
                    <a:pt x="353921" y="258389"/>
                  </a:lnTo>
                  <a:lnTo>
                    <a:pt x="355881" y="260291"/>
                  </a:lnTo>
                  <a:lnTo>
                    <a:pt x="355597" y="265435"/>
                  </a:lnTo>
                  <a:lnTo>
                    <a:pt x="356518" y="269982"/>
                  </a:lnTo>
                  <a:lnTo>
                    <a:pt x="353633" y="272110"/>
                  </a:lnTo>
                  <a:lnTo>
                    <a:pt x="348242" y="270597"/>
                  </a:lnTo>
                  <a:lnTo>
                    <a:pt x="346590" y="268061"/>
                  </a:lnTo>
                  <a:lnTo>
                    <a:pt x="343404" y="265922"/>
                  </a:lnTo>
                  <a:lnTo>
                    <a:pt x="340141" y="262836"/>
                  </a:lnTo>
                  <a:lnTo>
                    <a:pt x="339109" y="259522"/>
                  </a:lnTo>
                  <a:lnTo>
                    <a:pt x="335588" y="258842"/>
                  </a:lnTo>
                  <a:lnTo>
                    <a:pt x="334406" y="256514"/>
                  </a:lnTo>
                  <a:lnTo>
                    <a:pt x="332141" y="254567"/>
                  </a:lnTo>
                  <a:lnTo>
                    <a:pt x="331239" y="253791"/>
                  </a:lnTo>
                  <a:lnTo>
                    <a:pt x="317480" y="255814"/>
                  </a:lnTo>
                  <a:lnTo>
                    <a:pt x="317229" y="255846"/>
                  </a:lnTo>
                  <a:lnTo>
                    <a:pt x="301705" y="257830"/>
                  </a:lnTo>
                  <a:lnTo>
                    <a:pt x="290476" y="259172"/>
                  </a:lnTo>
                  <a:lnTo>
                    <a:pt x="283715" y="259969"/>
                  </a:lnTo>
                  <a:lnTo>
                    <a:pt x="271623" y="261444"/>
                  </a:lnTo>
                  <a:lnTo>
                    <a:pt x="268418" y="261830"/>
                  </a:lnTo>
                  <a:lnTo>
                    <a:pt x="266582" y="262013"/>
                  </a:lnTo>
                  <a:lnTo>
                    <a:pt x="251643" y="263476"/>
                  </a:lnTo>
                  <a:lnTo>
                    <a:pt x="241413" y="264687"/>
                  </a:lnTo>
                  <a:lnTo>
                    <a:pt x="238881" y="264983"/>
                  </a:lnTo>
                  <a:lnTo>
                    <a:pt x="225080" y="266321"/>
                  </a:lnTo>
                  <a:lnTo>
                    <a:pt x="223173" y="266485"/>
                  </a:lnTo>
                  <a:lnTo>
                    <a:pt x="211145" y="267504"/>
                  </a:lnTo>
                  <a:lnTo>
                    <a:pt x="208478" y="267726"/>
                  </a:lnTo>
                  <a:lnTo>
                    <a:pt x="196818" y="268792"/>
                  </a:lnTo>
                  <a:lnTo>
                    <a:pt x="192431" y="269186"/>
                  </a:lnTo>
                  <a:lnTo>
                    <a:pt x="180932" y="270271"/>
                  </a:lnTo>
                  <a:lnTo>
                    <a:pt x="175951" y="270733"/>
                  </a:lnTo>
                  <a:lnTo>
                    <a:pt x="166641" y="271470"/>
                  </a:lnTo>
                  <a:lnTo>
                    <a:pt x="161464" y="271872"/>
                  </a:lnTo>
                  <a:lnTo>
                    <a:pt x="150875" y="272642"/>
                  </a:lnTo>
                  <a:lnTo>
                    <a:pt x="146739" y="272937"/>
                  </a:lnTo>
                  <a:lnTo>
                    <a:pt x="140253" y="273275"/>
                  </a:lnTo>
                  <a:lnTo>
                    <a:pt x="127833" y="273899"/>
                  </a:lnTo>
                  <a:lnTo>
                    <a:pt x="121559" y="274184"/>
                  </a:lnTo>
                  <a:lnTo>
                    <a:pt x="111377" y="274632"/>
                  </a:lnTo>
                  <a:lnTo>
                    <a:pt x="102563" y="275021"/>
                  </a:lnTo>
                  <a:lnTo>
                    <a:pt x="93749" y="275396"/>
                  </a:lnTo>
                  <a:lnTo>
                    <a:pt x="91214" y="275499"/>
                  </a:lnTo>
                  <a:lnTo>
                    <a:pt x="80685" y="275912"/>
                  </a:lnTo>
                  <a:lnTo>
                    <a:pt x="65313" y="276465"/>
                  </a:lnTo>
                  <a:lnTo>
                    <a:pt x="66359" y="274829"/>
                  </a:lnTo>
                  <a:lnTo>
                    <a:pt x="63948" y="270602"/>
                  </a:lnTo>
                  <a:lnTo>
                    <a:pt x="59592" y="268266"/>
                  </a:lnTo>
                  <a:lnTo>
                    <a:pt x="56553" y="263739"/>
                  </a:lnTo>
                  <a:lnTo>
                    <a:pt x="59942" y="259430"/>
                  </a:lnTo>
                  <a:lnTo>
                    <a:pt x="59216" y="254078"/>
                  </a:lnTo>
                  <a:lnTo>
                    <a:pt x="61055" y="250404"/>
                  </a:lnTo>
                  <a:lnTo>
                    <a:pt x="60480" y="249451"/>
                  </a:lnTo>
                  <a:lnTo>
                    <a:pt x="59114" y="247188"/>
                  </a:lnTo>
                  <a:lnTo>
                    <a:pt x="59533" y="243011"/>
                  </a:lnTo>
                  <a:lnTo>
                    <a:pt x="56877" y="239221"/>
                  </a:lnTo>
                  <a:lnTo>
                    <a:pt x="56799" y="236135"/>
                  </a:lnTo>
                  <a:lnTo>
                    <a:pt x="56732" y="233466"/>
                  </a:lnTo>
                  <a:lnTo>
                    <a:pt x="56241" y="229900"/>
                  </a:lnTo>
                  <a:lnTo>
                    <a:pt x="56536" y="226781"/>
                  </a:lnTo>
                  <a:lnTo>
                    <a:pt x="56757" y="224434"/>
                  </a:lnTo>
                  <a:lnTo>
                    <a:pt x="53305" y="224842"/>
                  </a:lnTo>
                  <a:lnTo>
                    <a:pt x="53261" y="224232"/>
                  </a:lnTo>
                  <a:lnTo>
                    <a:pt x="52970" y="220186"/>
                  </a:lnTo>
                  <a:lnTo>
                    <a:pt x="54190" y="216612"/>
                  </a:lnTo>
                  <a:lnTo>
                    <a:pt x="51684" y="212910"/>
                  </a:lnTo>
                  <a:lnTo>
                    <a:pt x="51282" y="208755"/>
                  </a:lnTo>
                  <a:lnTo>
                    <a:pt x="51294" y="207020"/>
                  </a:lnTo>
                  <a:lnTo>
                    <a:pt x="51333" y="201284"/>
                  </a:lnTo>
                  <a:lnTo>
                    <a:pt x="47335" y="200259"/>
                  </a:lnTo>
                  <a:lnTo>
                    <a:pt x="46462" y="197067"/>
                  </a:lnTo>
                  <a:lnTo>
                    <a:pt x="45590" y="193874"/>
                  </a:lnTo>
                  <a:lnTo>
                    <a:pt x="40743" y="195485"/>
                  </a:lnTo>
                  <a:lnTo>
                    <a:pt x="39873" y="192660"/>
                  </a:lnTo>
                  <a:lnTo>
                    <a:pt x="37954" y="188183"/>
                  </a:lnTo>
                  <a:lnTo>
                    <a:pt x="38164" y="183374"/>
                  </a:lnTo>
                  <a:lnTo>
                    <a:pt x="38363" y="182670"/>
                  </a:lnTo>
                  <a:lnTo>
                    <a:pt x="39501" y="178635"/>
                  </a:lnTo>
                  <a:lnTo>
                    <a:pt x="40712" y="172403"/>
                  </a:lnTo>
                  <a:lnTo>
                    <a:pt x="37709" y="168420"/>
                  </a:lnTo>
                  <a:lnTo>
                    <a:pt x="36381" y="166238"/>
                  </a:lnTo>
                  <a:lnTo>
                    <a:pt x="34116" y="162512"/>
                  </a:lnTo>
                  <a:lnTo>
                    <a:pt x="35578" y="156815"/>
                  </a:lnTo>
                  <a:lnTo>
                    <a:pt x="29500" y="152911"/>
                  </a:lnTo>
                  <a:lnTo>
                    <a:pt x="26222" y="150918"/>
                  </a:lnTo>
                  <a:lnTo>
                    <a:pt x="26223" y="145134"/>
                  </a:lnTo>
                  <a:lnTo>
                    <a:pt x="20933" y="140734"/>
                  </a:lnTo>
                  <a:lnTo>
                    <a:pt x="21430" y="136524"/>
                  </a:lnTo>
                  <a:lnTo>
                    <a:pt x="21472" y="136167"/>
                  </a:lnTo>
                  <a:lnTo>
                    <a:pt x="21319" y="132174"/>
                  </a:lnTo>
                  <a:lnTo>
                    <a:pt x="20231" y="130820"/>
                  </a:lnTo>
                  <a:lnTo>
                    <a:pt x="16413" y="126063"/>
                  </a:lnTo>
                  <a:lnTo>
                    <a:pt x="15895" y="119680"/>
                  </a:lnTo>
                  <a:lnTo>
                    <a:pt x="17663" y="115174"/>
                  </a:lnTo>
                  <a:lnTo>
                    <a:pt x="13436" y="112837"/>
                  </a:lnTo>
                  <a:lnTo>
                    <a:pt x="11317" y="111276"/>
                  </a:lnTo>
                  <a:lnTo>
                    <a:pt x="10294" y="110650"/>
                  </a:lnTo>
                  <a:lnTo>
                    <a:pt x="11179" y="107230"/>
                  </a:lnTo>
                  <a:lnTo>
                    <a:pt x="10963" y="106782"/>
                  </a:lnTo>
                  <a:lnTo>
                    <a:pt x="7679" y="99961"/>
                  </a:lnTo>
                  <a:lnTo>
                    <a:pt x="3363" y="96055"/>
                  </a:lnTo>
                  <a:lnTo>
                    <a:pt x="1114" y="928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462992" y="2454585"/>
              <a:ext cx="408450" cy="665098"/>
            </a:xfrm>
            <a:custGeom>
              <a:avLst/>
              <a:pathLst>
                <a:path w="408450" h="665098">
                  <a:moveTo>
                    <a:pt x="29454" y="391468"/>
                  </a:moveTo>
                  <a:lnTo>
                    <a:pt x="31807" y="388737"/>
                  </a:lnTo>
                  <a:lnTo>
                    <a:pt x="32107" y="384123"/>
                  </a:lnTo>
                  <a:lnTo>
                    <a:pt x="36459" y="381121"/>
                  </a:lnTo>
                  <a:lnTo>
                    <a:pt x="38539" y="378543"/>
                  </a:lnTo>
                  <a:lnTo>
                    <a:pt x="43159" y="371052"/>
                  </a:lnTo>
                  <a:lnTo>
                    <a:pt x="46495" y="365042"/>
                  </a:lnTo>
                  <a:lnTo>
                    <a:pt x="49950" y="363126"/>
                  </a:lnTo>
                  <a:lnTo>
                    <a:pt x="55430" y="361584"/>
                  </a:lnTo>
                  <a:lnTo>
                    <a:pt x="58948" y="357560"/>
                  </a:lnTo>
                  <a:lnTo>
                    <a:pt x="60930" y="355290"/>
                  </a:lnTo>
                  <a:lnTo>
                    <a:pt x="63884" y="350694"/>
                  </a:lnTo>
                  <a:lnTo>
                    <a:pt x="63302" y="346114"/>
                  </a:lnTo>
                  <a:lnTo>
                    <a:pt x="65261" y="341864"/>
                  </a:lnTo>
                  <a:lnTo>
                    <a:pt x="69587" y="338594"/>
                  </a:lnTo>
                  <a:lnTo>
                    <a:pt x="71943" y="335849"/>
                  </a:lnTo>
                  <a:lnTo>
                    <a:pt x="77970" y="324534"/>
                  </a:lnTo>
                  <a:lnTo>
                    <a:pt x="78533" y="323373"/>
                  </a:lnTo>
                  <a:lnTo>
                    <a:pt x="80316" y="319691"/>
                  </a:lnTo>
                  <a:lnTo>
                    <a:pt x="87765" y="309757"/>
                  </a:lnTo>
                  <a:lnTo>
                    <a:pt x="95049" y="300220"/>
                  </a:lnTo>
                  <a:lnTo>
                    <a:pt x="98253" y="296492"/>
                  </a:lnTo>
                  <a:lnTo>
                    <a:pt x="95584" y="290061"/>
                  </a:lnTo>
                  <a:lnTo>
                    <a:pt x="96086" y="285448"/>
                  </a:lnTo>
                  <a:lnTo>
                    <a:pt x="93490" y="280940"/>
                  </a:lnTo>
                  <a:lnTo>
                    <a:pt x="89276" y="279742"/>
                  </a:lnTo>
                  <a:lnTo>
                    <a:pt x="85884" y="275070"/>
                  </a:lnTo>
                  <a:lnTo>
                    <a:pt x="83113" y="273226"/>
                  </a:lnTo>
                  <a:lnTo>
                    <a:pt x="82620" y="272151"/>
                  </a:lnTo>
                  <a:lnTo>
                    <a:pt x="80072" y="266574"/>
                  </a:lnTo>
                  <a:lnTo>
                    <a:pt x="79417" y="261836"/>
                  </a:lnTo>
                  <a:lnTo>
                    <a:pt x="78376" y="258317"/>
                  </a:lnTo>
                  <a:lnTo>
                    <a:pt x="78013" y="252366"/>
                  </a:lnTo>
                  <a:lnTo>
                    <a:pt x="76145" y="249821"/>
                  </a:lnTo>
                  <a:lnTo>
                    <a:pt x="79933" y="245484"/>
                  </a:lnTo>
                  <a:lnTo>
                    <a:pt x="81132" y="243192"/>
                  </a:lnTo>
                  <a:lnTo>
                    <a:pt x="79375" y="240238"/>
                  </a:lnTo>
                  <a:lnTo>
                    <a:pt x="80281" y="235633"/>
                  </a:lnTo>
                  <a:lnTo>
                    <a:pt x="79279" y="230949"/>
                  </a:lnTo>
                  <a:lnTo>
                    <a:pt x="76387" y="225801"/>
                  </a:lnTo>
                  <a:lnTo>
                    <a:pt x="79023" y="221320"/>
                  </a:lnTo>
                  <a:lnTo>
                    <a:pt x="79258" y="219930"/>
                  </a:lnTo>
                  <a:lnTo>
                    <a:pt x="79924" y="215982"/>
                  </a:lnTo>
                  <a:lnTo>
                    <a:pt x="81224" y="209998"/>
                  </a:lnTo>
                  <a:lnTo>
                    <a:pt x="92156" y="159906"/>
                  </a:lnTo>
                  <a:lnTo>
                    <a:pt x="92670" y="157557"/>
                  </a:lnTo>
                  <a:lnTo>
                    <a:pt x="94613" y="148612"/>
                  </a:lnTo>
                  <a:lnTo>
                    <a:pt x="96599" y="139478"/>
                  </a:lnTo>
                  <a:lnTo>
                    <a:pt x="103491" y="107890"/>
                  </a:lnTo>
                  <a:lnTo>
                    <a:pt x="108089" y="87193"/>
                  </a:lnTo>
                  <a:lnTo>
                    <a:pt x="109383" y="81381"/>
                  </a:lnTo>
                  <a:lnTo>
                    <a:pt x="110896" y="74592"/>
                  </a:lnTo>
                  <a:lnTo>
                    <a:pt x="116883" y="49212"/>
                  </a:lnTo>
                  <a:lnTo>
                    <a:pt x="121438" y="29223"/>
                  </a:lnTo>
                  <a:lnTo>
                    <a:pt x="125105" y="13020"/>
                  </a:lnTo>
                  <a:lnTo>
                    <a:pt x="128058" y="0"/>
                  </a:lnTo>
                  <a:lnTo>
                    <a:pt x="143353" y="3257"/>
                  </a:lnTo>
                  <a:lnTo>
                    <a:pt x="162246" y="7272"/>
                  </a:lnTo>
                  <a:lnTo>
                    <a:pt x="182763" y="11477"/>
                  </a:lnTo>
                  <a:lnTo>
                    <a:pt x="173779" y="54186"/>
                  </a:lnTo>
                  <a:lnTo>
                    <a:pt x="173405" y="55966"/>
                  </a:lnTo>
                  <a:lnTo>
                    <a:pt x="170343" y="70646"/>
                  </a:lnTo>
                  <a:lnTo>
                    <a:pt x="168666" y="78672"/>
                  </a:lnTo>
                  <a:lnTo>
                    <a:pt x="167035" y="86483"/>
                  </a:lnTo>
                  <a:lnTo>
                    <a:pt x="164788" y="97188"/>
                  </a:lnTo>
                  <a:lnTo>
                    <a:pt x="165117" y="98621"/>
                  </a:lnTo>
                  <a:lnTo>
                    <a:pt x="165360" y="99678"/>
                  </a:lnTo>
                  <a:lnTo>
                    <a:pt x="168051" y="106944"/>
                  </a:lnTo>
                  <a:lnTo>
                    <a:pt x="170439" y="112348"/>
                  </a:lnTo>
                  <a:lnTo>
                    <a:pt x="173107" y="115396"/>
                  </a:lnTo>
                  <a:lnTo>
                    <a:pt x="172735" y="120142"/>
                  </a:lnTo>
                  <a:lnTo>
                    <a:pt x="177989" y="126936"/>
                  </a:lnTo>
                  <a:lnTo>
                    <a:pt x="176543" y="130385"/>
                  </a:lnTo>
                  <a:lnTo>
                    <a:pt x="178403" y="133551"/>
                  </a:lnTo>
                  <a:lnTo>
                    <a:pt x="176040" y="137283"/>
                  </a:lnTo>
                  <a:lnTo>
                    <a:pt x="175522" y="141072"/>
                  </a:lnTo>
                  <a:lnTo>
                    <a:pt x="179367" y="146383"/>
                  </a:lnTo>
                  <a:lnTo>
                    <a:pt x="175595" y="147819"/>
                  </a:lnTo>
                  <a:lnTo>
                    <a:pt x="173910" y="151001"/>
                  </a:lnTo>
                  <a:lnTo>
                    <a:pt x="180614" y="156866"/>
                  </a:lnTo>
                  <a:lnTo>
                    <a:pt x="182394" y="161934"/>
                  </a:lnTo>
                  <a:lnTo>
                    <a:pt x="185413" y="165137"/>
                  </a:lnTo>
                  <a:lnTo>
                    <a:pt x="190801" y="167946"/>
                  </a:lnTo>
                  <a:lnTo>
                    <a:pt x="193238" y="169251"/>
                  </a:lnTo>
                  <a:lnTo>
                    <a:pt x="194472" y="173594"/>
                  </a:lnTo>
                  <a:lnTo>
                    <a:pt x="195981" y="177018"/>
                  </a:lnTo>
                  <a:lnTo>
                    <a:pt x="199089" y="181511"/>
                  </a:lnTo>
                  <a:lnTo>
                    <a:pt x="201898" y="188268"/>
                  </a:lnTo>
                  <a:lnTo>
                    <a:pt x="204130" y="192182"/>
                  </a:lnTo>
                  <a:lnTo>
                    <a:pt x="205595" y="196961"/>
                  </a:lnTo>
                  <a:lnTo>
                    <a:pt x="209042" y="201058"/>
                  </a:lnTo>
                  <a:lnTo>
                    <a:pt x="210713" y="203040"/>
                  </a:lnTo>
                  <a:lnTo>
                    <a:pt x="209032" y="206834"/>
                  </a:lnTo>
                  <a:lnTo>
                    <a:pt x="211767" y="212351"/>
                  </a:lnTo>
                  <a:lnTo>
                    <a:pt x="216513" y="216185"/>
                  </a:lnTo>
                  <a:lnTo>
                    <a:pt x="217202" y="219864"/>
                  </a:lnTo>
                  <a:lnTo>
                    <a:pt x="221207" y="220487"/>
                  </a:lnTo>
                  <a:lnTo>
                    <a:pt x="222368" y="221449"/>
                  </a:lnTo>
                  <a:lnTo>
                    <a:pt x="224995" y="223621"/>
                  </a:lnTo>
                  <a:lnTo>
                    <a:pt x="224423" y="228383"/>
                  </a:lnTo>
                  <a:lnTo>
                    <a:pt x="226112" y="229192"/>
                  </a:lnTo>
                  <a:lnTo>
                    <a:pt x="228547" y="230359"/>
                  </a:lnTo>
                  <a:lnTo>
                    <a:pt x="234133" y="230958"/>
                  </a:lnTo>
                  <a:lnTo>
                    <a:pt x="239865" y="230244"/>
                  </a:lnTo>
                  <a:lnTo>
                    <a:pt x="241112" y="231695"/>
                  </a:lnTo>
                  <a:lnTo>
                    <a:pt x="241864" y="232570"/>
                  </a:lnTo>
                  <a:lnTo>
                    <a:pt x="240154" y="238406"/>
                  </a:lnTo>
                  <a:lnTo>
                    <a:pt x="237869" y="244181"/>
                  </a:lnTo>
                  <a:lnTo>
                    <a:pt x="234703" y="244445"/>
                  </a:lnTo>
                  <a:lnTo>
                    <a:pt x="234411" y="252113"/>
                  </a:lnTo>
                  <a:lnTo>
                    <a:pt x="231804" y="253832"/>
                  </a:lnTo>
                  <a:lnTo>
                    <a:pt x="230058" y="260299"/>
                  </a:lnTo>
                  <a:lnTo>
                    <a:pt x="228910" y="263373"/>
                  </a:lnTo>
                  <a:lnTo>
                    <a:pt x="227832" y="266436"/>
                  </a:lnTo>
                  <a:lnTo>
                    <a:pt x="227068" y="271912"/>
                  </a:lnTo>
                  <a:lnTo>
                    <a:pt x="222906" y="271703"/>
                  </a:lnTo>
                  <a:lnTo>
                    <a:pt x="221846" y="275281"/>
                  </a:lnTo>
                  <a:lnTo>
                    <a:pt x="225025" y="278368"/>
                  </a:lnTo>
                  <a:lnTo>
                    <a:pt x="222780" y="283892"/>
                  </a:lnTo>
                  <a:lnTo>
                    <a:pt x="224437" y="287916"/>
                  </a:lnTo>
                  <a:lnTo>
                    <a:pt x="226323" y="290655"/>
                  </a:lnTo>
                  <a:lnTo>
                    <a:pt x="224894" y="294839"/>
                  </a:lnTo>
                  <a:lnTo>
                    <a:pt x="225920" y="297615"/>
                  </a:lnTo>
                  <a:lnTo>
                    <a:pt x="223436" y="299559"/>
                  </a:lnTo>
                  <a:lnTo>
                    <a:pt x="217534" y="300205"/>
                  </a:lnTo>
                  <a:lnTo>
                    <a:pt x="213953" y="304533"/>
                  </a:lnTo>
                  <a:lnTo>
                    <a:pt x="216476" y="310128"/>
                  </a:lnTo>
                  <a:lnTo>
                    <a:pt x="215954" y="314756"/>
                  </a:lnTo>
                  <a:lnTo>
                    <a:pt x="213510" y="315946"/>
                  </a:lnTo>
                  <a:lnTo>
                    <a:pt x="212682" y="319686"/>
                  </a:lnTo>
                  <a:lnTo>
                    <a:pt x="213202" y="321693"/>
                  </a:lnTo>
                  <a:lnTo>
                    <a:pt x="213833" y="324129"/>
                  </a:lnTo>
                  <a:lnTo>
                    <a:pt x="216558" y="325979"/>
                  </a:lnTo>
                  <a:lnTo>
                    <a:pt x="221038" y="331347"/>
                  </a:lnTo>
                  <a:lnTo>
                    <a:pt x="226196" y="333351"/>
                  </a:lnTo>
                  <a:lnTo>
                    <a:pt x="228714" y="328724"/>
                  </a:lnTo>
                  <a:lnTo>
                    <a:pt x="232742" y="328758"/>
                  </a:lnTo>
                  <a:lnTo>
                    <a:pt x="239812" y="324825"/>
                  </a:lnTo>
                  <a:lnTo>
                    <a:pt x="244645" y="321240"/>
                  </a:lnTo>
                  <a:lnTo>
                    <a:pt x="245243" y="317607"/>
                  </a:lnTo>
                  <a:lnTo>
                    <a:pt x="247942" y="317682"/>
                  </a:lnTo>
                  <a:lnTo>
                    <a:pt x="249056" y="319481"/>
                  </a:lnTo>
                  <a:lnTo>
                    <a:pt x="251431" y="323305"/>
                  </a:lnTo>
                  <a:lnTo>
                    <a:pt x="253363" y="325462"/>
                  </a:lnTo>
                  <a:lnTo>
                    <a:pt x="256311" y="327883"/>
                  </a:lnTo>
                  <a:lnTo>
                    <a:pt x="255366" y="334725"/>
                  </a:lnTo>
                  <a:lnTo>
                    <a:pt x="257303" y="338824"/>
                  </a:lnTo>
                  <a:lnTo>
                    <a:pt x="256314" y="343354"/>
                  </a:lnTo>
                  <a:lnTo>
                    <a:pt x="257541" y="347350"/>
                  </a:lnTo>
                  <a:lnTo>
                    <a:pt x="256464" y="352467"/>
                  </a:lnTo>
                  <a:lnTo>
                    <a:pt x="260277" y="361152"/>
                  </a:lnTo>
                  <a:lnTo>
                    <a:pt x="263267" y="371087"/>
                  </a:lnTo>
                  <a:lnTo>
                    <a:pt x="266708" y="374198"/>
                  </a:lnTo>
                  <a:lnTo>
                    <a:pt x="269676" y="378302"/>
                  </a:lnTo>
                  <a:lnTo>
                    <a:pt x="269783" y="382953"/>
                  </a:lnTo>
                  <a:lnTo>
                    <a:pt x="268333" y="387443"/>
                  </a:lnTo>
                  <a:lnTo>
                    <a:pt x="266166" y="390861"/>
                  </a:lnTo>
                  <a:lnTo>
                    <a:pt x="268349" y="397276"/>
                  </a:lnTo>
                  <a:lnTo>
                    <a:pt x="270982" y="398403"/>
                  </a:lnTo>
                  <a:lnTo>
                    <a:pt x="275064" y="402263"/>
                  </a:lnTo>
                  <a:lnTo>
                    <a:pt x="278705" y="400745"/>
                  </a:lnTo>
                  <a:lnTo>
                    <a:pt x="284921" y="406925"/>
                  </a:lnTo>
                  <a:lnTo>
                    <a:pt x="285973" y="412070"/>
                  </a:lnTo>
                  <a:lnTo>
                    <a:pt x="288023" y="419415"/>
                  </a:lnTo>
                  <a:lnTo>
                    <a:pt x="286583" y="423788"/>
                  </a:lnTo>
                  <a:lnTo>
                    <a:pt x="289077" y="429406"/>
                  </a:lnTo>
                  <a:lnTo>
                    <a:pt x="288429" y="433436"/>
                  </a:lnTo>
                  <a:lnTo>
                    <a:pt x="291076" y="438734"/>
                  </a:lnTo>
                  <a:lnTo>
                    <a:pt x="294824" y="442557"/>
                  </a:lnTo>
                  <a:lnTo>
                    <a:pt x="298530" y="440950"/>
                  </a:lnTo>
                  <a:lnTo>
                    <a:pt x="298863" y="440806"/>
                  </a:lnTo>
                  <a:lnTo>
                    <a:pt x="298956" y="437721"/>
                  </a:lnTo>
                  <a:lnTo>
                    <a:pt x="305424" y="433739"/>
                  </a:lnTo>
                  <a:lnTo>
                    <a:pt x="307144" y="433670"/>
                  </a:lnTo>
                  <a:lnTo>
                    <a:pt x="313463" y="435730"/>
                  </a:lnTo>
                  <a:lnTo>
                    <a:pt x="321190" y="437910"/>
                  </a:lnTo>
                  <a:lnTo>
                    <a:pt x="326022" y="441484"/>
                  </a:lnTo>
                  <a:lnTo>
                    <a:pt x="328830" y="434779"/>
                  </a:lnTo>
                  <a:lnTo>
                    <a:pt x="333800" y="432041"/>
                  </a:lnTo>
                  <a:lnTo>
                    <a:pt x="337418" y="434799"/>
                  </a:lnTo>
                  <a:lnTo>
                    <a:pt x="343135" y="436991"/>
                  </a:lnTo>
                  <a:lnTo>
                    <a:pt x="348823" y="437036"/>
                  </a:lnTo>
                  <a:lnTo>
                    <a:pt x="359175" y="436255"/>
                  </a:lnTo>
                  <a:lnTo>
                    <a:pt x="362348" y="441340"/>
                  </a:lnTo>
                  <a:lnTo>
                    <a:pt x="369308" y="438081"/>
                  </a:lnTo>
                  <a:lnTo>
                    <a:pt x="374605" y="439122"/>
                  </a:lnTo>
                  <a:lnTo>
                    <a:pt x="377907" y="439768"/>
                  </a:lnTo>
                  <a:lnTo>
                    <a:pt x="380925" y="437758"/>
                  </a:lnTo>
                  <a:lnTo>
                    <a:pt x="385186" y="429865"/>
                  </a:lnTo>
                  <a:lnTo>
                    <a:pt x="386112" y="428559"/>
                  </a:lnTo>
                  <a:lnTo>
                    <a:pt x="387526" y="426565"/>
                  </a:lnTo>
                  <a:lnTo>
                    <a:pt x="391234" y="424043"/>
                  </a:lnTo>
                  <a:lnTo>
                    <a:pt x="391667" y="424451"/>
                  </a:lnTo>
                  <a:lnTo>
                    <a:pt x="394610" y="427223"/>
                  </a:lnTo>
                  <a:lnTo>
                    <a:pt x="397289" y="432554"/>
                  </a:lnTo>
                  <a:lnTo>
                    <a:pt x="399480" y="436816"/>
                  </a:lnTo>
                  <a:lnTo>
                    <a:pt x="400300" y="441135"/>
                  </a:lnTo>
                  <a:lnTo>
                    <a:pt x="403374" y="445084"/>
                  </a:lnTo>
                  <a:lnTo>
                    <a:pt x="404157" y="448900"/>
                  </a:lnTo>
                  <a:lnTo>
                    <a:pt x="408450" y="451218"/>
                  </a:lnTo>
                  <a:lnTo>
                    <a:pt x="407272" y="459791"/>
                  </a:lnTo>
                  <a:lnTo>
                    <a:pt x="404262" y="482292"/>
                  </a:lnTo>
                  <a:lnTo>
                    <a:pt x="402800" y="493667"/>
                  </a:lnTo>
                  <a:lnTo>
                    <a:pt x="401966" y="500165"/>
                  </a:lnTo>
                  <a:lnTo>
                    <a:pt x="399418" y="519242"/>
                  </a:lnTo>
                  <a:lnTo>
                    <a:pt x="397291" y="535406"/>
                  </a:lnTo>
                  <a:lnTo>
                    <a:pt x="395187" y="551443"/>
                  </a:lnTo>
                  <a:lnTo>
                    <a:pt x="392401" y="572496"/>
                  </a:lnTo>
                  <a:lnTo>
                    <a:pt x="391795" y="577078"/>
                  </a:lnTo>
                  <a:lnTo>
                    <a:pt x="391167" y="581832"/>
                  </a:lnTo>
                  <a:lnTo>
                    <a:pt x="388407" y="602754"/>
                  </a:lnTo>
                  <a:lnTo>
                    <a:pt x="385886" y="620790"/>
                  </a:lnTo>
                  <a:lnTo>
                    <a:pt x="383903" y="635005"/>
                  </a:lnTo>
                  <a:lnTo>
                    <a:pt x="379957" y="665098"/>
                  </a:lnTo>
                  <a:lnTo>
                    <a:pt x="358998" y="662266"/>
                  </a:lnTo>
                  <a:lnTo>
                    <a:pt x="352765" y="661491"/>
                  </a:lnTo>
                  <a:lnTo>
                    <a:pt x="350435" y="661166"/>
                  </a:lnTo>
                  <a:lnTo>
                    <a:pt x="334898" y="658973"/>
                  </a:lnTo>
                  <a:lnTo>
                    <a:pt x="311957" y="655753"/>
                  </a:lnTo>
                  <a:lnTo>
                    <a:pt x="308800" y="655185"/>
                  </a:lnTo>
                  <a:lnTo>
                    <a:pt x="302077" y="653969"/>
                  </a:lnTo>
                  <a:lnTo>
                    <a:pt x="277625" y="650272"/>
                  </a:lnTo>
                  <a:lnTo>
                    <a:pt x="255105" y="646891"/>
                  </a:lnTo>
                  <a:lnTo>
                    <a:pt x="239256" y="644500"/>
                  </a:lnTo>
                  <a:lnTo>
                    <a:pt x="223464" y="642146"/>
                  </a:lnTo>
                  <a:lnTo>
                    <a:pt x="202946" y="639099"/>
                  </a:lnTo>
                  <a:lnTo>
                    <a:pt x="188792" y="636204"/>
                  </a:lnTo>
                  <a:lnTo>
                    <a:pt x="173541" y="633486"/>
                  </a:lnTo>
                  <a:lnTo>
                    <a:pt x="153455" y="629866"/>
                  </a:lnTo>
                  <a:lnTo>
                    <a:pt x="134445" y="625910"/>
                  </a:lnTo>
                  <a:lnTo>
                    <a:pt x="125620" y="624384"/>
                  </a:lnTo>
                  <a:lnTo>
                    <a:pt x="108108" y="621311"/>
                  </a:lnTo>
                  <a:lnTo>
                    <a:pt x="88374" y="617402"/>
                  </a:lnTo>
                  <a:lnTo>
                    <a:pt x="72912" y="614433"/>
                  </a:lnTo>
                  <a:lnTo>
                    <a:pt x="43691" y="608532"/>
                  </a:lnTo>
                  <a:lnTo>
                    <a:pt x="25189" y="604726"/>
                  </a:lnTo>
                  <a:lnTo>
                    <a:pt x="502" y="599328"/>
                  </a:lnTo>
                  <a:lnTo>
                    <a:pt x="0" y="599217"/>
                  </a:lnTo>
                  <a:lnTo>
                    <a:pt x="6629" y="566750"/>
                  </a:lnTo>
                  <a:lnTo>
                    <a:pt x="14222" y="529991"/>
                  </a:lnTo>
                  <a:lnTo>
                    <a:pt x="18059" y="511329"/>
                  </a:lnTo>
                  <a:lnTo>
                    <a:pt x="28225" y="462401"/>
                  </a:lnTo>
                  <a:lnTo>
                    <a:pt x="29809" y="455197"/>
                  </a:lnTo>
                  <a:lnTo>
                    <a:pt x="32511" y="442927"/>
                  </a:lnTo>
                  <a:lnTo>
                    <a:pt x="35863" y="438508"/>
                  </a:lnTo>
                  <a:lnTo>
                    <a:pt x="36702" y="437401"/>
                  </a:lnTo>
                  <a:lnTo>
                    <a:pt x="39253" y="430125"/>
                  </a:lnTo>
                  <a:lnTo>
                    <a:pt x="41458" y="426437"/>
                  </a:lnTo>
                  <a:lnTo>
                    <a:pt x="40027" y="421120"/>
                  </a:lnTo>
                  <a:lnTo>
                    <a:pt x="46069" y="416384"/>
                  </a:lnTo>
                  <a:lnTo>
                    <a:pt x="46215" y="416270"/>
                  </a:lnTo>
                  <a:lnTo>
                    <a:pt x="46251" y="414025"/>
                  </a:lnTo>
                  <a:lnTo>
                    <a:pt x="42702" y="411955"/>
                  </a:lnTo>
                  <a:lnTo>
                    <a:pt x="43057" y="408312"/>
                  </a:lnTo>
                  <a:lnTo>
                    <a:pt x="37782" y="407040"/>
                  </a:lnTo>
                  <a:lnTo>
                    <a:pt x="34772" y="402779"/>
                  </a:lnTo>
                  <a:lnTo>
                    <a:pt x="31443" y="403734"/>
                  </a:lnTo>
                  <a:lnTo>
                    <a:pt x="29154" y="400598"/>
                  </a:lnTo>
                  <a:lnTo>
                    <a:pt x="29604" y="399970"/>
                  </a:lnTo>
                  <a:lnTo>
                    <a:pt x="31390" y="397475"/>
                  </a:lnTo>
                  <a:lnTo>
                    <a:pt x="30470" y="3944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40685" y="3298538"/>
              <a:ext cx="282128" cy="488553"/>
            </a:xfrm>
            <a:custGeom>
              <a:avLst/>
              <a:pathLst>
                <a:path w="282128" h="488553">
                  <a:moveTo>
                    <a:pt x="123" y="228757"/>
                  </a:moveTo>
                  <a:lnTo>
                    <a:pt x="323" y="224484"/>
                  </a:lnTo>
                  <a:lnTo>
                    <a:pt x="410" y="222617"/>
                  </a:lnTo>
                  <a:lnTo>
                    <a:pt x="1494" y="217907"/>
                  </a:lnTo>
                  <a:lnTo>
                    <a:pt x="4327" y="212720"/>
                  </a:lnTo>
                  <a:lnTo>
                    <a:pt x="7212" y="210592"/>
                  </a:lnTo>
                  <a:lnTo>
                    <a:pt x="6290" y="206045"/>
                  </a:lnTo>
                  <a:lnTo>
                    <a:pt x="6574" y="200902"/>
                  </a:lnTo>
                  <a:lnTo>
                    <a:pt x="4614" y="198999"/>
                  </a:lnTo>
                  <a:lnTo>
                    <a:pt x="5526" y="194694"/>
                  </a:lnTo>
                  <a:lnTo>
                    <a:pt x="7525" y="191777"/>
                  </a:lnTo>
                  <a:lnTo>
                    <a:pt x="13340" y="188978"/>
                  </a:lnTo>
                  <a:lnTo>
                    <a:pt x="17440" y="188564"/>
                  </a:lnTo>
                  <a:lnTo>
                    <a:pt x="21372" y="185101"/>
                  </a:lnTo>
                  <a:lnTo>
                    <a:pt x="21302" y="182764"/>
                  </a:lnTo>
                  <a:lnTo>
                    <a:pt x="21235" y="180524"/>
                  </a:lnTo>
                  <a:lnTo>
                    <a:pt x="22318" y="175626"/>
                  </a:lnTo>
                  <a:lnTo>
                    <a:pt x="21860" y="172049"/>
                  </a:lnTo>
                  <a:lnTo>
                    <a:pt x="24594" y="167607"/>
                  </a:lnTo>
                  <a:lnTo>
                    <a:pt x="28065" y="163387"/>
                  </a:lnTo>
                  <a:lnTo>
                    <a:pt x="29852" y="159516"/>
                  </a:lnTo>
                  <a:lnTo>
                    <a:pt x="29703" y="153812"/>
                  </a:lnTo>
                  <a:lnTo>
                    <a:pt x="28808" y="149475"/>
                  </a:lnTo>
                  <a:lnTo>
                    <a:pt x="28758" y="149230"/>
                  </a:lnTo>
                  <a:lnTo>
                    <a:pt x="28080" y="145941"/>
                  </a:lnTo>
                  <a:lnTo>
                    <a:pt x="24958" y="141771"/>
                  </a:lnTo>
                  <a:lnTo>
                    <a:pt x="22085" y="141773"/>
                  </a:lnTo>
                  <a:lnTo>
                    <a:pt x="19047" y="137871"/>
                  </a:lnTo>
                  <a:lnTo>
                    <a:pt x="16594" y="135016"/>
                  </a:lnTo>
                  <a:lnTo>
                    <a:pt x="18433" y="127426"/>
                  </a:lnTo>
                  <a:lnTo>
                    <a:pt x="18549" y="126946"/>
                  </a:lnTo>
                  <a:lnTo>
                    <a:pt x="18702" y="124347"/>
                  </a:lnTo>
                  <a:lnTo>
                    <a:pt x="20621" y="119357"/>
                  </a:lnTo>
                  <a:lnTo>
                    <a:pt x="24525" y="118362"/>
                  </a:lnTo>
                  <a:lnTo>
                    <a:pt x="27335" y="118682"/>
                  </a:lnTo>
                  <a:lnTo>
                    <a:pt x="30797" y="116072"/>
                  </a:lnTo>
                  <a:lnTo>
                    <a:pt x="36002" y="115078"/>
                  </a:lnTo>
                  <a:lnTo>
                    <a:pt x="41499" y="114293"/>
                  </a:lnTo>
                  <a:lnTo>
                    <a:pt x="46560" y="111057"/>
                  </a:lnTo>
                  <a:lnTo>
                    <a:pt x="49326" y="107991"/>
                  </a:lnTo>
                  <a:lnTo>
                    <a:pt x="53048" y="107280"/>
                  </a:lnTo>
                  <a:lnTo>
                    <a:pt x="56353" y="106543"/>
                  </a:lnTo>
                  <a:lnTo>
                    <a:pt x="58916" y="102785"/>
                  </a:lnTo>
                  <a:lnTo>
                    <a:pt x="62093" y="100945"/>
                  </a:lnTo>
                  <a:lnTo>
                    <a:pt x="63494" y="99111"/>
                  </a:lnTo>
                  <a:lnTo>
                    <a:pt x="63021" y="93381"/>
                  </a:lnTo>
                  <a:lnTo>
                    <a:pt x="64142" y="90588"/>
                  </a:lnTo>
                  <a:lnTo>
                    <a:pt x="63989" y="87647"/>
                  </a:lnTo>
                  <a:lnTo>
                    <a:pt x="63927" y="86453"/>
                  </a:lnTo>
                  <a:lnTo>
                    <a:pt x="67551" y="82720"/>
                  </a:lnTo>
                  <a:lnTo>
                    <a:pt x="67924" y="82415"/>
                  </a:lnTo>
                  <a:lnTo>
                    <a:pt x="71603" y="79408"/>
                  </a:lnTo>
                  <a:lnTo>
                    <a:pt x="71225" y="76584"/>
                  </a:lnTo>
                  <a:lnTo>
                    <a:pt x="71879" y="73068"/>
                  </a:lnTo>
                  <a:lnTo>
                    <a:pt x="71857" y="69024"/>
                  </a:lnTo>
                  <a:lnTo>
                    <a:pt x="71853" y="68293"/>
                  </a:lnTo>
                  <a:lnTo>
                    <a:pt x="72311" y="63158"/>
                  </a:lnTo>
                  <a:lnTo>
                    <a:pt x="70711" y="60094"/>
                  </a:lnTo>
                  <a:lnTo>
                    <a:pt x="70396" y="59489"/>
                  </a:lnTo>
                  <a:lnTo>
                    <a:pt x="69872" y="53758"/>
                  </a:lnTo>
                  <a:lnTo>
                    <a:pt x="66477" y="50413"/>
                  </a:lnTo>
                  <a:lnTo>
                    <a:pt x="62275" y="48687"/>
                  </a:lnTo>
                  <a:lnTo>
                    <a:pt x="59134" y="47374"/>
                  </a:lnTo>
                  <a:lnTo>
                    <a:pt x="57565" y="46717"/>
                  </a:lnTo>
                  <a:lnTo>
                    <a:pt x="53211" y="44073"/>
                  </a:lnTo>
                  <a:lnTo>
                    <a:pt x="50892" y="40927"/>
                  </a:lnTo>
                  <a:lnTo>
                    <a:pt x="51358" y="37210"/>
                  </a:lnTo>
                  <a:lnTo>
                    <a:pt x="49126" y="34215"/>
                  </a:lnTo>
                  <a:lnTo>
                    <a:pt x="46457" y="32371"/>
                  </a:lnTo>
                  <a:lnTo>
                    <a:pt x="44130" y="30762"/>
                  </a:lnTo>
                  <a:lnTo>
                    <a:pt x="40736" y="28021"/>
                  </a:lnTo>
                  <a:lnTo>
                    <a:pt x="39046" y="27448"/>
                  </a:lnTo>
                  <a:lnTo>
                    <a:pt x="35219" y="25747"/>
                  </a:lnTo>
                  <a:lnTo>
                    <a:pt x="35111" y="22549"/>
                  </a:lnTo>
                  <a:lnTo>
                    <a:pt x="48231" y="21140"/>
                  </a:lnTo>
                  <a:lnTo>
                    <a:pt x="48908" y="21057"/>
                  </a:lnTo>
                  <a:lnTo>
                    <a:pt x="61835" y="19467"/>
                  </a:lnTo>
                  <a:lnTo>
                    <a:pt x="80735" y="17333"/>
                  </a:lnTo>
                  <a:lnTo>
                    <a:pt x="86396" y="16705"/>
                  </a:lnTo>
                  <a:lnTo>
                    <a:pt x="108328" y="14213"/>
                  </a:lnTo>
                  <a:lnTo>
                    <a:pt x="114174" y="13548"/>
                  </a:lnTo>
                  <a:lnTo>
                    <a:pt x="116442" y="13288"/>
                  </a:lnTo>
                  <a:lnTo>
                    <a:pt x="135435" y="11070"/>
                  </a:lnTo>
                  <a:lnTo>
                    <a:pt x="136997" y="10885"/>
                  </a:lnTo>
                  <a:lnTo>
                    <a:pt x="143515" y="10072"/>
                  </a:lnTo>
                  <a:lnTo>
                    <a:pt x="153929" y="8756"/>
                  </a:lnTo>
                  <a:lnTo>
                    <a:pt x="158328" y="8194"/>
                  </a:lnTo>
                  <a:lnTo>
                    <a:pt x="171032" y="6294"/>
                  </a:lnTo>
                  <a:lnTo>
                    <a:pt x="173269" y="5965"/>
                  </a:lnTo>
                  <a:lnTo>
                    <a:pt x="183849" y="4396"/>
                  </a:lnTo>
                  <a:lnTo>
                    <a:pt x="189411" y="3562"/>
                  </a:lnTo>
                  <a:lnTo>
                    <a:pt x="190524" y="3415"/>
                  </a:lnTo>
                  <a:lnTo>
                    <a:pt x="215848" y="0"/>
                  </a:lnTo>
                  <a:lnTo>
                    <a:pt x="216567" y="6186"/>
                  </a:lnTo>
                  <a:lnTo>
                    <a:pt x="216203" y="11452"/>
                  </a:lnTo>
                  <a:lnTo>
                    <a:pt x="216076" y="16773"/>
                  </a:lnTo>
                  <a:lnTo>
                    <a:pt x="216212" y="17084"/>
                  </a:lnTo>
                  <a:lnTo>
                    <a:pt x="219404" y="24388"/>
                  </a:lnTo>
                  <a:lnTo>
                    <a:pt x="219461" y="24517"/>
                  </a:lnTo>
                  <a:lnTo>
                    <a:pt x="222763" y="28943"/>
                  </a:lnTo>
                  <a:lnTo>
                    <a:pt x="224211" y="30869"/>
                  </a:lnTo>
                  <a:lnTo>
                    <a:pt x="228114" y="34348"/>
                  </a:lnTo>
                  <a:lnTo>
                    <a:pt x="228633" y="34810"/>
                  </a:lnTo>
                  <a:lnTo>
                    <a:pt x="230078" y="38704"/>
                  </a:lnTo>
                  <a:lnTo>
                    <a:pt x="232731" y="44866"/>
                  </a:lnTo>
                  <a:lnTo>
                    <a:pt x="234536" y="49054"/>
                  </a:lnTo>
                  <a:lnTo>
                    <a:pt x="235083" y="49561"/>
                  </a:lnTo>
                  <a:lnTo>
                    <a:pt x="235427" y="49880"/>
                  </a:lnTo>
                  <a:lnTo>
                    <a:pt x="235459" y="50657"/>
                  </a:lnTo>
                  <a:lnTo>
                    <a:pt x="235457" y="51854"/>
                  </a:lnTo>
                  <a:lnTo>
                    <a:pt x="235996" y="53372"/>
                  </a:lnTo>
                  <a:lnTo>
                    <a:pt x="236222" y="54006"/>
                  </a:lnTo>
                  <a:lnTo>
                    <a:pt x="237698" y="56279"/>
                  </a:lnTo>
                  <a:lnTo>
                    <a:pt x="240356" y="60367"/>
                  </a:lnTo>
                  <a:lnTo>
                    <a:pt x="242499" y="61610"/>
                  </a:lnTo>
                  <a:lnTo>
                    <a:pt x="243020" y="63050"/>
                  </a:lnTo>
                  <a:lnTo>
                    <a:pt x="243233" y="63639"/>
                  </a:lnTo>
                  <a:lnTo>
                    <a:pt x="243440" y="64989"/>
                  </a:lnTo>
                  <a:lnTo>
                    <a:pt x="245666" y="80420"/>
                  </a:lnTo>
                  <a:lnTo>
                    <a:pt x="246395" y="85558"/>
                  </a:lnTo>
                  <a:lnTo>
                    <a:pt x="248503" y="100443"/>
                  </a:lnTo>
                  <a:lnTo>
                    <a:pt x="250188" y="111836"/>
                  </a:lnTo>
                  <a:lnTo>
                    <a:pt x="251990" y="124032"/>
                  </a:lnTo>
                  <a:lnTo>
                    <a:pt x="252177" y="125283"/>
                  </a:lnTo>
                  <a:lnTo>
                    <a:pt x="253660" y="135187"/>
                  </a:lnTo>
                  <a:lnTo>
                    <a:pt x="255659" y="148891"/>
                  </a:lnTo>
                  <a:lnTo>
                    <a:pt x="258190" y="166289"/>
                  </a:lnTo>
                  <a:lnTo>
                    <a:pt x="258708" y="170109"/>
                  </a:lnTo>
                  <a:lnTo>
                    <a:pt x="258876" y="171350"/>
                  </a:lnTo>
                  <a:lnTo>
                    <a:pt x="261522" y="190911"/>
                  </a:lnTo>
                  <a:lnTo>
                    <a:pt x="262744" y="199782"/>
                  </a:lnTo>
                  <a:lnTo>
                    <a:pt x="263805" y="207495"/>
                  </a:lnTo>
                  <a:lnTo>
                    <a:pt x="264366" y="211576"/>
                  </a:lnTo>
                  <a:lnTo>
                    <a:pt x="265961" y="222680"/>
                  </a:lnTo>
                  <a:lnTo>
                    <a:pt x="268661" y="241515"/>
                  </a:lnTo>
                  <a:lnTo>
                    <a:pt x="269397" y="246481"/>
                  </a:lnTo>
                  <a:lnTo>
                    <a:pt x="271061" y="257714"/>
                  </a:lnTo>
                  <a:lnTo>
                    <a:pt x="271160" y="258381"/>
                  </a:lnTo>
                  <a:lnTo>
                    <a:pt x="272663" y="268870"/>
                  </a:lnTo>
                  <a:lnTo>
                    <a:pt x="269652" y="269992"/>
                  </a:lnTo>
                  <a:lnTo>
                    <a:pt x="268522" y="272583"/>
                  </a:lnTo>
                  <a:lnTo>
                    <a:pt x="269557" y="277147"/>
                  </a:lnTo>
                  <a:lnTo>
                    <a:pt x="269787" y="278164"/>
                  </a:lnTo>
                  <a:lnTo>
                    <a:pt x="271330" y="281135"/>
                  </a:lnTo>
                  <a:lnTo>
                    <a:pt x="267649" y="285606"/>
                  </a:lnTo>
                  <a:lnTo>
                    <a:pt x="267896" y="286355"/>
                  </a:lnTo>
                  <a:lnTo>
                    <a:pt x="269448" y="291060"/>
                  </a:lnTo>
                  <a:lnTo>
                    <a:pt x="273518" y="294371"/>
                  </a:lnTo>
                  <a:lnTo>
                    <a:pt x="273765" y="299244"/>
                  </a:lnTo>
                  <a:lnTo>
                    <a:pt x="277447" y="301304"/>
                  </a:lnTo>
                  <a:lnTo>
                    <a:pt x="278361" y="306830"/>
                  </a:lnTo>
                  <a:lnTo>
                    <a:pt x="278311" y="306992"/>
                  </a:lnTo>
                  <a:lnTo>
                    <a:pt x="277435" y="309799"/>
                  </a:lnTo>
                  <a:lnTo>
                    <a:pt x="278530" y="311672"/>
                  </a:lnTo>
                  <a:lnTo>
                    <a:pt x="279758" y="313771"/>
                  </a:lnTo>
                  <a:lnTo>
                    <a:pt x="282128" y="319479"/>
                  </a:lnTo>
                  <a:lnTo>
                    <a:pt x="279985" y="326872"/>
                  </a:lnTo>
                  <a:lnTo>
                    <a:pt x="275441" y="330919"/>
                  </a:lnTo>
                  <a:lnTo>
                    <a:pt x="274875" y="335498"/>
                  </a:lnTo>
                  <a:lnTo>
                    <a:pt x="274427" y="337494"/>
                  </a:lnTo>
                  <a:lnTo>
                    <a:pt x="273904" y="339823"/>
                  </a:lnTo>
                  <a:lnTo>
                    <a:pt x="274699" y="342276"/>
                  </a:lnTo>
                  <a:lnTo>
                    <a:pt x="271053" y="345644"/>
                  </a:lnTo>
                  <a:lnTo>
                    <a:pt x="269767" y="349740"/>
                  </a:lnTo>
                  <a:lnTo>
                    <a:pt x="269289" y="351285"/>
                  </a:lnTo>
                  <a:lnTo>
                    <a:pt x="267915" y="355719"/>
                  </a:lnTo>
                  <a:lnTo>
                    <a:pt x="265164" y="361729"/>
                  </a:lnTo>
                  <a:lnTo>
                    <a:pt x="260449" y="365828"/>
                  </a:lnTo>
                  <a:lnTo>
                    <a:pt x="256730" y="369119"/>
                  </a:lnTo>
                  <a:lnTo>
                    <a:pt x="256730" y="369746"/>
                  </a:lnTo>
                  <a:lnTo>
                    <a:pt x="256731" y="372602"/>
                  </a:lnTo>
                  <a:lnTo>
                    <a:pt x="260544" y="376087"/>
                  </a:lnTo>
                  <a:lnTo>
                    <a:pt x="258800" y="380911"/>
                  </a:lnTo>
                  <a:lnTo>
                    <a:pt x="257520" y="385013"/>
                  </a:lnTo>
                  <a:lnTo>
                    <a:pt x="254954" y="387575"/>
                  </a:lnTo>
                  <a:lnTo>
                    <a:pt x="256749" y="393402"/>
                  </a:lnTo>
                  <a:lnTo>
                    <a:pt x="255893" y="399672"/>
                  </a:lnTo>
                  <a:lnTo>
                    <a:pt x="254919" y="402020"/>
                  </a:lnTo>
                  <a:lnTo>
                    <a:pt x="254506" y="403016"/>
                  </a:lnTo>
                  <a:lnTo>
                    <a:pt x="257841" y="407536"/>
                  </a:lnTo>
                  <a:lnTo>
                    <a:pt x="256349" y="412736"/>
                  </a:lnTo>
                  <a:lnTo>
                    <a:pt x="251915" y="417375"/>
                  </a:lnTo>
                  <a:lnTo>
                    <a:pt x="250515" y="421343"/>
                  </a:lnTo>
                  <a:lnTo>
                    <a:pt x="253308" y="427899"/>
                  </a:lnTo>
                  <a:lnTo>
                    <a:pt x="253390" y="428091"/>
                  </a:lnTo>
                  <a:lnTo>
                    <a:pt x="257955" y="431319"/>
                  </a:lnTo>
                  <a:lnTo>
                    <a:pt x="258649" y="433393"/>
                  </a:lnTo>
                  <a:lnTo>
                    <a:pt x="259107" y="434761"/>
                  </a:lnTo>
                  <a:lnTo>
                    <a:pt x="252866" y="437495"/>
                  </a:lnTo>
                  <a:lnTo>
                    <a:pt x="244502" y="439946"/>
                  </a:lnTo>
                  <a:lnTo>
                    <a:pt x="239781" y="444809"/>
                  </a:lnTo>
                  <a:lnTo>
                    <a:pt x="235648" y="443944"/>
                  </a:lnTo>
                  <a:lnTo>
                    <a:pt x="235471" y="443907"/>
                  </a:lnTo>
                  <a:lnTo>
                    <a:pt x="232472" y="446210"/>
                  </a:lnTo>
                  <a:lnTo>
                    <a:pt x="231704" y="451676"/>
                  </a:lnTo>
                  <a:lnTo>
                    <a:pt x="230342" y="456142"/>
                  </a:lnTo>
                  <a:lnTo>
                    <a:pt x="234072" y="461848"/>
                  </a:lnTo>
                  <a:lnTo>
                    <a:pt x="238080" y="467466"/>
                  </a:lnTo>
                  <a:lnTo>
                    <a:pt x="237286" y="472086"/>
                  </a:lnTo>
                  <a:lnTo>
                    <a:pt x="235453" y="475012"/>
                  </a:lnTo>
                  <a:lnTo>
                    <a:pt x="234926" y="475097"/>
                  </a:lnTo>
                  <a:lnTo>
                    <a:pt x="234468" y="475172"/>
                  </a:lnTo>
                  <a:lnTo>
                    <a:pt x="231647" y="475629"/>
                  </a:lnTo>
                  <a:lnTo>
                    <a:pt x="229433" y="474456"/>
                  </a:lnTo>
                  <a:lnTo>
                    <a:pt x="225650" y="472451"/>
                  </a:lnTo>
                  <a:lnTo>
                    <a:pt x="219661" y="470772"/>
                  </a:lnTo>
                  <a:lnTo>
                    <a:pt x="215449" y="470154"/>
                  </a:lnTo>
                  <a:lnTo>
                    <a:pt x="209360" y="467305"/>
                  </a:lnTo>
                  <a:lnTo>
                    <a:pt x="202657" y="465578"/>
                  </a:lnTo>
                  <a:lnTo>
                    <a:pt x="202259" y="465530"/>
                  </a:lnTo>
                  <a:lnTo>
                    <a:pt x="197654" y="466415"/>
                  </a:lnTo>
                  <a:lnTo>
                    <a:pt x="194104" y="470012"/>
                  </a:lnTo>
                  <a:lnTo>
                    <a:pt x="191783" y="474514"/>
                  </a:lnTo>
                  <a:lnTo>
                    <a:pt x="187724" y="480905"/>
                  </a:lnTo>
                  <a:lnTo>
                    <a:pt x="187847" y="481074"/>
                  </a:lnTo>
                  <a:lnTo>
                    <a:pt x="191012" y="485419"/>
                  </a:lnTo>
                  <a:lnTo>
                    <a:pt x="191108" y="488553"/>
                  </a:lnTo>
                  <a:lnTo>
                    <a:pt x="186741" y="488445"/>
                  </a:lnTo>
                  <a:lnTo>
                    <a:pt x="182158" y="486781"/>
                  </a:lnTo>
                  <a:lnTo>
                    <a:pt x="178533" y="486067"/>
                  </a:lnTo>
                  <a:lnTo>
                    <a:pt x="174853" y="485340"/>
                  </a:lnTo>
                  <a:lnTo>
                    <a:pt x="172530" y="480315"/>
                  </a:lnTo>
                  <a:lnTo>
                    <a:pt x="166712" y="473609"/>
                  </a:lnTo>
                  <a:lnTo>
                    <a:pt x="165058" y="468095"/>
                  </a:lnTo>
                  <a:lnTo>
                    <a:pt x="164130" y="467546"/>
                  </a:lnTo>
                  <a:lnTo>
                    <a:pt x="161570" y="466030"/>
                  </a:lnTo>
                  <a:lnTo>
                    <a:pt x="162640" y="462133"/>
                  </a:lnTo>
                  <a:lnTo>
                    <a:pt x="163966" y="461114"/>
                  </a:lnTo>
                  <a:lnTo>
                    <a:pt x="166924" y="458838"/>
                  </a:lnTo>
                  <a:lnTo>
                    <a:pt x="166555" y="454382"/>
                  </a:lnTo>
                  <a:lnTo>
                    <a:pt x="162848" y="449675"/>
                  </a:lnTo>
                  <a:lnTo>
                    <a:pt x="159380" y="444556"/>
                  </a:lnTo>
                  <a:lnTo>
                    <a:pt x="159812" y="441949"/>
                  </a:lnTo>
                  <a:lnTo>
                    <a:pt x="159977" y="440955"/>
                  </a:lnTo>
                  <a:lnTo>
                    <a:pt x="160127" y="440047"/>
                  </a:lnTo>
                  <a:lnTo>
                    <a:pt x="158814" y="436270"/>
                  </a:lnTo>
                  <a:lnTo>
                    <a:pt x="157036" y="430226"/>
                  </a:lnTo>
                  <a:lnTo>
                    <a:pt x="152021" y="428477"/>
                  </a:lnTo>
                  <a:lnTo>
                    <a:pt x="146417" y="426028"/>
                  </a:lnTo>
                  <a:lnTo>
                    <a:pt x="144733" y="422996"/>
                  </a:lnTo>
                  <a:lnTo>
                    <a:pt x="143917" y="421526"/>
                  </a:lnTo>
                  <a:lnTo>
                    <a:pt x="137676" y="418723"/>
                  </a:lnTo>
                  <a:lnTo>
                    <a:pt x="132483" y="415072"/>
                  </a:lnTo>
                  <a:lnTo>
                    <a:pt x="127888" y="418553"/>
                  </a:lnTo>
                  <a:lnTo>
                    <a:pt x="127119" y="417820"/>
                  </a:lnTo>
                  <a:lnTo>
                    <a:pt x="123931" y="414775"/>
                  </a:lnTo>
                  <a:lnTo>
                    <a:pt x="124785" y="410512"/>
                  </a:lnTo>
                  <a:lnTo>
                    <a:pt x="121107" y="410647"/>
                  </a:lnTo>
                  <a:lnTo>
                    <a:pt x="115720" y="407326"/>
                  </a:lnTo>
                  <a:lnTo>
                    <a:pt x="112313" y="404651"/>
                  </a:lnTo>
                  <a:lnTo>
                    <a:pt x="106657" y="402096"/>
                  </a:lnTo>
                  <a:lnTo>
                    <a:pt x="105581" y="401609"/>
                  </a:lnTo>
                  <a:lnTo>
                    <a:pt x="102947" y="398990"/>
                  </a:lnTo>
                  <a:lnTo>
                    <a:pt x="97702" y="394887"/>
                  </a:lnTo>
                  <a:lnTo>
                    <a:pt x="94359" y="390476"/>
                  </a:lnTo>
                  <a:lnTo>
                    <a:pt x="92956" y="383013"/>
                  </a:lnTo>
                  <a:lnTo>
                    <a:pt x="93990" y="378137"/>
                  </a:lnTo>
                  <a:lnTo>
                    <a:pt x="94544" y="377240"/>
                  </a:lnTo>
                  <a:lnTo>
                    <a:pt x="97542" y="372387"/>
                  </a:lnTo>
                  <a:lnTo>
                    <a:pt x="98179" y="367262"/>
                  </a:lnTo>
                  <a:lnTo>
                    <a:pt x="98658" y="365258"/>
                  </a:lnTo>
                  <a:lnTo>
                    <a:pt x="98930" y="364121"/>
                  </a:lnTo>
                  <a:lnTo>
                    <a:pt x="99229" y="362868"/>
                  </a:lnTo>
                  <a:lnTo>
                    <a:pt x="102941" y="356571"/>
                  </a:lnTo>
                  <a:lnTo>
                    <a:pt x="102688" y="352351"/>
                  </a:lnTo>
                  <a:lnTo>
                    <a:pt x="101486" y="350078"/>
                  </a:lnTo>
                  <a:lnTo>
                    <a:pt x="100123" y="346863"/>
                  </a:lnTo>
                  <a:lnTo>
                    <a:pt x="102606" y="342481"/>
                  </a:lnTo>
                  <a:lnTo>
                    <a:pt x="105567" y="339225"/>
                  </a:lnTo>
                  <a:lnTo>
                    <a:pt x="105437" y="335419"/>
                  </a:lnTo>
                  <a:lnTo>
                    <a:pt x="99797" y="332497"/>
                  </a:lnTo>
                  <a:lnTo>
                    <a:pt x="96966" y="331028"/>
                  </a:lnTo>
                  <a:lnTo>
                    <a:pt x="93780" y="330661"/>
                  </a:lnTo>
                  <a:lnTo>
                    <a:pt x="92245" y="330484"/>
                  </a:lnTo>
                  <a:lnTo>
                    <a:pt x="85365" y="328075"/>
                  </a:lnTo>
                  <a:lnTo>
                    <a:pt x="81643" y="328388"/>
                  </a:lnTo>
                  <a:lnTo>
                    <a:pt x="80508" y="328482"/>
                  </a:lnTo>
                  <a:lnTo>
                    <a:pt x="78816" y="333184"/>
                  </a:lnTo>
                  <a:lnTo>
                    <a:pt x="75444" y="337044"/>
                  </a:lnTo>
                  <a:lnTo>
                    <a:pt x="72733" y="336979"/>
                  </a:lnTo>
                  <a:lnTo>
                    <a:pt x="68147" y="333535"/>
                  </a:lnTo>
                  <a:lnTo>
                    <a:pt x="67722" y="332318"/>
                  </a:lnTo>
                  <a:lnTo>
                    <a:pt x="66270" y="328153"/>
                  </a:lnTo>
                  <a:lnTo>
                    <a:pt x="63125" y="322383"/>
                  </a:lnTo>
                  <a:lnTo>
                    <a:pt x="64881" y="318099"/>
                  </a:lnTo>
                  <a:lnTo>
                    <a:pt x="62619" y="313948"/>
                  </a:lnTo>
                  <a:lnTo>
                    <a:pt x="60913" y="307720"/>
                  </a:lnTo>
                  <a:lnTo>
                    <a:pt x="60174" y="305017"/>
                  </a:lnTo>
                  <a:lnTo>
                    <a:pt x="52025" y="298517"/>
                  </a:lnTo>
                  <a:lnTo>
                    <a:pt x="45123" y="294105"/>
                  </a:lnTo>
                  <a:lnTo>
                    <a:pt x="44969" y="294006"/>
                  </a:lnTo>
                  <a:lnTo>
                    <a:pt x="37799" y="290615"/>
                  </a:lnTo>
                  <a:lnTo>
                    <a:pt x="35648" y="286800"/>
                  </a:lnTo>
                  <a:lnTo>
                    <a:pt x="32853" y="283243"/>
                  </a:lnTo>
                  <a:lnTo>
                    <a:pt x="29589" y="282972"/>
                  </a:lnTo>
                  <a:lnTo>
                    <a:pt x="27450" y="279156"/>
                  </a:lnTo>
                  <a:lnTo>
                    <a:pt x="26818" y="278675"/>
                  </a:lnTo>
                  <a:lnTo>
                    <a:pt x="20009" y="273484"/>
                  </a:lnTo>
                  <a:lnTo>
                    <a:pt x="17857" y="271920"/>
                  </a:lnTo>
                  <a:lnTo>
                    <a:pt x="13358" y="268643"/>
                  </a:lnTo>
                  <a:lnTo>
                    <a:pt x="13310" y="266047"/>
                  </a:lnTo>
                  <a:lnTo>
                    <a:pt x="13264" y="263527"/>
                  </a:lnTo>
                  <a:lnTo>
                    <a:pt x="10561" y="260870"/>
                  </a:lnTo>
                  <a:lnTo>
                    <a:pt x="7812" y="259020"/>
                  </a:lnTo>
                  <a:lnTo>
                    <a:pt x="7750" y="253577"/>
                  </a:lnTo>
                  <a:lnTo>
                    <a:pt x="6878" y="250280"/>
                  </a:lnTo>
                  <a:lnTo>
                    <a:pt x="3137" y="244282"/>
                  </a:lnTo>
                  <a:lnTo>
                    <a:pt x="1733" y="239267"/>
                  </a:lnTo>
                  <a:lnTo>
                    <a:pt x="0" y="23137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73791" y="3337254"/>
              <a:ext cx="218122" cy="377625"/>
            </a:xfrm>
            <a:custGeom>
              <a:avLst/>
              <a:pathLst>
                <a:path w="218122" h="377625">
                  <a:moveTo>
                    <a:pt x="11479" y="371180"/>
                  </a:moveTo>
                  <a:lnTo>
                    <a:pt x="12453" y="368831"/>
                  </a:lnTo>
                  <a:lnTo>
                    <a:pt x="13309" y="362562"/>
                  </a:lnTo>
                  <a:lnTo>
                    <a:pt x="11514" y="356735"/>
                  </a:lnTo>
                  <a:lnTo>
                    <a:pt x="14080" y="354172"/>
                  </a:lnTo>
                  <a:lnTo>
                    <a:pt x="15360" y="350071"/>
                  </a:lnTo>
                  <a:lnTo>
                    <a:pt x="17104" y="345246"/>
                  </a:lnTo>
                  <a:lnTo>
                    <a:pt x="13291" y="341762"/>
                  </a:lnTo>
                  <a:lnTo>
                    <a:pt x="13290" y="338905"/>
                  </a:lnTo>
                  <a:lnTo>
                    <a:pt x="13290" y="338278"/>
                  </a:lnTo>
                  <a:lnTo>
                    <a:pt x="17008" y="334988"/>
                  </a:lnTo>
                  <a:lnTo>
                    <a:pt x="21724" y="330889"/>
                  </a:lnTo>
                  <a:lnTo>
                    <a:pt x="24475" y="324879"/>
                  </a:lnTo>
                  <a:lnTo>
                    <a:pt x="25849" y="320445"/>
                  </a:lnTo>
                  <a:lnTo>
                    <a:pt x="26326" y="318900"/>
                  </a:lnTo>
                  <a:lnTo>
                    <a:pt x="27613" y="314804"/>
                  </a:lnTo>
                  <a:lnTo>
                    <a:pt x="31259" y="311436"/>
                  </a:lnTo>
                  <a:lnTo>
                    <a:pt x="30463" y="308983"/>
                  </a:lnTo>
                  <a:lnTo>
                    <a:pt x="30987" y="306654"/>
                  </a:lnTo>
                  <a:lnTo>
                    <a:pt x="31435" y="304657"/>
                  </a:lnTo>
                  <a:lnTo>
                    <a:pt x="32000" y="300079"/>
                  </a:lnTo>
                  <a:lnTo>
                    <a:pt x="36545" y="296032"/>
                  </a:lnTo>
                  <a:lnTo>
                    <a:pt x="38687" y="288638"/>
                  </a:lnTo>
                  <a:lnTo>
                    <a:pt x="36318" y="282931"/>
                  </a:lnTo>
                  <a:lnTo>
                    <a:pt x="35090" y="280832"/>
                  </a:lnTo>
                  <a:lnTo>
                    <a:pt x="33995" y="278959"/>
                  </a:lnTo>
                  <a:lnTo>
                    <a:pt x="34871" y="276151"/>
                  </a:lnTo>
                  <a:lnTo>
                    <a:pt x="34921" y="275990"/>
                  </a:lnTo>
                  <a:lnTo>
                    <a:pt x="34007" y="270463"/>
                  </a:lnTo>
                  <a:lnTo>
                    <a:pt x="30325" y="268403"/>
                  </a:lnTo>
                  <a:lnTo>
                    <a:pt x="30078" y="263531"/>
                  </a:lnTo>
                  <a:lnTo>
                    <a:pt x="26008" y="260219"/>
                  </a:lnTo>
                  <a:lnTo>
                    <a:pt x="24456" y="255514"/>
                  </a:lnTo>
                  <a:lnTo>
                    <a:pt x="24209" y="254765"/>
                  </a:lnTo>
                  <a:lnTo>
                    <a:pt x="27890" y="250295"/>
                  </a:lnTo>
                  <a:lnTo>
                    <a:pt x="26347" y="247324"/>
                  </a:lnTo>
                  <a:lnTo>
                    <a:pt x="26117" y="246306"/>
                  </a:lnTo>
                  <a:lnTo>
                    <a:pt x="25082" y="241743"/>
                  </a:lnTo>
                  <a:lnTo>
                    <a:pt x="26212" y="239152"/>
                  </a:lnTo>
                  <a:lnTo>
                    <a:pt x="29223" y="238029"/>
                  </a:lnTo>
                  <a:lnTo>
                    <a:pt x="27719" y="227541"/>
                  </a:lnTo>
                  <a:lnTo>
                    <a:pt x="27621" y="226874"/>
                  </a:lnTo>
                  <a:lnTo>
                    <a:pt x="25957" y="215641"/>
                  </a:lnTo>
                  <a:lnTo>
                    <a:pt x="25221" y="210674"/>
                  </a:lnTo>
                  <a:lnTo>
                    <a:pt x="22521" y="191839"/>
                  </a:lnTo>
                  <a:lnTo>
                    <a:pt x="20926" y="180736"/>
                  </a:lnTo>
                  <a:lnTo>
                    <a:pt x="20365" y="176655"/>
                  </a:lnTo>
                  <a:lnTo>
                    <a:pt x="19304" y="168942"/>
                  </a:lnTo>
                  <a:lnTo>
                    <a:pt x="18081" y="160071"/>
                  </a:lnTo>
                  <a:lnTo>
                    <a:pt x="15436" y="140509"/>
                  </a:lnTo>
                  <a:lnTo>
                    <a:pt x="15268" y="139269"/>
                  </a:lnTo>
                  <a:lnTo>
                    <a:pt x="14749" y="135448"/>
                  </a:lnTo>
                  <a:lnTo>
                    <a:pt x="12219" y="118050"/>
                  </a:lnTo>
                  <a:lnTo>
                    <a:pt x="10220" y="104347"/>
                  </a:lnTo>
                  <a:lnTo>
                    <a:pt x="8737" y="94443"/>
                  </a:lnTo>
                  <a:lnTo>
                    <a:pt x="8550" y="93191"/>
                  </a:lnTo>
                  <a:lnTo>
                    <a:pt x="6748" y="80996"/>
                  </a:lnTo>
                  <a:lnTo>
                    <a:pt x="5061" y="69592"/>
                  </a:lnTo>
                  <a:lnTo>
                    <a:pt x="2955" y="54718"/>
                  </a:lnTo>
                  <a:lnTo>
                    <a:pt x="2226" y="49579"/>
                  </a:lnTo>
                  <a:lnTo>
                    <a:pt x="0" y="34149"/>
                  </a:lnTo>
                  <a:lnTo>
                    <a:pt x="3873" y="36688"/>
                  </a:lnTo>
                  <a:lnTo>
                    <a:pt x="7197" y="34818"/>
                  </a:lnTo>
                  <a:lnTo>
                    <a:pt x="11186" y="39379"/>
                  </a:lnTo>
                  <a:lnTo>
                    <a:pt x="17972" y="39131"/>
                  </a:lnTo>
                  <a:lnTo>
                    <a:pt x="20345" y="38002"/>
                  </a:lnTo>
                  <a:lnTo>
                    <a:pt x="26281" y="35171"/>
                  </a:lnTo>
                  <a:lnTo>
                    <a:pt x="32235" y="32069"/>
                  </a:lnTo>
                  <a:lnTo>
                    <a:pt x="37762" y="27482"/>
                  </a:lnTo>
                  <a:lnTo>
                    <a:pt x="39140" y="26336"/>
                  </a:lnTo>
                  <a:lnTo>
                    <a:pt x="44083" y="22590"/>
                  </a:lnTo>
                  <a:lnTo>
                    <a:pt x="52090" y="21316"/>
                  </a:lnTo>
                  <a:lnTo>
                    <a:pt x="55904" y="20704"/>
                  </a:lnTo>
                  <a:lnTo>
                    <a:pt x="63307" y="19486"/>
                  </a:lnTo>
                  <a:lnTo>
                    <a:pt x="64742" y="19249"/>
                  </a:lnTo>
                  <a:lnTo>
                    <a:pt x="82344" y="16243"/>
                  </a:lnTo>
                  <a:lnTo>
                    <a:pt x="92787" y="14487"/>
                  </a:lnTo>
                  <a:lnTo>
                    <a:pt x="110099" y="11527"/>
                  </a:lnTo>
                  <a:lnTo>
                    <a:pt x="118487" y="10029"/>
                  </a:lnTo>
                  <a:lnTo>
                    <a:pt x="141901" y="5773"/>
                  </a:lnTo>
                  <a:lnTo>
                    <a:pt x="145679" y="5076"/>
                  </a:lnTo>
                  <a:lnTo>
                    <a:pt x="147975" y="4653"/>
                  </a:lnTo>
                  <a:lnTo>
                    <a:pt x="171620" y="231"/>
                  </a:lnTo>
                  <a:lnTo>
                    <a:pt x="172844" y="0"/>
                  </a:lnTo>
                  <a:lnTo>
                    <a:pt x="173831" y="5517"/>
                  </a:lnTo>
                  <a:lnTo>
                    <a:pt x="176485" y="19777"/>
                  </a:lnTo>
                  <a:lnTo>
                    <a:pt x="178147" y="28720"/>
                  </a:lnTo>
                  <a:lnTo>
                    <a:pt x="178430" y="30246"/>
                  </a:lnTo>
                  <a:lnTo>
                    <a:pt x="180588" y="42055"/>
                  </a:lnTo>
                  <a:lnTo>
                    <a:pt x="180876" y="43635"/>
                  </a:lnTo>
                  <a:lnTo>
                    <a:pt x="182931" y="54910"/>
                  </a:lnTo>
                  <a:lnTo>
                    <a:pt x="184995" y="66262"/>
                  </a:lnTo>
                  <a:lnTo>
                    <a:pt x="186037" y="72006"/>
                  </a:lnTo>
                  <a:lnTo>
                    <a:pt x="189066" y="88722"/>
                  </a:lnTo>
                  <a:lnTo>
                    <a:pt x="191442" y="102138"/>
                  </a:lnTo>
                  <a:lnTo>
                    <a:pt x="192513" y="108195"/>
                  </a:lnTo>
                  <a:lnTo>
                    <a:pt x="194692" y="121035"/>
                  </a:lnTo>
                  <a:lnTo>
                    <a:pt x="195293" y="124714"/>
                  </a:lnTo>
                  <a:lnTo>
                    <a:pt x="197118" y="135919"/>
                  </a:lnTo>
                  <a:lnTo>
                    <a:pt x="198141" y="142211"/>
                  </a:lnTo>
                  <a:lnTo>
                    <a:pt x="199601" y="151015"/>
                  </a:lnTo>
                  <a:lnTo>
                    <a:pt x="200859" y="158613"/>
                  </a:lnTo>
                  <a:lnTo>
                    <a:pt x="203568" y="175020"/>
                  </a:lnTo>
                  <a:lnTo>
                    <a:pt x="205868" y="188702"/>
                  </a:lnTo>
                  <a:lnTo>
                    <a:pt x="206529" y="192643"/>
                  </a:lnTo>
                  <a:lnTo>
                    <a:pt x="208408" y="203860"/>
                  </a:lnTo>
                  <a:lnTo>
                    <a:pt x="209618" y="211327"/>
                  </a:lnTo>
                  <a:lnTo>
                    <a:pt x="210705" y="218045"/>
                  </a:lnTo>
                  <a:lnTo>
                    <a:pt x="212534" y="228517"/>
                  </a:lnTo>
                  <a:lnTo>
                    <a:pt x="210257" y="231367"/>
                  </a:lnTo>
                  <a:lnTo>
                    <a:pt x="208222" y="234029"/>
                  </a:lnTo>
                  <a:lnTo>
                    <a:pt x="209838" y="235607"/>
                  </a:lnTo>
                  <a:lnTo>
                    <a:pt x="212157" y="237871"/>
                  </a:lnTo>
                  <a:lnTo>
                    <a:pt x="213865" y="241058"/>
                  </a:lnTo>
                  <a:lnTo>
                    <a:pt x="211480" y="245150"/>
                  </a:lnTo>
                  <a:lnTo>
                    <a:pt x="212470" y="245549"/>
                  </a:lnTo>
                  <a:lnTo>
                    <a:pt x="214968" y="246554"/>
                  </a:lnTo>
                  <a:lnTo>
                    <a:pt x="218122" y="247303"/>
                  </a:lnTo>
                  <a:lnTo>
                    <a:pt x="217649" y="249433"/>
                  </a:lnTo>
                  <a:lnTo>
                    <a:pt x="217474" y="250220"/>
                  </a:lnTo>
                  <a:lnTo>
                    <a:pt x="217800" y="255899"/>
                  </a:lnTo>
                  <a:lnTo>
                    <a:pt x="214807" y="256087"/>
                  </a:lnTo>
                  <a:lnTo>
                    <a:pt x="207953" y="258433"/>
                  </a:lnTo>
                  <a:lnTo>
                    <a:pt x="204342" y="260827"/>
                  </a:lnTo>
                  <a:lnTo>
                    <a:pt x="201200" y="262906"/>
                  </a:lnTo>
                  <a:lnTo>
                    <a:pt x="196878" y="267786"/>
                  </a:lnTo>
                  <a:lnTo>
                    <a:pt x="194294" y="268947"/>
                  </a:lnTo>
                  <a:lnTo>
                    <a:pt x="193185" y="268276"/>
                  </a:lnTo>
                  <a:lnTo>
                    <a:pt x="190358" y="266565"/>
                  </a:lnTo>
                  <a:lnTo>
                    <a:pt x="187633" y="265399"/>
                  </a:lnTo>
                  <a:lnTo>
                    <a:pt x="183910" y="266631"/>
                  </a:lnTo>
                  <a:lnTo>
                    <a:pt x="183369" y="266810"/>
                  </a:lnTo>
                  <a:lnTo>
                    <a:pt x="179366" y="267340"/>
                  </a:lnTo>
                  <a:lnTo>
                    <a:pt x="176461" y="269861"/>
                  </a:lnTo>
                  <a:lnTo>
                    <a:pt x="177910" y="274394"/>
                  </a:lnTo>
                  <a:lnTo>
                    <a:pt x="178954" y="279617"/>
                  </a:lnTo>
                  <a:lnTo>
                    <a:pt x="179444" y="280594"/>
                  </a:lnTo>
                  <a:lnTo>
                    <a:pt x="181073" y="283845"/>
                  </a:lnTo>
                  <a:lnTo>
                    <a:pt x="180220" y="285984"/>
                  </a:lnTo>
                  <a:lnTo>
                    <a:pt x="177743" y="288182"/>
                  </a:lnTo>
                  <a:lnTo>
                    <a:pt x="176610" y="291557"/>
                  </a:lnTo>
                  <a:lnTo>
                    <a:pt x="170903" y="294135"/>
                  </a:lnTo>
                  <a:lnTo>
                    <a:pt x="169102" y="297410"/>
                  </a:lnTo>
                  <a:lnTo>
                    <a:pt x="168786" y="300892"/>
                  </a:lnTo>
                  <a:lnTo>
                    <a:pt x="168495" y="304086"/>
                  </a:lnTo>
                  <a:lnTo>
                    <a:pt x="166650" y="308609"/>
                  </a:lnTo>
                  <a:lnTo>
                    <a:pt x="162503" y="311774"/>
                  </a:lnTo>
                  <a:lnTo>
                    <a:pt x="159435" y="311413"/>
                  </a:lnTo>
                  <a:lnTo>
                    <a:pt x="157909" y="311233"/>
                  </a:lnTo>
                  <a:lnTo>
                    <a:pt x="156926" y="315226"/>
                  </a:lnTo>
                  <a:lnTo>
                    <a:pt x="153923" y="320283"/>
                  </a:lnTo>
                  <a:lnTo>
                    <a:pt x="153964" y="321033"/>
                  </a:lnTo>
                  <a:lnTo>
                    <a:pt x="154287" y="327070"/>
                  </a:lnTo>
                  <a:lnTo>
                    <a:pt x="154254" y="334365"/>
                  </a:lnTo>
                  <a:lnTo>
                    <a:pt x="152461" y="335887"/>
                  </a:lnTo>
                  <a:lnTo>
                    <a:pt x="150976" y="337148"/>
                  </a:lnTo>
                  <a:lnTo>
                    <a:pt x="149703" y="338456"/>
                  </a:lnTo>
                  <a:lnTo>
                    <a:pt x="147552" y="340665"/>
                  </a:lnTo>
                  <a:lnTo>
                    <a:pt x="142814" y="338058"/>
                  </a:lnTo>
                  <a:lnTo>
                    <a:pt x="135161" y="338201"/>
                  </a:lnTo>
                  <a:lnTo>
                    <a:pt x="129257" y="332413"/>
                  </a:lnTo>
                  <a:lnTo>
                    <a:pt x="125728" y="328677"/>
                  </a:lnTo>
                  <a:lnTo>
                    <a:pt x="121581" y="331378"/>
                  </a:lnTo>
                  <a:lnTo>
                    <a:pt x="118921" y="335164"/>
                  </a:lnTo>
                  <a:lnTo>
                    <a:pt x="116898" y="339080"/>
                  </a:lnTo>
                  <a:lnTo>
                    <a:pt x="115840" y="339479"/>
                  </a:lnTo>
                  <a:lnTo>
                    <a:pt x="113627" y="340313"/>
                  </a:lnTo>
                  <a:lnTo>
                    <a:pt x="114319" y="346393"/>
                  </a:lnTo>
                  <a:lnTo>
                    <a:pt x="116246" y="351850"/>
                  </a:lnTo>
                  <a:lnTo>
                    <a:pt x="110066" y="352517"/>
                  </a:lnTo>
                  <a:lnTo>
                    <a:pt x="109726" y="357332"/>
                  </a:lnTo>
                  <a:lnTo>
                    <a:pt x="107434" y="356639"/>
                  </a:lnTo>
                  <a:lnTo>
                    <a:pt x="106585" y="356382"/>
                  </a:lnTo>
                  <a:lnTo>
                    <a:pt x="101955" y="355075"/>
                  </a:lnTo>
                  <a:lnTo>
                    <a:pt x="97220" y="350196"/>
                  </a:lnTo>
                  <a:lnTo>
                    <a:pt x="94604" y="347028"/>
                  </a:lnTo>
                  <a:lnTo>
                    <a:pt x="94438" y="347151"/>
                  </a:lnTo>
                  <a:lnTo>
                    <a:pt x="90544" y="350005"/>
                  </a:lnTo>
                  <a:lnTo>
                    <a:pt x="87485" y="353652"/>
                  </a:lnTo>
                  <a:lnTo>
                    <a:pt x="84214" y="354986"/>
                  </a:lnTo>
                  <a:lnTo>
                    <a:pt x="82082" y="355855"/>
                  </a:lnTo>
                  <a:lnTo>
                    <a:pt x="80424" y="360052"/>
                  </a:lnTo>
                  <a:lnTo>
                    <a:pt x="80019" y="364315"/>
                  </a:lnTo>
                  <a:lnTo>
                    <a:pt x="77523" y="369983"/>
                  </a:lnTo>
                  <a:lnTo>
                    <a:pt x="74861" y="366902"/>
                  </a:lnTo>
                  <a:lnTo>
                    <a:pt x="71546" y="364409"/>
                  </a:lnTo>
                  <a:lnTo>
                    <a:pt x="66119" y="362961"/>
                  </a:lnTo>
                  <a:lnTo>
                    <a:pt x="64991" y="362421"/>
                  </a:lnTo>
                  <a:lnTo>
                    <a:pt x="62483" y="361219"/>
                  </a:lnTo>
                  <a:lnTo>
                    <a:pt x="60420" y="360229"/>
                  </a:lnTo>
                  <a:lnTo>
                    <a:pt x="54081" y="357980"/>
                  </a:lnTo>
                  <a:lnTo>
                    <a:pt x="52171" y="359232"/>
                  </a:lnTo>
                  <a:lnTo>
                    <a:pt x="49782" y="360797"/>
                  </a:lnTo>
                  <a:lnTo>
                    <a:pt x="45312" y="361014"/>
                  </a:lnTo>
                  <a:lnTo>
                    <a:pt x="41750" y="363896"/>
                  </a:lnTo>
                  <a:lnTo>
                    <a:pt x="41133" y="368119"/>
                  </a:lnTo>
                  <a:lnTo>
                    <a:pt x="37294" y="368340"/>
                  </a:lnTo>
                  <a:lnTo>
                    <a:pt x="34828" y="366318"/>
                  </a:lnTo>
                  <a:lnTo>
                    <a:pt x="34009" y="365645"/>
                  </a:lnTo>
                  <a:lnTo>
                    <a:pt x="28475" y="367950"/>
                  </a:lnTo>
                  <a:lnTo>
                    <a:pt x="23550" y="364641"/>
                  </a:lnTo>
                  <a:lnTo>
                    <a:pt x="20361" y="366262"/>
                  </a:lnTo>
                  <a:lnTo>
                    <a:pt x="20210" y="367015"/>
                  </a:lnTo>
                  <a:lnTo>
                    <a:pt x="19684" y="369640"/>
                  </a:lnTo>
                  <a:lnTo>
                    <a:pt x="22639" y="373865"/>
                  </a:lnTo>
                  <a:lnTo>
                    <a:pt x="20786" y="376606"/>
                  </a:lnTo>
                  <a:lnTo>
                    <a:pt x="18536" y="377625"/>
                  </a:lnTo>
                  <a:lnTo>
                    <a:pt x="14401" y="376696"/>
                  </a:lnTo>
                  <a:lnTo>
                    <a:pt x="11065" y="37217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89447" y="3627372"/>
              <a:ext cx="517277" cy="269633"/>
            </a:xfrm>
            <a:custGeom>
              <a:avLst/>
              <a:pathLst>
                <a:path w="517277" h="269633">
                  <a:moveTo>
                    <a:pt x="5398" y="6906"/>
                  </a:moveTo>
                  <a:lnTo>
                    <a:pt x="20054" y="7262"/>
                  </a:lnTo>
                  <a:lnTo>
                    <a:pt x="39404" y="7684"/>
                  </a:lnTo>
                  <a:lnTo>
                    <a:pt x="48165" y="7843"/>
                  </a:lnTo>
                  <a:lnTo>
                    <a:pt x="53973" y="7940"/>
                  </a:lnTo>
                  <a:lnTo>
                    <a:pt x="55979" y="7973"/>
                  </a:lnTo>
                  <a:lnTo>
                    <a:pt x="71579" y="8216"/>
                  </a:lnTo>
                  <a:lnTo>
                    <a:pt x="91707" y="8438"/>
                  </a:lnTo>
                  <a:lnTo>
                    <a:pt x="93043" y="8453"/>
                  </a:lnTo>
                  <a:lnTo>
                    <a:pt x="110523" y="8626"/>
                  </a:lnTo>
                  <a:lnTo>
                    <a:pt x="129447" y="8718"/>
                  </a:lnTo>
                  <a:lnTo>
                    <a:pt x="130501" y="8721"/>
                  </a:lnTo>
                  <a:lnTo>
                    <a:pt x="154832" y="8734"/>
                  </a:lnTo>
                  <a:lnTo>
                    <a:pt x="167194" y="8660"/>
                  </a:lnTo>
                  <a:lnTo>
                    <a:pt x="167390" y="8659"/>
                  </a:lnTo>
                  <a:lnTo>
                    <a:pt x="175638" y="8594"/>
                  </a:lnTo>
                  <a:lnTo>
                    <a:pt x="197181" y="8415"/>
                  </a:lnTo>
                  <a:lnTo>
                    <a:pt x="203426" y="8347"/>
                  </a:lnTo>
                  <a:lnTo>
                    <a:pt x="204666" y="8333"/>
                  </a:lnTo>
                  <a:lnTo>
                    <a:pt x="227408" y="8013"/>
                  </a:lnTo>
                  <a:lnTo>
                    <a:pt x="234926" y="7887"/>
                  </a:lnTo>
                  <a:lnTo>
                    <a:pt x="242223" y="7762"/>
                  </a:lnTo>
                  <a:lnTo>
                    <a:pt x="257605" y="7466"/>
                  </a:lnTo>
                  <a:lnTo>
                    <a:pt x="270821" y="7178"/>
                  </a:lnTo>
                  <a:lnTo>
                    <a:pt x="280446" y="6952"/>
                  </a:lnTo>
                  <a:lnTo>
                    <a:pt x="287810" y="6767"/>
                  </a:lnTo>
                  <a:lnTo>
                    <a:pt x="290769" y="6690"/>
                  </a:lnTo>
                  <a:lnTo>
                    <a:pt x="314882" y="6005"/>
                  </a:lnTo>
                  <a:lnTo>
                    <a:pt x="317994" y="5912"/>
                  </a:lnTo>
                  <a:lnTo>
                    <a:pt x="342018" y="5138"/>
                  </a:lnTo>
                  <a:lnTo>
                    <a:pt x="348206" y="4911"/>
                  </a:lnTo>
                  <a:lnTo>
                    <a:pt x="351048" y="4805"/>
                  </a:lnTo>
                  <a:lnTo>
                    <a:pt x="355587" y="4639"/>
                  </a:lnTo>
                  <a:lnTo>
                    <a:pt x="377989" y="3764"/>
                  </a:lnTo>
                  <a:lnTo>
                    <a:pt x="378405" y="3747"/>
                  </a:lnTo>
                  <a:lnTo>
                    <a:pt x="393380" y="3110"/>
                  </a:lnTo>
                  <a:lnTo>
                    <a:pt x="399036" y="2867"/>
                  </a:lnTo>
                  <a:lnTo>
                    <a:pt x="407722" y="2437"/>
                  </a:lnTo>
                  <a:lnTo>
                    <a:pt x="408616" y="2395"/>
                  </a:lnTo>
                  <a:lnTo>
                    <a:pt x="423456" y="1680"/>
                  </a:lnTo>
                  <a:lnTo>
                    <a:pt x="423692" y="1669"/>
                  </a:lnTo>
                  <a:lnTo>
                    <a:pt x="453333" y="116"/>
                  </a:lnTo>
                  <a:lnTo>
                    <a:pt x="455439" y="0"/>
                  </a:lnTo>
                  <a:lnTo>
                    <a:pt x="460851" y="4591"/>
                  </a:lnTo>
                  <a:lnTo>
                    <a:pt x="466999" y="8449"/>
                  </a:lnTo>
                  <a:lnTo>
                    <a:pt x="471230" y="11138"/>
                  </a:lnTo>
                  <a:lnTo>
                    <a:pt x="475244" y="7789"/>
                  </a:lnTo>
                  <a:lnTo>
                    <a:pt x="476931" y="7583"/>
                  </a:lnTo>
                  <a:lnTo>
                    <a:pt x="479712" y="7242"/>
                  </a:lnTo>
                  <a:lnTo>
                    <a:pt x="481374" y="9250"/>
                  </a:lnTo>
                  <a:lnTo>
                    <a:pt x="484953" y="13374"/>
                  </a:lnTo>
                  <a:lnTo>
                    <a:pt x="485037" y="13876"/>
                  </a:lnTo>
                  <a:lnTo>
                    <a:pt x="485730" y="17993"/>
                  </a:lnTo>
                  <a:lnTo>
                    <a:pt x="486571" y="19987"/>
                  </a:lnTo>
                  <a:lnTo>
                    <a:pt x="484097" y="22363"/>
                  </a:lnTo>
                  <a:lnTo>
                    <a:pt x="479301" y="22735"/>
                  </a:lnTo>
                  <a:lnTo>
                    <a:pt x="479470" y="25927"/>
                  </a:lnTo>
                  <a:lnTo>
                    <a:pt x="475208" y="29106"/>
                  </a:lnTo>
                  <a:lnTo>
                    <a:pt x="474961" y="32541"/>
                  </a:lnTo>
                  <a:lnTo>
                    <a:pt x="474844" y="34166"/>
                  </a:lnTo>
                  <a:lnTo>
                    <a:pt x="472955" y="35878"/>
                  </a:lnTo>
                  <a:lnTo>
                    <a:pt x="470594" y="38008"/>
                  </a:lnTo>
                  <a:lnTo>
                    <a:pt x="472180" y="39717"/>
                  </a:lnTo>
                  <a:lnTo>
                    <a:pt x="475161" y="42926"/>
                  </a:lnTo>
                  <a:lnTo>
                    <a:pt x="479975" y="47332"/>
                  </a:lnTo>
                  <a:lnTo>
                    <a:pt x="481171" y="48904"/>
                  </a:lnTo>
                  <a:lnTo>
                    <a:pt x="482563" y="50735"/>
                  </a:lnTo>
                  <a:lnTo>
                    <a:pt x="486478" y="51130"/>
                  </a:lnTo>
                  <a:lnTo>
                    <a:pt x="485543" y="57183"/>
                  </a:lnTo>
                  <a:lnTo>
                    <a:pt x="489228" y="61300"/>
                  </a:lnTo>
                  <a:lnTo>
                    <a:pt x="491508" y="63957"/>
                  </a:lnTo>
                  <a:lnTo>
                    <a:pt x="493444" y="66949"/>
                  </a:lnTo>
                  <a:lnTo>
                    <a:pt x="493985" y="67330"/>
                  </a:lnTo>
                  <a:lnTo>
                    <a:pt x="497521" y="69815"/>
                  </a:lnTo>
                  <a:lnTo>
                    <a:pt x="501601" y="68325"/>
                  </a:lnTo>
                  <a:lnTo>
                    <a:pt x="505550" y="70486"/>
                  </a:lnTo>
                  <a:lnTo>
                    <a:pt x="507040" y="70485"/>
                  </a:lnTo>
                  <a:lnTo>
                    <a:pt x="507717" y="70485"/>
                  </a:lnTo>
                  <a:lnTo>
                    <a:pt x="506899" y="74162"/>
                  </a:lnTo>
                  <a:lnTo>
                    <a:pt x="507013" y="76217"/>
                  </a:lnTo>
                  <a:lnTo>
                    <a:pt x="507234" y="80188"/>
                  </a:lnTo>
                  <a:lnTo>
                    <a:pt x="507535" y="85599"/>
                  </a:lnTo>
                  <a:lnTo>
                    <a:pt x="508209" y="97290"/>
                  </a:lnTo>
                  <a:lnTo>
                    <a:pt x="508741" y="106541"/>
                  </a:lnTo>
                  <a:lnTo>
                    <a:pt x="508753" y="106767"/>
                  </a:lnTo>
                  <a:lnTo>
                    <a:pt x="509903" y="129405"/>
                  </a:lnTo>
                  <a:lnTo>
                    <a:pt x="510379" y="137119"/>
                  </a:lnTo>
                  <a:lnTo>
                    <a:pt x="511186" y="150224"/>
                  </a:lnTo>
                  <a:lnTo>
                    <a:pt x="512030" y="165658"/>
                  </a:lnTo>
                  <a:lnTo>
                    <a:pt x="512139" y="167655"/>
                  </a:lnTo>
                  <a:lnTo>
                    <a:pt x="512372" y="171932"/>
                  </a:lnTo>
                  <a:lnTo>
                    <a:pt x="513736" y="198473"/>
                  </a:lnTo>
                  <a:lnTo>
                    <a:pt x="513784" y="199263"/>
                  </a:lnTo>
                  <a:lnTo>
                    <a:pt x="513888" y="200958"/>
                  </a:lnTo>
                  <a:lnTo>
                    <a:pt x="515174" y="222017"/>
                  </a:lnTo>
                  <a:lnTo>
                    <a:pt x="515406" y="226074"/>
                  </a:lnTo>
                  <a:lnTo>
                    <a:pt x="515534" y="228309"/>
                  </a:lnTo>
                  <a:lnTo>
                    <a:pt x="516416" y="243775"/>
                  </a:lnTo>
                  <a:lnTo>
                    <a:pt x="516968" y="252747"/>
                  </a:lnTo>
                  <a:lnTo>
                    <a:pt x="517277" y="257770"/>
                  </a:lnTo>
                  <a:lnTo>
                    <a:pt x="510684" y="258199"/>
                  </a:lnTo>
                  <a:lnTo>
                    <a:pt x="491030" y="259342"/>
                  </a:lnTo>
                  <a:lnTo>
                    <a:pt x="490172" y="259394"/>
                  </a:lnTo>
                  <a:lnTo>
                    <a:pt x="485589" y="259668"/>
                  </a:lnTo>
                  <a:lnTo>
                    <a:pt x="468261" y="260672"/>
                  </a:lnTo>
                  <a:lnTo>
                    <a:pt x="462334" y="261001"/>
                  </a:lnTo>
                  <a:lnTo>
                    <a:pt x="454354" y="261435"/>
                  </a:lnTo>
                  <a:lnTo>
                    <a:pt x="450792" y="261625"/>
                  </a:lnTo>
                  <a:lnTo>
                    <a:pt x="435955" y="262393"/>
                  </a:lnTo>
                  <a:lnTo>
                    <a:pt x="426115" y="262881"/>
                  </a:lnTo>
                  <a:lnTo>
                    <a:pt x="423598" y="263005"/>
                  </a:lnTo>
                  <a:lnTo>
                    <a:pt x="421054" y="263129"/>
                  </a:lnTo>
                  <a:lnTo>
                    <a:pt x="405963" y="263840"/>
                  </a:lnTo>
                  <a:lnTo>
                    <a:pt x="386277" y="264732"/>
                  </a:lnTo>
                  <a:lnTo>
                    <a:pt x="384515" y="264802"/>
                  </a:lnTo>
                  <a:lnTo>
                    <a:pt x="368895" y="265401"/>
                  </a:lnTo>
                  <a:lnTo>
                    <a:pt x="344458" y="266296"/>
                  </a:lnTo>
                  <a:lnTo>
                    <a:pt x="341179" y="266410"/>
                  </a:lnTo>
                  <a:lnTo>
                    <a:pt x="324653" y="266960"/>
                  </a:lnTo>
                  <a:lnTo>
                    <a:pt x="319258" y="267127"/>
                  </a:lnTo>
                  <a:lnTo>
                    <a:pt x="297911" y="267740"/>
                  </a:lnTo>
                  <a:lnTo>
                    <a:pt x="295569" y="267807"/>
                  </a:lnTo>
                  <a:lnTo>
                    <a:pt x="278632" y="268258"/>
                  </a:lnTo>
                  <a:lnTo>
                    <a:pt x="273988" y="268371"/>
                  </a:lnTo>
                  <a:lnTo>
                    <a:pt x="257598" y="268741"/>
                  </a:lnTo>
                  <a:lnTo>
                    <a:pt x="257115" y="268751"/>
                  </a:lnTo>
                  <a:lnTo>
                    <a:pt x="243829" y="268948"/>
                  </a:lnTo>
                  <a:lnTo>
                    <a:pt x="226592" y="269158"/>
                  </a:lnTo>
                  <a:lnTo>
                    <a:pt x="212067" y="269340"/>
                  </a:lnTo>
                  <a:lnTo>
                    <a:pt x="203064" y="269434"/>
                  </a:lnTo>
                  <a:lnTo>
                    <a:pt x="183714" y="269589"/>
                  </a:lnTo>
                  <a:lnTo>
                    <a:pt x="180284" y="269602"/>
                  </a:lnTo>
                  <a:lnTo>
                    <a:pt x="174365" y="269619"/>
                  </a:lnTo>
                  <a:lnTo>
                    <a:pt x="166240" y="269633"/>
                  </a:lnTo>
                  <a:lnTo>
                    <a:pt x="142708" y="269557"/>
                  </a:lnTo>
                  <a:lnTo>
                    <a:pt x="142194" y="269558"/>
                  </a:lnTo>
                  <a:lnTo>
                    <a:pt x="136135" y="269567"/>
                  </a:lnTo>
                  <a:lnTo>
                    <a:pt x="103843" y="269508"/>
                  </a:lnTo>
                  <a:lnTo>
                    <a:pt x="98221" y="269517"/>
                  </a:lnTo>
                  <a:lnTo>
                    <a:pt x="82722" y="269514"/>
                  </a:lnTo>
                  <a:lnTo>
                    <a:pt x="76459" y="269480"/>
                  </a:lnTo>
                  <a:lnTo>
                    <a:pt x="68024" y="269423"/>
                  </a:lnTo>
                  <a:lnTo>
                    <a:pt x="57913" y="269339"/>
                  </a:lnTo>
                  <a:lnTo>
                    <a:pt x="38822" y="269164"/>
                  </a:lnTo>
                  <a:lnTo>
                    <a:pt x="33947" y="269104"/>
                  </a:lnTo>
                  <a:lnTo>
                    <a:pt x="9745" y="268743"/>
                  </a:lnTo>
                  <a:lnTo>
                    <a:pt x="978" y="268586"/>
                  </a:lnTo>
                  <a:lnTo>
                    <a:pt x="0" y="268568"/>
                  </a:lnTo>
                  <a:lnTo>
                    <a:pt x="104" y="264921"/>
                  </a:lnTo>
                  <a:lnTo>
                    <a:pt x="240" y="258713"/>
                  </a:lnTo>
                  <a:lnTo>
                    <a:pt x="539" y="245543"/>
                  </a:lnTo>
                  <a:lnTo>
                    <a:pt x="799" y="234160"/>
                  </a:lnTo>
                  <a:lnTo>
                    <a:pt x="1306" y="211997"/>
                  </a:lnTo>
                  <a:lnTo>
                    <a:pt x="1464" y="205081"/>
                  </a:lnTo>
                  <a:lnTo>
                    <a:pt x="1487" y="203806"/>
                  </a:lnTo>
                  <a:lnTo>
                    <a:pt x="2074" y="171260"/>
                  </a:lnTo>
                  <a:lnTo>
                    <a:pt x="2347" y="158274"/>
                  </a:lnTo>
                  <a:lnTo>
                    <a:pt x="2358" y="157723"/>
                  </a:lnTo>
                  <a:lnTo>
                    <a:pt x="2570" y="147668"/>
                  </a:lnTo>
                  <a:lnTo>
                    <a:pt x="2994" y="127609"/>
                  </a:lnTo>
                  <a:lnTo>
                    <a:pt x="3146" y="120445"/>
                  </a:lnTo>
                  <a:lnTo>
                    <a:pt x="3794" y="90059"/>
                  </a:lnTo>
                  <a:lnTo>
                    <a:pt x="3926" y="82571"/>
                  </a:lnTo>
                  <a:lnTo>
                    <a:pt x="4296" y="61649"/>
                  </a:lnTo>
                  <a:lnTo>
                    <a:pt x="4625" y="44735"/>
                  </a:lnTo>
                  <a:lnTo>
                    <a:pt x="4635" y="44224"/>
                  </a:lnTo>
                  <a:lnTo>
                    <a:pt x="5052" y="229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125497" y="3613931"/>
              <a:ext cx="506505" cy="280504"/>
            </a:xfrm>
            <a:custGeom>
              <a:avLst/>
              <a:pathLst>
                <a:path w="506505" h="280504">
                  <a:moveTo>
                    <a:pt x="1516" y="273930"/>
                  </a:moveTo>
                  <a:lnTo>
                    <a:pt x="6120" y="274076"/>
                  </a:lnTo>
                  <a:lnTo>
                    <a:pt x="11120" y="273785"/>
                  </a:lnTo>
                  <a:lnTo>
                    <a:pt x="12542" y="268346"/>
                  </a:lnTo>
                  <a:lnTo>
                    <a:pt x="16090" y="267748"/>
                  </a:lnTo>
                  <a:lnTo>
                    <a:pt x="16274" y="267717"/>
                  </a:lnTo>
                  <a:lnTo>
                    <a:pt x="19919" y="271314"/>
                  </a:lnTo>
                  <a:lnTo>
                    <a:pt x="23588" y="271571"/>
                  </a:lnTo>
                  <a:lnTo>
                    <a:pt x="24965" y="266455"/>
                  </a:lnTo>
                  <a:lnTo>
                    <a:pt x="26329" y="264026"/>
                  </a:lnTo>
                  <a:lnTo>
                    <a:pt x="26919" y="262974"/>
                  </a:lnTo>
                  <a:lnTo>
                    <a:pt x="23794" y="258625"/>
                  </a:lnTo>
                  <a:lnTo>
                    <a:pt x="26540" y="254815"/>
                  </a:lnTo>
                  <a:lnTo>
                    <a:pt x="26295" y="252185"/>
                  </a:lnTo>
                  <a:lnTo>
                    <a:pt x="26272" y="251939"/>
                  </a:lnTo>
                  <a:lnTo>
                    <a:pt x="26239" y="246851"/>
                  </a:lnTo>
                  <a:lnTo>
                    <a:pt x="27654" y="242739"/>
                  </a:lnTo>
                  <a:lnTo>
                    <a:pt x="28300" y="238014"/>
                  </a:lnTo>
                  <a:lnTo>
                    <a:pt x="28460" y="236844"/>
                  </a:lnTo>
                  <a:lnTo>
                    <a:pt x="25856" y="235060"/>
                  </a:lnTo>
                  <a:lnTo>
                    <a:pt x="25759" y="231925"/>
                  </a:lnTo>
                  <a:lnTo>
                    <a:pt x="22594" y="227580"/>
                  </a:lnTo>
                  <a:lnTo>
                    <a:pt x="22471" y="227411"/>
                  </a:lnTo>
                  <a:lnTo>
                    <a:pt x="26531" y="221021"/>
                  </a:lnTo>
                  <a:lnTo>
                    <a:pt x="28852" y="216519"/>
                  </a:lnTo>
                  <a:lnTo>
                    <a:pt x="32401" y="212921"/>
                  </a:lnTo>
                  <a:lnTo>
                    <a:pt x="37127" y="212013"/>
                  </a:lnTo>
                  <a:lnTo>
                    <a:pt x="37404" y="212085"/>
                  </a:lnTo>
                  <a:lnTo>
                    <a:pt x="44108" y="213811"/>
                  </a:lnTo>
                  <a:lnTo>
                    <a:pt x="50197" y="216661"/>
                  </a:lnTo>
                  <a:lnTo>
                    <a:pt x="54408" y="217279"/>
                  </a:lnTo>
                  <a:lnTo>
                    <a:pt x="60398" y="218957"/>
                  </a:lnTo>
                  <a:lnTo>
                    <a:pt x="64180" y="220963"/>
                  </a:lnTo>
                  <a:lnTo>
                    <a:pt x="66395" y="222136"/>
                  </a:lnTo>
                  <a:lnTo>
                    <a:pt x="69215" y="221678"/>
                  </a:lnTo>
                  <a:lnTo>
                    <a:pt x="69674" y="221604"/>
                  </a:lnTo>
                  <a:lnTo>
                    <a:pt x="70201" y="221518"/>
                  </a:lnTo>
                  <a:lnTo>
                    <a:pt x="72034" y="218593"/>
                  </a:lnTo>
                  <a:lnTo>
                    <a:pt x="72828" y="213973"/>
                  </a:lnTo>
                  <a:lnTo>
                    <a:pt x="68819" y="208354"/>
                  </a:lnTo>
                  <a:lnTo>
                    <a:pt x="65089" y="202648"/>
                  </a:lnTo>
                  <a:lnTo>
                    <a:pt x="66451" y="198183"/>
                  </a:lnTo>
                  <a:lnTo>
                    <a:pt x="67220" y="192717"/>
                  </a:lnTo>
                  <a:lnTo>
                    <a:pt x="70219" y="190414"/>
                  </a:lnTo>
                  <a:lnTo>
                    <a:pt x="70395" y="190451"/>
                  </a:lnTo>
                  <a:lnTo>
                    <a:pt x="74531" y="191316"/>
                  </a:lnTo>
                  <a:lnTo>
                    <a:pt x="79250" y="186453"/>
                  </a:lnTo>
                  <a:lnTo>
                    <a:pt x="87613" y="184002"/>
                  </a:lnTo>
                  <a:lnTo>
                    <a:pt x="93854" y="181267"/>
                  </a:lnTo>
                  <a:lnTo>
                    <a:pt x="93396" y="179899"/>
                  </a:lnTo>
                  <a:lnTo>
                    <a:pt x="92702" y="177826"/>
                  </a:lnTo>
                  <a:lnTo>
                    <a:pt x="88137" y="174598"/>
                  </a:lnTo>
                  <a:lnTo>
                    <a:pt x="88055" y="174406"/>
                  </a:lnTo>
                  <a:lnTo>
                    <a:pt x="85262" y="167849"/>
                  </a:lnTo>
                  <a:lnTo>
                    <a:pt x="86662" y="163882"/>
                  </a:lnTo>
                  <a:lnTo>
                    <a:pt x="91096" y="159242"/>
                  </a:lnTo>
                  <a:lnTo>
                    <a:pt x="92589" y="154043"/>
                  </a:lnTo>
                  <a:lnTo>
                    <a:pt x="96723" y="154972"/>
                  </a:lnTo>
                  <a:lnTo>
                    <a:pt x="98974" y="153953"/>
                  </a:lnTo>
                  <a:lnTo>
                    <a:pt x="100826" y="151212"/>
                  </a:lnTo>
                  <a:lnTo>
                    <a:pt x="97872" y="146987"/>
                  </a:lnTo>
                  <a:lnTo>
                    <a:pt x="98398" y="144362"/>
                  </a:lnTo>
                  <a:lnTo>
                    <a:pt x="98549" y="143610"/>
                  </a:lnTo>
                  <a:lnTo>
                    <a:pt x="101737" y="141988"/>
                  </a:lnTo>
                  <a:lnTo>
                    <a:pt x="106663" y="145297"/>
                  </a:lnTo>
                  <a:lnTo>
                    <a:pt x="112196" y="142992"/>
                  </a:lnTo>
                  <a:lnTo>
                    <a:pt x="113015" y="143665"/>
                  </a:lnTo>
                  <a:lnTo>
                    <a:pt x="115482" y="145687"/>
                  </a:lnTo>
                  <a:lnTo>
                    <a:pt x="119321" y="145466"/>
                  </a:lnTo>
                  <a:lnTo>
                    <a:pt x="119937" y="141243"/>
                  </a:lnTo>
                  <a:lnTo>
                    <a:pt x="123500" y="138361"/>
                  </a:lnTo>
                  <a:lnTo>
                    <a:pt x="127970" y="138144"/>
                  </a:lnTo>
                  <a:lnTo>
                    <a:pt x="130359" y="136579"/>
                  </a:lnTo>
                  <a:lnTo>
                    <a:pt x="132269" y="135327"/>
                  </a:lnTo>
                  <a:lnTo>
                    <a:pt x="138607" y="137576"/>
                  </a:lnTo>
                  <a:lnTo>
                    <a:pt x="140670" y="138566"/>
                  </a:lnTo>
                  <a:lnTo>
                    <a:pt x="143178" y="139768"/>
                  </a:lnTo>
                  <a:lnTo>
                    <a:pt x="144306" y="140308"/>
                  </a:lnTo>
                  <a:lnTo>
                    <a:pt x="149733" y="141756"/>
                  </a:lnTo>
                  <a:lnTo>
                    <a:pt x="153049" y="144249"/>
                  </a:lnTo>
                  <a:lnTo>
                    <a:pt x="155710" y="147330"/>
                  </a:lnTo>
                  <a:lnTo>
                    <a:pt x="158206" y="141662"/>
                  </a:lnTo>
                  <a:lnTo>
                    <a:pt x="158611" y="137399"/>
                  </a:lnTo>
                  <a:lnTo>
                    <a:pt x="160269" y="133202"/>
                  </a:lnTo>
                  <a:lnTo>
                    <a:pt x="162401" y="132334"/>
                  </a:lnTo>
                  <a:lnTo>
                    <a:pt x="165673" y="130999"/>
                  </a:lnTo>
                  <a:lnTo>
                    <a:pt x="168731" y="127352"/>
                  </a:lnTo>
                  <a:lnTo>
                    <a:pt x="172625" y="124498"/>
                  </a:lnTo>
                  <a:lnTo>
                    <a:pt x="172792" y="124376"/>
                  </a:lnTo>
                  <a:lnTo>
                    <a:pt x="175407" y="127543"/>
                  </a:lnTo>
                  <a:lnTo>
                    <a:pt x="180142" y="132422"/>
                  </a:lnTo>
                  <a:lnTo>
                    <a:pt x="184773" y="133729"/>
                  </a:lnTo>
                  <a:lnTo>
                    <a:pt x="185621" y="133986"/>
                  </a:lnTo>
                  <a:lnTo>
                    <a:pt x="187913" y="134679"/>
                  </a:lnTo>
                  <a:lnTo>
                    <a:pt x="188254" y="129864"/>
                  </a:lnTo>
                  <a:lnTo>
                    <a:pt x="194433" y="129197"/>
                  </a:lnTo>
                  <a:lnTo>
                    <a:pt x="192507" y="123740"/>
                  </a:lnTo>
                  <a:lnTo>
                    <a:pt x="191814" y="117661"/>
                  </a:lnTo>
                  <a:lnTo>
                    <a:pt x="194027" y="116826"/>
                  </a:lnTo>
                  <a:lnTo>
                    <a:pt x="195085" y="116427"/>
                  </a:lnTo>
                  <a:lnTo>
                    <a:pt x="197135" y="112473"/>
                  </a:lnTo>
                  <a:lnTo>
                    <a:pt x="199769" y="108726"/>
                  </a:lnTo>
                  <a:lnTo>
                    <a:pt x="203916" y="106024"/>
                  </a:lnTo>
                  <a:lnTo>
                    <a:pt x="207445" y="109760"/>
                  </a:lnTo>
                  <a:lnTo>
                    <a:pt x="213349" y="115548"/>
                  </a:lnTo>
                  <a:lnTo>
                    <a:pt x="221001" y="115405"/>
                  </a:lnTo>
                  <a:lnTo>
                    <a:pt x="225739" y="118012"/>
                  </a:lnTo>
                  <a:lnTo>
                    <a:pt x="227891" y="115803"/>
                  </a:lnTo>
                  <a:lnTo>
                    <a:pt x="229163" y="114495"/>
                  </a:lnTo>
                  <a:lnTo>
                    <a:pt x="230649" y="113234"/>
                  </a:lnTo>
                  <a:lnTo>
                    <a:pt x="232441" y="111713"/>
                  </a:lnTo>
                  <a:lnTo>
                    <a:pt x="232474" y="104417"/>
                  </a:lnTo>
                  <a:lnTo>
                    <a:pt x="232151" y="98380"/>
                  </a:lnTo>
                  <a:lnTo>
                    <a:pt x="232111" y="97630"/>
                  </a:lnTo>
                  <a:lnTo>
                    <a:pt x="235113" y="92573"/>
                  </a:lnTo>
                  <a:lnTo>
                    <a:pt x="236096" y="88580"/>
                  </a:lnTo>
                  <a:lnTo>
                    <a:pt x="237622" y="88760"/>
                  </a:lnTo>
                  <a:lnTo>
                    <a:pt x="240691" y="89122"/>
                  </a:lnTo>
                  <a:lnTo>
                    <a:pt x="244837" y="85957"/>
                  </a:lnTo>
                  <a:lnTo>
                    <a:pt x="246682" y="81433"/>
                  </a:lnTo>
                  <a:lnTo>
                    <a:pt x="246974" y="78239"/>
                  </a:lnTo>
                  <a:lnTo>
                    <a:pt x="247290" y="74757"/>
                  </a:lnTo>
                  <a:lnTo>
                    <a:pt x="249090" y="71482"/>
                  </a:lnTo>
                  <a:lnTo>
                    <a:pt x="254797" y="68904"/>
                  </a:lnTo>
                  <a:lnTo>
                    <a:pt x="255930" y="65529"/>
                  </a:lnTo>
                  <a:lnTo>
                    <a:pt x="258415" y="63312"/>
                  </a:lnTo>
                  <a:lnTo>
                    <a:pt x="259260" y="61192"/>
                  </a:lnTo>
                  <a:lnTo>
                    <a:pt x="257631" y="57941"/>
                  </a:lnTo>
                  <a:lnTo>
                    <a:pt x="257142" y="56964"/>
                  </a:lnTo>
                  <a:lnTo>
                    <a:pt x="256097" y="51741"/>
                  </a:lnTo>
                  <a:lnTo>
                    <a:pt x="254648" y="47208"/>
                  </a:lnTo>
                  <a:lnTo>
                    <a:pt x="257554" y="44687"/>
                  </a:lnTo>
                  <a:lnTo>
                    <a:pt x="261556" y="44157"/>
                  </a:lnTo>
                  <a:lnTo>
                    <a:pt x="262097" y="43978"/>
                  </a:lnTo>
                  <a:lnTo>
                    <a:pt x="265821" y="42746"/>
                  </a:lnTo>
                  <a:lnTo>
                    <a:pt x="268546" y="43912"/>
                  </a:lnTo>
                  <a:lnTo>
                    <a:pt x="271372" y="45623"/>
                  </a:lnTo>
                  <a:lnTo>
                    <a:pt x="272482" y="46295"/>
                  </a:lnTo>
                  <a:lnTo>
                    <a:pt x="275065" y="45133"/>
                  </a:lnTo>
                  <a:lnTo>
                    <a:pt x="279388" y="40253"/>
                  </a:lnTo>
                  <a:lnTo>
                    <a:pt x="282529" y="38174"/>
                  </a:lnTo>
                  <a:lnTo>
                    <a:pt x="286140" y="35781"/>
                  </a:lnTo>
                  <a:lnTo>
                    <a:pt x="292994" y="33434"/>
                  </a:lnTo>
                  <a:lnTo>
                    <a:pt x="295987" y="33246"/>
                  </a:lnTo>
                  <a:lnTo>
                    <a:pt x="295661" y="27567"/>
                  </a:lnTo>
                  <a:lnTo>
                    <a:pt x="295836" y="26780"/>
                  </a:lnTo>
                  <a:lnTo>
                    <a:pt x="296309" y="24650"/>
                  </a:lnTo>
                  <a:lnTo>
                    <a:pt x="293155" y="23901"/>
                  </a:lnTo>
                  <a:lnTo>
                    <a:pt x="290658" y="22896"/>
                  </a:lnTo>
                  <a:lnTo>
                    <a:pt x="289667" y="22497"/>
                  </a:lnTo>
                  <a:lnTo>
                    <a:pt x="292052" y="18405"/>
                  </a:lnTo>
                  <a:lnTo>
                    <a:pt x="290345" y="15218"/>
                  </a:lnTo>
                  <a:lnTo>
                    <a:pt x="288025" y="12954"/>
                  </a:lnTo>
                  <a:lnTo>
                    <a:pt x="286409" y="11376"/>
                  </a:lnTo>
                  <a:lnTo>
                    <a:pt x="288444" y="8714"/>
                  </a:lnTo>
                  <a:lnTo>
                    <a:pt x="290721" y="5864"/>
                  </a:lnTo>
                  <a:lnTo>
                    <a:pt x="294689" y="1405"/>
                  </a:lnTo>
                  <a:lnTo>
                    <a:pt x="297341" y="2214"/>
                  </a:lnTo>
                  <a:lnTo>
                    <a:pt x="297511" y="2358"/>
                  </a:lnTo>
                  <a:lnTo>
                    <a:pt x="300299" y="4715"/>
                  </a:lnTo>
                  <a:lnTo>
                    <a:pt x="304258" y="5741"/>
                  </a:lnTo>
                  <a:lnTo>
                    <a:pt x="305271" y="6003"/>
                  </a:lnTo>
                  <a:lnTo>
                    <a:pt x="308654" y="3042"/>
                  </a:lnTo>
                  <a:lnTo>
                    <a:pt x="311552" y="2278"/>
                  </a:lnTo>
                  <a:lnTo>
                    <a:pt x="312388" y="2058"/>
                  </a:lnTo>
                  <a:lnTo>
                    <a:pt x="313016" y="668"/>
                  </a:lnTo>
                  <a:lnTo>
                    <a:pt x="314190" y="0"/>
                  </a:lnTo>
                  <a:lnTo>
                    <a:pt x="315414" y="415"/>
                  </a:lnTo>
                  <a:lnTo>
                    <a:pt x="316697" y="2882"/>
                  </a:lnTo>
                  <a:lnTo>
                    <a:pt x="319395" y="5709"/>
                  </a:lnTo>
                  <a:lnTo>
                    <a:pt x="324616" y="6388"/>
                  </a:lnTo>
                  <a:lnTo>
                    <a:pt x="325076" y="6911"/>
                  </a:lnTo>
                  <a:lnTo>
                    <a:pt x="327141" y="9261"/>
                  </a:lnTo>
                  <a:lnTo>
                    <a:pt x="328269" y="12059"/>
                  </a:lnTo>
                  <a:lnTo>
                    <a:pt x="333155" y="17814"/>
                  </a:lnTo>
                  <a:lnTo>
                    <a:pt x="333233" y="18312"/>
                  </a:lnTo>
                  <a:lnTo>
                    <a:pt x="333667" y="21078"/>
                  </a:lnTo>
                  <a:lnTo>
                    <a:pt x="334340" y="22096"/>
                  </a:lnTo>
                  <a:lnTo>
                    <a:pt x="335594" y="23993"/>
                  </a:lnTo>
                  <a:lnTo>
                    <a:pt x="341017" y="24384"/>
                  </a:lnTo>
                  <a:lnTo>
                    <a:pt x="346845" y="24858"/>
                  </a:lnTo>
                  <a:lnTo>
                    <a:pt x="351436" y="22560"/>
                  </a:lnTo>
                  <a:lnTo>
                    <a:pt x="354978" y="22978"/>
                  </a:lnTo>
                  <a:lnTo>
                    <a:pt x="356693" y="23289"/>
                  </a:lnTo>
                  <a:lnTo>
                    <a:pt x="360418" y="23964"/>
                  </a:lnTo>
                  <a:lnTo>
                    <a:pt x="362181" y="26769"/>
                  </a:lnTo>
                  <a:lnTo>
                    <a:pt x="365855" y="27853"/>
                  </a:lnTo>
                  <a:lnTo>
                    <a:pt x="367214" y="30921"/>
                  </a:lnTo>
                  <a:lnTo>
                    <a:pt x="371944" y="31769"/>
                  </a:lnTo>
                  <a:lnTo>
                    <a:pt x="373827" y="32106"/>
                  </a:lnTo>
                  <a:lnTo>
                    <a:pt x="375800" y="30660"/>
                  </a:lnTo>
                  <a:lnTo>
                    <a:pt x="376041" y="30483"/>
                  </a:lnTo>
                  <a:lnTo>
                    <a:pt x="376529" y="27168"/>
                  </a:lnTo>
                  <a:lnTo>
                    <a:pt x="382380" y="23965"/>
                  </a:lnTo>
                  <a:lnTo>
                    <a:pt x="389084" y="25525"/>
                  </a:lnTo>
                  <a:lnTo>
                    <a:pt x="393470" y="25336"/>
                  </a:lnTo>
                  <a:lnTo>
                    <a:pt x="397809" y="27905"/>
                  </a:lnTo>
                  <a:lnTo>
                    <a:pt x="400454" y="29456"/>
                  </a:lnTo>
                  <a:lnTo>
                    <a:pt x="401704" y="27960"/>
                  </a:lnTo>
                  <a:lnTo>
                    <a:pt x="403095" y="26296"/>
                  </a:lnTo>
                  <a:lnTo>
                    <a:pt x="407674" y="26096"/>
                  </a:lnTo>
                  <a:lnTo>
                    <a:pt x="410244" y="23782"/>
                  </a:lnTo>
                  <a:lnTo>
                    <a:pt x="410824" y="20855"/>
                  </a:lnTo>
                  <a:lnTo>
                    <a:pt x="414861" y="16747"/>
                  </a:lnTo>
                  <a:lnTo>
                    <a:pt x="415514" y="15848"/>
                  </a:lnTo>
                  <a:lnTo>
                    <a:pt x="416522" y="14460"/>
                  </a:lnTo>
                  <a:lnTo>
                    <a:pt x="420851" y="12374"/>
                  </a:lnTo>
                  <a:lnTo>
                    <a:pt x="424210" y="10526"/>
                  </a:lnTo>
                  <a:lnTo>
                    <a:pt x="426037" y="13508"/>
                  </a:lnTo>
                  <a:lnTo>
                    <a:pt x="426819" y="16933"/>
                  </a:lnTo>
                  <a:lnTo>
                    <a:pt x="429274" y="23010"/>
                  </a:lnTo>
                  <a:lnTo>
                    <a:pt x="432452" y="25194"/>
                  </a:lnTo>
                  <a:lnTo>
                    <a:pt x="433366" y="25821"/>
                  </a:lnTo>
                  <a:lnTo>
                    <a:pt x="438457" y="25242"/>
                  </a:lnTo>
                  <a:lnTo>
                    <a:pt x="442433" y="28157"/>
                  </a:lnTo>
                  <a:lnTo>
                    <a:pt x="443335" y="28660"/>
                  </a:lnTo>
                  <a:lnTo>
                    <a:pt x="446889" y="30639"/>
                  </a:lnTo>
                  <a:lnTo>
                    <a:pt x="449478" y="35025"/>
                  </a:lnTo>
                  <a:lnTo>
                    <a:pt x="450500" y="41678"/>
                  </a:lnTo>
                  <a:lnTo>
                    <a:pt x="452733" y="43803"/>
                  </a:lnTo>
                  <a:lnTo>
                    <a:pt x="453215" y="49703"/>
                  </a:lnTo>
                  <a:lnTo>
                    <a:pt x="453159" y="50437"/>
                  </a:lnTo>
                  <a:lnTo>
                    <a:pt x="452884" y="54025"/>
                  </a:lnTo>
                  <a:lnTo>
                    <a:pt x="452182" y="60086"/>
                  </a:lnTo>
                  <a:lnTo>
                    <a:pt x="458528" y="65142"/>
                  </a:lnTo>
                  <a:lnTo>
                    <a:pt x="465639" y="71318"/>
                  </a:lnTo>
                  <a:lnTo>
                    <a:pt x="465325" y="74808"/>
                  </a:lnTo>
                  <a:lnTo>
                    <a:pt x="465147" y="76775"/>
                  </a:lnTo>
                  <a:lnTo>
                    <a:pt x="470519" y="79604"/>
                  </a:lnTo>
                  <a:lnTo>
                    <a:pt x="472374" y="81825"/>
                  </a:lnTo>
                  <a:lnTo>
                    <a:pt x="474989" y="84951"/>
                  </a:lnTo>
                  <a:lnTo>
                    <a:pt x="478523" y="87719"/>
                  </a:lnTo>
                  <a:lnTo>
                    <a:pt x="479250" y="89015"/>
                  </a:lnTo>
                  <a:lnTo>
                    <a:pt x="481922" y="93780"/>
                  </a:lnTo>
                  <a:lnTo>
                    <a:pt x="487190" y="95592"/>
                  </a:lnTo>
                  <a:lnTo>
                    <a:pt x="493868" y="99314"/>
                  </a:lnTo>
                  <a:lnTo>
                    <a:pt x="499927" y="102515"/>
                  </a:lnTo>
                  <a:lnTo>
                    <a:pt x="506505" y="101666"/>
                  </a:lnTo>
                  <a:lnTo>
                    <a:pt x="493600" y="119047"/>
                  </a:lnTo>
                  <a:lnTo>
                    <a:pt x="487617" y="127052"/>
                  </a:lnTo>
                  <a:lnTo>
                    <a:pt x="487347" y="127446"/>
                  </a:lnTo>
                  <a:lnTo>
                    <a:pt x="485108" y="130707"/>
                  </a:lnTo>
                  <a:lnTo>
                    <a:pt x="479128" y="133897"/>
                  </a:lnTo>
                  <a:lnTo>
                    <a:pt x="472776" y="139047"/>
                  </a:lnTo>
                  <a:lnTo>
                    <a:pt x="472500" y="139270"/>
                  </a:lnTo>
                  <a:lnTo>
                    <a:pt x="472082" y="139690"/>
                  </a:lnTo>
                  <a:lnTo>
                    <a:pt x="462576" y="149205"/>
                  </a:lnTo>
                  <a:lnTo>
                    <a:pt x="463743" y="153768"/>
                  </a:lnTo>
                  <a:lnTo>
                    <a:pt x="462372" y="157076"/>
                  </a:lnTo>
                  <a:lnTo>
                    <a:pt x="458235" y="159453"/>
                  </a:lnTo>
                  <a:lnTo>
                    <a:pt x="455148" y="163043"/>
                  </a:lnTo>
                  <a:lnTo>
                    <a:pt x="456293" y="167553"/>
                  </a:lnTo>
                  <a:lnTo>
                    <a:pt x="455420" y="169856"/>
                  </a:lnTo>
                  <a:lnTo>
                    <a:pt x="454870" y="171307"/>
                  </a:lnTo>
                  <a:lnTo>
                    <a:pt x="447464" y="175952"/>
                  </a:lnTo>
                  <a:lnTo>
                    <a:pt x="443120" y="176555"/>
                  </a:lnTo>
                  <a:lnTo>
                    <a:pt x="441335" y="181778"/>
                  </a:lnTo>
                  <a:lnTo>
                    <a:pt x="440709" y="186628"/>
                  </a:lnTo>
                  <a:lnTo>
                    <a:pt x="434145" y="189414"/>
                  </a:lnTo>
                  <a:lnTo>
                    <a:pt x="424562" y="194947"/>
                  </a:lnTo>
                  <a:lnTo>
                    <a:pt x="421440" y="197392"/>
                  </a:lnTo>
                  <a:lnTo>
                    <a:pt x="419770" y="197733"/>
                  </a:lnTo>
                  <a:lnTo>
                    <a:pt x="415249" y="198653"/>
                  </a:lnTo>
                  <a:lnTo>
                    <a:pt x="409772" y="202593"/>
                  </a:lnTo>
                  <a:lnTo>
                    <a:pt x="406120" y="206268"/>
                  </a:lnTo>
                  <a:lnTo>
                    <a:pt x="405355" y="208041"/>
                  </a:lnTo>
                  <a:lnTo>
                    <a:pt x="391340" y="210452"/>
                  </a:lnTo>
                  <a:lnTo>
                    <a:pt x="388831" y="210834"/>
                  </a:lnTo>
                  <a:lnTo>
                    <a:pt x="384890" y="211432"/>
                  </a:lnTo>
                  <a:lnTo>
                    <a:pt x="368432" y="214376"/>
                  </a:lnTo>
                  <a:lnTo>
                    <a:pt x="366092" y="214773"/>
                  </a:lnTo>
                  <a:lnTo>
                    <a:pt x="349662" y="217534"/>
                  </a:lnTo>
                  <a:lnTo>
                    <a:pt x="330445" y="220531"/>
                  </a:lnTo>
                  <a:lnTo>
                    <a:pt x="329965" y="220605"/>
                  </a:lnTo>
                  <a:lnTo>
                    <a:pt x="318942" y="221810"/>
                  </a:lnTo>
                  <a:lnTo>
                    <a:pt x="316789" y="222024"/>
                  </a:lnTo>
                  <a:lnTo>
                    <a:pt x="308345" y="222854"/>
                  </a:lnTo>
                  <a:lnTo>
                    <a:pt x="295910" y="224757"/>
                  </a:lnTo>
                  <a:lnTo>
                    <a:pt x="294920" y="224908"/>
                  </a:lnTo>
                  <a:lnTo>
                    <a:pt x="294568" y="224997"/>
                  </a:lnTo>
                  <a:lnTo>
                    <a:pt x="285013" y="227409"/>
                  </a:lnTo>
                  <a:lnTo>
                    <a:pt x="281481" y="228296"/>
                  </a:lnTo>
                  <a:lnTo>
                    <a:pt x="264650" y="230743"/>
                  </a:lnTo>
                  <a:lnTo>
                    <a:pt x="260730" y="231304"/>
                  </a:lnTo>
                  <a:lnTo>
                    <a:pt x="254831" y="232143"/>
                  </a:lnTo>
                  <a:lnTo>
                    <a:pt x="247750" y="232905"/>
                  </a:lnTo>
                  <a:lnTo>
                    <a:pt x="240364" y="233691"/>
                  </a:lnTo>
                  <a:lnTo>
                    <a:pt x="231776" y="234651"/>
                  </a:lnTo>
                  <a:lnTo>
                    <a:pt x="217468" y="236221"/>
                  </a:lnTo>
                  <a:lnTo>
                    <a:pt x="210778" y="236943"/>
                  </a:lnTo>
                  <a:lnTo>
                    <a:pt x="207963" y="238677"/>
                  </a:lnTo>
                  <a:lnTo>
                    <a:pt x="207185" y="238559"/>
                  </a:lnTo>
                  <a:lnTo>
                    <a:pt x="203983" y="238075"/>
                  </a:lnTo>
                  <a:lnTo>
                    <a:pt x="193205" y="240105"/>
                  </a:lnTo>
                  <a:lnTo>
                    <a:pt x="189787" y="240744"/>
                  </a:lnTo>
                  <a:lnTo>
                    <a:pt x="172723" y="243684"/>
                  </a:lnTo>
                  <a:lnTo>
                    <a:pt x="168990" y="244320"/>
                  </a:lnTo>
                  <a:lnTo>
                    <a:pt x="153761" y="246890"/>
                  </a:lnTo>
                  <a:lnTo>
                    <a:pt x="152946" y="247026"/>
                  </a:lnTo>
                  <a:lnTo>
                    <a:pt x="132715" y="250372"/>
                  </a:lnTo>
                  <a:lnTo>
                    <a:pt x="129062" y="251020"/>
                  </a:lnTo>
                  <a:lnTo>
                    <a:pt x="118108" y="252947"/>
                  </a:lnTo>
                  <a:lnTo>
                    <a:pt x="118006" y="250282"/>
                  </a:lnTo>
                  <a:lnTo>
                    <a:pt x="106637" y="250761"/>
                  </a:lnTo>
                  <a:lnTo>
                    <a:pt x="102562" y="251251"/>
                  </a:lnTo>
                  <a:lnTo>
                    <a:pt x="104128" y="255216"/>
                  </a:lnTo>
                  <a:lnTo>
                    <a:pt x="106543" y="261794"/>
                  </a:lnTo>
                  <a:lnTo>
                    <a:pt x="105977" y="266421"/>
                  </a:lnTo>
                  <a:lnTo>
                    <a:pt x="105777" y="266454"/>
                  </a:lnTo>
                  <a:lnTo>
                    <a:pt x="100662" y="267315"/>
                  </a:lnTo>
                  <a:lnTo>
                    <a:pt x="75545" y="270601"/>
                  </a:lnTo>
                  <a:lnTo>
                    <a:pt x="73958" y="270805"/>
                  </a:lnTo>
                  <a:lnTo>
                    <a:pt x="73650" y="270847"/>
                  </a:lnTo>
                  <a:lnTo>
                    <a:pt x="52794" y="273642"/>
                  </a:lnTo>
                  <a:lnTo>
                    <a:pt x="52071" y="273737"/>
                  </a:lnTo>
                  <a:lnTo>
                    <a:pt x="51556" y="273805"/>
                  </a:lnTo>
                  <a:lnTo>
                    <a:pt x="42535" y="274988"/>
                  </a:lnTo>
                  <a:lnTo>
                    <a:pt x="25347" y="276936"/>
                  </a:lnTo>
                  <a:lnTo>
                    <a:pt x="16094" y="278502"/>
                  </a:lnTo>
                  <a:lnTo>
                    <a:pt x="11106" y="279340"/>
                  </a:lnTo>
                  <a:lnTo>
                    <a:pt x="2640" y="280504"/>
                  </a:lnTo>
                  <a:lnTo>
                    <a:pt x="0" y="2773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83112" y="4507628"/>
              <a:ext cx="403744" cy="338719"/>
            </a:xfrm>
            <a:custGeom>
              <a:avLst/>
              <a:pathLst>
                <a:path w="403744" h="338719">
                  <a:moveTo>
                    <a:pt x="1737" y="45164"/>
                  </a:moveTo>
                  <a:lnTo>
                    <a:pt x="1181" y="36132"/>
                  </a:lnTo>
                  <a:lnTo>
                    <a:pt x="736" y="28901"/>
                  </a:lnTo>
                  <a:lnTo>
                    <a:pt x="0" y="16954"/>
                  </a:lnTo>
                  <a:lnTo>
                    <a:pt x="16713" y="15749"/>
                  </a:lnTo>
                  <a:lnTo>
                    <a:pt x="17260" y="15709"/>
                  </a:lnTo>
                  <a:lnTo>
                    <a:pt x="23396" y="15255"/>
                  </a:lnTo>
                  <a:lnTo>
                    <a:pt x="38200" y="14209"/>
                  </a:lnTo>
                  <a:lnTo>
                    <a:pt x="40427" y="14049"/>
                  </a:lnTo>
                  <a:lnTo>
                    <a:pt x="48727" y="13445"/>
                  </a:lnTo>
                  <a:lnTo>
                    <a:pt x="58858" y="12668"/>
                  </a:lnTo>
                  <a:lnTo>
                    <a:pt x="61874" y="12433"/>
                  </a:lnTo>
                  <a:lnTo>
                    <a:pt x="77135" y="11257"/>
                  </a:lnTo>
                  <a:lnTo>
                    <a:pt x="78425" y="11156"/>
                  </a:lnTo>
                  <a:lnTo>
                    <a:pt x="96543" y="9884"/>
                  </a:lnTo>
                  <a:lnTo>
                    <a:pt x="112795" y="8662"/>
                  </a:lnTo>
                  <a:lnTo>
                    <a:pt x="133169" y="7103"/>
                  </a:lnTo>
                  <a:lnTo>
                    <a:pt x="144415" y="6117"/>
                  </a:lnTo>
                  <a:lnTo>
                    <a:pt x="158574" y="4847"/>
                  </a:lnTo>
                  <a:lnTo>
                    <a:pt x="186761" y="2225"/>
                  </a:lnTo>
                  <a:lnTo>
                    <a:pt x="188865" y="2030"/>
                  </a:lnTo>
                  <a:lnTo>
                    <a:pt x="190650" y="1864"/>
                  </a:lnTo>
                  <a:lnTo>
                    <a:pt x="203163" y="687"/>
                  </a:lnTo>
                  <a:lnTo>
                    <a:pt x="210353" y="0"/>
                  </a:lnTo>
                  <a:lnTo>
                    <a:pt x="212851" y="1795"/>
                  </a:lnTo>
                  <a:lnTo>
                    <a:pt x="217742" y="5006"/>
                  </a:lnTo>
                  <a:lnTo>
                    <a:pt x="218244" y="9240"/>
                  </a:lnTo>
                  <a:lnTo>
                    <a:pt x="213644" y="13181"/>
                  </a:lnTo>
                  <a:lnTo>
                    <a:pt x="212196" y="16514"/>
                  </a:lnTo>
                  <a:lnTo>
                    <a:pt x="212781" y="19629"/>
                  </a:lnTo>
                  <a:lnTo>
                    <a:pt x="216284" y="22407"/>
                  </a:lnTo>
                  <a:lnTo>
                    <a:pt x="220545" y="23215"/>
                  </a:lnTo>
                  <a:lnTo>
                    <a:pt x="217810" y="27014"/>
                  </a:lnTo>
                  <a:lnTo>
                    <a:pt x="219895" y="34170"/>
                  </a:lnTo>
                  <a:lnTo>
                    <a:pt x="221833" y="35849"/>
                  </a:lnTo>
                  <a:lnTo>
                    <a:pt x="222371" y="36340"/>
                  </a:lnTo>
                  <a:lnTo>
                    <a:pt x="225571" y="40902"/>
                  </a:lnTo>
                  <a:lnTo>
                    <a:pt x="221991" y="41647"/>
                  </a:lnTo>
                  <a:lnTo>
                    <a:pt x="223139" y="47969"/>
                  </a:lnTo>
                  <a:lnTo>
                    <a:pt x="229633" y="48472"/>
                  </a:lnTo>
                  <a:lnTo>
                    <a:pt x="228699" y="54937"/>
                  </a:lnTo>
                  <a:lnTo>
                    <a:pt x="233593" y="55262"/>
                  </a:lnTo>
                  <a:lnTo>
                    <a:pt x="232104" y="60526"/>
                  </a:lnTo>
                  <a:lnTo>
                    <a:pt x="229462" y="66803"/>
                  </a:lnTo>
                  <a:lnTo>
                    <a:pt x="220876" y="68271"/>
                  </a:lnTo>
                  <a:lnTo>
                    <a:pt x="226757" y="76384"/>
                  </a:lnTo>
                  <a:lnTo>
                    <a:pt x="227163" y="76943"/>
                  </a:lnTo>
                  <a:lnTo>
                    <a:pt x="224290" y="81669"/>
                  </a:lnTo>
                  <a:lnTo>
                    <a:pt x="224377" y="83995"/>
                  </a:lnTo>
                  <a:lnTo>
                    <a:pt x="221961" y="87417"/>
                  </a:lnTo>
                  <a:lnTo>
                    <a:pt x="217637" y="89067"/>
                  </a:lnTo>
                  <a:lnTo>
                    <a:pt x="217778" y="93685"/>
                  </a:lnTo>
                  <a:lnTo>
                    <a:pt x="214136" y="97821"/>
                  </a:lnTo>
                  <a:lnTo>
                    <a:pt x="213517" y="98505"/>
                  </a:lnTo>
                  <a:lnTo>
                    <a:pt x="210383" y="101966"/>
                  </a:lnTo>
                  <a:lnTo>
                    <a:pt x="206199" y="101590"/>
                  </a:lnTo>
                  <a:lnTo>
                    <a:pt x="205509" y="105447"/>
                  </a:lnTo>
                  <a:lnTo>
                    <a:pt x="208795" y="109602"/>
                  </a:lnTo>
                  <a:lnTo>
                    <a:pt x="208954" y="109802"/>
                  </a:lnTo>
                  <a:lnTo>
                    <a:pt x="204432" y="111378"/>
                  </a:lnTo>
                  <a:lnTo>
                    <a:pt x="204004" y="119106"/>
                  </a:lnTo>
                  <a:lnTo>
                    <a:pt x="199130" y="121665"/>
                  </a:lnTo>
                  <a:lnTo>
                    <a:pt x="199844" y="124448"/>
                  </a:lnTo>
                  <a:lnTo>
                    <a:pt x="201632" y="127872"/>
                  </a:lnTo>
                  <a:lnTo>
                    <a:pt x="197859" y="129284"/>
                  </a:lnTo>
                  <a:lnTo>
                    <a:pt x="196081" y="132581"/>
                  </a:lnTo>
                  <a:lnTo>
                    <a:pt x="197028" y="137661"/>
                  </a:lnTo>
                  <a:lnTo>
                    <a:pt x="195753" y="142019"/>
                  </a:lnTo>
                  <a:lnTo>
                    <a:pt x="195861" y="146525"/>
                  </a:lnTo>
                  <a:lnTo>
                    <a:pt x="198233" y="150353"/>
                  </a:lnTo>
                  <a:lnTo>
                    <a:pt x="194331" y="153348"/>
                  </a:lnTo>
                  <a:lnTo>
                    <a:pt x="190025" y="153233"/>
                  </a:lnTo>
                  <a:lnTo>
                    <a:pt x="188554" y="156281"/>
                  </a:lnTo>
                  <a:lnTo>
                    <a:pt x="192902" y="159397"/>
                  </a:lnTo>
                  <a:lnTo>
                    <a:pt x="192844" y="159550"/>
                  </a:lnTo>
                  <a:lnTo>
                    <a:pt x="190959" y="164529"/>
                  </a:lnTo>
                  <a:lnTo>
                    <a:pt x="193305" y="168249"/>
                  </a:lnTo>
                  <a:lnTo>
                    <a:pt x="196177" y="171613"/>
                  </a:lnTo>
                  <a:lnTo>
                    <a:pt x="191427" y="175940"/>
                  </a:lnTo>
                  <a:lnTo>
                    <a:pt x="190819" y="176493"/>
                  </a:lnTo>
                  <a:lnTo>
                    <a:pt x="221683" y="173432"/>
                  </a:lnTo>
                  <a:lnTo>
                    <a:pt x="225265" y="173061"/>
                  </a:lnTo>
                  <a:lnTo>
                    <a:pt x="233932" y="172155"/>
                  </a:lnTo>
                  <a:lnTo>
                    <a:pt x="251432" y="170290"/>
                  </a:lnTo>
                  <a:lnTo>
                    <a:pt x="256439" y="169748"/>
                  </a:lnTo>
                  <a:lnTo>
                    <a:pt x="270741" y="168159"/>
                  </a:lnTo>
                  <a:lnTo>
                    <a:pt x="272205" y="167994"/>
                  </a:lnTo>
                  <a:lnTo>
                    <a:pt x="287247" y="166285"/>
                  </a:lnTo>
                  <a:lnTo>
                    <a:pt x="293696" y="165529"/>
                  </a:lnTo>
                  <a:lnTo>
                    <a:pt x="320692" y="162294"/>
                  </a:lnTo>
                  <a:lnTo>
                    <a:pt x="325284" y="161734"/>
                  </a:lnTo>
                  <a:lnTo>
                    <a:pt x="333314" y="160758"/>
                  </a:lnTo>
                  <a:lnTo>
                    <a:pt x="332478" y="168651"/>
                  </a:lnTo>
                  <a:lnTo>
                    <a:pt x="330187" y="176992"/>
                  </a:lnTo>
                  <a:lnTo>
                    <a:pt x="327675" y="185412"/>
                  </a:lnTo>
                  <a:lnTo>
                    <a:pt x="328948" y="190349"/>
                  </a:lnTo>
                  <a:lnTo>
                    <a:pt x="329489" y="192445"/>
                  </a:lnTo>
                  <a:lnTo>
                    <a:pt x="332565" y="200140"/>
                  </a:lnTo>
                  <a:lnTo>
                    <a:pt x="339154" y="205803"/>
                  </a:lnTo>
                  <a:lnTo>
                    <a:pt x="340305" y="207711"/>
                  </a:lnTo>
                  <a:lnTo>
                    <a:pt x="342267" y="210963"/>
                  </a:lnTo>
                  <a:lnTo>
                    <a:pt x="346534" y="219665"/>
                  </a:lnTo>
                  <a:lnTo>
                    <a:pt x="349342" y="227269"/>
                  </a:lnTo>
                  <a:lnTo>
                    <a:pt x="355922" y="229637"/>
                  </a:lnTo>
                  <a:lnTo>
                    <a:pt x="350197" y="233638"/>
                  </a:lnTo>
                  <a:lnTo>
                    <a:pt x="346506" y="236210"/>
                  </a:lnTo>
                  <a:lnTo>
                    <a:pt x="344867" y="240097"/>
                  </a:lnTo>
                  <a:lnTo>
                    <a:pt x="337689" y="243623"/>
                  </a:lnTo>
                  <a:lnTo>
                    <a:pt x="333209" y="246501"/>
                  </a:lnTo>
                  <a:lnTo>
                    <a:pt x="333209" y="246678"/>
                  </a:lnTo>
                  <a:lnTo>
                    <a:pt x="333211" y="252221"/>
                  </a:lnTo>
                  <a:lnTo>
                    <a:pt x="337646" y="253326"/>
                  </a:lnTo>
                  <a:lnTo>
                    <a:pt x="341691" y="254269"/>
                  </a:lnTo>
                  <a:lnTo>
                    <a:pt x="345285" y="257634"/>
                  </a:lnTo>
                  <a:lnTo>
                    <a:pt x="349505" y="258040"/>
                  </a:lnTo>
                  <a:lnTo>
                    <a:pt x="353043" y="256064"/>
                  </a:lnTo>
                  <a:lnTo>
                    <a:pt x="353922" y="247045"/>
                  </a:lnTo>
                  <a:lnTo>
                    <a:pt x="359468" y="241384"/>
                  </a:lnTo>
                  <a:lnTo>
                    <a:pt x="363014" y="239208"/>
                  </a:lnTo>
                  <a:lnTo>
                    <a:pt x="370747" y="238410"/>
                  </a:lnTo>
                  <a:lnTo>
                    <a:pt x="373398" y="235257"/>
                  </a:lnTo>
                  <a:lnTo>
                    <a:pt x="378257" y="230868"/>
                  </a:lnTo>
                  <a:lnTo>
                    <a:pt x="381878" y="229158"/>
                  </a:lnTo>
                  <a:lnTo>
                    <a:pt x="382477" y="236529"/>
                  </a:lnTo>
                  <a:lnTo>
                    <a:pt x="380877" y="242868"/>
                  </a:lnTo>
                  <a:lnTo>
                    <a:pt x="380334" y="248866"/>
                  </a:lnTo>
                  <a:lnTo>
                    <a:pt x="380391" y="253078"/>
                  </a:lnTo>
                  <a:lnTo>
                    <a:pt x="376769" y="259980"/>
                  </a:lnTo>
                  <a:lnTo>
                    <a:pt x="378873" y="263787"/>
                  </a:lnTo>
                  <a:lnTo>
                    <a:pt x="369062" y="263762"/>
                  </a:lnTo>
                  <a:lnTo>
                    <a:pt x="369499" y="271442"/>
                  </a:lnTo>
                  <a:lnTo>
                    <a:pt x="365107" y="274600"/>
                  </a:lnTo>
                  <a:lnTo>
                    <a:pt x="362591" y="276499"/>
                  </a:lnTo>
                  <a:lnTo>
                    <a:pt x="362323" y="276702"/>
                  </a:lnTo>
                  <a:lnTo>
                    <a:pt x="359865" y="275515"/>
                  </a:lnTo>
                  <a:lnTo>
                    <a:pt x="355138" y="279420"/>
                  </a:lnTo>
                  <a:lnTo>
                    <a:pt x="358566" y="284796"/>
                  </a:lnTo>
                  <a:lnTo>
                    <a:pt x="358626" y="289119"/>
                  </a:lnTo>
                  <a:lnTo>
                    <a:pt x="361993" y="293889"/>
                  </a:lnTo>
                  <a:lnTo>
                    <a:pt x="366025" y="295866"/>
                  </a:lnTo>
                  <a:lnTo>
                    <a:pt x="373919" y="296156"/>
                  </a:lnTo>
                  <a:lnTo>
                    <a:pt x="379106" y="295841"/>
                  </a:lnTo>
                  <a:lnTo>
                    <a:pt x="383685" y="299728"/>
                  </a:lnTo>
                  <a:lnTo>
                    <a:pt x="387978" y="298535"/>
                  </a:lnTo>
                  <a:lnTo>
                    <a:pt x="393588" y="303498"/>
                  </a:lnTo>
                  <a:lnTo>
                    <a:pt x="395479" y="308469"/>
                  </a:lnTo>
                  <a:lnTo>
                    <a:pt x="402410" y="307972"/>
                  </a:lnTo>
                  <a:lnTo>
                    <a:pt x="403744" y="312004"/>
                  </a:lnTo>
                  <a:lnTo>
                    <a:pt x="400466" y="319057"/>
                  </a:lnTo>
                  <a:lnTo>
                    <a:pt x="396819" y="320965"/>
                  </a:lnTo>
                  <a:lnTo>
                    <a:pt x="394768" y="325091"/>
                  </a:lnTo>
                  <a:lnTo>
                    <a:pt x="395566" y="328304"/>
                  </a:lnTo>
                  <a:lnTo>
                    <a:pt x="389510" y="326373"/>
                  </a:lnTo>
                  <a:lnTo>
                    <a:pt x="386088" y="323679"/>
                  </a:lnTo>
                  <a:lnTo>
                    <a:pt x="381747" y="328404"/>
                  </a:lnTo>
                  <a:lnTo>
                    <a:pt x="376410" y="335714"/>
                  </a:lnTo>
                  <a:lnTo>
                    <a:pt x="375476" y="328592"/>
                  </a:lnTo>
                  <a:lnTo>
                    <a:pt x="378219" y="323478"/>
                  </a:lnTo>
                  <a:lnTo>
                    <a:pt x="375518" y="319308"/>
                  </a:lnTo>
                  <a:lnTo>
                    <a:pt x="372063" y="317517"/>
                  </a:lnTo>
                  <a:lnTo>
                    <a:pt x="367681" y="312305"/>
                  </a:lnTo>
                  <a:lnTo>
                    <a:pt x="361225" y="310697"/>
                  </a:lnTo>
                  <a:lnTo>
                    <a:pt x="357941" y="310267"/>
                  </a:lnTo>
                  <a:lnTo>
                    <a:pt x="355095" y="307258"/>
                  </a:lnTo>
                  <a:lnTo>
                    <a:pt x="348403" y="306883"/>
                  </a:lnTo>
                  <a:lnTo>
                    <a:pt x="339423" y="306658"/>
                  </a:lnTo>
                  <a:lnTo>
                    <a:pt x="336420" y="308030"/>
                  </a:lnTo>
                  <a:lnTo>
                    <a:pt x="335077" y="309411"/>
                  </a:lnTo>
                  <a:lnTo>
                    <a:pt x="331322" y="313266"/>
                  </a:lnTo>
                  <a:lnTo>
                    <a:pt x="324144" y="320189"/>
                  </a:lnTo>
                  <a:lnTo>
                    <a:pt x="321919" y="322114"/>
                  </a:lnTo>
                  <a:lnTo>
                    <a:pt x="319579" y="324138"/>
                  </a:lnTo>
                  <a:lnTo>
                    <a:pt x="312382" y="330102"/>
                  </a:lnTo>
                  <a:lnTo>
                    <a:pt x="304064" y="332886"/>
                  </a:lnTo>
                  <a:lnTo>
                    <a:pt x="298410" y="333982"/>
                  </a:lnTo>
                  <a:lnTo>
                    <a:pt x="295903" y="334466"/>
                  </a:lnTo>
                  <a:lnTo>
                    <a:pt x="292418" y="334615"/>
                  </a:lnTo>
                  <a:lnTo>
                    <a:pt x="279911" y="336068"/>
                  </a:lnTo>
                  <a:lnTo>
                    <a:pt x="272701" y="338376"/>
                  </a:lnTo>
                  <a:lnTo>
                    <a:pt x="267785" y="338719"/>
                  </a:lnTo>
                  <a:lnTo>
                    <a:pt x="263455" y="337968"/>
                  </a:lnTo>
                  <a:lnTo>
                    <a:pt x="262338" y="333846"/>
                  </a:lnTo>
                  <a:lnTo>
                    <a:pt x="256994" y="329416"/>
                  </a:lnTo>
                  <a:lnTo>
                    <a:pt x="252500" y="329268"/>
                  </a:lnTo>
                  <a:lnTo>
                    <a:pt x="245200" y="328441"/>
                  </a:lnTo>
                  <a:lnTo>
                    <a:pt x="240082" y="326327"/>
                  </a:lnTo>
                  <a:lnTo>
                    <a:pt x="230665" y="324707"/>
                  </a:lnTo>
                  <a:lnTo>
                    <a:pt x="226016" y="320747"/>
                  </a:lnTo>
                  <a:lnTo>
                    <a:pt x="230225" y="317629"/>
                  </a:lnTo>
                  <a:lnTo>
                    <a:pt x="230779" y="314835"/>
                  </a:lnTo>
                  <a:lnTo>
                    <a:pt x="225401" y="312758"/>
                  </a:lnTo>
                  <a:lnTo>
                    <a:pt x="222912" y="310478"/>
                  </a:lnTo>
                  <a:lnTo>
                    <a:pt x="223990" y="308306"/>
                  </a:lnTo>
                  <a:lnTo>
                    <a:pt x="220047" y="304127"/>
                  </a:lnTo>
                  <a:lnTo>
                    <a:pt x="215174" y="306967"/>
                  </a:lnTo>
                  <a:lnTo>
                    <a:pt x="213091" y="304642"/>
                  </a:lnTo>
                  <a:lnTo>
                    <a:pt x="209404" y="302189"/>
                  </a:lnTo>
                  <a:lnTo>
                    <a:pt x="208669" y="299280"/>
                  </a:lnTo>
                  <a:lnTo>
                    <a:pt x="208121" y="296863"/>
                  </a:lnTo>
                  <a:lnTo>
                    <a:pt x="203437" y="294125"/>
                  </a:lnTo>
                  <a:lnTo>
                    <a:pt x="200125" y="294492"/>
                  </a:lnTo>
                  <a:lnTo>
                    <a:pt x="201157" y="288437"/>
                  </a:lnTo>
                  <a:lnTo>
                    <a:pt x="197541" y="284743"/>
                  </a:lnTo>
                  <a:lnTo>
                    <a:pt x="192197" y="284948"/>
                  </a:lnTo>
                  <a:lnTo>
                    <a:pt x="186988" y="287551"/>
                  </a:lnTo>
                  <a:lnTo>
                    <a:pt x="183732" y="289782"/>
                  </a:lnTo>
                  <a:lnTo>
                    <a:pt x="183257" y="292911"/>
                  </a:lnTo>
                  <a:lnTo>
                    <a:pt x="182720" y="296442"/>
                  </a:lnTo>
                  <a:lnTo>
                    <a:pt x="188221" y="298641"/>
                  </a:lnTo>
                  <a:lnTo>
                    <a:pt x="195448" y="300262"/>
                  </a:lnTo>
                  <a:lnTo>
                    <a:pt x="191652" y="307477"/>
                  </a:lnTo>
                  <a:lnTo>
                    <a:pt x="187710" y="309277"/>
                  </a:lnTo>
                  <a:lnTo>
                    <a:pt x="180270" y="306108"/>
                  </a:lnTo>
                  <a:lnTo>
                    <a:pt x="171166" y="302255"/>
                  </a:lnTo>
                  <a:lnTo>
                    <a:pt x="170167" y="301930"/>
                  </a:lnTo>
                  <a:lnTo>
                    <a:pt x="168469" y="301376"/>
                  </a:lnTo>
                  <a:lnTo>
                    <a:pt x="161340" y="302377"/>
                  </a:lnTo>
                  <a:lnTo>
                    <a:pt x="154527" y="306656"/>
                  </a:lnTo>
                  <a:lnTo>
                    <a:pt x="149130" y="307818"/>
                  </a:lnTo>
                  <a:lnTo>
                    <a:pt x="142452" y="307022"/>
                  </a:lnTo>
                  <a:lnTo>
                    <a:pt x="137516" y="306273"/>
                  </a:lnTo>
                  <a:lnTo>
                    <a:pt x="130226" y="305489"/>
                  </a:lnTo>
                  <a:lnTo>
                    <a:pt x="126499" y="304821"/>
                  </a:lnTo>
                  <a:lnTo>
                    <a:pt x="121194" y="303866"/>
                  </a:lnTo>
                  <a:lnTo>
                    <a:pt x="105865" y="298619"/>
                  </a:lnTo>
                  <a:lnTo>
                    <a:pt x="97004" y="295568"/>
                  </a:lnTo>
                  <a:lnTo>
                    <a:pt x="89632" y="293970"/>
                  </a:lnTo>
                  <a:lnTo>
                    <a:pt x="82764" y="292664"/>
                  </a:lnTo>
                  <a:lnTo>
                    <a:pt x="73723" y="292974"/>
                  </a:lnTo>
                  <a:lnTo>
                    <a:pt x="64989" y="294313"/>
                  </a:lnTo>
                  <a:lnTo>
                    <a:pt x="55331" y="295392"/>
                  </a:lnTo>
                  <a:lnTo>
                    <a:pt x="40006" y="298852"/>
                  </a:lnTo>
                  <a:lnTo>
                    <a:pt x="35759" y="300983"/>
                  </a:lnTo>
                  <a:lnTo>
                    <a:pt x="32942" y="303318"/>
                  </a:lnTo>
                  <a:lnTo>
                    <a:pt x="30848" y="300572"/>
                  </a:lnTo>
                  <a:lnTo>
                    <a:pt x="28552" y="297477"/>
                  </a:lnTo>
                  <a:lnTo>
                    <a:pt x="25420" y="294124"/>
                  </a:lnTo>
                  <a:lnTo>
                    <a:pt x="29480" y="289621"/>
                  </a:lnTo>
                  <a:lnTo>
                    <a:pt x="30902" y="287750"/>
                  </a:lnTo>
                  <a:lnTo>
                    <a:pt x="32451" y="285712"/>
                  </a:lnTo>
                  <a:lnTo>
                    <a:pt x="33846" y="280399"/>
                  </a:lnTo>
                  <a:lnTo>
                    <a:pt x="38551" y="274256"/>
                  </a:lnTo>
                  <a:lnTo>
                    <a:pt x="41031" y="271413"/>
                  </a:lnTo>
                  <a:lnTo>
                    <a:pt x="41190" y="271230"/>
                  </a:lnTo>
                  <a:lnTo>
                    <a:pt x="40989" y="266183"/>
                  </a:lnTo>
                  <a:lnTo>
                    <a:pt x="40559" y="260911"/>
                  </a:lnTo>
                  <a:lnTo>
                    <a:pt x="39556" y="256537"/>
                  </a:lnTo>
                  <a:lnTo>
                    <a:pt x="39629" y="254910"/>
                  </a:lnTo>
                  <a:lnTo>
                    <a:pt x="39752" y="252169"/>
                  </a:lnTo>
                  <a:lnTo>
                    <a:pt x="35444" y="247767"/>
                  </a:lnTo>
                  <a:lnTo>
                    <a:pt x="36216" y="241896"/>
                  </a:lnTo>
                  <a:lnTo>
                    <a:pt x="36726" y="241381"/>
                  </a:lnTo>
                  <a:lnTo>
                    <a:pt x="39258" y="238822"/>
                  </a:lnTo>
                  <a:lnTo>
                    <a:pt x="38282" y="232267"/>
                  </a:lnTo>
                  <a:lnTo>
                    <a:pt x="36636" y="229055"/>
                  </a:lnTo>
                  <a:lnTo>
                    <a:pt x="39756" y="224689"/>
                  </a:lnTo>
                  <a:lnTo>
                    <a:pt x="39519" y="221879"/>
                  </a:lnTo>
                  <a:lnTo>
                    <a:pt x="43374" y="216850"/>
                  </a:lnTo>
                  <a:lnTo>
                    <a:pt x="43970" y="211731"/>
                  </a:lnTo>
                  <a:lnTo>
                    <a:pt x="47249" y="205895"/>
                  </a:lnTo>
                  <a:lnTo>
                    <a:pt x="47680" y="200100"/>
                  </a:lnTo>
                  <a:lnTo>
                    <a:pt x="47939" y="199383"/>
                  </a:lnTo>
                  <a:lnTo>
                    <a:pt x="49449" y="195188"/>
                  </a:lnTo>
                  <a:lnTo>
                    <a:pt x="47792" y="191619"/>
                  </a:lnTo>
                  <a:lnTo>
                    <a:pt x="48333" y="187990"/>
                  </a:lnTo>
                  <a:lnTo>
                    <a:pt x="48713" y="184216"/>
                  </a:lnTo>
                  <a:lnTo>
                    <a:pt x="47600" y="177604"/>
                  </a:lnTo>
                  <a:lnTo>
                    <a:pt x="47668" y="172676"/>
                  </a:lnTo>
                  <a:lnTo>
                    <a:pt x="46371" y="172842"/>
                  </a:lnTo>
                  <a:lnTo>
                    <a:pt x="42786" y="173301"/>
                  </a:lnTo>
                  <a:lnTo>
                    <a:pt x="42649" y="173318"/>
                  </a:lnTo>
                  <a:lnTo>
                    <a:pt x="41360" y="166749"/>
                  </a:lnTo>
                  <a:lnTo>
                    <a:pt x="36535" y="163491"/>
                  </a:lnTo>
                  <a:lnTo>
                    <a:pt x="36669" y="157056"/>
                  </a:lnTo>
                  <a:lnTo>
                    <a:pt x="34177" y="152614"/>
                  </a:lnTo>
                  <a:lnTo>
                    <a:pt x="30087" y="149418"/>
                  </a:lnTo>
                  <a:lnTo>
                    <a:pt x="31648" y="146233"/>
                  </a:lnTo>
                  <a:lnTo>
                    <a:pt x="26919" y="144559"/>
                  </a:lnTo>
                  <a:lnTo>
                    <a:pt x="23081" y="139729"/>
                  </a:lnTo>
                  <a:lnTo>
                    <a:pt x="24230" y="136497"/>
                  </a:lnTo>
                  <a:lnTo>
                    <a:pt x="24803" y="129672"/>
                  </a:lnTo>
                  <a:lnTo>
                    <a:pt x="20520" y="120887"/>
                  </a:lnTo>
                  <a:lnTo>
                    <a:pt x="18464" y="117666"/>
                  </a:lnTo>
                  <a:lnTo>
                    <a:pt x="15878" y="113610"/>
                  </a:lnTo>
                  <a:lnTo>
                    <a:pt x="10662" y="111090"/>
                  </a:lnTo>
                  <a:lnTo>
                    <a:pt x="6527" y="106757"/>
                  </a:lnTo>
                  <a:lnTo>
                    <a:pt x="5540" y="105722"/>
                  </a:lnTo>
                  <a:lnTo>
                    <a:pt x="4710" y="93148"/>
                  </a:lnTo>
                  <a:lnTo>
                    <a:pt x="4402" y="88125"/>
                  </a:lnTo>
                  <a:lnTo>
                    <a:pt x="3512" y="73648"/>
                  </a:lnTo>
                  <a:lnTo>
                    <a:pt x="3356" y="71165"/>
                  </a:lnTo>
                  <a:lnTo>
                    <a:pt x="2420" y="562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40703" y="4203251"/>
              <a:ext cx="279632" cy="434320"/>
            </a:xfrm>
            <a:custGeom>
              <a:avLst/>
              <a:pathLst>
                <a:path w="279632" h="434320">
                  <a:moveTo>
                    <a:pt x="13734" y="297753"/>
                  </a:moveTo>
                  <a:lnTo>
                    <a:pt x="13334" y="294367"/>
                  </a:lnTo>
                  <a:lnTo>
                    <a:pt x="13077" y="268635"/>
                  </a:lnTo>
                  <a:lnTo>
                    <a:pt x="13056" y="266668"/>
                  </a:lnTo>
                  <a:lnTo>
                    <a:pt x="12965" y="261557"/>
                  </a:lnTo>
                  <a:lnTo>
                    <a:pt x="12525" y="238029"/>
                  </a:lnTo>
                  <a:lnTo>
                    <a:pt x="12297" y="226352"/>
                  </a:lnTo>
                  <a:lnTo>
                    <a:pt x="11911" y="207380"/>
                  </a:lnTo>
                  <a:lnTo>
                    <a:pt x="11797" y="201944"/>
                  </a:lnTo>
                  <a:lnTo>
                    <a:pt x="11434" y="185096"/>
                  </a:lnTo>
                  <a:lnTo>
                    <a:pt x="11253" y="175990"/>
                  </a:lnTo>
                  <a:lnTo>
                    <a:pt x="10809" y="154516"/>
                  </a:lnTo>
                  <a:lnTo>
                    <a:pt x="10498" y="140112"/>
                  </a:lnTo>
                  <a:lnTo>
                    <a:pt x="10440" y="136075"/>
                  </a:lnTo>
                  <a:lnTo>
                    <a:pt x="10026" y="108643"/>
                  </a:lnTo>
                  <a:lnTo>
                    <a:pt x="9982" y="106176"/>
                  </a:lnTo>
                  <a:lnTo>
                    <a:pt x="9609" y="85652"/>
                  </a:lnTo>
                  <a:lnTo>
                    <a:pt x="9372" y="73224"/>
                  </a:lnTo>
                  <a:lnTo>
                    <a:pt x="9167" y="62837"/>
                  </a:lnTo>
                  <a:lnTo>
                    <a:pt x="9095" y="59251"/>
                  </a:lnTo>
                  <a:lnTo>
                    <a:pt x="8712" y="35640"/>
                  </a:lnTo>
                  <a:lnTo>
                    <a:pt x="4361" y="33605"/>
                  </a:lnTo>
                  <a:lnTo>
                    <a:pt x="340" y="27742"/>
                  </a:lnTo>
                  <a:lnTo>
                    <a:pt x="0" y="26701"/>
                  </a:lnTo>
                  <a:lnTo>
                    <a:pt x="14376" y="24843"/>
                  </a:lnTo>
                  <a:lnTo>
                    <a:pt x="15445" y="24693"/>
                  </a:lnTo>
                  <a:lnTo>
                    <a:pt x="24853" y="23358"/>
                  </a:lnTo>
                  <a:lnTo>
                    <a:pt x="40909" y="21176"/>
                  </a:lnTo>
                  <a:lnTo>
                    <a:pt x="42249" y="20996"/>
                  </a:lnTo>
                  <a:lnTo>
                    <a:pt x="55073" y="19262"/>
                  </a:lnTo>
                  <a:lnTo>
                    <a:pt x="69284" y="17308"/>
                  </a:lnTo>
                  <a:lnTo>
                    <a:pt x="69805" y="17235"/>
                  </a:lnTo>
                  <a:lnTo>
                    <a:pt x="70224" y="17180"/>
                  </a:lnTo>
                  <a:lnTo>
                    <a:pt x="96728" y="13617"/>
                  </a:lnTo>
                  <a:lnTo>
                    <a:pt x="100454" y="13106"/>
                  </a:lnTo>
                  <a:lnTo>
                    <a:pt x="122740" y="9647"/>
                  </a:lnTo>
                  <a:lnTo>
                    <a:pt x="133238" y="7902"/>
                  </a:lnTo>
                  <a:lnTo>
                    <a:pt x="133766" y="7814"/>
                  </a:lnTo>
                  <a:lnTo>
                    <a:pt x="164681" y="3014"/>
                  </a:lnTo>
                  <a:lnTo>
                    <a:pt x="183563" y="0"/>
                  </a:lnTo>
                  <a:lnTo>
                    <a:pt x="185075" y="5082"/>
                  </a:lnTo>
                  <a:lnTo>
                    <a:pt x="186797" y="10414"/>
                  </a:lnTo>
                  <a:lnTo>
                    <a:pt x="189779" y="19645"/>
                  </a:lnTo>
                  <a:lnTo>
                    <a:pt x="193374" y="30175"/>
                  </a:lnTo>
                  <a:lnTo>
                    <a:pt x="194373" y="33102"/>
                  </a:lnTo>
                  <a:lnTo>
                    <a:pt x="196218" y="38499"/>
                  </a:lnTo>
                  <a:lnTo>
                    <a:pt x="197626" y="42618"/>
                  </a:lnTo>
                  <a:lnTo>
                    <a:pt x="202928" y="58327"/>
                  </a:lnTo>
                  <a:lnTo>
                    <a:pt x="207468" y="71761"/>
                  </a:lnTo>
                  <a:lnTo>
                    <a:pt x="208658" y="75463"/>
                  </a:lnTo>
                  <a:lnTo>
                    <a:pt x="211795" y="85217"/>
                  </a:lnTo>
                  <a:lnTo>
                    <a:pt x="213497" y="90431"/>
                  </a:lnTo>
                  <a:lnTo>
                    <a:pt x="217146" y="101600"/>
                  </a:lnTo>
                  <a:lnTo>
                    <a:pt x="220278" y="111190"/>
                  </a:lnTo>
                  <a:lnTo>
                    <a:pt x="223644" y="121484"/>
                  </a:lnTo>
                  <a:lnTo>
                    <a:pt x="224923" y="125413"/>
                  </a:lnTo>
                  <a:lnTo>
                    <a:pt x="226412" y="129985"/>
                  </a:lnTo>
                  <a:lnTo>
                    <a:pt x="234533" y="154897"/>
                  </a:lnTo>
                  <a:lnTo>
                    <a:pt x="235117" y="156688"/>
                  </a:lnTo>
                  <a:lnTo>
                    <a:pt x="241620" y="176538"/>
                  </a:lnTo>
                  <a:lnTo>
                    <a:pt x="241862" y="177273"/>
                  </a:lnTo>
                  <a:lnTo>
                    <a:pt x="244015" y="179950"/>
                  </a:lnTo>
                  <a:lnTo>
                    <a:pt x="247646" y="185930"/>
                  </a:lnTo>
                  <a:lnTo>
                    <a:pt x="248672" y="187617"/>
                  </a:lnTo>
                  <a:lnTo>
                    <a:pt x="251498" y="193512"/>
                  </a:lnTo>
                  <a:lnTo>
                    <a:pt x="253065" y="197636"/>
                  </a:lnTo>
                  <a:lnTo>
                    <a:pt x="253848" y="199696"/>
                  </a:lnTo>
                  <a:lnTo>
                    <a:pt x="259186" y="203977"/>
                  </a:lnTo>
                  <a:lnTo>
                    <a:pt x="259802" y="205077"/>
                  </a:lnTo>
                  <a:lnTo>
                    <a:pt x="259941" y="205325"/>
                  </a:lnTo>
                  <a:lnTo>
                    <a:pt x="262827" y="210477"/>
                  </a:lnTo>
                  <a:lnTo>
                    <a:pt x="263004" y="216075"/>
                  </a:lnTo>
                  <a:lnTo>
                    <a:pt x="263048" y="217465"/>
                  </a:lnTo>
                  <a:lnTo>
                    <a:pt x="261613" y="220059"/>
                  </a:lnTo>
                  <a:lnTo>
                    <a:pt x="265830" y="222022"/>
                  </a:lnTo>
                  <a:lnTo>
                    <a:pt x="271040" y="224841"/>
                  </a:lnTo>
                  <a:lnTo>
                    <a:pt x="269433" y="228000"/>
                  </a:lnTo>
                  <a:lnTo>
                    <a:pt x="268850" y="229145"/>
                  </a:lnTo>
                  <a:lnTo>
                    <a:pt x="264378" y="232907"/>
                  </a:lnTo>
                  <a:lnTo>
                    <a:pt x="260594" y="237937"/>
                  </a:lnTo>
                  <a:lnTo>
                    <a:pt x="262089" y="241960"/>
                  </a:lnTo>
                  <a:lnTo>
                    <a:pt x="262105" y="244173"/>
                  </a:lnTo>
                  <a:lnTo>
                    <a:pt x="262147" y="250372"/>
                  </a:lnTo>
                  <a:lnTo>
                    <a:pt x="262161" y="252530"/>
                  </a:lnTo>
                  <a:lnTo>
                    <a:pt x="259762" y="259476"/>
                  </a:lnTo>
                  <a:lnTo>
                    <a:pt x="258440" y="264477"/>
                  </a:lnTo>
                  <a:lnTo>
                    <a:pt x="260139" y="269376"/>
                  </a:lnTo>
                  <a:lnTo>
                    <a:pt x="260638" y="270813"/>
                  </a:lnTo>
                  <a:lnTo>
                    <a:pt x="261511" y="273330"/>
                  </a:lnTo>
                  <a:lnTo>
                    <a:pt x="261522" y="276650"/>
                  </a:lnTo>
                  <a:lnTo>
                    <a:pt x="267435" y="282194"/>
                  </a:lnTo>
                  <a:lnTo>
                    <a:pt x="268099" y="286429"/>
                  </a:lnTo>
                  <a:lnTo>
                    <a:pt x="269621" y="288464"/>
                  </a:lnTo>
                  <a:lnTo>
                    <a:pt x="269232" y="290749"/>
                  </a:lnTo>
                  <a:lnTo>
                    <a:pt x="268438" y="295396"/>
                  </a:lnTo>
                  <a:lnTo>
                    <a:pt x="269334" y="298500"/>
                  </a:lnTo>
                  <a:lnTo>
                    <a:pt x="268283" y="304718"/>
                  </a:lnTo>
                  <a:lnTo>
                    <a:pt x="269155" y="308196"/>
                  </a:lnTo>
                  <a:lnTo>
                    <a:pt x="269258" y="309323"/>
                  </a:lnTo>
                  <a:lnTo>
                    <a:pt x="269366" y="310504"/>
                  </a:lnTo>
                  <a:lnTo>
                    <a:pt x="268485" y="313868"/>
                  </a:lnTo>
                  <a:lnTo>
                    <a:pt x="269472" y="320048"/>
                  </a:lnTo>
                  <a:lnTo>
                    <a:pt x="275788" y="325828"/>
                  </a:lnTo>
                  <a:lnTo>
                    <a:pt x="277285" y="328446"/>
                  </a:lnTo>
                  <a:lnTo>
                    <a:pt x="278287" y="330199"/>
                  </a:lnTo>
                  <a:lnTo>
                    <a:pt x="279632" y="334617"/>
                  </a:lnTo>
                  <a:lnTo>
                    <a:pt x="277508" y="334995"/>
                  </a:lnTo>
                  <a:lnTo>
                    <a:pt x="269041" y="336479"/>
                  </a:lnTo>
                  <a:lnTo>
                    <a:pt x="255218" y="338983"/>
                  </a:lnTo>
                  <a:lnTo>
                    <a:pt x="243787" y="341087"/>
                  </a:lnTo>
                  <a:lnTo>
                    <a:pt x="243071" y="341218"/>
                  </a:lnTo>
                  <a:lnTo>
                    <a:pt x="224494" y="344588"/>
                  </a:lnTo>
                  <a:lnTo>
                    <a:pt x="213872" y="346521"/>
                  </a:lnTo>
                  <a:lnTo>
                    <a:pt x="203405" y="348223"/>
                  </a:lnTo>
                  <a:lnTo>
                    <a:pt x="196173" y="349388"/>
                  </a:lnTo>
                  <a:lnTo>
                    <a:pt x="192135" y="350035"/>
                  </a:lnTo>
                  <a:lnTo>
                    <a:pt x="178971" y="352126"/>
                  </a:lnTo>
                  <a:lnTo>
                    <a:pt x="177217" y="352399"/>
                  </a:lnTo>
                  <a:lnTo>
                    <a:pt x="164257" y="354399"/>
                  </a:lnTo>
                  <a:lnTo>
                    <a:pt x="155001" y="355765"/>
                  </a:lnTo>
                  <a:lnTo>
                    <a:pt x="147769" y="356823"/>
                  </a:lnTo>
                  <a:lnTo>
                    <a:pt x="144333" y="357322"/>
                  </a:lnTo>
                  <a:lnTo>
                    <a:pt x="137221" y="358389"/>
                  </a:lnTo>
                  <a:lnTo>
                    <a:pt x="119718" y="360932"/>
                  </a:lnTo>
                  <a:lnTo>
                    <a:pt x="108702" y="362636"/>
                  </a:lnTo>
                  <a:lnTo>
                    <a:pt x="100275" y="363914"/>
                  </a:lnTo>
                  <a:lnTo>
                    <a:pt x="93322" y="364980"/>
                  </a:lnTo>
                  <a:lnTo>
                    <a:pt x="87427" y="365851"/>
                  </a:lnTo>
                  <a:lnTo>
                    <a:pt x="88433" y="369728"/>
                  </a:lnTo>
                  <a:lnTo>
                    <a:pt x="86166" y="377550"/>
                  </a:lnTo>
                  <a:lnTo>
                    <a:pt x="94119" y="385005"/>
                  </a:lnTo>
                  <a:lnTo>
                    <a:pt x="95823" y="387311"/>
                  </a:lnTo>
                  <a:lnTo>
                    <a:pt x="102374" y="390345"/>
                  </a:lnTo>
                  <a:lnTo>
                    <a:pt x="105897" y="392930"/>
                  </a:lnTo>
                  <a:lnTo>
                    <a:pt x="106397" y="397480"/>
                  </a:lnTo>
                  <a:lnTo>
                    <a:pt x="104727" y="402464"/>
                  </a:lnTo>
                  <a:lnTo>
                    <a:pt x="104199" y="406285"/>
                  </a:lnTo>
                  <a:lnTo>
                    <a:pt x="106986" y="410268"/>
                  </a:lnTo>
                  <a:lnTo>
                    <a:pt x="110802" y="411513"/>
                  </a:lnTo>
                  <a:lnTo>
                    <a:pt x="106294" y="415104"/>
                  </a:lnTo>
                  <a:lnTo>
                    <a:pt x="105399" y="420407"/>
                  </a:lnTo>
                  <a:lnTo>
                    <a:pt x="101141" y="426599"/>
                  </a:lnTo>
                  <a:lnTo>
                    <a:pt x="91091" y="430744"/>
                  </a:lnTo>
                  <a:lnTo>
                    <a:pt x="79179" y="434320"/>
                  </a:lnTo>
                  <a:lnTo>
                    <a:pt x="73494" y="434171"/>
                  </a:lnTo>
                  <a:lnTo>
                    <a:pt x="79570" y="429763"/>
                  </a:lnTo>
                  <a:lnTo>
                    <a:pt x="79835" y="425844"/>
                  </a:lnTo>
                  <a:lnTo>
                    <a:pt x="74104" y="421478"/>
                  </a:lnTo>
                  <a:lnTo>
                    <a:pt x="69776" y="416609"/>
                  </a:lnTo>
                  <a:lnTo>
                    <a:pt x="67911" y="413269"/>
                  </a:lnTo>
                  <a:lnTo>
                    <a:pt x="69614" y="407474"/>
                  </a:lnTo>
                  <a:lnTo>
                    <a:pt x="68260" y="404604"/>
                  </a:lnTo>
                  <a:lnTo>
                    <a:pt x="66361" y="399031"/>
                  </a:lnTo>
                  <a:lnTo>
                    <a:pt x="60187" y="397146"/>
                  </a:lnTo>
                  <a:lnTo>
                    <a:pt x="56672" y="401073"/>
                  </a:lnTo>
                  <a:lnTo>
                    <a:pt x="57039" y="405970"/>
                  </a:lnTo>
                  <a:lnTo>
                    <a:pt x="56222" y="409753"/>
                  </a:lnTo>
                  <a:lnTo>
                    <a:pt x="55032" y="413888"/>
                  </a:lnTo>
                  <a:lnTo>
                    <a:pt x="55902" y="422422"/>
                  </a:lnTo>
                  <a:lnTo>
                    <a:pt x="54448" y="429714"/>
                  </a:lnTo>
                  <a:lnTo>
                    <a:pt x="49985" y="430285"/>
                  </a:lnTo>
                  <a:lnTo>
                    <a:pt x="45355" y="431123"/>
                  </a:lnTo>
                  <a:lnTo>
                    <a:pt x="40818" y="427378"/>
                  </a:lnTo>
                  <a:lnTo>
                    <a:pt x="36701" y="426270"/>
                  </a:lnTo>
                  <a:lnTo>
                    <a:pt x="34564" y="428183"/>
                  </a:lnTo>
                  <a:lnTo>
                    <a:pt x="32160" y="413316"/>
                  </a:lnTo>
                  <a:lnTo>
                    <a:pt x="29652" y="397195"/>
                  </a:lnTo>
                  <a:lnTo>
                    <a:pt x="29599" y="396868"/>
                  </a:lnTo>
                  <a:lnTo>
                    <a:pt x="28905" y="392593"/>
                  </a:lnTo>
                  <a:lnTo>
                    <a:pt x="25951" y="374407"/>
                  </a:lnTo>
                  <a:lnTo>
                    <a:pt x="24338" y="364485"/>
                  </a:lnTo>
                  <a:lnTo>
                    <a:pt x="20005" y="338235"/>
                  </a:lnTo>
                  <a:lnTo>
                    <a:pt x="19800" y="336990"/>
                  </a:lnTo>
                  <a:lnTo>
                    <a:pt x="17177" y="321096"/>
                  </a:lnTo>
                  <a:lnTo>
                    <a:pt x="16097" y="314570"/>
                  </a:lnTo>
                  <a:lnTo>
                    <a:pt x="14783" y="3066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71662" y="2882943"/>
              <a:ext cx="20333" cy="15681"/>
            </a:xfrm>
            <a:custGeom>
              <a:avLst/>
              <a:pathLst>
                <a:path w="20333" h="15681">
                  <a:moveTo>
                    <a:pt x="0" y="12058"/>
                  </a:moveTo>
                  <a:lnTo>
                    <a:pt x="4816" y="9866"/>
                  </a:lnTo>
                  <a:lnTo>
                    <a:pt x="11524" y="6699"/>
                  </a:lnTo>
                  <a:lnTo>
                    <a:pt x="11138" y="0"/>
                  </a:lnTo>
                  <a:lnTo>
                    <a:pt x="15985" y="1215"/>
                  </a:lnTo>
                  <a:lnTo>
                    <a:pt x="20333" y="8453"/>
                  </a:lnTo>
                  <a:lnTo>
                    <a:pt x="17835" y="11959"/>
                  </a:lnTo>
                  <a:lnTo>
                    <a:pt x="12834" y="13647"/>
                  </a:lnTo>
                  <a:lnTo>
                    <a:pt x="5709" y="156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36779" y="2888342"/>
              <a:ext cx="23201" cy="24257"/>
            </a:xfrm>
            <a:custGeom>
              <a:avLst/>
              <a:pathLst>
                <a:path w="23201" h="24257">
                  <a:moveTo>
                    <a:pt x="0" y="16027"/>
                  </a:moveTo>
                  <a:lnTo>
                    <a:pt x="4214" y="13256"/>
                  </a:lnTo>
                  <a:lnTo>
                    <a:pt x="6235" y="5334"/>
                  </a:lnTo>
                  <a:lnTo>
                    <a:pt x="10019" y="0"/>
                  </a:lnTo>
                  <a:lnTo>
                    <a:pt x="13918" y="1283"/>
                  </a:lnTo>
                  <a:lnTo>
                    <a:pt x="18186" y="2292"/>
                  </a:lnTo>
                  <a:lnTo>
                    <a:pt x="20303" y="2020"/>
                  </a:lnTo>
                  <a:lnTo>
                    <a:pt x="23201" y="7100"/>
                  </a:lnTo>
                  <a:lnTo>
                    <a:pt x="15563" y="10470"/>
                  </a:lnTo>
                  <a:lnTo>
                    <a:pt x="8757" y="13680"/>
                  </a:lnTo>
                  <a:lnTo>
                    <a:pt x="5395" y="18664"/>
                  </a:lnTo>
                  <a:lnTo>
                    <a:pt x="3780" y="24257"/>
                  </a:lnTo>
                  <a:lnTo>
                    <a:pt x="1106" y="190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51086" y="2777748"/>
              <a:ext cx="231893" cy="126417"/>
            </a:xfrm>
            <a:custGeom>
              <a:avLst/>
              <a:pathLst>
                <a:path w="231893" h="126417">
                  <a:moveTo>
                    <a:pt x="3476" y="123779"/>
                  </a:moveTo>
                  <a:lnTo>
                    <a:pt x="1265" y="85055"/>
                  </a:lnTo>
                  <a:lnTo>
                    <a:pt x="0" y="63487"/>
                  </a:lnTo>
                  <a:lnTo>
                    <a:pt x="14570" y="58867"/>
                  </a:lnTo>
                  <a:lnTo>
                    <a:pt x="20160" y="57081"/>
                  </a:lnTo>
                  <a:lnTo>
                    <a:pt x="24119" y="55811"/>
                  </a:lnTo>
                  <a:lnTo>
                    <a:pt x="27438" y="54745"/>
                  </a:lnTo>
                  <a:lnTo>
                    <a:pt x="48572" y="48123"/>
                  </a:lnTo>
                  <a:lnTo>
                    <a:pt x="59137" y="44771"/>
                  </a:lnTo>
                  <a:lnTo>
                    <a:pt x="68673" y="41722"/>
                  </a:lnTo>
                  <a:lnTo>
                    <a:pt x="69483" y="41462"/>
                  </a:lnTo>
                  <a:lnTo>
                    <a:pt x="80423" y="37931"/>
                  </a:lnTo>
                  <a:lnTo>
                    <a:pt x="82240" y="37341"/>
                  </a:lnTo>
                  <a:lnTo>
                    <a:pt x="91424" y="34351"/>
                  </a:lnTo>
                  <a:lnTo>
                    <a:pt x="97984" y="32147"/>
                  </a:lnTo>
                  <a:lnTo>
                    <a:pt x="114999" y="26430"/>
                  </a:lnTo>
                  <a:lnTo>
                    <a:pt x="118441" y="25246"/>
                  </a:lnTo>
                  <a:lnTo>
                    <a:pt x="119581" y="21099"/>
                  </a:lnTo>
                  <a:lnTo>
                    <a:pt x="120150" y="20869"/>
                  </a:lnTo>
                  <a:lnTo>
                    <a:pt x="123871" y="19366"/>
                  </a:lnTo>
                  <a:lnTo>
                    <a:pt x="122037" y="15047"/>
                  </a:lnTo>
                  <a:lnTo>
                    <a:pt x="123443" y="12174"/>
                  </a:lnTo>
                  <a:lnTo>
                    <a:pt x="125513" y="11728"/>
                  </a:lnTo>
                  <a:lnTo>
                    <a:pt x="128754" y="11028"/>
                  </a:lnTo>
                  <a:lnTo>
                    <a:pt x="128924" y="8622"/>
                  </a:lnTo>
                  <a:lnTo>
                    <a:pt x="129115" y="5902"/>
                  </a:lnTo>
                  <a:lnTo>
                    <a:pt x="132623" y="3629"/>
                  </a:lnTo>
                  <a:lnTo>
                    <a:pt x="134253" y="1532"/>
                  </a:lnTo>
                  <a:lnTo>
                    <a:pt x="138565" y="1237"/>
                  </a:lnTo>
                  <a:lnTo>
                    <a:pt x="141292" y="0"/>
                  </a:lnTo>
                  <a:lnTo>
                    <a:pt x="144732" y="7241"/>
                  </a:lnTo>
                  <a:lnTo>
                    <a:pt x="148805" y="12370"/>
                  </a:lnTo>
                  <a:lnTo>
                    <a:pt x="152557" y="14852"/>
                  </a:lnTo>
                  <a:lnTo>
                    <a:pt x="155617" y="14361"/>
                  </a:lnTo>
                  <a:lnTo>
                    <a:pt x="156946" y="11284"/>
                  </a:lnTo>
                  <a:lnTo>
                    <a:pt x="159808" y="11288"/>
                  </a:lnTo>
                  <a:lnTo>
                    <a:pt x="161602" y="14636"/>
                  </a:lnTo>
                  <a:lnTo>
                    <a:pt x="159623" y="20400"/>
                  </a:lnTo>
                  <a:lnTo>
                    <a:pt x="157183" y="21799"/>
                  </a:lnTo>
                  <a:lnTo>
                    <a:pt x="151431" y="25504"/>
                  </a:lnTo>
                  <a:lnTo>
                    <a:pt x="149151" y="27456"/>
                  </a:lnTo>
                  <a:lnTo>
                    <a:pt x="151683" y="32133"/>
                  </a:lnTo>
                  <a:lnTo>
                    <a:pt x="149304" y="34962"/>
                  </a:lnTo>
                  <a:lnTo>
                    <a:pt x="148996" y="39097"/>
                  </a:lnTo>
                  <a:lnTo>
                    <a:pt x="146574" y="40231"/>
                  </a:lnTo>
                  <a:lnTo>
                    <a:pt x="144972" y="40980"/>
                  </a:lnTo>
                  <a:lnTo>
                    <a:pt x="145111" y="41284"/>
                  </a:lnTo>
                  <a:lnTo>
                    <a:pt x="147485" y="46463"/>
                  </a:lnTo>
                  <a:lnTo>
                    <a:pt x="147471" y="46611"/>
                  </a:lnTo>
                  <a:lnTo>
                    <a:pt x="147368" y="47677"/>
                  </a:lnTo>
                  <a:lnTo>
                    <a:pt x="147157" y="49860"/>
                  </a:lnTo>
                  <a:lnTo>
                    <a:pt x="147688" y="50444"/>
                  </a:lnTo>
                  <a:lnTo>
                    <a:pt x="150547" y="53582"/>
                  </a:lnTo>
                  <a:lnTo>
                    <a:pt x="151244" y="51976"/>
                  </a:lnTo>
                  <a:lnTo>
                    <a:pt x="152388" y="49335"/>
                  </a:lnTo>
                  <a:lnTo>
                    <a:pt x="154689" y="48932"/>
                  </a:lnTo>
                  <a:lnTo>
                    <a:pt x="157447" y="50941"/>
                  </a:lnTo>
                  <a:lnTo>
                    <a:pt x="158457" y="50886"/>
                  </a:lnTo>
                  <a:lnTo>
                    <a:pt x="161579" y="50717"/>
                  </a:lnTo>
                  <a:lnTo>
                    <a:pt x="162161" y="50993"/>
                  </a:lnTo>
                  <a:lnTo>
                    <a:pt x="166320" y="52964"/>
                  </a:lnTo>
                  <a:lnTo>
                    <a:pt x="171347" y="58404"/>
                  </a:lnTo>
                  <a:lnTo>
                    <a:pt x="175677" y="61606"/>
                  </a:lnTo>
                  <a:lnTo>
                    <a:pt x="176401" y="64705"/>
                  </a:lnTo>
                  <a:lnTo>
                    <a:pt x="175561" y="68849"/>
                  </a:lnTo>
                  <a:lnTo>
                    <a:pt x="177880" y="72207"/>
                  </a:lnTo>
                  <a:lnTo>
                    <a:pt x="181714" y="72614"/>
                  </a:lnTo>
                  <a:lnTo>
                    <a:pt x="182900" y="71276"/>
                  </a:lnTo>
                  <a:lnTo>
                    <a:pt x="186116" y="73183"/>
                  </a:lnTo>
                  <a:lnTo>
                    <a:pt x="189103" y="77523"/>
                  </a:lnTo>
                  <a:lnTo>
                    <a:pt x="189472" y="81449"/>
                  </a:lnTo>
                  <a:lnTo>
                    <a:pt x="189872" y="81685"/>
                  </a:lnTo>
                  <a:lnTo>
                    <a:pt x="193536" y="83843"/>
                  </a:lnTo>
                  <a:lnTo>
                    <a:pt x="197294" y="84376"/>
                  </a:lnTo>
                  <a:lnTo>
                    <a:pt x="204842" y="83041"/>
                  </a:lnTo>
                  <a:lnTo>
                    <a:pt x="208364" y="83063"/>
                  </a:lnTo>
                  <a:lnTo>
                    <a:pt x="211063" y="79958"/>
                  </a:lnTo>
                  <a:lnTo>
                    <a:pt x="216192" y="76445"/>
                  </a:lnTo>
                  <a:lnTo>
                    <a:pt x="221116" y="71802"/>
                  </a:lnTo>
                  <a:lnTo>
                    <a:pt x="221713" y="69557"/>
                  </a:lnTo>
                  <a:lnTo>
                    <a:pt x="220236" y="65972"/>
                  </a:lnTo>
                  <a:lnTo>
                    <a:pt x="215501" y="64748"/>
                  </a:lnTo>
                  <a:lnTo>
                    <a:pt x="213562" y="60409"/>
                  </a:lnTo>
                  <a:lnTo>
                    <a:pt x="210738" y="54552"/>
                  </a:lnTo>
                  <a:lnTo>
                    <a:pt x="206319" y="54909"/>
                  </a:lnTo>
                  <a:lnTo>
                    <a:pt x="204140" y="56384"/>
                  </a:lnTo>
                  <a:lnTo>
                    <a:pt x="199571" y="54026"/>
                  </a:lnTo>
                  <a:lnTo>
                    <a:pt x="202331" y="51180"/>
                  </a:lnTo>
                  <a:lnTo>
                    <a:pt x="204994" y="49132"/>
                  </a:lnTo>
                  <a:lnTo>
                    <a:pt x="211167" y="49383"/>
                  </a:lnTo>
                  <a:lnTo>
                    <a:pt x="216448" y="53516"/>
                  </a:lnTo>
                  <a:lnTo>
                    <a:pt x="219871" y="59209"/>
                  </a:lnTo>
                  <a:lnTo>
                    <a:pt x="225725" y="67888"/>
                  </a:lnTo>
                  <a:lnTo>
                    <a:pt x="229788" y="77467"/>
                  </a:lnTo>
                  <a:lnTo>
                    <a:pt x="231729" y="83259"/>
                  </a:lnTo>
                  <a:lnTo>
                    <a:pt x="231893" y="89990"/>
                  </a:lnTo>
                  <a:lnTo>
                    <a:pt x="229348" y="91675"/>
                  </a:lnTo>
                  <a:lnTo>
                    <a:pt x="226992" y="85399"/>
                  </a:lnTo>
                  <a:lnTo>
                    <a:pt x="225708" y="80988"/>
                  </a:lnTo>
                  <a:lnTo>
                    <a:pt x="223019" y="82686"/>
                  </a:lnTo>
                  <a:lnTo>
                    <a:pt x="217301" y="86296"/>
                  </a:lnTo>
                  <a:lnTo>
                    <a:pt x="211653" y="91600"/>
                  </a:lnTo>
                  <a:lnTo>
                    <a:pt x="208164" y="91752"/>
                  </a:lnTo>
                  <a:lnTo>
                    <a:pt x="204165" y="95591"/>
                  </a:lnTo>
                  <a:lnTo>
                    <a:pt x="201926" y="97838"/>
                  </a:lnTo>
                  <a:lnTo>
                    <a:pt x="201072" y="101323"/>
                  </a:lnTo>
                  <a:lnTo>
                    <a:pt x="196374" y="104099"/>
                  </a:lnTo>
                  <a:lnTo>
                    <a:pt x="191584" y="108713"/>
                  </a:lnTo>
                  <a:lnTo>
                    <a:pt x="190868" y="109564"/>
                  </a:lnTo>
                  <a:lnTo>
                    <a:pt x="187739" y="113277"/>
                  </a:lnTo>
                  <a:lnTo>
                    <a:pt x="185562" y="117889"/>
                  </a:lnTo>
                  <a:lnTo>
                    <a:pt x="182123" y="121143"/>
                  </a:lnTo>
                  <a:lnTo>
                    <a:pt x="177138" y="124601"/>
                  </a:lnTo>
                  <a:lnTo>
                    <a:pt x="176605" y="120507"/>
                  </a:lnTo>
                  <a:lnTo>
                    <a:pt x="183044" y="114007"/>
                  </a:lnTo>
                  <a:lnTo>
                    <a:pt x="186541" y="108357"/>
                  </a:lnTo>
                  <a:lnTo>
                    <a:pt x="187746" y="106405"/>
                  </a:lnTo>
                  <a:lnTo>
                    <a:pt x="186616" y="102720"/>
                  </a:lnTo>
                  <a:lnTo>
                    <a:pt x="185040" y="102240"/>
                  </a:lnTo>
                  <a:lnTo>
                    <a:pt x="181252" y="101084"/>
                  </a:lnTo>
                  <a:lnTo>
                    <a:pt x="180134" y="105297"/>
                  </a:lnTo>
                  <a:lnTo>
                    <a:pt x="179611" y="107261"/>
                  </a:lnTo>
                  <a:lnTo>
                    <a:pt x="177604" y="107603"/>
                  </a:lnTo>
                  <a:lnTo>
                    <a:pt x="174482" y="109759"/>
                  </a:lnTo>
                  <a:lnTo>
                    <a:pt x="173674" y="113555"/>
                  </a:lnTo>
                  <a:lnTo>
                    <a:pt x="172160" y="116966"/>
                  </a:lnTo>
                  <a:lnTo>
                    <a:pt x="169247" y="119109"/>
                  </a:lnTo>
                  <a:lnTo>
                    <a:pt x="165927" y="119396"/>
                  </a:lnTo>
                  <a:lnTo>
                    <a:pt x="164172" y="121174"/>
                  </a:lnTo>
                  <a:lnTo>
                    <a:pt x="160069" y="112807"/>
                  </a:lnTo>
                  <a:lnTo>
                    <a:pt x="159606" y="111205"/>
                  </a:lnTo>
                  <a:lnTo>
                    <a:pt x="158655" y="107912"/>
                  </a:lnTo>
                  <a:lnTo>
                    <a:pt x="154445" y="108083"/>
                  </a:lnTo>
                  <a:lnTo>
                    <a:pt x="153220" y="107109"/>
                  </a:lnTo>
                  <a:lnTo>
                    <a:pt x="148233" y="103137"/>
                  </a:lnTo>
                  <a:lnTo>
                    <a:pt x="144141" y="102318"/>
                  </a:lnTo>
                  <a:lnTo>
                    <a:pt x="143265" y="102143"/>
                  </a:lnTo>
                  <a:lnTo>
                    <a:pt x="141208" y="98257"/>
                  </a:lnTo>
                  <a:lnTo>
                    <a:pt x="139429" y="93137"/>
                  </a:lnTo>
                  <a:lnTo>
                    <a:pt x="136895" y="94104"/>
                  </a:lnTo>
                  <a:lnTo>
                    <a:pt x="135185" y="89189"/>
                  </a:lnTo>
                  <a:lnTo>
                    <a:pt x="134223" y="86445"/>
                  </a:lnTo>
                  <a:lnTo>
                    <a:pt x="133237" y="83637"/>
                  </a:lnTo>
                  <a:lnTo>
                    <a:pt x="126335" y="86486"/>
                  </a:lnTo>
                  <a:lnTo>
                    <a:pt x="122716" y="87975"/>
                  </a:lnTo>
                  <a:lnTo>
                    <a:pt x="120845" y="88747"/>
                  </a:lnTo>
                  <a:lnTo>
                    <a:pt x="119923" y="89127"/>
                  </a:lnTo>
                  <a:lnTo>
                    <a:pt x="108533" y="93803"/>
                  </a:lnTo>
                  <a:lnTo>
                    <a:pt x="108001" y="92542"/>
                  </a:lnTo>
                  <a:lnTo>
                    <a:pt x="105259" y="93473"/>
                  </a:lnTo>
                  <a:lnTo>
                    <a:pt x="96712" y="96364"/>
                  </a:lnTo>
                  <a:lnTo>
                    <a:pt x="87740" y="99414"/>
                  </a:lnTo>
                  <a:lnTo>
                    <a:pt x="83529" y="100839"/>
                  </a:lnTo>
                  <a:lnTo>
                    <a:pt x="76764" y="103120"/>
                  </a:lnTo>
                  <a:lnTo>
                    <a:pt x="64009" y="107466"/>
                  </a:lnTo>
                  <a:lnTo>
                    <a:pt x="59305" y="109470"/>
                  </a:lnTo>
                  <a:lnTo>
                    <a:pt x="51467" y="111725"/>
                  </a:lnTo>
                  <a:lnTo>
                    <a:pt x="50516" y="115185"/>
                  </a:lnTo>
                  <a:lnTo>
                    <a:pt x="50057" y="115428"/>
                  </a:lnTo>
                  <a:lnTo>
                    <a:pt x="48034" y="116498"/>
                  </a:lnTo>
                  <a:lnTo>
                    <a:pt x="44726" y="114058"/>
                  </a:lnTo>
                  <a:lnTo>
                    <a:pt x="43723" y="114393"/>
                  </a:lnTo>
                  <a:lnTo>
                    <a:pt x="35488" y="117136"/>
                  </a:lnTo>
                  <a:lnTo>
                    <a:pt x="32199" y="118149"/>
                  </a:lnTo>
                  <a:lnTo>
                    <a:pt x="27688" y="119534"/>
                  </a:lnTo>
                  <a:lnTo>
                    <a:pt x="21343" y="121474"/>
                  </a:lnTo>
                  <a:lnTo>
                    <a:pt x="5730" y="126417"/>
                  </a:lnTo>
                  <a:lnTo>
                    <a:pt x="5474" y="1261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72406" y="3463861"/>
              <a:ext cx="6050" cy="7895"/>
            </a:xfrm>
            <a:custGeom>
              <a:avLst/>
              <a:pathLst>
                <a:path w="6050" h="7895">
                  <a:moveTo>
                    <a:pt x="0" y="1707"/>
                  </a:moveTo>
                  <a:lnTo>
                    <a:pt x="2275" y="0"/>
                  </a:lnTo>
                  <a:lnTo>
                    <a:pt x="4792" y="2156"/>
                  </a:lnTo>
                  <a:lnTo>
                    <a:pt x="6050" y="7895"/>
                  </a:lnTo>
                  <a:lnTo>
                    <a:pt x="1650" y="78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12806" y="3317075"/>
              <a:ext cx="314881" cy="154668"/>
            </a:xfrm>
            <a:custGeom>
              <a:avLst/>
              <a:pathLst>
                <a:path w="314881" h="154668">
                  <a:moveTo>
                    <a:pt x="7177" y="98680"/>
                  </a:moveTo>
                  <a:lnTo>
                    <a:pt x="3495" y="82679"/>
                  </a:lnTo>
                  <a:lnTo>
                    <a:pt x="0" y="66448"/>
                  </a:lnTo>
                  <a:lnTo>
                    <a:pt x="5422" y="65023"/>
                  </a:lnTo>
                  <a:lnTo>
                    <a:pt x="27742" y="59094"/>
                  </a:lnTo>
                  <a:lnTo>
                    <a:pt x="35282" y="57106"/>
                  </a:lnTo>
                  <a:lnTo>
                    <a:pt x="43009" y="55057"/>
                  </a:lnTo>
                  <a:lnTo>
                    <a:pt x="48457" y="53605"/>
                  </a:lnTo>
                  <a:lnTo>
                    <a:pt x="70514" y="47719"/>
                  </a:lnTo>
                  <a:lnTo>
                    <a:pt x="72947" y="47063"/>
                  </a:lnTo>
                  <a:lnTo>
                    <a:pt x="88586" y="42811"/>
                  </a:lnTo>
                  <a:lnTo>
                    <a:pt x="90068" y="42405"/>
                  </a:lnTo>
                  <a:lnTo>
                    <a:pt x="109779" y="37025"/>
                  </a:lnTo>
                  <a:lnTo>
                    <a:pt x="128980" y="31745"/>
                  </a:lnTo>
                  <a:lnTo>
                    <a:pt x="129620" y="31563"/>
                  </a:lnTo>
                  <a:lnTo>
                    <a:pt x="143635" y="27570"/>
                  </a:lnTo>
                  <a:lnTo>
                    <a:pt x="145100" y="27151"/>
                  </a:lnTo>
                  <a:lnTo>
                    <a:pt x="159009" y="23156"/>
                  </a:lnTo>
                  <a:lnTo>
                    <a:pt x="159537" y="23004"/>
                  </a:lnTo>
                  <a:lnTo>
                    <a:pt x="172529" y="19130"/>
                  </a:lnTo>
                  <a:lnTo>
                    <a:pt x="177070" y="17767"/>
                  </a:lnTo>
                  <a:lnTo>
                    <a:pt x="178224" y="17427"/>
                  </a:lnTo>
                  <a:lnTo>
                    <a:pt x="186395" y="15014"/>
                  </a:lnTo>
                  <a:lnTo>
                    <a:pt x="195978" y="12165"/>
                  </a:lnTo>
                  <a:lnTo>
                    <a:pt x="207387" y="8743"/>
                  </a:lnTo>
                  <a:lnTo>
                    <a:pt x="207795" y="8620"/>
                  </a:lnTo>
                  <a:lnTo>
                    <a:pt x="213999" y="6742"/>
                  </a:lnTo>
                  <a:lnTo>
                    <a:pt x="236045" y="0"/>
                  </a:lnTo>
                  <a:lnTo>
                    <a:pt x="245706" y="28703"/>
                  </a:lnTo>
                  <a:lnTo>
                    <a:pt x="248052" y="35397"/>
                  </a:lnTo>
                  <a:lnTo>
                    <a:pt x="249508" y="39552"/>
                  </a:lnTo>
                  <a:lnTo>
                    <a:pt x="252515" y="48141"/>
                  </a:lnTo>
                  <a:lnTo>
                    <a:pt x="261602" y="74128"/>
                  </a:lnTo>
                  <a:lnTo>
                    <a:pt x="267233" y="90260"/>
                  </a:lnTo>
                  <a:lnTo>
                    <a:pt x="269378" y="96449"/>
                  </a:lnTo>
                  <a:lnTo>
                    <a:pt x="269897" y="97945"/>
                  </a:lnTo>
                  <a:lnTo>
                    <a:pt x="272289" y="104796"/>
                  </a:lnTo>
                  <a:lnTo>
                    <a:pt x="286309" y="101077"/>
                  </a:lnTo>
                  <a:lnTo>
                    <a:pt x="295256" y="98420"/>
                  </a:lnTo>
                  <a:lnTo>
                    <a:pt x="305353" y="95402"/>
                  </a:lnTo>
                  <a:lnTo>
                    <a:pt x="314156" y="92615"/>
                  </a:lnTo>
                  <a:lnTo>
                    <a:pt x="314881" y="104077"/>
                  </a:lnTo>
                  <a:lnTo>
                    <a:pt x="314063" y="105507"/>
                  </a:lnTo>
                  <a:lnTo>
                    <a:pt x="313661" y="114011"/>
                  </a:lnTo>
                  <a:lnTo>
                    <a:pt x="313632" y="122341"/>
                  </a:lnTo>
                  <a:lnTo>
                    <a:pt x="313387" y="125545"/>
                  </a:lnTo>
                  <a:lnTo>
                    <a:pt x="311894" y="132337"/>
                  </a:lnTo>
                  <a:lnTo>
                    <a:pt x="287827" y="142802"/>
                  </a:lnTo>
                  <a:lnTo>
                    <a:pt x="285896" y="147377"/>
                  </a:lnTo>
                  <a:lnTo>
                    <a:pt x="281962" y="146695"/>
                  </a:lnTo>
                  <a:lnTo>
                    <a:pt x="277945" y="147800"/>
                  </a:lnTo>
                  <a:lnTo>
                    <a:pt x="274200" y="153913"/>
                  </a:lnTo>
                  <a:lnTo>
                    <a:pt x="272148" y="154668"/>
                  </a:lnTo>
                  <a:lnTo>
                    <a:pt x="270392" y="149914"/>
                  </a:lnTo>
                  <a:lnTo>
                    <a:pt x="271591" y="143661"/>
                  </a:lnTo>
                  <a:lnTo>
                    <a:pt x="271001" y="141881"/>
                  </a:lnTo>
                  <a:lnTo>
                    <a:pt x="269723" y="138525"/>
                  </a:lnTo>
                  <a:lnTo>
                    <a:pt x="264409" y="138003"/>
                  </a:lnTo>
                  <a:lnTo>
                    <a:pt x="262595" y="132790"/>
                  </a:lnTo>
                  <a:lnTo>
                    <a:pt x="267360" y="130083"/>
                  </a:lnTo>
                  <a:lnTo>
                    <a:pt x="266180" y="128712"/>
                  </a:lnTo>
                  <a:lnTo>
                    <a:pt x="264822" y="127133"/>
                  </a:lnTo>
                  <a:lnTo>
                    <a:pt x="262418" y="127415"/>
                  </a:lnTo>
                  <a:lnTo>
                    <a:pt x="261003" y="127580"/>
                  </a:lnTo>
                  <a:lnTo>
                    <a:pt x="254731" y="128941"/>
                  </a:lnTo>
                  <a:lnTo>
                    <a:pt x="256758" y="134517"/>
                  </a:lnTo>
                  <a:lnTo>
                    <a:pt x="259584" y="139641"/>
                  </a:lnTo>
                  <a:lnTo>
                    <a:pt x="261025" y="143334"/>
                  </a:lnTo>
                  <a:lnTo>
                    <a:pt x="258015" y="143364"/>
                  </a:lnTo>
                  <a:lnTo>
                    <a:pt x="254070" y="141031"/>
                  </a:lnTo>
                  <a:lnTo>
                    <a:pt x="252950" y="135182"/>
                  </a:lnTo>
                  <a:lnTo>
                    <a:pt x="248981" y="132751"/>
                  </a:lnTo>
                  <a:lnTo>
                    <a:pt x="241938" y="128127"/>
                  </a:lnTo>
                  <a:lnTo>
                    <a:pt x="238891" y="127280"/>
                  </a:lnTo>
                  <a:lnTo>
                    <a:pt x="238522" y="123962"/>
                  </a:lnTo>
                  <a:lnTo>
                    <a:pt x="235593" y="121096"/>
                  </a:lnTo>
                  <a:lnTo>
                    <a:pt x="229911" y="114632"/>
                  </a:lnTo>
                  <a:lnTo>
                    <a:pt x="232579" y="109296"/>
                  </a:lnTo>
                  <a:lnTo>
                    <a:pt x="231131" y="107227"/>
                  </a:lnTo>
                  <a:lnTo>
                    <a:pt x="230871" y="103609"/>
                  </a:lnTo>
                  <a:lnTo>
                    <a:pt x="233899" y="102295"/>
                  </a:lnTo>
                  <a:lnTo>
                    <a:pt x="235795" y="102027"/>
                  </a:lnTo>
                  <a:lnTo>
                    <a:pt x="238242" y="101344"/>
                  </a:lnTo>
                  <a:lnTo>
                    <a:pt x="237222" y="98843"/>
                  </a:lnTo>
                  <a:lnTo>
                    <a:pt x="236143" y="96199"/>
                  </a:lnTo>
                  <a:lnTo>
                    <a:pt x="234573" y="96894"/>
                  </a:lnTo>
                  <a:lnTo>
                    <a:pt x="231112" y="94076"/>
                  </a:lnTo>
                  <a:lnTo>
                    <a:pt x="228770" y="94787"/>
                  </a:lnTo>
                  <a:lnTo>
                    <a:pt x="226481" y="98528"/>
                  </a:lnTo>
                  <a:lnTo>
                    <a:pt x="224666" y="98433"/>
                  </a:lnTo>
                  <a:lnTo>
                    <a:pt x="224126" y="94556"/>
                  </a:lnTo>
                  <a:lnTo>
                    <a:pt x="220290" y="93255"/>
                  </a:lnTo>
                  <a:lnTo>
                    <a:pt x="220250" y="90401"/>
                  </a:lnTo>
                  <a:lnTo>
                    <a:pt x="224549" y="88341"/>
                  </a:lnTo>
                  <a:lnTo>
                    <a:pt x="225755" y="82952"/>
                  </a:lnTo>
                  <a:lnTo>
                    <a:pt x="230043" y="85279"/>
                  </a:lnTo>
                  <a:lnTo>
                    <a:pt x="231461" y="83271"/>
                  </a:lnTo>
                  <a:lnTo>
                    <a:pt x="230479" y="81176"/>
                  </a:lnTo>
                  <a:lnTo>
                    <a:pt x="229086" y="78205"/>
                  </a:lnTo>
                  <a:lnTo>
                    <a:pt x="228344" y="75160"/>
                  </a:lnTo>
                  <a:lnTo>
                    <a:pt x="225305" y="76081"/>
                  </a:lnTo>
                  <a:lnTo>
                    <a:pt x="221379" y="78805"/>
                  </a:lnTo>
                  <a:lnTo>
                    <a:pt x="221531" y="83436"/>
                  </a:lnTo>
                  <a:lnTo>
                    <a:pt x="219037" y="85073"/>
                  </a:lnTo>
                  <a:lnTo>
                    <a:pt x="217910" y="77286"/>
                  </a:lnTo>
                  <a:lnTo>
                    <a:pt x="218885" y="70842"/>
                  </a:lnTo>
                  <a:lnTo>
                    <a:pt x="219424" y="67634"/>
                  </a:lnTo>
                  <a:lnTo>
                    <a:pt x="222051" y="67866"/>
                  </a:lnTo>
                  <a:lnTo>
                    <a:pt x="224425" y="68075"/>
                  </a:lnTo>
                  <a:lnTo>
                    <a:pt x="222611" y="61942"/>
                  </a:lnTo>
                  <a:lnTo>
                    <a:pt x="221114" y="59807"/>
                  </a:lnTo>
                  <a:lnTo>
                    <a:pt x="218443" y="58207"/>
                  </a:lnTo>
                  <a:lnTo>
                    <a:pt x="219129" y="51809"/>
                  </a:lnTo>
                  <a:lnTo>
                    <a:pt x="219849" y="46420"/>
                  </a:lnTo>
                  <a:lnTo>
                    <a:pt x="221318" y="43331"/>
                  </a:lnTo>
                  <a:lnTo>
                    <a:pt x="221595" y="39837"/>
                  </a:lnTo>
                  <a:lnTo>
                    <a:pt x="223880" y="35816"/>
                  </a:lnTo>
                  <a:lnTo>
                    <a:pt x="226648" y="33560"/>
                  </a:lnTo>
                  <a:lnTo>
                    <a:pt x="227806" y="32615"/>
                  </a:lnTo>
                  <a:lnTo>
                    <a:pt x="229501" y="30240"/>
                  </a:lnTo>
                  <a:lnTo>
                    <a:pt x="228238" y="27082"/>
                  </a:lnTo>
                  <a:lnTo>
                    <a:pt x="226632" y="27612"/>
                  </a:lnTo>
                  <a:lnTo>
                    <a:pt x="225156" y="28098"/>
                  </a:lnTo>
                  <a:lnTo>
                    <a:pt x="220808" y="33711"/>
                  </a:lnTo>
                  <a:lnTo>
                    <a:pt x="217072" y="39649"/>
                  </a:lnTo>
                  <a:lnTo>
                    <a:pt x="213646" y="45406"/>
                  </a:lnTo>
                  <a:lnTo>
                    <a:pt x="212461" y="48346"/>
                  </a:lnTo>
                  <a:lnTo>
                    <a:pt x="211449" y="50854"/>
                  </a:lnTo>
                  <a:lnTo>
                    <a:pt x="209547" y="52604"/>
                  </a:lnTo>
                  <a:lnTo>
                    <a:pt x="208929" y="53172"/>
                  </a:lnTo>
                  <a:lnTo>
                    <a:pt x="207624" y="55940"/>
                  </a:lnTo>
                  <a:lnTo>
                    <a:pt x="205167" y="56650"/>
                  </a:lnTo>
                  <a:lnTo>
                    <a:pt x="202952" y="57407"/>
                  </a:lnTo>
                  <a:lnTo>
                    <a:pt x="202719" y="57981"/>
                  </a:lnTo>
                  <a:lnTo>
                    <a:pt x="201816" y="60205"/>
                  </a:lnTo>
                  <a:lnTo>
                    <a:pt x="209127" y="62269"/>
                  </a:lnTo>
                  <a:lnTo>
                    <a:pt x="210733" y="66393"/>
                  </a:lnTo>
                  <a:lnTo>
                    <a:pt x="211742" y="69698"/>
                  </a:lnTo>
                  <a:lnTo>
                    <a:pt x="214150" y="71799"/>
                  </a:lnTo>
                  <a:lnTo>
                    <a:pt x="211276" y="75260"/>
                  </a:lnTo>
                  <a:lnTo>
                    <a:pt x="210449" y="77912"/>
                  </a:lnTo>
                  <a:lnTo>
                    <a:pt x="212159" y="78815"/>
                  </a:lnTo>
                  <a:lnTo>
                    <a:pt x="211703" y="82016"/>
                  </a:lnTo>
                  <a:lnTo>
                    <a:pt x="211520" y="82520"/>
                  </a:lnTo>
                  <a:lnTo>
                    <a:pt x="210856" y="84353"/>
                  </a:lnTo>
                  <a:lnTo>
                    <a:pt x="209938" y="87703"/>
                  </a:lnTo>
                  <a:lnTo>
                    <a:pt x="211972" y="88241"/>
                  </a:lnTo>
                  <a:lnTo>
                    <a:pt x="210768" y="93326"/>
                  </a:lnTo>
                  <a:lnTo>
                    <a:pt x="209420" y="96528"/>
                  </a:lnTo>
                  <a:lnTo>
                    <a:pt x="212230" y="98620"/>
                  </a:lnTo>
                  <a:lnTo>
                    <a:pt x="212470" y="99617"/>
                  </a:lnTo>
                  <a:lnTo>
                    <a:pt x="213476" y="103790"/>
                  </a:lnTo>
                  <a:lnTo>
                    <a:pt x="215725" y="107530"/>
                  </a:lnTo>
                  <a:lnTo>
                    <a:pt x="217081" y="114136"/>
                  </a:lnTo>
                  <a:lnTo>
                    <a:pt x="219984" y="118429"/>
                  </a:lnTo>
                  <a:lnTo>
                    <a:pt x="223624" y="121052"/>
                  </a:lnTo>
                  <a:lnTo>
                    <a:pt x="228581" y="124429"/>
                  </a:lnTo>
                  <a:lnTo>
                    <a:pt x="229645" y="126695"/>
                  </a:lnTo>
                  <a:lnTo>
                    <a:pt x="229739" y="130454"/>
                  </a:lnTo>
                  <a:lnTo>
                    <a:pt x="229759" y="131223"/>
                  </a:lnTo>
                  <a:lnTo>
                    <a:pt x="231953" y="131951"/>
                  </a:lnTo>
                  <a:lnTo>
                    <a:pt x="232073" y="137101"/>
                  </a:lnTo>
                  <a:lnTo>
                    <a:pt x="236038" y="141555"/>
                  </a:lnTo>
                  <a:lnTo>
                    <a:pt x="239129" y="144279"/>
                  </a:lnTo>
                  <a:lnTo>
                    <a:pt x="239332" y="147788"/>
                  </a:lnTo>
                  <a:lnTo>
                    <a:pt x="241344" y="152939"/>
                  </a:lnTo>
                  <a:lnTo>
                    <a:pt x="237111" y="150254"/>
                  </a:lnTo>
                  <a:lnTo>
                    <a:pt x="232372" y="148014"/>
                  </a:lnTo>
                  <a:lnTo>
                    <a:pt x="229150" y="149285"/>
                  </a:lnTo>
                  <a:lnTo>
                    <a:pt x="224430" y="147280"/>
                  </a:lnTo>
                  <a:lnTo>
                    <a:pt x="219757" y="143056"/>
                  </a:lnTo>
                  <a:lnTo>
                    <a:pt x="213898" y="142926"/>
                  </a:lnTo>
                  <a:lnTo>
                    <a:pt x="209537" y="144123"/>
                  </a:lnTo>
                  <a:lnTo>
                    <a:pt x="204854" y="143928"/>
                  </a:lnTo>
                  <a:lnTo>
                    <a:pt x="203343" y="143816"/>
                  </a:lnTo>
                  <a:lnTo>
                    <a:pt x="200673" y="143618"/>
                  </a:lnTo>
                  <a:lnTo>
                    <a:pt x="195944" y="141116"/>
                  </a:lnTo>
                  <a:lnTo>
                    <a:pt x="191660" y="139068"/>
                  </a:lnTo>
                  <a:lnTo>
                    <a:pt x="188281" y="133231"/>
                  </a:lnTo>
                  <a:lnTo>
                    <a:pt x="186792" y="131505"/>
                  </a:lnTo>
                  <a:lnTo>
                    <a:pt x="183410" y="134380"/>
                  </a:lnTo>
                  <a:lnTo>
                    <a:pt x="180608" y="136465"/>
                  </a:lnTo>
                  <a:lnTo>
                    <a:pt x="175549" y="140644"/>
                  </a:lnTo>
                  <a:lnTo>
                    <a:pt x="171144" y="136870"/>
                  </a:lnTo>
                  <a:lnTo>
                    <a:pt x="169736" y="127926"/>
                  </a:lnTo>
                  <a:lnTo>
                    <a:pt x="172431" y="121471"/>
                  </a:lnTo>
                  <a:lnTo>
                    <a:pt x="175678" y="119296"/>
                  </a:lnTo>
                  <a:lnTo>
                    <a:pt x="175143" y="117565"/>
                  </a:lnTo>
                  <a:lnTo>
                    <a:pt x="174125" y="114318"/>
                  </a:lnTo>
                  <a:lnTo>
                    <a:pt x="176450" y="110780"/>
                  </a:lnTo>
                  <a:lnTo>
                    <a:pt x="176762" y="110304"/>
                  </a:lnTo>
                  <a:lnTo>
                    <a:pt x="178459" y="109780"/>
                  </a:lnTo>
                  <a:lnTo>
                    <a:pt x="178620" y="107179"/>
                  </a:lnTo>
                  <a:lnTo>
                    <a:pt x="178443" y="106429"/>
                  </a:lnTo>
                  <a:lnTo>
                    <a:pt x="177665" y="103125"/>
                  </a:lnTo>
                  <a:lnTo>
                    <a:pt x="177538" y="102586"/>
                  </a:lnTo>
                  <a:lnTo>
                    <a:pt x="180348" y="97562"/>
                  </a:lnTo>
                  <a:lnTo>
                    <a:pt x="183635" y="91585"/>
                  </a:lnTo>
                  <a:lnTo>
                    <a:pt x="175969" y="87165"/>
                  </a:lnTo>
                  <a:lnTo>
                    <a:pt x="172806" y="85337"/>
                  </a:lnTo>
                  <a:lnTo>
                    <a:pt x="169097" y="91987"/>
                  </a:lnTo>
                  <a:lnTo>
                    <a:pt x="166693" y="89955"/>
                  </a:lnTo>
                  <a:lnTo>
                    <a:pt x="164482" y="90386"/>
                  </a:lnTo>
                  <a:lnTo>
                    <a:pt x="162997" y="90675"/>
                  </a:lnTo>
                  <a:lnTo>
                    <a:pt x="159536" y="90022"/>
                  </a:lnTo>
                  <a:lnTo>
                    <a:pt x="158708" y="86519"/>
                  </a:lnTo>
                  <a:lnTo>
                    <a:pt x="154122" y="85536"/>
                  </a:lnTo>
                  <a:lnTo>
                    <a:pt x="152786" y="85557"/>
                  </a:lnTo>
                  <a:lnTo>
                    <a:pt x="151890" y="85571"/>
                  </a:lnTo>
                  <a:lnTo>
                    <a:pt x="150735" y="85588"/>
                  </a:lnTo>
                  <a:lnTo>
                    <a:pt x="143770" y="86262"/>
                  </a:lnTo>
                  <a:lnTo>
                    <a:pt x="141911" y="84107"/>
                  </a:lnTo>
                  <a:lnTo>
                    <a:pt x="139076" y="83515"/>
                  </a:lnTo>
                  <a:lnTo>
                    <a:pt x="138103" y="80133"/>
                  </a:lnTo>
                  <a:lnTo>
                    <a:pt x="139831" y="77404"/>
                  </a:lnTo>
                  <a:lnTo>
                    <a:pt x="140763" y="74116"/>
                  </a:lnTo>
                  <a:lnTo>
                    <a:pt x="137691" y="72050"/>
                  </a:lnTo>
                  <a:lnTo>
                    <a:pt x="133423" y="70681"/>
                  </a:lnTo>
                  <a:lnTo>
                    <a:pt x="130658" y="69392"/>
                  </a:lnTo>
                  <a:lnTo>
                    <a:pt x="125307" y="69523"/>
                  </a:lnTo>
                  <a:lnTo>
                    <a:pt x="124541" y="69652"/>
                  </a:lnTo>
                  <a:lnTo>
                    <a:pt x="121772" y="70119"/>
                  </a:lnTo>
                  <a:lnTo>
                    <a:pt x="119367" y="67885"/>
                  </a:lnTo>
                  <a:lnTo>
                    <a:pt x="118680" y="63664"/>
                  </a:lnTo>
                  <a:lnTo>
                    <a:pt x="113306" y="58423"/>
                  </a:lnTo>
                  <a:lnTo>
                    <a:pt x="111936" y="56527"/>
                  </a:lnTo>
                  <a:lnTo>
                    <a:pt x="110559" y="54619"/>
                  </a:lnTo>
                  <a:lnTo>
                    <a:pt x="108819" y="49516"/>
                  </a:lnTo>
                  <a:lnTo>
                    <a:pt x="102197" y="49501"/>
                  </a:lnTo>
                  <a:lnTo>
                    <a:pt x="97149" y="51470"/>
                  </a:lnTo>
                  <a:lnTo>
                    <a:pt x="95385" y="50199"/>
                  </a:lnTo>
                  <a:lnTo>
                    <a:pt x="90776" y="46874"/>
                  </a:lnTo>
                  <a:lnTo>
                    <a:pt x="81872" y="50430"/>
                  </a:lnTo>
                  <a:lnTo>
                    <a:pt x="76822" y="54338"/>
                  </a:lnTo>
                  <a:lnTo>
                    <a:pt x="75605" y="54893"/>
                  </a:lnTo>
                  <a:lnTo>
                    <a:pt x="72514" y="56302"/>
                  </a:lnTo>
                  <a:lnTo>
                    <a:pt x="70220" y="62254"/>
                  </a:lnTo>
                  <a:lnTo>
                    <a:pt x="69556" y="65842"/>
                  </a:lnTo>
                  <a:lnTo>
                    <a:pt x="69080" y="65948"/>
                  </a:lnTo>
                  <a:lnTo>
                    <a:pt x="61108" y="67730"/>
                  </a:lnTo>
                  <a:lnTo>
                    <a:pt x="56656" y="67633"/>
                  </a:lnTo>
                  <a:lnTo>
                    <a:pt x="53057" y="67551"/>
                  </a:lnTo>
                  <a:lnTo>
                    <a:pt x="49860" y="63519"/>
                  </a:lnTo>
                  <a:lnTo>
                    <a:pt x="47188" y="61628"/>
                  </a:lnTo>
                  <a:lnTo>
                    <a:pt x="43815" y="70168"/>
                  </a:lnTo>
                  <a:lnTo>
                    <a:pt x="39461" y="78061"/>
                  </a:lnTo>
                  <a:lnTo>
                    <a:pt x="39369" y="81651"/>
                  </a:lnTo>
                  <a:lnTo>
                    <a:pt x="33582" y="80172"/>
                  </a:lnTo>
                  <a:lnTo>
                    <a:pt x="31536" y="80756"/>
                  </a:lnTo>
                  <a:lnTo>
                    <a:pt x="30001" y="81193"/>
                  </a:lnTo>
                  <a:lnTo>
                    <a:pt x="26618" y="88549"/>
                  </a:lnTo>
                  <a:lnTo>
                    <a:pt x="21942" y="96517"/>
                  </a:lnTo>
                  <a:lnTo>
                    <a:pt x="20899" y="98289"/>
                  </a:lnTo>
                  <a:lnTo>
                    <a:pt x="17003" y="102152"/>
                  </a:lnTo>
                  <a:lnTo>
                    <a:pt x="13430" y="107578"/>
                  </a:lnTo>
                  <a:lnTo>
                    <a:pt x="9822" y="1105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76949" y="2519469"/>
              <a:ext cx="5434" cy="8636"/>
            </a:xfrm>
            <a:custGeom>
              <a:avLst/>
              <a:pathLst>
                <a:path w="5434" h="8636">
                  <a:moveTo>
                    <a:pt x="0" y="2755"/>
                  </a:moveTo>
                  <a:lnTo>
                    <a:pt x="2177" y="0"/>
                  </a:lnTo>
                  <a:lnTo>
                    <a:pt x="5434" y="3907"/>
                  </a:lnTo>
                  <a:lnTo>
                    <a:pt x="4681" y="8636"/>
                  </a:lnTo>
                  <a:lnTo>
                    <a:pt x="462" y="73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509514" y="2222153"/>
              <a:ext cx="246894" cy="409477"/>
            </a:xfrm>
            <a:custGeom>
              <a:avLst/>
              <a:pathLst>
                <a:path w="246894" h="409477">
                  <a:moveTo>
                    <a:pt x="0" y="231704"/>
                  </a:moveTo>
                  <a:lnTo>
                    <a:pt x="2374" y="230178"/>
                  </a:lnTo>
                  <a:lnTo>
                    <a:pt x="2791" y="226907"/>
                  </a:lnTo>
                  <a:lnTo>
                    <a:pt x="6767" y="226626"/>
                  </a:lnTo>
                  <a:lnTo>
                    <a:pt x="9960" y="228741"/>
                  </a:lnTo>
                  <a:lnTo>
                    <a:pt x="12815" y="233041"/>
                  </a:lnTo>
                  <a:lnTo>
                    <a:pt x="15685" y="232371"/>
                  </a:lnTo>
                  <a:lnTo>
                    <a:pt x="15112" y="229058"/>
                  </a:lnTo>
                  <a:lnTo>
                    <a:pt x="14879" y="227712"/>
                  </a:lnTo>
                  <a:lnTo>
                    <a:pt x="15303" y="225209"/>
                  </a:lnTo>
                  <a:lnTo>
                    <a:pt x="13763" y="222977"/>
                  </a:lnTo>
                  <a:lnTo>
                    <a:pt x="13412" y="219782"/>
                  </a:lnTo>
                  <a:lnTo>
                    <a:pt x="11585" y="218240"/>
                  </a:lnTo>
                  <a:lnTo>
                    <a:pt x="13099" y="214724"/>
                  </a:lnTo>
                  <a:lnTo>
                    <a:pt x="14640" y="214390"/>
                  </a:lnTo>
                  <a:lnTo>
                    <a:pt x="16982" y="216230"/>
                  </a:lnTo>
                  <a:lnTo>
                    <a:pt x="20054" y="215505"/>
                  </a:lnTo>
                  <a:lnTo>
                    <a:pt x="22822" y="215444"/>
                  </a:lnTo>
                  <a:lnTo>
                    <a:pt x="21389" y="211807"/>
                  </a:lnTo>
                  <a:lnTo>
                    <a:pt x="18410" y="210638"/>
                  </a:lnTo>
                  <a:lnTo>
                    <a:pt x="13877" y="206902"/>
                  </a:lnTo>
                  <a:lnTo>
                    <a:pt x="14166" y="201703"/>
                  </a:lnTo>
                  <a:lnTo>
                    <a:pt x="15254" y="198033"/>
                  </a:lnTo>
                  <a:lnTo>
                    <a:pt x="17490" y="194079"/>
                  </a:lnTo>
                  <a:lnTo>
                    <a:pt x="18462" y="190155"/>
                  </a:lnTo>
                  <a:lnTo>
                    <a:pt x="23219" y="184839"/>
                  </a:lnTo>
                  <a:lnTo>
                    <a:pt x="25768" y="180899"/>
                  </a:lnTo>
                  <a:lnTo>
                    <a:pt x="22353" y="177372"/>
                  </a:lnTo>
                  <a:lnTo>
                    <a:pt x="22703" y="175109"/>
                  </a:lnTo>
                  <a:lnTo>
                    <a:pt x="24976" y="169897"/>
                  </a:lnTo>
                  <a:lnTo>
                    <a:pt x="27714" y="165290"/>
                  </a:lnTo>
                  <a:lnTo>
                    <a:pt x="26724" y="161645"/>
                  </a:lnTo>
                  <a:lnTo>
                    <a:pt x="25067" y="159494"/>
                  </a:lnTo>
                  <a:lnTo>
                    <a:pt x="22460" y="160610"/>
                  </a:lnTo>
                  <a:lnTo>
                    <a:pt x="21825" y="157329"/>
                  </a:lnTo>
                  <a:lnTo>
                    <a:pt x="20376" y="155991"/>
                  </a:lnTo>
                  <a:lnTo>
                    <a:pt x="19628" y="152264"/>
                  </a:lnTo>
                  <a:lnTo>
                    <a:pt x="20591" y="148106"/>
                  </a:lnTo>
                  <a:lnTo>
                    <a:pt x="20731" y="144072"/>
                  </a:lnTo>
                  <a:lnTo>
                    <a:pt x="16520" y="141647"/>
                  </a:lnTo>
                  <a:lnTo>
                    <a:pt x="16528" y="135872"/>
                  </a:lnTo>
                  <a:lnTo>
                    <a:pt x="16564" y="132239"/>
                  </a:lnTo>
                  <a:lnTo>
                    <a:pt x="17551" y="130374"/>
                  </a:lnTo>
                  <a:lnTo>
                    <a:pt x="16446" y="127819"/>
                  </a:lnTo>
                  <a:lnTo>
                    <a:pt x="18022" y="124361"/>
                  </a:lnTo>
                  <a:lnTo>
                    <a:pt x="19618" y="121505"/>
                  </a:lnTo>
                  <a:lnTo>
                    <a:pt x="20869" y="118495"/>
                  </a:lnTo>
                  <a:lnTo>
                    <a:pt x="21719" y="116369"/>
                  </a:lnTo>
                  <a:lnTo>
                    <a:pt x="18725" y="103812"/>
                  </a:lnTo>
                  <a:lnTo>
                    <a:pt x="16184" y="93219"/>
                  </a:lnTo>
                  <a:lnTo>
                    <a:pt x="20019" y="74492"/>
                  </a:lnTo>
                  <a:lnTo>
                    <a:pt x="25410" y="48372"/>
                  </a:lnTo>
                  <a:lnTo>
                    <a:pt x="28097" y="35290"/>
                  </a:lnTo>
                  <a:lnTo>
                    <a:pt x="32900" y="13427"/>
                  </a:lnTo>
                  <a:lnTo>
                    <a:pt x="36520" y="12502"/>
                  </a:lnTo>
                  <a:lnTo>
                    <a:pt x="39588" y="12677"/>
                  </a:lnTo>
                  <a:lnTo>
                    <a:pt x="43729" y="12252"/>
                  </a:lnTo>
                  <a:lnTo>
                    <a:pt x="44448" y="16206"/>
                  </a:lnTo>
                  <a:lnTo>
                    <a:pt x="49665" y="26775"/>
                  </a:lnTo>
                  <a:lnTo>
                    <a:pt x="54712" y="27766"/>
                  </a:lnTo>
                  <a:lnTo>
                    <a:pt x="59376" y="29088"/>
                  </a:lnTo>
                  <a:lnTo>
                    <a:pt x="63322" y="23810"/>
                  </a:lnTo>
                  <a:lnTo>
                    <a:pt x="69241" y="18736"/>
                  </a:lnTo>
                  <a:lnTo>
                    <a:pt x="72808" y="16561"/>
                  </a:lnTo>
                  <a:lnTo>
                    <a:pt x="72561" y="13553"/>
                  </a:lnTo>
                  <a:lnTo>
                    <a:pt x="76386" y="10478"/>
                  </a:lnTo>
                  <a:lnTo>
                    <a:pt x="79275" y="10258"/>
                  </a:lnTo>
                  <a:lnTo>
                    <a:pt x="83563" y="7816"/>
                  </a:lnTo>
                  <a:lnTo>
                    <a:pt x="81906" y="5182"/>
                  </a:lnTo>
                  <a:lnTo>
                    <a:pt x="82126" y="2320"/>
                  </a:lnTo>
                  <a:lnTo>
                    <a:pt x="87077" y="363"/>
                  </a:lnTo>
                  <a:lnTo>
                    <a:pt x="91042" y="0"/>
                  </a:lnTo>
                  <a:lnTo>
                    <a:pt x="94632" y="925"/>
                  </a:lnTo>
                  <a:lnTo>
                    <a:pt x="99851" y="2729"/>
                  </a:lnTo>
                  <a:lnTo>
                    <a:pt x="106242" y="5175"/>
                  </a:lnTo>
                  <a:lnTo>
                    <a:pt x="109441" y="5877"/>
                  </a:lnTo>
                  <a:lnTo>
                    <a:pt x="115503" y="10715"/>
                  </a:lnTo>
                  <a:lnTo>
                    <a:pt x="122654" y="12713"/>
                  </a:lnTo>
                  <a:lnTo>
                    <a:pt x="132118" y="34801"/>
                  </a:lnTo>
                  <a:lnTo>
                    <a:pt x="138922" y="50519"/>
                  </a:lnTo>
                  <a:lnTo>
                    <a:pt x="150465" y="76685"/>
                  </a:lnTo>
                  <a:lnTo>
                    <a:pt x="158900" y="96319"/>
                  </a:lnTo>
                  <a:lnTo>
                    <a:pt x="162392" y="104501"/>
                  </a:lnTo>
                  <a:lnTo>
                    <a:pt x="164703" y="105451"/>
                  </a:lnTo>
                  <a:lnTo>
                    <a:pt x="163474" y="110685"/>
                  </a:lnTo>
                  <a:lnTo>
                    <a:pt x="167001" y="112956"/>
                  </a:lnTo>
                  <a:lnTo>
                    <a:pt x="166502" y="117855"/>
                  </a:lnTo>
                  <a:lnTo>
                    <a:pt x="169428" y="121458"/>
                  </a:lnTo>
                  <a:lnTo>
                    <a:pt x="170092" y="126327"/>
                  </a:lnTo>
                  <a:lnTo>
                    <a:pt x="175123" y="123983"/>
                  </a:lnTo>
                  <a:lnTo>
                    <a:pt x="178712" y="127097"/>
                  </a:lnTo>
                  <a:lnTo>
                    <a:pt x="181432" y="126829"/>
                  </a:lnTo>
                  <a:lnTo>
                    <a:pt x="187633" y="126618"/>
                  </a:lnTo>
                  <a:lnTo>
                    <a:pt x="191663" y="123943"/>
                  </a:lnTo>
                  <a:lnTo>
                    <a:pt x="194531" y="125829"/>
                  </a:lnTo>
                  <a:lnTo>
                    <a:pt x="197310" y="131406"/>
                  </a:lnTo>
                  <a:lnTo>
                    <a:pt x="194217" y="133233"/>
                  </a:lnTo>
                  <a:lnTo>
                    <a:pt x="195377" y="137112"/>
                  </a:lnTo>
                  <a:lnTo>
                    <a:pt x="201224" y="142120"/>
                  </a:lnTo>
                  <a:lnTo>
                    <a:pt x="201932" y="148916"/>
                  </a:lnTo>
                  <a:lnTo>
                    <a:pt x="201961" y="152024"/>
                  </a:lnTo>
                  <a:lnTo>
                    <a:pt x="204372" y="153584"/>
                  </a:lnTo>
                  <a:lnTo>
                    <a:pt x="210849" y="159161"/>
                  </a:lnTo>
                  <a:lnTo>
                    <a:pt x="214633" y="160253"/>
                  </a:lnTo>
                  <a:lnTo>
                    <a:pt x="216199" y="157513"/>
                  </a:lnTo>
                  <a:lnTo>
                    <a:pt x="216151" y="153224"/>
                  </a:lnTo>
                  <a:lnTo>
                    <a:pt x="220531" y="153186"/>
                  </a:lnTo>
                  <a:lnTo>
                    <a:pt x="223178" y="152835"/>
                  </a:lnTo>
                  <a:lnTo>
                    <a:pt x="227630" y="155761"/>
                  </a:lnTo>
                  <a:lnTo>
                    <a:pt x="230342" y="158786"/>
                  </a:lnTo>
                  <a:lnTo>
                    <a:pt x="232187" y="161763"/>
                  </a:lnTo>
                  <a:lnTo>
                    <a:pt x="237998" y="167882"/>
                  </a:lnTo>
                  <a:lnTo>
                    <a:pt x="242034" y="169637"/>
                  </a:lnTo>
                  <a:lnTo>
                    <a:pt x="243403" y="174283"/>
                  </a:lnTo>
                  <a:lnTo>
                    <a:pt x="246894" y="175807"/>
                  </a:lnTo>
                  <a:lnTo>
                    <a:pt x="244390" y="181714"/>
                  </a:lnTo>
                  <a:lnTo>
                    <a:pt x="242682" y="185027"/>
                  </a:lnTo>
                  <a:lnTo>
                    <a:pt x="241526" y="189026"/>
                  </a:lnTo>
                  <a:lnTo>
                    <a:pt x="240103" y="193932"/>
                  </a:lnTo>
                  <a:lnTo>
                    <a:pt x="237384" y="197557"/>
                  </a:lnTo>
                  <a:lnTo>
                    <a:pt x="235403" y="202115"/>
                  </a:lnTo>
                  <a:lnTo>
                    <a:pt x="230360" y="201880"/>
                  </a:lnTo>
                  <a:lnTo>
                    <a:pt x="229408" y="204437"/>
                  </a:lnTo>
                  <a:lnTo>
                    <a:pt x="226727" y="205841"/>
                  </a:lnTo>
                  <a:lnTo>
                    <a:pt x="225832" y="210516"/>
                  </a:lnTo>
                  <a:lnTo>
                    <a:pt x="225772" y="215018"/>
                  </a:lnTo>
                  <a:lnTo>
                    <a:pt x="227904" y="217277"/>
                  </a:lnTo>
                  <a:lnTo>
                    <a:pt x="225258" y="223063"/>
                  </a:lnTo>
                  <a:lnTo>
                    <a:pt x="220202" y="219668"/>
                  </a:lnTo>
                  <a:lnTo>
                    <a:pt x="217857" y="216942"/>
                  </a:lnTo>
                  <a:lnTo>
                    <a:pt x="215675" y="220200"/>
                  </a:lnTo>
                  <a:lnTo>
                    <a:pt x="211057" y="222904"/>
                  </a:lnTo>
                  <a:lnTo>
                    <a:pt x="209594" y="226448"/>
                  </a:lnTo>
                  <a:lnTo>
                    <a:pt x="210163" y="230572"/>
                  </a:lnTo>
                  <a:lnTo>
                    <a:pt x="208526" y="233729"/>
                  </a:lnTo>
                  <a:lnTo>
                    <a:pt x="205874" y="233223"/>
                  </a:lnTo>
                  <a:lnTo>
                    <a:pt x="205605" y="233742"/>
                  </a:lnTo>
                  <a:lnTo>
                    <a:pt x="204312" y="236228"/>
                  </a:lnTo>
                  <a:lnTo>
                    <a:pt x="202231" y="236814"/>
                  </a:lnTo>
                  <a:lnTo>
                    <a:pt x="202247" y="242550"/>
                  </a:lnTo>
                  <a:lnTo>
                    <a:pt x="198057" y="241105"/>
                  </a:lnTo>
                  <a:lnTo>
                    <a:pt x="196064" y="239765"/>
                  </a:lnTo>
                  <a:lnTo>
                    <a:pt x="192938" y="242385"/>
                  </a:lnTo>
                  <a:lnTo>
                    <a:pt x="195333" y="245739"/>
                  </a:lnTo>
                  <a:lnTo>
                    <a:pt x="195029" y="247963"/>
                  </a:lnTo>
                  <a:lnTo>
                    <a:pt x="194240" y="252130"/>
                  </a:lnTo>
                  <a:lnTo>
                    <a:pt x="198720" y="254168"/>
                  </a:lnTo>
                  <a:lnTo>
                    <a:pt x="190966" y="256616"/>
                  </a:lnTo>
                  <a:lnTo>
                    <a:pt x="191752" y="259908"/>
                  </a:lnTo>
                  <a:lnTo>
                    <a:pt x="193812" y="267656"/>
                  </a:lnTo>
                  <a:lnTo>
                    <a:pt x="187444" y="269528"/>
                  </a:lnTo>
                  <a:lnTo>
                    <a:pt x="184341" y="272422"/>
                  </a:lnTo>
                  <a:lnTo>
                    <a:pt x="183054" y="273914"/>
                  </a:lnTo>
                  <a:lnTo>
                    <a:pt x="180669" y="276674"/>
                  </a:lnTo>
                  <a:lnTo>
                    <a:pt x="180821" y="282517"/>
                  </a:lnTo>
                  <a:lnTo>
                    <a:pt x="178759" y="283986"/>
                  </a:lnTo>
                  <a:lnTo>
                    <a:pt x="175675" y="278313"/>
                  </a:lnTo>
                  <a:lnTo>
                    <a:pt x="170027" y="282463"/>
                  </a:lnTo>
                  <a:lnTo>
                    <a:pt x="165716" y="287368"/>
                  </a:lnTo>
                  <a:lnTo>
                    <a:pt x="162260" y="283820"/>
                  </a:lnTo>
                  <a:lnTo>
                    <a:pt x="158814" y="280167"/>
                  </a:lnTo>
                  <a:lnTo>
                    <a:pt x="160514" y="276664"/>
                  </a:lnTo>
                  <a:lnTo>
                    <a:pt x="158610" y="275499"/>
                  </a:lnTo>
                  <a:lnTo>
                    <a:pt x="154993" y="273285"/>
                  </a:lnTo>
                  <a:lnTo>
                    <a:pt x="150688" y="273947"/>
                  </a:lnTo>
                  <a:lnTo>
                    <a:pt x="149499" y="274129"/>
                  </a:lnTo>
                  <a:lnTo>
                    <a:pt x="150705" y="279583"/>
                  </a:lnTo>
                  <a:lnTo>
                    <a:pt x="150855" y="283501"/>
                  </a:lnTo>
                  <a:lnTo>
                    <a:pt x="154999" y="286669"/>
                  </a:lnTo>
                  <a:lnTo>
                    <a:pt x="154212" y="290756"/>
                  </a:lnTo>
                  <a:lnTo>
                    <a:pt x="156674" y="292941"/>
                  </a:lnTo>
                  <a:lnTo>
                    <a:pt x="155848" y="296413"/>
                  </a:lnTo>
                  <a:lnTo>
                    <a:pt x="152662" y="297493"/>
                  </a:lnTo>
                  <a:lnTo>
                    <a:pt x="150157" y="298442"/>
                  </a:lnTo>
                  <a:lnTo>
                    <a:pt x="149784" y="303910"/>
                  </a:lnTo>
                  <a:lnTo>
                    <a:pt x="148161" y="304823"/>
                  </a:lnTo>
                  <a:lnTo>
                    <a:pt x="147304" y="308928"/>
                  </a:lnTo>
                  <a:lnTo>
                    <a:pt x="145688" y="311776"/>
                  </a:lnTo>
                  <a:lnTo>
                    <a:pt x="141811" y="307523"/>
                  </a:lnTo>
                  <a:lnTo>
                    <a:pt x="139500" y="305993"/>
                  </a:lnTo>
                  <a:lnTo>
                    <a:pt x="138359" y="305237"/>
                  </a:lnTo>
                  <a:lnTo>
                    <a:pt x="137785" y="308660"/>
                  </a:lnTo>
                  <a:lnTo>
                    <a:pt x="137301" y="310147"/>
                  </a:lnTo>
                  <a:lnTo>
                    <a:pt x="135865" y="317595"/>
                  </a:lnTo>
                  <a:lnTo>
                    <a:pt x="132922" y="318438"/>
                  </a:lnTo>
                  <a:lnTo>
                    <a:pt x="132011" y="320528"/>
                  </a:lnTo>
                  <a:lnTo>
                    <a:pt x="128486" y="323816"/>
                  </a:lnTo>
                  <a:lnTo>
                    <a:pt x="126149" y="325495"/>
                  </a:lnTo>
                  <a:lnTo>
                    <a:pt x="125044" y="326288"/>
                  </a:lnTo>
                  <a:lnTo>
                    <a:pt x="124454" y="331153"/>
                  </a:lnTo>
                  <a:lnTo>
                    <a:pt x="121890" y="333687"/>
                  </a:lnTo>
                  <a:lnTo>
                    <a:pt x="121233" y="336503"/>
                  </a:lnTo>
                  <a:lnTo>
                    <a:pt x="119880" y="336715"/>
                  </a:lnTo>
                  <a:lnTo>
                    <a:pt x="117766" y="332396"/>
                  </a:lnTo>
                  <a:lnTo>
                    <a:pt x="116073" y="332346"/>
                  </a:lnTo>
                  <a:lnTo>
                    <a:pt x="114185" y="332289"/>
                  </a:lnTo>
                  <a:lnTo>
                    <a:pt x="111233" y="336391"/>
                  </a:lnTo>
                  <a:lnTo>
                    <a:pt x="111287" y="339607"/>
                  </a:lnTo>
                  <a:lnTo>
                    <a:pt x="107147" y="340930"/>
                  </a:lnTo>
                  <a:lnTo>
                    <a:pt x="107018" y="344928"/>
                  </a:lnTo>
                  <a:lnTo>
                    <a:pt x="102765" y="346339"/>
                  </a:lnTo>
                  <a:lnTo>
                    <a:pt x="102388" y="349298"/>
                  </a:lnTo>
                  <a:lnTo>
                    <a:pt x="102384" y="353944"/>
                  </a:lnTo>
                  <a:lnTo>
                    <a:pt x="104233" y="356930"/>
                  </a:lnTo>
                  <a:lnTo>
                    <a:pt x="102514" y="359317"/>
                  </a:lnTo>
                  <a:lnTo>
                    <a:pt x="98521" y="362062"/>
                  </a:lnTo>
                  <a:lnTo>
                    <a:pt x="97475" y="362393"/>
                  </a:lnTo>
                  <a:lnTo>
                    <a:pt x="96140" y="362814"/>
                  </a:lnTo>
                  <a:lnTo>
                    <a:pt x="96029" y="366860"/>
                  </a:lnTo>
                  <a:lnTo>
                    <a:pt x="100289" y="367897"/>
                  </a:lnTo>
                  <a:lnTo>
                    <a:pt x="98409" y="372961"/>
                  </a:lnTo>
                  <a:lnTo>
                    <a:pt x="98117" y="377988"/>
                  </a:lnTo>
                  <a:lnTo>
                    <a:pt x="95871" y="380840"/>
                  </a:lnTo>
                  <a:lnTo>
                    <a:pt x="92748" y="381697"/>
                  </a:lnTo>
                  <a:lnTo>
                    <a:pt x="91323" y="384352"/>
                  </a:lnTo>
                  <a:lnTo>
                    <a:pt x="91084" y="389353"/>
                  </a:lnTo>
                  <a:lnTo>
                    <a:pt x="93106" y="393142"/>
                  </a:lnTo>
                  <a:lnTo>
                    <a:pt x="93700" y="398446"/>
                  </a:lnTo>
                  <a:lnTo>
                    <a:pt x="93045" y="401438"/>
                  </a:lnTo>
                  <a:lnTo>
                    <a:pt x="92282" y="407261"/>
                  </a:lnTo>
                  <a:lnTo>
                    <a:pt x="90567" y="409477"/>
                  </a:lnTo>
                  <a:lnTo>
                    <a:pt x="86879" y="408990"/>
                  </a:lnTo>
                  <a:lnTo>
                    <a:pt x="81874" y="406822"/>
                  </a:lnTo>
                  <a:lnTo>
                    <a:pt x="81197" y="406528"/>
                  </a:lnTo>
                  <a:lnTo>
                    <a:pt x="79857" y="402254"/>
                  </a:lnTo>
                  <a:lnTo>
                    <a:pt x="79401" y="398873"/>
                  </a:lnTo>
                  <a:lnTo>
                    <a:pt x="74327" y="395816"/>
                  </a:lnTo>
                  <a:lnTo>
                    <a:pt x="69677" y="392431"/>
                  </a:lnTo>
                  <a:lnTo>
                    <a:pt x="64604" y="389514"/>
                  </a:lnTo>
                  <a:lnTo>
                    <a:pt x="63941" y="384751"/>
                  </a:lnTo>
                  <a:lnTo>
                    <a:pt x="62295" y="377764"/>
                  </a:lnTo>
                  <a:lnTo>
                    <a:pt x="60848" y="375441"/>
                  </a:lnTo>
                  <a:lnTo>
                    <a:pt x="59420" y="373146"/>
                  </a:lnTo>
                  <a:lnTo>
                    <a:pt x="54921" y="362503"/>
                  </a:lnTo>
                  <a:lnTo>
                    <a:pt x="51820" y="354985"/>
                  </a:lnTo>
                  <a:lnTo>
                    <a:pt x="50260" y="351205"/>
                  </a:lnTo>
                  <a:lnTo>
                    <a:pt x="41881" y="330410"/>
                  </a:lnTo>
                  <a:lnTo>
                    <a:pt x="36397" y="316813"/>
                  </a:lnTo>
                  <a:lnTo>
                    <a:pt x="35513" y="314685"/>
                  </a:lnTo>
                  <a:lnTo>
                    <a:pt x="34938" y="313301"/>
                  </a:lnTo>
                  <a:lnTo>
                    <a:pt x="28207" y="297122"/>
                  </a:lnTo>
                  <a:lnTo>
                    <a:pt x="20179" y="277821"/>
                  </a:lnTo>
                  <a:lnTo>
                    <a:pt x="10881" y="25644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68461" y="2746106"/>
              <a:ext cx="18942" cy="12531"/>
            </a:xfrm>
            <a:custGeom>
              <a:avLst/>
              <a:pathLst>
                <a:path w="18942" h="12531">
                  <a:moveTo>
                    <a:pt x="1460" y="0"/>
                  </a:moveTo>
                  <a:lnTo>
                    <a:pt x="8389" y="4524"/>
                  </a:lnTo>
                  <a:lnTo>
                    <a:pt x="14694" y="5847"/>
                  </a:lnTo>
                  <a:lnTo>
                    <a:pt x="18942" y="7499"/>
                  </a:lnTo>
                  <a:lnTo>
                    <a:pt x="17434" y="11744"/>
                  </a:lnTo>
                  <a:lnTo>
                    <a:pt x="12033" y="12531"/>
                  </a:lnTo>
                  <a:lnTo>
                    <a:pt x="4622" y="7206"/>
                  </a:lnTo>
                  <a:lnTo>
                    <a:pt x="0" y="34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207973" y="2761089"/>
              <a:ext cx="19010" cy="23291"/>
            </a:xfrm>
            <a:custGeom>
              <a:avLst/>
              <a:pathLst>
                <a:path w="19010" h="23291">
                  <a:moveTo>
                    <a:pt x="0" y="10702"/>
                  </a:moveTo>
                  <a:lnTo>
                    <a:pt x="2866" y="9562"/>
                  </a:lnTo>
                  <a:lnTo>
                    <a:pt x="9097" y="731"/>
                  </a:lnTo>
                  <a:lnTo>
                    <a:pt x="19010" y="0"/>
                  </a:lnTo>
                  <a:lnTo>
                    <a:pt x="18817" y="4351"/>
                  </a:lnTo>
                  <a:lnTo>
                    <a:pt x="13657" y="20635"/>
                  </a:lnTo>
                  <a:lnTo>
                    <a:pt x="10909" y="23291"/>
                  </a:lnTo>
                  <a:lnTo>
                    <a:pt x="7043" y="22765"/>
                  </a:lnTo>
                  <a:lnTo>
                    <a:pt x="895" y="139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91905" y="2825064"/>
              <a:ext cx="10373" cy="14986"/>
            </a:xfrm>
            <a:custGeom>
              <a:avLst/>
              <a:pathLst>
                <a:path w="10373" h="14986">
                  <a:moveTo>
                    <a:pt x="407" y="11022"/>
                  </a:moveTo>
                  <a:lnTo>
                    <a:pt x="4317" y="0"/>
                  </a:lnTo>
                  <a:lnTo>
                    <a:pt x="7761" y="151"/>
                  </a:lnTo>
                  <a:lnTo>
                    <a:pt x="10373" y="2512"/>
                  </a:lnTo>
                  <a:lnTo>
                    <a:pt x="9847" y="7630"/>
                  </a:lnTo>
                  <a:lnTo>
                    <a:pt x="4616" y="14986"/>
                  </a:lnTo>
                  <a:lnTo>
                    <a:pt x="0" y="146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83711" y="2756933"/>
              <a:ext cx="271324" cy="369320"/>
            </a:xfrm>
            <a:custGeom>
              <a:avLst/>
              <a:pathLst>
                <a:path w="271324" h="369320">
                  <a:moveTo>
                    <a:pt x="12496" y="369320"/>
                  </a:moveTo>
                  <a:lnTo>
                    <a:pt x="19880" y="361463"/>
                  </a:lnTo>
                  <a:lnTo>
                    <a:pt x="24826" y="353311"/>
                  </a:lnTo>
                  <a:lnTo>
                    <a:pt x="27607" y="342214"/>
                  </a:lnTo>
                  <a:lnTo>
                    <a:pt x="28669" y="337953"/>
                  </a:lnTo>
                  <a:lnTo>
                    <a:pt x="30201" y="333281"/>
                  </a:lnTo>
                  <a:lnTo>
                    <a:pt x="35013" y="322844"/>
                  </a:lnTo>
                  <a:lnTo>
                    <a:pt x="35501" y="321782"/>
                  </a:lnTo>
                  <a:lnTo>
                    <a:pt x="38055" y="308911"/>
                  </a:lnTo>
                  <a:lnTo>
                    <a:pt x="38175" y="306698"/>
                  </a:lnTo>
                  <a:lnTo>
                    <a:pt x="38749" y="295904"/>
                  </a:lnTo>
                  <a:lnTo>
                    <a:pt x="38132" y="286711"/>
                  </a:lnTo>
                  <a:lnTo>
                    <a:pt x="37595" y="276356"/>
                  </a:lnTo>
                  <a:lnTo>
                    <a:pt x="37512" y="275949"/>
                  </a:lnTo>
                  <a:lnTo>
                    <a:pt x="35465" y="265898"/>
                  </a:lnTo>
                  <a:lnTo>
                    <a:pt x="33226" y="257116"/>
                  </a:lnTo>
                  <a:lnTo>
                    <a:pt x="30087" y="249221"/>
                  </a:lnTo>
                  <a:lnTo>
                    <a:pt x="28380" y="246414"/>
                  </a:lnTo>
                  <a:lnTo>
                    <a:pt x="24637" y="240250"/>
                  </a:lnTo>
                  <a:lnTo>
                    <a:pt x="21942" y="236297"/>
                  </a:lnTo>
                  <a:lnTo>
                    <a:pt x="16883" y="228864"/>
                  </a:lnTo>
                  <a:lnTo>
                    <a:pt x="13005" y="221227"/>
                  </a:lnTo>
                  <a:lnTo>
                    <a:pt x="11513" y="217907"/>
                  </a:lnTo>
                  <a:lnTo>
                    <a:pt x="9923" y="214364"/>
                  </a:lnTo>
                  <a:lnTo>
                    <a:pt x="5698" y="208153"/>
                  </a:lnTo>
                  <a:lnTo>
                    <a:pt x="4274" y="203862"/>
                  </a:lnTo>
                  <a:lnTo>
                    <a:pt x="5393" y="198887"/>
                  </a:lnTo>
                  <a:lnTo>
                    <a:pt x="8385" y="191921"/>
                  </a:lnTo>
                  <a:lnTo>
                    <a:pt x="8295" y="187694"/>
                  </a:lnTo>
                  <a:lnTo>
                    <a:pt x="8255" y="185814"/>
                  </a:lnTo>
                  <a:lnTo>
                    <a:pt x="6115" y="179320"/>
                  </a:lnTo>
                  <a:lnTo>
                    <a:pt x="4420" y="174920"/>
                  </a:lnTo>
                  <a:lnTo>
                    <a:pt x="1314" y="170930"/>
                  </a:lnTo>
                  <a:lnTo>
                    <a:pt x="0" y="167944"/>
                  </a:lnTo>
                  <a:lnTo>
                    <a:pt x="4330" y="161748"/>
                  </a:lnTo>
                  <a:lnTo>
                    <a:pt x="6062" y="156233"/>
                  </a:lnTo>
                  <a:lnTo>
                    <a:pt x="7548" y="151483"/>
                  </a:lnTo>
                  <a:lnTo>
                    <a:pt x="10941" y="140628"/>
                  </a:lnTo>
                  <a:lnTo>
                    <a:pt x="11153" y="135656"/>
                  </a:lnTo>
                  <a:lnTo>
                    <a:pt x="10137" y="128558"/>
                  </a:lnTo>
                  <a:lnTo>
                    <a:pt x="10345" y="125393"/>
                  </a:lnTo>
                  <a:lnTo>
                    <a:pt x="10629" y="121048"/>
                  </a:lnTo>
                  <a:lnTo>
                    <a:pt x="7411" y="114389"/>
                  </a:lnTo>
                  <a:lnTo>
                    <a:pt x="6995" y="109941"/>
                  </a:lnTo>
                  <a:lnTo>
                    <a:pt x="11926" y="106505"/>
                  </a:lnTo>
                  <a:lnTo>
                    <a:pt x="16045" y="104608"/>
                  </a:lnTo>
                  <a:lnTo>
                    <a:pt x="16146" y="101323"/>
                  </a:lnTo>
                  <a:lnTo>
                    <a:pt x="16263" y="97471"/>
                  </a:lnTo>
                  <a:lnTo>
                    <a:pt x="15358" y="89689"/>
                  </a:lnTo>
                  <a:lnTo>
                    <a:pt x="20191" y="89274"/>
                  </a:lnTo>
                  <a:lnTo>
                    <a:pt x="22189" y="83362"/>
                  </a:lnTo>
                  <a:lnTo>
                    <a:pt x="27326" y="85173"/>
                  </a:lnTo>
                  <a:lnTo>
                    <a:pt x="31185" y="80953"/>
                  </a:lnTo>
                  <a:lnTo>
                    <a:pt x="32119" y="74278"/>
                  </a:lnTo>
                  <a:lnTo>
                    <a:pt x="35424" y="70002"/>
                  </a:lnTo>
                  <a:lnTo>
                    <a:pt x="37109" y="62752"/>
                  </a:lnTo>
                  <a:lnTo>
                    <a:pt x="41428" y="58430"/>
                  </a:lnTo>
                  <a:lnTo>
                    <a:pt x="43127" y="61097"/>
                  </a:lnTo>
                  <a:lnTo>
                    <a:pt x="43112" y="72972"/>
                  </a:lnTo>
                  <a:lnTo>
                    <a:pt x="44032" y="74280"/>
                  </a:lnTo>
                  <a:lnTo>
                    <a:pt x="46972" y="78459"/>
                  </a:lnTo>
                  <a:lnTo>
                    <a:pt x="49413" y="76499"/>
                  </a:lnTo>
                  <a:lnTo>
                    <a:pt x="51656" y="73814"/>
                  </a:lnTo>
                  <a:lnTo>
                    <a:pt x="54252" y="70701"/>
                  </a:lnTo>
                  <a:lnTo>
                    <a:pt x="54223" y="65792"/>
                  </a:lnTo>
                  <a:lnTo>
                    <a:pt x="52152" y="59125"/>
                  </a:lnTo>
                  <a:lnTo>
                    <a:pt x="51890" y="56793"/>
                  </a:lnTo>
                  <a:lnTo>
                    <a:pt x="51271" y="51289"/>
                  </a:lnTo>
                  <a:lnTo>
                    <a:pt x="55157" y="46520"/>
                  </a:lnTo>
                  <a:lnTo>
                    <a:pt x="60336" y="41624"/>
                  </a:lnTo>
                  <a:lnTo>
                    <a:pt x="66325" y="40287"/>
                  </a:lnTo>
                  <a:lnTo>
                    <a:pt x="68779" y="39736"/>
                  </a:lnTo>
                  <a:lnTo>
                    <a:pt x="74315" y="37633"/>
                  </a:lnTo>
                  <a:lnTo>
                    <a:pt x="76529" y="34204"/>
                  </a:lnTo>
                  <a:lnTo>
                    <a:pt x="72145" y="33290"/>
                  </a:lnTo>
                  <a:lnTo>
                    <a:pt x="68440" y="33339"/>
                  </a:lnTo>
                  <a:lnTo>
                    <a:pt x="62991" y="26806"/>
                  </a:lnTo>
                  <a:lnTo>
                    <a:pt x="61603" y="22849"/>
                  </a:lnTo>
                  <a:lnTo>
                    <a:pt x="63942" y="16139"/>
                  </a:lnTo>
                  <a:lnTo>
                    <a:pt x="68575" y="11095"/>
                  </a:lnTo>
                  <a:lnTo>
                    <a:pt x="64783" y="5227"/>
                  </a:lnTo>
                  <a:lnTo>
                    <a:pt x="73686" y="4271"/>
                  </a:lnTo>
                  <a:lnTo>
                    <a:pt x="78670" y="0"/>
                  </a:lnTo>
                  <a:lnTo>
                    <a:pt x="81221" y="293"/>
                  </a:lnTo>
                  <a:lnTo>
                    <a:pt x="82061" y="389"/>
                  </a:lnTo>
                  <a:lnTo>
                    <a:pt x="93211" y="5267"/>
                  </a:lnTo>
                  <a:lnTo>
                    <a:pt x="99431" y="8165"/>
                  </a:lnTo>
                  <a:lnTo>
                    <a:pt x="102000" y="6142"/>
                  </a:lnTo>
                  <a:lnTo>
                    <a:pt x="107084" y="5589"/>
                  </a:lnTo>
                  <a:lnTo>
                    <a:pt x="114783" y="7461"/>
                  </a:lnTo>
                  <a:lnTo>
                    <a:pt x="115747" y="7695"/>
                  </a:lnTo>
                  <a:lnTo>
                    <a:pt x="120990" y="12431"/>
                  </a:lnTo>
                  <a:lnTo>
                    <a:pt x="123830" y="17155"/>
                  </a:lnTo>
                  <a:lnTo>
                    <a:pt x="129745" y="16511"/>
                  </a:lnTo>
                  <a:lnTo>
                    <a:pt x="135130" y="15899"/>
                  </a:lnTo>
                  <a:lnTo>
                    <a:pt x="140053" y="19405"/>
                  </a:lnTo>
                  <a:lnTo>
                    <a:pt x="149329" y="20990"/>
                  </a:lnTo>
                  <a:lnTo>
                    <a:pt x="155942" y="23527"/>
                  </a:lnTo>
                  <a:lnTo>
                    <a:pt x="162467" y="21873"/>
                  </a:lnTo>
                  <a:lnTo>
                    <a:pt x="170106" y="27578"/>
                  </a:lnTo>
                  <a:lnTo>
                    <a:pt x="169703" y="31870"/>
                  </a:lnTo>
                  <a:lnTo>
                    <a:pt x="171297" y="33328"/>
                  </a:lnTo>
                  <a:lnTo>
                    <a:pt x="176637" y="38208"/>
                  </a:lnTo>
                  <a:lnTo>
                    <a:pt x="181658" y="47271"/>
                  </a:lnTo>
                  <a:lnTo>
                    <a:pt x="176941" y="46951"/>
                  </a:lnTo>
                  <a:lnTo>
                    <a:pt x="172894" y="45223"/>
                  </a:lnTo>
                  <a:lnTo>
                    <a:pt x="170673" y="47415"/>
                  </a:lnTo>
                  <a:lnTo>
                    <a:pt x="171953" y="51712"/>
                  </a:lnTo>
                  <a:lnTo>
                    <a:pt x="172820" y="56822"/>
                  </a:lnTo>
                  <a:lnTo>
                    <a:pt x="178957" y="60426"/>
                  </a:lnTo>
                  <a:lnTo>
                    <a:pt x="180998" y="60497"/>
                  </a:lnTo>
                  <a:lnTo>
                    <a:pt x="181645" y="62327"/>
                  </a:lnTo>
                  <a:lnTo>
                    <a:pt x="184590" y="70660"/>
                  </a:lnTo>
                  <a:lnTo>
                    <a:pt x="187036" y="76330"/>
                  </a:lnTo>
                  <a:lnTo>
                    <a:pt x="186199" y="83719"/>
                  </a:lnTo>
                  <a:lnTo>
                    <a:pt x="187775" y="92068"/>
                  </a:lnTo>
                  <a:lnTo>
                    <a:pt x="188191" y="94272"/>
                  </a:lnTo>
                  <a:lnTo>
                    <a:pt x="189731" y="107645"/>
                  </a:lnTo>
                  <a:lnTo>
                    <a:pt x="186346" y="111134"/>
                  </a:lnTo>
                  <a:lnTo>
                    <a:pt x="184503" y="114780"/>
                  </a:lnTo>
                  <a:lnTo>
                    <a:pt x="179583" y="116142"/>
                  </a:lnTo>
                  <a:lnTo>
                    <a:pt x="178871" y="125051"/>
                  </a:lnTo>
                  <a:lnTo>
                    <a:pt x="178815" y="125744"/>
                  </a:lnTo>
                  <a:lnTo>
                    <a:pt x="179543" y="134454"/>
                  </a:lnTo>
                  <a:lnTo>
                    <a:pt x="174065" y="137402"/>
                  </a:lnTo>
                  <a:lnTo>
                    <a:pt x="174059" y="141655"/>
                  </a:lnTo>
                  <a:lnTo>
                    <a:pt x="168336" y="143135"/>
                  </a:lnTo>
                  <a:lnTo>
                    <a:pt x="163771" y="146255"/>
                  </a:lnTo>
                  <a:lnTo>
                    <a:pt x="162709" y="151138"/>
                  </a:lnTo>
                  <a:lnTo>
                    <a:pt x="162399" y="152558"/>
                  </a:lnTo>
                  <a:lnTo>
                    <a:pt x="163219" y="162757"/>
                  </a:lnTo>
                  <a:lnTo>
                    <a:pt x="162802" y="166583"/>
                  </a:lnTo>
                  <a:lnTo>
                    <a:pt x="166210" y="171478"/>
                  </a:lnTo>
                  <a:lnTo>
                    <a:pt x="171818" y="170239"/>
                  </a:lnTo>
                  <a:lnTo>
                    <a:pt x="178019" y="173479"/>
                  </a:lnTo>
                  <a:lnTo>
                    <a:pt x="180333" y="174948"/>
                  </a:lnTo>
                  <a:lnTo>
                    <a:pt x="181511" y="175694"/>
                  </a:lnTo>
                  <a:lnTo>
                    <a:pt x="189541" y="161253"/>
                  </a:lnTo>
                  <a:lnTo>
                    <a:pt x="189726" y="160193"/>
                  </a:lnTo>
                  <a:lnTo>
                    <a:pt x="190507" y="155700"/>
                  </a:lnTo>
                  <a:lnTo>
                    <a:pt x="191781" y="147243"/>
                  </a:lnTo>
                  <a:lnTo>
                    <a:pt x="192733" y="143957"/>
                  </a:lnTo>
                  <a:lnTo>
                    <a:pt x="200037" y="140798"/>
                  </a:lnTo>
                  <a:lnTo>
                    <a:pt x="200679" y="137489"/>
                  </a:lnTo>
                  <a:lnTo>
                    <a:pt x="208055" y="134174"/>
                  </a:lnTo>
                  <a:lnTo>
                    <a:pt x="213033" y="131096"/>
                  </a:lnTo>
                  <a:lnTo>
                    <a:pt x="213843" y="128285"/>
                  </a:lnTo>
                  <a:lnTo>
                    <a:pt x="219234" y="124962"/>
                  </a:lnTo>
                  <a:lnTo>
                    <a:pt x="228327" y="127132"/>
                  </a:lnTo>
                  <a:lnTo>
                    <a:pt x="234771" y="132453"/>
                  </a:lnTo>
                  <a:lnTo>
                    <a:pt x="241557" y="141458"/>
                  </a:lnTo>
                  <a:lnTo>
                    <a:pt x="244540" y="149002"/>
                  </a:lnTo>
                  <a:lnTo>
                    <a:pt x="245795" y="153148"/>
                  </a:lnTo>
                  <a:lnTo>
                    <a:pt x="248566" y="162310"/>
                  </a:lnTo>
                  <a:lnTo>
                    <a:pt x="254783" y="175207"/>
                  </a:lnTo>
                  <a:lnTo>
                    <a:pt x="259424" y="191849"/>
                  </a:lnTo>
                  <a:lnTo>
                    <a:pt x="261508" y="196459"/>
                  </a:lnTo>
                  <a:lnTo>
                    <a:pt x="263956" y="201868"/>
                  </a:lnTo>
                  <a:lnTo>
                    <a:pt x="270064" y="209212"/>
                  </a:lnTo>
                  <a:lnTo>
                    <a:pt x="270262" y="213970"/>
                  </a:lnTo>
                  <a:lnTo>
                    <a:pt x="268883" y="220060"/>
                  </a:lnTo>
                  <a:lnTo>
                    <a:pt x="271324" y="230778"/>
                  </a:lnTo>
                  <a:lnTo>
                    <a:pt x="270950" y="242028"/>
                  </a:lnTo>
                  <a:lnTo>
                    <a:pt x="267843" y="250168"/>
                  </a:lnTo>
                  <a:lnTo>
                    <a:pt x="262486" y="254184"/>
                  </a:lnTo>
                  <a:lnTo>
                    <a:pt x="259008" y="246080"/>
                  </a:lnTo>
                  <a:lnTo>
                    <a:pt x="262439" y="241741"/>
                  </a:lnTo>
                  <a:lnTo>
                    <a:pt x="257938" y="241440"/>
                  </a:lnTo>
                  <a:lnTo>
                    <a:pt x="252959" y="246630"/>
                  </a:lnTo>
                  <a:lnTo>
                    <a:pt x="255669" y="248687"/>
                  </a:lnTo>
                  <a:lnTo>
                    <a:pt x="256934" y="251605"/>
                  </a:lnTo>
                  <a:lnTo>
                    <a:pt x="250884" y="254919"/>
                  </a:lnTo>
                  <a:lnTo>
                    <a:pt x="251811" y="262870"/>
                  </a:lnTo>
                  <a:lnTo>
                    <a:pt x="250204" y="272057"/>
                  </a:lnTo>
                  <a:lnTo>
                    <a:pt x="246500" y="274602"/>
                  </a:lnTo>
                  <a:lnTo>
                    <a:pt x="240476" y="279661"/>
                  </a:lnTo>
                  <a:lnTo>
                    <a:pt x="240216" y="287703"/>
                  </a:lnTo>
                  <a:lnTo>
                    <a:pt x="240139" y="290052"/>
                  </a:lnTo>
                  <a:lnTo>
                    <a:pt x="241670" y="297472"/>
                  </a:lnTo>
                  <a:lnTo>
                    <a:pt x="239018" y="301239"/>
                  </a:lnTo>
                  <a:lnTo>
                    <a:pt x="238755" y="303004"/>
                  </a:lnTo>
                  <a:lnTo>
                    <a:pt x="238142" y="307115"/>
                  </a:lnTo>
                  <a:lnTo>
                    <a:pt x="235675" y="312055"/>
                  </a:lnTo>
                  <a:lnTo>
                    <a:pt x="232350" y="314006"/>
                  </a:lnTo>
                  <a:lnTo>
                    <a:pt x="232139" y="318070"/>
                  </a:lnTo>
                  <a:lnTo>
                    <a:pt x="229145" y="321102"/>
                  </a:lnTo>
                  <a:lnTo>
                    <a:pt x="227024" y="325498"/>
                  </a:lnTo>
                  <a:lnTo>
                    <a:pt x="229292" y="331095"/>
                  </a:lnTo>
                  <a:lnTo>
                    <a:pt x="227544" y="332178"/>
                  </a:lnTo>
                  <a:lnTo>
                    <a:pt x="208085" y="336958"/>
                  </a:lnTo>
                  <a:lnTo>
                    <a:pt x="200701" y="338741"/>
                  </a:lnTo>
                  <a:lnTo>
                    <a:pt x="184691" y="342570"/>
                  </a:lnTo>
                  <a:lnTo>
                    <a:pt x="170425" y="345892"/>
                  </a:lnTo>
                  <a:lnTo>
                    <a:pt x="167954" y="346463"/>
                  </a:lnTo>
                  <a:lnTo>
                    <a:pt x="165521" y="347024"/>
                  </a:lnTo>
                  <a:lnTo>
                    <a:pt x="142244" y="352248"/>
                  </a:lnTo>
                  <a:lnTo>
                    <a:pt x="141257" y="346730"/>
                  </a:lnTo>
                  <a:lnTo>
                    <a:pt x="140034" y="346962"/>
                  </a:lnTo>
                  <a:lnTo>
                    <a:pt x="116388" y="351384"/>
                  </a:lnTo>
                  <a:lnTo>
                    <a:pt x="114092" y="351807"/>
                  </a:lnTo>
                  <a:lnTo>
                    <a:pt x="110314" y="352504"/>
                  </a:lnTo>
                  <a:lnTo>
                    <a:pt x="86900" y="356760"/>
                  </a:lnTo>
                  <a:lnTo>
                    <a:pt x="78511" y="358258"/>
                  </a:lnTo>
                  <a:lnTo>
                    <a:pt x="61200" y="361217"/>
                  </a:lnTo>
                  <a:lnTo>
                    <a:pt x="50756" y="362974"/>
                  </a:lnTo>
                  <a:lnTo>
                    <a:pt x="33155" y="365980"/>
                  </a:lnTo>
                  <a:lnTo>
                    <a:pt x="31721" y="366217"/>
                  </a:lnTo>
                  <a:lnTo>
                    <a:pt x="24317" y="367435"/>
                  </a:lnTo>
                  <a:lnTo>
                    <a:pt x="20503" y="3680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70017" y="2584536"/>
              <a:ext cx="44026" cy="39365"/>
            </a:xfrm>
            <a:custGeom>
              <a:avLst/>
              <a:pathLst>
                <a:path w="44026" h="39365">
                  <a:moveTo>
                    <a:pt x="1572" y="32602"/>
                  </a:moveTo>
                  <a:lnTo>
                    <a:pt x="3682" y="29940"/>
                  </a:lnTo>
                  <a:lnTo>
                    <a:pt x="12257" y="23696"/>
                  </a:lnTo>
                  <a:lnTo>
                    <a:pt x="16382" y="20737"/>
                  </a:lnTo>
                  <a:lnTo>
                    <a:pt x="18910" y="19045"/>
                  </a:lnTo>
                  <a:lnTo>
                    <a:pt x="23099" y="16495"/>
                  </a:lnTo>
                  <a:lnTo>
                    <a:pt x="27588" y="11900"/>
                  </a:lnTo>
                  <a:lnTo>
                    <a:pt x="32530" y="7102"/>
                  </a:lnTo>
                  <a:lnTo>
                    <a:pt x="37060" y="4104"/>
                  </a:lnTo>
                  <a:lnTo>
                    <a:pt x="43585" y="0"/>
                  </a:lnTo>
                  <a:lnTo>
                    <a:pt x="44026" y="3806"/>
                  </a:lnTo>
                  <a:lnTo>
                    <a:pt x="37795" y="10416"/>
                  </a:lnTo>
                  <a:lnTo>
                    <a:pt x="36927" y="15952"/>
                  </a:lnTo>
                  <a:lnTo>
                    <a:pt x="29485" y="21043"/>
                  </a:lnTo>
                  <a:lnTo>
                    <a:pt x="22120" y="24714"/>
                  </a:lnTo>
                  <a:lnTo>
                    <a:pt x="20265" y="30671"/>
                  </a:lnTo>
                  <a:lnTo>
                    <a:pt x="12418" y="35723"/>
                  </a:lnTo>
                  <a:lnTo>
                    <a:pt x="6257" y="39365"/>
                  </a:lnTo>
                  <a:lnTo>
                    <a:pt x="3394" y="37446"/>
                  </a:lnTo>
                  <a:lnTo>
                    <a:pt x="0" y="356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916622" y="2642758"/>
              <a:ext cx="418617" cy="203275"/>
            </a:xfrm>
            <a:custGeom>
              <a:avLst/>
              <a:pathLst>
                <a:path w="418617" h="203275">
                  <a:moveTo>
                    <a:pt x="0" y="99445"/>
                  </a:moveTo>
                  <a:lnTo>
                    <a:pt x="4929" y="95191"/>
                  </a:lnTo>
                  <a:lnTo>
                    <a:pt x="10086" y="93092"/>
                  </a:lnTo>
                  <a:lnTo>
                    <a:pt x="20995" y="87895"/>
                  </a:lnTo>
                  <a:lnTo>
                    <a:pt x="27712" y="80716"/>
                  </a:lnTo>
                  <a:lnTo>
                    <a:pt x="29450" y="78285"/>
                  </a:lnTo>
                  <a:lnTo>
                    <a:pt x="32112" y="74553"/>
                  </a:lnTo>
                  <a:lnTo>
                    <a:pt x="38404" y="71427"/>
                  </a:lnTo>
                  <a:lnTo>
                    <a:pt x="43063" y="71270"/>
                  </a:lnTo>
                  <a:lnTo>
                    <a:pt x="47260" y="70149"/>
                  </a:lnTo>
                  <a:lnTo>
                    <a:pt x="51317" y="68757"/>
                  </a:lnTo>
                  <a:lnTo>
                    <a:pt x="56235" y="67898"/>
                  </a:lnTo>
                  <a:lnTo>
                    <a:pt x="66449" y="60455"/>
                  </a:lnTo>
                  <a:lnTo>
                    <a:pt x="70608" y="53557"/>
                  </a:lnTo>
                  <a:lnTo>
                    <a:pt x="77087" y="51234"/>
                  </a:lnTo>
                  <a:lnTo>
                    <a:pt x="81078" y="50033"/>
                  </a:lnTo>
                  <a:lnTo>
                    <a:pt x="82300" y="47651"/>
                  </a:lnTo>
                  <a:lnTo>
                    <a:pt x="82717" y="46839"/>
                  </a:lnTo>
                  <a:lnTo>
                    <a:pt x="84075" y="41501"/>
                  </a:lnTo>
                  <a:lnTo>
                    <a:pt x="87923" y="37363"/>
                  </a:lnTo>
                  <a:lnTo>
                    <a:pt x="93872" y="30930"/>
                  </a:lnTo>
                  <a:lnTo>
                    <a:pt x="100103" y="26729"/>
                  </a:lnTo>
                  <a:lnTo>
                    <a:pt x="103749" y="22344"/>
                  </a:lnTo>
                  <a:lnTo>
                    <a:pt x="104365" y="21603"/>
                  </a:lnTo>
                  <a:lnTo>
                    <a:pt x="108158" y="14198"/>
                  </a:lnTo>
                  <a:lnTo>
                    <a:pt x="115264" y="8636"/>
                  </a:lnTo>
                  <a:lnTo>
                    <a:pt x="118837" y="5781"/>
                  </a:lnTo>
                  <a:lnTo>
                    <a:pt x="126272" y="2884"/>
                  </a:lnTo>
                  <a:lnTo>
                    <a:pt x="135196" y="670"/>
                  </a:lnTo>
                  <a:lnTo>
                    <a:pt x="142701" y="0"/>
                  </a:lnTo>
                  <a:lnTo>
                    <a:pt x="149968" y="431"/>
                  </a:lnTo>
                  <a:lnTo>
                    <a:pt x="155539" y="2351"/>
                  </a:lnTo>
                  <a:lnTo>
                    <a:pt x="155259" y="5532"/>
                  </a:lnTo>
                  <a:lnTo>
                    <a:pt x="143848" y="6993"/>
                  </a:lnTo>
                  <a:lnTo>
                    <a:pt x="135663" y="8429"/>
                  </a:lnTo>
                  <a:lnTo>
                    <a:pt x="136283" y="13120"/>
                  </a:lnTo>
                  <a:lnTo>
                    <a:pt x="132421" y="16322"/>
                  </a:lnTo>
                  <a:lnTo>
                    <a:pt x="128330" y="20904"/>
                  </a:lnTo>
                  <a:lnTo>
                    <a:pt x="123333" y="26251"/>
                  </a:lnTo>
                  <a:lnTo>
                    <a:pt x="123093" y="27128"/>
                  </a:lnTo>
                  <a:lnTo>
                    <a:pt x="121573" y="32674"/>
                  </a:lnTo>
                  <a:lnTo>
                    <a:pt x="116475" y="38628"/>
                  </a:lnTo>
                  <a:lnTo>
                    <a:pt x="114781" y="45579"/>
                  </a:lnTo>
                  <a:lnTo>
                    <a:pt x="112425" y="51440"/>
                  </a:lnTo>
                  <a:lnTo>
                    <a:pt x="111721" y="53189"/>
                  </a:lnTo>
                  <a:lnTo>
                    <a:pt x="111319" y="59666"/>
                  </a:lnTo>
                  <a:lnTo>
                    <a:pt x="117230" y="56889"/>
                  </a:lnTo>
                  <a:lnTo>
                    <a:pt x="124023" y="50830"/>
                  </a:lnTo>
                  <a:lnTo>
                    <a:pt x="129451" y="46752"/>
                  </a:lnTo>
                  <a:lnTo>
                    <a:pt x="134683" y="50215"/>
                  </a:lnTo>
                  <a:lnTo>
                    <a:pt x="135910" y="50129"/>
                  </a:lnTo>
                  <a:lnTo>
                    <a:pt x="144470" y="49518"/>
                  </a:lnTo>
                  <a:lnTo>
                    <a:pt x="152150" y="51253"/>
                  </a:lnTo>
                  <a:lnTo>
                    <a:pt x="157889" y="53457"/>
                  </a:lnTo>
                  <a:lnTo>
                    <a:pt x="164081" y="57689"/>
                  </a:lnTo>
                  <a:lnTo>
                    <a:pt x="166231" y="62876"/>
                  </a:lnTo>
                  <a:lnTo>
                    <a:pt x="171357" y="68522"/>
                  </a:lnTo>
                  <a:lnTo>
                    <a:pt x="179434" y="73208"/>
                  </a:lnTo>
                  <a:lnTo>
                    <a:pt x="181317" y="79344"/>
                  </a:lnTo>
                  <a:lnTo>
                    <a:pt x="192764" y="78372"/>
                  </a:lnTo>
                  <a:lnTo>
                    <a:pt x="196106" y="77069"/>
                  </a:lnTo>
                  <a:lnTo>
                    <a:pt x="204035" y="73967"/>
                  </a:lnTo>
                  <a:lnTo>
                    <a:pt x="209215" y="78466"/>
                  </a:lnTo>
                  <a:lnTo>
                    <a:pt x="214924" y="78980"/>
                  </a:lnTo>
                  <a:lnTo>
                    <a:pt x="218085" y="75845"/>
                  </a:lnTo>
                  <a:lnTo>
                    <a:pt x="220194" y="68766"/>
                  </a:lnTo>
                  <a:lnTo>
                    <a:pt x="224524" y="69927"/>
                  </a:lnTo>
                  <a:lnTo>
                    <a:pt x="229304" y="73219"/>
                  </a:lnTo>
                  <a:lnTo>
                    <a:pt x="234110" y="66685"/>
                  </a:lnTo>
                  <a:lnTo>
                    <a:pt x="248557" y="55138"/>
                  </a:lnTo>
                  <a:lnTo>
                    <a:pt x="251187" y="52999"/>
                  </a:lnTo>
                  <a:lnTo>
                    <a:pt x="259575" y="51456"/>
                  </a:lnTo>
                  <a:lnTo>
                    <a:pt x="267020" y="48987"/>
                  </a:lnTo>
                  <a:lnTo>
                    <a:pt x="268364" y="48540"/>
                  </a:lnTo>
                  <a:lnTo>
                    <a:pt x="289515" y="45456"/>
                  </a:lnTo>
                  <a:lnTo>
                    <a:pt x="301516" y="36747"/>
                  </a:lnTo>
                  <a:lnTo>
                    <a:pt x="302587" y="36340"/>
                  </a:lnTo>
                  <a:lnTo>
                    <a:pt x="306244" y="34949"/>
                  </a:lnTo>
                  <a:lnTo>
                    <a:pt x="318255" y="31856"/>
                  </a:lnTo>
                  <a:lnTo>
                    <a:pt x="316145" y="40957"/>
                  </a:lnTo>
                  <a:lnTo>
                    <a:pt x="318186" y="51373"/>
                  </a:lnTo>
                  <a:lnTo>
                    <a:pt x="322851" y="57382"/>
                  </a:lnTo>
                  <a:lnTo>
                    <a:pt x="330137" y="57419"/>
                  </a:lnTo>
                  <a:lnTo>
                    <a:pt x="339726" y="53123"/>
                  </a:lnTo>
                  <a:lnTo>
                    <a:pt x="344375" y="54977"/>
                  </a:lnTo>
                  <a:lnTo>
                    <a:pt x="351367" y="55073"/>
                  </a:lnTo>
                  <a:lnTo>
                    <a:pt x="352772" y="52456"/>
                  </a:lnTo>
                  <a:lnTo>
                    <a:pt x="354619" y="49014"/>
                  </a:lnTo>
                  <a:lnTo>
                    <a:pt x="362209" y="48246"/>
                  </a:lnTo>
                  <a:lnTo>
                    <a:pt x="367205" y="43044"/>
                  </a:lnTo>
                  <a:lnTo>
                    <a:pt x="372023" y="44066"/>
                  </a:lnTo>
                  <a:lnTo>
                    <a:pt x="372431" y="48221"/>
                  </a:lnTo>
                  <a:lnTo>
                    <a:pt x="373312" y="56783"/>
                  </a:lnTo>
                  <a:lnTo>
                    <a:pt x="377729" y="66221"/>
                  </a:lnTo>
                  <a:lnTo>
                    <a:pt x="377386" y="67654"/>
                  </a:lnTo>
                  <a:lnTo>
                    <a:pt x="378144" y="73492"/>
                  </a:lnTo>
                  <a:lnTo>
                    <a:pt x="384082" y="76085"/>
                  </a:lnTo>
                  <a:lnTo>
                    <a:pt x="388046" y="79754"/>
                  </a:lnTo>
                  <a:lnTo>
                    <a:pt x="394138" y="82039"/>
                  </a:lnTo>
                  <a:lnTo>
                    <a:pt x="396887" y="75540"/>
                  </a:lnTo>
                  <a:lnTo>
                    <a:pt x="402671" y="75019"/>
                  </a:lnTo>
                  <a:lnTo>
                    <a:pt x="409995" y="74480"/>
                  </a:lnTo>
                  <a:lnTo>
                    <a:pt x="418617" y="81078"/>
                  </a:lnTo>
                  <a:lnTo>
                    <a:pt x="417309" y="88284"/>
                  </a:lnTo>
                  <a:lnTo>
                    <a:pt x="414012" y="89215"/>
                  </a:lnTo>
                  <a:lnTo>
                    <a:pt x="409085" y="87596"/>
                  </a:lnTo>
                  <a:lnTo>
                    <a:pt x="400763" y="90017"/>
                  </a:lnTo>
                  <a:lnTo>
                    <a:pt x="393791" y="88938"/>
                  </a:lnTo>
                  <a:lnTo>
                    <a:pt x="383710" y="90516"/>
                  </a:lnTo>
                  <a:lnTo>
                    <a:pt x="381721" y="91177"/>
                  </a:lnTo>
                  <a:lnTo>
                    <a:pt x="373633" y="93853"/>
                  </a:lnTo>
                  <a:lnTo>
                    <a:pt x="366861" y="97346"/>
                  </a:lnTo>
                  <a:lnTo>
                    <a:pt x="359938" y="94626"/>
                  </a:lnTo>
                  <a:lnTo>
                    <a:pt x="355294" y="98214"/>
                  </a:lnTo>
                  <a:lnTo>
                    <a:pt x="351371" y="98683"/>
                  </a:lnTo>
                  <a:lnTo>
                    <a:pt x="346114" y="103620"/>
                  </a:lnTo>
                  <a:lnTo>
                    <a:pt x="348717" y="108317"/>
                  </a:lnTo>
                  <a:lnTo>
                    <a:pt x="343429" y="108442"/>
                  </a:lnTo>
                  <a:lnTo>
                    <a:pt x="334855" y="103672"/>
                  </a:lnTo>
                  <a:lnTo>
                    <a:pt x="328525" y="98157"/>
                  </a:lnTo>
                  <a:lnTo>
                    <a:pt x="319021" y="95980"/>
                  </a:lnTo>
                  <a:lnTo>
                    <a:pt x="312014" y="95950"/>
                  </a:lnTo>
                  <a:lnTo>
                    <a:pt x="304951" y="95812"/>
                  </a:lnTo>
                  <a:lnTo>
                    <a:pt x="295553" y="97755"/>
                  </a:lnTo>
                  <a:lnTo>
                    <a:pt x="290671" y="107163"/>
                  </a:lnTo>
                  <a:lnTo>
                    <a:pt x="288152" y="109709"/>
                  </a:lnTo>
                  <a:lnTo>
                    <a:pt x="281124" y="109201"/>
                  </a:lnTo>
                  <a:lnTo>
                    <a:pt x="278335" y="112586"/>
                  </a:lnTo>
                  <a:lnTo>
                    <a:pt x="275919" y="115513"/>
                  </a:lnTo>
                  <a:lnTo>
                    <a:pt x="265816" y="113224"/>
                  </a:lnTo>
                  <a:lnTo>
                    <a:pt x="253926" y="117357"/>
                  </a:lnTo>
                  <a:lnTo>
                    <a:pt x="251294" y="127379"/>
                  </a:lnTo>
                  <a:lnTo>
                    <a:pt x="246979" y="134633"/>
                  </a:lnTo>
                  <a:lnTo>
                    <a:pt x="245925" y="135738"/>
                  </a:lnTo>
                  <a:lnTo>
                    <a:pt x="241670" y="140193"/>
                  </a:lnTo>
                  <a:lnTo>
                    <a:pt x="238422" y="148497"/>
                  </a:lnTo>
                  <a:lnTo>
                    <a:pt x="238364" y="155465"/>
                  </a:lnTo>
                  <a:lnTo>
                    <a:pt x="232852" y="150285"/>
                  </a:lnTo>
                  <a:lnTo>
                    <a:pt x="232131" y="143322"/>
                  </a:lnTo>
                  <a:lnTo>
                    <a:pt x="234988" y="139147"/>
                  </a:lnTo>
                  <a:lnTo>
                    <a:pt x="226333" y="133615"/>
                  </a:lnTo>
                  <a:lnTo>
                    <a:pt x="223695" y="141942"/>
                  </a:lnTo>
                  <a:lnTo>
                    <a:pt x="216888" y="147448"/>
                  </a:lnTo>
                  <a:lnTo>
                    <a:pt x="209889" y="144516"/>
                  </a:lnTo>
                  <a:lnTo>
                    <a:pt x="204589" y="150416"/>
                  </a:lnTo>
                  <a:lnTo>
                    <a:pt x="201263" y="160829"/>
                  </a:lnTo>
                  <a:lnTo>
                    <a:pt x="199811" y="165352"/>
                  </a:lnTo>
                  <a:lnTo>
                    <a:pt x="197358" y="174043"/>
                  </a:lnTo>
                  <a:lnTo>
                    <a:pt x="192288" y="186726"/>
                  </a:lnTo>
                  <a:lnTo>
                    <a:pt x="188327" y="194573"/>
                  </a:lnTo>
                  <a:lnTo>
                    <a:pt x="187118" y="203275"/>
                  </a:lnTo>
                  <a:lnTo>
                    <a:pt x="183458" y="202861"/>
                  </a:lnTo>
                  <a:lnTo>
                    <a:pt x="180036" y="199487"/>
                  </a:lnTo>
                  <a:lnTo>
                    <a:pt x="176593" y="195904"/>
                  </a:lnTo>
                  <a:lnTo>
                    <a:pt x="177790" y="191464"/>
                  </a:lnTo>
                  <a:lnTo>
                    <a:pt x="179508" y="184914"/>
                  </a:lnTo>
                  <a:lnTo>
                    <a:pt x="179419" y="180298"/>
                  </a:lnTo>
                  <a:lnTo>
                    <a:pt x="176240" y="179456"/>
                  </a:lnTo>
                  <a:lnTo>
                    <a:pt x="173958" y="182350"/>
                  </a:lnTo>
                  <a:lnTo>
                    <a:pt x="170989" y="182931"/>
                  </a:lnTo>
                  <a:lnTo>
                    <a:pt x="167194" y="183560"/>
                  </a:lnTo>
                  <a:lnTo>
                    <a:pt x="167071" y="180038"/>
                  </a:lnTo>
                  <a:lnTo>
                    <a:pt x="166969" y="175543"/>
                  </a:lnTo>
                  <a:lnTo>
                    <a:pt x="169096" y="172660"/>
                  </a:lnTo>
                  <a:lnTo>
                    <a:pt x="168512" y="168196"/>
                  </a:lnTo>
                  <a:lnTo>
                    <a:pt x="168867" y="163705"/>
                  </a:lnTo>
                  <a:lnTo>
                    <a:pt x="168992" y="160655"/>
                  </a:lnTo>
                  <a:lnTo>
                    <a:pt x="165589" y="157288"/>
                  </a:lnTo>
                  <a:lnTo>
                    <a:pt x="167936" y="155098"/>
                  </a:lnTo>
                  <a:lnTo>
                    <a:pt x="166101" y="152762"/>
                  </a:lnTo>
                  <a:lnTo>
                    <a:pt x="164171" y="151361"/>
                  </a:lnTo>
                  <a:lnTo>
                    <a:pt x="160947" y="149017"/>
                  </a:lnTo>
                  <a:lnTo>
                    <a:pt x="155606" y="149015"/>
                  </a:lnTo>
                  <a:lnTo>
                    <a:pt x="153466" y="146563"/>
                  </a:lnTo>
                  <a:lnTo>
                    <a:pt x="150481" y="148149"/>
                  </a:lnTo>
                  <a:lnTo>
                    <a:pt x="149941" y="148015"/>
                  </a:lnTo>
                  <a:lnTo>
                    <a:pt x="146856" y="147252"/>
                  </a:lnTo>
                  <a:lnTo>
                    <a:pt x="144793" y="145542"/>
                  </a:lnTo>
                  <a:lnTo>
                    <a:pt x="147754" y="140342"/>
                  </a:lnTo>
                  <a:lnTo>
                    <a:pt x="144579" y="136647"/>
                  </a:lnTo>
                  <a:lnTo>
                    <a:pt x="140613" y="135091"/>
                  </a:lnTo>
                  <a:lnTo>
                    <a:pt x="136330" y="134324"/>
                  </a:lnTo>
                  <a:lnTo>
                    <a:pt x="132600" y="135191"/>
                  </a:lnTo>
                  <a:lnTo>
                    <a:pt x="127971" y="133018"/>
                  </a:lnTo>
                  <a:lnTo>
                    <a:pt x="126349" y="134310"/>
                  </a:lnTo>
                  <a:lnTo>
                    <a:pt x="118857" y="131764"/>
                  </a:lnTo>
                  <a:lnTo>
                    <a:pt x="114916" y="132831"/>
                  </a:lnTo>
                  <a:lnTo>
                    <a:pt x="114073" y="135112"/>
                  </a:lnTo>
                  <a:lnTo>
                    <a:pt x="111419" y="135609"/>
                  </a:lnTo>
                  <a:lnTo>
                    <a:pt x="109843" y="133694"/>
                  </a:lnTo>
                  <a:lnTo>
                    <a:pt x="109587" y="133649"/>
                  </a:lnTo>
                  <a:lnTo>
                    <a:pt x="106039" y="133018"/>
                  </a:lnTo>
                  <a:lnTo>
                    <a:pt x="101810" y="134115"/>
                  </a:lnTo>
                  <a:lnTo>
                    <a:pt x="93983" y="130756"/>
                  </a:lnTo>
                  <a:lnTo>
                    <a:pt x="90201" y="129126"/>
                  </a:lnTo>
                  <a:lnTo>
                    <a:pt x="83709" y="126320"/>
                  </a:lnTo>
                  <a:lnTo>
                    <a:pt x="49885" y="121554"/>
                  </a:lnTo>
                  <a:lnTo>
                    <a:pt x="31936" y="118913"/>
                  </a:lnTo>
                  <a:lnTo>
                    <a:pt x="20135" y="117139"/>
                  </a:lnTo>
                  <a:lnTo>
                    <a:pt x="16987" y="110175"/>
                  </a:lnTo>
                  <a:lnTo>
                    <a:pt x="12768" y="103709"/>
                  </a:lnTo>
                  <a:lnTo>
                    <a:pt x="8360" y="102587"/>
                  </a:lnTo>
                  <a:lnTo>
                    <a:pt x="5253" y="99938"/>
                  </a:lnTo>
                  <a:lnTo>
                    <a:pt x="2175" y="1020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87505" y="2496166"/>
              <a:ext cx="451910" cy="515803"/>
            </a:xfrm>
            <a:custGeom>
              <a:avLst/>
              <a:pathLst>
                <a:path w="451910" h="515803">
                  <a:moveTo>
                    <a:pt x="0" y="39004"/>
                  </a:moveTo>
                  <a:lnTo>
                    <a:pt x="17027" y="38441"/>
                  </a:lnTo>
                  <a:lnTo>
                    <a:pt x="47037" y="37184"/>
                  </a:lnTo>
                  <a:lnTo>
                    <a:pt x="71583" y="36008"/>
                  </a:lnTo>
                  <a:lnTo>
                    <a:pt x="107789" y="34140"/>
                  </a:lnTo>
                  <a:lnTo>
                    <a:pt x="108991" y="34067"/>
                  </a:lnTo>
                  <a:lnTo>
                    <a:pt x="118469" y="33487"/>
                  </a:lnTo>
                  <a:lnTo>
                    <a:pt x="117463" y="17332"/>
                  </a:lnTo>
                  <a:lnTo>
                    <a:pt x="116779" y="6522"/>
                  </a:lnTo>
                  <a:lnTo>
                    <a:pt x="116367" y="0"/>
                  </a:lnTo>
                  <a:lnTo>
                    <a:pt x="121913" y="2378"/>
                  </a:lnTo>
                  <a:lnTo>
                    <a:pt x="125759" y="765"/>
                  </a:lnTo>
                  <a:lnTo>
                    <a:pt x="127843" y="652"/>
                  </a:lnTo>
                  <a:lnTo>
                    <a:pt x="132218" y="3467"/>
                  </a:lnTo>
                  <a:lnTo>
                    <a:pt x="135815" y="4299"/>
                  </a:lnTo>
                  <a:lnTo>
                    <a:pt x="137519" y="13498"/>
                  </a:lnTo>
                  <a:lnTo>
                    <a:pt x="139354" y="21169"/>
                  </a:lnTo>
                  <a:lnTo>
                    <a:pt x="140869" y="23271"/>
                  </a:lnTo>
                  <a:lnTo>
                    <a:pt x="143254" y="31813"/>
                  </a:lnTo>
                  <a:lnTo>
                    <a:pt x="145995" y="41759"/>
                  </a:lnTo>
                  <a:lnTo>
                    <a:pt x="146108" y="45575"/>
                  </a:lnTo>
                  <a:lnTo>
                    <a:pt x="145918" y="50019"/>
                  </a:lnTo>
                  <a:lnTo>
                    <a:pt x="150544" y="54245"/>
                  </a:lnTo>
                  <a:lnTo>
                    <a:pt x="157083" y="57029"/>
                  </a:lnTo>
                  <a:lnTo>
                    <a:pt x="160699" y="57429"/>
                  </a:lnTo>
                  <a:lnTo>
                    <a:pt x="161606" y="56894"/>
                  </a:lnTo>
                  <a:lnTo>
                    <a:pt x="163890" y="55542"/>
                  </a:lnTo>
                  <a:lnTo>
                    <a:pt x="170068" y="55687"/>
                  </a:lnTo>
                  <a:lnTo>
                    <a:pt x="171964" y="57448"/>
                  </a:lnTo>
                  <a:lnTo>
                    <a:pt x="172196" y="59806"/>
                  </a:lnTo>
                  <a:lnTo>
                    <a:pt x="181397" y="60237"/>
                  </a:lnTo>
                  <a:lnTo>
                    <a:pt x="190903" y="60608"/>
                  </a:lnTo>
                  <a:lnTo>
                    <a:pt x="195677" y="60400"/>
                  </a:lnTo>
                  <a:lnTo>
                    <a:pt x="198311" y="65359"/>
                  </a:lnTo>
                  <a:lnTo>
                    <a:pt x="198046" y="69206"/>
                  </a:lnTo>
                  <a:lnTo>
                    <a:pt x="206201" y="69457"/>
                  </a:lnTo>
                  <a:lnTo>
                    <a:pt x="212576" y="67844"/>
                  </a:lnTo>
                  <a:lnTo>
                    <a:pt x="217886" y="65945"/>
                  </a:lnTo>
                  <a:lnTo>
                    <a:pt x="217731" y="61926"/>
                  </a:lnTo>
                  <a:lnTo>
                    <a:pt x="222977" y="60330"/>
                  </a:lnTo>
                  <a:lnTo>
                    <a:pt x="224171" y="58347"/>
                  </a:lnTo>
                  <a:lnTo>
                    <a:pt x="232083" y="56292"/>
                  </a:lnTo>
                  <a:lnTo>
                    <a:pt x="235942" y="57495"/>
                  </a:lnTo>
                  <a:lnTo>
                    <a:pt x="239015" y="57063"/>
                  </a:lnTo>
                  <a:lnTo>
                    <a:pt x="246639" y="55984"/>
                  </a:lnTo>
                  <a:lnTo>
                    <a:pt x="250379" y="58851"/>
                  </a:lnTo>
                  <a:lnTo>
                    <a:pt x="260387" y="62812"/>
                  </a:lnTo>
                  <a:lnTo>
                    <a:pt x="265700" y="62009"/>
                  </a:lnTo>
                  <a:lnTo>
                    <a:pt x="266205" y="64991"/>
                  </a:lnTo>
                  <a:lnTo>
                    <a:pt x="265054" y="68715"/>
                  </a:lnTo>
                  <a:lnTo>
                    <a:pt x="269952" y="70543"/>
                  </a:lnTo>
                  <a:lnTo>
                    <a:pt x="273380" y="69567"/>
                  </a:lnTo>
                  <a:lnTo>
                    <a:pt x="277035" y="72207"/>
                  </a:lnTo>
                  <a:lnTo>
                    <a:pt x="276778" y="77690"/>
                  </a:lnTo>
                  <a:lnTo>
                    <a:pt x="280346" y="82286"/>
                  </a:lnTo>
                  <a:lnTo>
                    <a:pt x="283703" y="88548"/>
                  </a:lnTo>
                  <a:lnTo>
                    <a:pt x="286675" y="86488"/>
                  </a:lnTo>
                  <a:lnTo>
                    <a:pt x="287446" y="83122"/>
                  </a:lnTo>
                  <a:lnTo>
                    <a:pt x="287065" y="79145"/>
                  </a:lnTo>
                  <a:lnTo>
                    <a:pt x="288705" y="76274"/>
                  </a:lnTo>
                  <a:lnTo>
                    <a:pt x="294393" y="74985"/>
                  </a:lnTo>
                  <a:lnTo>
                    <a:pt x="300581" y="74727"/>
                  </a:lnTo>
                  <a:lnTo>
                    <a:pt x="304089" y="77691"/>
                  </a:lnTo>
                  <a:lnTo>
                    <a:pt x="305864" y="83955"/>
                  </a:lnTo>
                  <a:lnTo>
                    <a:pt x="310988" y="84320"/>
                  </a:lnTo>
                  <a:lnTo>
                    <a:pt x="316823" y="86518"/>
                  </a:lnTo>
                  <a:lnTo>
                    <a:pt x="317803" y="86886"/>
                  </a:lnTo>
                  <a:lnTo>
                    <a:pt x="321636" y="86602"/>
                  </a:lnTo>
                  <a:lnTo>
                    <a:pt x="323678" y="93383"/>
                  </a:lnTo>
                  <a:lnTo>
                    <a:pt x="331469" y="93531"/>
                  </a:lnTo>
                  <a:lnTo>
                    <a:pt x="332956" y="98195"/>
                  </a:lnTo>
                  <a:lnTo>
                    <a:pt x="337280" y="96549"/>
                  </a:lnTo>
                  <a:lnTo>
                    <a:pt x="344703" y="95495"/>
                  </a:lnTo>
                  <a:lnTo>
                    <a:pt x="349558" y="93695"/>
                  </a:lnTo>
                  <a:lnTo>
                    <a:pt x="354430" y="88209"/>
                  </a:lnTo>
                  <a:lnTo>
                    <a:pt x="360892" y="83187"/>
                  </a:lnTo>
                  <a:lnTo>
                    <a:pt x="361048" y="83074"/>
                  </a:lnTo>
                  <a:lnTo>
                    <a:pt x="367821" y="78197"/>
                  </a:lnTo>
                  <a:lnTo>
                    <a:pt x="371395" y="77238"/>
                  </a:lnTo>
                  <a:lnTo>
                    <a:pt x="374338" y="82668"/>
                  </a:lnTo>
                  <a:lnTo>
                    <a:pt x="376538" y="87294"/>
                  </a:lnTo>
                  <a:lnTo>
                    <a:pt x="380977" y="89078"/>
                  </a:lnTo>
                  <a:lnTo>
                    <a:pt x="388633" y="85838"/>
                  </a:lnTo>
                  <a:lnTo>
                    <a:pt x="394290" y="86615"/>
                  </a:lnTo>
                  <a:lnTo>
                    <a:pt x="403179" y="85739"/>
                  </a:lnTo>
                  <a:lnTo>
                    <a:pt x="413520" y="83732"/>
                  </a:lnTo>
                  <a:lnTo>
                    <a:pt x="419931" y="85088"/>
                  </a:lnTo>
                  <a:lnTo>
                    <a:pt x="423921" y="90496"/>
                  </a:lnTo>
                  <a:lnTo>
                    <a:pt x="430338" y="92358"/>
                  </a:lnTo>
                  <a:lnTo>
                    <a:pt x="436814" y="88586"/>
                  </a:lnTo>
                  <a:lnTo>
                    <a:pt x="444112" y="88676"/>
                  </a:lnTo>
                  <a:lnTo>
                    <a:pt x="451910" y="87383"/>
                  </a:lnTo>
                  <a:lnTo>
                    <a:pt x="448579" y="91316"/>
                  </a:lnTo>
                  <a:lnTo>
                    <a:pt x="442759" y="94157"/>
                  </a:lnTo>
                  <a:lnTo>
                    <a:pt x="438695" y="97591"/>
                  </a:lnTo>
                  <a:lnTo>
                    <a:pt x="435764" y="100329"/>
                  </a:lnTo>
                  <a:lnTo>
                    <a:pt x="428570" y="103825"/>
                  </a:lnTo>
                  <a:lnTo>
                    <a:pt x="425991" y="106925"/>
                  </a:lnTo>
                  <a:lnTo>
                    <a:pt x="420547" y="109316"/>
                  </a:lnTo>
                  <a:lnTo>
                    <a:pt x="414208" y="113002"/>
                  </a:lnTo>
                  <a:lnTo>
                    <a:pt x="406594" y="116077"/>
                  </a:lnTo>
                  <a:lnTo>
                    <a:pt x="401109" y="118378"/>
                  </a:lnTo>
                  <a:lnTo>
                    <a:pt x="394727" y="121962"/>
                  </a:lnTo>
                  <a:lnTo>
                    <a:pt x="388780" y="126782"/>
                  </a:lnTo>
                  <a:lnTo>
                    <a:pt x="383982" y="130139"/>
                  </a:lnTo>
                  <a:lnTo>
                    <a:pt x="376961" y="136871"/>
                  </a:lnTo>
                  <a:lnTo>
                    <a:pt x="368846" y="145863"/>
                  </a:lnTo>
                  <a:lnTo>
                    <a:pt x="362429" y="153908"/>
                  </a:lnTo>
                  <a:lnTo>
                    <a:pt x="356653" y="163509"/>
                  </a:lnTo>
                  <a:lnTo>
                    <a:pt x="350225" y="172278"/>
                  </a:lnTo>
                  <a:lnTo>
                    <a:pt x="346569" y="176892"/>
                  </a:lnTo>
                  <a:lnTo>
                    <a:pt x="340152" y="181892"/>
                  </a:lnTo>
                  <a:lnTo>
                    <a:pt x="336570" y="187829"/>
                  </a:lnTo>
                  <a:lnTo>
                    <a:pt x="331511" y="192181"/>
                  </a:lnTo>
                  <a:lnTo>
                    <a:pt x="328495" y="196026"/>
                  </a:lnTo>
                  <a:lnTo>
                    <a:pt x="327837" y="196865"/>
                  </a:lnTo>
                  <a:lnTo>
                    <a:pt x="322328" y="201150"/>
                  </a:lnTo>
                  <a:lnTo>
                    <a:pt x="316509" y="206774"/>
                  </a:lnTo>
                  <a:lnTo>
                    <a:pt x="313886" y="209637"/>
                  </a:lnTo>
                  <a:lnTo>
                    <a:pt x="317514" y="217824"/>
                  </a:lnTo>
                  <a:lnTo>
                    <a:pt x="315370" y="217683"/>
                  </a:lnTo>
                  <a:lnTo>
                    <a:pt x="312228" y="215898"/>
                  </a:lnTo>
                  <a:lnTo>
                    <a:pt x="309697" y="216397"/>
                  </a:lnTo>
                  <a:lnTo>
                    <a:pt x="307650" y="219782"/>
                  </a:lnTo>
                  <a:lnTo>
                    <a:pt x="306580" y="222557"/>
                  </a:lnTo>
                  <a:lnTo>
                    <a:pt x="301441" y="223186"/>
                  </a:lnTo>
                  <a:lnTo>
                    <a:pt x="302847" y="237734"/>
                  </a:lnTo>
                  <a:lnTo>
                    <a:pt x="303485" y="244536"/>
                  </a:lnTo>
                  <a:lnTo>
                    <a:pt x="304891" y="259568"/>
                  </a:lnTo>
                  <a:lnTo>
                    <a:pt x="305608" y="267094"/>
                  </a:lnTo>
                  <a:lnTo>
                    <a:pt x="306292" y="274293"/>
                  </a:lnTo>
                  <a:lnTo>
                    <a:pt x="303822" y="276476"/>
                  </a:lnTo>
                  <a:lnTo>
                    <a:pt x="303313" y="279718"/>
                  </a:lnTo>
                  <a:lnTo>
                    <a:pt x="300820" y="279617"/>
                  </a:lnTo>
                  <a:lnTo>
                    <a:pt x="297537" y="281441"/>
                  </a:lnTo>
                  <a:lnTo>
                    <a:pt x="296386" y="284115"/>
                  </a:lnTo>
                  <a:lnTo>
                    <a:pt x="292019" y="284770"/>
                  </a:lnTo>
                  <a:lnTo>
                    <a:pt x="290111" y="287036"/>
                  </a:lnTo>
                  <a:lnTo>
                    <a:pt x="285734" y="289347"/>
                  </a:lnTo>
                  <a:lnTo>
                    <a:pt x="282138" y="293232"/>
                  </a:lnTo>
                  <a:lnTo>
                    <a:pt x="280207" y="297648"/>
                  </a:lnTo>
                  <a:lnTo>
                    <a:pt x="279534" y="301675"/>
                  </a:lnTo>
                  <a:lnTo>
                    <a:pt x="276958" y="306576"/>
                  </a:lnTo>
                  <a:lnTo>
                    <a:pt x="276123" y="307286"/>
                  </a:lnTo>
                  <a:lnTo>
                    <a:pt x="274482" y="308679"/>
                  </a:lnTo>
                  <a:lnTo>
                    <a:pt x="274000" y="314934"/>
                  </a:lnTo>
                  <a:lnTo>
                    <a:pt x="273965" y="315387"/>
                  </a:lnTo>
                  <a:lnTo>
                    <a:pt x="274883" y="321046"/>
                  </a:lnTo>
                  <a:lnTo>
                    <a:pt x="279795" y="321533"/>
                  </a:lnTo>
                  <a:lnTo>
                    <a:pt x="282543" y="321755"/>
                  </a:lnTo>
                  <a:lnTo>
                    <a:pt x="284545" y="324362"/>
                  </a:lnTo>
                  <a:lnTo>
                    <a:pt x="287470" y="328769"/>
                  </a:lnTo>
                  <a:lnTo>
                    <a:pt x="290174" y="331529"/>
                  </a:lnTo>
                  <a:lnTo>
                    <a:pt x="289794" y="335229"/>
                  </a:lnTo>
                  <a:lnTo>
                    <a:pt x="287801" y="340634"/>
                  </a:lnTo>
                  <a:lnTo>
                    <a:pt x="285114" y="344406"/>
                  </a:lnTo>
                  <a:lnTo>
                    <a:pt x="284372" y="345446"/>
                  </a:lnTo>
                  <a:lnTo>
                    <a:pt x="284698" y="351973"/>
                  </a:lnTo>
                  <a:lnTo>
                    <a:pt x="284763" y="353272"/>
                  </a:lnTo>
                  <a:lnTo>
                    <a:pt x="287015" y="360222"/>
                  </a:lnTo>
                  <a:lnTo>
                    <a:pt x="284300" y="363778"/>
                  </a:lnTo>
                  <a:lnTo>
                    <a:pt x="283571" y="364731"/>
                  </a:lnTo>
                  <a:lnTo>
                    <a:pt x="286414" y="368234"/>
                  </a:lnTo>
                  <a:lnTo>
                    <a:pt x="287724" y="375197"/>
                  </a:lnTo>
                  <a:lnTo>
                    <a:pt x="287344" y="382238"/>
                  </a:lnTo>
                  <a:lnTo>
                    <a:pt x="287310" y="382866"/>
                  </a:lnTo>
                  <a:lnTo>
                    <a:pt x="285718" y="390535"/>
                  </a:lnTo>
                  <a:lnTo>
                    <a:pt x="286586" y="391279"/>
                  </a:lnTo>
                  <a:lnTo>
                    <a:pt x="290665" y="394769"/>
                  </a:lnTo>
                  <a:lnTo>
                    <a:pt x="293028" y="396787"/>
                  </a:lnTo>
                  <a:lnTo>
                    <a:pt x="298465" y="402995"/>
                  </a:lnTo>
                  <a:lnTo>
                    <a:pt x="302984" y="405658"/>
                  </a:lnTo>
                  <a:lnTo>
                    <a:pt x="312396" y="406481"/>
                  </a:lnTo>
                  <a:lnTo>
                    <a:pt x="314721" y="406206"/>
                  </a:lnTo>
                  <a:lnTo>
                    <a:pt x="317633" y="407651"/>
                  </a:lnTo>
                  <a:lnTo>
                    <a:pt x="317820" y="407744"/>
                  </a:lnTo>
                  <a:lnTo>
                    <a:pt x="319676" y="412169"/>
                  </a:lnTo>
                  <a:lnTo>
                    <a:pt x="322754" y="414608"/>
                  </a:lnTo>
                  <a:lnTo>
                    <a:pt x="323623" y="415297"/>
                  </a:lnTo>
                  <a:lnTo>
                    <a:pt x="331391" y="417303"/>
                  </a:lnTo>
                  <a:lnTo>
                    <a:pt x="333112" y="417952"/>
                  </a:lnTo>
                  <a:lnTo>
                    <a:pt x="340954" y="420902"/>
                  </a:lnTo>
                  <a:lnTo>
                    <a:pt x="344266" y="424428"/>
                  </a:lnTo>
                  <a:lnTo>
                    <a:pt x="346471" y="431830"/>
                  </a:lnTo>
                  <a:lnTo>
                    <a:pt x="349133" y="434531"/>
                  </a:lnTo>
                  <a:lnTo>
                    <a:pt x="351727" y="437161"/>
                  </a:lnTo>
                  <a:lnTo>
                    <a:pt x="358134" y="439610"/>
                  </a:lnTo>
                  <a:lnTo>
                    <a:pt x="363131" y="444771"/>
                  </a:lnTo>
                  <a:lnTo>
                    <a:pt x="368100" y="447517"/>
                  </a:lnTo>
                  <a:lnTo>
                    <a:pt x="368999" y="447660"/>
                  </a:lnTo>
                  <a:lnTo>
                    <a:pt x="376585" y="448853"/>
                  </a:lnTo>
                  <a:lnTo>
                    <a:pt x="377797" y="450234"/>
                  </a:lnTo>
                  <a:lnTo>
                    <a:pt x="382527" y="455612"/>
                  </a:lnTo>
                  <a:lnTo>
                    <a:pt x="387258" y="460761"/>
                  </a:lnTo>
                  <a:lnTo>
                    <a:pt x="387519" y="461230"/>
                  </a:lnTo>
                  <a:lnTo>
                    <a:pt x="390929" y="467354"/>
                  </a:lnTo>
                  <a:lnTo>
                    <a:pt x="390552" y="471551"/>
                  </a:lnTo>
                  <a:lnTo>
                    <a:pt x="390080" y="476780"/>
                  </a:lnTo>
                  <a:lnTo>
                    <a:pt x="391963" y="482388"/>
                  </a:lnTo>
                  <a:lnTo>
                    <a:pt x="393550" y="485332"/>
                  </a:lnTo>
                  <a:lnTo>
                    <a:pt x="395091" y="490805"/>
                  </a:lnTo>
                  <a:lnTo>
                    <a:pt x="377944" y="492621"/>
                  </a:lnTo>
                  <a:lnTo>
                    <a:pt x="370427" y="493405"/>
                  </a:lnTo>
                  <a:lnTo>
                    <a:pt x="362935" y="494174"/>
                  </a:lnTo>
                  <a:lnTo>
                    <a:pt x="356995" y="494777"/>
                  </a:lnTo>
                  <a:lnTo>
                    <a:pt x="340987" y="496363"/>
                  </a:lnTo>
                  <a:lnTo>
                    <a:pt x="334765" y="496965"/>
                  </a:lnTo>
                  <a:lnTo>
                    <a:pt x="317801" y="498598"/>
                  </a:lnTo>
                  <a:lnTo>
                    <a:pt x="311253" y="499213"/>
                  </a:lnTo>
                  <a:lnTo>
                    <a:pt x="291326" y="501067"/>
                  </a:lnTo>
                  <a:lnTo>
                    <a:pt x="281638" y="501908"/>
                  </a:lnTo>
                  <a:lnTo>
                    <a:pt x="280076" y="502041"/>
                  </a:lnTo>
                  <a:lnTo>
                    <a:pt x="268776" y="502995"/>
                  </a:lnTo>
                  <a:lnTo>
                    <a:pt x="251885" y="504377"/>
                  </a:lnTo>
                  <a:lnTo>
                    <a:pt x="246890" y="504775"/>
                  </a:lnTo>
                  <a:lnTo>
                    <a:pt x="242371" y="505129"/>
                  </a:lnTo>
                  <a:lnTo>
                    <a:pt x="222088" y="506667"/>
                  </a:lnTo>
                  <a:lnTo>
                    <a:pt x="204630" y="507882"/>
                  </a:lnTo>
                  <a:lnTo>
                    <a:pt x="195645" y="508484"/>
                  </a:lnTo>
                  <a:lnTo>
                    <a:pt x="192354" y="508709"/>
                  </a:lnTo>
                  <a:lnTo>
                    <a:pt x="166415" y="510408"/>
                  </a:lnTo>
                  <a:lnTo>
                    <a:pt x="165175" y="510486"/>
                  </a:lnTo>
                  <a:lnTo>
                    <a:pt x="162630" y="510642"/>
                  </a:lnTo>
                  <a:lnTo>
                    <a:pt x="143700" y="511765"/>
                  </a:lnTo>
                  <a:lnTo>
                    <a:pt x="132806" y="512429"/>
                  </a:lnTo>
                  <a:lnTo>
                    <a:pt x="128605" y="512679"/>
                  </a:lnTo>
                  <a:lnTo>
                    <a:pt x="126564" y="512799"/>
                  </a:lnTo>
                  <a:lnTo>
                    <a:pt x="104645" y="513991"/>
                  </a:lnTo>
                  <a:lnTo>
                    <a:pt x="102972" y="514074"/>
                  </a:lnTo>
                  <a:lnTo>
                    <a:pt x="90847" y="514659"/>
                  </a:lnTo>
                  <a:lnTo>
                    <a:pt x="81679" y="515082"/>
                  </a:lnTo>
                  <a:lnTo>
                    <a:pt x="65605" y="515803"/>
                  </a:lnTo>
                  <a:lnTo>
                    <a:pt x="65407" y="511286"/>
                  </a:lnTo>
                  <a:lnTo>
                    <a:pt x="64319" y="485422"/>
                  </a:lnTo>
                  <a:lnTo>
                    <a:pt x="63042" y="455199"/>
                  </a:lnTo>
                  <a:lnTo>
                    <a:pt x="62439" y="440984"/>
                  </a:lnTo>
                  <a:lnTo>
                    <a:pt x="61678" y="425019"/>
                  </a:lnTo>
                  <a:lnTo>
                    <a:pt x="61313" y="417389"/>
                  </a:lnTo>
                  <a:lnTo>
                    <a:pt x="60589" y="402231"/>
                  </a:lnTo>
                  <a:lnTo>
                    <a:pt x="59873" y="387284"/>
                  </a:lnTo>
                  <a:lnTo>
                    <a:pt x="58656" y="361917"/>
                  </a:lnTo>
                  <a:lnTo>
                    <a:pt x="58494" y="358549"/>
                  </a:lnTo>
                  <a:lnTo>
                    <a:pt x="57669" y="356912"/>
                  </a:lnTo>
                  <a:lnTo>
                    <a:pt x="56832" y="355250"/>
                  </a:lnTo>
                  <a:lnTo>
                    <a:pt x="54323" y="352798"/>
                  </a:lnTo>
                  <a:lnTo>
                    <a:pt x="51819" y="351995"/>
                  </a:lnTo>
                  <a:lnTo>
                    <a:pt x="48343" y="350223"/>
                  </a:lnTo>
                  <a:lnTo>
                    <a:pt x="44810" y="350185"/>
                  </a:lnTo>
                  <a:lnTo>
                    <a:pt x="42557" y="347948"/>
                  </a:lnTo>
                  <a:lnTo>
                    <a:pt x="40473" y="344389"/>
                  </a:lnTo>
                  <a:lnTo>
                    <a:pt x="37924" y="339501"/>
                  </a:lnTo>
                  <a:lnTo>
                    <a:pt x="34438" y="335267"/>
                  </a:lnTo>
                  <a:lnTo>
                    <a:pt x="33891" y="334602"/>
                  </a:lnTo>
                  <a:lnTo>
                    <a:pt x="33338" y="332409"/>
                  </a:lnTo>
                  <a:lnTo>
                    <a:pt x="34768" y="329323"/>
                  </a:lnTo>
                  <a:lnTo>
                    <a:pt x="39531" y="325001"/>
                  </a:lnTo>
                  <a:lnTo>
                    <a:pt x="43820" y="322145"/>
                  </a:lnTo>
                  <a:lnTo>
                    <a:pt x="46201" y="317790"/>
                  </a:lnTo>
                  <a:lnTo>
                    <a:pt x="48704" y="314608"/>
                  </a:lnTo>
                  <a:lnTo>
                    <a:pt x="49420" y="309748"/>
                  </a:lnTo>
                  <a:lnTo>
                    <a:pt x="49680" y="304210"/>
                  </a:lnTo>
                  <a:lnTo>
                    <a:pt x="48736" y="297162"/>
                  </a:lnTo>
                  <a:lnTo>
                    <a:pt x="48811" y="296693"/>
                  </a:lnTo>
                  <a:lnTo>
                    <a:pt x="49677" y="291243"/>
                  </a:lnTo>
                  <a:lnTo>
                    <a:pt x="46689" y="279525"/>
                  </a:lnTo>
                  <a:lnTo>
                    <a:pt x="45995" y="270863"/>
                  </a:lnTo>
                  <a:lnTo>
                    <a:pt x="43073" y="267590"/>
                  </a:lnTo>
                  <a:lnTo>
                    <a:pt x="39087" y="261061"/>
                  </a:lnTo>
                  <a:lnTo>
                    <a:pt x="36502" y="249776"/>
                  </a:lnTo>
                  <a:lnTo>
                    <a:pt x="33804" y="244338"/>
                  </a:lnTo>
                  <a:lnTo>
                    <a:pt x="33495" y="243715"/>
                  </a:lnTo>
                  <a:lnTo>
                    <a:pt x="33518" y="238840"/>
                  </a:lnTo>
                  <a:lnTo>
                    <a:pt x="33102" y="231468"/>
                  </a:lnTo>
                  <a:lnTo>
                    <a:pt x="34101" y="219667"/>
                  </a:lnTo>
                  <a:lnTo>
                    <a:pt x="29627" y="211339"/>
                  </a:lnTo>
                  <a:lnTo>
                    <a:pt x="30234" y="205123"/>
                  </a:lnTo>
                  <a:lnTo>
                    <a:pt x="29547" y="199103"/>
                  </a:lnTo>
                  <a:lnTo>
                    <a:pt x="28683" y="191516"/>
                  </a:lnTo>
                  <a:lnTo>
                    <a:pt x="28298" y="188132"/>
                  </a:lnTo>
                  <a:lnTo>
                    <a:pt x="26710" y="173948"/>
                  </a:lnTo>
                  <a:lnTo>
                    <a:pt x="26594" y="168835"/>
                  </a:lnTo>
                  <a:lnTo>
                    <a:pt x="26451" y="162493"/>
                  </a:lnTo>
                  <a:lnTo>
                    <a:pt x="24523" y="155857"/>
                  </a:lnTo>
                  <a:lnTo>
                    <a:pt x="23791" y="153873"/>
                  </a:lnTo>
                  <a:lnTo>
                    <a:pt x="21491" y="147621"/>
                  </a:lnTo>
                  <a:lnTo>
                    <a:pt x="17187" y="139113"/>
                  </a:lnTo>
                  <a:lnTo>
                    <a:pt x="14499" y="131469"/>
                  </a:lnTo>
                  <a:lnTo>
                    <a:pt x="12350" y="123447"/>
                  </a:lnTo>
                  <a:lnTo>
                    <a:pt x="10007" y="117861"/>
                  </a:lnTo>
                  <a:lnTo>
                    <a:pt x="7370" y="111230"/>
                  </a:lnTo>
                  <a:lnTo>
                    <a:pt x="7407" y="110822"/>
                  </a:lnTo>
                  <a:lnTo>
                    <a:pt x="7571" y="109033"/>
                  </a:lnTo>
                  <a:lnTo>
                    <a:pt x="8082" y="103428"/>
                  </a:lnTo>
                  <a:lnTo>
                    <a:pt x="7319" y="95897"/>
                  </a:lnTo>
                  <a:lnTo>
                    <a:pt x="6970" y="88422"/>
                  </a:lnTo>
                  <a:lnTo>
                    <a:pt x="6069" y="79588"/>
                  </a:lnTo>
                  <a:lnTo>
                    <a:pt x="6101" y="78852"/>
                  </a:lnTo>
                  <a:lnTo>
                    <a:pt x="6113" y="78577"/>
                  </a:lnTo>
                  <a:lnTo>
                    <a:pt x="6262" y="75101"/>
                  </a:lnTo>
                  <a:lnTo>
                    <a:pt x="8458" y="67688"/>
                  </a:lnTo>
                  <a:lnTo>
                    <a:pt x="7089" y="63759"/>
                  </a:lnTo>
                  <a:lnTo>
                    <a:pt x="5099" y="58691"/>
                  </a:lnTo>
                  <a:lnTo>
                    <a:pt x="2803" y="50498"/>
                  </a:lnTo>
                  <a:lnTo>
                    <a:pt x="239" y="437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82885" y="3553363"/>
              <a:ext cx="477706" cy="389966"/>
            </a:xfrm>
            <a:custGeom>
              <a:avLst/>
              <a:pathLst>
                <a:path w="477706" h="389966">
                  <a:moveTo>
                    <a:pt x="0" y="22674"/>
                  </a:moveTo>
                  <a:lnTo>
                    <a:pt x="15371" y="22121"/>
                  </a:lnTo>
                  <a:lnTo>
                    <a:pt x="25901" y="21708"/>
                  </a:lnTo>
                  <a:lnTo>
                    <a:pt x="28435" y="21605"/>
                  </a:lnTo>
                  <a:lnTo>
                    <a:pt x="37249" y="21230"/>
                  </a:lnTo>
                  <a:lnTo>
                    <a:pt x="46063" y="20840"/>
                  </a:lnTo>
                  <a:lnTo>
                    <a:pt x="56245" y="20393"/>
                  </a:lnTo>
                  <a:lnTo>
                    <a:pt x="62519" y="20107"/>
                  </a:lnTo>
                  <a:lnTo>
                    <a:pt x="74940" y="19483"/>
                  </a:lnTo>
                  <a:lnTo>
                    <a:pt x="81425" y="19146"/>
                  </a:lnTo>
                  <a:lnTo>
                    <a:pt x="85561" y="18851"/>
                  </a:lnTo>
                  <a:lnTo>
                    <a:pt x="96151" y="18081"/>
                  </a:lnTo>
                  <a:lnTo>
                    <a:pt x="101328" y="17678"/>
                  </a:lnTo>
                  <a:lnTo>
                    <a:pt x="110637" y="16942"/>
                  </a:lnTo>
                  <a:lnTo>
                    <a:pt x="115618" y="16480"/>
                  </a:lnTo>
                  <a:lnTo>
                    <a:pt x="127117" y="15395"/>
                  </a:lnTo>
                  <a:lnTo>
                    <a:pt x="131505" y="15000"/>
                  </a:lnTo>
                  <a:lnTo>
                    <a:pt x="143165" y="13935"/>
                  </a:lnTo>
                  <a:lnTo>
                    <a:pt x="145831" y="13712"/>
                  </a:lnTo>
                  <a:lnTo>
                    <a:pt x="157859" y="12694"/>
                  </a:lnTo>
                  <a:lnTo>
                    <a:pt x="159766" y="12529"/>
                  </a:lnTo>
                  <a:lnTo>
                    <a:pt x="173568" y="11192"/>
                  </a:lnTo>
                  <a:lnTo>
                    <a:pt x="176099" y="10895"/>
                  </a:lnTo>
                  <a:lnTo>
                    <a:pt x="186330" y="9685"/>
                  </a:lnTo>
                  <a:lnTo>
                    <a:pt x="201269" y="8222"/>
                  </a:lnTo>
                  <a:lnTo>
                    <a:pt x="203105" y="8039"/>
                  </a:lnTo>
                  <a:lnTo>
                    <a:pt x="206309" y="7653"/>
                  </a:lnTo>
                  <a:lnTo>
                    <a:pt x="218401" y="6178"/>
                  </a:lnTo>
                  <a:lnTo>
                    <a:pt x="225162" y="5381"/>
                  </a:lnTo>
                  <a:lnTo>
                    <a:pt x="236391" y="4039"/>
                  </a:lnTo>
                  <a:lnTo>
                    <a:pt x="251916" y="2055"/>
                  </a:lnTo>
                  <a:lnTo>
                    <a:pt x="252167" y="2023"/>
                  </a:lnTo>
                  <a:lnTo>
                    <a:pt x="265925" y="0"/>
                  </a:lnTo>
                  <a:lnTo>
                    <a:pt x="266827" y="776"/>
                  </a:lnTo>
                  <a:lnTo>
                    <a:pt x="269092" y="2723"/>
                  </a:lnTo>
                  <a:lnTo>
                    <a:pt x="270274" y="5051"/>
                  </a:lnTo>
                  <a:lnTo>
                    <a:pt x="273795" y="5731"/>
                  </a:lnTo>
                  <a:lnTo>
                    <a:pt x="274827" y="9045"/>
                  </a:lnTo>
                  <a:lnTo>
                    <a:pt x="278090" y="12131"/>
                  </a:lnTo>
                  <a:lnTo>
                    <a:pt x="281277" y="14270"/>
                  </a:lnTo>
                  <a:lnTo>
                    <a:pt x="282928" y="16806"/>
                  </a:lnTo>
                  <a:lnTo>
                    <a:pt x="288320" y="18318"/>
                  </a:lnTo>
                  <a:lnTo>
                    <a:pt x="285487" y="23506"/>
                  </a:lnTo>
                  <a:lnTo>
                    <a:pt x="284403" y="28215"/>
                  </a:lnTo>
                  <a:lnTo>
                    <a:pt x="284316" y="30083"/>
                  </a:lnTo>
                  <a:lnTo>
                    <a:pt x="284116" y="34355"/>
                  </a:lnTo>
                  <a:lnTo>
                    <a:pt x="283992" y="36970"/>
                  </a:lnTo>
                  <a:lnTo>
                    <a:pt x="285725" y="44865"/>
                  </a:lnTo>
                  <a:lnTo>
                    <a:pt x="287130" y="49880"/>
                  </a:lnTo>
                  <a:lnTo>
                    <a:pt x="290897" y="55978"/>
                  </a:lnTo>
                  <a:lnTo>
                    <a:pt x="291743" y="59176"/>
                  </a:lnTo>
                  <a:lnTo>
                    <a:pt x="291805" y="64618"/>
                  </a:lnTo>
                  <a:lnTo>
                    <a:pt x="294554" y="66468"/>
                  </a:lnTo>
                  <a:lnTo>
                    <a:pt x="297257" y="69126"/>
                  </a:lnTo>
                  <a:lnTo>
                    <a:pt x="297303" y="71646"/>
                  </a:lnTo>
                  <a:lnTo>
                    <a:pt x="297351" y="74241"/>
                  </a:lnTo>
                  <a:lnTo>
                    <a:pt x="301850" y="77518"/>
                  </a:lnTo>
                  <a:lnTo>
                    <a:pt x="304002" y="79082"/>
                  </a:lnTo>
                  <a:lnTo>
                    <a:pt x="310811" y="84273"/>
                  </a:lnTo>
                  <a:lnTo>
                    <a:pt x="311443" y="84754"/>
                  </a:lnTo>
                  <a:lnTo>
                    <a:pt x="313581" y="88570"/>
                  </a:lnTo>
                  <a:lnTo>
                    <a:pt x="316846" y="88841"/>
                  </a:lnTo>
                  <a:lnTo>
                    <a:pt x="319641" y="92398"/>
                  </a:lnTo>
                  <a:lnTo>
                    <a:pt x="321792" y="96213"/>
                  </a:lnTo>
                  <a:lnTo>
                    <a:pt x="328962" y="99604"/>
                  </a:lnTo>
                  <a:lnTo>
                    <a:pt x="329116" y="99703"/>
                  </a:lnTo>
                  <a:lnTo>
                    <a:pt x="336018" y="104115"/>
                  </a:lnTo>
                  <a:lnTo>
                    <a:pt x="344167" y="110615"/>
                  </a:lnTo>
                  <a:lnTo>
                    <a:pt x="344906" y="113318"/>
                  </a:lnTo>
                  <a:lnTo>
                    <a:pt x="346612" y="119546"/>
                  </a:lnTo>
                  <a:lnTo>
                    <a:pt x="348874" y="123697"/>
                  </a:lnTo>
                  <a:lnTo>
                    <a:pt x="347118" y="127981"/>
                  </a:lnTo>
                  <a:lnTo>
                    <a:pt x="350263" y="133751"/>
                  </a:lnTo>
                  <a:lnTo>
                    <a:pt x="351715" y="137917"/>
                  </a:lnTo>
                  <a:lnTo>
                    <a:pt x="352140" y="139134"/>
                  </a:lnTo>
                  <a:lnTo>
                    <a:pt x="356726" y="142577"/>
                  </a:lnTo>
                  <a:lnTo>
                    <a:pt x="359437" y="142642"/>
                  </a:lnTo>
                  <a:lnTo>
                    <a:pt x="362809" y="138782"/>
                  </a:lnTo>
                  <a:lnTo>
                    <a:pt x="364501" y="134080"/>
                  </a:lnTo>
                  <a:lnTo>
                    <a:pt x="365636" y="133986"/>
                  </a:lnTo>
                  <a:lnTo>
                    <a:pt x="369358" y="133673"/>
                  </a:lnTo>
                  <a:lnTo>
                    <a:pt x="376238" y="136083"/>
                  </a:lnTo>
                  <a:lnTo>
                    <a:pt x="377773" y="136260"/>
                  </a:lnTo>
                  <a:lnTo>
                    <a:pt x="380959" y="136626"/>
                  </a:lnTo>
                  <a:lnTo>
                    <a:pt x="383790" y="138096"/>
                  </a:lnTo>
                  <a:lnTo>
                    <a:pt x="389430" y="141017"/>
                  </a:lnTo>
                  <a:lnTo>
                    <a:pt x="389560" y="144823"/>
                  </a:lnTo>
                  <a:lnTo>
                    <a:pt x="386579" y="148114"/>
                  </a:lnTo>
                  <a:lnTo>
                    <a:pt x="384116" y="152461"/>
                  </a:lnTo>
                  <a:lnTo>
                    <a:pt x="385479" y="155676"/>
                  </a:lnTo>
                  <a:lnTo>
                    <a:pt x="386701" y="157987"/>
                  </a:lnTo>
                  <a:lnTo>
                    <a:pt x="386934" y="162169"/>
                  </a:lnTo>
                  <a:lnTo>
                    <a:pt x="383222" y="168466"/>
                  </a:lnTo>
                  <a:lnTo>
                    <a:pt x="382923" y="169719"/>
                  </a:lnTo>
                  <a:lnTo>
                    <a:pt x="382651" y="170856"/>
                  </a:lnTo>
                  <a:lnTo>
                    <a:pt x="382172" y="172860"/>
                  </a:lnTo>
                  <a:lnTo>
                    <a:pt x="381535" y="177985"/>
                  </a:lnTo>
                  <a:lnTo>
                    <a:pt x="378537" y="182839"/>
                  </a:lnTo>
                  <a:lnTo>
                    <a:pt x="377983" y="183735"/>
                  </a:lnTo>
                  <a:lnTo>
                    <a:pt x="376949" y="188611"/>
                  </a:lnTo>
                  <a:lnTo>
                    <a:pt x="378352" y="196074"/>
                  </a:lnTo>
                  <a:lnTo>
                    <a:pt x="381694" y="200485"/>
                  </a:lnTo>
                  <a:lnTo>
                    <a:pt x="386959" y="204604"/>
                  </a:lnTo>
                  <a:lnTo>
                    <a:pt x="389574" y="207207"/>
                  </a:lnTo>
                  <a:lnTo>
                    <a:pt x="390650" y="207694"/>
                  </a:lnTo>
                  <a:lnTo>
                    <a:pt x="396306" y="210249"/>
                  </a:lnTo>
                  <a:lnTo>
                    <a:pt x="399713" y="212924"/>
                  </a:lnTo>
                  <a:lnTo>
                    <a:pt x="405100" y="216245"/>
                  </a:lnTo>
                  <a:lnTo>
                    <a:pt x="408778" y="216111"/>
                  </a:lnTo>
                  <a:lnTo>
                    <a:pt x="407924" y="220374"/>
                  </a:lnTo>
                  <a:lnTo>
                    <a:pt x="411112" y="223418"/>
                  </a:lnTo>
                  <a:lnTo>
                    <a:pt x="411881" y="224152"/>
                  </a:lnTo>
                  <a:lnTo>
                    <a:pt x="416476" y="220670"/>
                  </a:lnTo>
                  <a:lnTo>
                    <a:pt x="421669" y="224321"/>
                  </a:lnTo>
                  <a:lnTo>
                    <a:pt x="427910" y="227124"/>
                  </a:lnTo>
                  <a:lnTo>
                    <a:pt x="428726" y="228594"/>
                  </a:lnTo>
                  <a:lnTo>
                    <a:pt x="430410" y="231626"/>
                  </a:lnTo>
                  <a:lnTo>
                    <a:pt x="436014" y="234075"/>
                  </a:lnTo>
                  <a:lnTo>
                    <a:pt x="441029" y="235824"/>
                  </a:lnTo>
                  <a:lnTo>
                    <a:pt x="442807" y="241868"/>
                  </a:lnTo>
                  <a:lnTo>
                    <a:pt x="444120" y="245645"/>
                  </a:lnTo>
                  <a:lnTo>
                    <a:pt x="443970" y="246553"/>
                  </a:lnTo>
                  <a:lnTo>
                    <a:pt x="443805" y="247547"/>
                  </a:lnTo>
                  <a:lnTo>
                    <a:pt x="443373" y="250154"/>
                  </a:lnTo>
                  <a:lnTo>
                    <a:pt x="446841" y="255273"/>
                  </a:lnTo>
                  <a:lnTo>
                    <a:pt x="450548" y="259980"/>
                  </a:lnTo>
                  <a:lnTo>
                    <a:pt x="450917" y="264436"/>
                  </a:lnTo>
                  <a:lnTo>
                    <a:pt x="447959" y="266712"/>
                  </a:lnTo>
                  <a:lnTo>
                    <a:pt x="446633" y="267731"/>
                  </a:lnTo>
                  <a:lnTo>
                    <a:pt x="445563" y="271628"/>
                  </a:lnTo>
                  <a:lnTo>
                    <a:pt x="448123" y="273145"/>
                  </a:lnTo>
                  <a:lnTo>
                    <a:pt x="449051" y="273693"/>
                  </a:lnTo>
                  <a:lnTo>
                    <a:pt x="450705" y="279208"/>
                  </a:lnTo>
                  <a:lnTo>
                    <a:pt x="456523" y="285913"/>
                  </a:lnTo>
                  <a:lnTo>
                    <a:pt x="458846" y="290939"/>
                  </a:lnTo>
                  <a:lnTo>
                    <a:pt x="462526" y="291665"/>
                  </a:lnTo>
                  <a:lnTo>
                    <a:pt x="466151" y="292379"/>
                  </a:lnTo>
                  <a:lnTo>
                    <a:pt x="470734" y="294043"/>
                  </a:lnTo>
                  <a:lnTo>
                    <a:pt x="475101" y="294151"/>
                  </a:lnTo>
                  <a:lnTo>
                    <a:pt x="477706" y="295936"/>
                  </a:lnTo>
                  <a:lnTo>
                    <a:pt x="477546" y="297105"/>
                  </a:lnTo>
                  <a:lnTo>
                    <a:pt x="476900" y="301831"/>
                  </a:lnTo>
                  <a:lnTo>
                    <a:pt x="475485" y="305943"/>
                  </a:lnTo>
                  <a:lnTo>
                    <a:pt x="475518" y="311031"/>
                  </a:lnTo>
                  <a:lnTo>
                    <a:pt x="475541" y="311277"/>
                  </a:lnTo>
                  <a:lnTo>
                    <a:pt x="475786" y="313906"/>
                  </a:lnTo>
                  <a:lnTo>
                    <a:pt x="473040" y="317716"/>
                  </a:lnTo>
                  <a:lnTo>
                    <a:pt x="476165" y="322066"/>
                  </a:lnTo>
                  <a:lnTo>
                    <a:pt x="475575" y="323117"/>
                  </a:lnTo>
                  <a:lnTo>
                    <a:pt x="474211" y="325547"/>
                  </a:lnTo>
                  <a:lnTo>
                    <a:pt x="472833" y="330663"/>
                  </a:lnTo>
                  <a:lnTo>
                    <a:pt x="469165" y="330405"/>
                  </a:lnTo>
                  <a:lnTo>
                    <a:pt x="465520" y="326808"/>
                  </a:lnTo>
                  <a:lnTo>
                    <a:pt x="465336" y="326840"/>
                  </a:lnTo>
                  <a:lnTo>
                    <a:pt x="461788" y="327438"/>
                  </a:lnTo>
                  <a:lnTo>
                    <a:pt x="460366" y="332877"/>
                  </a:lnTo>
                  <a:lnTo>
                    <a:pt x="455365" y="333167"/>
                  </a:lnTo>
                  <a:lnTo>
                    <a:pt x="450762" y="333022"/>
                  </a:lnTo>
                  <a:lnTo>
                    <a:pt x="449245" y="336406"/>
                  </a:lnTo>
                  <a:lnTo>
                    <a:pt x="451886" y="339596"/>
                  </a:lnTo>
                  <a:lnTo>
                    <a:pt x="453511" y="342548"/>
                  </a:lnTo>
                  <a:lnTo>
                    <a:pt x="452444" y="346350"/>
                  </a:lnTo>
                  <a:lnTo>
                    <a:pt x="455084" y="349679"/>
                  </a:lnTo>
                  <a:lnTo>
                    <a:pt x="454561" y="352688"/>
                  </a:lnTo>
                  <a:lnTo>
                    <a:pt x="453010" y="352927"/>
                  </a:lnTo>
                  <a:lnTo>
                    <a:pt x="449154" y="353522"/>
                  </a:lnTo>
                  <a:lnTo>
                    <a:pt x="448703" y="356549"/>
                  </a:lnTo>
                  <a:lnTo>
                    <a:pt x="453024" y="358757"/>
                  </a:lnTo>
                  <a:lnTo>
                    <a:pt x="450061" y="362602"/>
                  </a:lnTo>
                  <a:lnTo>
                    <a:pt x="444680" y="362376"/>
                  </a:lnTo>
                  <a:lnTo>
                    <a:pt x="443891" y="364518"/>
                  </a:lnTo>
                  <a:lnTo>
                    <a:pt x="448815" y="367372"/>
                  </a:lnTo>
                  <a:lnTo>
                    <a:pt x="449106" y="367540"/>
                  </a:lnTo>
                  <a:lnTo>
                    <a:pt x="451788" y="371369"/>
                  </a:lnTo>
                  <a:lnTo>
                    <a:pt x="448543" y="374577"/>
                  </a:lnTo>
                  <a:lnTo>
                    <a:pt x="446162" y="376723"/>
                  </a:lnTo>
                  <a:lnTo>
                    <a:pt x="445897" y="382187"/>
                  </a:lnTo>
                  <a:lnTo>
                    <a:pt x="443244" y="384257"/>
                  </a:lnTo>
                  <a:lnTo>
                    <a:pt x="431484" y="385797"/>
                  </a:lnTo>
                  <a:lnTo>
                    <a:pt x="427412" y="386318"/>
                  </a:lnTo>
                  <a:lnTo>
                    <a:pt x="417298" y="387599"/>
                  </a:lnTo>
                  <a:lnTo>
                    <a:pt x="404332" y="389260"/>
                  </a:lnTo>
                  <a:lnTo>
                    <a:pt x="398755" y="389966"/>
                  </a:lnTo>
                  <a:lnTo>
                    <a:pt x="400346" y="385293"/>
                  </a:lnTo>
                  <a:lnTo>
                    <a:pt x="402884" y="379236"/>
                  </a:lnTo>
                  <a:lnTo>
                    <a:pt x="406761" y="376463"/>
                  </a:lnTo>
                  <a:lnTo>
                    <a:pt x="407403" y="372423"/>
                  </a:lnTo>
                  <a:lnTo>
                    <a:pt x="409460" y="370935"/>
                  </a:lnTo>
                  <a:lnTo>
                    <a:pt x="411638" y="369359"/>
                  </a:lnTo>
                  <a:lnTo>
                    <a:pt x="414020" y="364566"/>
                  </a:lnTo>
                  <a:lnTo>
                    <a:pt x="417224" y="360907"/>
                  </a:lnTo>
                  <a:lnTo>
                    <a:pt x="416748" y="356245"/>
                  </a:lnTo>
                  <a:lnTo>
                    <a:pt x="416289" y="353728"/>
                  </a:lnTo>
                  <a:lnTo>
                    <a:pt x="411495" y="351774"/>
                  </a:lnTo>
                  <a:lnTo>
                    <a:pt x="410353" y="347985"/>
                  </a:lnTo>
                  <a:lnTo>
                    <a:pt x="409153" y="345020"/>
                  </a:lnTo>
                  <a:lnTo>
                    <a:pt x="404492" y="345515"/>
                  </a:lnTo>
                  <a:lnTo>
                    <a:pt x="385403" y="347506"/>
                  </a:lnTo>
                  <a:lnTo>
                    <a:pt x="379719" y="348146"/>
                  </a:lnTo>
                  <a:lnTo>
                    <a:pt x="366518" y="349612"/>
                  </a:lnTo>
                  <a:lnTo>
                    <a:pt x="365239" y="349756"/>
                  </a:lnTo>
                  <a:lnTo>
                    <a:pt x="348939" y="351565"/>
                  </a:lnTo>
                  <a:lnTo>
                    <a:pt x="341373" y="352396"/>
                  </a:lnTo>
                  <a:lnTo>
                    <a:pt x="321968" y="354481"/>
                  </a:lnTo>
                  <a:lnTo>
                    <a:pt x="321831" y="354494"/>
                  </a:lnTo>
                  <a:lnTo>
                    <a:pt x="318818" y="354767"/>
                  </a:lnTo>
                  <a:lnTo>
                    <a:pt x="305371" y="355969"/>
                  </a:lnTo>
                  <a:lnTo>
                    <a:pt x="303296" y="356183"/>
                  </a:lnTo>
                  <a:lnTo>
                    <a:pt x="281426" y="358389"/>
                  </a:lnTo>
                  <a:lnTo>
                    <a:pt x="272032" y="359302"/>
                  </a:lnTo>
                  <a:lnTo>
                    <a:pt x="269944" y="359502"/>
                  </a:lnTo>
                  <a:lnTo>
                    <a:pt x="255983" y="360825"/>
                  </a:lnTo>
                  <a:lnTo>
                    <a:pt x="243488" y="361920"/>
                  </a:lnTo>
                  <a:lnTo>
                    <a:pt x="241035" y="362131"/>
                  </a:lnTo>
                  <a:lnTo>
                    <a:pt x="226497" y="363417"/>
                  </a:lnTo>
                  <a:lnTo>
                    <a:pt x="221848" y="363820"/>
                  </a:lnTo>
                  <a:lnTo>
                    <a:pt x="220790" y="363911"/>
                  </a:lnTo>
                  <a:lnTo>
                    <a:pt x="201782" y="365516"/>
                  </a:lnTo>
                  <a:lnTo>
                    <a:pt x="190097" y="366427"/>
                  </a:lnTo>
                  <a:lnTo>
                    <a:pt x="188541" y="366546"/>
                  </a:lnTo>
                  <a:lnTo>
                    <a:pt x="180730" y="367140"/>
                  </a:lnTo>
                  <a:lnTo>
                    <a:pt x="169729" y="367964"/>
                  </a:lnTo>
                  <a:lnTo>
                    <a:pt x="161620" y="368558"/>
                  </a:lnTo>
                  <a:lnTo>
                    <a:pt x="149972" y="369445"/>
                  </a:lnTo>
                  <a:lnTo>
                    <a:pt x="143501" y="369927"/>
                  </a:lnTo>
                  <a:lnTo>
                    <a:pt x="135250" y="370493"/>
                  </a:lnTo>
                  <a:lnTo>
                    <a:pt x="115361" y="371808"/>
                  </a:lnTo>
                  <a:lnTo>
                    <a:pt x="97389" y="373004"/>
                  </a:lnTo>
                  <a:lnTo>
                    <a:pt x="96816" y="363186"/>
                  </a:lnTo>
                  <a:lnTo>
                    <a:pt x="96520" y="358388"/>
                  </a:lnTo>
                  <a:lnTo>
                    <a:pt x="95991" y="349833"/>
                  </a:lnTo>
                  <a:lnTo>
                    <a:pt x="94817" y="329673"/>
                  </a:lnTo>
                  <a:lnTo>
                    <a:pt x="94508" y="324651"/>
                  </a:lnTo>
                  <a:lnTo>
                    <a:pt x="93956" y="315679"/>
                  </a:lnTo>
                  <a:lnTo>
                    <a:pt x="93074" y="300213"/>
                  </a:lnTo>
                  <a:lnTo>
                    <a:pt x="92947" y="297978"/>
                  </a:lnTo>
                  <a:lnTo>
                    <a:pt x="92715" y="293921"/>
                  </a:lnTo>
                  <a:lnTo>
                    <a:pt x="91428" y="272862"/>
                  </a:lnTo>
                  <a:lnTo>
                    <a:pt x="91325" y="271167"/>
                  </a:lnTo>
                  <a:lnTo>
                    <a:pt x="91276" y="270376"/>
                  </a:lnTo>
                  <a:lnTo>
                    <a:pt x="89913" y="243836"/>
                  </a:lnTo>
                  <a:lnTo>
                    <a:pt x="89679" y="239559"/>
                  </a:lnTo>
                  <a:lnTo>
                    <a:pt x="89570" y="237562"/>
                  </a:lnTo>
                  <a:lnTo>
                    <a:pt x="88726" y="222128"/>
                  </a:lnTo>
                  <a:lnTo>
                    <a:pt x="87919" y="209023"/>
                  </a:lnTo>
                  <a:lnTo>
                    <a:pt x="87443" y="201306"/>
                  </a:lnTo>
                  <a:lnTo>
                    <a:pt x="86293" y="178671"/>
                  </a:lnTo>
                  <a:lnTo>
                    <a:pt x="86282" y="178445"/>
                  </a:lnTo>
                  <a:lnTo>
                    <a:pt x="85749" y="169194"/>
                  </a:lnTo>
                  <a:lnTo>
                    <a:pt x="85075" y="157503"/>
                  </a:lnTo>
                  <a:lnTo>
                    <a:pt x="84775" y="152092"/>
                  </a:lnTo>
                  <a:lnTo>
                    <a:pt x="84554" y="148121"/>
                  </a:lnTo>
                  <a:lnTo>
                    <a:pt x="84439" y="146066"/>
                  </a:lnTo>
                  <a:lnTo>
                    <a:pt x="85257" y="142389"/>
                  </a:lnTo>
                  <a:lnTo>
                    <a:pt x="84580" y="142389"/>
                  </a:lnTo>
                  <a:lnTo>
                    <a:pt x="83091" y="142390"/>
                  </a:lnTo>
                  <a:lnTo>
                    <a:pt x="79141" y="140229"/>
                  </a:lnTo>
                  <a:lnTo>
                    <a:pt x="75061" y="141719"/>
                  </a:lnTo>
                  <a:lnTo>
                    <a:pt x="71526" y="139234"/>
                  </a:lnTo>
                  <a:lnTo>
                    <a:pt x="70984" y="138853"/>
                  </a:lnTo>
                  <a:lnTo>
                    <a:pt x="69048" y="135861"/>
                  </a:lnTo>
                  <a:lnTo>
                    <a:pt x="66769" y="133204"/>
                  </a:lnTo>
                  <a:lnTo>
                    <a:pt x="63083" y="129087"/>
                  </a:lnTo>
                  <a:lnTo>
                    <a:pt x="64018" y="123034"/>
                  </a:lnTo>
                  <a:lnTo>
                    <a:pt x="60104" y="122639"/>
                  </a:lnTo>
                  <a:lnTo>
                    <a:pt x="58711" y="120808"/>
                  </a:lnTo>
                  <a:lnTo>
                    <a:pt x="57515" y="119236"/>
                  </a:lnTo>
                  <a:lnTo>
                    <a:pt x="52701" y="114830"/>
                  </a:lnTo>
                  <a:lnTo>
                    <a:pt x="49720" y="111621"/>
                  </a:lnTo>
                  <a:lnTo>
                    <a:pt x="48134" y="109912"/>
                  </a:lnTo>
                  <a:lnTo>
                    <a:pt x="50495" y="107782"/>
                  </a:lnTo>
                  <a:lnTo>
                    <a:pt x="52384" y="106069"/>
                  </a:lnTo>
                  <a:lnTo>
                    <a:pt x="52501" y="104445"/>
                  </a:lnTo>
                  <a:lnTo>
                    <a:pt x="52748" y="101010"/>
                  </a:lnTo>
                  <a:lnTo>
                    <a:pt x="57010" y="97831"/>
                  </a:lnTo>
                  <a:lnTo>
                    <a:pt x="56841" y="94638"/>
                  </a:lnTo>
                  <a:lnTo>
                    <a:pt x="61637" y="94267"/>
                  </a:lnTo>
                  <a:lnTo>
                    <a:pt x="64111" y="91891"/>
                  </a:lnTo>
                  <a:lnTo>
                    <a:pt x="63271" y="89897"/>
                  </a:lnTo>
                  <a:lnTo>
                    <a:pt x="62578" y="85780"/>
                  </a:lnTo>
                  <a:lnTo>
                    <a:pt x="62493" y="85278"/>
                  </a:lnTo>
                  <a:lnTo>
                    <a:pt x="58915" y="81154"/>
                  </a:lnTo>
                  <a:lnTo>
                    <a:pt x="57252" y="79146"/>
                  </a:lnTo>
                  <a:lnTo>
                    <a:pt x="54471" y="79487"/>
                  </a:lnTo>
                  <a:lnTo>
                    <a:pt x="52784" y="79693"/>
                  </a:lnTo>
                  <a:lnTo>
                    <a:pt x="48770" y="83042"/>
                  </a:lnTo>
                  <a:lnTo>
                    <a:pt x="44539" y="80353"/>
                  </a:lnTo>
                  <a:lnTo>
                    <a:pt x="38391" y="76495"/>
                  </a:lnTo>
                  <a:lnTo>
                    <a:pt x="32979" y="71903"/>
                  </a:lnTo>
                  <a:lnTo>
                    <a:pt x="30144" y="69509"/>
                  </a:lnTo>
                  <a:lnTo>
                    <a:pt x="27878" y="69827"/>
                  </a:lnTo>
                  <a:lnTo>
                    <a:pt x="25564" y="66233"/>
                  </a:lnTo>
                  <a:lnTo>
                    <a:pt x="26752" y="62816"/>
                  </a:lnTo>
                  <a:lnTo>
                    <a:pt x="24077" y="60108"/>
                  </a:lnTo>
                  <a:lnTo>
                    <a:pt x="20612" y="56158"/>
                  </a:lnTo>
                  <a:lnTo>
                    <a:pt x="20958" y="51994"/>
                  </a:lnTo>
                  <a:lnTo>
                    <a:pt x="15900" y="50265"/>
                  </a:lnTo>
                  <a:lnTo>
                    <a:pt x="15836" y="49944"/>
                  </a:lnTo>
                  <a:lnTo>
                    <a:pt x="15808" y="49804"/>
                  </a:lnTo>
                  <a:lnTo>
                    <a:pt x="15349" y="47497"/>
                  </a:lnTo>
                  <a:lnTo>
                    <a:pt x="12256" y="46037"/>
                  </a:lnTo>
                  <a:lnTo>
                    <a:pt x="8547" y="45120"/>
                  </a:lnTo>
                  <a:lnTo>
                    <a:pt x="9197" y="41267"/>
                  </a:lnTo>
                  <a:lnTo>
                    <a:pt x="8510" y="38710"/>
                  </a:lnTo>
                  <a:lnTo>
                    <a:pt x="5901" y="32988"/>
                  </a:lnTo>
                  <a:lnTo>
                    <a:pt x="5084" y="30395"/>
                  </a:lnTo>
                  <a:lnTo>
                    <a:pt x="3792" y="27834"/>
                  </a:lnTo>
                  <a:lnTo>
                    <a:pt x="3644" y="27541"/>
                  </a:lnTo>
                  <a:lnTo>
                    <a:pt x="818" y="2779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907487" y="4229700"/>
              <a:ext cx="250377" cy="427579"/>
            </a:xfrm>
            <a:custGeom>
              <a:avLst/>
              <a:pathLst>
                <a:path w="250377" h="427579">
                  <a:moveTo>
                    <a:pt x="1470" y="351175"/>
                  </a:moveTo>
                  <a:lnTo>
                    <a:pt x="5776" y="351290"/>
                  </a:lnTo>
                  <a:lnTo>
                    <a:pt x="9678" y="348295"/>
                  </a:lnTo>
                  <a:lnTo>
                    <a:pt x="7306" y="344466"/>
                  </a:lnTo>
                  <a:lnTo>
                    <a:pt x="7199" y="339961"/>
                  </a:lnTo>
                  <a:lnTo>
                    <a:pt x="8473" y="335602"/>
                  </a:lnTo>
                  <a:lnTo>
                    <a:pt x="7526" y="330523"/>
                  </a:lnTo>
                  <a:lnTo>
                    <a:pt x="9304" y="327225"/>
                  </a:lnTo>
                  <a:lnTo>
                    <a:pt x="13078" y="325814"/>
                  </a:lnTo>
                  <a:lnTo>
                    <a:pt x="11289" y="322390"/>
                  </a:lnTo>
                  <a:lnTo>
                    <a:pt x="10575" y="319607"/>
                  </a:lnTo>
                  <a:lnTo>
                    <a:pt x="15449" y="317048"/>
                  </a:lnTo>
                  <a:lnTo>
                    <a:pt x="15935" y="309300"/>
                  </a:lnTo>
                  <a:lnTo>
                    <a:pt x="20399" y="307744"/>
                  </a:lnTo>
                  <a:lnTo>
                    <a:pt x="20240" y="307544"/>
                  </a:lnTo>
                  <a:lnTo>
                    <a:pt x="16954" y="303388"/>
                  </a:lnTo>
                  <a:lnTo>
                    <a:pt x="17644" y="299532"/>
                  </a:lnTo>
                  <a:lnTo>
                    <a:pt x="21828" y="299908"/>
                  </a:lnTo>
                  <a:lnTo>
                    <a:pt x="24962" y="296447"/>
                  </a:lnTo>
                  <a:lnTo>
                    <a:pt x="25581" y="295763"/>
                  </a:lnTo>
                  <a:lnTo>
                    <a:pt x="29223" y="291627"/>
                  </a:lnTo>
                  <a:lnTo>
                    <a:pt x="29082" y="287009"/>
                  </a:lnTo>
                  <a:lnTo>
                    <a:pt x="33406" y="285359"/>
                  </a:lnTo>
                  <a:lnTo>
                    <a:pt x="35822" y="281937"/>
                  </a:lnTo>
                  <a:lnTo>
                    <a:pt x="35736" y="279611"/>
                  </a:lnTo>
                  <a:lnTo>
                    <a:pt x="38609" y="274885"/>
                  </a:lnTo>
                  <a:lnTo>
                    <a:pt x="38202" y="274325"/>
                  </a:lnTo>
                  <a:lnTo>
                    <a:pt x="32322" y="266213"/>
                  </a:lnTo>
                  <a:lnTo>
                    <a:pt x="40907" y="264745"/>
                  </a:lnTo>
                  <a:lnTo>
                    <a:pt x="43549" y="258468"/>
                  </a:lnTo>
                  <a:lnTo>
                    <a:pt x="45038" y="253204"/>
                  </a:lnTo>
                  <a:lnTo>
                    <a:pt x="40145" y="252879"/>
                  </a:lnTo>
                  <a:lnTo>
                    <a:pt x="41078" y="246414"/>
                  </a:lnTo>
                  <a:lnTo>
                    <a:pt x="34585" y="245911"/>
                  </a:lnTo>
                  <a:lnTo>
                    <a:pt x="33437" y="239589"/>
                  </a:lnTo>
                  <a:lnTo>
                    <a:pt x="37016" y="238843"/>
                  </a:lnTo>
                  <a:lnTo>
                    <a:pt x="33769" y="234215"/>
                  </a:lnTo>
                  <a:lnTo>
                    <a:pt x="33279" y="233790"/>
                  </a:lnTo>
                  <a:lnTo>
                    <a:pt x="31340" y="232112"/>
                  </a:lnTo>
                  <a:lnTo>
                    <a:pt x="29255" y="224955"/>
                  </a:lnTo>
                  <a:lnTo>
                    <a:pt x="31990" y="221157"/>
                  </a:lnTo>
                  <a:lnTo>
                    <a:pt x="27729" y="220349"/>
                  </a:lnTo>
                  <a:lnTo>
                    <a:pt x="24226" y="217570"/>
                  </a:lnTo>
                  <a:lnTo>
                    <a:pt x="23641" y="214456"/>
                  </a:lnTo>
                  <a:lnTo>
                    <a:pt x="25090" y="211122"/>
                  </a:lnTo>
                  <a:lnTo>
                    <a:pt x="29689" y="207182"/>
                  </a:lnTo>
                  <a:lnTo>
                    <a:pt x="29187" y="202947"/>
                  </a:lnTo>
                  <a:lnTo>
                    <a:pt x="24296" y="199736"/>
                  </a:lnTo>
                  <a:lnTo>
                    <a:pt x="21799" y="197941"/>
                  </a:lnTo>
                  <a:lnTo>
                    <a:pt x="22214" y="197276"/>
                  </a:lnTo>
                  <a:lnTo>
                    <a:pt x="24729" y="193240"/>
                  </a:lnTo>
                  <a:lnTo>
                    <a:pt x="19973" y="189913"/>
                  </a:lnTo>
                  <a:lnTo>
                    <a:pt x="21708" y="186530"/>
                  </a:lnTo>
                  <a:lnTo>
                    <a:pt x="25282" y="186462"/>
                  </a:lnTo>
                  <a:lnTo>
                    <a:pt x="26339" y="182056"/>
                  </a:lnTo>
                  <a:lnTo>
                    <a:pt x="27059" y="177438"/>
                  </a:lnTo>
                  <a:lnTo>
                    <a:pt x="25463" y="174055"/>
                  </a:lnTo>
                  <a:lnTo>
                    <a:pt x="22546" y="173785"/>
                  </a:lnTo>
                  <a:lnTo>
                    <a:pt x="20783" y="167974"/>
                  </a:lnTo>
                  <a:lnTo>
                    <a:pt x="22495" y="163946"/>
                  </a:lnTo>
                  <a:lnTo>
                    <a:pt x="19761" y="161262"/>
                  </a:lnTo>
                  <a:lnTo>
                    <a:pt x="17728" y="158407"/>
                  </a:lnTo>
                  <a:lnTo>
                    <a:pt x="16208" y="155890"/>
                  </a:lnTo>
                  <a:lnTo>
                    <a:pt x="14011" y="152942"/>
                  </a:lnTo>
                  <a:lnTo>
                    <a:pt x="14552" y="151472"/>
                  </a:lnTo>
                  <a:lnTo>
                    <a:pt x="15574" y="148698"/>
                  </a:lnTo>
                  <a:lnTo>
                    <a:pt x="19498" y="145262"/>
                  </a:lnTo>
                  <a:lnTo>
                    <a:pt x="15744" y="142148"/>
                  </a:lnTo>
                  <a:lnTo>
                    <a:pt x="21263" y="140747"/>
                  </a:lnTo>
                  <a:lnTo>
                    <a:pt x="22677" y="135900"/>
                  </a:lnTo>
                  <a:lnTo>
                    <a:pt x="17504" y="133587"/>
                  </a:lnTo>
                  <a:lnTo>
                    <a:pt x="19580" y="130976"/>
                  </a:lnTo>
                  <a:lnTo>
                    <a:pt x="21442" y="130620"/>
                  </a:lnTo>
                  <a:lnTo>
                    <a:pt x="25789" y="131275"/>
                  </a:lnTo>
                  <a:lnTo>
                    <a:pt x="25559" y="127607"/>
                  </a:lnTo>
                  <a:lnTo>
                    <a:pt x="23414" y="126243"/>
                  </a:lnTo>
                  <a:lnTo>
                    <a:pt x="22371" y="121700"/>
                  </a:lnTo>
                  <a:lnTo>
                    <a:pt x="24637" y="118801"/>
                  </a:lnTo>
                  <a:lnTo>
                    <a:pt x="23653" y="115782"/>
                  </a:lnTo>
                  <a:lnTo>
                    <a:pt x="19708" y="114665"/>
                  </a:lnTo>
                  <a:lnTo>
                    <a:pt x="22421" y="112307"/>
                  </a:lnTo>
                  <a:lnTo>
                    <a:pt x="25613" y="112672"/>
                  </a:lnTo>
                  <a:lnTo>
                    <a:pt x="27226" y="110485"/>
                  </a:lnTo>
                  <a:lnTo>
                    <a:pt x="29763" y="108647"/>
                  </a:lnTo>
                  <a:lnTo>
                    <a:pt x="33307" y="107497"/>
                  </a:lnTo>
                  <a:lnTo>
                    <a:pt x="34217" y="103455"/>
                  </a:lnTo>
                  <a:lnTo>
                    <a:pt x="32115" y="101706"/>
                  </a:lnTo>
                  <a:lnTo>
                    <a:pt x="28742" y="100784"/>
                  </a:lnTo>
                  <a:lnTo>
                    <a:pt x="28790" y="100164"/>
                  </a:lnTo>
                  <a:lnTo>
                    <a:pt x="28815" y="99843"/>
                  </a:lnTo>
                  <a:lnTo>
                    <a:pt x="29009" y="97318"/>
                  </a:lnTo>
                  <a:lnTo>
                    <a:pt x="32047" y="95926"/>
                  </a:lnTo>
                  <a:lnTo>
                    <a:pt x="32691" y="93812"/>
                  </a:lnTo>
                  <a:lnTo>
                    <a:pt x="31505" y="90446"/>
                  </a:lnTo>
                  <a:lnTo>
                    <a:pt x="35326" y="89009"/>
                  </a:lnTo>
                  <a:lnTo>
                    <a:pt x="36909" y="85053"/>
                  </a:lnTo>
                  <a:lnTo>
                    <a:pt x="41141" y="83733"/>
                  </a:lnTo>
                  <a:lnTo>
                    <a:pt x="39791" y="79203"/>
                  </a:lnTo>
                  <a:lnTo>
                    <a:pt x="42192" y="77072"/>
                  </a:lnTo>
                  <a:lnTo>
                    <a:pt x="47361" y="78987"/>
                  </a:lnTo>
                  <a:lnTo>
                    <a:pt x="48310" y="74679"/>
                  </a:lnTo>
                  <a:lnTo>
                    <a:pt x="52771" y="71450"/>
                  </a:lnTo>
                  <a:lnTo>
                    <a:pt x="51792" y="67742"/>
                  </a:lnTo>
                  <a:lnTo>
                    <a:pt x="52246" y="61921"/>
                  </a:lnTo>
                  <a:lnTo>
                    <a:pt x="53306" y="58024"/>
                  </a:lnTo>
                  <a:lnTo>
                    <a:pt x="50178" y="54212"/>
                  </a:lnTo>
                  <a:lnTo>
                    <a:pt x="50923" y="52737"/>
                  </a:lnTo>
                  <a:lnTo>
                    <a:pt x="52409" y="49792"/>
                  </a:lnTo>
                  <a:lnTo>
                    <a:pt x="52364" y="46421"/>
                  </a:lnTo>
                  <a:lnTo>
                    <a:pt x="54708" y="40695"/>
                  </a:lnTo>
                  <a:lnTo>
                    <a:pt x="56772" y="38341"/>
                  </a:lnTo>
                  <a:lnTo>
                    <a:pt x="57058" y="34279"/>
                  </a:lnTo>
                  <a:lnTo>
                    <a:pt x="61029" y="33798"/>
                  </a:lnTo>
                  <a:lnTo>
                    <a:pt x="61481" y="33743"/>
                  </a:lnTo>
                  <a:lnTo>
                    <a:pt x="67430" y="29880"/>
                  </a:lnTo>
                  <a:lnTo>
                    <a:pt x="67564" y="29764"/>
                  </a:lnTo>
                  <a:lnTo>
                    <a:pt x="71617" y="26281"/>
                  </a:lnTo>
                  <a:lnTo>
                    <a:pt x="71742" y="23618"/>
                  </a:lnTo>
                  <a:lnTo>
                    <a:pt x="66611" y="19130"/>
                  </a:lnTo>
                  <a:lnTo>
                    <a:pt x="103127" y="14932"/>
                  </a:lnTo>
                  <a:lnTo>
                    <a:pt x="108157" y="14329"/>
                  </a:lnTo>
                  <a:lnTo>
                    <a:pt x="109415" y="14177"/>
                  </a:lnTo>
                  <a:lnTo>
                    <a:pt x="113854" y="13640"/>
                  </a:lnTo>
                  <a:lnTo>
                    <a:pt x="128691" y="11821"/>
                  </a:lnTo>
                  <a:lnTo>
                    <a:pt x="134523" y="11063"/>
                  </a:lnTo>
                  <a:lnTo>
                    <a:pt x="145466" y="9626"/>
                  </a:lnTo>
                  <a:lnTo>
                    <a:pt x="157635" y="8003"/>
                  </a:lnTo>
                  <a:lnTo>
                    <a:pt x="158302" y="7915"/>
                  </a:lnTo>
                  <a:lnTo>
                    <a:pt x="172051" y="6079"/>
                  </a:lnTo>
                  <a:lnTo>
                    <a:pt x="174632" y="5731"/>
                  </a:lnTo>
                  <a:lnTo>
                    <a:pt x="197053" y="2622"/>
                  </a:lnTo>
                  <a:lnTo>
                    <a:pt x="203383" y="1769"/>
                  </a:lnTo>
                  <a:lnTo>
                    <a:pt x="204584" y="1607"/>
                  </a:lnTo>
                  <a:lnTo>
                    <a:pt x="212048" y="591"/>
                  </a:lnTo>
                  <a:lnTo>
                    <a:pt x="216153" y="0"/>
                  </a:lnTo>
                  <a:lnTo>
                    <a:pt x="220174" y="5863"/>
                  </a:lnTo>
                  <a:lnTo>
                    <a:pt x="224525" y="7898"/>
                  </a:lnTo>
                  <a:lnTo>
                    <a:pt x="224908" y="31509"/>
                  </a:lnTo>
                  <a:lnTo>
                    <a:pt x="224980" y="35095"/>
                  </a:lnTo>
                  <a:lnTo>
                    <a:pt x="225185" y="45482"/>
                  </a:lnTo>
                  <a:lnTo>
                    <a:pt x="225422" y="57910"/>
                  </a:lnTo>
                  <a:lnTo>
                    <a:pt x="225796" y="78434"/>
                  </a:lnTo>
                  <a:lnTo>
                    <a:pt x="225839" y="80901"/>
                  </a:lnTo>
                  <a:lnTo>
                    <a:pt x="226253" y="108333"/>
                  </a:lnTo>
                  <a:lnTo>
                    <a:pt x="226311" y="112370"/>
                  </a:lnTo>
                  <a:lnTo>
                    <a:pt x="226622" y="126774"/>
                  </a:lnTo>
                  <a:lnTo>
                    <a:pt x="227066" y="148248"/>
                  </a:lnTo>
                  <a:lnTo>
                    <a:pt x="227247" y="157354"/>
                  </a:lnTo>
                  <a:lnTo>
                    <a:pt x="227610" y="174202"/>
                  </a:lnTo>
                  <a:lnTo>
                    <a:pt x="227724" y="179638"/>
                  </a:lnTo>
                  <a:lnTo>
                    <a:pt x="228110" y="198610"/>
                  </a:lnTo>
                  <a:lnTo>
                    <a:pt x="228338" y="210287"/>
                  </a:lnTo>
                  <a:lnTo>
                    <a:pt x="228778" y="233815"/>
                  </a:lnTo>
                  <a:lnTo>
                    <a:pt x="228870" y="238926"/>
                  </a:lnTo>
                  <a:lnTo>
                    <a:pt x="228891" y="240893"/>
                  </a:lnTo>
                  <a:lnTo>
                    <a:pt x="229147" y="266625"/>
                  </a:lnTo>
                  <a:lnTo>
                    <a:pt x="229547" y="270011"/>
                  </a:lnTo>
                  <a:lnTo>
                    <a:pt x="230596" y="278890"/>
                  </a:lnTo>
                  <a:lnTo>
                    <a:pt x="231910" y="286828"/>
                  </a:lnTo>
                  <a:lnTo>
                    <a:pt x="232990" y="293354"/>
                  </a:lnTo>
                  <a:lnTo>
                    <a:pt x="235613" y="309248"/>
                  </a:lnTo>
                  <a:lnTo>
                    <a:pt x="235818" y="310493"/>
                  </a:lnTo>
                  <a:lnTo>
                    <a:pt x="240152" y="336743"/>
                  </a:lnTo>
                  <a:lnTo>
                    <a:pt x="241764" y="346665"/>
                  </a:lnTo>
                  <a:lnTo>
                    <a:pt x="244718" y="364851"/>
                  </a:lnTo>
                  <a:lnTo>
                    <a:pt x="245412" y="369126"/>
                  </a:lnTo>
                  <a:lnTo>
                    <a:pt x="245465" y="369453"/>
                  </a:lnTo>
                  <a:lnTo>
                    <a:pt x="247974" y="385574"/>
                  </a:lnTo>
                  <a:lnTo>
                    <a:pt x="250377" y="400441"/>
                  </a:lnTo>
                  <a:lnTo>
                    <a:pt x="249533" y="402940"/>
                  </a:lnTo>
                  <a:lnTo>
                    <a:pt x="246736" y="402826"/>
                  </a:lnTo>
                  <a:lnTo>
                    <a:pt x="245109" y="405466"/>
                  </a:lnTo>
                  <a:lnTo>
                    <a:pt x="241116" y="404250"/>
                  </a:lnTo>
                  <a:lnTo>
                    <a:pt x="236749" y="405621"/>
                  </a:lnTo>
                  <a:lnTo>
                    <a:pt x="234194" y="403961"/>
                  </a:lnTo>
                  <a:lnTo>
                    <a:pt x="230306" y="403767"/>
                  </a:lnTo>
                  <a:lnTo>
                    <a:pt x="227728" y="405714"/>
                  </a:lnTo>
                  <a:lnTo>
                    <a:pt x="224214" y="405833"/>
                  </a:lnTo>
                  <a:lnTo>
                    <a:pt x="220117" y="405527"/>
                  </a:lnTo>
                  <a:lnTo>
                    <a:pt x="218704" y="405422"/>
                  </a:lnTo>
                  <a:lnTo>
                    <a:pt x="212754" y="403332"/>
                  </a:lnTo>
                  <a:lnTo>
                    <a:pt x="206983" y="404303"/>
                  </a:lnTo>
                  <a:lnTo>
                    <a:pt x="198797" y="407331"/>
                  </a:lnTo>
                  <a:lnTo>
                    <a:pt x="191368" y="411490"/>
                  </a:lnTo>
                  <a:lnTo>
                    <a:pt x="183507" y="414533"/>
                  </a:lnTo>
                  <a:lnTo>
                    <a:pt x="182596" y="414960"/>
                  </a:lnTo>
                  <a:lnTo>
                    <a:pt x="179861" y="416242"/>
                  </a:lnTo>
                  <a:lnTo>
                    <a:pt x="174295" y="421097"/>
                  </a:lnTo>
                  <a:lnTo>
                    <a:pt x="172943" y="424775"/>
                  </a:lnTo>
                  <a:lnTo>
                    <a:pt x="170932" y="426201"/>
                  </a:lnTo>
                  <a:lnTo>
                    <a:pt x="167367" y="427579"/>
                  </a:lnTo>
                  <a:lnTo>
                    <a:pt x="160787" y="425211"/>
                  </a:lnTo>
                  <a:lnTo>
                    <a:pt x="157980" y="417607"/>
                  </a:lnTo>
                  <a:lnTo>
                    <a:pt x="153712" y="408905"/>
                  </a:lnTo>
                  <a:lnTo>
                    <a:pt x="151750" y="405653"/>
                  </a:lnTo>
                  <a:lnTo>
                    <a:pt x="150600" y="403745"/>
                  </a:lnTo>
                  <a:lnTo>
                    <a:pt x="144010" y="398082"/>
                  </a:lnTo>
                  <a:lnTo>
                    <a:pt x="140934" y="390387"/>
                  </a:lnTo>
                  <a:lnTo>
                    <a:pt x="140393" y="388290"/>
                  </a:lnTo>
                  <a:lnTo>
                    <a:pt x="139120" y="383354"/>
                  </a:lnTo>
                  <a:lnTo>
                    <a:pt x="141632" y="374934"/>
                  </a:lnTo>
                  <a:lnTo>
                    <a:pt x="143923" y="366593"/>
                  </a:lnTo>
                  <a:lnTo>
                    <a:pt x="144761" y="358689"/>
                  </a:lnTo>
                  <a:lnTo>
                    <a:pt x="136729" y="359676"/>
                  </a:lnTo>
                  <a:lnTo>
                    <a:pt x="132137" y="360236"/>
                  </a:lnTo>
                  <a:lnTo>
                    <a:pt x="105141" y="363471"/>
                  </a:lnTo>
                  <a:lnTo>
                    <a:pt x="98596" y="364238"/>
                  </a:lnTo>
                  <a:lnTo>
                    <a:pt x="83651" y="365936"/>
                  </a:lnTo>
                  <a:lnTo>
                    <a:pt x="82186" y="366101"/>
                  </a:lnTo>
                  <a:lnTo>
                    <a:pt x="67885" y="367689"/>
                  </a:lnTo>
                  <a:lnTo>
                    <a:pt x="62877" y="368232"/>
                  </a:lnTo>
                  <a:lnTo>
                    <a:pt x="45377" y="370097"/>
                  </a:lnTo>
                  <a:lnTo>
                    <a:pt x="36710" y="371003"/>
                  </a:lnTo>
                  <a:lnTo>
                    <a:pt x="33129" y="371374"/>
                  </a:lnTo>
                  <a:lnTo>
                    <a:pt x="2264" y="374435"/>
                  </a:lnTo>
                  <a:lnTo>
                    <a:pt x="2872" y="373882"/>
                  </a:lnTo>
                  <a:lnTo>
                    <a:pt x="7622" y="369555"/>
                  </a:lnTo>
                  <a:lnTo>
                    <a:pt x="4750" y="366191"/>
                  </a:lnTo>
                  <a:lnTo>
                    <a:pt x="2404" y="362470"/>
                  </a:lnTo>
                  <a:lnTo>
                    <a:pt x="4290" y="357492"/>
                  </a:lnTo>
                  <a:lnTo>
                    <a:pt x="4348" y="357339"/>
                  </a:lnTo>
                  <a:lnTo>
                    <a:pt x="0" y="3542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725334" y="2431096"/>
              <a:ext cx="696265" cy="439741"/>
            </a:xfrm>
            <a:custGeom>
              <a:avLst/>
              <a:pathLst>
                <a:path w="696265" h="439741">
                  <a:moveTo>
                    <a:pt x="17974" y="0"/>
                  </a:moveTo>
                  <a:lnTo>
                    <a:pt x="48531" y="6202"/>
                  </a:lnTo>
                  <a:lnTo>
                    <a:pt x="64869" y="9546"/>
                  </a:lnTo>
                  <a:lnTo>
                    <a:pt x="91768" y="14579"/>
                  </a:lnTo>
                  <a:lnTo>
                    <a:pt x="94502" y="15080"/>
                  </a:lnTo>
                  <a:lnTo>
                    <a:pt x="111428" y="18165"/>
                  </a:lnTo>
                  <a:lnTo>
                    <a:pt x="122365" y="20310"/>
                  </a:lnTo>
                  <a:lnTo>
                    <a:pt x="128637" y="21472"/>
                  </a:lnTo>
                  <a:lnTo>
                    <a:pt x="137637" y="23124"/>
                  </a:lnTo>
                  <a:lnTo>
                    <a:pt x="149648" y="25348"/>
                  </a:lnTo>
                  <a:lnTo>
                    <a:pt x="167458" y="28340"/>
                  </a:lnTo>
                  <a:lnTo>
                    <a:pt x="182036" y="30810"/>
                  </a:lnTo>
                  <a:lnTo>
                    <a:pt x="233965" y="39136"/>
                  </a:lnTo>
                  <a:lnTo>
                    <a:pt x="236761" y="39567"/>
                  </a:lnTo>
                  <a:lnTo>
                    <a:pt x="253073" y="42130"/>
                  </a:lnTo>
                  <a:lnTo>
                    <a:pt x="272981" y="45180"/>
                  </a:lnTo>
                  <a:lnTo>
                    <a:pt x="286017" y="47041"/>
                  </a:lnTo>
                  <a:lnTo>
                    <a:pt x="301037" y="49137"/>
                  </a:lnTo>
                  <a:lnTo>
                    <a:pt x="315780" y="51128"/>
                  </a:lnTo>
                  <a:lnTo>
                    <a:pt x="327737" y="52707"/>
                  </a:lnTo>
                  <a:lnTo>
                    <a:pt x="333031" y="53341"/>
                  </a:lnTo>
                  <a:lnTo>
                    <a:pt x="348109" y="55303"/>
                  </a:lnTo>
                  <a:lnTo>
                    <a:pt x="386103" y="59931"/>
                  </a:lnTo>
                  <a:lnTo>
                    <a:pt x="386737" y="60008"/>
                  </a:lnTo>
                  <a:lnTo>
                    <a:pt x="400266" y="61648"/>
                  </a:lnTo>
                  <a:lnTo>
                    <a:pt x="414432" y="63351"/>
                  </a:lnTo>
                  <a:lnTo>
                    <a:pt x="440388" y="66216"/>
                  </a:lnTo>
                  <a:lnTo>
                    <a:pt x="457807" y="68046"/>
                  </a:lnTo>
                  <a:lnTo>
                    <a:pt x="488011" y="71058"/>
                  </a:lnTo>
                  <a:lnTo>
                    <a:pt x="502994" y="72534"/>
                  </a:lnTo>
                  <a:lnTo>
                    <a:pt x="507402" y="72888"/>
                  </a:lnTo>
                  <a:lnTo>
                    <a:pt x="517852" y="73856"/>
                  </a:lnTo>
                  <a:lnTo>
                    <a:pt x="549840" y="76667"/>
                  </a:lnTo>
                  <a:lnTo>
                    <a:pt x="571674" y="78449"/>
                  </a:lnTo>
                  <a:lnTo>
                    <a:pt x="578617" y="79001"/>
                  </a:lnTo>
                  <a:lnTo>
                    <a:pt x="582120" y="79276"/>
                  </a:lnTo>
                  <a:lnTo>
                    <a:pt x="597774" y="80404"/>
                  </a:lnTo>
                  <a:lnTo>
                    <a:pt x="621704" y="82106"/>
                  </a:lnTo>
                  <a:lnTo>
                    <a:pt x="626875" y="82439"/>
                  </a:lnTo>
                  <a:lnTo>
                    <a:pt x="638707" y="83231"/>
                  </a:lnTo>
                  <a:lnTo>
                    <a:pt x="649090" y="83901"/>
                  </a:lnTo>
                  <a:lnTo>
                    <a:pt x="668024" y="84974"/>
                  </a:lnTo>
                  <a:lnTo>
                    <a:pt x="696265" y="86471"/>
                  </a:lnTo>
                  <a:lnTo>
                    <a:pt x="695559" y="99728"/>
                  </a:lnTo>
                  <a:lnTo>
                    <a:pt x="694632" y="118292"/>
                  </a:lnTo>
                  <a:lnTo>
                    <a:pt x="694026" y="130447"/>
                  </a:lnTo>
                  <a:lnTo>
                    <a:pt x="693595" y="139565"/>
                  </a:lnTo>
                  <a:lnTo>
                    <a:pt x="692987" y="152428"/>
                  </a:lnTo>
                  <a:lnTo>
                    <a:pt x="691971" y="173768"/>
                  </a:lnTo>
                  <a:lnTo>
                    <a:pt x="691869" y="175905"/>
                  </a:lnTo>
                  <a:lnTo>
                    <a:pt x="691201" y="190542"/>
                  </a:lnTo>
                  <a:lnTo>
                    <a:pt x="690212" y="207935"/>
                  </a:lnTo>
                  <a:lnTo>
                    <a:pt x="689225" y="225863"/>
                  </a:lnTo>
                  <a:lnTo>
                    <a:pt x="688913" y="231525"/>
                  </a:lnTo>
                  <a:lnTo>
                    <a:pt x="688905" y="231683"/>
                  </a:lnTo>
                  <a:lnTo>
                    <a:pt x="688029" y="249316"/>
                  </a:lnTo>
                  <a:lnTo>
                    <a:pt x="687121" y="266149"/>
                  </a:lnTo>
                  <a:lnTo>
                    <a:pt x="686140" y="285287"/>
                  </a:lnTo>
                  <a:lnTo>
                    <a:pt x="685830" y="291583"/>
                  </a:lnTo>
                  <a:lnTo>
                    <a:pt x="685399" y="300339"/>
                  </a:lnTo>
                  <a:lnTo>
                    <a:pt x="685266" y="303042"/>
                  </a:lnTo>
                  <a:lnTo>
                    <a:pt x="684421" y="319156"/>
                  </a:lnTo>
                  <a:lnTo>
                    <a:pt x="684224" y="323024"/>
                  </a:lnTo>
                  <a:lnTo>
                    <a:pt x="682749" y="352148"/>
                  </a:lnTo>
                  <a:lnTo>
                    <a:pt x="682550" y="357662"/>
                  </a:lnTo>
                  <a:lnTo>
                    <a:pt x="682496" y="359165"/>
                  </a:lnTo>
                  <a:lnTo>
                    <a:pt x="682064" y="369148"/>
                  </a:lnTo>
                  <a:lnTo>
                    <a:pt x="681262" y="385862"/>
                  </a:lnTo>
                  <a:lnTo>
                    <a:pt x="680979" y="391702"/>
                  </a:lnTo>
                  <a:lnTo>
                    <a:pt x="680389" y="405178"/>
                  </a:lnTo>
                  <a:lnTo>
                    <a:pt x="679867" y="415885"/>
                  </a:lnTo>
                  <a:lnTo>
                    <a:pt x="679494" y="423533"/>
                  </a:lnTo>
                  <a:lnTo>
                    <a:pt x="678996" y="434539"/>
                  </a:lnTo>
                  <a:lnTo>
                    <a:pt x="677850" y="434576"/>
                  </a:lnTo>
                  <a:lnTo>
                    <a:pt x="618402" y="430989"/>
                  </a:lnTo>
                  <a:lnTo>
                    <a:pt x="617604" y="430939"/>
                  </a:lnTo>
                  <a:lnTo>
                    <a:pt x="615249" y="430792"/>
                  </a:lnTo>
                  <a:lnTo>
                    <a:pt x="567881" y="427582"/>
                  </a:lnTo>
                  <a:lnTo>
                    <a:pt x="557012" y="427029"/>
                  </a:lnTo>
                  <a:lnTo>
                    <a:pt x="542332" y="426244"/>
                  </a:lnTo>
                  <a:lnTo>
                    <a:pt x="504014" y="422940"/>
                  </a:lnTo>
                  <a:lnTo>
                    <a:pt x="475704" y="419959"/>
                  </a:lnTo>
                  <a:lnTo>
                    <a:pt x="441410" y="416701"/>
                  </a:lnTo>
                  <a:lnTo>
                    <a:pt x="436157" y="416181"/>
                  </a:lnTo>
                  <a:lnTo>
                    <a:pt x="420780" y="414713"/>
                  </a:lnTo>
                  <a:lnTo>
                    <a:pt x="405349" y="413191"/>
                  </a:lnTo>
                  <a:lnTo>
                    <a:pt x="397962" y="412407"/>
                  </a:lnTo>
                  <a:lnTo>
                    <a:pt x="371022" y="409453"/>
                  </a:lnTo>
                  <a:lnTo>
                    <a:pt x="368568" y="408625"/>
                  </a:lnTo>
                  <a:lnTo>
                    <a:pt x="339784" y="405570"/>
                  </a:lnTo>
                  <a:lnTo>
                    <a:pt x="326108" y="403897"/>
                  </a:lnTo>
                  <a:lnTo>
                    <a:pt x="314120" y="402399"/>
                  </a:lnTo>
                  <a:lnTo>
                    <a:pt x="293994" y="400207"/>
                  </a:lnTo>
                  <a:lnTo>
                    <a:pt x="270712" y="397759"/>
                  </a:lnTo>
                  <a:lnTo>
                    <a:pt x="265979" y="396190"/>
                  </a:lnTo>
                  <a:lnTo>
                    <a:pt x="250169" y="394221"/>
                  </a:lnTo>
                  <a:lnTo>
                    <a:pt x="247813" y="405723"/>
                  </a:lnTo>
                  <a:lnTo>
                    <a:pt x="246225" y="417955"/>
                  </a:lnTo>
                  <a:lnTo>
                    <a:pt x="245538" y="423066"/>
                  </a:lnTo>
                  <a:lnTo>
                    <a:pt x="245057" y="426642"/>
                  </a:lnTo>
                  <a:lnTo>
                    <a:pt x="243661" y="439741"/>
                  </a:lnTo>
                  <a:lnTo>
                    <a:pt x="239368" y="437423"/>
                  </a:lnTo>
                  <a:lnTo>
                    <a:pt x="238585" y="433607"/>
                  </a:lnTo>
                  <a:lnTo>
                    <a:pt x="235511" y="429658"/>
                  </a:lnTo>
                  <a:lnTo>
                    <a:pt x="234691" y="425339"/>
                  </a:lnTo>
                  <a:lnTo>
                    <a:pt x="232501" y="421076"/>
                  </a:lnTo>
                  <a:lnTo>
                    <a:pt x="229821" y="415746"/>
                  </a:lnTo>
                  <a:lnTo>
                    <a:pt x="226878" y="412974"/>
                  </a:lnTo>
                  <a:lnTo>
                    <a:pt x="226445" y="412566"/>
                  </a:lnTo>
                  <a:lnTo>
                    <a:pt x="222737" y="415088"/>
                  </a:lnTo>
                  <a:lnTo>
                    <a:pt x="221323" y="417082"/>
                  </a:lnTo>
                  <a:lnTo>
                    <a:pt x="220397" y="418388"/>
                  </a:lnTo>
                  <a:lnTo>
                    <a:pt x="216136" y="426281"/>
                  </a:lnTo>
                  <a:lnTo>
                    <a:pt x="213118" y="428291"/>
                  </a:lnTo>
                  <a:lnTo>
                    <a:pt x="209816" y="427645"/>
                  </a:lnTo>
                  <a:lnTo>
                    <a:pt x="204519" y="426604"/>
                  </a:lnTo>
                  <a:lnTo>
                    <a:pt x="197559" y="429863"/>
                  </a:lnTo>
                  <a:lnTo>
                    <a:pt x="194386" y="424778"/>
                  </a:lnTo>
                  <a:lnTo>
                    <a:pt x="184034" y="425559"/>
                  </a:lnTo>
                  <a:lnTo>
                    <a:pt x="178347" y="425514"/>
                  </a:lnTo>
                  <a:lnTo>
                    <a:pt x="172629" y="423322"/>
                  </a:lnTo>
                  <a:lnTo>
                    <a:pt x="169011" y="420564"/>
                  </a:lnTo>
                  <a:lnTo>
                    <a:pt x="164042" y="423302"/>
                  </a:lnTo>
                  <a:lnTo>
                    <a:pt x="161233" y="430007"/>
                  </a:lnTo>
                  <a:lnTo>
                    <a:pt x="156401" y="426433"/>
                  </a:lnTo>
                  <a:lnTo>
                    <a:pt x="148674" y="424253"/>
                  </a:lnTo>
                  <a:lnTo>
                    <a:pt x="142355" y="422193"/>
                  </a:lnTo>
                  <a:lnTo>
                    <a:pt x="140635" y="422262"/>
                  </a:lnTo>
                  <a:lnTo>
                    <a:pt x="134167" y="426244"/>
                  </a:lnTo>
                  <a:lnTo>
                    <a:pt x="134074" y="429329"/>
                  </a:lnTo>
                  <a:lnTo>
                    <a:pt x="133741" y="429473"/>
                  </a:lnTo>
                  <a:lnTo>
                    <a:pt x="130036" y="431080"/>
                  </a:lnTo>
                  <a:lnTo>
                    <a:pt x="126287" y="427257"/>
                  </a:lnTo>
                  <a:lnTo>
                    <a:pt x="123640" y="421959"/>
                  </a:lnTo>
                  <a:lnTo>
                    <a:pt x="124288" y="417929"/>
                  </a:lnTo>
                  <a:lnTo>
                    <a:pt x="121795" y="412311"/>
                  </a:lnTo>
                  <a:lnTo>
                    <a:pt x="123235" y="407938"/>
                  </a:lnTo>
                  <a:lnTo>
                    <a:pt x="121184" y="400592"/>
                  </a:lnTo>
                  <a:lnTo>
                    <a:pt x="120132" y="395448"/>
                  </a:lnTo>
                  <a:lnTo>
                    <a:pt x="113916" y="389268"/>
                  </a:lnTo>
                  <a:lnTo>
                    <a:pt x="110275" y="390786"/>
                  </a:lnTo>
                  <a:lnTo>
                    <a:pt x="106193" y="386926"/>
                  </a:lnTo>
                  <a:lnTo>
                    <a:pt x="103560" y="385799"/>
                  </a:lnTo>
                  <a:lnTo>
                    <a:pt x="101377" y="379384"/>
                  </a:lnTo>
                  <a:lnTo>
                    <a:pt x="103544" y="375966"/>
                  </a:lnTo>
                  <a:lnTo>
                    <a:pt x="104994" y="371476"/>
                  </a:lnTo>
                  <a:lnTo>
                    <a:pt x="104887" y="366825"/>
                  </a:lnTo>
                  <a:lnTo>
                    <a:pt x="101919" y="362721"/>
                  </a:lnTo>
                  <a:lnTo>
                    <a:pt x="98479" y="359610"/>
                  </a:lnTo>
                  <a:lnTo>
                    <a:pt x="95488" y="349675"/>
                  </a:lnTo>
                  <a:lnTo>
                    <a:pt x="91675" y="340990"/>
                  </a:lnTo>
                  <a:lnTo>
                    <a:pt x="92752" y="335873"/>
                  </a:lnTo>
                  <a:lnTo>
                    <a:pt x="91525" y="331877"/>
                  </a:lnTo>
                  <a:lnTo>
                    <a:pt x="92514" y="327347"/>
                  </a:lnTo>
                  <a:lnTo>
                    <a:pt x="90577" y="323248"/>
                  </a:lnTo>
                  <a:lnTo>
                    <a:pt x="91522" y="316406"/>
                  </a:lnTo>
                  <a:lnTo>
                    <a:pt x="88574" y="313985"/>
                  </a:lnTo>
                  <a:lnTo>
                    <a:pt x="86642" y="311828"/>
                  </a:lnTo>
                  <a:lnTo>
                    <a:pt x="84267" y="308004"/>
                  </a:lnTo>
                  <a:lnTo>
                    <a:pt x="83153" y="306205"/>
                  </a:lnTo>
                  <a:lnTo>
                    <a:pt x="80455" y="306130"/>
                  </a:lnTo>
                  <a:lnTo>
                    <a:pt x="79856" y="309763"/>
                  </a:lnTo>
                  <a:lnTo>
                    <a:pt x="75023" y="313348"/>
                  </a:lnTo>
                  <a:lnTo>
                    <a:pt x="67953" y="317281"/>
                  </a:lnTo>
                  <a:lnTo>
                    <a:pt x="63925" y="317247"/>
                  </a:lnTo>
                  <a:lnTo>
                    <a:pt x="61407" y="321874"/>
                  </a:lnTo>
                  <a:lnTo>
                    <a:pt x="56249" y="319870"/>
                  </a:lnTo>
                  <a:lnTo>
                    <a:pt x="51769" y="314502"/>
                  </a:lnTo>
                  <a:lnTo>
                    <a:pt x="49045" y="312652"/>
                  </a:lnTo>
                  <a:lnTo>
                    <a:pt x="48413" y="310215"/>
                  </a:lnTo>
                  <a:lnTo>
                    <a:pt x="47893" y="308209"/>
                  </a:lnTo>
                  <a:lnTo>
                    <a:pt x="48722" y="304469"/>
                  </a:lnTo>
                  <a:lnTo>
                    <a:pt x="51165" y="303279"/>
                  </a:lnTo>
                  <a:lnTo>
                    <a:pt x="51687" y="298651"/>
                  </a:lnTo>
                  <a:lnTo>
                    <a:pt x="49164" y="293056"/>
                  </a:lnTo>
                  <a:lnTo>
                    <a:pt x="52745" y="288728"/>
                  </a:lnTo>
                  <a:lnTo>
                    <a:pt x="58647" y="288082"/>
                  </a:lnTo>
                  <a:lnTo>
                    <a:pt x="61131" y="286137"/>
                  </a:lnTo>
                  <a:lnTo>
                    <a:pt x="60105" y="283362"/>
                  </a:lnTo>
                  <a:lnTo>
                    <a:pt x="61534" y="279178"/>
                  </a:lnTo>
                  <a:lnTo>
                    <a:pt x="59648" y="276439"/>
                  </a:lnTo>
                  <a:lnTo>
                    <a:pt x="57991" y="272415"/>
                  </a:lnTo>
                  <a:lnTo>
                    <a:pt x="60236" y="266890"/>
                  </a:lnTo>
                  <a:lnTo>
                    <a:pt x="57057" y="263804"/>
                  </a:lnTo>
                  <a:lnTo>
                    <a:pt x="58117" y="260226"/>
                  </a:lnTo>
                  <a:lnTo>
                    <a:pt x="62279" y="260435"/>
                  </a:lnTo>
                  <a:lnTo>
                    <a:pt x="63043" y="254959"/>
                  </a:lnTo>
                  <a:lnTo>
                    <a:pt x="64121" y="251896"/>
                  </a:lnTo>
                  <a:lnTo>
                    <a:pt x="65269" y="248822"/>
                  </a:lnTo>
                  <a:lnTo>
                    <a:pt x="67015" y="242355"/>
                  </a:lnTo>
                  <a:lnTo>
                    <a:pt x="69622" y="240636"/>
                  </a:lnTo>
                  <a:lnTo>
                    <a:pt x="69914" y="232968"/>
                  </a:lnTo>
                  <a:lnTo>
                    <a:pt x="73080" y="232704"/>
                  </a:lnTo>
                  <a:lnTo>
                    <a:pt x="75365" y="226929"/>
                  </a:lnTo>
                  <a:lnTo>
                    <a:pt x="77075" y="221093"/>
                  </a:lnTo>
                  <a:lnTo>
                    <a:pt x="76323" y="220218"/>
                  </a:lnTo>
                  <a:lnTo>
                    <a:pt x="75076" y="218767"/>
                  </a:lnTo>
                  <a:lnTo>
                    <a:pt x="69344" y="219481"/>
                  </a:lnTo>
                  <a:lnTo>
                    <a:pt x="63758" y="218881"/>
                  </a:lnTo>
                  <a:lnTo>
                    <a:pt x="61323" y="217715"/>
                  </a:lnTo>
                  <a:lnTo>
                    <a:pt x="59634" y="216906"/>
                  </a:lnTo>
                  <a:lnTo>
                    <a:pt x="60206" y="212144"/>
                  </a:lnTo>
                  <a:lnTo>
                    <a:pt x="57580" y="209971"/>
                  </a:lnTo>
                  <a:lnTo>
                    <a:pt x="56418" y="209010"/>
                  </a:lnTo>
                  <a:lnTo>
                    <a:pt x="52413" y="208386"/>
                  </a:lnTo>
                  <a:lnTo>
                    <a:pt x="51724" y="204708"/>
                  </a:lnTo>
                  <a:lnTo>
                    <a:pt x="46978" y="200874"/>
                  </a:lnTo>
                  <a:lnTo>
                    <a:pt x="44243" y="195357"/>
                  </a:lnTo>
                  <a:lnTo>
                    <a:pt x="45924" y="191562"/>
                  </a:lnTo>
                  <a:lnTo>
                    <a:pt x="44253" y="189581"/>
                  </a:lnTo>
                  <a:lnTo>
                    <a:pt x="40806" y="185484"/>
                  </a:lnTo>
                  <a:lnTo>
                    <a:pt x="39341" y="180705"/>
                  </a:lnTo>
                  <a:lnTo>
                    <a:pt x="37109" y="176791"/>
                  </a:lnTo>
                  <a:lnTo>
                    <a:pt x="34300" y="170034"/>
                  </a:lnTo>
                  <a:lnTo>
                    <a:pt x="31192" y="165541"/>
                  </a:lnTo>
                  <a:lnTo>
                    <a:pt x="29683" y="162117"/>
                  </a:lnTo>
                  <a:lnTo>
                    <a:pt x="28449" y="157774"/>
                  </a:lnTo>
                  <a:lnTo>
                    <a:pt x="26012" y="156469"/>
                  </a:lnTo>
                  <a:lnTo>
                    <a:pt x="20624" y="153660"/>
                  </a:lnTo>
                  <a:lnTo>
                    <a:pt x="17605" y="150457"/>
                  </a:lnTo>
                  <a:lnTo>
                    <a:pt x="15825" y="145389"/>
                  </a:lnTo>
                  <a:lnTo>
                    <a:pt x="9121" y="139524"/>
                  </a:lnTo>
                  <a:lnTo>
                    <a:pt x="10806" y="136341"/>
                  </a:lnTo>
                  <a:lnTo>
                    <a:pt x="14578" y="134906"/>
                  </a:lnTo>
                  <a:lnTo>
                    <a:pt x="10733" y="129595"/>
                  </a:lnTo>
                  <a:lnTo>
                    <a:pt x="11252" y="125806"/>
                  </a:lnTo>
                  <a:lnTo>
                    <a:pt x="13614" y="122074"/>
                  </a:lnTo>
                  <a:lnTo>
                    <a:pt x="11755" y="118908"/>
                  </a:lnTo>
                  <a:lnTo>
                    <a:pt x="13200" y="115459"/>
                  </a:lnTo>
                  <a:lnTo>
                    <a:pt x="7946" y="108665"/>
                  </a:lnTo>
                  <a:lnTo>
                    <a:pt x="8318" y="103919"/>
                  </a:lnTo>
                  <a:lnTo>
                    <a:pt x="5650" y="100870"/>
                  </a:lnTo>
                  <a:lnTo>
                    <a:pt x="3263" y="95467"/>
                  </a:lnTo>
                  <a:lnTo>
                    <a:pt x="571" y="88201"/>
                  </a:lnTo>
                  <a:lnTo>
                    <a:pt x="328" y="87144"/>
                  </a:lnTo>
                  <a:lnTo>
                    <a:pt x="0" y="85711"/>
                  </a:lnTo>
                  <a:lnTo>
                    <a:pt x="2246" y="75006"/>
                  </a:lnTo>
                  <a:lnTo>
                    <a:pt x="3877" y="67195"/>
                  </a:lnTo>
                  <a:lnTo>
                    <a:pt x="5554" y="59169"/>
                  </a:lnTo>
                  <a:lnTo>
                    <a:pt x="8616" y="44489"/>
                  </a:lnTo>
                  <a:lnTo>
                    <a:pt x="8990" y="427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90724" y="3743204"/>
              <a:ext cx="602601" cy="280343"/>
            </a:xfrm>
            <a:custGeom>
              <a:avLst/>
              <a:pathLst>
                <a:path w="602601" h="280343">
                  <a:moveTo>
                    <a:pt x="68" y="254903"/>
                  </a:moveTo>
                  <a:lnTo>
                    <a:pt x="0" y="253071"/>
                  </a:lnTo>
                  <a:lnTo>
                    <a:pt x="3532" y="248632"/>
                  </a:lnTo>
                  <a:lnTo>
                    <a:pt x="7107" y="250470"/>
                  </a:lnTo>
                  <a:lnTo>
                    <a:pt x="12665" y="248813"/>
                  </a:lnTo>
                  <a:lnTo>
                    <a:pt x="16774" y="244054"/>
                  </a:lnTo>
                  <a:lnTo>
                    <a:pt x="17110" y="243665"/>
                  </a:lnTo>
                  <a:lnTo>
                    <a:pt x="15310" y="239346"/>
                  </a:lnTo>
                  <a:lnTo>
                    <a:pt x="17088" y="236936"/>
                  </a:lnTo>
                  <a:lnTo>
                    <a:pt x="15565" y="234057"/>
                  </a:lnTo>
                  <a:lnTo>
                    <a:pt x="18274" y="229526"/>
                  </a:lnTo>
                  <a:lnTo>
                    <a:pt x="19186" y="228877"/>
                  </a:lnTo>
                  <a:lnTo>
                    <a:pt x="19550" y="228619"/>
                  </a:lnTo>
                  <a:lnTo>
                    <a:pt x="21881" y="226960"/>
                  </a:lnTo>
                  <a:lnTo>
                    <a:pt x="25942" y="222117"/>
                  </a:lnTo>
                  <a:lnTo>
                    <a:pt x="30627" y="217395"/>
                  </a:lnTo>
                  <a:lnTo>
                    <a:pt x="38098" y="215420"/>
                  </a:lnTo>
                  <a:lnTo>
                    <a:pt x="38768" y="215243"/>
                  </a:lnTo>
                  <a:lnTo>
                    <a:pt x="43324" y="214460"/>
                  </a:lnTo>
                  <a:lnTo>
                    <a:pt x="49597" y="213566"/>
                  </a:lnTo>
                  <a:lnTo>
                    <a:pt x="52164" y="209503"/>
                  </a:lnTo>
                  <a:lnTo>
                    <a:pt x="54176" y="208365"/>
                  </a:lnTo>
                  <a:lnTo>
                    <a:pt x="58559" y="203101"/>
                  </a:lnTo>
                  <a:lnTo>
                    <a:pt x="62073" y="202634"/>
                  </a:lnTo>
                  <a:lnTo>
                    <a:pt x="63606" y="198291"/>
                  </a:lnTo>
                  <a:lnTo>
                    <a:pt x="64050" y="197032"/>
                  </a:lnTo>
                  <a:lnTo>
                    <a:pt x="67854" y="195435"/>
                  </a:lnTo>
                  <a:lnTo>
                    <a:pt x="69797" y="191670"/>
                  </a:lnTo>
                  <a:lnTo>
                    <a:pt x="74044" y="189671"/>
                  </a:lnTo>
                  <a:lnTo>
                    <a:pt x="77222" y="187983"/>
                  </a:lnTo>
                  <a:lnTo>
                    <a:pt x="82148" y="187423"/>
                  </a:lnTo>
                  <a:lnTo>
                    <a:pt x="82756" y="186154"/>
                  </a:lnTo>
                  <a:lnTo>
                    <a:pt x="84262" y="183005"/>
                  </a:lnTo>
                  <a:lnTo>
                    <a:pt x="86106" y="178412"/>
                  </a:lnTo>
                  <a:lnTo>
                    <a:pt x="84512" y="174081"/>
                  </a:lnTo>
                  <a:lnTo>
                    <a:pt x="85563" y="173247"/>
                  </a:lnTo>
                  <a:lnTo>
                    <a:pt x="87620" y="171610"/>
                  </a:lnTo>
                  <a:lnTo>
                    <a:pt x="91073" y="172980"/>
                  </a:lnTo>
                  <a:lnTo>
                    <a:pt x="92592" y="170152"/>
                  </a:lnTo>
                  <a:lnTo>
                    <a:pt x="92493" y="166577"/>
                  </a:lnTo>
                  <a:lnTo>
                    <a:pt x="95815" y="163592"/>
                  </a:lnTo>
                  <a:lnTo>
                    <a:pt x="101749" y="158430"/>
                  </a:lnTo>
                  <a:lnTo>
                    <a:pt x="103716" y="160235"/>
                  </a:lnTo>
                  <a:lnTo>
                    <a:pt x="104600" y="161046"/>
                  </a:lnTo>
                  <a:lnTo>
                    <a:pt x="104389" y="165688"/>
                  </a:lnTo>
                  <a:lnTo>
                    <a:pt x="108375" y="166677"/>
                  </a:lnTo>
                  <a:lnTo>
                    <a:pt x="111345" y="163540"/>
                  </a:lnTo>
                  <a:lnTo>
                    <a:pt x="113929" y="160805"/>
                  </a:lnTo>
                  <a:lnTo>
                    <a:pt x="116101" y="154412"/>
                  </a:lnTo>
                  <a:lnTo>
                    <a:pt x="116442" y="153408"/>
                  </a:lnTo>
                  <a:lnTo>
                    <a:pt x="120211" y="149763"/>
                  </a:lnTo>
                  <a:lnTo>
                    <a:pt x="123283" y="147469"/>
                  </a:lnTo>
                  <a:lnTo>
                    <a:pt x="125575" y="147501"/>
                  </a:lnTo>
                  <a:lnTo>
                    <a:pt x="128252" y="144584"/>
                  </a:lnTo>
                  <a:lnTo>
                    <a:pt x="128782" y="144005"/>
                  </a:lnTo>
                  <a:lnTo>
                    <a:pt x="133994" y="144910"/>
                  </a:lnTo>
                  <a:lnTo>
                    <a:pt x="135471" y="147429"/>
                  </a:lnTo>
                  <a:lnTo>
                    <a:pt x="138674" y="146615"/>
                  </a:lnTo>
                  <a:lnTo>
                    <a:pt x="141884" y="144252"/>
                  </a:lnTo>
                  <a:lnTo>
                    <a:pt x="144819" y="134333"/>
                  </a:lnTo>
                  <a:lnTo>
                    <a:pt x="145955" y="130814"/>
                  </a:lnTo>
                  <a:lnTo>
                    <a:pt x="146657" y="128636"/>
                  </a:lnTo>
                  <a:lnTo>
                    <a:pt x="147111" y="127226"/>
                  </a:lnTo>
                  <a:lnTo>
                    <a:pt x="151454" y="122214"/>
                  </a:lnTo>
                  <a:lnTo>
                    <a:pt x="155949" y="121779"/>
                  </a:lnTo>
                  <a:lnTo>
                    <a:pt x="160297" y="121039"/>
                  </a:lnTo>
                  <a:lnTo>
                    <a:pt x="158084" y="116949"/>
                  </a:lnTo>
                  <a:lnTo>
                    <a:pt x="157065" y="115065"/>
                  </a:lnTo>
                  <a:lnTo>
                    <a:pt x="158778" y="109801"/>
                  </a:lnTo>
                  <a:lnTo>
                    <a:pt x="157262" y="103974"/>
                  </a:lnTo>
                  <a:lnTo>
                    <a:pt x="157896" y="99244"/>
                  </a:lnTo>
                  <a:lnTo>
                    <a:pt x="170132" y="97235"/>
                  </a:lnTo>
                  <a:lnTo>
                    <a:pt x="180165" y="95278"/>
                  </a:lnTo>
                  <a:lnTo>
                    <a:pt x="192240" y="92898"/>
                  </a:lnTo>
                  <a:lnTo>
                    <a:pt x="200131" y="91515"/>
                  </a:lnTo>
                  <a:lnTo>
                    <a:pt x="211107" y="89433"/>
                  </a:lnTo>
                  <a:lnTo>
                    <a:pt x="215275" y="88441"/>
                  </a:lnTo>
                  <a:lnTo>
                    <a:pt x="224456" y="86245"/>
                  </a:lnTo>
                  <a:lnTo>
                    <a:pt x="230817" y="85106"/>
                  </a:lnTo>
                  <a:lnTo>
                    <a:pt x="242612" y="82975"/>
                  </a:lnTo>
                  <a:lnTo>
                    <a:pt x="243212" y="82866"/>
                  </a:lnTo>
                  <a:lnTo>
                    <a:pt x="252572" y="81174"/>
                  </a:lnTo>
                  <a:lnTo>
                    <a:pt x="268976" y="77304"/>
                  </a:lnTo>
                  <a:lnTo>
                    <a:pt x="270752" y="76882"/>
                  </a:lnTo>
                  <a:lnTo>
                    <a:pt x="291913" y="71746"/>
                  </a:lnTo>
                  <a:lnTo>
                    <a:pt x="305529" y="68397"/>
                  </a:lnTo>
                  <a:lnTo>
                    <a:pt x="305732" y="68346"/>
                  </a:lnTo>
                  <a:lnTo>
                    <a:pt x="308473" y="67646"/>
                  </a:lnTo>
                  <a:lnTo>
                    <a:pt x="317043" y="65448"/>
                  </a:lnTo>
                  <a:lnTo>
                    <a:pt x="325454" y="63277"/>
                  </a:lnTo>
                  <a:lnTo>
                    <a:pt x="330858" y="61874"/>
                  </a:lnTo>
                  <a:lnTo>
                    <a:pt x="344092" y="58415"/>
                  </a:lnTo>
                  <a:lnTo>
                    <a:pt x="353924" y="55887"/>
                  </a:lnTo>
                  <a:lnTo>
                    <a:pt x="358116" y="54804"/>
                  </a:lnTo>
                  <a:lnTo>
                    <a:pt x="373224" y="50869"/>
                  </a:lnTo>
                  <a:lnTo>
                    <a:pt x="376763" y="49895"/>
                  </a:lnTo>
                  <a:lnTo>
                    <a:pt x="385730" y="47415"/>
                  </a:lnTo>
                  <a:lnTo>
                    <a:pt x="398532" y="43847"/>
                  </a:lnTo>
                  <a:lnTo>
                    <a:pt x="404350" y="42237"/>
                  </a:lnTo>
                  <a:lnTo>
                    <a:pt x="414173" y="39503"/>
                  </a:lnTo>
                  <a:lnTo>
                    <a:pt x="423068" y="37011"/>
                  </a:lnTo>
                  <a:lnTo>
                    <a:pt x="424234" y="36683"/>
                  </a:lnTo>
                  <a:lnTo>
                    <a:pt x="454448" y="28227"/>
                  </a:lnTo>
                  <a:lnTo>
                    <a:pt x="461728" y="26162"/>
                  </a:lnTo>
                  <a:lnTo>
                    <a:pt x="463459" y="25673"/>
                  </a:lnTo>
                  <a:lnTo>
                    <a:pt x="469665" y="23915"/>
                  </a:lnTo>
                  <a:lnTo>
                    <a:pt x="480094" y="20940"/>
                  </a:lnTo>
                  <a:lnTo>
                    <a:pt x="491846" y="17113"/>
                  </a:lnTo>
                  <a:lnTo>
                    <a:pt x="504967" y="13323"/>
                  </a:lnTo>
                  <a:lnTo>
                    <a:pt x="508338" y="12344"/>
                  </a:lnTo>
                  <a:lnTo>
                    <a:pt x="520237" y="8868"/>
                  </a:lnTo>
                  <a:lnTo>
                    <a:pt x="532963" y="5102"/>
                  </a:lnTo>
                  <a:lnTo>
                    <a:pt x="539332" y="3204"/>
                  </a:lnTo>
                  <a:lnTo>
                    <a:pt x="549963" y="0"/>
                  </a:lnTo>
                  <a:lnTo>
                    <a:pt x="554522" y="9231"/>
                  </a:lnTo>
                  <a:lnTo>
                    <a:pt x="560635" y="20618"/>
                  </a:lnTo>
                  <a:lnTo>
                    <a:pt x="563690" y="25030"/>
                  </a:lnTo>
                  <a:lnTo>
                    <a:pt x="569901" y="33991"/>
                  </a:lnTo>
                  <a:lnTo>
                    <a:pt x="576040" y="40669"/>
                  </a:lnTo>
                  <a:lnTo>
                    <a:pt x="585595" y="52156"/>
                  </a:lnTo>
                  <a:lnTo>
                    <a:pt x="591169" y="59088"/>
                  </a:lnTo>
                  <a:lnTo>
                    <a:pt x="593641" y="62051"/>
                  </a:lnTo>
                  <a:lnTo>
                    <a:pt x="599188" y="72440"/>
                  </a:lnTo>
                  <a:lnTo>
                    <a:pt x="601987" y="90352"/>
                  </a:lnTo>
                  <a:lnTo>
                    <a:pt x="602601" y="105342"/>
                  </a:lnTo>
                  <a:lnTo>
                    <a:pt x="595829" y="107901"/>
                  </a:lnTo>
                  <a:lnTo>
                    <a:pt x="588881" y="113161"/>
                  </a:lnTo>
                  <a:lnTo>
                    <a:pt x="588372" y="113546"/>
                  </a:lnTo>
                  <a:lnTo>
                    <a:pt x="579274" y="122068"/>
                  </a:lnTo>
                  <a:lnTo>
                    <a:pt x="573756" y="128981"/>
                  </a:lnTo>
                  <a:lnTo>
                    <a:pt x="566951" y="137747"/>
                  </a:lnTo>
                  <a:lnTo>
                    <a:pt x="562237" y="146647"/>
                  </a:lnTo>
                  <a:lnTo>
                    <a:pt x="558141" y="152693"/>
                  </a:lnTo>
                  <a:lnTo>
                    <a:pt x="554389" y="159960"/>
                  </a:lnTo>
                  <a:lnTo>
                    <a:pt x="551562" y="167170"/>
                  </a:lnTo>
                  <a:lnTo>
                    <a:pt x="548433" y="179536"/>
                  </a:lnTo>
                  <a:lnTo>
                    <a:pt x="546351" y="176526"/>
                  </a:lnTo>
                  <a:lnTo>
                    <a:pt x="540945" y="174053"/>
                  </a:lnTo>
                  <a:lnTo>
                    <a:pt x="533006" y="174137"/>
                  </a:lnTo>
                  <a:lnTo>
                    <a:pt x="521007" y="178821"/>
                  </a:lnTo>
                  <a:lnTo>
                    <a:pt x="507764" y="186628"/>
                  </a:lnTo>
                  <a:lnTo>
                    <a:pt x="506232" y="187528"/>
                  </a:lnTo>
                  <a:lnTo>
                    <a:pt x="500026" y="193390"/>
                  </a:lnTo>
                  <a:lnTo>
                    <a:pt x="495501" y="199364"/>
                  </a:lnTo>
                  <a:lnTo>
                    <a:pt x="487162" y="207501"/>
                  </a:lnTo>
                  <a:lnTo>
                    <a:pt x="484257" y="211382"/>
                  </a:lnTo>
                  <a:lnTo>
                    <a:pt x="477586" y="220267"/>
                  </a:lnTo>
                  <a:lnTo>
                    <a:pt x="473579" y="227640"/>
                  </a:lnTo>
                  <a:lnTo>
                    <a:pt x="470993" y="232383"/>
                  </a:lnTo>
                  <a:lnTo>
                    <a:pt x="468164" y="240665"/>
                  </a:lnTo>
                  <a:lnTo>
                    <a:pt x="466778" y="252294"/>
                  </a:lnTo>
                  <a:lnTo>
                    <a:pt x="466029" y="258512"/>
                  </a:lnTo>
                  <a:lnTo>
                    <a:pt x="465717" y="263224"/>
                  </a:lnTo>
                  <a:lnTo>
                    <a:pt x="465304" y="269414"/>
                  </a:lnTo>
                  <a:lnTo>
                    <a:pt x="461950" y="269828"/>
                  </a:lnTo>
                  <a:lnTo>
                    <a:pt x="460527" y="267536"/>
                  </a:lnTo>
                  <a:lnTo>
                    <a:pt x="451812" y="267708"/>
                  </a:lnTo>
                  <a:lnTo>
                    <a:pt x="442110" y="270270"/>
                  </a:lnTo>
                  <a:lnTo>
                    <a:pt x="434800" y="273141"/>
                  </a:lnTo>
                  <a:lnTo>
                    <a:pt x="424834" y="280343"/>
                  </a:lnTo>
                  <a:lnTo>
                    <a:pt x="418353" y="276225"/>
                  </a:lnTo>
                  <a:lnTo>
                    <a:pt x="415339" y="274346"/>
                  </a:lnTo>
                  <a:lnTo>
                    <a:pt x="401485" y="265677"/>
                  </a:lnTo>
                  <a:lnTo>
                    <a:pt x="379206" y="251721"/>
                  </a:lnTo>
                  <a:lnTo>
                    <a:pt x="376014" y="249668"/>
                  </a:lnTo>
                  <a:lnTo>
                    <a:pt x="354561" y="235808"/>
                  </a:lnTo>
                  <a:lnTo>
                    <a:pt x="346752" y="230995"/>
                  </a:lnTo>
                  <a:lnTo>
                    <a:pt x="345775" y="230392"/>
                  </a:lnTo>
                  <a:lnTo>
                    <a:pt x="327683" y="219180"/>
                  </a:lnTo>
                  <a:lnTo>
                    <a:pt x="326457" y="219464"/>
                  </a:lnTo>
                  <a:lnTo>
                    <a:pt x="310350" y="223168"/>
                  </a:lnTo>
                  <a:lnTo>
                    <a:pt x="310162" y="223211"/>
                  </a:lnTo>
                  <a:lnTo>
                    <a:pt x="299742" y="225582"/>
                  </a:lnTo>
                  <a:lnTo>
                    <a:pt x="282772" y="229319"/>
                  </a:lnTo>
                  <a:lnTo>
                    <a:pt x="265980" y="232966"/>
                  </a:lnTo>
                  <a:lnTo>
                    <a:pt x="249520" y="236256"/>
                  </a:lnTo>
                  <a:lnTo>
                    <a:pt x="248567" y="226453"/>
                  </a:lnTo>
                  <a:lnTo>
                    <a:pt x="243340" y="221789"/>
                  </a:lnTo>
                  <a:lnTo>
                    <a:pt x="237482" y="216552"/>
                  </a:lnTo>
                  <a:lnTo>
                    <a:pt x="234916" y="214255"/>
                  </a:lnTo>
                  <a:lnTo>
                    <a:pt x="228640" y="221320"/>
                  </a:lnTo>
                  <a:lnTo>
                    <a:pt x="226991" y="219149"/>
                  </a:lnTo>
                  <a:lnTo>
                    <a:pt x="227596" y="214591"/>
                  </a:lnTo>
                  <a:lnTo>
                    <a:pt x="226785" y="212609"/>
                  </a:lnTo>
                  <a:lnTo>
                    <a:pt x="226702" y="212406"/>
                  </a:lnTo>
                  <a:lnTo>
                    <a:pt x="206713" y="215808"/>
                  </a:lnTo>
                  <a:lnTo>
                    <a:pt x="203943" y="216274"/>
                  </a:lnTo>
                  <a:lnTo>
                    <a:pt x="195061" y="217759"/>
                  </a:lnTo>
                  <a:lnTo>
                    <a:pt x="175896" y="221152"/>
                  </a:lnTo>
                  <a:lnTo>
                    <a:pt x="168455" y="222452"/>
                  </a:lnTo>
                  <a:lnTo>
                    <a:pt x="161806" y="223605"/>
                  </a:lnTo>
                  <a:lnTo>
                    <a:pt x="156883" y="224454"/>
                  </a:lnTo>
                  <a:lnTo>
                    <a:pt x="152261" y="225330"/>
                  </a:lnTo>
                  <a:lnTo>
                    <a:pt x="144570" y="226781"/>
                  </a:lnTo>
                  <a:lnTo>
                    <a:pt x="139027" y="227819"/>
                  </a:lnTo>
                  <a:lnTo>
                    <a:pt x="137757" y="227987"/>
                  </a:lnTo>
                  <a:lnTo>
                    <a:pt x="134947" y="228358"/>
                  </a:lnTo>
                  <a:lnTo>
                    <a:pt x="130845" y="228898"/>
                  </a:lnTo>
                  <a:lnTo>
                    <a:pt x="128174" y="231699"/>
                  </a:lnTo>
                  <a:lnTo>
                    <a:pt x="123176" y="234701"/>
                  </a:lnTo>
                  <a:lnTo>
                    <a:pt x="120182" y="236148"/>
                  </a:lnTo>
                  <a:lnTo>
                    <a:pt x="112994" y="239611"/>
                  </a:lnTo>
                  <a:lnTo>
                    <a:pt x="109517" y="244382"/>
                  </a:lnTo>
                  <a:lnTo>
                    <a:pt x="108402" y="244374"/>
                  </a:lnTo>
                  <a:lnTo>
                    <a:pt x="106844" y="244363"/>
                  </a:lnTo>
                  <a:lnTo>
                    <a:pt x="99348" y="248552"/>
                  </a:lnTo>
                  <a:lnTo>
                    <a:pt x="92073" y="252637"/>
                  </a:lnTo>
                  <a:lnTo>
                    <a:pt x="85490" y="256320"/>
                  </a:lnTo>
                  <a:lnTo>
                    <a:pt x="70600" y="259762"/>
                  </a:lnTo>
                  <a:lnTo>
                    <a:pt x="59483" y="262432"/>
                  </a:lnTo>
                  <a:lnTo>
                    <a:pt x="54877" y="263531"/>
                  </a:lnTo>
                  <a:lnTo>
                    <a:pt x="49957" y="264701"/>
                  </a:lnTo>
                  <a:lnTo>
                    <a:pt x="27778" y="268958"/>
                  </a:lnTo>
                  <a:lnTo>
                    <a:pt x="22964" y="269872"/>
                  </a:lnTo>
                  <a:lnTo>
                    <a:pt x="14265" y="271515"/>
                  </a:lnTo>
                  <a:lnTo>
                    <a:pt x="772" y="2740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716787" y="2511262"/>
              <a:ext cx="452876" cy="272170"/>
            </a:xfrm>
            <a:custGeom>
              <a:avLst/>
              <a:pathLst>
                <a:path w="452876" h="272170">
                  <a:moveTo>
                    <a:pt x="13515" y="0"/>
                  </a:moveTo>
                  <a:lnTo>
                    <a:pt x="51946" y="1874"/>
                  </a:lnTo>
                  <a:lnTo>
                    <a:pt x="76877" y="2828"/>
                  </a:lnTo>
                  <a:lnTo>
                    <a:pt x="81932" y="3005"/>
                  </a:lnTo>
                  <a:lnTo>
                    <a:pt x="118119" y="4233"/>
                  </a:lnTo>
                  <a:lnTo>
                    <a:pt x="129306" y="4513"/>
                  </a:lnTo>
                  <a:lnTo>
                    <a:pt x="151925" y="4996"/>
                  </a:lnTo>
                  <a:lnTo>
                    <a:pt x="159291" y="5142"/>
                  </a:lnTo>
                  <a:lnTo>
                    <a:pt x="180502" y="5497"/>
                  </a:lnTo>
                  <a:lnTo>
                    <a:pt x="220159" y="5857"/>
                  </a:lnTo>
                  <a:lnTo>
                    <a:pt x="234398" y="5926"/>
                  </a:lnTo>
                  <a:lnTo>
                    <a:pt x="249765" y="5952"/>
                  </a:lnTo>
                  <a:lnTo>
                    <a:pt x="271946" y="5854"/>
                  </a:lnTo>
                  <a:lnTo>
                    <a:pt x="280503" y="5788"/>
                  </a:lnTo>
                  <a:lnTo>
                    <a:pt x="302010" y="5514"/>
                  </a:lnTo>
                  <a:lnTo>
                    <a:pt x="309485" y="5395"/>
                  </a:lnTo>
                  <a:lnTo>
                    <a:pt x="362006" y="4318"/>
                  </a:lnTo>
                  <a:lnTo>
                    <a:pt x="371963" y="4046"/>
                  </a:lnTo>
                  <a:lnTo>
                    <a:pt x="403196" y="3056"/>
                  </a:lnTo>
                  <a:lnTo>
                    <a:pt x="403435" y="7823"/>
                  </a:lnTo>
                  <a:lnTo>
                    <a:pt x="405999" y="14550"/>
                  </a:lnTo>
                  <a:lnTo>
                    <a:pt x="408296" y="22743"/>
                  </a:lnTo>
                  <a:lnTo>
                    <a:pt x="410285" y="27811"/>
                  </a:lnTo>
                  <a:lnTo>
                    <a:pt x="411654" y="31740"/>
                  </a:lnTo>
                  <a:lnTo>
                    <a:pt x="409458" y="39153"/>
                  </a:lnTo>
                  <a:lnTo>
                    <a:pt x="409309" y="42629"/>
                  </a:lnTo>
                  <a:lnTo>
                    <a:pt x="409297" y="42904"/>
                  </a:lnTo>
                  <a:lnTo>
                    <a:pt x="409266" y="43640"/>
                  </a:lnTo>
                  <a:lnTo>
                    <a:pt x="410166" y="52474"/>
                  </a:lnTo>
                  <a:lnTo>
                    <a:pt x="410515" y="59949"/>
                  </a:lnTo>
                  <a:lnTo>
                    <a:pt x="411279" y="67480"/>
                  </a:lnTo>
                  <a:lnTo>
                    <a:pt x="410767" y="73085"/>
                  </a:lnTo>
                  <a:lnTo>
                    <a:pt x="410604" y="74874"/>
                  </a:lnTo>
                  <a:lnTo>
                    <a:pt x="410566" y="75282"/>
                  </a:lnTo>
                  <a:lnTo>
                    <a:pt x="413204" y="81913"/>
                  </a:lnTo>
                  <a:lnTo>
                    <a:pt x="415547" y="87499"/>
                  </a:lnTo>
                  <a:lnTo>
                    <a:pt x="417695" y="95521"/>
                  </a:lnTo>
                  <a:lnTo>
                    <a:pt x="420383" y="103166"/>
                  </a:lnTo>
                  <a:lnTo>
                    <a:pt x="424687" y="111673"/>
                  </a:lnTo>
                  <a:lnTo>
                    <a:pt x="426987" y="117925"/>
                  </a:lnTo>
                  <a:lnTo>
                    <a:pt x="427719" y="119909"/>
                  </a:lnTo>
                  <a:lnTo>
                    <a:pt x="429647" y="126545"/>
                  </a:lnTo>
                  <a:lnTo>
                    <a:pt x="429791" y="132887"/>
                  </a:lnTo>
                  <a:lnTo>
                    <a:pt x="429906" y="138000"/>
                  </a:lnTo>
                  <a:lnTo>
                    <a:pt x="431494" y="152184"/>
                  </a:lnTo>
                  <a:lnTo>
                    <a:pt x="431879" y="155568"/>
                  </a:lnTo>
                  <a:lnTo>
                    <a:pt x="432743" y="163155"/>
                  </a:lnTo>
                  <a:lnTo>
                    <a:pt x="433430" y="169175"/>
                  </a:lnTo>
                  <a:lnTo>
                    <a:pt x="432824" y="175391"/>
                  </a:lnTo>
                  <a:lnTo>
                    <a:pt x="437297" y="183719"/>
                  </a:lnTo>
                  <a:lnTo>
                    <a:pt x="436298" y="195520"/>
                  </a:lnTo>
                  <a:lnTo>
                    <a:pt x="436714" y="202892"/>
                  </a:lnTo>
                  <a:lnTo>
                    <a:pt x="436740" y="207864"/>
                  </a:lnTo>
                  <a:lnTo>
                    <a:pt x="437000" y="208390"/>
                  </a:lnTo>
                  <a:lnTo>
                    <a:pt x="439698" y="213828"/>
                  </a:lnTo>
                  <a:lnTo>
                    <a:pt x="442283" y="225113"/>
                  </a:lnTo>
                  <a:lnTo>
                    <a:pt x="446270" y="231642"/>
                  </a:lnTo>
                  <a:lnTo>
                    <a:pt x="449192" y="234915"/>
                  </a:lnTo>
                  <a:lnTo>
                    <a:pt x="449885" y="243577"/>
                  </a:lnTo>
                  <a:lnTo>
                    <a:pt x="452873" y="255295"/>
                  </a:lnTo>
                  <a:lnTo>
                    <a:pt x="452007" y="260745"/>
                  </a:lnTo>
                  <a:lnTo>
                    <a:pt x="451933" y="261214"/>
                  </a:lnTo>
                  <a:lnTo>
                    <a:pt x="452876" y="268262"/>
                  </a:lnTo>
                  <a:lnTo>
                    <a:pt x="421507" y="269446"/>
                  </a:lnTo>
                  <a:lnTo>
                    <a:pt x="412660" y="269774"/>
                  </a:lnTo>
                  <a:lnTo>
                    <a:pt x="393638" y="270425"/>
                  </a:lnTo>
                  <a:lnTo>
                    <a:pt x="379447" y="270825"/>
                  </a:lnTo>
                  <a:lnTo>
                    <a:pt x="367233" y="271100"/>
                  </a:lnTo>
                  <a:lnTo>
                    <a:pt x="365457" y="271137"/>
                  </a:lnTo>
                  <a:lnTo>
                    <a:pt x="361678" y="271214"/>
                  </a:lnTo>
                  <a:lnTo>
                    <a:pt x="340850" y="271640"/>
                  </a:lnTo>
                  <a:lnTo>
                    <a:pt x="328080" y="271724"/>
                  </a:lnTo>
                  <a:lnTo>
                    <a:pt x="322085" y="271783"/>
                  </a:lnTo>
                  <a:lnTo>
                    <a:pt x="305045" y="271912"/>
                  </a:lnTo>
                  <a:lnTo>
                    <a:pt x="299770" y="271954"/>
                  </a:lnTo>
                  <a:lnTo>
                    <a:pt x="284504" y="272091"/>
                  </a:lnTo>
                  <a:lnTo>
                    <a:pt x="275706" y="272149"/>
                  </a:lnTo>
                  <a:lnTo>
                    <a:pt x="268384" y="272126"/>
                  </a:lnTo>
                  <a:lnTo>
                    <a:pt x="261909" y="272170"/>
                  </a:lnTo>
                  <a:lnTo>
                    <a:pt x="252086" y="272127"/>
                  </a:lnTo>
                  <a:lnTo>
                    <a:pt x="235627" y="272053"/>
                  </a:lnTo>
                  <a:lnTo>
                    <a:pt x="227025" y="271961"/>
                  </a:lnTo>
                  <a:lnTo>
                    <a:pt x="214598" y="271869"/>
                  </a:lnTo>
                  <a:lnTo>
                    <a:pt x="213835" y="271862"/>
                  </a:lnTo>
                  <a:lnTo>
                    <a:pt x="198688" y="271732"/>
                  </a:lnTo>
                  <a:lnTo>
                    <a:pt x="177815" y="271472"/>
                  </a:lnTo>
                  <a:lnTo>
                    <a:pt x="162167" y="271223"/>
                  </a:lnTo>
                  <a:lnTo>
                    <a:pt x="150543" y="271011"/>
                  </a:lnTo>
                  <a:lnTo>
                    <a:pt x="136176" y="270687"/>
                  </a:lnTo>
                  <a:lnTo>
                    <a:pt x="123702" y="270381"/>
                  </a:lnTo>
                  <a:lnTo>
                    <a:pt x="118444" y="270243"/>
                  </a:lnTo>
                  <a:lnTo>
                    <a:pt x="103877" y="269826"/>
                  </a:lnTo>
                  <a:lnTo>
                    <a:pt x="90399" y="269400"/>
                  </a:lnTo>
                  <a:lnTo>
                    <a:pt x="81085" y="269092"/>
                  </a:lnTo>
                  <a:lnTo>
                    <a:pt x="70473" y="268725"/>
                  </a:lnTo>
                  <a:lnTo>
                    <a:pt x="66733" y="268587"/>
                  </a:lnTo>
                  <a:lnTo>
                    <a:pt x="63515" y="268467"/>
                  </a:lnTo>
                  <a:lnTo>
                    <a:pt x="50016" y="267939"/>
                  </a:lnTo>
                  <a:lnTo>
                    <a:pt x="36923" y="267391"/>
                  </a:lnTo>
                  <a:lnTo>
                    <a:pt x="23259" y="266794"/>
                  </a:lnTo>
                  <a:lnTo>
                    <a:pt x="0" y="265676"/>
                  </a:lnTo>
                  <a:lnTo>
                    <a:pt x="1474" y="236553"/>
                  </a:lnTo>
                  <a:lnTo>
                    <a:pt x="1671" y="232684"/>
                  </a:lnTo>
                  <a:lnTo>
                    <a:pt x="2516" y="216571"/>
                  </a:lnTo>
                  <a:lnTo>
                    <a:pt x="2649" y="213868"/>
                  </a:lnTo>
                  <a:lnTo>
                    <a:pt x="3080" y="205112"/>
                  </a:lnTo>
                  <a:lnTo>
                    <a:pt x="3391" y="198815"/>
                  </a:lnTo>
                  <a:lnTo>
                    <a:pt x="4371" y="179678"/>
                  </a:lnTo>
                  <a:lnTo>
                    <a:pt x="5280" y="162845"/>
                  </a:lnTo>
                  <a:lnTo>
                    <a:pt x="6155" y="145211"/>
                  </a:lnTo>
                  <a:lnTo>
                    <a:pt x="6163" y="145053"/>
                  </a:lnTo>
                  <a:lnTo>
                    <a:pt x="6475" y="139391"/>
                  </a:lnTo>
                  <a:lnTo>
                    <a:pt x="7462" y="121463"/>
                  </a:lnTo>
                  <a:lnTo>
                    <a:pt x="8451" y="104071"/>
                  </a:lnTo>
                  <a:lnTo>
                    <a:pt x="9119" y="89433"/>
                  </a:lnTo>
                  <a:lnTo>
                    <a:pt x="9221" y="87295"/>
                  </a:lnTo>
                  <a:lnTo>
                    <a:pt x="10237" y="65957"/>
                  </a:lnTo>
                  <a:lnTo>
                    <a:pt x="10845" y="53094"/>
                  </a:lnTo>
                  <a:lnTo>
                    <a:pt x="11277" y="43975"/>
                  </a:lnTo>
                  <a:lnTo>
                    <a:pt x="11882" y="31820"/>
                  </a:lnTo>
                  <a:lnTo>
                    <a:pt x="12809" y="132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602393" y="4039435"/>
              <a:ext cx="352896" cy="326687"/>
            </a:xfrm>
            <a:custGeom>
              <a:avLst/>
              <a:pathLst>
                <a:path w="352896" h="326687">
                  <a:moveTo>
                    <a:pt x="0" y="27984"/>
                  </a:moveTo>
                  <a:lnTo>
                    <a:pt x="17971" y="26788"/>
                  </a:lnTo>
                  <a:lnTo>
                    <a:pt x="37860" y="25473"/>
                  </a:lnTo>
                  <a:lnTo>
                    <a:pt x="46111" y="24907"/>
                  </a:lnTo>
                  <a:lnTo>
                    <a:pt x="52583" y="24425"/>
                  </a:lnTo>
                  <a:lnTo>
                    <a:pt x="64230" y="23538"/>
                  </a:lnTo>
                  <a:lnTo>
                    <a:pt x="72339" y="22944"/>
                  </a:lnTo>
                  <a:lnTo>
                    <a:pt x="83341" y="22120"/>
                  </a:lnTo>
                  <a:lnTo>
                    <a:pt x="91151" y="21526"/>
                  </a:lnTo>
                  <a:lnTo>
                    <a:pt x="92707" y="21407"/>
                  </a:lnTo>
                  <a:lnTo>
                    <a:pt x="104393" y="20496"/>
                  </a:lnTo>
                  <a:lnTo>
                    <a:pt x="123400" y="18891"/>
                  </a:lnTo>
                  <a:lnTo>
                    <a:pt x="124458" y="18800"/>
                  </a:lnTo>
                  <a:lnTo>
                    <a:pt x="129107" y="18397"/>
                  </a:lnTo>
                  <a:lnTo>
                    <a:pt x="143645" y="17111"/>
                  </a:lnTo>
                  <a:lnTo>
                    <a:pt x="146098" y="16899"/>
                  </a:lnTo>
                  <a:lnTo>
                    <a:pt x="158593" y="15805"/>
                  </a:lnTo>
                  <a:lnTo>
                    <a:pt x="172555" y="14482"/>
                  </a:lnTo>
                  <a:lnTo>
                    <a:pt x="174643" y="14282"/>
                  </a:lnTo>
                  <a:lnTo>
                    <a:pt x="184037" y="13369"/>
                  </a:lnTo>
                  <a:lnTo>
                    <a:pt x="205906" y="11162"/>
                  </a:lnTo>
                  <a:lnTo>
                    <a:pt x="207981" y="10949"/>
                  </a:lnTo>
                  <a:lnTo>
                    <a:pt x="221428" y="9747"/>
                  </a:lnTo>
                  <a:lnTo>
                    <a:pt x="224441" y="9474"/>
                  </a:lnTo>
                  <a:lnTo>
                    <a:pt x="224578" y="9461"/>
                  </a:lnTo>
                  <a:lnTo>
                    <a:pt x="243984" y="7376"/>
                  </a:lnTo>
                  <a:lnTo>
                    <a:pt x="251549" y="6545"/>
                  </a:lnTo>
                  <a:lnTo>
                    <a:pt x="267849" y="4736"/>
                  </a:lnTo>
                  <a:lnTo>
                    <a:pt x="269128" y="4592"/>
                  </a:lnTo>
                  <a:lnTo>
                    <a:pt x="282330" y="3126"/>
                  </a:lnTo>
                  <a:lnTo>
                    <a:pt x="288014" y="2486"/>
                  </a:lnTo>
                  <a:lnTo>
                    <a:pt x="307102" y="495"/>
                  </a:lnTo>
                  <a:lnTo>
                    <a:pt x="311763" y="0"/>
                  </a:lnTo>
                  <a:lnTo>
                    <a:pt x="312963" y="2965"/>
                  </a:lnTo>
                  <a:lnTo>
                    <a:pt x="314105" y="6754"/>
                  </a:lnTo>
                  <a:lnTo>
                    <a:pt x="318899" y="8708"/>
                  </a:lnTo>
                  <a:lnTo>
                    <a:pt x="319358" y="11225"/>
                  </a:lnTo>
                  <a:lnTo>
                    <a:pt x="319834" y="15887"/>
                  </a:lnTo>
                  <a:lnTo>
                    <a:pt x="316631" y="19546"/>
                  </a:lnTo>
                  <a:lnTo>
                    <a:pt x="314248" y="24339"/>
                  </a:lnTo>
                  <a:lnTo>
                    <a:pt x="312070" y="25915"/>
                  </a:lnTo>
                  <a:lnTo>
                    <a:pt x="310013" y="27403"/>
                  </a:lnTo>
                  <a:lnTo>
                    <a:pt x="309372" y="31443"/>
                  </a:lnTo>
                  <a:lnTo>
                    <a:pt x="305494" y="34216"/>
                  </a:lnTo>
                  <a:lnTo>
                    <a:pt x="302957" y="40273"/>
                  </a:lnTo>
                  <a:lnTo>
                    <a:pt x="301365" y="44946"/>
                  </a:lnTo>
                  <a:lnTo>
                    <a:pt x="306942" y="44240"/>
                  </a:lnTo>
                  <a:lnTo>
                    <a:pt x="319908" y="42579"/>
                  </a:lnTo>
                  <a:lnTo>
                    <a:pt x="330022" y="41298"/>
                  </a:lnTo>
                  <a:lnTo>
                    <a:pt x="334095" y="40777"/>
                  </a:lnTo>
                  <a:lnTo>
                    <a:pt x="345854" y="39237"/>
                  </a:lnTo>
                  <a:lnTo>
                    <a:pt x="349602" y="43410"/>
                  </a:lnTo>
                  <a:lnTo>
                    <a:pt x="352286" y="45380"/>
                  </a:lnTo>
                  <a:lnTo>
                    <a:pt x="352671" y="46799"/>
                  </a:lnTo>
                  <a:lnTo>
                    <a:pt x="352896" y="47630"/>
                  </a:lnTo>
                  <a:lnTo>
                    <a:pt x="347817" y="50113"/>
                  </a:lnTo>
                  <a:lnTo>
                    <a:pt x="347587" y="52427"/>
                  </a:lnTo>
                  <a:lnTo>
                    <a:pt x="348384" y="55680"/>
                  </a:lnTo>
                  <a:lnTo>
                    <a:pt x="343472" y="58623"/>
                  </a:lnTo>
                  <a:lnTo>
                    <a:pt x="339112" y="62223"/>
                  </a:lnTo>
                  <a:lnTo>
                    <a:pt x="335415" y="62027"/>
                  </a:lnTo>
                  <a:lnTo>
                    <a:pt x="333088" y="67511"/>
                  </a:lnTo>
                  <a:lnTo>
                    <a:pt x="337568" y="70876"/>
                  </a:lnTo>
                  <a:lnTo>
                    <a:pt x="339372" y="72782"/>
                  </a:lnTo>
                  <a:lnTo>
                    <a:pt x="335611" y="74881"/>
                  </a:lnTo>
                  <a:lnTo>
                    <a:pt x="335196" y="79094"/>
                  </a:lnTo>
                  <a:lnTo>
                    <a:pt x="334403" y="80818"/>
                  </a:lnTo>
                  <a:lnTo>
                    <a:pt x="328746" y="80738"/>
                  </a:lnTo>
                  <a:lnTo>
                    <a:pt x="328670" y="85456"/>
                  </a:lnTo>
                  <a:lnTo>
                    <a:pt x="330711" y="88641"/>
                  </a:lnTo>
                  <a:lnTo>
                    <a:pt x="329461" y="92461"/>
                  </a:lnTo>
                  <a:lnTo>
                    <a:pt x="327606" y="91993"/>
                  </a:lnTo>
                  <a:lnTo>
                    <a:pt x="324765" y="93478"/>
                  </a:lnTo>
                  <a:lnTo>
                    <a:pt x="326937" y="97325"/>
                  </a:lnTo>
                  <a:lnTo>
                    <a:pt x="325079" y="102684"/>
                  </a:lnTo>
                  <a:lnTo>
                    <a:pt x="322191" y="105644"/>
                  </a:lnTo>
                  <a:lnTo>
                    <a:pt x="327275" y="107199"/>
                  </a:lnTo>
                  <a:lnTo>
                    <a:pt x="328036" y="111196"/>
                  </a:lnTo>
                  <a:lnTo>
                    <a:pt x="327935" y="114604"/>
                  </a:lnTo>
                  <a:lnTo>
                    <a:pt x="329010" y="118519"/>
                  </a:lnTo>
                  <a:lnTo>
                    <a:pt x="323990" y="118186"/>
                  </a:lnTo>
                  <a:lnTo>
                    <a:pt x="322820" y="121597"/>
                  </a:lnTo>
                  <a:lnTo>
                    <a:pt x="322073" y="125242"/>
                  </a:lnTo>
                  <a:lnTo>
                    <a:pt x="317331" y="126706"/>
                  </a:lnTo>
                  <a:lnTo>
                    <a:pt x="314922" y="127991"/>
                  </a:lnTo>
                  <a:lnTo>
                    <a:pt x="314609" y="130922"/>
                  </a:lnTo>
                  <a:lnTo>
                    <a:pt x="319740" y="135410"/>
                  </a:lnTo>
                  <a:lnTo>
                    <a:pt x="319615" y="138072"/>
                  </a:lnTo>
                  <a:lnTo>
                    <a:pt x="315562" y="141556"/>
                  </a:lnTo>
                  <a:lnTo>
                    <a:pt x="315428" y="141671"/>
                  </a:lnTo>
                  <a:lnTo>
                    <a:pt x="309479" y="145535"/>
                  </a:lnTo>
                  <a:lnTo>
                    <a:pt x="309027" y="145590"/>
                  </a:lnTo>
                  <a:lnTo>
                    <a:pt x="305056" y="146071"/>
                  </a:lnTo>
                  <a:lnTo>
                    <a:pt x="304770" y="150132"/>
                  </a:lnTo>
                  <a:lnTo>
                    <a:pt x="302706" y="152487"/>
                  </a:lnTo>
                  <a:lnTo>
                    <a:pt x="300362" y="158213"/>
                  </a:lnTo>
                  <a:lnTo>
                    <a:pt x="300407" y="161584"/>
                  </a:lnTo>
                  <a:lnTo>
                    <a:pt x="298921" y="164529"/>
                  </a:lnTo>
                  <a:lnTo>
                    <a:pt x="298176" y="166003"/>
                  </a:lnTo>
                  <a:lnTo>
                    <a:pt x="301304" y="169816"/>
                  </a:lnTo>
                  <a:lnTo>
                    <a:pt x="300240" y="173759"/>
                  </a:lnTo>
                  <a:lnTo>
                    <a:pt x="299790" y="179534"/>
                  </a:lnTo>
                  <a:lnTo>
                    <a:pt x="300769" y="183241"/>
                  </a:lnTo>
                  <a:lnTo>
                    <a:pt x="296308" y="186471"/>
                  </a:lnTo>
                  <a:lnTo>
                    <a:pt x="295360" y="190779"/>
                  </a:lnTo>
                  <a:lnTo>
                    <a:pt x="290190" y="188864"/>
                  </a:lnTo>
                  <a:lnTo>
                    <a:pt x="287789" y="190995"/>
                  </a:lnTo>
                  <a:lnTo>
                    <a:pt x="289139" y="195524"/>
                  </a:lnTo>
                  <a:lnTo>
                    <a:pt x="284907" y="196845"/>
                  </a:lnTo>
                  <a:lnTo>
                    <a:pt x="283324" y="200800"/>
                  </a:lnTo>
                  <a:lnTo>
                    <a:pt x="279503" y="202238"/>
                  </a:lnTo>
                  <a:lnTo>
                    <a:pt x="280689" y="205604"/>
                  </a:lnTo>
                  <a:lnTo>
                    <a:pt x="280045" y="207717"/>
                  </a:lnTo>
                  <a:lnTo>
                    <a:pt x="277007" y="209109"/>
                  </a:lnTo>
                  <a:lnTo>
                    <a:pt x="276813" y="211634"/>
                  </a:lnTo>
                  <a:lnTo>
                    <a:pt x="276788" y="211955"/>
                  </a:lnTo>
                  <a:lnTo>
                    <a:pt x="276740" y="212576"/>
                  </a:lnTo>
                  <a:lnTo>
                    <a:pt x="280113" y="213497"/>
                  </a:lnTo>
                  <a:lnTo>
                    <a:pt x="282215" y="215246"/>
                  </a:lnTo>
                  <a:lnTo>
                    <a:pt x="281305" y="219289"/>
                  </a:lnTo>
                  <a:lnTo>
                    <a:pt x="277761" y="220439"/>
                  </a:lnTo>
                  <a:lnTo>
                    <a:pt x="275224" y="222276"/>
                  </a:lnTo>
                  <a:lnTo>
                    <a:pt x="273611" y="224464"/>
                  </a:lnTo>
                  <a:lnTo>
                    <a:pt x="270419" y="224098"/>
                  </a:lnTo>
                  <a:lnTo>
                    <a:pt x="267706" y="226457"/>
                  </a:lnTo>
                  <a:lnTo>
                    <a:pt x="271651" y="227574"/>
                  </a:lnTo>
                  <a:lnTo>
                    <a:pt x="272635" y="230592"/>
                  </a:lnTo>
                  <a:lnTo>
                    <a:pt x="270369" y="233492"/>
                  </a:lnTo>
                  <a:lnTo>
                    <a:pt x="271412" y="238035"/>
                  </a:lnTo>
                  <a:lnTo>
                    <a:pt x="273557" y="239398"/>
                  </a:lnTo>
                  <a:lnTo>
                    <a:pt x="273787" y="243066"/>
                  </a:lnTo>
                  <a:lnTo>
                    <a:pt x="269440" y="242411"/>
                  </a:lnTo>
                  <a:lnTo>
                    <a:pt x="267578" y="242768"/>
                  </a:lnTo>
                  <a:lnTo>
                    <a:pt x="265502" y="245378"/>
                  </a:lnTo>
                  <a:lnTo>
                    <a:pt x="270675" y="247691"/>
                  </a:lnTo>
                  <a:lnTo>
                    <a:pt x="269261" y="252539"/>
                  </a:lnTo>
                  <a:lnTo>
                    <a:pt x="263742" y="253939"/>
                  </a:lnTo>
                  <a:lnTo>
                    <a:pt x="267496" y="257053"/>
                  </a:lnTo>
                  <a:lnTo>
                    <a:pt x="263572" y="260489"/>
                  </a:lnTo>
                  <a:lnTo>
                    <a:pt x="262551" y="263264"/>
                  </a:lnTo>
                  <a:lnTo>
                    <a:pt x="262010" y="264735"/>
                  </a:lnTo>
                  <a:lnTo>
                    <a:pt x="264206" y="267682"/>
                  </a:lnTo>
                  <a:lnTo>
                    <a:pt x="265726" y="270198"/>
                  </a:lnTo>
                  <a:lnTo>
                    <a:pt x="267759" y="273054"/>
                  </a:lnTo>
                  <a:lnTo>
                    <a:pt x="270493" y="275738"/>
                  </a:lnTo>
                  <a:lnTo>
                    <a:pt x="268781" y="279766"/>
                  </a:lnTo>
                  <a:lnTo>
                    <a:pt x="270544" y="285576"/>
                  </a:lnTo>
                  <a:lnTo>
                    <a:pt x="273462" y="285846"/>
                  </a:lnTo>
                  <a:lnTo>
                    <a:pt x="275057" y="289230"/>
                  </a:lnTo>
                  <a:lnTo>
                    <a:pt x="274337" y="293847"/>
                  </a:lnTo>
                  <a:lnTo>
                    <a:pt x="273280" y="298253"/>
                  </a:lnTo>
                  <a:lnTo>
                    <a:pt x="269706" y="298322"/>
                  </a:lnTo>
                  <a:lnTo>
                    <a:pt x="267971" y="301705"/>
                  </a:lnTo>
                  <a:lnTo>
                    <a:pt x="272727" y="305031"/>
                  </a:lnTo>
                  <a:lnTo>
                    <a:pt x="270212" y="309067"/>
                  </a:lnTo>
                  <a:lnTo>
                    <a:pt x="269797" y="309733"/>
                  </a:lnTo>
                  <a:lnTo>
                    <a:pt x="262606" y="310421"/>
                  </a:lnTo>
                  <a:lnTo>
                    <a:pt x="250093" y="311598"/>
                  </a:lnTo>
                  <a:lnTo>
                    <a:pt x="248308" y="311763"/>
                  </a:lnTo>
                  <a:lnTo>
                    <a:pt x="246205" y="311958"/>
                  </a:lnTo>
                  <a:lnTo>
                    <a:pt x="218018" y="314580"/>
                  </a:lnTo>
                  <a:lnTo>
                    <a:pt x="203852" y="315851"/>
                  </a:lnTo>
                  <a:lnTo>
                    <a:pt x="192613" y="316836"/>
                  </a:lnTo>
                  <a:lnTo>
                    <a:pt x="172238" y="318396"/>
                  </a:lnTo>
                  <a:lnTo>
                    <a:pt x="155899" y="319623"/>
                  </a:lnTo>
                  <a:lnTo>
                    <a:pt x="137868" y="320889"/>
                  </a:lnTo>
                  <a:lnTo>
                    <a:pt x="136578" y="320990"/>
                  </a:lnTo>
                  <a:lnTo>
                    <a:pt x="121318" y="322167"/>
                  </a:lnTo>
                  <a:lnTo>
                    <a:pt x="118301" y="322401"/>
                  </a:lnTo>
                  <a:lnTo>
                    <a:pt x="108170" y="323178"/>
                  </a:lnTo>
                  <a:lnTo>
                    <a:pt x="99870" y="323782"/>
                  </a:lnTo>
                  <a:lnTo>
                    <a:pt x="97643" y="323943"/>
                  </a:lnTo>
                  <a:lnTo>
                    <a:pt x="82839" y="324988"/>
                  </a:lnTo>
                  <a:lnTo>
                    <a:pt x="76703" y="325442"/>
                  </a:lnTo>
                  <a:lnTo>
                    <a:pt x="76156" y="325483"/>
                  </a:lnTo>
                  <a:lnTo>
                    <a:pt x="59443" y="326687"/>
                  </a:lnTo>
                  <a:lnTo>
                    <a:pt x="58703" y="314483"/>
                  </a:lnTo>
                  <a:lnTo>
                    <a:pt x="58090" y="304886"/>
                  </a:lnTo>
                  <a:lnTo>
                    <a:pt x="57762" y="299760"/>
                  </a:lnTo>
                  <a:lnTo>
                    <a:pt x="57200" y="290647"/>
                  </a:lnTo>
                  <a:lnTo>
                    <a:pt x="56543" y="280646"/>
                  </a:lnTo>
                  <a:lnTo>
                    <a:pt x="54305" y="278994"/>
                  </a:lnTo>
                  <a:lnTo>
                    <a:pt x="49160" y="278873"/>
                  </a:lnTo>
                  <a:lnTo>
                    <a:pt x="46149" y="277821"/>
                  </a:lnTo>
                  <a:lnTo>
                    <a:pt x="44066" y="279839"/>
                  </a:lnTo>
                  <a:lnTo>
                    <a:pt x="42197" y="279436"/>
                  </a:lnTo>
                  <a:lnTo>
                    <a:pt x="37544" y="280812"/>
                  </a:lnTo>
                  <a:lnTo>
                    <a:pt x="35008" y="280756"/>
                  </a:lnTo>
                  <a:lnTo>
                    <a:pt x="33918" y="281752"/>
                  </a:lnTo>
                  <a:lnTo>
                    <a:pt x="31407" y="281131"/>
                  </a:lnTo>
                  <a:lnTo>
                    <a:pt x="29092" y="280266"/>
                  </a:lnTo>
                  <a:lnTo>
                    <a:pt x="23929" y="275334"/>
                  </a:lnTo>
                  <a:lnTo>
                    <a:pt x="23463" y="262232"/>
                  </a:lnTo>
                  <a:lnTo>
                    <a:pt x="23029" y="249067"/>
                  </a:lnTo>
                  <a:lnTo>
                    <a:pt x="22803" y="242231"/>
                  </a:lnTo>
                  <a:lnTo>
                    <a:pt x="22282" y="227443"/>
                  </a:lnTo>
                  <a:lnTo>
                    <a:pt x="21762" y="212753"/>
                  </a:lnTo>
                  <a:lnTo>
                    <a:pt x="21314" y="199923"/>
                  </a:lnTo>
                  <a:lnTo>
                    <a:pt x="20925" y="188863"/>
                  </a:lnTo>
                  <a:lnTo>
                    <a:pt x="20665" y="180706"/>
                  </a:lnTo>
                  <a:lnTo>
                    <a:pt x="20217" y="166680"/>
                  </a:lnTo>
                  <a:lnTo>
                    <a:pt x="20103" y="162902"/>
                  </a:lnTo>
                  <a:lnTo>
                    <a:pt x="19281" y="135760"/>
                  </a:lnTo>
                  <a:lnTo>
                    <a:pt x="19203" y="133226"/>
                  </a:lnTo>
                  <a:lnTo>
                    <a:pt x="18986" y="125088"/>
                  </a:lnTo>
                  <a:lnTo>
                    <a:pt x="18711" y="123550"/>
                  </a:lnTo>
                  <a:lnTo>
                    <a:pt x="18632" y="123107"/>
                  </a:lnTo>
                  <a:lnTo>
                    <a:pt x="17033" y="114154"/>
                  </a:lnTo>
                  <a:lnTo>
                    <a:pt x="14636" y="101970"/>
                  </a:lnTo>
                  <a:lnTo>
                    <a:pt x="12600" y="91599"/>
                  </a:lnTo>
                  <a:lnTo>
                    <a:pt x="12447" y="90821"/>
                  </a:lnTo>
                  <a:lnTo>
                    <a:pt x="8662" y="71959"/>
                  </a:lnTo>
                  <a:lnTo>
                    <a:pt x="6677" y="62141"/>
                  </a:lnTo>
                  <a:lnTo>
                    <a:pt x="5638" y="56998"/>
                  </a:lnTo>
                  <a:lnTo>
                    <a:pt x="3247" y="4513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741398" y="3259826"/>
              <a:ext cx="579473" cy="267440"/>
            </a:xfrm>
            <a:custGeom>
              <a:avLst/>
              <a:pathLst>
                <a:path w="579473" h="267440">
                  <a:moveTo>
                    <a:pt x="473" y="164056"/>
                  </a:moveTo>
                  <a:lnTo>
                    <a:pt x="1196" y="149818"/>
                  </a:lnTo>
                  <a:lnTo>
                    <a:pt x="1683" y="139808"/>
                  </a:lnTo>
                  <a:lnTo>
                    <a:pt x="2370" y="124938"/>
                  </a:lnTo>
                  <a:lnTo>
                    <a:pt x="2569" y="120641"/>
                  </a:lnTo>
                  <a:lnTo>
                    <a:pt x="2914" y="113322"/>
                  </a:lnTo>
                  <a:lnTo>
                    <a:pt x="3683" y="97001"/>
                  </a:lnTo>
                  <a:lnTo>
                    <a:pt x="4186" y="86889"/>
                  </a:lnTo>
                  <a:lnTo>
                    <a:pt x="4249" y="85620"/>
                  </a:lnTo>
                  <a:lnTo>
                    <a:pt x="5224" y="65297"/>
                  </a:lnTo>
                  <a:lnTo>
                    <a:pt x="6255" y="43549"/>
                  </a:lnTo>
                  <a:lnTo>
                    <a:pt x="6755" y="33825"/>
                  </a:lnTo>
                  <a:lnTo>
                    <a:pt x="6841" y="32159"/>
                  </a:lnTo>
                  <a:lnTo>
                    <a:pt x="8370" y="0"/>
                  </a:lnTo>
                  <a:lnTo>
                    <a:pt x="43231" y="1598"/>
                  </a:lnTo>
                  <a:lnTo>
                    <a:pt x="45074" y="1676"/>
                  </a:lnTo>
                  <a:lnTo>
                    <a:pt x="75332" y="2920"/>
                  </a:lnTo>
                  <a:lnTo>
                    <a:pt x="88601" y="3410"/>
                  </a:lnTo>
                  <a:lnTo>
                    <a:pt x="113011" y="4223"/>
                  </a:lnTo>
                  <a:lnTo>
                    <a:pt x="133775" y="4836"/>
                  </a:lnTo>
                  <a:lnTo>
                    <a:pt x="188187" y="6048"/>
                  </a:lnTo>
                  <a:lnTo>
                    <a:pt x="202682" y="6276"/>
                  </a:lnTo>
                  <a:lnTo>
                    <a:pt x="253768" y="6611"/>
                  </a:lnTo>
                  <a:lnTo>
                    <a:pt x="275959" y="6601"/>
                  </a:lnTo>
                  <a:lnTo>
                    <a:pt x="296087" y="6523"/>
                  </a:lnTo>
                  <a:lnTo>
                    <a:pt x="313896" y="6389"/>
                  </a:lnTo>
                  <a:lnTo>
                    <a:pt x="339785" y="6085"/>
                  </a:lnTo>
                  <a:lnTo>
                    <a:pt x="362040" y="5697"/>
                  </a:lnTo>
                  <a:lnTo>
                    <a:pt x="363346" y="8723"/>
                  </a:lnTo>
                  <a:lnTo>
                    <a:pt x="366232" y="11657"/>
                  </a:lnTo>
                  <a:lnTo>
                    <a:pt x="369315" y="12539"/>
                  </a:lnTo>
                  <a:lnTo>
                    <a:pt x="374361" y="15217"/>
                  </a:lnTo>
                  <a:lnTo>
                    <a:pt x="376180" y="16180"/>
                  </a:lnTo>
                  <a:lnTo>
                    <a:pt x="379274" y="17321"/>
                  </a:lnTo>
                  <a:lnTo>
                    <a:pt x="384376" y="18949"/>
                  </a:lnTo>
                  <a:lnTo>
                    <a:pt x="384667" y="19042"/>
                  </a:lnTo>
                  <a:lnTo>
                    <a:pt x="387497" y="21724"/>
                  </a:lnTo>
                  <a:lnTo>
                    <a:pt x="392038" y="25472"/>
                  </a:lnTo>
                  <a:lnTo>
                    <a:pt x="397452" y="24868"/>
                  </a:lnTo>
                  <a:lnTo>
                    <a:pt x="400274" y="22248"/>
                  </a:lnTo>
                  <a:lnTo>
                    <a:pt x="401951" y="17520"/>
                  </a:lnTo>
                  <a:lnTo>
                    <a:pt x="403131" y="16406"/>
                  </a:lnTo>
                  <a:lnTo>
                    <a:pt x="406760" y="16927"/>
                  </a:lnTo>
                  <a:lnTo>
                    <a:pt x="413195" y="17988"/>
                  </a:lnTo>
                  <a:lnTo>
                    <a:pt x="417362" y="17171"/>
                  </a:lnTo>
                  <a:lnTo>
                    <a:pt x="419660" y="16719"/>
                  </a:lnTo>
                  <a:lnTo>
                    <a:pt x="424983" y="16776"/>
                  </a:lnTo>
                  <a:lnTo>
                    <a:pt x="426973" y="17042"/>
                  </a:lnTo>
                  <a:lnTo>
                    <a:pt x="429072" y="17321"/>
                  </a:lnTo>
                  <a:lnTo>
                    <a:pt x="431260" y="15522"/>
                  </a:lnTo>
                  <a:lnTo>
                    <a:pt x="436129" y="16240"/>
                  </a:lnTo>
                  <a:lnTo>
                    <a:pt x="438596" y="15307"/>
                  </a:lnTo>
                  <a:lnTo>
                    <a:pt x="442728" y="16260"/>
                  </a:lnTo>
                  <a:lnTo>
                    <a:pt x="444350" y="19080"/>
                  </a:lnTo>
                  <a:lnTo>
                    <a:pt x="447555" y="21455"/>
                  </a:lnTo>
                  <a:lnTo>
                    <a:pt x="449769" y="23094"/>
                  </a:lnTo>
                  <a:lnTo>
                    <a:pt x="456601" y="23677"/>
                  </a:lnTo>
                  <a:lnTo>
                    <a:pt x="457208" y="24170"/>
                  </a:lnTo>
                  <a:lnTo>
                    <a:pt x="460501" y="26836"/>
                  </a:lnTo>
                  <a:lnTo>
                    <a:pt x="464236" y="25889"/>
                  </a:lnTo>
                  <a:lnTo>
                    <a:pt x="470701" y="28527"/>
                  </a:lnTo>
                  <a:lnTo>
                    <a:pt x="471073" y="28678"/>
                  </a:lnTo>
                  <a:lnTo>
                    <a:pt x="472694" y="31733"/>
                  </a:lnTo>
                  <a:lnTo>
                    <a:pt x="477861" y="31862"/>
                  </a:lnTo>
                  <a:lnTo>
                    <a:pt x="477304" y="36712"/>
                  </a:lnTo>
                  <a:lnTo>
                    <a:pt x="480671" y="39829"/>
                  </a:lnTo>
                  <a:lnTo>
                    <a:pt x="482783" y="43170"/>
                  </a:lnTo>
                  <a:lnTo>
                    <a:pt x="483913" y="44955"/>
                  </a:lnTo>
                  <a:lnTo>
                    <a:pt x="489436" y="44362"/>
                  </a:lnTo>
                  <a:lnTo>
                    <a:pt x="491064" y="46688"/>
                  </a:lnTo>
                  <a:lnTo>
                    <a:pt x="494616" y="45848"/>
                  </a:lnTo>
                  <a:lnTo>
                    <a:pt x="498843" y="48185"/>
                  </a:lnTo>
                  <a:lnTo>
                    <a:pt x="497075" y="52691"/>
                  </a:lnTo>
                  <a:lnTo>
                    <a:pt x="497593" y="59074"/>
                  </a:lnTo>
                  <a:lnTo>
                    <a:pt x="501411" y="63831"/>
                  </a:lnTo>
                  <a:lnTo>
                    <a:pt x="502499" y="65185"/>
                  </a:lnTo>
                  <a:lnTo>
                    <a:pt x="502652" y="69178"/>
                  </a:lnTo>
                  <a:lnTo>
                    <a:pt x="502610" y="69534"/>
                  </a:lnTo>
                  <a:lnTo>
                    <a:pt x="502113" y="73744"/>
                  </a:lnTo>
                  <a:lnTo>
                    <a:pt x="507403" y="78145"/>
                  </a:lnTo>
                  <a:lnTo>
                    <a:pt x="507402" y="83929"/>
                  </a:lnTo>
                  <a:lnTo>
                    <a:pt x="510680" y="85922"/>
                  </a:lnTo>
                  <a:lnTo>
                    <a:pt x="516758" y="89825"/>
                  </a:lnTo>
                  <a:lnTo>
                    <a:pt x="515296" y="95523"/>
                  </a:lnTo>
                  <a:lnTo>
                    <a:pt x="517561" y="99248"/>
                  </a:lnTo>
                  <a:lnTo>
                    <a:pt x="518889" y="101431"/>
                  </a:lnTo>
                  <a:lnTo>
                    <a:pt x="521892" y="105414"/>
                  </a:lnTo>
                  <a:lnTo>
                    <a:pt x="520681" y="111646"/>
                  </a:lnTo>
                  <a:lnTo>
                    <a:pt x="519543" y="115681"/>
                  </a:lnTo>
                  <a:lnTo>
                    <a:pt x="519344" y="116384"/>
                  </a:lnTo>
                  <a:lnTo>
                    <a:pt x="519134" y="121193"/>
                  </a:lnTo>
                  <a:lnTo>
                    <a:pt x="521053" y="125671"/>
                  </a:lnTo>
                  <a:lnTo>
                    <a:pt x="521923" y="128496"/>
                  </a:lnTo>
                  <a:lnTo>
                    <a:pt x="526770" y="126885"/>
                  </a:lnTo>
                  <a:lnTo>
                    <a:pt x="527642" y="130077"/>
                  </a:lnTo>
                  <a:lnTo>
                    <a:pt x="528515" y="133270"/>
                  </a:lnTo>
                  <a:lnTo>
                    <a:pt x="532513" y="134295"/>
                  </a:lnTo>
                  <a:lnTo>
                    <a:pt x="532474" y="140031"/>
                  </a:lnTo>
                  <a:lnTo>
                    <a:pt x="532462" y="141766"/>
                  </a:lnTo>
                  <a:lnTo>
                    <a:pt x="532864" y="145921"/>
                  </a:lnTo>
                  <a:lnTo>
                    <a:pt x="535370" y="149622"/>
                  </a:lnTo>
                  <a:lnTo>
                    <a:pt x="534150" y="153197"/>
                  </a:lnTo>
                  <a:lnTo>
                    <a:pt x="534441" y="157243"/>
                  </a:lnTo>
                  <a:lnTo>
                    <a:pt x="534485" y="157853"/>
                  </a:lnTo>
                  <a:lnTo>
                    <a:pt x="537937" y="157445"/>
                  </a:lnTo>
                  <a:lnTo>
                    <a:pt x="537716" y="159792"/>
                  </a:lnTo>
                  <a:lnTo>
                    <a:pt x="537421" y="162910"/>
                  </a:lnTo>
                  <a:lnTo>
                    <a:pt x="537912" y="166476"/>
                  </a:lnTo>
                  <a:lnTo>
                    <a:pt x="537979" y="169146"/>
                  </a:lnTo>
                  <a:lnTo>
                    <a:pt x="538057" y="172231"/>
                  </a:lnTo>
                  <a:lnTo>
                    <a:pt x="540713" y="176022"/>
                  </a:lnTo>
                  <a:lnTo>
                    <a:pt x="540294" y="180198"/>
                  </a:lnTo>
                  <a:lnTo>
                    <a:pt x="541660" y="182462"/>
                  </a:lnTo>
                  <a:lnTo>
                    <a:pt x="542235" y="183415"/>
                  </a:lnTo>
                  <a:lnTo>
                    <a:pt x="540396" y="187089"/>
                  </a:lnTo>
                  <a:lnTo>
                    <a:pt x="541131" y="192507"/>
                  </a:lnTo>
                  <a:lnTo>
                    <a:pt x="537733" y="196750"/>
                  </a:lnTo>
                  <a:lnTo>
                    <a:pt x="540772" y="201277"/>
                  </a:lnTo>
                  <a:lnTo>
                    <a:pt x="545128" y="203613"/>
                  </a:lnTo>
                  <a:lnTo>
                    <a:pt x="547540" y="207840"/>
                  </a:lnTo>
                  <a:lnTo>
                    <a:pt x="546493" y="209475"/>
                  </a:lnTo>
                  <a:lnTo>
                    <a:pt x="547311" y="214595"/>
                  </a:lnTo>
                  <a:lnTo>
                    <a:pt x="550138" y="214343"/>
                  </a:lnTo>
                  <a:lnTo>
                    <a:pt x="550285" y="214636"/>
                  </a:lnTo>
                  <a:lnTo>
                    <a:pt x="551578" y="217197"/>
                  </a:lnTo>
                  <a:lnTo>
                    <a:pt x="552395" y="219790"/>
                  </a:lnTo>
                  <a:lnTo>
                    <a:pt x="555003" y="225512"/>
                  </a:lnTo>
                  <a:lnTo>
                    <a:pt x="555690" y="228069"/>
                  </a:lnTo>
                  <a:lnTo>
                    <a:pt x="555040" y="231922"/>
                  </a:lnTo>
                  <a:lnTo>
                    <a:pt x="558750" y="232839"/>
                  </a:lnTo>
                  <a:lnTo>
                    <a:pt x="561843" y="234299"/>
                  </a:lnTo>
                  <a:lnTo>
                    <a:pt x="562302" y="236606"/>
                  </a:lnTo>
                  <a:lnTo>
                    <a:pt x="562330" y="236746"/>
                  </a:lnTo>
                  <a:lnTo>
                    <a:pt x="562394" y="237067"/>
                  </a:lnTo>
                  <a:lnTo>
                    <a:pt x="567452" y="238796"/>
                  </a:lnTo>
                  <a:lnTo>
                    <a:pt x="567106" y="242960"/>
                  </a:lnTo>
                  <a:lnTo>
                    <a:pt x="570571" y="246910"/>
                  </a:lnTo>
                  <a:lnTo>
                    <a:pt x="573246" y="249618"/>
                  </a:lnTo>
                  <a:lnTo>
                    <a:pt x="572058" y="253035"/>
                  </a:lnTo>
                  <a:lnTo>
                    <a:pt x="574371" y="256629"/>
                  </a:lnTo>
                  <a:lnTo>
                    <a:pt x="576638" y="256311"/>
                  </a:lnTo>
                  <a:lnTo>
                    <a:pt x="579473" y="258705"/>
                  </a:lnTo>
                  <a:lnTo>
                    <a:pt x="577367" y="258822"/>
                  </a:lnTo>
                  <a:lnTo>
                    <a:pt x="547726" y="260374"/>
                  </a:lnTo>
                  <a:lnTo>
                    <a:pt x="547490" y="260386"/>
                  </a:lnTo>
                  <a:lnTo>
                    <a:pt x="532650" y="261101"/>
                  </a:lnTo>
                  <a:lnTo>
                    <a:pt x="531756" y="261143"/>
                  </a:lnTo>
                  <a:lnTo>
                    <a:pt x="523070" y="261573"/>
                  </a:lnTo>
                  <a:lnTo>
                    <a:pt x="517412" y="261816"/>
                  </a:lnTo>
                  <a:lnTo>
                    <a:pt x="502439" y="262453"/>
                  </a:lnTo>
                  <a:lnTo>
                    <a:pt x="502023" y="262470"/>
                  </a:lnTo>
                  <a:lnTo>
                    <a:pt x="479621" y="263345"/>
                  </a:lnTo>
                  <a:lnTo>
                    <a:pt x="475082" y="263511"/>
                  </a:lnTo>
                  <a:lnTo>
                    <a:pt x="472240" y="263617"/>
                  </a:lnTo>
                  <a:lnTo>
                    <a:pt x="466052" y="263844"/>
                  </a:lnTo>
                  <a:lnTo>
                    <a:pt x="442028" y="264618"/>
                  </a:lnTo>
                  <a:lnTo>
                    <a:pt x="438916" y="264710"/>
                  </a:lnTo>
                  <a:lnTo>
                    <a:pt x="414803" y="265396"/>
                  </a:lnTo>
                  <a:lnTo>
                    <a:pt x="411843" y="265473"/>
                  </a:lnTo>
                  <a:lnTo>
                    <a:pt x="404480" y="265657"/>
                  </a:lnTo>
                  <a:lnTo>
                    <a:pt x="394855" y="265884"/>
                  </a:lnTo>
                  <a:lnTo>
                    <a:pt x="381639" y="266172"/>
                  </a:lnTo>
                  <a:lnTo>
                    <a:pt x="366257" y="266467"/>
                  </a:lnTo>
                  <a:lnTo>
                    <a:pt x="358960" y="266593"/>
                  </a:lnTo>
                  <a:lnTo>
                    <a:pt x="351442" y="266719"/>
                  </a:lnTo>
                  <a:lnTo>
                    <a:pt x="328700" y="267039"/>
                  </a:lnTo>
                  <a:lnTo>
                    <a:pt x="327460" y="267053"/>
                  </a:lnTo>
                  <a:lnTo>
                    <a:pt x="321215" y="267121"/>
                  </a:lnTo>
                  <a:lnTo>
                    <a:pt x="299672" y="267300"/>
                  </a:lnTo>
                  <a:lnTo>
                    <a:pt x="291424" y="267365"/>
                  </a:lnTo>
                  <a:lnTo>
                    <a:pt x="291228" y="267366"/>
                  </a:lnTo>
                  <a:lnTo>
                    <a:pt x="278866" y="267440"/>
                  </a:lnTo>
                  <a:lnTo>
                    <a:pt x="254535" y="267427"/>
                  </a:lnTo>
                  <a:lnTo>
                    <a:pt x="253481" y="267424"/>
                  </a:lnTo>
                  <a:lnTo>
                    <a:pt x="234557" y="267332"/>
                  </a:lnTo>
                  <a:lnTo>
                    <a:pt x="217077" y="267159"/>
                  </a:lnTo>
                  <a:lnTo>
                    <a:pt x="215741" y="267144"/>
                  </a:lnTo>
                  <a:lnTo>
                    <a:pt x="195612" y="266922"/>
                  </a:lnTo>
                  <a:lnTo>
                    <a:pt x="180013" y="266678"/>
                  </a:lnTo>
                  <a:lnTo>
                    <a:pt x="178007" y="266646"/>
                  </a:lnTo>
                  <a:lnTo>
                    <a:pt x="172199" y="266549"/>
                  </a:lnTo>
                  <a:lnTo>
                    <a:pt x="163438" y="266390"/>
                  </a:lnTo>
                  <a:lnTo>
                    <a:pt x="144088" y="265968"/>
                  </a:lnTo>
                  <a:lnTo>
                    <a:pt x="129432" y="265612"/>
                  </a:lnTo>
                  <a:lnTo>
                    <a:pt x="130153" y="236444"/>
                  </a:lnTo>
                  <a:lnTo>
                    <a:pt x="130175" y="235501"/>
                  </a:lnTo>
                  <a:lnTo>
                    <a:pt x="130363" y="227603"/>
                  </a:lnTo>
                  <a:lnTo>
                    <a:pt x="130899" y="205197"/>
                  </a:lnTo>
                  <a:lnTo>
                    <a:pt x="131007" y="200669"/>
                  </a:lnTo>
                  <a:lnTo>
                    <a:pt x="131506" y="178673"/>
                  </a:lnTo>
                  <a:lnTo>
                    <a:pt x="98309" y="177759"/>
                  </a:lnTo>
                  <a:lnTo>
                    <a:pt x="94087" y="177626"/>
                  </a:lnTo>
                  <a:lnTo>
                    <a:pt x="91955" y="177558"/>
                  </a:lnTo>
                  <a:lnTo>
                    <a:pt x="64156" y="176589"/>
                  </a:lnTo>
                  <a:lnTo>
                    <a:pt x="44054" y="175829"/>
                  </a:lnTo>
                  <a:lnTo>
                    <a:pt x="31440" y="175315"/>
                  </a:lnTo>
                  <a:lnTo>
                    <a:pt x="0" y="17388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41466" y="2522878"/>
              <a:ext cx="114872" cy="244023"/>
            </a:xfrm>
            <a:custGeom>
              <a:avLst/>
              <a:pathLst>
                <a:path w="114872" h="244023">
                  <a:moveTo>
                    <a:pt x="11418" y="234461"/>
                  </a:moveTo>
                  <a:lnTo>
                    <a:pt x="11978" y="231290"/>
                  </a:lnTo>
                  <a:lnTo>
                    <a:pt x="10314" y="226547"/>
                  </a:lnTo>
                  <a:lnTo>
                    <a:pt x="12296" y="224646"/>
                  </a:lnTo>
                  <a:lnTo>
                    <a:pt x="14065" y="220564"/>
                  </a:lnTo>
                  <a:lnTo>
                    <a:pt x="11906" y="217609"/>
                  </a:lnTo>
                  <a:lnTo>
                    <a:pt x="12292" y="213495"/>
                  </a:lnTo>
                  <a:lnTo>
                    <a:pt x="9397" y="208268"/>
                  </a:lnTo>
                  <a:lnTo>
                    <a:pt x="9259" y="207593"/>
                  </a:lnTo>
                  <a:lnTo>
                    <a:pt x="8290" y="202874"/>
                  </a:lnTo>
                  <a:lnTo>
                    <a:pt x="8194" y="201258"/>
                  </a:lnTo>
                  <a:lnTo>
                    <a:pt x="8026" y="198451"/>
                  </a:lnTo>
                  <a:lnTo>
                    <a:pt x="7512" y="193296"/>
                  </a:lnTo>
                  <a:lnTo>
                    <a:pt x="5657" y="189992"/>
                  </a:lnTo>
                  <a:lnTo>
                    <a:pt x="3815" y="178412"/>
                  </a:lnTo>
                  <a:lnTo>
                    <a:pt x="1573" y="171653"/>
                  </a:lnTo>
                  <a:lnTo>
                    <a:pt x="3346" y="168053"/>
                  </a:lnTo>
                  <a:lnTo>
                    <a:pt x="3503" y="167733"/>
                  </a:lnTo>
                  <a:lnTo>
                    <a:pt x="2873" y="157451"/>
                  </a:lnTo>
                  <a:lnTo>
                    <a:pt x="5386" y="152830"/>
                  </a:lnTo>
                  <a:lnTo>
                    <a:pt x="5619" y="151504"/>
                  </a:lnTo>
                  <a:lnTo>
                    <a:pt x="6236" y="147979"/>
                  </a:lnTo>
                  <a:lnTo>
                    <a:pt x="5121" y="142255"/>
                  </a:lnTo>
                  <a:lnTo>
                    <a:pt x="6616" y="134570"/>
                  </a:lnTo>
                  <a:lnTo>
                    <a:pt x="4740" y="131254"/>
                  </a:lnTo>
                  <a:lnTo>
                    <a:pt x="5880" y="126826"/>
                  </a:lnTo>
                  <a:lnTo>
                    <a:pt x="6104" y="120301"/>
                  </a:lnTo>
                  <a:lnTo>
                    <a:pt x="3451" y="115933"/>
                  </a:lnTo>
                  <a:lnTo>
                    <a:pt x="2282" y="114009"/>
                  </a:lnTo>
                  <a:lnTo>
                    <a:pt x="883" y="108694"/>
                  </a:lnTo>
                  <a:lnTo>
                    <a:pt x="0" y="104781"/>
                  </a:lnTo>
                  <a:lnTo>
                    <a:pt x="1567" y="101110"/>
                  </a:lnTo>
                  <a:lnTo>
                    <a:pt x="4480" y="98823"/>
                  </a:lnTo>
                  <a:lnTo>
                    <a:pt x="8484" y="97377"/>
                  </a:lnTo>
                  <a:lnTo>
                    <a:pt x="10365" y="95702"/>
                  </a:lnTo>
                  <a:lnTo>
                    <a:pt x="11305" y="94864"/>
                  </a:lnTo>
                  <a:lnTo>
                    <a:pt x="12225" y="90108"/>
                  </a:lnTo>
                  <a:lnTo>
                    <a:pt x="12999" y="89465"/>
                  </a:lnTo>
                  <a:lnTo>
                    <a:pt x="16626" y="86447"/>
                  </a:lnTo>
                  <a:lnTo>
                    <a:pt x="17748" y="81536"/>
                  </a:lnTo>
                  <a:lnTo>
                    <a:pt x="20580" y="77371"/>
                  </a:lnTo>
                  <a:lnTo>
                    <a:pt x="18732" y="73718"/>
                  </a:lnTo>
                  <a:lnTo>
                    <a:pt x="20258" y="70180"/>
                  </a:lnTo>
                  <a:lnTo>
                    <a:pt x="18414" y="66313"/>
                  </a:lnTo>
                  <a:lnTo>
                    <a:pt x="15400" y="63883"/>
                  </a:lnTo>
                  <a:lnTo>
                    <a:pt x="10518" y="57991"/>
                  </a:lnTo>
                  <a:lnTo>
                    <a:pt x="11994" y="51959"/>
                  </a:lnTo>
                  <a:lnTo>
                    <a:pt x="12448" y="44659"/>
                  </a:lnTo>
                  <a:lnTo>
                    <a:pt x="13101" y="41483"/>
                  </a:lnTo>
                  <a:lnTo>
                    <a:pt x="9044" y="36953"/>
                  </a:lnTo>
                  <a:lnTo>
                    <a:pt x="9646" y="33199"/>
                  </a:lnTo>
                  <a:lnTo>
                    <a:pt x="8093" y="28473"/>
                  </a:lnTo>
                  <a:lnTo>
                    <a:pt x="9716" y="24141"/>
                  </a:lnTo>
                  <a:lnTo>
                    <a:pt x="9522" y="18405"/>
                  </a:lnTo>
                  <a:lnTo>
                    <a:pt x="9439" y="15824"/>
                  </a:lnTo>
                  <a:lnTo>
                    <a:pt x="6333" y="13140"/>
                  </a:lnTo>
                  <a:lnTo>
                    <a:pt x="9792" y="8914"/>
                  </a:lnTo>
                  <a:lnTo>
                    <a:pt x="13153" y="4596"/>
                  </a:lnTo>
                  <a:lnTo>
                    <a:pt x="16401" y="6558"/>
                  </a:lnTo>
                  <a:lnTo>
                    <a:pt x="20725" y="7466"/>
                  </a:lnTo>
                  <a:lnTo>
                    <a:pt x="23102" y="6377"/>
                  </a:lnTo>
                  <a:lnTo>
                    <a:pt x="23589" y="2474"/>
                  </a:lnTo>
                  <a:lnTo>
                    <a:pt x="24305" y="0"/>
                  </a:lnTo>
                  <a:lnTo>
                    <a:pt x="35186" y="24736"/>
                  </a:lnTo>
                  <a:lnTo>
                    <a:pt x="44485" y="46117"/>
                  </a:lnTo>
                  <a:lnTo>
                    <a:pt x="52512" y="65417"/>
                  </a:lnTo>
                  <a:lnTo>
                    <a:pt x="59244" y="81596"/>
                  </a:lnTo>
                  <a:lnTo>
                    <a:pt x="59819" y="82980"/>
                  </a:lnTo>
                  <a:lnTo>
                    <a:pt x="60703" y="85108"/>
                  </a:lnTo>
                  <a:lnTo>
                    <a:pt x="66186" y="98706"/>
                  </a:lnTo>
                  <a:lnTo>
                    <a:pt x="74566" y="119500"/>
                  </a:lnTo>
                  <a:lnTo>
                    <a:pt x="76126" y="123280"/>
                  </a:lnTo>
                  <a:lnTo>
                    <a:pt x="79227" y="130798"/>
                  </a:lnTo>
                  <a:lnTo>
                    <a:pt x="83725" y="141442"/>
                  </a:lnTo>
                  <a:lnTo>
                    <a:pt x="85154" y="143736"/>
                  </a:lnTo>
                  <a:lnTo>
                    <a:pt x="86601" y="146060"/>
                  </a:lnTo>
                  <a:lnTo>
                    <a:pt x="88247" y="153047"/>
                  </a:lnTo>
                  <a:lnTo>
                    <a:pt x="88910" y="157809"/>
                  </a:lnTo>
                  <a:lnTo>
                    <a:pt x="93983" y="160726"/>
                  </a:lnTo>
                  <a:lnTo>
                    <a:pt x="98632" y="164111"/>
                  </a:lnTo>
                  <a:lnTo>
                    <a:pt x="103706" y="167169"/>
                  </a:lnTo>
                  <a:lnTo>
                    <a:pt x="104163" y="170549"/>
                  </a:lnTo>
                  <a:lnTo>
                    <a:pt x="105502" y="174823"/>
                  </a:lnTo>
                  <a:lnTo>
                    <a:pt x="106180" y="175117"/>
                  </a:lnTo>
                  <a:lnTo>
                    <a:pt x="111184" y="177285"/>
                  </a:lnTo>
                  <a:lnTo>
                    <a:pt x="114872" y="177773"/>
                  </a:lnTo>
                  <a:lnTo>
                    <a:pt x="114465" y="182440"/>
                  </a:lnTo>
                  <a:lnTo>
                    <a:pt x="113838" y="186170"/>
                  </a:lnTo>
                  <a:lnTo>
                    <a:pt x="113424" y="191162"/>
                  </a:lnTo>
                  <a:lnTo>
                    <a:pt x="113496" y="191884"/>
                  </a:lnTo>
                  <a:lnTo>
                    <a:pt x="113705" y="193960"/>
                  </a:lnTo>
                  <a:lnTo>
                    <a:pt x="113899" y="195900"/>
                  </a:lnTo>
                  <a:lnTo>
                    <a:pt x="111172" y="197138"/>
                  </a:lnTo>
                  <a:lnTo>
                    <a:pt x="106860" y="197432"/>
                  </a:lnTo>
                  <a:lnTo>
                    <a:pt x="105230" y="199530"/>
                  </a:lnTo>
                  <a:lnTo>
                    <a:pt x="101722" y="201802"/>
                  </a:lnTo>
                  <a:lnTo>
                    <a:pt x="101531" y="204523"/>
                  </a:lnTo>
                  <a:lnTo>
                    <a:pt x="101361" y="206929"/>
                  </a:lnTo>
                  <a:lnTo>
                    <a:pt x="98120" y="207628"/>
                  </a:lnTo>
                  <a:lnTo>
                    <a:pt x="96050" y="208074"/>
                  </a:lnTo>
                  <a:lnTo>
                    <a:pt x="94644" y="210948"/>
                  </a:lnTo>
                  <a:lnTo>
                    <a:pt x="96478" y="215267"/>
                  </a:lnTo>
                  <a:lnTo>
                    <a:pt x="92757" y="216770"/>
                  </a:lnTo>
                  <a:lnTo>
                    <a:pt x="92159" y="217011"/>
                  </a:lnTo>
                  <a:lnTo>
                    <a:pt x="91048" y="221147"/>
                  </a:lnTo>
                  <a:lnTo>
                    <a:pt x="87606" y="222331"/>
                  </a:lnTo>
                  <a:lnTo>
                    <a:pt x="70591" y="228048"/>
                  </a:lnTo>
                  <a:lnTo>
                    <a:pt x="64031" y="230252"/>
                  </a:lnTo>
                  <a:lnTo>
                    <a:pt x="54847" y="233242"/>
                  </a:lnTo>
                  <a:lnTo>
                    <a:pt x="53030" y="233831"/>
                  </a:lnTo>
                  <a:lnTo>
                    <a:pt x="42090" y="237362"/>
                  </a:lnTo>
                  <a:lnTo>
                    <a:pt x="41280" y="237623"/>
                  </a:lnTo>
                  <a:lnTo>
                    <a:pt x="31744" y="240671"/>
                  </a:lnTo>
                  <a:lnTo>
                    <a:pt x="21179" y="244023"/>
                  </a:lnTo>
                  <a:lnTo>
                    <a:pt x="19065" y="241559"/>
                  </a:lnTo>
                  <a:lnTo>
                    <a:pt x="14144" y="23923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305901" y="3091228"/>
              <a:ext cx="95621" cy="209730"/>
            </a:xfrm>
            <a:custGeom>
              <a:avLst/>
              <a:pathLst>
                <a:path w="95621" h="209730">
                  <a:moveTo>
                    <a:pt x="6589" y="162777"/>
                  </a:moveTo>
                  <a:lnTo>
                    <a:pt x="7710" y="160830"/>
                  </a:lnTo>
                  <a:lnTo>
                    <a:pt x="8377" y="157045"/>
                  </a:lnTo>
                  <a:lnTo>
                    <a:pt x="9709" y="153973"/>
                  </a:lnTo>
                  <a:lnTo>
                    <a:pt x="9624" y="149325"/>
                  </a:lnTo>
                  <a:lnTo>
                    <a:pt x="11552" y="145402"/>
                  </a:lnTo>
                  <a:lnTo>
                    <a:pt x="11774" y="145080"/>
                  </a:lnTo>
                  <a:lnTo>
                    <a:pt x="15107" y="140226"/>
                  </a:lnTo>
                  <a:lnTo>
                    <a:pt x="18100" y="139040"/>
                  </a:lnTo>
                  <a:lnTo>
                    <a:pt x="20231" y="137805"/>
                  </a:lnTo>
                  <a:lnTo>
                    <a:pt x="22369" y="136563"/>
                  </a:lnTo>
                  <a:lnTo>
                    <a:pt x="22847" y="135925"/>
                  </a:lnTo>
                  <a:lnTo>
                    <a:pt x="24254" y="134044"/>
                  </a:lnTo>
                  <a:lnTo>
                    <a:pt x="26621" y="132184"/>
                  </a:lnTo>
                  <a:lnTo>
                    <a:pt x="27034" y="131858"/>
                  </a:lnTo>
                  <a:lnTo>
                    <a:pt x="26517" y="130297"/>
                  </a:lnTo>
                  <a:lnTo>
                    <a:pt x="25733" y="127929"/>
                  </a:lnTo>
                  <a:lnTo>
                    <a:pt x="25628" y="127611"/>
                  </a:lnTo>
                  <a:lnTo>
                    <a:pt x="26214" y="125739"/>
                  </a:lnTo>
                  <a:lnTo>
                    <a:pt x="29336" y="122252"/>
                  </a:lnTo>
                  <a:lnTo>
                    <a:pt x="32571" y="117093"/>
                  </a:lnTo>
                  <a:lnTo>
                    <a:pt x="33399" y="115997"/>
                  </a:lnTo>
                  <a:lnTo>
                    <a:pt x="35424" y="113315"/>
                  </a:lnTo>
                  <a:lnTo>
                    <a:pt x="39379" y="110778"/>
                  </a:lnTo>
                  <a:lnTo>
                    <a:pt x="40713" y="106501"/>
                  </a:lnTo>
                  <a:lnTo>
                    <a:pt x="44124" y="104923"/>
                  </a:lnTo>
                  <a:lnTo>
                    <a:pt x="46507" y="101878"/>
                  </a:lnTo>
                  <a:lnTo>
                    <a:pt x="44034" y="99801"/>
                  </a:lnTo>
                  <a:lnTo>
                    <a:pt x="42921" y="98866"/>
                  </a:lnTo>
                  <a:lnTo>
                    <a:pt x="37878" y="96552"/>
                  </a:lnTo>
                  <a:lnTo>
                    <a:pt x="34930" y="94182"/>
                  </a:lnTo>
                  <a:lnTo>
                    <a:pt x="31037" y="91902"/>
                  </a:lnTo>
                  <a:lnTo>
                    <a:pt x="28874" y="90357"/>
                  </a:lnTo>
                  <a:lnTo>
                    <a:pt x="27315" y="89242"/>
                  </a:lnTo>
                  <a:lnTo>
                    <a:pt x="24772" y="86135"/>
                  </a:lnTo>
                  <a:lnTo>
                    <a:pt x="21226" y="86924"/>
                  </a:lnTo>
                  <a:lnTo>
                    <a:pt x="18949" y="86484"/>
                  </a:lnTo>
                  <a:lnTo>
                    <a:pt x="17066" y="83476"/>
                  </a:lnTo>
                  <a:lnTo>
                    <a:pt x="16931" y="81100"/>
                  </a:lnTo>
                  <a:lnTo>
                    <a:pt x="14238" y="75783"/>
                  </a:lnTo>
                  <a:lnTo>
                    <a:pt x="9913" y="74624"/>
                  </a:lnTo>
                  <a:lnTo>
                    <a:pt x="6949" y="76146"/>
                  </a:lnTo>
                  <a:lnTo>
                    <a:pt x="6278" y="74218"/>
                  </a:lnTo>
                  <a:lnTo>
                    <a:pt x="5803" y="72852"/>
                  </a:lnTo>
                  <a:lnTo>
                    <a:pt x="4967" y="70450"/>
                  </a:lnTo>
                  <a:lnTo>
                    <a:pt x="2924" y="63913"/>
                  </a:lnTo>
                  <a:lnTo>
                    <a:pt x="2658" y="59538"/>
                  </a:lnTo>
                  <a:lnTo>
                    <a:pt x="6278" y="55911"/>
                  </a:lnTo>
                  <a:lnTo>
                    <a:pt x="5910" y="50668"/>
                  </a:lnTo>
                  <a:lnTo>
                    <a:pt x="6577" y="47088"/>
                  </a:lnTo>
                  <a:lnTo>
                    <a:pt x="3541" y="44271"/>
                  </a:lnTo>
                  <a:lnTo>
                    <a:pt x="984" y="41519"/>
                  </a:lnTo>
                  <a:lnTo>
                    <a:pt x="0" y="40460"/>
                  </a:lnTo>
                  <a:lnTo>
                    <a:pt x="2911" y="35987"/>
                  </a:lnTo>
                  <a:lnTo>
                    <a:pt x="5259" y="31306"/>
                  </a:lnTo>
                  <a:lnTo>
                    <a:pt x="5871" y="28173"/>
                  </a:lnTo>
                  <a:lnTo>
                    <a:pt x="6120" y="26894"/>
                  </a:lnTo>
                  <a:lnTo>
                    <a:pt x="6205" y="26460"/>
                  </a:lnTo>
                  <a:lnTo>
                    <a:pt x="9670" y="21170"/>
                  </a:lnTo>
                  <a:lnTo>
                    <a:pt x="10015" y="16498"/>
                  </a:lnTo>
                  <a:lnTo>
                    <a:pt x="10172" y="14347"/>
                  </a:lnTo>
                  <a:lnTo>
                    <a:pt x="11615" y="7563"/>
                  </a:lnTo>
                  <a:lnTo>
                    <a:pt x="13895" y="2742"/>
                  </a:lnTo>
                  <a:lnTo>
                    <a:pt x="17483" y="0"/>
                  </a:lnTo>
                  <a:lnTo>
                    <a:pt x="34911" y="4425"/>
                  </a:lnTo>
                  <a:lnTo>
                    <a:pt x="41629" y="6297"/>
                  </a:lnTo>
                  <a:lnTo>
                    <a:pt x="46459" y="7637"/>
                  </a:lnTo>
                  <a:lnTo>
                    <a:pt x="51393" y="8761"/>
                  </a:lnTo>
                  <a:lnTo>
                    <a:pt x="53060" y="9128"/>
                  </a:lnTo>
                  <a:lnTo>
                    <a:pt x="65506" y="11848"/>
                  </a:lnTo>
                  <a:lnTo>
                    <a:pt x="76201" y="14018"/>
                  </a:lnTo>
                  <a:lnTo>
                    <a:pt x="76586" y="18131"/>
                  </a:lnTo>
                  <a:lnTo>
                    <a:pt x="76639" y="21170"/>
                  </a:lnTo>
                  <a:lnTo>
                    <a:pt x="76695" y="24486"/>
                  </a:lnTo>
                  <a:lnTo>
                    <a:pt x="76707" y="25220"/>
                  </a:lnTo>
                  <a:lnTo>
                    <a:pt x="76606" y="26411"/>
                  </a:lnTo>
                  <a:lnTo>
                    <a:pt x="76487" y="27821"/>
                  </a:lnTo>
                  <a:lnTo>
                    <a:pt x="76310" y="29916"/>
                  </a:lnTo>
                  <a:lnTo>
                    <a:pt x="76271" y="30376"/>
                  </a:lnTo>
                  <a:lnTo>
                    <a:pt x="76193" y="30810"/>
                  </a:lnTo>
                  <a:lnTo>
                    <a:pt x="75857" y="32662"/>
                  </a:lnTo>
                  <a:lnTo>
                    <a:pt x="75123" y="36706"/>
                  </a:lnTo>
                  <a:lnTo>
                    <a:pt x="75064" y="37773"/>
                  </a:lnTo>
                  <a:lnTo>
                    <a:pt x="74961" y="39630"/>
                  </a:lnTo>
                  <a:lnTo>
                    <a:pt x="74775" y="42956"/>
                  </a:lnTo>
                  <a:lnTo>
                    <a:pt x="74034" y="45064"/>
                  </a:lnTo>
                  <a:lnTo>
                    <a:pt x="73912" y="45413"/>
                  </a:lnTo>
                  <a:lnTo>
                    <a:pt x="73340" y="47037"/>
                  </a:lnTo>
                  <a:lnTo>
                    <a:pt x="68931" y="49009"/>
                  </a:lnTo>
                  <a:lnTo>
                    <a:pt x="68302" y="49290"/>
                  </a:lnTo>
                  <a:lnTo>
                    <a:pt x="66711" y="51149"/>
                  </a:lnTo>
                  <a:lnTo>
                    <a:pt x="67613" y="54392"/>
                  </a:lnTo>
                  <a:lnTo>
                    <a:pt x="67679" y="57527"/>
                  </a:lnTo>
                  <a:lnTo>
                    <a:pt x="66016" y="59331"/>
                  </a:lnTo>
                  <a:lnTo>
                    <a:pt x="66409" y="63150"/>
                  </a:lnTo>
                  <a:lnTo>
                    <a:pt x="67305" y="66350"/>
                  </a:lnTo>
                  <a:lnTo>
                    <a:pt x="70039" y="66935"/>
                  </a:lnTo>
                  <a:lnTo>
                    <a:pt x="71395" y="67225"/>
                  </a:lnTo>
                  <a:lnTo>
                    <a:pt x="74275" y="65638"/>
                  </a:lnTo>
                  <a:lnTo>
                    <a:pt x="77412" y="64951"/>
                  </a:lnTo>
                  <a:lnTo>
                    <a:pt x="81821" y="65795"/>
                  </a:lnTo>
                  <a:lnTo>
                    <a:pt x="82235" y="60805"/>
                  </a:lnTo>
                  <a:lnTo>
                    <a:pt x="83424" y="59906"/>
                  </a:lnTo>
                  <a:lnTo>
                    <a:pt x="86507" y="65201"/>
                  </a:lnTo>
                  <a:lnTo>
                    <a:pt x="88434" y="70170"/>
                  </a:lnTo>
                  <a:lnTo>
                    <a:pt x="89579" y="76150"/>
                  </a:lnTo>
                  <a:lnTo>
                    <a:pt x="90139" y="83734"/>
                  </a:lnTo>
                  <a:lnTo>
                    <a:pt x="90620" y="90323"/>
                  </a:lnTo>
                  <a:lnTo>
                    <a:pt x="90845" y="92123"/>
                  </a:lnTo>
                  <a:lnTo>
                    <a:pt x="92213" y="103108"/>
                  </a:lnTo>
                  <a:lnTo>
                    <a:pt x="93127" y="108960"/>
                  </a:lnTo>
                  <a:lnTo>
                    <a:pt x="93151" y="109114"/>
                  </a:lnTo>
                  <a:lnTo>
                    <a:pt x="95154" y="118736"/>
                  </a:lnTo>
                  <a:lnTo>
                    <a:pt x="95219" y="119281"/>
                  </a:lnTo>
                  <a:lnTo>
                    <a:pt x="95621" y="122639"/>
                  </a:lnTo>
                  <a:lnTo>
                    <a:pt x="93343" y="135525"/>
                  </a:lnTo>
                  <a:lnTo>
                    <a:pt x="89985" y="147492"/>
                  </a:lnTo>
                  <a:lnTo>
                    <a:pt x="90068" y="149861"/>
                  </a:lnTo>
                  <a:lnTo>
                    <a:pt x="90100" y="150809"/>
                  </a:lnTo>
                  <a:lnTo>
                    <a:pt x="87896" y="157949"/>
                  </a:lnTo>
                  <a:lnTo>
                    <a:pt x="86042" y="162362"/>
                  </a:lnTo>
                  <a:lnTo>
                    <a:pt x="80303" y="168568"/>
                  </a:lnTo>
                  <a:lnTo>
                    <a:pt x="79444" y="170120"/>
                  </a:lnTo>
                  <a:lnTo>
                    <a:pt x="77621" y="173406"/>
                  </a:lnTo>
                  <a:lnTo>
                    <a:pt x="74923" y="179706"/>
                  </a:lnTo>
                  <a:lnTo>
                    <a:pt x="74147" y="182929"/>
                  </a:lnTo>
                  <a:lnTo>
                    <a:pt x="72909" y="188863"/>
                  </a:lnTo>
                  <a:lnTo>
                    <a:pt x="73869" y="190112"/>
                  </a:lnTo>
                  <a:lnTo>
                    <a:pt x="71202" y="198334"/>
                  </a:lnTo>
                  <a:lnTo>
                    <a:pt x="70260" y="202059"/>
                  </a:lnTo>
                  <a:lnTo>
                    <a:pt x="67771" y="207051"/>
                  </a:lnTo>
                  <a:lnTo>
                    <a:pt x="63642" y="209459"/>
                  </a:lnTo>
                  <a:lnTo>
                    <a:pt x="61364" y="209730"/>
                  </a:lnTo>
                  <a:lnTo>
                    <a:pt x="60456" y="203766"/>
                  </a:lnTo>
                  <a:lnTo>
                    <a:pt x="61633" y="195449"/>
                  </a:lnTo>
                  <a:lnTo>
                    <a:pt x="61376" y="190350"/>
                  </a:lnTo>
                  <a:lnTo>
                    <a:pt x="59372" y="188099"/>
                  </a:lnTo>
                  <a:lnTo>
                    <a:pt x="58693" y="188154"/>
                  </a:lnTo>
                  <a:lnTo>
                    <a:pt x="53050" y="188602"/>
                  </a:lnTo>
                  <a:lnTo>
                    <a:pt x="49240" y="187599"/>
                  </a:lnTo>
                  <a:lnTo>
                    <a:pt x="46651" y="188824"/>
                  </a:lnTo>
                  <a:lnTo>
                    <a:pt x="44434" y="192186"/>
                  </a:lnTo>
                  <a:lnTo>
                    <a:pt x="41522" y="189355"/>
                  </a:lnTo>
                  <a:lnTo>
                    <a:pt x="37614" y="186882"/>
                  </a:lnTo>
                  <a:lnTo>
                    <a:pt x="35022" y="185583"/>
                  </a:lnTo>
                  <a:lnTo>
                    <a:pt x="32250" y="185851"/>
                  </a:lnTo>
                  <a:lnTo>
                    <a:pt x="28627" y="183278"/>
                  </a:lnTo>
                  <a:lnTo>
                    <a:pt x="26417" y="182556"/>
                  </a:lnTo>
                  <a:lnTo>
                    <a:pt x="22859" y="180751"/>
                  </a:lnTo>
                  <a:lnTo>
                    <a:pt x="21495" y="180309"/>
                  </a:lnTo>
                  <a:lnTo>
                    <a:pt x="19559" y="179680"/>
                  </a:lnTo>
                  <a:lnTo>
                    <a:pt x="17216" y="177038"/>
                  </a:lnTo>
                  <a:lnTo>
                    <a:pt x="12156" y="176617"/>
                  </a:lnTo>
                  <a:lnTo>
                    <a:pt x="11777" y="173281"/>
                  </a:lnTo>
                  <a:lnTo>
                    <a:pt x="10902" y="170135"/>
                  </a:lnTo>
                  <a:lnTo>
                    <a:pt x="10815" y="166233"/>
                  </a:lnTo>
                  <a:lnTo>
                    <a:pt x="8393" y="16532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90518" y="4028326"/>
              <a:ext cx="467207" cy="495828"/>
            </a:xfrm>
            <a:custGeom>
              <a:avLst/>
              <a:pathLst>
                <a:path w="467207" h="495828">
                  <a:moveTo>
                    <a:pt x="3749" y="449585"/>
                  </a:moveTo>
                  <a:lnTo>
                    <a:pt x="6114" y="424787"/>
                  </a:lnTo>
                  <a:lnTo>
                    <a:pt x="8915" y="395257"/>
                  </a:lnTo>
                  <a:lnTo>
                    <a:pt x="11792" y="364928"/>
                  </a:lnTo>
                  <a:lnTo>
                    <a:pt x="15292" y="327700"/>
                  </a:lnTo>
                  <a:lnTo>
                    <a:pt x="16930" y="310356"/>
                  </a:lnTo>
                  <a:lnTo>
                    <a:pt x="20001" y="278606"/>
                  </a:lnTo>
                  <a:lnTo>
                    <a:pt x="20820" y="270171"/>
                  </a:lnTo>
                  <a:lnTo>
                    <a:pt x="26210" y="214231"/>
                  </a:lnTo>
                  <a:lnTo>
                    <a:pt x="26688" y="209313"/>
                  </a:lnTo>
                  <a:lnTo>
                    <a:pt x="29896" y="176418"/>
                  </a:lnTo>
                  <a:lnTo>
                    <a:pt x="31675" y="157764"/>
                  </a:lnTo>
                  <a:lnTo>
                    <a:pt x="33233" y="141494"/>
                  </a:lnTo>
                  <a:lnTo>
                    <a:pt x="35392" y="119820"/>
                  </a:lnTo>
                  <a:lnTo>
                    <a:pt x="37670" y="96851"/>
                  </a:lnTo>
                  <a:lnTo>
                    <a:pt x="38730" y="86220"/>
                  </a:lnTo>
                  <a:lnTo>
                    <a:pt x="39717" y="76329"/>
                  </a:lnTo>
                  <a:lnTo>
                    <a:pt x="46258" y="10774"/>
                  </a:lnTo>
                  <a:lnTo>
                    <a:pt x="47352" y="0"/>
                  </a:lnTo>
                  <a:lnTo>
                    <a:pt x="76775" y="3096"/>
                  </a:lnTo>
                  <a:lnTo>
                    <a:pt x="93473" y="4772"/>
                  </a:lnTo>
                  <a:lnTo>
                    <a:pt x="119722" y="7308"/>
                  </a:lnTo>
                  <a:lnTo>
                    <a:pt x="155707" y="10641"/>
                  </a:lnTo>
                  <a:lnTo>
                    <a:pt x="159926" y="11017"/>
                  </a:lnTo>
                  <a:lnTo>
                    <a:pt x="197657" y="14231"/>
                  </a:lnTo>
                  <a:lnTo>
                    <a:pt x="198127" y="14942"/>
                  </a:lnTo>
                  <a:lnTo>
                    <a:pt x="225469" y="17005"/>
                  </a:lnTo>
                  <a:lnTo>
                    <a:pt x="234718" y="17674"/>
                  </a:lnTo>
                  <a:lnTo>
                    <a:pt x="258130" y="19300"/>
                  </a:lnTo>
                  <a:lnTo>
                    <a:pt x="258745" y="19342"/>
                  </a:lnTo>
                  <a:lnTo>
                    <a:pt x="278141" y="20661"/>
                  </a:lnTo>
                  <a:lnTo>
                    <a:pt x="278280" y="20670"/>
                  </a:lnTo>
                  <a:lnTo>
                    <a:pt x="290972" y="21520"/>
                  </a:lnTo>
                  <a:lnTo>
                    <a:pt x="298942" y="22043"/>
                  </a:lnTo>
                  <a:lnTo>
                    <a:pt x="310625" y="22809"/>
                  </a:lnTo>
                  <a:lnTo>
                    <a:pt x="312767" y="22946"/>
                  </a:lnTo>
                  <a:lnTo>
                    <a:pt x="317320" y="23236"/>
                  </a:lnTo>
                  <a:lnTo>
                    <a:pt x="319701" y="23386"/>
                  </a:lnTo>
                  <a:lnTo>
                    <a:pt x="346740" y="25148"/>
                  </a:lnTo>
                  <a:lnTo>
                    <a:pt x="374106" y="26621"/>
                  </a:lnTo>
                  <a:lnTo>
                    <a:pt x="397157" y="27555"/>
                  </a:lnTo>
                  <a:lnTo>
                    <a:pt x="416284" y="28261"/>
                  </a:lnTo>
                  <a:lnTo>
                    <a:pt x="461362" y="29933"/>
                  </a:lnTo>
                  <a:lnTo>
                    <a:pt x="467207" y="30124"/>
                  </a:lnTo>
                  <a:lnTo>
                    <a:pt x="466963" y="37986"/>
                  </a:lnTo>
                  <a:lnTo>
                    <a:pt x="466251" y="58336"/>
                  </a:lnTo>
                  <a:lnTo>
                    <a:pt x="466067" y="64629"/>
                  </a:lnTo>
                  <a:lnTo>
                    <a:pt x="465757" y="73511"/>
                  </a:lnTo>
                  <a:lnTo>
                    <a:pt x="462987" y="73408"/>
                  </a:lnTo>
                  <a:lnTo>
                    <a:pt x="461780" y="112054"/>
                  </a:lnTo>
                  <a:lnTo>
                    <a:pt x="460836" y="139457"/>
                  </a:lnTo>
                  <a:lnTo>
                    <a:pt x="460488" y="149603"/>
                  </a:lnTo>
                  <a:lnTo>
                    <a:pt x="459162" y="187711"/>
                  </a:lnTo>
                  <a:lnTo>
                    <a:pt x="459046" y="191043"/>
                  </a:lnTo>
                  <a:lnTo>
                    <a:pt x="458504" y="207572"/>
                  </a:lnTo>
                  <a:lnTo>
                    <a:pt x="457919" y="225503"/>
                  </a:lnTo>
                  <a:lnTo>
                    <a:pt x="457538" y="236563"/>
                  </a:lnTo>
                  <a:lnTo>
                    <a:pt x="456801" y="257386"/>
                  </a:lnTo>
                  <a:lnTo>
                    <a:pt x="456620" y="263177"/>
                  </a:lnTo>
                  <a:lnTo>
                    <a:pt x="456593" y="264052"/>
                  </a:lnTo>
                  <a:lnTo>
                    <a:pt x="455993" y="283403"/>
                  </a:lnTo>
                  <a:lnTo>
                    <a:pt x="455006" y="305463"/>
                  </a:lnTo>
                  <a:lnTo>
                    <a:pt x="453918" y="327463"/>
                  </a:lnTo>
                  <a:lnTo>
                    <a:pt x="453130" y="343231"/>
                  </a:lnTo>
                  <a:lnTo>
                    <a:pt x="452398" y="357873"/>
                  </a:lnTo>
                  <a:lnTo>
                    <a:pt x="451434" y="380387"/>
                  </a:lnTo>
                  <a:lnTo>
                    <a:pt x="451027" y="389884"/>
                  </a:lnTo>
                  <a:lnTo>
                    <a:pt x="450695" y="400480"/>
                  </a:lnTo>
                  <a:lnTo>
                    <a:pt x="450319" y="412508"/>
                  </a:lnTo>
                  <a:lnTo>
                    <a:pt x="450144" y="418202"/>
                  </a:lnTo>
                  <a:lnTo>
                    <a:pt x="449136" y="450839"/>
                  </a:lnTo>
                  <a:lnTo>
                    <a:pt x="448979" y="455852"/>
                  </a:lnTo>
                  <a:lnTo>
                    <a:pt x="448744" y="463338"/>
                  </a:lnTo>
                  <a:lnTo>
                    <a:pt x="429280" y="462626"/>
                  </a:lnTo>
                  <a:lnTo>
                    <a:pt x="399848" y="461435"/>
                  </a:lnTo>
                  <a:lnTo>
                    <a:pt x="380745" y="460590"/>
                  </a:lnTo>
                  <a:lnTo>
                    <a:pt x="377456" y="460438"/>
                  </a:lnTo>
                  <a:lnTo>
                    <a:pt x="331520" y="458080"/>
                  </a:lnTo>
                  <a:lnTo>
                    <a:pt x="316370" y="457240"/>
                  </a:lnTo>
                  <a:lnTo>
                    <a:pt x="311132" y="456941"/>
                  </a:lnTo>
                  <a:lnTo>
                    <a:pt x="293655" y="455913"/>
                  </a:lnTo>
                  <a:lnTo>
                    <a:pt x="249434" y="452952"/>
                  </a:lnTo>
                  <a:lnTo>
                    <a:pt x="231094" y="451715"/>
                  </a:lnTo>
                  <a:lnTo>
                    <a:pt x="216072" y="450662"/>
                  </a:lnTo>
                  <a:lnTo>
                    <a:pt x="202995" y="449749"/>
                  </a:lnTo>
                  <a:lnTo>
                    <a:pt x="192859" y="449023"/>
                  </a:lnTo>
                  <a:lnTo>
                    <a:pt x="185118" y="448458"/>
                  </a:lnTo>
                  <a:lnTo>
                    <a:pt x="184085" y="450917"/>
                  </a:lnTo>
                  <a:lnTo>
                    <a:pt x="184244" y="455898"/>
                  </a:lnTo>
                  <a:lnTo>
                    <a:pt x="183073" y="459500"/>
                  </a:lnTo>
                  <a:lnTo>
                    <a:pt x="186784" y="464788"/>
                  </a:lnTo>
                  <a:lnTo>
                    <a:pt x="190549" y="467746"/>
                  </a:lnTo>
                  <a:lnTo>
                    <a:pt x="190294" y="467661"/>
                  </a:lnTo>
                  <a:lnTo>
                    <a:pt x="156009" y="464975"/>
                  </a:lnTo>
                  <a:lnTo>
                    <a:pt x="133507" y="463104"/>
                  </a:lnTo>
                  <a:lnTo>
                    <a:pt x="124200" y="462306"/>
                  </a:lnTo>
                  <a:lnTo>
                    <a:pt x="65914" y="456985"/>
                  </a:lnTo>
                  <a:lnTo>
                    <a:pt x="63853" y="481477"/>
                  </a:lnTo>
                  <a:lnTo>
                    <a:pt x="62657" y="495828"/>
                  </a:lnTo>
                  <a:lnTo>
                    <a:pt x="25488" y="492178"/>
                  </a:lnTo>
                  <a:lnTo>
                    <a:pt x="14065" y="491084"/>
                  </a:lnTo>
                  <a:lnTo>
                    <a:pt x="0" y="4895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129274" y="3266682"/>
              <a:ext cx="435665" cy="674821"/>
            </a:xfrm>
            <a:custGeom>
              <a:avLst/>
              <a:pathLst>
                <a:path w="435665" h="674821">
                  <a:moveTo>
                    <a:pt x="6014" y="228260"/>
                  </a:moveTo>
                  <a:lnTo>
                    <a:pt x="8678" y="217322"/>
                  </a:lnTo>
                  <a:lnTo>
                    <a:pt x="10624" y="209341"/>
                  </a:lnTo>
                  <a:lnTo>
                    <a:pt x="14392" y="193714"/>
                  </a:lnTo>
                  <a:lnTo>
                    <a:pt x="19210" y="173785"/>
                  </a:lnTo>
                  <a:lnTo>
                    <a:pt x="22640" y="159306"/>
                  </a:lnTo>
                  <a:lnTo>
                    <a:pt x="26611" y="142702"/>
                  </a:lnTo>
                  <a:lnTo>
                    <a:pt x="34573" y="108592"/>
                  </a:lnTo>
                  <a:lnTo>
                    <a:pt x="37394" y="96210"/>
                  </a:lnTo>
                  <a:lnTo>
                    <a:pt x="43805" y="69081"/>
                  </a:lnTo>
                  <a:lnTo>
                    <a:pt x="52769" y="32042"/>
                  </a:lnTo>
                  <a:lnTo>
                    <a:pt x="57953" y="10195"/>
                  </a:lnTo>
                  <a:lnTo>
                    <a:pt x="60417" y="0"/>
                  </a:lnTo>
                  <a:lnTo>
                    <a:pt x="77510" y="4113"/>
                  </a:lnTo>
                  <a:lnTo>
                    <a:pt x="100299" y="9911"/>
                  </a:lnTo>
                  <a:lnTo>
                    <a:pt x="102541" y="10476"/>
                  </a:lnTo>
                  <a:lnTo>
                    <a:pt x="109773" y="12289"/>
                  </a:lnTo>
                  <a:lnTo>
                    <a:pt x="122751" y="15346"/>
                  </a:lnTo>
                  <a:lnTo>
                    <a:pt x="136825" y="18780"/>
                  </a:lnTo>
                  <a:lnTo>
                    <a:pt x="154102" y="22569"/>
                  </a:lnTo>
                  <a:lnTo>
                    <a:pt x="173188" y="26815"/>
                  </a:lnTo>
                  <a:lnTo>
                    <a:pt x="193539" y="31288"/>
                  </a:lnTo>
                  <a:lnTo>
                    <a:pt x="209238" y="34759"/>
                  </a:lnTo>
                  <a:lnTo>
                    <a:pt x="223099" y="37718"/>
                  </a:lnTo>
                  <a:lnTo>
                    <a:pt x="236073" y="40422"/>
                  </a:lnTo>
                  <a:lnTo>
                    <a:pt x="246873" y="42772"/>
                  </a:lnTo>
                  <a:lnTo>
                    <a:pt x="247375" y="42883"/>
                  </a:lnTo>
                  <a:lnTo>
                    <a:pt x="272062" y="48281"/>
                  </a:lnTo>
                  <a:lnTo>
                    <a:pt x="290564" y="52087"/>
                  </a:lnTo>
                  <a:lnTo>
                    <a:pt x="319785" y="57988"/>
                  </a:lnTo>
                  <a:lnTo>
                    <a:pt x="335247" y="60957"/>
                  </a:lnTo>
                  <a:lnTo>
                    <a:pt x="354981" y="64866"/>
                  </a:lnTo>
                  <a:lnTo>
                    <a:pt x="372493" y="67939"/>
                  </a:lnTo>
                  <a:lnTo>
                    <a:pt x="381319" y="69465"/>
                  </a:lnTo>
                  <a:lnTo>
                    <a:pt x="400328" y="73421"/>
                  </a:lnTo>
                  <a:lnTo>
                    <a:pt x="420417" y="77042"/>
                  </a:lnTo>
                  <a:lnTo>
                    <a:pt x="435665" y="79759"/>
                  </a:lnTo>
                  <a:lnTo>
                    <a:pt x="432317" y="100452"/>
                  </a:lnTo>
                  <a:lnTo>
                    <a:pt x="428526" y="123030"/>
                  </a:lnTo>
                  <a:lnTo>
                    <a:pt x="424378" y="147480"/>
                  </a:lnTo>
                  <a:lnTo>
                    <a:pt x="421364" y="165382"/>
                  </a:lnTo>
                  <a:lnTo>
                    <a:pt x="417380" y="188941"/>
                  </a:lnTo>
                  <a:lnTo>
                    <a:pt x="413975" y="208777"/>
                  </a:lnTo>
                  <a:lnTo>
                    <a:pt x="412556" y="217170"/>
                  </a:lnTo>
                  <a:lnTo>
                    <a:pt x="408570" y="241411"/>
                  </a:lnTo>
                  <a:lnTo>
                    <a:pt x="408301" y="243052"/>
                  </a:lnTo>
                  <a:lnTo>
                    <a:pt x="405544" y="259567"/>
                  </a:lnTo>
                  <a:lnTo>
                    <a:pt x="403939" y="269205"/>
                  </a:lnTo>
                  <a:lnTo>
                    <a:pt x="400458" y="290874"/>
                  </a:lnTo>
                  <a:lnTo>
                    <a:pt x="399867" y="294562"/>
                  </a:lnTo>
                  <a:lnTo>
                    <a:pt x="392850" y="337137"/>
                  </a:lnTo>
                  <a:lnTo>
                    <a:pt x="391163" y="348074"/>
                  </a:lnTo>
                  <a:lnTo>
                    <a:pt x="388287" y="365402"/>
                  </a:lnTo>
                  <a:lnTo>
                    <a:pt x="386798" y="374391"/>
                  </a:lnTo>
                  <a:lnTo>
                    <a:pt x="384482" y="388897"/>
                  </a:lnTo>
                  <a:lnTo>
                    <a:pt x="382358" y="402212"/>
                  </a:lnTo>
                  <a:lnTo>
                    <a:pt x="380985" y="410946"/>
                  </a:lnTo>
                  <a:lnTo>
                    <a:pt x="377348" y="433967"/>
                  </a:lnTo>
                  <a:lnTo>
                    <a:pt x="375363" y="445603"/>
                  </a:lnTo>
                  <a:lnTo>
                    <a:pt x="373391" y="457758"/>
                  </a:lnTo>
                  <a:lnTo>
                    <a:pt x="371845" y="467467"/>
                  </a:lnTo>
                  <a:lnTo>
                    <a:pt x="369083" y="485346"/>
                  </a:lnTo>
                  <a:lnTo>
                    <a:pt x="366451" y="502235"/>
                  </a:lnTo>
                  <a:lnTo>
                    <a:pt x="365344" y="509830"/>
                  </a:lnTo>
                  <a:lnTo>
                    <a:pt x="363259" y="523377"/>
                  </a:lnTo>
                  <a:lnTo>
                    <a:pt x="360100" y="543971"/>
                  </a:lnTo>
                  <a:lnTo>
                    <a:pt x="356513" y="567971"/>
                  </a:lnTo>
                  <a:lnTo>
                    <a:pt x="355714" y="572845"/>
                  </a:lnTo>
                  <a:lnTo>
                    <a:pt x="354815" y="579302"/>
                  </a:lnTo>
                  <a:lnTo>
                    <a:pt x="350175" y="584913"/>
                  </a:lnTo>
                  <a:lnTo>
                    <a:pt x="346603" y="590356"/>
                  </a:lnTo>
                  <a:lnTo>
                    <a:pt x="345282" y="592658"/>
                  </a:lnTo>
                  <a:lnTo>
                    <a:pt x="340861" y="592693"/>
                  </a:lnTo>
                  <a:lnTo>
                    <a:pt x="337179" y="590284"/>
                  </a:lnTo>
                  <a:lnTo>
                    <a:pt x="334395" y="587384"/>
                  </a:lnTo>
                  <a:lnTo>
                    <a:pt x="333535" y="583265"/>
                  </a:lnTo>
                  <a:lnTo>
                    <a:pt x="331598" y="579828"/>
                  </a:lnTo>
                  <a:lnTo>
                    <a:pt x="328528" y="579060"/>
                  </a:lnTo>
                  <a:lnTo>
                    <a:pt x="326068" y="580343"/>
                  </a:lnTo>
                  <a:lnTo>
                    <a:pt x="323450" y="579623"/>
                  </a:lnTo>
                  <a:lnTo>
                    <a:pt x="322036" y="577468"/>
                  </a:lnTo>
                  <a:lnTo>
                    <a:pt x="317870" y="576680"/>
                  </a:lnTo>
                  <a:lnTo>
                    <a:pt x="313860" y="576911"/>
                  </a:lnTo>
                  <a:lnTo>
                    <a:pt x="310854" y="578473"/>
                  </a:lnTo>
                  <a:lnTo>
                    <a:pt x="305853" y="578734"/>
                  </a:lnTo>
                  <a:lnTo>
                    <a:pt x="304884" y="581556"/>
                  </a:lnTo>
                  <a:lnTo>
                    <a:pt x="304823" y="581952"/>
                  </a:lnTo>
                  <a:lnTo>
                    <a:pt x="304080" y="586773"/>
                  </a:lnTo>
                  <a:lnTo>
                    <a:pt x="303968" y="592597"/>
                  </a:lnTo>
                  <a:lnTo>
                    <a:pt x="305528" y="596602"/>
                  </a:lnTo>
                  <a:lnTo>
                    <a:pt x="307145" y="600134"/>
                  </a:lnTo>
                  <a:lnTo>
                    <a:pt x="304082" y="604059"/>
                  </a:lnTo>
                  <a:lnTo>
                    <a:pt x="303409" y="611096"/>
                  </a:lnTo>
                  <a:lnTo>
                    <a:pt x="302824" y="618270"/>
                  </a:lnTo>
                  <a:lnTo>
                    <a:pt x="304774" y="622207"/>
                  </a:lnTo>
                  <a:lnTo>
                    <a:pt x="304283" y="624136"/>
                  </a:lnTo>
                  <a:lnTo>
                    <a:pt x="302912" y="629510"/>
                  </a:lnTo>
                  <a:lnTo>
                    <a:pt x="301786" y="635943"/>
                  </a:lnTo>
                  <a:lnTo>
                    <a:pt x="303849" y="639842"/>
                  </a:lnTo>
                  <a:lnTo>
                    <a:pt x="304642" y="652988"/>
                  </a:lnTo>
                  <a:lnTo>
                    <a:pt x="303971" y="663799"/>
                  </a:lnTo>
                  <a:lnTo>
                    <a:pt x="301880" y="664995"/>
                  </a:lnTo>
                  <a:lnTo>
                    <a:pt x="300429" y="664689"/>
                  </a:lnTo>
                  <a:lnTo>
                    <a:pt x="299344" y="669196"/>
                  </a:lnTo>
                  <a:lnTo>
                    <a:pt x="297847" y="674821"/>
                  </a:lnTo>
                  <a:lnTo>
                    <a:pt x="287744" y="660850"/>
                  </a:lnTo>
                  <a:lnTo>
                    <a:pt x="279263" y="649115"/>
                  </a:lnTo>
                  <a:lnTo>
                    <a:pt x="273646" y="641307"/>
                  </a:lnTo>
                  <a:lnTo>
                    <a:pt x="266825" y="631912"/>
                  </a:lnTo>
                  <a:lnTo>
                    <a:pt x="258432" y="620270"/>
                  </a:lnTo>
                  <a:lnTo>
                    <a:pt x="252558" y="612148"/>
                  </a:lnTo>
                  <a:lnTo>
                    <a:pt x="238445" y="592480"/>
                  </a:lnTo>
                  <a:lnTo>
                    <a:pt x="227009" y="576648"/>
                  </a:lnTo>
                  <a:lnTo>
                    <a:pt x="224314" y="572899"/>
                  </a:lnTo>
                  <a:lnTo>
                    <a:pt x="212819" y="556836"/>
                  </a:lnTo>
                  <a:lnTo>
                    <a:pt x="196731" y="534406"/>
                  </a:lnTo>
                  <a:lnTo>
                    <a:pt x="190371" y="525442"/>
                  </a:lnTo>
                  <a:lnTo>
                    <a:pt x="161539" y="484971"/>
                  </a:lnTo>
                  <a:lnTo>
                    <a:pt x="152326" y="472042"/>
                  </a:lnTo>
                  <a:lnTo>
                    <a:pt x="147940" y="465856"/>
                  </a:lnTo>
                  <a:lnTo>
                    <a:pt x="123877" y="431872"/>
                  </a:lnTo>
                  <a:lnTo>
                    <a:pt x="115481" y="420078"/>
                  </a:lnTo>
                  <a:lnTo>
                    <a:pt x="105176" y="405504"/>
                  </a:lnTo>
                  <a:lnTo>
                    <a:pt x="83182" y="374290"/>
                  </a:lnTo>
                  <a:lnTo>
                    <a:pt x="79258" y="368667"/>
                  </a:lnTo>
                  <a:lnTo>
                    <a:pt x="55246" y="334426"/>
                  </a:lnTo>
                  <a:lnTo>
                    <a:pt x="44286" y="318870"/>
                  </a:lnTo>
                  <a:lnTo>
                    <a:pt x="37758" y="309542"/>
                  </a:lnTo>
                  <a:lnTo>
                    <a:pt x="35059" y="305697"/>
                  </a:lnTo>
                  <a:lnTo>
                    <a:pt x="21657" y="286483"/>
                  </a:lnTo>
                  <a:lnTo>
                    <a:pt x="21538" y="286312"/>
                  </a:lnTo>
                  <a:lnTo>
                    <a:pt x="5020" y="262573"/>
                  </a:lnTo>
                  <a:lnTo>
                    <a:pt x="0" y="255355"/>
                  </a:lnTo>
                  <a:lnTo>
                    <a:pt x="1276" y="249545"/>
                  </a:lnTo>
                  <a:lnTo>
                    <a:pt x="2127" y="245679"/>
                  </a:lnTo>
                  <a:lnTo>
                    <a:pt x="3123" y="241151"/>
                  </a:lnTo>
                  <a:lnTo>
                    <a:pt x="5493" y="2304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54222" y="2955738"/>
              <a:ext cx="6822" cy="7002"/>
            </a:xfrm>
            <a:custGeom>
              <a:avLst/>
              <a:pathLst>
                <a:path w="6822" h="7002">
                  <a:moveTo>
                    <a:pt x="0" y="3371"/>
                  </a:moveTo>
                  <a:lnTo>
                    <a:pt x="5140" y="0"/>
                  </a:lnTo>
                  <a:lnTo>
                    <a:pt x="6822" y="3027"/>
                  </a:lnTo>
                  <a:lnTo>
                    <a:pt x="151" y="70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53900" y="2674937"/>
              <a:ext cx="516000" cy="396550"/>
            </a:xfrm>
            <a:custGeom>
              <a:avLst/>
              <a:pathLst>
                <a:path w="516000" h="396550">
                  <a:moveTo>
                    <a:pt x="0" y="346791"/>
                  </a:moveTo>
                  <a:lnTo>
                    <a:pt x="7183" y="339987"/>
                  </a:lnTo>
                  <a:lnTo>
                    <a:pt x="16115" y="329846"/>
                  </a:lnTo>
                  <a:lnTo>
                    <a:pt x="19359" y="323987"/>
                  </a:lnTo>
                  <a:lnTo>
                    <a:pt x="24482" y="318591"/>
                  </a:lnTo>
                  <a:lnTo>
                    <a:pt x="29291" y="314184"/>
                  </a:lnTo>
                  <a:lnTo>
                    <a:pt x="32256" y="311716"/>
                  </a:lnTo>
                  <a:lnTo>
                    <a:pt x="32316" y="311273"/>
                  </a:lnTo>
                  <a:lnTo>
                    <a:pt x="32873" y="307116"/>
                  </a:lnTo>
                  <a:lnTo>
                    <a:pt x="35119" y="303671"/>
                  </a:lnTo>
                  <a:lnTo>
                    <a:pt x="35070" y="299653"/>
                  </a:lnTo>
                  <a:lnTo>
                    <a:pt x="39180" y="296124"/>
                  </a:lnTo>
                  <a:lnTo>
                    <a:pt x="42664" y="292457"/>
                  </a:lnTo>
                  <a:lnTo>
                    <a:pt x="44941" y="287700"/>
                  </a:lnTo>
                  <a:lnTo>
                    <a:pt x="44305" y="286641"/>
                  </a:lnTo>
                  <a:lnTo>
                    <a:pt x="43297" y="284961"/>
                  </a:lnTo>
                  <a:lnTo>
                    <a:pt x="41374" y="281797"/>
                  </a:lnTo>
                  <a:lnTo>
                    <a:pt x="39121" y="280647"/>
                  </a:lnTo>
                  <a:lnTo>
                    <a:pt x="38299" y="276625"/>
                  </a:lnTo>
                  <a:lnTo>
                    <a:pt x="36719" y="275261"/>
                  </a:lnTo>
                  <a:lnTo>
                    <a:pt x="34548" y="275402"/>
                  </a:lnTo>
                  <a:lnTo>
                    <a:pt x="30183" y="273206"/>
                  </a:lnTo>
                  <a:lnTo>
                    <a:pt x="29703" y="267660"/>
                  </a:lnTo>
                  <a:lnTo>
                    <a:pt x="28643" y="267119"/>
                  </a:lnTo>
                  <a:lnTo>
                    <a:pt x="25042" y="267028"/>
                  </a:lnTo>
                  <a:lnTo>
                    <a:pt x="24887" y="262806"/>
                  </a:lnTo>
                  <a:lnTo>
                    <a:pt x="24992" y="261965"/>
                  </a:lnTo>
                  <a:lnTo>
                    <a:pt x="25218" y="260134"/>
                  </a:lnTo>
                  <a:lnTo>
                    <a:pt x="23208" y="254422"/>
                  </a:lnTo>
                  <a:lnTo>
                    <a:pt x="21254" y="251273"/>
                  </a:lnTo>
                  <a:lnTo>
                    <a:pt x="34406" y="242748"/>
                  </a:lnTo>
                  <a:lnTo>
                    <a:pt x="50630" y="233619"/>
                  </a:lnTo>
                  <a:lnTo>
                    <a:pt x="55556" y="232147"/>
                  </a:lnTo>
                  <a:lnTo>
                    <a:pt x="63748" y="229687"/>
                  </a:lnTo>
                  <a:lnTo>
                    <a:pt x="74835" y="226395"/>
                  </a:lnTo>
                  <a:lnTo>
                    <a:pt x="84159" y="224721"/>
                  </a:lnTo>
                  <a:lnTo>
                    <a:pt x="95434" y="223521"/>
                  </a:lnTo>
                  <a:lnTo>
                    <a:pt x="98890" y="222759"/>
                  </a:lnTo>
                  <a:lnTo>
                    <a:pt x="106278" y="225968"/>
                  </a:lnTo>
                  <a:lnTo>
                    <a:pt x="113991" y="228078"/>
                  </a:lnTo>
                  <a:lnTo>
                    <a:pt x="116676" y="225972"/>
                  </a:lnTo>
                  <a:lnTo>
                    <a:pt x="123660" y="221793"/>
                  </a:lnTo>
                  <a:lnTo>
                    <a:pt x="125613" y="220621"/>
                  </a:lnTo>
                  <a:lnTo>
                    <a:pt x="130332" y="219553"/>
                  </a:lnTo>
                  <a:lnTo>
                    <a:pt x="138202" y="216500"/>
                  </a:lnTo>
                  <a:lnTo>
                    <a:pt x="146421" y="215385"/>
                  </a:lnTo>
                  <a:lnTo>
                    <a:pt x="149303" y="214605"/>
                  </a:lnTo>
                  <a:lnTo>
                    <a:pt x="155120" y="209701"/>
                  </a:lnTo>
                  <a:lnTo>
                    <a:pt x="159175" y="207299"/>
                  </a:lnTo>
                  <a:lnTo>
                    <a:pt x="161538" y="204839"/>
                  </a:lnTo>
                  <a:lnTo>
                    <a:pt x="163403" y="202895"/>
                  </a:lnTo>
                  <a:lnTo>
                    <a:pt x="165184" y="196805"/>
                  </a:lnTo>
                  <a:lnTo>
                    <a:pt x="165831" y="195985"/>
                  </a:lnTo>
                  <a:lnTo>
                    <a:pt x="170658" y="189853"/>
                  </a:lnTo>
                  <a:lnTo>
                    <a:pt x="175309" y="183840"/>
                  </a:lnTo>
                  <a:lnTo>
                    <a:pt x="178113" y="182572"/>
                  </a:lnTo>
                  <a:lnTo>
                    <a:pt x="181389" y="182821"/>
                  </a:lnTo>
                  <a:lnTo>
                    <a:pt x="185983" y="179859"/>
                  </a:lnTo>
                  <a:lnTo>
                    <a:pt x="186778" y="175410"/>
                  </a:lnTo>
                  <a:lnTo>
                    <a:pt x="185323" y="168977"/>
                  </a:lnTo>
                  <a:lnTo>
                    <a:pt x="184270" y="166491"/>
                  </a:lnTo>
                  <a:lnTo>
                    <a:pt x="181743" y="160529"/>
                  </a:lnTo>
                  <a:lnTo>
                    <a:pt x="179523" y="156552"/>
                  </a:lnTo>
                  <a:lnTo>
                    <a:pt x="174187" y="153314"/>
                  </a:lnTo>
                  <a:lnTo>
                    <a:pt x="169979" y="153171"/>
                  </a:lnTo>
                  <a:lnTo>
                    <a:pt x="164918" y="153764"/>
                  </a:lnTo>
                  <a:lnTo>
                    <a:pt x="165623" y="149615"/>
                  </a:lnTo>
                  <a:lnTo>
                    <a:pt x="172345" y="143265"/>
                  </a:lnTo>
                  <a:lnTo>
                    <a:pt x="169344" y="139324"/>
                  </a:lnTo>
                  <a:lnTo>
                    <a:pt x="165162" y="140024"/>
                  </a:lnTo>
                  <a:lnTo>
                    <a:pt x="164950" y="136302"/>
                  </a:lnTo>
                  <a:lnTo>
                    <a:pt x="163732" y="134119"/>
                  </a:lnTo>
                  <a:lnTo>
                    <a:pt x="163805" y="131084"/>
                  </a:lnTo>
                  <a:lnTo>
                    <a:pt x="164262" y="128031"/>
                  </a:lnTo>
                  <a:lnTo>
                    <a:pt x="166131" y="123889"/>
                  </a:lnTo>
                  <a:lnTo>
                    <a:pt x="170574" y="121537"/>
                  </a:lnTo>
                  <a:lnTo>
                    <a:pt x="172454" y="118653"/>
                  </a:lnTo>
                  <a:lnTo>
                    <a:pt x="171560" y="115138"/>
                  </a:lnTo>
                  <a:lnTo>
                    <a:pt x="174889" y="112384"/>
                  </a:lnTo>
                  <a:lnTo>
                    <a:pt x="179349" y="106584"/>
                  </a:lnTo>
                  <a:lnTo>
                    <a:pt x="182337" y="105509"/>
                  </a:lnTo>
                  <a:lnTo>
                    <a:pt x="186096" y="99175"/>
                  </a:lnTo>
                  <a:lnTo>
                    <a:pt x="187253" y="97220"/>
                  </a:lnTo>
                  <a:lnTo>
                    <a:pt x="187540" y="92593"/>
                  </a:lnTo>
                  <a:lnTo>
                    <a:pt x="188843" y="88108"/>
                  </a:lnTo>
                  <a:lnTo>
                    <a:pt x="196790" y="72418"/>
                  </a:lnTo>
                  <a:lnTo>
                    <a:pt x="202620" y="61548"/>
                  </a:lnTo>
                  <a:lnTo>
                    <a:pt x="206563" y="55662"/>
                  </a:lnTo>
                  <a:lnTo>
                    <a:pt x="209764" y="49893"/>
                  </a:lnTo>
                  <a:lnTo>
                    <a:pt x="215178" y="44207"/>
                  </a:lnTo>
                  <a:lnTo>
                    <a:pt x="218835" y="40252"/>
                  </a:lnTo>
                  <a:lnTo>
                    <a:pt x="221625" y="36732"/>
                  </a:lnTo>
                  <a:lnTo>
                    <a:pt x="221836" y="34899"/>
                  </a:lnTo>
                  <a:lnTo>
                    <a:pt x="226588" y="32801"/>
                  </a:lnTo>
                  <a:lnTo>
                    <a:pt x="229990" y="28785"/>
                  </a:lnTo>
                  <a:lnTo>
                    <a:pt x="235844" y="29097"/>
                  </a:lnTo>
                  <a:lnTo>
                    <a:pt x="236900" y="28636"/>
                  </a:lnTo>
                  <a:lnTo>
                    <a:pt x="241445" y="26651"/>
                  </a:lnTo>
                  <a:lnTo>
                    <a:pt x="243333" y="25824"/>
                  </a:lnTo>
                  <a:lnTo>
                    <a:pt x="253472" y="22735"/>
                  </a:lnTo>
                  <a:lnTo>
                    <a:pt x="265284" y="19151"/>
                  </a:lnTo>
                  <a:lnTo>
                    <a:pt x="277055" y="14686"/>
                  </a:lnTo>
                  <a:lnTo>
                    <a:pt x="285748" y="11364"/>
                  </a:lnTo>
                  <a:lnTo>
                    <a:pt x="299195" y="6535"/>
                  </a:lnTo>
                  <a:lnTo>
                    <a:pt x="316020" y="0"/>
                  </a:lnTo>
                  <a:lnTo>
                    <a:pt x="317073" y="3403"/>
                  </a:lnTo>
                  <a:lnTo>
                    <a:pt x="318901" y="7696"/>
                  </a:lnTo>
                  <a:lnTo>
                    <a:pt x="318270" y="13582"/>
                  </a:lnTo>
                  <a:lnTo>
                    <a:pt x="319950" y="15853"/>
                  </a:lnTo>
                  <a:lnTo>
                    <a:pt x="322436" y="17251"/>
                  </a:lnTo>
                  <a:lnTo>
                    <a:pt x="322545" y="21993"/>
                  </a:lnTo>
                  <a:lnTo>
                    <a:pt x="323523" y="26389"/>
                  </a:lnTo>
                  <a:lnTo>
                    <a:pt x="324391" y="33622"/>
                  </a:lnTo>
                  <a:lnTo>
                    <a:pt x="327172" y="37516"/>
                  </a:lnTo>
                  <a:lnTo>
                    <a:pt x="327494" y="37778"/>
                  </a:lnTo>
                  <a:lnTo>
                    <a:pt x="328891" y="38913"/>
                  </a:lnTo>
                  <a:lnTo>
                    <a:pt x="332022" y="41455"/>
                  </a:lnTo>
                  <a:lnTo>
                    <a:pt x="335020" y="46637"/>
                  </a:lnTo>
                  <a:lnTo>
                    <a:pt x="335068" y="52028"/>
                  </a:lnTo>
                  <a:lnTo>
                    <a:pt x="335001" y="54461"/>
                  </a:lnTo>
                  <a:lnTo>
                    <a:pt x="336924" y="58166"/>
                  </a:lnTo>
                  <a:lnTo>
                    <a:pt x="338627" y="61915"/>
                  </a:lnTo>
                  <a:lnTo>
                    <a:pt x="338838" y="62379"/>
                  </a:lnTo>
                  <a:lnTo>
                    <a:pt x="337673" y="65345"/>
                  </a:lnTo>
                  <a:lnTo>
                    <a:pt x="336804" y="71571"/>
                  </a:lnTo>
                  <a:lnTo>
                    <a:pt x="337474" y="77637"/>
                  </a:lnTo>
                  <a:lnTo>
                    <a:pt x="337864" y="82807"/>
                  </a:lnTo>
                  <a:lnTo>
                    <a:pt x="340538" y="84781"/>
                  </a:lnTo>
                  <a:lnTo>
                    <a:pt x="341233" y="87889"/>
                  </a:lnTo>
                  <a:lnTo>
                    <a:pt x="342716" y="91641"/>
                  </a:lnTo>
                  <a:lnTo>
                    <a:pt x="346206" y="95499"/>
                  </a:lnTo>
                  <a:lnTo>
                    <a:pt x="346879" y="100697"/>
                  </a:lnTo>
                  <a:lnTo>
                    <a:pt x="347592" y="101309"/>
                  </a:lnTo>
                  <a:lnTo>
                    <a:pt x="350511" y="103813"/>
                  </a:lnTo>
                  <a:lnTo>
                    <a:pt x="350382" y="105466"/>
                  </a:lnTo>
                  <a:lnTo>
                    <a:pt x="349974" y="110651"/>
                  </a:lnTo>
                  <a:lnTo>
                    <a:pt x="349891" y="114504"/>
                  </a:lnTo>
                  <a:lnTo>
                    <a:pt x="350931" y="119689"/>
                  </a:lnTo>
                  <a:lnTo>
                    <a:pt x="353504" y="121661"/>
                  </a:lnTo>
                  <a:lnTo>
                    <a:pt x="355898" y="115433"/>
                  </a:lnTo>
                  <a:lnTo>
                    <a:pt x="359148" y="118168"/>
                  </a:lnTo>
                  <a:lnTo>
                    <a:pt x="363481" y="121287"/>
                  </a:lnTo>
                  <a:lnTo>
                    <a:pt x="367619" y="135840"/>
                  </a:lnTo>
                  <a:lnTo>
                    <a:pt x="368834" y="139988"/>
                  </a:lnTo>
                  <a:lnTo>
                    <a:pt x="375729" y="163595"/>
                  </a:lnTo>
                  <a:lnTo>
                    <a:pt x="378047" y="171402"/>
                  </a:lnTo>
                  <a:lnTo>
                    <a:pt x="380708" y="180377"/>
                  </a:lnTo>
                  <a:lnTo>
                    <a:pt x="380812" y="180726"/>
                  </a:lnTo>
                  <a:lnTo>
                    <a:pt x="380951" y="183616"/>
                  </a:lnTo>
                  <a:lnTo>
                    <a:pt x="384049" y="187764"/>
                  </a:lnTo>
                  <a:lnTo>
                    <a:pt x="385315" y="209332"/>
                  </a:lnTo>
                  <a:lnTo>
                    <a:pt x="387526" y="248056"/>
                  </a:lnTo>
                  <a:lnTo>
                    <a:pt x="389524" y="250395"/>
                  </a:lnTo>
                  <a:lnTo>
                    <a:pt x="389780" y="250694"/>
                  </a:lnTo>
                  <a:lnTo>
                    <a:pt x="394835" y="269995"/>
                  </a:lnTo>
                  <a:lnTo>
                    <a:pt x="398297" y="283432"/>
                  </a:lnTo>
                  <a:lnTo>
                    <a:pt x="398858" y="285616"/>
                  </a:lnTo>
                  <a:lnTo>
                    <a:pt x="399327" y="287452"/>
                  </a:lnTo>
                  <a:lnTo>
                    <a:pt x="401345" y="295380"/>
                  </a:lnTo>
                  <a:lnTo>
                    <a:pt x="403217" y="302751"/>
                  </a:lnTo>
                  <a:lnTo>
                    <a:pt x="404569" y="308275"/>
                  </a:lnTo>
                  <a:lnTo>
                    <a:pt x="404785" y="309158"/>
                  </a:lnTo>
                  <a:lnTo>
                    <a:pt x="406276" y="315262"/>
                  </a:lnTo>
                  <a:lnTo>
                    <a:pt x="412678" y="320770"/>
                  </a:lnTo>
                  <a:lnTo>
                    <a:pt x="400627" y="335284"/>
                  </a:lnTo>
                  <a:lnTo>
                    <a:pt x="402667" y="337048"/>
                  </a:lnTo>
                  <a:lnTo>
                    <a:pt x="407030" y="340818"/>
                  </a:lnTo>
                  <a:lnTo>
                    <a:pt x="407409" y="341974"/>
                  </a:lnTo>
                  <a:lnTo>
                    <a:pt x="408036" y="343516"/>
                  </a:lnTo>
                  <a:lnTo>
                    <a:pt x="406744" y="348188"/>
                  </a:lnTo>
                  <a:lnTo>
                    <a:pt x="403834" y="351679"/>
                  </a:lnTo>
                  <a:lnTo>
                    <a:pt x="404082" y="354521"/>
                  </a:lnTo>
                  <a:lnTo>
                    <a:pt x="405769" y="354440"/>
                  </a:lnTo>
                  <a:lnTo>
                    <a:pt x="407620" y="354350"/>
                  </a:lnTo>
                  <a:lnTo>
                    <a:pt x="411064" y="352433"/>
                  </a:lnTo>
                  <a:lnTo>
                    <a:pt x="412810" y="350011"/>
                  </a:lnTo>
                  <a:lnTo>
                    <a:pt x="419519" y="345846"/>
                  </a:lnTo>
                  <a:lnTo>
                    <a:pt x="419544" y="345371"/>
                  </a:lnTo>
                  <a:lnTo>
                    <a:pt x="419661" y="343171"/>
                  </a:lnTo>
                  <a:lnTo>
                    <a:pt x="422967" y="343112"/>
                  </a:lnTo>
                  <a:lnTo>
                    <a:pt x="423312" y="342690"/>
                  </a:lnTo>
                  <a:lnTo>
                    <a:pt x="425116" y="340479"/>
                  </a:lnTo>
                  <a:lnTo>
                    <a:pt x="429591" y="341337"/>
                  </a:lnTo>
                  <a:lnTo>
                    <a:pt x="436532" y="341230"/>
                  </a:lnTo>
                  <a:lnTo>
                    <a:pt x="440827" y="337531"/>
                  </a:lnTo>
                  <a:lnTo>
                    <a:pt x="440362" y="335181"/>
                  </a:lnTo>
                  <a:lnTo>
                    <a:pt x="442033" y="333102"/>
                  </a:lnTo>
                  <a:lnTo>
                    <a:pt x="446529" y="332236"/>
                  </a:lnTo>
                  <a:lnTo>
                    <a:pt x="457571" y="328236"/>
                  </a:lnTo>
                  <a:lnTo>
                    <a:pt x="466553" y="323983"/>
                  </a:lnTo>
                  <a:lnTo>
                    <a:pt x="473527" y="319675"/>
                  </a:lnTo>
                  <a:lnTo>
                    <a:pt x="477215" y="314089"/>
                  </a:lnTo>
                  <a:lnTo>
                    <a:pt x="479635" y="309225"/>
                  </a:lnTo>
                  <a:lnTo>
                    <a:pt x="482401" y="306162"/>
                  </a:lnTo>
                  <a:lnTo>
                    <a:pt x="483694" y="302737"/>
                  </a:lnTo>
                  <a:lnTo>
                    <a:pt x="487091" y="300029"/>
                  </a:lnTo>
                  <a:lnTo>
                    <a:pt x="492244" y="294647"/>
                  </a:lnTo>
                  <a:lnTo>
                    <a:pt x="493106" y="295761"/>
                  </a:lnTo>
                  <a:lnTo>
                    <a:pt x="490574" y="302995"/>
                  </a:lnTo>
                  <a:lnTo>
                    <a:pt x="490047" y="307210"/>
                  </a:lnTo>
                  <a:lnTo>
                    <a:pt x="494818" y="308050"/>
                  </a:lnTo>
                  <a:lnTo>
                    <a:pt x="497796" y="305799"/>
                  </a:lnTo>
                  <a:lnTo>
                    <a:pt x="498259" y="299826"/>
                  </a:lnTo>
                  <a:lnTo>
                    <a:pt x="501233" y="300027"/>
                  </a:lnTo>
                  <a:lnTo>
                    <a:pt x="501872" y="304250"/>
                  </a:lnTo>
                  <a:lnTo>
                    <a:pt x="505489" y="306084"/>
                  </a:lnTo>
                  <a:lnTo>
                    <a:pt x="509684" y="299803"/>
                  </a:lnTo>
                  <a:lnTo>
                    <a:pt x="511871" y="298137"/>
                  </a:lnTo>
                  <a:lnTo>
                    <a:pt x="516000" y="297563"/>
                  </a:lnTo>
                  <a:lnTo>
                    <a:pt x="512908" y="304739"/>
                  </a:lnTo>
                  <a:lnTo>
                    <a:pt x="504452" y="312236"/>
                  </a:lnTo>
                  <a:lnTo>
                    <a:pt x="493700" y="321324"/>
                  </a:lnTo>
                  <a:lnTo>
                    <a:pt x="488768" y="326503"/>
                  </a:lnTo>
                  <a:lnTo>
                    <a:pt x="469408" y="342917"/>
                  </a:lnTo>
                  <a:lnTo>
                    <a:pt x="466720" y="345315"/>
                  </a:lnTo>
                  <a:lnTo>
                    <a:pt x="460583" y="350774"/>
                  </a:lnTo>
                  <a:lnTo>
                    <a:pt x="455991" y="355509"/>
                  </a:lnTo>
                  <a:lnTo>
                    <a:pt x="445216" y="363782"/>
                  </a:lnTo>
                  <a:lnTo>
                    <a:pt x="439433" y="366713"/>
                  </a:lnTo>
                  <a:lnTo>
                    <a:pt x="436385" y="366851"/>
                  </a:lnTo>
                  <a:lnTo>
                    <a:pt x="432353" y="369838"/>
                  </a:lnTo>
                  <a:lnTo>
                    <a:pt x="428978" y="372333"/>
                  </a:lnTo>
                  <a:lnTo>
                    <a:pt x="427730" y="373254"/>
                  </a:lnTo>
                  <a:lnTo>
                    <a:pt x="419736" y="376950"/>
                  </a:lnTo>
                  <a:lnTo>
                    <a:pt x="412762" y="378699"/>
                  </a:lnTo>
                  <a:lnTo>
                    <a:pt x="411217" y="379086"/>
                  </a:lnTo>
                  <a:lnTo>
                    <a:pt x="408465" y="381366"/>
                  </a:lnTo>
                  <a:lnTo>
                    <a:pt x="402192" y="386552"/>
                  </a:lnTo>
                  <a:lnTo>
                    <a:pt x="399660" y="385730"/>
                  </a:lnTo>
                  <a:lnTo>
                    <a:pt x="398321" y="385296"/>
                  </a:lnTo>
                  <a:lnTo>
                    <a:pt x="394924" y="384644"/>
                  </a:lnTo>
                  <a:lnTo>
                    <a:pt x="393514" y="384373"/>
                  </a:lnTo>
                  <a:lnTo>
                    <a:pt x="391381" y="389711"/>
                  </a:lnTo>
                  <a:lnTo>
                    <a:pt x="386880" y="394524"/>
                  </a:lnTo>
                  <a:lnTo>
                    <a:pt x="383344" y="396550"/>
                  </a:lnTo>
                  <a:lnTo>
                    <a:pt x="382951" y="392731"/>
                  </a:lnTo>
                  <a:lnTo>
                    <a:pt x="384613" y="390927"/>
                  </a:lnTo>
                  <a:lnTo>
                    <a:pt x="384535" y="387749"/>
                  </a:lnTo>
                  <a:lnTo>
                    <a:pt x="383749" y="384428"/>
                  </a:lnTo>
                  <a:lnTo>
                    <a:pt x="385237" y="382690"/>
                  </a:lnTo>
                  <a:lnTo>
                    <a:pt x="385866" y="382409"/>
                  </a:lnTo>
                  <a:lnTo>
                    <a:pt x="390274" y="380437"/>
                  </a:lnTo>
                  <a:lnTo>
                    <a:pt x="390846" y="378813"/>
                  </a:lnTo>
                  <a:lnTo>
                    <a:pt x="390968" y="378465"/>
                  </a:lnTo>
                  <a:lnTo>
                    <a:pt x="391712" y="376305"/>
                  </a:lnTo>
                  <a:lnTo>
                    <a:pt x="391895" y="373031"/>
                  </a:lnTo>
                  <a:lnTo>
                    <a:pt x="391998" y="371173"/>
                  </a:lnTo>
                  <a:lnTo>
                    <a:pt x="392057" y="370106"/>
                  </a:lnTo>
                  <a:lnTo>
                    <a:pt x="392792" y="366062"/>
                  </a:lnTo>
                  <a:lnTo>
                    <a:pt x="393127" y="364210"/>
                  </a:lnTo>
                  <a:lnTo>
                    <a:pt x="393205" y="363776"/>
                  </a:lnTo>
                  <a:lnTo>
                    <a:pt x="393251" y="363241"/>
                  </a:lnTo>
                  <a:lnTo>
                    <a:pt x="393422" y="361221"/>
                  </a:lnTo>
                  <a:lnTo>
                    <a:pt x="393541" y="359812"/>
                  </a:lnTo>
                  <a:lnTo>
                    <a:pt x="393641" y="358620"/>
                  </a:lnTo>
                  <a:lnTo>
                    <a:pt x="393629" y="357886"/>
                  </a:lnTo>
                  <a:lnTo>
                    <a:pt x="393573" y="354570"/>
                  </a:lnTo>
                  <a:lnTo>
                    <a:pt x="393521" y="351532"/>
                  </a:lnTo>
                  <a:lnTo>
                    <a:pt x="393136" y="347418"/>
                  </a:lnTo>
                  <a:lnTo>
                    <a:pt x="382440" y="345249"/>
                  </a:lnTo>
                  <a:lnTo>
                    <a:pt x="369994" y="342528"/>
                  </a:lnTo>
                  <a:lnTo>
                    <a:pt x="368326" y="342161"/>
                  </a:lnTo>
                  <a:lnTo>
                    <a:pt x="363393" y="341037"/>
                  </a:lnTo>
                  <a:lnTo>
                    <a:pt x="358564" y="339697"/>
                  </a:lnTo>
                  <a:lnTo>
                    <a:pt x="351845" y="337825"/>
                  </a:lnTo>
                  <a:lnTo>
                    <a:pt x="334417" y="333400"/>
                  </a:lnTo>
                  <a:lnTo>
                    <a:pt x="330200" y="328441"/>
                  </a:lnTo>
                  <a:lnTo>
                    <a:pt x="328839" y="328714"/>
                  </a:lnTo>
                  <a:lnTo>
                    <a:pt x="326084" y="329266"/>
                  </a:lnTo>
                  <a:lnTo>
                    <a:pt x="319884" y="329042"/>
                  </a:lnTo>
                  <a:lnTo>
                    <a:pt x="313170" y="327396"/>
                  </a:lnTo>
                  <a:lnTo>
                    <a:pt x="307394" y="321983"/>
                  </a:lnTo>
                  <a:lnTo>
                    <a:pt x="306522" y="319614"/>
                  </a:lnTo>
                  <a:lnTo>
                    <a:pt x="305363" y="316465"/>
                  </a:lnTo>
                  <a:lnTo>
                    <a:pt x="302289" y="307226"/>
                  </a:lnTo>
                  <a:lnTo>
                    <a:pt x="299739" y="303455"/>
                  </a:lnTo>
                  <a:lnTo>
                    <a:pt x="296374" y="300974"/>
                  </a:lnTo>
                  <a:lnTo>
                    <a:pt x="294191" y="300835"/>
                  </a:lnTo>
                  <a:lnTo>
                    <a:pt x="291120" y="300639"/>
                  </a:lnTo>
                  <a:lnTo>
                    <a:pt x="286091" y="300144"/>
                  </a:lnTo>
                  <a:lnTo>
                    <a:pt x="282763" y="295479"/>
                  </a:lnTo>
                  <a:lnTo>
                    <a:pt x="278591" y="292585"/>
                  </a:lnTo>
                  <a:lnTo>
                    <a:pt x="277419" y="292871"/>
                  </a:lnTo>
                  <a:lnTo>
                    <a:pt x="270111" y="294645"/>
                  </a:lnTo>
                  <a:lnTo>
                    <a:pt x="269745" y="294761"/>
                  </a:lnTo>
                  <a:lnTo>
                    <a:pt x="246047" y="302192"/>
                  </a:lnTo>
                  <a:lnTo>
                    <a:pt x="231636" y="306613"/>
                  </a:lnTo>
                  <a:lnTo>
                    <a:pt x="229202" y="307354"/>
                  </a:lnTo>
                  <a:lnTo>
                    <a:pt x="209769" y="313227"/>
                  </a:lnTo>
                  <a:lnTo>
                    <a:pt x="203845" y="314890"/>
                  </a:lnTo>
                  <a:lnTo>
                    <a:pt x="181153" y="321564"/>
                  </a:lnTo>
                  <a:lnTo>
                    <a:pt x="178759" y="322261"/>
                  </a:lnTo>
                  <a:lnTo>
                    <a:pt x="176182" y="323010"/>
                  </a:lnTo>
                  <a:lnTo>
                    <a:pt x="139085" y="333869"/>
                  </a:lnTo>
                  <a:lnTo>
                    <a:pt x="130455" y="336351"/>
                  </a:lnTo>
                  <a:lnTo>
                    <a:pt x="125388" y="337801"/>
                  </a:lnTo>
                  <a:lnTo>
                    <a:pt x="113057" y="341171"/>
                  </a:lnTo>
                  <a:lnTo>
                    <a:pt x="102225" y="344205"/>
                  </a:lnTo>
                  <a:lnTo>
                    <a:pt x="98215" y="345322"/>
                  </a:lnTo>
                  <a:lnTo>
                    <a:pt x="95926" y="345942"/>
                  </a:lnTo>
                  <a:lnTo>
                    <a:pt x="78034" y="350750"/>
                  </a:lnTo>
                  <a:lnTo>
                    <a:pt x="58061" y="356186"/>
                  </a:lnTo>
                  <a:lnTo>
                    <a:pt x="54081" y="357259"/>
                  </a:lnTo>
                  <a:lnTo>
                    <a:pt x="49228" y="358555"/>
                  </a:lnTo>
                  <a:lnTo>
                    <a:pt x="23678" y="365295"/>
                  </a:lnTo>
                  <a:lnTo>
                    <a:pt x="15062" y="367494"/>
                  </a:lnTo>
                  <a:lnTo>
                    <a:pt x="5687" y="369868"/>
                  </a:lnTo>
                  <a:lnTo>
                    <a:pt x="2880" y="35860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77618" y="3266411"/>
              <a:ext cx="5605" cy="8320"/>
            </a:xfrm>
            <a:custGeom>
              <a:avLst/>
              <a:pathLst>
                <a:path w="5605" h="8320">
                  <a:moveTo>
                    <a:pt x="0" y="3004"/>
                  </a:moveTo>
                  <a:lnTo>
                    <a:pt x="1868" y="0"/>
                  </a:lnTo>
                  <a:lnTo>
                    <a:pt x="5096" y="1886"/>
                  </a:lnTo>
                  <a:lnTo>
                    <a:pt x="5605" y="6336"/>
                  </a:lnTo>
                  <a:lnTo>
                    <a:pt x="2493" y="83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54249" y="3211369"/>
              <a:ext cx="292983" cy="335807"/>
            </a:xfrm>
            <a:custGeom>
              <a:avLst/>
              <a:pathLst>
                <a:path w="292983" h="335807">
                  <a:moveTo>
                    <a:pt x="36874" y="295146"/>
                  </a:moveTo>
                  <a:lnTo>
                    <a:pt x="35786" y="288426"/>
                  </a:lnTo>
                  <a:lnTo>
                    <a:pt x="34576" y="280961"/>
                  </a:lnTo>
                  <a:lnTo>
                    <a:pt x="32697" y="269744"/>
                  </a:lnTo>
                  <a:lnTo>
                    <a:pt x="32036" y="265803"/>
                  </a:lnTo>
                  <a:lnTo>
                    <a:pt x="29736" y="252116"/>
                  </a:lnTo>
                  <a:lnTo>
                    <a:pt x="27027" y="235715"/>
                  </a:lnTo>
                  <a:lnTo>
                    <a:pt x="25770" y="228117"/>
                  </a:lnTo>
                  <a:lnTo>
                    <a:pt x="24310" y="219312"/>
                  </a:lnTo>
                  <a:lnTo>
                    <a:pt x="23287" y="213020"/>
                  </a:lnTo>
                  <a:lnTo>
                    <a:pt x="21461" y="201815"/>
                  </a:lnTo>
                  <a:lnTo>
                    <a:pt x="20860" y="198129"/>
                  </a:lnTo>
                  <a:lnTo>
                    <a:pt x="18681" y="185296"/>
                  </a:lnTo>
                  <a:lnTo>
                    <a:pt x="17610" y="179239"/>
                  </a:lnTo>
                  <a:lnTo>
                    <a:pt x="15235" y="165822"/>
                  </a:lnTo>
                  <a:lnTo>
                    <a:pt x="12206" y="149107"/>
                  </a:lnTo>
                  <a:lnTo>
                    <a:pt x="11163" y="143363"/>
                  </a:lnTo>
                  <a:lnTo>
                    <a:pt x="9100" y="132011"/>
                  </a:lnTo>
                  <a:lnTo>
                    <a:pt x="7044" y="120736"/>
                  </a:lnTo>
                  <a:lnTo>
                    <a:pt x="6756" y="119157"/>
                  </a:lnTo>
                  <a:lnTo>
                    <a:pt x="4599" y="107348"/>
                  </a:lnTo>
                  <a:lnTo>
                    <a:pt x="4316" y="105822"/>
                  </a:lnTo>
                  <a:lnTo>
                    <a:pt x="2654" y="96878"/>
                  </a:lnTo>
                  <a:lnTo>
                    <a:pt x="0" y="82618"/>
                  </a:lnTo>
                  <a:lnTo>
                    <a:pt x="23276" y="77395"/>
                  </a:lnTo>
                  <a:lnTo>
                    <a:pt x="25709" y="76833"/>
                  </a:lnTo>
                  <a:lnTo>
                    <a:pt x="28180" y="76262"/>
                  </a:lnTo>
                  <a:lnTo>
                    <a:pt x="42446" y="72940"/>
                  </a:lnTo>
                  <a:lnTo>
                    <a:pt x="58456" y="69112"/>
                  </a:lnTo>
                  <a:lnTo>
                    <a:pt x="65847" y="67326"/>
                  </a:lnTo>
                  <a:lnTo>
                    <a:pt x="85300" y="62548"/>
                  </a:lnTo>
                  <a:lnTo>
                    <a:pt x="88811" y="65522"/>
                  </a:lnTo>
                  <a:lnTo>
                    <a:pt x="93878" y="63552"/>
                  </a:lnTo>
                  <a:lnTo>
                    <a:pt x="100893" y="67216"/>
                  </a:lnTo>
                  <a:lnTo>
                    <a:pt x="105541" y="68039"/>
                  </a:lnTo>
                  <a:lnTo>
                    <a:pt x="112206" y="69212"/>
                  </a:lnTo>
                  <a:lnTo>
                    <a:pt x="115338" y="72099"/>
                  </a:lnTo>
                  <a:lnTo>
                    <a:pt x="122005" y="74380"/>
                  </a:lnTo>
                  <a:lnTo>
                    <a:pt x="125669" y="68052"/>
                  </a:lnTo>
                  <a:lnTo>
                    <a:pt x="127084" y="66746"/>
                  </a:lnTo>
                  <a:lnTo>
                    <a:pt x="135257" y="69079"/>
                  </a:lnTo>
                  <a:lnTo>
                    <a:pt x="137789" y="72581"/>
                  </a:lnTo>
                  <a:lnTo>
                    <a:pt x="138035" y="72920"/>
                  </a:lnTo>
                  <a:lnTo>
                    <a:pt x="143672" y="77422"/>
                  </a:lnTo>
                  <a:lnTo>
                    <a:pt x="149654" y="79461"/>
                  </a:lnTo>
                  <a:lnTo>
                    <a:pt x="154353" y="78870"/>
                  </a:lnTo>
                  <a:lnTo>
                    <a:pt x="159903" y="74041"/>
                  </a:lnTo>
                  <a:lnTo>
                    <a:pt x="160765" y="73796"/>
                  </a:lnTo>
                  <a:lnTo>
                    <a:pt x="165747" y="72376"/>
                  </a:lnTo>
                  <a:lnTo>
                    <a:pt x="170515" y="67662"/>
                  </a:lnTo>
                  <a:lnTo>
                    <a:pt x="181577" y="61350"/>
                  </a:lnTo>
                  <a:lnTo>
                    <a:pt x="183423" y="61885"/>
                  </a:lnTo>
                  <a:lnTo>
                    <a:pt x="185590" y="62511"/>
                  </a:lnTo>
                  <a:lnTo>
                    <a:pt x="191478" y="60900"/>
                  </a:lnTo>
                  <a:lnTo>
                    <a:pt x="193556" y="60330"/>
                  </a:lnTo>
                  <a:lnTo>
                    <a:pt x="198243" y="59901"/>
                  </a:lnTo>
                  <a:lnTo>
                    <a:pt x="203917" y="53940"/>
                  </a:lnTo>
                  <a:lnTo>
                    <a:pt x="211295" y="43792"/>
                  </a:lnTo>
                  <a:lnTo>
                    <a:pt x="212444" y="42205"/>
                  </a:lnTo>
                  <a:lnTo>
                    <a:pt x="216217" y="36114"/>
                  </a:lnTo>
                  <a:lnTo>
                    <a:pt x="221602" y="30080"/>
                  </a:lnTo>
                  <a:lnTo>
                    <a:pt x="227540" y="26307"/>
                  </a:lnTo>
                  <a:lnTo>
                    <a:pt x="234832" y="19820"/>
                  </a:lnTo>
                  <a:lnTo>
                    <a:pt x="237760" y="18258"/>
                  </a:lnTo>
                  <a:lnTo>
                    <a:pt x="243766" y="15045"/>
                  </a:lnTo>
                  <a:lnTo>
                    <a:pt x="249202" y="10069"/>
                  </a:lnTo>
                  <a:lnTo>
                    <a:pt x="261948" y="2653"/>
                  </a:lnTo>
                  <a:lnTo>
                    <a:pt x="265454" y="0"/>
                  </a:lnTo>
                  <a:lnTo>
                    <a:pt x="268015" y="10917"/>
                  </a:lnTo>
                  <a:lnTo>
                    <a:pt x="271607" y="26258"/>
                  </a:lnTo>
                  <a:lnTo>
                    <a:pt x="275012" y="40798"/>
                  </a:lnTo>
                  <a:lnTo>
                    <a:pt x="275216" y="41671"/>
                  </a:lnTo>
                  <a:lnTo>
                    <a:pt x="280326" y="63561"/>
                  </a:lnTo>
                  <a:lnTo>
                    <a:pt x="282274" y="72044"/>
                  </a:lnTo>
                  <a:lnTo>
                    <a:pt x="282434" y="72738"/>
                  </a:lnTo>
                  <a:lnTo>
                    <a:pt x="286707" y="91391"/>
                  </a:lnTo>
                  <a:lnTo>
                    <a:pt x="286833" y="91932"/>
                  </a:lnTo>
                  <a:lnTo>
                    <a:pt x="287810" y="96110"/>
                  </a:lnTo>
                  <a:lnTo>
                    <a:pt x="292039" y="114241"/>
                  </a:lnTo>
                  <a:lnTo>
                    <a:pt x="288367" y="117231"/>
                  </a:lnTo>
                  <a:lnTo>
                    <a:pt x="285500" y="117527"/>
                  </a:lnTo>
                  <a:lnTo>
                    <a:pt x="283624" y="121354"/>
                  </a:lnTo>
                  <a:lnTo>
                    <a:pt x="287760" y="125941"/>
                  </a:lnTo>
                  <a:lnTo>
                    <a:pt x="290308" y="131976"/>
                  </a:lnTo>
                  <a:lnTo>
                    <a:pt x="289873" y="136721"/>
                  </a:lnTo>
                  <a:lnTo>
                    <a:pt x="289790" y="137615"/>
                  </a:lnTo>
                  <a:lnTo>
                    <a:pt x="292983" y="144195"/>
                  </a:lnTo>
                  <a:lnTo>
                    <a:pt x="291566" y="149276"/>
                  </a:lnTo>
                  <a:lnTo>
                    <a:pt x="290267" y="155375"/>
                  </a:lnTo>
                  <a:lnTo>
                    <a:pt x="289662" y="158212"/>
                  </a:lnTo>
                  <a:lnTo>
                    <a:pt x="289549" y="158739"/>
                  </a:lnTo>
                  <a:lnTo>
                    <a:pt x="288945" y="165323"/>
                  </a:lnTo>
                  <a:lnTo>
                    <a:pt x="289745" y="169290"/>
                  </a:lnTo>
                  <a:lnTo>
                    <a:pt x="290837" y="174708"/>
                  </a:lnTo>
                  <a:lnTo>
                    <a:pt x="289659" y="176839"/>
                  </a:lnTo>
                  <a:lnTo>
                    <a:pt x="287750" y="180130"/>
                  </a:lnTo>
                  <a:lnTo>
                    <a:pt x="287770" y="186311"/>
                  </a:lnTo>
                  <a:lnTo>
                    <a:pt x="287771" y="186569"/>
                  </a:lnTo>
                  <a:lnTo>
                    <a:pt x="288608" y="190515"/>
                  </a:lnTo>
                  <a:lnTo>
                    <a:pt x="286412" y="194415"/>
                  </a:lnTo>
                  <a:lnTo>
                    <a:pt x="289487" y="197670"/>
                  </a:lnTo>
                  <a:lnTo>
                    <a:pt x="290002" y="198214"/>
                  </a:lnTo>
                  <a:lnTo>
                    <a:pt x="288615" y="202961"/>
                  </a:lnTo>
                  <a:lnTo>
                    <a:pt x="284598" y="208935"/>
                  </a:lnTo>
                  <a:lnTo>
                    <a:pt x="279816" y="216256"/>
                  </a:lnTo>
                  <a:lnTo>
                    <a:pt x="277839" y="219273"/>
                  </a:lnTo>
                  <a:lnTo>
                    <a:pt x="275863" y="224406"/>
                  </a:lnTo>
                  <a:lnTo>
                    <a:pt x="275546" y="225228"/>
                  </a:lnTo>
                  <a:lnTo>
                    <a:pt x="272152" y="227696"/>
                  </a:lnTo>
                  <a:lnTo>
                    <a:pt x="268793" y="232138"/>
                  </a:lnTo>
                  <a:lnTo>
                    <a:pt x="263184" y="237409"/>
                  </a:lnTo>
                  <a:lnTo>
                    <a:pt x="261639" y="237502"/>
                  </a:lnTo>
                  <a:lnTo>
                    <a:pt x="260055" y="237598"/>
                  </a:lnTo>
                  <a:lnTo>
                    <a:pt x="258029" y="234212"/>
                  </a:lnTo>
                  <a:lnTo>
                    <a:pt x="254923" y="233610"/>
                  </a:lnTo>
                  <a:lnTo>
                    <a:pt x="252513" y="237397"/>
                  </a:lnTo>
                  <a:lnTo>
                    <a:pt x="249601" y="241873"/>
                  </a:lnTo>
                  <a:lnTo>
                    <a:pt x="250231" y="246628"/>
                  </a:lnTo>
                  <a:lnTo>
                    <a:pt x="247063" y="247425"/>
                  </a:lnTo>
                  <a:lnTo>
                    <a:pt x="242875" y="248518"/>
                  </a:lnTo>
                  <a:lnTo>
                    <a:pt x="241682" y="253677"/>
                  </a:lnTo>
                  <a:lnTo>
                    <a:pt x="241186" y="254531"/>
                  </a:lnTo>
                  <a:lnTo>
                    <a:pt x="239610" y="257243"/>
                  </a:lnTo>
                  <a:lnTo>
                    <a:pt x="239706" y="257548"/>
                  </a:lnTo>
                  <a:lnTo>
                    <a:pt x="241662" y="263782"/>
                  </a:lnTo>
                  <a:lnTo>
                    <a:pt x="241228" y="264108"/>
                  </a:lnTo>
                  <a:lnTo>
                    <a:pt x="237807" y="266676"/>
                  </a:lnTo>
                  <a:lnTo>
                    <a:pt x="239547" y="270195"/>
                  </a:lnTo>
                  <a:lnTo>
                    <a:pt x="241773" y="275038"/>
                  </a:lnTo>
                  <a:lnTo>
                    <a:pt x="239002" y="278783"/>
                  </a:lnTo>
                  <a:lnTo>
                    <a:pt x="234611" y="281225"/>
                  </a:lnTo>
                  <a:lnTo>
                    <a:pt x="230622" y="276409"/>
                  </a:lnTo>
                  <a:lnTo>
                    <a:pt x="225686" y="274257"/>
                  </a:lnTo>
                  <a:lnTo>
                    <a:pt x="223624" y="275763"/>
                  </a:lnTo>
                  <a:lnTo>
                    <a:pt x="221239" y="280042"/>
                  </a:lnTo>
                  <a:lnTo>
                    <a:pt x="220860" y="281478"/>
                  </a:lnTo>
                  <a:lnTo>
                    <a:pt x="219469" y="286736"/>
                  </a:lnTo>
                  <a:lnTo>
                    <a:pt x="219123" y="294058"/>
                  </a:lnTo>
                  <a:lnTo>
                    <a:pt x="216357" y="296630"/>
                  </a:lnTo>
                  <a:lnTo>
                    <a:pt x="217609" y="300141"/>
                  </a:lnTo>
                  <a:lnTo>
                    <a:pt x="220428" y="308543"/>
                  </a:lnTo>
                  <a:lnTo>
                    <a:pt x="222009" y="312768"/>
                  </a:lnTo>
                  <a:lnTo>
                    <a:pt x="219402" y="314843"/>
                  </a:lnTo>
                  <a:lnTo>
                    <a:pt x="215703" y="315472"/>
                  </a:lnTo>
                  <a:lnTo>
                    <a:pt x="215422" y="316770"/>
                  </a:lnTo>
                  <a:lnTo>
                    <a:pt x="215024" y="318608"/>
                  </a:lnTo>
                  <a:lnTo>
                    <a:pt x="215406" y="324247"/>
                  </a:lnTo>
                  <a:lnTo>
                    <a:pt x="214908" y="328563"/>
                  </a:lnTo>
                  <a:lnTo>
                    <a:pt x="211321" y="330636"/>
                  </a:lnTo>
                  <a:lnTo>
                    <a:pt x="207116" y="332243"/>
                  </a:lnTo>
                  <a:lnTo>
                    <a:pt x="203213" y="334186"/>
                  </a:lnTo>
                  <a:lnTo>
                    <a:pt x="199952" y="335807"/>
                  </a:lnTo>
                  <a:lnTo>
                    <a:pt x="197459" y="334779"/>
                  </a:lnTo>
                  <a:lnTo>
                    <a:pt x="194870" y="330393"/>
                  </a:lnTo>
                  <a:lnTo>
                    <a:pt x="191317" y="328414"/>
                  </a:lnTo>
                  <a:lnTo>
                    <a:pt x="190414" y="327911"/>
                  </a:lnTo>
                  <a:lnTo>
                    <a:pt x="186438" y="324996"/>
                  </a:lnTo>
                  <a:lnTo>
                    <a:pt x="181347" y="325575"/>
                  </a:lnTo>
                  <a:lnTo>
                    <a:pt x="180433" y="324948"/>
                  </a:lnTo>
                  <a:lnTo>
                    <a:pt x="177255" y="322764"/>
                  </a:lnTo>
                  <a:lnTo>
                    <a:pt x="174801" y="316687"/>
                  </a:lnTo>
                  <a:lnTo>
                    <a:pt x="174018" y="313262"/>
                  </a:lnTo>
                  <a:lnTo>
                    <a:pt x="172192" y="310280"/>
                  </a:lnTo>
                  <a:lnTo>
                    <a:pt x="168832" y="312128"/>
                  </a:lnTo>
                  <a:lnTo>
                    <a:pt x="164503" y="314214"/>
                  </a:lnTo>
                  <a:lnTo>
                    <a:pt x="163496" y="315602"/>
                  </a:lnTo>
                  <a:lnTo>
                    <a:pt x="162842" y="316501"/>
                  </a:lnTo>
                  <a:lnTo>
                    <a:pt x="158806" y="320609"/>
                  </a:lnTo>
                  <a:lnTo>
                    <a:pt x="158225" y="323536"/>
                  </a:lnTo>
                  <a:lnTo>
                    <a:pt x="155655" y="325850"/>
                  </a:lnTo>
                  <a:lnTo>
                    <a:pt x="151076" y="326050"/>
                  </a:lnTo>
                  <a:lnTo>
                    <a:pt x="149685" y="327714"/>
                  </a:lnTo>
                  <a:lnTo>
                    <a:pt x="148435" y="329210"/>
                  </a:lnTo>
                  <a:lnTo>
                    <a:pt x="145790" y="327659"/>
                  </a:lnTo>
                  <a:lnTo>
                    <a:pt x="141451" y="325090"/>
                  </a:lnTo>
                  <a:lnTo>
                    <a:pt x="137065" y="325279"/>
                  </a:lnTo>
                  <a:lnTo>
                    <a:pt x="130361" y="323719"/>
                  </a:lnTo>
                  <a:lnTo>
                    <a:pt x="124510" y="326922"/>
                  </a:lnTo>
                  <a:lnTo>
                    <a:pt x="124022" y="330237"/>
                  </a:lnTo>
                  <a:lnTo>
                    <a:pt x="123782" y="330414"/>
                  </a:lnTo>
                  <a:lnTo>
                    <a:pt x="121808" y="331860"/>
                  </a:lnTo>
                  <a:lnTo>
                    <a:pt x="119926" y="331523"/>
                  </a:lnTo>
                  <a:lnTo>
                    <a:pt x="115195" y="330675"/>
                  </a:lnTo>
                  <a:lnTo>
                    <a:pt x="113836" y="327607"/>
                  </a:lnTo>
                  <a:lnTo>
                    <a:pt x="110162" y="326523"/>
                  </a:lnTo>
                  <a:lnTo>
                    <a:pt x="108399" y="323718"/>
                  </a:lnTo>
                  <a:lnTo>
                    <a:pt x="104674" y="323043"/>
                  </a:lnTo>
                  <a:lnTo>
                    <a:pt x="102960" y="322732"/>
                  </a:lnTo>
                  <a:lnTo>
                    <a:pt x="99417" y="322314"/>
                  </a:lnTo>
                  <a:lnTo>
                    <a:pt x="94758" y="324606"/>
                  </a:lnTo>
                  <a:lnTo>
                    <a:pt x="88998" y="324138"/>
                  </a:lnTo>
                  <a:lnTo>
                    <a:pt x="83575" y="323747"/>
                  </a:lnTo>
                  <a:lnTo>
                    <a:pt x="82321" y="321850"/>
                  </a:lnTo>
                  <a:lnTo>
                    <a:pt x="81648" y="320832"/>
                  </a:lnTo>
                  <a:lnTo>
                    <a:pt x="81215" y="318066"/>
                  </a:lnTo>
                  <a:lnTo>
                    <a:pt x="81136" y="317568"/>
                  </a:lnTo>
                  <a:lnTo>
                    <a:pt x="76251" y="311813"/>
                  </a:lnTo>
                  <a:lnTo>
                    <a:pt x="75123" y="309015"/>
                  </a:lnTo>
                  <a:lnTo>
                    <a:pt x="73057" y="306665"/>
                  </a:lnTo>
                  <a:lnTo>
                    <a:pt x="72597" y="306142"/>
                  </a:lnTo>
                  <a:lnTo>
                    <a:pt x="67377" y="305463"/>
                  </a:lnTo>
                  <a:lnTo>
                    <a:pt x="64679" y="302636"/>
                  </a:lnTo>
                  <a:lnTo>
                    <a:pt x="63395" y="300169"/>
                  </a:lnTo>
                  <a:lnTo>
                    <a:pt x="62171" y="299754"/>
                  </a:lnTo>
                  <a:lnTo>
                    <a:pt x="60997" y="300422"/>
                  </a:lnTo>
                  <a:lnTo>
                    <a:pt x="60369" y="301812"/>
                  </a:lnTo>
                  <a:lnTo>
                    <a:pt x="59533" y="302032"/>
                  </a:lnTo>
                  <a:lnTo>
                    <a:pt x="56635" y="302796"/>
                  </a:lnTo>
                  <a:lnTo>
                    <a:pt x="53252" y="305757"/>
                  </a:lnTo>
                  <a:lnTo>
                    <a:pt x="52239" y="305495"/>
                  </a:lnTo>
                  <a:lnTo>
                    <a:pt x="48280" y="304469"/>
                  </a:lnTo>
                  <a:lnTo>
                    <a:pt x="45492" y="302112"/>
                  </a:lnTo>
                  <a:lnTo>
                    <a:pt x="45322" y="301968"/>
                  </a:lnTo>
                  <a:lnTo>
                    <a:pt x="42670" y="301159"/>
                  </a:lnTo>
                  <a:lnTo>
                    <a:pt x="38702" y="3056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824306" y="4025329"/>
              <a:ext cx="612102" cy="293137"/>
            </a:xfrm>
            <a:custGeom>
              <a:avLst/>
              <a:pathLst>
                <a:path w="612102" h="293137">
                  <a:moveTo>
                    <a:pt x="494" y="36390"/>
                  </a:moveTo>
                  <a:lnTo>
                    <a:pt x="1206" y="16040"/>
                  </a:lnTo>
                  <a:lnTo>
                    <a:pt x="1450" y="8178"/>
                  </a:lnTo>
                  <a:lnTo>
                    <a:pt x="12609" y="8611"/>
                  </a:lnTo>
                  <a:lnTo>
                    <a:pt x="22620" y="9328"/>
                  </a:lnTo>
                  <a:lnTo>
                    <a:pt x="46509" y="10103"/>
                  </a:lnTo>
                  <a:lnTo>
                    <a:pt x="68323" y="10798"/>
                  </a:lnTo>
                  <a:lnTo>
                    <a:pt x="69301" y="10816"/>
                  </a:lnTo>
                  <a:lnTo>
                    <a:pt x="78068" y="10973"/>
                  </a:lnTo>
                  <a:lnTo>
                    <a:pt x="102270" y="11334"/>
                  </a:lnTo>
                  <a:lnTo>
                    <a:pt x="107146" y="11394"/>
                  </a:lnTo>
                  <a:lnTo>
                    <a:pt x="126237" y="11569"/>
                  </a:lnTo>
                  <a:lnTo>
                    <a:pt x="136348" y="11653"/>
                  </a:lnTo>
                  <a:lnTo>
                    <a:pt x="144782" y="11710"/>
                  </a:lnTo>
                  <a:lnTo>
                    <a:pt x="151045" y="11744"/>
                  </a:lnTo>
                  <a:lnTo>
                    <a:pt x="166544" y="11747"/>
                  </a:lnTo>
                  <a:lnTo>
                    <a:pt x="172166" y="11738"/>
                  </a:lnTo>
                  <a:lnTo>
                    <a:pt x="204458" y="11797"/>
                  </a:lnTo>
                  <a:lnTo>
                    <a:pt x="210517" y="11788"/>
                  </a:lnTo>
                  <a:lnTo>
                    <a:pt x="211031" y="11787"/>
                  </a:lnTo>
                  <a:lnTo>
                    <a:pt x="234563" y="11863"/>
                  </a:lnTo>
                  <a:lnTo>
                    <a:pt x="242688" y="11849"/>
                  </a:lnTo>
                  <a:lnTo>
                    <a:pt x="248608" y="11832"/>
                  </a:lnTo>
                  <a:lnTo>
                    <a:pt x="252037" y="11819"/>
                  </a:lnTo>
                  <a:lnTo>
                    <a:pt x="271387" y="11664"/>
                  </a:lnTo>
                  <a:lnTo>
                    <a:pt x="280390" y="11570"/>
                  </a:lnTo>
                  <a:lnTo>
                    <a:pt x="294915" y="11387"/>
                  </a:lnTo>
                  <a:lnTo>
                    <a:pt x="312153" y="11178"/>
                  </a:lnTo>
                  <a:lnTo>
                    <a:pt x="325438" y="10981"/>
                  </a:lnTo>
                  <a:lnTo>
                    <a:pt x="325921" y="10971"/>
                  </a:lnTo>
                  <a:lnTo>
                    <a:pt x="342311" y="10601"/>
                  </a:lnTo>
                  <a:lnTo>
                    <a:pt x="346956" y="10488"/>
                  </a:lnTo>
                  <a:lnTo>
                    <a:pt x="363892" y="10037"/>
                  </a:lnTo>
                  <a:lnTo>
                    <a:pt x="366234" y="9970"/>
                  </a:lnTo>
                  <a:lnTo>
                    <a:pt x="387582" y="9357"/>
                  </a:lnTo>
                  <a:lnTo>
                    <a:pt x="392976" y="9190"/>
                  </a:lnTo>
                  <a:lnTo>
                    <a:pt x="409502" y="8640"/>
                  </a:lnTo>
                  <a:lnTo>
                    <a:pt x="412781" y="8526"/>
                  </a:lnTo>
                  <a:lnTo>
                    <a:pt x="437219" y="7631"/>
                  </a:lnTo>
                  <a:lnTo>
                    <a:pt x="452839" y="7032"/>
                  </a:lnTo>
                  <a:lnTo>
                    <a:pt x="454601" y="6962"/>
                  </a:lnTo>
                  <a:lnTo>
                    <a:pt x="474287" y="6070"/>
                  </a:lnTo>
                  <a:lnTo>
                    <a:pt x="489378" y="5359"/>
                  </a:lnTo>
                  <a:lnTo>
                    <a:pt x="491922" y="5235"/>
                  </a:lnTo>
                  <a:lnTo>
                    <a:pt x="494438" y="5111"/>
                  </a:lnTo>
                  <a:lnTo>
                    <a:pt x="504278" y="4623"/>
                  </a:lnTo>
                  <a:lnTo>
                    <a:pt x="519115" y="3855"/>
                  </a:lnTo>
                  <a:lnTo>
                    <a:pt x="522677" y="3665"/>
                  </a:lnTo>
                  <a:lnTo>
                    <a:pt x="530658" y="3231"/>
                  </a:lnTo>
                  <a:lnTo>
                    <a:pt x="536584" y="2902"/>
                  </a:lnTo>
                  <a:lnTo>
                    <a:pt x="553912" y="1898"/>
                  </a:lnTo>
                  <a:lnTo>
                    <a:pt x="558496" y="1624"/>
                  </a:lnTo>
                  <a:lnTo>
                    <a:pt x="559353" y="1572"/>
                  </a:lnTo>
                  <a:lnTo>
                    <a:pt x="579008" y="429"/>
                  </a:lnTo>
                  <a:lnTo>
                    <a:pt x="585600" y="0"/>
                  </a:lnTo>
                  <a:lnTo>
                    <a:pt x="586774" y="20159"/>
                  </a:lnTo>
                  <a:lnTo>
                    <a:pt x="587303" y="28714"/>
                  </a:lnTo>
                  <a:lnTo>
                    <a:pt x="587599" y="33512"/>
                  </a:lnTo>
                  <a:lnTo>
                    <a:pt x="588172" y="43330"/>
                  </a:lnTo>
                  <a:lnTo>
                    <a:pt x="591420" y="60485"/>
                  </a:lnTo>
                  <a:lnTo>
                    <a:pt x="593811" y="72344"/>
                  </a:lnTo>
                  <a:lnTo>
                    <a:pt x="594850" y="77487"/>
                  </a:lnTo>
                  <a:lnTo>
                    <a:pt x="596835" y="87305"/>
                  </a:lnTo>
                  <a:lnTo>
                    <a:pt x="600620" y="106167"/>
                  </a:lnTo>
                  <a:lnTo>
                    <a:pt x="600772" y="106945"/>
                  </a:lnTo>
                  <a:lnTo>
                    <a:pt x="602809" y="117316"/>
                  </a:lnTo>
                  <a:lnTo>
                    <a:pt x="605206" y="129500"/>
                  </a:lnTo>
                  <a:lnTo>
                    <a:pt x="606805" y="138453"/>
                  </a:lnTo>
                  <a:lnTo>
                    <a:pt x="606884" y="138896"/>
                  </a:lnTo>
                  <a:lnTo>
                    <a:pt x="607159" y="140434"/>
                  </a:lnTo>
                  <a:lnTo>
                    <a:pt x="607376" y="148572"/>
                  </a:lnTo>
                  <a:lnTo>
                    <a:pt x="607454" y="151106"/>
                  </a:lnTo>
                  <a:lnTo>
                    <a:pt x="608276" y="178248"/>
                  </a:lnTo>
                  <a:lnTo>
                    <a:pt x="608390" y="182026"/>
                  </a:lnTo>
                  <a:lnTo>
                    <a:pt x="608838" y="196052"/>
                  </a:lnTo>
                  <a:lnTo>
                    <a:pt x="609098" y="204209"/>
                  </a:lnTo>
                  <a:lnTo>
                    <a:pt x="609487" y="215269"/>
                  </a:lnTo>
                  <a:lnTo>
                    <a:pt x="609935" y="228100"/>
                  </a:lnTo>
                  <a:lnTo>
                    <a:pt x="610455" y="242789"/>
                  </a:lnTo>
                  <a:lnTo>
                    <a:pt x="610976" y="257577"/>
                  </a:lnTo>
                  <a:lnTo>
                    <a:pt x="611202" y="264413"/>
                  </a:lnTo>
                  <a:lnTo>
                    <a:pt x="611636" y="277578"/>
                  </a:lnTo>
                  <a:lnTo>
                    <a:pt x="612102" y="290680"/>
                  </a:lnTo>
                  <a:lnTo>
                    <a:pt x="609053" y="292269"/>
                  </a:lnTo>
                  <a:lnTo>
                    <a:pt x="605622" y="288315"/>
                  </a:lnTo>
                  <a:lnTo>
                    <a:pt x="601411" y="288276"/>
                  </a:lnTo>
                  <a:lnTo>
                    <a:pt x="595126" y="285729"/>
                  </a:lnTo>
                  <a:lnTo>
                    <a:pt x="593821" y="284631"/>
                  </a:lnTo>
                  <a:lnTo>
                    <a:pt x="591207" y="282429"/>
                  </a:lnTo>
                  <a:lnTo>
                    <a:pt x="585768" y="283509"/>
                  </a:lnTo>
                  <a:lnTo>
                    <a:pt x="581194" y="280583"/>
                  </a:lnTo>
                  <a:lnTo>
                    <a:pt x="578330" y="277782"/>
                  </a:lnTo>
                  <a:lnTo>
                    <a:pt x="575085" y="274346"/>
                  </a:lnTo>
                  <a:lnTo>
                    <a:pt x="570332" y="273731"/>
                  </a:lnTo>
                  <a:lnTo>
                    <a:pt x="566631" y="270276"/>
                  </a:lnTo>
                  <a:lnTo>
                    <a:pt x="562544" y="267773"/>
                  </a:lnTo>
                  <a:lnTo>
                    <a:pt x="562068" y="267614"/>
                  </a:lnTo>
                  <a:lnTo>
                    <a:pt x="556859" y="265870"/>
                  </a:lnTo>
                  <a:lnTo>
                    <a:pt x="555027" y="268773"/>
                  </a:lnTo>
                  <a:lnTo>
                    <a:pt x="553090" y="273393"/>
                  </a:lnTo>
                  <a:lnTo>
                    <a:pt x="551149" y="273840"/>
                  </a:lnTo>
                  <a:lnTo>
                    <a:pt x="548137" y="274531"/>
                  </a:lnTo>
                  <a:lnTo>
                    <a:pt x="541241" y="274812"/>
                  </a:lnTo>
                  <a:lnTo>
                    <a:pt x="535520" y="273671"/>
                  </a:lnTo>
                  <a:lnTo>
                    <a:pt x="533061" y="270194"/>
                  </a:lnTo>
                  <a:lnTo>
                    <a:pt x="529673" y="270355"/>
                  </a:lnTo>
                  <a:lnTo>
                    <a:pt x="524950" y="272451"/>
                  </a:lnTo>
                  <a:lnTo>
                    <a:pt x="520093" y="273553"/>
                  </a:lnTo>
                  <a:lnTo>
                    <a:pt x="516403" y="275780"/>
                  </a:lnTo>
                  <a:lnTo>
                    <a:pt x="514211" y="277101"/>
                  </a:lnTo>
                  <a:lnTo>
                    <a:pt x="512442" y="277018"/>
                  </a:lnTo>
                  <a:lnTo>
                    <a:pt x="509337" y="276870"/>
                  </a:lnTo>
                  <a:lnTo>
                    <a:pt x="505825" y="276063"/>
                  </a:lnTo>
                  <a:lnTo>
                    <a:pt x="496617" y="279410"/>
                  </a:lnTo>
                  <a:lnTo>
                    <a:pt x="490285" y="280531"/>
                  </a:lnTo>
                  <a:lnTo>
                    <a:pt x="488841" y="283320"/>
                  </a:lnTo>
                  <a:lnTo>
                    <a:pt x="484955" y="288052"/>
                  </a:lnTo>
                  <a:lnTo>
                    <a:pt x="481375" y="286326"/>
                  </a:lnTo>
                  <a:lnTo>
                    <a:pt x="479304" y="289430"/>
                  </a:lnTo>
                  <a:lnTo>
                    <a:pt x="475387" y="293137"/>
                  </a:lnTo>
                  <a:lnTo>
                    <a:pt x="474115" y="291342"/>
                  </a:lnTo>
                  <a:lnTo>
                    <a:pt x="472280" y="288751"/>
                  </a:lnTo>
                  <a:lnTo>
                    <a:pt x="469776" y="285927"/>
                  </a:lnTo>
                  <a:lnTo>
                    <a:pt x="465014" y="286697"/>
                  </a:lnTo>
                  <a:lnTo>
                    <a:pt x="463305" y="282892"/>
                  </a:lnTo>
                  <a:lnTo>
                    <a:pt x="459738" y="282952"/>
                  </a:lnTo>
                  <a:lnTo>
                    <a:pt x="458250" y="281986"/>
                  </a:lnTo>
                  <a:lnTo>
                    <a:pt x="458299" y="277668"/>
                  </a:lnTo>
                  <a:lnTo>
                    <a:pt x="457961" y="277477"/>
                  </a:lnTo>
                  <a:lnTo>
                    <a:pt x="453125" y="274750"/>
                  </a:lnTo>
                  <a:lnTo>
                    <a:pt x="451636" y="278280"/>
                  </a:lnTo>
                  <a:lnTo>
                    <a:pt x="449571" y="282265"/>
                  </a:lnTo>
                  <a:lnTo>
                    <a:pt x="444868" y="281548"/>
                  </a:lnTo>
                  <a:lnTo>
                    <a:pt x="443518" y="279264"/>
                  </a:lnTo>
                  <a:lnTo>
                    <a:pt x="439492" y="281295"/>
                  </a:lnTo>
                  <a:lnTo>
                    <a:pt x="435951" y="276589"/>
                  </a:lnTo>
                  <a:lnTo>
                    <a:pt x="435241" y="272775"/>
                  </a:lnTo>
                  <a:lnTo>
                    <a:pt x="433136" y="272993"/>
                  </a:lnTo>
                  <a:lnTo>
                    <a:pt x="432392" y="273070"/>
                  </a:lnTo>
                  <a:lnTo>
                    <a:pt x="431835" y="273127"/>
                  </a:lnTo>
                  <a:lnTo>
                    <a:pt x="429265" y="275484"/>
                  </a:lnTo>
                  <a:lnTo>
                    <a:pt x="429584" y="278244"/>
                  </a:lnTo>
                  <a:lnTo>
                    <a:pt x="424566" y="281089"/>
                  </a:lnTo>
                  <a:lnTo>
                    <a:pt x="423029" y="284871"/>
                  </a:lnTo>
                  <a:lnTo>
                    <a:pt x="422459" y="288243"/>
                  </a:lnTo>
                  <a:lnTo>
                    <a:pt x="422328" y="291628"/>
                  </a:lnTo>
                  <a:lnTo>
                    <a:pt x="418121" y="292911"/>
                  </a:lnTo>
                  <a:lnTo>
                    <a:pt x="413805" y="285434"/>
                  </a:lnTo>
                  <a:lnTo>
                    <a:pt x="416544" y="282093"/>
                  </a:lnTo>
                  <a:lnTo>
                    <a:pt x="413504" y="276385"/>
                  </a:lnTo>
                  <a:lnTo>
                    <a:pt x="410633" y="277687"/>
                  </a:lnTo>
                  <a:lnTo>
                    <a:pt x="405490" y="280906"/>
                  </a:lnTo>
                  <a:lnTo>
                    <a:pt x="401628" y="284987"/>
                  </a:lnTo>
                  <a:lnTo>
                    <a:pt x="396441" y="284770"/>
                  </a:lnTo>
                  <a:lnTo>
                    <a:pt x="395803" y="280700"/>
                  </a:lnTo>
                  <a:lnTo>
                    <a:pt x="393332" y="277048"/>
                  </a:lnTo>
                  <a:lnTo>
                    <a:pt x="393153" y="276784"/>
                  </a:lnTo>
                  <a:lnTo>
                    <a:pt x="387990" y="278659"/>
                  </a:lnTo>
                  <a:lnTo>
                    <a:pt x="387770" y="278496"/>
                  </a:lnTo>
                  <a:lnTo>
                    <a:pt x="385185" y="276571"/>
                  </a:lnTo>
                  <a:lnTo>
                    <a:pt x="384146" y="272612"/>
                  </a:lnTo>
                  <a:lnTo>
                    <a:pt x="379551" y="270720"/>
                  </a:lnTo>
                  <a:lnTo>
                    <a:pt x="373301" y="276626"/>
                  </a:lnTo>
                  <a:lnTo>
                    <a:pt x="370225" y="280610"/>
                  </a:lnTo>
                  <a:lnTo>
                    <a:pt x="365762" y="283394"/>
                  </a:lnTo>
                  <a:lnTo>
                    <a:pt x="359501" y="281030"/>
                  </a:lnTo>
                  <a:lnTo>
                    <a:pt x="359427" y="279922"/>
                  </a:lnTo>
                  <a:lnTo>
                    <a:pt x="359235" y="277052"/>
                  </a:lnTo>
                  <a:lnTo>
                    <a:pt x="359554" y="271263"/>
                  </a:lnTo>
                  <a:lnTo>
                    <a:pt x="355332" y="270937"/>
                  </a:lnTo>
                  <a:lnTo>
                    <a:pt x="349726" y="270507"/>
                  </a:lnTo>
                  <a:lnTo>
                    <a:pt x="348466" y="266527"/>
                  </a:lnTo>
                  <a:lnTo>
                    <a:pt x="348353" y="261703"/>
                  </a:lnTo>
                  <a:lnTo>
                    <a:pt x="346525" y="257386"/>
                  </a:lnTo>
                  <a:lnTo>
                    <a:pt x="345454" y="258566"/>
                  </a:lnTo>
                  <a:lnTo>
                    <a:pt x="343282" y="260958"/>
                  </a:lnTo>
                  <a:lnTo>
                    <a:pt x="339195" y="259910"/>
                  </a:lnTo>
                  <a:lnTo>
                    <a:pt x="332399" y="258386"/>
                  </a:lnTo>
                  <a:lnTo>
                    <a:pt x="329106" y="257523"/>
                  </a:lnTo>
                  <a:lnTo>
                    <a:pt x="326657" y="260054"/>
                  </a:lnTo>
                  <a:lnTo>
                    <a:pt x="325563" y="263837"/>
                  </a:lnTo>
                  <a:lnTo>
                    <a:pt x="324908" y="264120"/>
                  </a:lnTo>
                  <a:lnTo>
                    <a:pt x="321200" y="265720"/>
                  </a:lnTo>
                  <a:lnTo>
                    <a:pt x="317309" y="263128"/>
                  </a:lnTo>
                  <a:lnTo>
                    <a:pt x="313694" y="258507"/>
                  </a:lnTo>
                  <a:lnTo>
                    <a:pt x="311292" y="257921"/>
                  </a:lnTo>
                  <a:lnTo>
                    <a:pt x="308540" y="257249"/>
                  </a:lnTo>
                  <a:lnTo>
                    <a:pt x="305539" y="260008"/>
                  </a:lnTo>
                  <a:lnTo>
                    <a:pt x="302127" y="260247"/>
                  </a:lnTo>
                  <a:lnTo>
                    <a:pt x="297062" y="258161"/>
                  </a:lnTo>
                  <a:lnTo>
                    <a:pt x="292323" y="257831"/>
                  </a:lnTo>
                  <a:lnTo>
                    <a:pt x="287360" y="254146"/>
                  </a:lnTo>
                  <a:lnTo>
                    <a:pt x="286483" y="254072"/>
                  </a:lnTo>
                  <a:lnTo>
                    <a:pt x="282820" y="253759"/>
                  </a:lnTo>
                  <a:lnTo>
                    <a:pt x="278785" y="254458"/>
                  </a:lnTo>
                  <a:lnTo>
                    <a:pt x="273515" y="253812"/>
                  </a:lnTo>
                  <a:lnTo>
                    <a:pt x="269319" y="253423"/>
                  </a:lnTo>
                  <a:lnTo>
                    <a:pt x="267650" y="244797"/>
                  </a:lnTo>
                  <a:lnTo>
                    <a:pt x="266918" y="243815"/>
                  </a:lnTo>
                  <a:lnTo>
                    <a:pt x="262997" y="238541"/>
                  </a:lnTo>
                  <a:lnTo>
                    <a:pt x="257549" y="234207"/>
                  </a:lnTo>
                  <a:lnTo>
                    <a:pt x="254333" y="233796"/>
                  </a:lnTo>
                  <a:lnTo>
                    <a:pt x="252529" y="239153"/>
                  </a:lnTo>
                  <a:lnTo>
                    <a:pt x="248873" y="237789"/>
                  </a:lnTo>
                  <a:lnTo>
                    <a:pt x="248581" y="237756"/>
                  </a:lnTo>
                  <a:lnTo>
                    <a:pt x="240678" y="236863"/>
                  </a:lnTo>
                  <a:lnTo>
                    <a:pt x="239568" y="239729"/>
                  </a:lnTo>
                  <a:lnTo>
                    <a:pt x="232605" y="239207"/>
                  </a:lnTo>
                  <a:lnTo>
                    <a:pt x="227655" y="234520"/>
                  </a:lnTo>
                  <a:lnTo>
                    <a:pt x="223802" y="229971"/>
                  </a:lnTo>
                  <a:lnTo>
                    <a:pt x="222078" y="228318"/>
                  </a:lnTo>
                  <a:lnTo>
                    <a:pt x="215784" y="222275"/>
                  </a:lnTo>
                  <a:lnTo>
                    <a:pt x="210867" y="223628"/>
                  </a:lnTo>
                  <a:lnTo>
                    <a:pt x="210669" y="223683"/>
                  </a:lnTo>
                  <a:lnTo>
                    <a:pt x="210669" y="207564"/>
                  </a:lnTo>
                  <a:lnTo>
                    <a:pt x="210669" y="182965"/>
                  </a:lnTo>
                  <a:lnTo>
                    <a:pt x="210669" y="169710"/>
                  </a:lnTo>
                  <a:lnTo>
                    <a:pt x="210669" y="148913"/>
                  </a:lnTo>
                  <a:lnTo>
                    <a:pt x="210669" y="131838"/>
                  </a:lnTo>
                  <a:lnTo>
                    <a:pt x="210668" y="109085"/>
                  </a:lnTo>
                  <a:lnTo>
                    <a:pt x="210668" y="93941"/>
                  </a:lnTo>
                  <a:lnTo>
                    <a:pt x="210668" y="55385"/>
                  </a:lnTo>
                  <a:lnTo>
                    <a:pt x="210432" y="55385"/>
                  </a:lnTo>
                  <a:lnTo>
                    <a:pt x="188865" y="55346"/>
                  </a:lnTo>
                  <a:lnTo>
                    <a:pt x="172360" y="55277"/>
                  </a:lnTo>
                  <a:lnTo>
                    <a:pt x="169099" y="55258"/>
                  </a:lnTo>
                  <a:lnTo>
                    <a:pt x="148634" y="55060"/>
                  </a:lnTo>
                  <a:lnTo>
                    <a:pt x="143722" y="55020"/>
                  </a:lnTo>
                  <a:lnTo>
                    <a:pt x="134527" y="54933"/>
                  </a:lnTo>
                  <a:lnTo>
                    <a:pt x="96715" y="54300"/>
                  </a:lnTo>
                  <a:lnTo>
                    <a:pt x="82494" y="53997"/>
                  </a:lnTo>
                  <a:lnTo>
                    <a:pt x="68055" y="53631"/>
                  </a:lnTo>
                  <a:lnTo>
                    <a:pt x="58926" y="53380"/>
                  </a:lnTo>
                  <a:lnTo>
                    <a:pt x="0" y="51565"/>
                  </a:lnTo>
                  <a:lnTo>
                    <a:pt x="309" y="426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834943" y="2572484"/>
              <a:ext cx="550833" cy="469084"/>
            </a:xfrm>
            <a:custGeom>
              <a:avLst/>
              <a:pathLst>
                <a:path w="550833" h="469084">
                  <a:moveTo>
                    <a:pt x="6351" y="275499"/>
                  </a:moveTo>
                  <a:lnTo>
                    <a:pt x="13479" y="267513"/>
                  </a:lnTo>
                  <a:lnTo>
                    <a:pt x="13614" y="267295"/>
                  </a:lnTo>
                  <a:lnTo>
                    <a:pt x="19215" y="258267"/>
                  </a:lnTo>
                  <a:lnTo>
                    <a:pt x="22954" y="251276"/>
                  </a:lnTo>
                  <a:lnTo>
                    <a:pt x="25529" y="246178"/>
                  </a:lnTo>
                  <a:lnTo>
                    <a:pt x="27493" y="242528"/>
                  </a:lnTo>
                  <a:lnTo>
                    <a:pt x="27232" y="239499"/>
                  </a:lnTo>
                  <a:lnTo>
                    <a:pt x="31080" y="236968"/>
                  </a:lnTo>
                  <a:lnTo>
                    <a:pt x="37429" y="230325"/>
                  </a:lnTo>
                  <a:lnTo>
                    <a:pt x="43680" y="221140"/>
                  </a:lnTo>
                  <a:lnTo>
                    <a:pt x="45908" y="216877"/>
                  </a:lnTo>
                  <a:lnTo>
                    <a:pt x="49847" y="209336"/>
                  </a:lnTo>
                  <a:lnTo>
                    <a:pt x="55824" y="196671"/>
                  </a:lnTo>
                  <a:lnTo>
                    <a:pt x="57611" y="192885"/>
                  </a:lnTo>
                  <a:lnTo>
                    <a:pt x="64181" y="177090"/>
                  </a:lnTo>
                  <a:lnTo>
                    <a:pt x="68176" y="166296"/>
                  </a:lnTo>
                  <a:lnTo>
                    <a:pt x="69028" y="162772"/>
                  </a:lnTo>
                  <a:lnTo>
                    <a:pt x="69241" y="161889"/>
                  </a:lnTo>
                  <a:lnTo>
                    <a:pt x="74345" y="151579"/>
                  </a:lnTo>
                  <a:lnTo>
                    <a:pt x="76574" y="144392"/>
                  </a:lnTo>
                  <a:lnTo>
                    <a:pt x="81019" y="133668"/>
                  </a:lnTo>
                  <a:lnTo>
                    <a:pt x="82919" y="127746"/>
                  </a:lnTo>
                  <a:lnTo>
                    <a:pt x="84726" y="119559"/>
                  </a:lnTo>
                  <a:lnTo>
                    <a:pt x="86316" y="116624"/>
                  </a:lnTo>
                  <a:lnTo>
                    <a:pt x="91540" y="107698"/>
                  </a:lnTo>
                  <a:lnTo>
                    <a:pt x="94778" y="99935"/>
                  </a:lnTo>
                  <a:lnTo>
                    <a:pt x="94855" y="99750"/>
                  </a:lnTo>
                  <a:lnTo>
                    <a:pt x="99366" y="92102"/>
                  </a:lnTo>
                  <a:lnTo>
                    <a:pt x="101339" y="86145"/>
                  </a:lnTo>
                  <a:lnTo>
                    <a:pt x="103548" y="80985"/>
                  </a:lnTo>
                  <a:lnTo>
                    <a:pt x="104307" y="75000"/>
                  </a:lnTo>
                  <a:lnTo>
                    <a:pt x="107548" y="68354"/>
                  </a:lnTo>
                  <a:lnTo>
                    <a:pt x="108142" y="63105"/>
                  </a:lnTo>
                  <a:lnTo>
                    <a:pt x="111746" y="57301"/>
                  </a:lnTo>
                  <a:lnTo>
                    <a:pt x="114736" y="49288"/>
                  </a:lnTo>
                  <a:lnTo>
                    <a:pt x="115918" y="45335"/>
                  </a:lnTo>
                  <a:lnTo>
                    <a:pt x="115490" y="40757"/>
                  </a:lnTo>
                  <a:lnTo>
                    <a:pt x="116294" y="38605"/>
                  </a:lnTo>
                  <a:lnTo>
                    <a:pt x="117960" y="34145"/>
                  </a:lnTo>
                  <a:lnTo>
                    <a:pt x="119439" y="28088"/>
                  </a:lnTo>
                  <a:lnTo>
                    <a:pt x="118947" y="24373"/>
                  </a:lnTo>
                  <a:lnTo>
                    <a:pt x="122961" y="22779"/>
                  </a:lnTo>
                  <a:lnTo>
                    <a:pt x="125098" y="17484"/>
                  </a:lnTo>
                  <a:lnTo>
                    <a:pt x="125976" y="8567"/>
                  </a:lnTo>
                  <a:lnTo>
                    <a:pt x="122765" y="2398"/>
                  </a:lnTo>
                  <a:lnTo>
                    <a:pt x="126195" y="0"/>
                  </a:lnTo>
                  <a:lnTo>
                    <a:pt x="129621" y="6221"/>
                  </a:lnTo>
                  <a:lnTo>
                    <a:pt x="134144" y="6451"/>
                  </a:lnTo>
                  <a:lnTo>
                    <a:pt x="139306" y="6136"/>
                  </a:lnTo>
                  <a:lnTo>
                    <a:pt x="140936" y="8852"/>
                  </a:lnTo>
                  <a:lnTo>
                    <a:pt x="144902" y="7560"/>
                  </a:lnTo>
                  <a:lnTo>
                    <a:pt x="149474" y="7828"/>
                  </a:lnTo>
                  <a:lnTo>
                    <a:pt x="152449" y="5938"/>
                  </a:lnTo>
                  <a:lnTo>
                    <a:pt x="156580" y="6280"/>
                  </a:lnTo>
                  <a:lnTo>
                    <a:pt x="158534" y="10535"/>
                  </a:lnTo>
                  <a:lnTo>
                    <a:pt x="157144" y="14482"/>
                  </a:lnTo>
                  <a:lnTo>
                    <a:pt x="159640" y="18501"/>
                  </a:lnTo>
                  <a:lnTo>
                    <a:pt x="160076" y="18645"/>
                  </a:lnTo>
                  <a:lnTo>
                    <a:pt x="164818" y="20211"/>
                  </a:lnTo>
                  <a:lnTo>
                    <a:pt x="169348" y="19167"/>
                  </a:lnTo>
                  <a:lnTo>
                    <a:pt x="172431" y="18453"/>
                  </a:lnTo>
                  <a:lnTo>
                    <a:pt x="175226" y="19634"/>
                  </a:lnTo>
                  <a:lnTo>
                    <a:pt x="180330" y="25884"/>
                  </a:lnTo>
                  <a:lnTo>
                    <a:pt x="181989" y="29041"/>
                  </a:lnTo>
                  <a:lnTo>
                    <a:pt x="184823" y="31818"/>
                  </a:lnTo>
                  <a:lnTo>
                    <a:pt x="185861" y="38479"/>
                  </a:lnTo>
                  <a:lnTo>
                    <a:pt x="186963" y="43709"/>
                  </a:lnTo>
                  <a:lnTo>
                    <a:pt x="185917" y="47825"/>
                  </a:lnTo>
                  <a:lnTo>
                    <a:pt x="186334" y="52075"/>
                  </a:lnTo>
                  <a:lnTo>
                    <a:pt x="185747" y="53432"/>
                  </a:lnTo>
                  <a:lnTo>
                    <a:pt x="184306" y="56766"/>
                  </a:lnTo>
                  <a:lnTo>
                    <a:pt x="185028" y="61639"/>
                  </a:lnTo>
                  <a:lnTo>
                    <a:pt x="183987" y="64128"/>
                  </a:lnTo>
                  <a:lnTo>
                    <a:pt x="182342" y="68063"/>
                  </a:lnTo>
                  <a:lnTo>
                    <a:pt x="182945" y="69892"/>
                  </a:lnTo>
                  <a:lnTo>
                    <a:pt x="183558" y="71748"/>
                  </a:lnTo>
                  <a:lnTo>
                    <a:pt x="188171" y="76253"/>
                  </a:lnTo>
                  <a:lnTo>
                    <a:pt x="196317" y="81051"/>
                  </a:lnTo>
                  <a:lnTo>
                    <a:pt x="198949" y="83618"/>
                  </a:lnTo>
                  <a:lnTo>
                    <a:pt x="202633" y="83553"/>
                  </a:lnTo>
                  <a:lnTo>
                    <a:pt x="204800" y="86712"/>
                  </a:lnTo>
                  <a:lnTo>
                    <a:pt x="208706" y="88195"/>
                  </a:lnTo>
                  <a:lnTo>
                    <a:pt x="209622" y="87939"/>
                  </a:lnTo>
                  <a:lnTo>
                    <a:pt x="214088" y="86687"/>
                  </a:lnTo>
                  <a:lnTo>
                    <a:pt x="218990" y="87555"/>
                  </a:lnTo>
                  <a:lnTo>
                    <a:pt x="225450" y="86431"/>
                  </a:lnTo>
                  <a:lnTo>
                    <a:pt x="229148" y="84829"/>
                  </a:lnTo>
                  <a:lnTo>
                    <a:pt x="231000" y="84495"/>
                  </a:lnTo>
                  <a:lnTo>
                    <a:pt x="232510" y="84222"/>
                  </a:lnTo>
                  <a:lnTo>
                    <a:pt x="235203" y="82127"/>
                  </a:lnTo>
                  <a:lnTo>
                    <a:pt x="238762" y="81899"/>
                  </a:lnTo>
                  <a:lnTo>
                    <a:pt x="242886" y="84217"/>
                  </a:lnTo>
                  <a:lnTo>
                    <a:pt x="247020" y="84366"/>
                  </a:lnTo>
                  <a:lnTo>
                    <a:pt x="255375" y="84734"/>
                  </a:lnTo>
                  <a:lnTo>
                    <a:pt x="255840" y="85109"/>
                  </a:lnTo>
                  <a:lnTo>
                    <a:pt x="260108" y="88546"/>
                  </a:lnTo>
                  <a:lnTo>
                    <a:pt x="260985" y="89251"/>
                  </a:lnTo>
                  <a:lnTo>
                    <a:pt x="266228" y="89696"/>
                  </a:lnTo>
                  <a:lnTo>
                    <a:pt x="272553" y="94496"/>
                  </a:lnTo>
                  <a:lnTo>
                    <a:pt x="272933" y="100497"/>
                  </a:lnTo>
                  <a:lnTo>
                    <a:pt x="276746" y="100658"/>
                  </a:lnTo>
                  <a:lnTo>
                    <a:pt x="279642" y="98548"/>
                  </a:lnTo>
                  <a:lnTo>
                    <a:pt x="288051" y="100041"/>
                  </a:lnTo>
                  <a:lnTo>
                    <a:pt x="289614" y="101223"/>
                  </a:lnTo>
                  <a:lnTo>
                    <a:pt x="290570" y="101945"/>
                  </a:lnTo>
                  <a:lnTo>
                    <a:pt x="293540" y="100142"/>
                  </a:lnTo>
                  <a:lnTo>
                    <a:pt x="304228" y="98968"/>
                  </a:lnTo>
                  <a:lnTo>
                    <a:pt x="306830" y="97812"/>
                  </a:lnTo>
                  <a:lnTo>
                    <a:pt x="308068" y="97262"/>
                  </a:lnTo>
                  <a:lnTo>
                    <a:pt x="310637" y="97878"/>
                  </a:lnTo>
                  <a:lnTo>
                    <a:pt x="314581" y="103139"/>
                  </a:lnTo>
                  <a:lnTo>
                    <a:pt x="315589" y="103416"/>
                  </a:lnTo>
                  <a:lnTo>
                    <a:pt x="320512" y="104767"/>
                  </a:lnTo>
                  <a:lnTo>
                    <a:pt x="328107" y="104753"/>
                  </a:lnTo>
                  <a:lnTo>
                    <a:pt x="332379" y="105435"/>
                  </a:lnTo>
                  <a:lnTo>
                    <a:pt x="337459" y="102471"/>
                  </a:lnTo>
                  <a:lnTo>
                    <a:pt x="341876" y="102522"/>
                  </a:lnTo>
                  <a:lnTo>
                    <a:pt x="346573" y="101324"/>
                  </a:lnTo>
                  <a:lnTo>
                    <a:pt x="348817" y="100750"/>
                  </a:lnTo>
                  <a:lnTo>
                    <a:pt x="354811" y="101024"/>
                  </a:lnTo>
                  <a:lnTo>
                    <a:pt x="358834" y="101204"/>
                  </a:lnTo>
                  <a:lnTo>
                    <a:pt x="366784" y="102368"/>
                  </a:lnTo>
                  <a:lnTo>
                    <a:pt x="372162" y="98048"/>
                  </a:lnTo>
                  <a:lnTo>
                    <a:pt x="373977" y="97972"/>
                  </a:lnTo>
                  <a:lnTo>
                    <a:pt x="378460" y="100824"/>
                  </a:lnTo>
                  <a:lnTo>
                    <a:pt x="381857" y="101045"/>
                  </a:lnTo>
                  <a:lnTo>
                    <a:pt x="385988" y="101312"/>
                  </a:lnTo>
                  <a:lnTo>
                    <a:pt x="392633" y="101298"/>
                  </a:lnTo>
                  <a:lnTo>
                    <a:pt x="400141" y="103778"/>
                  </a:lnTo>
                  <a:lnTo>
                    <a:pt x="404449" y="102513"/>
                  </a:lnTo>
                  <a:lnTo>
                    <a:pt x="409642" y="100047"/>
                  </a:lnTo>
                  <a:lnTo>
                    <a:pt x="427732" y="104301"/>
                  </a:lnTo>
                  <a:lnTo>
                    <a:pt x="445863" y="108614"/>
                  </a:lnTo>
                  <a:lnTo>
                    <a:pt x="467572" y="113684"/>
                  </a:lnTo>
                  <a:lnTo>
                    <a:pt x="468703" y="113945"/>
                  </a:lnTo>
                  <a:lnTo>
                    <a:pt x="483932" y="117433"/>
                  </a:lnTo>
                  <a:lnTo>
                    <a:pt x="490625" y="119037"/>
                  </a:lnTo>
                  <a:lnTo>
                    <a:pt x="497851" y="120756"/>
                  </a:lnTo>
                  <a:lnTo>
                    <a:pt x="505228" y="122500"/>
                  </a:lnTo>
                  <a:lnTo>
                    <a:pt x="530956" y="128185"/>
                  </a:lnTo>
                  <a:lnTo>
                    <a:pt x="531997" y="131703"/>
                  </a:lnTo>
                  <a:lnTo>
                    <a:pt x="532651" y="136441"/>
                  </a:lnTo>
                  <a:lnTo>
                    <a:pt x="535200" y="142018"/>
                  </a:lnTo>
                  <a:lnTo>
                    <a:pt x="535692" y="143093"/>
                  </a:lnTo>
                  <a:lnTo>
                    <a:pt x="538463" y="144938"/>
                  </a:lnTo>
                  <a:lnTo>
                    <a:pt x="541855" y="149609"/>
                  </a:lnTo>
                  <a:lnTo>
                    <a:pt x="546070" y="150807"/>
                  </a:lnTo>
                  <a:lnTo>
                    <a:pt x="548666" y="155315"/>
                  </a:lnTo>
                  <a:lnTo>
                    <a:pt x="548163" y="159928"/>
                  </a:lnTo>
                  <a:lnTo>
                    <a:pt x="550833" y="166359"/>
                  </a:lnTo>
                  <a:lnTo>
                    <a:pt x="547628" y="170088"/>
                  </a:lnTo>
                  <a:lnTo>
                    <a:pt x="540345" y="179624"/>
                  </a:lnTo>
                  <a:lnTo>
                    <a:pt x="532896" y="189558"/>
                  </a:lnTo>
                  <a:lnTo>
                    <a:pt x="531112" y="193240"/>
                  </a:lnTo>
                  <a:lnTo>
                    <a:pt x="530549" y="194401"/>
                  </a:lnTo>
                  <a:lnTo>
                    <a:pt x="524523" y="205716"/>
                  </a:lnTo>
                  <a:lnTo>
                    <a:pt x="522119" y="208518"/>
                  </a:lnTo>
                  <a:lnTo>
                    <a:pt x="517841" y="211732"/>
                  </a:lnTo>
                  <a:lnTo>
                    <a:pt x="515882" y="215982"/>
                  </a:lnTo>
                  <a:lnTo>
                    <a:pt x="516464" y="220562"/>
                  </a:lnTo>
                  <a:lnTo>
                    <a:pt x="513509" y="225158"/>
                  </a:lnTo>
                  <a:lnTo>
                    <a:pt x="511528" y="227427"/>
                  </a:lnTo>
                  <a:lnTo>
                    <a:pt x="508010" y="231452"/>
                  </a:lnTo>
                  <a:lnTo>
                    <a:pt x="502530" y="232993"/>
                  </a:lnTo>
                  <a:lnTo>
                    <a:pt x="499074" y="234910"/>
                  </a:lnTo>
                  <a:lnTo>
                    <a:pt x="495738" y="240919"/>
                  </a:lnTo>
                  <a:lnTo>
                    <a:pt x="491119" y="248411"/>
                  </a:lnTo>
                  <a:lnTo>
                    <a:pt x="489038" y="250989"/>
                  </a:lnTo>
                  <a:lnTo>
                    <a:pt x="484686" y="253990"/>
                  </a:lnTo>
                  <a:lnTo>
                    <a:pt x="484386" y="258604"/>
                  </a:lnTo>
                  <a:lnTo>
                    <a:pt x="482034" y="261336"/>
                  </a:lnTo>
                  <a:lnTo>
                    <a:pt x="483050" y="264317"/>
                  </a:lnTo>
                  <a:lnTo>
                    <a:pt x="483969" y="267342"/>
                  </a:lnTo>
                  <a:lnTo>
                    <a:pt x="482183" y="269838"/>
                  </a:lnTo>
                  <a:lnTo>
                    <a:pt x="481734" y="270465"/>
                  </a:lnTo>
                  <a:lnTo>
                    <a:pt x="484023" y="273601"/>
                  </a:lnTo>
                  <a:lnTo>
                    <a:pt x="487352" y="272646"/>
                  </a:lnTo>
                  <a:lnTo>
                    <a:pt x="490361" y="276908"/>
                  </a:lnTo>
                  <a:lnTo>
                    <a:pt x="495636" y="278179"/>
                  </a:lnTo>
                  <a:lnTo>
                    <a:pt x="495281" y="281823"/>
                  </a:lnTo>
                  <a:lnTo>
                    <a:pt x="498830" y="283892"/>
                  </a:lnTo>
                  <a:lnTo>
                    <a:pt x="498794" y="286137"/>
                  </a:lnTo>
                  <a:lnTo>
                    <a:pt x="498648" y="286252"/>
                  </a:lnTo>
                  <a:lnTo>
                    <a:pt x="492606" y="290987"/>
                  </a:lnTo>
                  <a:lnTo>
                    <a:pt x="494038" y="296305"/>
                  </a:lnTo>
                  <a:lnTo>
                    <a:pt x="491833" y="299992"/>
                  </a:lnTo>
                  <a:lnTo>
                    <a:pt x="489282" y="307269"/>
                  </a:lnTo>
                  <a:lnTo>
                    <a:pt x="488443" y="308375"/>
                  </a:lnTo>
                  <a:lnTo>
                    <a:pt x="485090" y="312794"/>
                  </a:lnTo>
                  <a:lnTo>
                    <a:pt x="482389" y="325064"/>
                  </a:lnTo>
                  <a:lnTo>
                    <a:pt x="480805" y="332268"/>
                  </a:lnTo>
                  <a:lnTo>
                    <a:pt x="470638" y="381196"/>
                  </a:lnTo>
                  <a:lnTo>
                    <a:pt x="466802" y="399858"/>
                  </a:lnTo>
                  <a:lnTo>
                    <a:pt x="459208" y="436618"/>
                  </a:lnTo>
                  <a:lnTo>
                    <a:pt x="452579" y="469084"/>
                  </a:lnTo>
                  <a:lnTo>
                    <a:pt x="441780" y="466735"/>
                  </a:lnTo>
                  <a:lnTo>
                    <a:pt x="428805" y="464030"/>
                  </a:lnTo>
                  <a:lnTo>
                    <a:pt x="414945" y="461071"/>
                  </a:lnTo>
                  <a:lnTo>
                    <a:pt x="399246" y="457600"/>
                  </a:lnTo>
                  <a:lnTo>
                    <a:pt x="378883" y="453125"/>
                  </a:lnTo>
                  <a:lnTo>
                    <a:pt x="359808" y="448881"/>
                  </a:lnTo>
                  <a:lnTo>
                    <a:pt x="342532" y="445092"/>
                  </a:lnTo>
                  <a:lnTo>
                    <a:pt x="328457" y="441658"/>
                  </a:lnTo>
                  <a:lnTo>
                    <a:pt x="315480" y="438601"/>
                  </a:lnTo>
                  <a:lnTo>
                    <a:pt x="308247" y="436788"/>
                  </a:lnTo>
                  <a:lnTo>
                    <a:pt x="306005" y="436224"/>
                  </a:lnTo>
                  <a:lnTo>
                    <a:pt x="283216" y="430426"/>
                  </a:lnTo>
                  <a:lnTo>
                    <a:pt x="266124" y="426312"/>
                  </a:lnTo>
                  <a:lnTo>
                    <a:pt x="254757" y="423431"/>
                  </a:lnTo>
                  <a:lnTo>
                    <a:pt x="234847" y="418399"/>
                  </a:lnTo>
                  <a:lnTo>
                    <a:pt x="222955" y="415318"/>
                  </a:lnTo>
                  <a:lnTo>
                    <a:pt x="211284" y="412273"/>
                  </a:lnTo>
                  <a:lnTo>
                    <a:pt x="201637" y="409733"/>
                  </a:lnTo>
                  <a:lnTo>
                    <a:pt x="188330" y="405791"/>
                  </a:lnTo>
                  <a:lnTo>
                    <a:pt x="176630" y="402676"/>
                  </a:lnTo>
                  <a:lnTo>
                    <a:pt x="176141" y="402533"/>
                  </a:lnTo>
                  <a:lnTo>
                    <a:pt x="162098" y="398412"/>
                  </a:lnTo>
                  <a:lnTo>
                    <a:pt x="151552" y="395256"/>
                  </a:lnTo>
                  <a:lnTo>
                    <a:pt x="135831" y="390630"/>
                  </a:lnTo>
                  <a:lnTo>
                    <a:pt x="124273" y="387192"/>
                  </a:lnTo>
                  <a:lnTo>
                    <a:pt x="111242" y="383422"/>
                  </a:lnTo>
                  <a:lnTo>
                    <a:pt x="92709" y="378486"/>
                  </a:lnTo>
                  <a:lnTo>
                    <a:pt x="77587" y="374167"/>
                  </a:lnTo>
                  <a:lnTo>
                    <a:pt x="71537" y="371820"/>
                  </a:lnTo>
                  <a:lnTo>
                    <a:pt x="66205" y="370637"/>
                  </a:lnTo>
                  <a:lnTo>
                    <a:pt x="58899" y="369005"/>
                  </a:lnTo>
                  <a:lnTo>
                    <a:pt x="53600" y="367192"/>
                  </a:lnTo>
                  <a:lnTo>
                    <a:pt x="48360" y="365849"/>
                  </a:lnTo>
                  <a:lnTo>
                    <a:pt x="39796" y="363642"/>
                  </a:lnTo>
                  <a:lnTo>
                    <a:pt x="29680" y="360531"/>
                  </a:lnTo>
                  <a:lnTo>
                    <a:pt x="18710" y="357131"/>
                  </a:lnTo>
                  <a:lnTo>
                    <a:pt x="5878" y="352962"/>
                  </a:lnTo>
                  <a:lnTo>
                    <a:pt x="3448" y="347872"/>
                  </a:lnTo>
                  <a:lnTo>
                    <a:pt x="1325" y="345157"/>
                  </a:lnTo>
                  <a:lnTo>
                    <a:pt x="597" y="339226"/>
                  </a:lnTo>
                  <a:lnTo>
                    <a:pt x="1295" y="334749"/>
                  </a:lnTo>
                  <a:lnTo>
                    <a:pt x="1079" y="330405"/>
                  </a:lnTo>
                  <a:lnTo>
                    <a:pt x="0" y="327912"/>
                  </a:lnTo>
                  <a:lnTo>
                    <a:pt x="1455" y="323125"/>
                  </a:lnTo>
                  <a:lnTo>
                    <a:pt x="1660" y="319093"/>
                  </a:lnTo>
                  <a:lnTo>
                    <a:pt x="3304" y="311469"/>
                  </a:lnTo>
                  <a:lnTo>
                    <a:pt x="8005" y="303746"/>
                  </a:lnTo>
                  <a:lnTo>
                    <a:pt x="9345" y="298857"/>
                  </a:lnTo>
                  <a:lnTo>
                    <a:pt x="10131" y="293534"/>
                  </a:lnTo>
                  <a:lnTo>
                    <a:pt x="8308" y="291314"/>
                  </a:lnTo>
                  <a:lnTo>
                    <a:pt x="8805" y="290169"/>
                  </a:lnTo>
                  <a:lnTo>
                    <a:pt x="6220" y="28522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80831" y="3045976"/>
              <a:ext cx="404526" cy="283484"/>
            </a:xfrm>
            <a:custGeom>
              <a:avLst/>
              <a:pathLst>
                <a:path w="404526" h="283484">
                  <a:moveTo>
                    <a:pt x="21252" y="182309"/>
                  </a:moveTo>
                  <a:lnTo>
                    <a:pt x="16979" y="163656"/>
                  </a:lnTo>
                  <a:lnTo>
                    <a:pt x="16820" y="162962"/>
                  </a:lnTo>
                  <a:lnTo>
                    <a:pt x="14872" y="154479"/>
                  </a:lnTo>
                  <a:lnTo>
                    <a:pt x="9761" y="132589"/>
                  </a:lnTo>
                  <a:lnTo>
                    <a:pt x="9557" y="131716"/>
                  </a:lnTo>
                  <a:lnTo>
                    <a:pt x="6152" y="117176"/>
                  </a:lnTo>
                  <a:lnTo>
                    <a:pt x="2561" y="101835"/>
                  </a:lnTo>
                  <a:lnTo>
                    <a:pt x="0" y="90918"/>
                  </a:lnTo>
                  <a:lnTo>
                    <a:pt x="10647" y="83004"/>
                  </a:lnTo>
                  <a:lnTo>
                    <a:pt x="20011" y="73577"/>
                  </a:lnTo>
                  <a:lnTo>
                    <a:pt x="20404" y="70300"/>
                  </a:lnTo>
                  <a:lnTo>
                    <a:pt x="22895" y="67575"/>
                  </a:lnTo>
                  <a:lnTo>
                    <a:pt x="27342" y="67368"/>
                  </a:lnTo>
                  <a:lnTo>
                    <a:pt x="32416" y="62070"/>
                  </a:lnTo>
                  <a:lnTo>
                    <a:pt x="36758" y="58441"/>
                  </a:lnTo>
                  <a:lnTo>
                    <a:pt x="41173" y="54206"/>
                  </a:lnTo>
                  <a:lnTo>
                    <a:pt x="44053" y="66015"/>
                  </a:lnTo>
                  <a:lnTo>
                    <a:pt x="46860" y="77283"/>
                  </a:lnTo>
                  <a:lnTo>
                    <a:pt x="56236" y="74908"/>
                  </a:lnTo>
                  <a:lnTo>
                    <a:pt x="64852" y="72709"/>
                  </a:lnTo>
                  <a:lnTo>
                    <a:pt x="90401" y="65970"/>
                  </a:lnTo>
                  <a:lnTo>
                    <a:pt x="95254" y="64673"/>
                  </a:lnTo>
                  <a:lnTo>
                    <a:pt x="99235" y="63600"/>
                  </a:lnTo>
                  <a:lnTo>
                    <a:pt x="119207" y="58165"/>
                  </a:lnTo>
                  <a:lnTo>
                    <a:pt x="137099" y="53357"/>
                  </a:lnTo>
                  <a:lnTo>
                    <a:pt x="139389" y="52737"/>
                  </a:lnTo>
                  <a:lnTo>
                    <a:pt x="143398" y="51620"/>
                  </a:lnTo>
                  <a:lnTo>
                    <a:pt x="154230" y="48586"/>
                  </a:lnTo>
                  <a:lnTo>
                    <a:pt x="166561" y="45215"/>
                  </a:lnTo>
                  <a:lnTo>
                    <a:pt x="171628" y="43766"/>
                  </a:lnTo>
                  <a:lnTo>
                    <a:pt x="180259" y="41284"/>
                  </a:lnTo>
                  <a:lnTo>
                    <a:pt x="217355" y="30425"/>
                  </a:lnTo>
                  <a:lnTo>
                    <a:pt x="219933" y="29676"/>
                  </a:lnTo>
                  <a:lnTo>
                    <a:pt x="222326" y="28979"/>
                  </a:lnTo>
                  <a:lnTo>
                    <a:pt x="245044" y="22297"/>
                  </a:lnTo>
                  <a:lnTo>
                    <a:pt x="250942" y="20642"/>
                  </a:lnTo>
                  <a:lnTo>
                    <a:pt x="270376" y="14769"/>
                  </a:lnTo>
                  <a:lnTo>
                    <a:pt x="272809" y="14027"/>
                  </a:lnTo>
                  <a:lnTo>
                    <a:pt x="287220" y="9606"/>
                  </a:lnTo>
                  <a:lnTo>
                    <a:pt x="310918" y="2176"/>
                  </a:lnTo>
                  <a:lnTo>
                    <a:pt x="311284" y="2060"/>
                  </a:lnTo>
                  <a:lnTo>
                    <a:pt x="318592" y="285"/>
                  </a:lnTo>
                  <a:lnTo>
                    <a:pt x="319764" y="0"/>
                  </a:lnTo>
                  <a:lnTo>
                    <a:pt x="323936" y="2894"/>
                  </a:lnTo>
                  <a:lnTo>
                    <a:pt x="327265" y="7559"/>
                  </a:lnTo>
                  <a:lnTo>
                    <a:pt x="332293" y="8053"/>
                  </a:lnTo>
                  <a:lnTo>
                    <a:pt x="335364" y="8250"/>
                  </a:lnTo>
                  <a:lnTo>
                    <a:pt x="337547" y="8388"/>
                  </a:lnTo>
                  <a:lnTo>
                    <a:pt x="340912" y="10870"/>
                  </a:lnTo>
                  <a:lnTo>
                    <a:pt x="343462" y="14641"/>
                  </a:lnTo>
                  <a:lnTo>
                    <a:pt x="346536" y="23880"/>
                  </a:lnTo>
                  <a:lnTo>
                    <a:pt x="347695" y="27028"/>
                  </a:lnTo>
                  <a:lnTo>
                    <a:pt x="348567" y="29397"/>
                  </a:lnTo>
                  <a:lnTo>
                    <a:pt x="354343" y="34811"/>
                  </a:lnTo>
                  <a:lnTo>
                    <a:pt x="361057" y="36457"/>
                  </a:lnTo>
                  <a:lnTo>
                    <a:pt x="367257" y="36680"/>
                  </a:lnTo>
                  <a:lnTo>
                    <a:pt x="370012" y="36128"/>
                  </a:lnTo>
                  <a:lnTo>
                    <a:pt x="371373" y="35855"/>
                  </a:lnTo>
                  <a:lnTo>
                    <a:pt x="375590" y="40814"/>
                  </a:lnTo>
                  <a:lnTo>
                    <a:pt x="372003" y="43557"/>
                  </a:lnTo>
                  <a:lnTo>
                    <a:pt x="369722" y="48378"/>
                  </a:lnTo>
                  <a:lnTo>
                    <a:pt x="368279" y="55162"/>
                  </a:lnTo>
                  <a:lnTo>
                    <a:pt x="368122" y="57312"/>
                  </a:lnTo>
                  <a:lnTo>
                    <a:pt x="367778" y="61985"/>
                  </a:lnTo>
                  <a:lnTo>
                    <a:pt x="364312" y="67275"/>
                  </a:lnTo>
                  <a:lnTo>
                    <a:pt x="364228" y="67709"/>
                  </a:lnTo>
                  <a:lnTo>
                    <a:pt x="363979" y="68988"/>
                  </a:lnTo>
                  <a:lnTo>
                    <a:pt x="363367" y="72121"/>
                  </a:lnTo>
                  <a:lnTo>
                    <a:pt x="361019" y="76801"/>
                  </a:lnTo>
                  <a:lnTo>
                    <a:pt x="358107" y="81275"/>
                  </a:lnTo>
                  <a:lnTo>
                    <a:pt x="359091" y="82334"/>
                  </a:lnTo>
                  <a:lnTo>
                    <a:pt x="361648" y="85086"/>
                  </a:lnTo>
                  <a:lnTo>
                    <a:pt x="364685" y="87903"/>
                  </a:lnTo>
                  <a:lnTo>
                    <a:pt x="364017" y="91483"/>
                  </a:lnTo>
                  <a:lnTo>
                    <a:pt x="364386" y="96726"/>
                  </a:lnTo>
                  <a:lnTo>
                    <a:pt x="360765" y="100353"/>
                  </a:lnTo>
                  <a:lnTo>
                    <a:pt x="361032" y="104727"/>
                  </a:lnTo>
                  <a:lnTo>
                    <a:pt x="363075" y="111265"/>
                  </a:lnTo>
                  <a:lnTo>
                    <a:pt x="363911" y="113667"/>
                  </a:lnTo>
                  <a:lnTo>
                    <a:pt x="364386" y="115033"/>
                  </a:lnTo>
                  <a:lnTo>
                    <a:pt x="365056" y="116961"/>
                  </a:lnTo>
                  <a:lnTo>
                    <a:pt x="368021" y="115439"/>
                  </a:lnTo>
                  <a:lnTo>
                    <a:pt x="372345" y="116598"/>
                  </a:lnTo>
                  <a:lnTo>
                    <a:pt x="375038" y="121914"/>
                  </a:lnTo>
                  <a:lnTo>
                    <a:pt x="375173" y="124291"/>
                  </a:lnTo>
                  <a:lnTo>
                    <a:pt x="377057" y="127299"/>
                  </a:lnTo>
                  <a:lnTo>
                    <a:pt x="379334" y="127739"/>
                  </a:lnTo>
                  <a:lnTo>
                    <a:pt x="382879" y="126949"/>
                  </a:lnTo>
                  <a:lnTo>
                    <a:pt x="385422" y="130057"/>
                  </a:lnTo>
                  <a:lnTo>
                    <a:pt x="386982" y="131172"/>
                  </a:lnTo>
                  <a:lnTo>
                    <a:pt x="389144" y="132717"/>
                  </a:lnTo>
                  <a:lnTo>
                    <a:pt x="393038" y="134997"/>
                  </a:lnTo>
                  <a:lnTo>
                    <a:pt x="395985" y="137367"/>
                  </a:lnTo>
                  <a:lnTo>
                    <a:pt x="401029" y="139681"/>
                  </a:lnTo>
                  <a:lnTo>
                    <a:pt x="402141" y="140616"/>
                  </a:lnTo>
                  <a:lnTo>
                    <a:pt x="404526" y="142806"/>
                  </a:lnTo>
                  <a:lnTo>
                    <a:pt x="402231" y="145738"/>
                  </a:lnTo>
                  <a:lnTo>
                    <a:pt x="398820" y="147316"/>
                  </a:lnTo>
                  <a:lnTo>
                    <a:pt x="397487" y="151593"/>
                  </a:lnTo>
                  <a:lnTo>
                    <a:pt x="393532" y="154130"/>
                  </a:lnTo>
                  <a:lnTo>
                    <a:pt x="391507" y="156812"/>
                  </a:lnTo>
                  <a:lnTo>
                    <a:pt x="390679" y="157908"/>
                  </a:lnTo>
                  <a:lnTo>
                    <a:pt x="387353" y="163168"/>
                  </a:lnTo>
                  <a:lnTo>
                    <a:pt x="384322" y="166554"/>
                  </a:lnTo>
                  <a:lnTo>
                    <a:pt x="383735" y="168426"/>
                  </a:lnTo>
                  <a:lnTo>
                    <a:pt x="383840" y="168744"/>
                  </a:lnTo>
                  <a:lnTo>
                    <a:pt x="384625" y="171112"/>
                  </a:lnTo>
                  <a:lnTo>
                    <a:pt x="385142" y="172673"/>
                  </a:lnTo>
                  <a:lnTo>
                    <a:pt x="384728" y="172998"/>
                  </a:lnTo>
                  <a:lnTo>
                    <a:pt x="382361" y="174859"/>
                  </a:lnTo>
                  <a:lnTo>
                    <a:pt x="380954" y="176740"/>
                  </a:lnTo>
                  <a:lnTo>
                    <a:pt x="380477" y="177378"/>
                  </a:lnTo>
                  <a:lnTo>
                    <a:pt x="378338" y="178620"/>
                  </a:lnTo>
                  <a:lnTo>
                    <a:pt x="376208" y="179855"/>
                  </a:lnTo>
                  <a:lnTo>
                    <a:pt x="373214" y="181041"/>
                  </a:lnTo>
                  <a:lnTo>
                    <a:pt x="369881" y="185894"/>
                  </a:lnTo>
                  <a:lnTo>
                    <a:pt x="369659" y="186217"/>
                  </a:lnTo>
                  <a:lnTo>
                    <a:pt x="364806" y="185218"/>
                  </a:lnTo>
                  <a:lnTo>
                    <a:pt x="358914" y="186127"/>
                  </a:lnTo>
                  <a:lnTo>
                    <a:pt x="358374" y="186457"/>
                  </a:lnTo>
                  <a:lnTo>
                    <a:pt x="357513" y="186983"/>
                  </a:lnTo>
                  <a:lnTo>
                    <a:pt x="353492" y="189436"/>
                  </a:lnTo>
                  <a:lnTo>
                    <a:pt x="350760" y="192952"/>
                  </a:lnTo>
                  <a:lnTo>
                    <a:pt x="349295" y="196558"/>
                  </a:lnTo>
                  <a:lnTo>
                    <a:pt x="348853" y="199982"/>
                  </a:lnTo>
                  <a:lnTo>
                    <a:pt x="347913" y="200270"/>
                  </a:lnTo>
                  <a:lnTo>
                    <a:pt x="325867" y="207012"/>
                  </a:lnTo>
                  <a:lnTo>
                    <a:pt x="319650" y="208895"/>
                  </a:lnTo>
                  <a:lnTo>
                    <a:pt x="319255" y="209013"/>
                  </a:lnTo>
                  <a:lnTo>
                    <a:pt x="307846" y="212435"/>
                  </a:lnTo>
                  <a:lnTo>
                    <a:pt x="298263" y="215284"/>
                  </a:lnTo>
                  <a:lnTo>
                    <a:pt x="290092" y="217698"/>
                  </a:lnTo>
                  <a:lnTo>
                    <a:pt x="288938" y="218038"/>
                  </a:lnTo>
                  <a:lnTo>
                    <a:pt x="284397" y="219400"/>
                  </a:lnTo>
                  <a:lnTo>
                    <a:pt x="271405" y="223274"/>
                  </a:lnTo>
                  <a:lnTo>
                    <a:pt x="270877" y="223426"/>
                  </a:lnTo>
                  <a:lnTo>
                    <a:pt x="256968" y="227422"/>
                  </a:lnTo>
                  <a:lnTo>
                    <a:pt x="255503" y="227840"/>
                  </a:lnTo>
                  <a:lnTo>
                    <a:pt x="241488" y="231834"/>
                  </a:lnTo>
                  <a:lnTo>
                    <a:pt x="240840" y="232017"/>
                  </a:lnTo>
                  <a:lnTo>
                    <a:pt x="221647" y="237296"/>
                  </a:lnTo>
                  <a:lnTo>
                    <a:pt x="201936" y="242675"/>
                  </a:lnTo>
                  <a:lnTo>
                    <a:pt x="200453" y="243081"/>
                  </a:lnTo>
                  <a:lnTo>
                    <a:pt x="184800" y="247338"/>
                  </a:lnTo>
                  <a:lnTo>
                    <a:pt x="182382" y="247989"/>
                  </a:lnTo>
                  <a:lnTo>
                    <a:pt x="160325" y="253875"/>
                  </a:lnTo>
                  <a:lnTo>
                    <a:pt x="154877" y="255328"/>
                  </a:lnTo>
                  <a:lnTo>
                    <a:pt x="147150" y="257377"/>
                  </a:lnTo>
                  <a:lnTo>
                    <a:pt x="139610" y="259364"/>
                  </a:lnTo>
                  <a:lnTo>
                    <a:pt x="117290" y="265293"/>
                  </a:lnTo>
                  <a:lnTo>
                    <a:pt x="111867" y="266718"/>
                  </a:lnTo>
                  <a:lnTo>
                    <a:pt x="93345" y="271455"/>
                  </a:lnTo>
                  <a:lnTo>
                    <a:pt x="83506" y="273902"/>
                  </a:lnTo>
                  <a:lnTo>
                    <a:pt x="73165" y="276453"/>
                  </a:lnTo>
                  <a:lnTo>
                    <a:pt x="50822" y="281961"/>
                  </a:lnTo>
                  <a:lnTo>
                    <a:pt x="44477" y="283484"/>
                  </a:lnTo>
                  <a:lnTo>
                    <a:pt x="39808" y="262922"/>
                  </a:lnTo>
                  <a:lnTo>
                    <a:pt x="38755" y="258293"/>
                  </a:lnTo>
                  <a:lnTo>
                    <a:pt x="35964" y="246062"/>
                  </a:lnTo>
                  <a:lnTo>
                    <a:pt x="32400" y="230487"/>
                  </a:lnTo>
                  <a:lnTo>
                    <a:pt x="31274" y="225575"/>
                  </a:lnTo>
                  <a:lnTo>
                    <a:pt x="29752" y="218940"/>
                  </a:lnTo>
                  <a:lnTo>
                    <a:pt x="26584" y="205159"/>
                  </a:lnTo>
                  <a:lnTo>
                    <a:pt x="22355" y="187029"/>
                  </a:lnTo>
                  <a:lnTo>
                    <a:pt x="21379" y="1828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441616" y="3943230"/>
              <a:ext cx="458767" cy="537647"/>
            </a:xfrm>
            <a:custGeom>
              <a:avLst/>
              <a:pathLst>
                <a:path w="458767" h="537647">
                  <a:moveTo>
                    <a:pt x="2322" y="369857"/>
                  </a:moveTo>
                  <a:lnTo>
                    <a:pt x="1929" y="367715"/>
                  </a:lnTo>
                  <a:lnTo>
                    <a:pt x="5574" y="365509"/>
                  </a:lnTo>
                  <a:lnTo>
                    <a:pt x="9768" y="360125"/>
                  </a:lnTo>
                  <a:lnTo>
                    <a:pt x="11076" y="358342"/>
                  </a:lnTo>
                  <a:lnTo>
                    <a:pt x="13744" y="359456"/>
                  </a:lnTo>
                  <a:lnTo>
                    <a:pt x="17582" y="359501"/>
                  </a:lnTo>
                  <a:lnTo>
                    <a:pt x="20921" y="359539"/>
                  </a:lnTo>
                  <a:lnTo>
                    <a:pt x="23479" y="357564"/>
                  </a:lnTo>
                  <a:lnTo>
                    <a:pt x="24195" y="357011"/>
                  </a:lnTo>
                  <a:lnTo>
                    <a:pt x="29548" y="352410"/>
                  </a:lnTo>
                  <a:lnTo>
                    <a:pt x="30706" y="347609"/>
                  </a:lnTo>
                  <a:lnTo>
                    <a:pt x="30013" y="345573"/>
                  </a:lnTo>
                  <a:lnTo>
                    <a:pt x="30305" y="341353"/>
                  </a:lnTo>
                  <a:lnTo>
                    <a:pt x="28809" y="336565"/>
                  </a:lnTo>
                  <a:lnTo>
                    <a:pt x="28382" y="336380"/>
                  </a:lnTo>
                  <a:lnTo>
                    <a:pt x="24379" y="334645"/>
                  </a:lnTo>
                  <a:lnTo>
                    <a:pt x="20476" y="334451"/>
                  </a:lnTo>
                  <a:lnTo>
                    <a:pt x="17503" y="333322"/>
                  </a:lnTo>
                  <a:lnTo>
                    <a:pt x="15846" y="327091"/>
                  </a:lnTo>
                  <a:lnTo>
                    <a:pt x="18493" y="322773"/>
                  </a:lnTo>
                  <a:lnTo>
                    <a:pt x="19521" y="316708"/>
                  </a:lnTo>
                  <a:lnTo>
                    <a:pt x="20116" y="314580"/>
                  </a:lnTo>
                  <a:lnTo>
                    <a:pt x="17042" y="311176"/>
                  </a:lnTo>
                  <a:lnTo>
                    <a:pt x="18611" y="308332"/>
                  </a:lnTo>
                  <a:lnTo>
                    <a:pt x="19363" y="303769"/>
                  </a:lnTo>
                  <a:lnTo>
                    <a:pt x="18455" y="301101"/>
                  </a:lnTo>
                  <a:lnTo>
                    <a:pt x="22317" y="300608"/>
                  </a:lnTo>
                  <a:lnTo>
                    <a:pt x="25153" y="300713"/>
                  </a:lnTo>
                  <a:lnTo>
                    <a:pt x="25729" y="299859"/>
                  </a:lnTo>
                  <a:lnTo>
                    <a:pt x="28770" y="295349"/>
                  </a:lnTo>
                  <a:lnTo>
                    <a:pt x="34791" y="290961"/>
                  </a:lnTo>
                  <a:lnTo>
                    <a:pt x="35180" y="286227"/>
                  </a:lnTo>
                  <a:lnTo>
                    <a:pt x="36190" y="281555"/>
                  </a:lnTo>
                  <a:lnTo>
                    <a:pt x="38051" y="279103"/>
                  </a:lnTo>
                  <a:lnTo>
                    <a:pt x="38998" y="276961"/>
                  </a:lnTo>
                  <a:lnTo>
                    <a:pt x="38950" y="273308"/>
                  </a:lnTo>
                  <a:lnTo>
                    <a:pt x="38726" y="267329"/>
                  </a:lnTo>
                  <a:lnTo>
                    <a:pt x="40267" y="264375"/>
                  </a:lnTo>
                  <a:lnTo>
                    <a:pt x="40529" y="261211"/>
                  </a:lnTo>
                  <a:lnTo>
                    <a:pt x="39024" y="258492"/>
                  </a:lnTo>
                  <a:lnTo>
                    <a:pt x="41218" y="256333"/>
                  </a:lnTo>
                  <a:lnTo>
                    <a:pt x="45830" y="252391"/>
                  </a:lnTo>
                  <a:lnTo>
                    <a:pt x="47623" y="249908"/>
                  </a:lnTo>
                  <a:lnTo>
                    <a:pt x="48488" y="246852"/>
                  </a:lnTo>
                  <a:lnTo>
                    <a:pt x="48818" y="245686"/>
                  </a:lnTo>
                  <a:lnTo>
                    <a:pt x="50637" y="244344"/>
                  </a:lnTo>
                  <a:lnTo>
                    <a:pt x="55057" y="243081"/>
                  </a:lnTo>
                  <a:lnTo>
                    <a:pt x="59410" y="240979"/>
                  </a:lnTo>
                  <a:lnTo>
                    <a:pt x="64161" y="240006"/>
                  </a:lnTo>
                  <a:lnTo>
                    <a:pt x="68524" y="236067"/>
                  </a:lnTo>
                  <a:lnTo>
                    <a:pt x="71550" y="234853"/>
                  </a:lnTo>
                  <a:lnTo>
                    <a:pt x="71991" y="231082"/>
                  </a:lnTo>
                  <a:lnTo>
                    <a:pt x="72019" y="230841"/>
                  </a:lnTo>
                  <a:lnTo>
                    <a:pt x="70261" y="227098"/>
                  </a:lnTo>
                  <a:lnTo>
                    <a:pt x="64509" y="221148"/>
                  </a:lnTo>
                  <a:lnTo>
                    <a:pt x="60114" y="216097"/>
                  </a:lnTo>
                  <a:lnTo>
                    <a:pt x="57038" y="215539"/>
                  </a:lnTo>
                  <a:lnTo>
                    <a:pt x="57958" y="209858"/>
                  </a:lnTo>
                  <a:lnTo>
                    <a:pt x="55686" y="203799"/>
                  </a:lnTo>
                  <a:lnTo>
                    <a:pt x="54131" y="193774"/>
                  </a:lnTo>
                  <a:lnTo>
                    <a:pt x="52766" y="190565"/>
                  </a:lnTo>
                  <a:lnTo>
                    <a:pt x="47954" y="181737"/>
                  </a:lnTo>
                  <a:lnTo>
                    <a:pt x="44653" y="176070"/>
                  </a:lnTo>
                  <a:lnTo>
                    <a:pt x="45930" y="170095"/>
                  </a:lnTo>
                  <a:lnTo>
                    <a:pt x="46467" y="164991"/>
                  </a:lnTo>
                  <a:lnTo>
                    <a:pt x="47964" y="159366"/>
                  </a:lnTo>
                  <a:lnTo>
                    <a:pt x="49050" y="154858"/>
                  </a:lnTo>
                  <a:lnTo>
                    <a:pt x="50501" y="155164"/>
                  </a:lnTo>
                  <a:lnTo>
                    <a:pt x="52591" y="153969"/>
                  </a:lnTo>
                  <a:lnTo>
                    <a:pt x="53263" y="143157"/>
                  </a:lnTo>
                  <a:lnTo>
                    <a:pt x="52470" y="130012"/>
                  </a:lnTo>
                  <a:lnTo>
                    <a:pt x="50406" y="126112"/>
                  </a:lnTo>
                  <a:lnTo>
                    <a:pt x="51533" y="119680"/>
                  </a:lnTo>
                  <a:lnTo>
                    <a:pt x="52903" y="114305"/>
                  </a:lnTo>
                  <a:lnTo>
                    <a:pt x="53395" y="112377"/>
                  </a:lnTo>
                  <a:lnTo>
                    <a:pt x="51445" y="108439"/>
                  </a:lnTo>
                  <a:lnTo>
                    <a:pt x="52030" y="101266"/>
                  </a:lnTo>
                  <a:lnTo>
                    <a:pt x="52703" y="94229"/>
                  </a:lnTo>
                  <a:lnTo>
                    <a:pt x="55765" y="90304"/>
                  </a:lnTo>
                  <a:lnTo>
                    <a:pt x="54148" y="86772"/>
                  </a:lnTo>
                  <a:lnTo>
                    <a:pt x="52589" y="82767"/>
                  </a:lnTo>
                  <a:lnTo>
                    <a:pt x="52701" y="76942"/>
                  </a:lnTo>
                  <a:lnTo>
                    <a:pt x="53444" y="72122"/>
                  </a:lnTo>
                  <a:lnTo>
                    <a:pt x="53505" y="71726"/>
                  </a:lnTo>
                  <a:lnTo>
                    <a:pt x="54473" y="68904"/>
                  </a:lnTo>
                  <a:lnTo>
                    <a:pt x="59474" y="68643"/>
                  </a:lnTo>
                  <a:lnTo>
                    <a:pt x="62480" y="67080"/>
                  </a:lnTo>
                  <a:lnTo>
                    <a:pt x="66491" y="66849"/>
                  </a:lnTo>
                  <a:lnTo>
                    <a:pt x="70657" y="67638"/>
                  </a:lnTo>
                  <a:lnTo>
                    <a:pt x="72071" y="69792"/>
                  </a:lnTo>
                  <a:lnTo>
                    <a:pt x="74688" y="70513"/>
                  </a:lnTo>
                  <a:lnTo>
                    <a:pt x="77148" y="69230"/>
                  </a:lnTo>
                  <a:lnTo>
                    <a:pt x="80218" y="69997"/>
                  </a:lnTo>
                  <a:lnTo>
                    <a:pt x="82156" y="73435"/>
                  </a:lnTo>
                  <a:lnTo>
                    <a:pt x="83015" y="77553"/>
                  </a:lnTo>
                  <a:lnTo>
                    <a:pt x="85799" y="80454"/>
                  </a:lnTo>
                  <a:lnTo>
                    <a:pt x="89482" y="82863"/>
                  </a:lnTo>
                  <a:lnTo>
                    <a:pt x="93903" y="82828"/>
                  </a:lnTo>
                  <a:lnTo>
                    <a:pt x="95223" y="80526"/>
                  </a:lnTo>
                  <a:lnTo>
                    <a:pt x="98796" y="75082"/>
                  </a:lnTo>
                  <a:lnTo>
                    <a:pt x="103435" y="69471"/>
                  </a:lnTo>
                  <a:lnTo>
                    <a:pt x="104334" y="63015"/>
                  </a:lnTo>
                  <a:lnTo>
                    <a:pt x="105134" y="58141"/>
                  </a:lnTo>
                  <a:lnTo>
                    <a:pt x="108720" y="34141"/>
                  </a:lnTo>
                  <a:lnTo>
                    <a:pt x="111880" y="13546"/>
                  </a:lnTo>
                  <a:lnTo>
                    <a:pt x="113964" y="0"/>
                  </a:lnTo>
                  <a:lnTo>
                    <a:pt x="119762" y="1015"/>
                  </a:lnTo>
                  <a:lnTo>
                    <a:pt x="188334" y="12156"/>
                  </a:lnTo>
                  <a:lnTo>
                    <a:pt x="192956" y="12870"/>
                  </a:lnTo>
                  <a:lnTo>
                    <a:pt x="197745" y="13606"/>
                  </a:lnTo>
                  <a:lnTo>
                    <a:pt x="217298" y="16568"/>
                  </a:lnTo>
                  <a:lnTo>
                    <a:pt x="217746" y="16635"/>
                  </a:lnTo>
                  <a:lnTo>
                    <a:pt x="230189" y="18478"/>
                  </a:lnTo>
                  <a:lnTo>
                    <a:pt x="295237" y="27750"/>
                  </a:lnTo>
                  <a:lnTo>
                    <a:pt x="295729" y="27818"/>
                  </a:lnTo>
                  <a:lnTo>
                    <a:pt x="304512" y="29106"/>
                  </a:lnTo>
                  <a:lnTo>
                    <a:pt x="306413" y="29341"/>
                  </a:lnTo>
                  <a:lnTo>
                    <a:pt x="319136" y="30902"/>
                  </a:lnTo>
                  <a:lnTo>
                    <a:pt x="340931" y="33690"/>
                  </a:lnTo>
                  <a:lnTo>
                    <a:pt x="360241" y="36608"/>
                  </a:lnTo>
                  <a:lnTo>
                    <a:pt x="392674" y="40597"/>
                  </a:lnTo>
                  <a:lnTo>
                    <a:pt x="427622" y="44586"/>
                  </a:lnTo>
                  <a:lnTo>
                    <a:pt x="458767" y="48050"/>
                  </a:lnTo>
                  <a:lnTo>
                    <a:pt x="457673" y="58824"/>
                  </a:lnTo>
                  <a:lnTo>
                    <a:pt x="451132" y="124380"/>
                  </a:lnTo>
                  <a:lnTo>
                    <a:pt x="450145" y="134270"/>
                  </a:lnTo>
                  <a:lnTo>
                    <a:pt x="449085" y="144901"/>
                  </a:lnTo>
                  <a:lnTo>
                    <a:pt x="446807" y="167870"/>
                  </a:lnTo>
                  <a:lnTo>
                    <a:pt x="444648" y="189544"/>
                  </a:lnTo>
                  <a:lnTo>
                    <a:pt x="443090" y="205814"/>
                  </a:lnTo>
                  <a:lnTo>
                    <a:pt x="441310" y="224477"/>
                  </a:lnTo>
                  <a:lnTo>
                    <a:pt x="438103" y="257363"/>
                  </a:lnTo>
                  <a:lnTo>
                    <a:pt x="437625" y="262281"/>
                  </a:lnTo>
                  <a:lnTo>
                    <a:pt x="432235" y="318221"/>
                  </a:lnTo>
                  <a:lnTo>
                    <a:pt x="431416" y="326656"/>
                  </a:lnTo>
                  <a:lnTo>
                    <a:pt x="428345" y="358406"/>
                  </a:lnTo>
                  <a:lnTo>
                    <a:pt x="426706" y="375756"/>
                  </a:lnTo>
                  <a:lnTo>
                    <a:pt x="423205" y="412998"/>
                  </a:lnTo>
                  <a:lnTo>
                    <a:pt x="420330" y="443307"/>
                  </a:lnTo>
                  <a:lnTo>
                    <a:pt x="417529" y="472837"/>
                  </a:lnTo>
                  <a:lnTo>
                    <a:pt x="415164" y="497635"/>
                  </a:lnTo>
                  <a:lnTo>
                    <a:pt x="411415" y="537647"/>
                  </a:lnTo>
                  <a:lnTo>
                    <a:pt x="378362" y="533990"/>
                  </a:lnTo>
                  <a:lnTo>
                    <a:pt x="353450" y="531119"/>
                  </a:lnTo>
                  <a:lnTo>
                    <a:pt x="306642" y="525646"/>
                  </a:lnTo>
                  <a:lnTo>
                    <a:pt x="260997" y="519972"/>
                  </a:lnTo>
                  <a:lnTo>
                    <a:pt x="240272" y="509162"/>
                  </a:lnTo>
                  <a:lnTo>
                    <a:pt x="169871" y="471668"/>
                  </a:lnTo>
                  <a:lnTo>
                    <a:pt x="102155" y="435178"/>
                  </a:lnTo>
                  <a:lnTo>
                    <a:pt x="73217" y="419235"/>
                  </a:lnTo>
                  <a:lnTo>
                    <a:pt x="0" y="378209"/>
                  </a:lnTo>
                  <a:lnTo>
                    <a:pt x="527" y="375784"/>
                  </a:lnTo>
                  <a:lnTo>
                    <a:pt x="2051" y="373572"/>
                  </a:lnTo>
                  <a:lnTo>
                    <a:pt x="890" y="3721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87743" y="2950766"/>
              <a:ext cx="7307" cy="9122"/>
            </a:xfrm>
            <a:custGeom>
              <a:avLst/>
              <a:pathLst>
                <a:path w="7307" h="9122">
                  <a:moveTo>
                    <a:pt x="0" y="8271"/>
                  </a:moveTo>
                  <a:lnTo>
                    <a:pt x="280" y="1516"/>
                  </a:lnTo>
                  <a:lnTo>
                    <a:pt x="3034" y="0"/>
                  </a:lnTo>
                  <a:lnTo>
                    <a:pt x="5475" y="4821"/>
                  </a:lnTo>
                  <a:lnTo>
                    <a:pt x="7307" y="7176"/>
                  </a:lnTo>
                  <a:lnTo>
                    <a:pt x="2878" y="912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53403" y="2882420"/>
              <a:ext cx="55639" cy="69827"/>
            </a:xfrm>
            <a:custGeom>
              <a:avLst/>
              <a:pathLst>
                <a:path w="55639" h="69827">
                  <a:moveTo>
                    <a:pt x="16044" y="68904"/>
                  </a:moveTo>
                  <a:lnTo>
                    <a:pt x="16571" y="65548"/>
                  </a:lnTo>
                  <a:lnTo>
                    <a:pt x="14684" y="60774"/>
                  </a:lnTo>
                  <a:lnTo>
                    <a:pt x="17094" y="59460"/>
                  </a:lnTo>
                  <a:lnTo>
                    <a:pt x="14791" y="51939"/>
                  </a:lnTo>
                  <a:lnTo>
                    <a:pt x="12430" y="44241"/>
                  </a:lnTo>
                  <a:lnTo>
                    <a:pt x="8723" y="33547"/>
                  </a:lnTo>
                  <a:lnTo>
                    <a:pt x="6184" y="26792"/>
                  </a:lnTo>
                  <a:lnTo>
                    <a:pt x="0" y="10166"/>
                  </a:lnTo>
                  <a:lnTo>
                    <a:pt x="11390" y="5490"/>
                  </a:lnTo>
                  <a:lnTo>
                    <a:pt x="12312" y="5110"/>
                  </a:lnTo>
                  <a:lnTo>
                    <a:pt x="14183" y="4338"/>
                  </a:lnTo>
                  <a:lnTo>
                    <a:pt x="17802" y="2849"/>
                  </a:lnTo>
                  <a:lnTo>
                    <a:pt x="24704" y="0"/>
                  </a:lnTo>
                  <a:lnTo>
                    <a:pt x="25689" y="2808"/>
                  </a:lnTo>
                  <a:lnTo>
                    <a:pt x="26652" y="5552"/>
                  </a:lnTo>
                  <a:lnTo>
                    <a:pt x="28361" y="10466"/>
                  </a:lnTo>
                  <a:lnTo>
                    <a:pt x="30896" y="9500"/>
                  </a:lnTo>
                  <a:lnTo>
                    <a:pt x="32675" y="14620"/>
                  </a:lnTo>
                  <a:lnTo>
                    <a:pt x="34732" y="18505"/>
                  </a:lnTo>
                  <a:lnTo>
                    <a:pt x="35608" y="18681"/>
                  </a:lnTo>
                  <a:lnTo>
                    <a:pt x="39700" y="19500"/>
                  </a:lnTo>
                  <a:lnTo>
                    <a:pt x="44687" y="23472"/>
                  </a:lnTo>
                  <a:lnTo>
                    <a:pt x="45912" y="24446"/>
                  </a:lnTo>
                  <a:lnTo>
                    <a:pt x="50122" y="24275"/>
                  </a:lnTo>
                  <a:lnTo>
                    <a:pt x="51073" y="27568"/>
                  </a:lnTo>
                  <a:lnTo>
                    <a:pt x="51535" y="29170"/>
                  </a:lnTo>
                  <a:lnTo>
                    <a:pt x="55639" y="37537"/>
                  </a:lnTo>
                  <a:lnTo>
                    <a:pt x="54795" y="38948"/>
                  </a:lnTo>
                  <a:lnTo>
                    <a:pt x="52431" y="42470"/>
                  </a:lnTo>
                  <a:lnTo>
                    <a:pt x="48555" y="41722"/>
                  </a:lnTo>
                  <a:lnTo>
                    <a:pt x="45975" y="42075"/>
                  </a:lnTo>
                  <a:lnTo>
                    <a:pt x="45404" y="45718"/>
                  </a:lnTo>
                  <a:lnTo>
                    <a:pt x="43104" y="46634"/>
                  </a:lnTo>
                  <a:lnTo>
                    <a:pt x="40514" y="46676"/>
                  </a:lnTo>
                  <a:lnTo>
                    <a:pt x="38961" y="47685"/>
                  </a:lnTo>
                  <a:lnTo>
                    <a:pt x="38325" y="48098"/>
                  </a:lnTo>
                  <a:lnTo>
                    <a:pt x="38051" y="52549"/>
                  </a:lnTo>
                  <a:lnTo>
                    <a:pt x="37412" y="56197"/>
                  </a:lnTo>
                  <a:lnTo>
                    <a:pt x="33005" y="57680"/>
                  </a:lnTo>
                  <a:lnTo>
                    <a:pt x="29181" y="60263"/>
                  </a:lnTo>
                  <a:lnTo>
                    <a:pt x="25197" y="63978"/>
                  </a:lnTo>
                  <a:lnTo>
                    <a:pt x="20408" y="66791"/>
                  </a:lnTo>
                  <a:lnTo>
                    <a:pt x="16205" y="698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53522" y="4032031"/>
              <a:ext cx="352242" cy="263526"/>
            </a:xfrm>
            <a:custGeom>
              <a:avLst/>
              <a:pathLst>
                <a:path w="352242" h="263526">
                  <a:moveTo>
                    <a:pt x="0" y="70701"/>
                  </a:moveTo>
                  <a:lnTo>
                    <a:pt x="1849" y="67578"/>
                  </a:lnTo>
                  <a:lnTo>
                    <a:pt x="1118" y="65051"/>
                  </a:lnTo>
                  <a:lnTo>
                    <a:pt x="3339" y="61642"/>
                  </a:lnTo>
                  <a:lnTo>
                    <a:pt x="5125" y="58576"/>
                  </a:lnTo>
                  <a:lnTo>
                    <a:pt x="8238" y="55176"/>
                  </a:lnTo>
                  <a:lnTo>
                    <a:pt x="11847" y="50863"/>
                  </a:lnTo>
                  <a:lnTo>
                    <a:pt x="12508" y="48032"/>
                  </a:lnTo>
                  <a:lnTo>
                    <a:pt x="12912" y="43906"/>
                  </a:lnTo>
                  <a:lnTo>
                    <a:pt x="19481" y="40230"/>
                  </a:lnTo>
                  <a:lnTo>
                    <a:pt x="26760" y="36143"/>
                  </a:lnTo>
                  <a:lnTo>
                    <a:pt x="34252" y="31956"/>
                  </a:lnTo>
                  <a:lnTo>
                    <a:pt x="35810" y="31967"/>
                  </a:lnTo>
                  <a:lnTo>
                    <a:pt x="36925" y="31975"/>
                  </a:lnTo>
                  <a:lnTo>
                    <a:pt x="40402" y="27204"/>
                  </a:lnTo>
                  <a:lnTo>
                    <a:pt x="47590" y="23741"/>
                  </a:lnTo>
                  <a:lnTo>
                    <a:pt x="50584" y="22294"/>
                  </a:lnTo>
                  <a:lnTo>
                    <a:pt x="55582" y="19292"/>
                  </a:lnTo>
                  <a:lnTo>
                    <a:pt x="58253" y="16491"/>
                  </a:lnTo>
                  <a:lnTo>
                    <a:pt x="62355" y="15952"/>
                  </a:lnTo>
                  <a:lnTo>
                    <a:pt x="65165" y="15581"/>
                  </a:lnTo>
                  <a:lnTo>
                    <a:pt x="66435" y="15412"/>
                  </a:lnTo>
                  <a:lnTo>
                    <a:pt x="71978" y="14374"/>
                  </a:lnTo>
                  <a:lnTo>
                    <a:pt x="79669" y="12924"/>
                  </a:lnTo>
                  <a:lnTo>
                    <a:pt x="84291" y="12047"/>
                  </a:lnTo>
                  <a:lnTo>
                    <a:pt x="89214" y="11198"/>
                  </a:lnTo>
                  <a:lnTo>
                    <a:pt x="95863" y="10045"/>
                  </a:lnTo>
                  <a:lnTo>
                    <a:pt x="103304" y="8745"/>
                  </a:lnTo>
                  <a:lnTo>
                    <a:pt x="122469" y="5352"/>
                  </a:lnTo>
                  <a:lnTo>
                    <a:pt x="131350" y="3867"/>
                  </a:lnTo>
                  <a:lnTo>
                    <a:pt x="134121" y="3402"/>
                  </a:lnTo>
                  <a:lnTo>
                    <a:pt x="154110" y="0"/>
                  </a:lnTo>
                  <a:lnTo>
                    <a:pt x="154193" y="202"/>
                  </a:lnTo>
                  <a:lnTo>
                    <a:pt x="155004" y="2184"/>
                  </a:lnTo>
                  <a:lnTo>
                    <a:pt x="154399" y="6742"/>
                  </a:lnTo>
                  <a:lnTo>
                    <a:pt x="156048" y="8913"/>
                  </a:lnTo>
                  <a:lnTo>
                    <a:pt x="162324" y="1848"/>
                  </a:lnTo>
                  <a:lnTo>
                    <a:pt x="164890" y="4145"/>
                  </a:lnTo>
                  <a:lnTo>
                    <a:pt x="170748" y="9382"/>
                  </a:lnTo>
                  <a:lnTo>
                    <a:pt x="175975" y="14046"/>
                  </a:lnTo>
                  <a:lnTo>
                    <a:pt x="176928" y="23849"/>
                  </a:lnTo>
                  <a:lnTo>
                    <a:pt x="193392" y="20558"/>
                  </a:lnTo>
                  <a:lnTo>
                    <a:pt x="210180" y="16912"/>
                  </a:lnTo>
                  <a:lnTo>
                    <a:pt x="227150" y="13175"/>
                  </a:lnTo>
                  <a:lnTo>
                    <a:pt x="237570" y="10804"/>
                  </a:lnTo>
                  <a:lnTo>
                    <a:pt x="237758" y="10761"/>
                  </a:lnTo>
                  <a:lnTo>
                    <a:pt x="253865" y="7057"/>
                  </a:lnTo>
                  <a:lnTo>
                    <a:pt x="255091" y="6773"/>
                  </a:lnTo>
                  <a:lnTo>
                    <a:pt x="273183" y="17985"/>
                  </a:lnTo>
                  <a:lnTo>
                    <a:pt x="274160" y="18589"/>
                  </a:lnTo>
                  <a:lnTo>
                    <a:pt x="281969" y="23401"/>
                  </a:lnTo>
                  <a:lnTo>
                    <a:pt x="303422" y="37262"/>
                  </a:lnTo>
                  <a:lnTo>
                    <a:pt x="306621" y="39319"/>
                  </a:lnTo>
                  <a:lnTo>
                    <a:pt x="328893" y="53271"/>
                  </a:lnTo>
                  <a:lnTo>
                    <a:pt x="342747" y="61939"/>
                  </a:lnTo>
                  <a:lnTo>
                    <a:pt x="345761" y="63818"/>
                  </a:lnTo>
                  <a:lnTo>
                    <a:pt x="352242" y="67937"/>
                  </a:lnTo>
                  <a:lnTo>
                    <a:pt x="343732" y="73176"/>
                  </a:lnTo>
                  <a:lnTo>
                    <a:pt x="337657" y="79173"/>
                  </a:lnTo>
                  <a:lnTo>
                    <a:pt x="332554" y="86150"/>
                  </a:lnTo>
                  <a:lnTo>
                    <a:pt x="328550" y="93106"/>
                  </a:lnTo>
                  <a:lnTo>
                    <a:pt x="325829" y="99847"/>
                  </a:lnTo>
                  <a:lnTo>
                    <a:pt x="324233" y="103792"/>
                  </a:lnTo>
                  <a:lnTo>
                    <a:pt x="321236" y="109026"/>
                  </a:lnTo>
                  <a:lnTo>
                    <a:pt x="319167" y="116729"/>
                  </a:lnTo>
                  <a:lnTo>
                    <a:pt x="318717" y="123734"/>
                  </a:lnTo>
                  <a:lnTo>
                    <a:pt x="319111" y="131665"/>
                  </a:lnTo>
                  <a:lnTo>
                    <a:pt x="320276" y="134192"/>
                  </a:lnTo>
                  <a:lnTo>
                    <a:pt x="318193" y="139303"/>
                  </a:lnTo>
                  <a:lnTo>
                    <a:pt x="314685" y="143377"/>
                  </a:lnTo>
                  <a:lnTo>
                    <a:pt x="313669" y="144556"/>
                  </a:lnTo>
                  <a:lnTo>
                    <a:pt x="311328" y="146920"/>
                  </a:lnTo>
                  <a:lnTo>
                    <a:pt x="311400" y="150465"/>
                  </a:lnTo>
                  <a:lnTo>
                    <a:pt x="310749" y="154550"/>
                  </a:lnTo>
                  <a:lnTo>
                    <a:pt x="306098" y="154953"/>
                  </a:lnTo>
                  <a:lnTo>
                    <a:pt x="302101" y="157187"/>
                  </a:lnTo>
                  <a:lnTo>
                    <a:pt x="298714" y="154966"/>
                  </a:lnTo>
                  <a:lnTo>
                    <a:pt x="295118" y="158450"/>
                  </a:lnTo>
                  <a:lnTo>
                    <a:pt x="293910" y="161817"/>
                  </a:lnTo>
                  <a:lnTo>
                    <a:pt x="297358" y="165056"/>
                  </a:lnTo>
                  <a:lnTo>
                    <a:pt x="295642" y="168040"/>
                  </a:lnTo>
                  <a:lnTo>
                    <a:pt x="289853" y="173747"/>
                  </a:lnTo>
                  <a:lnTo>
                    <a:pt x="288440" y="178076"/>
                  </a:lnTo>
                  <a:lnTo>
                    <a:pt x="282628" y="183050"/>
                  </a:lnTo>
                  <a:lnTo>
                    <a:pt x="279631" y="186603"/>
                  </a:lnTo>
                  <a:lnTo>
                    <a:pt x="279356" y="191191"/>
                  </a:lnTo>
                  <a:lnTo>
                    <a:pt x="274207" y="196439"/>
                  </a:lnTo>
                  <a:lnTo>
                    <a:pt x="272507" y="199881"/>
                  </a:lnTo>
                  <a:lnTo>
                    <a:pt x="267115" y="201408"/>
                  </a:lnTo>
                  <a:lnTo>
                    <a:pt x="262464" y="204746"/>
                  </a:lnTo>
                  <a:lnTo>
                    <a:pt x="260046" y="208155"/>
                  </a:lnTo>
                  <a:lnTo>
                    <a:pt x="256305" y="210453"/>
                  </a:lnTo>
                  <a:lnTo>
                    <a:pt x="255956" y="210827"/>
                  </a:lnTo>
                  <a:lnTo>
                    <a:pt x="250650" y="216481"/>
                  </a:lnTo>
                  <a:lnTo>
                    <a:pt x="245407" y="218394"/>
                  </a:lnTo>
                  <a:lnTo>
                    <a:pt x="241252" y="217214"/>
                  </a:lnTo>
                  <a:lnTo>
                    <a:pt x="240989" y="218344"/>
                  </a:lnTo>
                  <a:lnTo>
                    <a:pt x="240497" y="220460"/>
                  </a:lnTo>
                  <a:lnTo>
                    <a:pt x="243319" y="224332"/>
                  </a:lnTo>
                  <a:lnTo>
                    <a:pt x="245590" y="226935"/>
                  </a:lnTo>
                  <a:lnTo>
                    <a:pt x="244941" y="231445"/>
                  </a:lnTo>
                  <a:lnTo>
                    <a:pt x="239584" y="236225"/>
                  </a:lnTo>
                  <a:lnTo>
                    <a:pt x="235730" y="238328"/>
                  </a:lnTo>
                  <a:lnTo>
                    <a:pt x="231948" y="237604"/>
                  </a:lnTo>
                  <a:lnTo>
                    <a:pt x="226354" y="235850"/>
                  </a:lnTo>
                  <a:lnTo>
                    <a:pt x="223228" y="239524"/>
                  </a:lnTo>
                  <a:lnTo>
                    <a:pt x="226492" y="241172"/>
                  </a:lnTo>
                  <a:lnTo>
                    <a:pt x="231481" y="244387"/>
                  </a:lnTo>
                  <a:lnTo>
                    <a:pt x="228688" y="250068"/>
                  </a:lnTo>
                  <a:lnTo>
                    <a:pt x="223003" y="255904"/>
                  </a:lnTo>
                  <a:lnTo>
                    <a:pt x="219849" y="257536"/>
                  </a:lnTo>
                  <a:lnTo>
                    <a:pt x="219580" y="259480"/>
                  </a:lnTo>
                  <a:lnTo>
                    <a:pt x="219020" y="263526"/>
                  </a:lnTo>
                  <a:lnTo>
                    <a:pt x="214471" y="262493"/>
                  </a:lnTo>
                  <a:lnTo>
                    <a:pt x="209167" y="259836"/>
                  </a:lnTo>
                  <a:lnTo>
                    <a:pt x="207178" y="261776"/>
                  </a:lnTo>
                  <a:lnTo>
                    <a:pt x="201289" y="260548"/>
                  </a:lnTo>
                  <a:lnTo>
                    <a:pt x="199786" y="255185"/>
                  </a:lnTo>
                  <a:lnTo>
                    <a:pt x="196918" y="251371"/>
                  </a:lnTo>
                  <a:lnTo>
                    <a:pt x="196315" y="250569"/>
                  </a:lnTo>
                  <a:lnTo>
                    <a:pt x="197502" y="246857"/>
                  </a:lnTo>
                  <a:lnTo>
                    <a:pt x="196162" y="241942"/>
                  </a:lnTo>
                  <a:lnTo>
                    <a:pt x="192418" y="238318"/>
                  </a:lnTo>
                  <a:lnTo>
                    <a:pt x="190433" y="236394"/>
                  </a:lnTo>
                  <a:lnTo>
                    <a:pt x="189543" y="231814"/>
                  </a:lnTo>
                  <a:lnTo>
                    <a:pt x="182478" y="226351"/>
                  </a:lnTo>
                  <a:lnTo>
                    <a:pt x="181761" y="226249"/>
                  </a:lnTo>
                  <a:lnTo>
                    <a:pt x="178335" y="225758"/>
                  </a:lnTo>
                  <a:lnTo>
                    <a:pt x="173540" y="223465"/>
                  </a:lnTo>
                  <a:lnTo>
                    <a:pt x="172699" y="223062"/>
                  </a:lnTo>
                  <a:lnTo>
                    <a:pt x="172138" y="218916"/>
                  </a:lnTo>
                  <a:lnTo>
                    <a:pt x="169366" y="211902"/>
                  </a:lnTo>
                  <a:lnTo>
                    <a:pt x="169248" y="211467"/>
                  </a:lnTo>
                  <a:lnTo>
                    <a:pt x="167264" y="204154"/>
                  </a:lnTo>
                  <a:lnTo>
                    <a:pt x="163053" y="199154"/>
                  </a:lnTo>
                  <a:lnTo>
                    <a:pt x="159756" y="195793"/>
                  </a:lnTo>
                  <a:lnTo>
                    <a:pt x="158394" y="189730"/>
                  </a:lnTo>
                  <a:lnTo>
                    <a:pt x="154917" y="187890"/>
                  </a:lnTo>
                  <a:lnTo>
                    <a:pt x="150137" y="185356"/>
                  </a:lnTo>
                  <a:lnTo>
                    <a:pt x="149041" y="185183"/>
                  </a:lnTo>
                  <a:lnTo>
                    <a:pt x="145786" y="184670"/>
                  </a:lnTo>
                  <a:lnTo>
                    <a:pt x="138098" y="182046"/>
                  </a:lnTo>
                  <a:lnTo>
                    <a:pt x="136821" y="178251"/>
                  </a:lnTo>
                  <a:lnTo>
                    <a:pt x="136643" y="177721"/>
                  </a:lnTo>
                  <a:lnTo>
                    <a:pt x="130109" y="175755"/>
                  </a:lnTo>
                  <a:lnTo>
                    <a:pt x="130021" y="175283"/>
                  </a:lnTo>
                  <a:lnTo>
                    <a:pt x="129120" y="170437"/>
                  </a:lnTo>
                  <a:lnTo>
                    <a:pt x="122311" y="168382"/>
                  </a:lnTo>
                  <a:lnTo>
                    <a:pt x="122110" y="162437"/>
                  </a:lnTo>
                  <a:lnTo>
                    <a:pt x="120814" y="158069"/>
                  </a:lnTo>
                  <a:lnTo>
                    <a:pt x="115716" y="156386"/>
                  </a:lnTo>
                  <a:lnTo>
                    <a:pt x="113328" y="153798"/>
                  </a:lnTo>
                  <a:lnTo>
                    <a:pt x="112243" y="152621"/>
                  </a:lnTo>
                  <a:lnTo>
                    <a:pt x="105885" y="149476"/>
                  </a:lnTo>
                  <a:lnTo>
                    <a:pt x="105252" y="149410"/>
                  </a:lnTo>
                  <a:lnTo>
                    <a:pt x="101693" y="149040"/>
                  </a:lnTo>
                  <a:lnTo>
                    <a:pt x="98250" y="145595"/>
                  </a:lnTo>
                  <a:lnTo>
                    <a:pt x="96615" y="143260"/>
                  </a:lnTo>
                  <a:lnTo>
                    <a:pt x="94278" y="139921"/>
                  </a:lnTo>
                  <a:lnTo>
                    <a:pt x="86795" y="133577"/>
                  </a:lnTo>
                  <a:lnTo>
                    <a:pt x="78493" y="131151"/>
                  </a:lnTo>
                  <a:lnTo>
                    <a:pt x="71590" y="126384"/>
                  </a:lnTo>
                  <a:lnTo>
                    <a:pt x="68353" y="126318"/>
                  </a:lnTo>
                  <a:lnTo>
                    <a:pt x="67739" y="125450"/>
                  </a:lnTo>
                  <a:lnTo>
                    <a:pt x="64865" y="121385"/>
                  </a:lnTo>
                  <a:lnTo>
                    <a:pt x="64569" y="121046"/>
                  </a:lnTo>
                  <a:lnTo>
                    <a:pt x="60118" y="115945"/>
                  </a:lnTo>
                  <a:lnTo>
                    <a:pt x="53937" y="111286"/>
                  </a:lnTo>
                  <a:lnTo>
                    <a:pt x="51418" y="105823"/>
                  </a:lnTo>
                  <a:lnTo>
                    <a:pt x="50318" y="103437"/>
                  </a:lnTo>
                  <a:lnTo>
                    <a:pt x="47541" y="100143"/>
                  </a:lnTo>
                  <a:lnTo>
                    <a:pt x="47010" y="99512"/>
                  </a:lnTo>
                  <a:lnTo>
                    <a:pt x="42992" y="94814"/>
                  </a:lnTo>
                  <a:lnTo>
                    <a:pt x="41040" y="91580"/>
                  </a:lnTo>
                  <a:lnTo>
                    <a:pt x="37670" y="85895"/>
                  </a:lnTo>
                  <a:lnTo>
                    <a:pt x="33857" y="85765"/>
                  </a:lnTo>
                  <a:lnTo>
                    <a:pt x="29382" y="87468"/>
                  </a:lnTo>
                  <a:lnTo>
                    <a:pt x="29130" y="87564"/>
                  </a:lnTo>
                  <a:lnTo>
                    <a:pt x="25065" y="86549"/>
                  </a:lnTo>
                  <a:lnTo>
                    <a:pt x="24876" y="86427"/>
                  </a:lnTo>
                  <a:lnTo>
                    <a:pt x="21054" y="83964"/>
                  </a:lnTo>
                  <a:lnTo>
                    <a:pt x="20539" y="83544"/>
                  </a:lnTo>
                  <a:lnTo>
                    <a:pt x="16117" y="79930"/>
                  </a:lnTo>
                  <a:lnTo>
                    <a:pt x="11086" y="79016"/>
                  </a:lnTo>
                  <a:lnTo>
                    <a:pt x="6574" y="76825"/>
                  </a:lnTo>
                  <a:lnTo>
                    <a:pt x="1738" y="74496"/>
                  </a:lnTo>
                  <a:lnTo>
                    <a:pt x="1577" y="74144"/>
                  </a:lnTo>
                  <a:lnTo>
                    <a:pt x="433" y="716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730802" y="2896299"/>
              <a:ext cx="486246" cy="302858"/>
            </a:xfrm>
            <a:custGeom>
              <a:avLst/>
              <a:pathLst>
                <a:path w="486246" h="302858">
                  <a:moveTo>
                    <a:pt x="8301" y="82428"/>
                  </a:moveTo>
                  <a:lnTo>
                    <a:pt x="9447" y="82390"/>
                  </a:lnTo>
                  <a:lnTo>
                    <a:pt x="9944" y="71385"/>
                  </a:lnTo>
                  <a:lnTo>
                    <a:pt x="10317" y="63736"/>
                  </a:lnTo>
                  <a:lnTo>
                    <a:pt x="10840" y="53030"/>
                  </a:lnTo>
                  <a:lnTo>
                    <a:pt x="11430" y="39554"/>
                  </a:lnTo>
                  <a:lnTo>
                    <a:pt x="11713" y="33713"/>
                  </a:lnTo>
                  <a:lnTo>
                    <a:pt x="12514" y="17000"/>
                  </a:lnTo>
                  <a:lnTo>
                    <a:pt x="12946" y="7017"/>
                  </a:lnTo>
                  <a:lnTo>
                    <a:pt x="13001" y="5513"/>
                  </a:lnTo>
                  <a:lnTo>
                    <a:pt x="13200" y="0"/>
                  </a:lnTo>
                  <a:lnTo>
                    <a:pt x="36459" y="1117"/>
                  </a:lnTo>
                  <a:lnTo>
                    <a:pt x="50123" y="1715"/>
                  </a:lnTo>
                  <a:lnTo>
                    <a:pt x="63216" y="2262"/>
                  </a:lnTo>
                  <a:lnTo>
                    <a:pt x="76716" y="2790"/>
                  </a:lnTo>
                  <a:lnTo>
                    <a:pt x="79933" y="2910"/>
                  </a:lnTo>
                  <a:lnTo>
                    <a:pt x="83673" y="3048"/>
                  </a:lnTo>
                  <a:lnTo>
                    <a:pt x="94285" y="3415"/>
                  </a:lnTo>
                  <a:lnTo>
                    <a:pt x="103600" y="3723"/>
                  </a:lnTo>
                  <a:lnTo>
                    <a:pt x="117078" y="4149"/>
                  </a:lnTo>
                  <a:lnTo>
                    <a:pt x="131644" y="4566"/>
                  </a:lnTo>
                  <a:lnTo>
                    <a:pt x="137020" y="4708"/>
                  </a:lnTo>
                  <a:lnTo>
                    <a:pt x="149377" y="5010"/>
                  </a:lnTo>
                  <a:lnTo>
                    <a:pt x="163744" y="5335"/>
                  </a:lnTo>
                  <a:lnTo>
                    <a:pt x="175367" y="5546"/>
                  </a:lnTo>
                  <a:lnTo>
                    <a:pt x="191016" y="5795"/>
                  </a:lnTo>
                  <a:lnTo>
                    <a:pt x="211888" y="6056"/>
                  </a:lnTo>
                  <a:lnTo>
                    <a:pt x="227045" y="6185"/>
                  </a:lnTo>
                  <a:lnTo>
                    <a:pt x="227798" y="6192"/>
                  </a:lnTo>
                  <a:lnTo>
                    <a:pt x="240226" y="6284"/>
                  </a:lnTo>
                  <a:lnTo>
                    <a:pt x="248827" y="6376"/>
                  </a:lnTo>
                  <a:lnTo>
                    <a:pt x="265300" y="6451"/>
                  </a:lnTo>
                  <a:lnTo>
                    <a:pt x="275110" y="6493"/>
                  </a:lnTo>
                  <a:lnTo>
                    <a:pt x="281584" y="6449"/>
                  </a:lnTo>
                  <a:lnTo>
                    <a:pt x="288906" y="6473"/>
                  </a:lnTo>
                  <a:lnTo>
                    <a:pt x="297705" y="6415"/>
                  </a:lnTo>
                  <a:lnTo>
                    <a:pt x="312970" y="6277"/>
                  </a:lnTo>
                  <a:lnTo>
                    <a:pt x="318252" y="6235"/>
                  </a:lnTo>
                  <a:lnTo>
                    <a:pt x="335285" y="6106"/>
                  </a:lnTo>
                  <a:lnTo>
                    <a:pt x="341280" y="6047"/>
                  </a:lnTo>
                  <a:lnTo>
                    <a:pt x="354050" y="5963"/>
                  </a:lnTo>
                  <a:lnTo>
                    <a:pt x="374879" y="5537"/>
                  </a:lnTo>
                  <a:lnTo>
                    <a:pt x="378658" y="5460"/>
                  </a:lnTo>
                  <a:lnTo>
                    <a:pt x="380433" y="5423"/>
                  </a:lnTo>
                  <a:lnTo>
                    <a:pt x="392647" y="5149"/>
                  </a:lnTo>
                  <a:lnTo>
                    <a:pt x="406839" y="4749"/>
                  </a:lnTo>
                  <a:lnTo>
                    <a:pt x="425861" y="4097"/>
                  </a:lnTo>
                  <a:lnTo>
                    <a:pt x="434708" y="3769"/>
                  </a:lnTo>
                  <a:lnTo>
                    <a:pt x="466077" y="2585"/>
                  </a:lnTo>
                  <a:lnTo>
                    <a:pt x="465817" y="8123"/>
                  </a:lnTo>
                  <a:lnTo>
                    <a:pt x="465101" y="12983"/>
                  </a:lnTo>
                  <a:lnTo>
                    <a:pt x="462597" y="16165"/>
                  </a:lnTo>
                  <a:lnTo>
                    <a:pt x="460216" y="20520"/>
                  </a:lnTo>
                  <a:lnTo>
                    <a:pt x="455927" y="23376"/>
                  </a:lnTo>
                  <a:lnTo>
                    <a:pt x="451165" y="27699"/>
                  </a:lnTo>
                  <a:lnTo>
                    <a:pt x="449735" y="30784"/>
                  </a:lnTo>
                  <a:lnTo>
                    <a:pt x="450288" y="32977"/>
                  </a:lnTo>
                  <a:lnTo>
                    <a:pt x="450835" y="33642"/>
                  </a:lnTo>
                  <a:lnTo>
                    <a:pt x="454321" y="37876"/>
                  </a:lnTo>
                  <a:lnTo>
                    <a:pt x="456870" y="42765"/>
                  </a:lnTo>
                  <a:lnTo>
                    <a:pt x="458954" y="46323"/>
                  </a:lnTo>
                  <a:lnTo>
                    <a:pt x="461207" y="48560"/>
                  </a:lnTo>
                  <a:lnTo>
                    <a:pt x="464740" y="48599"/>
                  </a:lnTo>
                  <a:lnTo>
                    <a:pt x="468216" y="50370"/>
                  </a:lnTo>
                  <a:lnTo>
                    <a:pt x="470720" y="51173"/>
                  </a:lnTo>
                  <a:lnTo>
                    <a:pt x="473229" y="53626"/>
                  </a:lnTo>
                  <a:lnTo>
                    <a:pt x="474066" y="55287"/>
                  </a:lnTo>
                  <a:lnTo>
                    <a:pt x="474891" y="56924"/>
                  </a:lnTo>
                  <a:lnTo>
                    <a:pt x="475053" y="60292"/>
                  </a:lnTo>
                  <a:lnTo>
                    <a:pt x="476270" y="85659"/>
                  </a:lnTo>
                  <a:lnTo>
                    <a:pt x="476985" y="100606"/>
                  </a:lnTo>
                  <a:lnTo>
                    <a:pt x="477710" y="115764"/>
                  </a:lnTo>
                  <a:lnTo>
                    <a:pt x="478074" y="123394"/>
                  </a:lnTo>
                  <a:lnTo>
                    <a:pt x="478836" y="139359"/>
                  </a:lnTo>
                  <a:lnTo>
                    <a:pt x="479439" y="153576"/>
                  </a:lnTo>
                  <a:lnTo>
                    <a:pt x="480716" y="183797"/>
                  </a:lnTo>
                  <a:lnTo>
                    <a:pt x="481804" y="209661"/>
                  </a:lnTo>
                  <a:lnTo>
                    <a:pt x="482001" y="214178"/>
                  </a:lnTo>
                  <a:lnTo>
                    <a:pt x="472809" y="214564"/>
                  </a:lnTo>
                  <a:lnTo>
                    <a:pt x="473824" y="217210"/>
                  </a:lnTo>
                  <a:lnTo>
                    <a:pt x="473342" y="220321"/>
                  </a:lnTo>
                  <a:lnTo>
                    <a:pt x="478111" y="224349"/>
                  </a:lnTo>
                  <a:lnTo>
                    <a:pt x="478080" y="227700"/>
                  </a:lnTo>
                  <a:lnTo>
                    <a:pt x="477866" y="231822"/>
                  </a:lnTo>
                  <a:lnTo>
                    <a:pt x="474832" y="232729"/>
                  </a:lnTo>
                  <a:lnTo>
                    <a:pt x="476206" y="235595"/>
                  </a:lnTo>
                  <a:lnTo>
                    <a:pt x="476628" y="236473"/>
                  </a:lnTo>
                  <a:lnTo>
                    <a:pt x="478680" y="238680"/>
                  </a:lnTo>
                  <a:lnTo>
                    <a:pt x="481629" y="238546"/>
                  </a:lnTo>
                  <a:lnTo>
                    <a:pt x="482977" y="245261"/>
                  </a:lnTo>
                  <a:lnTo>
                    <a:pt x="484326" y="247769"/>
                  </a:lnTo>
                  <a:lnTo>
                    <a:pt x="483632" y="250533"/>
                  </a:lnTo>
                  <a:lnTo>
                    <a:pt x="483300" y="251855"/>
                  </a:lnTo>
                  <a:lnTo>
                    <a:pt x="480007" y="254405"/>
                  </a:lnTo>
                  <a:lnTo>
                    <a:pt x="481337" y="257385"/>
                  </a:lnTo>
                  <a:lnTo>
                    <a:pt x="479684" y="259848"/>
                  </a:lnTo>
                  <a:lnTo>
                    <a:pt x="481020" y="261382"/>
                  </a:lnTo>
                  <a:lnTo>
                    <a:pt x="478518" y="264698"/>
                  </a:lnTo>
                  <a:lnTo>
                    <a:pt x="478646" y="265911"/>
                  </a:lnTo>
                  <a:lnTo>
                    <a:pt x="478922" y="268525"/>
                  </a:lnTo>
                  <a:lnTo>
                    <a:pt x="476548" y="273055"/>
                  </a:lnTo>
                  <a:lnTo>
                    <a:pt x="473915" y="277383"/>
                  </a:lnTo>
                  <a:lnTo>
                    <a:pt x="473924" y="282068"/>
                  </a:lnTo>
                  <a:lnTo>
                    <a:pt x="476173" y="285236"/>
                  </a:lnTo>
                  <a:lnTo>
                    <a:pt x="480489" y="289142"/>
                  </a:lnTo>
                  <a:lnTo>
                    <a:pt x="483773" y="295962"/>
                  </a:lnTo>
                  <a:lnTo>
                    <a:pt x="483989" y="296410"/>
                  </a:lnTo>
                  <a:lnTo>
                    <a:pt x="483104" y="299830"/>
                  </a:lnTo>
                  <a:lnTo>
                    <a:pt x="484127" y="300457"/>
                  </a:lnTo>
                  <a:lnTo>
                    <a:pt x="486246" y="302018"/>
                  </a:lnTo>
                  <a:lnTo>
                    <a:pt x="482694" y="302858"/>
                  </a:lnTo>
                  <a:lnTo>
                    <a:pt x="481066" y="300531"/>
                  </a:lnTo>
                  <a:lnTo>
                    <a:pt x="475542" y="301124"/>
                  </a:lnTo>
                  <a:lnTo>
                    <a:pt x="474413" y="299340"/>
                  </a:lnTo>
                  <a:lnTo>
                    <a:pt x="472301" y="295999"/>
                  </a:lnTo>
                  <a:lnTo>
                    <a:pt x="468934" y="292882"/>
                  </a:lnTo>
                  <a:lnTo>
                    <a:pt x="469490" y="288032"/>
                  </a:lnTo>
                  <a:lnTo>
                    <a:pt x="464324" y="287903"/>
                  </a:lnTo>
                  <a:lnTo>
                    <a:pt x="462703" y="284848"/>
                  </a:lnTo>
                  <a:lnTo>
                    <a:pt x="462331" y="284696"/>
                  </a:lnTo>
                  <a:lnTo>
                    <a:pt x="455865" y="282058"/>
                  </a:lnTo>
                  <a:lnTo>
                    <a:pt x="452131" y="283006"/>
                  </a:lnTo>
                  <a:lnTo>
                    <a:pt x="448838" y="280339"/>
                  </a:lnTo>
                  <a:lnTo>
                    <a:pt x="448231" y="279847"/>
                  </a:lnTo>
                  <a:lnTo>
                    <a:pt x="441399" y="279263"/>
                  </a:lnTo>
                  <a:lnTo>
                    <a:pt x="439185" y="277625"/>
                  </a:lnTo>
                  <a:lnTo>
                    <a:pt x="435980" y="275250"/>
                  </a:lnTo>
                  <a:lnTo>
                    <a:pt x="434358" y="272430"/>
                  </a:lnTo>
                  <a:lnTo>
                    <a:pt x="430226" y="271477"/>
                  </a:lnTo>
                  <a:lnTo>
                    <a:pt x="427758" y="272409"/>
                  </a:lnTo>
                  <a:lnTo>
                    <a:pt x="422889" y="271691"/>
                  </a:lnTo>
                  <a:lnTo>
                    <a:pt x="420702" y="273491"/>
                  </a:lnTo>
                  <a:lnTo>
                    <a:pt x="418602" y="273211"/>
                  </a:lnTo>
                  <a:lnTo>
                    <a:pt x="416612" y="272946"/>
                  </a:lnTo>
                  <a:lnTo>
                    <a:pt x="411290" y="272889"/>
                  </a:lnTo>
                  <a:lnTo>
                    <a:pt x="408992" y="273341"/>
                  </a:lnTo>
                  <a:lnTo>
                    <a:pt x="404825" y="274158"/>
                  </a:lnTo>
                  <a:lnTo>
                    <a:pt x="398390" y="273097"/>
                  </a:lnTo>
                  <a:lnTo>
                    <a:pt x="394761" y="272576"/>
                  </a:lnTo>
                  <a:lnTo>
                    <a:pt x="393580" y="273689"/>
                  </a:lnTo>
                  <a:lnTo>
                    <a:pt x="391904" y="278418"/>
                  </a:lnTo>
                  <a:lnTo>
                    <a:pt x="389082" y="281038"/>
                  </a:lnTo>
                  <a:lnTo>
                    <a:pt x="383668" y="281642"/>
                  </a:lnTo>
                  <a:lnTo>
                    <a:pt x="379127" y="277893"/>
                  </a:lnTo>
                  <a:lnTo>
                    <a:pt x="376297" y="275211"/>
                  </a:lnTo>
                  <a:lnTo>
                    <a:pt x="376005" y="275119"/>
                  </a:lnTo>
                  <a:lnTo>
                    <a:pt x="370903" y="273491"/>
                  </a:lnTo>
                  <a:lnTo>
                    <a:pt x="367810" y="272350"/>
                  </a:lnTo>
                  <a:lnTo>
                    <a:pt x="365991" y="271387"/>
                  </a:lnTo>
                  <a:lnTo>
                    <a:pt x="360944" y="268709"/>
                  </a:lnTo>
                  <a:lnTo>
                    <a:pt x="357862" y="267827"/>
                  </a:lnTo>
                  <a:lnTo>
                    <a:pt x="354976" y="264893"/>
                  </a:lnTo>
                  <a:lnTo>
                    <a:pt x="353670" y="261867"/>
                  </a:lnTo>
                  <a:lnTo>
                    <a:pt x="331415" y="262255"/>
                  </a:lnTo>
                  <a:lnTo>
                    <a:pt x="305526" y="262558"/>
                  </a:lnTo>
                  <a:lnTo>
                    <a:pt x="287717" y="262692"/>
                  </a:lnTo>
                  <a:lnTo>
                    <a:pt x="267589" y="262771"/>
                  </a:lnTo>
                  <a:lnTo>
                    <a:pt x="245398" y="262781"/>
                  </a:lnTo>
                  <a:lnTo>
                    <a:pt x="194312" y="262445"/>
                  </a:lnTo>
                  <a:lnTo>
                    <a:pt x="179817" y="262218"/>
                  </a:lnTo>
                  <a:lnTo>
                    <a:pt x="125401" y="261005"/>
                  </a:lnTo>
                  <a:lnTo>
                    <a:pt x="104641" y="260392"/>
                  </a:lnTo>
                  <a:lnTo>
                    <a:pt x="80231" y="259580"/>
                  </a:lnTo>
                  <a:lnTo>
                    <a:pt x="66962" y="259090"/>
                  </a:lnTo>
                  <a:lnTo>
                    <a:pt x="36704" y="257846"/>
                  </a:lnTo>
                  <a:lnTo>
                    <a:pt x="34861" y="257768"/>
                  </a:lnTo>
                  <a:lnTo>
                    <a:pt x="0" y="256169"/>
                  </a:lnTo>
                  <a:lnTo>
                    <a:pt x="1181" y="231006"/>
                  </a:lnTo>
                  <a:lnTo>
                    <a:pt x="1932" y="214647"/>
                  </a:lnTo>
                  <a:lnTo>
                    <a:pt x="2034" y="212427"/>
                  </a:lnTo>
                  <a:lnTo>
                    <a:pt x="2255" y="207617"/>
                  </a:lnTo>
                  <a:lnTo>
                    <a:pt x="3489" y="181962"/>
                  </a:lnTo>
                  <a:lnTo>
                    <a:pt x="4730" y="156940"/>
                  </a:lnTo>
                  <a:lnTo>
                    <a:pt x="4900" y="153521"/>
                  </a:lnTo>
                  <a:lnTo>
                    <a:pt x="5202" y="147465"/>
                  </a:lnTo>
                  <a:lnTo>
                    <a:pt x="6571" y="119536"/>
                  </a:lnTo>
                  <a:lnTo>
                    <a:pt x="7086" y="1090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90563" y="3862221"/>
              <a:ext cx="582360" cy="240769"/>
            </a:xfrm>
            <a:custGeom>
              <a:avLst/>
              <a:pathLst>
                <a:path w="582360" h="240769">
                  <a:moveTo>
                    <a:pt x="312" y="237838"/>
                  </a:moveTo>
                  <a:lnTo>
                    <a:pt x="2721" y="236554"/>
                  </a:lnTo>
                  <a:lnTo>
                    <a:pt x="7464" y="235090"/>
                  </a:lnTo>
                  <a:lnTo>
                    <a:pt x="8210" y="231445"/>
                  </a:lnTo>
                  <a:lnTo>
                    <a:pt x="9380" y="228033"/>
                  </a:lnTo>
                  <a:lnTo>
                    <a:pt x="14401" y="228366"/>
                  </a:lnTo>
                  <a:lnTo>
                    <a:pt x="13325" y="224451"/>
                  </a:lnTo>
                  <a:lnTo>
                    <a:pt x="13426" y="221043"/>
                  </a:lnTo>
                  <a:lnTo>
                    <a:pt x="12665" y="217046"/>
                  </a:lnTo>
                  <a:lnTo>
                    <a:pt x="7581" y="215491"/>
                  </a:lnTo>
                  <a:lnTo>
                    <a:pt x="10469" y="212531"/>
                  </a:lnTo>
                  <a:lnTo>
                    <a:pt x="12327" y="207172"/>
                  </a:lnTo>
                  <a:lnTo>
                    <a:pt x="10155" y="203325"/>
                  </a:lnTo>
                  <a:lnTo>
                    <a:pt x="12996" y="201840"/>
                  </a:lnTo>
                  <a:lnTo>
                    <a:pt x="14852" y="202308"/>
                  </a:lnTo>
                  <a:lnTo>
                    <a:pt x="16101" y="198488"/>
                  </a:lnTo>
                  <a:lnTo>
                    <a:pt x="14061" y="195303"/>
                  </a:lnTo>
                  <a:lnTo>
                    <a:pt x="14136" y="190585"/>
                  </a:lnTo>
                  <a:lnTo>
                    <a:pt x="19793" y="190665"/>
                  </a:lnTo>
                  <a:lnTo>
                    <a:pt x="20587" y="188941"/>
                  </a:lnTo>
                  <a:lnTo>
                    <a:pt x="21001" y="184728"/>
                  </a:lnTo>
                  <a:lnTo>
                    <a:pt x="24762" y="182630"/>
                  </a:lnTo>
                  <a:lnTo>
                    <a:pt x="22958" y="180724"/>
                  </a:lnTo>
                  <a:lnTo>
                    <a:pt x="18478" y="177358"/>
                  </a:lnTo>
                  <a:lnTo>
                    <a:pt x="20806" y="171875"/>
                  </a:lnTo>
                  <a:lnTo>
                    <a:pt x="24503" y="172070"/>
                  </a:lnTo>
                  <a:lnTo>
                    <a:pt x="28862" y="168470"/>
                  </a:lnTo>
                  <a:lnTo>
                    <a:pt x="33774" y="165527"/>
                  </a:lnTo>
                  <a:lnTo>
                    <a:pt x="32977" y="162274"/>
                  </a:lnTo>
                  <a:lnTo>
                    <a:pt x="33207" y="159961"/>
                  </a:lnTo>
                  <a:lnTo>
                    <a:pt x="38286" y="157477"/>
                  </a:lnTo>
                  <a:lnTo>
                    <a:pt x="38061" y="156646"/>
                  </a:lnTo>
                  <a:lnTo>
                    <a:pt x="37676" y="155227"/>
                  </a:lnTo>
                  <a:lnTo>
                    <a:pt x="34992" y="153258"/>
                  </a:lnTo>
                  <a:lnTo>
                    <a:pt x="31245" y="149084"/>
                  </a:lnTo>
                  <a:lnTo>
                    <a:pt x="33898" y="147014"/>
                  </a:lnTo>
                  <a:lnTo>
                    <a:pt x="34162" y="141550"/>
                  </a:lnTo>
                  <a:lnTo>
                    <a:pt x="36543" y="139404"/>
                  </a:lnTo>
                  <a:lnTo>
                    <a:pt x="39788" y="136196"/>
                  </a:lnTo>
                  <a:lnTo>
                    <a:pt x="37106" y="132367"/>
                  </a:lnTo>
                  <a:lnTo>
                    <a:pt x="36815" y="132199"/>
                  </a:lnTo>
                  <a:lnTo>
                    <a:pt x="31891" y="129345"/>
                  </a:lnTo>
                  <a:lnTo>
                    <a:pt x="32681" y="127203"/>
                  </a:lnTo>
                  <a:lnTo>
                    <a:pt x="38061" y="127429"/>
                  </a:lnTo>
                  <a:lnTo>
                    <a:pt x="41024" y="123584"/>
                  </a:lnTo>
                  <a:lnTo>
                    <a:pt x="36703" y="121376"/>
                  </a:lnTo>
                  <a:lnTo>
                    <a:pt x="37155" y="118349"/>
                  </a:lnTo>
                  <a:lnTo>
                    <a:pt x="41010" y="117755"/>
                  </a:lnTo>
                  <a:lnTo>
                    <a:pt x="42561" y="117515"/>
                  </a:lnTo>
                  <a:lnTo>
                    <a:pt x="43085" y="114506"/>
                  </a:lnTo>
                  <a:lnTo>
                    <a:pt x="40444" y="111177"/>
                  </a:lnTo>
                  <a:lnTo>
                    <a:pt x="41511" y="107375"/>
                  </a:lnTo>
                  <a:lnTo>
                    <a:pt x="39886" y="104423"/>
                  </a:lnTo>
                  <a:lnTo>
                    <a:pt x="48352" y="103258"/>
                  </a:lnTo>
                  <a:lnTo>
                    <a:pt x="53340" y="102421"/>
                  </a:lnTo>
                  <a:lnTo>
                    <a:pt x="62593" y="100855"/>
                  </a:lnTo>
                  <a:lnTo>
                    <a:pt x="79782" y="98907"/>
                  </a:lnTo>
                  <a:lnTo>
                    <a:pt x="88803" y="97724"/>
                  </a:lnTo>
                  <a:lnTo>
                    <a:pt x="89317" y="97656"/>
                  </a:lnTo>
                  <a:lnTo>
                    <a:pt x="90040" y="97560"/>
                  </a:lnTo>
                  <a:lnTo>
                    <a:pt x="110896" y="94766"/>
                  </a:lnTo>
                  <a:lnTo>
                    <a:pt x="111204" y="94724"/>
                  </a:lnTo>
                  <a:lnTo>
                    <a:pt x="112791" y="94520"/>
                  </a:lnTo>
                  <a:lnTo>
                    <a:pt x="137908" y="91233"/>
                  </a:lnTo>
                  <a:lnTo>
                    <a:pt x="143024" y="90373"/>
                  </a:lnTo>
                  <a:lnTo>
                    <a:pt x="143223" y="90339"/>
                  </a:lnTo>
                  <a:lnTo>
                    <a:pt x="143790" y="85713"/>
                  </a:lnTo>
                  <a:lnTo>
                    <a:pt x="141374" y="79135"/>
                  </a:lnTo>
                  <a:lnTo>
                    <a:pt x="139808" y="75170"/>
                  </a:lnTo>
                  <a:lnTo>
                    <a:pt x="143883" y="74680"/>
                  </a:lnTo>
                  <a:lnTo>
                    <a:pt x="155253" y="74201"/>
                  </a:lnTo>
                  <a:lnTo>
                    <a:pt x="155354" y="76866"/>
                  </a:lnTo>
                  <a:lnTo>
                    <a:pt x="166308" y="74938"/>
                  </a:lnTo>
                  <a:lnTo>
                    <a:pt x="169961" y="74291"/>
                  </a:lnTo>
                  <a:lnTo>
                    <a:pt x="190192" y="70945"/>
                  </a:lnTo>
                  <a:lnTo>
                    <a:pt x="191007" y="70809"/>
                  </a:lnTo>
                  <a:lnTo>
                    <a:pt x="206236" y="68239"/>
                  </a:lnTo>
                  <a:lnTo>
                    <a:pt x="209969" y="67603"/>
                  </a:lnTo>
                  <a:lnTo>
                    <a:pt x="227033" y="64663"/>
                  </a:lnTo>
                  <a:lnTo>
                    <a:pt x="230451" y="64023"/>
                  </a:lnTo>
                  <a:lnTo>
                    <a:pt x="241229" y="61994"/>
                  </a:lnTo>
                  <a:lnTo>
                    <a:pt x="244431" y="62478"/>
                  </a:lnTo>
                  <a:lnTo>
                    <a:pt x="245209" y="62596"/>
                  </a:lnTo>
                  <a:lnTo>
                    <a:pt x="248024" y="60862"/>
                  </a:lnTo>
                  <a:lnTo>
                    <a:pt x="254714" y="60140"/>
                  </a:lnTo>
                  <a:lnTo>
                    <a:pt x="269023" y="58570"/>
                  </a:lnTo>
                  <a:lnTo>
                    <a:pt x="277610" y="57610"/>
                  </a:lnTo>
                  <a:lnTo>
                    <a:pt x="284996" y="56824"/>
                  </a:lnTo>
                  <a:lnTo>
                    <a:pt x="292077" y="56062"/>
                  </a:lnTo>
                  <a:lnTo>
                    <a:pt x="297976" y="55223"/>
                  </a:lnTo>
                  <a:lnTo>
                    <a:pt x="301896" y="54662"/>
                  </a:lnTo>
                  <a:lnTo>
                    <a:pt x="318728" y="52215"/>
                  </a:lnTo>
                  <a:lnTo>
                    <a:pt x="322260" y="51328"/>
                  </a:lnTo>
                  <a:lnTo>
                    <a:pt x="331814" y="48915"/>
                  </a:lnTo>
                  <a:lnTo>
                    <a:pt x="332166" y="48826"/>
                  </a:lnTo>
                  <a:lnTo>
                    <a:pt x="333156" y="48676"/>
                  </a:lnTo>
                  <a:lnTo>
                    <a:pt x="345591" y="46772"/>
                  </a:lnTo>
                  <a:lnTo>
                    <a:pt x="354035" y="45943"/>
                  </a:lnTo>
                  <a:lnTo>
                    <a:pt x="356189" y="45729"/>
                  </a:lnTo>
                  <a:lnTo>
                    <a:pt x="367216" y="44523"/>
                  </a:lnTo>
                  <a:lnTo>
                    <a:pt x="367691" y="44450"/>
                  </a:lnTo>
                  <a:lnTo>
                    <a:pt x="386908" y="41453"/>
                  </a:lnTo>
                  <a:lnTo>
                    <a:pt x="403338" y="38692"/>
                  </a:lnTo>
                  <a:lnTo>
                    <a:pt x="405687" y="38293"/>
                  </a:lnTo>
                  <a:lnTo>
                    <a:pt x="422152" y="35348"/>
                  </a:lnTo>
                  <a:lnTo>
                    <a:pt x="426078" y="34753"/>
                  </a:lnTo>
                  <a:lnTo>
                    <a:pt x="428586" y="34371"/>
                  </a:lnTo>
                  <a:lnTo>
                    <a:pt x="442602" y="31960"/>
                  </a:lnTo>
                  <a:lnTo>
                    <a:pt x="443366" y="30187"/>
                  </a:lnTo>
                  <a:lnTo>
                    <a:pt x="457304" y="27525"/>
                  </a:lnTo>
                  <a:lnTo>
                    <a:pt x="470718" y="24929"/>
                  </a:lnTo>
                  <a:lnTo>
                    <a:pt x="490714" y="21084"/>
                  </a:lnTo>
                  <a:lnTo>
                    <a:pt x="501261" y="19026"/>
                  </a:lnTo>
                  <a:lnTo>
                    <a:pt x="516345" y="15734"/>
                  </a:lnTo>
                  <a:lnTo>
                    <a:pt x="524654" y="13902"/>
                  </a:lnTo>
                  <a:lnTo>
                    <a:pt x="537837" y="11140"/>
                  </a:lnTo>
                  <a:lnTo>
                    <a:pt x="541301" y="10409"/>
                  </a:lnTo>
                  <a:lnTo>
                    <a:pt x="546036" y="9405"/>
                  </a:lnTo>
                  <a:lnTo>
                    <a:pt x="547973" y="8988"/>
                  </a:lnTo>
                  <a:lnTo>
                    <a:pt x="562383" y="5862"/>
                  </a:lnTo>
                  <a:lnTo>
                    <a:pt x="562788" y="3806"/>
                  </a:lnTo>
                  <a:lnTo>
                    <a:pt x="569342" y="2489"/>
                  </a:lnTo>
                  <a:lnTo>
                    <a:pt x="581628" y="0"/>
                  </a:lnTo>
                  <a:lnTo>
                    <a:pt x="579959" y="2503"/>
                  </a:lnTo>
                  <a:lnTo>
                    <a:pt x="579325" y="7234"/>
                  </a:lnTo>
                  <a:lnTo>
                    <a:pt x="580840" y="13061"/>
                  </a:lnTo>
                  <a:lnTo>
                    <a:pt x="579127" y="18324"/>
                  </a:lnTo>
                  <a:lnTo>
                    <a:pt x="580146" y="20208"/>
                  </a:lnTo>
                  <a:lnTo>
                    <a:pt x="582360" y="24298"/>
                  </a:lnTo>
                  <a:lnTo>
                    <a:pt x="578012" y="25039"/>
                  </a:lnTo>
                  <a:lnTo>
                    <a:pt x="573516" y="25473"/>
                  </a:lnTo>
                  <a:lnTo>
                    <a:pt x="569173" y="30485"/>
                  </a:lnTo>
                  <a:lnTo>
                    <a:pt x="568719" y="31895"/>
                  </a:lnTo>
                  <a:lnTo>
                    <a:pt x="568018" y="34073"/>
                  </a:lnTo>
                  <a:lnTo>
                    <a:pt x="566882" y="37593"/>
                  </a:lnTo>
                  <a:lnTo>
                    <a:pt x="563946" y="47511"/>
                  </a:lnTo>
                  <a:lnTo>
                    <a:pt x="560668" y="49892"/>
                  </a:lnTo>
                  <a:lnTo>
                    <a:pt x="557533" y="50688"/>
                  </a:lnTo>
                  <a:lnTo>
                    <a:pt x="556057" y="48169"/>
                  </a:lnTo>
                  <a:lnTo>
                    <a:pt x="550845" y="47264"/>
                  </a:lnTo>
                  <a:lnTo>
                    <a:pt x="550315" y="47843"/>
                  </a:lnTo>
                  <a:lnTo>
                    <a:pt x="547637" y="50761"/>
                  </a:lnTo>
                  <a:lnTo>
                    <a:pt x="545345" y="50728"/>
                  </a:lnTo>
                  <a:lnTo>
                    <a:pt x="542274" y="53022"/>
                  </a:lnTo>
                  <a:lnTo>
                    <a:pt x="538504" y="56667"/>
                  </a:lnTo>
                  <a:lnTo>
                    <a:pt x="538164" y="57672"/>
                  </a:lnTo>
                  <a:lnTo>
                    <a:pt x="535992" y="64064"/>
                  </a:lnTo>
                  <a:lnTo>
                    <a:pt x="533407" y="66799"/>
                  </a:lnTo>
                  <a:lnTo>
                    <a:pt x="530438" y="69936"/>
                  </a:lnTo>
                  <a:lnTo>
                    <a:pt x="526451" y="68948"/>
                  </a:lnTo>
                  <a:lnTo>
                    <a:pt x="526662" y="64305"/>
                  </a:lnTo>
                  <a:lnTo>
                    <a:pt x="525779" y="63494"/>
                  </a:lnTo>
                  <a:lnTo>
                    <a:pt x="523812" y="61689"/>
                  </a:lnTo>
                  <a:lnTo>
                    <a:pt x="517877" y="66851"/>
                  </a:lnTo>
                  <a:lnTo>
                    <a:pt x="514555" y="69837"/>
                  </a:lnTo>
                  <a:lnTo>
                    <a:pt x="514654" y="73411"/>
                  </a:lnTo>
                  <a:lnTo>
                    <a:pt x="513135" y="76239"/>
                  </a:lnTo>
                  <a:lnTo>
                    <a:pt x="509683" y="74869"/>
                  </a:lnTo>
                  <a:lnTo>
                    <a:pt x="507625" y="76506"/>
                  </a:lnTo>
                  <a:lnTo>
                    <a:pt x="506575" y="77341"/>
                  </a:lnTo>
                  <a:lnTo>
                    <a:pt x="508168" y="81671"/>
                  </a:lnTo>
                  <a:lnTo>
                    <a:pt x="506325" y="86264"/>
                  </a:lnTo>
                  <a:lnTo>
                    <a:pt x="504818" y="89414"/>
                  </a:lnTo>
                  <a:lnTo>
                    <a:pt x="504211" y="90682"/>
                  </a:lnTo>
                  <a:lnTo>
                    <a:pt x="499285" y="91242"/>
                  </a:lnTo>
                  <a:lnTo>
                    <a:pt x="496106" y="92930"/>
                  </a:lnTo>
                  <a:lnTo>
                    <a:pt x="491859" y="94929"/>
                  </a:lnTo>
                  <a:lnTo>
                    <a:pt x="489917" y="98694"/>
                  </a:lnTo>
                  <a:lnTo>
                    <a:pt x="486075" y="100397"/>
                  </a:lnTo>
                  <a:lnTo>
                    <a:pt x="485669" y="101550"/>
                  </a:lnTo>
                  <a:lnTo>
                    <a:pt x="484136" y="105893"/>
                  </a:lnTo>
                  <a:lnTo>
                    <a:pt x="480621" y="106361"/>
                  </a:lnTo>
                  <a:lnTo>
                    <a:pt x="476238" y="111624"/>
                  </a:lnTo>
                  <a:lnTo>
                    <a:pt x="474227" y="112762"/>
                  </a:lnTo>
                  <a:lnTo>
                    <a:pt x="471660" y="116825"/>
                  </a:lnTo>
                  <a:lnTo>
                    <a:pt x="465387" y="117720"/>
                  </a:lnTo>
                  <a:lnTo>
                    <a:pt x="460830" y="118502"/>
                  </a:lnTo>
                  <a:lnTo>
                    <a:pt x="460161" y="118680"/>
                  </a:lnTo>
                  <a:lnTo>
                    <a:pt x="452690" y="120654"/>
                  </a:lnTo>
                  <a:lnTo>
                    <a:pt x="448005" y="125376"/>
                  </a:lnTo>
                  <a:lnTo>
                    <a:pt x="443943" y="130219"/>
                  </a:lnTo>
                  <a:lnTo>
                    <a:pt x="441613" y="131878"/>
                  </a:lnTo>
                  <a:lnTo>
                    <a:pt x="441249" y="132137"/>
                  </a:lnTo>
                  <a:lnTo>
                    <a:pt x="440336" y="132785"/>
                  </a:lnTo>
                  <a:lnTo>
                    <a:pt x="437627" y="137316"/>
                  </a:lnTo>
                  <a:lnTo>
                    <a:pt x="439150" y="140195"/>
                  </a:lnTo>
                  <a:lnTo>
                    <a:pt x="437372" y="142605"/>
                  </a:lnTo>
                  <a:lnTo>
                    <a:pt x="439172" y="146924"/>
                  </a:lnTo>
                  <a:lnTo>
                    <a:pt x="438836" y="147313"/>
                  </a:lnTo>
                  <a:lnTo>
                    <a:pt x="434727" y="152072"/>
                  </a:lnTo>
                  <a:lnTo>
                    <a:pt x="429169" y="153729"/>
                  </a:lnTo>
                  <a:lnTo>
                    <a:pt x="425594" y="151891"/>
                  </a:lnTo>
                  <a:lnTo>
                    <a:pt x="422062" y="156330"/>
                  </a:lnTo>
                  <a:lnTo>
                    <a:pt x="422131" y="158162"/>
                  </a:lnTo>
                  <a:lnTo>
                    <a:pt x="422835" y="177295"/>
                  </a:lnTo>
                  <a:lnTo>
                    <a:pt x="409714" y="179788"/>
                  </a:lnTo>
                  <a:lnTo>
                    <a:pt x="401823" y="181227"/>
                  </a:lnTo>
                  <a:lnTo>
                    <a:pt x="394392" y="182623"/>
                  </a:lnTo>
                  <a:lnTo>
                    <a:pt x="390996" y="183253"/>
                  </a:lnTo>
                  <a:lnTo>
                    <a:pt x="388565" y="183702"/>
                  </a:lnTo>
                  <a:lnTo>
                    <a:pt x="384998" y="184360"/>
                  </a:lnTo>
                  <a:lnTo>
                    <a:pt x="376884" y="185881"/>
                  </a:lnTo>
                  <a:lnTo>
                    <a:pt x="376682" y="185919"/>
                  </a:lnTo>
                  <a:lnTo>
                    <a:pt x="372098" y="186772"/>
                  </a:lnTo>
                  <a:lnTo>
                    <a:pt x="356674" y="189682"/>
                  </a:lnTo>
                  <a:lnTo>
                    <a:pt x="355797" y="189846"/>
                  </a:lnTo>
                  <a:lnTo>
                    <a:pt x="349747" y="191053"/>
                  </a:lnTo>
                  <a:lnTo>
                    <a:pt x="348273" y="191346"/>
                  </a:lnTo>
                  <a:lnTo>
                    <a:pt x="341979" y="192386"/>
                  </a:lnTo>
                  <a:lnTo>
                    <a:pt x="332764" y="193896"/>
                  </a:lnTo>
                  <a:lnTo>
                    <a:pt x="313883" y="196910"/>
                  </a:lnTo>
                  <a:lnTo>
                    <a:pt x="282967" y="201711"/>
                  </a:lnTo>
                  <a:lnTo>
                    <a:pt x="282440" y="201799"/>
                  </a:lnTo>
                  <a:lnTo>
                    <a:pt x="271941" y="203544"/>
                  </a:lnTo>
                  <a:lnTo>
                    <a:pt x="249653" y="207003"/>
                  </a:lnTo>
                  <a:lnTo>
                    <a:pt x="245929" y="207513"/>
                  </a:lnTo>
                  <a:lnTo>
                    <a:pt x="219426" y="211077"/>
                  </a:lnTo>
                  <a:lnTo>
                    <a:pt x="219006" y="211132"/>
                  </a:lnTo>
                  <a:lnTo>
                    <a:pt x="218485" y="211204"/>
                  </a:lnTo>
                  <a:lnTo>
                    <a:pt x="204274" y="213159"/>
                  </a:lnTo>
                  <a:lnTo>
                    <a:pt x="191450" y="214893"/>
                  </a:lnTo>
                  <a:lnTo>
                    <a:pt x="190111" y="215072"/>
                  </a:lnTo>
                  <a:lnTo>
                    <a:pt x="174055" y="217255"/>
                  </a:lnTo>
                  <a:lnTo>
                    <a:pt x="164646" y="218589"/>
                  </a:lnTo>
                  <a:lnTo>
                    <a:pt x="163577" y="218740"/>
                  </a:lnTo>
                  <a:lnTo>
                    <a:pt x="149201" y="220598"/>
                  </a:lnTo>
                  <a:lnTo>
                    <a:pt x="149541" y="221638"/>
                  </a:lnTo>
                  <a:lnTo>
                    <a:pt x="145436" y="222230"/>
                  </a:lnTo>
                  <a:lnTo>
                    <a:pt x="137972" y="223246"/>
                  </a:lnTo>
                  <a:lnTo>
                    <a:pt x="136771" y="223408"/>
                  </a:lnTo>
                  <a:lnTo>
                    <a:pt x="130441" y="224261"/>
                  </a:lnTo>
                  <a:lnTo>
                    <a:pt x="108020" y="227369"/>
                  </a:lnTo>
                  <a:lnTo>
                    <a:pt x="105439" y="227718"/>
                  </a:lnTo>
                  <a:lnTo>
                    <a:pt x="91690" y="229554"/>
                  </a:lnTo>
                  <a:lnTo>
                    <a:pt x="91023" y="229642"/>
                  </a:lnTo>
                  <a:lnTo>
                    <a:pt x="78854" y="231265"/>
                  </a:lnTo>
                  <a:lnTo>
                    <a:pt x="67912" y="232702"/>
                  </a:lnTo>
                  <a:lnTo>
                    <a:pt x="62079" y="233460"/>
                  </a:lnTo>
                  <a:lnTo>
                    <a:pt x="47243" y="235278"/>
                  </a:lnTo>
                  <a:lnTo>
                    <a:pt x="42803" y="235816"/>
                  </a:lnTo>
                  <a:lnTo>
                    <a:pt x="41546" y="235967"/>
                  </a:lnTo>
                  <a:lnTo>
                    <a:pt x="36516" y="236571"/>
                  </a:lnTo>
                  <a:lnTo>
                    <a:pt x="0" y="2407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95311" y="4235599"/>
              <a:ext cx="979748" cy="922138"/>
            </a:xfrm>
            <a:custGeom>
              <a:avLst/>
              <a:pathLst>
                <a:path w="979748" h="922138">
                  <a:moveTo>
                    <a:pt x="1170" y="382490"/>
                  </a:moveTo>
                  <a:lnTo>
                    <a:pt x="1011" y="377509"/>
                  </a:lnTo>
                  <a:lnTo>
                    <a:pt x="2044" y="375050"/>
                  </a:lnTo>
                  <a:lnTo>
                    <a:pt x="9785" y="375615"/>
                  </a:lnTo>
                  <a:lnTo>
                    <a:pt x="19921" y="376341"/>
                  </a:lnTo>
                  <a:lnTo>
                    <a:pt x="32998" y="377254"/>
                  </a:lnTo>
                  <a:lnTo>
                    <a:pt x="48020" y="378307"/>
                  </a:lnTo>
                  <a:lnTo>
                    <a:pt x="66360" y="379544"/>
                  </a:lnTo>
                  <a:lnTo>
                    <a:pt x="110581" y="382505"/>
                  </a:lnTo>
                  <a:lnTo>
                    <a:pt x="128058" y="383533"/>
                  </a:lnTo>
                  <a:lnTo>
                    <a:pt x="133296" y="383832"/>
                  </a:lnTo>
                  <a:lnTo>
                    <a:pt x="148446" y="384672"/>
                  </a:lnTo>
                  <a:lnTo>
                    <a:pt x="194382" y="387030"/>
                  </a:lnTo>
                  <a:lnTo>
                    <a:pt x="197671" y="387181"/>
                  </a:lnTo>
                  <a:lnTo>
                    <a:pt x="216774" y="388027"/>
                  </a:lnTo>
                  <a:lnTo>
                    <a:pt x="246206" y="389218"/>
                  </a:lnTo>
                  <a:lnTo>
                    <a:pt x="265670" y="389930"/>
                  </a:lnTo>
                  <a:lnTo>
                    <a:pt x="265905" y="382444"/>
                  </a:lnTo>
                  <a:lnTo>
                    <a:pt x="266062" y="377431"/>
                  </a:lnTo>
                  <a:lnTo>
                    <a:pt x="267070" y="344794"/>
                  </a:lnTo>
                  <a:lnTo>
                    <a:pt x="267245" y="339100"/>
                  </a:lnTo>
                  <a:lnTo>
                    <a:pt x="267621" y="327072"/>
                  </a:lnTo>
                  <a:lnTo>
                    <a:pt x="267953" y="316476"/>
                  </a:lnTo>
                  <a:lnTo>
                    <a:pt x="268360" y="306979"/>
                  </a:lnTo>
                  <a:lnTo>
                    <a:pt x="269324" y="284465"/>
                  </a:lnTo>
                  <a:lnTo>
                    <a:pt x="270056" y="269822"/>
                  </a:lnTo>
                  <a:lnTo>
                    <a:pt x="270844" y="254053"/>
                  </a:lnTo>
                  <a:lnTo>
                    <a:pt x="271932" y="232055"/>
                  </a:lnTo>
                  <a:lnTo>
                    <a:pt x="272919" y="209995"/>
                  </a:lnTo>
                  <a:lnTo>
                    <a:pt x="273519" y="190644"/>
                  </a:lnTo>
                  <a:lnTo>
                    <a:pt x="273546" y="189768"/>
                  </a:lnTo>
                  <a:lnTo>
                    <a:pt x="273727" y="183978"/>
                  </a:lnTo>
                  <a:lnTo>
                    <a:pt x="274464" y="163155"/>
                  </a:lnTo>
                  <a:lnTo>
                    <a:pt x="274845" y="152095"/>
                  </a:lnTo>
                  <a:lnTo>
                    <a:pt x="275430" y="134164"/>
                  </a:lnTo>
                  <a:lnTo>
                    <a:pt x="275972" y="117635"/>
                  </a:lnTo>
                  <a:lnTo>
                    <a:pt x="276088" y="114303"/>
                  </a:lnTo>
                  <a:lnTo>
                    <a:pt x="277414" y="76195"/>
                  </a:lnTo>
                  <a:lnTo>
                    <a:pt x="277762" y="66049"/>
                  </a:lnTo>
                  <a:lnTo>
                    <a:pt x="278706" y="38646"/>
                  </a:lnTo>
                  <a:lnTo>
                    <a:pt x="279913" y="0"/>
                  </a:lnTo>
                  <a:lnTo>
                    <a:pt x="282683" y="103"/>
                  </a:lnTo>
                  <a:lnTo>
                    <a:pt x="341609" y="1918"/>
                  </a:lnTo>
                  <a:lnTo>
                    <a:pt x="350739" y="2168"/>
                  </a:lnTo>
                  <a:lnTo>
                    <a:pt x="365177" y="2535"/>
                  </a:lnTo>
                  <a:lnTo>
                    <a:pt x="379398" y="2838"/>
                  </a:lnTo>
                  <a:lnTo>
                    <a:pt x="417210" y="3471"/>
                  </a:lnTo>
                  <a:lnTo>
                    <a:pt x="426405" y="3558"/>
                  </a:lnTo>
                  <a:lnTo>
                    <a:pt x="431317" y="3598"/>
                  </a:lnTo>
                  <a:lnTo>
                    <a:pt x="451782" y="3796"/>
                  </a:lnTo>
                  <a:lnTo>
                    <a:pt x="455044" y="3815"/>
                  </a:lnTo>
                  <a:lnTo>
                    <a:pt x="471548" y="3883"/>
                  </a:lnTo>
                  <a:lnTo>
                    <a:pt x="493116" y="3922"/>
                  </a:lnTo>
                  <a:lnTo>
                    <a:pt x="493351" y="3922"/>
                  </a:lnTo>
                  <a:lnTo>
                    <a:pt x="493351" y="42479"/>
                  </a:lnTo>
                  <a:lnTo>
                    <a:pt x="493352" y="57623"/>
                  </a:lnTo>
                  <a:lnTo>
                    <a:pt x="493352" y="80375"/>
                  </a:lnTo>
                  <a:lnTo>
                    <a:pt x="493352" y="97451"/>
                  </a:lnTo>
                  <a:lnTo>
                    <a:pt x="493352" y="118248"/>
                  </a:lnTo>
                  <a:lnTo>
                    <a:pt x="493352" y="131502"/>
                  </a:lnTo>
                  <a:lnTo>
                    <a:pt x="493352" y="156101"/>
                  </a:lnTo>
                  <a:lnTo>
                    <a:pt x="493352" y="172220"/>
                  </a:lnTo>
                  <a:lnTo>
                    <a:pt x="493550" y="172166"/>
                  </a:lnTo>
                  <a:lnTo>
                    <a:pt x="498467" y="170813"/>
                  </a:lnTo>
                  <a:lnTo>
                    <a:pt x="504761" y="176856"/>
                  </a:lnTo>
                  <a:lnTo>
                    <a:pt x="506485" y="178508"/>
                  </a:lnTo>
                  <a:lnTo>
                    <a:pt x="510338" y="183058"/>
                  </a:lnTo>
                  <a:lnTo>
                    <a:pt x="515288" y="187745"/>
                  </a:lnTo>
                  <a:lnTo>
                    <a:pt x="522251" y="188267"/>
                  </a:lnTo>
                  <a:lnTo>
                    <a:pt x="523361" y="185401"/>
                  </a:lnTo>
                  <a:lnTo>
                    <a:pt x="531264" y="186294"/>
                  </a:lnTo>
                  <a:lnTo>
                    <a:pt x="531556" y="186327"/>
                  </a:lnTo>
                  <a:lnTo>
                    <a:pt x="535212" y="187691"/>
                  </a:lnTo>
                  <a:lnTo>
                    <a:pt x="537016" y="182334"/>
                  </a:lnTo>
                  <a:lnTo>
                    <a:pt x="540232" y="182745"/>
                  </a:lnTo>
                  <a:lnTo>
                    <a:pt x="545680" y="187079"/>
                  </a:lnTo>
                  <a:lnTo>
                    <a:pt x="549602" y="192353"/>
                  </a:lnTo>
                  <a:lnTo>
                    <a:pt x="550333" y="193335"/>
                  </a:lnTo>
                  <a:lnTo>
                    <a:pt x="552003" y="201961"/>
                  </a:lnTo>
                  <a:lnTo>
                    <a:pt x="556198" y="202349"/>
                  </a:lnTo>
                  <a:lnTo>
                    <a:pt x="561468" y="202995"/>
                  </a:lnTo>
                  <a:lnTo>
                    <a:pt x="565503" y="202297"/>
                  </a:lnTo>
                  <a:lnTo>
                    <a:pt x="569167" y="202609"/>
                  </a:lnTo>
                  <a:lnTo>
                    <a:pt x="570043" y="202684"/>
                  </a:lnTo>
                  <a:lnTo>
                    <a:pt x="575006" y="206369"/>
                  </a:lnTo>
                  <a:lnTo>
                    <a:pt x="579745" y="206698"/>
                  </a:lnTo>
                  <a:lnTo>
                    <a:pt x="584810" y="208785"/>
                  </a:lnTo>
                  <a:lnTo>
                    <a:pt x="588222" y="208546"/>
                  </a:lnTo>
                  <a:lnTo>
                    <a:pt x="591223" y="205786"/>
                  </a:lnTo>
                  <a:lnTo>
                    <a:pt x="593975" y="206458"/>
                  </a:lnTo>
                  <a:lnTo>
                    <a:pt x="596377" y="207044"/>
                  </a:lnTo>
                  <a:lnTo>
                    <a:pt x="599992" y="211665"/>
                  </a:lnTo>
                  <a:lnTo>
                    <a:pt x="603883" y="214258"/>
                  </a:lnTo>
                  <a:lnTo>
                    <a:pt x="607591" y="212657"/>
                  </a:lnTo>
                  <a:lnTo>
                    <a:pt x="608246" y="212374"/>
                  </a:lnTo>
                  <a:lnTo>
                    <a:pt x="609341" y="208592"/>
                  </a:lnTo>
                  <a:lnTo>
                    <a:pt x="611789" y="206061"/>
                  </a:lnTo>
                  <a:lnTo>
                    <a:pt x="615082" y="206923"/>
                  </a:lnTo>
                  <a:lnTo>
                    <a:pt x="621878" y="208448"/>
                  </a:lnTo>
                  <a:lnTo>
                    <a:pt x="625966" y="209495"/>
                  </a:lnTo>
                  <a:lnTo>
                    <a:pt x="628137" y="207104"/>
                  </a:lnTo>
                  <a:lnTo>
                    <a:pt x="629208" y="205924"/>
                  </a:lnTo>
                  <a:lnTo>
                    <a:pt x="631036" y="210240"/>
                  </a:lnTo>
                  <a:lnTo>
                    <a:pt x="631150" y="215064"/>
                  </a:lnTo>
                  <a:lnTo>
                    <a:pt x="632409" y="219045"/>
                  </a:lnTo>
                  <a:lnTo>
                    <a:pt x="638016" y="219475"/>
                  </a:lnTo>
                  <a:lnTo>
                    <a:pt x="642237" y="219800"/>
                  </a:lnTo>
                  <a:lnTo>
                    <a:pt x="641918" y="225590"/>
                  </a:lnTo>
                  <a:lnTo>
                    <a:pt x="642110" y="228460"/>
                  </a:lnTo>
                  <a:lnTo>
                    <a:pt x="642184" y="229568"/>
                  </a:lnTo>
                  <a:lnTo>
                    <a:pt x="648445" y="231931"/>
                  </a:lnTo>
                  <a:lnTo>
                    <a:pt x="652908" y="229147"/>
                  </a:lnTo>
                  <a:lnTo>
                    <a:pt x="655984" y="225163"/>
                  </a:lnTo>
                  <a:lnTo>
                    <a:pt x="662234" y="219258"/>
                  </a:lnTo>
                  <a:lnTo>
                    <a:pt x="666829" y="221149"/>
                  </a:lnTo>
                  <a:lnTo>
                    <a:pt x="667868" y="225108"/>
                  </a:lnTo>
                  <a:lnTo>
                    <a:pt x="670453" y="227033"/>
                  </a:lnTo>
                  <a:lnTo>
                    <a:pt x="670673" y="227197"/>
                  </a:lnTo>
                  <a:lnTo>
                    <a:pt x="675836" y="225321"/>
                  </a:lnTo>
                  <a:lnTo>
                    <a:pt x="676015" y="225585"/>
                  </a:lnTo>
                  <a:lnTo>
                    <a:pt x="678486" y="229238"/>
                  </a:lnTo>
                  <a:lnTo>
                    <a:pt x="679124" y="233308"/>
                  </a:lnTo>
                  <a:lnTo>
                    <a:pt x="684311" y="233525"/>
                  </a:lnTo>
                  <a:lnTo>
                    <a:pt x="688173" y="229444"/>
                  </a:lnTo>
                  <a:lnTo>
                    <a:pt x="693317" y="226225"/>
                  </a:lnTo>
                  <a:lnTo>
                    <a:pt x="696187" y="224922"/>
                  </a:lnTo>
                  <a:lnTo>
                    <a:pt x="699227" y="230630"/>
                  </a:lnTo>
                  <a:lnTo>
                    <a:pt x="696489" y="233972"/>
                  </a:lnTo>
                  <a:lnTo>
                    <a:pt x="700804" y="241449"/>
                  </a:lnTo>
                  <a:lnTo>
                    <a:pt x="705011" y="240166"/>
                  </a:lnTo>
                  <a:lnTo>
                    <a:pt x="705142" y="236781"/>
                  </a:lnTo>
                  <a:lnTo>
                    <a:pt x="705712" y="233408"/>
                  </a:lnTo>
                  <a:lnTo>
                    <a:pt x="707249" y="229627"/>
                  </a:lnTo>
                  <a:lnTo>
                    <a:pt x="712267" y="226781"/>
                  </a:lnTo>
                  <a:lnTo>
                    <a:pt x="711948" y="224021"/>
                  </a:lnTo>
                  <a:lnTo>
                    <a:pt x="714518" y="221665"/>
                  </a:lnTo>
                  <a:lnTo>
                    <a:pt x="715075" y="221607"/>
                  </a:lnTo>
                  <a:lnTo>
                    <a:pt x="715819" y="221531"/>
                  </a:lnTo>
                  <a:lnTo>
                    <a:pt x="717924" y="221313"/>
                  </a:lnTo>
                  <a:lnTo>
                    <a:pt x="718634" y="225127"/>
                  </a:lnTo>
                  <a:lnTo>
                    <a:pt x="722175" y="229833"/>
                  </a:lnTo>
                  <a:lnTo>
                    <a:pt x="726201" y="227802"/>
                  </a:lnTo>
                  <a:lnTo>
                    <a:pt x="727551" y="230086"/>
                  </a:lnTo>
                  <a:lnTo>
                    <a:pt x="732254" y="230803"/>
                  </a:lnTo>
                  <a:lnTo>
                    <a:pt x="734319" y="226818"/>
                  </a:lnTo>
                  <a:lnTo>
                    <a:pt x="735809" y="223287"/>
                  </a:lnTo>
                  <a:lnTo>
                    <a:pt x="740644" y="226015"/>
                  </a:lnTo>
                  <a:lnTo>
                    <a:pt x="740982" y="226206"/>
                  </a:lnTo>
                  <a:lnTo>
                    <a:pt x="740933" y="230524"/>
                  </a:lnTo>
                  <a:lnTo>
                    <a:pt x="742421" y="231489"/>
                  </a:lnTo>
                  <a:lnTo>
                    <a:pt x="745988" y="231430"/>
                  </a:lnTo>
                  <a:lnTo>
                    <a:pt x="747697" y="235234"/>
                  </a:lnTo>
                  <a:lnTo>
                    <a:pt x="752459" y="234465"/>
                  </a:lnTo>
                  <a:lnTo>
                    <a:pt x="754963" y="237289"/>
                  </a:lnTo>
                  <a:lnTo>
                    <a:pt x="756798" y="239880"/>
                  </a:lnTo>
                  <a:lnTo>
                    <a:pt x="758070" y="241675"/>
                  </a:lnTo>
                  <a:lnTo>
                    <a:pt x="761987" y="237967"/>
                  </a:lnTo>
                  <a:lnTo>
                    <a:pt x="764059" y="234864"/>
                  </a:lnTo>
                  <a:lnTo>
                    <a:pt x="767638" y="236590"/>
                  </a:lnTo>
                  <a:lnTo>
                    <a:pt x="771524" y="231858"/>
                  </a:lnTo>
                  <a:lnTo>
                    <a:pt x="772968" y="229069"/>
                  </a:lnTo>
                  <a:lnTo>
                    <a:pt x="779300" y="227948"/>
                  </a:lnTo>
                  <a:lnTo>
                    <a:pt x="788508" y="224601"/>
                  </a:lnTo>
                  <a:lnTo>
                    <a:pt x="792020" y="225408"/>
                  </a:lnTo>
                  <a:lnTo>
                    <a:pt x="795125" y="225555"/>
                  </a:lnTo>
                  <a:lnTo>
                    <a:pt x="796894" y="225638"/>
                  </a:lnTo>
                  <a:lnTo>
                    <a:pt x="799086" y="224317"/>
                  </a:lnTo>
                  <a:lnTo>
                    <a:pt x="802776" y="222091"/>
                  </a:lnTo>
                  <a:lnTo>
                    <a:pt x="807633" y="220988"/>
                  </a:lnTo>
                  <a:lnTo>
                    <a:pt x="812356" y="218892"/>
                  </a:lnTo>
                  <a:lnTo>
                    <a:pt x="815744" y="218731"/>
                  </a:lnTo>
                  <a:lnTo>
                    <a:pt x="818203" y="222208"/>
                  </a:lnTo>
                  <a:lnTo>
                    <a:pt x="823925" y="223349"/>
                  </a:lnTo>
                  <a:lnTo>
                    <a:pt x="830821" y="223068"/>
                  </a:lnTo>
                  <a:lnTo>
                    <a:pt x="833832" y="222377"/>
                  </a:lnTo>
                  <a:lnTo>
                    <a:pt x="835773" y="221931"/>
                  </a:lnTo>
                  <a:lnTo>
                    <a:pt x="837710" y="217311"/>
                  </a:lnTo>
                  <a:lnTo>
                    <a:pt x="839543" y="214408"/>
                  </a:lnTo>
                  <a:lnTo>
                    <a:pt x="844751" y="216151"/>
                  </a:lnTo>
                  <a:lnTo>
                    <a:pt x="845228" y="216311"/>
                  </a:lnTo>
                  <a:lnTo>
                    <a:pt x="849314" y="218814"/>
                  </a:lnTo>
                  <a:lnTo>
                    <a:pt x="853015" y="222269"/>
                  </a:lnTo>
                  <a:lnTo>
                    <a:pt x="857768" y="222883"/>
                  </a:lnTo>
                  <a:lnTo>
                    <a:pt x="861013" y="226320"/>
                  </a:lnTo>
                  <a:lnTo>
                    <a:pt x="863877" y="229121"/>
                  </a:lnTo>
                  <a:lnTo>
                    <a:pt x="868451" y="232046"/>
                  </a:lnTo>
                  <a:lnTo>
                    <a:pt x="873890" y="230967"/>
                  </a:lnTo>
                  <a:lnTo>
                    <a:pt x="876504" y="233169"/>
                  </a:lnTo>
                  <a:lnTo>
                    <a:pt x="877809" y="234266"/>
                  </a:lnTo>
                  <a:lnTo>
                    <a:pt x="884095" y="236814"/>
                  </a:lnTo>
                  <a:lnTo>
                    <a:pt x="888305" y="236852"/>
                  </a:lnTo>
                  <a:lnTo>
                    <a:pt x="891736" y="240807"/>
                  </a:lnTo>
                  <a:lnTo>
                    <a:pt x="894785" y="239217"/>
                  </a:lnTo>
                  <a:lnTo>
                    <a:pt x="899948" y="244150"/>
                  </a:lnTo>
                  <a:lnTo>
                    <a:pt x="902263" y="245015"/>
                  </a:lnTo>
                  <a:lnTo>
                    <a:pt x="904774" y="245636"/>
                  </a:lnTo>
                  <a:lnTo>
                    <a:pt x="905864" y="244640"/>
                  </a:lnTo>
                  <a:lnTo>
                    <a:pt x="908400" y="244696"/>
                  </a:lnTo>
                  <a:lnTo>
                    <a:pt x="913053" y="243320"/>
                  </a:lnTo>
                  <a:lnTo>
                    <a:pt x="914922" y="243723"/>
                  </a:lnTo>
                  <a:lnTo>
                    <a:pt x="917005" y="241705"/>
                  </a:lnTo>
                  <a:lnTo>
                    <a:pt x="920017" y="242757"/>
                  </a:lnTo>
                  <a:lnTo>
                    <a:pt x="925161" y="242878"/>
                  </a:lnTo>
                  <a:lnTo>
                    <a:pt x="927399" y="244530"/>
                  </a:lnTo>
                  <a:lnTo>
                    <a:pt x="928056" y="254531"/>
                  </a:lnTo>
                  <a:lnTo>
                    <a:pt x="928618" y="263644"/>
                  </a:lnTo>
                  <a:lnTo>
                    <a:pt x="928946" y="268770"/>
                  </a:lnTo>
                  <a:lnTo>
                    <a:pt x="929560" y="278367"/>
                  </a:lnTo>
                  <a:lnTo>
                    <a:pt x="930299" y="290571"/>
                  </a:lnTo>
                  <a:lnTo>
                    <a:pt x="931036" y="302518"/>
                  </a:lnTo>
                  <a:lnTo>
                    <a:pt x="931481" y="309749"/>
                  </a:lnTo>
                  <a:lnTo>
                    <a:pt x="932036" y="318781"/>
                  </a:lnTo>
                  <a:lnTo>
                    <a:pt x="932720" y="329915"/>
                  </a:lnTo>
                  <a:lnTo>
                    <a:pt x="933655" y="344782"/>
                  </a:lnTo>
                  <a:lnTo>
                    <a:pt x="933811" y="347265"/>
                  </a:lnTo>
                  <a:lnTo>
                    <a:pt x="934701" y="361742"/>
                  </a:lnTo>
                  <a:lnTo>
                    <a:pt x="935009" y="366765"/>
                  </a:lnTo>
                  <a:lnTo>
                    <a:pt x="935840" y="379339"/>
                  </a:lnTo>
                  <a:lnTo>
                    <a:pt x="936826" y="380374"/>
                  </a:lnTo>
                  <a:lnTo>
                    <a:pt x="940962" y="384707"/>
                  </a:lnTo>
                  <a:lnTo>
                    <a:pt x="946177" y="387227"/>
                  </a:lnTo>
                  <a:lnTo>
                    <a:pt x="948763" y="391283"/>
                  </a:lnTo>
                  <a:lnTo>
                    <a:pt x="950819" y="394504"/>
                  </a:lnTo>
                  <a:lnTo>
                    <a:pt x="955102" y="403289"/>
                  </a:lnTo>
                  <a:lnTo>
                    <a:pt x="954530" y="410114"/>
                  </a:lnTo>
                  <a:lnTo>
                    <a:pt x="953380" y="413346"/>
                  </a:lnTo>
                  <a:lnTo>
                    <a:pt x="957218" y="418176"/>
                  </a:lnTo>
                  <a:lnTo>
                    <a:pt x="961948" y="419850"/>
                  </a:lnTo>
                  <a:lnTo>
                    <a:pt x="960387" y="423035"/>
                  </a:lnTo>
                  <a:lnTo>
                    <a:pt x="964476" y="426231"/>
                  </a:lnTo>
                  <a:lnTo>
                    <a:pt x="966969" y="430673"/>
                  </a:lnTo>
                  <a:lnTo>
                    <a:pt x="966834" y="437108"/>
                  </a:lnTo>
                  <a:lnTo>
                    <a:pt x="971660" y="440366"/>
                  </a:lnTo>
                  <a:lnTo>
                    <a:pt x="972948" y="446935"/>
                  </a:lnTo>
                  <a:lnTo>
                    <a:pt x="973085" y="446918"/>
                  </a:lnTo>
                  <a:lnTo>
                    <a:pt x="976671" y="446459"/>
                  </a:lnTo>
                  <a:lnTo>
                    <a:pt x="977967" y="446293"/>
                  </a:lnTo>
                  <a:lnTo>
                    <a:pt x="977899" y="451221"/>
                  </a:lnTo>
                  <a:lnTo>
                    <a:pt x="979012" y="457833"/>
                  </a:lnTo>
                  <a:lnTo>
                    <a:pt x="978633" y="461607"/>
                  </a:lnTo>
                  <a:lnTo>
                    <a:pt x="978091" y="465236"/>
                  </a:lnTo>
                  <a:lnTo>
                    <a:pt x="979748" y="468805"/>
                  </a:lnTo>
                  <a:lnTo>
                    <a:pt x="978238" y="473000"/>
                  </a:lnTo>
                  <a:lnTo>
                    <a:pt x="977980" y="473717"/>
                  </a:lnTo>
                  <a:lnTo>
                    <a:pt x="977548" y="479512"/>
                  </a:lnTo>
                  <a:lnTo>
                    <a:pt x="974270" y="485348"/>
                  </a:lnTo>
                  <a:lnTo>
                    <a:pt x="973674" y="490467"/>
                  </a:lnTo>
                  <a:lnTo>
                    <a:pt x="969818" y="495496"/>
                  </a:lnTo>
                  <a:lnTo>
                    <a:pt x="970056" y="498306"/>
                  </a:lnTo>
                  <a:lnTo>
                    <a:pt x="966935" y="502672"/>
                  </a:lnTo>
                  <a:lnTo>
                    <a:pt x="968581" y="505884"/>
                  </a:lnTo>
                  <a:lnTo>
                    <a:pt x="969557" y="512439"/>
                  </a:lnTo>
                  <a:lnTo>
                    <a:pt x="967026" y="514998"/>
                  </a:lnTo>
                  <a:lnTo>
                    <a:pt x="966515" y="515513"/>
                  </a:lnTo>
                  <a:lnTo>
                    <a:pt x="965743" y="521383"/>
                  </a:lnTo>
                  <a:lnTo>
                    <a:pt x="970051" y="525785"/>
                  </a:lnTo>
                  <a:lnTo>
                    <a:pt x="969928" y="528527"/>
                  </a:lnTo>
                  <a:lnTo>
                    <a:pt x="969856" y="530154"/>
                  </a:lnTo>
                  <a:lnTo>
                    <a:pt x="970858" y="534528"/>
                  </a:lnTo>
                  <a:lnTo>
                    <a:pt x="971289" y="539800"/>
                  </a:lnTo>
                  <a:lnTo>
                    <a:pt x="971489" y="544847"/>
                  </a:lnTo>
                  <a:lnTo>
                    <a:pt x="971330" y="545030"/>
                  </a:lnTo>
                  <a:lnTo>
                    <a:pt x="968850" y="547873"/>
                  </a:lnTo>
                  <a:lnTo>
                    <a:pt x="964145" y="554016"/>
                  </a:lnTo>
                  <a:lnTo>
                    <a:pt x="962750" y="559329"/>
                  </a:lnTo>
                  <a:lnTo>
                    <a:pt x="961202" y="561367"/>
                  </a:lnTo>
                  <a:lnTo>
                    <a:pt x="959779" y="563238"/>
                  </a:lnTo>
                  <a:lnTo>
                    <a:pt x="955719" y="567741"/>
                  </a:lnTo>
                  <a:lnTo>
                    <a:pt x="958851" y="571094"/>
                  </a:lnTo>
                  <a:lnTo>
                    <a:pt x="961147" y="574188"/>
                  </a:lnTo>
                  <a:lnTo>
                    <a:pt x="963242" y="576935"/>
                  </a:lnTo>
                  <a:lnTo>
                    <a:pt x="961528" y="578062"/>
                  </a:lnTo>
                  <a:lnTo>
                    <a:pt x="953856" y="578324"/>
                  </a:lnTo>
                  <a:lnTo>
                    <a:pt x="946709" y="579774"/>
                  </a:lnTo>
                  <a:lnTo>
                    <a:pt x="938883" y="583299"/>
                  </a:lnTo>
                  <a:lnTo>
                    <a:pt x="924571" y="590692"/>
                  </a:lnTo>
                  <a:lnTo>
                    <a:pt x="923329" y="591332"/>
                  </a:lnTo>
                  <a:lnTo>
                    <a:pt x="913651" y="596302"/>
                  </a:lnTo>
                  <a:lnTo>
                    <a:pt x="906646" y="599983"/>
                  </a:lnTo>
                  <a:lnTo>
                    <a:pt x="901047" y="603540"/>
                  </a:lnTo>
                  <a:lnTo>
                    <a:pt x="896688" y="609136"/>
                  </a:lnTo>
                  <a:lnTo>
                    <a:pt x="897507" y="612346"/>
                  </a:lnTo>
                  <a:lnTo>
                    <a:pt x="891530" y="617221"/>
                  </a:lnTo>
                  <a:lnTo>
                    <a:pt x="875052" y="629524"/>
                  </a:lnTo>
                  <a:lnTo>
                    <a:pt x="868542" y="636159"/>
                  </a:lnTo>
                  <a:lnTo>
                    <a:pt x="867802" y="636912"/>
                  </a:lnTo>
                  <a:lnTo>
                    <a:pt x="862898" y="641007"/>
                  </a:lnTo>
                  <a:lnTo>
                    <a:pt x="855132" y="649122"/>
                  </a:lnTo>
                  <a:lnTo>
                    <a:pt x="848844" y="655309"/>
                  </a:lnTo>
                  <a:lnTo>
                    <a:pt x="844473" y="656172"/>
                  </a:lnTo>
                  <a:lnTo>
                    <a:pt x="839415" y="659396"/>
                  </a:lnTo>
                  <a:lnTo>
                    <a:pt x="833278" y="663299"/>
                  </a:lnTo>
                  <a:lnTo>
                    <a:pt x="826120" y="667899"/>
                  </a:lnTo>
                  <a:lnTo>
                    <a:pt x="816470" y="674336"/>
                  </a:lnTo>
                  <a:lnTo>
                    <a:pt x="802220" y="681625"/>
                  </a:lnTo>
                  <a:lnTo>
                    <a:pt x="787543" y="689705"/>
                  </a:lnTo>
                  <a:lnTo>
                    <a:pt x="777401" y="696917"/>
                  </a:lnTo>
                  <a:lnTo>
                    <a:pt x="773659" y="699989"/>
                  </a:lnTo>
                  <a:lnTo>
                    <a:pt x="772767" y="700720"/>
                  </a:lnTo>
                  <a:lnTo>
                    <a:pt x="768897" y="706412"/>
                  </a:lnTo>
                  <a:lnTo>
                    <a:pt x="754519" y="715162"/>
                  </a:lnTo>
                  <a:lnTo>
                    <a:pt x="747887" y="720435"/>
                  </a:lnTo>
                  <a:lnTo>
                    <a:pt x="742406" y="725302"/>
                  </a:lnTo>
                  <a:lnTo>
                    <a:pt x="737889" y="729835"/>
                  </a:lnTo>
                  <a:lnTo>
                    <a:pt x="735294" y="732435"/>
                  </a:lnTo>
                  <a:lnTo>
                    <a:pt x="726520" y="743294"/>
                  </a:lnTo>
                  <a:lnTo>
                    <a:pt x="723556" y="749580"/>
                  </a:lnTo>
                  <a:lnTo>
                    <a:pt x="723471" y="749761"/>
                  </a:lnTo>
                  <a:lnTo>
                    <a:pt x="720015" y="754062"/>
                  </a:lnTo>
                  <a:lnTo>
                    <a:pt x="716274" y="760148"/>
                  </a:lnTo>
                  <a:lnTo>
                    <a:pt x="710952" y="770680"/>
                  </a:lnTo>
                  <a:lnTo>
                    <a:pt x="710192" y="772410"/>
                  </a:lnTo>
                  <a:lnTo>
                    <a:pt x="707660" y="778171"/>
                  </a:lnTo>
                  <a:lnTo>
                    <a:pt x="704819" y="785448"/>
                  </a:lnTo>
                  <a:lnTo>
                    <a:pt x="701924" y="794953"/>
                  </a:lnTo>
                  <a:lnTo>
                    <a:pt x="701170" y="798408"/>
                  </a:lnTo>
                  <a:lnTo>
                    <a:pt x="700353" y="802148"/>
                  </a:lnTo>
                  <a:lnTo>
                    <a:pt x="699140" y="817227"/>
                  </a:lnTo>
                  <a:lnTo>
                    <a:pt x="700438" y="832202"/>
                  </a:lnTo>
                  <a:lnTo>
                    <a:pt x="704302" y="847902"/>
                  </a:lnTo>
                  <a:lnTo>
                    <a:pt x="707295" y="856534"/>
                  </a:lnTo>
                  <a:lnTo>
                    <a:pt x="710169" y="864803"/>
                  </a:lnTo>
                  <a:lnTo>
                    <a:pt x="712465" y="872642"/>
                  </a:lnTo>
                  <a:lnTo>
                    <a:pt x="715097" y="881615"/>
                  </a:lnTo>
                  <a:lnTo>
                    <a:pt x="718617" y="900691"/>
                  </a:lnTo>
                  <a:lnTo>
                    <a:pt x="719308" y="906257"/>
                  </a:lnTo>
                  <a:lnTo>
                    <a:pt x="719917" y="910235"/>
                  </a:lnTo>
                  <a:lnTo>
                    <a:pt x="719091" y="912162"/>
                  </a:lnTo>
                  <a:lnTo>
                    <a:pt x="715071" y="911270"/>
                  </a:lnTo>
                  <a:lnTo>
                    <a:pt x="709554" y="913630"/>
                  </a:lnTo>
                  <a:lnTo>
                    <a:pt x="704724" y="914835"/>
                  </a:lnTo>
                  <a:lnTo>
                    <a:pt x="702574" y="916676"/>
                  </a:lnTo>
                  <a:lnTo>
                    <a:pt x="703112" y="919545"/>
                  </a:lnTo>
                  <a:lnTo>
                    <a:pt x="702157" y="922044"/>
                  </a:lnTo>
                  <a:lnTo>
                    <a:pt x="698202" y="922138"/>
                  </a:lnTo>
                  <a:lnTo>
                    <a:pt x="695575" y="918867"/>
                  </a:lnTo>
                  <a:lnTo>
                    <a:pt x="692227" y="918901"/>
                  </a:lnTo>
                  <a:lnTo>
                    <a:pt x="688489" y="915570"/>
                  </a:lnTo>
                  <a:lnTo>
                    <a:pt x="685311" y="914127"/>
                  </a:lnTo>
                  <a:lnTo>
                    <a:pt x="680305" y="908354"/>
                  </a:lnTo>
                  <a:lnTo>
                    <a:pt x="676066" y="907018"/>
                  </a:lnTo>
                  <a:lnTo>
                    <a:pt x="671152" y="906399"/>
                  </a:lnTo>
                  <a:lnTo>
                    <a:pt x="668221" y="904489"/>
                  </a:lnTo>
                  <a:lnTo>
                    <a:pt x="662907" y="904402"/>
                  </a:lnTo>
                  <a:lnTo>
                    <a:pt x="662199" y="904390"/>
                  </a:lnTo>
                  <a:lnTo>
                    <a:pt x="656396" y="904396"/>
                  </a:lnTo>
                  <a:lnTo>
                    <a:pt x="651107" y="904152"/>
                  </a:lnTo>
                  <a:lnTo>
                    <a:pt x="648901" y="906142"/>
                  </a:lnTo>
                  <a:lnTo>
                    <a:pt x="645638" y="905001"/>
                  </a:lnTo>
                  <a:lnTo>
                    <a:pt x="644766" y="904695"/>
                  </a:lnTo>
                  <a:lnTo>
                    <a:pt x="640139" y="905082"/>
                  </a:lnTo>
                  <a:lnTo>
                    <a:pt x="636365" y="905131"/>
                  </a:lnTo>
                  <a:lnTo>
                    <a:pt x="632237" y="903758"/>
                  </a:lnTo>
                  <a:lnTo>
                    <a:pt x="627893" y="900668"/>
                  </a:lnTo>
                  <a:lnTo>
                    <a:pt x="621197" y="896684"/>
                  </a:lnTo>
                  <a:lnTo>
                    <a:pt x="616722" y="893217"/>
                  </a:lnTo>
                  <a:lnTo>
                    <a:pt x="611877" y="891956"/>
                  </a:lnTo>
                  <a:lnTo>
                    <a:pt x="606098" y="890297"/>
                  </a:lnTo>
                  <a:lnTo>
                    <a:pt x="604746" y="889661"/>
                  </a:lnTo>
                  <a:lnTo>
                    <a:pt x="603129" y="888900"/>
                  </a:lnTo>
                  <a:lnTo>
                    <a:pt x="599920" y="890330"/>
                  </a:lnTo>
                  <a:lnTo>
                    <a:pt x="596356" y="887835"/>
                  </a:lnTo>
                  <a:lnTo>
                    <a:pt x="589883" y="882691"/>
                  </a:lnTo>
                  <a:lnTo>
                    <a:pt x="587672" y="879036"/>
                  </a:lnTo>
                  <a:lnTo>
                    <a:pt x="581072" y="880141"/>
                  </a:lnTo>
                  <a:lnTo>
                    <a:pt x="575716" y="877070"/>
                  </a:lnTo>
                  <a:lnTo>
                    <a:pt x="569854" y="875588"/>
                  </a:lnTo>
                  <a:lnTo>
                    <a:pt x="565939" y="876968"/>
                  </a:lnTo>
                  <a:lnTo>
                    <a:pt x="563637" y="874433"/>
                  </a:lnTo>
                  <a:lnTo>
                    <a:pt x="565119" y="870060"/>
                  </a:lnTo>
                  <a:lnTo>
                    <a:pt x="564045" y="868063"/>
                  </a:lnTo>
                  <a:lnTo>
                    <a:pt x="558771" y="863859"/>
                  </a:lnTo>
                  <a:lnTo>
                    <a:pt x="558331" y="862160"/>
                  </a:lnTo>
                  <a:lnTo>
                    <a:pt x="556405" y="854716"/>
                  </a:lnTo>
                  <a:lnTo>
                    <a:pt x="555701" y="848849"/>
                  </a:lnTo>
                  <a:lnTo>
                    <a:pt x="553020" y="843412"/>
                  </a:lnTo>
                  <a:lnTo>
                    <a:pt x="550928" y="838704"/>
                  </a:lnTo>
                  <a:lnTo>
                    <a:pt x="546165" y="835598"/>
                  </a:lnTo>
                  <a:lnTo>
                    <a:pt x="543603" y="831389"/>
                  </a:lnTo>
                  <a:lnTo>
                    <a:pt x="541515" y="826805"/>
                  </a:lnTo>
                  <a:lnTo>
                    <a:pt x="536813" y="823083"/>
                  </a:lnTo>
                  <a:lnTo>
                    <a:pt x="537157" y="816129"/>
                  </a:lnTo>
                  <a:lnTo>
                    <a:pt x="538085" y="811623"/>
                  </a:lnTo>
                  <a:lnTo>
                    <a:pt x="536860" y="806107"/>
                  </a:lnTo>
                  <a:lnTo>
                    <a:pt x="535622" y="802768"/>
                  </a:lnTo>
                  <a:lnTo>
                    <a:pt x="535424" y="802236"/>
                  </a:lnTo>
                  <a:lnTo>
                    <a:pt x="533484" y="799967"/>
                  </a:lnTo>
                  <a:lnTo>
                    <a:pt x="530213" y="799029"/>
                  </a:lnTo>
                  <a:lnTo>
                    <a:pt x="533468" y="789859"/>
                  </a:lnTo>
                  <a:lnTo>
                    <a:pt x="532858" y="786495"/>
                  </a:lnTo>
                  <a:lnTo>
                    <a:pt x="532649" y="782281"/>
                  </a:lnTo>
                  <a:lnTo>
                    <a:pt x="530243" y="782432"/>
                  </a:lnTo>
                  <a:lnTo>
                    <a:pt x="530070" y="775434"/>
                  </a:lnTo>
                  <a:lnTo>
                    <a:pt x="527975" y="772507"/>
                  </a:lnTo>
                  <a:lnTo>
                    <a:pt x="522684" y="770794"/>
                  </a:lnTo>
                  <a:lnTo>
                    <a:pt x="516429" y="769058"/>
                  </a:lnTo>
                  <a:lnTo>
                    <a:pt x="512208" y="763723"/>
                  </a:lnTo>
                  <a:lnTo>
                    <a:pt x="508842" y="761605"/>
                  </a:lnTo>
                  <a:lnTo>
                    <a:pt x="505479" y="758423"/>
                  </a:lnTo>
                  <a:lnTo>
                    <a:pt x="502895" y="754503"/>
                  </a:lnTo>
                  <a:lnTo>
                    <a:pt x="500823" y="750122"/>
                  </a:lnTo>
                  <a:lnTo>
                    <a:pt x="499802" y="746447"/>
                  </a:lnTo>
                  <a:lnTo>
                    <a:pt x="498656" y="742164"/>
                  </a:lnTo>
                  <a:lnTo>
                    <a:pt x="494552" y="740183"/>
                  </a:lnTo>
                  <a:lnTo>
                    <a:pt x="491148" y="733087"/>
                  </a:lnTo>
                  <a:lnTo>
                    <a:pt x="487520" y="728625"/>
                  </a:lnTo>
                  <a:lnTo>
                    <a:pt x="479846" y="723914"/>
                  </a:lnTo>
                  <a:lnTo>
                    <a:pt x="478057" y="722398"/>
                  </a:lnTo>
                  <a:lnTo>
                    <a:pt x="472631" y="717794"/>
                  </a:lnTo>
                  <a:lnTo>
                    <a:pt x="471096" y="713410"/>
                  </a:lnTo>
                  <a:lnTo>
                    <a:pt x="468568" y="708143"/>
                  </a:lnTo>
                  <a:lnTo>
                    <a:pt x="467295" y="702534"/>
                  </a:lnTo>
                  <a:lnTo>
                    <a:pt x="464894" y="698211"/>
                  </a:lnTo>
                  <a:lnTo>
                    <a:pt x="463315" y="694882"/>
                  </a:lnTo>
                  <a:lnTo>
                    <a:pt x="462684" y="689717"/>
                  </a:lnTo>
                  <a:lnTo>
                    <a:pt x="458730" y="686152"/>
                  </a:lnTo>
                  <a:lnTo>
                    <a:pt x="454755" y="682235"/>
                  </a:lnTo>
                  <a:lnTo>
                    <a:pt x="454289" y="677510"/>
                  </a:lnTo>
                  <a:lnTo>
                    <a:pt x="452279" y="673486"/>
                  </a:lnTo>
                  <a:lnTo>
                    <a:pt x="452081" y="669811"/>
                  </a:lnTo>
                  <a:lnTo>
                    <a:pt x="448935" y="667180"/>
                  </a:lnTo>
                  <a:lnTo>
                    <a:pt x="445090" y="661327"/>
                  </a:lnTo>
                  <a:lnTo>
                    <a:pt x="443596" y="656716"/>
                  </a:lnTo>
                  <a:lnTo>
                    <a:pt x="442620" y="650291"/>
                  </a:lnTo>
                  <a:lnTo>
                    <a:pt x="441803" y="645798"/>
                  </a:lnTo>
                  <a:lnTo>
                    <a:pt x="441548" y="644394"/>
                  </a:lnTo>
                  <a:lnTo>
                    <a:pt x="437509" y="641830"/>
                  </a:lnTo>
                  <a:lnTo>
                    <a:pt x="434064" y="638404"/>
                  </a:lnTo>
                  <a:lnTo>
                    <a:pt x="432336" y="633279"/>
                  </a:lnTo>
                  <a:lnTo>
                    <a:pt x="431864" y="632834"/>
                  </a:lnTo>
                  <a:lnTo>
                    <a:pt x="428302" y="629471"/>
                  </a:lnTo>
                  <a:lnTo>
                    <a:pt x="425402" y="626300"/>
                  </a:lnTo>
                  <a:lnTo>
                    <a:pt x="417112" y="621417"/>
                  </a:lnTo>
                  <a:lnTo>
                    <a:pt x="412253" y="613139"/>
                  </a:lnTo>
                  <a:lnTo>
                    <a:pt x="406349" y="611781"/>
                  </a:lnTo>
                  <a:lnTo>
                    <a:pt x="402172" y="607691"/>
                  </a:lnTo>
                  <a:lnTo>
                    <a:pt x="397417" y="607619"/>
                  </a:lnTo>
                  <a:lnTo>
                    <a:pt x="393609" y="602593"/>
                  </a:lnTo>
                  <a:lnTo>
                    <a:pt x="393541" y="597172"/>
                  </a:lnTo>
                  <a:lnTo>
                    <a:pt x="388997" y="595089"/>
                  </a:lnTo>
                  <a:lnTo>
                    <a:pt x="386532" y="588658"/>
                  </a:lnTo>
                  <a:lnTo>
                    <a:pt x="382527" y="586728"/>
                  </a:lnTo>
                  <a:lnTo>
                    <a:pt x="378741" y="586240"/>
                  </a:lnTo>
                  <a:lnTo>
                    <a:pt x="374332" y="583565"/>
                  </a:lnTo>
                  <a:lnTo>
                    <a:pt x="367201" y="585980"/>
                  </a:lnTo>
                  <a:lnTo>
                    <a:pt x="362657" y="585676"/>
                  </a:lnTo>
                  <a:lnTo>
                    <a:pt x="359060" y="584637"/>
                  </a:lnTo>
                  <a:lnTo>
                    <a:pt x="355432" y="583587"/>
                  </a:lnTo>
                  <a:lnTo>
                    <a:pt x="350410" y="583147"/>
                  </a:lnTo>
                  <a:lnTo>
                    <a:pt x="343514" y="581844"/>
                  </a:lnTo>
                  <a:lnTo>
                    <a:pt x="339257" y="582165"/>
                  </a:lnTo>
                  <a:lnTo>
                    <a:pt x="335288" y="583416"/>
                  </a:lnTo>
                  <a:lnTo>
                    <a:pt x="332094" y="582867"/>
                  </a:lnTo>
                  <a:lnTo>
                    <a:pt x="328638" y="580442"/>
                  </a:lnTo>
                  <a:lnTo>
                    <a:pt x="323665" y="578239"/>
                  </a:lnTo>
                  <a:lnTo>
                    <a:pt x="318108" y="575146"/>
                  </a:lnTo>
                  <a:lnTo>
                    <a:pt x="316780" y="575584"/>
                  </a:lnTo>
                  <a:lnTo>
                    <a:pt x="314386" y="576372"/>
                  </a:lnTo>
                  <a:lnTo>
                    <a:pt x="312805" y="579950"/>
                  </a:lnTo>
                  <a:lnTo>
                    <a:pt x="310911" y="584633"/>
                  </a:lnTo>
                  <a:lnTo>
                    <a:pt x="305145" y="583241"/>
                  </a:lnTo>
                  <a:lnTo>
                    <a:pt x="301812" y="583103"/>
                  </a:lnTo>
                  <a:lnTo>
                    <a:pt x="298825" y="585429"/>
                  </a:lnTo>
                  <a:lnTo>
                    <a:pt x="294105" y="585650"/>
                  </a:lnTo>
                  <a:lnTo>
                    <a:pt x="289179" y="586356"/>
                  </a:lnTo>
                  <a:lnTo>
                    <a:pt x="287797" y="591647"/>
                  </a:lnTo>
                  <a:lnTo>
                    <a:pt x="284240" y="596249"/>
                  </a:lnTo>
                  <a:lnTo>
                    <a:pt x="281101" y="601799"/>
                  </a:lnTo>
                  <a:lnTo>
                    <a:pt x="278639" y="604672"/>
                  </a:lnTo>
                  <a:lnTo>
                    <a:pt x="276750" y="611350"/>
                  </a:lnTo>
                  <a:lnTo>
                    <a:pt x="277133" y="615222"/>
                  </a:lnTo>
                  <a:lnTo>
                    <a:pt x="273399" y="619198"/>
                  </a:lnTo>
                  <a:lnTo>
                    <a:pt x="271773" y="624754"/>
                  </a:lnTo>
                  <a:lnTo>
                    <a:pt x="273170" y="628727"/>
                  </a:lnTo>
                  <a:lnTo>
                    <a:pt x="269484" y="633000"/>
                  </a:lnTo>
                  <a:lnTo>
                    <a:pt x="263436" y="635339"/>
                  </a:lnTo>
                  <a:lnTo>
                    <a:pt x="260219" y="640251"/>
                  </a:lnTo>
                  <a:lnTo>
                    <a:pt x="257052" y="641633"/>
                  </a:lnTo>
                  <a:lnTo>
                    <a:pt x="255055" y="646641"/>
                  </a:lnTo>
                  <a:lnTo>
                    <a:pt x="252911" y="650427"/>
                  </a:lnTo>
                  <a:lnTo>
                    <a:pt x="245169" y="649333"/>
                  </a:lnTo>
                  <a:lnTo>
                    <a:pt x="241040" y="649989"/>
                  </a:lnTo>
                  <a:lnTo>
                    <a:pt x="234933" y="646582"/>
                  </a:lnTo>
                  <a:lnTo>
                    <a:pt x="227298" y="642147"/>
                  </a:lnTo>
                  <a:lnTo>
                    <a:pt x="222743" y="637287"/>
                  </a:lnTo>
                  <a:lnTo>
                    <a:pt x="217633" y="634551"/>
                  </a:lnTo>
                  <a:lnTo>
                    <a:pt x="212492" y="632552"/>
                  </a:lnTo>
                  <a:lnTo>
                    <a:pt x="207607" y="630571"/>
                  </a:lnTo>
                  <a:lnTo>
                    <a:pt x="202889" y="624665"/>
                  </a:lnTo>
                  <a:lnTo>
                    <a:pt x="202524" y="624499"/>
                  </a:lnTo>
                  <a:lnTo>
                    <a:pt x="197770" y="622337"/>
                  </a:lnTo>
                  <a:lnTo>
                    <a:pt x="188755" y="620707"/>
                  </a:lnTo>
                  <a:lnTo>
                    <a:pt x="182721" y="617414"/>
                  </a:lnTo>
                  <a:lnTo>
                    <a:pt x="176163" y="612581"/>
                  </a:lnTo>
                  <a:lnTo>
                    <a:pt x="173440" y="608736"/>
                  </a:lnTo>
                  <a:lnTo>
                    <a:pt x="169981" y="603834"/>
                  </a:lnTo>
                  <a:lnTo>
                    <a:pt x="164048" y="599802"/>
                  </a:lnTo>
                  <a:lnTo>
                    <a:pt x="159356" y="597949"/>
                  </a:lnTo>
                  <a:lnTo>
                    <a:pt x="153392" y="592408"/>
                  </a:lnTo>
                  <a:lnTo>
                    <a:pt x="146999" y="585817"/>
                  </a:lnTo>
                  <a:lnTo>
                    <a:pt x="145389" y="577572"/>
                  </a:lnTo>
                  <a:lnTo>
                    <a:pt x="141619" y="570975"/>
                  </a:lnTo>
                  <a:lnTo>
                    <a:pt x="137831" y="565006"/>
                  </a:lnTo>
                  <a:lnTo>
                    <a:pt x="137146" y="558151"/>
                  </a:lnTo>
                  <a:lnTo>
                    <a:pt x="135877" y="555118"/>
                  </a:lnTo>
                  <a:lnTo>
                    <a:pt x="137114" y="547997"/>
                  </a:lnTo>
                  <a:lnTo>
                    <a:pt x="136724" y="538941"/>
                  </a:lnTo>
                  <a:lnTo>
                    <a:pt x="134065" y="534668"/>
                  </a:lnTo>
                  <a:lnTo>
                    <a:pt x="132632" y="530981"/>
                  </a:lnTo>
                  <a:lnTo>
                    <a:pt x="128176" y="524736"/>
                  </a:lnTo>
                  <a:lnTo>
                    <a:pt x="125598" y="522865"/>
                  </a:lnTo>
                  <a:lnTo>
                    <a:pt x="125101" y="516931"/>
                  </a:lnTo>
                  <a:lnTo>
                    <a:pt x="123951" y="510245"/>
                  </a:lnTo>
                  <a:lnTo>
                    <a:pt x="121574" y="504077"/>
                  </a:lnTo>
                  <a:lnTo>
                    <a:pt x="118033" y="503404"/>
                  </a:lnTo>
                  <a:lnTo>
                    <a:pt x="117458" y="501765"/>
                  </a:lnTo>
                  <a:lnTo>
                    <a:pt x="116103" y="497897"/>
                  </a:lnTo>
                  <a:lnTo>
                    <a:pt x="111561" y="496444"/>
                  </a:lnTo>
                  <a:lnTo>
                    <a:pt x="108997" y="493469"/>
                  </a:lnTo>
                  <a:lnTo>
                    <a:pt x="104509" y="489899"/>
                  </a:lnTo>
                  <a:lnTo>
                    <a:pt x="100308" y="485791"/>
                  </a:lnTo>
                  <a:lnTo>
                    <a:pt x="93144" y="484020"/>
                  </a:lnTo>
                  <a:lnTo>
                    <a:pt x="87344" y="480540"/>
                  </a:lnTo>
                  <a:lnTo>
                    <a:pt x="87109" y="477410"/>
                  </a:lnTo>
                  <a:lnTo>
                    <a:pt x="80726" y="472299"/>
                  </a:lnTo>
                  <a:lnTo>
                    <a:pt x="75743" y="467911"/>
                  </a:lnTo>
                  <a:lnTo>
                    <a:pt x="74303" y="463904"/>
                  </a:lnTo>
                  <a:lnTo>
                    <a:pt x="71028" y="458218"/>
                  </a:lnTo>
                  <a:lnTo>
                    <a:pt x="65062" y="454546"/>
                  </a:lnTo>
                  <a:lnTo>
                    <a:pt x="60441" y="451592"/>
                  </a:lnTo>
                  <a:lnTo>
                    <a:pt x="59038" y="448433"/>
                  </a:lnTo>
                  <a:lnTo>
                    <a:pt x="53871" y="440592"/>
                  </a:lnTo>
                  <a:lnTo>
                    <a:pt x="48863" y="437638"/>
                  </a:lnTo>
                  <a:lnTo>
                    <a:pt x="47946" y="433584"/>
                  </a:lnTo>
                  <a:lnTo>
                    <a:pt x="44894" y="431370"/>
                  </a:lnTo>
                  <a:lnTo>
                    <a:pt x="44284" y="430927"/>
                  </a:lnTo>
                  <a:lnTo>
                    <a:pt x="38695" y="429992"/>
                  </a:lnTo>
                  <a:lnTo>
                    <a:pt x="31886" y="424512"/>
                  </a:lnTo>
                  <a:lnTo>
                    <a:pt x="27640" y="419251"/>
                  </a:lnTo>
                  <a:lnTo>
                    <a:pt x="24629" y="414807"/>
                  </a:lnTo>
                  <a:lnTo>
                    <a:pt x="23260" y="409644"/>
                  </a:lnTo>
                  <a:lnTo>
                    <a:pt x="20827" y="405183"/>
                  </a:lnTo>
                  <a:lnTo>
                    <a:pt x="18809" y="401479"/>
                  </a:lnTo>
                  <a:lnTo>
                    <a:pt x="15490" y="397646"/>
                  </a:lnTo>
                  <a:lnTo>
                    <a:pt x="11841" y="396713"/>
                  </a:lnTo>
                  <a:lnTo>
                    <a:pt x="10510" y="397636"/>
                  </a:lnTo>
                  <a:lnTo>
                    <a:pt x="7475" y="394338"/>
                  </a:lnTo>
                  <a:lnTo>
                    <a:pt x="3710" y="391380"/>
                  </a:lnTo>
                  <a:lnTo>
                    <a:pt x="0" y="3860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625656" y="3324361"/>
              <a:ext cx="380250" cy="478120"/>
            </a:xfrm>
            <a:custGeom>
              <a:avLst/>
              <a:pathLst>
                <a:path w="380250" h="478120">
                  <a:moveTo>
                    <a:pt x="8047" y="377998"/>
                  </a:moveTo>
                  <a:lnTo>
                    <a:pt x="10019" y="365844"/>
                  </a:lnTo>
                  <a:lnTo>
                    <a:pt x="12004" y="354208"/>
                  </a:lnTo>
                  <a:lnTo>
                    <a:pt x="15643" y="331173"/>
                  </a:lnTo>
                  <a:lnTo>
                    <a:pt x="17014" y="322453"/>
                  </a:lnTo>
                  <a:lnTo>
                    <a:pt x="19138" y="309138"/>
                  </a:lnTo>
                  <a:lnTo>
                    <a:pt x="21455" y="294627"/>
                  </a:lnTo>
                  <a:lnTo>
                    <a:pt x="22943" y="285643"/>
                  </a:lnTo>
                  <a:lnTo>
                    <a:pt x="25818" y="268314"/>
                  </a:lnTo>
                  <a:lnTo>
                    <a:pt x="27506" y="257377"/>
                  </a:lnTo>
                  <a:lnTo>
                    <a:pt x="34522" y="214803"/>
                  </a:lnTo>
                  <a:lnTo>
                    <a:pt x="35114" y="211114"/>
                  </a:lnTo>
                  <a:lnTo>
                    <a:pt x="38595" y="189446"/>
                  </a:lnTo>
                  <a:lnTo>
                    <a:pt x="40200" y="179807"/>
                  </a:lnTo>
                  <a:lnTo>
                    <a:pt x="42956" y="163292"/>
                  </a:lnTo>
                  <a:lnTo>
                    <a:pt x="43225" y="161652"/>
                  </a:lnTo>
                  <a:lnTo>
                    <a:pt x="47211" y="137410"/>
                  </a:lnTo>
                  <a:lnTo>
                    <a:pt x="48631" y="129017"/>
                  </a:lnTo>
                  <a:lnTo>
                    <a:pt x="52036" y="109181"/>
                  </a:lnTo>
                  <a:lnTo>
                    <a:pt x="56020" y="85620"/>
                  </a:lnTo>
                  <a:lnTo>
                    <a:pt x="59034" y="67721"/>
                  </a:lnTo>
                  <a:lnTo>
                    <a:pt x="63181" y="43270"/>
                  </a:lnTo>
                  <a:lnTo>
                    <a:pt x="66973" y="20692"/>
                  </a:lnTo>
                  <a:lnTo>
                    <a:pt x="70321" y="0"/>
                  </a:lnTo>
                  <a:lnTo>
                    <a:pt x="84475" y="2895"/>
                  </a:lnTo>
                  <a:lnTo>
                    <a:pt x="104993" y="5942"/>
                  </a:lnTo>
                  <a:lnTo>
                    <a:pt x="120785" y="8296"/>
                  </a:lnTo>
                  <a:lnTo>
                    <a:pt x="136683" y="10694"/>
                  </a:lnTo>
                  <a:lnTo>
                    <a:pt x="159154" y="14068"/>
                  </a:lnTo>
                  <a:lnTo>
                    <a:pt x="183606" y="17764"/>
                  </a:lnTo>
                  <a:lnTo>
                    <a:pt x="190329" y="18981"/>
                  </a:lnTo>
                  <a:lnTo>
                    <a:pt x="193492" y="19549"/>
                  </a:lnTo>
                  <a:lnTo>
                    <a:pt x="216427" y="22768"/>
                  </a:lnTo>
                  <a:lnTo>
                    <a:pt x="231964" y="24962"/>
                  </a:lnTo>
                  <a:lnTo>
                    <a:pt x="234294" y="25287"/>
                  </a:lnTo>
                  <a:lnTo>
                    <a:pt x="240527" y="26062"/>
                  </a:lnTo>
                  <a:lnTo>
                    <a:pt x="261486" y="28894"/>
                  </a:lnTo>
                  <a:lnTo>
                    <a:pt x="256753" y="65380"/>
                  </a:lnTo>
                  <a:lnTo>
                    <a:pt x="256594" y="66615"/>
                  </a:lnTo>
                  <a:lnTo>
                    <a:pt x="254226" y="84329"/>
                  </a:lnTo>
                  <a:lnTo>
                    <a:pt x="252993" y="93763"/>
                  </a:lnTo>
                  <a:lnTo>
                    <a:pt x="250134" y="115703"/>
                  </a:lnTo>
                  <a:lnTo>
                    <a:pt x="261489" y="117275"/>
                  </a:lnTo>
                  <a:lnTo>
                    <a:pt x="283098" y="120200"/>
                  </a:lnTo>
                  <a:lnTo>
                    <a:pt x="310339" y="123576"/>
                  </a:lnTo>
                  <a:lnTo>
                    <a:pt x="315107" y="124146"/>
                  </a:lnTo>
                  <a:lnTo>
                    <a:pt x="318221" y="124517"/>
                  </a:lnTo>
                  <a:lnTo>
                    <a:pt x="336825" y="126691"/>
                  </a:lnTo>
                  <a:lnTo>
                    <a:pt x="367159" y="129957"/>
                  </a:lnTo>
                  <a:lnTo>
                    <a:pt x="380250" y="131451"/>
                  </a:lnTo>
                  <a:lnTo>
                    <a:pt x="378751" y="146593"/>
                  </a:lnTo>
                  <a:lnTo>
                    <a:pt x="377265" y="160763"/>
                  </a:lnTo>
                  <a:lnTo>
                    <a:pt x="377183" y="161543"/>
                  </a:lnTo>
                  <a:lnTo>
                    <a:pt x="373085" y="198871"/>
                  </a:lnTo>
                  <a:lnTo>
                    <a:pt x="372689" y="202492"/>
                  </a:lnTo>
                  <a:lnTo>
                    <a:pt x="369936" y="229001"/>
                  </a:lnTo>
                  <a:lnTo>
                    <a:pt x="367979" y="247585"/>
                  </a:lnTo>
                  <a:lnTo>
                    <a:pt x="366498" y="261683"/>
                  </a:lnTo>
                  <a:lnTo>
                    <a:pt x="365308" y="273037"/>
                  </a:lnTo>
                  <a:lnTo>
                    <a:pt x="363129" y="293878"/>
                  </a:lnTo>
                  <a:lnTo>
                    <a:pt x="356971" y="348051"/>
                  </a:lnTo>
                  <a:lnTo>
                    <a:pt x="354973" y="367494"/>
                  </a:lnTo>
                  <a:lnTo>
                    <a:pt x="355238" y="377225"/>
                  </a:lnTo>
                  <a:lnTo>
                    <a:pt x="355133" y="378235"/>
                  </a:lnTo>
                  <a:lnTo>
                    <a:pt x="352683" y="401779"/>
                  </a:lnTo>
                  <a:lnTo>
                    <a:pt x="349130" y="436081"/>
                  </a:lnTo>
                  <a:lnTo>
                    <a:pt x="344802" y="478120"/>
                  </a:lnTo>
                  <a:lnTo>
                    <a:pt x="313658" y="474656"/>
                  </a:lnTo>
                  <a:lnTo>
                    <a:pt x="278709" y="470668"/>
                  </a:lnTo>
                  <a:lnTo>
                    <a:pt x="246276" y="466679"/>
                  </a:lnTo>
                  <a:lnTo>
                    <a:pt x="226967" y="463760"/>
                  </a:lnTo>
                  <a:lnTo>
                    <a:pt x="205172" y="460973"/>
                  </a:lnTo>
                  <a:lnTo>
                    <a:pt x="192448" y="459412"/>
                  </a:lnTo>
                  <a:lnTo>
                    <a:pt x="190548" y="459176"/>
                  </a:lnTo>
                  <a:lnTo>
                    <a:pt x="181764" y="457888"/>
                  </a:lnTo>
                  <a:lnTo>
                    <a:pt x="181272" y="457821"/>
                  </a:lnTo>
                  <a:lnTo>
                    <a:pt x="116224" y="448549"/>
                  </a:lnTo>
                  <a:lnTo>
                    <a:pt x="103782" y="446706"/>
                  </a:lnTo>
                  <a:lnTo>
                    <a:pt x="103333" y="446639"/>
                  </a:lnTo>
                  <a:lnTo>
                    <a:pt x="83781" y="443677"/>
                  </a:lnTo>
                  <a:lnTo>
                    <a:pt x="78992" y="442941"/>
                  </a:lnTo>
                  <a:lnTo>
                    <a:pt x="74369" y="442227"/>
                  </a:lnTo>
                  <a:lnTo>
                    <a:pt x="5797" y="431086"/>
                  </a:lnTo>
                  <a:lnTo>
                    <a:pt x="0" y="430070"/>
                  </a:lnTo>
                  <a:lnTo>
                    <a:pt x="1107" y="422476"/>
                  </a:lnTo>
                  <a:lnTo>
                    <a:pt x="3739" y="405587"/>
                  </a:lnTo>
                  <a:lnTo>
                    <a:pt x="6500" y="3877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47186" y="3510609"/>
              <a:ext cx="34705" cy="93306"/>
            </a:xfrm>
            <a:custGeom>
              <a:avLst/>
              <a:pathLst>
                <a:path w="34705" h="93306">
                  <a:moveTo>
                    <a:pt x="934" y="78032"/>
                  </a:moveTo>
                  <a:lnTo>
                    <a:pt x="1497" y="70587"/>
                  </a:lnTo>
                  <a:lnTo>
                    <a:pt x="434" y="63917"/>
                  </a:lnTo>
                  <a:lnTo>
                    <a:pt x="54" y="54492"/>
                  </a:lnTo>
                  <a:lnTo>
                    <a:pt x="0" y="53153"/>
                  </a:lnTo>
                  <a:lnTo>
                    <a:pt x="1126" y="46256"/>
                  </a:lnTo>
                  <a:lnTo>
                    <a:pt x="2131" y="39750"/>
                  </a:lnTo>
                  <a:lnTo>
                    <a:pt x="4131" y="34892"/>
                  </a:lnTo>
                  <a:lnTo>
                    <a:pt x="2755" y="31442"/>
                  </a:lnTo>
                  <a:lnTo>
                    <a:pt x="7547" y="27706"/>
                  </a:lnTo>
                  <a:lnTo>
                    <a:pt x="8922" y="24251"/>
                  </a:lnTo>
                  <a:lnTo>
                    <a:pt x="4072" y="20753"/>
                  </a:lnTo>
                  <a:lnTo>
                    <a:pt x="8707" y="15039"/>
                  </a:lnTo>
                  <a:lnTo>
                    <a:pt x="10638" y="10465"/>
                  </a:lnTo>
                  <a:lnTo>
                    <a:pt x="34705" y="0"/>
                  </a:lnTo>
                  <a:lnTo>
                    <a:pt x="31603" y="13116"/>
                  </a:lnTo>
                  <a:lnTo>
                    <a:pt x="29898" y="17621"/>
                  </a:lnTo>
                  <a:lnTo>
                    <a:pt x="25674" y="17307"/>
                  </a:lnTo>
                  <a:lnTo>
                    <a:pt x="23271" y="21433"/>
                  </a:lnTo>
                  <a:lnTo>
                    <a:pt x="21178" y="29818"/>
                  </a:lnTo>
                  <a:lnTo>
                    <a:pt x="20563" y="37802"/>
                  </a:lnTo>
                  <a:lnTo>
                    <a:pt x="20353" y="42809"/>
                  </a:lnTo>
                  <a:lnTo>
                    <a:pt x="21935" y="46783"/>
                  </a:lnTo>
                  <a:lnTo>
                    <a:pt x="19475" y="54597"/>
                  </a:lnTo>
                  <a:lnTo>
                    <a:pt x="20349" y="55835"/>
                  </a:lnTo>
                  <a:lnTo>
                    <a:pt x="21173" y="57002"/>
                  </a:lnTo>
                  <a:lnTo>
                    <a:pt x="18915" y="64904"/>
                  </a:lnTo>
                  <a:lnTo>
                    <a:pt x="18802" y="68394"/>
                  </a:lnTo>
                  <a:lnTo>
                    <a:pt x="16863" y="72488"/>
                  </a:lnTo>
                  <a:lnTo>
                    <a:pt x="16950" y="77051"/>
                  </a:lnTo>
                  <a:lnTo>
                    <a:pt x="16730" y="82033"/>
                  </a:lnTo>
                  <a:lnTo>
                    <a:pt x="13200" y="90004"/>
                  </a:lnTo>
                  <a:lnTo>
                    <a:pt x="10876" y="93306"/>
                  </a:lnTo>
                  <a:lnTo>
                    <a:pt x="8168" y="93127"/>
                  </a:lnTo>
                  <a:lnTo>
                    <a:pt x="4880" y="860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46776" y="3447229"/>
              <a:ext cx="528659" cy="327713"/>
            </a:xfrm>
            <a:custGeom>
              <a:avLst/>
              <a:pathLst>
                <a:path w="528659" h="327713">
                  <a:moveTo>
                    <a:pt x="3651" y="324038"/>
                  </a:moveTo>
                  <a:lnTo>
                    <a:pt x="9128" y="320098"/>
                  </a:lnTo>
                  <a:lnTo>
                    <a:pt x="13649" y="319178"/>
                  </a:lnTo>
                  <a:lnTo>
                    <a:pt x="15319" y="318837"/>
                  </a:lnTo>
                  <a:lnTo>
                    <a:pt x="18442" y="316391"/>
                  </a:lnTo>
                  <a:lnTo>
                    <a:pt x="28024" y="310859"/>
                  </a:lnTo>
                  <a:lnTo>
                    <a:pt x="34588" y="308073"/>
                  </a:lnTo>
                  <a:lnTo>
                    <a:pt x="35215" y="303223"/>
                  </a:lnTo>
                  <a:lnTo>
                    <a:pt x="36999" y="298000"/>
                  </a:lnTo>
                  <a:lnTo>
                    <a:pt x="41343" y="297397"/>
                  </a:lnTo>
                  <a:lnTo>
                    <a:pt x="48749" y="292752"/>
                  </a:lnTo>
                  <a:lnTo>
                    <a:pt x="49299" y="291301"/>
                  </a:lnTo>
                  <a:lnTo>
                    <a:pt x="50172" y="288997"/>
                  </a:lnTo>
                  <a:lnTo>
                    <a:pt x="49028" y="284488"/>
                  </a:lnTo>
                  <a:lnTo>
                    <a:pt x="52115" y="280898"/>
                  </a:lnTo>
                  <a:lnTo>
                    <a:pt x="56251" y="278521"/>
                  </a:lnTo>
                  <a:lnTo>
                    <a:pt x="57622" y="275213"/>
                  </a:lnTo>
                  <a:lnTo>
                    <a:pt x="56456" y="270650"/>
                  </a:lnTo>
                  <a:lnTo>
                    <a:pt x="65961" y="261135"/>
                  </a:lnTo>
                  <a:lnTo>
                    <a:pt x="66379" y="260715"/>
                  </a:lnTo>
                  <a:lnTo>
                    <a:pt x="66655" y="260491"/>
                  </a:lnTo>
                  <a:lnTo>
                    <a:pt x="73007" y="255342"/>
                  </a:lnTo>
                  <a:lnTo>
                    <a:pt x="78987" y="252152"/>
                  </a:lnTo>
                  <a:lnTo>
                    <a:pt x="81226" y="248891"/>
                  </a:lnTo>
                  <a:lnTo>
                    <a:pt x="81497" y="248496"/>
                  </a:lnTo>
                  <a:lnTo>
                    <a:pt x="87480" y="240491"/>
                  </a:lnTo>
                  <a:lnTo>
                    <a:pt x="100385" y="223110"/>
                  </a:lnTo>
                  <a:lnTo>
                    <a:pt x="103256" y="224787"/>
                  </a:lnTo>
                  <a:lnTo>
                    <a:pt x="100720" y="230505"/>
                  </a:lnTo>
                  <a:lnTo>
                    <a:pt x="104545" y="232737"/>
                  </a:lnTo>
                  <a:lnTo>
                    <a:pt x="105305" y="235316"/>
                  </a:lnTo>
                  <a:lnTo>
                    <a:pt x="108834" y="239656"/>
                  </a:lnTo>
                  <a:lnTo>
                    <a:pt x="112754" y="242968"/>
                  </a:lnTo>
                  <a:lnTo>
                    <a:pt x="118006" y="242727"/>
                  </a:lnTo>
                  <a:lnTo>
                    <a:pt x="120645" y="245030"/>
                  </a:lnTo>
                  <a:lnTo>
                    <a:pt x="121032" y="245215"/>
                  </a:lnTo>
                  <a:lnTo>
                    <a:pt x="125761" y="247470"/>
                  </a:lnTo>
                  <a:lnTo>
                    <a:pt x="133645" y="245320"/>
                  </a:lnTo>
                  <a:lnTo>
                    <a:pt x="135206" y="243466"/>
                  </a:lnTo>
                  <a:lnTo>
                    <a:pt x="138060" y="240384"/>
                  </a:lnTo>
                  <a:lnTo>
                    <a:pt x="141442" y="237786"/>
                  </a:lnTo>
                  <a:lnTo>
                    <a:pt x="144678" y="231072"/>
                  </a:lnTo>
                  <a:lnTo>
                    <a:pt x="155750" y="237749"/>
                  </a:lnTo>
                  <a:lnTo>
                    <a:pt x="162533" y="232269"/>
                  </a:lnTo>
                  <a:lnTo>
                    <a:pt x="169989" y="228646"/>
                  </a:lnTo>
                  <a:lnTo>
                    <a:pt x="170985" y="228297"/>
                  </a:lnTo>
                  <a:lnTo>
                    <a:pt x="175026" y="226874"/>
                  </a:lnTo>
                  <a:lnTo>
                    <a:pt x="180127" y="223103"/>
                  </a:lnTo>
                  <a:lnTo>
                    <a:pt x="176015" y="219660"/>
                  </a:lnTo>
                  <a:lnTo>
                    <a:pt x="176567" y="216299"/>
                  </a:lnTo>
                  <a:lnTo>
                    <a:pt x="177067" y="216073"/>
                  </a:lnTo>
                  <a:lnTo>
                    <a:pt x="178410" y="215467"/>
                  </a:lnTo>
                  <a:lnTo>
                    <a:pt x="183823" y="218859"/>
                  </a:lnTo>
                  <a:lnTo>
                    <a:pt x="190095" y="213612"/>
                  </a:lnTo>
                  <a:lnTo>
                    <a:pt x="197013" y="206526"/>
                  </a:lnTo>
                  <a:lnTo>
                    <a:pt x="202910" y="209217"/>
                  </a:lnTo>
                  <a:lnTo>
                    <a:pt x="203283" y="209387"/>
                  </a:lnTo>
                  <a:lnTo>
                    <a:pt x="206948" y="205251"/>
                  </a:lnTo>
                  <a:lnTo>
                    <a:pt x="212781" y="197164"/>
                  </a:lnTo>
                  <a:lnTo>
                    <a:pt x="212464" y="192834"/>
                  </a:lnTo>
                  <a:lnTo>
                    <a:pt x="215610" y="188602"/>
                  </a:lnTo>
                  <a:lnTo>
                    <a:pt x="209937" y="184605"/>
                  </a:lnTo>
                  <a:lnTo>
                    <a:pt x="210040" y="184364"/>
                  </a:lnTo>
                  <a:lnTo>
                    <a:pt x="211508" y="180904"/>
                  </a:lnTo>
                  <a:lnTo>
                    <a:pt x="212942" y="174912"/>
                  </a:lnTo>
                  <a:lnTo>
                    <a:pt x="213358" y="170829"/>
                  </a:lnTo>
                  <a:lnTo>
                    <a:pt x="216667" y="164436"/>
                  </a:lnTo>
                  <a:lnTo>
                    <a:pt x="220517" y="157870"/>
                  </a:lnTo>
                  <a:lnTo>
                    <a:pt x="221506" y="156181"/>
                  </a:lnTo>
                  <a:lnTo>
                    <a:pt x="224332" y="148597"/>
                  </a:lnTo>
                  <a:lnTo>
                    <a:pt x="224569" y="146800"/>
                  </a:lnTo>
                  <a:lnTo>
                    <a:pt x="225158" y="142326"/>
                  </a:lnTo>
                  <a:lnTo>
                    <a:pt x="225243" y="135744"/>
                  </a:lnTo>
                  <a:lnTo>
                    <a:pt x="228635" y="130486"/>
                  </a:lnTo>
                  <a:lnTo>
                    <a:pt x="231487" y="126712"/>
                  </a:lnTo>
                  <a:lnTo>
                    <a:pt x="231993" y="126041"/>
                  </a:lnTo>
                  <a:lnTo>
                    <a:pt x="230101" y="122850"/>
                  </a:lnTo>
                  <a:lnTo>
                    <a:pt x="233837" y="118051"/>
                  </a:lnTo>
                  <a:lnTo>
                    <a:pt x="235315" y="110937"/>
                  </a:lnTo>
                  <a:lnTo>
                    <a:pt x="234581" y="108206"/>
                  </a:lnTo>
                  <a:lnTo>
                    <a:pt x="235088" y="103823"/>
                  </a:lnTo>
                  <a:lnTo>
                    <a:pt x="234799" y="96616"/>
                  </a:lnTo>
                  <a:lnTo>
                    <a:pt x="242557" y="98110"/>
                  </a:lnTo>
                  <a:lnTo>
                    <a:pt x="248813" y="105190"/>
                  </a:lnTo>
                  <a:lnTo>
                    <a:pt x="256406" y="105961"/>
                  </a:lnTo>
                  <a:lnTo>
                    <a:pt x="260462" y="105715"/>
                  </a:lnTo>
                  <a:lnTo>
                    <a:pt x="261393" y="105658"/>
                  </a:lnTo>
                  <a:lnTo>
                    <a:pt x="264571" y="99632"/>
                  </a:lnTo>
                  <a:lnTo>
                    <a:pt x="264665" y="99092"/>
                  </a:lnTo>
                  <a:lnTo>
                    <a:pt x="265457" y="94540"/>
                  </a:lnTo>
                  <a:lnTo>
                    <a:pt x="266940" y="87038"/>
                  </a:lnTo>
                  <a:lnTo>
                    <a:pt x="269876" y="81481"/>
                  </a:lnTo>
                  <a:lnTo>
                    <a:pt x="269569" y="78792"/>
                  </a:lnTo>
                  <a:lnTo>
                    <a:pt x="270119" y="72196"/>
                  </a:lnTo>
                  <a:lnTo>
                    <a:pt x="271587" y="68446"/>
                  </a:lnTo>
                  <a:lnTo>
                    <a:pt x="272300" y="64506"/>
                  </a:lnTo>
                  <a:lnTo>
                    <a:pt x="282363" y="68847"/>
                  </a:lnTo>
                  <a:lnTo>
                    <a:pt x="284089" y="62233"/>
                  </a:lnTo>
                  <a:lnTo>
                    <a:pt x="285933" y="56059"/>
                  </a:lnTo>
                  <a:lnTo>
                    <a:pt x="291197" y="51754"/>
                  </a:lnTo>
                  <a:lnTo>
                    <a:pt x="293982" y="45865"/>
                  </a:lnTo>
                  <a:lnTo>
                    <a:pt x="297243" y="42599"/>
                  </a:lnTo>
                  <a:lnTo>
                    <a:pt x="298230" y="38366"/>
                  </a:lnTo>
                  <a:lnTo>
                    <a:pt x="299036" y="34895"/>
                  </a:lnTo>
                  <a:lnTo>
                    <a:pt x="303659" y="27318"/>
                  </a:lnTo>
                  <a:lnTo>
                    <a:pt x="302090" y="25127"/>
                  </a:lnTo>
                  <a:lnTo>
                    <a:pt x="302542" y="20394"/>
                  </a:lnTo>
                  <a:lnTo>
                    <a:pt x="301919" y="17045"/>
                  </a:lnTo>
                  <a:lnTo>
                    <a:pt x="304240" y="9449"/>
                  </a:lnTo>
                  <a:lnTo>
                    <a:pt x="303262" y="4657"/>
                  </a:lnTo>
                  <a:lnTo>
                    <a:pt x="301400" y="0"/>
                  </a:lnTo>
                  <a:lnTo>
                    <a:pt x="310627" y="4337"/>
                  </a:lnTo>
                  <a:lnTo>
                    <a:pt x="313896" y="5869"/>
                  </a:lnTo>
                  <a:lnTo>
                    <a:pt x="326027" y="11597"/>
                  </a:lnTo>
                  <a:lnTo>
                    <a:pt x="342131" y="19160"/>
                  </a:lnTo>
                  <a:lnTo>
                    <a:pt x="342567" y="15741"/>
                  </a:lnTo>
                  <a:lnTo>
                    <a:pt x="343241" y="10026"/>
                  </a:lnTo>
                  <a:lnTo>
                    <a:pt x="344993" y="1162"/>
                  </a:lnTo>
                  <a:lnTo>
                    <a:pt x="347762" y="695"/>
                  </a:lnTo>
                  <a:lnTo>
                    <a:pt x="348527" y="565"/>
                  </a:lnTo>
                  <a:lnTo>
                    <a:pt x="353878" y="435"/>
                  </a:lnTo>
                  <a:lnTo>
                    <a:pt x="356644" y="1724"/>
                  </a:lnTo>
                  <a:lnTo>
                    <a:pt x="360912" y="3092"/>
                  </a:lnTo>
                  <a:lnTo>
                    <a:pt x="363999" y="5169"/>
                  </a:lnTo>
                  <a:lnTo>
                    <a:pt x="363051" y="8446"/>
                  </a:lnTo>
                  <a:lnTo>
                    <a:pt x="361323" y="11176"/>
                  </a:lnTo>
                  <a:lnTo>
                    <a:pt x="362297" y="14558"/>
                  </a:lnTo>
                  <a:lnTo>
                    <a:pt x="365132" y="15150"/>
                  </a:lnTo>
                  <a:lnTo>
                    <a:pt x="366990" y="17305"/>
                  </a:lnTo>
                  <a:lnTo>
                    <a:pt x="373955" y="16631"/>
                  </a:lnTo>
                  <a:lnTo>
                    <a:pt x="375111" y="16613"/>
                  </a:lnTo>
                  <a:lnTo>
                    <a:pt x="376006" y="16600"/>
                  </a:lnTo>
                  <a:lnTo>
                    <a:pt x="377343" y="16579"/>
                  </a:lnTo>
                  <a:lnTo>
                    <a:pt x="381929" y="17561"/>
                  </a:lnTo>
                  <a:lnTo>
                    <a:pt x="382757" y="21064"/>
                  </a:lnTo>
                  <a:lnTo>
                    <a:pt x="386218" y="21718"/>
                  </a:lnTo>
                  <a:lnTo>
                    <a:pt x="387703" y="21428"/>
                  </a:lnTo>
                  <a:lnTo>
                    <a:pt x="389914" y="20997"/>
                  </a:lnTo>
                  <a:lnTo>
                    <a:pt x="392320" y="23032"/>
                  </a:lnTo>
                  <a:lnTo>
                    <a:pt x="394910" y="25038"/>
                  </a:lnTo>
                  <a:lnTo>
                    <a:pt x="399029" y="27148"/>
                  </a:lnTo>
                  <a:lnTo>
                    <a:pt x="399636" y="29423"/>
                  </a:lnTo>
                  <a:lnTo>
                    <a:pt x="400759" y="33629"/>
                  </a:lnTo>
                  <a:lnTo>
                    <a:pt x="400886" y="34168"/>
                  </a:lnTo>
                  <a:lnTo>
                    <a:pt x="401664" y="37471"/>
                  </a:lnTo>
                  <a:lnTo>
                    <a:pt x="401840" y="38221"/>
                  </a:lnTo>
                  <a:lnTo>
                    <a:pt x="401680" y="40823"/>
                  </a:lnTo>
                  <a:lnTo>
                    <a:pt x="399983" y="41347"/>
                  </a:lnTo>
                  <a:lnTo>
                    <a:pt x="399670" y="41823"/>
                  </a:lnTo>
                  <a:lnTo>
                    <a:pt x="397345" y="45361"/>
                  </a:lnTo>
                  <a:lnTo>
                    <a:pt x="398364" y="48608"/>
                  </a:lnTo>
                  <a:lnTo>
                    <a:pt x="392258" y="50338"/>
                  </a:lnTo>
                  <a:lnTo>
                    <a:pt x="390792" y="50753"/>
                  </a:lnTo>
                  <a:lnTo>
                    <a:pt x="389260" y="57852"/>
                  </a:lnTo>
                  <a:lnTo>
                    <a:pt x="389468" y="63279"/>
                  </a:lnTo>
                  <a:lnTo>
                    <a:pt x="389587" y="66416"/>
                  </a:lnTo>
                  <a:lnTo>
                    <a:pt x="391785" y="73407"/>
                  </a:lnTo>
                  <a:lnTo>
                    <a:pt x="394642" y="75507"/>
                  </a:lnTo>
                  <a:lnTo>
                    <a:pt x="396295" y="76721"/>
                  </a:lnTo>
                  <a:lnTo>
                    <a:pt x="402704" y="73725"/>
                  </a:lnTo>
                  <a:lnTo>
                    <a:pt x="407051" y="71861"/>
                  </a:lnTo>
                  <a:lnTo>
                    <a:pt x="409858" y="70386"/>
                  </a:lnTo>
                  <a:lnTo>
                    <a:pt x="412322" y="72494"/>
                  </a:lnTo>
                  <a:lnTo>
                    <a:pt x="412568" y="74849"/>
                  </a:lnTo>
                  <a:lnTo>
                    <a:pt x="415021" y="76291"/>
                  </a:lnTo>
                  <a:lnTo>
                    <a:pt x="415564" y="76610"/>
                  </a:lnTo>
                  <a:lnTo>
                    <a:pt x="418372" y="78607"/>
                  </a:lnTo>
                  <a:lnTo>
                    <a:pt x="418730" y="81160"/>
                  </a:lnTo>
                  <a:lnTo>
                    <a:pt x="422474" y="81632"/>
                  </a:lnTo>
                  <a:lnTo>
                    <a:pt x="427934" y="83119"/>
                  </a:lnTo>
                  <a:lnTo>
                    <a:pt x="433784" y="81544"/>
                  </a:lnTo>
                  <a:lnTo>
                    <a:pt x="438141" y="80788"/>
                  </a:lnTo>
                  <a:lnTo>
                    <a:pt x="442952" y="80104"/>
                  </a:lnTo>
                  <a:lnTo>
                    <a:pt x="444676" y="83117"/>
                  </a:lnTo>
                  <a:lnTo>
                    <a:pt x="449845" y="85307"/>
                  </a:lnTo>
                  <a:lnTo>
                    <a:pt x="452178" y="87367"/>
                  </a:lnTo>
                  <a:lnTo>
                    <a:pt x="453907" y="88894"/>
                  </a:lnTo>
                  <a:lnTo>
                    <a:pt x="459042" y="91055"/>
                  </a:lnTo>
                  <a:lnTo>
                    <a:pt x="467233" y="92482"/>
                  </a:lnTo>
                  <a:lnTo>
                    <a:pt x="473531" y="94797"/>
                  </a:lnTo>
                  <a:lnTo>
                    <a:pt x="473864" y="99832"/>
                  </a:lnTo>
                  <a:lnTo>
                    <a:pt x="470880" y="104214"/>
                  </a:lnTo>
                  <a:lnTo>
                    <a:pt x="472419" y="110573"/>
                  </a:lnTo>
                  <a:lnTo>
                    <a:pt x="472467" y="114013"/>
                  </a:lnTo>
                  <a:lnTo>
                    <a:pt x="472481" y="115069"/>
                  </a:lnTo>
                  <a:lnTo>
                    <a:pt x="476948" y="118569"/>
                  </a:lnTo>
                  <a:lnTo>
                    <a:pt x="477035" y="121366"/>
                  </a:lnTo>
                  <a:lnTo>
                    <a:pt x="477117" y="124060"/>
                  </a:lnTo>
                  <a:lnTo>
                    <a:pt x="478166" y="125721"/>
                  </a:lnTo>
                  <a:lnTo>
                    <a:pt x="480150" y="128860"/>
                  </a:lnTo>
                  <a:lnTo>
                    <a:pt x="483344" y="134628"/>
                  </a:lnTo>
                  <a:lnTo>
                    <a:pt x="484543" y="138548"/>
                  </a:lnTo>
                  <a:lnTo>
                    <a:pt x="484243" y="144596"/>
                  </a:lnTo>
                  <a:lnTo>
                    <a:pt x="476760" y="140910"/>
                  </a:lnTo>
                  <a:lnTo>
                    <a:pt x="474479" y="139622"/>
                  </a:lnTo>
                  <a:lnTo>
                    <a:pt x="473963" y="140080"/>
                  </a:lnTo>
                  <a:lnTo>
                    <a:pt x="471974" y="141840"/>
                  </a:lnTo>
                  <a:lnTo>
                    <a:pt x="476890" y="146979"/>
                  </a:lnTo>
                  <a:lnTo>
                    <a:pt x="479421" y="149654"/>
                  </a:lnTo>
                  <a:lnTo>
                    <a:pt x="478924" y="151696"/>
                  </a:lnTo>
                  <a:lnTo>
                    <a:pt x="478339" y="154092"/>
                  </a:lnTo>
                  <a:lnTo>
                    <a:pt x="482246" y="156185"/>
                  </a:lnTo>
                  <a:lnTo>
                    <a:pt x="482587" y="156367"/>
                  </a:lnTo>
                  <a:lnTo>
                    <a:pt x="485794" y="159812"/>
                  </a:lnTo>
                  <a:lnTo>
                    <a:pt x="487534" y="161521"/>
                  </a:lnTo>
                  <a:lnTo>
                    <a:pt x="489653" y="163602"/>
                  </a:lnTo>
                  <a:lnTo>
                    <a:pt x="489353" y="171292"/>
                  </a:lnTo>
                  <a:lnTo>
                    <a:pt x="491433" y="172837"/>
                  </a:lnTo>
                  <a:lnTo>
                    <a:pt x="492595" y="173699"/>
                  </a:lnTo>
                  <a:lnTo>
                    <a:pt x="498518" y="174970"/>
                  </a:lnTo>
                  <a:lnTo>
                    <a:pt x="499446" y="174960"/>
                  </a:lnTo>
                  <a:lnTo>
                    <a:pt x="505800" y="174887"/>
                  </a:lnTo>
                  <a:lnTo>
                    <a:pt x="508344" y="172399"/>
                  </a:lnTo>
                  <a:lnTo>
                    <a:pt x="511571" y="171937"/>
                  </a:lnTo>
                  <a:lnTo>
                    <a:pt x="516666" y="181578"/>
                  </a:lnTo>
                  <a:lnTo>
                    <a:pt x="521784" y="189920"/>
                  </a:lnTo>
                  <a:lnTo>
                    <a:pt x="525236" y="194493"/>
                  </a:lnTo>
                  <a:lnTo>
                    <a:pt x="528659" y="200785"/>
                  </a:lnTo>
                  <a:lnTo>
                    <a:pt x="518028" y="203989"/>
                  </a:lnTo>
                  <a:lnTo>
                    <a:pt x="511658" y="205887"/>
                  </a:lnTo>
                  <a:lnTo>
                    <a:pt x="498927" y="209655"/>
                  </a:lnTo>
                  <a:lnTo>
                    <a:pt x="487034" y="213129"/>
                  </a:lnTo>
                  <a:lnTo>
                    <a:pt x="483663" y="214108"/>
                  </a:lnTo>
                  <a:lnTo>
                    <a:pt x="470542" y="217898"/>
                  </a:lnTo>
                  <a:lnTo>
                    <a:pt x="458685" y="221760"/>
                  </a:lnTo>
                  <a:lnTo>
                    <a:pt x="448361" y="224701"/>
                  </a:lnTo>
                  <a:lnTo>
                    <a:pt x="442155" y="226458"/>
                  </a:lnTo>
                  <a:lnTo>
                    <a:pt x="440424" y="226947"/>
                  </a:lnTo>
                  <a:lnTo>
                    <a:pt x="433144" y="229012"/>
                  </a:lnTo>
                  <a:lnTo>
                    <a:pt x="402930" y="237468"/>
                  </a:lnTo>
                  <a:lnTo>
                    <a:pt x="401764" y="237796"/>
                  </a:lnTo>
                  <a:lnTo>
                    <a:pt x="392869" y="240288"/>
                  </a:lnTo>
                  <a:lnTo>
                    <a:pt x="383046" y="243022"/>
                  </a:lnTo>
                  <a:lnTo>
                    <a:pt x="377227" y="244632"/>
                  </a:lnTo>
                  <a:lnTo>
                    <a:pt x="364425" y="248201"/>
                  </a:lnTo>
                  <a:lnTo>
                    <a:pt x="355458" y="250680"/>
                  </a:lnTo>
                  <a:lnTo>
                    <a:pt x="351920" y="251655"/>
                  </a:lnTo>
                  <a:lnTo>
                    <a:pt x="336811" y="255589"/>
                  </a:lnTo>
                  <a:lnTo>
                    <a:pt x="332620" y="256672"/>
                  </a:lnTo>
                  <a:lnTo>
                    <a:pt x="322788" y="259200"/>
                  </a:lnTo>
                  <a:lnTo>
                    <a:pt x="309554" y="262659"/>
                  </a:lnTo>
                  <a:lnTo>
                    <a:pt x="304150" y="264062"/>
                  </a:lnTo>
                  <a:lnTo>
                    <a:pt x="295738" y="266233"/>
                  </a:lnTo>
                  <a:lnTo>
                    <a:pt x="287169" y="268431"/>
                  </a:lnTo>
                  <a:lnTo>
                    <a:pt x="284428" y="269132"/>
                  </a:lnTo>
                  <a:lnTo>
                    <a:pt x="284225" y="269182"/>
                  </a:lnTo>
                  <a:lnTo>
                    <a:pt x="270609" y="272532"/>
                  </a:lnTo>
                  <a:lnTo>
                    <a:pt x="249443" y="277668"/>
                  </a:lnTo>
                  <a:lnTo>
                    <a:pt x="247672" y="278089"/>
                  </a:lnTo>
                  <a:lnTo>
                    <a:pt x="231267" y="281959"/>
                  </a:lnTo>
                  <a:lnTo>
                    <a:pt x="221908" y="283651"/>
                  </a:lnTo>
                  <a:lnTo>
                    <a:pt x="221308" y="283760"/>
                  </a:lnTo>
                  <a:lnTo>
                    <a:pt x="209513" y="285891"/>
                  </a:lnTo>
                  <a:lnTo>
                    <a:pt x="203152" y="287030"/>
                  </a:lnTo>
                  <a:lnTo>
                    <a:pt x="193971" y="289226"/>
                  </a:lnTo>
                  <a:lnTo>
                    <a:pt x="189798" y="290220"/>
                  </a:lnTo>
                  <a:lnTo>
                    <a:pt x="178827" y="292300"/>
                  </a:lnTo>
                  <a:lnTo>
                    <a:pt x="170936" y="293683"/>
                  </a:lnTo>
                  <a:lnTo>
                    <a:pt x="158861" y="296063"/>
                  </a:lnTo>
                  <a:lnTo>
                    <a:pt x="148828" y="298020"/>
                  </a:lnTo>
                  <a:lnTo>
                    <a:pt x="136592" y="300029"/>
                  </a:lnTo>
                  <a:lnTo>
                    <a:pt x="138261" y="297525"/>
                  </a:lnTo>
                  <a:lnTo>
                    <a:pt x="125976" y="300015"/>
                  </a:lnTo>
                  <a:lnTo>
                    <a:pt x="119421" y="301331"/>
                  </a:lnTo>
                  <a:lnTo>
                    <a:pt x="119017" y="303388"/>
                  </a:lnTo>
                  <a:lnTo>
                    <a:pt x="104606" y="306514"/>
                  </a:lnTo>
                  <a:lnTo>
                    <a:pt x="102669" y="306931"/>
                  </a:lnTo>
                  <a:lnTo>
                    <a:pt x="97934" y="307935"/>
                  </a:lnTo>
                  <a:lnTo>
                    <a:pt x="94471" y="308666"/>
                  </a:lnTo>
                  <a:lnTo>
                    <a:pt x="81288" y="311428"/>
                  </a:lnTo>
                  <a:lnTo>
                    <a:pt x="72979" y="313260"/>
                  </a:lnTo>
                  <a:lnTo>
                    <a:pt x="57895" y="316552"/>
                  </a:lnTo>
                  <a:lnTo>
                    <a:pt x="47348" y="318610"/>
                  </a:lnTo>
                  <a:lnTo>
                    <a:pt x="27351" y="322455"/>
                  </a:lnTo>
                  <a:lnTo>
                    <a:pt x="13937" y="325051"/>
                  </a:lnTo>
                  <a:lnTo>
                    <a:pt x="0" y="3277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314537" y="2555363"/>
              <a:ext cx="116602" cy="226188"/>
            </a:xfrm>
            <a:custGeom>
              <a:avLst/>
              <a:pathLst>
                <a:path w="116602" h="226188">
                  <a:moveTo>
                    <a:pt x="21454" y="116062"/>
                  </a:moveTo>
                  <a:lnTo>
                    <a:pt x="20784" y="109996"/>
                  </a:lnTo>
                  <a:lnTo>
                    <a:pt x="21653" y="103769"/>
                  </a:lnTo>
                  <a:lnTo>
                    <a:pt x="22818" y="100803"/>
                  </a:lnTo>
                  <a:lnTo>
                    <a:pt x="22607" y="100339"/>
                  </a:lnTo>
                  <a:lnTo>
                    <a:pt x="20904" y="96590"/>
                  </a:lnTo>
                  <a:lnTo>
                    <a:pt x="18980" y="92885"/>
                  </a:lnTo>
                  <a:lnTo>
                    <a:pt x="19048" y="90453"/>
                  </a:lnTo>
                  <a:lnTo>
                    <a:pt x="19000" y="85062"/>
                  </a:lnTo>
                  <a:lnTo>
                    <a:pt x="16002" y="79880"/>
                  </a:lnTo>
                  <a:lnTo>
                    <a:pt x="12871" y="77338"/>
                  </a:lnTo>
                  <a:lnTo>
                    <a:pt x="11474" y="76202"/>
                  </a:lnTo>
                  <a:lnTo>
                    <a:pt x="11151" y="75940"/>
                  </a:lnTo>
                  <a:lnTo>
                    <a:pt x="8371" y="72046"/>
                  </a:lnTo>
                  <a:lnTo>
                    <a:pt x="7503" y="64814"/>
                  </a:lnTo>
                  <a:lnTo>
                    <a:pt x="6524" y="60418"/>
                  </a:lnTo>
                  <a:lnTo>
                    <a:pt x="6416" y="55675"/>
                  </a:lnTo>
                  <a:lnTo>
                    <a:pt x="3929" y="54277"/>
                  </a:lnTo>
                  <a:lnTo>
                    <a:pt x="2250" y="52006"/>
                  </a:lnTo>
                  <a:lnTo>
                    <a:pt x="2881" y="46121"/>
                  </a:lnTo>
                  <a:lnTo>
                    <a:pt x="1052" y="41828"/>
                  </a:lnTo>
                  <a:lnTo>
                    <a:pt x="0" y="38424"/>
                  </a:lnTo>
                  <a:lnTo>
                    <a:pt x="8577" y="35226"/>
                  </a:lnTo>
                  <a:lnTo>
                    <a:pt x="16784" y="32148"/>
                  </a:lnTo>
                  <a:lnTo>
                    <a:pt x="23210" y="29916"/>
                  </a:lnTo>
                  <a:lnTo>
                    <a:pt x="43538" y="22886"/>
                  </a:lnTo>
                  <a:lnTo>
                    <a:pt x="45233" y="22472"/>
                  </a:lnTo>
                  <a:lnTo>
                    <a:pt x="46494" y="22163"/>
                  </a:lnTo>
                  <a:lnTo>
                    <a:pt x="57060" y="18536"/>
                  </a:lnTo>
                  <a:lnTo>
                    <a:pt x="75571" y="11634"/>
                  </a:lnTo>
                  <a:lnTo>
                    <a:pt x="81706" y="9268"/>
                  </a:lnTo>
                  <a:lnTo>
                    <a:pt x="82592" y="8915"/>
                  </a:lnTo>
                  <a:lnTo>
                    <a:pt x="94288" y="4236"/>
                  </a:lnTo>
                  <a:lnTo>
                    <a:pt x="98912" y="2380"/>
                  </a:lnTo>
                  <a:lnTo>
                    <a:pt x="105068" y="0"/>
                  </a:lnTo>
                  <a:lnTo>
                    <a:pt x="104466" y="3753"/>
                  </a:lnTo>
                  <a:lnTo>
                    <a:pt x="108524" y="8284"/>
                  </a:lnTo>
                  <a:lnTo>
                    <a:pt x="107870" y="11459"/>
                  </a:lnTo>
                  <a:lnTo>
                    <a:pt x="107416" y="18760"/>
                  </a:lnTo>
                  <a:lnTo>
                    <a:pt x="105941" y="24791"/>
                  </a:lnTo>
                  <a:lnTo>
                    <a:pt x="110822" y="30684"/>
                  </a:lnTo>
                  <a:lnTo>
                    <a:pt x="113837" y="33114"/>
                  </a:lnTo>
                  <a:lnTo>
                    <a:pt x="115681" y="36981"/>
                  </a:lnTo>
                  <a:lnTo>
                    <a:pt x="114154" y="40519"/>
                  </a:lnTo>
                  <a:lnTo>
                    <a:pt x="116003" y="44172"/>
                  </a:lnTo>
                  <a:lnTo>
                    <a:pt x="113171" y="48337"/>
                  </a:lnTo>
                  <a:lnTo>
                    <a:pt x="112048" y="53248"/>
                  </a:lnTo>
                  <a:lnTo>
                    <a:pt x="108422" y="56265"/>
                  </a:lnTo>
                  <a:lnTo>
                    <a:pt x="107648" y="56908"/>
                  </a:lnTo>
                  <a:lnTo>
                    <a:pt x="106728" y="61665"/>
                  </a:lnTo>
                  <a:lnTo>
                    <a:pt x="105788" y="62503"/>
                  </a:lnTo>
                  <a:lnTo>
                    <a:pt x="103906" y="64178"/>
                  </a:lnTo>
                  <a:lnTo>
                    <a:pt x="99903" y="65624"/>
                  </a:lnTo>
                  <a:lnTo>
                    <a:pt x="96989" y="67910"/>
                  </a:lnTo>
                  <a:lnTo>
                    <a:pt x="95422" y="71581"/>
                  </a:lnTo>
                  <a:lnTo>
                    <a:pt x="96306" y="75495"/>
                  </a:lnTo>
                  <a:lnTo>
                    <a:pt x="97705" y="80809"/>
                  </a:lnTo>
                  <a:lnTo>
                    <a:pt x="98874" y="82734"/>
                  </a:lnTo>
                  <a:lnTo>
                    <a:pt x="101527" y="87101"/>
                  </a:lnTo>
                  <a:lnTo>
                    <a:pt x="101303" y="93626"/>
                  </a:lnTo>
                  <a:lnTo>
                    <a:pt x="100162" y="98055"/>
                  </a:lnTo>
                  <a:lnTo>
                    <a:pt x="102038" y="101371"/>
                  </a:lnTo>
                  <a:lnTo>
                    <a:pt x="100544" y="109056"/>
                  </a:lnTo>
                  <a:lnTo>
                    <a:pt x="101658" y="114779"/>
                  </a:lnTo>
                  <a:lnTo>
                    <a:pt x="101041" y="118305"/>
                  </a:lnTo>
                  <a:lnTo>
                    <a:pt x="100809" y="119631"/>
                  </a:lnTo>
                  <a:lnTo>
                    <a:pt x="98295" y="124252"/>
                  </a:lnTo>
                  <a:lnTo>
                    <a:pt x="98926" y="134534"/>
                  </a:lnTo>
                  <a:lnTo>
                    <a:pt x="98768" y="134854"/>
                  </a:lnTo>
                  <a:lnTo>
                    <a:pt x="96996" y="138454"/>
                  </a:lnTo>
                  <a:lnTo>
                    <a:pt x="99238" y="145213"/>
                  </a:lnTo>
                  <a:lnTo>
                    <a:pt x="101079" y="156793"/>
                  </a:lnTo>
                  <a:lnTo>
                    <a:pt x="102935" y="160097"/>
                  </a:lnTo>
                  <a:lnTo>
                    <a:pt x="103449" y="165251"/>
                  </a:lnTo>
                  <a:lnTo>
                    <a:pt x="103617" y="168058"/>
                  </a:lnTo>
                  <a:lnTo>
                    <a:pt x="103713" y="169675"/>
                  </a:lnTo>
                  <a:lnTo>
                    <a:pt x="104681" y="174393"/>
                  </a:lnTo>
                  <a:lnTo>
                    <a:pt x="104820" y="175068"/>
                  </a:lnTo>
                  <a:lnTo>
                    <a:pt x="107714" y="180295"/>
                  </a:lnTo>
                  <a:lnTo>
                    <a:pt x="107328" y="184410"/>
                  </a:lnTo>
                  <a:lnTo>
                    <a:pt x="109487" y="187364"/>
                  </a:lnTo>
                  <a:lnTo>
                    <a:pt x="107719" y="191446"/>
                  </a:lnTo>
                  <a:lnTo>
                    <a:pt x="105736" y="193347"/>
                  </a:lnTo>
                  <a:lnTo>
                    <a:pt x="107401" y="198091"/>
                  </a:lnTo>
                  <a:lnTo>
                    <a:pt x="106841" y="201261"/>
                  </a:lnTo>
                  <a:lnTo>
                    <a:pt x="109566" y="206040"/>
                  </a:lnTo>
                  <a:lnTo>
                    <a:pt x="114488" y="208360"/>
                  </a:lnTo>
                  <a:lnTo>
                    <a:pt x="116602" y="210824"/>
                  </a:lnTo>
                  <a:lnTo>
                    <a:pt x="95467" y="217446"/>
                  </a:lnTo>
                  <a:lnTo>
                    <a:pt x="92149" y="218513"/>
                  </a:lnTo>
                  <a:lnTo>
                    <a:pt x="88190" y="219782"/>
                  </a:lnTo>
                  <a:lnTo>
                    <a:pt x="82599" y="221568"/>
                  </a:lnTo>
                  <a:lnTo>
                    <a:pt x="68029" y="226188"/>
                  </a:lnTo>
                  <a:lnTo>
                    <a:pt x="64931" y="222040"/>
                  </a:lnTo>
                  <a:lnTo>
                    <a:pt x="64791" y="219151"/>
                  </a:lnTo>
                  <a:lnTo>
                    <a:pt x="64688" y="218802"/>
                  </a:lnTo>
                  <a:lnTo>
                    <a:pt x="62027" y="209826"/>
                  </a:lnTo>
                  <a:lnTo>
                    <a:pt x="59708" y="202019"/>
                  </a:lnTo>
                  <a:lnTo>
                    <a:pt x="52814" y="178412"/>
                  </a:lnTo>
                  <a:lnTo>
                    <a:pt x="51598" y="174265"/>
                  </a:lnTo>
                  <a:lnTo>
                    <a:pt x="47460" y="159712"/>
                  </a:lnTo>
                  <a:lnTo>
                    <a:pt x="43128" y="156592"/>
                  </a:lnTo>
                  <a:lnTo>
                    <a:pt x="39878" y="153857"/>
                  </a:lnTo>
                  <a:lnTo>
                    <a:pt x="37484" y="160085"/>
                  </a:lnTo>
                  <a:lnTo>
                    <a:pt x="34911" y="158113"/>
                  </a:lnTo>
                  <a:lnTo>
                    <a:pt x="33871" y="152928"/>
                  </a:lnTo>
                  <a:lnTo>
                    <a:pt x="33954" y="149075"/>
                  </a:lnTo>
                  <a:lnTo>
                    <a:pt x="34362" y="143891"/>
                  </a:lnTo>
                  <a:lnTo>
                    <a:pt x="34491" y="142238"/>
                  </a:lnTo>
                  <a:lnTo>
                    <a:pt x="31572" y="139733"/>
                  </a:lnTo>
                  <a:lnTo>
                    <a:pt x="30859" y="139121"/>
                  </a:lnTo>
                  <a:lnTo>
                    <a:pt x="30186" y="133923"/>
                  </a:lnTo>
                  <a:lnTo>
                    <a:pt x="26695" y="130065"/>
                  </a:lnTo>
                  <a:lnTo>
                    <a:pt x="25213" y="126314"/>
                  </a:lnTo>
                  <a:lnTo>
                    <a:pt x="24518" y="123205"/>
                  </a:lnTo>
                  <a:lnTo>
                    <a:pt x="21843" y="1212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075773" y="2273500"/>
              <a:ext cx="26923" cy="32626"/>
            </a:xfrm>
            <a:custGeom>
              <a:avLst/>
              <a:pathLst>
                <a:path w="26923" h="32626">
                  <a:moveTo>
                    <a:pt x="537" y="4044"/>
                  </a:moveTo>
                  <a:lnTo>
                    <a:pt x="10043" y="5418"/>
                  </a:lnTo>
                  <a:lnTo>
                    <a:pt x="13355" y="4460"/>
                  </a:lnTo>
                  <a:lnTo>
                    <a:pt x="17094" y="42"/>
                  </a:lnTo>
                  <a:lnTo>
                    <a:pt x="19578" y="0"/>
                  </a:lnTo>
                  <a:lnTo>
                    <a:pt x="24915" y="5797"/>
                  </a:lnTo>
                  <a:lnTo>
                    <a:pt x="26923" y="13980"/>
                  </a:lnTo>
                  <a:lnTo>
                    <a:pt x="22410" y="17891"/>
                  </a:lnTo>
                  <a:lnTo>
                    <a:pt x="22856" y="21902"/>
                  </a:lnTo>
                  <a:lnTo>
                    <a:pt x="21064" y="26277"/>
                  </a:lnTo>
                  <a:lnTo>
                    <a:pt x="18304" y="27749"/>
                  </a:lnTo>
                  <a:lnTo>
                    <a:pt x="17692" y="32626"/>
                  </a:lnTo>
                  <a:lnTo>
                    <a:pt x="13552" y="32355"/>
                  </a:lnTo>
                  <a:lnTo>
                    <a:pt x="11154" y="29637"/>
                  </a:lnTo>
                  <a:lnTo>
                    <a:pt x="5580" y="26117"/>
                  </a:lnTo>
                  <a:lnTo>
                    <a:pt x="1148" y="20612"/>
                  </a:lnTo>
                  <a:lnTo>
                    <a:pt x="0" y="124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966496" y="2258594"/>
              <a:ext cx="458307" cy="339848"/>
            </a:xfrm>
            <a:custGeom>
              <a:avLst/>
              <a:pathLst>
                <a:path w="458307" h="339848">
                  <a:moveTo>
                    <a:pt x="20882" y="18309"/>
                  </a:moveTo>
                  <a:lnTo>
                    <a:pt x="24957" y="19204"/>
                  </a:lnTo>
                  <a:lnTo>
                    <a:pt x="29764" y="24200"/>
                  </a:lnTo>
                  <a:lnTo>
                    <a:pt x="36906" y="32878"/>
                  </a:lnTo>
                  <a:lnTo>
                    <a:pt x="43465" y="36822"/>
                  </a:lnTo>
                  <a:lnTo>
                    <a:pt x="50332" y="43432"/>
                  </a:lnTo>
                  <a:lnTo>
                    <a:pt x="52080" y="47600"/>
                  </a:lnTo>
                  <a:lnTo>
                    <a:pt x="60979" y="51985"/>
                  </a:lnTo>
                  <a:lnTo>
                    <a:pt x="69338" y="54399"/>
                  </a:lnTo>
                  <a:lnTo>
                    <a:pt x="72425" y="55368"/>
                  </a:lnTo>
                  <a:lnTo>
                    <a:pt x="78791" y="58385"/>
                  </a:lnTo>
                  <a:lnTo>
                    <a:pt x="84084" y="62514"/>
                  </a:lnTo>
                  <a:lnTo>
                    <a:pt x="90820" y="65549"/>
                  </a:lnTo>
                  <a:lnTo>
                    <a:pt x="95090" y="66439"/>
                  </a:lnTo>
                  <a:lnTo>
                    <a:pt x="101768" y="63162"/>
                  </a:lnTo>
                  <a:lnTo>
                    <a:pt x="104672" y="69139"/>
                  </a:lnTo>
                  <a:lnTo>
                    <a:pt x="107329" y="72692"/>
                  </a:lnTo>
                  <a:lnTo>
                    <a:pt x="110733" y="72978"/>
                  </a:lnTo>
                  <a:lnTo>
                    <a:pt x="112974" y="72617"/>
                  </a:lnTo>
                  <a:lnTo>
                    <a:pt x="117873" y="71825"/>
                  </a:lnTo>
                  <a:lnTo>
                    <a:pt x="122107" y="72278"/>
                  </a:lnTo>
                  <a:lnTo>
                    <a:pt x="124516" y="76676"/>
                  </a:lnTo>
                  <a:lnTo>
                    <a:pt x="122140" y="83949"/>
                  </a:lnTo>
                  <a:lnTo>
                    <a:pt x="121086" y="87591"/>
                  </a:lnTo>
                  <a:lnTo>
                    <a:pt x="122563" y="92797"/>
                  </a:lnTo>
                  <a:lnTo>
                    <a:pt x="123554" y="92902"/>
                  </a:lnTo>
                  <a:lnTo>
                    <a:pt x="124572" y="93010"/>
                  </a:lnTo>
                  <a:lnTo>
                    <a:pt x="127599" y="91533"/>
                  </a:lnTo>
                  <a:lnTo>
                    <a:pt x="129496" y="90606"/>
                  </a:lnTo>
                  <a:lnTo>
                    <a:pt x="130441" y="88209"/>
                  </a:lnTo>
                  <a:lnTo>
                    <a:pt x="127741" y="84242"/>
                  </a:lnTo>
                  <a:lnTo>
                    <a:pt x="130236" y="77681"/>
                  </a:lnTo>
                  <a:lnTo>
                    <a:pt x="129634" y="72674"/>
                  </a:lnTo>
                  <a:lnTo>
                    <a:pt x="126076" y="68841"/>
                  </a:lnTo>
                  <a:lnTo>
                    <a:pt x="125494" y="62569"/>
                  </a:lnTo>
                  <a:lnTo>
                    <a:pt x="129391" y="58663"/>
                  </a:lnTo>
                  <a:lnTo>
                    <a:pt x="134047" y="51133"/>
                  </a:lnTo>
                  <a:lnTo>
                    <a:pt x="134238" y="50824"/>
                  </a:lnTo>
                  <a:lnTo>
                    <a:pt x="134459" y="45351"/>
                  </a:lnTo>
                  <a:lnTo>
                    <a:pt x="137932" y="41493"/>
                  </a:lnTo>
                  <a:lnTo>
                    <a:pt x="139824" y="36719"/>
                  </a:lnTo>
                  <a:lnTo>
                    <a:pt x="139693" y="31457"/>
                  </a:lnTo>
                  <a:lnTo>
                    <a:pt x="139523" y="24349"/>
                  </a:lnTo>
                  <a:lnTo>
                    <a:pt x="140685" y="18553"/>
                  </a:lnTo>
                  <a:lnTo>
                    <a:pt x="141250" y="14235"/>
                  </a:lnTo>
                  <a:lnTo>
                    <a:pt x="139053" y="9446"/>
                  </a:lnTo>
                  <a:lnTo>
                    <a:pt x="139041" y="4098"/>
                  </a:lnTo>
                  <a:lnTo>
                    <a:pt x="144049" y="0"/>
                  </a:lnTo>
                  <a:lnTo>
                    <a:pt x="171571" y="8113"/>
                  </a:lnTo>
                  <a:lnTo>
                    <a:pt x="179864" y="10555"/>
                  </a:lnTo>
                  <a:lnTo>
                    <a:pt x="198641" y="16378"/>
                  </a:lnTo>
                  <a:lnTo>
                    <a:pt x="218093" y="21640"/>
                  </a:lnTo>
                  <a:lnTo>
                    <a:pt x="232833" y="25589"/>
                  </a:lnTo>
                  <a:lnTo>
                    <a:pt x="247829" y="29770"/>
                  </a:lnTo>
                  <a:lnTo>
                    <a:pt x="255201" y="31803"/>
                  </a:lnTo>
                  <a:lnTo>
                    <a:pt x="273854" y="36747"/>
                  </a:lnTo>
                  <a:lnTo>
                    <a:pt x="294393" y="42257"/>
                  </a:lnTo>
                  <a:lnTo>
                    <a:pt x="324279" y="49837"/>
                  </a:lnTo>
                  <a:lnTo>
                    <a:pt x="342202" y="54321"/>
                  </a:lnTo>
                  <a:lnTo>
                    <a:pt x="358489" y="58321"/>
                  </a:lnTo>
                  <a:lnTo>
                    <a:pt x="393788" y="66765"/>
                  </a:lnTo>
                  <a:lnTo>
                    <a:pt x="404590" y="69287"/>
                  </a:lnTo>
                  <a:lnTo>
                    <a:pt x="426451" y="74273"/>
                  </a:lnTo>
                  <a:lnTo>
                    <a:pt x="436270" y="76539"/>
                  </a:lnTo>
                  <a:lnTo>
                    <a:pt x="445229" y="78585"/>
                  </a:lnTo>
                  <a:lnTo>
                    <a:pt x="458307" y="81530"/>
                  </a:lnTo>
                  <a:lnTo>
                    <a:pt x="455354" y="94551"/>
                  </a:lnTo>
                  <a:lnTo>
                    <a:pt x="451687" y="110754"/>
                  </a:lnTo>
                  <a:lnTo>
                    <a:pt x="447133" y="130742"/>
                  </a:lnTo>
                  <a:lnTo>
                    <a:pt x="441145" y="156123"/>
                  </a:lnTo>
                  <a:lnTo>
                    <a:pt x="439633" y="162911"/>
                  </a:lnTo>
                  <a:lnTo>
                    <a:pt x="438339" y="168723"/>
                  </a:lnTo>
                  <a:lnTo>
                    <a:pt x="433741" y="189420"/>
                  </a:lnTo>
                  <a:lnTo>
                    <a:pt x="426849" y="221009"/>
                  </a:lnTo>
                  <a:lnTo>
                    <a:pt x="424862" y="230142"/>
                  </a:lnTo>
                  <a:lnTo>
                    <a:pt x="422920" y="239087"/>
                  </a:lnTo>
                  <a:lnTo>
                    <a:pt x="422405" y="241436"/>
                  </a:lnTo>
                  <a:lnTo>
                    <a:pt x="411474" y="291529"/>
                  </a:lnTo>
                  <a:lnTo>
                    <a:pt x="410174" y="297512"/>
                  </a:lnTo>
                  <a:lnTo>
                    <a:pt x="409507" y="301460"/>
                  </a:lnTo>
                  <a:lnTo>
                    <a:pt x="409273" y="302851"/>
                  </a:lnTo>
                  <a:lnTo>
                    <a:pt x="406637" y="307331"/>
                  </a:lnTo>
                  <a:lnTo>
                    <a:pt x="409529" y="312480"/>
                  </a:lnTo>
                  <a:lnTo>
                    <a:pt x="410531" y="317163"/>
                  </a:lnTo>
                  <a:lnTo>
                    <a:pt x="409625" y="321769"/>
                  </a:lnTo>
                  <a:lnTo>
                    <a:pt x="411382" y="324723"/>
                  </a:lnTo>
                  <a:lnTo>
                    <a:pt x="410183" y="327015"/>
                  </a:lnTo>
                  <a:lnTo>
                    <a:pt x="406394" y="331351"/>
                  </a:lnTo>
                  <a:lnTo>
                    <a:pt x="408263" y="333896"/>
                  </a:lnTo>
                  <a:lnTo>
                    <a:pt x="408626" y="339848"/>
                  </a:lnTo>
                  <a:lnTo>
                    <a:pt x="382898" y="334163"/>
                  </a:lnTo>
                  <a:lnTo>
                    <a:pt x="375521" y="332420"/>
                  </a:lnTo>
                  <a:lnTo>
                    <a:pt x="368295" y="330700"/>
                  </a:lnTo>
                  <a:lnTo>
                    <a:pt x="361602" y="329096"/>
                  </a:lnTo>
                  <a:lnTo>
                    <a:pt x="346374" y="325609"/>
                  </a:lnTo>
                  <a:lnTo>
                    <a:pt x="345242" y="325347"/>
                  </a:lnTo>
                  <a:lnTo>
                    <a:pt x="323533" y="320277"/>
                  </a:lnTo>
                  <a:lnTo>
                    <a:pt x="305402" y="315964"/>
                  </a:lnTo>
                  <a:lnTo>
                    <a:pt x="287305" y="311713"/>
                  </a:lnTo>
                  <a:lnTo>
                    <a:pt x="282119" y="314176"/>
                  </a:lnTo>
                  <a:lnTo>
                    <a:pt x="277811" y="315441"/>
                  </a:lnTo>
                  <a:lnTo>
                    <a:pt x="270304" y="312961"/>
                  </a:lnTo>
                  <a:lnTo>
                    <a:pt x="263658" y="312975"/>
                  </a:lnTo>
                  <a:lnTo>
                    <a:pt x="259527" y="312708"/>
                  </a:lnTo>
                  <a:lnTo>
                    <a:pt x="256130" y="312487"/>
                  </a:lnTo>
                  <a:lnTo>
                    <a:pt x="251647" y="309635"/>
                  </a:lnTo>
                  <a:lnTo>
                    <a:pt x="249833" y="309711"/>
                  </a:lnTo>
                  <a:lnTo>
                    <a:pt x="244454" y="314031"/>
                  </a:lnTo>
                  <a:lnTo>
                    <a:pt x="236504" y="312867"/>
                  </a:lnTo>
                  <a:lnTo>
                    <a:pt x="232481" y="312688"/>
                  </a:lnTo>
                  <a:lnTo>
                    <a:pt x="226488" y="312413"/>
                  </a:lnTo>
                  <a:lnTo>
                    <a:pt x="224244" y="312987"/>
                  </a:lnTo>
                  <a:lnTo>
                    <a:pt x="219546" y="314185"/>
                  </a:lnTo>
                  <a:lnTo>
                    <a:pt x="215129" y="314134"/>
                  </a:lnTo>
                  <a:lnTo>
                    <a:pt x="210049" y="317098"/>
                  </a:lnTo>
                  <a:lnTo>
                    <a:pt x="205777" y="316416"/>
                  </a:lnTo>
                  <a:lnTo>
                    <a:pt x="198182" y="316430"/>
                  </a:lnTo>
                  <a:lnTo>
                    <a:pt x="193259" y="315079"/>
                  </a:lnTo>
                  <a:lnTo>
                    <a:pt x="192251" y="314802"/>
                  </a:lnTo>
                  <a:lnTo>
                    <a:pt x="188307" y="309541"/>
                  </a:lnTo>
                  <a:lnTo>
                    <a:pt x="185738" y="308925"/>
                  </a:lnTo>
                  <a:lnTo>
                    <a:pt x="184500" y="309475"/>
                  </a:lnTo>
                  <a:lnTo>
                    <a:pt x="181898" y="310631"/>
                  </a:lnTo>
                  <a:lnTo>
                    <a:pt x="171210" y="311805"/>
                  </a:lnTo>
                  <a:lnTo>
                    <a:pt x="168240" y="313608"/>
                  </a:lnTo>
                  <a:lnTo>
                    <a:pt x="167284" y="312886"/>
                  </a:lnTo>
                  <a:lnTo>
                    <a:pt x="165722" y="311704"/>
                  </a:lnTo>
                  <a:lnTo>
                    <a:pt x="157312" y="310211"/>
                  </a:lnTo>
                  <a:lnTo>
                    <a:pt x="154416" y="312321"/>
                  </a:lnTo>
                  <a:lnTo>
                    <a:pt x="150604" y="312160"/>
                  </a:lnTo>
                  <a:lnTo>
                    <a:pt x="150223" y="306159"/>
                  </a:lnTo>
                  <a:lnTo>
                    <a:pt x="143898" y="301359"/>
                  </a:lnTo>
                  <a:lnTo>
                    <a:pt x="138655" y="300914"/>
                  </a:lnTo>
                  <a:lnTo>
                    <a:pt x="137778" y="300209"/>
                  </a:lnTo>
                  <a:lnTo>
                    <a:pt x="133511" y="296772"/>
                  </a:lnTo>
                  <a:lnTo>
                    <a:pt x="133045" y="296397"/>
                  </a:lnTo>
                  <a:lnTo>
                    <a:pt x="124690" y="296029"/>
                  </a:lnTo>
                  <a:lnTo>
                    <a:pt x="120557" y="295880"/>
                  </a:lnTo>
                  <a:lnTo>
                    <a:pt x="116432" y="293562"/>
                  </a:lnTo>
                  <a:lnTo>
                    <a:pt x="112873" y="293790"/>
                  </a:lnTo>
                  <a:lnTo>
                    <a:pt x="110180" y="295885"/>
                  </a:lnTo>
                  <a:lnTo>
                    <a:pt x="108671" y="296158"/>
                  </a:lnTo>
                  <a:lnTo>
                    <a:pt x="106818" y="296492"/>
                  </a:lnTo>
                  <a:lnTo>
                    <a:pt x="103120" y="298094"/>
                  </a:lnTo>
                  <a:lnTo>
                    <a:pt x="96660" y="299218"/>
                  </a:lnTo>
                  <a:lnTo>
                    <a:pt x="91758" y="298350"/>
                  </a:lnTo>
                  <a:lnTo>
                    <a:pt x="87292" y="299602"/>
                  </a:lnTo>
                  <a:lnTo>
                    <a:pt x="86376" y="299858"/>
                  </a:lnTo>
                  <a:lnTo>
                    <a:pt x="82470" y="298375"/>
                  </a:lnTo>
                  <a:lnTo>
                    <a:pt x="80304" y="295216"/>
                  </a:lnTo>
                  <a:lnTo>
                    <a:pt x="76619" y="295281"/>
                  </a:lnTo>
                  <a:lnTo>
                    <a:pt x="73987" y="292714"/>
                  </a:lnTo>
                  <a:lnTo>
                    <a:pt x="65841" y="287916"/>
                  </a:lnTo>
                  <a:lnTo>
                    <a:pt x="61228" y="283411"/>
                  </a:lnTo>
                  <a:lnTo>
                    <a:pt x="60616" y="281555"/>
                  </a:lnTo>
                  <a:lnTo>
                    <a:pt x="60013" y="279726"/>
                  </a:lnTo>
                  <a:lnTo>
                    <a:pt x="61657" y="275791"/>
                  </a:lnTo>
                  <a:lnTo>
                    <a:pt x="62698" y="273302"/>
                  </a:lnTo>
                  <a:lnTo>
                    <a:pt x="61976" y="268429"/>
                  </a:lnTo>
                  <a:lnTo>
                    <a:pt x="63417" y="265095"/>
                  </a:lnTo>
                  <a:lnTo>
                    <a:pt x="64004" y="263738"/>
                  </a:lnTo>
                  <a:lnTo>
                    <a:pt x="63587" y="259488"/>
                  </a:lnTo>
                  <a:lnTo>
                    <a:pt x="64634" y="255372"/>
                  </a:lnTo>
                  <a:lnTo>
                    <a:pt x="63531" y="250142"/>
                  </a:lnTo>
                  <a:lnTo>
                    <a:pt x="62493" y="243481"/>
                  </a:lnTo>
                  <a:lnTo>
                    <a:pt x="59659" y="240704"/>
                  </a:lnTo>
                  <a:lnTo>
                    <a:pt x="58001" y="237547"/>
                  </a:lnTo>
                  <a:lnTo>
                    <a:pt x="52896" y="231297"/>
                  </a:lnTo>
                  <a:lnTo>
                    <a:pt x="50101" y="230116"/>
                  </a:lnTo>
                  <a:lnTo>
                    <a:pt x="47018" y="230830"/>
                  </a:lnTo>
                  <a:lnTo>
                    <a:pt x="42488" y="231874"/>
                  </a:lnTo>
                  <a:lnTo>
                    <a:pt x="37746" y="230308"/>
                  </a:lnTo>
                  <a:lnTo>
                    <a:pt x="37310" y="230164"/>
                  </a:lnTo>
                  <a:lnTo>
                    <a:pt x="34815" y="226145"/>
                  </a:lnTo>
                  <a:lnTo>
                    <a:pt x="36204" y="222198"/>
                  </a:lnTo>
                  <a:lnTo>
                    <a:pt x="34250" y="217943"/>
                  </a:lnTo>
                  <a:lnTo>
                    <a:pt x="30119" y="217601"/>
                  </a:lnTo>
                  <a:lnTo>
                    <a:pt x="23376" y="214818"/>
                  </a:lnTo>
                  <a:lnTo>
                    <a:pt x="22584" y="211034"/>
                  </a:lnTo>
                  <a:lnTo>
                    <a:pt x="20682" y="211730"/>
                  </a:lnTo>
                  <a:lnTo>
                    <a:pt x="18462" y="212541"/>
                  </a:lnTo>
                  <a:lnTo>
                    <a:pt x="16032" y="211004"/>
                  </a:lnTo>
                  <a:lnTo>
                    <a:pt x="10952" y="213462"/>
                  </a:lnTo>
                  <a:lnTo>
                    <a:pt x="9178" y="212384"/>
                  </a:lnTo>
                  <a:lnTo>
                    <a:pt x="7433" y="208935"/>
                  </a:lnTo>
                  <a:lnTo>
                    <a:pt x="6950" y="207457"/>
                  </a:lnTo>
                  <a:lnTo>
                    <a:pt x="0" y="207507"/>
                  </a:lnTo>
                  <a:lnTo>
                    <a:pt x="2468" y="202778"/>
                  </a:lnTo>
                  <a:lnTo>
                    <a:pt x="7246" y="188924"/>
                  </a:lnTo>
                  <a:lnTo>
                    <a:pt x="10130" y="177161"/>
                  </a:lnTo>
                  <a:lnTo>
                    <a:pt x="16429" y="178610"/>
                  </a:lnTo>
                  <a:lnTo>
                    <a:pt x="19486" y="176214"/>
                  </a:lnTo>
                  <a:lnTo>
                    <a:pt x="17636" y="171830"/>
                  </a:lnTo>
                  <a:lnTo>
                    <a:pt x="12224" y="168190"/>
                  </a:lnTo>
                  <a:lnTo>
                    <a:pt x="12885" y="162946"/>
                  </a:lnTo>
                  <a:lnTo>
                    <a:pt x="13071" y="161476"/>
                  </a:lnTo>
                  <a:lnTo>
                    <a:pt x="13491" y="152850"/>
                  </a:lnTo>
                  <a:lnTo>
                    <a:pt x="11691" y="150359"/>
                  </a:lnTo>
                  <a:lnTo>
                    <a:pt x="14108" y="144831"/>
                  </a:lnTo>
                  <a:lnTo>
                    <a:pt x="17343" y="130772"/>
                  </a:lnTo>
                  <a:lnTo>
                    <a:pt x="17361" y="129287"/>
                  </a:lnTo>
                  <a:lnTo>
                    <a:pt x="18113" y="119062"/>
                  </a:lnTo>
                  <a:lnTo>
                    <a:pt x="15313" y="111862"/>
                  </a:lnTo>
                  <a:lnTo>
                    <a:pt x="18174" y="96326"/>
                  </a:lnTo>
                  <a:lnTo>
                    <a:pt x="18370" y="95264"/>
                  </a:lnTo>
                  <a:lnTo>
                    <a:pt x="19174" y="82069"/>
                  </a:lnTo>
                  <a:lnTo>
                    <a:pt x="17928" y="74667"/>
                  </a:lnTo>
                  <a:lnTo>
                    <a:pt x="16067" y="67584"/>
                  </a:lnTo>
                  <a:lnTo>
                    <a:pt x="13227" y="62629"/>
                  </a:lnTo>
                  <a:lnTo>
                    <a:pt x="12747" y="61789"/>
                  </a:lnTo>
                  <a:lnTo>
                    <a:pt x="12255" y="54550"/>
                  </a:lnTo>
                  <a:lnTo>
                    <a:pt x="13861" y="47217"/>
                  </a:lnTo>
                  <a:lnTo>
                    <a:pt x="15118" y="43049"/>
                  </a:lnTo>
                  <a:lnTo>
                    <a:pt x="14718" y="37868"/>
                  </a:lnTo>
                  <a:lnTo>
                    <a:pt x="18252" y="32854"/>
                  </a:lnTo>
                  <a:lnTo>
                    <a:pt x="21501" y="268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94640" y="4073666"/>
              <a:ext cx="19906" cy="18618"/>
            </a:xfrm>
            <a:custGeom>
              <a:avLst/>
              <a:pathLst>
                <a:path w="19906" h="18618">
                  <a:moveTo>
                    <a:pt x="0" y="6"/>
                  </a:moveTo>
                  <a:lnTo>
                    <a:pt x="8079" y="0"/>
                  </a:lnTo>
                  <a:lnTo>
                    <a:pt x="14894" y="8487"/>
                  </a:lnTo>
                  <a:lnTo>
                    <a:pt x="19906" y="14747"/>
                  </a:lnTo>
                  <a:lnTo>
                    <a:pt x="16268" y="18618"/>
                  </a:lnTo>
                  <a:lnTo>
                    <a:pt x="13096" y="16046"/>
                  </a:lnTo>
                  <a:lnTo>
                    <a:pt x="6759" y="14108"/>
                  </a:lnTo>
                  <a:lnTo>
                    <a:pt x="6267" y="10086"/>
                  </a:lnTo>
                  <a:lnTo>
                    <a:pt x="1612" y="32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83696" y="4110533"/>
              <a:ext cx="17326" cy="22790"/>
            </a:xfrm>
            <a:custGeom>
              <a:avLst/>
              <a:pathLst>
                <a:path w="17326" h="22790">
                  <a:moveTo>
                    <a:pt x="3703" y="0"/>
                  </a:moveTo>
                  <a:lnTo>
                    <a:pt x="6632" y="5560"/>
                  </a:lnTo>
                  <a:lnTo>
                    <a:pt x="11872" y="14349"/>
                  </a:lnTo>
                  <a:lnTo>
                    <a:pt x="17326" y="22101"/>
                  </a:lnTo>
                  <a:lnTo>
                    <a:pt x="11816" y="22790"/>
                  </a:lnTo>
                  <a:lnTo>
                    <a:pt x="8091" y="18043"/>
                  </a:lnTo>
                  <a:lnTo>
                    <a:pt x="2855" y="9112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921602" y="4072421"/>
              <a:ext cx="10529" cy="8601"/>
            </a:xfrm>
            <a:custGeom>
              <a:avLst/>
              <a:pathLst>
                <a:path w="10529" h="8601">
                  <a:moveTo>
                    <a:pt x="0" y="1301"/>
                  </a:moveTo>
                  <a:lnTo>
                    <a:pt x="5352" y="0"/>
                  </a:lnTo>
                  <a:lnTo>
                    <a:pt x="10529" y="4907"/>
                  </a:lnTo>
                  <a:lnTo>
                    <a:pt x="9696" y="8099"/>
                  </a:lnTo>
                  <a:lnTo>
                    <a:pt x="6980" y="8601"/>
                  </a:lnTo>
                  <a:lnTo>
                    <a:pt x="1544" y="57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911838" y="4001398"/>
              <a:ext cx="38558" cy="14307"/>
            </a:xfrm>
            <a:custGeom>
              <a:avLst/>
              <a:pathLst>
                <a:path w="38558" h="14307">
                  <a:moveTo>
                    <a:pt x="0" y="109"/>
                  </a:moveTo>
                  <a:lnTo>
                    <a:pt x="4360" y="0"/>
                  </a:lnTo>
                  <a:lnTo>
                    <a:pt x="12217" y="3858"/>
                  </a:lnTo>
                  <a:lnTo>
                    <a:pt x="24403" y="6387"/>
                  </a:lnTo>
                  <a:lnTo>
                    <a:pt x="31142" y="7932"/>
                  </a:lnTo>
                  <a:lnTo>
                    <a:pt x="33115" y="8382"/>
                  </a:lnTo>
                  <a:lnTo>
                    <a:pt x="38558" y="9962"/>
                  </a:lnTo>
                  <a:lnTo>
                    <a:pt x="37750" y="14272"/>
                  </a:lnTo>
                  <a:lnTo>
                    <a:pt x="35643" y="14307"/>
                  </a:lnTo>
                  <a:lnTo>
                    <a:pt x="28927" y="12559"/>
                  </a:lnTo>
                  <a:lnTo>
                    <a:pt x="24266" y="11340"/>
                  </a:lnTo>
                  <a:lnTo>
                    <a:pt x="16450" y="10553"/>
                  </a:lnTo>
                  <a:lnTo>
                    <a:pt x="11881" y="11821"/>
                  </a:lnTo>
                  <a:lnTo>
                    <a:pt x="6699" y="10281"/>
                  </a:lnTo>
                  <a:lnTo>
                    <a:pt x="1585" y="7487"/>
                  </a:lnTo>
                  <a:lnTo>
                    <a:pt x="2119" y="37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873639" y="3992231"/>
              <a:ext cx="32072" cy="19653"/>
            </a:xfrm>
            <a:custGeom>
              <a:avLst/>
              <a:pathLst>
                <a:path w="32072" h="19653">
                  <a:moveTo>
                    <a:pt x="6904" y="0"/>
                  </a:moveTo>
                  <a:lnTo>
                    <a:pt x="15342" y="3813"/>
                  </a:lnTo>
                  <a:lnTo>
                    <a:pt x="22230" y="8293"/>
                  </a:lnTo>
                  <a:lnTo>
                    <a:pt x="28096" y="8678"/>
                  </a:lnTo>
                  <a:lnTo>
                    <a:pt x="32072" y="14470"/>
                  </a:lnTo>
                  <a:lnTo>
                    <a:pt x="32060" y="18188"/>
                  </a:lnTo>
                  <a:lnTo>
                    <a:pt x="26222" y="19277"/>
                  </a:lnTo>
                  <a:lnTo>
                    <a:pt x="20818" y="19653"/>
                  </a:lnTo>
                  <a:lnTo>
                    <a:pt x="17399" y="15919"/>
                  </a:lnTo>
                  <a:lnTo>
                    <a:pt x="16458" y="13092"/>
                  </a:lnTo>
                  <a:lnTo>
                    <a:pt x="5569" y="7279"/>
                  </a:lnTo>
                  <a:lnTo>
                    <a:pt x="0" y="26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747764" y="3249769"/>
              <a:ext cx="575423" cy="943305"/>
            </a:xfrm>
            <a:custGeom>
              <a:avLst/>
              <a:pathLst>
                <a:path w="575423" h="943305">
                  <a:moveTo>
                    <a:pt x="4483" y="122669"/>
                  </a:moveTo>
                  <a:lnTo>
                    <a:pt x="13635" y="111270"/>
                  </a:lnTo>
                  <a:lnTo>
                    <a:pt x="25917" y="98138"/>
                  </a:lnTo>
                  <a:lnTo>
                    <a:pt x="33122" y="86961"/>
                  </a:lnTo>
                  <a:lnTo>
                    <a:pt x="34114" y="81819"/>
                  </a:lnTo>
                  <a:lnTo>
                    <a:pt x="33252" y="77999"/>
                  </a:lnTo>
                  <a:lnTo>
                    <a:pt x="33925" y="73469"/>
                  </a:lnTo>
                  <a:lnTo>
                    <a:pt x="37740" y="69947"/>
                  </a:lnTo>
                  <a:lnTo>
                    <a:pt x="42022" y="62254"/>
                  </a:lnTo>
                  <a:lnTo>
                    <a:pt x="47549" y="49985"/>
                  </a:lnTo>
                  <a:lnTo>
                    <a:pt x="47894" y="47778"/>
                  </a:lnTo>
                  <a:lnTo>
                    <a:pt x="49034" y="40493"/>
                  </a:lnTo>
                  <a:lnTo>
                    <a:pt x="48928" y="33002"/>
                  </a:lnTo>
                  <a:lnTo>
                    <a:pt x="49220" y="25693"/>
                  </a:lnTo>
                  <a:lnTo>
                    <a:pt x="49039" y="23841"/>
                  </a:lnTo>
                  <a:lnTo>
                    <a:pt x="46956" y="22528"/>
                  </a:lnTo>
                  <a:lnTo>
                    <a:pt x="45030" y="16758"/>
                  </a:lnTo>
                  <a:lnTo>
                    <a:pt x="47934" y="12674"/>
                  </a:lnTo>
                  <a:lnTo>
                    <a:pt x="51271" y="5006"/>
                  </a:lnTo>
                  <a:lnTo>
                    <a:pt x="52196" y="0"/>
                  </a:lnTo>
                  <a:lnTo>
                    <a:pt x="65027" y="4168"/>
                  </a:lnTo>
                  <a:lnTo>
                    <a:pt x="75998" y="7569"/>
                  </a:lnTo>
                  <a:lnTo>
                    <a:pt x="86113" y="10679"/>
                  </a:lnTo>
                  <a:lnTo>
                    <a:pt x="94677" y="12887"/>
                  </a:lnTo>
                  <a:lnTo>
                    <a:pt x="99918" y="14230"/>
                  </a:lnTo>
                  <a:lnTo>
                    <a:pt x="105216" y="16042"/>
                  </a:lnTo>
                  <a:lnTo>
                    <a:pt x="112523" y="17674"/>
                  </a:lnTo>
                  <a:lnTo>
                    <a:pt x="117855" y="18857"/>
                  </a:lnTo>
                  <a:lnTo>
                    <a:pt x="123905" y="21204"/>
                  </a:lnTo>
                  <a:lnTo>
                    <a:pt x="139027" y="25523"/>
                  </a:lnTo>
                  <a:lnTo>
                    <a:pt x="157560" y="30459"/>
                  </a:lnTo>
                  <a:lnTo>
                    <a:pt x="170605" y="34233"/>
                  </a:lnTo>
                  <a:lnTo>
                    <a:pt x="182149" y="37667"/>
                  </a:lnTo>
                  <a:lnTo>
                    <a:pt x="197869" y="42294"/>
                  </a:lnTo>
                  <a:lnTo>
                    <a:pt x="208415" y="45449"/>
                  </a:lnTo>
                  <a:lnTo>
                    <a:pt x="222458" y="49570"/>
                  </a:lnTo>
                  <a:lnTo>
                    <a:pt x="222947" y="49713"/>
                  </a:lnTo>
                  <a:lnTo>
                    <a:pt x="234647" y="52828"/>
                  </a:lnTo>
                  <a:lnTo>
                    <a:pt x="247954" y="56770"/>
                  </a:lnTo>
                  <a:lnTo>
                    <a:pt x="257602" y="59310"/>
                  </a:lnTo>
                  <a:lnTo>
                    <a:pt x="269273" y="62355"/>
                  </a:lnTo>
                  <a:lnTo>
                    <a:pt x="281165" y="65436"/>
                  </a:lnTo>
                  <a:lnTo>
                    <a:pt x="301075" y="70469"/>
                  </a:lnTo>
                  <a:lnTo>
                    <a:pt x="312441" y="73349"/>
                  </a:lnTo>
                  <a:lnTo>
                    <a:pt x="309978" y="83545"/>
                  </a:lnTo>
                  <a:lnTo>
                    <a:pt x="304793" y="105391"/>
                  </a:lnTo>
                  <a:lnTo>
                    <a:pt x="295829" y="142430"/>
                  </a:lnTo>
                  <a:lnTo>
                    <a:pt x="289418" y="169559"/>
                  </a:lnTo>
                  <a:lnTo>
                    <a:pt x="286597" y="181942"/>
                  </a:lnTo>
                  <a:lnTo>
                    <a:pt x="278635" y="216051"/>
                  </a:lnTo>
                  <a:lnTo>
                    <a:pt x="274664" y="232656"/>
                  </a:lnTo>
                  <a:lnTo>
                    <a:pt x="271234" y="247134"/>
                  </a:lnTo>
                  <a:lnTo>
                    <a:pt x="266416" y="267064"/>
                  </a:lnTo>
                  <a:lnTo>
                    <a:pt x="262648" y="282691"/>
                  </a:lnTo>
                  <a:lnTo>
                    <a:pt x="260702" y="290671"/>
                  </a:lnTo>
                  <a:lnTo>
                    <a:pt x="258039" y="301610"/>
                  </a:lnTo>
                  <a:lnTo>
                    <a:pt x="257517" y="303755"/>
                  </a:lnTo>
                  <a:lnTo>
                    <a:pt x="255147" y="314501"/>
                  </a:lnTo>
                  <a:lnTo>
                    <a:pt x="254151" y="319029"/>
                  </a:lnTo>
                  <a:lnTo>
                    <a:pt x="253300" y="322894"/>
                  </a:lnTo>
                  <a:lnTo>
                    <a:pt x="252024" y="328704"/>
                  </a:lnTo>
                  <a:lnTo>
                    <a:pt x="257044" y="335922"/>
                  </a:lnTo>
                  <a:lnTo>
                    <a:pt x="273562" y="359661"/>
                  </a:lnTo>
                  <a:lnTo>
                    <a:pt x="273681" y="359833"/>
                  </a:lnTo>
                  <a:lnTo>
                    <a:pt x="287083" y="379046"/>
                  </a:lnTo>
                  <a:lnTo>
                    <a:pt x="289782" y="382892"/>
                  </a:lnTo>
                  <a:lnTo>
                    <a:pt x="296310" y="392219"/>
                  </a:lnTo>
                  <a:lnTo>
                    <a:pt x="307270" y="407775"/>
                  </a:lnTo>
                  <a:lnTo>
                    <a:pt x="331282" y="442017"/>
                  </a:lnTo>
                  <a:lnTo>
                    <a:pt x="335206" y="447639"/>
                  </a:lnTo>
                  <a:lnTo>
                    <a:pt x="357200" y="478853"/>
                  </a:lnTo>
                  <a:lnTo>
                    <a:pt x="367505" y="493427"/>
                  </a:lnTo>
                  <a:lnTo>
                    <a:pt x="375901" y="505222"/>
                  </a:lnTo>
                  <a:lnTo>
                    <a:pt x="399964" y="539205"/>
                  </a:lnTo>
                  <a:lnTo>
                    <a:pt x="404350" y="545391"/>
                  </a:lnTo>
                  <a:lnTo>
                    <a:pt x="413563" y="558321"/>
                  </a:lnTo>
                  <a:lnTo>
                    <a:pt x="442395" y="598791"/>
                  </a:lnTo>
                  <a:lnTo>
                    <a:pt x="448755" y="607756"/>
                  </a:lnTo>
                  <a:lnTo>
                    <a:pt x="464843" y="630186"/>
                  </a:lnTo>
                  <a:lnTo>
                    <a:pt x="476338" y="646248"/>
                  </a:lnTo>
                  <a:lnTo>
                    <a:pt x="479033" y="649998"/>
                  </a:lnTo>
                  <a:lnTo>
                    <a:pt x="490489" y="665858"/>
                  </a:lnTo>
                  <a:lnTo>
                    <a:pt x="504582" y="685497"/>
                  </a:lnTo>
                  <a:lnTo>
                    <a:pt x="510456" y="693619"/>
                  </a:lnTo>
                  <a:lnTo>
                    <a:pt x="518849" y="705262"/>
                  </a:lnTo>
                  <a:lnTo>
                    <a:pt x="525670" y="714656"/>
                  </a:lnTo>
                  <a:lnTo>
                    <a:pt x="531287" y="722465"/>
                  </a:lnTo>
                  <a:lnTo>
                    <a:pt x="539768" y="734200"/>
                  </a:lnTo>
                  <a:lnTo>
                    <a:pt x="549871" y="748171"/>
                  </a:lnTo>
                  <a:lnTo>
                    <a:pt x="549333" y="753274"/>
                  </a:lnTo>
                  <a:lnTo>
                    <a:pt x="548057" y="759250"/>
                  </a:lnTo>
                  <a:lnTo>
                    <a:pt x="551358" y="764916"/>
                  </a:lnTo>
                  <a:lnTo>
                    <a:pt x="556170" y="773745"/>
                  </a:lnTo>
                  <a:lnTo>
                    <a:pt x="557535" y="776953"/>
                  </a:lnTo>
                  <a:lnTo>
                    <a:pt x="559090" y="786979"/>
                  </a:lnTo>
                  <a:lnTo>
                    <a:pt x="561362" y="793038"/>
                  </a:lnTo>
                  <a:lnTo>
                    <a:pt x="560441" y="798719"/>
                  </a:lnTo>
                  <a:lnTo>
                    <a:pt x="563517" y="799277"/>
                  </a:lnTo>
                  <a:lnTo>
                    <a:pt x="567912" y="804328"/>
                  </a:lnTo>
                  <a:lnTo>
                    <a:pt x="573665" y="810278"/>
                  </a:lnTo>
                  <a:lnTo>
                    <a:pt x="575423" y="814021"/>
                  </a:lnTo>
                  <a:lnTo>
                    <a:pt x="575394" y="814262"/>
                  </a:lnTo>
                  <a:lnTo>
                    <a:pt x="574954" y="818033"/>
                  </a:lnTo>
                  <a:lnTo>
                    <a:pt x="571928" y="819247"/>
                  </a:lnTo>
                  <a:lnTo>
                    <a:pt x="567564" y="823185"/>
                  </a:lnTo>
                  <a:lnTo>
                    <a:pt x="562814" y="824158"/>
                  </a:lnTo>
                  <a:lnTo>
                    <a:pt x="558461" y="826261"/>
                  </a:lnTo>
                  <a:lnTo>
                    <a:pt x="554040" y="827524"/>
                  </a:lnTo>
                  <a:lnTo>
                    <a:pt x="552222" y="828866"/>
                  </a:lnTo>
                  <a:lnTo>
                    <a:pt x="551892" y="830032"/>
                  </a:lnTo>
                  <a:lnTo>
                    <a:pt x="551027" y="833088"/>
                  </a:lnTo>
                  <a:lnTo>
                    <a:pt x="549234" y="835571"/>
                  </a:lnTo>
                  <a:lnTo>
                    <a:pt x="544621" y="839513"/>
                  </a:lnTo>
                  <a:lnTo>
                    <a:pt x="542428" y="841672"/>
                  </a:lnTo>
                  <a:lnTo>
                    <a:pt x="543933" y="844391"/>
                  </a:lnTo>
                  <a:lnTo>
                    <a:pt x="543671" y="847555"/>
                  </a:lnTo>
                  <a:lnTo>
                    <a:pt x="542129" y="850509"/>
                  </a:lnTo>
                  <a:lnTo>
                    <a:pt x="542354" y="856488"/>
                  </a:lnTo>
                  <a:lnTo>
                    <a:pt x="542402" y="860141"/>
                  </a:lnTo>
                  <a:lnTo>
                    <a:pt x="541454" y="862283"/>
                  </a:lnTo>
                  <a:lnTo>
                    <a:pt x="539594" y="864735"/>
                  </a:lnTo>
                  <a:lnTo>
                    <a:pt x="538584" y="869407"/>
                  </a:lnTo>
                  <a:lnTo>
                    <a:pt x="538195" y="874141"/>
                  </a:lnTo>
                  <a:lnTo>
                    <a:pt x="532173" y="878529"/>
                  </a:lnTo>
                  <a:lnTo>
                    <a:pt x="529133" y="883039"/>
                  </a:lnTo>
                  <a:lnTo>
                    <a:pt x="528556" y="883893"/>
                  </a:lnTo>
                  <a:lnTo>
                    <a:pt x="525720" y="883788"/>
                  </a:lnTo>
                  <a:lnTo>
                    <a:pt x="521858" y="884281"/>
                  </a:lnTo>
                  <a:lnTo>
                    <a:pt x="522767" y="886949"/>
                  </a:lnTo>
                  <a:lnTo>
                    <a:pt x="522015" y="891512"/>
                  </a:lnTo>
                  <a:lnTo>
                    <a:pt x="520446" y="894356"/>
                  </a:lnTo>
                  <a:lnTo>
                    <a:pt x="523519" y="897760"/>
                  </a:lnTo>
                  <a:lnTo>
                    <a:pt x="522925" y="899888"/>
                  </a:lnTo>
                  <a:lnTo>
                    <a:pt x="521897" y="905953"/>
                  </a:lnTo>
                  <a:lnTo>
                    <a:pt x="519249" y="910271"/>
                  </a:lnTo>
                  <a:lnTo>
                    <a:pt x="520907" y="916502"/>
                  </a:lnTo>
                  <a:lnTo>
                    <a:pt x="523880" y="917631"/>
                  </a:lnTo>
                  <a:lnTo>
                    <a:pt x="527782" y="917824"/>
                  </a:lnTo>
                  <a:lnTo>
                    <a:pt x="531786" y="919560"/>
                  </a:lnTo>
                  <a:lnTo>
                    <a:pt x="532213" y="919744"/>
                  </a:lnTo>
                  <a:lnTo>
                    <a:pt x="533709" y="924533"/>
                  </a:lnTo>
                  <a:lnTo>
                    <a:pt x="533417" y="928753"/>
                  </a:lnTo>
                  <a:lnTo>
                    <a:pt x="534110" y="930789"/>
                  </a:lnTo>
                  <a:lnTo>
                    <a:pt x="532951" y="935590"/>
                  </a:lnTo>
                  <a:lnTo>
                    <a:pt x="527598" y="940191"/>
                  </a:lnTo>
                  <a:lnTo>
                    <a:pt x="526882" y="940744"/>
                  </a:lnTo>
                  <a:lnTo>
                    <a:pt x="524325" y="942718"/>
                  </a:lnTo>
                  <a:lnTo>
                    <a:pt x="520985" y="942681"/>
                  </a:lnTo>
                  <a:lnTo>
                    <a:pt x="517148" y="942635"/>
                  </a:lnTo>
                  <a:lnTo>
                    <a:pt x="514479" y="941521"/>
                  </a:lnTo>
                  <a:lnTo>
                    <a:pt x="513172" y="943305"/>
                  </a:lnTo>
                  <a:lnTo>
                    <a:pt x="492580" y="941354"/>
                  </a:lnTo>
                  <a:lnTo>
                    <a:pt x="458569" y="938070"/>
                  </a:lnTo>
                  <a:lnTo>
                    <a:pt x="415960" y="933948"/>
                  </a:lnTo>
                  <a:lnTo>
                    <a:pt x="411593" y="933534"/>
                  </a:lnTo>
                  <a:lnTo>
                    <a:pt x="379740" y="930422"/>
                  </a:lnTo>
                  <a:lnTo>
                    <a:pt x="373398" y="929831"/>
                  </a:lnTo>
                  <a:lnTo>
                    <a:pt x="356821" y="928159"/>
                  </a:lnTo>
                  <a:lnTo>
                    <a:pt x="356528" y="928129"/>
                  </a:lnTo>
                  <a:lnTo>
                    <a:pt x="336885" y="926213"/>
                  </a:lnTo>
                  <a:lnTo>
                    <a:pt x="337154" y="921702"/>
                  </a:lnTo>
                  <a:lnTo>
                    <a:pt x="337328" y="918795"/>
                  </a:lnTo>
                  <a:lnTo>
                    <a:pt x="335827" y="913765"/>
                  </a:lnTo>
                  <a:lnTo>
                    <a:pt x="334081" y="911906"/>
                  </a:lnTo>
                  <a:lnTo>
                    <a:pt x="330236" y="912847"/>
                  </a:lnTo>
                  <a:lnTo>
                    <a:pt x="330055" y="910083"/>
                  </a:lnTo>
                  <a:lnTo>
                    <a:pt x="331412" y="902646"/>
                  </a:lnTo>
                  <a:lnTo>
                    <a:pt x="330092" y="899238"/>
                  </a:lnTo>
                  <a:lnTo>
                    <a:pt x="330274" y="897739"/>
                  </a:lnTo>
                  <a:lnTo>
                    <a:pt x="331053" y="896844"/>
                  </a:lnTo>
                  <a:lnTo>
                    <a:pt x="331807" y="897186"/>
                  </a:lnTo>
                  <a:lnTo>
                    <a:pt x="332447" y="896421"/>
                  </a:lnTo>
                  <a:lnTo>
                    <a:pt x="333199" y="892961"/>
                  </a:lnTo>
                  <a:lnTo>
                    <a:pt x="333147" y="889451"/>
                  </a:lnTo>
                  <a:lnTo>
                    <a:pt x="333055" y="882965"/>
                  </a:lnTo>
                  <a:lnTo>
                    <a:pt x="331849" y="875504"/>
                  </a:lnTo>
                  <a:lnTo>
                    <a:pt x="329639" y="868385"/>
                  </a:lnTo>
                  <a:lnTo>
                    <a:pt x="325286" y="858580"/>
                  </a:lnTo>
                  <a:lnTo>
                    <a:pt x="319543" y="848751"/>
                  </a:lnTo>
                  <a:lnTo>
                    <a:pt x="316432" y="846185"/>
                  </a:lnTo>
                  <a:lnTo>
                    <a:pt x="313775" y="840839"/>
                  </a:lnTo>
                  <a:lnTo>
                    <a:pt x="309132" y="838088"/>
                  </a:lnTo>
                  <a:lnTo>
                    <a:pt x="308707" y="835962"/>
                  </a:lnTo>
                  <a:lnTo>
                    <a:pt x="307971" y="834926"/>
                  </a:lnTo>
                  <a:lnTo>
                    <a:pt x="303587" y="828744"/>
                  </a:lnTo>
                  <a:lnTo>
                    <a:pt x="302079" y="826524"/>
                  </a:lnTo>
                  <a:lnTo>
                    <a:pt x="296442" y="822462"/>
                  </a:lnTo>
                  <a:lnTo>
                    <a:pt x="292028" y="817161"/>
                  </a:lnTo>
                  <a:lnTo>
                    <a:pt x="287015" y="809343"/>
                  </a:lnTo>
                  <a:lnTo>
                    <a:pt x="285393" y="807743"/>
                  </a:lnTo>
                  <a:lnTo>
                    <a:pt x="284302" y="806666"/>
                  </a:lnTo>
                  <a:lnTo>
                    <a:pt x="280412" y="807340"/>
                  </a:lnTo>
                  <a:lnTo>
                    <a:pt x="276656" y="808373"/>
                  </a:lnTo>
                  <a:lnTo>
                    <a:pt x="274571" y="808945"/>
                  </a:lnTo>
                  <a:lnTo>
                    <a:pt x="270583" y="807257"/>
                  </a:lnTo>
                  <a:lnTo>
                    <a:pt x="269585" y="806290"/>
                  </a:lnTo>
                  <a:lnTo>
                    <a:pt x="268257" y="805003"/>
                  </a:lnTo>
                  <a:lnTo>
                    <a:pt x="265355" y="804040"/>
                  </a:lnTo>
                  <a:lnTo>
                    <a:pt x="263758" y="800223"/>
                  </a:lnTo>
                  <a:lnTo>
                    <a:pt x="266663" y="798226"/>
                  </a:lnTo>
                  <a:lnTo>
                    <a:pt x="266699" y="791131"/>
                  </a:lnTo>
                  <a:lnTo>
                    <a:pt x="264755" y="783094"/>
                  </a:lnTo>
                  <a:lnTo>
                    <a:pt x="261713" y="777400"/>
                  </a:lnTo>
                  <a:lnTo>
                    <a:pt x="261593" y="777175"/>
                  </a:lnTo>
                  <a:lnTo>
                    <a:pt x="255873" y="774862"/>
                  </a:lnTo>
                  <a:lnTo>
                    <a:pt x="250442" y="774157"/>
                  </a:lnTo>
                  <a:lnTo>
                    <a:pt x="245810" y="773213"/>
                  </a:lnTo>
                  <a:lnTo>
                    <a:pt x="241048" y="774891"/>
                  </a:lnTo>
                  <a:lnTo>
                    <a:pt x="238132" y="771280"/>
                  </a:lnTo>
                  <a:lnTo>
                    <a:pt x="232035" y="768767"/>
                  </a:lnTo>
                  <a:lnTo>
                    <a:pt x="231340" y="768480"/>
                  </a:lnTo>
                  <a:lnTo>
                    <a:pt x="223981" y="763005"/>
                  </a:lnTo>
                  <a:lnTo>
                    <a:pt x="221257" y="762009"/>
                  </a:lnTo>
                  <a:lnTo>
                    <a:pt x="214161" y="754353"/>
                  </a:lnTo>
                  <a:lnTo>
                    <a:pt x="213017" y="749469"/>
                  </a:lnTo>
                  <a:lnTo>
                    <a:pt x="212892" y="747398"/>
                  </a:lnTo>
                  <a:lnTo>
                    <a:pt x="212799" y="745872"/>
                  </a:lnTo>
                  <a:lnTo>
                    <a:pt x="210201" y="743225"/>
                  </a:lnTo>
                  <a:lnTo>
                    <a:pt x="206618" y="738316"/>
                  </a:lnTo>
                  <a:lnTo>
                    <a:pt x="201604" y="732392"/>
                  </a:lnTo>
                  <a:lnTo>
                    <a:pt x="200509" y="731705"/>
                  </a:lnTo>
                  <a:lnTo>
                    <a:pt x="196687" y="729308"/>
                  </a:lnTo>
                  <a:lnTo>
                    <a:pt x="191569" y="725806"/>
                  </a:lnTo>
                  <a:lnTo>
                    <a:pt x="186609" y="725762"/>
                  </a:lnTo>
                  <a:lnTo>
                    <a:pt x="184673" y="726456"/>
                  </a:lnTo>
                  <a:lnTo>
                    <a:pt x="179690" y="723413"/>
                  </a:lnTo>
                  <a:lnTo>
                    <a:pt x="176207" y="722593"/>
                  </a:lnTo>
                  <a:lnTo>
                    <a:pt x="173416" y="722549"/>
                  </a:lnTo>
                  <a:lnTo>
                    <a:pt x="167244" y="717837"/>
                  </a:lnTo>
                  <a:lnTo>
                    <a:pt x="162074" y="715053"/>
                  </a:lnTo>
                  <a:lnTo>
                    <a:pt x="155993" y="712511"/>
                  </a:lnTo>
                  <a:lnTo>
                    <a:pt x="145235" y="710115"/>
                  </a:lnTo>
                  <a:lnTo>
                    <a:pt x="133919" y="709425"/>
                  </a:lnTo>
                  <a:lnTo>
                    <a:pt x="131179" y="701919"/>
                  </a:lnTo>
                  <a:lnTo>
                    <a:pt x="128869" y="699556"/>
                  </a:lnTo>
                  <a:lnTo>
                    <a:pt x="126971" y="697806"/>
                  </a:lnTo>
                  <a:lnTo>
                    <a:pt x="124051" y="697338"/>
                  </a:lnTo>
                  <a:lnTo>
                    <a:pt x="122957" y="694631"/>
                  </a:lnTo>
                  <a:lnTo>
                    <a:pt x="128104" y="685928"/>
                  </a:lnTo>
                  <a:lnTo>
                    <a:pt x="127947" y="682413"/>
                  </a:lnTo>
                  <a:lnTo>
                    <a:pt x="127293" y="681586"/>
                  </a:lnTo>
                  <a:lnTo>
                    <a:pt x="130694" y="671628"/>
                  </a:lnTo>
                  <a:lnTo>
                    <a:pt x="127387" y="666659"/>
                  </a:lnTo>
                  <a:lnTo>
                    <a:pt x="130165" y="660961"/>
                  </a:lnTo>
                  <a:lnTo>
                    <a:pt x="132428" y="656316"/>
                  </a:lnTo>
                  <a:lnTo>
                    <a:pt x="133571" y="652526"/>
                  </a:lnTo>
                  <a:lnTo>
                    <a:pt x="134014" y="648545"/>
                  </a:lnTo>
                  <a:lnTo>
                    <a:pt x="131871" y="645369"/>
                  </a:lnTo>
                  <a:lnTo>
                    <a:pt x="129621" y="642734"/>
                  </a:lnTo>
                  <a:lnTo>
                    <a:pt x="126439" y="643327"/>
                  </a:lnTo>
                  <a:lnTo>
                    <a:pt x="121060" y="637996"/>
                  </a:lnTo>
                  <a:lnTo>
                    <a:pt x="118461" y="633415"/>
                  </a:lnTo>
                  <a:lnTo>
                    <a:pt x="120544" y="629772"/>
                  </a:lnTo>
                  <a:lnTo>
                    <a:pt x="123036" y="624406"/>
                  </a:lnTo>
                  <a:lnTo>
                    <a:pt x="122838" y="618094"/>
                  </a:lnTo>
                  <a:lnTo>
                    <a:pt x="118428" y="614840"/>
                  </a:lnTo>
                  <a:lnTo>
                    <a:pt x="116567" y="613987"/>
                  </a:lnTo>
                  <a:lnTo>
                    <a:pt x="115312" y="613411"/>
                  </a:lnTo>
                  <a:lnTo>
                    <a:pt x="109915" y="601999"/>
                  </a:lnTo>
                  <a:lnTo>
                    <a:pt x="107592" y="595647"/>
                  </a:lnTo>
                  <a:lnTo>
                    <a:pt x="101009" y="591104"/>
                  </a:lnTo>
                  <a:lnTo>
                    <a:pt x="99055" y="586383"/>
                  </a:lnTo>
                  <a:lnTo>
                    <a:pt x="99238" y="580124"/>
                  </a:lnTo>
                  <a:lnTo>
                    <a:pt x="98486" y="578835"/>
                  </a:lnTo>
                  <a:lnTo>
                    <a:pt x="95413" y="573559"/>
                  </a:lnTo>
                  <a:lnTo>
                    <a:pt x="92471" y="569077"/>
                  </a:lnTo>
                  <a:lnTo>
                    <a:pt x="92557" y="561437"/>
                  </a:lnTo>
                  <a:lnTo>
                    <a:pt x="90351" y="556871"/>
                  </a:lnTo>
                  <a:lnTo>
                    <a:pt x="87673" y="555185"/>
                  </a:lnTo>
                  <a:lnTo>
                    <a:pt x="85980" y="547989"/>
                  </a:lnTo>
                  <a:lnTo>
                    <a:pt x="83398" y="541315"/>
                  </a:lnTo>
                  <a:lnTo>
                    <a:pt x="77924" y="534271"/>
                  </a:lnTo>
                  <a:lnTo>
                    <a:pt x="75077" y="532196"/>
                  </a:lnTo>
                  <a:lnTo>
                    <a:pt x="72149" y="525884"/>
                  </a:lnTo>
                  <a:lnTo>
                    <a:pt x="73041" y="517896"/>
                  </a:lnTo>
                  <a:lnTo>
                    <a:pt x="72369" y="509375"/>
                  </a:lnTo>
                  <a:lnTo>
                    <a:pt x="72457" y="500590"/>
                  </a:lnTo>
                  <a:lnTo>
                    <a:pt x="76664" y="497033"/>
                  </a:lnTo>
                  <a:lnTo>
                    <a:pt x="80423" y="500174"/>
                  </a:lnTo>
                  <a:lnTo>
                    <a:pt x="85011" y="494912"/>
                  </a:lnTo>
                  <a:lnTo>
                    <a:pt x="88160" y="487179"/>
                  </a:lnTo>
                  <a:lnTo>
                    <a:pt x="89296" y="484073"/>
                  </a:lnTo>
                  <a:lnTo>
                    <a:pt x="88603" y="480726"/>
                  </a:lnTo>
                  <a:lnTo>
                    <a:pt x="86988" y="472900"/>
                  </a:lnTo>
                  <a:lnTo>
                    <a:pt x="84816" y="468920"/>
                  </a:lnTo>
                  <a:lnTo>
                    <a:pt x="81849" y="467888"/>
                  </a:lnTo>
                  <a:lnTo>
                    <a:pt x="76380" y="468240"/>
                  </a:lnTo>
                  <a:lnTo>
                    <a:pt x="71219" y="466394"/>
                  </a:lnTo>
                  <a:lnTo>
                    <a:pt x="65762" y="459629"/>
                  </a:lnTo>
                  <a:lnTo>
                    <a:pt x="63389" y="453653"/>
                  </a:lnTo>
                  <a:lnTo>
                    <a:pt x="62387" y="450724"/>
                  </a:lnTo>
                  <a:lnTo>
                    <a:pt x="61832" y="450262"/>
                  </a:lnTo>
                  <a:lnTo>
                    <a:pt x="60145" y="448857"/>
                  </a:lnTo>
                  <a:lnTo>
                    <a:pt x="59356" y="446036"/>
                  </a:lnTo>
                  <a:lnTo>
                    <a:pt x="56755" y="441392"/>
                  </a:lnTo>
                  <a:lnTo>
                    <a:pt x="56652" y="435793"/>
                  </a:lnTo>
                  <a:lnTo>
                    <a:pt x="59693" y="428595"/>
                  </a:lnTo>
                  <a:lnTo>
                    <a:pt x="59981" y="425239"/>
                  </a:lnTo>
                  <a:lnTo>
                    <a:pt x="59019" y="419411"/>
                  </a:lnTo>
                  <a:lnTo>
                    <a:pt x="59420" y="417195"/>
                  </a:lnTo>
                  <a:lnTo>
                    <a:pt x="56923" y="413696"/>
                  </a:lnTo>
                  <a:lnTo>
                    <a:pt x="56038" y="410810"/>
                  </a:lnTo>
                  <a:lnTo>
                    <a:pt x="57135" y="406131"/>
                  </a:lnTo>
                  <a:lnTo>
                    <a:pt x="59323" y="403469"/>
                  </a:lnTo>
                  <a:lnTo>
                    <a:pt x="60485" y="398929"/>
                  </a:lnTo>
                  <a:lnTo>
                    <a:pt x="60937" y="397162"/>
                  </a:lnTo>
                  <a:lnTo>
                    <a:pt x="61152" y="395247"/>
                  </a:lnTo>
                  <a:lnTo>
                    <a:pt x="61778" y="389690"/>
                  </a:lnTo>
                  <a:lnTo>
                    <a:pt x="65493" y="388024"/>
                  </a:lnTo>
                  <a:lnTo>
                    <a:pt x="70026" y="388859"/>
                  </a:lnTo>
                  <a:lnTo>
                    <a:pt x="70548" y="390360"/>
                  </a:lnTo>
                  <a:lnTo>
                    <a:pt x="70003" y="394952"/>
                  </a:lnTo>
                  <a:lnTo>
                    <a:pt x="71105" y="396082"/>
                  </a:lnTo>
                  <a:lnTo>
                    <a:pt x="70464" y="397222"/>
                  </a:lnTo>
                  <a:lnTo>
                    <a:pt x="68467" y="397274"/>
                  </a:lnTo>
                  <a:lnTo>
                    <a:pt x="68228" y="397280"/>
                  </a:lnTo>
                  <a:lnTo>
                    <a:pt x="67920" y="407654"/>
                  </a:lnTo>
                  <a:lnTo>
                    <a:pt x="74840" y="412697"/>
                  </a:lnTo>
                  <a:lnTo>
                    <a:pt x="78710" y="418671"/>
                  </a:lnTo>
                  <a:lnTo>
                    <a:pt x="81676" y="417927"/>
                  </a:lnTo>
                  <a:lnTo>
                    <a:pt x="82975" y="417600"/>
                  </a:lnTo>
                  <a:lnTo>
                    <a:pt x="81962" y="412506"/>
                  </a:lnTo>
                  <a:lnTo>
                    <a:pt x="82659" y="407346"/>
                  </a:lnTo>
                  <a:lnTo>
                    <a:pt x="82569" y="404854"/>
                  </a:lnTo>
                  <a:lnTo>
                    <a:pt x="79879" y="401316"/>
                  </a:lnTo>
                  <a:lnTo>
                    <a:pt x="78095" y="398304"/>
                  </a:lnTo>
                  <a:lnTo>
                    <a:pt x="78539" y="395816"/>
                  </a:lnTo>
                  <a:lnTo>
                    <a:pt x="75025" y="392831"/>
                  </a:lnTo>
                  <a:lnTo>
                    <a:pt x="74361" y="389687"/>
                  </a:lnTo>
                  <a:lnTo>
                    <a:pt x="76761" y="388509"/>
                  </a:lnTo>
                  <a:lnTo>
                    <a:pt x="76507" y="382642"/>
                  </a:lnTo>
                  <a:lnTo>
                    <a:pt x="76448" y="381265"/>
                  </a:lnTo>
                  <a:lnTo>
                    <a:pt x="73464" y="380761"/>
                  </a:lnTo>
                  <a:lnTo>
                    <a:pt x="71500" y="375620"/>
                  </a:lnTo>
                  <a:lnTo>
                    <a:pt x="75779" y="374768"/>
                  </a:lnTo>
                  <a:lnTo>
                    <a:pt x="76339" y="372215"/>
                  </a:lnTo>
                  <a:lnTo>
                    <a:pt x="79490" y="372878"/>
                  </a:lnTo>
                  <a:lnTo>
                    <a:pt x="84246" y="370456"/>
                  </a:lnTo>
                  <a:lnTo>
                    <a:pt x="84015" y="369582"/>
                  </a:lnTo>
                  <a:lnTo>
                    <a:pt x="82852" y="365188"/>
                  </a:lnTo>
                  <a:lnTo>
                    <a:pt x="77665" y="360258"/>
                  </a:lnTo>
                  <a:lnTo>
                    <a:pt x="77372" y="360307"/>
                  </a:lnTo>
                  <a:lnTo>
                    <a:pt x="70694" y="361433"/>
                  </a:lnTo>
                  <a:lnTo>
                    <a:pt x="70490" y="361467"/>
                  </a:lnTo>
                  <a:lnTo>
                    <a:pt x="68294" y="367761"/>
                  </a:lnTo>
                  <a:lnTo>
                    <a:pt x="70559" y="371672"/>
                  </a:lnTo>
                  <a:lnTo>
                    <a:pt x="67574" y="373517"/>
                  </a:lnTo>
                  <a:lnTo>
                    <a:pt x="66747" y="377365"/>
                  </a:lnTo>
                  <a:lnTo>
                    <a:pt x="68623" y="380481"/>
                  </a:lnTo>
                  <a:lnTo>
                    <a:pt x="69709" y="384486"/>
                  </a:lnTo>
                  <a:lnTo>
                    <a:pt x="64865" y="385496"/>
                  </a:lnTo>
                  <a:lnTo>
                    <a:pt x="61402" y="384197"/>
                  </a:lnTo>
                  <a:lnTo>
                    <a:pt x="58171" y="379210"/>
                  </a:lnTo>
                  <a:lnTo>
                    <a:pt x="53788" y="375107"/>
                  </a:lnTo>
                  <a:lnTo>
                    <a:pt x="51920" y="375742"/>
                  </a:lnTo>
                  <a:lnTo>
                    <a:pt x="49425" y="371236"/>
                  </a:lnTo>
                  <a:lnTo>
                    <a:pt x="47525" y="366948"/>
                  </a:lnTo>
                  <a:lnTo>
                    <a:pt x="44533" y="362444"/>
                  </a:lnTo>
                  <a:lnTo>
                    <a:pt x="39423" y="359597"/>
                  </a:lnTo>
                  <a:lnTo>
                    <a:pt x="36271" y="362294"/>
                  </a:lnTo>
                  <a:lnTo>
                    <a:pt x="34083" y="360661"/>
                  </a:lnTo>
                  <a:lnTo>
                    <a:pt x="39844" y="352326"/>
                  </a:lnTo>
                  <a:lnTo>
                    <a:pt x="41718" y="347144"/>
                  </a:lnTo>
                  <a:lnTo>
                    <a:pt x="40911" y="341269"/>
                  </a:lnTo>
                  <a:lnTo>
                    <a:pt x="41763" y="338264"/>
                  </a:lnTo>
                  <a:lnTo>
                    <a:pt x="41170" y="336037"/>
                  </a:lnTo>
                  <a:lnTo>
                    <a:pt x="41136" y="335908"/>
                  </a:lnTo>
                  <a:lnTo>
                    <a:pt x="37968" y="334778"/>
                  </a:lnTo>
                  <a:lnTo>
                    <a:pt x="37800" y="331460"/>
                  </a:lnTo>
                  <a:lnTo>
                    <a:pt x="37929" y="326449"/>
                  </a:lnTo>
                  <a:lnTo>
                    <a:pt x="34574" y="317769"/>
                  </a:lnTo>
                  <a:lnTo>
                    <a:pt x="29976" y="313134"/>
                  </a:lnTo>
                  <a:lnTo>
                    <a:pt x="25887" y="306960"/>
                  </a:lnTo>
                  <a:lnTo>
                    <a:pt x="25452" y="303975"/>
                  </a:lnTo>
                  <a:lnTo>
                    <a:pt x="21840" y="293503"/>
                  </a:lnTo>
                  <a:lnTo>
                    <a:pt x="18090" y="288535"/>
                  </a:lnTo>
                  <a:lnTo>
                    <a:pt x="16993" y="285860"/>
                  </a:lnTo>
                  <a:lnTo>
                    <a:pt x="15692" y="282681"/>
                  </a:lnTo>
                  <a:lnTo>
                    <a:pt x="12448" y="277537"/>
                  </a:lnTo>
                  <a:lnTo>
                    <a:pt x="11746" y="274704"/>
                  </a:lnTo>
                  <a:lnTo>
                    <a:pt x="9425" y="270286"/>
                  </a:lnTo>
                  <a:lnTo>
                    <a:pt x="8960" y="266322"/>
                  </a:lnTo>
                  <a:lnTo>
                    <a:pt x="13220" y="261521"/>
                  </a:lnTo>
                  <a:lnTo>
                    <a:pt x="13672" y="252127"/>
                  </a:lnTo>
                  <a:lnTo>
                    <a:pt x="12423" y="245493"/>
                  </a:lnTo>
                  <a:lnTo>
                    <a:pt x="12126" y="238283"/>
                  </a:lnTo>
                  <a:lnTo>
                    <a:pt x="12546" y="230209"/>
                  </a:lnTo>
                  <a:lnTo>
                    <a:pt x="15247" y="223163"/>
                  </a:lnTo>
                  <a:lnTo>
                    <a:pt x="20831" y="215098"/>
                  </a:lnTo>
                  <a:lnTo>
                    <a:pt x="21441" y="208985"/>
                  </a:lnTo>
                  <a:lnTo>
                    <a:pt x="22263" y="203489"/>
                  </a:lnTo>
                  <a:lnTo>
                    <a:pt x="20838" y="199489"/>
                  </a:lnTo>
                  <a:lnTo>
                    <a:pt x="22014" y="189849"/>
                  </a:lnTo>
                  <a:lnTo>
                    <a:pt x="19200" y="186156"/>
                  </a:lnTo>
                  <a:lnTo>
                    <a:pt x="17617" y="180231"/>
                  </a:lnTo>
                  <a:lnTo>
                    <a:pt x="15057" y="172209"/>
                  </a:lnTo>
                  <a:lnTo>
                    <a:pt x="14669" y="170987"/>
                  </a:lnTo>
                  <a:lnTo>
                    <a:pt x="12773" y="169676"/>
                  </a:lnTo>
                  <a:lnTo>
                    <a:pt x="12998" y="164497"/>
                  </a:lnTo>
                  <a:lnTo>
                    <a:pt x="10573" y="160274"/>
                  </a:lnTo>
                  <a:lnTo>
                    <a:pt x="7891" y="158148"/>
                  </a:lnTo>
                  <a:lnTo>
                    <a:pt x="4745" y="152243"/>
                  </a:lnTo>
                  <a:lnTo>
                    <a:pt x="865" y="145556"/>
                  </a:lnTo>
                  <a:lnTo>
                    <a:pt x="0" y="143726"/>
                  </a:lnTo>
                  <a:lnTo>
                    <a:pt x="2366" y="137977"/>
                  </a:lnTo>
                  <a:lnTo>
                    <a:pt x="2658" y="134073"/>
                  </a:lnTo>
                  <a:lnTo>
                    <a:pt x="1429" y="1278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033313" y="2831317"/>
              <a:ext cx="8182" cy="13999"/>
            </a:xfrm>
            <a:custGeom>
              <a:avLst/>
              <a:pathLst>
                <a:path w="8182" h="13999">
                  <a:moveTo>
                    <a:pt x="346" y="3477"/>
                  </a:moveTo>
                  <a:lnTo>
                    <a:pt x="5856" y="0"/>
                  </a:lnTo>
                  <a:lnTo>
                    <a:pt x="8182" y="2917"/>
                  </a:lnTo>
                  <a:lnTo>
                    <a:pt x="5309" y="8690"/>
                  </a:lnTo>
                  <a:lnTo>
                    <a:pt x="4191" y="13999"/>
                  </a:lnTo>
                  <a:lnTo>
                    <a:pt x="0" y="96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85483" y="2724707"/>
              <a:ext cx="16274" cy="12722"/>
            </a:xfrm>
            <a:custGeom>
              <a:avLst/>
              <a:pathLst>
                <a:path w="16274" h="12722">
                  <a:moveTo>
                    <a:pt x="0" y="3496"/>
                  </a:moveTo>
                  <a:lnTo>
                    <a:pt x="2043" y="2225"/>
                  </a:lnTo>
                  <a:lnTo>
                    <a:pt x="7134" y="0"/>
                  </a:lnTo>
                  <a:lnTo>
                    <a:pt x="12582" y="909"/>
                  </a:lnTo>
                  <a:lnTo>
                    <a:pt x="13732" y="2497"/>
                  </a:lnTo>
                  <a:lnTo>
                    <a:pt x="16274" y="7112"/>
                  </a:lnTo>
                  <a:lnTo>
                    <a:pt x="15810" y="9428"/>
                  </a:lnTo>
                  <a:lnTo>
                    <a:pt x="14543" y="11353"/>
                  </a:lnTo>
                  <a:lnTo>
                    <a:pt x="9442" y="12722"/>
                  </a:lnTo>
                  <a:lnTo>
                    <a:pt x="6439" y="8743"/>
                  </a:lnTo>
                  <a:lnTo>
                    <a:pt x="4220" y="6436"/>
                  </a:lnTo>
                  <a:lnTo>
                    <a:pt x="749" y="53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71733" y="2731142"/>
              <a:ext cx="361969" cy="387419"/>
            </a:xfrm>
            <a:custGeom>
              <a:avLst/>
              <a:pathLst>
                <a:path w="361969" h="387419">
                  <a:moveTo>
                    <a:pt x="35" y="129609"/>
                  </a:moveTo>
                  <a:lnTo>
                    <a:pt x="516" y="123354"/>
                  </a:lnTo>
                  <a:lnTo>
                    <a:pt x="2157" y="121961"/>
                  </a:lnTo>
                  <a:lnTo>
                    <a:pt x="2992" y="121252"/>
                  </a:lnTo>
                  <a:lnTo>
                    <a:pt x="5568" y="116351"/>
                  </a:lnTo>
                  <a:lnTo>
                    <a:pt x="6242" y="112323"/>
                  </a:lnTo>
                  <a:lnTo>
                    <a:pt x="8172" y="107907"/>
                  </a:lnTo>
                  <a:lnTo>
                    <a:pt x="11768" y="104023"/>
                  </a:lnTo>
                  <a:lnTo>
                    <a:pt x="16145" y="101711"/>
                  </a:lnTo>
                  <a:lnTo>
                    <a:pt x="18053" y="99445"/>
                  </a:lnTo>
                  <a:lnTo>
                    <a:pt x="22420" y="98790"/>
                  </a:lnTo>
                  <a:lnTo>
                    <a:pt x="23571" y="96116"/>
                  </a:lnTo>
                  <a:lnTo>
                    <a:pt x="26854" y="94292"/>
                  </a:lnTo>
                  <a:lnTo>
                    <a:pt x="29347" y="94393"/>
                  </a:lnTo>
                  <a:lnTo>
                    <a:pt x="29856" y="91151"/>
                  </a:lnTo>
                  <a:lnTo>
                    <a:pt x="32326" y="88968"/>
                  </a:lnTo>
                  <a:lnTo>
                    <a:pt x="31642" y="81769"/>
                  </a:lnTo>
                  <a:lnTo>
                    <a:pt x="30925" y="74243"/>
                  </a:lnTo>
                  <a:lnTo>
                    <a:pt x="29519" y="59211"/>
                  </a:lnTo>
                  <a:lnTo>
                    <a:pt x="28881" y="52410"/>
                  </a:lnTo>
                  <a:lnTo>
                    <a:pt x="27475" y="37862"/>
                  </a:lnTo>
                  <a:lnTo>
                    <a:pt x="32614" y="37233"/>
                  </a:lnTo>
                  <a:lnTo>
                    <a:pt x="33684" y="34457"/>
                  </a:lnTo>
                  <a:lnTo>
                    <a:pt x="35731" y="31072"/>
                  </a:lnTo>
                  <a:lnTo>
                    <a:pt x="38262" y="30573"/>
                  </a:lnTo>
                  <a:lnTo>
                    <a:pt x="41404" y="32358"/>
                  </a:lnTo>
                  <a:lnTo>
                    <a:pt x="43548" y="32499"/>
                  </a:lnTo>
                  <a:lnTo>
                    <a:pt x="46928" y="34257"/>
                  </a:lnTo>
                  <a:lnTo>
                    <a:pt x="51308" y="33143"/>
                  </a:lnTo>
                  <a:lnTo>
                    <a:pt x="55282" y="32741"/>
                  </a:lnTo>
                  <a:lnTo>
                    <a:pt x="65230" y="27807"/>
                  </a:lnTo>
                  <a:lnTo>
                    <a:pt x="69241" y="25391"/>
                  </a:lnTo>
                  <a:lnTo>
                    <a:pt x="70601" y="25249"/>
                  </a:lnTo>
                  <a:lnTo>
                    <a:pt x="72987" y="24998"/>
                  </a:lnTo>
                  <a:lnTo>
                    <a:pt x="78565" y="21579"/>
                  </a:lnTo>
                  <a:lnTo>
                    <a:pt x="81503" y="20518"/>
                  </a:lnTo>
                  <a:lnTo>
                    <a:pt x="83951" y="17736"/>
                  </a:lnTo>
                  <a:lnTo>
                    <a:pt x="87292" y="16489"/>
                  </a:lnTo>
                  <a:lnTo>
                    <a:pt x="89667" y="13602"/>
                  </a:lnTo>
                  <a:lnTo>
                    <a:pt x="92484" y="15227"/>
                  </a:lnTo>
                  <a:lnTo>
                    <a:pt x="94433" y="12795"/>
                  </a:lnTo>
                  <a:lnTo>
                    <a:pt x="96887" y="11692"/>
                  </a:lnTo>
                  <a:lnTo>
                    <a:pt x="99776" y="9299"/>
                  </a:lnTo>
                  <a:lnTo>
                    <a:pt x="102498" y="7013"/>
                  </a:lnTo>
                  <a:lnTo>
                    <a:pt x="101655" y="2135"/>
                  </a:lnTo>
                  <a:lnTo>
                    <a:pt x="105305" y="0"/>
                  </a:lnTo>
                  <a:lnTo>
                    <a:pt x="109902" y="2927"/>
                  </a:lnTo>
                  <a:lnTo>
                    <a:pt x="112888" y="4675"/>
                  </a:lnTo>
                  <a:lnTo>
                    <a:pt x="116936" y="8112"/>
                  </a:lnTo>
                  <a:lnTo>
                    <a:pt x="114490" y="14639"/>
                  </a:lnTo>
                  <a:lnTo>
                    <a:pt x="111397" y="20043"/>
                  </a:lnTo>
                  <a:lnTo>
                    <a:pt x="110482" y="22401"/>
                  </a:lnTo>
                  <a:lnTo>
                    <a:pt x="112553" y="25709"/>
                  </a:lnTo>
                  <a:lnTo>
                    <a:pt x="109264" y="29698"/>
                  </a:lnTo>
                  <a:lnTo>
                    <a:pt x="108636" y="33378"/>
                  </a:lnTo>
                  <a:lnTo>
                    <a:pt x="107516" y="35681"/>
                  </a:lnTo>
                  <a:lnTo>
                    <a:pt x="109372" y="35911"/>
                  </a:lnTo>
                  <a:lnTo>
                    <a:pt x="111014" y="36114"/>
                  </a:lnTo>
                  <a:lnTo>
                    <a:pt x="114796" y="32783"/>
                  </a:lnTo>
                  <a:lnTo>
                    <a:pt x="116739" y="31781"/>
                  </a:lnTo>
                  <a:lnTo>
                    <a:pt x="118865" y="29661"/>
                  </a:lnTo>
                  <a:lnTo>
                    <a:pt x="119466" y="25554"/>
                  </a:lnTo>
                  <a:lnTo>
                    <a:pt x="124330" y="29110"/>
                  </a:lnTo>
                  <a:lnTo>
                    <a:pt x="130747" y="33663"/>
                  </a:lnTo>
                  <a:lnTo>
                    <a:pt x="131741" y="33428"/>
                  </a:lnTo>
                  <a:lnTo>
                    <a:pt x="134237" y="32835"/>
                  </a:lnTo>
                  <a:lnTo>
                    <a:pt x="138584" y="34787"/>
                  </a:lnTo>
                  <a:lnTo>
                    <a:pt x="139691" y="34250"/>
                  </a:lnTo>
                  <a:lnTo>
                    <a:pt x="141866" y="36838"/>
                  </a:lnTo>
                  <a:lnTo>
                    <a:pt x="144945" y="34743"/>
                  </a:lnTo>
                  <a:lnTo>
                    <a:pt x="148051" y="37391"/>
                  </a:lnTo>
                  <a:lnTo>
                    <a:pt x="152460" y="38514"/>
                  </a:lnTo>
                  <a:lnTo>
                    <a:pt x="156678" y="44980"/>
                  </a:lnTo>
                  <a:lnTo>
                    <a:pt x="159826" y="51943"/>
                  </a:lnTo>
                  <a:lnTo>
                    <a:pt x="171628" y="53717"/>
                  </a:lnTo>
                  <a:lnTo>
                    <a:pt x="189577" y="56359"/>
                  </a:lnTo>
                  <a:lnTo>
                    <a:pt x="223401" y="61125"/>
                  </a:lnTo>
                  <a:lnTo>
                    <a:pt x="229893" y="63931"/>
                  </a:lnTo>
                  <a:lnTo>
                    <a:pt x="233675" y="65560"/>
                  </a:lnTo>
                  <a:lnTo>
                    <a:pt x="241502" y="68920"/>
                  </a:lnTo>
                  <a:lnTo>
                    <a:pt x="245730" y="67823"/>
                  </a:lnTo>
                  <a:lnTo>
                    <a:pt x="249278" y="68453"/>
                  </a:lnTo>
                  <a:lnTo>
                    <a:pt x="249535" y="68499"/>
                  </a:lnTo>
                  <a:lnTo>
                    <a:pt x="251110" y="70413"/>
                  </a:lnTo>
                  <a:lnTo>
                    <a:pt x="253764" y="69917"/>
                  </a:lnTo>
                  <a:lnTo>
                    <a:pt x="254608" y="67636"/>
                  </a:lnTo>
                  <a:lnTo>
                    <a:pt x="258549" y="66569"/>
                  </a:lnTo>
                  <a:lnTo>
                    <a:pt x="266040" y="69115"/>
                  </a:lnTo>
                  <a:lnTo>
                    <a:pt x="267662" y="67823"/>
                  </a:lnTo>
                  <a:lnTo>
                    <a:pt x="272291" y="69995"/>
                  </a:lnTo>
                  <a:lnTo>
                    <a:pt x="276022" y="69128"/>
                  </a:lnTo>
                  <a:lnTo>
                    <a:pt x="280304" y="69896"/>
                  </a:lnTo>
                  <a:lnTo>
                    <a:pt x="284369" y="71490"/>
                  </a:lnTo>
                  <a:lnTo>
                    <a:pt x="287446" y="75147"/>
                  </a:lnTo>
                  <a:lnTo>
                    <a:pt x="284484" y="80347"/>
                  </a:lnTo>
                  <a:lnTo>
                    <a:pt x="286548" y="82057"/>
                  </a:lnTo>
                  <a:lnTo>
                    <a:pt x="289632" y="82820"/>
                  </a:lnTo>
                  <a:lnTo>
                    <a:pt x="290172" y="82954"/>
                  </a:lnTo>
                  <a:lnTo>
                    <a:pt x="293157" y="81368"/>
                  </a:lnTo>
                  <a:lnTo>
                    <a:pt x="295298" y="83819"/>
                  </a:lnTo>
                  <a:lnTo>
                    <a:pt x="300639" y="83821"/>
                  </a:lnTo>
                  <a:lnTo>
                    <a:pt x="303863" y="86165"/>
                  </a:lnTo>
                  <a:lnTo>
                    <a:pt x="305793" y="87567"/>
                  </a:lnTo>
                  <a:lnTo>
                    <a:pt x="307627" y="89903"/>
                  </a:lnTo>
                  <a:lnTo>
                    <a:pt x="305281" y="92092"/>
                  </a:lnTo>
                  <a:lnTo>
                    <a:pt x="308683" y="95460"/>
                  </a:lnTo>
                  <a:lnTo>
                    <a:pt x="308558" y="98509"/>
                  </a:lnTo>
                  <a:lnTo>
                    <a:pt x="308204" y="103001"/>
                  </a:lnTo>
                  <a:lnTo>
                    <a:pt x="308788" y="107465"/>
                  </a:lnTo>
                  <a:lnTo>
                    <a:pt x="306660" y="110347"/>
                  </a:lnTo>
                  <a:lnTo>
                    <a:pt x="306763" y="114843"/>
                  </a:lnTo>
                  <a:lnTo>
                    <a:pt x="306886" y="118365"/>
                  </a:lnTo>
                  <a:lnTo>
                    <a:pt x="310680" y="117735"/>
                  </a:lnTo>
                  <a:lnTo>
                    <a:pt x="313649" y="117155"/>
                  </a:lnTo>
                  <a:lnTo>
                    <a:pt x="315931" y="114261"/>
                  </a:lnTo>
                  <a:lnTo>
                    <a:pt x="319110" y="115102"/>
                  </a:lnTo>
                  <a:lnTo>
                    <a:pt x="319199" y="119719"/>
                  </a:lnTo>
                  <a:lnTo>
                    <a:pt x="317482" y="126269"/>
                  </a:lnTo>
                  <a:lnTo>
                    <a:pt x="316284" y="130709"/>
                  </a:lnTo>
                  <a:lnTo>
                    <a:pt x="319727" y="134291"/>
                  </a:lnTo>
                  <a:lnTo>
                    <a:pt x="323150" y="137666"/>
                  </a:lnTo>
                  <a:lnTo>
                    <a:pt x="326809" y="138080"/>
                  </a:lnTo>
                  <a:lnTo>
                    <a:pt x="325322" y="142739"/>
                  </a:lnTo>
                  <a:lnTo>
                    <a:pt x="325952" y="148677"/>
                  </a:lnTo>
                  <a:lnTo>
                    <a:pt x="321969" y="149524"/>
                  </a:lnTo>
                  <a:lnTo>
                    <a:pt x="318103" y="151131"/>
                  </a:lnTo>
                  <a:lnTo>
                    <a:pt x="315159" y="152352"/>
                  </a:lnTo>
                  <a:lnTo>
                    <a:pt x="313696" y="155194"/>
                  </a:lnTo>
                  <a:lnTo>
                    <a:pt x="314660" y="159496"/>
                  </a:lnTo>
                  <a:lnTo>
                    <a:pt x="313878" y="161047"/>
                  </a:lnTo>
                  <a:lnTo>
                    <a:pt x="311352" y="164878"/>
                  </a:lnTo>
                  <a:lnTo>
                    <a:pt x="309909" y="170628"/>
                  </a:lnTo>
                  <a:lnTo>
                    <a:pt x="307806" y="174112"/>
                  </a:lnTo>
                  <a:lnTo>
                    <a:pt x="307492" y="177914"/>
                  </a:lnTo>
                  <a:lnTo>
                    <a:pt x="307391" y="179133"/>
                  </a:lnTo>
                  <a:lnTo>
                    <a:pt x="308298" y="183831"/>
                  </a:lnTo>
                  <a:lnTo>
                    <a:pt x="306169" y="187389"/>
                  </a:lnTo>
                  <a:lnTo>
                    <a:pt x="308779" y="189945"/>
                  </a:lnTo>
                  <a:lnTo>
                    <a:pt x="312680" y="190202"/>
                  </a:lnTo>
                  <a:lnTo>
                    <a:pt x="314856" y="185949"/>
                  </a:lnTo>
                  <a:lnTo>
                    <a:pt x="316369" y="182692"/>
                  </a:lnTo>
                  <a:lnTo>
                    <a:pt x="321573" y="179176"/>
                  </a:lnTo>
                  <a:lnTo>
                    <a:pt x="322231" y="177802"/>
                  </a:lnTo>
                  <a:lnTo>
                    <a:pt x="322843" y="176523"/>
                  </a:lnTo>
                  <a:lnTo>
                    <a:pt x="323375" y="175568"/>
                  </a:lnTo>
                  <a:lnTo>
                    <a:pt x="324248" y="174000"/>
                  </a:lnTo>
                  <a:lnTo>
                    <a:pt x="323770" y="171308"/>
                  </a:lnTo>
                  <a:lnTo>
                    <a:pt x="327338" y="164204"/>
                  </a:lnTo>
                  <a:lnTo>
                    <a:pt x="330590" y="159012"/>
                  </a:lnTo>
                  <a:lnTo>
                    <a:pt x="333575" y="158049"/>
                  </a:lnTo>
                  <a:lnTo>
                    <a:pt x="334377" y="156849"/>
                  </a:lnTo>
                  <a:lnTo>
                    <a:pt x="338329" y="154771"/>
                  </a:lnTo>
                  <a:lnTo>
                    <a:pt x="340902" y="150097"/>
                  </a:lnTo>
                  <a:lnTo>
                    <a:pt x="343285" y="142723"/>
                  </a:lnTo>
                  <a:lnTo>
                    <a:pt x="346697" y="136182"/>
                  </a:lnTo>
                  <a:lnTo>
                    <a:pt x="347133" y="128514"/>
                  </a:lnTo>
                  <a:lnTo>
                    <a:pt x="350870" y="127403"/>
                  </a:lnTo>
                  <a:lnTo>
                    <a:pt x="353591" y="123715"/>
                  </a:lnTo>
                  <a:lnTo>
                    <a:pt x="353713" y="119517"/>
                  </a:lnTo>
                  <a:lnTo>
                    <a:pt x="356297" y="115927"/>
                  </a:lnTo>
                  <a:lnTo>
                    <a:pt x="358654" y="114977"/>
                  </a:lnTo>
                  <a:lnTo>
                    <a:pt x="361140" y="115330"/>
                  </a:lnTo>
                  <a:lnTo>
                    <a:pt x="361969" y="120803"/>
                  </a:lnTo>
                  <a:lnTo>
                    <a:pt x="358584" y="124928"/>
                  </a:lnTo>
                  <a:lnTo>
                    <a:pt x="359213" y="129425"/>
                  </a:lnTo>
                  <a:lnTo>
                    <a:pt x="358934" y="134397"/>
                  </a:lnTo>
                  <a:lnTo>
                    <a:pt x="355242" y="140899"/>
                  </a:lnTo>
                  <a:lnTo>
                    <a:pt x="353159" y="146939"/>
                  </a:lnTo>
                  <a:lnTo>
                    <a:pt x="352924" y="152475"/>
                  </a:lnTo>
                  <a:lnTo>
                    <a:pt x="349407" y="157702"/>
                  </a:lnTo>
                  <a:lnTo>
                    <a:pt x="347634" y="163453"/>
                  </a:lnTo>
                  <a:lnTo>
                    <a:pt x="345486" y="172266"/>
                  </a:lnTo>
                  <a:lnTo>
                    <a:pt x="344488" y="176342"/>
                  </a:lnTo>
                  <a:lnTo>
                    <a:pt x="342323" y="180653"/>
                  </a:lnTo>
                  <a:lnTo>
                    <a:pt x="340838" y="191987"/>
                  </a:lnTo>
                  <a:lnTo>
                    <a:pt x="339868" y="203908"/>
                  </a:lnTo>
                  <a:lnTo>
                    <a:pt x="339823" y="204457"/>
                  </a:lnTo>
                  <a:lnTo>
                    <a:pt x="342088" y="209534"/>
                  </a:lnTo>
                  <a:lnTo>
                    <a:pt x="343621" y="213640"/>
                  </a:lnTo>
                  <a:lnTo>
                    <a:pt x="342297" y="218364"/>
                  </a:lnTo>
                  <a:lnTo>
                    <a:pt x="338913" y="221361"/>
                  </a:lnTo>
                  <a:lnTo>
                    <a:pt x="336220" y="226176"/>
                  </a:lnTo>
                  <a:lnTo>
                    <a:pt x="335034" y="236603"/>
                  </a:lnTo>
                  <a:lnTo>
                    <a:pt x="334158" y="243250"/>
                  </a:lnTo>
                  <a:lnTo>
                    <a:pt x="333938" y="244916"/>
                  </a:lnTo>
                  <a:lnTo>
                    <a:pt x="335353" y="250290"/>
                  </a:lnTo>
                  <a:lnTo>
                    <a:pt x="337533" y="253764"/>
                  </a:lnTo>
                  <a:lnTo>
                    <a:pt x="337618" y="257678"/>
                  </a:lnTo>
                  <a:lnTo>
                    <a:pt x="338303" y="261402"/>
                  </a:lnTo>
                  <a:lnTo>
                    <a:pt x="334589" y="272256"/>
                  </a:lnTo>
                  <a:lnTo>
                    <a:pt x="334792" y="273995"/>
                  </a:lnTo>
                  <a:lnTo>
                    <a:pt x="335299" y="278354"/>
                  </a:lnTo>
                  <a:lnTo>
                    <a:pt x="333248" y="285032"/>
                  </a:lnTo>
                  <a:lnTo>
                    <a:pt x="331675" y="295248"/>
                  </a:lnTo>
                  <a:lnTo>
                    <a:pt x="332635" y="304863"/>
                  </a:lnTo>
                  <a:lnTo>
                    <a:pt x="332679" y="305296"/>
                  </a:lnTo>
                  <a:lnTo>
                    <a:pt x="333274" y="311053"/>
                  </a:lnTo>
                  <a:lnTo>
                    <a:pt x="335954" y="316080"/>
                  </a:lnTo>
                  <a:lnTo>
                    <a:pt x="334962" y="320519"/>
                  </a:lnTo>
                  <a:lnTo>
                    <a:pt x="336749" y="322916"/>
                  </a:lnTo>
                  <a:lnTo>
                    <a:pt x="339208" y="326211"/>
                  </a:lnTo>
                  <a:lnTo>
                    <a:pt x="340807" y="333687"/>
                  </a:lnTo>
                  <a:lnTo>
                    <a:pt x="341854" y="334804"/>
                  </a:lnTo>
                  <a:lnTo>
                    <a:pt x="346017" y="339241"/>
                  </a:lnTo>
                  <a:lnTo>
                    <a:pt x="345927" y="346679"/>
                  </a:lnTo>
                  <a:lnTo>
                    <a:pt x="345270" y="349648"/>
                  </a:lnTo>
                  <a:lnTo>
                    <a:pt x="344778" y="351867"/>
                  </a:lnTo>
                  <a:lnTo>
                    <a:pt x="345687" y="357451"/>
                  </a:lnTo>
                  <a:lnTo>
                    <a:pt x="347602" y="364869"/>
                  </a:lnTo>
                  <a:lnTo>
                    <a:pt x="322277" y="368285"/>
                  </a:lnTo>
                  <a:lnTo>
                    <a:pt x="321165" y="368432"/>
                  </a:lnTo>
                  <a:lnTo>
                    <a:pt x="315603" y="369266"/>
                  </a:lnTo>
                  <a:lnTo>
                    <a:pt x="305023" y="370835"/>
                  </a:lnTo>
                  <a:lnTo>
                    <a:pt x="302786" y="371163"/>
                  </a:lnTo>
                  <a:lnTo>
                    <a:pt x="290079" y="373064"/>
                  </a:lnTo>
                  <a:lnTo>
                    <a:pt x="285682" y="373626"/>
                  </a:lnTo>
                  <a:lnTo>
                    <a:pt x="275269" y="374942"/>
                  </a:lnTo>
                  <a:lnTo>
                    <a:pt x="268750" y="375755"/>
                  </a:lnTo>
                  <a:lnTo>
                    <a:pt x="267188" y="375940"/>
                  </a:lnTo>
                  <a:lnTo>
                    <a:pt x="248196" y="378157"/>
                  </a:lnTo>
                  <a:lnTo>
                    <a:pt x="245928" y="378417"/>
                  </a:lnTo>
                  <a:lnTo>
                    <a:pt x="240082" y="379083"/>
                  </a:lnTo>
                  <a:lnTo>
                    <a:pt x="218150" y="381574"/>
                  </a:lnTo>
                  <a:lnTo>
                    <a:pt x="212487" y="382203"/>
                  </a:lnTo>
                  <a:lnTo>
                    <a:pt x="193589" y="384337"/>
                  </a:lnTo>
                  <a:lnTo>
                    <a:pt x="180662" y="385927"/>
                  </a:lnTo>
                  <a:lnTo>
                    <a:pt x="179985" y="386009"/>
                  </a:lnTo>
                  <a:lnTo>
                    <a:pt x="166865" y="387419"/>
                  </a:lnTo>
                  <a:lnTo>
                    <a:pt x="164302" y="381734"/>
                  </a:lnTo>
                  <a:lnTo>
                    <a:pt x="162030" y="377619"/>
                  </a:lnTo>
                  <a:lnTo>
                    <a:pt x="159124" y="376273"/>
                  </a:lnTo>
                  <a:lnTo>
                    <a:pt x="152024" y="375386"/>
                  </a:lnTo>
                  <a:lnTo>
                    <a:pt x="149108" y="374880"/>
                  </a:lnTo>
                  <a:lnTo>
                    <a:pt x="146183" y="374371"/>
                  </a:lnTo>
                  <a:lnTo>
                    <a:pt x="141041" y="371808"/>
                  </a:lnTo>
                  <a:lnTo>
                    <a:pt x="137124" y="367332"/>
                  </a:lnTo>
                  <a:lnTo>
                    <a:pt x="134515" y="359819"/>
                  </a:lnTo>
                  <a:lnTo>
                    <a:pt x="131668" y="356678"/>
                  </a:lnTo>
                  <a:lnTo>
                    <a:pt x="129894" y="350556"/>
                  </a:lnTo>
                  <a:lnTo>
                    <a:pt x="129560" y="349566"/>
                  </a:lnTo>
                  <a:lnTo>
                    <a:pt x="128100" y="345231"/>
                  </a:lnTo>
                  <a:lnTo>
                    <a:pt x="127701" y="341630"/>
                  </a:lnTo>
                  <a:lnTo>
                    <a:pt x="127178" y="336915"/>
                  </a:lnTo>
                  <a:lnTo>
                    <a:pt x="129401" y="333187"/>
                  </a:lnTo>
                  <a:lnTo>
                    <a:pt x="131902" y="328748"/>
                  </a:lnTo>
                  <a:lnTo>
                    <a:pt x="133463" y="325762"/>
                  </a:lnTo>
                  <a:lnTo>
                    <a:pt x="129800" y="320929"/>
                  </a:lnTo>
                  <a:lnTo>
                    <a:pt x="126611" y="319420"/>
                  </a:lnTo>
                  <a:lnTo>
                    <a:pt x="122947" y="316412"/>
                  </a:lnTo>
                  <a:lnTo>
                    <a:pt x="123176" y="313811"/>
                  </a:lnTo>
                  <a:lnTo>
                    <a:pt x="122317" y="312465"/>
                  </a:lnTo>
                  <a:lnTo>
                    <a:pt x="120669" y="309879"/>
                  </a:lnTo>
                  <a:lnTo>
                    <a:pt x="121125" y="305480"/>
                  </a:lnTo>
                  <a:lnTo>
                    <a:pt x="119585" y="300008"/>
                  </a:lnTo>
                  <a:lnTo>
                    <a:pt x="117997" y="297064"/>
                  </a:lnTo>
                  <a:lnTo>
                    <a:pt x="116115" y="291455"/>
                  </a:lnTo>
                  <a:lnTo>
                    <a:pt x="116586" y="286226"/>
                  </a:lnTo>
                  <a:lnTo>
                    <a:pt x="116963" y="282029"/>
                  </a:lnTo>
                  <a:lnTo>
                    <a:pt x="113553" y="275905"/>
                  </a:lnTo>
                  <a:lnTo>
                    <a:pt x="113292" y="275436"/>
                  </a:lnTo>
                  <a:lnTo>
                    <a:pt x="108561" y="270287"/>
                  </a:lnTo>
                  <a:lnTo>
                    <a:pt x="103831" y="264909"/>
                  </a:lnTo>
                  <a:lnTo>
                    <a:pt x="102619" y="263529"/>
                  </a:lnTo>
                  <a:lnTo>
                    <a:pt x="95033" y="262335"/>
                  </a:lnTo>
                  <a:lnTo>
                    <a:pt x="94134" y="262193"/>
                  </a:lnTo>
                  <a:lnTo>
                    <a:pt x="89165" y="259446"/>
                  </a:lnTo>
                  <a:lnTo>
                    <a:pt x="84168" y="254285"/>
                  </a:lnTo>
                  <a:lnTo>
                    <a:pt x="77761" y="251836"/>
                  </a:lnTo>
                  <a:lnTo>
                    <a:pt x="75167" y="249207"/>
                  </a:lnTo>
                  <a:lnTo>
                    <a:pt x="72505" y="246505"/>
                  </a:lnTo>
                  <a:lnTo>
                    <a:pt x="70300" y="239104"/>
                  </a:lnTo>
                  <a:lnTo>
                    <a:pt x="66988" y="235577"/>
                  </a:lnTo>
                  <a:lnTo>
                    <a:pt x="59146" y="232627"/>
                  </a:lnTo>
                  <a:lnTo>
                    <a:pt x="57425" y="231978"/>
                  </a:lnTo>
                  <a:lnTo>
                    <a:pt x="49658" y="229972"/>
                  </a:lnTo>
                  <a:lnTo>
                    <a:pt x="48788" y="229284"/>
                  </a:lnTo>
                  <a:lnTo>
                    <a:pt x="45710" y="226845"/>
                  </a:lnTo>
                  <a:lnTo>
                    <a:pt x="43854" y="222419"/>
                  </a:lnTo>
                  <a:lnTo>
                    <a:pt x="43667" y="222327"/>
                  </a:lnTo>
                  <a:lnTo>
                    <a:pt x="40755" y="220881"/>
                  </a:lnTo>
                  <a:lnTo>
                    <a:pt x="38430" y="221157"/>
                  </a:lnTo>
                  <a:lnTo>
                    <a:pt x="29018" y="220334"/>
                  </a:lnTo>
                  <a:lnTo>
                    <a:pt x="24499" y="217670"/>
                  </a:lnTo>
                  <a:lnTo>
                    <a:pt x="19062" y="211462"/>
                  </a:lnTo>
                  <a:lnTo>
                    <a:pt x="16699" y="209445"/>
                  </a:lnTo>
                  <a:lnTo>
                    <a:pt x="12620" y="205954"/>
                  </a:lnTo>
                  <a:lnTo>
                    <a:pt x="11752" y="205211"/>
                  </a:lnTo>
                  <a:lnTo>
                    <a:pt x="13344" y="197541"/>
                  </a:lnTo>
                  <a:lnTo>
                    <a:pt x="13381" y="196872"/>
                  </a:lnTo>
                  <a:lnTo>
                    <a:pt x="13758" y="189872"/>
                  </a:lnTo>
                  <a:lnTo>
                    <a:pt x="12448" y="182910"/>
                  </a:lnTo>
                  <a:lnTo>
                    <a:pt x="9605" y="179406"/>
                  </a:lnTo>
                  <a:lnTo>
                    <a:pt x="10334" y="178453"/>
                  </a:lnTo>
                  <a:lnTo>
                    <a:pt x="13049" y="174897"/>
                  </a:lnTo>
                  <a:lnTo>
                    <a:pt x="10797" y="167948"/>
                  </a:lnTo>
                  <a:lnTo>
                    <a:pt x="10732" y="166649"/>
                  </a:lnTo>
                  <a:lnTo>
                    <a:pt x="10406" y="160121"/>
                  </a:lnTo>
                  <a:lnTo>
                    <a:pt x="11148" y="159081"/>
                  </a:lnTo>
                  <a:lnTo>
                    <a:pt x="13835" y="155310"/>
                  </a:lnTo>
                  <a:lnTo>
                    <a:pt x="15828" y="149904"/>
                  </a:lnTo>
                  <a:lnTo>
                    <a:pt x="16208" y="146204"/>
                  </a:lnTo>
                  <a:lnTo>
                    <a:pt x="13504" y="143445"/>
                  </a:lnTo>
                  <a:lnTo>
                    <a:pt x="10579" y="139037"/>
                  </a:lnTo>
                  <a:lnTo>
                    <a:pt x="8577" y="136430"/>
                  </a:lnTo>
                  <a:lnTo>
                    <a:pt x="5829" y="136208"/>
                  </a:lnTo>
                  <a:lnTo>
                    <a:pt x="917" y="135721"/>
                  </a:lnTo>
                  <a:lnTo>
                    <a:pt x="0" y="1300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28310" y="3353046"/>
              <a:ext cx="301635" cy="311539"/>
            </a:xfrm>
            <a:custGeom>
              <a:avLst/>
              <a:pathLst>
                <a:path w="301635" h="311539">
                  <a:moveTo>
                    <a:pt x="3406" y="239537"/>
                  </a:moveTo>
                  <a:lnTo>
                    <a:pt x="3680" y="235949"/>
                  </a:lnTo>
                  <a:lnTo>
                    <a:pt x="3736" y="235215"/>
                  </a:lnTo>
                  <a:lnTo>
                    <a:pt x="3255" y="229315"/>
                  </a:lnTo>
                  <a:lnTo>
                    <a:pt x="1021" y="227190"/>
                  </a:lnTo>
                  <a:lnTo>
                    <a:pt x="0" y="220538"/>
                  </a:lnTo>
                  <a:lnTo>
                    <a:pt x="2492" y="221565"/>
                  </a:lnTo>
                  <a:lnTo>
                    <a:pt x="5754" y="219945"/>
                  </a:lnTo>
                  <a:lnTo>
                    <a:pt x="9656" y="218001"/>
                  </a:lnTo>
                  <a:lnTo>
                    <a:pt x="13861" y="216395"/>
                  </a:lnTo>
                  <a:lnTo>
                    <a:pt x="17448" y="214321"/>
                  </a:lnTo>
                  <a:lnTo>
                    <a:pt x="17947" y="210006"/>
                  </a:lnTo>
                  <a:lnTo>
                    <a:pt x="17564" y="204367"/>
                  </a:lnTo>
                  <a:lnTo>
                    <a:pt x="17962" y="202529"/>
                  </a:lnTo>
                  <a:lnTo>
                    <a:pt x="18243" y="201231"/>
                  </a:lnTo>
                  <a:lnTo>
                    <a:pt x="21942" y="200602"/>
                  </a:lnTo>
                  <a:lnTo>
                    <a:pt x="24550" y="198527"/>
                  </a:lnTo>
                  <a:lnTo>
                    <a:pt x="22968" y="194301"/>
                  </a:lnTo>
                  <a:lnTo>
                    <a:pt x="20150" y="185900"/>
                  </a:lnTo>
                  <a:lnTo>
                    <a:pt x="18898" y="182389"/>
                  </a:lnTo>
                  <a:lnTo>
                    <a:pt x="21663" y="179816"/>
                  </a:lnTo>
                  <a:lnTo>
                    <a:pt x="22009" y="172494"/>
                  </a:lnTo>
                  <a:lnTo>
                    <a:pt x="23400" y="167237"/>
                  </a:lnTo>
                  <a:lnTo>
                    <a:pt x="23779" y="165801"/>
                  </a:lnTo>
                  <a:lnTo>
                    <a:pt x="26165" y="161521"/>
                  </a:lnTo>
                  <a:lnTo>
                    <a:pt x="28227" y="160016"/>
                  </a:lnTo>
                  <a:lnTo>
                    <a:pt x="33163" y="162168"/>
                  </a:lnTo>
                  <a:lnTo>
                    <a:pt x="37152" y="166984"/>
                  </a:lnTo>
                  <a:lnTo>
                    <a:pt x="41542" y="164541"/>
                  </a:lnTo>
                  <a:lnTo>
                    <a:pt x="44314" y="160796"/>
                  </a:lnTo>
                  <a:lnTo>
                    <a:pt x="42087" y="155954"/>
                  </a:lnTo>
                  <a:lnTo>
                    <a:pt x="40348" y="152434"/>
                  </a:lnTo>
                  <a:lnTo>
                    <a:pt x="43768" y="149867"/>
                  </a:lnTo>
                  <a:lnTo>
                    <a:pt x="44202" y="149541"/>
                  </a:lnTo>
                  <a:lnTo>
                    <a:pt x="42247" y="143307"/>
                  </a:lnTo>
                  <a:lnTo>
                    <a:pt x="42151" y="143002"/>
                  </a:lnTo>
                  <a:lnTo>
                    <a:pt x="43727" y="140289"/>
                  </a:lnTo>
                  <a:lnTo>
                    <a:pt x="44222" y="139436"/>
                  </a:lnTo>
                  <a:lnTo>
                    <a:pt x="45415" y="134276"/>
                  </a:lnTo>
                  <a:lnTo>
                    <a:pt x="49604" y="133183"/>
                  </a:lnTo>
                  <a:lnTo>
                    <a:pt x="52772" y="132387"/>
                  </a:lnTo>
                  <a:lnTo>
                    <a:pt x="52141" y="127632"/>
                  </a:lnTo>
                  <a:lnTo>
                    <a:pt x="55053" y="123156"/>
                  </a:lnTo>
                  <a:lnTo>
                    <a:pt x="57464" y="119369"/>
                  </a:lnTo>
                  <a:lnTo>
                    <a:pt x="60569" y="119971"/>
                  </a:lnTo>
                  <a:lnTo>
                    <a:pt x="62595" y="123356"/>
                  </a:lnTo>
                  <a:lnTo>
                    <a:pt x="64179" y="123261"/>
                  </a:lnTo>
                  <a:lnTo>
                    <a:pt x="65724" y="123168"/>
                  </a:lnTo>
                  <a:lnTo>
                    <a:pt x="71333" y="117897"/>
                  </a:lnTo>
                  <a:lnTo>
                    <a:pt x="74693" y="113455"/>
                  </a:lnTo>
                  <a:lnTo>
                    <a:pt x="78086" y="110987"/>
                  </a:lnTo>
                  <a:lnTo>
                    <a:pt x="78403" y="110165"/>
                  </a:lnTo>
                  <a:lnTo>
                    <a:pt x="80380" y="105031"/>
                  </a:lnTo>
                  <a:lnTo>
                    <a:pt x="82356" y="102014"/>
                  </a:lnTo>
                  <a:lnTo>
                    <a:pt x="87139" y="94693"/>
                  </a:lnTo>
                  <a:lnTo>
                    <a:pt x="91156" y="88719"/>
                  </a:lnTo>
                  <a:lnTo>
                    <a:pt x="92543" y="83973"/>
                  </a:lnTo>
                  <a:lnTo>
                    <a:pt x="92028" y="83428"/>
                  </a:lnTo>
                  <a:lnTo>
                    <a:pt x="88952" y="80174"/>
                  </a:lnTo>
                  <a:lnTo>
                    <a:pt x="91148" y="76274"/>
                  </a:lnTo>
                  <a:lnTo>
                    <a:pt x="90312" y="72328"/>
                  </a:lnTo>
                  <a:lnTo>
                    <a:pt x="90311" y="72069"/>
                  </a:lnTo>
                  <a:lnTo>
                    <a:pt x="90290" y="65889"/>
                  </a:lnTo>
                  <a:lnTo>
                    <a:pt x="92200" y="62598"/>
                  </a:lnTo>
                  <a:lnTo>
                    <a:pt x="93377" y="60467"/>
                  </a:lnTo>
                  <a:lnTo>
                    <a:pt x="92286" y="55049"/>
                  </a:lnTo>
                  <a:lnTo>
                    <a:pt x="91486" y="51082"/>
                  </a:lnTo>
                  <a:lnTo>
                    <a:pt x="92089" y="44497"/>
                  </a:lnTo>
                  <a:lnTo>
                    <a:pt x="92202" y="43970"/>
                  </a:lnTo>
                  <a:lnTo>
                    <a:pt x="92808" y="41134"/>
                  </a:lnTo>
                  <a:lnTo>
                    <a:pt x="94106" y="35034"/>
                  </a:lnTo>
                  <a:lnTo>
                    <a:pt x="95524" y="29954"/>
                  </a:lnTo>
                  <a:lnTo>
                    <a:pt x="92331" y="23374"/>
                  </a:lnTo>
                  <a:lnTo>
                    <a:pt x="92413" y="22480"/>
                  </a:lnTo>
                  <a:lnTo>
                    <a:pt x="92849" y="17735"/>
                  </a:lnTo>
                  <a:lnTo>
                    <a:pt x="90300" y="11699"/>
                  </a:lnTo>
                  <a:lnTo>
                    <a:pt x="86164" y="7112"/>
                  </a:lnTo>
                  <a:lnTo>
                    <a:pt x="88040" y="3286"/>
                  </a:lnTo>
                  <a:lnTo>
                    <a:pt x="90908" y="2990"/>
                  </a:lnTo>
                  <a:lnTo>
                    <a:pt x="94579" y="0"/>
                  </a:lnTo>
                  <a:lnTo>
                    <a:pt x="97747" y="13781"/>
                  </a:lnTo>
                  <a:lnTo>
                    <a:pt x="99269" y="20416"/>
                  </a:lnTo>
                  <a:lnTo>
                    <a:pt x="100395" y="25328"/>
                  </a:lnTo>
                  <a:lnTo>
                    <a:pt x="103959" y="40902"/>
                  </a:lnTo>
                  <a:lnTo>
                    <a:pt x="106750" y="53134"/>
                  </a:lnTo>
                  <a:lnTo>
                    <a:pt x="107803" y="57762"/>
                  </a:lnTo>
                  <a:lnTo>
                    <a:pt x="112472" y="78324"/>
                  </a:lnTo>
                  <a:lnTo>
                    <a:pt x="118817" y="76802"/>
                  </a:lnTo>
                  <a:lnTo>
                    <a:pt x="141160" y="71293"/>
                  </a:lnTo>
                  <a:lnTo>
                    <a:pt x="151501" y="68742"/>
                  </a:lnTo>
                  <a:lnTo>
                    <a:pt x="161340" y="66295"/>
                  </a:lnTo>
                  <a:lnTo>
                    <a:pt x="179862" y="61559"/>
                  </a:lnTo>
                  <a:lnTo>
                    <a:pt x="183358" y="77790"/>
                  </a:lnTo>
                  <a:lnTo>
                    <a:pt x="187040" y="93790"/>
                  </a:lnTo>
                  <a:lnTo>
                    <a:pt x="189685" y="105620"/>
                  </a:lnTo>
                  <a:lnTo>
                    <a:pt x="193293" y="102689"/>
                  </a:lnTo>
                  <a:lnTo>
                    <a:pt x="196866" y="97262"/>
                  </a:lnTo>
                  <a:lnTo>
                    <a:pt x="200762" y="93399"/>
                  </a:lnTo>
                  <a:lnTo>
                    <a:pt x="201805" y="91628"/>
                  </a:lnTo>
                  <a:lnTo>
                    <a:pt x="206481" y="83660"/>
                  </a:lnTo>
                  <a:lnTo>
                    <a:pt x="209864" y="76304"/>
                  </a:lnTo>
                  <a:lnTo>
                    <a:pt x="211399" y="75866"/>
                  </a:lnTo>
                  <a:lnTo>
                    <a:pt x="213445" y="75283"/>
                  </a:lnTo>
                  <a:lnTo>
                    <a:pt x="219232" y="76762"/>
                  </a:lnTo>
                  <a:lnTo>
                    <a:pt x="219324" y="73172"/>
                  </a:lnTo>
                  <a:lnTo>
                    <a:pt x="223678" y="65279"/>
                  </a:lnTo>
                  <a:lnTo>
                    <a:pt x="227051" y="56738"/>
                  </a:lnTo>
                  <a:lnTo>
                    <a:pt x="229723" y="58630"/>
                  </a:lnTo>
                  <a:lnTo>
                    <a:pt x="232920" y="62662"/>
                  </a:lnTo>
                  <a:lnTo>
                    <a:pt x="236519" y="62743"/>
                  </a:lnTo>
                  <a:lnTo>
                    <a:pt x="240971" y="62841"/>
                  </a:lnTo>
                  <a:lnTo>
                    <a:pt x="248942" y="61059"/>
                  </a:lnTo>
                  <a:lnTo>
                    <a:pt x="249419" y="60952"/>
                  </a:lnTo>
                  <a:lnTo>
                    <a:pt x="250083" y="57365"/>
                  </a:lnTo>
                  <a:lnTo>
                    <a:pt x="252377" y="51412"/>
                  </a:lnTo>
                  <a:lnTo>
                    <a:pt x="255468" y="50004"/>
                  </a:lnTo>
                  <a:lnTo>
                    <a:pt x="256685" y="49449"/>
                  </a:lnTo>
                  <a:lnTo>
                    <a:pt x="261735" y="45540"/>
                  </a:lnTo>
                  <a:lnTo>
                    <a:pt x="270639" y="41985"/>
                  </a:lnTo>
                  <a:lnTo>
                    <a:pt x="275248" y="45310"/>
                  </a:lnTo>
                  <a:lnTo>
                    <a:pt x="277012" y="46581"/>
                  </a:lnTo>
                  <a:lnTo>
                    <a:pt x="282060" y="44612"/>
                  </a:lnTo>
                  <a:lnTo>
                    <a:pt x="288682" y="44627"/>
                  </a:lnTo>
                  <a:lnTo>
                    <a:pt x="290421" y="49730"/>
                  </a:lnTo>
                  <a:lnTo>
                    <a:pt x="291799" y="51638"/>
                  </a:lnTo>
                  <a:lnTo>
                    <a:pt x="293169" y="53534"/>
                  </a:lnTo>
                  <a:lnTo>
                    <a:pt x="298543" y="58775"/>
                  </a:lnTo>
                  <a:lnTo>
                    <a:pt x="299230" y="62996"/>
                  </a:lnTo>
                  <a:lnTo>
                    <a:pt x="301635" y="65230"/>
                  </a:lnTo>
                  <a:lnTo>
                    <a:pt x="299883" y="74094"/>
                  </a:lnTo>
                  <a:lnTo>
                    <a:pt x="299210" y="79810"/>
                  </a:lnTo>
                  <a:lnTo>
                    <a:pt x="298761" y="83223"/>
                  </a:lnTo>
                  <a:lnTo>
                    <a:pt x="282642" y="75652"/>
                  </a:lnTo>
                  <a:lnTo>
                    <a:pt x="270539" y="69937"/>
                  </a:lnTo>
                  <a:lnTo>
                    <a:pt x="267269" y="68405"/>
                  </a:lnTo>
                  <a:lnTo>
                    <a:pt x="258042" y="64068"/>
                  </a:lnTo>
                  <a:lnTo>
                    <a:pt x="259904" y="68726"/>
                  </a:lnTo>
                  <a:lnTo>
                    <a:pt x="260882" y="73517"/>
                  </a:lnTo>
                  <a:lnTo>
                    <a:pt x="258562" y="81113"/>
                  </a:lnTo>
                  <a:lnTo>
                    <a:pt x="259184" y="84463"/>
                  </a:lnTo>
                  <a:lnTo>
                    <a:pt x="258732" y="89195"/>
                  </a:lnTo>
                  <a:lnTo>
                    <a:pt x="260301" y="91386"/>
                  </a:lnTo>
                  <a:lnTo>
                    <a:pt x="255678" y="98963"/>
                  </a:lnTo>
                  <a:lnTo>
                    <a:pt x="254872" y="102434"/>
                  </a:lnTo>
                  <a:lnTo>
                    <a:pt x="253885" y="106667"/>
                  </a:lnTo>
                  <a:lnTo>
                    <a:pt x="250624" y="109933"/>
                  </a:lnTo>
                  <a:lnTo>
                    <a:pt x="247839" y="115822"/>
                  </a:lnTo>
                  <a:lnTo>
                    <a:pt x="242575" y="120127"/>
                  </a:lnTo>
                  <a:lnTo>
                    <a:pt x="240731" y="126301"/>
                  </a:lnTo>
                  <a:lnTo>
                    <a:pt x="239005" y="132915"/>
                  </a:lnTo>
                  <a:lnTo>
                    <a:pt x="228943" y="128574"/>
                  </a:lnTo>
                  <a:lnTo>
                    <a:pt x="228229" y="132514"/>
                  </a:lnTo>
                  <a:lnTo>
                    <a:pt x="226761" y="136264"/>
                  </a:lnTo>
                  <a:lnTo>
                    <a:pt x="226211" y="142860"/>
                  </a:lnTo>
                  <a:lnTo>
                    <a:pt x="226518" y="145549"/>
                  </a:lnTo>
                  <a:lnTo>
                    <a:pt x="223582" y="151106"/>
                  </a:lnTo>
                  <a:lnTo>
                    <a:pt x="222099" y="158608"/>
                  </a:lnTo>
                  <a:lnTo>
                    <a:pt x="221307" y="163160"/>
                  </a:lnTo>
                  <a:lnTo>
                    <a:pt x="221213" y="163700"/>
                  </a:lnTo>
                  <a:lnTo>
                    <a:pt x="218035" y="169726"/>
                  </a:lnTo>
                  <a:lnTo>
                    <a:pt x="217105" y="169783"/>
                  </a:lnTo>
                  <a:lnTo>
                    <a:pt x="213048" y="170029"/>
                  </a:lnTo>
                  <a:lnTo>
                    <a:pt x="205455" y="169258"/>
                  </a:lnTo>
                  <a:lnTo>
                    <a:pt x="199199" y="162178"/>
                  </a:lnTo>
                  <a:lnTo>
                    <a:pt x="191442" y="160684"/>
                  </a:lnTo>
                  <a:lnTo>
                    <a:pt x="191730" y="167891"/>
                  </a:lnTo>
                  <a:lnTo>
                    <a:pt x="191223" y="172274"/>
                  </a:lnTo>
                  <a:lnTo>
                    <a:pt x="191957" y="175005"/>
                  </a:lnTo>
                  <a:lnTo>
                    <a:pt x="190479" y="182120"/>
                  </a:lnTo>
                  <a:lnTo>
                    <a:pt x="186743" y="186918"/>
                  </a:lnTo>
                  <a:lnTo>
                    <a:pt x="188635" y="190110"/>
                  </a:lnTo>
                  <a:lnTo>
                    <a:pt x="188129" y="190780"/>
                  </a:lnTo>
                  <a:lnTo>
                    <a:pt x="185277" y="194554"/>
                  </a:lnTo>
                  <a:lnTo>
                    <a:pt x="181885" y="199812"/>
                  </a:lnTo>
                  <a:lnTo>
                    <a:pt x="181800" y="206394"/>
                  </a:lnTo>
                  <a:lnTo>
                    <a:pt x="181211" y="210868"/>
                  </a:lnTo>
                  <a:lnTo>
                    <a:pt x="180974" y="212665"/>
                  </a:lnTo>
                  <a:lnTo>
                    <a:pt x="178148" y="220249"/>
                  </a:lnTo>
                  <a:lnTo>
                    <a:pt x="177160" y="221938"/>
                  </a:lnTo>
                  <a:lnTo>
                    <a:pt x="173309" y="228504"/>
                  </a:lnTo>
                  <a:lnTo>
                    <a:pt x="170000" y="234897"/>
                  </a:lnTo>
                  <a:lnTo>
                    <a:pt x="169584" y="238980"/>
                  </a:lnTo>
                  <a:lnTo>
                    <a:pt x="168150" y="244972"/>
                  </a:lnTo>
                  <a:lnTo>
                    <a:pt x="166682" y="248432"/>
                  </a:lnTo>
                  <a:lnTo>
                    <a:pt x="166580" y="248674"/>
                  </a:lnTo>
                  <a:lnTo>
                    <a:pt x="172329" y="252724"/>
                  </a:lnTo>
                  <a:lnTo>
                    <a:pt x="169106" y="256902"/>
                  </a:lnTo>
                  <a:lnTo>
                    <a:pt x="169423" y="261232"/>
                  </a:lnTo>
                  <a:lnTo>
                    <a:pt x="163590" y="269319"/>
                  </a:lnTo>
                  <a:lnTo>
                    <a:pt x="159925" y="273455"/>
                  </a:lnTo>
                  <a:lnTo>
                    <a:pt x="159552" y="273285"/>
                  </a:lnTo>
                  <a:lnTo>
                    <a:pt x="153655" y="270594"/>
                  </a:lnTo>
                  <a:lnTo>
                    <a:pt x="146737" y="277681"/>
                  </a:lnTo>
                  <a:lnTo>
                    <a:pt x="140465" y="282928"/>
                  </a:lnTo>
                  <a:lnTo>
                    <a:pt x="135052" y="279535"/>
                  </a:lnTo>
                  <a:lnTo>
                    <a:pt x="133659" y="280164"/>
                  </a:lnTo>
                  <a:lnTo>
                    <a:pt x="133209" y="280367"/>
                  </a:lnTo>
                  <a:lnTo>
                    <a:pt x="132658" y="283728"/>
                  </a:lnTo>
                  <a:lnTo>
                    <a:pt x="136769" y="287171"/>
                  </a:lnTo>
                  <a:lnTo>
                    <a:pt x="131668" y="290942"/>
                  </a:lnTo>
                  <a:lnTo>
                    <a:pt x="127627" y="292365"/>
                  </a:lnTo>
                  <a:lnTo>
                    <a:pt x="126631" y="292715"/>
                  </a:lnTo>
                  <a:lnTo>
                    <a:pt x="119175" y="296337"/>
                  </a:lnTo>
                  <a:lnTo>
                    <a:pt x="112392" y="301817"/>
                  </a:lnTo>
                  <a:lnTo>
                    <a:pt x="101320" y="295140"/>
                  </a:lnTo>
                  <a:lnTo>
                    <a:pt x="98084" y="301854"/>
                  </a:lnTo>
                  <a:lnTo>
                    <a:pt x="94702" y="304452"/>
                  </a:lnTo>
                  <a:lnTo>
                    <a:pt x="91848" y="307534"/>
                  </a:lnTo>
                  <a:lnTo>
                    <a:pt x="90287" y="309388"/>
                  </a:lnTo>
                  <a:lnTo>
                    <a:pt x="82403" y="311539"/>
                  </a:lnTo>
                  <a:lnTo>
                    <a:pt x="77674" y="309283"/>
                  </a:lnTo>
                  <a:lnTo>
                    <a:pt x="77288" y="309098"/>
                  </a:lnTo>
                  <a:lnTo>
                    <a:pt x="74648" y="306795"/>
                  </a:lnTo>
                  <a:lnTo>
                    <a:pt x="69396" y="307036"/>
                  </a:lnTo>
                  <a:lnTo>
                    <a:pt x="65476" y="303724"/>
                  </a:lnTo>
                  <a:lnTo>
                    <a:pt x="61947" y="299384"/>
                  </a:lnTo>
                  <a:lnTo>
                    <a:pt x="61187" y="296805"/>
                  </a:lnTo>
                  <a:lnTo>
                    <a:pt x="57362" y="294573"/>
                  </a:lnTo>
                  <a:lnTo>
                    <a:pt x="59898" y="288855"/>
                  </a:lnTo>
                  <a:lnTo>
                    <a:pt x="57027" y="287179"/>
                  </a:lnTo>
                  <a:lnTo>
                    <a:pt x="50449" y="288027"/>
                  </a:lnTo>
                  <a:lnTo>
                    <a:pt x="44389" y="284827"/>
                  </a:lnTo>
                  <a:lnTo>
                    <a:pt x="37712" y="281105"/>
                  </a:lnTo>
                  <a:lnTo>
                    <a:pt x="32443" y="279293"/>
                  </a:lnTo>
                  <a:lnTo>
                    <a:pt x="29771" y="274528"/>
                  </a:lnTo>
                  <a:lnTo>
                    <a:pt x="29045" y="273231"/>
                  </a:lnTo>
                  <a:lnTo>
                    <a:pt x="25511" y="270464"/>
                  </a:lnTo>
                  <a:lnTo>
                    <a:pt x="22896" y="267337"/>
                  </a:lnTo>
                  <a:lnTo>
                    <a:pt x="21041" y="265117"/>
                  </a:lnTo>
                  <a:lnTo>
                    <a:pt x="15669" y="262287"/>
                  </a:lnTo>
                  <a:lnTo>
                    <a:pt x="15846" y="260320"/>
                  </a:lnTo>
                  <a:lnTo>
                    <a:pt x="16160" y="256831"/>
                  </a:lnTo>
                  <a:lnTo>
                    <a:pt x="9049" y="250654"/>
                  </a:lnTo>
                  <a:lnTo>
                    <a:pt x="2704" y="2455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015696" y="2971831"/>
              <a:ext cx="474033" cy="388022"/>
            </a:xfrm>
            <a:custGeom>
              <a:avLst/>
              <a:pathLst>
                <a:path w="474033" h="388022">
                  <a:moveTo>
                    <a:pt x="43996" y="11541"/>
                  </a:moveTo>
                  <a:lnTo>
                    <a:pt x="46360" y="0"/>
                  </a:lnTo>
                  <a:lnTo>
                    <a:pt x="62162" y="2008"/>
                  </a:lnTo>
                  <a:lnTo>
                    <a:pt x="66895" y="3577"/>
                  </a:lnTo>
                  <a:lnTo>
                    <a:pt x="90177" y="6025"/>
                  </a:lnTo>
                  <a:lnTo>
                    <a:pt x="110303" y="8217"/>
                  </a:lnTo>
                  <a:lnTo>
                    <a:pt x="122291" y="9715"/>
                  </a:lnTo>
                  <a:lnTo>
                    <a:pt x="135967" y="11388"/>
                  </a:lnTo>
                  <a:lnTo>
                    <a:pt x="164751" y="14443"/>
                  </a:lnTo>
                  <a:lnTo>
                    <a:pt x="167206" y="15271"/>
                  </a:lnTo>
                  <a:lnTo>
                    <a:pt x="194145" y="18225"/>
                  </a:lnTo>
                  <a:lnTo>
                    <a:pt x="201532" y="19009"/>
                  </a:lnTo>
                  <a:lnTo>
                    <a:pt x="216964" y="20531"/>
                  </a:lnTo>
                  <a:lnTo>
                    <a:pt x="232340" y="21999"/>
                  </a:lnTo>
                  <a:lnTo>
                    <a:pt x="237593" y="22519"/>
                  </a:lnTo>
                  <a:lnTo>
                    <a:pt x="271887" y="25777"/>
                  </a:lnTo>
                  <a:lnTo>
                    <a:pt x="300197" y="28758"/>
                  </a:lnTo>
                  <a:lnTo>
                    <a:pt x="338524" y="32063"/>
                  </a:lnTo>
                  <a:lnTo>
                    <a:pt x="353195" y="32847"/>
                  </a:lnTo>
                  <a:lnTo>
                    <a:pt x="364064" y="33400"/>
                  </a:lnTo>
                  <a:lnTo>
                    <a:pt x="411432" y="36610"/>
                  </a:lnTo>
                  <a:lnTo>
                    <a:pt x="413787" y="36757"/>
                  </a:lnTo>
                  <a:lnTo>
                    <a:pt x="414585" y="36807"/>
                  </a:lnTo>
                  <a:lnTo>
                    <a:pt x="474033" y="40394"/>
                  </a:lnTo>
                  <a:lnTo>
                    <a:pt x="472818" y="67031"/>
                  </a:lnTo>
                  <a:lnTo>
                    <a:pt x="472303" y="77502"/>
                  </a:lnTo>
                  <a:lnTo>
                    <a:pt x="470934" y="105432"/>
                  </a:lnTo>
                  <a:lnTo>
                    <a:pt x="470633" y="111487"/>
                  </a:lnTo>
                  <a:lnTo>
                    <a:pt x="470463" y="114906"/>
                  </a:lnTo>
                  <a:lnTo>
                    <a:pt x="469222" y="139928"/>
                  </a:lnTo>
                  <a:lnTo>
                    <a:pt x="467987" y="165584"/>
                  </a:lnTo>
                  <a:lnTo>
                    <a:pt x="467766" y="170393"/>
                  </a:lnTo>
                  <a:lnTo>
                    <a:pt x="467664" y="172613"/>
                  </a:lnTo>
                  <a:lnTo>
                    <a:pt x="466914" y="188973"/>
                  </a:lnTo>
                  <a:lnTo>
                    <a:pt x="465732" y="214136"/>
                  </a:lnTo>
                  <a:lnTo>
                    <a:pt x="464203" y="246296"/>
                  </a:lnTo>
                  <a:lnTo>
                    <a:pt x="464117" y="247961"/>
                  </a:lnTo>
                  <a:lnTo>
                    <a:pt x="463618" y="257685"/>
                  </a:lnTo>
                  <a:lnTo>
                    <a:pt x="462587" y="279433"/>
                  </a:lnTo>
                  <a:lnTo>
                    <a:pt x="461612" y="299756"/>
                  </a:lnTo>
                  <a:lnTo>
                    <a:pt x="461549" y="301025"/>
                  </a:lnTo>
                  <a:lnTo>
                    <a:pt x="461046" y="311137"/>
                  </a:lnTo>
                  <a:lnTo>
                    <a:pt x="460276" y="327458"/>
                  </a:lnTo>
                  <a:lnTo>
                    <a:pt x="459932" y="334777"/>
                  </a:lnTo>
                  <a:lnTo>
                    <a:pt x="459733" y="339074"/>
                  </a:lnTo>
                  <a:lnTo>
                    <a:pt x="459045" y="353952"/>
                  </a:lnTo>
                  <a:lnTo>
                    <a:pt x="458558" y="363954"/>
                  </a:lnTo>
                  <a:lnTo>
                    <a:pt x="457836" y="378192"/>
                  </a:lnTo>
                  <a:lnTo>
                    <a:pt x="457362" y="388022"/>
                  </a:lnTo>
                  <a:lnTo>
                    <a:pt x="428228" y="386475"/>
                  </a:lnTo>
                  <a:lnTo>
                    <a:pt x="404700" y="385466"/>
                  </a:lnTo>
                  <a:lnTo>
                    <a:pt x="398920" y="385120"/>
                  </a:lnTo>
                  <a:lnTo>
                    <a:pt x="377023" y="383752"/>
                  </a:lnTo>
                  <a:lnTo>
                    <a:pt x="317132" y="379614"/>
                  </a:lnTo>
                  <a:lnTo>
                    <a:pt x="315361" y="379481"/>
                  </a:lnTo>
                  <a:lnTo>
                    <a:pt x="308576" y="378922"/>
                  </a:lnTo>
                  <a:lnTo>
                    <a:pt x="273274" y="375872"/>
                  </a:lnTo>
                  <a:lnTo>
                    <a:pt x="243348" y="373103"/>
                  </a:lnTo>
                  <a:lnTo>
                    <a:pt x="240101" y="372792"/>
                  </a:lnTo>
                  <a:lnTo>
                    <a:pt x="204048" y="369597"/>
                  </a:lnTo>
                  <a:lnTo>
                    <a:pt x="182322" y="367553"/>
                  </a:lnTo>
                  <a:lnTo>
                    <a:pt x="130115" y="361996"/>
                  </a:lnTo>
                  <a:lnTo>
                    <a:pt x="117024" y="360503"/>
                  </a:lnTo>
                  <a:lnTo>
                    <a:pt x="86690" y="357236"/>
                  </a:lnTo>
                  <a:lnTo>
                    <a:pt x="68086" y="355062"/>
                  </a:lnTo>
                  <a:lnTo>
                    <a:pt x="64973" y="354692"/>
                  </a:lnTo>
                  <a:lnTo>
                    <a:pt x="60204" y="354121"/>
                  </a:lnTo>
                  <a:lnTo>
                    <a:pt x="32963" y="350745"/>
                  </a:lnTo>
                  <a:lnTo>
                    <a:pt x="11354" y="347821"/>
                  </a:lnTo>
                  <a:lnTo>
                    <a:pt x="0" y="346248"/>
                  </a:lnTo>
                  <a:lnTo>
                    <a:pt x="2859" y="324308"/>
                  </a:lnTo>
                  <a:lnTo>
                    <a:pt x="4091" y="314874"/>
                  </a:lnTo>
                  <a:lnTo>
                    <a:pt x="6459" y="297160"/>
                  </a:lnTo>
                  <a:lnTo>
                    <a:pt x="6619" y="295925"/>
                  </a:lnTo>
                  <a:lnTo>
                    <a:pt x="11351" y="259439"/>
                  </a:lnTo>
                  <a:lnTo>
                    <a:pt x="15297" y="229346"/>
                  </a:lnTo>
                  <a:lnTo>
                    <a:pt x="17280" y="215131"/>
                  </a:lnTo>
                  <a:lnTo>
                    <a:pt x="19801" y="197095"/>
                  </a:lnTo>
                  <a:lnTo>
                    <a:pt x="22561" y="176173"/>
                  </a:lnTo>
                  <a:lnTo>
                    <a:pt x="23189" y="171419"/>
                  </a:lnTo>
                  <a:lnTo>
                    <a:pt x="23795" y="166837"/>
                  </a:lnTo>
                  <a:lnTo>
                    <a:pt x="26581" y="145783"/>
                  </a:lnTo>
                  <a:lnTo>
                    <a:pt x="28686" y="129747"/>
                  </a:lnTo>
                  <a:lnTo>
                    <a:pt x="30812" y="113583"/>
                  </a:lnTo>
                  <a:lnTo>
                    <a:pt x="33360" y="94506"/>
                  </a:lnTo>
                  <a:lnTo>
                    <a:pt x="34194" y="88008"/>
                  </a:lnTo>
                  <a:lnTo>
                    <a:pt x="35656" y="76633"/>
                  </a:lnTo>
                  <a:lnTo>
                    <a:pt x="38667" y="54132"/>
                  </a:lnTo>
                  <a:lnTo>
                    <a:pt x="39844" y="45559"/>
                  </a:lnTo>
                  <a:lnTo>
                    <a:pt x="41240" y="32460"/>
                  </a:lnTo>
                  <a:lnTo>
                    <a:pt x="41721" y="28884"/>
                  </a:lnTo>
                  <a:lnTo>
                    <a:pt x="42408" y="237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72363" y="3502942"/>
              <a:ext cx="494207" cy="379414"/>
            </a:xfrm>
            <a:custGeom>
              <a:avLst/>
              <a:pathLst>
                <a:path w="494207" h="379414">
                  <a:moveTo>
                    <a:pt x="12169" y="216596"/>
                  </a:moveTo>
                  <a:lnTo>
                    <a:pt x="18326" y="162427"/>
                  </a:lnTo>
                  <a:lnTo>
                    <a:pt x="20505" y="141586"/>
                  </a:lnTo>
                  <a:lnTo>
                    <a:pt x="21695" y="130232"/>
                  </a:lnTo>
                  <a:lnTo>
                    <a:pt x="23176" y="116134"/>
                  </a:lnTo>
                  <a:lnTo>
                    <a:pt x="25133" y="97550"/>
                  </a:lnTo>
                  <a:lnTo>
                    <a:pt x="27886" y="71041"/>
                  </a:lnTo>
                  <a:lnTo>
                    <a:pt x="28282" y="67420"/>
                  </a:lnTo>
                  <a:lnTo>
                    <a:pt x="32381" y="30092"/>
                  </a:lnTo>
                  <a:lnTo>
                    <a:pt x="32462" y="29312"/>
                  </a:lnTo>
                  <a:lnTo>
                    <a:pt x="33949" y="15142"/>
                  </a:lnTo>
                  <a:lnTo>
                    <a:pt x="35447" y="0"/>
                  </a:lnTo>
                  <a:lnTo>
                    <a:pt x="87654" y="5557"/>
                  </a:lnTo>
                  <a:lnTo>
                    <a:pt x="109380" y="7600"/>
                  </a:lnTo>
                  <a:lnTo>
                    <a:pt x="145433" y="10796"/>
                  </a:lnTo>
                  <a:lnTo>
                    <a:pt x="148680" y="11107"/>
                  </a:lnTo>
                  <a:lnTo>
                    <a:pt x="178606" y="13875"/>
                  </a:lnTo>
                  <a:lnTo>
                    <a:pt x="213908" y="16925"/>
                  </a:lnTo>
                  <a:lnTo>
                    <a:pt x="220693" y="17485"/>
                  </a:lnTo>
                  <a:lnTo>
                    <a:pt x="222464" y="17617"/>
                  </a:lnTo>
                  <a:lnTo>
                    <a:pt x="282373" y="21756"/>
                  </a:lnTo>
                  <a:lnTo>
                    <a:pt x="304251" y="23124"/>
                  </a:lnTo>
                  <a:lnTo>
                    <a:pt x="310032" y="23470"/>
                  </a:lnTo>
                  <a:lnTo>
                    <a:pt x="333560" y="24479"/>
                  </a:lnTo>
                  <a:lnTo>
                    <a:pt x="362694" y="26026"/>
                  </a:lnTo>
                  <a:lnTo>
                    <a:pt x="394183" y="27456"/>
                  </a:lnTo>
                  <a:lnTo>
                    <a:pt x="406749" y="27969"/>
                  </a:lnTo>
                  <a:lnTo>
                    <a:pt x="426850" y="28728"/>
                  </a:lnTo>
                  <a:lnTo>
                    <a:pt x="454650" y="29697"/>
                  </a:lnTo>
                  <a:lnTo>
                    <a:pt x="456781" y="29766"/>
                  </a:lnTo>
                  <a:lnTo>
                    <a:pt x="461003" y="29899"/>
                  </a:lnTo>
                  <a:lnTo>
                    <a:pt x="494207" y="30813"/>
                  </a:lnTo>
                  <a:lnTo>
                    <a:pt x="493701" y="52808"/>
                  </a:lnTo>
                  <a:lnTo>
                    <a:pt x="493593" y="57337"/>
                  </a:lnTo>
                  <a:lnTo>
                    <a:pt x="493058" y="79743"/>
                  </a:lnTo>
                  <a:lnTo>
                    <a:pt x="492870" y="87641"/>
                  </a:lnTo>
                  <a:lnTo>
                    <a:pt x="492847" y="88584"/>
                  </a:lnTo>
                  <a:lnTo>
                    <a:pt x="492126" y="117751"/>
                  </a:lnTo>
                  <a:lnTo>
                    <a:pt x="491781" y="133764"/>
                  </a:lnTo>
                  <a:lnTo>
                    <a:pt x="491364" y="155069"/>
                  </a:lnTo>
                  <a:lnTo>
                    <a:pt x="491354" y="155581"/>
                  </a:lnTo>
                  <a:lnTo>
                    <a:pt x="491024" y="172494"/>
                  </a:lnTo>
                  <a:lnTo>
                    <a:pt x="490654" y="193416"/>
                  </a:lnTo>
                  <a:lnTo>
                    <a:pt x="490522" y="200905"/>
                  </a:lnTo>
                  <a:lnTo>
                    <a:pt x="489875" y="231291"/>
                  </a:lnTo>
                  <a:lnTo>
                    <a:pt x="489723" y="238455"/>
                  </a:lnTo>
                  <a:lnTo>
                    <a:pt x="489298" y="258514"/>
                  </a:lnTo>
                  <a:lnTo>
                    <a:pt x="489087" y="268569"/>
                  </a:lnTo>
                  <a:lnTo>
                    <a:pt x="489075" y="269119"/>
                  </a:lnTo>
                  <a:lnTo>
                    <a:pt x="488803" y="282105"/>
                  </a:lnTo>
                  <a:lnTo>
                    <a:pt x="488216" y="314652"/>
                  </a:lnTo>
                  <a:lnTo>
                    <a:pt x="488193" y="315926"/>
                  </a:lnTo>
                  <a:lnTo>
                    <a:pt x="488034" y="322843"/>
                  </a:lnTo>
                  <a:lnTo>
                    <a:pt x="487527" y="345005"/>
                  </a:lnTo>
                  <a:lnTo>
                    <a:pt x="487268" y="356388"/>
                  </a:lnTo>
                  <a:lnTo>
                    <a:pt x="486968" y="369558"/>
                  </a:lnTo>
                  <a:lnTo>
                    <a:pt x="486832" y="375766"/>
                  </a:lnTo>
                  <a:lnTo>
                    <a:pt x="486728" y="379414"/>
                  </a:lnTo>
                  <a:lnTo>
                    <a:pt x="464914" y="378719"/>
                  </a:lnTo>
                  <a:lnTo>
                    <a:pt x="441024" y="377943"/>
                  </a:lnTo>
                  <a:lnTo>
                    <a:pt x="431014" y="377226"/>
                  </a:lnTo>
                  <a:lnTo>
                    <a:pt x="419855" y="376794"/>
                  </a:lnTo>
                  <a:lnTo>
                    <a:pt x="414009" y="376602"/>
                  </a:lnTo>
                  <a:lnTo>
                    <a:pt x="368932" y="374931"/>
                  </a:lnTo>
                  <a:lnTo>
                    <a:pt x="349805" y="374225"/>
                  </a:lnTo>
                  <a:lnTo>
                    <a:pt x="326753" y="373291"/>
                  </a:lnTo>
                  <a:lnTo>
                    <a:pt x="299388" y="371818"/>
                  </a:lnTo>
                  <a:lnTo>
                    <a:pt x="272349" y="370056"/>
                  </a:lnTo>
                  <a:lnTo>
                    <a:pt x="269967" y="369906"/>
                  </a:lnTo>
                  <a:lnTo>
                    <a:pt x="265414" y="369616"/>
                  </a:lnTo>
                  <a:lnTo>
                    <a:pt x="263273" y="369479"/>
                  </a:lnTo>
                  <a:lnTo>
                    <a:pt x="251589" y="368713"/>
                  </a:lnTo>
                  <a:lnTo>
                    <a:pt x="243620" y="368190"/>
                  </a:lnTo>
                  <a:lnTo>
                    <a:pt x="230928" y="367340"/>
                  </a:lnTo>
                  <a:lnTo>
                    <a:pt x="230789" y="367331"/>
                  </a:lnTo>
                  <a:lnTo>
                    <a:pt x="211392" y="366011"/>
                  </a:lnTo>
                  <a:lnTo>
                    <a:pt x="210778" y="365970"/>
                  </a:lnTo>
                  <a:lnTo>
                    <a:pt x="187365" y="364344"/>
                  </a:lnTo>
                  <a:lnTo>
                    <a:pt x="178116" y="363675"/>
                  </a:lnTo>
                  <a:lnTo>
                    <a:pt x="150774" y="361612"/>
                  </a:lnTo>
                  <a:lnTo>
                    <a:pt x="150305" y="360901"/>
                  </a:lnTo>
                  <a:lnTo>
                    <a:pt x="112574" y="357687"/>
                  </a:lnTo>
                  <a:lnTo>
                    <a:pt x="108354" y="357311"/>
                  </a:lnTo>
                  <a:lnTo>
                    <a:pt x="72369" y="353978"/>
                  </a:lnTo>
                  <a:lnTo>
                    <a:pt x="46121" y="351442"/>
                  </a:lnTo>
                  <a:lnTo>
                    <a:pt x="29423" y="349766"/>
                  </a:lnTo>
                  <a:lnTo>
                    <a:pt x="0" y="346669"/>
                  </a:lnTo>
                  <a:lnTo>
                    <a:pt x="4328" y="304630"/>
                  </a:lnTo>
                  <a:lnTo>
                    <a:pt x="7881" y="270328"/>
                  </a:lnTo>
                  <a:lnTo>
                    <a:pt x="10330" y="246783"/>
                  </a:lnTo>
                  <a:lnTo>
                    <a:pt x="10436" y="245774"/>
                  </a:lnTo>
                  <a:lnTo>
                    <a:pt x="10170" y="2360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16725" y="2908656"/>
              <a:ext cx="119897" cy="126697"/>
            </a:xfrm>
            <a:custGeom>
              <a:avLst/>
              <a:pathLst>
                <a:path w="119897" h="126697">
                  <a:moveTo>
                    <a:pt x="10847" y="118465"/>
                  </a:moveTo>
                  <a:lnTo>
                    <a:pt x="22898" y="103951"/>
                  </a:lnTo>
                  <a:lnTo>
                    <a:pt x="16496" y="98443"/>
                  </a:lnTo>
                  <a:lnTo>
                    <a:pt x="15005" y="92339"/>
                  </a:lnTo>
                  <a:lnTo>
                    <a:pt x="14789" y="91456"/>
                  </a:lnTo>
                  <a:lnTo>
                    <a:pt x="13437" y="85932"/>
                  </a:lnTo>
                  <a:lnTo>
                    <a:pt x="11565" y="78561"/>
                  </a:lnTo>
                  <a:lnTo>
                    <a:pt x="9546" y="70633"/>
                  </a:lnTo>
                  <a:lnTo>
                    <a:pt x="9078" y="68797"/>
                  </a:lnTo>
                  <a:lnTo>
                    <a:pt x="8517" y="66613"/>
                  </a:lnTo>
                  <a:lnTo>
                    <a:pt x="5054" y="53176"/>
                  </a:lnTo>
                  <a:lnTo>
                    <a:pt x="0" y="33875"/>
                  </a:lnTo>
                  <a:lnTo>
                    <a:pt x="15612" y="28932"/>
                  </a:lnTo>
                  <a:lnTo>
                    <a:pt x="21958" y="26992"/>
                  </a:lnTo>
                  <a:lnTo>
                    <a:pt x="26469" y="25607"/>
                  </a:lnTo>
                  <a:lnTo>
                    <a:pt x="29758" y="24594"/>
                  </a:lnTo>
                  <a:lnTo>
                    <a:pt x="37993" y="21851"/>
                  </a:lnTo>
                  <a:lnTo>
                    <a:pt x="38996" y="21516"/>
                  </a:lnTo>
                  <a:lnTo>
                    <a:pt x="42304" y="23956"/>
                  </a:lnTo>
                  <a:lnTo>
                    <a:pt x="44327" y="22886"/>
                  </a:lnTo>
                  <a:lnTo>
                    <a:pt x="44786" y="22643"/>
                  </a:lnTo>
                  <a:lnTo>
                    <a:pt x="45736" y="19183"/>
                  </a:lnTo>
                  <a:lnTo>
                    <a:pt x="53575" y="16928"/>
                  </a:lnTo>
                  <a:lnTo>
                    <a:pt x="58279" y="14924"/>
                  </a:lnTo>
                  <a:lnTo>
                    <a:pt x="71033" y="10578"/>
                  </a:lnTo>
                  <a:lnTo>
                    <a:pt x="77799" y="8297"/>
                  </a:lnTo>
                  <a:lnTo>
                    <a:pt x="82010" y="6872"/>
                  </a:lnTo>
                  <a:lnTo>
                    <a:pt x="90982" y="3822"/>
                  </a:lnTo>
                  <a:lnTo>
                    <a:pt x="99529" y="931"/>
                  </a:lnTo>
                  <a:lnTo>
                    <a:pt x="102271" y="0"/>
                  </a:lnTo>
                  <a:lnTo>
                    <a:pt x="102802" y="1261"/>
                  </a:lnTo>
                  <a:lnTo>
                    <a:pt x="108987" y="17887"/>
                  </a:lnTo>
                  <a:lnTo>
                    <a:pt x="111540" y="24680"/>
                  </a:lnTo>
                  <a:lnTo>
                    <a:pt x="115234" y="35341"/>
                  </a:lnTo>
                  <a:lnTo>
                    <a:pt x="117594" y="43034"/>
                  </a:lnTo>
                  <a:lnTo>
                    <a:pt x="119897" y="50555"/>
                  </a:lnTo>
                  <a:lnTo>
                    <a:pt x="117487" y="51869"/>
                  </a:lnTo>
                  <a:lnTo>
                    <a:pt x="119374" y="56643"/>
                  </a:lnTo>
                  <a:lnTo>
                    <a:pt x="118846" y="59999"/>
                  </a:lnTo>
                  <a:lnTo>
                    <a:pt x="116821" y="59221"/>
                  </a:lnTo>
                  <a:lnTo>
                    <a:pt x="112734" y="61325"/>
                  </a:lnTo>
                  <a:lnTo>
                    <a:pt x="109149" y="63851"/>
                  </a:lnTo>
                  <a:lnTo>
                    <a:pt x="104820" y="65671"/>
                  </a:lnTo>
                  <a:lnTo>
                    <a:pt x="102820" y="67778"/>
                  </a:lnTo>
                  <a:lnTo>
                    <a:pt x="98276" y="67890"/>
                  </a:lnTo>
                  <a:lnTo>
                    <a:pt x="96633" y="69914"/>
                  </a:lnTo>
                  <a:lnTo>
                    <a:pt x="95981" y="70574"/>
                  </a:lnTo>
                  <a:lnTo>
                    <a:pt x="93708" y="72874"/>
                  </a:lnTo>
                  <a:lnTo>
                    <a:pt x="90397" y="74304"/>
                  </a:lnTo>
                  <a:lnTo>
                    <a:pt x="88523" y="76440"/>
                  </a:lnTo>
                  <a:lnTo>
                    <a:pt x="86883" y="75472"/>
                  </a:lnTo>
                  <a:lnTo>
                    <a:pt x="83059" y="77613"/>
                  </a:lnTo>
                  <a:lnTo>
                    <a:pt x="79733" y="80319"/>
                  </a:lnTo>
                  <a:lnTo>
                    <a:pt x="79053" y="80871"/>
                  </a:lnTo>
                  <a:lnTo>
                    <a:pt x="75450" y="80448"/>
                  </a:lnTo>
                  <a:lnTo>
                    <a:pt x="72102" y="81920"/>
                  </a:lnTo>
                  <a:lnTo>
                    <a:pt x="70425" y="84282"/>
                  </a:lnTo>
                  <a:lnTo>
                    <a:pt x="66311" y="86243"/>
                  </a:lnTo>
                  <a:lnTo>
                    <a:pt x="64086" y="84825"/>
                  </a:lnTo>
                  <a:lnTo>
                    <a:pt x="58879" y="88726"/>
                  </a:lnTo>
                  <a:lnTo>
                    <a:pt x="57324" y="88654"/>
                  </a:lnTo>
                  <a:lnTo>
                    <a:pt x="55131" y="88552"/>
                  </a:lnTo>
                  <a:lnTo>
                    <a:pt x="53474" y="90739"/>
                  </a:lnTo>
                  <a:lnTo>
                    <a:pt x="52725" y="91726"/>
                  </a:lnTo>
                  <a:lnTo>
                    <a:pt x="51375" y="94724"/>
                  </a:lnTo>
                  <a:lnTo>
                    <a:pt x="48104" y="97017"/>
                  </a:lnTo>
                  <a:lnTo>
                    <a:pt x="47600" y="100016"/>
                  </a:lnTo>
                  <a:lnTo>
                    <a:pt x="47433" y="101007"/>
                  </a:lnTo>
                  <a:lnTo>
                    <a:pt x="46280" y="102052"/>
                  </a:lnTo>
                  <a:lnTo>
                    <a:pt x="43491" y="102398"/>
                  </a:lnTo>
                  <a:lnTo>
                    <a:pt x="41537" y="102640"/>
                  </a:lnTo>
                  <a:lnTo>
                    <a:pt x="38978" y="107306"/>
                  </a:lnTo>
                  <a:lnTo>
                    <a:pt x="38543" y="107532"/>
                  </a:lnTo>
                  <a:lnTo>
                    <a:pt x="36944" y="108362"/>
                  </a:lnTo>
                  <a:lnTo>
                    <a:pt x="34991" y="109376"/>
                  </a:lnTo>
                  <a:lnTo>
                    <a:pt x="32597" y="110754"/>
                  </a:lnTo>
                  <a:lnTo>
                    <a:pt x="34201" y="111915"/>
                  </a:lnTo>
                  <a:lnTo>
                    <a:pt x="32913" y="114907"/>
                  </a:lnTo>
                  <a:lnTo>
                    <a:pt x="31054" y="116538"/>
                  </a:lnTo>
                  <a:lnTo>
                    <a:pt x="28121" y="117188"/>
                  </a:lnTo>
                  <a:lnTo>
                    <a:pt x="25467" y="119266"/>
                  </a:lnTo>
                  <a:lnTo>
                    <a:pt x="23282" y="122051"/>
                  </a:lnTo>
                  <a:lnTo>
                    <a:pt x="21228" y="122823"/>
                  </a:lnTo>
                  <a:lnTo>
                    <a:pt x="18256" y="126697"/>
                  </a:lnTo>
                  <a:lnTo>
                    <a:pt x="17629" y="125156"/>
                  </a:lnTo>
                  <a:lnTo>
                    <a:pt x="17250" y="123999"/>
                  </a:lnTo>
                  <a:lnTo>
                    <a:pt x="12887" y="1202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75920" y="3404767"/>
              <a:ext cx="14535" cy="17248"/>
            </a:xfrm>
            <a:custGeom>
              <a:avLst/>
              <a:pathLst>
                <a:path w="14535" h="17248">
                  <a:moveTo>
                    <a:pt x="0" y="6652"/>
                  </a:moveTo>
                  <a:lnTo>
                    <a:pt x="3706" y="0"/>
                  </a:lnTo>
                  <a:lnTo>
                    <a:pt x="6869" y="1828"/>
                  </a:lnTo>
                  <a:lnTo>
                    <a:pt x="14535" y="6247"/>
                  </a:lnTo>
                  <a:lnTo>
                    <a:pt x="11248" y="12224"/>
                  </a:lnTo>
                  <a:lnTo>
                    <a:pt x="8438" y="17248"/>
                  </a:lnTo>
                  <a:lnTo>
                    <a:pt x="7315" y="13042"/>
                  </a:lnTo>
                  <a:lnTo>
                    <a:pt x="6708" y="10767"/>
                  </a:lnTo>
                  <a:lnTo>
                    <a:pt x="2589" y="86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83675" y="3278166"/>
              <a:ext cx="78111" cy="119848"/>
            </a:xfrm>
            <a:custGeom>
              <a:avLst/>
              <a:pathLst>
                <a:path w="78111" h="119848">
                  <a:moveTo>
                    <a:pt x="940" y="14763"/>
                  </a:moveTo>
                  <a:lnTo>
                    <a:pt x="1382" y="11339"/>
                  </a:lnTo>
                  <a:lnTo>
                    <a:pt x="2847" y="7733"/>
                  </a:lnTo>
                  <a:lnTo>
                    <a:pt x="5579" y="4217"/>
                  </a:lnTo>
                  <a:lnTo>
                    <a:pt x="9703" y="1701"/>
                  </a:lnTo>
                  <a:lnTo>
                    <a:pt x="10461" y="1239"/>
                  </a:lnTo>
                  <a:lnTo>
                    <a:pt x="11001" y="908"/>
                  </a:lnTo>
                  <a:lnTo>
                    <a:pt x="16893" y="0"/>
                  </a:lnTo>
                  <a:lnTo>
                    <a:pt x="21746" y="998"/>
                  </a:lnTo>
                  <a:lnTo>
                    <a:pt x="19818" y="4921"/>
                  </a:lnTo>
                  <a:lnTo>
                    <a:pt x="19904" y="9569"/>
                  </a:lnTo>
                  <a:lnTo>
                    <a:pt x="18571" y="12641"/>
                  </a:lnTo>
                  <a:lnTo>
                    <a:pt x="17905" y="16426"/>
                  </a:lnTo>
                  <a:lnTo>
                    <a:pt x="16784" y="18373"/>
                  </a:lnTo>
                  <a:lnTo>
                    <a:pt x="18588" y="20924"/>
                  </a:lnTo>
                  <a:lnTo>
                    <a:pt x="21009" y="21829"/>
                  </a:lnTo>
                  <a:lnTo>
                    <a:pt x="21097" y="25731"/>
                  </a:lnTo>
                  <a:lnTo>
                    <a:pt x="21972" y="28877"/>
                  </a:lnTo>
                  <a:lnTo>
                    <a:pt x="18294" y="31755"/>
                  </a:lnTo>
                  <a:lnTo>
                    <a:pt x="20621" y="34740"/>
                  </a:lnTo>
                  <a:lnTo>
                    <a:pt x="25051" y="38061"/>
                  </a:lnTo>
                  <a:lnTo>
                    <a:pt x="26497" y="39220"/>
                  </a:lnTo>
                  <a:lnTo>
                    <a:pt x="29772" y="41844"/>
                  </a:lnTo>
                  <a:lnTo>
                    <a:pt x="35265" y="46219"/>
                  </a:lnTo>
                  <a:lnTo>
                    <a:pt x="37986" y="52395"/>
                  </a:lnTo>
                  <a:lnTo>
                    <a:pt x="38501" y="57262"/>
                  </a:lnTo>
                  <a:lnTo>
                    <a:pt x="41055" y="63441"/>
                  </a:lnTo>
                  <a:lnTo>
                    <a:pt x="45521" y="65539"/>
                  </a:lnTo>
                  <a:lnTo>
                    <a:pt x="49469" y="70959"/>
                  </a:lnTo>
                  <a:lnTo>
                    <a:pt x="49942" y="71608"/>
                  </a:lnTo>
                  <a:lnTo>
                    <a:pt x="50472" y="73821"/>
                  </a:lnTo>
                  <a:lnTo>
                    <a:pt x="56768" y="78193"/>
                  </a:lnTo>
                  <a:lnTo>
                    <a:pt x="62771" y="81288"/>
                  </a:lnTo>
                  <a:lnTo>
                    <a:pt x="65880" y="80973"/>
                  </a:lnTo>
                  <a:lnTo>
                    <a:pt x="67065" y="79293"/>
                  </a:lnTo>
                  <a:lnTo>
                    <a:pt x="70659" y="87434"/>
                  </a:lnTo>
                  <a:lnTo>
                    <a:pt x="75715" y="100594"/>
                  </a:lnTo>
                  <a:lnTo>
                    <a:pt x="78111" y="107667"/>
                  </a:lnTo>
                  <a:lnTo>
                    <a:pt x="69308" y="110453"/>
                  </a:lnTo>
                  <a:lnTo>
                    <a:pt x="59211" y="113472"/>
                  </a:lnTo>
                  <a:lnTo>
                    <a:pt x="50264" y="116128"/>
                  </a:lnTo>
                  <a:lnTo>
                    <a:pt x="36244" y="119848"/>
                  </a:lnTo>
                  <a:lnTo>
                    <a:pt x="33852" y="112996"/>
                  </a:lnTo>
                  <a:lnTo>
                    <a:pt x="33333" y="111500"/>
                  </a:lnTo>
                  <a:lnTo>
                    <a:pt x="31187" y="105307"/>
                  </a:lnTo>
                  <a:lnTo>
                    <a:pt x="25557" y="89179"/>
                  </a:lnTo>
                  <a:lnTo>
                    <a:pt x="16470" y="63193"/>
                  </a:lnTo>
                  <a:lnTo>
                    <a:pt x="13463" y="54604"/>
                  </a:lnTo>
                  <a:lnTo>
                    <a:pt x="12007" y="50448"/>
                  </a:lnTo>
                  <a:lnTo>
                    <a:pt x="9656" y="43741"/>
                  </a:lnTo>
                  <a:lnTo>
                    <a:pt x="0" y="150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26020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29620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29620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29620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29620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29620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415065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415065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415065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415065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415065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58632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58632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(2019)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2019: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4055761"/>
              <a:ext cx="1207841" cy="150528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376872" y="2258735"/>
              <a:ext cx="4282346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157248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3002368"/>
              <a:ext cx="5207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11.3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45277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38450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3162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(2019)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2019: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354348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327419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300490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2273562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15708" y="2258735"/>
              <a:ext cx="2216444" cy="2833168"/>
            </a:xfrm>
            <a:custGeom>
              <a:avLst/>
              <a:pathLst>
                <a:path w="2216444" h="2833168">
                  <a:moveTo>
                    <a:pt x="1107425" y="2833168"/>
                  </a:moveTo>
                  <a:lnTo>
                    <a:pt x="1107351" y="2827624"/>
                  </a:lnTo>
                  <a:lnTo>
                    <a:pt x="1107270" y="2822080"/>
                  </a:lnTo>
                  <a:lnTo>
                    <a:pt x="1107185" y="2816535"/>
                  </a:lnTo>
                  <a:lnTo>
                    <a:pt x="1107090" y="2810991"/>
                  </a:lnTo>
                  <a:lnTo>
                    <a:pt x="1106988" y="2805447"/>
                  </a:lnTo>
                  <a:lnTo>
                    <a:pt x="1106881" y="2799902"/>
                  </a:lnTo>
                  <a:lnTo>
                    <a:pt x="1106761" y="2794358"/>
                  </a:lnTo>
                  <a:lnTo>
                    <a:pt x="1106633" y="2788814"/>
                  </a:lnTo>
                  <a:lnTo>
                    <a:pt x="1106499" y="2783269"/>
                  </a:lnTo>
                  <a:lnTo>
                    <a:pt x="1106349" y="2777725"/>
                  </a:lnTo>
                  <a:lnTo>
                    <a:pt x="1106190" y="2772180"/>
                  </a:lnTo>
                  <a:lnTo>
                    <a:pt x="1106022" y="2766636"/>
                  </a:lnTo>
                  <a:lnTo>
                    <a:pt x="1105836" y="2761092"/>
                  </a:lnTo>
                  <a:lnTo>
                    <a:pt x="1105640" y="2755547"/>
                  </a:lnTo>
                  <a:lnTo>
                    <a:pt x="1105431" y="2750003"/>
                  </a:lnTo>
                  <a:lnTo>
                    <a:pt x="1105203" y="2744459"/>
                  </a:lnTo>
                  <a:lnTo>
                    <a:pt x="1104963" y="2738914"/>
                  </a:lnTo>
                  <a:lnTo>
                    <a:pt x="1104705" y="2733370"/>
                  </a:lnTo>
                  <a:lnTo>
                    <a:pt x="1104427" y="2727826"/>
                  </a:lnTo>
                  <a:lnTo>
                    <a:pt x="1104135" y="2722281"/>
                  </a:lnTo>
                  <a:lnTo>
                    <a:pt x="1103820" y="2716737"/>
                  </a:lnTo>
                  <a:lnTo>
                    <a:pt x="1103483" y="2711192"/>
                  </a:lnTo>
                  <a:lnTo>
                    <a:pt x="1103130" y="2705648"/>
                  </a:lnTo>
                  <a:lnTo>
                    <a:pt x="1102746" y="2700104"/>
                  </a:lnTo>
                  <a:lnTo>
                    <a:pt x="1102341" y="2694559"/>
                  </a:lnTo>
                  <a:lnTo>
                    <a:pt x="1101918" y="2689015"/>
                  </a:lnTo>
                  <a:lnTo>
                    <a:pt x="1101455" y="2683471"/>
                  </a:lnTo>
                  <a:lnTo>
                    <a:pt x="1100971" y="2677926"/>
                  </a:lnTo>
                  <a:lnTo>
                    <a:pt x="1100463" y="2672382"/>
                  </a:lnTo>
                  <a:lnTo>
                    <a:pt x="1099911" y="2666838"/>
                  </a:lnTo>
                  <a:lnTo>
                    <a:pt x="1099337" y="2661293"/>
                  </a:lnTo>
                  <a:lnTo>
                    <a:pt x="1098731" y="2655749"/>
                  </a:lnTo>
                  <a:lnTo>
                    <a:pt x="1098079" y="2650204"/>
                  </a:lnTo>
                  <a:lnTo>
                    <a:pt x="1097402" y="2644660"/>
                  </a:lnTo>
                  <a:lnTo>
                    <a:pt x="1096683" y="2639116"/>
                  </a:lnTo>
                  <a:lnTo>
                    <a:pt x="1095918" y="2633571"/>
                  </a:lnTo>
                  <a:lnTo>
                    <a:pt x="1095125" y="2628027"/>
                  </a:lnTo>
                  <a:lnTo>
                    <a:pt x="1094278" y="2622483"/>
                  </a:lnTo>
                  <a:lnTo>
                    <a:pt x="1093386" y="2616938"/>
                  </a:lnTo>
                  <a:lnTo>
                    <a:pt x="1092462" y="2611394"/>
                  </a:lnTo>
                  <a:lnTo>
                    <a:pt x="1091473" y="2605850"/>
                  </a:lnTo>
                  <a:lnTo>
                    <a:pt x="1090439" y="2600305"/>
                  </a:lnTo>
                  <a:lnTo>
                    <a:pt x="1089370" y="2594761"/>
                  </a:lnTo>
                  <a:lnTo>
                    <a:pt x="1088220" y="2589216"/>
                  </a:lnTo>
                  <a:lnTo>
                    <a:pt x="1087029" y="2583672"/>
                  </a:lnTo>
                  <a:lnTo>
                    <a:pt x="1085792" y="2578128"/>
                  </a:lnTo>
                  <a:lnTo>
                    <a:pt x="1084471" y="2572583"/>
                  </a:lnTo>
                  <a:lnTo>
                    <a:pt x="1083107" y="2567039"/>
                  </a:lnTo>
                  <a:lnTo>
                    <a:pt x="1081684" y="2561495"/>
                  </a:lnTo>
                  <a:lnTo>
                    <a:pt x="1080177" y="2555950"/>
                  </a:lnTo>
                  <a:lnTo>
                    <a:pt x="1078624" y="2550406"/>
                  </a:lnTo>
                  <a:lnTo>
                    <a:pt x="1076996" y="2544862"/>
                  </a:lnTo>
                  <a:lnTo>
                    <a:pt x="1075287" y="2539317"/>
                  </a:lnTo>
                  <a:lnTo>
                    <a:pt x="1073527" y="2533773"/>
                  </a:lnTo>
                  <a:lnTo>
                    <a:pt x="1071676" y="2528229"/>
                  </a:lnTo>
                  <a:lnTo>
                    <a:pt x="1069748" y="2522684"/>
                  </a:lnTo>
                  <a:lnTo>
                    <a:pt x="1067766" y="2517140"/>
                  </a:lnTo>
                  <a:lnTo>
                    <a:pt x="1065673" y="2511595"/>
                  </a:lnTo>
                  <a:lnTo>
                    <a:pt x="1063509" y="2506051"/>
                  </a:lnTo>
                  <a:lnTo>
                    <a:pt x="1061287" y="2500507"/>
                  </a:lnTo>
                  <a:lnTo>
                    <a:pt x="1058934" y="2494962"/>
                  </a:lnTo>
                  <a:lnTo>
                    <a:pt x="1056517" y="2489418"/>
                  </a:lnTo>
                  <a:lnTo>
                    <a:pt x="1054027" y="2483874"/>
                  </a:lnTo>
                  <a:lnTo>
                    <a:pt x="1051407" y="2478329"/>
                  </a:lnTo>
                  <a:lnTo>
                    <a:pt x="1048720" y="2472785"/>
                  </a:lnTo>
                  <a:lnTo>
                    <a:pt x="1045942" y="2467241"/>
                  </a:lnTo>
                  <a:lnTo>
                    <a:pt x="1043039" y="2461696"/>
                  </a:lnTo>
                  <a:lnTo>
                    <a:pt x="1040065" y="2456152"/>
                  </a:lnTo>
                  <a:lnTo>
                    <a:pt x="1036981" y="2450607"/>
                  </a:lnTo>
                  <a:lnTo>
                    <a:pt x="1033778" y="2445063"/>
                  </a:lnTo>
                  <a:lnTo>
                    <a:pt x="1030502" y="2439519"/>
                  </a:lnTo>
                  <a:lnTo>
                    <a:pt x="1027093" y="2433974"/>
                  </a:lnTo>
                  <a:lnTo>
                    <a:pt x="1023574" y="2428430"/>
                  </a:lnTo>
                  <a:lnTo>
                    <a:pt x="1019977" y="2422886"/>
                  </a:lnTo>
                  <a:lnTo>
                    <a:pt x="1016225" y="2417341"/>
                  </a:lnTo>
                  <a:lnTo>
                    <a:pt x="1012374" y="2411797"/>
                  </a:lnTo>
                  <a:lnTo>
                    <a:pt x="1008441" y="2406253"/>
                  </a:lnTo>
                  <a:lnTo>
                    <a:pt x="1004329" y="2400708"/>
                  </a:lnTo>
                  <a:lnTo>
                    <a:pt x="1000128" y="2395164"/>
                  </a:lnTo>
                  <a:lnTo>
                    <a:pt x="995828" y="2389619"/>
                  </a:lnTo>
                  <a:lnTo>
                    <a:pt x="991351" y="2384075"/>
                  </a:lnTo>
                  <a:lnTo>
                    <a:pt x="986786" y="2378531"/>
                  </a:lnTo>
                  <a:lnTo>
                    <a:pt x="982098" y="2372986"/>
                  </a:lnTo>
                  <a:lnTo>
                    <a:pt x="977243" y="2367442"/>
                  </a:lnTo>
                  <a:lnTo>
                    <a:pt x="972296" y="2361898"/>
                  </a:lnTo>
                  <a:lnTo>
                    <a:pt x="967203" y="2356353"/>
                  </a:lnTo>
                  <a:lnTo>
                    <a:pt x="961954" y="2350809"/>
                  </a:lnTo>
                  <a:lnTo>
                    <a:pt x="956609" y="2345265"/>
                  </a:lnTo>
                  <a:lnTo>
                    <a:pt x="951093" y="2339720"/>
                  </a:lnTo>
                  <a:lnTo>
                    <a:pt x="945434" y="2334176"/>
                  </a:lnTo>
                  <a:lnTo>
                    <a:pt x="939676" y="2328631"/>
                  </a:lnTo>
                  <a:lnTo>
                    <a:pt x="933719" y="2323087"/>
                  </a:lnTo>
                  <a:lnTo>
                    <a:pt x="927635" y="2317543"/>
                  </a:lnTo>
                  <a:lnTo>
                    <a:pt x="921448" y="2311998"/>
                  </a:lnTo>
                  <a:lnTo>
                    <a:pt x="915033" y="2306454"/>
                  </a:lnTo>
                  <a:lnTo>
                    <a:pt x="908508" y="2300910"/>
                  </a:lnTo>
                  <a:lnTo>
                    <a:pt x="901858" y="2295365"/>
                  </a:lnTo>
                  <a:lnTo>
                    <a:pt x="894989" y="2289821"/>
                  </a:lnTo>
                  <a:lnTo>
                    <a:pt x="888009" y="2284277"/>
                  </a:lnTo>
                  <a:lnTo>
                    <a:pt x="880878" y="2278732"/>
                  </a:lnTo>
                  <a:lnTo>
                    <a:pt x="873543" y="2273188"/>
                  </a:lnTo>
                  <a:lnTo>
                    <a:pt x="866095" y="2267643"/>
                  </a:lnTo>
                  <a:lnTo>
                    <a:pt x="858470" y="2262099"/>
                  </a:lnTo>
                  <a:lnTo>
                    <a:pt x="850658" y="2256555"/>
                  </a:lnTo>
                  <a:lnTo>
                    <a:pt x="842731" y="2251010"/>
                  </a:lnTo>
                  <a:lnTo>
                    <a:pt x="834598" y="2245466"/>
                  </a:lnTo>
                  <a:lnTo>
                    <a:pt x="826300" y="2239922"/>
                  </a:lnTo>
                  <a:lnTo>
                    <a:pt x="817884" y="2234377"/>
                  </a:lnTo>
                  <a:lnTo>
                    <a:pt x="809237" y="2228833"/>
                  </a:lnTo>
                  <a:lnTo>
                    <a:pt x="800445" y="2223289"/>
                  </a:lnTo>
                  <a:lnTo>
                    <a:pt x="791535" y="2217744"/>
                  </a:lnTo>
                  <a:lnTo>
                    <a:pt x="782369" y="2212200"/>
                  </a:lnTo>
                  <a:lnTo>
                    <a:pt x="773081" y="2206656"/>
                  </a:lnTo>
                  <a:lnTo>
                    <a:pt x="763654" y="2201111"/>
                  </a:lnTo>
                  <a:lnTo>
                    <a:pt x="753989" y="2195567"/>
                  </a:lnTo>
                  <a:lnTo>
                    <a:pt x="744207" y="2190022"/>
                  </a:lnTo>
                  <a:lnTo>
                    <a:pt x="734264" y="2184478"/>
                  </a:lnTo>
                  <a:lnTo>
                    <a:pt x="724110" y="2178934"/>
                  </a:lnTo>
                  <a:lnTo>
                    <a:pt x="713842" y="2173389"/>
                  </a:lnTo>
                  <a:lnTo>
                    <a:pt x="703393" y="2167845"/>
                  </a:lnTo>
                  <a:lnTo>
                    <a:pt x="692762" y="2162301"/>
                  </a:lnTo>
                  <a:lnTo>
                    <a:pt x="682020" y="2156756"/>
                  </a:lnTo>
                  <a:lnTo>
                    <a:pt x="671084" y="2151212"/>
                  </a:lnTo>
                  <a:lnTo>
                    <a:pt x="659996" y="2145668"/>
                  </a:lnTo>
                  <a:lnTo>
                    <a:pt x="648803" y="2140123"/>
                  </a:lnTo>
                  <a:lnTo>
                    <a:pt x="637406" y="2134579"/>
                  </a:lnTo>
                  <a:lnTo>
                    <a:pt x="625889" y="2129034"/>
                  </a:lnTo>
                  <a:lnTo>
                    <a:pt x="614274" y="2123490"/>
                  </a:lnTo>
                  <a:lnTo>
                    <a:pt x="602454" y="2117946"/>
                  </a:lnTo>
                  <a:lnTo>
                    <a:pt x="590544" y="2112401"/>
                  </a:lnTo>
                  <a:lnTo>
                    <a:pt x="578530" y="2106857"/>
                  </a:lnTo>
                  <a:lnTo>
                    <a:pt x="566351" y="2101313"/>
                  </a:lnTo>
                  <a:lnTo>
                    <a:pt x="554094" y="2095768"/>
                  </a:lnTo>
                  <a:lnTo>
                    <a:pt x="541734" y="2090224"/>
                  </a:lnTo>
                  <a:lnTo>
                    <a:pt x="529250" y="2084680"/>
                  </a:lnTo>
                  <a:lnTo>
                    <a:pt x="516703" y="2079135"/>
                  </a:lnTo>
                  <a:lnTo>
                    <a:pt x="504062" y="2073591"/>
                  </a:lnTo>
                  <a:lnTo>
                    <a:pt x="491337" y="2068046"/>
                  </a:lnTo>
                  <a:lnTo>
                    <a:pt x="478565" y="2062502"/>
                  </a:lnTo>
                  <a:lnTo>
                    <a:pt x="465719" y="2056958"/>
                  </a:lnTo>
                  <a:lnTo>
                    <a:pt x="452828" y="2051413"/>
                  </a:lnTo>
                  <a:lnTo>
                    <a:pt x="439907" y="2045869"/>
                  </a:lnTo>
                  <a:lnTo>
                    <a:pt x="426945" y="2040325"/>
                  </a:lnTo>
                  <a:lnTo>
                    <a:pt x="413970" y="2034780"/>
                  </a:lnTo>
                  <a:lnTo>
                    <a:pt x="400985" y="2029236"/>
                  </a:lnTo>
                  <a:lnTo>
                    <a:pt x="388005" y="2023692"/>
                  </a:lnTo>
                  <a:lnTo>
                    <a:pt x="375038" y="2018147"/>
                  </a:lnTo>
                  <a:lnTo>
                    <a:pt x="362088" y="2012603"/>
                  </a:lnTo>
                  <a:lnTo>
                    <a:pt x="349193" y="2007058"/>
                  </a:lnTo>
                  <a:lnTo>
                    <a:pt x="336334" y="2001514"/>
                  </a:lnTo>
                  <a:lnTo>
                    <a:pt x="323531" y="1995970"/>
                  </a:lnTo>
                  <a:lnTo>
                    <a:pt x="310825" y="1990425"/>
                  </a:lnTo>
                  <a:lnTo>
                    <a:pt x="298181" y="1984881"/>
                  </a:lnTo>
                  <a:lnTo>
                    <a:pt x="285644" y="1979337"/>
                  </a:lnTo>
                  <a:lnTo>
                    <a:pt x="273237" y="1973792"/>
                  </a:lnTo>
                  <a:lnTo>
                    <a:pt x="260918" y="1968248"/>
                  </a:lnTo>
                  <a:lnTo>
                    <a:pt x="248769" y="1962704"/>
                  </a:lnTo>
                  <a:lnTo>
                    <a:pt x="236776" y="1957159"/>
                  </a:lnTo>
                  <a:lnTo>
                    <a:pt x="224895" y="1951615"/>
                  </a:lnTo>
                  <a:lnTo>
                    <a:pt x="213261" y="1946071"/>
                  </a:lnTo>
                  <a:lnTo>
                    <a:pt x="201794" y="1940526"/>
                  </a:lnTo>
                  <a:lnTo>
                    <a:pt x="190466" y="1934982"/>
                  </a:lnTo>
                  <a:lnTo>
                    <a:pt x="179471" y="1929437"/>
                  </a:lnTo>
                  <a:lnTo>
                    <a:pt x="168644" y="1923893"/>
                  </a:lnTo>
                  <a:lnTo>
                    <a:pt x="158014" y="1918349"/>
                  </a:lnTo>
                  <a:lnTo>
                    <a:pt x="147746" y="1912804"/>
                  </a:lnTo>
                  <a:lnTo>
                    <a:pt x="137668" y="1907260"/>
                  </a:lnTo>
                  <a:lnTo>
                    <a:pt x="127858" y="1901716"/>
                  </a:lnTo>
                  <a:lnTo>
                    <a:pt x="118420" y="1896171"/>
                  </a:lnTo>
                  <a:lnTo>
                    <a:pt x="109194" y="1890627"/>
                  </a:lnTo>
                  <a:lnTo>
                    <a:pt x="100314" y="1885083"/>
                  </a:lnTo>
                  <a:lnTo>
                    <a:pt x="91803" y="1879538"/>
                  </a:lnTo>
                  <a:lnTo>
                    <a:pt x="83525" y="1873994"/>
                  </a:lnTo>
                  <a:lnTo>
                    <a:pt x="75675" y="1868449"/>
                  </a:lnTo>
                  <a:lnTo>
                    <a:pt x="68178" y="1862905"/>
                  </a:lnTo>
                  <a:lnTo>
                    <a:pt x="60933" y="1857361"/>
                  </a:lnTo>
                  <a:lnTo>
                    <a:pt x="54201" y="1851816"/>
                  </a:lnTo>
                  <a:lnTo>
                    <a:pt x="47793" y="1846272"/>
                  </a:lnTo>
                  <a:lnTo>
                    <a:pt x="43903" y="1842759"/>
                  </a:lnTo>
                  <a:lnTo>
                    <a:pt x="41652" y="1840728"/>
                  </a:lnTo>
                  <a:lnTo>
                    <a:pt x="36111" y="1835183"/>
                  </a:lnTo>
                  <a:lnTo>
                    <a:pt x="30854" y="1829639"/>
                  </a:lnTo>
                  <a:lnTo>
                    <a:pt x="25929" y="1824095"/>
                  </a:lnTo>
                  <a:lnTo>
                    <a:pt x="21580" y="1818550"/>
                  </a:lnTo>
                  <a:lnTo>
                    <a:pt x="17520" y="1813006"/>
                  </a:lnTo>
                  <a:lnTo>
                    <a:pt x="13862" y="1807461"/>
                  </a:lnTo>
                  <a:lnTo>
                    <a:pt x="10735" y="1801917"/>
                  </a:lnTo>
                  <a:lnTo>
                    <a:pt x="7902" y="1796373"/>
                  </a:lnTo>
                  <a:lnTo>
                    <a:pt x="5538" y="1790828"/>
                  </a:lnTo>
                  <a:lnTo>
                    <a:pt x="3651" y="1785284"/>
                  </a:lnTo>
                  <a:lnTo>
                    <a:pt x="2060" y="1779740"/>
                  </a:lnTo>
                  <a:lnTo>
                    <a:pt x="998" y="1774195"/>
                  </a:lnTo>
                  <a:lnTo>
                    <a:pt x="352" y="1768651"/>
                  </a:lnTo>
                  <a:lnTo>
                    <a:pt x="0" y="1763107"/>
                  </a:lnTo>
                  <a:lnTo>
                    <a:pt x="229" y="1757562"/>
                  </a:lnTo>
                  <a:lnTo>
                    <a:pt x="808" y="1752018"/>
                  </a:lnTo>
                  <a:lnTo>
                    <a:pt x="1676" y="1746473"/>
                  </a:lnTo>
                  <a:lnTo>
                    <a:pt x="3167" y="1740929"/>
                  </a:lnTo>
                  <a:lnTo>
                    <a:pt x="4940" y="1735385"/>
                  </a:lnTo>
                  <a:lnTo>
                    <a:pt x="7046" y="1729840"/>
                  </a:lnTo>
                  <a:lnTo>
                    <a:pt x="9700" y="1724296"/>
                  </a:lnTo>
                  <a:lnTo>
                    <a:pt x="12621" y="1718752"/>
                  </a:lnTo>
                  <a:lnTo>
                    <a:pt x="15911" y="1713207"/>
                  </a:lnTo>
                  <a:lnTo>
                    <a:pt x="19668" y="1707663"/>
                  </a:lnTo>
                  <a:lnTo>
                    <a:pt x="23677" y="1702119"/>
                  </a:lnTo>
                  <a:lnTo>
                    <a:pt x="28082" y="1696574"/>
                  </a:lnTo>
                  <a:lnTo>
                    <a:pt x="32872" y="1691030"/>
                  </a:lnTo>
                  <a:lnTo>
                    <a:pt x="37897" y="1685486"/>
                  </a:lnTo>
                  <a:lnTo>
                    <a:pt x="43332" y="1679941"/>
                  </a:lnTo>
                  <a:lnTo>
                    <a:pt x="49075" y="1674397"/>
                  </a:lnTo>
                  <a:lnTo>
                    <a:pt x="55034" y="1668852"/>
                  </a:lnTo>
                  <a:lnTo>
                    <a:pt x="61405" y="1663308"/>
                  </a:lnTo>
                  <a:lnTo>
                    <a:pt x="68011" y="1657764"/>
                  </a:lnTo>
                  <a:lnTo>
                    <a:pt x="74812" y="1652219"/>
                  </a:lnTo>
                  <a:lnTo>
                    <a:pt x="82014" y="1646675"/>
                  </a:lnTo>
                  <a:lnTo>
                    <a:pt x="89386" y="1641131"/>
                  </a:lnTo>
                  <a:lnTo>
                    <a:pt x="94520" y="1637374"/>
                  </a:lnTo>
                  <a:lnTo>
                    <a:pt x="96962" y="1635586"/>
                  </a:lnTo>
                  <a:lnTo>
                    <a:pt x="104853" y="1630042"/>
                  </a:lnTo>
                  <a:lnTo>
                    <a:pt x="112891" y="1624498"/>
                  </a:lnTo>
                  <a:lnTo>
                    <a:pt x="121129" y="1618953"/>
                  </a:lnTo>
                  <a:lnTo>
                    <a:pt x="129603" y="1613409"/>
                  </a:lnTo>
                  <a:lnTo>
                    <a:pt x="138200" y="1607864"/>
                  </a:lnTo>
                  <a:lnTo>
                    <a:pt x="146983" y="1602320"/>
                  </a:lnTo>
                  <a:lnTo>
                    <a:pt x="155932" y="1596776"/>
                  </a:lnTo>
                  <a:lnTo>
                    <a:pt x="164980" y="1591231"/>
                  </a:lnTo>
                  <a:lnTo>
                    <a:pt x="174189" y="1585687"/>
                  </a:lnTo>
                  <a:lnTo>
                    <a:pt x="183505" y="1580143"/>
                  </a:lnTo>
                  <a:lnTo>
                    <a:pt x="192895" y="1574598"/>
                  </a:lnTo>
                  <a:lnTo>
                    <a:pt x="202411" y="1569054"/>
                  </a:lnTo>
                  <a:lnTo>
                    <a:pt x="211987" y="1563510"/>
                  </a:lnTo>
                  <a:lnTo>
                    <a:pt x="221613" y="1557965"/>
                  </a:lnTo>
                  <a:lnTo>
                    <a:pt x="231319" y="1552421"/>
                  </a:lnTo>
                  <a:lnTo>
                    <a:pt x="241049" y="1546876"/>
                  </a:lnTo>
                  <a:lnTo>
                    <a:pt x="250808" y="1541332"/>
                  </a:lnTo>
                  <a:lnTo>
                    <a:pt x="260588" y="1535788"/>
                  </a:lnTo>
                  <a:lnTo>
                    <a:pt x="270370" y="1530243"/>
                  </a:lnTo>
                  <a:lnTo>
                    <a:pt x="280149" y="1524699"/>
                  </a:lnTo>
                  <a:lnTo>
                    <a:pt x="289905" y="1519155"/>
                  </a:lnTo>
                  <a:lnTo>
                    <a:pt x="299640" y="1513610"/>
                  </a:lnTo>
                  <a:lnTo>
                    <a:pt x="309335" y="1508066"/>
                  </a:lnTo>
                  <a:lnTo>
                    <a:pt x="318971" y="1502522"/>
                  </a:lnTo>
                  <a:lnTo>
                    <a:pt x="328567" y="1496977"/>
                  </a:lnTo>
                  <a:lnTo>
                    <a:pt x="338077" y="1491433"/>
                  </a:lnTo>
                  <a:lnTo>
                    <a:pt x="347507" y="1485888"/>
                  </a:lnTo>
                  <a:lnTo>
                    <a:pt x="356876" y="1480344"/>
                  </a:lnTo>
                  <a:lnTo>
                    <a:pt x="366110" y="1474800"/>
                  </a:lnTo>
                  <a:lnTo>
                    <a:pt x="375251" y="1469255"/>
                  </a:lnTo>
                  <a:lnTo>
                    <a:pt x="384314" y="1463711"/>
                  </a:lnTo>
                  <a:lnTo>
                    <a:pt x="393188" y="1458167"/>
                  </a:lnTo>
                  <a:lnTo>
                    <a:pt x="401966" y="1452622"/>
                  </a:lnTo>
                  <a:lnTo>
                    <a:pt x="410631" y="1447078"/>
                  </a:lnTo>
                  <a:lnTo>
                    <a:pt x="419091" y="1441534"/>
                  </a:lnTo>
                  <a:lnTo>
                    <a:pt x="427442" y="1435989"/>
                  </a:lnTo>
                  <a:lnTo>
                    <a:pt x="435639" y="1430445"/>
                  </a:lnTo>
                  <a:lnTo>
                    <a:pt x="443626" y="1424900"/>
                  </a:lnTo>
                  <a:lnTo>
                    <a:pt x="451493" y="1419356"/>
                  </a:lnTo>
                  <a:lnTo>
                    <a:pt x="459164" y="1413812"/>
                  </a:lnTo>
                  <a:lnTo>
                    <a:pt x="466630" y="1408267"/>
                  </a:lnTo>
                  <a:lnTo>
                    <a:pt x="473966" y="1402723"/>
                  </a:lnTo>
                  <a:lnTo>
                    <a:pt x="481063" y="1397179"/>
                  </a:lnTo>
                  <a:lnTo>
                    <a:pt x="487969" y="1391634"/>
                  </a:lnTo>
                  <a:lnTo>
                    <a:pt x="494738" y="1386090"/>
                  </a:lnTo>
                  <a:lnTo>
                    <a:pt x="501226" y="1380546"/>
                  </a:lnTo>
                  <a:lnTo>
                    <a:pt x="507544" y="1375001"/>
                  </a:lnTo>
                  <a:lnTo>
                    <a:pt x="513718" y="1369457"/>
                  </a:lnTo>
                  <a:lnTo>
                    <a:pt x="519575" y="1363913"/>
                  </a:lnTo>
                  <a:lnTo>
                    <a:pt x="525287" y="1358368"/>
                  </a:lnTo>
                  <a:lnTo>
                    <a:pt x="530823" y="1352824"/>
                  </a:lnTo>
                  <a:lnTo>
                    <a:pt x="536067" y="1347279"/>
                  </a:lnTo>
                  <a:lnTo>
                    <a:pt x="541166" y="1341735"/>
                  </a:lnTo>
                  <a:lnTo>
                    <a:pt x="546059" y="1336191"/>
                  </a:lnTo>
                  <a:lnTo>
                    <a:pt x="550693" y="1330646"/>
                  </a:lnTo>
                  <a:lnTo>
                    <a:pt x="555182" y="1325102"/>
                  </a:lnTo>
                  <a:lnTo>
                    <a:pt x="559442" y="1319558"/>
                  </a:lnTo>
                  <a:lnTo>
                    <a:pt x="563476" y="1314013"/>
                  </a:lnTo>
                  <a:lnTo>
                    <a:pt x="567371" y="1308469"/>
                  </a:lnTo>
                  <a:lnTo>
                    <a:pt x="571017" y="1302925"/>
                  </a:lnTo>
                  <a:lnTo>
                    <a:pt x="574475" y="1297380"/>
                  </a:lnTo>
                  <a:lnTo>
                    <a:pt x="577800" y="1291836"/>
                  </a:lnTo>
                  <a:lnTo>
                    <a:pt x="580863" y="1286291"/>
                  </a:lnTo>
                  <a:lnTo>
                    <a:pt x="583776" y="1280747"/>
                  </a:lnTo>
                  <a:lnTo>
                    <a:pt x="586563" y="1275203"/>
                  </a:lnTo>
                  <a:lnTo>
                    <a:pt x="589085" y="1269658"/>
                  </a:lnTo>
                  <a:lnTo>
                    <a:pt x="591492" y="1264114"/>
                  </a:lnTo>
                  <a:lnTo>
                    <a:pt x="593761" y="1258570"/>
                  </a:lnTo>
                  <a:lnTo>
                    <a:pt x="595813" y="1253025"/>
                  </a:lnTo>
                  <a:lnTo>
                    <a:pt x="597761" y="1247481"/>
                  </a:lnTo>
                  <a:lnTo>
                    <a:pt x="599565" y="1241937"/>
                  </a:lnTo>
                  <a:lnTo>
                    <a:pt x="601198" y="1236392"/>
                  </a:lnTo>
                  <a:lnTo>
                    <a:pt x="602738" y="1230848"/>
                  </a:lnTo>
                  <a:lnTo>
                    <a:pt x="604136" y="1225303"/>
                  </a:lnTo>
                  <a:lnTo>
                    <a:pt x="605403" y="1219759"/>
                  </a:lnTo>
                  <a:lnTo>
                    <a:pt x="606592" y="1214215"/>
                  </a:lnTo>
                  <a:lnTo>
                    <a:pt x="607646" y="1208670"/>
                  </a:lnTo>
                  <a:lnTo>
                    <a:pt x="608605" y="1203126"/>
                  </a:lnTo>
                  <a:lnTo>
                    <a:pt x="609500" y="1197582"/>
                  </a:lnTo>
                  <a:lnTo>
                    <a:pt x="610273" y="1192037"/>
                  </a:lnTo>
                  <a:lnTo>
                    <a:pt x="610984" y="1186493"/>
                  </a:lnTo>
                  <a:lnTo>
                    <a:pt x="611641" y="1180949"/>
                  </a:lnTo>
                  <a:lnTo>
                    <a:pt x="612199" y="1175404"/>
                  </a:lnTo>
                  <a:lnTo>
                    <a:pt x="612717" y="1169860"/>
                  </a:lnTo>
                  <a:lnTo>
                    <a:pt x="613189" y="1164315"/>
                  </a:lnTo>
                  <a:lnTo>
                    <a:pt x="613597" y="1158771"/>
                  </a:lnTo>
                  <a:lnTo>
                    <a:pt x="613876" y="1154717"/>
                  </a:lnTo>
                  <a:lnTo>
                    <a:pt x="613978" y="1153227"/>
                  </a:lnTo>
                  <a:lnTo>
                    <a:pt x="614323" y="1147682"/>
                  </a:lnTo>
                  <a:lnTo>
                    <a:pt x="614634" y="1142138"/>
                  </a:lnTo>
                  <a:lnTo>
                    <a:pt x="614929" y="1136594"/>
                  </a:lnTo>
                  <a:lnTo>
                    <a:pt x="615202" y="1131049"/>
                  </a:lnTo>
                  <a:lnTo>
                    <a:pt x="615463" y="1125505"/>
                  </a:lnTo>
                  <a:lnTo>
                    <a:pt x="615718" y="1119961"/>
                  </a:lnTo>
                  <a:lnTo>
                    <a:pt x="615968" y="1114416"/>
                  </a:lnTo>
                  <a:lnTo>
                    <a:pt x="616221" y="1108872"/>
                  </a:lnTo>
                  <a:lnTo>
                    <a:pt x="616477" y="1103328"/>
                  </a:lnTo>
                  <a:lnTo>
                    <a:pt x="616746" y="1097783"/>
                  </a:lnTo>
                  <a:lnTo>
                    <a:pt x="617027" y="1092239"/>
                  </a:lnTo>
                  <a:lnTo>
                    <a:pt x="617318" y="1086694"/>
                  </a:lnTo>
                  <a:lnTo>
                    <a:pt x="617640" y="1081150"/>
                  </a:lnTo>
                  <a:lnTo>
                    <a:pt x="617978" y="1075606"/>
                  </a:lnTo>
                  <a:lnTo>
                    <a:pt x="618338" y="1070061"/>
                  </a:lnTo>
                  <a:lnTo>
                    <a:pt x="618736" y="1064517"/>
                  </a:lnTo>
                  <a:lnTo>
                    <a:pt x="619156" y="1058973"/>
                  </a:lnTo>
                  <a:lnTo>
                    <a:pt x="619607" y="1053428"/>
                  </a:lnTo>
                  <a:lnTo>
                    <a:pt x="620101" y="1047884"/>
                  </a:lnTo>
                  <a:lnTo>
                    <a:pt x="620621" y="1042340"/>
                  </a:lnTo>
                  <a:lnTo>
                    <a:pt x="621181" y="1036795"/>
                  </a:lnTo>
                  <a:lnTo>
                    <a:pt x="621785" y="1031251"/>
                  </a:lnTo>
                  <a:lnTo>
                    <a:pt x="622417" y="1025706"/>
                  </a:lnTo>
                  <a:lnTo>
                    <a:pt x="623099" y="1020162"/>
                  </a:lnTo>
                  <a:lnTo>
                    <a:pt x="623822" y="1014618"/>
                  </a:lnTo>
                  <a:lnTo>
                    <a:pt x="624574" y="1009073"/>
                  </a:lnTo>
                  <a:lnTo>
                    <a:pt x="625387" y="1003529"/>
                  </a:lnTo>
                  <a:lnTo>
                    <a:pt x="626235" y="997985"/>
                  </a:lnTo>
                  <a:lnTo>
                    <a:pt x="627113" y="992440"/>
                  </a:lnTo>
                  <a:lnTo>
                    <a:pt x="628059" y="986896"/>
                  </a:lnTo>
                  <a:lnTo>
                    <a:pt x="629036" y="981352"/>
                  </a:lnTo>
                  <a:lnTo>
                    <a:pt x="630050" y="975807"/>
                  </a:lnTo>
                  <a:lnTo>
                    <a:pt x="631126" y="970263"/>
                  </a:lnTo>
                  <a:lnTo>
                    <a:pt x="632233" y="964718"/>
                  </a:lnTo>
                  <a:lnTo>
                    <a:pt x="633385" y="959174"/>
                  </a:lnTo>
                  <a:lnTo>
                    <a:pt x="634593" y="953630"/>
                  </a:lnTo>
                  <a:lnTo>
                    <a:pt x="635833" y="948085"/>
                  </a:lnTo>
                  <a:lnTo>
                    <a:pt x="637124" y="942541"/>
                  </a:lnTo>
                  <a:lnTo>
                    <a:pt x="638466" y="936997"/>
                  </a:lnTo>
                  <a:lnTo>
                    <a:pt x="639840" y="931452"/>
                  </a:lnTo>
                  <a:lnTo>
                    <a:pt x="641273" y="925908"/>
                  </a:lnTo>
                  <a:lnTo>
                    <a:pt x="642752" y="920364"/>
                  </a:lnTo>
                  <a:lnTo>
                    <a:pt x="644264" y="914819"/>
                  </a:lnTo>
                  <a:lnTo>
                    <a:pt x="645843" y="909275"/>
                  </a:lnTo>
                  <a:lnTo>
                    <a:pt x="647463" y="903730"/>
                  </a:lnTo>
                  <a:lnTo>
                    <a:pt x="649118" y="898186"/>
                  </a:lnTo>
                  <a:lnTo>
                    <a:pt x="650849" y="892642"/>
                  </a:lnTo>
                  <a:lnTo>
                    <a:pt x="652616" y="887097"/>
                  </a:lnTo>
                  <a:lnTo>
                    <a:pt x="654427" y="881553"/>
                  </a:lnTo>
                  <a:lnTo>
                    <a:pt x="656311" y="876009"/>
                  </a:lnTo>
                  <a:lnTo>
                    <a:pt x="658233" y="870464"/>
                  </a:lnTo>
                  <a:lnTo>
                    <a:pt x="660210" y="864920"/>
                  </a:lnTo>
                  <a:lnTo>
                    <a:pt x="662256" y="859376"/>
                  </a:lnTo>
                  <a:lnTo>
                    <a:pt x="664343" y="853831"/>
                  </a:lnTo>
                  <a:lnTo>
                    <a:pt x="666496" y="848287"/>
                  </a:lnTo>
                  <a:lnTo>
                    <a:pt x="668716" y="842743"/>
                  </a:lnTo>
                  <a:lnTo>
                    <a:pt x="670979" y="837198"/>
                  </a:lnTo>
                  <a:lnTo>
                    <a:pt x="673321" y="831654"/>
                  </a:lnTo>
                  <a:lnTo>
                    <a:pt x="675725" y="826109"/>
                  </a:lnTo>
                  <a:lnTo>
                    <a:pt x="678175" y="820565"/>
                  </a:lnTo>
                  <a:lnTo>
                    <a:pt x="680720" y="815021"/>
                  </a:lnTo>
                  <a:lnTo>
                    <a:pt x="683321" y="809476"/>
                  </a:lnTo>
                  <a:lnTo>
                    <a:pt x="685971" y="803932"/>
                  </a:lnTo>
                  <a:lnTo>
                    <a:pt x="688730" y="798388"/>
                  </a:lnTo>
                  <a:lnTo>
                    <a:pt x="691539" y="792843"/>
                  </a:lnTo>
                  <a:lnTo>
                    <a:pt x="694411" y="787299"/>
                  </a:lnTo>
                  <a:lnTo>
                    <a:pt x="697385" y="781755"/>
                  </a:lnTo>
                  <a:lnTo>
                    <a:pt x="700413" y="776210"/>
                  </a:lnTo>
                  <a:lnTo>
                    <a:pt x="703517" y="770666"/>
                  </a:lnTo>
                  <a:lnTo>
                    <a:pt x="706717" y="765121"/>
                  </a:lnTo>
                  <a:lnTo>
                    <a:pt x="709971" y="759577"/>
                  </a:lnTo>
                  <a:lnTo>
                    <a:pt x="713315" y="754033"/>
                  </a:lnTo>
                  <a:lnTo>
                    <a:pt x="716746" y="748488"/>
                  </a:lnTo>
                  <a:lnTo>
                    <a:pt x="720233" y="742944"/>
                  </a:lnTo>
                  <a:lnTo>
                    <a:pt x="723822" y="737400"/>
                  </a:lnTo>
                  <a:lnTo>
                    <a:pt x="727487" y="731855"/>
                  </a:lnTo>
                  <a:lnTo>
                    <a:pt x="731209" y="726311"/>
                  </a:lnTo>
                  <a:lnTo>
                    <a:pt x="735043" y="720767"/>
                  </a:lnTo>
                  <a:lnTo>
                    <a:pt x="738943" y="715222"/>
                  </a:lnTo>
                  <a:lnTo>
                    <a:pt x="742898" y="709678"/>
                  </a:lnTo>
                  <a:lnTo>
                    <a:pt x="746973" y="704133"/>
                  </a:lnTo>
                  <a:lnTo>
                    <a:pt x="751101" y="698589"/>
                  </a:lnTo>
                  <a:lnTo>
                    <a:pt x="755295" y="693045"/>
                  </a:lnTo>
                  <a:lnTo>
                    <a:pt x="759592" y="687500"/>
                  </a:lnTo>
                  <a:lnTo>
                    <a:pt x="763939" y="681956"/>
                  </a:lnTo>
                  <a:lnTo>
                    <a:pt x="768359" y="676412"/>
                  </a:lnTo>
                  <a:lnTo>
                    <a:pt x="772865" y="670867"/>
                  </a:lnTo>
                  <a:lnTo>
                    <a:pt x="777418" y="665323"/>
                  </a:lnTo>
                  <a:lnTo>
                    <a:pt x="782047" y="659779"/>
                  </a:lnTo>
                  <a:lnTo>
                    <a:pt x="786744" y="654234"/>
                  </a:lnTo>
                  <a:lnTo>
                    <a:pt x="791485" y="648690"/>
                  </a:lnTo>
                  <a:lnTo>
                    <a:pt x="796301" y="643145"/>
                  </a:lnTo>
                  <a:lnTo>
                    <a:pt x="801168" y="637601"/>
                  </a:lnTo>
                  <a:lnTo>
                    <a:pt x="806074" y="632057"/>
                  </a:lnTo>
                  <a:lnTo>
                    <a:pt x="811050" y="626512"/>
                  </a:lnTo>
                  <a:lnTo>
                    <a:pt x="816062" y="620968"/>
                  </a:lnTo>
                  <a:lnTo>
                    <a:pt x="821107" y="615424"/>
                  </a:lnTo>
                  <a:lnTo>
                    <a:pt x="826211" y="609879"/>
                  </a:lnTo>
                  <a:lnTo>
                    <a:pt x="831339" y="604335"/>
                  </a:lnTo>
                  <a:lnTo>
                    <a:pt x="836497" y="598791"/>
                  </a:lnTo>
                  <a:lnTo>
                    <a:pt x="841693" y="593246"/>
                  </a:lnTo>
                  <a:lnTo>
                    <a:pt x="846905" y="587702"/>
                  </a:lnTo>
                  <a:lnTo>
                    <a:pt x="852139" y="582157"/>
                  </a:lnTo>
                  <a:lnTo>
                    <a:pt x="857392" y="576613"/>
                  </a:lnTo>
                  <a:lnTo>
                    <a:pt x="862655" y="571069"/>
                  </a:lnTo>
                  <a:lnTo>
                    <a:pt x="867928" y="565524"/>
                  </a:lnTo>
                  <a:lnTo>
                    <a:pt x="873204" y="559980"/>
                  </a:lnTo>
                  <a:lnTo>
                    <a:pt x="878481" y="554436"/>
                  </a:lnTo>
                  <a:lnTo>
                    <a:pt x="883754" y="548891"/>
                  </a:lnTo>
                  <a:lnTo>
                    <a:pt x="889018" y="543347"/>
                  </a:lnTo>
                  <a:lnTo>
                    <a:pt x="894274" y="537803"/>
                  </a:lnTo>
                  <a:lnTo>
                    <a:pt x="899508" y="532258"/>
                  </a:lnTo>
                  <a:lnTo>
                    <a:pt x="904723" y="526714"/>
                  </a:lnTo>
                  <a:lnTo>
                    <a:pt x="909922" y="521170"/>
                  </a:lnTo>
                  <a:lnTo>
                    <a:pt x="915078" y="515625"/>
                  </a:lnTo>
                  <a:lnTo>
                    <a:pt x="920210" y="510081"/>
                  </a:lnTo>
                  <a:lnTo>
                    <a:pt x="925312" y="504536"/>
                  </a:lnTo>
                  <a:lnTo>
                    <a:pt x="930359" y="498992"/>
                  </a:lnTo>
                  <a:lnTo>
                    <a:pt x="935375" y="493448"/>
                  </a:lnTo>
                  <a:lnTo>
                    <a:pt x="940344" y="487903"/>
                  </a:lnTo>
                  <a:lnTo>
                    <a:pt x="945250" y="482359"/>
                  </a:lnTo>
                  <a:lnTo>
                    <a:pt x="950118" y="476815"/>
                  </a:lnTo>
                  <a:lnTo>
                    <a:pt x="954922" y="471270"/>
                  </a:lnTo>
                  <a:lnTo>
                    <a:pt x="959659" y="465726"/>
                  </a:lnTo>
                  <a:lnTo>
                    <a:pt x="964351" y="460182"/>
                  </a:lnTo>
                  <a:lnTo>
                    <a:pt x="968959" y="454637"/>
                  </a:lnTo>
                  <a:lnTo>
                    <a:pt x="973501" y="449093"/>
                  </a:lnTo>
                  <a:lnTo>
                    <a:pt x="977993" y="443548"/>
                  </a:lnTo>
                  <a:lnTo>
                    <a:pt x="982381" y="438004"/>
                  </a:lnTo>
                  <a:lnTo>
                    <a:pt x="986705" y="432460"/>
                  </a:lnTo>
                  <a:lnTo>
                    <a:pt x="990974" y="426915"/>
                  </a:lnTo>
                  <a:lnTo>
                    <a:pt x="995121" y="421371"/>
                  </a:lnTo>
                  <a:lnTo>
                    <a:pt x="999211" y="415827"/>
                  </a:lnTo>
                  <a:lnTo>
                    <a:pt x="1003229" y="410282"/>
                  </a:lnTo>
                  <a:lnTo>
                    <a:pt x="1007131" y="404738"/>
                  </a:lnTo>
                  <a:lnTo>
                    <a:pt x="1010971" y="399194"/>
                  </a:lnTo>
                  <a:lnTo>
                    <a:pt x="1014725" y="393649"/>
                  </a:lnTo>
                  <a:lnTo>
                    <a:pt x="1018369" y="388105"/>
                  </a:lnTo>
                  <a:lnTo>
                    <a:pt x="1021951" y="382560"/>
                  </a:lnTo>
                  <a:lnTo>
                    <a:pt x="1025431" y="377016"/>
                  </a:lnTo>
                  <a:lnTo>
                    <a:pt x="1028812" y="371472"/>
                  </a:lnTo>
                  <a:lnTo>
                    <a:pt x="1032130" y="365927"/>
                  </a:lnTo>
                  <a:lnTo>
                    <a:pt x="1035331" y="360383"/>
                  </a:lnTo>
                  <a:lnTo>
                    <a:pt x="1038446" y="354839"/>
                  </a:lnTo>
                  <a:lnTo>
                    <a:pt x="1041497" y="349294"/>
                  </a:lnTo>
                  <a:lnTo>
                    <a:pt x="1044420" y="343750"/>
                  </a:lnTo>
                  <a:lnTo>
                    <a:pt x="1047270" y="338206"/>
                  </a:lnTo>
                  <a:lnTo>
                    <a:pt x="1050054" y="332661"/>
                  </a:lnTo>
                  <a:lnTo>
                    <a:pt x="1052705" y="327117"/>
                  </a:lnTo>
                  <a:lnTo>
                    <a:pt x="1055294" y="321572"/>
                  </a:lnTo>
                  <a:lnTo>
                    <a:pt x="1057807" y="316028"/>
                  </a:lnTo>
                  <a:lnTo>
                    <a:pt x="1060202" y="310484"/>
                  </a:lnTo>
                  <a:lnTo>
                    <a:pt x="1062538" y="304939"/>
                  </a:lnTo>
                  <a:lnTo>
                    <a:pt x="1064789" y="299395"/>
                  </a:lnTo>
                  <a:lnTo>
                    <a:pt x="1066938" y="293851"/>
                  </a:lnTo>
                  <a:lnTo>
                    <a:pt x="1069030" y="288306"/>
                  </a:lnTo>
                  <a:lnTo>
                    <a:pt x="1071031" y="282762"/>
                  </a:lnTo>
                  <a:lnTo>
                    <a:pt x="1072946" y="277218"/>
                  </a:lnTo>
                  <a:lnTo>
                    <a:pt x="1074808" y="271673"/>
                  </a:lnTo>
                  <a:lnTo>
                    <a:pt x="1076572" y="266129"/>
                  </a:lnTo>
                  <a:lnTo>
                    <a:pt x="1078267" y="260585"/>
                  </a:lnTo>
                  <a:lnTo>
                    <a:pt x="1079911" y="255040"/>
                  </a:lnTo>
                  <a:lnTo>
                    <a:pt x="1081455" y="249496"/>
                  </a:lnTo>
                  <a:lnTo>
                    <a:pt x="1082944" y="243951"/>
                  </a:lnTo>
                  <a:lnTo>
                    <a:pt x="1084385" y="238407"/>
                  </a:lnTo>
                  <a:lnTo>
                    <a:pt x="1085727" y="232863"/>
                  </a:lnTo>
                  <a:lnTo>
                    <a:pt x="1087026" y="227318"/>
                  </a:lnTo>
                  <a:lnTo>
                    <a:pt x="1088272" y="221774"/>
                  </a:lnTo>
                  <a:lnTo>
                    <a:pt x="1089437" y="216230"/>
                  </a:lnTo>
                  <a:lnTo>
                    <a:pt x="1090562" y="210685"/>
                  </a:lnTo>
                  <a:lnTo>
                    <a:pt x="1091632" y="205141"/>
                  </a:lnTo>
                  <a:lnTo>
                    <a:pt x="1092636" y="199597"/>
                  </a:lnTo>
                  <a:lnTo>
                    <a:pt x="1093604" y="194052"/>
                  </a:lnTo>
                  <a:lnTo>
                    <a:pt x="1094514" y="188508"/>
                  </a:lnTo>
                  <a:lnTo>
                    <a:pt x="1095373" y="182963"/>
                  </a:lnTo>
                  <a:lnTo>
                    <a:pt x="1096200" y="177419"/>
                  </a:lnTo>
                  <a:lnTo>
                    <a:pt x="1096969" y="171875"/>
                  </a:lnTo>
                  <a:lnTo>
                    <a:pt x="1097699" y="166330"/>
                  </a:lnTo>
                  <a:lnTo>
                    <a:pt x="1098400" y="160786"/>
                  </a:lnTo>
                  <a:lnTo>
                    <a:pt x="1099045" y="155242"/>
                  </a:lnTo>
                  <a:lnTo>
                    <a:pt x="1099661" y="149697"/>
                  </a:lnTo>
                  <a:lnTo>
                    <a:pt x="1100250" y="144153"/>
                  </a:lnTo>
                  <a:lnTo>
                    <a:pt x="1100787" y="138609"/>
                  </a:lnTo>
                  <a:lnTo>
                    <a:pt x="1101303" y="133064"/>
                  </a:lnTo>
                  <a:lnTo>
                    <a:pt x="1101791" y="127520"/>
                  </a:lnTo>
                  <a:lnTo>
                    <a:pt x="1102239" y="121975"/>
                  </a:lnTo>
                  <a:lnTo>
                    <a:pt x="1102667" y="116431"/>
                  </a:lnTo>
                  <a:lnTo>
                    <a:pt x="1103068" y="110887"/>
                  </a:lnTo>
                  <a:lnTo>
                    <a:pt x="1103439" y="105342"/>
                  </a:lnTo>
                  <a:lnTo>
                    <a:pt x="1103793" y="99798"/>
                  </a:lnTo>
                  <a:lnTo>
                    <a:pt x="1104120" y="94254"/>
                  </a:lnTo>
                  <a:lnTo>
                    <a:pt x="1104424" y="88709"/>
                  </a:lnTo>
                  <a:lnTo>
                    <a:pt x="1104714" y="83165"/>
                  </a:lnTo>
                  <a:lnTo>
                    <a:pt x="1104979" y="77621"/>
                  </a:lnTo>
                  <a:lnTo>
                    <a:pt x="1105227" y="72076"/>
                  </a:lnTo>
                  <a:lnTo>
                    <a:pt x="1105462" y="66532"/>
                  </a:lnTo>
                  <a:lnTo>
                    <a:pt x="1105675" y="60987"/>
                  </a:lnTo>
                  <a:lnTo>
                    <a:pt x="1105876" y="55443"/>
                  </a:lnTo>
                  <a:lnTo>
                    <a:pt x="1106066" y="49899"/>
                  </a:lnTo>
                  <a:lnTo>
                    <a:pt x="1106236" y="44354"/>
                  </a:lnTo>
                  <a:lnTo>
                    <a:pt x="1106397" y="38810"/>
                  </a:lnTo>
                  <a:lnTo>
                    <a:pt x="1106548" y="33266"/>
                  </a:lnTo>
                  <a:lnTo>
                    <a:pt x="1106683" y="27721"/>
                  </a:lnTo>
                  <a:lnTo>
                    <a:pt x="1106812" y="22177"/>
                  </a:lnTo>
                  <a:lnTo>
                    <a:pt x="1106931" y="16633"/>
                  </a:lnTo>
                  <a:lnTo>
                    <a:pt x="1107038" y="11088"/>
                  </a:lnTo>
                  <a:lnTo>
                    <a:pt x="1107140" y="5544"/>
                  </a:lnTo>
                  <a:lnTo>
                    <a:pt x="1107233" y="0"/>
                  </a:lnTo>
                  <a:lnTo>
                    <a:pt x="1109211" y="0"/>
                  </a:lnTo>
                  <a:lnTo>
                    <a:pt x="1109304" y="5544"/>
                  </a:lnTo>
                  <a:lnTo>
                    <a:pt x="1109406" y="11088"/>
                  </a:lnTo>
                  <a:lnTo>
                    <a:pt x="1109513" y="16633"/>
                  </a:lnTo>
                  <a:lnTo>
                    <a:pt x="1109632" y="22177"/>
                  </a:lnTo>
                  <a:lnTo>
                    <a:pt x="1109761" y="27721"/>
                  </a:lnTo>
                  <a:lnTo>
                    <a:pt x="1109896" y="33266"/>
                  </a:lnTo>
                  <a:lnTo>
                    <a:pt x="1110047" y="38810"/>
                  </a:lnTo>
                  <a:lnTo>
                    <a:pt x="1110208" y="44354"/>
                  </a:lnTo>
                  <a:lnTo>
                    <a:pt x="1110378" y="49899"/>
                  </a:lnTo>
                  <a:lnTo>
                    <a:pt x="1110568" y="55443"/>
                  </a:lnTo>
                  <a:lnTo>
                    <a:pt x="1110769" y="60987"/>
                  </a:lnTo>
                  <a:lnTo>
                    <a:pt x="1110982" y="66532"/>
                  </a:lnTo>
                  <a:lnTo>
                    <a:pt x="1111217" y="72076"/>
                  </a:lnTo>
                  <a:lnTo>
                    <a:pt x="1111465" y="77621"/>
                  </a:lnTo>
                  <a:lnTo>
                    <a:pt x="1111730" y="83165"/>
                  </a:lnTo>
                  <a:lnTo>
                    <a:pt x="1112020" y="88709"/>
                  </a:lnTo>
                  <a:lnTo>
                    <a:pt x="1112324" y="94254"/>
                  </a:lnTo>
                  <a:lnTo>
                    <a:pt x="1112651" y="99798"/>
                  </a:lnTo>
                  <a:lnTo>
                    <a:pt x="1113005" y="105342"/>
                  </a:lnTo>
                  <a:lnTo>
                    <a:pt x="1113376" y="110887"/>
                  </a:lnTo>
                  <a:lnTo>
                    <a:pt x="1113777" y="116431"/>
                  </a:lnTo>
                  <a:lnTo>
                    <a:pt x="1114205" y="121975"/>
                  </a:lnTo>
                  <a:lnTo>
                    <a:pt x="1114653" y="127520"/>
                  </a:lnTo>
                  <a:lnTo>
                    <a:pt x="1115141" y="133064"/>
                  </a:lnTo>
                  <a:lnTo>
                    <a:pt x="1115657" y="138609"/>
                  </a:lnTo>
                  <a:lnTo>
                    <a:pt x="1116194" y="144153"/>
                  </a:lnTo>
                  <a:lnTo>
                    <a:pt x="1116783" y="149697"/>
                  </a:lnTo>
                  <a:lnTo>
                    <a:pt x="1117399" y="155242"/>
                  </a:lnTo>
                  <a:lnTo>
                    <a:pt x="1118044" y="160786"/>
                  </a:lnTo>
                  <a:lnTo>
                    <a:pt x="1118745" y="166330"/>
                  </a:lnTo>
                  <a:lnTo>
                    <a:pt x="1119475" y="171875"/>
                  </a:lnTo>
                  <a:lnTo>
                    <a:pt x="1120244" y="177419"/>
                  </a:lnTo>
                  <a:lnTo>
                    <a:pt x="1121071" y="182963"/>
                  </a:lnTo>
                  <a:lnTo>
                    <a:pt x="1121930" y="188508"/>
                  </a:lnTo>
                  <a:lnTo>
                    <a:pt x="1122840" y="194052"/>
                  </a:lnTo>
                  <a:lnTo>
                    <a:pt x="1123808" y="199597"/>
                  </a:lnTo>
                  <a:lnTo>
                    <a:pt x="1124812" y="205141"/>
                  </a:lnTo>
                  <a:lnTo>
                    <a:pt x="1125882" y="210685"/>
                  </a:lnTo>
                  <a:lnTo>
                    <a:pt x="1127007" y="216230"/>
                  </a:lnTo>
                  <a:lnTo>
                    <a:pt x="1128172" y="221774"/>
                  </a:lnTo>
                  <a:lnTo>
                    <a:pt x="1129418" y="227318"/>
                  </a:lnTo>
                  <a:lnTo>
                    <a:pt x="1130717" y="232863"/>
                  </a:lnTo>
                  <a:lnTo>
                    <a:pt x="1132059" y="238407"/>
                  </a:lnTo>
                  <a:lnTo>
                    <a:pt x="1133500" y="243951"/>
                  </a:lnTo>
                  <a:lnTo>
                    <a:pt x="1134989" y="249496"/>
                  </a:lnTo>
                  <a:lnTo>
                    <a:pt x="1136533" y="255040"/>
                  </a:lnTo>
                  <a:lnTo>
                    <a:pt x="1138177" y="260585"/>
                  </a:lnTo>
                  <a:lnTo>
                    <a:pt x="1139872" y="266129"/>
                  </a:lnTo>
                  <a:lnTo>
                    <a:pt x="1141636" y="271673"/>
                  </a:lnTo>
                  <a:lnTo>
                    <a:pt x="1143498" y="277218"/>
                  </a:lnTo>
                  <a:lnTo>
                    <a:pt x="1145413" y="282762"/>
                  </a:lnTo>
                  <a:lnTo>
                    <a:pt x="1147414" y="288306"/>
                  </a:lnTo>
                  <a:lnTo>
                    <a:pt x="1149506" y="293851"/>
                  </a:lnTo>
                  <a:lnTo>
                    <a:pt x="1151655" y="299395"/>
                  </a:lnTo>
                  <a:lnTo>
                    <a:pt x="1153906" y="304939"/>
                  </a:lnTo>
                  <a:lnTo>
                    <a:pt x="1156242" y="310484"/>
                  </a:lnTo>
                  <a:lnTo>
                    <a:pt x="1158637" y="316028"/>
                  </a:lnTo>
                  <a:lnTo>
                    <a:pt x="1161150" y="321572"/>
                  </a:lnTo>
                  <a:lnTo>
                    <a:pt x="1163739" y="327117"/>
                  </a:lnTo>
                  <a:lnTo>
                    <a:pt x="1166390" y="332661"/>
                  </a:lnTo>
                  <a:lnTo>
                    <a:pt x="1169174" y="338206"/>
                  </a:lnTo>
                  <a:lnTo>
                    <a:pt x="1172024" y="343750"/>
                  </a:lnTo>
                  <a:lnTo>
                    <a:pt x="1174947" y="349294"/>
                  </a:lnTo>
                  <a:lnTo>
                    <a:pt x="1177998" y="354839"/>
                  </a:lnTo>
                  <a:lnTo>
                    <a:pt x="1181113" y="360383"/>
                  </a:lnTo>
                  <a:lnTo>
                    <a:pt x="1184314" y="365927"/>
                  </a:lnTo>
                  <a:lnTo>
                    <a:pt x="1187632" y="371472"/>
                  </a:lnTo>
                  <a:lnTo>
                    <a:pt x="1191013" y="377016"/>
                  </a:lnTo>
                  <a:lnTo>
                    <a:pt x="1194493" y="382560"/>
                  </a:lnTo>
                  <a:lnTo>
                    <a:pt x="1198075" y="388105"/>
                  </a:lnTo>
                  <a:lnTo>
                    <a:pt x="1201719" y="393649"/>
                  </a:lnTo>
                  <a:lnTo>
                    <a:pt x="1205473" y="399194"/>
                  </a:lnTo>
                  <a:lnTo>
                    <a:pt x="1209313" y="404738"/>
                  </a:lnTo>
                  <a:lnTo>
                    <a:pt x="1213215" y="410282"/>
                  </a:lnTo>
                  <a:lnTo>
                    <a:pt x="1217233" y="415827"/>
                  </a:lnTo>
                  <a:lnTo>
                    <a:pt x="1221322" y="421371"/>
                  </a:lnTo>
                  <a:lnTo>
                    <a:pt x="1225470" y="426915"/>
                  </a:lnTo>
                  <a:lnTo>
                    <a:pt x="1229739" y="432460"/>
                  </a:lnTo>
                  <a:lnTo>
                    <a:pt x="1234063" y="438004"/>
                  </a:lnTo>
                  <a:lnTo>
                    <a:pt x="1238451" y="443548"/>
                  </a:lnTo>
                  <a:lnTo>
                    <a:pt x="1242943" y="449093"/>
                  </a:lnTo>
                  <a:lnTo>
                    <a:pt x="1247485" y="454637"/>
                  </a:lnTo>
                  <a:lnTo>
                    <a:pt x="1252093" y="460182"/>
                  </a:lnTo>
                  <a:lnTo>
                    <a:pt x="1256785" y="465726"/>
                  </a:lnTo>
                  <a:lnTo>
                    <a:pt x="1261522" y="471270"/>
                  </a:lnTo>
                  <a:lnTo>
                    <a:pt x="1266326" y="476815"/>
                  </a:lnTo>
                  <a:lnTo>
                    <a:pt x="1271194" y="482359"/>
                  </a:lnTo>
                  <a:lnTo>
                    <a:pt x="1276100" y="487903"/>
                  </a:lnTo>
                  <a:lnTo>
                    <a:pt x="1281069" y="493448"/>
                  </a:lnTo>
                  <a:lnTo>
                    <a:pt x="1286085" y="498992"/>
                  </a:lnTo>
                  <a:lnTo>
                    <a:pt x="1291132" y="504536"/>
                  </a:lnTo>
                  <a:lnTo>
                    <a:pt x="1296234" y="510081"/>
                  </a:lnTo>
                  <a:lnTo>
                    <a:pt x="1301366" y="515625"/>
                  </a:lnTo>
                  <a:lnTo>
                    <a:pt x="1306522" y="521170"/>
                  </a:lnTo>
                  <a:lnTo>
                    <a:pt x="1311721" y="526714"/>
                  </a:lnTo>
                  <a:lnTo>
                    <a:pt x="1316936" y="532258"/>
                  </a:lnTo>
                  <a:lnTo>
                    <a:pt x="1322170" y="537803"/>
                  </a:lnTo>
                  <a:lnTo>
                    <a:pt x="1327426" y="543347"/>
                  </a:lnTo>
                  <a:lnTo>
                    <a:pt x="1332690" y="548891"/>
                  </a:lnTo>
                  <a:lnTo>
                    <a:pt x="1337963" y="554436"/>
                  </a:lnTo>
                  <a:lnTo>
                    <a:pt x="1343240" y="559980"/>
                  </a:lnTo>
                  <a:lnTo>
                    <a:pt x="1348516" y="565524"/>
                  </a:lnTo>
                  <a:lnTo>
                    <a:pt x="1353789" y="571069"/>
                  </a:lnTo>
                  <a:lnTo>
                    <a:pt x="1359052" y="576613"/>
                  </a:lnTo>
                  <a:lnTo>
                    <a:pt x="1364305" y="582157"/>
                  </a:lnTo>
                  <a:lnTo>
                    <a:pt x="1369539" y="587702"/>
                  </a:lnTo>
                  <a:lnTo>
                    <a:pt x="1374751" y="593246"/>
                  </a:lnTo>
                  <a:lnTo>
                    <a:pt x="1379947" y="598791"/>
                  </a:lnTo>
                  <a:lnTo>
                    <a:pt x="1385104" y="604335"/>
                  </a:lnTo>
                  <a:lnTo>
                    <a:pt x="1390233" y="609879"/>
                  </a:lnTo>
                  <a:lnTo>
                    <a:pt x="1395337" y="615424"/>
                  </a:lnTo>
                  <a:lnTo>
                    <a:pt x="1400382" y="620968"/>
                  </a:lnTo>
                  <a:lnTo>
                    <a:pt x="1405394" y="626512"/>
                  </a:lnTo>
                  <a:lnTo>
                    <a:pt x="1410370" y="632057"/>
                  </a:lnTo>
                  <a:lnTo>
                    <a:pt x="1415276" y="637601"/>
                  </a:lnTo>
                  <a:lnTo>
                    <a:pt x="1420143" y="643145"/>
                  </a:lnTo>
                  <a:lnTo>
                    <a:pt x="1424959" y="648690"/>
                  </a:lnTo>
                  <a:lnTo>
                    <a:pt x="1429700" y="654234"/>
                  </a:lnTo>
                  <a:lnTo>
                    <a:pt x="1434397" y="659779"/>
                  </a:lnTo>
                  <a:lnTo>
                    <a:pt x="1439026" y="665323"/>
                  </a:lnTo>
                  <a:lnTo>
                    <a:pt x="1443579" y="670867"/>
                  </a:lnTo>
                  <a:lnTo>
                    <a:pt x="1448085" y="676412"/>
                  </a:lnTo>
                  <a:lnTo>
                    <a:pt x="1452505" y="681956"/>
                  </a:lnTo>
                  <a:lnTo>
                    <a:pt x="1456852" y="687500"/>
                  </a:lnTo>
                  <a:lnTo>
                    <a:pt x="1461149" y="693045"/>
                  </a:lnTo>
                  <a:lnTo>
                    <a:pt x="1465343" y="698589"/>
                  </a:lnTo>
                  <a:lnTo>
                    <a:pt x="1469471" y="704133"/>
                  </a:lnTo>
                  <a:lnTo>
                    <a:pt x="1473546" y="709678"/>
                  </a:lnTo>
                  <a:lnTo>
                    <a:pt x="1477501" y="715222"/>
                  </a:lnTo>
                  <a:lnTo>
                    <a:pt x="1481401" y="720767"/>
                  </a:lnTo>
                  <a:lnTo>
                    <a:pt x="1485235" y="726311"/>
                  </a:lnTo>
                  <a:lnTo>
                    <a:pt x="1488957" y="731855"/>
                  </a:lnTo>
                  <a:lnTo>
                    <a:pt x="1492622" y="737400"/>
                  </a:lnTo>
                  <a:lnTo>
                    <a:pt x="1496211" y="742944"/>
                  </a:lnTo>
                  <a:lnTo>
                    <a:pt x="1499698" y="748488"/>
                  </a:lnTo>
                  <a:lnTo>
                    <a:pt x="1503129" y="754033"/>
                  </a:lnTo>
                  <a:lnTo>
                    <a:pt x="1506473" y="759577"/>
                  </a:lnTo>
                  <a:lnTo>
                    <a:pt x="1509727" y="765121"/>
                  </a:lnTo>
                  <a:lnTo>
                    <a:pt x="1512927" y="770666"/>
                  </a:lnTo>
                  <a:lnTo>
                    <a:pt x="1516031" y="776210"/>
                  </a:lnTo>
                  <a:lnTo>
                    <a:pt x="1519059" y="781755"/>
                  </a:lnTo>
                  <a:lnTo>
                    <a:pt x="1522033" y="787299"/>
                  </a:lnTo>
                  <a:lnTo>
                    <a:pt x="1524905" y="792843"/>
                  </a:lnTo>
                  <a:lnTo>
                    <a:pt x="1527714" y="798388"/>
                  </a:lnTo>
                  <a:lnTo>
                    <a:pt x="1530473" y="803932"/>
                  </a:lnTo>
                  <a:lnTo>
                    <a:pt x="1533123" y="809476"/>
                  </a:lnTo>
                  <a:lnTo>
                    <a:pt x="1535724" y="815021"/>
                  </a:lnTo>
                  <a:lnTo>
                    <a:pt x="1538269" y="820565"/>
                  </a:lnTo>
                  <a:lnTo>
                    <a:pt x="1540719" y="826109"/>
                  </a:lnTo>
                  <a:lnTo>
                    <a:pt x="1543123" y="831654"/>
                  </a:lnTo>
                  <a:lnTo>
                    <a:pt x="1545465" y="837198"/>
                  </a:lnTo>
                  <a:lnTo>
                    <a:pt x="1547728" y="842743"/>
                  </a:lnTo>
                  <a:lnTo>
                    <a:pt x="1549948" y="848287"/>
                  </a:lnTo>
                  <a:lnTo>
                    <a:pt x="1552101" y="853831"/>
                  </a:lnTo>
                  <a:lnTo>
                    <a:pt x="1554188" y="859376"/>
                  </a:lnTo>
                  <a:lnTo>
                    <a:pt x="1556234" y="864920"/>
                  </a:lnTo>
                  <a:lnTo>
                    <a:pt x="1558211" y="870464"/>
                  </a:lnTo>
                  <a:lnTo>
                    <a:pt x="1560133" y="876009"/>
                  </a:lnTo>
                  <a:lnTo>
                    <a:pt x="1562017" y="881553"/>
                  </a:lnTo>
                  <a:lnTo>
                    <a:pt x="1563828" y="887097"/>
                  </a:lnTo>
                  <a:lnTo>
                    <a:pt x="1565595" y="892642"/>
                  </a:lnTo>
                  <a:lnTo>
                    <a:pt x="1567326" y="898186"/>
                  </a:lnTo>
                  <a:lnTo>
                    <a:pt x="1568981" y="903730"/>
                  </a:lnTo>
                  <a:lnTo>
                    <a:pt x="1570601" y="909275"/>
                  </a:lnTo>
                  <a:lnTo>
                    <a:pt x="1572180" y="914819"/>
                  </a:lnTo>
                  <a:lnTo>
                    <a:pt x="1573692" y="920364"/>
                  </a:lnTo>
                  <a:lnTo>
                    <a:pt x="1575171" y="925908"/>
                  </a:lnTo>
                  <a:lnTo>
                    <a:pt x="1576604" y="931452"/>
                  </a:lnTo>
                  <a:lnTo>
                    <a:pt x="1577978" y="936997"/>
                  </a:lnTo>
                  <a:lnTo>
                    <a:pt x="1579320" y="942541"/>
                  </a:lnTo>
                  <a:lnTo>
                    <a:pt x="1580611" y="948085"/>
                  </a:lnTo>
                  <a:lnTo>
                    <a:pt x="1581851" y="953630"/>
                  </a:lnTo>
                  <a:lnTo>
                    <a:pt x="1583059" y="959174"/>
                  </a:lnTo>
                  <a:lnTo>
                    <a:pt x="1584211" y="964718"/>
                  </a:lnTo>
                  <a:lnTo>
                    <a:pt x="1585318" y="970263"/>
                  </a:lnTo>
                  <a:lnTo>
                    <a:pt x="1586394" y="975807"/>
                  </a:lnTo>
                  <a:lnTo>
                    <a:pt x="1587408" y="981352"/>
                  </a:lnTo>
                  <a:lnTo>
                    <a:pt x="1588385" y="986896"/>
                  </a:lnTo>
                  <a:lnTo>
                    <a:pt x="1589331" y="992440"/>
                  </a:lnTo>
                  <a:lnTo>
                    <a:pt x="1590209" y="997985"/>
                  </a:lnTo>
                  <a:lnTo>
                    <a:pt x="1591057" y="1003529"/>
                  </a:lnTo>
                  <a:lnTo>
                    <a:pt x="1591870" y="1009073"/>
                  </a:lnTo>
                  <a:lnTo>
                    <a:pt x="1592622" y="1014618"/>
                  </a:lnTo>
                  <a:lnTo>
                    <a:pt x="1593345" y="1020162"/>
                  </a:lnTo>
                  <a:lnTo>
                    <a:pt x="1594027" y="1025706"/>
                  </a:lnTo>
                  <a:lnTo>
                    <a:pt x="1594659" y="1031251"/>
                  </a:lnTo>
                  <a:lnTo>
                    <a:pt x="1595262" y="1036795"/>
                  </a:lnTo>
                  <a:lnTo>
                    <a:pt x="1595823" y="1042340"/>
                  </a:lnTo>
                  <a:lnTo>
                    <a:pt x="1596343" y="1047884"/>
                  </a:lnTo>
                  <a:lnTo>
                    <a:pt x="1596837" y="1053428"/>
                  </a:lnTo>
                  <a:lnTo>
                    <a:pt x="1597288" y="1058973"/>
                  </a:lnTo>
                  <a:lnTo>
                    <a:pt x="1597708" y="1064517"/>
                  </a:lnTo>
                  <a:lnTo>
                    <a:pt x="1598106" y="1070061"/>
                  </a:lnTo>
                  <a:lnTo>
                    <a:pt x="1598466" y="1075606"/>
                  </a:lnTo>
                  <a:lnTo>
                    <a:pt x="1598804" y="1081150"/>
                  </a:lnTo>
                  <a:lnTo>
                    <a:pt x="1599126" y="1086694"/>
                  </a:lnTo>
                  <a:lnTo>
                    <a:pt x="1599417" y="1092239"/>
                  </a:lnTo>
                  <a:lnTo>
                    <a:pt x="1599698" y="1097783"/>
                  </a:lnTo>
                  <a:lnTo>
                    <a:pt x="1599967" y="1103328"/>
                  </a:lnTo>
                  <a:lnTo>
                    <a:pt x="1600223" y="1108872"/>
                  </a:lnTo>
                  <a:lnTo>
                    <a:pt x="1600476" y="1114416"/>
                  </a:lnTo>
                  <a:lnTo>
                    <a:pt x="1600726" y="1119961"/>
                  </a:lnTo>
                  <a:lnTo>
                    <a:pt x="1600981" y="1125505"/>
                  </a:lnTo>
                  <a:lnTo>
                    <a:pt x="1601242" y="1131049"/>
                  </a:lnTo>
                  <a:lnTo>
                    <a:pt x="1601515" y="1136594"/>
                  </a:lnTo>
                  <a:lnTo>
                    <a:pt x="1601810" y="1142138"/>
                  </a:lnTo>
                  <a:lnTo>
                    <a:pt x="1602121" y="1147682"/>
                  </a:lnTo>
                  <a:lnTo>
                    <a:pt x="1602466" y="1153227"/>
                  </a:lnTo>
                  <a:lnTo>
                    <a:pt x="1602568" y="1154717"/>
                  </a:lnTo>
                  <a:lnTo>
                    <a:pt x="1602847" y="1158771"/>
                  </a:lnTo>
                  <a:lnTo>
                    <a:pt x="1603255" y="1164315"/>
                  </a:lnTo>
                  <a:lnTo>
                    <a:pt x="1603727" y="1169860"/>
                  </a:lnTo>
                  <a:lnTo>
                    <a:pt x="1604245" y="1175404"/>
                  </a:lnTo>
                  <a:lnTo>
                    <a:pt x="1604803" y="1180949"/>
                  </a:lnTo>
                  <a:lnTo>
                    <a:pt x="1605460" y="1186493"/>
                  </a:lnTo>
                  <a:lnTo>
                    <a:pt x="1606171" y="1192037"/>
                  </a:lnTo>
                  <a:lnTo>
                    <a:pt x="1606944" y="1197582"/>
                  </a:lnTo>
                  <a:lnTo>
                    <a:pt x="1607839" y="1203126"/>
                  </a:lnTo>
                  <a:lnTo>
                    <a:pt x="1608798" y="1208670"/>
                  </a:lnTo>
                  <a:lnTo>
                    <a:pt x="1609852" y="1214215"/>
                  </a:lnTo>
                  <a:lnTo>
                    <a:pt x="1611041" y="1219759"/>
                  </a:lnTo>
                  <a:lnTo>
                    <a:pt x="1612308" y="1225303"/>
                  </a:lnTo>
                  <a:lnTo>
                    <a:pt x="1613706" y="1230848"/>
                  </a:lnTo>
                  <a:lnTo>
                    <a:pt x="1615246" y="1236392"/>
                  </a:lnTo>
                  <a:lnTo>
                    <a:pt x="1616879" y="1241937"/>
                  </a:lnTo>
                  <a:lnTo>
                    <a:pt x="1618683" y="1247481"/>
                  </a:lnTo>
                  <a:lnTo>
                    <a:pt x="1620631" y="1253025"/>
                  </a:lnTo>
                  <a:lnTo>
                    <a:pt x="1622683" y="1258570"/>
                  </a:lnTo>
                  <a:lnTo>
                    <a:pt x="1624952" y="1264114"/>
                  </a:lnTo>
                  <a:lnTo>
                    <a:pt x="1627359" y="1269658"/>
                  </a:lnTo>
                  <a:lnTo>
                    <a:pt x="1629881" y="1275203"/>
                  </a:lnTo>
                  <a:lnTo>
                    <a:pt x="1632668" y="1280747"/>
                  </a:lnTo>
                  <a:lnTo>
                    <a:pt x="1635581" y="1286291"/>
                  </a:lnTo>
                  <a:lnTo>
                    <a:pt x="1638644" y="1291836"/>
                  </a:lnTo>
                  <a:lnTo>
                    <a:pt x="1641969" y="1297380"/>
                  </a:lnTo>
                  <a:lnTo>
                    <a:pt x="1645427" y="1302925"/>
                  </a:lnTo>
                  <a:lnTo>
                    <a:pt x="1649073" y="1308469"/>
                  </a:lnTo>
                  <a:lnTo>
                    <a:pt x="1652968" y="1314013"/>
                  </a:lnTo>
                  <a:lnTo>
                    <a:pt x="1657002" y="1319558"/>
                  </a:lnTo>
                  <a:lnTo>
                    <a:pt x="1661262" y="1325102"/>
                  </a:lnTo>
                  <a:lnTo>
                    <a:pt x="1665751" y="1330646"/>
                  </a:lnTo>
                  <a:lnTo>
                    <a:pt x="1670385" y="1336191"/>
                  </a:lnTo>
                  <a:lnTo>
                    <a:pt x="1675278" y="1341735"/>
                  </a:lnTo>
                  <a:lnTo>
                    <a:pt x="1680377" y="1347279"/>
                  </a:lnTo>
                  <a:lnTo>
                    <a:pt x="1685621" y="1352824"/>
                  </a:lnTo>
                  <a:lnTo>
                    <a:pt x="1691157" y="1358368"/>
                  </a:lnTo>
                  <a:lnTo>
                    <a:pt x="1696869" y="1363913"/>
                  </a:lnTo>
                  <a:lnTo>
                    <a:pt x="1702726" y="1369457"/>
                  </a:lnTo>
                  <a:lnTo>
                    <a:pt x="1708900" y="1375001"/>
                  </a:lnTo>
                  <a:lnTo>
                    <a:pt x="1715218" y="1380546"/>
                  </a:lnTo>
                  <a:lnTo>
                    <a:pt x="1721706" y="1386090"/>
                  </a:lnTo>
                  <a:lnTo>
                    <a:pt x="1728475" y="1391634"/>
                  </a:lnTo>
                  <a:lnTo>
                    <a:pt x="1735381" y="1397179"/>
                  </a:lnTo>
                  <a:lnTo>
                    <a:pt x="1742478" y="1402723"/>
                  </a:lnTo>
                  <a:lnTo>
                    <a:pt x="1749814" y="1408267"/>
                  </a:lnTo>
                  <a:lnTo>
                    <a:pt x="1757280" y="1413812"/>
                  </a:lnTo>
                  <a:lnTo>
                    <a:pt x="1764951" y="1419356"/>
                  </a:lnTo>
                  <a:lnTo>
                    <a:pt x="1772818" y="1424900"/>
                  </a:lnTo>
                  <a:lnTo>
                    <a:pt x="1780805" y="1430445"/>
                  </a:lnTo>
                  <a:lnTo>
                    <a:pt x="1789002" y="1435989"/>
                  </a:lnTo>
                  <a:lnTo>
                    <a:pt x="1797353" y="1441534"/>
                  </a:lnTo>
                  <a:lnTo>
                    <a:pt x="1805813" y="1447078"/>
                  </a:lnTo>
                  <a:lnTo>
                    <a:pt x="1814478" y="1452622"/>
                  </a:lnTo>
                  <a:lnTo>
                    <a:pt x="1823256" y="1458167"/>
                  </a:lnTo>
                  <a:lnTo>
                    <a:pt x="1832130" y="1463711"/>
                  </a:lnTo>
                  <a:lnTo>
                    <a:pt x="1841193" y="1469255"/>
                  </a:lnTo>
                  <a:lnTo>
                    <a:pt x="1850334" y="1474800"/>
                  </a:lnTo>
                  <a:lnTo>
                    <a:pt x="1859568" y="1480344"/>
                  </a:lnTo>
                  <a:lnTo>
                    <a:pt x="1868937" y="1485888"/>
                  </a:lnTo>
                  <a:lnTo>
                    <a:pt x="1878367" y="1491433"/>
                  </a:lnTo>
                  <a:lnTo>
                    <a:pt x="1887877" y="1496977"/>
                  </a:lnTo>
                  <a:lnTo>
                    <a:pt x="1897473" y="1502522"/>
                  </a:lnTo>
                  <a:lnTo>
                    <a:pt x="1907109" y="1508066"/>
                  </a:lnTo>
                  <a:lnTo>
                    <a:pt x="1916804" y="1513610"/>
                  </a:lnTo>
                  <a:lnTo>
                    <a:pt x="1926539" y="1519155"/>
                  </a:lnTo>
                  <a:lnTo>
                    <a:pt x="1936295" y="1524699"/>
                  </a:lnTo>
                  <a:lnTo>
                    <a:pt x="1946074" y="1530243"/>
                  </a:lnTo>
                  <a:lnTo>
                    <a:pt x="1955856" y="1535788"/>
                  </a:lnTo>
                  <a:lnTo>
                    <a:pt x="1965636" y="1541332"/>
                  </a:lnTo>
                  <a:lnTo>
                    <a:pt x="1975395" y="1546876"/>
                  </a:lnTo>
                  <a:lnTo>
                    <a:pt x="1985125" y="1552421"/>
                  </a:lnTo>
                  <a:lnTo>
                    <a:pt x="1994831" y="1557965"/>
                  </a:lnTo>
                  <a:lnTo>
                    <a:pt x="2004457" y="1563510"/>
                  </a:lnTo>
                  <a:lnTo>
                    <a:pt x="2014033" y="1569054"/>
                  </a:lnTo>
                  <a:lnTo>
                    <a:pt x="2023549" y="1574598"/>
                  </a:lnTo>
                  <a:lnTo>
                    <a:pt x="2032939" y="1580143"/>
                  </a:lnTo>
                  <a:lnTo>
                    <a:pt x="2042255" y="1585687"/>
                  </a:lnTo>
                  <a:lnTo>
                    <a:pt x="2051464" y="1591231"/>
                  </a:lnTo>
                  <a:lnTo>
                    <a:pt x="2060512" y="1596776"/>
                  </a:lnTo>
                  <a:lnTo>
                    <a:pt x="2069461" y="1602320"/>
                  </a:lnTo>
                  <a:lnTo>
                    <a:pt x="2078244" y="1607864"/>
                  </a:lnTo>
                  <a:lnTo>
                    <a:pt x="2086841" y="1613409"/>
                  </a:lnTo>
                  <a:lnTo>
                    <a:pt x="2095315" y="1618953"/>
                  </a:lnTo>
                  <a:lnTo>
                    <a:pt x="2103553" y="1624498"/>
                  </a:lnTo>
                  <a:lnTo>
                    <a:pt x="2111591" y="1630042"/>
                  </a:lnTo>
                  <a:lnTo>
                    <a:pt x="2119482" y="1635586"/>
                  </a:lnTo>
                  <a:lnTo>
                    <a:pt x="2121924" y="1637374"/>
                  </a:lnTo>
                  <a:lnTo>
                    <a:pt x="2127058" y="1641131"/>
                  </a:lnTo>
                  <a:lnTo>
                    <a:pt x="2134430" y="1646675"/>
                  </a:lnTo>
                  <a:lnTo>
                    <a:pt x="2141632" y="1652219"/>
                  </a:lnTo>
                  <a:lnTo>
                    <a:pt x="2148433" y="1657764"/>
                  </a:lnTo>
                  <a:lnTo>
                    <a:pt x="2155039" y="1663308"/>
                  </a:lnTo>
                  <a:lnTo>
                    <a:pt x="2161410" y="1668852"/>
                  </a:lnTo>
                  <a:lnTo>
                    <a:pt x="2167369" y="1674397"/>
                  </a:lnTo>
                  <a:lnTo>
                    <a:pt x="2173112" y="1679941"/>
                  </a:lnTo>
                  <a:lnTo>
                    <a:pt x="2178547" y="1685486"/>
                  </a:lnTo>
                  <a:lnTo>
                    <a:pt x="2183572" y="1691030"/>
                  </a:lnTo>
                  <a:lnTo>
                    <a:pt x="2188362" y="1696574"/>
                  </a:lnTo>
                  <a:lnTo>
                    <a:pt x="2192767" y="1702119"/>
                  </a:lnTo>
                  <a:lnTo>
                    <a:pt x="2196776" y="1707663"/>
                  </a:lnTo>
                  <a:lnTo>
                    <a:pt x="2200533" y="1713207"/>
                  </a:lnTo>
                  <a:lnTo>
                    <a:pt x="2203823" y="1718752"/>
                  </a:lnTo>
                  <a:lnTo>
                    <a:pt x="2206744" y="1724296"/>
                  </a:lnTo>
                  <a:lnTo>
                    <a:pt x="2209398" y="1729840"/>
                  </a:lnTo>
                  <a:lnTo>
                    <a:pt x="2211504" y="1735385"/>
                  </a:lnTo>
                  <a:lnTo>
                    <a:pt x="2213277" y="1740929"/>
                  </a:lnTo>
                  <a:lnTo>
                    <a:pt x="2214768" y="1746473"/>
                  </a:lnTo>
                  <a:lnTo>
                    <a:pt x="2215636" y="1752018"/>
                  </a:lnTo>
                  <a:lnTo>
                    <a:pt x="2216215" y="1757562"/>
                  </a:lnTo>
                  <a:lnTo>
                    <a:pt x="2216444" y="1763107"/>
                  </a:lnTo>
                  <a:lnTo>
                    <a:pt x="2216092" y="1768651"/>
                  </a:lnTo>
                  <a:lnTo>
                    <a:pt x="2215446" y="1774195"/>
                  </a:lnTo>
                  <a:lnTo>
                    <a:pt x="2214384" y="1779740"/>
                  </a:lnTo>
                  <a:lnTo>
                    <a:pt x="2212793" y="1785284"/>
                  </a:lnTo>
                  <a:lnTo>
                    <a:pt x="2210906" y="1790828"/>
                  </a:lnTo>
                  <a:lnTo>
                    <a:pt x="2208542" y="1796373"/>
                  </a:lnTo>
                  <a:lnTo>
                    <a:pt x="2205709" y="1801917"/>
                  </a:lnTo>
                  <a:lnTo>
                    <a:pt x="2202582" y="1807461"/>
                  </a:lnTo>
                  <a:lnTo>
                    <a:pt x="2198924" y="1813006"/>
                  </a:lnTo>
                  <a:lnTo>
                    <a:pt x="2194864" y="1818550"/>
                  </a:lnTo>
                  <a:lnTo>
                    <a:pt x="2190515" y="1824095"/>
                  </a:lnTo>
                  <a:lnTo>
                    <a:pt x="2185590" y="1829639"/>
                  </a:lnTo>
                  <a:lnTo>
                    <a:pt x="2180333" y="1835183"/>
                  </a:lnTo>
                  <a:lnTo>
                    <a:pt x="2174792" y="1840728"/>
                  </a:lnTo>
                  <a:lnTo>
                    <a:pt x="2172541" y="1842759"/>
                  </a:lnTo>
                  <a:lnTo>
                    <a:pt x="2168651" y="1846272"/>
                  </a:lnTo>
                  <a:lnTo>
                    <a:pt x="2162243" y="1851816"/>
                  </a:lnTo>
                  <a:lnTo>
                    <a:pt x="2155511" y="1857361"/>
                  </a:lnTo>
                  <a:lnTo>
                    <a:pt x="2148266" y="1862905"/>
                  </a:lnTo>
                  <a:lnTo>
                    <a:pt x="2140769" y="1868449"/>
                  </a:lnTo>
                  <a:lnTo>
                    <a:pt x="2132919" y="1873994"/>
                  </a:lnTo>
                  <a:lnTo>
                    <a:pt x="2124641" y="1879538"/>
                  </a:lnTo>
                  <a:lnTo>
                    <a:pt x="2116130" y="1885083"/>
                  </a:lnTo>
                  <a:lnTo>
                    <a:pt x="2107250" y="1890627"/>
                  </a:lnTo>
                  <a:lnTo>
                    <a:pt x="2098024" y="1896171"/>
                  </a:lnTo>
                  <a:lnTo>
                    <a:pt x="2088586" y="1901716"/>
                  </a:lnTo>
                  <a:lnTo>
                    <a:pt x="2078776" y="1907260"/>
                  </a:lnTo>
                  <a:lnTo>
                    <a:pt x="2068698" y="1912804"/>
                  </a:lnTo>
                  <a:lnTo>
                    <a:pt x="2058430" y="1918349"/>
                  </a:lnTo>
                  <a:lnTo>
                    <a:pt x="2047800" y="1923893"/>
                  </a:lnTo>
                  <a:lnTo>
                    <a:pt x="2036973" y="1929437"/>
                  </a:lnTo>
                  <a:lnTo>
                    <a:pt x="2025978" y="1934982"/>
                  </a:lnTo>
                  <a:lnTo>
                    <a:pt x="2014650" y="1940526"/>
                  </a:lnTo>
                  <a:lnTo>
                    <a:pt x="2003183" y="1946071"/>
                  </a:lnTo>
                  <a:lnTo>
                    <a:pt x="1991549" y="1951615"/>
                  </a:lnTo>
                  <a:lnTo>
                    <a:pt x="1979668" y="1957159"/>
                  </a:lnTo>
                  <a:lnTo>
                    <a:pt x="1967675" y="1962704"/>
                  </a:lnTo>
                  <a:lnTo>
                    <a:pt x="1955526" y="1968248"/>
                  </a:lnTo>
                  <a:lnTo>
                    <a:pt x="1943207" y="1973792"/>
                  </a:lnTo>
                  <a:lnTo>
                    <a:pt x="1930800" y="1979337"/>
                  </a:lnTo>
                  <a:lnTo>
                    <a:pt x="1918263" y="1984881"/>
                  </a:lnTo>
                  <a:lnTo>
                    <a:pt x="1905619" y="1990425"/>
                  </a:lnTo>
                  <a:lnTo>
                    <a:pt x="1892913" y="1995970"/>
                  </a:lnTo>
                  <a:lnTo>
                    <a:pt x="1880110" y="2001514"/>
                  </a:lnTo>
                  <a:lnTo>
                    <a:pt x="1867251" y="2007058"/>
                  </a:lnTo>
                  <a:lnTo>
                    <a:pt x="1854356" y="2012603"/>
                  </a:lnTo>
                  <a:lnTo>
                    <a:pt x="1841406" y="2018147"/>
                  </a:lnTo>
                  <a:lnTo>
                    <a:pt x="1828439" y="2023692"/>
                  </a:lnTo>
                  <a:lnTo>
                    <a:pt x="1815459" y="2029236"/>
                  </a:lnTo>
                  <a:lnTo>
                    <a:pt x="1802474" y="2034780"/>
                  </a:lnTo>
                  <a:lnTo>
                    <a:pt x="1789499" y="2040325"/>
                  </a:lnTo>
                  <a:lnTo>
                    <a:pt x="1776537" y="2045869"/>
                  </a:lnTo>
                  <a:lnTo>
                    <a:pt x="1763616" y="2051413"/>
                  </a:lnTo>
                  <a:lnTo>
                    <a:pt x="1750725" y="2056958"/>
                  </a:lnTo>
                  <a:lnTo>
                    <a:pt x="1737879" y="2062502"/>
                  </a:lnTo>
                  <a:lnTo>
                    <a:pt x="1725107" y="2068046"/>
                  </a:lnTo>
                  <a:lnTo>
                    <a:pt x="1712382" y="2073591"/>
                  </a:lnTo>
                  <a:lnTo>
                    <a:pt x="1699741" y="2079135"/>
                  </a:lnTo>
                  <a:lnTo>
                    <a:pt x="1687194" y="2084680"/>
                  </a:lnTo>
                  <a:lnTo>
                    <a:pt x="1674710" y="2090224"/>
                  </a:lnTo>
                  <a:lnTo>
                    <a:pt x="1662350" y="2095768"/>
                  </a:lnTo>
                  <a:lnTo>
                    <a:pt x="1650093" y="2101313"/>
                  </a:lnTo>
                  <a:lnTo>
                    <a:pt x="1637914" y="2106857"/>
                  </a:lnTo>
                  <a:lnTo>
                    <a:pt x="1625900" y="2112401"/>
                  </a:lnTo>
                  <a:lnTo>
                    <a:pt x="1613990" y="2117946"/>
                  </a:lnTo>
                  <a:lnTo>
                    <a:pt x="1602170" y="2123490"/>
                  </a:lnTo>
                  <a:lnTo>
                    <a:pt x="1590555" y="2129034"/>
                  </a:lnTo>
                  <a:lnTo>
                    <a:pt x="1579038" y="2134579"/>
                  </a:lnTo>
                  <a:lnTo>
                    <a:pt x="1567641" y="2140123"/>
                  </a:lnTo>
                  <a:lnTo>
                    <a:pt x="1556448" y="2145668"/>
                  </a:lnTo>
                  <a:lnTo>
                    <a:pt x="1545360" y="2151212"/>
                  </a:lnTo>
                  <a:lnTo>
                    <a:pt x="1534424" y="2156756"/>
                  </a:lnTo>
                  <a:lnTo>
                    <a:pt x="1523682" y="2162301"/>
                  </a:lnTo>
                  <a:lnTo>
                    <a:pt x="1513051" y="2167845"/>
                  </a:lnTo>
                  <a:lnTo>
                    <a:pt x="1502602" y="2173389"/>
                  </a:lnTo>
                  <a:lnTo>
                    <a:pt x="1492334" y="2178934"/>
                  </a:lnTo>
                  <a:lnTo>
                    <a:pt x="1482180" y="2184478"/>
                  </a:lnTo>
                  <a:lnTo>
                    <a:pt x="1472237" y="2190022"/>
                  </a:lnTo>
                  <a:lnTo>
                    <a:pt x="1462455" y="2195567"/>
                  </a:lnTo>
                  <a:lnTo>
                    <a:pt x="1452790" y="2201111"/>
                  </a:lnTo>
                  <a:lnTo>
                    <a:pt x="1443363" y="2206656"/>
                  </a:lnTo>
                  <a:lnTo>
                    <a:pt x="1434075" y="2212200"/>
                  </a:lnTo>
                  <a:lnTo>
                    <a:pt x="1424909" y="2217744"/>
                  </a:lnTo>
                  <a:lnTo>
                    <a:pt x="1415999" y="2223289"/>
                  </a:lnTo>
                  <a:lnTo>
                    <a:pt x="1407207" y="2228833"/>
                  </a:lnTo>
                  <a:lnTo>
                    <a:pt x="1398560" y="2234377"/>
                  </a:lnTo>
                  <a:lnTo>
                    <a:pt x="1390144" y="2239922"/>
                  </a:lnTo>
                  <a:lnTo>
                    <a:pt x="1381846" y="2245466"/>
                  </a:lnTo>
                  <a:lnTo>
                    <a:pt x="1373713" y="2251010"/>
                  </a:lnTo>
                  <a:lnTo>
                    <a:pt x="1365786" y="2256555"/>
                  </a:lnTo>
                  <a:lnTo>
                    <a:pt x="1357974" y="2262099"/>
                  </a:lnTo>
                  <a:lnTo>
                    <a:pt x="1350348" y="2267643"/>
                  </a:lnTo>
                  <a:lnTo>
                    <a:pt x="1342901" y="2273188"/>
                  </a:lnTo>
                  <a:lnTo>
                    <a:pt x="1335566" y="2278732"/>
                  </a:lnTo>
                  <a:lnTo>
                    <a:pt x="1328435" y="2284277"/>
                  </a:lnTo>
                  <a:lnTo>
                    <a:pt x="1321455" y="2289821"/>
                  </a:lnTo>
                  <a:lnTo>
                    <a:pt x="1314586" y="2295365"/>
                  </a:lnTo>
                  <a:lnTo>
                    <a:pt x="1307936" y="2300910"/>
                  </a:lnTo>
                  <a:lnTo>
                    <a:pt x="1301411" y="2306454"/>
                  </a:lnTo>
                  <a:lnTo>
                    <a:pt x="1294996" y="2311998"/>
                  </a:lnTo>
                  <a:lnTo>
                    <a:pt x="1288809" y="2317543"/>
                  </a:lnTo>
                  <a:lnTo>
                    <a:pt x="1282725" y="2323087"/>
                  </a:lnTo>
                  <a:lnTo>
                    <a:pt x="1276768" y="2328631"/>
                  </a:lnTo>
                  <a:lnTo>
                    <a:pt x="1271010" y="2334176"/>
                  </a:lnTo>
                  <a:lnTo>
                    <a:pt x="1265351" y="2339720"/>
                  </a:lnTo>
                  <a:lnTo>
                    <a:pt x="1259835" y="2345265"/>
                  </a:lnTo>
                  <a:lnTo>
                    <a:pt x="1254490" y="2350809"/>
                  </a:lnTo>
                  <a:lnTo>
                    <a:pt x="1249241" y="2356353"/>
                  </a:lnTo>
                  <a:lnTo>
                    <a:pt x="1244148" y="2361898"/>
                  </a:lnTo>
                  <a:lnTo>
                    <a:pt x="1239201" y="2367442"/>
                  </a:lnTo>
                  <a:lnTo>
                    <a:pt x="1234346" y="2372986"/>
                  </a:lnTo>
                  <a:lnTo>
                    <a:pt x="1229658" y="2378531"/>
                  </a:lnTo>
                  <a:lnTo>
                    <a:pt x="1225093" y="2384075"/>
                  </a:lnTo>
                  <a:lnTo>
                    <a:pt x="1220616" y="2389619"/>
                  </a:lnTo>
                  <a:lnTo>
                    <a:pt x="1216316" y="2395164"/>
                  </a:lnTo>
                  <a:lnTo>
                    <a:pt x="1212115" y="2400708"/>
                  </a:lnTo>
                  <a:lnTo>
                    <a:pt x="1208003" y="2406253"/>
                  </a:lnTo>
                  <a:lnTo>
                    <a:pt x="1204070" y="2411797"/>
                  </a:lnTo>
                  <a:lnTo>
                    <a:pt x="1200219" y="2417341"/>
                  </a:lnTo>
                  <a:lnTo>
                    <a:pt x="1196467" y="2422886"/>
                  </a:lnTo>
                  <a:lnTo>
                    <a:pt x="1192870" y="2428430"/>
                  </a:lnTo>
                  <a:lnTo>
                    <a:pt x="1189351" y="2433974"/>
                  </a:lnTo>
                  <a:lnTo>
                    <a:pt x="1185942" y="2439519"/>
                  </a:lnTo>
                  <a:lnTo>
                    <a:pt x="1182666" y="2445063"/>
                  </a:lnTo>
                  <a:lnTo>
                    <a:pt x="1179463" y="2450607"/>
                  </a:lnTo>
                  <a:lnTo>
                    <a:pt x="1176379" y="2456152"/>
                  </a:lnTo>
                  <a:lnTo>
                    <a:pt x="1173405" y="2461696"/>
                  </a:lnTo>
                  <a:lnTo>
                    <a:pt x="1170502" y="2467241"/>
                  </a:lnTo>
                  <a:lnTo>
                    <a:pt x="1167724" y="2472785"/>
                  </a:lnTo>
                  <a:lnTo>
                    <a:pt x="1165037" y="2478329"/>
                  </a:lnTo>
                  <a:lnTo>
                    <a:pt x="1162417" y="2483874"/>
                  </a:lnTo>
                  <a:lnTo>
                    <a:pt x="1159927" y="2489418"/>
                  </a:lnTo>
                  <a:lnTo>
                    <a:pt x="1157510" y="2494962"/>
                  </a:lnTo>
                  <a:lnTo>
                    <a:pt x="1155157" y="2500507"/>
                  </a:lnTo>
                  <a:lnTo>
                    <a:pt x="1152935" y="2506051"/>
                  </a:lnTo>
                  <a:lnTo>
                    <a:pt x="1150771" y="2511595"/>
                  </a:lnTo>
                  <a:lnTo>
                    <a:pt x="1148678" y="2517140"/>
                  </a:lnTo>
                  <a:lnTo>
                    <a:pt x="1146696" y="2522684"/>
                  </a:lnTo>
                  <a:lnTo>
                    <a:pt x="1144768" y="2528229"/>
                  </a:lnTo>
                  <a:lnTo>
                    <a:pt x="1142917" y="2533773"/>
                  </a:lnTo>
                  <a:lnTo>
                    <a:pt x="1141157" y="2539317"/>
                  </a:lnTo>
                  <a:lnTo>
                    <a:pt x="1139448" y="2544862"/>
                  </a:lnTo>
                  <a:lnTo>
                    <a:pt x="1137820" y="2550406"/>
                  </a:lnTo>
                  <a:lnTo>
                    <a:pt x="1136267" y="2555950"/>
                  </a:lnTo>
                  <a:lnTo>
                    <a:pt x="1134760" y="2561495"/>
                  </a:lnTo>
                  <a:lnTo>
                    <a:pt x="1133337" y="2567039"/>
                  </a:lnTo>
                  <a:lnTo>
                    <a:pt x="1131973" y="2572583"/>
                  </a:lnTo>
                  <a:lnTo>
                    <a:pt x="1130652" y="2578128"/>
                  </a:lnTo>
                  <a:lnTo>
                    <a:pt x="1129415" y="2583672"/>
                  </a:lnTo>
                  <a:lnTo>
                    <a:pt x="1128224" y="2589216"/>
                  </a:lnTo>
                  <a:lnTo>
                    <a:pt x="1127074" y="2594761"/>
                  </a:lnTo>
                  <a:lnTo>
                    <a:pt x="1126005" y="2600305"/>
                  </a:lnTo>
                  <a:lnTo>
                    <a:pt x="1124971" y="2605850"/>
                  </a:lnTo>
                  <a:lnTo>
                    <a:pt x="1123982" y="2611394"/>
                  </a:lnTo>
                  <a:lnTo>
                    <a:pt x="1123058" y="2616938"/>
                  </a:lnTo>
                  <a:lnTo>
                    <a:pt x="1122166" y="2622483"/>
                  </a:lnTo>
                  <a:lnTo>
                    <a:pt x="1121319" y="2628027"/>
                  </a:lnTo>
                  <a:lnTo>
                    <a:pt x="1120526" y="2633571"/>
                  </a:lnTo>
                  <a:lnTo>
                    <a:pt x="1119761" y="2639116"/>
                  </a:lnTo>
                  <a:lnTo>
                    <a:pt x="1119042" y="2644660"/>
                  </a:lnTo>
                  <a:lnTo>
                    <a:pt x="1118365" y="2650204"/>
                  </a:lnTo>
                  <a:lnTo>
                    <a:pt x="1117713" y="2655749"/>
                  </a:lnTo>
                  <a:lnTo>
                    <a:pt x="1117107" y="2661293"/>
                  </a:lnTo>
                  <a:lnTo>
                    <a:pt x="1116533" y="2666838"/>
                  </a:lnTo>
                  <a:lnTo>
                    <a:pt x="1115981" y="2672382"/>
                  </a:lnTo>
                  <a:lnTo>
                    <a:pt x="1115473" y="2677926"/>
                  </a:lnTo>
                  <a:lnTo>
                    <a:pt x="1114989" y="2683471"/>
                  </a:lnTo>
                  <a:lnTo>
                    <a:pt x="1114526" y="2689015"/>
                  </a:lnTo>
                  <a:lnTo>
                    <a:pt x="1114103" y="2694559"/>
                  </a:lnTo>
                  <a:lnTo>
                    <a:pt x="1113698" y="2700104"/>
                  </a:lnTo>
                  <a:lnTo>
                    <a:pt x="1113314" y="2705648"/>
                  </a:lnTo>
                  <a:lnTo>
                    <a:pt x="1112961" y="2711192"/>
                  </a:lnTo>
                  <a:lnTo>
                    <a:pt x="1112624" y="2716737"/>
                  </a:lnTo>
                  <a:lnTo>
                    <a:pt x="1112309" y="2722281"/>
                  </a:lnTo>
                  <a:lnTo>
                    <a:pt x="1112017" y="2727826"/>
                  </a:lnTo>
                  <a:lnTo>
                    <a:pt x="1111739" y="2733370"/>
                  </a:lnTo>
                  <a:lnTo>
                    <a:pt x="1111481" y="2738914"/>
                  </a:lnTo>
                  <a:lnTo>
                    <a:pt x="1111241" y="2744459"/>
                  </a:lnTo>
                  <a:lnTo>
                    <a:pt x="1111013" y="2750003"/>
                  </a:lnTo>
                  <a:lnTo>
                    <a:pt x="1110804" y="2755547"/>
                  </a:lnTo>
                  <a:lnTo>
                    <a:pt x="1110608" y="2761092"/>
                  </a:lnTo>
                  <a:lnTo>
                    <a:pt x="1110422" y="2766636"/>
                  </a:lnTo>
                  <a:lnTo>
                    <a:pt x="1110254" y="2772180"/>
                  </a:lnTo>
                  <a:lnTo>
                    <a:pt x="1110095" y="2777725"/>
                  </a:lnTo>
                  <a:lnTo>
                    <a:pt x="1109945" y="2783269"/>
                  </a:lnTo>
                  <a:lnTo>
                    <a:pt x="1109811" y="2788814"/>
                  </a:lnTo>
                  <a:lnTo>
                    <a:pt x="1109683" y="2794358"/>
                  </a:lnTo>
                  <a:lnTo>
                    <a:pt x="1109563" y="2799902"/>
                  </a:lnTo>
                  <a:lnTo>
                    <a:pt x="1109456" y="2805447"/>
                  </a:lnTo>
                  <a:lnTo>
                    <a:pt x="1109354" y="2810991"/>
                  </a:lnTo>
                  <a:lnTo>
                    <a:pt x="1109259" y="2816535"/>
                  </a:lnTo>
                  <a:lnTo>
                    <a:pt x="1109174" y="2822080"/>
                  </a:lnTo>
                  <a:lnTo>
                    <a:pt x="1109093" y="2827624"/>
                  </a:lnTo>
                  <a:lnTo>
                    <a:pt x="1109019" y="2833168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4224320" y="3494296"/>
              <a:ext cx="2618819" cy="2066748"/>
            </a:xfrm>
            <a:custGeom>
              <a:avLst/>
              <a:pathLst>
                <a:path w="2618819" h="2066748">
                  <a:moveTo>
                    <a:pt x="1303711" y="2066748"/>
                  </a:moveTo>
                  <a:lnTo>
                    <a:pt x="1303306" y="2062703"/>
                  </a:lnTo>
                  <a:lnTo>
                    <a:pt x="1302890" y="2058659"/>
                  </a:lnTo>
                  <a:lnTo>
                    <a:pt x="1302439" y="2054614"/>
                  </a:lnTo>
                  <a:lnTo>
                    <a:pt x="1301965" y="2050570"/>
                  </a:lnTo>
                  <a:lnTo>
                    <a:pt x="1301464" y="2046525"/>
                  </a:lnTo>
                  <a:lnTo>
                    <a:pt x="1300925" y="2042481"/>
                  </a:lnTo>
                  <a:lnTo>
                    <a:pt x="1300370" y="2038436"/>
                  </a:lnTo>
                  <a:lnTo>
                    <a:pt x="1299758" y="2034392"/>
                  </a:lnTo>
                  <a:lnTo>
                    <a:pt x="1299130" y="2030347"/>
                  </a:lnTo>
                  <a:lnTo>
                    <a:pt x="1298452" y="2026303"/>
                  </a:lnTo>
                  <a:lnTo>
                    <a:pt x="1297740" y="2022258"/>
                  </a:lnTo>
                  <a:lnTo>
                    <a:pt x="1296993" y="2018214"/>
                  </a:lnTo>
                  <a:lnTo>
                    <a:pt x="1296189" y="2014169"/>
                  </a:lnTo>
                  <a:lnTo>
                    <a:pt x="1295366" y="2010124"/>
                  </a:lnTo>
                  <a:lnTo>
                    <a:pt x="1294461" y="2006080"/>
                  </a:lnTo>
                  <a:lnTo>
                    <a:pt x="1293533" y="2002035"/>
                  </a:lnTo>
                  <a:lnTo>
                    <a:pt x="1292539" y="1997991"/>
                  </a:lnTo>
                  <a:lnTo>
                    <a:pt x="1291495" y="1993946"/>
                  </a:lnTo>
                  <a:lnTo>
                    <a:pt x="1290405" y="1989902"/>
                  </a:lnTo>
                  <a:lnTo>
                    <a:pt x="1289235" y="1985857"/>
                  </a:lnTo>
                  <a:lnTo>
                    <a:pt x="1288038" y="1981813"/>
                  </a:lnTo>
                  <a:lnTo>
                    <a:pt x="1286733" y="1977768"/>
                  </a:lnTo>
                  <a:lnTo>
                    <a:pt x="1285394" y="1973724"/>
                  </a:lnTo>
                  <a:lnTo>
                    <a:pt x="1283968" y="1969679"/>
                  </a:lnTo>
                  <a:lnTo>
                    <a:pt x="1282473" y="1965635"/>
                  </a:lnTo>
                  <a:lnTo>
                    <a:pt x="1280919" y="1961590"/>
                  </a:lnTo>
                  <a:lnTo>
                    <a:pt x="1279255" y="1957546"/>
                  </a:lnTo>
                  <a:lnTo>
                    <a:pt x="1277556" y="1953501"/>
                  </a:lnTo>
                  <a:lnTo>
                    <a:pt x="1275716" y="1949457"/>
                  </a:lnTo>
                  <a:lnTo>
                    <a:pt x="1273828" y="1945412"/>
                  </a:lnTo>
                  <a:lnTo>
                    <a:pt x="1271831" y="1941368"/>
                  </a:lnTo>
                  <a:lnTo>
                    <a:pt x="1269739" y="1937323"/>
                  </a:lnTo>
                  <a:lnTo>
                    <a:pt x="1267575" y="1933279"/>
                  </a:lnTo>
                  <a:lnTo>
                    <a:pt x="1265263" y="1929234"/>
                  </a:lnTo>
                  <a:lnTo>
                    <a:pt x="1262906" y="1925190"/>
                  </a:lnTo>
                  <a:lnTo>
                    <a:pt x="1260373" y="1921145"/>
                  </a:lnTo>
                  <a:lnTo>
                    <a:pt x="1257774" y="1917101"/>
                  </a:lnTo>
                  <a:lnTo>
                    <a:pt x="1255041" y="1913056"/>
                  </a:lnTo>
                  <a:lnTo>
                    <a:pt x="1252183" y="1909012"/>
                  </a:lnTo>
                  <a:lnTo>
                    <a:pt x="1249238" y="1904967"/>
                  </a:lnTo>
                  <a:lnTo>
                    <a:pt x="1246103" y="1900923"/>
                  </a:lnTo>
                  <a:lnTo>
                    <a:pt x="1242910" y="1896878"/>
                  </a:lnTo>
                  <a:lnTo>
                    <a:pt x="1239506" y="1892833"/>
                  </a:lnTo>
                  <a:lnTo>
                    <a:pt x="1236012" y="1888789"/>
                  </a:lnTo>
                  <a:lnTo>
                    <a:pt x="1232359" y="1884744"/>
                  </a:lnTo>
                  <a:lnTo>
                    <a:pt x="1228547" y="1880700"/>
                  </a:lnTo>
                  <a:lnTo>
                    <a:pt x="1224634" y="1876655"/>
                  </a:lnTo>
                  <a:lnTo>
                    <a:pt x="1220485" y="1872611"/>
                  </a:lnTo>
                  <a:lnTo>
                    <a:pt x="1216263" y="1868566"/>
                  </a:lnTo>
                  <a:lnTo>
                    <a:pt x="1211794" y="1864522"/>
                  </a:lnTo>
                  <a:lnTo>
                    <a:pt x="1207212" y="1860477"/>
                  </a:lnTo>
                  <a:lnTo>
                    <a:pt x="1202446" y="1856433"/>
                  </a:lnTo>
                  <a:lnTo>
                    <a:pt x="1197483" y="1852388"/>
                  </a:lnTo>
                  <a:lnTo>
                    <a:pt x="1192410" y="1848344"/>
                  </a:lnTo>
                  <a:lnTo>
                    <a:pt x="1187049" y="1844299"/>
                  </a:lnTo>
                  <a:lnTo>
                    <a:pt x="1181605" y="1840255"/>
                  </a:lnTo>
                  <a:lnTo>
                    <a:pt x="1175880" y="1836210"/>
                  </a:lnTo>
                  <a:lnTo>
                    <a:pt x="1170015" y="1832166"/>
                  </a:lnTo>
                  <a:lnTo>
                    <a:pt x="1163949" y="1828121"/>
                  </a:lnTo>
                  <a:lnTo>
                    <a:pt x="1157647" y="1824077"/>
                  </a:lnTo>
                  <a:lnTo>
                    <a:pt x="1151228" y="1820032"/>
                  </a:lnTo>
                  <a:lnTo>
                    <a:pt x="1144474" y="1815988"/>
                  </a:lnTo>
                  <a:lnTo>
                    <a:pt x="1137626" y="1811943"/>
                  </a:lnTo>
                  <a:lnTo>
                    <a:pt x="1130473" y="1807899"/>
                  </a:lnTo>
                  <a:lnTo>
                    <a:pt x="1123155" y="1803854"/>
                  </a:lnTo>
                  <a:lnTo>
                    <a:pt x="1115622" y="1799810"/>
                  </a:lnTo>
                  <a:lnTo>
                    <a:pt x="1107822" y="1795765"/>
                  </a:lnTo>
                  <a:lnTo>
                    <a:pt x="1099901" y="1791721"/>
                  </a:lnTo>
                  <a:lnTo>
                    <a:pt x="1091608" y="1787676"/>
                  </a:lnTo>
                  <a:lnTo>
                    <a:pt x="1083212" y="1783632"/>
                  </a:lnTo>
                  <a:lnTo>
                    <a:pt x="1074499" y="1779587"/>
                  </a:lnTo>
                  <a:lnTo>
                    <a:pt x="1065600" y="1775542"/>
                  </a:lnTo>
                  <a:lnTo>
                    <a:pt x="1056484" y="1771498"/>
                  </a:lnTo>
                  <a:lnTo>
                    <a:pt x="1047076" y="1767453"/>
                  </a:lnTo>
                  <a:lnTo>
                    <a:pt x="1037552" y="1763409"/>
                  </a:lnTo>
                  <a:lnTo>
                    <a:pt x="1027632" y="1759364"/>
                  </a:lnTo>
                  <a:lnTo>
                    <a:pt x="1017607" y="1755320"/>
                  </a:lnTo>
                  <a:lnTo>
                    <a:pt x="1007268" y="1751275"/>
                  </a:lnTo>
                  <a:lnTo>
                    <a:pt x="996731" y="1747231"/>
                  </a:lnTo>
                  <a:lnTo>
                    <a:pt x="985985" y="1743186"/>
                  </a:lnTo>
                  <a:lnTo>
                    <a:pt x="974939" y="1739142"/>
                  </a:lnTo>
                  <a:lnTo>
                    <a:pt x="963789" y="1735097"/>
                  </a:lnTo>
                  <a:lnTo>
                    <a:pt x="952241" y="1731053"/>
                  </a:lnTo>
                  <a:lnTo>
                    <a:pt x="940592" y="1727008"/>
                  </a:lnTo>
                  <a:lnTo>
                    <a:pt x="928650" y="1722964"/>
                  </a:lnTo>
                  <a:lnTo>
                    <a:pt x="916513" y="1718919"/>
                  </a:lnTo>
                  <a:lnTo>
                    <a:pt x="904188" y="1714875"/>
                  </a:lnTo>
                  <a:lnTo>
                    <a:pt x="891575" y="1710830"/>
                  </a:lnTo>
                  <a:lnTo>
                    <a:pt x="878868" y="1706786"/>
                  </a:lnTo>
                  <a:lnTo>
                    <a:pt x="865808" y="1702741"/>
                  </a:lnTo>
                  <a:lnTo>
                    <a:pt x="852650" y="1698697"/>
                  </a:lnTo>
                  <a:lnTo>
                    <a:pt x="839243" y="1694652"/>
                  </a:lnTo>
                  <a:lnTo>
                    <a:pt x="825658" y="1690608"/>
                  </a:lnTo>
                  <a:lnTo>
                    <a:pt x="811919" y="1686563"/>
                  </a:lnTo>
                  <a:lnTo>
                    <a:pt x="797934" y="1682519"/>
                  </a:lnTo>
                  <a:lnTo>
                    <a:pt x="783869" y="1678474"/>
                  </a:lnTo>
                  <a:lnTo>
                    <a:pt x="769526" y="1674430"/>
                  </a:lnTo>
                  <a:lnTo>
                    <a:pt x="755100" y="1670385"/>
                  </a:lnTo>
                  <a:lnTo>
                    <a:pt x="740488" y="1666341"/>
                  </a:lnTo>
                  <a:lnTo>
                    <a:pt x="725737" y="1662296"/>
                  </a:lnTo>
                  <a:lnTo>
                    <a:pt x="710879" y="1658251"/>
                  </a:lnTo>
                  <a:lnTo>
                    <a:pt x="695842" y="1654207"/>
                  </a:lnTo>
                  <a:lnTo>
                    <a:pt x="680751" y="1650162"/>
                  </a:lnTo>
                  <a:lnTo>
                    <a:pt x="665483" y="1646118"/>
                  </a:lnTo>
                  <a:lnTo>
                    <a:pt x="650162" y="1642073"/>
                  </a:lnTo>
                  <a:lnTo>
                    <a:pt x="634733" y="1638029"/>
                  </a:lnTo>
                  <a:lnTo>
                    <a:pt x="619228" y="1633984"/>
                  </a:lnTo>
                  <a:lnTo>
                    <a:pt x="603670" y="1629940"/>
                  </a:lnTo>
                  <a:lnTo>
                    <a:pt x="588032" y="1625895"/>
                  </a:lnTo>
                  <a:lnTo>
                    <a:pt x="572372" y="1621851"/>
                  </a:lnTo>
                  <a:lnTo>
                    <a:pt x="556658" y="1617806"/>
                  </a:lnTo>
                  <a:lnTo>
                    <a:pt x="540934" y="1613762"/>
                  </a:lnTo>
                  <a:lnTo>
                    <a:pt x="525196" y="1609717"/>
                  </a:lnTo>
                  <a:lnTo>
                    <a:pt x="509465" y="1605673"/>
                  </a:lnTo>
                  <a:lnTo>
                    <a:pt x="493739" y="1601628"/>
                  </a:lnTo>
                  <a:lnTo>
                    <a:pt x="478058" y="1597584"/>
                  </a:lnTo>
                  <a:lnTo>
                    <a:pt x="462395" y="1593539"/>
                  </a:lnTo>
                  <a:lnTo>
                    <a:pt x="446812" y="1589495"/>
                  </a:lnTo>
                  <a:lnTo>
                    <a:pt x="431279" y="1585450"/>
                  </a:lnTo>
                  <a:lnTo>
                    <a:pt x="415827" y="1581406"/>
                  </a:lnTo>
                  <a:lnTo>
                    <a:pt x="400486" y="1577361"/>
                  </a:lnTo>
                  <a:lnTo>
                    <a:pt x="385207" y="1573317"/>
                  </a:lnTo>
                  <a:lnTo>
                    <a:pt x="370118" y="1569272"/>
                  </a:lnTo>
                  <a:lnTo>
                    <a:pt x="355091" y="1565228"/>
                  </a:lnTo>
                  <a:lnTo>
                    <a:pt x="340280" y="1561183"/>
                  </a:lnTo>
                  <a:lnTo>
                    <a:pt x="325590" y="1557139"/>
                  </a:lnTo>
                  <a:lnTo>
                    <a:pt x="311076" y="1553094"/>
                  </a:lnTo>
                  <a:lnTo>
                    <a:pt x="296785" y="1549050"/>
                  </a:lnTo>
                  <a:lnTo>
                    <a:pt x="282608" y="1545005"/>
                  </a:lnTo>
                  <a:lnTo>
                    <a:pt x="268778" y="1540961"/>
                  </a:lnTo>
                  <a:lnTo>
                    <a:pt x="255051" y="1536916"/>
                  </a:lnTo>
                  <a:lnTo>
                    <a:pt x="241669" y="1532871"/>
                  </a:lnTo>
                  <a:lnTo>
                    <a:pt x="228484" y="1528827"/>
                  </a:lnTo>
                  <a:lnTo>
                    <a:pt x="215558" y="1524782"/>
                  </a:lnTo>
                  <a:lnTo>
                    <a:pt x="202972" y="1520738"/>
                  </a:lnTo>
                  <a:lnTo>
                    <a:pt x="190541" y="1516693"/>
                  </a:lnTo>
                  <a:lnTo>
                    <a:pt x="178609" y="1512649"/>
                  </a:lnTo>
                  <a:lnTo>
                    <a:pt x="166821" y="1508604"/>
                  </a:lnTo>
                  <a:lnTo>
                    <a:pt x="155484" y="1504560"/>
                  </a:lnTo>
                  <a:lnTo>
                    <a:pt x="144420" y="1500515"/>
                  </a:lnTo>
                  <a:lnTo>
                    <a:pt x="133681" y="1496471"/>
                  </a:lnTo>
                  <a:lnTo>
                    <a:pt x="123389" y="1492426"/>
                  </a:lnTo>
                  <a:lnTo>
                    <a:pt x="113279" y="1488382"/>
                  </a:lnTo>
                  <a:lnTo>
                    <a:pt x="103805" y="1484337"/>
                  </a:lnTo>
                  <a:lnTo>
                    <a:pt x="94505" y="1480293"/>
                  </a:lnTo>
                  <a:lnTo>
                    <a:pt x="85735" y="1476248"/>
                  </a:lnTo>
                  <a:lnTo>
                    <a:pt x="77305" y="1472204"/>
                  </a:lnTo>
                  <a:lnTo>
                    <a:pt x="69242" y="1468159"/>
                  </a:lnTo>
                  <a:lnTo>
                    <a:pt x="61716" y="1464115"/>
                  </a:lnTo>
                  <a:lnTo>
                    <a:pt x="54380" y="1460070"/>
                  </a:lnTo>
                  <a:lnTo>
                    <a:pt x="47787" y="1456026"/>
                  </a:lnTo>
                  <a:lnTo>
                    <a:pt x="41389" y="1451981"/>
                  </a:lnTo>
                  <a:lnTo>
                    <a:pt x="35562" y="1447937"/>
                  </a:lnTo>
                  <a:lnTo>
                    <a:pt x="30127" y="1443892"/>
                  </a:lnTo>
                  <a:lnTo>
                    <a:pt x="25074" y="1439848"/>
                  </a:lnTo>
                  <a:lnTo>
                    <a:pt x="20618" y="1435803"/>
                  </a:lnTo>
                  <a:lnTo>
                    <a:pt x="16364" y="1431759"/>
                  </a:lnTo>
                  <a:lnTo>
                    <a:pt x="12883" y="1427714"/>
                  </a:lnTo>
                  <a:lnTo>
                    <a:pt x="9579" y="1423607"/>
                  </a:lnTo>
                  <a:lnTo>
                    <a:pt x="6933" y="1419625"/>
                  </a:lnTo>
                  <a:lnTo>
                    <a:pt x="4665" y="1415580"/>
                  </a:lnTo>
                  <a:lnTo>
                    <a:pt x="2769" y="1411536"/>
                  </a:lnTo>
                  <a:lnTo>
                    <a:pt x="1494" y="1407491"/>
                  </a:lnTo>
                  <a:lnTo>
                    <a:pt x="420" y="1403447"/>
                  </a:lnTo>
                  <a:lnTo>
                    <a:pt x="94" y="1399402"/>
                  </a:lnTo>
                  <a:lnTo>
                    <a:pt x="0" y="1395358"/>
                  </a:lnTo>
                  <a:lnTo>
                    <a:pt x="445" y="1391313"/>
                  </a:lnTo>
                  <a:lnTo>
                    <a:pt x="1313" y="1387269"/>
                  </a:lnTo>
                  <a:lnTo>
                    <a:pt x="2518" y="1383224"/>
                  </a:lnTo>
                  <a:lnTo>
                    <a:pt x="4327" y="1379180"/>
                  </a:lnTo>
                  <a:lnTo>
                    <a:pt x="6325" y="1375135"/>
                  </a:lnTo>
                  <a:lnTo>
                    <a:pt x="8998" y="1371091"/>
                  </a:lnTo>
                  <a:lnTo>
                    <a:pt x="11899" y="1367046"/>
                  </a:lnTo>
                  <a:lnTo>
                    <a:pt x="15274" y="1363002"/>
                  </a:lnTo>
                  <a:lnTo>
                    <a:pt x="19045" y="1358957"/>
                  </a:lnTo>
                  <a:lnTo>
                    <a:pt x="23099" y="1354913"/>
                  </a:lnTo>
                  <a:lnTo>
                    <a:pt x="27701" y="1350868"/>
                  </a:lnTo>
                  <a:lnTo>
                    <a:pt x="32466" y="1346824"/>
                  </a:lnTo>
                  <a:lnTo>
                    <a:pt x="37797" y="1342779"/>
                  </a:lnTo>
                  <a:lnTo>
                    <a:pt x="43335" y="1338735"/>
                  </a:lnTo>
                  <a:lnTo>
                    <a:pt x="49258" y="1334690"/>
                  </a:lnTo>
                  <a:lnTo>
                    <a:pt x="55520" y="1330646"/>
                  </a:lnTo>
                  <a:lnTo>
                    <a:pt x="62003" y="1326601"/>
                  </a:lnTo>
                  <a:lnTo>
                    <a:pt x="68938" y="1322557"/>
                  </a:lnTo>
                  <a:lnTo>
                    <a:pt x="76004" y="1318512"/>
                  </a:lnTo>
                  <a:lnTo>
                    <a:pt x="81069" y="1315779"/>
                  </a:lnTo>
                  <a:lnTo>
                    <a:pt x="83500" y="1314468"/>
                  </a:lnTo>
                  <a:lnTo>
                    <a:pt x="91165" y="1310423"/>
                  </a:lnTo>
                  <a:lnTo>
                    <a:pt x="99112" y="1306379"/>
                  </a:lnTo>
                  <a:lnTo>
                    <a:pt x="107319" y="1302334"/>
                  </a:lnTo>
                  <a:lnTo>
                    <a:pt x="115678" y="1298289"/>
                  </a:lnTo>
                  <a:lnTo>
                    <a:pt x="124368" y="1294245"/>
                  </a:lnTo>
                  <a:lnTo>
                    <a:pt x="133148" y="1290200"/>
                  </a:lnTo>
                  <a:lnTo>
                    <a:pt x="142212" y="1286156"/>
                  </a:lnTo>
                  <a:lnTo>
                    <a:pt x="151393" y="1282111"/>
                  </a:lnTo>
                  <a:lnTo>
                    <a:pt x="160749" y="1278067"/>
                  </a:lnTo>
                  <a:lnTo>
                    <a:pt x="170269" y="1274022"/>
                  </a:lnTo>
                  <a:lnTo>
                    <a:pt x="179875" y="1269978"/>
                  </a:lnTo>
                  <a:lnTo>
                    <a:pt x="189672" y="1265933"/>
                  </a:lnTo>
                  <a:lnTo>
                    <a:pt x="199516" y="1261889"/>
                  </a:lnTo>
                  <a:lnTo>
                    <a:pt x="209500" y="1257844"/>
                  </a:lnTo>
                  <a:lnTo>
                    <a:pt x="219538" y="1253800"/>
                  </a:lnTo>
                  <a:lnTo>
                    <a:pt x="229649" y="1249755"/>
                  </a:lnTo>
                  <a:lnTo>
                    <a:pt x="239820" y="1245711"/>
                  </a:lnTo>
                  <a:lnTo>
                    <a:pt x="250019" y="1241666"/>
                  </a:lnTo>
                  <a:lnTo>
                    <a:pt x="260263" y="1237622"/>
                  </a:lnTo>
                  <a:lnTo>
                    <a:pt x="270511" y="1233577"/>
                  </a:lnTo>
                  <a:lnTo>
                    <a:pt x="280768" y="1229533"/>
                  </a:lnTo>
                  <a:lnTo>
                    <a:pt x="291012" y="1225488"/>
                  </a:lnTo>
                  <a:lnTo>
                    <a:pt x="301240" y="1221444"/>
                  </a:lnTo>
                  <a:lnTo>
                    <a:pt x="311424" y="1217399"/>
                  </a:lnTo>
                  <a:lnTo>
                    <a:pt x="321588" y="1213355"/>
                  </a:lnTo>
                  <a:lnTo>
                    <a:pt x="331657" y="1209310"/>
                  </a:lnTo>
                  <a:lnTo>
                    <a:pt x="341693" y="1205266"/>
                  </a:lnTo>
                  <a:lnTo>
                    <a:pt x="351625" y="1201221"/>
                  </a:lnTo>
                  <a:lnTo>
                    <a:pt x="361479" y="1197177"/>
                  </a:lnTo>
                  <a:lnTo>
                    <a:pt x="371247" y="1193132"/>
                  </a:lnTo>
                  <a:lnTo>
                    <a:pt x="380872" y="1189088"/>
                  </a:lnTo>
                  <a:lnTo>
                    <a:pt x="390445" y="1185043"/>
                  </a:lnTo>
                  <a:lnTo>
                    <a:pt x="399797" y="1180998"/>
                  </a:lnTo>
                  <a:lnTo>
                    <a:pt x="409085" y="1176954"/>
                  </a:lnTo>
                  <a:lnTo>
                    <a:pt x="418184" y="1172909"/>
                  </a:lnTo>
                  <a:lnTo>
                    <a:pt x="427145" y="1168865"/>
                  </a:lnTo>
                  <a:lnTo>
                    <a:pt x="435969" y="1164820"/>
                  </a:lnTo>
                  <a:lnTo>
                    <a:pt x="444567" y="1160776"/>
                  </a:lnTo>
                  <a:lnTo>
                    <a:pt x="453088" y="1156731"/>
                  </a:lnTo>
                  <a:lnTo>
                    <a:pt x="461295" y="1152687"/>
                  </a:lnTo>
                  <a:lnTo>
                    <a:pt x="469410" y="1148642"/>
                  </a:lnTo>
                  <a:lnTo>
                    <a:pt x="477279" y="1144598"/>
                  </a:lnTo>
                  <a:lnTo>
                    <a:pt x="484961" y="1140553"/>
                  </a:lnTo>
                  <a:lnTo>
                    <a:pt x="492475" y="1136509"/>
                  </a:lnTo>
                  <a:lnTo>
                    <a:pt x="499699" y="1132464"/>
                  </a:lnTo>
                  <a:lnTo>
                    <a:pt x="506828" y="1128420"/>
                  </a:lnTo>
                  <a:lnTo>
                    <a:pt x="513589" y="1124375"/>
                  </a:lnTo>
                  <a:lnTo>
                    <a:pt x="520234" y="1120331"/>
                  </a:lnTo>
                  <a:lnTo>
                    <a:pt x="526601" y="1116286"/>
                  </a:lnTo>
                  <a:lnTo>
                    <a:pt x="532746" y="1112242"/>
                  </a:lnTo>
                  <a:lnTo>
                    <a:pt x="538710" y="1108197"/>
                  </a:lnTo>
                  <a:lnTo>
                    <a:pt x="544343" y="1104153"/>
                  </a:lnTo>
                  <a:lnTo>
                    <a:pt x="549870" y="1100108"/>
                  </a:lnTo>
                  <a:lnTo>
                    <a:pt x="555010" y="1096064"/>
                  </a:lnTo>
                  <a:lnTo>
                    <a:pt x="560015" y="1092019"/>
                  </a:lnTo>
                  <a:lnTo>
                    <a:pt x="564736" y="1087975"/>
                  </a:lnTo>
                  <a:lnTo>
                    <a:pt x="569214" y="1083930"/>
                  </a:lnTo>
                  <a:lnTo>
                    <a:pt x="573516" y="1079886"/>
                  </a:lnTo>
                  <a:lnTo>
                    <a:pt x="577467" y="1075841"/>
                  </a:lnTo>
                  <a:lnTo>
                    <a:pt x="581311" y="1071797"/>
                  </a:lnTo>
                  <a:lnTo>
                    <a:pt x="584775" y="1067752"/>
                  </a:lnTo>
                  <a:lnTo>
                    <a:pt x="588095" y="1063707"/>
                  </a:lnTo>
                  <a:lnTo>
                    <a:pt x="591145" y="1059663"/>
                  </a:lnTo>
                  <a:lnTo>
                    <a:pt x="593949" y="1055618"/>
                  </a:lnTo>
                  <a:lnTo>
                    <a:pt x="596590" y="1051574"/>
                  </a:lnTo>
                  <a:lnTo>
                    <a:pt x="598886" y="1047529"/>
                  </a:lnTo>
                  <a:lnTo>
                    <a:pt x="601080" y="1043485"/>
                  </a:lnTo>
                  <a:lnTo>
                    <a:pt x="602925" y="1039440"/>
                  </a:lnTo>
                  <a:lnTo>
                    <a:pt x="604627" y="1035396"/>
                  </a:lnTo>
                  <a:lnTo>
                    <a:pt x="606088" y="1031351"/>
                  </a:lnTo>
                  <a:lnTo>
                    <a:pt x="607314" y="1027307"/>
                  </a:lnTo>
                  <a:lnTo>
                    <a:pt x="608402" y="1023262"/>
                  </a:lnTo>
                  <a:lnTo>
                    <a:pt x="609169" y="1019218"/>
                  </a:lnTo>
                  <a:lnTo>
                    <a:pt x="609846" y="1015173"/>
                  </a:lnTo>
                  <a:lnTo>
                    <a:pt x="610224" y="1011129"/>
                  </a:lnTo>
                  <a:lnTo>
                    <a:pt x="610469" y="1007084"/>
                  </a:lnTo>
                  <a:lnTo>
                    <a:pt x="610513" y="1003040"/>
                  </a:lnTo>
                  <a:lnTo>
                    <a:pt x="610349" y="998995"/>
                  </a:lnTo>
                  <a:lnTo>
                    <a:pt x="610075" y="994951"/>
                  </a:lnTo>
                  <a:lnTo>
                    <a:pt x="609525" y="990906"/>
                  </a:lnTo>
                  <a:lnTo>
                    <a:pt x="608901" y="986862"/>
                  </a:lnTo>
                  <a:lnTo>
                    <a:pt x="608040" y="982817"/>
                  </a:lnTo>
                  <a:lnTo>
                    <a:pt x="607066" y="978773"/>
                  </a:lnTo>
                  <a:lnTo>
                    <a:pt x="605937" y="974728"/>
                  </a:lnTo>
                  <a:lnTo>
                    <a:pt x="604641" y="970684"/>
                  </a:lnTo>
                  <a:lnTo>
                    <a:pt x="603264" y="966639"/>
                  </a:lnTo>
                  <a:lnTo>
                    <a:pt x="601674" y="962595"/>
                  </a:lnTo>
                  <a:lnTo>
                    <a:pt x="600029" y="958550"/>
                  </a:lnTo>
                  <a:lnTo>
                    <a:pt x="598215" y="954506"/>
                  </a:lnTo>
                  <a:lnTo>
                    <a:pt x="596317" y="950461"/>
                  </a:lnTo>
                  <a:lnTo>
                    <a:pt x="594315" y="946416"/>
                  </a:lnTo>
                  <a:lnTo>
                    <a:pt x="592195" y="942372"/>
                  </a:lnTo>
                  <a:lnTo>
                    <a:pt x="590026" y="938327"/>
                  </a:lnTo>
                  <a:lnTo>
                    <a:pt x="587717" y="934283"/>
                  </a:lnTo>
                  <a:lnTo>
                    <a:pt x="585375" y="930238"/>
                  </a:lnTo>
                  <a:lnTo>
                    <a:pt x="582936" y="926194"/>
                  </a:lnTo>
                  <a:lnTo>
                    <a:pt x="580448" y="922149"/>
                  </a:lnTo>
                  <a:lnTo>
                    <a:pt x="577907" y="918105"/>
                  </a:lnTo>
                  <a:lnTo>
                    <a:pt x="575307" y="914060"/>
                  </a:lnTo>
                  <a:lnTo>
                    <a:pt x="572686" y="910016"/>
                  </a:lnTo>
                  <a:lnTo>
                    <a:pt x="570007" y="905971"/>
                  </a:lnTo>
                  <a:lnTo>
                    <a:pt x="567319" y="901927"/>
                  </a:lnTo>
                  <a:lnTo>
                    <a:pt x="564603" y="897882"/>
                  </a:lnTo>
                  <a:lnTo>
                    <a:pt x="561881" y="893838"/>
                  </a:lnTo>
                  <a:lnTo>
                    <a:pt x="559152" y="889793"/>
                  </a:lnTo>
                  <a:lnTo>
                    <a:pt x="556429" y="885749"/>
                  </a:lnTo>
                  <a:lnTo>
                    <a:pt x="553708" y="881704"/>
                  </a:lnTo>
                  <a:lnTo>
                    <a:pt x="551017" y="877660"/>
                  </a:lnTo>
                  <a:lnTo>
                    <a:pt x="548340" y="873615"/>
                  </a:lnTo>
                  <a:lnTo>
                    <a:pt x="545700" y="869571"/>
                  </a:lnTo>
                  <a:lnTo>
                    <a:pt x="543098" y="865526"/>
                  </a:lnTo>
                  <a:lnTo>
                    <a:pt x="540531" y="861482"/>
                  </a:lnTo>
                  <a:lnTo>
                    <a:pt x="538037" y="857437"/>
                  </a:lnTo>
                  <a:lnTo>
                    <a:pt x="535568" y="853393"/>
                  </a:lnTo>
                  <a:lnTo>
                    <a:pt x="533208" y="849348"/>
                  </a:lnTo>
                  <a:lnTo>
                    <a:pt x="530887" y="845304"/>
                  </a:lnTo>
                  <a:lnTo>
                    <a:pt x="528660" y="841259"/>
                  </a:lnTo>
                  <a:lnTo>
                    <a:pt x="526517" y="837215"/>
                  </a:lnTo>
                  <a:lnTo>
                    <a:pt x="524443" y="833170"/>
                  </a:lnTo>
                  <a:lnTo>
                    <a:pt x="522507" y="829125"/>
                  </a:lnTo>
                  <a:lnTo>
                    <a:pt x="520615" y="825081"/>
                  </a:lnTo>
                  <a:lnTo>
                    <a:pt x="518900" y="821036"/>
                  </a:lnTo>
                  <a:lnTo>
                    <a:pt x="517251" y="816992"/>
                  </a:lnTo>
                  <a:lnTo>
                    <a:pt x="515741" y="812947"/>
                  </a:lnTo>
                  <a:lnTo>
                    <a:pt x="515617" y="812584"/>
                  </a:lnTo>
                  <a:lnTo>
                    <a:pt x="514359" y="808903"/>
                  </a:lnTo>
                  <a:lnTo>
                    <a:pt x="513071" y="804858"/>
                  </a:lnTo>
                  <a:lnTo>
                    <a:pt x="511979" y="800814"/>
                  </a:lnTo>
                  <a:lnTo>
                    <a:pt x="510950" y="796769"/>
                  </a:lnTo>
                  <a:lnTo>
                    <a:pt x="510149" y="792725"/>
                  </a:lnTo>
                  <a:lnTo>
                    <a:pt x="509438" y="788680"/>
                  </a:lnTo>
                  <a:lnTo>
                    <a:pt x="508901" y="784636"/>
                  </a:lnTo>
                  <a:lnTo>
                    <a:pt x="508529" y="780591"/>
                  </a:lnTo>
                  <a:lnTo>
                    <a:pt x="508268" y="776547"/>
                  </a:lnTo>
                  <a:lnTo>
                    <a:pt x="508252" y="772502"/>
                  </a:lnTo>
                  <a:lnTo>
                    <a:pt x="508310" y="768458"/>
                  </a:lnTo>
                  <a:lnTo>
                    <a:pt x="508632" y="764413"/>
                  </a:lnTo>
                  <a:lnTo>
                    <a:pt x="509066" y="760369"/>
                  </a:lnTo>
                  <a:lnTo>
                    <a:pt x="509693" y="756324"/>
                  </a:lnTo>
                  <a:lnTo>
                    <a:pt x="510515" y="752280"/>
                  </a:lnTo>
                  <a:lnTo>
                    <a:pt x="511455" y="748235"/>
                  </a:lnTo>
                  <a:lnTo>
                    <a:pt x="512675" y="744191"/>
                  </a:lnTo>
                  <a:lnTo>
                    <a:pt x="513978" y="740146"/>
                  </a:lnTo>
                  <a:lnTo>
                    <a:pt x="515561" y="736102"/>
                  </a:lnTo>
                  <a:lnTo>
                    <a:pt x="517272" y="732057"/>
                  </a:lnTo>
                  <a:lnTo>
                    <a:pt x="519182" y="728013"/>
                  </a:lnTo>
                  <a:lnTo>
                    <a:pt x="521307" y="723968"/>
                  </a:lnTo>
                  <a:lnTo>
                    <a:pt x="523548" y="719924"/>
                  </a:lnTo>
                  <a:lnTo>
                    <a:pt x="526088" y="715879"/>
                  </a:lnTo>
                  <a:lnTo>
                    <a:pt x="528714" y="711835"/>
                  </a:lnTo>
                  <a:lnTo>
                    <a:pt x="531618" y="707790"/>
                  </a:lnTo>
                  <a:lnTo>
                    <a:pt x="534661" y="703745"/>
                  </a:lnTo>
                  <a:lnTo>
                    <a:pt x="537895" y="699701"/>
                  </a:lnTo>
                  <a:lnTo>
                    <a:pt x="541351" y="695656"/>
                  </a:lnTo>
                  <a:lnTo>
                    <a:pt x="544914" y="691612"/>
                  </a:lnTo>
                  <a:lnTo>
                    <a:pt x="548780" y="687567"/>
                  </a:lnTo>
                  <a:lnTo>
                    <a:pt x="552727" y="683523"/>
                  </a:lnTo>
                  <a:lnTo>
                    <a:pt x="556935" y="679478"/>
                  </a:lnTo>
                  <a:lnTo>
                    <a:pt x="561283" y="675434"/>
                  </a:lnTo>
                  <a:lnTo>
                    <a:pt x="565805" y="671389"/>
                  </a:lnTo>
                  <a:lnTo>
                    <a:pt x="570543" y="667345"/>
                  </a:lnTo>
                  <a:lnTo>
                    <a:pt x="575373" y="663300"/>
                  </a:lnTo>
                  <a:lnTo>
                    <a:pt x="580489" y="659256"/>
                  </a:lnTo>
                  <a:lnTo>
                    <a:pt x="585681" y="655211"/>
                  </a:lnTo>
                  <a:lnTo>
                    <a:pt x="591102" y="651167"/>
                  </a:lnTo>
                  <a:lnTo>
                    <a:pt x="596654" y="647122"/>
                  </a:lnTo>
                  <a:lnTo>
                    <a:pt x="602356" y="643078"/>
                  </a:lnTo>
                  <a:lnTo>
                    <a:pt x="608254" y="639033"/>
                  </a:lnTo>
                  <a:lnTo>
                    <a:pt x="614226" y="634989"/>
                  </a:lnTo>
                  <a:lnTo>
                    <a:pt x="620452" y="630944"/>
                  </a:lnTo>
                  <a:lnTo>
                    <a:pt x="626742" y="626900"/>
                  </a:lnTo>
                  <a:lnTo>
                    <a:pt x="633220" y="622855"/>
                  </a:lnTo>
                  <a:lnTo>
                    <a:pt x="639813" y="618811"/>
                  </a:lnTo>
                  <a:lnTo>
                    <a:pt x="646524" y="614766"/>
                  </a:lnTo>
                  <a:lnTo>
                    <a:pt x="653401" y="610722"/>
                  </a:lnTo>
                  <a:lnTo>
                    <a:pt x="660334" y="606677"/>
                  </a:lnTo>
                  <a:lnTo>
                    <a:pt x="667471" y="602633"/>
                  </a:lnTo>
                  <a:lnTo>
                    <a:pt x="674659" y="598588"/>
                  </a:lnTo>
                  <a:lnTo>
                    <a:pt x="681987" y="594544"/>
                  </a:lnTo>
                  <a:lnTo>
                    <a:pt x="689407" y="590499"/>
                  </a:lnTo>
                  <a:lnTo>
                    <a:pt x="696912" y="586454"/>
                  </a:lnTo>
                  <a:lnTo>
                    <a:pt x="704541" y="582410"/>
                  </a:lnTo>
                  <a:lnTo>
                    <a:pt x="712211" y="578365"/>
                  </a:lnTo>
                  <a:lnTo>
                    <a:pt x="720021" y="574321"/>
                  </a:lnTo>
                  <a:lnTo>
                    <a:pt x="727869" y="570276"/>
                  </a:lnTo>
                  <a:lnTo>
                    <a:pt x="735808" y="566232"/>
                  </a:lnTo>
                  <a:lnTo>
                    <a:pt x="743808" y="562187"/>
                  </a:lnTo>
                  <a:lnTo>
                    <a:pt x="751860" y="558143"/>
                  </a:lnTo>
                  <a:lnTo>
                    <a:pt x="759989" y="554098"/>
                  </a:lnTo>
                  <a:lnTo>
                    <a:pt x="768141" y="550054"/>
                  </a:lnTo>
                  <a:lnTo>
                    <a:pt x="776370" y="546009"/>
                  </a:lnTo>
                  <a:lnTo>
                    <a:pt x="784618" y="541965"/>
                  </a:lnTo>
                  <a:lnTo>
                    <a:pt x="792910" y="537920"/>
                  </a:lnTo>
                  <a:lnTo>
                    <a:pt x="801230" y="533876"/>
                  </a:lnTo>
                  <a:lnTo>
                    <a:pt x="809571" y="529831"/>
                  </a:lnTo>
                  <a:lnTo>
                    <a:pt x="817937" y="525787"/>
                  </a:lnTo>
                  <a:lnTo>
                    <a:pt x="826311" y="521742"/>
                  </a:lnTo>
                  <a:lnTo>
                    <a:pt x="834700" y="517698"/>
                  </a:lnTo>
                  <a:lnTo>
                    <a:pt x="843089" y="513653"/>
                  </a:lnTo>
                  <a:lnTo>
                    <a:pt x="851479" y="509609"/>
                  </a:lnTo>
                  <a:lnTo>
                    <a:pt x="859860" y="505564"/>
                  </a:lnTo>
                  <a:lnTo>
                    <a:pt x="868236" y="501520"/>
                  </a:lnTo>
                  <a:lnTo>
                    <a:pt x="876587" y="497475"/>
                  </a:lnTo>
                  <a:lnTo>
                    <a:pt x="884930" y="493431"/>
                  </a:lnTo>
                  <a:lnTo>
                    <a:pt x="893234" y="489386"/>
                  </a:lnTo>
                  <a:lnTo>
                    <a:pt x="901517" y="485342"/>
                  </a:lnTo>
                  <a:lnTo>
                    <a:pt x="909765" y="481297"/>
                  </a:lnTo>
                  <a:lnTo>
                    <a:pt x="917969" y="477253"/>
                  </a:lnTo>
                  <a:lnTo>
                    <a:pt x="926147" y="473208"/>
                  </a:lnTo>
                  <a:lnTo>
                    <a:pt x="934253" y="469163"/>
                  </a:lnTo>
                  <a:lnTo>
                    <a:pt x="942336" y="465119"/>
                  </a:lnTo>
                  <a:lnTo>
                    <a:pt x="950337" y="461074"/>
                  </a:lnTo>
                  <a:lnTo>
                    <a:pt x="958297" y="457030"/>
                  </a:lnTo>
                  <a:lnTo>
                    <a:pt x="966193" y="452985"/>
                  </a:lnTo>
                  <a:lnTo>
                    <a:pt x="974013" y="448941"/>
                  </a:lnTo>
                  <a:lnTo>
                    <a:pt x="981792" y="444896"/>
                  </a:lnTo>
                  <a:lnTo>
                    <a:pt x="989457" y="440852"/>
                  </a:lnTo>
                  <a:lnTo>
                    <a:pt x="997088" y="436807"/>
                  </a:lnTo>
                  <a:lnTo>
                    <a:pt x="1004604" y="432763"/>
                  </a:lnTo>
                  <a:lnTo>
                    <a:pt x="1012061" y="428718"/>
                  </a:lnTo>
                  <a:lnTo>
                    <a:pt x="1019433" y="424674"/>
                  </a:lnTo>
                  <a:lnTo>
                    <a:pt x="1026703" y="420629"/>
                  </a:lnTo>
                  <a:lnTo>
                    <a:pt x="1033922" y="416585"/>
                  </a:lnTo>
                  <a:lnTo>
                    <a:pt x="1040993" y="412540"/>
                  </a:lnTo>
                  <a:lnTo>
                    <a:pt x="1048023" y="408496"/>
                  </a:lnTo>
                  <a:lnTo>
                    <a:pt x="1054916" y="404451"/>
                  </a:lnTo>
                  <a:lnTo>
                    <a:pt x="1061733" y="400407"/>
                  </a:lnTo>
                  <a:lnTo>
                    <a:pt x="1068454" y="396362"/>
                  </a:lnTo>
                  <a:lnTo>
                    <a:pt x="1075052" y="392318"/>
                  </a:lnTo>
                  <a:lnTo>
                    <a:pt x="1081596" y="388273"/>
                  </a:lnTo>
                  <a:lnTo>
                    <a:pt x="1087967" y="384229"/>
                  </a:lnTo>
                  <a:lnTo>
                    <a:pt x="1094290" y="380184"/>
                  </a:lnTo>
                  <a:lnTo>
                    <a:pt x="1100467" y="376140"/>
                  </a:lnTo>
                  <a:lnTo>
                    <a:pt x="1106556" y="372095"/>
                  </a:lnTo>
                  <a:lnTo>
                    <a:pt x="1112545" y="368051"/>
                  </a:lnTo>
                  <a:lnTo>
                    <a:pt x="1118395" y="364006"/>
                  </a:lnTo>
                  <a:lnTo>
                    <a:pt x="1124193" y="359962"/>
                  </a:lnTo>
                  <a:lnTo>
                    <a:pt x="1129802" y="355917"/>
                  </a:lnTo>
                  <a:lnTo>
                    <a:pt x="1135362" y="351872"/>
                  </a:lnTo>
                  <a:lnTo>
                    <a:pt x="1140774" y="347828"/>
                  </a:lnTo>
                  <a:lnTo>
                    <a:pt x="1146090" y="343783"/>
                  </a:lnTo>
                  <a:lnTo>
                    <a:pt x="1151307" y="339739"/>
                  </a:lnTo>
                  <a:lnTo>
                    <a:pt x="1156380" y="335694"/>
                  </a:lnTo>
                  <a:lnTo>
                    <a:pt x="1161403" y="331650"/>
                  </a:lnTo>
                  <a:lnTo>
                    <a:pt x="1166232" y="327605"/>
                  </a:lnTo>
                  <a:lnTo>
                    <a:pt x="1171012" y="323561"/>
                  </a:lnTo>
                  <a:lnTo>
                    <a:pt x="1175650" y="319516"/>
                  </a:lnTo>
                  <a:lnTo>
                    <a:pt x="1180189" y="315472"/>
                  </a:lnTo>
                  <a:lnTo>
                    <a:pt x="1184636" y="311427"/>
                  </a:lnTo>
                  <a:lnTo>
                    <a:pt x="1188937" y="307383"/>
                  </a:lnTo>
                  <a:lnTo>
                    <a:pt x="1193190" y="303338"/>
                  </a:lnTo>
                  <a:lnTo>
                    <a:pt x="1197261" y="299294"/>
                  </a:lnTo>
                  <a:lnTo>
                    <a:pt x="1201281" y="295249"/>
                  </a:lnTo>
                  <a:lnTo>
                    <a:pt x="1205170" y="291205"/>
                  </a:lnTo>
                  <a:lnTo>
                    <a:pt x="1208961" y="287160"/>
                  </a:lnTo>
                  <a:lnTo>
                    <a:pt x="1212670" y="283116"/>
                  </a:lnTo>
                  <a:lnTo>
                    <a:pt x="1216238" y="279071"/>
                  </a:lnTo>
                  <a:lnTo>
                    <a:pt x="1219761" y="275027"/>
                  </a:lnTo>
                  <a:lnTo>
                    <a:pt x="1223120" y="270982"/>
                  </a:lnTo>
                  <a:lnTo>
                    <a:pt x="1226428" y="266938"/>
                  </a:lnTo>
                  <a:lnTo>
                    <a:pt x="1229619" y="262893"/>
                  </a:lnTo>
                  <a:lnTo>
                    <a:pt x="1232717" y="258849"/>
                  </a:lnTo>
                  <a:lnTo>
                    <a:pt x="1235744" y="254804"/>
                  </a:lnTo>
                  <a:lnTo>
                    <a:pt x="1238640" y="250760"/>
                  </a:lnTo>
                  <a:lnTo>
                    <a:pt x="1241496" y="246715"/>
                  </a:lnTo>
                  <a:lnTo>
                    <a:pt x="1244209" y="242671"/>
                  </a:lnTo>
                  <a:lnTo>
                    <a:pt x="1246871" y="238626"/>
                  </a:lnTo>
                  <a:lnTo>
                    <a:pt x="1249435" y="234581"/>
                  </a:lnTo>
                  <a:lnTo>
                    <a:pt x="1251912" y="230537"/>
                  </a:lnTo>
                  <a:lnTo>
                    <a:pt x="1254331" y="226492"/>
                  </a:lnTo>
                  <a:lnTo>
                    <a:pt x="1256631" y="222448"/>
                  </a:lnTo>
                  <a:lnTo>
                    <a:pt x="1258896" y="218403"/>
                  </a:lnTo>
                  <a:lnTo>
                    <a:pt x="1261041" y="214359"/>
                  </a:lnTo>
                  <a:lnTo>
                    <a:pt x="1263139" y="210314"/>
                  </a:lnTo>
                  <a:lnTo>
                    <a:pt x="1265154" y="206270"/>
                  </a:lnTo>
                  <a:lnTo>
                    <a:pt x="1267093" y="202225"/>
                  </a:lnTo>
                  <a:lnTo>
                    <a:pt x="1268985" y="198181"/>
                  </a:lnTo>
                  <a:lnTo>
                    <a:pt x="1270773" y="194136"/>
                  </a:lnTo>
                  <a:lnTo>
                    <a:pt x="1272531" y="190092"/>
                  </a:lnTo>
                  <a:lnTo>
                    <a:pt x="1274190" y="186047"/>
                  </a:lnTo>
                  <a:lnTo>
                    <a:pt x="1275808" y="182003"/>
                  </a:lnTo>
                  <a:lnTo>
                    <a:pt x="1277359" y="177958"/>
                  </a:lnTo>
                  <a:lnTo>
                    <a:pt x="1278844" y="173914"/>
                  </a:lnTo>
                  <a:lnTo>
                    <a:pt x="1280292" y="169869"/>
                  </a:lnTo>
                  <a:lnTo>
                    <a:pt x="1281652" y="165825"/>
                  </a:lnTo>
                  <a:lnTo>
                    <a:pt x="1282988" y="161780"/>
                  </a:lnTo>
                  <a:lnTo>
                    <a:pt x="1284245" y="157736"/>
                  </a:lnTo>
                  <a:lnTo>
                    <a:pt x="1285466" y="153691"/>
                  </a:lnTo>
                  <a:lnTo>
                    <a:pt x="1286634" y="149647"/>
                  </a:lnTo>
                  <a:lnTo>
                    <a:pt x="1287747" y="145602"/>
                  </a:lnTo>
                  <a:lnTo>
                    <a:pt x="1288833" y="141558"/>
                  </a:lnTo>
                  <a:lnTo>
                    <a:pt x="1289845" y="137513"/>
                  </a:lnTo>
                  <a:lnTo>
                    <a:pt x="1290838" y="133469"/>
                  </a:lnTo>
                  <a:lnTo>
                    <a:pt x="1291770" y="129424"/>
                  </a:lnTo>
                  <a:lnTo>
                    <a:pt x="1292671" y="125380"/>
                  </a:lnTo>
                  <a:lnTo>
                    <a:pt x="1293533" y="121335"/>
                  </a:lnTo>
                  <a:lnTo>
                    <a:pt x="1294349" y="117290"/>
                  </a:lnTo>
                  <a:lnTo>
                    <a:pt x="1295145" y="113246"/>
                  </a:lnTo>
                  <a:lnTo>
                    <a:pt x="1295883" y="109201"/>
                  </a:lnTo>
                  <a:lnTo>
                    <a:pt x="1296605" y="105157"/>
                  </a:lnTo>
                  <a:lnTo>
                    <a:pt x="1297281" y="101112"/>
                  </a:lnTo>
                  <a:lnTo>
                    <a:pt x="1297933" y="97068"/>
                  </a:lnTo>
                  <a:lnTo>
                    <a:pt x="1298555" y="93023"/>
                  </a:lnTo>
                  <a:lnTo>
                    <a:pt x="1299141" y="88979"/>
                  </a:lnTo>
                  <a:lnTo>
                    <a:pt x="1299712" y="84934"/>
                  </a:lnTo>
                  <a:lnTo>
                    <a:pt x="1300238" y="80890"/>
                  </a:lnTo>
                  <a:lnTo>
                    <a:pt x="1300752" y="76845"/>
                  </a:lnTo>
                  <a:lnTo>
                    <a:pt x="1301233" y="72801"/>
                  </a:lnTo>
                  <a:lnTo>
                    <a:pt x="1301693" y="68756"/>
                  </a:lnTo>
                  <a:lnTo>
                    <a:pt x="1302133" y="64712"/>
                  </a:lnTo>
                  <a:lnTo>
                    <a:pt x="1302544" y="60667"/>
                  </a:lnTo>
                  <a:lnTo>
                    <a:pt x="1302946" y="56623"/>
                  </a:lnTo>
                  <a:lnTo>
                    <a:pt x="1303312" y="52578"/>
                  </a:lnTo>
                  <a:lnTo>
                    <a:pt x="1303670" y="48534"/>
                  </a:lnTo>
                  <a:lnTo>
                    <a:pt x="1304004" y="44489"/>
                  </a:lnTo>
                  <a:lnTo>
                    <a:pt x="1304323" y="40445"/>
                  </a:lnTo>
                  <a:lnTo>
                    <a:pt x="1304627" y="36400"/>
                  </a:lnTo>
                  <a:lnTo>
                    <a:pt x="1304909" y="32356"/>
                  </a:lnTo>
                  <a:lnTo>
                    <a:pt x="1305185" y="28311"/>
                  </a:lnTo>
                  <a:lnTo>
                    <a:pt x="1305436" y="24267"/>
                  </a:lnTo>
                  <a:lnTo>
                    <a:pt x="1305680" y="20222"/>
                  </a:lnTo>
                  <a:lnTo>
                    <a:pt x="1305907" y="16178"/>
                  </a:lnTo>
                  <a:lnTo>
                    <a:pt x="1306123" y="12133"/>
                  </a:lnTo>
                  <a:lnTo>
                    <a:pt x="1306328" y="8089"/>
                  </a:lnTo>
                  <a:lnTo>
                    <a:pt x="1306518" y="4044"/>
                  </a:lnTo>
                  <a:lnTo>
                    <a:pt x="1306703" y="0"/>
                  </a:lnTo>
                  <a:lnTo>
                    <a:pt x="1312115" y="0"/>
                  </a:lnTo>
                  <a:lnTo>
                    <a:pt x="1312301" y="4044"/>
                  </a:lnTo>
                  <a:lnTo>
                    <a:pt x="1312491" y="8089"/>
                  </a:lnTo>
                  <a:lnTo>
                    <a:pt x="1312696" y="12133"/>
                  </a:lnTo>
                  <a:lnTo>
                    <a:pt x="1312912" y="16178"/>
                  </a:lnTo>
                  <a:lnTo>
                    <a:pt x="1313139" y="20222"/>
                  </a:lnTo>
                  <a:lnTo>
                    <a:pt x="1313383" y="24267"/>
                  </a:lnTo>
                  <a:lnTo>
                    <a:pt x="1313634" y="28311"/>
                  </a:lnTo>
                  <a:lnTo>
                    <a:pt x="1313909" y="32356"/>
                  </a:lnTo>
                  <a:lnTo>
                    <a:pt x="1314192" y="36400"/>
                  </a:lnTo>
                  <a:lnTo>
                    <a:pt x="1314496" y="40445"/>
                  </a:lnTo>
                  <a:lnTo>
                    <a:pt x="1314815" y="44489"/>
                  </a:lnTo>
                  <a:lnTo>
                    <a:pt x="1315148" y="48534"/>
                  </a:lnTo>
                  <a:lnTo>
                    <a:pt x="1315507" y="52578"/>
                  </a:lnTo>
                  <a:lnTo>
                    <a:pt x="1315873" y="56623"/>
                  </a:lnTo>
                  <a:lnTo>
                    <a:pt x="1316275" y="60667"/>
                  </a:lnTo>
                  <a:lnTo>
                    <a:pt x="1316686" y="64712"/>
                  </a:lnTo>
                  <a:lnTo>
                    <a:pt x="1317126" y="68756"/>
                  </a:lnTo>
                  <a:lnTo>
                    <a:pt x="1317586" y="72801"/>
                  </a:lnTo>
                  <a:lnTo>
                    <a:pt x="1318067" y="76845"/>
                  </a:lnTo>
                  <a:lnTo>
                    <a:pt x="1318581" y="80890"/>
                  </a:lnTo>
                  <a:lnTo>
                    <a:pt x="1319107" y="84934"/>
                  </a:lnTo>
                  <a:lnTo>
                    <a:pt x="1319678" y="88979"/>
                  </a:lnTo>
                  <a:lnTo>
                    <a:pt x="1320264" y="93023"/>
                  </a:lnTo>
                  <a:lnTo>
                    <a:pt x="1320886" y="97068"/>
                  </a:lnTo>
                  <a:lnTo>
                    <a:pt x="1321537" y="101112"/>
                  </a:lnTo>
                  <a:lnTo>
                    <a:pt x="1322214" y="105157"/>
                  </a:lnTo>
                  <a:lnTo>
                    <a:pt x="1322936" y="109201"/>
                  </a:lnTo>
                  <a:lnTo>
                    <a:pt x="1323673" y="113246"/>
                  </a:lnTo>
                  <a:lnTo>
                    <a:pt x="1324469" y="117290"/>
                  </a:lnTo>
                  <a:lnTo>
                    <a:pt x="1325286" y="121335"/>
                  </a:lnTo>
                  <a:lnTo>
                    <a:pt x="1326148" y="125380"/>
                  </a:lnTo>
                  <a:lnTo>
                    <a:pt x="1327049" y="129424"/>
                  </a:lnTo>
                  <a:lnTo>
                    <a:pt x="1327981" y="133469"/>
                  </a:lnTo>
                  <a:lnTo>
                    <a:pt x="1328974" y="137513"/>
                  </a:lnTo>
                  <a:lnTo>
                    <a:pt x="1329986" y="141558"/>
                  </a:lnTo>
                  <a:lnTo>
                    <a:pt x="1331071" y="145602"/>
                  </a:lnTo>
                  <a:lnTo>
                    <a:pt x="1332184" y="149647"/>
                  </a:lnTo>
                  <a:lnTo>
                    <a:pt x="1333353" y="153691"/>
                  </a:lnTo>
                  <a:lnTo>
                    <a:pt x="1334574" y="157736"/>
                  </a:lnTo>
                  <a:lnTo>
                    <a:pt x="1335831" y="161780"/>
                  </a:lnTo>
                  <a:lnTo>
                    <a:pt x="1337166" y="165825"/>
                  </a:lnTo>
                  <a:lnTo>
                    <a:pt x="1338526" y="169869"/>
                  </a:lnTo>
                  <a:lnTo>
                    <a:pt x="1339974" y="173914"/>
                  </a:lnTo>
                  <a:lnTo>
                    <a:pt x="1341460" y="177958"/>
                  </a:lnTo>
                  <a:lnTo>
                    <a:pt x="1343011" y="182003"/>
                  </a:lnTo>
                  <a:lnTo>
                    <a:pt x="1344628" y="186047"/>
                  </a:lnTo>
                  <a:lnTo>
                    <a:pt x="1346288" y="190092"/>
                  </a:lnTo>
                  <a:lnTo>
                    <a:pt x="1348046" y="194136"/>
                  </a:lnTo>
                  <a:lnTo>
                    <a:pt x="1349834" y="198181"/>
                  </a:lnTo>
                  <a:lnTo>
                    <a:pt x="1351725" y="202225"/>
                  </a:lnTo>
                  <a:lnTo>
                    <a:pt x="1353665" y="206270"/>
                  </a:lnTo>
                  <a:lnTo>
                    <a:pt x="1355680" y="210314"/>
                  </a:lnTo>
                  <a:lnTo>
                    <a:pt x="1357778" y="214359"/>
                  </a:lnTo>
                  <a:lnTo>
                    <a:pt x="1359923" y="218403"/>
                  </a:lnTo>
                  <a:lnTo>
                    <a:pt x="1362188" y="222448"/>
                  </a:lnTo>
                  <a:lnTo>
                    <a:pt x="1364488" y="226492"/>
                  </a:lnTo>
                  <a:lnTo>
                    <a:pt x="1366906" y="230537"/>
                  </a:lnTo>
                  <a:lnTo>
                    <a:pt x="1369384" y="234581"/>
                  </a:lnTo>
                  <a:lnTo>
                    <a:pt x="1371947" y="238626"/>
                  </a:lnTo>
                  <a:lnTo>
                    <a:pt x="1374610" y="242671"/>
                  </a:lnTo>
                  <a:lnTo>
                    <a:pt x="1377323" y="246715"/>
                  </a:lnTo>
                  <a:lnTo>
                    <a:pt x="1380179" y="250760"/>
                  </a:lnTo>
                  <a:lnTo>
                    <a:pt x="1383075" y="254804"/>
                  </a:lnTo>
                  <a:lnTo>
                    <a:pt x="1386102" y="258849"/>
                  </a:lnTo>
                  <a:lnTo>
                    <a:pt x="1389200" y="262893"/>
                  </a:lnTo>
                  <a:lnTo>
                    <a:pt x="1392391" y="266938"/>
                  </a:lnTo>
                  <a:lnTo>
                    <a:pt x="1395699" y="270982"/>
                  </a:lnTo>
                  <a:lnTo>
                    <a:pt x="1399058" y="275027"/>
                  </a:lnTo>
                  <a:lnTo>
                    <a:pt x="1402581" y="279071"/>
                  </a:lnTo>
                  <a:lnTo>
                    <a:pt x="1406149" y="283116"/>
                  </a:lnTo>
                  <a:lnTo>
                    <a:pt x="1409858" y="287160"/>
                  </a:lnTo>
                  <a:lnTo>
                    <a:pt x="1413649" y="291205"/>
                  </a:lnTo>
                  <a:lnTo>
                    <a:pt x="1417538" y="295249"/>
                  </a:lnTo>
                  <a:lnTo>
                    <a:pt x="1421557" y="299294"/>
                  </a:lnTo>
                  <a:lnTo>
                    <a:pt x="1425629" y="303338"/>
                  </a:lnTo>
                  <a:lnTo>
                    <a:pt x="1429882" y="307383"/>
                  </a:lnTo>
                  <a:lnTo>
                    <a:pt x="1434183" y="311427"/>
                  </a:lnTo>
                  <a:lnTo>
                    <a:pt x="1438630" y="315472"/>
                  </a:lnTo>
                  <a:lnTo>
                    <a:pt x="1443169" y="319516"/>
                  </a:lnTo>
                  <a:lnTo>
                    <a:pt x="1447806" y="323561"/>
                  </a:lnTo>
                  <a:lnTo>
                    <a:pt x="1452586" y="327605"/>
                  </a:lnTo>
                  <a:lnTo>
                    <a:pt x="1457416" y="331650"/>
                  </a:lnTo>
                  <a:lnTo>
                    <a:pt x="1462439" y="335694"/>
                  </a:lnTo>
                  <a:lnTo>
                    <a:pt x="1467512" y="339739"/>
                  </a:lnTo>
                  <a:lnTo>
                    <a:pt x="1472729" y="343783"/>
                  </a:lnTo>
                  <a:lnTo>
                    <a:pt x="1478045" y="347828"/>
                  </a:lnTo>
                  <a:lnTo>
                    <a:pt x="1483456" y="351872"/>
                  </a:lnTo>
                  <a:lnTo>
                    <a:pt x="1489016" y="355917"/>
                  </a:lnTo>
                  <a:lnTo>
                    <a:pt x="1494626" y="359962"/>
                  </a:lnTo>
                  <a:lnTo>
                    <a:pt x="1500423" y="364006"/>
                  </a:lnTo>
                  <a:lnTo>
                    <a:pt x="1506274" y="368051"/>
                  </a:lnTo>
                  <a:lnTo>
                    <a:pt x="1512262" y="372095"/>
                  </a:lnTo>
                  <a:lnTo>
                    <a:pt x="1518352" y="376140"/>
                  </a:lnTo>
                  <a:lnTo>
                    <a:pt x="1524528" y="380184"/>
                  </a:lnTo>
                  <a:lnTo>
                    <a:pt x="1530852" y="384229"/>
                  </a:lnTo>
                  <a:lnTo>
                    <a:pt x="1537223" y="388273"/>
                  </a:lnTo>
                  <a:lnTo>
                    <a:pt x="1543767" y="392318"/>
                  </a:lnTo>
                  <a:lnTo>
                    <a:pt x="1550364" y="396362"/>
                  </a:lnTo>
                  <a:lnTo>
                    <a:pt x="1557085" y="400407"/>
                  </a:lnTo>
                  <a:lnTo>
                    <a:pt x="1563903" y="404451"/>
                  </a:lnTo>
                  <a:lnTo>
                    <a:pt x="1570796" y="408496"/>
                  </a:lnTo>
                  <a:lnTo>
                    <a:pt x="1577825" y="412540"/>
                  </a:lnTo>
                  <a:lnTo>
                    <a:pt x="1584897" y="416585"/>
                  </a:lnTo>
                  <a:lnTo>
                    <a:pt x="1592116" y="420629"/>
                  </a:lnTo>
                  <a:lnTo>
                    <a:pt x="1599386" y="424674"/>
                  </a:lnTo>
                  <a:lnTo>
                    <a:pt x="1606758" y="428718"/>
                  </a:lnTo>
                  <a:lnTo>
                    <a:pt x="1614214" y="432763"/>
                  </a:lnTo>
                  <a:lnTo>
                    <a:pt x="1621731" y="436807"/>
                  </a:lnTo>
                  <a:lnTo>
                    <a:pt x="1629362" y="440852"/>
                  </a:lnTo>
                  <a:lnTo>
                    <a:pt x="1637027" y="444896"/>
                  </a:lnTo>
                  <a:lnTo>
                    <a:pt x="1644806" y="448941"/>
                  </a:lnTo>
                  <a:lnTo>
                    <a:pt x="1652626" y="452985"/>
                  </a:lnTo>
                  <a:lnTo>
                    <a:pt x="1660521" y="457030"/>
                  </a:lnTo>
                  <a:lnTo>
                    <a:pt x="1668482" y="461074"/>
                  </a:lnTo>
                  <a:lnTo>
                    <a:pt x="1676483" y="465119"/>
                  </a:lnTo>
                  <a:lnTo>
                    <a:pt x="1684566" y="469163"/>
                  </a:lnTo>
                  <a:lnTo>
                    <a:pt x="1692672" y="473208"/>
                  </a:lnTo>
                  <a:lnTo>
                    <a:pt x="1700849" y="477253"/>
                  </a:lnTo>
                  <a:lnTo>
                    <a:pt x="1709054" y="481297"/>
                  </a:lnTo>
                  <a:lnTo>
                    <a:pt x="1717301" y="485342"/>
                  </a:lnTo>
                  <a:lnTo>
                    <a:pt x="1725585" y="489386"/>
                  </a:lnTo>
                  <a:lnTo>
                    <a:pt x="1733889" y="493431"/>
                  </a:lnTo>
                  <a:lnTo>
                    <a:pt x="1742232" y="497475"/>
                  </a:lnTo>
                  <a:lnTo>
                    <a:pt x="1750583" y="501520"/>
                  </a:lnTo>
                  <a:lnTo>
                    <a:pt x="1758959" y="505564"/>
                  </a:lnTo>
                  <a:lnTo>
                    <a:pt x="1767340" y="509609"/>
                  </a:lnTo>
                  <a:lnTo>
                    <a:pt x="1775730" y="513653"/>
                  </a:lnTo>
                  <a:lnTo>
                    <a:pt x="1784119" y="517698"/>
                  </a:lnTo>
                  <a:lnTo>
                    <a:pt x="1792508" y="521742"/>
                  </a:lnTo>
                  <a:lnTo>
                    <a:pt x="1800881" y="525787"/>
                  </a:lnTo>
                  <a:lnTo>
                    <a:pt x="1809248" y="529831"/>
                  </a:lnTo>
                  <a:lnTo>
                    <a:pt x="1817589" y="533876"/>
                  </a:lnTo>
                  <a:lnTo>
                    <a:pt x="1825908" y="537920"/>
                  </a:lnTo>
                  <a:lnTo>
                    <a:pt x="1834201" y="541965"/>
                  </a:lnTo>
                  <a:lnTo>
                    <a:pt x="1842449" y="546009"/>
                  </a:lnTo>
                  <a:lnTo>
                    <a:pt x="1850678" y="550054"/>
                  </a:lnTo>
                  <a:lnTo>
                    <a:pt x="1858830" y="554098"/>
                  </a:lnTo>
                  <a:lnTo>
                    <a:pt x="1866959" y="558143"/>
                  </a:lnTo>
                  <a:lnTo>
                    <a:pt x="1875011" y="562187"/>
                  </a:lnTo>
                  <a:lnTo>
                    <a:pt x="1883011" y="566232"/>
                  </a:lnTo>
                  <a:lnTo>
                    <a:pt x="1890950" y="570276"/>
                  </a:lnTo>
                  <a:lnTo>
                    <a:pt x="1898797" y="574321"/>
                  </a:lnTo>
                  <a:lnTo>
                    <a:pt x="1906608" y="578365"/>
                  </a:lnTo>
                  <a:lnTo>
                    <a:pt x="1914277" y="582410"/>
                  </a:lnTo>
                  <a:lnTo>
                    <a:pt x="1921907" y="586454"/>
                  </a:lnTo>
                  <a:lnTo>
                    <a:pt x="1929411" y="590499"/>
                  </a:lnTo>
                  <a:lnTo>
                    <a:pt x="1936831" y="594544"/>
                  </a:lnTo>
                  <a:lnTo>
                    <a:pt x="1944160" y="598588"/>
                  </a:lnTo>
                  <a:lnTo>
                    <a:pt x="1951348" y="602633"/>
                  </a:lnTo>
                  <a:lnTo>
                    <a:pt x="1958485" y="606677"/>
                  </a:lnTo>
                  <a:lnTo>
                    <a:pt x="1965418" y="610722"/>
                  </a:lnTo>
                  <a:lnTo>
                    <a:pt x="1972295" y="614766"/>
                  </a:lnTo>
                  <a:lnTo>
                    <a:pt x="1979006" y="618811"/>
                  </a:lnTo>
                  <a:lnTo>
                    <a:pt x="1985599" y="622855"/>
                  </a:lnTo>
                  <a:lnTo>
                    <a:pt x="1992077" y="626900"/>
                  </a:lnTo>
                  <a:lnTo>
                    <a:pt x="1998367" y="630944"/>
                  </a:lnTo>
                  <a:lnTo>
                    <a:pt x="2004593" y="634989"/>
                  </a:lnTo>
                  <a:lnTo>
                    <a:pt x="2010565" y="639033"/>
                  </a:lnTo>
                  <a:lnTo>
                    <a:pt x="2016463" y="643078"/>
                  </a:lnTo>
                  <a:lnTo>
                    <a:pt x="2022165" y="647122"/>
                  </a:lnTo>
                  <a:lnTo>
                    <a:pt x="2027717" y="651167"/>
                  </a:lnTo>
                  <a:lnTo>
                    <a:pt x="2033138" y="655211"/>
                  </a:lnTo>
                  <a:lnTo>
                    <a:pt x="2038329" y="659256"/>
                  </a:lnTo>
                  <a:lnTo>
                    <a:pt x="2043446" y="663300"/>
                  </a:lnTo>
                  <a:lnTo>
                    <a:pt x="2048276" y="667345"/>
                  </a:lnTo>
                  <a:lnTo>
                    <a:pt x="2053014" y="671389"/>
                  </a:lnTo>
                  <a:lnTo>
                    <a:pt x="2057536" y="675434"/>
                  </a:lnTo>
                  <a:lnTo>
                    <a:pt x="2061884" y="679478"/>
                  </a:lnTo>
                  <a:lnTo>
                    <a:pt x="2066092" y="683523"/>
                  </a:lnTo>
                  <a:lnTo>
                    <a:pt x="2070039" y="687567"/>
                  </a:lnTo>
                  <a:lnTo>
                    <a:pt x="2073904" y="691612"/>
                  </a:lnTo>
                  <a:lnTo>
                    <a:pt x="2077467" y="695656"/>
                  </a:lnTo>
                  <a:lnTo>
                    <a:pt x="2080924" y="699701"/>
                  </a:lnTo>
                  <a:lnTo>
                    <a:pt x="2084158" y="703745"/>
                  </a:lnTo>
                  <a:lnTo>
                    <a:pt x="2087200" y="707790"/>
                  </a:lnTo>
                  <a:lnTo>
                    <a:pt x="2090104" y="711835"/>
                  </a:lnTo>
                  <a:lnTo>
                    <a:pt x="2092730" y="715879"/>
                  </a:lnTo>
                  <a:lnTo>
                    <a:pt x="2095271" y="719924"/>
                  </a:lnTo>
                  <a:lnTo>
                    <a:pt x="2097512" y="723968"/>
                  </a:lnTo>
                  <a:lnTo>
                    <a:pt x="2099637" y="728013"/>
                  </a:lnTo>
                  <a:lnTo>
                    <a:pt x="2101547" y="732057"/>
                  </a:lnTo>
                  <a:lnTo>
                    <a:pt x="2103258" y="736102"/>
                  </a:lnTo>
                  <a:lnTo>
                    <a:pt x="2104841" y="740146"/>
                  </a:lnTo>
                  <a:lnTo>
                    <a:pt x="2106144" y="744191"/>
                  </a:lnTo>
                  <a:lnTo>
                    <a:pt x="2107364" y="748235"/>
                  </a:lnTo>
                  <a:lnTo>
                    <a:pt x="2108304" y="752280"/>
                  </a:lnTo>
                  <a:lnTo>
                    <a:pt x="2109126" y="756324"/>
                  </a:lnTo>
                  <a:lnTo>
                    <a:pt x="2109753" y="760369"/>
                  </a:lnTo>
                  <a:lnTo>
                    <a:pt x="2110187" y="764413"/>
                  </a:lnTo>
                  <a:lnTo>
                    <a:pt x="2110509" y="768458"/>
                  </a:lnTo>
                  <a:lnTo>
                    <a:pt x="2110567" y="772502"/>
                  </a:lnTo>
                  <a:lnTo>
                    <a:pt x="2110551" y="776547"/>
                  </a:lnTo>
                  <a:lnTo>
                    <a:pt x="2110290" y="780591"/>
                  </a:lnTo>
                  <a:lnTo>
                    <a:pt x="2109918" y="784636"/>
                  </a:lnTo>
                  <a:lnTo>
                    <a:pt x="2109381" y="788680"/>
                  </a:lnTo>
                  <a:lnTo>
                    <a:pt x="2108670" y="792725"/>
                  </a:lnTo>
                  <a:lnTo>
                    <a:pt x="2107869" y="796769"/>
                  </a:lnTo>
                  <a:lnTo>
                    <a:pt x="2106839" y="800814"/>
                  </a:lnTo>
                  <a:lnTo>
                    <a:pt x="2105748" y="804858"/>
                  </a:lnTo>
                  <a:lnTo>
                    <a:pt x="2104460" y="808903"/>
                  </a:lnTo>
                  <a:lnTo>
                    <a:pt x="2103202" y="812584"/>
                  </a:lnTo>
                  <a:lnTo>
                    <a:pt x="2103077" y="812947"/>
                  </a:lnTo>
                  <a:lnTo>
                    <a:pt x="2101568" y="816992"/>
                  </a:lnTo>
                  <a:lnTo>
                    <a:pt x="2099919" y="821036"/>
                  </a:lnTo>
                  <a:lnTo>
                    <a:pt x="2098204" y="825081"/>
                  </a:lnTo>
                  <a:lnTo>
                    <a:pt x="2096312" y="829125"/>
                  </a:lnTo>
                  <a:lnTo>
                    <a:pt x="2094375" y="833170"/>
                  </a:lnTo>
                  <a:lnTo>
                    <a:pt x="2092301" y="837215"/>
                  </a:lnTo>
                  <a:lnTo>
                    <a:pt x="2090158" y="841259"/>
                  </a:lnTo>
                  <a:lnTo>
                    <a:pt x="2087932" y="845304"/>
                  </a:lnTo>
                  <a:lnTo>
                    <a:pt x="2085611" y="849348"/>
                  </a:lnTo>
                  <a:lnTo>
                    <a:pt x="2083251" y="853393"/>
                  </a:lnTo>
                  <a:lnTo>
                    <a:pt x="2080782" y="857437"/>
                  </a:lnTo>
                  <a:lnTo>
                    <a:pt x="2078287" y="861482"/>
                  </a:lnTo>
                  <a:lnTo>
                    <a:pt x="2075720" y="865526"/>
                  </a:lnTo>
                  <a:lnTo>
                    <a:pt x="2073119" y="869571"/>
                  </a:lnTo>
                  <a:lnTo>
                    <a:pt x="2070479" y="873615"/>
                  </a:lnTo>
                  <a:lnTo>
                    <a:pt x="2067802" y="877660"/>
                  </a:lnTo>
                  <a:lnTo>
                    <a:pt x="2065111" y="881704"/>
                  </a:lnTo>
                  <a:lnTo>
                    <a:pt x="2062390" y="885749"/>
                  </a:lnTo>
                  <a:lnTo>
                    <a:pt x="2059667" y="889793"/>
                  </a:lnTo>
                  <a:lnTo>
                    <a:pt x="2056938" y="893838"/>
                  </a:lnTo>
                  <a:lnTo>
                    <a:pt x="2054216" y="897882"/>
                  </a:lnTo>
                  <a:lnTo>
                    <a:pt x="2051500" y="901927"/>
                  </a:lnTo>
                  <a:lnTo>
                    <a:pt x="2048812" y="905971"/>
                  </a:lnTo>
                  <a:lnTo>
                    <a:pt x="2046133" y="910016"/>
                  </a:lnTo>
                  <a:lnTo>
                    <a:pt x="2043512" y="914060"/>
                  </a:lnTo>
                  <a:lnTo>
                    <a:pt x="2040912" y="918105"/>
                  </a:lnTo>
                  <a:lnTo>
                    <a:pt x="2038370" y="922149"/>
                  </a:lnTo>
                  <a:lnTo>
                    <a:pt x="2035883" y="926194"/>
                  </a:lnTo>
                  <a:lnTo>
                    <a:pt x="2033444" y="930238"/>
                  </a:lnTo>
                  <a:lnTo>
                    <a:pt x="2031102" y="934283"/>
                  </a:lnTo>
                  <a:lnTo>
                    <a:pt x="2028793" y="938327"/>
                  </a:lnTo>
                  <a:lnTo>
                    <a:pt x="2026624" y="942372"/>
                  </a:lnTo>
                  <a:lnTo>
                    <a:pt x="2024504" y="946416"/>
                  </a:lnTo>
                  <a:lnTo>
                    <a:pt x="2022502" y="950461"/>
                  </a:lnTo>
                  <a:lnTo>
                    <a:pt x="2020604" y="954506"/>
                  </a:lnTo>
                  <a:lnTo>
                    <a:pt x="2018790" y="958550"/>
                  </a:lnTo>
                  <a:lnTo>
                    <a:pt x="2017145" y="962595"/>
                  </a:lnTo>
                  <a:lnTo>
                    <a:pt x="2015555" y="966639"/>
                  </a:lnTo>
                  <a:lnTo>
                    <a:pt x="2014178" y="970684"/>
                  </a:lnTo>
                  <a:lnTo>
                    <a:pt x="2012881" y="974728"/>
                  </a:lnTo>
                  <a:lnTo>
                    <a:pt x="2011753" y="978773"/>
                  </a:lnTo>
                  <a:lnTo>
                    <a:pt x="2010779" y="982817"/>
                  </a:lnTo>
                  <a:lnTo>
                    <a:pt x="2009917" y="986862"/>
                  </a:lnTo>
                  <a:lnTo>
                    <a:pt x="2009293" y="990906"/>
                  </a:lnTo>
                  <a:lnTo>
                    <a:pt x="2008744" y="994951"/>
                  </a:lnTo>
                  <a:lnTo>
                    <a:pt x="2008470" y="998995"/>
                  </a:lnTo>
                  <a:lnTo>
                    <a:pt x="2008306" y="1003040"/>
                  </a:lnTo>
                  <a:lnTo>
                    <a:pt x="2008349" y="1007084"/>
                  </a:lnTo>
                  <a:lnTo>
                    <a:pt x="2008595" y="1011129"/>
                  </a:lnTo>
                  <a:lnTo>
                    <a:pt x="2008972" y="1015173"/>
                  </a:lnTo>
                  <a:lnTo>
                    <a:pt x="2009649" y="1019218"/>
                  </a:lnTo>
                  <a:lnTo>
                    <a:pt x="2010417" y="1023262"/>
                  </a:lnTo>
                  <a:lnTo>
                    <a:pt x="2011504" y="1027307"/>
                  </a:lnTo>
                  <a:lnTo>
                    <a:pt x="2012731" y="1031351"/>
                  </a:lnTo>
                  <a:lnTo>
                    <a:pt x="2014192" y="1035396"/>
                  </a:lnTo>
                  <a:lnTo>
                    <a:pt x="2015894" y="1039440"/>
                  </a:lnTo>
                  <a:lnTo>
                    <a:pt x="2017739" y="1043485"/>
                  </a:lnTo>
                  <a:lnTo>
                    <a:pt x="2019933" y="1047529"/>
                  </a:lnTo>
                  <a:lnTo>
                    <a:pt x="2022229" y="1051574"/>
                  </a:lnTo>
                  <a:lnTo>
                    <a:pt x="2024870" y="1055618"/>
                  </a:lnTo>
                  <a:lnTo>
                    <a:pt x="2027673" y="1059663"/>
                  </a:lnTo>
                  <a:lnTo>
                    <a:pt x="2030723" y="1063707"/>
                  </a:lnTo>
                  <a:lnTo>
                    <a:pt x="2034044" y="1067752"/>
                  </a:lnTo>
                  <a:lnTo>
                    <a:pt x="2037508" y="1071797"/>
                  </a:lnTo>
                  <a:lnTo>
                    <a:pt x="2041352" y="1075841"/>
                  </a:lnTo>
                  <a:lnTo>
                    <a:pt x="2045303" y="1079886"/>
                  </a:lnTo>
                  <a:lnTo>
                    <a:pt x="2049604" y="1083930"/>
                  </a:lnTo>
                  <a:lnTo>
                    <a:pt x="2054083" y="1087975"/>
                  </a:lnTo>
                  <a:lnTo>
                    <a:pt x="2058804" y="1092019"/>
                  </a:lnTo>
                  <a:lnTo>
                    <a:pt x="2063809" y="1096064"/>
                  </a:lnTo>
                  <a:lnTo>
                    <a:pt x="2068948" y="1100108"/>
                  </a:lnTo>
                  <a:lnTo>
                    <a:pt x="2074476" y="1104153"/>
                  </a:lnTo>
                  <a:lnTo>
                    <a:pt x="2080109" y="1108197"/>
                  </a:lnTo>
                  <a:lnTo>
                    <a:pt x="2086073" y="1112242"/>
                  </a:lnTo>
                  <a:lnTo>
                    <a:pt x="2092218" y="1116286"/>
                  </a:lnTo>
                  <a:lnTo>
                    <a:pt x="2098585" y="1120331"/>
                  </a:lnTo>
                  <a:lnTo>
                    <a:pt x="2105230" y="1124375"/>
                  </a:lnTo>
                  <a:lnTo>
                    <a:pt x="2111991" y="1128420"/>
                  </a:lnTo>
                  <a:lnTo>
                    <a:pt x="2119120" y="1132464"/>
                  </a:lnTo>
                  <a:lnTo>
                    <a:pt x="2126344" y="1136509"/>
                  </a:lnTo>
                  <a:lnTo>
                    <a:pt x="2133858" y="1140553"/>
                  </a:lnTo>
                  <a:lnTo>
                    <a:pt x="2141539" y="1144598"/>
                  </a:lnTo>
                  <a:lnTo>
                    <a:pt x="2149408" y="1148642"/>
                  </a:lnTo>
                  <a:lnTo>
                    <a:pt x="2157524" y="1152687"/>
                  </a:lnTo>
                  <a:lnTo>
                    <a:pt x="2165731" y="1156731"/>
                  </a:lnTo>
                  <a:lnTo>
                    <a:pt x="2174252" y="1160776"/>
                  </a:lnTo>
                  <a:lnTo>
                    <a:pt x="2182850" y="1164820"/>
                  </a:lnTo>
                  <a:lnTo>
                    <a:pt x="2191674" y="1168865"/>
                  </a:lnTo>
                  <a:lnTo>
                    <a:pt x="2200635" y="1172909"/>
                  </a:lnTo>
                  <a:lnTo>
                    <a:pt x="2209734" y="1176954"/>
                  </a:lnTo>
                  <a:lnTo>
                    <a:pt x="2219022" y="1180998"/>
                  </a:lnTo>
                  <a:lnTo>
                    <a:pt x="2228374" y="1185043"/>
                  </a:lnTo>
                  <a:lnTo>
                    <a:pt x="2237947" y="1189088"/>
                  </a:lnTo>
                  <a:lnTo>
                    <a:pt x="2247572" y="1193132"/>
                  </a:lnTo>
                  <a:lnTo>
                    <a:pt x="2257339" y="1197177"/>
                  </a:lnTo>
                  <a:lnTo>
                    <a:pt x="2267193" y="1201221"/>
                  </a:lnTo>
                  <a:lnTo>
                    <a:pt x="2277126" y="1205266"/>
                  </a:lnTo>
                  <a:lnTo>
                    <a:pt x="2287162" y="1209310"/>
                  </a:lnTo>
                  <a:lnTo>
                    <a:pt x="2297231" y="1213355"/>
                  </a:lnTo>
                  <a:lnTo>
                    <a:pt x="2307395" y="1217399"/>
                  </a:lnTo>
                  <a:lnTo>
                    <a:pt x="2317578" y="1221444"/>
                  </a:lnTo>
                  <a:lnTo>
                    <a:pt x="2327807" y="1225488"/>
                  </a:lnTo>
                  <a:lnTo>
                    <a:pt x="2338051" y="1229533"/>
                  </a:lnTo>
                  <a:lnTo>
                    <a:pt x="2348307" y="1233577"/>
                  </a:lnTo>
                  <a:lnTo>
                    <a:pt x="2358556" y="1237622"/>
                  </a:lnTo>
                  <a:lnTo>
                    <a:pt x="2368800" y="1241666"/>
                  </a:lnTo>
                  <a:lnTo>
                    <a:pt x="2378999" y="1245711"/>
                  </a:lnTo>
                  <a:lnTo>
                    <a:pt x="2389170" y="1249755"/>
                  </a:lnTo>
                  <a:lnTo>
                    <a:pt x="2399281" y="1253800"/>
                  </a:lnTo>
                  <a:lnTo>
                    <a:pt x="2409319" y="1257844"/>
                  </a:lnTo>
                  <a:lnTo>
                    <a:pt x="2419303" y="1261889"/>
                  </a:lnTo>
                  <a:lnTo>
                    <a:pt x="2429146" y="1265933"/>
                  </a:lnTo>
                  <a:lnTo>
                    <a:pt x="2438944" y="1269978"/>
                  </a:lnTo>
                  <a:lnTo>
                    <a:pt x="2448550" y="1274022"/>
                  </a:lnTo>
                  <a:lnTo>
                    <a:pt x="2458070" y="1278067"/>
                  </a:lnTo>
                  <a:lnTo>
                    <a:pt x="2467425" y="1282111"/>
                  </a:lnTo>
                  <a:lnTo>
                    <a:pt x="2476606" y="1286156"/>
                  </a:lnTo>
                  <a:lnTo>
                    <a:pt x="2485670" y="1290200"/>
                  </a:lnTo>
                  <a:lnTo>
                    <a:pt x="2494450" y="1294245"/>
                  </a:lnTo>
                  <a:lnTo>
                    <a:pt x="2503141" y="1298289"/>
                  </a:lnTo>
                  <a:lnTo>
                    <a:pt x="2511500" y="1302334"/>
                  </a:lnTo>
                  <a:lnTo>
                    <a:pt x="2519707" y="1306379"/>
                  </a:lnTo>
                  <a:lnTo>
                    <a:pt x="2527654" y="1310423"/>
                  </a:lnTo>
                  <a:lnTo>
                    <a:pt x="2535319" y="1314468"/>
                  </a:lnTo>
                  <a:lnTo>
                    <a:pt x="2537750" y="1315779"/>
                  </a:lnTo>
                  <a:lnTo>
                    <a:pt x="2542815" y="1318512"/>
                  </a:lnTo>
                  <a:lnTo>
                    <a:pt x="2549881" y="1322557"/>
                  </a:lnTo>
                  <a:lnTo>
                    <a:pt x="2556816" y="1326601"/>
                  </a:lnTo>
                  <a:lnTo>
                    <a:pt x="2563299" y="1330646"/>
                  </a:lnTo>
                  <a:lnTo>
                    <a:pt x="2569561" y="1334690"/>
                  </a:lnTo>
                  <a:lnTo>
                    <a:pt x="2575484" y="1338735"/>
                  </a:lnTo>
                  <a:lnTo>
                    <a:pt x="2581022" y="1342779"/>
                  </a:lnTo>
                  <a:lnTo>
                    <a:pt x="2586352" y="1346824"/>
                  </a:lnTo>
                  <a:lnTo>
                    <a:pt x="2591118" y="1350868"/>
                  </a:lnTo>
                  <a:lnTo>
                    <a:pt x="2595719" y="1354913"/>
                  </a:lnTo>
                  <a:lnTo>
                    <a:pt x="2599774" y="1358957"/>
                  </a:lnTo>
                  <a:lnTo>
                    <a:pt x="2603544" y="1363002"/>
                  </a:lnTo>
                  <a:lnTo>
                    <a:pt x="2606920" y="1367046"/>
                  </a:lnTo>
                  <a:lnTo>
                    <a:pt x="2609821" y="1371091"/>
                  </a:lnTo>
                  <a:lnTo>
                    <a:pt x="2612494" y="1375135"/>
                  </a:lnTo>
                  <a:lnTo>
                    <a:pt x="2614492" y="1379180"/>
                  </a:lnTo>
                  <a:lnTo>
                    <a:pt x="2616301" y="1383224"/>
                  </a:lnTo>
                  <a:lnTo>
                    <a:pt x="2617505" y="1387269"/>
                  </a:lnTo>
                  <a:lnTo>
                    <a:pt x="2618374" y="1391313"/>
                  </a:lnTo>
                  <a:lnTo>
                    <a:pt x="2618819" y="1395358"/>
                  </a:lnTo>
                  <a:lnTo>
                    <a:pt x="2618725" y="1399402"/>
                  </a:lnTo>
                  <a:lnTo>
                    <a:pt x="2618399" y="1403447"/>
                  </a:lnTo>
                  <a:lnTo>
                    <a:pt x="2617325" y="1407491"/>
                  </a:lnTo>
                  <a:lnTo>
                    <a:pt x="2616050" y="1411536"/>
                  </a:lnTo>
                  <a:lnTo>
                    <a:pt x="2614154" y="1415580"/>
                  </a:lnTo>
                  <a:lnTo>
                    <a:pt x="2611886" y="1419625"/>
                  </a:lnTo>
                  <a:lnTo>
                    <a:pt x="2609198" y="1423670"/>
                  </a:lnTo>
                  <a:lnTo>
                    <a:pt x="2605936" y="1427714"/>
                  </a:lnTo>
                  <a:lnTo>
                    <a:pt x="2602455" y="1431759"/>
                  </a:lnTo>
                  <a:lnTo>
                    <a:pt x="2598200" y="1435803"/>
                  </a:lnTo>
                  <a:lnTo>
                    <a:pt x="2593745" y="1439848"/>
                  </a:lnTo>
                  <a:lnTo>
                    <a:pt x="2588692" y="1443892"/>
                  </a:lnTo>
                  <a:lnTo>
                    <a:pt x="2583257" y="1447937"/>
                  </a:lnTo>
                  <a:lnTo>
                    <a:pt x="2577430" y="1451981"/>
                  </a:lnTo>
                  <a:lnTo>
                    <a:pt x="2571032" y="1456026"/>
                  </a:lnTo>
                  <a:lnTo>
                    <a:pt x="2564438" y="1460070"/>
                  </a:lnTo>
                  <a:lnTo>
                    <a:pt x="2557103" y="1464115"/>
                  </a:lnTo>
                  <a:lnTo>
                    <a:pt x="2549577" y="1468159"/>
                  </a:lnTo>
                  <a:lnTo>
                    <a:pt x="2541514" y="1472204"/>
                  </a:lnTo>
                  <a:lnTo>
                    <a:pt x="2533084" y="1476248"/>
                  </a:lnTo>
                  <a:lnTo>
                    <a:pt x="2524314" y="1480293"/>
                  </a:lnTo>
                  <a:lnTo>
                    <a:pt x="2515014" y="1484337"/>
                  </a:lnTo>
                  <a:lnTo>
                    <a:pt x="2505540" y="1488382"/>
                  </a:lnTo>
                  <a:lnTo>
                    <a:pt x="2495429" y="1492426"/>
                  </a:lnTo>
                  <a:lnTo>
                    <a:pt x="2485138" y="1496471"/>
                  </a:lnTo>
                  <a:lnTo>
                    <a:pt x="2474399" y="1500515"/>
                  </a:lnTo>
                  <a:lnTo>
                    <a:pt x="2463335" y="1504560"/>
                  </a:lnTo>
                  <a:lnTo>
                    <a:pt x="2451998" y="1508604"/>
                  </a:lnTo>
                  <a:lnTo>
                    <a:pt x="2440210" y="1512649"/>
                  </a:lnTo>
                  <a:lnTo>
                    <a:pt x="2428278" y="1516693"/>
                  </a:lnTo>
                  <a:lnTo>
                    <a:pt x="2415846" y="1520738"/>
                  </a:lnTo>
                  <a:lnTo>
                    <a:pt x="2403260" y="1524782"/>
                  </a:lnTo>
                  <a:lnTo>
                    <a:pt x="2390335" y="1528827"/>
                  </a:lnTo>
                  <a:lnTo>
                    <a:pt x="2377149" y="1532871"/>
                  </a:lnTo>
                  <a:lnTo>
                    <a:pt x="2363768" y="1536916"/>
                  </a:lnTo>
                  <a:lnTo>
                    <a:pt x="2350041" y="1540961"/>
                  </a:lnTo>
                  <a:lnTo>
                    <a:pt x="2336211" y="1545005"/>
                  </a:lnTo>
                  <a:lnTo>
                    <a:pt x="2322034" y="1549050"/>
                  </a:lnTo>
                  <a:lnTo>
                    <a:pt x="2307743" y="1553094"/>
                  </a:lnTo>
                  <a:lnTo>
                    <a:pt x="2293229" y="1557139"/>
                  </a:lnTo>
                  <a:lnTo>
                    <a:pt x="2278538" y="1561183"/>
                  </a:lnTo>
                  <a:lnTo>
                    <a:pt x="2263728" y="1565228"/>
                  </a:lnTo>
                  <a:lnTo>
                    <a:pt x="2248700" y="1569272"/>
                  </a:lnTo>
                  <a:lnTo>
                    <a:pt x="2233612" y="1573317"/>
                  </a:lnTo>
                  <a:lnTo>
                    <a:pt x="2218333" y="1577361"/>
                  </a:lnTo>
                  <a:lnTo>
                    <a:pt x="2202991" y="1581406"/>
                  </a:lnTo>
                  <a:lnTo>
                    <a:pt x="2187540" y="1585450"/>
                  </a:lnTo>
                  <a:lnTo>
                    <a:pt x="2172007" y="1589495"/>
                  </a:lnTo>
                  <a:lnTo>
                    <a:pt x="2156424" y="1593539"/>
                  </a:lnTo>
                  <a:lnTo>
                    <a:pt x="2140761" y="1597584"/>
                  </a:lnTo>
                  <a:lnTo>
                    <a:pt x="2125080" y="1601628"/>
                  </a:lnTo>
                  <a:lnTo>
                    <a:pt x="2109354" y="1605673"/>
                  </a:lnTo>
                  <a:lnTo>
                    <a:pt x="2093623" y="1609717"/>
                  </a:lnTo>
                  <a:lnTo>
                    <a:pt x="2077884" y="1613762"/>
                  </a:lnTo>
                  <a:lnTo>
                    <a:pt x="2062161" y="1617806"/>
                  </a:lnTo>
                  <a:lnTo>
                    <a:pt x="2046447" y="1621851"/>
                  </a:lnTo>
                  <a:lnTo>
                    <a:pt x="2030787" y="1625895"/>
                  </a:lnTo>
                  <a:lnTo>
                    <a:pt x="2015148" y="1629940"/>
                  </a:lnTo>
                  <a:lnTo>
                    <a:pt x="1999590" y="1633984"/>
                  </a:lnTo>
                  <a:lnTo>
                    <a:pt x="1984086" y="1638029"/>
                  </a:lnTo>
                  <a:lnTo>
                    <a:pt x="1968657" y="1642073"/>
                  </a:lnTo>
                  <a:lnTo>
                    <a:pt x="1953336" y="1646118"/>
                  </a:lnTo>
                  <a:lnTo>
                    <a:pt x="1938068" y="1650162"/>
                  </a:lnTo>
                  <a:lnTo>
                    <a:pt x="1922977" y="1654207"/>
                  </a:lnTo>
                  <a:lnTo>
                    <a:pt x="1907940" y="1658251"/>
                  </a:lnTo>
                  <a:lnTo>
                    <a:pt x="1893081" y="1662296"/>
                  </a:lnTo>
                  <a:lnTo>
                    <a:pt x="1878331" y="1666341"/>
                  </a:lnTo>
                  <a:lnTo>
                    <a:pt x="1863718" y="1670385"/>
                  </a:lnTo>
                  <a:lnTo>
                    <a:pt x="1849293" y="1674430"/>
                  </a:lnTo>
                  <a:lnTo>
                    <a:pt x="1834950" y="1678474"/>
                  </a:lnTo>
                  <a:lnTo>
                    <a:pt x="1820885" y="1682519"/>
                  </a:lnTo>
                  <a:lnTo>
                    <a:pt x="1806899" y="1686563"/>
                  </a:lnTo>
                  <a:lnTo>
                    <a:pt x="1793161" y="1690608"/>
                  </a:lnTo>
                  <a:lnTo>
                    <a:pt x="1779576" y="1694652"/>
                  </a:lnTo>
                  <a:lnTo>
                    <a:pt x="1766169" y="1698697"/>
                  </a:lnTo>
                  <a:lnTo>
                    <a:pt x="1753011" y="1702741"/>
                  </a:lnTo>
                  <a:lnTo>
                    <a:pt x="1739951" y="1706786"/>
                  </a:lnTo>
                  <a:lnTo>
                    <a:pt x="1727243" y="1710830"/>
                  </a:lnTo>
                  <a:lnTo>
                    <a:pt x="1714631" y="1714875"/>
                  </a:lnTo>
                  <a:lnTo>
                    <a:pt x="1702306" y="1718919"/>
                  </a:lnTo>
                  <a:lnTo>
                    <a:pt x="1690168" y="1722964"/>
                  </a:lnTo>
                  <a:lnTo>
                    <a:pt x="1678227" y="1727008"/>
                  </a:lnTo>
                  <a:lnTo>
                    <a:pt x="1666578" y="1731053"/>
                  </a:lnTo>
                  <a:lnTo>
                    <a:pt x="1655030" y="1735097"/>
                  </a:lnTo>
                  <a:lnTo>
                    <a:pt x="1643880" y="1739142"/>
                  </a:lnTo>
                  <a:lnTo>
                    <a:pt x="1632834" y="1743186"/>
                  </a:lnTo>
                  <a:lnTo>
                    <a:pt x="1622088" y="1747231"/>
                  </a:lnTo>
                  <a:lnTo>
                    <a:pt x="1611551" y="1751275"/>
                  </a:lnTo>
                  <a:lnTo>
                    <a:pt x="1601211" y="1755320"/>
                  </a:lnTo>
                  <a:lnTo>
                    <a:pt x="1591187" y="1759364"/>
                  </a:lnTo>
                  <a:lnTo>
                    <a:pt x="1581266" y="1763409"/>
                  </a:lnTo>
                  <a:lnTo>
                    <a:pt x="1571743" y="1767453"/>
                  </a:lnTo>
                  <a:lnTo>
                    <a:pt x="1562335" y="1771498"/>
                  </a:lnTo>
                  <a:lnTo>
                    <a:pt x="1553218" y="1775542"/>
                  </a:lnTo>
                  <a:lnTo>
                    <a:pt x="1544320" y="1779587"/>
                  </a:lnTo>
                  <a:lnTo>
                    <a:pt x="1535606" y="1783632"/>
                  </a:lnTo>
                  <a:lnTo>
                    <a:pt x="1527211" y="1787676"/>
                  </a:lnTo>
                  <a:lnTo>
                    <a:pt x="1518917" y="1791721"/>
                  </a:lnTo>
                  <a:lnTo>
                    <a:pt x="1510997" y="1795765"/>
                  </a:lnTo>
                  <a:lnTo>
                    <a:pt x="1503197" y="1799810"/>
                  </a:lnTo>
                  <a:lnTo>
                    <a:pt x="1495664" y="1803854"/>
                  </a:lnTo>
                  <a:lnTo>
                    <a:pt x="1488345" y="1807899"/>
                  </a:lnTo>
                  <a:lnTo>
                    <a:pt x="1481192" y="1811943"/>
                  </a:lnTo>
                  <a:lnTo>
                    <a:pt x="1474344" y="1815988"/>
                  </a:lnTo>
                  <a:lnTo>
                    <a:pt x="1467591" y="1820032"/>
                  </a:lnTo>
                  <a:lnTo>
                    <a:pt x="1461172" y="1824077"/>
                  </a:lnTo>
                  <a:lnTo>
                    <a:pt x="1454870" y="1828121"/>
                  </a:lnTo>
                  <a:lnTo>
                    <a:pt x="1448803" y="1832166"/>
                  </a:lnTo>
                  <a:lnTo>
                    <a:pt x="1442938" y="1836210"/>
                  </a:lnTo>
                  <a:lnTo>
                    <a:pt x="1437214" y="1840255"/>
                  </a:lnTo>
                  <a:lnTo>
                    <a:pt x="1431770" y="1844299"/>
                  </a:lnTo>
                  <a:lnTo>
                    <a:pt x="1426409" y="1848344"/>
                  </a:lnTo>
                  <a:lnTo>
                    <a:pt x="1421335" y="1852388"/>
                  </a:lnTo>
                  <a:lnTo>
                    <a:pt x="1416373" y="1856433"/>
                  </a:lnTo>
                  <a:lnTo>
                    <a:pt x="1411607" y="1860477"/>
                  </a:lnTo>
                  <a:lnTo>
                    <a:pt x="1407024" y="1864522"/>
                  </a:lnTo>
                  <a:lnTo>
                    <a:pt x="1402555" y="1868566"/>
                  </a:lnTo>
                  <a:lnTo>
                    <a:pt x="1398334" y="1872611"/>
                  </a:lnTo>
                  <a:lnTo>
                    <a:pt x="1394184" y="1876655"/>
                  </a:lnTo>
                  <a:lnTo>
                    <a:pt x="1390272" y="1880700"/>
                  </a:lnTo>
                  <a:lnTo>
                    <a:pt x="1386459" y="1884744"/>
                  </a:lnTo>
                  <a:lnTo>
                    <a:pt x="1382807" y="1888789"/>
                  </a:lnTo>
                  <a:lnTo>
                    <a:pt x="1379313" y="1892833"/>
                  </a:lnTo>
                  <a:lnTo>
                    <a:pt x="1375909" y="1896878"/>
                  </a:lnTo>
                  <a:lnTo>
                    <a:pt x="1372715" y="1900923"/>
                  </a:lnTo>
                  <a:lnTo>
                    <a:pt x="1369581" y="1904967"/>
                  </a:lnTo>
                  <a:lnTo>
                    <a:pt x="1366636" y="1909012"/>
                  </a:lnTo>
                  <a:lnTo>
                    <a:pt x="1363778" y="1913056"/>
                  </a:lnTo>
                  <a:lnTo>
                    <a:pt x="1361045" y="1917101"/>
                  </a:lnTo>
                  <a:lnTo>
                    <a:pt x="1358445" y="1921145"/>
                  </a:lnTo>
                  <a:lnTo>
                    <a:pt x="1355913" y="1925190"/>
                  </a:lnTo>
                  <a:lnTo>
                    <a:pt x="1353555" y="1929234"/>
                  </a:lnTo>
                  <a:lnTo>
                    <a:pt x="1351244" y="1933279"/>
                  </a:lnTo>
                  <a:lnTo>
                    <a:pt x="1349079" y="1937323"/>
                  </a:lnTo>
                  <a:lnTo>
                    <a:pt x="1346988" y="1941368"/>
                  </a:lnTo>
                  <a:lnTo>
                    <a:pt x="1344991" y="1945412"/>
                  </a:lnTo>
                  <a:lnTo>
                    <a:pt x="1343103" y="1949457"/>
                  </a:lnTo>
                  <a:lnTo>
                    <a:pt x="1341263" y="1953501"/>
                  </a:lnTo>
                  <a:lnTo>
                    <a:pt x="1339563" y="1957546"/>
                  </a:lnTo>
                  <a:lnTo>
                    <a:pt x="1337899" y="1961590"/>
                  </a:lnTo>
                  <a:lnTo>
                    <a:pt x="1336345" y="1965635"/>
                  </a:lnTo>
                  <a:lnTo>
                    <a:pt x="1334851" y="1969679"/>
                  </a:lnTo>
                  <a:lnTo>
                    <a:pt x="1333425" y="1973724"/>
                  </a:lnTo>
                  <a:lnTo>
                    <a:pt x="1332086" y="1977768"/>
                  </a:lnTo>
                  <a:lnTo>
                    <a:pt x="1330780" y="1981813"/>
                  </a:lnTo>
                  <a:lnTo>
                    <a:pt x="1329584" y="1985857"/>
                  </a:lnTo>
                  <a:lnTo>
                    <a:pt x="1328414" y="1989902"/>
                  </a:lnTo>
                  <a:lnTo>
                    <a:pt x="1327323" y="1993946"/>
                  </a:lnTo>
                  <a:lnTo>
                    <a:pt x="1326280" y="1997991"/>
                  </a:lnTo>
                  <a:lnTo>
                    <a:pt x="1325286" y="2002035"/>
                  </a:lnTo>
                  <a:lnTo>
                    <a:pt x="1324358" y="2006080"/>
                  </a:lnTo>
                  <a:lnTo>
                    <a:pt x="1323453" y="2010124"/>
                  </a:lnTo>
                  <a:lnTo>
                    <a:pt x="1322629" y="2014169"/>
                  </a:lnTo>
                  <a:lnTo>
                    <a:pt x="1321826" y="2018214"/>
                  </a:lnTo>
                  <a:lnTo>
                    <a:pt x="1321078" y="2022258"/>
                  </a:lnTo>
                  <a:lnTo>
                    <a:pt x="1320367" y="2026303"/>
                  </a:lnTo>
                  <a:lnTo>
                    <a:pt x="1319689" y="2030347"/>
                  </a:lnTo>
                  <a:lnTo>
                    <a:pt x="1319061" y="2034392"/>
                  </a:lnTo>
                  <a:lnTo>
                    <a:pt x="1318449" y="2038436"/>
                  </a:lnTo>
                  <a:lnTo>
                    <a:pt x="1317894" y="2042481"/>
                  </a:lnTo>
                  <a:lnTo>
                    <a:pt x="1317355" y="2046525"/>
                  </a:lnTo>
                  <a:lnTo>
                    <a:pt x="1316854" y="2050570"/>
                  </a:lnTo>
                  <a:lnTo>
                    <a:pt x="1316380" y="2054614"/>
                  </a:lnTo>
                  <a:lnTo>
                    <a:pt x="1315928" y="2058659"/>
                  </a:lnTo>
                  <a:lnTo>
                    <a:pt x="1315513" y="2062703"/>
                  </a:lnTo>
                  <a:lnTo>
                    <a:pt x="1315108" y="2066748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623931" y="2838372"/>
              <a:ext cx="0" cy="575080"/>
            </a:xfrm>
            <a:custGeom>
              <a:avLst/>
              <a:pathLst>
                <a:path w="0" h="575080">
                  <a:moveTo>
                    <a:pt x="0" y="57508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4101495"/>
              <a:ext cx="0" cy="410771"/>
            </a:xfrm>
            <a:custGeom>
              <a:avLst/>
              <a:pathLst>
                <a:path w="0" h="410771">
                  <a:moveTo>
                    <a:pt x="0" y="0"/>
                  </a:moveTo>
                  <a:lnTo>
                    <a:pt x="0" y="4107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332951" y="3413452"/>
              <a:ext cx="581959" cy="688042"/>
            </a:xfrm>
            <a:custGeom>
              <a:avLst/>
              <a:pathLst>
                <a:path w="581959" h="688042">
                  <a:moveTo>
                    <a:pt x="0" y="0"/>
                  </a:moveTo>
                  <a:lnTo>
                    <a:pt x="0" y="688042"/>
                  </a:lnTo>
                  <a:lnTo>
                    <a:pt x="581959" y="688042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332951" y="3896109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533730" y="4070687"/>
              <a:ext cx="0" cy="236193"/>
            </a:xfrm>
            <a:custGeom>
              <a:avLst/>
              <a:pathLst>
                <a:path w="0" h="236193">
                  <a:moveTo>
                    <a:pt x="0" y="23619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4917903"/>
              <a:ext cx="0" cy="66750"/>
            </a:xfrm>
            <a:custGeom>
              <a:avLst/>
              <a:pathLst>
                <a:path w="0" h="66750">
                  <a:moveTo>
                    <a:pt x="0" y="0"/>
                  </a:moveTo>
                  <a:lnTo>
                    <a:pt x="0" y="6675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5242750" y="4306880"/>
              <a:ext cx="581959" cy="611022"/>
            </a:xfrm>
            <a:custGeom>
              <a:avLst/>
              <a:pathLst>
                <a:path w="581959" h="611022">
                  <a:moveTo>
                    <a:pt x="0" y="0"/>
                  </a:moveTo>
                  <a:lnTo>
                    <a:pt x="0" y="611022"/>
                  </a:lnTo>
                  <a:lnTo>
                    <a:pt x="581959" y="611022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5242750" y="4810075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585554" y="4473890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5495354" y="4946277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585554" y="3857732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5495354" y="477169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85554" y="2799996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495354" y="4032310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351380" y="4421741"/>
              <a:ext cx="1965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MN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261180" y="4894128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351380" y="3805583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IN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61180" y="4719550"/>
              <a:ext cx="168432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CT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351380" y="2747847"/>
              <a:ext cx="16861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AK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61180" y="3980161"/>
              <a:ext cx="1965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MD</a:t>
              </a:r>
            </a:p>
          </p:txBody>
        </p:sp>
        <p:sp>
          <p:nvSpPr>
            <p:cNvPr id="32" name="pt31"/>
            <p:cNvSpPr/>
            <p:nvPr/>
          </p:nvSpPr>
          <p:spPr>
            <a:xfrm>
              <a:off x="2578779" y="3721933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488578" y="4585678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878051" y="4198957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753241" y="531434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1062" y="42874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326048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223355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(2019)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2020: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(2020)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2020: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A5B6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E0636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BC37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8596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7203A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B02A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5902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9E1E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BC3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BA36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9E1E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B8338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8811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B631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CB497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E6705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8A12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8A12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75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D5F6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7F0BA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BC37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7806A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4D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D95B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5103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5103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B32D8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981A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CF4E7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6576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2527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A3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9A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8F15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9E1E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9E1E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8A12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8A12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F3B8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EB7B5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(2020)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2020: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52415" y="1600200"/>
              <a:ext cx="78391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78580" y="5864148"/>
              <a:ext cx="11402" cy="11095"/>
            </a:xfrm>
            <a:custGeom>
              <a:avLst/>
              <a:pathLst>
                <a:path w="11402" h="11095">
                  <a:moveTo>
                    <a:pt x="588" y="1608"/>
                  </a:moveTo>
                  <a:lnTo>
                    <a:pt x="4904" y="0"/>
                  </a:lnTo>
                  <a:lnTo>
                    <a:pt x="7024" y="83"/>
                  </a:lnTo>
                  <a:lnTo>
                    <a:pt x="11402" y="5817"/>
                  </a:lnTo>
                  <a:lnTo>
                    <a:pt x="9490" y="9615"/>
                  </a:lnTo>
                  <a:lnTo>
                    <a:pt x="5513" y="11095"/>
                  </a:lnTo>
                  <a:lnTo>
                    <a:pt x="1792" y="8455"/>
                  </a:lnTo>
                  <a:lnTo>
                    <a:pt x="0" y="55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876629" y="5463795"/>
              <a:ext cx="101007" cy="97925"/>
            </a:xfrm>
            <a:custGeom>
              <a:avLst/>
              <a:pathLst>
                <a:path w="101007" h="97925">
                  <a:moveTo>
                    <a:pt x="1505" y="37390"/>
                  </a:moveTo>
                  <a:lnTo>
                    <a:pt x="4370" y="32840"/>
                  </a:lnTo>
                  <a:lnTo>
                    <a:pt x="5503" y="27432"/>
                  </a:lnTo>
                  <a:lnTo>
                    <a:pt x="6461" y="22846"/>
                  </a:lnTo>
                  <a:lnTo>
                    <a:pt x="5796" y="19822"/>
                  </a:lnTo>
                  <a:lnTo>
                    <a:pt x="2279" y="14214"/>
                  </a:lnTo>
                  <a:lnTo>
                    <a:pt x="1214" y="10268"/>
                  </a:lnTo>
                  <a:lnTo>
                    <a:pt x="0" y="7358"/>
                  </a:lnTo>
                  <a:lnTo>
                    <a:pt x="1805" y="4612"/>
                  </a:lnTo>
                  <a:lnTo>
                    <a:pt x="7853" y="3427"/>
                  </a:lnTo>
                  <a:lnTo>
                    <a:pt x="15253" y="0"/>
                  </a:lnTo>
                  <a:lnTo>
                    <a:pt x="17052" y="562"/>
                  </a:lnTo>
                  <a:lnTo>
                    <a:pt x="21598" y="3636"/>
                  </a:lnTo>
                  <a:lnTo>
                    <a:pt x="23099" y="3537"/>
                  </a:lnTo>
                  <a:lnTo>
                    <a:pt x="25954" y="3345"/>
                  </a:lnTo>
                  <a:lnTo>
                    <a:pt x="30035" y="5361"/>
                  </a:lnTo>
                  <a:lnTo>
                    <a:pt x="33751" y="8887"/>
                  </a:lnTo>
                  <a:lnTo>
                    <a:pt x="31760" y="10123"/>
                  </a:lnTo>
                  <a:lnTo>
                    <a:pt x="34294" y="12520"/>
                  </a:lnTo>
                  <a:lnTo>
                    <a:pt x="35830" y="13970"/>
                  </a:lnTo>
                  <a:lnTo>
                    <a:pt x="46364" y="17651"/>
                  </a:lnTo>
                  <a:lnTo>
                    <a:pt x="54983" y="23456"/>
                  </a:lnTo>
                  <a:lnTo>
                    <a:pt x="58306" y="30142"/>
                  </a:lnTo>
                  <a:lnTo>
                    <a:pt x="61261" y="29399"/>
                  </a:lnTo>
                  <a:lnTo>
                    <a:pt x="67258" y="35283"/>
                  </a:lnTo>
                  <a:lnTo>
                    <a:pt x="75283" y="38569"/>
                  </a:lnTo>
                  <a:lnTo>
                    <a:pt x="72548" y="43058"/>
                  </a:lnTo>
                  <a:lnTo>
                    <a:pt x="80681" y="48936"/>
                  </a:lnTo>
                  <a:lnTo>
                    <a:pt x="84112" y="48310"/>
                  </a:lnTo>
                  <a:lnTo>
                    <a:pt x="88856" y="53234"/>
                  </a:lnTo>
                  <a:lnTo>
                    <a:pt x="89326" y="58836"/>
                  </a:lnTo>
                  <a:lnTo>
                    <a:pt x="93003" y="62933"/>
                  </a:lnTo>
                  <a:lnTo>
                    <a:pt x="96791" y="71063"/>
                  </a:lnTo>
                  <a:lnTo>
                    <a:pt x="100739" y="77313"/>
                  </a:lnTo>
                  <a:lnTo>
                    <a:pt x="101007" y="81715"/>
                  </a:lnTo>
                  <a:lnTo>
                    <a:pt x="100850" y="84144"/>
                  </a:lnTo>
                  <a:lnTo>
                    <a:pt x="96360" y="86838"/>
                  </a:lnTo>
                  <a:lnTo>
                    <a:pt x="93281" y="85930"/>
                  </a:lnTo>
                  <a:lnTo>
                    <a:pt x="90702" y="87650"/>
                  </a:lnTo>
                  <a:lnTo>
                    <a:pt x="87747" y="86573"/>
                  </a:lnTo>
                  <a:lnTo>
                    <a:pt x="85507" y="85086"/>
                  </a:lnTo>
                  <a:lnTo>
                    <a:pt x="81934" y="87028"/>
                  </a:lnTo>
                  <a:lnTo>
                    <a:pt x="78228" y="90905"/>
                  </a:lnTo>
                  <a:lnTo>
                    <a:pt x="79226" y="96424"/>
                  </a:lnTo>
                  <a:lnTo>
                    <a:pt x="76527" y="97794"/>
                  </a:lnTo>
                  <a:lnTo>
                    <a:pt x="71817" y="97925"/>
                  </a:lnTo>
                  <a:lnTo>
                    <a:pt x="69938" y="94738"/>
                  </a:lnTo>
                  <a:lnTo>
                    <a:pt x="67666" y="93551"/>
                  </a:lnTo>
                  <a:lnTo>
                    <a:pt x="64112" y="92329"/>
                  </a:lnTo>
                  <a:lnTo>
                    <a:pt x="57611" y="87883"/>
                  </a:lnTo>
                  <a:lnTo>
                    <a:pt x="53721" y="85275"/>
                  </a:lnTo>
                  <a:lnTo>
                    <a:pt x="51012" y="82230"/>
                  </a:lnTo>
                  <a:lnTo>
                    <a:pt x="47924" y="79166"/>
                  </a:lnTo>
                  <a:lnTo>
                    <a:pt x="47543" y="75966"/>
                  </a:lnTo>
                  <a:lnTo>
                    <a:pt x="45227" y="72325"/>
                  </a:lnTo>
                  <a:lnTo>
                    <a:pt x="43016" y="71949"/>
                  </a:lnTo>
                  <a:lnTo>
                    <a:pt x="41288" y="73604"/>
                  </a:lnTo>
                  <a:lnTo>
                    <a:pt x="38851" y="74009"/>
                  </a:lnTo>
                  <a:lnTo>
                    <a:pt x="35631" y="73006"/>
                  </a:lnTo>
                  <a:lnTo>
                    <a:pt x="34822" y="70785"/>
                  </a:lnTo>
                  <a:lnTo>
                    <a:pt x="30002" y="70912"/>
                  </a:lnTo>
                  <a:lnTo>
                    <a:pt x="32128" y="76811"/>
                  </a:lnTo>
                  <a:lnTo>
                    <a:pt x="29608" y="76855"/>
                  </a:lnTo>
                  <a:lnTo>
                    <a:pt x="26553" y="72798"/>
                  </a:lnTo>
                  <a:lnTo>
                    <a:pt x="26971" y="68303"/>
                  </a:lnTo>
                  <a:lnTo>
                    <a:pt x="25547" y="64795"/>
                  </a:lnTo>
                  <a:lnTo>
                    <a:pt x="22195" y="63378"/>
                  </a:lnTo>
                  <a:lnTo>
                    <a:pt x="18979" y="64583"/>
                  </a:lnTo>
                  <a:lnTo>
                    <a:pt x="17877" y="58541"/>
                  </a:lnTo>
                  <a:lnTo>
                    <a:pt x="17386" y="55066"/>
                  </a:lnTo>
                  <a:lnTo>
                    <a:pt x="15973" y="50624"/>
                  </a:lnTo>
                  <a:lnTo>
                    <a:pt x="16609" y="45130"/>
                  </a:lnTo>
                  <a:lnTo>
                    <a:pt x="13117" y="42453"/>
                  </a:lnTo>
                  <a:lnTo>
                    <a:pt x="11725" y="39123"/>
                  </a:lnTo>
                  <a:lnTo>
                    <a:pt x="5952" y="40840"/>
                  </a:lnTo>
                  <a:lnTo>
                    <a:pt x="3629" y="410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837739" y="5419773"/>
              <a:ext cx="66335" cy="93981"/>
            </a:xfrm>
            <a:custGeom>
              <a:avLst/>
              <a:pathLst>
                <a:path w="66335" h="93981">
                  <a:moveTo>
                    <a:pt x="0" y="27993"/>
                  </a:moveTo>
                  <a:lnTo>
                    <a:pt x="2206" y="21663"/>
                  </a:lnTo>
                  <a:lnTo>
                    <a:pt x="4804" y="20677"/>
                  </a:lnTo>
                  <a:lnTo>
                    <a:pt x="5737" y="18507"/>
                  </a:lnTo>
                  <a:lnTo>
                    <a:pt x="9927" y="19228"/>
                  </a:lnTo>
                  <a:lnTo>
                    <a:pt x="13179" y="23182"/>
                  </a:lnTo>
                  <a:lnTo>
                    <a:pt x="16516" y="25182"/>
                  </a:lnTo>
                  <a:lnTo>
                    <a:pt x="17899" y="21521"/>
                  </a:lnTo>
                  <a:lnTo>
                    <a:pt x="13095" y="14926"/>
                  </a:lnTo>
                  <a:lnTo>
                    <a:pt x="7077" y="12474"/>
                  </a:lnTo>
                  <a:lnTo>
                    <a:pt x="7215" y="8992"/>
                  </a:lnTo>
                  <a:lnTo>
                    <a:pt x="10594" y="5752"/>
                  </a:lnTo>
                  <a:lnTo>
                    <a:pt x="16173" y="5206"/>
                  </a:lnTo>
                  <a:lnTo>
                    <a:pt x="23769" y="4342"/>
                  </a:lnTo>
                  <a:lnTo>
                    <a:pt x="31406" y="3644"/>
                  </a:lnTo>
                  <a:lnTo>
                    <a:pt x="31941" y="3385"/>
                  </a:lnTo>
                  <a:lnTo>
                    <a:pt x="38888" y="0"/>
                  </a:lnTo>
                  <a:lnTo>
                    <a:pt x="45083" y="3103"/>
                  </a:lnTo>
                  <a:lnTo>
                    <a:pt x="51050" y="9750"/>
                  </a:lnTo>
                  <a:lnTo>
                    <a:pt x="55309" y="9812"/>
                  </a:lnTo>
                  <a:lnTo>
                    <a:pt x="58816" y="12989"/>
                  </a:lnTo>
                  <a:lnTo>
                    <a:pt x="64386" y="14426"/>
                  </a:lnTo>
                  <a:lnTo>
                    <a:pt x="66335" y="18144"/>
                  </a:lnTo>
                  <a:lnTo>
                    <a:pt x="65922" y="22657"/>
                  </a:lnTo>
                  <a:lnTo>
                    <a:pt x="62445" y="27123"/>
                  </a:lnTo>
                  <a:lnTo>
                    <a:pt x="57781" y="28006"/>
                  </a:lnTo>
                  <a:lnTo>
                    <a:pt x="54264" y="29913"/>
                  </a:lnTo>
                  <a:lnTo>
                    <a:pt x="51285" y="36136"/>
                  </a:lnTo>
                  <a:lnTo>
                    <a:pt x="47151" y="37403"/>
                  </a:lnTo>
                  <a:lnTo>
                    <a:pt x="43481" y="39511"/>
                  </a:lnTo>
                  <a:lnTo>
                    <a:pt x="42020" y="40348"/>
                  </a:lnTo>
                  <a:lnTo>
                    <a:pt x="35815" y="44033"/>
                  </a:lnTo>
                  <a:lnTo>
                    <a:pt x="31602" y="49745"/>
                  </a:lnTo>
                  <a:lnTo>
                    <a:pt x="33090" y="54507"/>
                  </a:lnTo>
                  <a:lnTo>
                    <a:pt x="32850" y="57932"/>
                  </a:lnTo>
                  <a:lnTo>
                    <a:pt x="34108" y="61352"/>
                  </a:lnTo>
                  <a:lnTo>
                    <a:pt x="33208" y="65008"/>
                  </a:lnTo>
                  <a:lnTo>
                    <a:pt x="34603" y="66967"/>
                  </a:lnTo>
                  <a:lnTo>
                    <a:pt x="34955" y="70935"/>
                  </a:lnTo>
                  <a:lnTo>
                    <a:pt x="33092" y="72000"/>
                  </a:lnTo>
                  <a:lnTo>
                    <a:pt x="30561" y="72608"/>
                  </a:lnTo>
                  <a:lnTo>
                    <a:pt x="31127" y="77267"/>
                  </a:lnTo>
                  <a:lnTo>
                    <a:pt x="33096" y="79852"/>
                  </a:lnTo>
                  <a:lnTo>
                    <a:pt x="34330" y="84554"/>
                  </a:lnTo>
                  <a:lnTo>
                    <a:pt x="32270" y="88323"/>
                  </a:lnTo>
                  <a:lnTo>
                    <a:pt x="31527" y="91071"/>
                  </a:lnTo>
                  <a:lnTo>
                    <a:pt x="30452" y="93981"/>
                  </a:lnTo>
                  <a:lnTo>
                    <a:pt x="28426" y="92302"/>
                  </a:lnTo>
                  <a:lnTo>
                    <a:pt x="25215" y="87510"/>
                  </a:lnTo>
                  <a:lnTo>
                    <a:pt x="28108" y="86416"/>
                  </a:lnTo>
                  <a:lnTo>
                    <a:pt x="28261" y="78130"/>
                  </a:lnTo>
                  <a:lnTo>
                    <a:pt x="23675" y="72656"/>
                  </a:lnTo>
                  <a:lnTo>
                    <a:pt x="19730" y="65309"/>
                  </a:lnTo>
                  <a:lnTo>
                    <a:pt x="17168" y="60317"/>
                  </a:lnTo>
                  <a:lnTo>
                    <a:pt x="17322" y="55735"/>
                  </a:lnTo>
                  <a:lnTo>
                    <a:pt x="15739" y="52751"/>
                  </a:lnTo>
                  <a:lnTo>
                    <a:pt x="15267" y="46439"/>
                  </a:lnTo>
                  <a:lnTo>
                    <a:pt x="13147" y="45520"/>
                  </a:lnTo>
                  <a:lnTo>
                    <a:pt x="10553" y="46732"/>
                  </a:lnTo>
                  <a:lnTo>
                    <a:pt x="9459" y="42249"/>
                  </a:lnTo>
                  <a:lnTo>
                    <a:pt x="5677" y="40259"/>
                  </a:lnTo>
                  <a:lnTo>
                    <a:pt x="245" y="310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79773" y="5356933"/>
              <a:ext cx="66241" cy="83112"/>
            </a:xfrm>
            <a:custGeom>
              <a:avLst/>
              <a:pathLst>
                <a:path w="66241" h="83112">
                  <a:moveTo>
                    <a:pt x="0" y="0"/>
                  </a:moveTo>
                  <a:lnTo>
                    <a:pt x="4227" y="1699"/>
                  </a:lnTo>
                  <a:lnTo>
                    <a:pt x="8408" y="5041"/>
                  </a:lnTo>
                  <a:lnTo>
                    <a:pt x="11479" y="7825"/>
                  </a:lnTo>
                  <a:lnTo>
                    <a:pt x="12439" y="9168"/>
                  </a:lnTo>
                  <a:lnTo>
                    <a:pt x="14488" y="12029"/>
                  </a:lnTo>
                  <a:lnTo>
                    <a:pt x="17162" y="10126"/>
                  </a:lnTo>
                  <a:lnTo>
                    <a:pt x="22214" y="8887"/>
                  </a:lnTo>
                  <a:lnTo>
                    <a:pt x="27083" y="8613"/>
                  </a:lnTo>
                  <a:lnTo>
                    <a:pt x="29032" y="7090"/>
                  </a:lnTo>
                  <a:lnTo>
                    <a:pt x="29199" y="6959"/>
                  </a:lnTo>
                  <a:lnTo>
                    <a:pt x="32337" y="7064"/>
                  </a:lnTo>
                  <a:lnTo>
                    <a:pt x="33268" y="10269"/>
                  </a:lnTo>
                  <a:lnTo>
                    <a:pt x="35524" y="11559"/>
                  </a:lnTo>
                  <a:lnTo>
                    <a:pt x="38472" y="14083"/>
                  </a:lnTo>
                  <a:lnTo>
                    <a:pt x="43428" y="18063"/>
                  </a:lnTo>
                  <a:lnTo>
                    <a:pt x="49313" y="23570"/>
                  </a:lnTo>
                  <a:lnTo>
                    <a:pt x="52772" y="31234"/>
                  </a:lnTo>
                  <a:lnTo>
                    <a:pt x="57649" y="34804"/>
                  </a:lnTo>
                  <a:lnTo>
                    <a:pt x="58434" y="37569"/>
                  </a:lnTo>
                  <a:lnTo>
                    <a:pt x="58892" y="43717"/>
                  </a:lnTo>
                  <a:lnTo>
                    <a:pt x="62111" y="51065"/>
                  </a:lnTo>
                  <a:lnTo>
                    <a:pt x="66241" y="53487"/>
                  </a:lnTo>
                  <a:lnTo>
                    <a:pt x="65523" y="56858"/>
                  </a:lnTo>
                  <a:lnTo>
                    <a:pt x="64472" y="57585"/>
                  </a:lnTo>
                  <a:lnTo>
                    <a:pt x="60002" y="56901"/>
                  </a:lnTo>
                  <a:lnTo>
                    <a:pt x="57130" y="60918"/>
                  </a:lnTo>
                  <a:lnTo>
                    <a:pt x="56184" y="67465"/>
                  </a:lnTo>
                  <a:lnTo>
                    <a:pt x="53848" y="72123"/>
                  </a:lnTo>
                  <a:lnTo>
                    <a:pt x="51910" y="74588"/>
                  </a:lnTo>
                  <a:lnTo>
                    <a:pt x="52375" y="76465"/>
                  </a:lnTo>
                  <a:lnTo>
                    <a:pt x="51117" y="78899"/>
                  </a:lnTo>
                  <a:lnTo>
                    <a:pt x="50139" y="81662"/>
                  </a:lnTo>
                  <a:lnTo>
                    <a:pt x="48078" y="83112"/>
                  </a:lnTo>
                  <a:lnTo>
                    <a:pt x="43567" y="78578"/>
                  </a:lnTo>
                  <a:lnTo>
                    <a:pt x="40027" y="70327"/>
                  </a:lnTo>
                  <a:lnTo>
                    <a:pt x="38491" y="58390"/>
                  </a:lnTo>
                  <a:lnTo>
                    <a:pt x="34065" y="52354"/>
                  </a:lnTo>
                  <a:lnTo>
                    <a:pt x="26773" y="42534"/>
                  </a:lnTo>
                  <a:lnTo>
                    <a:pt x="23898" y="36616"/>
                  </a:lnTo>
                  <a:lnTo>
                    <a:pt x="18451" y="27043"/>
                  </a:lnTo>
                  <a:lnTo>
                    <a:pt x="13795" y="18267"/>
                  </a:lnTo>
                  <a:lnTo>
                    <a:pt x="8712" y="13057"/>
                  </a:lnTo>
                  <a:lnTo>
                    <a:pt x="2126" y="52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736375" y="5375448"/>
              <a:ext cx="110144" cy="121009"/>
            </a:xfrm>
            <a:custGeom>
              <a:avLst/>
              <a:pathLst>
                <a:path w="110144" h="121009">
                  <a:moveTo>
                    <a:pt x="594" y="26451"/>
                  </a:moveTo>
                  <a:lnTo>
                    <a:pt x="0" y="22337"/>
                  </a:lnTo>
                  <a:lnTo>
                    <a:pt x="2545" y="19871"/>
                  </a:lnTo>
                  <a:lnTo>
                    <a:pt x="4319" y="16522"/>
                  </a:lnTo>
                  <a:lnTo>
                    <a:pt x="1140" y="10074"/>
                  </a:lnTo>
                  <a:lnTo>
                    <a:pt x="4289" y="8869"/>
                  </a:lnTo>
                  <a:lnTo>
                    <a:pt x="7655" y="6529"/>
                  </a:lnTo>
                  <a:lnTo>
                    <a:pt x="11990" y="3921"/>
                  </a:lnTo>
                  <a:lnTo>
                    <a:pt x="17448" y="2973"/>
                  </a:lnTo>
                  <a:lnTo>
                    <a:pt x="19831" y="0"/>
                  </a:lnTo>
                  <a:lnTo>
                    <a:pt x="23464" y="2610"/>
                  </a:lnTo>
                  <a:lnTo>
                    <a:pt x="31947" y="3836"/>
                  </a:lnTo>
                  <a:lnTo>
                    <a:pt x="40915" y="5495"/>
                  </a:lnTo>
                  <a:lnTo>
                    <a:pt x="46534" y="3803"/>
                  </a:lnTo>
                  <a:lnTo>
                    <a:pt x="52937" y="4952"/>
                  </a:lnTo>
                  <a:lnTo>
                    <a:pt x="56637" y="12017"/>
                  </a:lnTo>
                  <a:lnTo>
                    <a:pt x="55035" y="15511"/>
                  </a:lnTo>
                  <a:lnTo>
                    <a:pt x="59448" y="21377"/>
                  </a:lnTo>
                  <a:lnTo>
                    <a:pt x="60205" y="22381"/>
                  </a:lnTo>
                  <a:lnTo>
                    <a:pt x="70671" y="37717"/>
                  </a:lnTo>
                  <a:lnTo>
                    <a:pt x="73917" y="45939"/>
                  </a:lnTo>
                  <a:lnTo>
                    <a:pt x="75696" y="53243"/>
                  </a:lnTo>
                  <a:lnTo>
                    <a:pt x="86989" y="70134"/>
                  </a:lnTo>
                  <a:lnTo>
                    <a:pt x="90338" y="74332"/>
                  </a:lnTo>
                  <a:lnTo>
                    <a:pt x="93902" y="80026"/>
                  </a:lnTo>
                  <a:lnTo>
                    <a:pt x="97498" y="85631"/>
                  </a:lnTo>
                  <a:lnTo>
                    <a:pt x="99837" y="90062"/>
                  </a:lnTo>
                  <a:lnTo>
                    <a:pt x="101640" y="95561"/>
                  </a:lnTo>
                  <a:lnTo>
                    <a:pt x="100974" y="98084"/>
                  </a:lnTo>
                  <a:lnTo>
                    <a:pt x="103965" y="102713"/>
                  </a:lnTo>
                  <a:lnTo>
                    <a:pt x="106812" y="109024"/>
                  </a:lnTo>
                  <a:lnTo>
                    <a:pt x="108893" y="114106"/>
                  </a:lnTo>
                  <a:lnTo>
                    <a:pt x="110007" y="118701"/>
                  </a:lnTo>
                  <a:lnTo>
                    <a:pt x="110144" y="121009"/>
                  </a:lnTo>
                  <a:lnTo>
                    <a:pt x="105977" y="119534"/>
                  </a:lnTo>
                  <a:lnTo>
                    <a:pt x="103496" y="117995"/>
                  </a:lnTo>
                  <a:lnTo>
                    <a:pt x="100833" y="114292"/>
                  </a:lnTo>
                  <a:lnTo>
                    <a:pt x="96922" y="112118"/>
                  </a:lnTo>
                  <a:lnTo>
                    <a:pt x="92876" y="108076"/>
                  </a:lnTo>
                  <a:lnTo>
                    <a:pt x="87769" y="103323"/>
                  </a:lnTo>
                  <a:lnTo>
                    <a:pt x="83696" y="99539"/>
                  </a:lnTo>
                  <a:lnTo>
                    <a:pt x="80016" y="95460"/>
                  </a:lnTo>
                  <a:lnTo>
                    <a:pt x="78993" y="96831"/>
                  </a:lnTo>
                  <a:lnTo>
                    <a:pt x="74444" y="94164"/>
                  </a:lnTo>
                  <a:lnTo>
                    <a:pt x="71707" y="92884"/>
                  </a:lnTo>
                  <a:lnTo>
                    <a:pt x="67868" y="93536"/>
                  </a:lnTo>
                  <a:lnTo>
                    <a:pt x="63310" y="90201"/>
                  </a:lnTo>
                  <a:lnTo>
                    <a:pt x="64154" y="87997"/>
                  </a:lnTo>
                  <a:lnTo>
                    <a:pt x="64523" y="85952"/>
                  </a:lnTo>
                  <a:lnTo>
                    <a:pt x="64387" y="82180"/>
                  </a:lnTo>
                  <a:lnTo>
                    <a:pt x="65368" y="75887"/>
                  </a:lnTo>
                  <a:lnTo>
                    <a:pt x="60650" y="74162"/>
                  </a:lnTo>
                  <a:lnTo>
                    <a:pt x="55980" y="73439"/>
                  </a:lnTo>
                  <a:lnTo>
                    <a:pt x="56378" y="77754"/>
                  </a:lnTo>
                  <a:lnTo>
                    <a:pt x="56200" y="80519"/>
                  </a:lnTo>
                  <a:lnTo>
                    <a:pt x="50422" y="84453"/>
                  </a:lnTo>
                  <a:lnTo>
                    <a:pt x="49241" y="84443"/>
                  </a:lnTo>
                  <a:lnTo>
                    <a:pt x="47439" y="78607"/>
                  </a:lnTo>
                  <a:lnTo>
                    <a:pt x="49419" y="74775"/>
                  </a:lnTo>
                  <a:lnTo>
                    <a:pt x="48393" y="71967"/>
                  </a:lnTo>
                  <a:lnTo>
                    <a:pt x="45691" y="72813"/>
                  </a:lnTo>
                  <a:lnTo>
                    <a:pt x="43157" y="70038"/>
                  </a:lnTo>
                  <a:lnTo>
                    <a:pt x="42750" y="65688"/>
                  </a:lnTo>
                  <a:lnTo>
                    <a:pt x="41101" y="63426"/>
                  </a:lnTo>
                  <a:lnTo>
                    <a:pt x="37838" y="58280"/>
                  </a:lnTo>
                  <a:lnTo>
                    <a:pt x="34883" y="55694"/>
                  </a:lnTo>
                  <a:lnTo>
                    <a:pt x="30110" y="53525"/>
                  </a:lnTo>
                  <a:lnTo>
                    <a:pt x="27759" y="51376"/>
                  </a:lnTo>
                  <a:lnTo>
                    <a:pt x="25200" y="52141"/>
                  </a:lnTo>
                  <a:lnTo>
                    <a:pt x="21094" y="48784"/>
                  </a:lnTo>
                  <a:lnTo>
                    <a:pt x="19251" y="45136"/>
                  </a:lnTo>
                  <a:lnTo>
                    <a:pt x="15396" y="40252"/>
                  </a:lnTo>
                  <a:lnTo>
                    <a:pt x="11693" y="37144"/>
                  </a:lnTo>
                  <a:lnTo>
                    <a:pt x="8349" y="36886"/>
                  </a:lnTo>
                  <a:lnTo>
                    <a:pt x="6484" y="34438"/>
                  </a:lnTo>
                  <a:lnTo>
                    <a:pt x="2846" y="336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96928" y="5364965"/>
              <a:ext cx="6529" cy="12432"/>
            </a:xfrm>
            <a:custGeom>
              <a:avLst/>
              <a:pathLst>
                <a:path w="6529" h="12432">
                  <a:moveTo>
                    <a:pt x="0" y="7030"/>
                  </a:moveTo>
                  <a:lnTo>
                    <a:pt x="2734" y="0"/>
                  </a:lnTo>
                  <a:lnTo>
                    <a:pt x="6529" y="1259"/>
                  </a:lnTo>
                  <a:lnTo>
                    <a:pt x="5270" y="4689"/>
                  </a:lnTo>
                  <a:lnTo>
                    <a:pt x="3845" y="10042"/>
                  </a:lnTo>
                  <a:lnTo>
                    <a:pt x="144" y="124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55856" y="5447762"/>
              <a:ext cx="8236" cy="7014"/>
            </a:xfrm>
            <a:custGeom>
              <a:avLst/>
              <a:pathLst>
                <a:path w="8236" h="7014">
                  <a:moveTo>
                    <a:pt x="0" y="2658"/>
                  </a:moveTo>
                  <a:lnTo>
                    <a:pt x="3327" y="268"/>
                  </a:lnTo>
                  <a:lnTo>
                    <a:pt x="5829" y="0"/>
                  </a:lnTo>
                  <a:lnTo>
                    <a:pt x="8236" y="2378"/>
                  </a:lnTo>
                  <a:lnTo>
                    <a:pt x="7326" y="5851"/>
                  </a:lnTo>
                  <a:lnTo>
                    <a:pt x="3195" y="7014"/>
                  </a:lnTo>
                  <a:lnTo>
                    <a:pt x="2085" y="63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131406" y="5498164"/>
              <a:ext cx="94701" cy="144968"/>
            </a:xfrm>
            <a:custGeom>
              <a:avLst/>
              <a:pathLst>
                <a:path w="94701" h="144968">
                  <a:moveTo>
                    <a:pt x="0" y="98890"/>
                  </a:moveTo>
                  <a:lnTo>
                    <a:pt x="2380" y="92973"/>
                  </a:lnTo>
                  <a:lnTo>
                    <a:pt x="4429" y="87860"/>
                  </a:lnTo>
                  <a:lnTo>
                    <a:pt x="7277" y="83100"/>
                  </a:lnTo>
                  <a:lnTo>
                    <a:pt x="10927" y="81263"/>
                  </a:lnTo>
                  <a:lnTo>
                    <a:pt x="14657" y="77619"/>
                  </a:lnTo>
                  <a:lnTo>
                    <a:pt x="17777" y="75842"/>
                  </a:lnTo>
                  <a:lnTo>
                    <a:pt x="24793" y="75654"/>
                  </a:lnTo>
                  <a:lnTo>
                    <a:pt x="26674" y="72606"/>
                  </a:lnTo>
                  <a:lnTo>
                    <a:pt x="25553" y="64430"/>
                  </a:lnTo>
                  <a:lnTo>
                    <a:pt x="30290" y="59393"/>
                  </a:lnTo>
                  <a:lnTo>
                    <a:pt x="32229" y="58166"/>
                  </a:lnTo>
                  <a:lnTo>
                    <a:pt x="34788" y="58631"/>
                  </a:lnTo>
                  <a:lnTo>
                    <a:pt x="39211" y="56056"/>
                  </a:lnTo>
                  <a:lnTo>
                    <a:pt x="38217" y="53888"/>
                  </a:lnTo>
                  <a:lnTo>
                    <a:pt x="39573" y="51208"/>
                  </a:lnTo>
                  <a:lnTo>
                    <a:pt x="43260" y="53636"/>
                  </a:lnTo>
                  <a:lnTo>
                    <a:pt x="45814" y="49833"/>
                  </a:lnTo>
                  <a:lnTo>
                    <a:pt x="43089" y="46338"/>
                  </a:lnTo>
                  <a:lnTo>
                    <a:pt x="41071" y="45102"/>
                  </a:lnTo>
                  <a:lnTo>
                    <a:pt x="42622" y="41557"/>
                  </a:lnTo>
                  <a:lnTo>
                    <a:pt x="43900" y="39010"/>
                  </a:lnTo>
                  <a:lnTo>
                    <a:pt x="46844" y="37113"/>
                  </a:lnTo>
                  <a:lnTo>
                    <a:pt x="47155" y="33795"/>
                  </a:lnTo>
                  <a:lnTo>
                    <a:pt x="50136" y="29880"/>
                  </a:lnTo>
                  <a:lnTo>
                    <a:pt x="51656" y="26242"/>
                  </a:lnTo>
                  <a:lnTo>
                    <a:pt x="55367" y="23410"/>
                  </a:lnTo>
                  <a:lnTo>
                    <a:pt x="56261" y="18962"/>
                  </a:lnTo>
                  <a:lnTo>
                    <a:pt x="59371" y="17801"/>
                  </a:lnTo>
                  <a:lnTo>
                    <a:pt x="60743" y="14106"/>
                  </a:lnTo>
                  <a:lnTo>
                    <a:pt x="63800" y="13062"/>
                  </a:lnTo>
                  <a:lnTo>
                    <a:pt x="62265" y="7958"/>
                  </a:lnTo>
                  <a:lnTo>
                    <a:pt x="63423" y="3687"/>
                  </a:lnTo>
                  <a:lnTo>
                    <a:pt x="65134" y="2196"/>
                  </a:lnTo>
                  <a:lnTo>
                    <a:pt x="68699" y="1819"/>
                  </a:lnTo>
                  <a:lnTo>
                    <a:pt x="71830" y="0"/>
                  </a:lnTo>
                  <a:lnTo>
                    <a:pt x="72868" y="3375"/>
                  </a:lnTo>
                  <a:lnTo>
                    <a:pt x="71793" y="8246"/>
                  </a:lnTo>
                  <a:lnTo>
                    <a:pt x="69549" y="11842"/>
                  </a:lnTo>
                  <a:lnTo>
                    <a:pt x="68480" y="15498"/>
                  </a:lnTo>
                  <a:lnTo>
                    <a:pt x="69456" y="19299"/>
                  </a:lnTo>
                  <a:lnTo>
                    <a:pt x="71845" y="20212"/>
                  </a:lnTo>
                  <a:lnTo>
                    <a:pt x="73316" y="19713"/>
                  </a:lnTo>
                  <a:lnTo>
                    <a:pt x="74446" y="17269"/>
                  </a:lnTo>
                  <a:lnTo>
                    <a:pt x="73772" y="15084"/>
                  </a:lnTo>
                  <a:lnTo>
                    <a:pt x="75550" y="14476"/>
                  </a:lnTo>
                  <a:lnTo>
                    <a:pt x="78526" y="17812"/>
                  </a:lnTo>
                  <a:lnTo>
                    <a:pt x="81652" y="15962"/>
                  </a:lnTo>
                  <a:lnTo>
                    <a:pt x="83273" y="17797"/>
                  </a:lnTo>
                  <a:lnTo>
                    <a:pt x="87080" y="18679"/>
                  </a:lnTo>
                  <a:lnTo>
                    <a:pt x="93459" y="23826"/>
                  </a:lnTo>
                  <a:lnTo>
                    <a:pt x="94701" y="27391"/>
                  </a:lnTo>
                  <a:lnTo>
                    <a:pt x="92874" y="30710"/>
                  </a:lnTo>
                  <a:lnTo>
                    <a:pt x="86911" y="30435"/>
                  </a:lnTo>
                  <a:lnTo>
                    <a:pt x="84610" y="33264"/>
                  </a:lnTo>
                  <a:lnTo>
                    <a:pt x="79555" y="34866"/>
                  </a:lnTo>
                  <a:lnTo>
                    <a:pt x="76001" y="36462"/>
                  </a:lnTo>
                  <a:lnTo>
                    <a:pt x="72240" y="36258"/>
                  </a:lnTo>
                  <a:lnTo>
                    <a:pt x="71005" y="38992"/>
                  </a:lnTo>
                  <a:lnTo>
                    <a:pt x="66972" y="41850"/>
                  </a:lnTo>
                  <a:lnTo>
                    <a:pt x="63526" y="44513"/>
                  </a:lnTo>
                  <a:lnTo>
                    <a:pt x="65417" y="47310"/>
                  </a:lnTo>
                  <a:lnTo>
                    <a:pt x="64910" y="51223"/>
                  </a:lnTo>
                  <a:lnTo>
                    <a:pt x="63424" y="53859"/>
                  </a:lnTo>
                  <a:lnTo>
                    <a:pt x="64300" y="56685"/>
                  </a:lnTo>
                  <a:lnTo>
                    <a:pt x="65774" y="58184"/>
                  </a:lnTo>
                  <a:lnTo>
                    <a:pt x="67858" y="54974"/>
                  </a:lnTo>
                  <a:lnTo>
                    <a:pt x="69021" y="51758"/>
                  </a:lnTo>
                  <a:lnTo>
                    <a:pt x="72790" y="51651"/>
                  </a:lnTo>
                  <a:lnTo>
                    <a:pt x="75388" y="46828"/>
                  </a:lnTo>
                  <a:lnTo>
                    <a:pt x="75989" y="48703"/>
                  </a:lnTo>
                  <a:lnTo>
                    <a:pt x="79650" y="50505"/>
                  </a:lnTo>
                  <a:lnTo>
                    <a:pt x="79514" y="56369"/>
                  </a:lnTo>
                  <a:lnTo>
                    <a:pt x="84682" y="58768"/>
                  </a:lnTo>
                  <a:lnTo>
                    <a:pt x="82166" y="62360"/>
                  </a:lnTo>
                  <a:lnTo>
                    <a:pt x="77508" y="64360"/>
                  </a:lnTo>
                  <a:lnTo>
                    <a:pt x="79905" y="68235"/>
                  </a:lnTo>
                  <a:lnTo>
                    <a:pt x="82711" y="70109"/>
                  </a:lnTo>
                  <a:lnTo>
                    <a:pt x="88073" y="70317"/>
                  </a:lnTo>
                  <a:lnTo>
                    <a:pt x="88435" y="72387"/>
                  </a:lnTo>
                  <a:lnTo>
                    <a:pt x="85653" y="77516"/>
                  </a:lnTo>
                  <a:lnTo>
                    <a:pt x="84030" y="81973"/>
                  </a:lnTo>
                  <a:lnTo>
                    <a:pt x="87281" y="87521"/>
                  </a:lnTo>
                  <a:lnTo>
                    <a:pt x="85267" y="90750"/>
                  </a:lnTo>
                  <a:lnTo>
                    <a:pt x="79140" y="85033"/>
                  </a:lnTo>
                  <a:lnTo>
                    <a:pt x="75696" y="84437"/>
                  </a:lnTo>
                  <a:lnTo>
                    <a:pt x="75280" y="89259"/>
                  </a:lnTo>
                  <a:lnTo>
                    <a:pt x="74840" y="93567"/>
                  </a:lnTo>
                  <a:lnTo>
                    <a:pt x="72975" y="96763"/>
                  </a:lnTo>
                  <a:lnTo>
                    <a:pt x="68878" y="98429"/>
                  </a:lnTo>
                  <a:lnTo>
                    <a:pt x="64609" y="99571"/>
                  </a:lnTo>
                  <a:lnTo>
                    <a:pt x="65059" y="104485"/>
                  </a:lnTo>
                  <a:lnTo>
                    <a:pt x="67673" y="105765"/>
                  </a:lnTo>
                  <a:lnTo>
                    <a:pt x="67280" y="108152"/>
                  </a:lnTo>
                  <a:lnTo>
                    <a:pt x="61839" y="110854"/>
                  </a:lnTo>
                  <a:lnTo>
                    <a:pt x="57673" y="115777"/>
                  </a:lnTo>
                  <a:lnTo>
                    <a:pt x="55737" y="119039"/>
                  </a:lnTo>
                  <a:lnTo>
                    <a:pt x="53262" y="120538"/>
                  </a:lnTo>
                  <a:lnTo>
                    <a:pt x="50199" y="113929"/>
                  </a:lnTo>
                  <a:lnTo>
                    <a:pt x="47280" y="113887"/>
                  </a:lnTo>
                  <a:lnTo>
                    <a:pt x="44318" y="116864"/>
                  </a:lnTo>
                  <a:lnTo>
                    <a:pt x="46105" y="120498"/>
                  </a:lnTo>
                  <a:lnTo>
                    <a:pt x="47139" y="128042"/>
                  </a:lnTo>
                  <a:lnTo>
                    <a:pt x="44965" y="128334"/>
                  </a:lnTo>
                  <a:lnTo>
                    <a:pt x="41889" y="130969"/>
                  </a:lnTo>
                  <a:lnTo>
                    <a:pt x="39405" y="133041"/>
                  </a:lnTo>
                  <a:lnTo>
                    <a:pt x="37258" y="133869"/>
                  </a:lnTo>
                  <a:lnTo>
                    <a:pt x="35506" y="137697"/>
                  </a:lnTo>
                  <a:lnTo>
                    <a:pt x="33285" y="139824"/>
                  </a:lnTo>
                  <a:lnTo>
                    <a:pt x="32173" y="143911"/>
                  </a:lnTo>
                  <a:lnTo>
                    <a:pt x="27438" y="144968"/>
                  </a:lnTo>
                  <a:lnTo>
                    <a:pt x="27771" y="140616"/>
                  </a:lnTo>
                  <a:lnTo>
                    <a:pt x="20672" y="133896"/>
                  </a:lnTo>
                  <a:lnTo>
                    <a:pt x="19824" y="128861"/>
                  </a:lnTo>
                  <a:lnTo>
                    <a:pt x="16101" y="125701"/>
                  </a:lnTo>
                  <a:lnTo>
                    <a:pt x="11592" y="123763"/>
                  </a:lnTo>
                  <a:lnTo>
                    <a:pt x="10752" y="114769"/>
                  </a:lnTo>
                  <a:lnTo>
                    <a:pt x="7250" y="105979"/>
                  </a:lnTo>
                  <a:lnTo>
                    <a:pt x="3675" y="104405"/>
                  </a:lnTo>
                  <a:lnTo>
                    <a:pt x="98" y="1044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36688" y="5647416"/>
              <a:ext cx="32860" cy="17606"/>
            </a:xfrm>
            <a:custGeom>
              <a:avLst/>
              <a:pathLst>
                <a:path w="32860" h="17606">
                  <a:moveTo>
                    <a:pt x="0" y="16629"/>
                  </a:moveTo>
                  <a:lnTo>
                    <a:pt x="3946" y="9040"/>
                  </a:lnTo>
                  <a:lnTo>
                    <a:pt x="10064" y="2520"/>
                  </a:lnTo>
                  <a:lnTo>
                    <a:pt x="20753" y="1006"/>
                  </a:lnTo>
                  <a:lnTo>
                    <a:pt x="24730" y="0"/>
                  </a:lnTo>
                  <a:lnTo>
                    <a:pt x="27627" y="2914"/>
                  </a:lnTo>
                  <a:lnTo>
                    <a:pt x="32860" y="2804"/>
                  </a:lnTo>
                  <a:lnTo>
                    <a:pt x="32831" y="5112"/>
                  </a:lnTo>
                  <a:lnTo>
                    <a:pt x="28566" y="9270"/>
                  </a:lnTo>
                  <a:lnTo>
                    <a:pt x="19741" y="9201"/>
                  </a:lnTo>
                  <a:lnTo>
                    <a:pt x="10359" y="9726"/>
                  </a:lnTo>
                  <a:lnTo>
                    <a:pt x="7225" y="12003"/>
                  </a:lnTo>
                  <a:lnTo>
                    <a:pt x="3617" y="1760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108789" y="5701253"/>
              <a:ext cx="7220" cy="11765"/>
            </a:xfrm>
            <a:custGeom>
              <a:avLst/>
              <a:pathLst>
                <a:path w="7220" h="11765">
                  <a:moveTo>
                    <a:pt x="0" y="8003"/>
                  </a:moveTo>
                  <a:lnTo>
                    <a:pt x="1907" y="4773"/>
                  </a:lnTo>
                  <a:lnTo>
                    <a:pt x="4400" y="0"/>
                  </a:lnTo>
                  <a:lnTo>
                    <a:pt x="7220" y="941"/>
                  </a:lnTo>
                  <a:lnTo>
                    <a:pt x="6875" y="5662"/>
                  </a:lnTo>
                  <a:lnTo>
                    <a:pt x="6880" y="9726"/>
                  </a:lnTo>
                  <a:lnTo>
                    <a:pt x="6202" y="11765"/>
                  </a:lnTo>
                  <a:lnTo>
                    <a:pt x="1509" y="114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71605" y="5692174"/>
              <a:ext cx="4534" cy="7403"/>
            </a:xfrm>
            <a:custGeom>
              <a:avLst/>
              <a:pathLst>
                <a:path w="4534" h="7403">
                  <a:moveTo>
                    <a:pt x="0" y="1625"/>
                  </a:moveTo>
                  <a:lnTo>
                    <a:pt x="1676" y="0"/>
                  </a:lnTo>
                  <a:lnTo>
                    <a:pt x="4344" y="2218"/>
                  </a:lnTo>
                  <a:lnTo>
                    <a:pt x="4534" y="5584"/>
                  </a:lnTo>
                  <a:lnTo>
                    <a:pt x="2404" y="7403"/>
                  </a:lnTo>
                  <a:lnTo>
                    <a:pt x="298" y="552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1729" y="5875344"/>
              <a:ext cx="29474" cy="34013"/>
            </a:xfrm>
            <a:custGeom>
              <a:avLst/>
              <a:pathLst>
                <a:path w="29474" h="34013">
                  <a:moveTo>
                    <a:pt x="377" y="1136"/>
                  </a:moveTo>
                  <a:lnTo>
                    <a:pt x="2997" y="0"/>
                  </a:lnTo>
                  <a:lnTo>
                    <a:pt x="12058" y="7898"/>
                  </a:lnTo>
                  <a:lnTo>
                    <a:pt x="20221" y="22015"/>
                  </a:lnTo>
                  <a:lnTo>
                    <a:pt x="23234" y="27566"/>
                  </a:lnTo>
                  <a:lnTo>
                    <a:pt x="27801" y="29441"/>
                  </a:lnTo>
                  <a:lnTo>
                    <a:pt x="29474" y="34013"/>
                  </a:lnTo>
                  <a:lnTo>
                    <a:pt x="20572" y="32836"/>
                  </a:lnTo>
                  <a:lnTo>
                    <a:pt x="13710" y="21765"/>
                  </a:lnTo>
                  <a:lnTo>
                    <a:pt x="10981" y="14650"/>
                  </a:lnTo>
                  <a:lnTo>
                    <a:pt x="9062" y="11888"/>
                  </a:lnTo>
                  <a:lnTo>
                    <a:pt x="5405" y="10745"/>
                  </a:lnTo>
                  <a:lnTo>
                    <a:pt x="0" y="39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047761" y="5657835"/>
              <a:ext cx="12328" cy="5481"/>
            </a:xfrm>
            <a:custGeom>
              <a:avLst/>
              <a:pathLst>
                <a:path w="12328" h="5481">
                  <a:moveTo>
                    <a:pt x="1090" y="2505"/>
                  </a:moveTo>
                  <a:lnTo>
                    <a:pt x="5034" y="0"/>
                  </a:lnTo>
                  <a:lnTo>
                    <a:pt x="7994" y="1034"/>
                  </a:lnTo>
                  <a:lnTo>
                    <a:pt x="12328" y="3678"/>
                  </a:lnTo>
                  <a:lnTo>
                    <a:pt x="9913" y="5287"/>
                  </a:lnTo>
                  <a:lnTo>
                    <a:pt x="5543" y="4809"/>
                  </a:lnTo>
                  <a:lnTo>
                    <a:pt x="0" y="54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949618" y="5754860"/>
              <a:ext cx="38721" cy="30208"/>
            </a:xfrm>
            <a:custGeom>
              <a:avLst/>
              <a:pathLst>
                <a:path w="38721" h="30208">
                  <a:moveTo>
                    <a:pt x="0" y="26709"/>
                  </a:moveTo>
                  <a:lnTo>
                    <a:pt x="1750" y="17768"/>
                  </a:lnTo>
                  <a:lnTo>
                    <a:pt x="1618" y="12040"/>
                  </a:lnTo>
                  <a:lnTo>
                    <a:pt x="3253" y="8222"/>
                  </a:lnTo>
                  <a:lnTo>
                    <a:pt x="7225" y="5861"/>
                  </a:lnTo>
                  <a:lnTo>
                    <a:pt x="12562" y="0"/>
                  </a:lnTo>
                  <a:lnTo>
                    <a:pt x="13684" y="2518"/>
                  </a:lnTo>
                  <a:lnTo>
                    <a:pt x="14981" y="7588"/>
                  </a:lnTo>
                  <a:lnTo>
                    <a:pt x="20319" y="7184"/>
                  </a:lnTo>
                  <a:lnTo>
                    <a:pt x="25476" y="2003"/>
                  </a:lnTo>
                  <a:lnTo>
                    <a:pt x="26944" y="6580"/>
                  </a:lnTo>
                  <a:lnTo>
                    <a:pt x="33110" y="16576"/>
                  </a:lnTo>
                  <a:lnTo>
                    <a:pt x="38721" y="25834"/>
                  </a:lnTo>
                  <a:lnTo>
                    <a:pt x="36414" y="29513"/>
                  </a:lnTo>
                  <a:lnTo>
                    <a:pt x="35026" y="29436"/>
                  </a:lnTo>
                  <a:lnTo>
                    <a:pt x="29564" y="24182"/>
                  </a:lnTo>
                  <a:lnTo>
                    <a:pt x="27092" y="18106"/>
                  </a:lnTo>
                  <a:lnTo>
                    <a:pt x="22235" y="17500"/>
                  </a:lnTo>
                  <a:lnTo>
                    <a:pt x="17787" y="15529"/>
                  </a:lnTo>
                  <a:lnTo>
                    <a:pt x="15714" y="18328"/>
                  </a:lnTo>
                  <a:lnTo>
                    <a:pt x="7889" y="18921"/>
                  </a:lnTo>
                  <a:lnTo>
                    <a:pt x="5461" y="23101"/>
                  </a:lnTo>
                  <a:lnTo>
                    <a:pt x="1144" y="302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926051" y="5742274"/>
              <a:ext cx="25774" cy="24797"/>
            </a:xfrm>
            <a:custGeom>
              <a:avLst/>
              <a:pathLst>
                <a:path w="25774" h="24797">
                  <a:moveTo>
                    <a:pt x="0" y="10457"/>
                  </a:moveTo>
                  <a:lnTo>
                    <a:pt x="1579" y="6768"/>
                  </a:lnTo>
                  <a:lnTo>
                    <a:pt x="5904" y="4472"/>
                  </a:lnTo>
                  <a:lnTo>
                    <a:pt x="12169" y="6083"/>
                  </a:lnTo>
                  <a:lnTo>
                    <a:pt x="18677" y="1931"/>
                  </a:lnTo>
                  <a:lnTo>
                    <a:pt x="21233" y="0"/>
                  </a:lnTo>
                  <a:lnTo>
                    <a:pt x="25774" y="881"/>
                  </a:lnTo>
                  <a:lnTo>
                    <a:pt x="25425" y="6113"/>
                  </a:lnTo>
                  <a:lnTo>
                    <a:pt x="20131" y="11468"/>
                  </a:lnTo>
                  <a:lnTo>
                    <a:pt x="19049" y="15154"/>
                  </a:lnTo>
                  <a:lnTo>
                    <a:pt x="14275" y="12535"/>
                  </a:lnTo>
                  <a:lnTo>
                    <a:pt x="12218" y="14872"/>
                  </a:lnTo>
                  <a:lnTo>
                    <a:pt x="13980" y="20179"/>
                  </a:lnTo>
                  <a:lnTo>
                    <a:pt x="12744" y="23907"/>
                  </a:lnTo>
                  <a:lnTo>
                    <a:pt x="7860" y="21756"/>
                  </a:lnTo>
                  <a:lnTo>
                    <a:pt x="4982" y="22403"/>
                  </a:lnTo>
                  <a:lnTo>
                    <a:pt x="1922" y="24797"/>
                  </a:lnTo>
                  <a:lnTo>
                    <a:pt x="893" y="186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11771" y="5502471"/>
              <a:ext cx="13129" cy="18987"/>
            </a:xfrm>
            <a:custGeom>
              <a:avLst/>
              <a:pathLst>
                <a:path w="13129" h="18987">
                  <a:moveTo>
                    <a:pt x="0" y="12851"/>
                  </a:moveTo>
                  <a:lnTo>
                    <a:pt x="672" y="8091"/>
                  </a:lnTo>
                  <a:lnTo>
                    <a:pt x="5218" y="4956"/>
                  </a:lnTo>
                  <a:lnTo>
                    <a:pt x="12380" y="0"/>
                  </a:lnTo>
                  <a:lnTo>
                    <a:pt x="13129" y="2665"/>
                  </a:lnTo>
                  <a:lnTo>
                    <a:pt x="6654" y="16829"/>
                  </a:lnTo>
                  <a:lnTo>
                    <a:pt x="3982" y="18770"/>
                  </a:lnTo>
                  <a:lnTo>
                    <a:pt x="171" y="189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904719" y="5759592"/>
              <a:ext cx="4331" cy="4493"/>
            </a:xfrm>
            <a:custGeom>
              <a:avLst/>
              <a:pathLst>
                <a:path w="4331" h="4493">
                  <a:moveTo>
                    <a:pt x="824" y="311"/>
                  </a:moveTo>
                  <a:lnTo>
                    <a:pt x="3344" y="0"/>
                  </a:lnTo>
                  <a:lnTo>
                    <a:pt x="4331" y="140"/>
                  </a:lnTo>
                  <a:lnTo>
                    <a:pt x="3973" y="4493"/>
                  </a:lnTo>
                  <a:lnTo>
                    <a:pt x="0" y="30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95556" y="5755921"/>
              <a:ext cx="6288" cy="5153"/>
            </a:xfrm>
            <a:custGeom>
              <a:avLst/>
              <a:pathLst>
                <a:path w="6288" h="5153">
                  <a:moveTo>
                    <a:pt x="0" y="1524"/>
                  </a:moveTo>
                  <a:lnTo>
                    <a:pt x="6288" y="0"/>
                  </a:lnTo>
                  <a:lnTo>
                    <a:pt x="5104" y="4606"/>
                  </a:lnTo>
                  <a:lnTo>
                    <a:pt x="322" y="51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54284" y="5809348"/>
              <a:ext cx="19307" cy="12421"/>
            </a:xfrm>
            <a:custGeom>
              <a:avLst/>
              <a:pathLst>
                <a:path w="19307" h="12421">
                  <a:moveTo>
                    <a:pt x="498" y="0"/>
                  </a:moveTo>
                  <a:lnTo>
                    <a:pt x="10248" y="4762"/>
                  </a:lnTo>
                  <a:lnTo>
                    <a:pt x="19307" y="8332"/>
                  </a:lnTo>
                  <a:lnTo>
                    <a:pt x="17744" y="10708"/>
                  </a:lnTo>
                  <a:lnTo>
                    <a:pt x="14880" y="12421"/>
                  </a:lnTo>
                  <a:lnTo>
                    <a:pt x="9538" y="10386"/>
                  </a:lnTo>
                  <a:lnTo>
                    <a:pt x="3877" y="10003"/>
                  </a:lnTo>
                  <a:lnTo>
                    <a:pt x="0" y="611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52203" y="5826230"/>
              <a:ext cx="31291" cy="12478"/>
            </a:xfrm>
            <a:custGeom>
              <a:avLst/>
              <a:pathLst>
                <a:path w="31291" h="12478">
                  <a:moveTo>
                    <a:pt x="0" y="10781"/>
                  </a:moveTo>
                  <a:lnTo>
                    <a:pt x="5030" y="8701"/>
                  </a:lnTo>
                  <a:lnTo>
                    <a:pt x="12053" y="6642"/>
                  </a:lnTo>
                  <a:lnTo>
                    <a:pt x="17281" y="5909"/>
                  </a:lnTo>
                  <a:lnTo>
                    <a:pt x="22255" y="5981"/>
                  </a:lnTo>
                  <a:lnTo>
                    <a:pt x="26919" y="1897"/>
                  </a:lnTo>
                  <a:lnTo>
                    <a:pt x="29034" y="0"/>
                  </a:lnTo>
                  <a:lnTo>
                    <a:pt x="31291" y="318"/>
                  </a:lnTo>
                  <a:lnTo>
                    <a:pt x="29337" y="4815"/>
                  </a:lnTo>
                  <a:lnTo>
                    <a:pt x="24189" y="11425"/>
                  </a:lnTo>
                  <a:lnTo>
                    <a:pt x="19243" y="10258"/>
                  </a:lnTo>
                  <a:lnTo>
                    <a:pt x="11771" y="12175"/>
                  </a:lnTo>
                  <a:lnTo>
                    <a:pt x="1726" y="124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33214" y="5818706"/>
              <a:ext cx="27231" cy="18109"/>
            </a:xfrm>
            <a:custGeom>
              <a:avLst/>
              <a:pathLst>
                <a:path w="27231" h="18109">
                  <a:moveTo>
                    <a:pt x="1959" y="6823"/>
                  </a:moveTo>
                  <a:lnTo>
                    <a:pt x="5788" y="4572"/>
                  </a:lnTo>
                  <a:lnTo>
                    <a:pt x="9190" y="5300"/>
                  </a:lnTo>
                  <a:lnTo>
                    <a:pt x="18290" y="0"/>
                  </a:lnTo>
                  <a:lnTo>
                    <a:pt x="23757" y="693"/>
                  </a:lnTo>
                  <a:lnTo>
                    <a:pt x="27231" y="8050"/>
                  </a:lnTo>
                  <a:lnTo>
                    <a:pt x="21009" y="13650"/>
                  </a:lnTo>
                  <a:lnTo>
                    <a:pt x="12191" y="16017"/>
                  </a:lnTo>
                  <a:lnTo>
                    <a:pt x="8773" y="18109"/>
                  </a:lnTo>
                  <a:lnTo>
                    <a:pt x="7804" y="16124"/>
                  </a:lnTo>
                  <a:lnTo>
                    <a:pt x="2374" y="17004"/>
                  </a:lnTo>
                  <a:lnTo>
                    <a:pt x="0" y="111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710501" y="5375671"/>
              <a:ext cx="58560" cy="49199"/>
            </a:xfrm>
            <a:custGeom>
              <a:avLst/>
              <a:pathLst>
                <a:path w="58560" h="49199">
                  <a:moveTo>
                    <a:pt x="0" y="12272"/>
                  </a:moveTo>
                  <a:lnTo>
                    <a:pt x="3755" y="10265"/>
                  </a:lnTo>
                  <a:lnTo>
                    <a:pt x="10167" y="11110"/>
                  </a:lnTo>
                  <a:lnTo>
                    <a:pt x="15526" y="13013"/>
                  </a:lnTo>
                  <a:lnTo>
                    <a:pt x="18514" y="13694"/>
                  </a:lnTo>
                  <a:lnTo>
                    <a:pt x="19664" y="10984"/>
                  </a:lnTo>
                  <a:lnTo>
                    <a:pt x="19063" y="9531"/>
                  </a:lnTo>
                  <a:lnTo>
                    <a:pt x="23226" y="5792"/>
                  </a:lnTo>
                  <a:lnTo>
                    <a:pt x="26213" y="6744"/>
                  </a:lnTo>
                  <a:lnTo>
                    <a:pt x="28576" y="3935"/>
                  </a:lnTo>
                  <a:lnTo>
                    <a:pt x="30548" y="2167"/>
                  </a:lnTo>
                  <a:lnTo>
                    <a:pt x="34063" y="5067"/>
                  </a:lnTo>
                  <a:lnTo>
                    <a:pt x="38333" y="3118"/>
                  </a:lnTo>
                  <a:lnTo>
                    <a:pt x="41435" y="0"/>
                  </a:lnTo>
                  <a:lnTo>
                    <a:pt x="42528" y="5148"/>
                  </a:lnTo>
                  <a:lnTo>
                    <a:pt x="44350" y="8816"/>
                  </a:lnTo>
                  <a:lnTo>
                    <a:pt x="49302" y="7622"/>
                  </a:lnTo>
                  <a:lnTo>
                    <a:pt x="55431" y="11954"/>
                  </a:lnTo>
                  <a:lnTo>
                    <a:pt x="53830" y="15837"/>
                  </a:lnTo>
                  <a:lnTo>
                    <a:pt x="54879" y="18704"/>
                  </a:lnTo>
                  <a:lnTo>
                    <a:pt x="53462" y="21054"/>
                  </a:lnTo>
                  <a:lnTo>
                    <a:pt x="55073" y="24079"/>
                  </a:lnTo>
                  <a:lnTo>
                    <a:pt x="53464" y="28131"/>
                  </a:lnTo>
                  <a:lnTo>
                    <a:pt x="55639" y="31710"/>
                  </a:lnTo>
                  <a:lnTo>
                    <a:pt x="58560" y="36789"/>
                  </a:lnTo>
                  <a:lnTo>
                    <a:pt x="56787" y="39879"/>
                  </a:lnTo>
                  <a:lnTo>
                    <a:pt x="52728" y="41253"/>
                  </a:lnTo>
                  <a:lnTo>
                    <a:pt x="50794" y="39829"/>
                  </a:lnTo>
                  <a:lnTo>
                    <a:pt x="47889" y="41752"/>
                  </a:lnTo>
                  <a:lnTo>
                    <a:pt x="43909" y="41192"/>
                  </a:lnTo>
                  <a:lnTo>
                    <a:pt x="40493" y="43138"/>
                  </a:lnTo>
                  <a:lnTo>
                    <a:pt x="40214" y="47711"/>
                  </a:lnTo>
                  <a:lnTo>
                    <a:pt x="36707" y="49199"/>
                  </a:lnTo>
                  <a:lnTo>
                    <a:pt x="34402" y="44506"/>
                  </a:lnTo>
                  <a:lnTo>
                    <a:pt x="31677" y="42230"/>
                  </a:lnTo>
                  <a:lnTo>
                    <a:pt x="26930" y="41115"/>
                  </a:lnTo>
                  <a:lnTo>
                    <a:pt x="22251" y="38260"/>
                  </a:lnTo>
                  <a:lnTo>
                    <a:pt x="18332" y="35246"/>
                  </a:lnTo>
                  <a:lnTo>
                    <a:pt x="14058" y="30922"/>
                  </a:lnTo>
                  <a:lnTo>
                    <a:pt x="10201" y="28803"/>
                  </a:lnTo>
                  <a:lnTo>
                    <a:pt x="5471" y="24348"/>
                  </a:lnTo>
                  <a:lnTo>
                    <a:pt x="2242" y="22052"/>
                  </a:lnTo>
                  <a:lnTo>
                    <a:pt x="2289" y="177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0219" y="5850882"/>
              <a:ext cx="5692" cy="7088"/>
            </a:xfrm>
            <a:custGeom>
              <a:avLst/>
              <a:pathLst>
                <a:path w="5692" h="7088">
                  <a:moveTo>
                    <a:pt x="1456" y="0"/>
                  </a:moveTo>
                  <a:lnTo>
                    <a:pt x="4552" y="2242"/>
                  </a:lnTo>
                  <a:lnTo>
                    <a:pt x="5692" y="4306"/>
                  </a:lnTo>
                  <a:lnTo>
                    <a:pt x="3070" y="7088"/>
                  </a:lnTo>
                  <a:lnTo>
                    <a:pt x="1655" y="6825"/>
                  </a:lnTo>
                  <a:lnTo>
                    <a:pt x="0" y="11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66443" y="5835353"/>
              <a:ext cx="67992" cy="51550"/>
            </a:xfrm>
            <a:custGeom>
              <a:avLst/>
              <a:pathLst>
                <a:path w="67992" h="51550">
                  <a:moveTo>
                    <a:pt x="2355" y="44693"/>
                  </a:moveTo>
                  <a:lnTo>
                    <a:pt x="6120" y="41332"/>
                  </a:lnTo>
                  <a:lnTo>
                    <a:pt x="10040" y="41392"/>
                  </a:lnTo>
                  <a:lnTo>
                    <a:pt x="15204" y="38396"/>
                  </a:lnTo>
                  <a:lnTo>
                    <a:pt x="18531" y="38192"/>
                  </a:lnTo>
                  <a:lnTo>
                    <a:pt x="22022" y="36554"/>
                  </a:lnTo>
                  <a:lnTo>
                    <a:pt x="25533" y="33643"/>
                  </a:lnTo>
                  <a:lnTo>
                    <a:pt x="27556" y="31897"/>
                  </a:lnTo>
                  <a:lnTo>
                    <a:pt x="26672" y="27860"/>
                  </a:lnTo>
                  <a:lnTo>
                    <a:pt x="28747" y="26119"/>
                  </a:lnTo>
                  <a:lnTo>
                    <a:pt x="30160" y="23922"/>
                  </a:lnTo>
                  <a:lnTo>
                    <a:pt x="31383" y="20993"/>
                  </a:lnTo>
                  <a:lnTo>
                    <a:pt x="32798" y="17712"/>
                  </a:lnTo>
                  <a:lnTo>
                    <a:pt x="29409" y="14147"/>
                  </a:lnTo>
                  <a:lnTo>
                    <a:pt x="27815" y="12035"/>
                  </a:lnTo>
                  <a:lnTo>
                    <a:pt x="27928" y="9172"/>
                  </a:lnTo>
                  <a:lnTo>
                    <a:pt x="32183" y="3960"/>
                  </a:lnTo>
                  <a:lnTo>
                    <a:pt x="37934" y="1413"/>
                  </a:lnTo>
                  <a:lnTo>
                    <a:pt x="43094" y="0"/>
                  </a:lnTo>
                  <a:lnTo>
                    <a:pt x="46751" y="432"/>
                  </a:lnTo>
                  <a:lnTo>
                    <a:pt x="48809" y="4571"/>
                  </a:lnTo>
                  <a:lnTo>
                    <a:pt x="51717" y="7434"/>
                  </a:lnTo>
                  <a:lnTo>
                    <a:pt x="54429" y="5406"/>
                  </a:lnTo>
                  <a:lnTo>
                    <a:pt x="57481" y="2325"/>
                  </a:lnTo>
                  <a:lnTo>
                    <a:pt x="60915" y="4425"/>
                  </a:lnTo>
                  <a:lnTo>
                    <a:pt x="62380" y="3932"/>
                  </a:lnTo>
                  <a:lnTo>
                    <a:pt x="64387" y="3255"/>
                  </a:lnTo>
                  <a:lnTo>
                    <a:pt x="67992" y="5628"/>
                  </a:lnTo>
                  <a:lnTo>
                    <a:pt x="64749" y="7786"/>
                  </a:lnTo>
                  <a:lnTo>
                    <a:pt x="62863" y="9038"/>
                  </a:lnTo>
                  <a:lnTo>
                    <a:pt x="61311" y="11713"/>
                  </a:lnTo>
                  <a:lnTo>
                    <a:pt x="58711" y="12005"/>
                  </a:lnTo>
                  <a:lnTo>
                    <a:pt x="55454" y="16040"/>
                  </a:lnTo>
                  <a:lnTo>
                    <a:pt x="57989" y="17876"/>
                  </a:lnTo>
                  <a:lnTo>
                    <a:pt x="63228" y="14818"/>
                  </a:lnTo>
                  <a:lnTo>
                    <a:pt x="66465" y="13835"/>
                  </a:lnTo>
                  <a:lnTo>
                    <a:pt x="67022" y="15812"/>
                  </a:lnTo>
                  <a:lnTo>
                    <a:pt x="65389" y="22568"/>
                  </a:lnTo>
                  <a:lnTo>
                    <a:pt x="61399" y="23683"/>
                  </a:lnTo>
                  <a:lnTo>
                    <a:pt x="58491" y="26045"/>
                  </a:lnTo>
                  <a:lnTo>
                    <a:pt x="53753" y="28033"/>
                  </a:lnTo>
                  <a:lnTo>
                    <a:pt x="51270" y="31897"/>
                  </a:lnTo>
                  <a:lnTo>
                    <a:pt x="48486" y="35478"/>
                  </a:lnTo>
                  <a:lnTo>
                    <a:pt x="45588" y="38323"/>
                  </a:lnTo>
                  <a:lnTo>
                    <a:pt x="42012" y="41305"/>
                  </a:lnTo>
                  <a:lnTo>
                    <a:pt x="37112" y="41620"/>
                  </a:lnTo>
                  <a:lnTo>
                    <a:pt x="32707" y="41227"/>
                  </a:lnTo>
                  <a:lnTo>
                    <a:pt x="29631" y="41217"/>
                  </a:lnTo>
                  <a:lnTo>
                    <a:pt x="26166" y="41736"/>
                  </a:lnTo>
                  <a:lnTo>
                    <a:pt x="21328" y="44737"/>
                  </a:lnTo>
                  <a:lnTo>
                    <a:pt x="20659" y="46813"/>
                  </a:lnTo>
                  <a:lnTo>
                    <a:pt x="16494" y="46687"/>
                  </a:lnTo>
                  <a:lnTo>
                    <a:pt x="13706" y="50765"/>
                  </a:lnTo>
                  <a:lnTo>
                    <a:pt x="11784" y="49922"/>
                  </a:lnTo>
                  <a:lnTo>
                    <a:pt x="8582" y="51550"/>
                  </a:lnTo>
                  <a:lnTo>
                    <a:pt x="3860" y="49340"/>
                  </a:lnTo>
                  <a:lnTo>
                    <a:pt x="0" y="463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736637" y="4607318"/>
              <a:ext cx="1293600" cy="1207396"/>
            </a:xfrm>
            <a:custGeom>
              <a:avLst/>
              <a:pathLst>
                <a:path w="1293600" h="1207396">
                  <a:moveTo>
                    <a:pt x="0" y="386197"/>
                  </a:moveTo>
                  <a:lnTo>
                    <a:pt x="4597" y="381676"/>
                  </a:lnTo>
                  <a:lnTo>
                    <a:pt x="13775" y="378218"/>
                  </a:lnTo>
                  <a:lnTo>
                    <a:pt x="24217" y="372426"/>
                  </a:lnTo>
                  <a:lnTo>
                    <a:pt x="39003" y="362140"/>
                  </a:lnTo>
                  <a:lnTo>
                    <a:pt x="59425" y="350334"/>
                  </a:lnTo>
                  <a:lnTo>
                    <a:pt x="76684" y="341550"/>
                  </a:lnTo>
                  <a:lnTo>
                    <a:pt x="92438" y="335786"/>
                  </a:lnTo>
                  <a:lnTo>
                    <a:pt x="103447" y="332893"/>
                  </a:lnTo>
                  <a:lnTo>
                    <a:pt x="117929" y="333547"/>
                  </a:lnTo>
                  <a:lnTo>
                    <a:pt x="123264" y="336454"/>
                  </a:lnTo>
                  <a:lnTo>
                    <a:pt x="119729" y="340435"/>
                  </a:lnTo>
                  <a:lnTo>
                    <a:pt x="117537" y="344689"/>
                  </a:lnTo>
                  <a:lnTo>
                    <a:pt x="115328" y="347942"/>
                  </a:lnTo>
                  <a:lnTo>
                    <a:pt x="115397" y="353825"/>
                  </a:lnTo>
                  <a:lnTo>
                    <a:pt x="115237" y="357260"/>
                  </a:lnTo>
                  <a:lnTo>
                    <a:pt x="112910" y="359558"/>
                  </a:lnTo>
                  <a:lnTo>
                    <a:pt x="112901" y="362055"/>
                  </a:lnTo>
                  <a:lnTo>
                    <a:pt x="115212" y="368796"/>
                  </a:lnTo>
                  <a:lnTo>
                    <a:pt x="117739" y="371946"/>
                  </a:lnTo>
                  <a:lnTo>
                    <a:pt x="123040" y="370539"/>
                  </a:lnTo>
                  <a:lnTo>
                    <a:pt x="126227" y="370831"/>
                  </a:lnTo>
                  <a:lnTo>
                    <a:pt x="131888" y="373127"/>
                  </a:lnTo>
                  <a:lnTo>
                    <a:pt x="135838" y="372180"/>
                  </a:lnTo>
                  <a:lnTo>
                    <a:pt x="142278" y="371693"/>
                  </a:lnTo>
                  <a:lnTo>
                    <a:pt x="145329" y="375551"/>
                  </a:lnTo>
                  <a:lnTo>
                    <a:pt x="150513" y="375217"/>
                  </a:lnTo>
                  <a:lnTo>
                    <a:pt x="152818" y="376630"/>
                  </a:lnTo>
                  <a:lnTo>
                    <a:pt x="158060" y="373564"/>
                  </a:lnTo>
                  <a:lnTo>
                    <a:pt x="165558" y="378015"/>
                  </a:lnTo>
                  <a:lnTo>
                    <a:pt x="167400" y="374441"/>
                  </a:lnTo>
                  <a:lnTo>
                    <a:pt x="172017" y="367290"/>
                  </a:lnTo>
                  <a:lnTo>
                    <a:pt x="173971" y="362851"/>
                  </a:lnTo>
                  <a:lnTo>
                    <a:pt x="175709" y="361321"/>
                  </a:lnTo>
                  <a:lnTo>
                    <a:pt x="179365" y="362022"/>
                  </a:lnTo>
                  <a:lnTo>
                    <a:pt x="179764" y="364301"/>
                  </a:lnTo>
                  <a:lnTo>
                    <a:pt x="182854" y="365347"/>
                  </a:lnTo>
                  <a:lnTo>
                    <a:pt x="188224" y="363888"/>
                  </a:lnTo>
                  <a:lnTo>
                    <a:pt x="186076" y="358013"/>
                  </a:lnTo>
                  <a:lnTo>
                    <a:pt x="180312" y="353926"/>
                  </a:lnTo>
                  <a:lnTo>
                    <a:pt x="173950" y="351588"/>
                  </a:lnTo>
                  <a:lnTo>
                    <a:pt x="170906" y="351474"/>
                  </a:lnTo>
                  <a:lnTo>
                    <a:pt x="165018" y="354503"/>
                  </a:lnTo>
                  <a:lnTo>
                    <a:pt x="166874" y="346706"/>
                  </a:lnTo>
                  <a:lnTo>
                    <a:pt x="166833" y="342971"/>
                  </a:lnTo>
                  <a:lnTo>
                    <a:pt x="161520" y="334670"/>
                  </a:lnTo>
                  <a:lnTo>
                    <a:pt x="160088" y="329894"/>
                  </a:lnTo>
                  <a:lnTo>
                    <a:pt x="155897" y="326825"/>
                  </a:lnTo>
                  <a:lnTo>
                    <a:pt x="152166" y="325437"/>
                  </a:lnTo>
                  <a:lnTo>
                    <a:pt x="149678" y="316837"/>
                  </a:lnTo>
                  <a:lnTo>
                    <a:pt x="151028" y="313715"/>
                  </a:lnTo>
                  <a:lnTo>
                    <a:pt x="154191" y="310576"/>
                  </a:lnTo>
                  <a:lnTo>
                    <a:pt x="154313" y="308454"/>
                  </a:lnTo>
                  <a:lnTo>
                    <a:pt x="150256" y="306884"/>
                  </a:lnTo>
                  <a:lnTo>
                    <a:pt x="145051" y="307021"/>
                  </a:lnTo>
                  <a:lnTo>
                    <a:pt x="141093" y="303951"/>
                  </a:lnTo>
                  <a:lnTo>
                    <a:pt x="134159" y="301134"/>
                  </a:lnTo>
                  <a:lnTo>
                    <a:pt x="127146" y="298241"/>
                  </a:lnTo>
                  <a:lnTo>
                    <a:pt x="124525" y="296775"/>
                  </a:lnTo>
                  <a:lnTo>
                    <a:pt x="124274" y="289490"/>
                  </a:lnTo>
                  <a:lnTo>
                    <a:pt x="122379" y="274421"/>
                  </a:lnTo>
                  <a:lnTo>
                    <a:pt x="119311" y="263264"/>
                  </a:lnTo>
                  <a:lnTo>
                    <a:pt x="115012" y="256658"/>
                  </a:lnTo>
                  <a:lnTo>
                    <a:pt x="108938" y="250658"/>
                  </a:lnTo>
                  <a:lnTo>
                    <a:pt x="97328" y="234370"/>
                  </a:lnTo>
                  <a:lnTo>
                    <a:pt x="92121" y="226916"/>
                  </a:lnTo>
                  <a:lnTo>
                    <a:pt x="91106" y="226144"/>
                  </a:lnTo>
                  <a:lnTo>
                    <a:pt x="84759" y="221279"/>
                  </a:lnTo>
                  <a:lnTo>
                    <a:pt x="80626" y="219297"/>
                  </a:lnTo>
                  <a:lnTo>
                    <a:pt x="78516" y="216763"/>
                  </a:lnTo>
                  <a:lnTo>
                    <a:pt x="76643" y="210651"/>
                  </a:lnTo>
                  <a:lnTo>
                    <a:pt x="72124" y="205065"/>
                  </a:lnTo>
                  <a:lnTo>
                    <a:pt x="65909" y="200907"/>
                  </a:lnTo>
                  <a:lnTo>
                    <a:pt x="60428" y="199813"/>
                  </a:lnTo>
                  <a:lnTo>
                    <a:pt x="66890" y="195807"/>
                  </a:lnTo>
                  <a:lnTo>
                    <a:pt x="73366" y="194087"/>
                  </a:lnTo>
                  <a:lnTo>
                    <a:pt x="75241" y="188603"/>
                  </a:lnTo>
                  <a:lnTo>
                    <a:pt x="77439" y="182178"/>
                  </a:lnTo>
                  <a:lnTo>
                    <a:pt x="79457" y="174244"/>
                  </a:lnTo>
                  <a:lnTo>
                    <a:pt x="80310" y="163691"/>
                  </a:lnTo>
                  <a:lnTo>
                    <a:pt x="87076" y="164998"/>
                  </a:lnTo>
                  <a:lnTo>
                    <a:pt x="96069" y="167133"/>
                  </a:lnTo>
                  <a:lnTo>
                    <a:pt x="108957" y="166791"/>
                  </a:lnTo>
                  <a:lnTo>
                    <a:pt x="119307" y="165480"/>
                  </a:lnTo>
                  <a:lnTo>
                    <a:pt x="125654" y="165241"/>
                  </a:lnTo>
                  <a:lnTo>
                    <a:pt x="133667" y="161036"/>
                  </a:lnTo>
                  <a:lnTo>
                    <a:pt x="142682" y="153030"/>
                  </a:lnTo>
                  <a:lnTo>
                    <a:pt x="151552" y="140731"/>
                  </a:lnTo>
                  <a:lnTo>
                    <a:pt x="154613" y="132053"/>
                  </a:lnTo>
                  <a:lnTo>
                    <a:pt x="156050" y="119033"/>
                  </a:lnTo>
                  <a:lnTo>
                    <a:pt x="158793" y="110270"/>
                  </a:lnTo>
                  <a:lnTo>
                    <a:pt x="161305" y="104176"/>
                  </a:lnTo>
                  <a:lnTo>
                    <a:pt x="166516" y="97146"/>
                  </a:lnTo>
                  <a:lnTo>
                    <a:pt x="174015" y="85435"/>
                  </a:lnTo>
                  <a:lnTo>
                    <a:pt x="179144" y="78370"/>
                  </a:lnTo>
                  <a:lnTo>
                    <a:pt x="189154" y="70120"/>
                  </a:lnTo>
                  <a:lnTo>
                    <a:pt x="195365" y="72434"/>
                  </a:lnTo>
                  <a:lnTo>
                    <a:pt x="201649" y="73262"/>
                  </a:lnTo>
                  <a:lnTo>
                    <a:pt x="212371" y="68126"/>
                  </a:lnTo>
                  <a:lnTo>
                    <a:pt x="226209" y="55708"/>
                  </a:lnTo>
                  <a:lnTo>
                    <a:pt x="234337" y="45486"/>
                  </a:lnTo>
                  <a:lnTo>
                    <a:pt x="239451" y="39372"/>
                  </a:lnTo>
                  <a:lnTo>
                    <a:pt x="249879" y="33897"/>
                  </a:lnTo>
                  <a:lnTo>
                    <a:pt x="250818" y="38035"/>
                  </a:lnTo>
                  <a:lnTo>
                    <a:pt x="256237" y="39930"/>
                  </a:lnTo>
                  <a:lnTo>
                    <a:pt x="262158" y="39835"/>
                  </a:lnTo>
                  <a:lnTo>
                    <a:pt x="266641" y="38119"/>
                  </a:lnTo>
                  <a:lnTo>
                    <a:pt x="273742" y="37269"/>
                  </a:lnTo>
                  <a:lnTo>
                    <a:pt x="279454" y="34173"/>
                  </a:lnTo>
                  <a:lnTo>
                    <a:pt x="287061" y="26960"/>
                  </a:lnTo>
                  <a:lnTo>
                    <a:pt x="292506" y="18468"/>
                  </a:lnTo>
                  <a:lnTo>
                    <a:pt x="298478" y="8152"/>
                  </a:lnTo>
                  <a:lnTo>
                    <a:pt x="300587" y="4760"/>
                  </a:lnTo>
                  <a:lnTo>
                    <a:pt x="305711" y="0"/>
                  </a:lnTo>
                  <a:lnTo>
                    <a:pt x="306372" y="3978"/>
                  </a:lnTo>
                  <a:lnTo>
                    <a:pt x="310888" y="6460"/>
                  </a:lnTo>
                  <a:lnTo>
                    <a:pt x="315748" y="7560"/>
                  </a:lnTo>
                  <a:lnTo>
                    <a:pt x="316284" y="11645"/>
                  </a:lnTo>
                  <a:lnTo>
                    <a:pt x="319410" y="10894"/>
                  </a:lnTo>
                  <a:lnTo>
                    <a:pt x="325792" y="12180"/>
                  </a:lnTo>
                  <a:lnTo>
                    <a:pt x="327130" y="17099"/>
                  </a:lnTo>
                  <a:lnTo>
                    <a:pt x="326838" y="19578"/>
                  </a:lnTo>
                  <a:lnTo>
                    <a:pt x="323183" y="23090"/>
                  </a:lnTo>
                  <a:lnTo>
                    <a:pt x="321959" y="25583"/>
                  </a:lnTo>
                  <a:lnTo>
                    <a:pt x="317937" y="27197"/>
                  </a:lnTo>
                  <a:lnTo>
                    <a:pt x="317308" y="30504"/>
                  </a:lnTo>
                  <a:lnTo>
                    <a:pt x="318381" y="35139"/>
                  </a:lnTo>
                  <a:lnTo>
                    <a:pt x="322452" y="36526"/>
                  </a:lnTo>
                  <a:lnTo>
                    <a:pt x="326468" y="35235"/>
                  </a:lnTo>
                  <a:lnTo>
                    <a:pt x="327704" y="32438"/>
                  </a:lnTo>
                  <a:lnTo>
                    <a:pt x="327163" y="28581"/>
                  </a:lnTo>
                  <a:lnTo>
                    <a:pt x="330340" y="24646"/>
                  </a:lnTo>
                  <a:lnTo>
                    <a:pt x="332521" y="18527"/>
                  </a:lnTo>
                  <a:lnTo>
                    <a:pt x="336774" y="13633"/>
                  </a:lnTo>
                  <a:lnTo>
                    <a:pt x="339233" y="14871"/>
                  </a:lnTo>
                  <a:lnTo>
                    <a:pt x="346823" y="22899"/>
                  </a:lnTo>
                  <a:lnTo>
                    <a:pt x="346265" y="27531"/>
                  </a:lnTo>
                  <a:lnTo>
                    <a:pt x="347057" y="35741"/>
                  </a:lnTo>
                  <a:lnTo>
                    <a:pt x="350076" y="35189"/>
                  </a:lnTo>
                  <a:lnTo>
                    <a:pt x="353053" y="35700"/>
                  </a:lnTo>
                  <a:lnTo>
                    <a:pt x="356548" y="38551"/>
                  </a:lnTo>
                  <a:lnTo>
                    <a:pt x="361483" y="30600"/>
                  </a:lnTo>
                  <a:lnTo>
                    <a:pt x="366235" y="30426"/>
                  </a:lnTo>
                  <a:lnTo>
                    <a:pt x="371313" y="29574"/>
                  </a:lnTo>
                  <a:lnTo>
                    <a:pt x="375237" y="26978"/>
                  </a:lnTo>
                  <a:lnTo>
                    <a:pt x="379259" y="27314"/>
                  </a:lnTo>
                  <a:lnTo>
                    <a:pt x="382388" y="29120"/>
                  </a:lnTo>
                  <a:lnTo>
                    <a:pt x="386788" y="28863"/>
                  </a:lnTo>
                  <a:lnTo>
                    <a:pt x="392644" y="29982"/>
                  </a:lnTo>
                  <a:lnTo>
                    <a:pt x="396995" y="31982"/>
                  </a:lnTo>
                  <a:lnTo>
                    <a:pt x="397729" y="33984"/>
                  </a:lnTo>
                  <a:lnTo>
                    <a:pt x="394544" y="37896"/>
                  </a:lnTo>
                  <a:lnTo>
                    <a:pt x="394590" y="41190"/>
                  </a:lnTo>
                  <a:lnTo>
                    <a:pt x="392035" y="42432"/>
                  </a:lnTo>
                  <a:lnTo>
                    <a:pt x="393060" y="47061"/>
                  </a:lnTo>
                  <a:lnTo>
                    <a:pt x="396047" y="47812"/>
                  </a:lnTo>
                  <a:lnTo>
                    <a:pt x="400788" y="48604"/>
                  </a:lnTo>
                  <a:lnTo>
                    <a:pt x="403070" y="49880"/>
                  </a:lnTo>
                  <a:lnTo>
                    <a:pt x="409123" y="50342"/>
                  </a:lnTo>
                  <a:lnTo>
                    <a:pt x="408479" y="53544"/>
                  </a:lnTo>
                  <a:lnTo>
                    <a:pt x="408593" y="58296"/>
                  </a:lnTo>
                  <a:lnTo>
                    <a:pt x="413715" y="58100"/>
                  </a:lnTo>
                  <a:lnTo>
                    <a:pt x="418319" y="59732"/>
                  </a:lnTo>
                  <a:lnTo>
                    <a:pt x="421080" y="61197"/>
                  </a:lnTo>
                  <a:lnTo>
                    <a:pt x="424195" y="56702"/>
                  </a:lnTo>
                  <a:lnTo>
                    <a:pt x="426605" y="54496"/>
                  </a:lnTo>
                  <a:lnTo>
                    <a:pt x="429137" y="54020"/>
                  </a:lnTo>
                  <a:lnTo>
                    <a:pt x="434004" y="52112"/>
                  </a:lnTo>
                  <a:lnTo>
                    <a:pt x="437204" y="53257"/>
                  </a:lnTo>
                  <a:lnTo>
                    <a:pt x="439853" y="55837"/>
                  </a:lnTo>
                  <a:lnTo>
                    <a:pt x="444667" y="53712"/>
                  </a:lnTo>
                  <a:lnTo>
                    <a:pt x="448780" y="48090"/>
                  </a:lnTo>
                  <a:lnTo>
                    <a:pt x="451581" y="48593"/>
                  </a:lnTo>
                  <a:lnTo>
                    <a:pt x="457477" y="46325"/>
                  </a:lnTo>
                  <a:lnTo>
                    <a:pt x="463774" y="47703"/>
                  </a:lnTo>
                  <a:lnTo>
                    <a:pt x="469556" y="50993"/>
                  </a:lnTo>
                  <a:lnTo>
                    <a:pt x="475209" y="49877"/>
                  </a:lnTo>
                  <a:lnTo>
                    <a:pt x="479814" y="54172"/>
                  </a:lnTo>
                  <a:lnTo>
                    <a:pt x="480367" y="57305"/>
                  </a:lnTo>
                  <a:lnTo>
                    <a:pt x="482929" y="57535"/>
                  </a:lnTo>
                  <a:lnTo>
                    <a:pt x="485835" y="53951"/>
                  </a:lnTo>
                  <a:lnTo>
                    <a:pt x="491348" y="55429"/>
                  </a:lnTo>
                  <a:lnTo>
                    <a:pt x="493634" y="56517"/>
                  </a:lnTo>
                  <a:lnTo>
                    <a:pt x="496350" y="61261"/>
                  </a:lnTo>
                  <a:lnTo>
                    <a:pt x="503890" y="62120"/>
                  </a:lnTo>
                  <a:lnTo>
                    <a:pt x="508071" y="60028"/>
                  </a:lnTo>
                  <a:lnTo>
                    <a:pt x="510074" y="63347"/>
                  </a:lnTo>
                  <a:lnTo>
                    <a:pt x="513877" y="63205"/>
                  </a:lnTo>
                  <a:lnTo>
                    <a:pt x="515853" y="60111"/>
                  </a:lnTo>
                  <a:lnTo>
                    <a:pt x="524109" y="58508"/>
                  </a:lnTo>
                  <a:lnTo>
                    <a:pt x="532637" y="58733"/>
                  </a:lnTo>
                  <a:lnTo>
                    <a:pt x="535509" y="59466"/>
                  </a:lnTo>
                  <a:lnTo>
                    <a:pt x="538502" y="57029"/>
                  </a:lnTo>
                  <a:lnTo>
                    <a:pt x="544453" y="61591"/>
                  </a:lnTo>
                  <a:lnTo>
                    <a:pt x="549071" y="63979"/>
                  </a:lnTo>
                  <a:lnTo>
                    <a:pt x="555254" y="65862"/>
                  </a:lnTo>
                  <a:lnTo>
                    <a:pt x="561551" y="66404"/>
                  </a:lnTo>
                  <a:lnTo>
                    <a:pt x="563801" y="64809"/>
                  </a:lnTo>
                  <a:lnTo>
                    <a:pt x="566591" y="65097"/>
                  </a:lnTo>
                  <a:lnTo>
                    <a:pt x="570598" y="59301"/>
                  </a:lnTo>
                  <a:lnTo>
                    <a:pt x="574405" y="57454"/>
                  </a:lnTo>
                  <a:lnTo>
                    <a:pt x="581521" y="50985"/>
                  </a:lnTo>
                  <a:lnTo>
                    <a:pt x="589910" y="47318"/>
                  </a:lnTo>
                  <a:lnTo>
                    <a:pt x="592082" y="47743"/>
                  </a:lnTo>
                  <a:lnTo>
                    <a:pt x="594884" y="45176"/>
                  </a:lnTo>
                  <a:lnTo>
                    <a:pt x="601818" y="47905"/>
                  </a:lnTo>
                  <a:lnTo>
                    <a:pt x="607930" y="49602"/>
                  </a:lnTo>
                  <a:lnTo>
                    <a:pt x="615472" y="53662"/>
                  </a:lnTo>
                  <a:lnTo>
                    <a:pt x="617093" y="56212"/>
                  </a:lnTo>
                  <a:lnTo>
                    <a:pt x="620975" y="56599"/>
                  </a:lnTo>
                  <a:lnTo>
                    <a:pt x="626709" y="59246"/>
                  </a:lnTo>
                  <a:lnTo>
                    <a:pt x="634049" y="60699"/>
                  </a:lnTo>
                  <a:lnTo>
                    <a:pt x="641639" y="65341"/>
                  </a:lnTo>
                  <a:lnTo>
                    <a:pt x="646677" y="64690"/>
                  </a:lnTo>
                  <a:lnTo>
                    <a:pt x="651852" y="65970"/>
                  </a:lnTo>
                  <a:lnTo>
                    <a:pt x="669235" y="143498"/>
                  </a:lnTo>
                  <a:lnTo>
                    <a:pt x="711764" y="322940"/>
                  </a:lnTo>
                  <a:lnTo>
                    <a:pt x="780378" y="587705"/>
                  </a:lnTo>
                  <a:lnTo>
                    <a:pt x="808521" y="689129"/>
                  </a:lnTo>
                  <a:lnTo>
                    <a:pt x="810143" y="694863"/>
                  </a:lnTo>
                  <a:lnTo>
                    <a:pt x="826246" y="695711"/>
                  </a:lnTo>
                  <a:lnTo>
                    <a:pt x="826521" y="689311"/>
                  </a:lnTo>
                  <a:lnTo>
                    <a:pt x="844012" y="692751"/>
                  </a:lnTo>
                  <a:lnTo>
                    <a:pt x="849928" y="679408"/>
                  </a:lnTo>
                  <a:lnTo>
                    <a:pt x="868483" y="671810"/>
                  </a:lnTo>
                  <a:lnTo>
                    <a:pt x="869320" y="674004"/>
                  </a:lnTo>
                  <a:lnTo>
                    <a:pt x="870483" y="690722"/>
                  </a:lnTo>
                  <a:lnTo>
                    <a:pt x="877199" y="695186"/>
                  </a:lnTo>
                  <a:lnTo>
                    <a:pt x="889794" y="697232"/>
                  </a:lnTo>
                  <a:lnTo>
                    <a:pt x="894132" y="704359"/>
                  </a:lnTo>
                  <a:lnTo>
                    <a:pt x="896823" y="706350"/>
                  </a:lnTo>
                  <a:lnTo>
                    <a:pt x="938898" y="728574"/>
                  </a:lnTo>
                  <a:lnTo>
                    <a:pt x="948041" y="744114"/>
                  </a:lnTo>
                  <a:lnTo>
                    <a:pt x="948970" y="749675"/>
                  </a:lnTo>
                  <a:lnTo>
                    <a:pt x="951426" y="748552"/>
                  </a:lnTo>
                  <a:lnTo>
                    <a:pt x="955138" y="740268"/>
                  </a:lnTo>
                  <a:lnTo>
                    <a:pt x="964740" y="726489"/>
                  </a:lnTo>
                  <a:lnTo>
                    <a:pt x="965459" y="724732"/>
                  </a:lnTo>
                  <a:lnTo>
                    <a:pt x="973062" y="721286"/>
                  </a:lnTo>
                  <a:lnTo>
                    <a:pt x="973721" y="713954"/>
                  </a:lnTo>
                  <a:lnTo>
                    <a:pt x="973886" y="712093"/>
                  </a:lnTo>
                  <a:lnTo>
                    <a:pt x="969437" y="700469"/>
                  </a:lnTo>
                  <a:lnTo>
                    <a:pt x="973427" y="699987"/>
                  </a:lnTo>
                  <a:lnTo>
                    <a:pt x="975542" y="693577"/>
                  </a:lnTo>
                  <a:lnTo>
                    <a:pt x="974644" y="691405"/>
                  </a:lnTo>
                  <a:lnTo>
                    <a:pt x="970155" y="690163"/>
                  </a:lnTo>
                  <a:lnTo>
                    <a:pt x="974199" y="685548"/>
                  </a:lnTo>
                  <a:lnTo>
                    <a:pt x="981238" y="680955"/>
                  </a:lnTo>
                  <a:lnTo>
                    <a:pt x="986615" y="673975"/>
                  </a:lnTo>
                  <a:lnTo>
                    <a:pt x="992506" y="666266"/>
                  </a:lnTo>
                  <a:lnTo>
                    <a:pt x="1002609" y="669759"/>
                  </a:lnTo>
                  <a:lnTo>
                    <a:pt x="1003931" y="671665"/>
                  </a:lnTo>
                  <a:lnTo>
                    <a:pt x="1008024" y="673026"/>
                  </a:lnTo>
                  <a:lnTo>
                    <a:pt x="1012195" y="675755"/>
                  </a:lnTo>
                  <a:lnTo>
                    <a:pt x="1014423" y="681483"/>
                  </a:lnTo>
                  <a:lnTo>
                    <a:pt x="1014446" y="685423"/>
                  </a:lnTo>
                  <a:lnTo>
                    <a:pt x="1017234" y="687293"/>
                  </a:lnTo>
                  <a:lnTo>
                    <a:pt x="1017521" y="689861"/>
                  </a:lnTo>
                  <a:lnTo>
                    <a:pt x="1021232" y="693171"/>
                  </a:lnTo>
                  <a:lnTo>
                    <a:pt x="1030162" y="691845"/>
                  </a:lnTo>
                  <a:lnTo>
                    <a:pt x="1033030" y="695625"/>
                  </a:lnTo>
                  <a:lnTo>
                    <a:pt x="1037411" y="697727"/>
                  </a:lnTo>
                  <a:lnTo>
                    <a:pt x="1040096" y="696597"/>
                  </a:lnTo>
                  <a:lnTo>
                    <a:pt x="1045636" y="701210"/>
                  </a:lnTo>
                  <a:lnTo>
                    <a:pt x="1046458" y="705267"/>
                  </a:lnTo>
                  <a:lnTo>
                    <a:pt x="1049109" y="705170"/>
                  </a:lnTo>
                  <a:lnTo>
                    <a:pt x="1050166" y="707924"/>
                  </a:lnTo>
                  <a:lnTo>
                    <a:pt x="1054209" y="710803"/>
                  </a:lnTo>
                  <a:lnTo>
                    <a:pt x="1070505" y="713483"/>
                  </a:lnTo>
                  <a:lnTo>
                    <a:pt x="1078093" y="719230"/>
                  </a:lnTo>
                  <a:lnTo>
                    <a:pt x="1092957" y="726145"/>
                  </a:lnTo>
                  <a:lnTo>
                    <a:pt x="1091482" y="730005"/>
                  </a:lnTo>
                  <a:lnTo>
                    <a:pt x="1098267" y="735619"/>
                  </a:lnTo>
                  <a:lnTo>
                    <a:pt x="1106826" y="740889"/>
                  </a:lnTo>
                  <a:lnTo>
                    <a:pt x="1114059" y="748987"/>
                  </a:lnTo>
                  <a:lnTo>
                    <a:pt x="1124945" y="755894"/>
                  </a:lnTo>
                  <a:lnTo>
                    <a:pt x="1132315" y="762957"/>
                  </a:lnTo>
                  <a:lnTo>
                    <a:pt x="1138417" y="767980"/>
                  </a:lnTo>
                  <a:lnTo>
                    <a:pt x="1144210" y="772720"/>
                  </a:lnTo>
                  <a:lnTo>
                    <a:pt x="1154698" y="779625"/>
                  </a:lnTo>
                  <a:lnTo>
                    <a:pt x="1162160" y="786242"/>
                  </a:lnTo>
                  <a:lnTo>
                    <a:pt x="1161613" y="795660"/>
                  </a:lnTo>
                  <a:lnTo>
                    <a:pt x="1173324" y="793493"/>
                  </a:lnTo>
                  <a:lnTo>
                    <a:pt x="1175581" y="804608"/>
                  </a:lnTo>
                  <a:lnTo>
                    <a:pt x="1175814" y="805757"/>
                  </a:lnTo>
                  <a:lnTo>
                    <a:pt x="1186136" y="806163"/>
                  </a:lnTo>
                  <a:lnTo>
                    <a:pt x="1186612" y="809888"/>
                  </a:lnTo>
                  <a:lnTo>
                    <a:pt x="1193094" y="818334"/>
                  </a:lnTo>
                  <a:lnTo>
                    <a:pt x="1201154" y="813582"/>
                  </a:lnTo>
                  <a:lnTo>
                    <a:pt x="1206967" y="815763"/>
                  </a:lnTo>
                  <a:lnTo>
                    <a:pt x="1219547" y="817241"/>
                  </a:lnTo>
                  <a:lnTo>
                    <a:pt x="1223478" y="818513"/>
                  </a:lnTo>
                  <a:lnTo>
                    <a:pt x="1233605" y="816222"/>
                  </a:lnTo>
                  <a:lnTo>
                    <a:pt x="1236746" y="816816"/>
                  </a:lnTo>
                  <a:lnTo>
                    <a:pt x="1242860" y="819526"/>
                  </a:lnTo>
                  <a:lnTo>
                    <a:pt x="1248841" y="818686"/>
                  </a:lnTo>
                  <a:lnTo>
                    <a:pt x="1253147" y="824144"/>
                  </a:lnTo>
                  <a:lnTo>
                    <a:pt x="1256263" y="823610"/>
                  </a:lnTo>
                  <a:lnTo>
                    <a:pt x="1260421" y="823835"/>
                  </a:lnTo>
                  <a:lnTo>
                    <a:pt x="1264561" y="820198"/>
                  </a:lnTo>
                  <a:lnTo>
                    <a:pt x="1271527" y="826151"/>
                  </a:lnTo>
                  <a:lnTo>
                    <a:pt x="1273545" y="831062"/>
                  </a:lnTo>
                  <a:lnTo>
                    <a:pt x="1273946" y="837988"/>
                  </a:lnTo>
                  <a:lnTo>
                    <a:pt x="1273147" y="839705"/>
                  </a:lnTo>
                  <a:lnTo>
                    <a:pt x="1273984" y="842674"/>
                  </a:lnTo>
                  <a:lnTo>
                    <a:pt x="1274667" y="845098"/>
                  </a:lnTo>
                  <a:lnTo>
                    <a:pt x="1277305" y="847227"/>
                  </a:lnTo>
                  <a:lnTo>
                    <a:pt x="1280575" y="854673"/>
                  </a:lnTo>
                  <a:lnTo>
                    <a:pt x="1283922" y="858550"/>
                  </a:lnTo>
                  <a:lnTo>
                    <a:pt x="1287326" y="861601"/>
                  </a:lnTo>
                  <a:lnTo>
                    <a:pt x="1290633" y="866946"/>
                  </a:lnTo>
                  <a:lnTo>
                    <a:pt x="1293119" y="868464"/>
                  </a:lnTo>
                  <a:lnTo>
                    <a:pt x="1293600" y="871116"/>
                  </a:lnTo>
                  <a:lnTo>
                    <a:pt x="1292401" y="877571"/>
                  </a:lnTo>
                  <a:lnTo>
                    <a:pt x="1292736" y="883852"/>
                  </a:lnTo>
                  <a:lnTo>
                    <a:pt x="1293359" y="889667"/>
                  </a:lnTo>
                  <a:lnTo>
                    <a:pt x="1292491" y="898184"/>
                  </a:lnTo>
                  <a:lnTo>
                    <a:pt x="1289322" y="908311"/>
                  </a:lnTo>
                  <a:lnTo>
                    <a:pt x="1286607" y="912182"/>
                  </a:lnTo>
                  <a:lnTo>
                    <a:pt x="1288076" y="914455"/>
                  </a:lnTo>
                  <a:lnTo>
                    <a:pt x="1286750" y="916851"/>
                  </a:lnTo>
                  <a:lnTo>
                    <a:pt x="1283895" y="915465"/>
                  </a:lnTo>
                  <a:lnTo>
                    <a:pt x="1281085" y="914470"/>
                  </a:lnTo>
                  <a:lnTo>
                    <a:pt x="1279863" y="916543"/>
                  </a:lnTo>
                  <a:lnTo>
                    <a:pt x="1278985" y="916731"/>
                  </a:lnTo>
                  <a:lnTo>
                    <a:pt x="1275607" y="915505"/>
                  </a:lnTo>
                  <a:lnTo>
                    <a:pt x="1272730" y="910803"/>
                  </a:lnTo>
                  <a:lnTo>
                    <a:pt x="1270891" y="908109"/>
                  </a:lnTo>
                  <a:lnTo>
                    <a:pt x="1269172" y="905801"/>
                  </a:lnTo>
                  <a:lnTo>
                    <a:pt x="1267273" y="905101"/>
                  </a:lnTo>
                  <a:lnTo>
                    <a:pt x="1266367" y="901862"/>
                  </a:lnTo>
                  <a:lnTo>
                    <a:pt x="1264462" y="899288"/>
                  </a:lnTo>
                  <a:lnTo>
                    <a:pt x="1262300" y="898203"/>
                  </a:lnTo>
                  <a:lnTo>
                    <a:pt x="1259777" y="896006"/>
                  </a:lnTo>
                  <a:lnTo>
                    <a:pt x="1258730" y="894352"/>
                  </a:lnTo>
                  <a:lnTo>
                    <a:pt x="1256277" y="895093"/>
                  </a:lnTo>
                  <a:lnTo>
                    <a:pt x="1257876" y="901171"/>
                  </a:lnTo>
                  <a:lnTo>
                    <a:pt x="1259801" y="905197"/>
                  </a:lnTo>
                  <a:lnTo>
                    <a:pt x="1259459" y="909481"/>
                  </a:lnTo>
                  <a:lnTo>
                    <a:pt x="1260901" y="912536"/>
                  </a:lnTo>
                  <a:lnTo>
                    <a:pt x="1263253" y="912967"/>
                  </a:lnTo>
                  <a:lnTo>
                    <a:pt x="1262803" y="917256"/>
                  </a:lnTo>
                  <a:lnTo>
                    <a:pt x="1260486" y="918985"/>
                  </a:lnTo>
                  <a:lnTo>
                    <a:pt x="1255751" y="918439"/>
                  </a:lnTo>
                  <a:lnTo>
                    <a:pt x="1252768" y="917303"/>
                  </a:lnTo>
                  <a:lnTo>
                    <a:pt x="1249204" y="918985"/>
                  </a:lnTo>
                  <a:lnTo>
                    <a:pt x="1247815" y="918481"/>
                  </a:lnTo>
                  <a:lnTo>
                    <a:pt x="1247122" y="916081"/>
                  </a:lnTo>
                  <a:lnTo>
                    <a:pt x="1246692" y="914595"/>
                  </a:lnTo>
                  <a:lnTo>
                    <a:pt x="1244393" y="913325"/>
                  </a:lnTo>
                  <a:lnTo>
                    <a:pt x="1244794" y="909044"/>
                  </a:lnTo>
                  <a:lnTo>
                    <a:pt x="1243712" y="908154"/>
                  </a:lnTo>
                  <a:lnTo>
                    <a:pt x="1240675" y="908737"/>
                  </a:lnTo>
                  <a:lnTo>
                    <a:pt x="1238201" y="909208"/>
                  </a:lnTo>
                  <a:lnTo>
                    <a:pt x="1233444" y="906160"/>
                  </a:lnTo>
                  <a:lnTo>
                    <a:pt x="1229675" y="901033"/>
                  </a:lnTo>
                  <a:lnTo>
                    <a:pt x="1226155" y="892653"/>
                  </a:lnTo>
                  <a:lnTo>
                    <a:pt x="1225476" y="890253"/>
                  </a:lnTo>
                  <a:lnTo>
                    <a:pt x="1219946" y="889735"/>
                  </a:lnTo>
                  <a:lnTo>
                    <a:pt x="1213598" y="888772"/>
                  </a:lnTo>
                  <a:lnTo>
                    <a:pt x="1210203" y="887526"/>
                  </a:lnTo>
                  <a:lnTo>
                    <a:pt x="1208325" y="884892"/>
                  </a:lnTo>
                  <a:lnTo>
                    <a:pt x="1205590" y="881048"/>
                  </a:lnTo>
                  <a:lnTo>
                    <a:pt x="1202496" y="877909"/>
                  </a:lnTo>
                  <a:lnTo>
                    <a:pt x="1205652" y="872656"/>
                  </a:lnTo>
                  <a:lnTo>
                    <a:pt x="1205969" y="867648"/>
                  </a:lnTo>
                  <a:lnTo>
                    <a:pt x="1201255" y="866522"/>
                  </a:lnTo>
                  <a:lnTo>
                    <a:pt x="1197399" y="867922"/>
                  </a:lnTo>
                  <a:lnTo>
                    <a:pt x="1197997" y="873199"/>
                  </a:lnTo>
                  <a:lnTo>
                    <a:pt x="1194737" y="872680"/>
                  </a:lnTo>
                  <a:lnTo>
                    <a:pt x="1190792" y="868647"/>
                  </a:lnTo>
                  <a:lnTo>
                    <a:pt x="1186257" y="862383"/>
                  </a:lnTo>
                  <a:lnTo>
                    <a:pt x="1184090" y="866789"/>
                  </a:lnTo>
                  <a:lnTo>
                    <a:pt x="1177724" y="862892"/>
                  </a:lnTo>
                  <a:lnTo>
                    <a:pt x="1174468" y="856380"/>
                  </a:lnTo>
                  <a:lnTo>
                    <a:pt x="1169676" y="856988"/>
                  </a:lnTo>
                  <a:lnTo>
                    <a:pt x="1168501" y="857425"/>
                  </a:lnTo>
                  <a:lnTo>
                    <a:pt x="1166139" y="856551"/>
                  </a:lnTo>
                  <a:lnTo>
                    <a:pt x="1164162" y="855186"/>
                  </a:lnTo>
                  <a:lnTo>
                    <a:pt x="1161326" y="855008"/>
                  </a:lnTo>
                  <a:lnTo>
                    <a:pt x="1159556" y="854662"/>
                  </a:lnTo>
                  <a:lnTo>
                    <a:pt x="1159149" y="853683"/>
                  </a:lnTo>
                  <a:lnTo>
                    <a:pt x="1159128" y="852778"/>
                  </a:lnTo>
                  <a:lnTo>
                    <a:pt x="1159679" y="846358"/>
                  </a:lnTo>
                  <a:lnTo>
                    <a:pt x="1161873" y="843959"/>
                  </a:lnTo>
                  <a:lnTo>
                    <a:pt x="1165601" y="842906"/>
                  </a:lnTo>
                  <a:lnTo>
                    <a:pt x="1170699" y="839498"/>
                  </a:lnTo>
                  <a:lnTo>
                    <a:pt x="1172146" y="833775"/>
                  </a:lnTo>
                  <a:lnTo>
                    <a:pt x="1173762" y="830369"/>
                  </a:lnTo>
                  <a:lnTo>
                    <a:pt x="1169112" y="826926"/>
                  </a:lnTo>
                  <a:lnTo>
                    <a:pt x="1166879" y="823107"/>
                  </a:lnTo>
                  <a:lnTo>
                    <a:pt x="1166456" y="822413"/>
                  </a:lnTo>
                  <a:lnTo>
                    <a:pt x="1164886" y="819830"/>
                  </a:lnTo>
                  <a:lnTo>
                    <a:pt x="1154383" y="817190"/>
                  </a:lnTo>
                  <a:lnTo>
                    <a:pt x="1147325" y="810057"/>
                  </a:lnTo>
                  <a:lnTo>
                    <a:pt x="1144329" y="807239"/>
                  </a:lnTo>
                  <a:lnTo>
                    <a:pt x="1135935" y="808199"/>
                  </a:lnTo>
                  <a:lnTo>
                    <a:pt x="1131743" y="806277"/>
                  </a:lnTo>
                  <a:lnTo>
                    <a:pt x="1129928" y="808920"/>
                  </a:lnTo>
                  <a:lnTo>
                    <a:pt x="1123922" y="808101"/>
                  </a:lnTo>
                  <a:lnTo>
                    <a:pt x="1119137" y="803958"/>
                  </a:lnTo>
                  <a:lnTo>
                    <a:pt x="1119269" y="799166"/>
                  </a:lnTo>
                  <a:lnTo>
                    <a:pt x="1118151" y="794871"/>
                  </a:lnTo>
                  <a:lnTo>
                    <a:pt x="1113955" y="788841"/>
                  </a:lnTo>
                  <a:lnTo>
                    <a:pt x="1112275" y="785259"/>
                  </a:lnTo>
                  <a:lnTo>
                    <a:pt x="1107700" y="783662"/>
                  </a:lnTo>
                  <a:lnTo>
                    <a:pt x="1104662" y="781522"/>
                  </a:lnTo>
                  <a:lnTo>
                    <a:pt x="1103032" y="775567"/>
                  </a:lnTo>
                  <a:lnTo>
                    <a:pt x="1099683" y="771619"/>
                  </a:lnTo>
                  <a:lnTo>
                    <a:pt x="1099385" y="771267"/>
                  </a:lnTo>
                  <a:lnTo>
                    <a:pt x="1090907" y="764213"/>
                  </a:lnTo>
                  <a:lnTo>
                    <a:pt x="1081128" y="758972"/>
                  </a:lnTo>
                  <a:lnTo>
                    <a:pt x="1077872" y="753618"/>
                  </a:lnTo>
                  <a:lnTo>
                    <a:pt x="1074453" y="751569"/>
                  </a:lnTo>
                  <a:lnTo>
                    <a:pt x="1071679" y="752915"/>
                  </a:lnTo>
                  <a:lnTo>
                    <a:pt x="1066855" y="754140"/>
                  </a:lnTo>
                  <a:lnTo>
                    <a:pt x="1063515" y="754175"/>
                  </a:lnTo>
                  <a:lnTo>
                    <a:pt x="1057652" y="755181"/>
                  </a:lnTo>
                  <a:lnTo>
                    <a:pt x="1050169" y="747556"/>
                  </a:lnTo>
                  <a:lnTo>
                    <a:pt x="1042544" y="745839"/>
                  </a:lnTo>
                  <a:lnTo>
                    <a:pt x="1038666" y="747931"/>
                  </a:lnTo>
                  <a:lnTo>
                    <a:pt x="1037386" y="748619"/>
                  </a:lnTo>
                  <a:lnTo>
                    <a:pt x="1040416" y="752975"/>
                  </a:lnTo>
                  <a:lnTo>
                    <a:pt x="1042662" y="756891"/>
                  </a:lnTo>
                  <a:lnTo>
                    <a:pt x="1041403" y="758668"/>
                  </a:lnTo>
                  <a:lnTo>
                    <a:pt x="1044149" y="764448"/>
                  </a:lnTo>
                  <a:lnTo>
                    <a:pt x="1038719" y="763961"/>
                  </a:lnTo>
                  <a:lnTo>
                    <a:pt x="1036030" y="764630"/>
                  </a:lnTo>
                  <a:lnTo>
                    <a:pt x="1030279" y="759528"/>
                  </a:lnTo>
                  <a:lnTo>
                    <a:pt x="1029028" y="760339"/>
                  </a:lnTo>
                  <a:lnTo>
                    <a:pt x="1026212" y="762160"/>
                  </a:lnTo>
                  <a:lnTo>
                    <a:pt x="1022950" y="763925"/>
                  </a:lnTo>
                  <a:lnTo>
                    <a:pt x="1018657" y="760262"/>
                  </a:lnTo>
                  <a:lnTo>
                    <a:pt x="1012930" y="763770"/>
                  </a:lnTo>
                  <a:lnTo>
                    <a:pt x="1008964" y="765452"/>
                  </a:lnTo>
                  <a:lnTo>
                    <a:pt x="1007612" y="768801"/>
                  </a:lnTo>
                  <a:lnTo>
                    <a:pt x="1003313" y="772611"/>
                  </a:lnTo>
                  <a:lnTo>
                    <a:pt x="998065" y="775597"/>
                  </a:lnTo>
                  <a:lnTo>
                    <a:pt x="994231" y="776033"/>
                  </a:lnTo>
                  <a:lnTo>
                    <a:pt x="994113" y="778960"/>
                  </a:lnTo>
                  <a:lnTo>
                    <a:pt x="995179" y="780980"/>
                  </a:lnTo>
                  <a:lnTo>
                    <a:pt x="995049" y="783059"/>
                  </a:lnTo>
                  <a:lnTo>
                    <a:pt x="991464" y="784354"/>
                  </a:lnTo>
                  <a:lnTo>
                    <a:pt x="989672" y="781034"/>
                  </a:lnTo>
                  <a:lnTo>
                    <a:pt x="984109" y="780020"/>
                  </a:lnTo>
                  <a:lnTo>
                    <a:pt x="981094" y="777188"/>
                  </a:lnTo>
                  <a:lnTo>
                    <a:pt x="977888" y="775920"/>
                  </a:lnTo>
                  <a:lnTo>
                    <a:pt x="975074" y="777494"/>
                  </a:lnTo>
                  <a:lnTo>
                    <a:pt x="968568" y="775859"/>
                  </a:lnTo>
                  <a:lnTo>
                    <a:pt x="963916" y="774724"/>
                  </a:lnTo>
                  <a:lnTo>
                    <a:pt x="954857" y="771067"/>
                  </a:lnTo>
                  <a:lnTo>
                    <a:pt x="951637" y="770771"/>
                  </a:lnTo>
                  <a:lnTo>
                    <a:pt x="949648" y="767954"/>
                  </a:lnTo>
                  <a:lnTo>
                    <a:pt x="942747" y="764231"/>
                  </a:lnTo>
                  <a:lnTo>
                    <a:pt x="938178" y="762023"/>
                  </a:lnTo>
                  <a:lnTo>
                    <a:pt x="937995" y="760884"/>
                  </a:lnTo>
                  <a:lnTo>
                    <a:pt x="937623" y="758562"/>
                  </a:lnTo>
                  <a:lnTo>
                    <a:pt x="935806" y="756121"/>
                  </a:lnTo>
                  <a:lnTo>
                    <a:pt x="930564" y="752798"/>
                  </a:lnTo>
                  <a:lnTo>
                    <a:pt x="923854" y="749707"/>
                  </a:lnTo>
                  <a:lnTo>
                    <a:pt x="918772" y="748809"/>
                  </a:lnTo>
                  <a:lnTo>
                    <a:pt x="908542" y="747975"/>
                  </a:lnTo>
                  <a:lnTo>
                    <a:pt x="901424" y="744747"/>
                  </a:lnTo>
                  <a:lnTo>
                    <a:pt x="896990" y="743386"/>
                  </a:lnTo>
                  <a:lnTo>
                    <a:pt x="891340" y="742526"/>
                  </a:lnTo>
                  <a:lnTo>
                    <a:pt x="883933" y="741405"/>
                  </a:lnTo>
                  <a:lnTo>
                    <a:pt x="878308" y="740234"/>
                  </a:lnTo>
                  <a:lnTo>
                    <a:pt x="869894" y="737223"/>
                  </a:lnTo>
                  <a:lnTo>
                    <a:pt x="860877" y="733903"/>
                  </a:lnTo>
                  <a:lnTo>
                    <a:pt x="863060" y="727508"/>
                  </a:lnTo>
                  <a:lnTo>
                    <a:pt x="867629" y="724576"/>
                  </a:lnTo>
                  <a:lnTo>
                    <a:pt x="866176" y="720212"/>
                  </a:lnTo>
                  <a:lnTo>
                    <a:pt x="863242" y="712919"/>
                  </a:lnTo>
                  <a:lnTo>
                    <a:pt x="857714" y="713915"/>
                  </a:lnTo>
                  <a:lnTo>
                    <a:pt x="855378" y="716987"/>
                  </a:lnTo>
                  <a:lnTo>
                    <a:pt x="849722" y="722263"/>
                  </a:lnTo>
                  <a:lnTo>
                    <a:pt x="847107" y="724616"/>
                  </a:lnTo>
                  <a:lnTo>
                    <a:pt x="845970" y="728510"/>
                  </a:lnTo>
                  <a:lnTo>
                    <a:pt x="840385" y="729477"/>
                  </a:lnTo>
                  <a:lnTo>
                    <a:pt x="827785" y="731429"/>
                  </a:lnTo>
                  <a:lnTo>
                    <a:pt x="823223" y="731193"/>
                  </a:lnTo>
                  <a:lnTo>
                    <a:pt x="814647" y="729379"/>
                  </a:lnTo>
                  <a:lnTo>
                    <a:pt x="806118" y="727916"/>
                  </a:lnTo>
                  <a:lnTo>
                    <a:pt x="802174" y="725123"/>
                  </a:lnTo>
                  <a:lnTo>
                    <a:pt x="798016" y="723710"/>
                  </a:lnTo>
                  <a:lnTo>
                    <a:pt x="793578" y="725061"/>
                  </a:lnTo>
                  <a:lnTo>
                    <a:pt x="787157" y="723513"/>
                  </a:lnTo>
                  <a:lnTo>
                    <a:pt x="782173" y="723984"/>
                  </a:lnTo>
                  <a:lnTo>
                    <a:pt x="769862" y="724172"/>
                  </a:lnTo>
                  <a:lnTo>
                    <a:pt x="759436" y="725507"/>
                  </a:lnTo>
                  <a:lnTo>
                    <a:pt x="754338" y="727235"/>
                  </a:lnTo>
                  <a:lnTo>
                    <a:pt x="749675" y="730126"/>
                  </a:lnTo>
                  <a:lnTo>
                    <a:pt x="743563" y="732553"/>
                  </a:lnTo>
                  <a:lnTo>
                    <a:pt x="732667" y="737094"/>
                  </a:lnTo>
                  <a:lnTo>
                    <a:pt x="728132" y="740268"/>
                  </a:lnTo>
                  <a:lnTo>
                    <a:pt x="724881" y="742907"/>
                  </a:lnTo>
                  <a:lnTo>
                    <a:pt x="720990" y="741987"/>
                  </a:lnTo>
                  <a:lnTo>
                    <a:pt x="719044" y="740420"/>
                  </a:lnTo>
                  <a:lnTo>
                    <a:pt x="716289" y="737012"/>
                  </a:lnTo>
                  <a:lnTo>
                    <a:pt x="713583" y="736420"/>
                  </a:lnTo>
                  <a:lnTo>
                    <a:pt x="708872" y="739512"/>
                  </a:lnTo>
                  <a:lnTo>
                    <a:pt x="705428" y="736296"/>
                  </a:lnTo>
                  <a:lnTo>
                    <a:pt x="700974" y="735240"/>
                  </a:lnTo>
                  <a:lnTo>
                    <a:pt x="697411" y="734242"/>
                  </a:lnTo>
                  <a:lnTo>
                    <a:pt x="688393" y="734825"/>
                  </a:lnTo>
                  <a:lnTo>
                    <a:pt x="686575" y="730956"/>
                  </a:lnTo>
                  <a:lnTo>
                    <a:pt x="681957" y="729802"/>
                  </a:lnTo>
                  <a:lnTo>
                    <a:pt x="680820" y="731798"/>
                  </a:lnTo>
                  <a:lnTo>
                    <a:pt x="676874" y="731667"/>
                  </a:lnTo>
                  <a:lnTo>
                    <a:pt x="672311" y="729791"/>
                  </a:lnTo>
                  <a:lnTo>
                    <a:pt x="668708" y="733147"/>
                  </a:lnTo>
                  <a:lnTo>
                    <a:pt x="664903" y="735231"/>
                  </a:lnTo>
                  <a:lnTo>
                    <a:pt x="658150" y="733344"/>
                  </a:lnTo>
                  <a:lnTo>
                    <a:pt x="652663" y="731949"/>
                  </a:lnTo>
                  <a:lnTo>
                    <a:pt x="649848" y="734213"/>
                  </a:lnTo>
                  <a:lnTo>
                    <a:pt x="646648" y="736148"/>
                  </a:lnTo>
                  <a:lnTo>
                    <a:pt x="645663" y="737051"/>
                  </a:lnTo>
                  <a:lnTo>
                    <a:pt x="640759" y="738980"/>
                  </a:lnTo>
                  <a:lnTo>
                    <a:pt x="638133" y="741909"/>
                  </a:lnTo>
                  <a:lnTo>
                    <a:pt x="635182" y="746431"/>
                  </a:lnTo>
                  <a:lnTo>
                    <a:pt x="633791" y="746609"/>
                  </a:lnTo>
                  <a:lnTo>
                    <a:pt x="631923" y="744388"/>
                  </a:lnTo>
                  <a:lnTo>
                    <a:pt x="624736" y="745141"/>
                  </a:lnTo>
                  <a:lnTo>
                    <a:pt x="622989" y="749174"/>
                  </a:lnTo>
                  <a:lnTo>
                    <a:pt x="619095" y="754948"/>
                  </a:lnTo>
                  <a:lnTo>
                    <a:pt x="616360" y="760084"/>
                  </a:lnTo>
                  <a:lnTo>
                    <a:pt x="613795" y="767208"/>
                  </a:lnTo>
                  <a:lnTo>
                    <a:pt x="615678" y="770697"/>
                  </a:lnTo>
                  <a:lnTo>
                    <a:pt x="612192" y="772008"/>
                  </a:lnTo>
                  <a:lnTo>
                    <a:pt x="612236" y="775394"/>
                  </a:lnTo>
                  <a:lnTo>
                    <a:pt x="615130" y="776869"/>
                  </a:lnTo>
                  <a:lnTo>
                    <a:pt x="611869" y="780121"/>
                  </a:lnTo>
                  <a:lnTo>
                    <a:pt x="607766" y="782702"/>
                  </a:lnTo>
                  <a:lnTo>
                    <a:pt x="604226" y="784997"/>
                  </a:lnTo>
                  <a:lnTo>
                    <a:pt x="601059" y="787940"/>
                  </a:lnTo>
                  <a:lnTo>
                    <a:pt x="599106" y="786900"/>
                  </a:lnTo>
                  <a:lnTo>
                    <a:pt x="598937" y="783109"/>
                  </a:lnTo>
                  <a:lnTo>
                    <a:pt x="600361" y="780330"/>
                  </a:lnTo>
                  <a:lnTo>
                    <a:pt x="595990" y="774933"/>
                  </a:lnTo>
                  <a:lnTo>
                    <a:pt x="591452" y="776310"/>
                  </a:lnTo>
                  <a:lnTo>
                    <a:pt x="586814" y="778687"/>
                  </a:lnTo>
                  <a:lnTo>
                    <a:pt x="587341" y="775429"/>
                  </a:lnTo>
                  <a:lnTo>
                    <a:pt x="583645" y="772027"/>
                  </a:lnTo>
                  <a:lnTo>
                    <a:pt x="581530" y="776452"/>
                  </a:lnTo>
                  <a:lnTo>
                    <a:pt x="579571" y="779841"/>
                  </a:lnTo>
                  <a:lnTo>
                    <a:pt x="574818" y="782184"/>
                  </a:lnTo>
                  <a:lnTo>
                    <a:pt x="574251" y="781731"/>
                  </a:lnTo>
                  <a:lnTo>
                    <a:pt x="572716" y="780505"/>
                  </a:lnTo>
                  <a:lnTo>
                    <a:pt x="569037" y="780614"/>
                  </a:lnTo>
                  <a:lnTo>
                    <a:pt x="567508" y="782933"/>
                  </a:lnTo>
                  <a:lnTo>
                    <a:pt x="564702" y="781371"/>
                  </a:lnTo>
                  <a:lnTo>
                    <a:pt x="561628" y="782743"/>
                  </a:lnTo>
                  <a:lnTo>
                    <a:pt x="558540" y="781412"/>
                  </a:lnTo>
                  <a:lnTo>
                    <a:pt x="555749" y="784050"/>
                  </a:lnTo>
                  <a:lnTo>
                    <a:pt x="554924" y="788971"/>
                  </a:lnTo>
                  <a:lnTo>
                    <a:pt x="551930" y="792095"/>
                  </a:lnTo>
                  <a:lnTo>
                    <a:pt x="548088" y="787918"/>
                  </a:lnTo>
                  <a:lnTo>
                    <a:pt x="545436" y="792058"/>
                  </a:lnTo>
                  <a:lnTo>
                    <a:pt x="545313" y="795986"/>
                  </a:lnTo>
                  <a:lnTo>
                    <a:pt x="548475" y="797353"/>
                  </a:lnTo>
                  <a:lnTo>
                    <a:pt x="548521" y="801932"/>
                  </a:lnTo>
                  <a:lnTo>
                    <a:pt x="545030" y="800567"/>
                  </a:lnTo>
                  <a:lnTo>
                    <a:pt x="541927" y="803079"/>
                  </a:lnTo>
                  <a:lnTo>
                    <a:pt x="542236" y="807978"/>
                  </a:lnTo>
                  <a:lnTo>
                    <a:pt x="538410" y="804071"/>
                  </a:lnTo>
                  <a:lnTo>
                    <a:pt x="536033" y="805151"/>
                  </a:lnTo>
                  <a:lnTo>
                    <a:pt x="534020" y="809872"/>
                  </a:lnTo>
                  <a:lnTo>
                    <a:pt x="530560" y="815725"/>
                  </a:lnTo>
                  <a:lnTo>
                    <a:pt x="526747" y="822786"/>
                  </a:lnTo>
                  <a:lnTo>
                    <a:pt x="526668" y="825809"/>
                  </a:lnTo>
                  <a:lnTo>
                    <a:pt x="524918" y="827886"/>
                  </a:lnTo>
                  <a:lnTo>
                    <a:pt x="524675" y="832053"/>
                  </a:lnTo>
                  <a:lnTo>
                    <a:pt x="523196" y="832193"/>
                  </a:lnTo>
                  <a:lnTo>
                    <a:pt x="520808" y="826944"/>
                  </a:lnTo>
                  <a:lnTo>
                    <a:pt x="519757" y="824667"/>
                  </a:lnTo>
                  <a:lnTo>
                    <a:pt x="517193" y="825866"/>
                  </a:lnTo>
                  <a:lnTo>
                    <a:pt x="516885" y="830128"/>
                  </a:lnTo>
                  <a:lnTo>
                    <a:pt x="515397" y="836146"/>
                  </a:lnTo>
                  <a:lnTo>
                    <a:pt x="514196" y="837287"/>
                  </a:lnTo>
                  <a:lnTo>
                    <a:pt x="510493" y="835098"/>
                  </a:lnTo>
                  <a:lnTo>
                    <a:pt x="507808" y="837338"/>
                  </a:lnTo>
                  <a:lnTo>
                    <a:pt x="509009" y="839819"/>
                  </a:lnTo>
                  <a:lnTo>
                    <a:pt x="507582" y="842525"/>
                  </a:lnTo>
                  <a:lnTo>
                    <a:pt x="505738" y="843448"/>
                  </a:lnTo>
                  <a:lnTo>
                    <a:pt x="501778" y="845063"/>
                  </a:lnTo>
                  <a:lnTo>
                    <a:pt x="496381" y="845186"/>
                  </a:lnTo>
                  <a:lnTo>
                    <a:pt x="494586" y="845249"/>
                  </a:lnTo>
                  <a:lnTo>
                    <a:pt x="490153" y="844436"/>
                  </a:lnTo>
                  <a:lnTo>
                    <a:pt x="492422" y="851760"/>
                  </a:lnTo>
                  <a:lnTo>
                    <a:pt x="485325" y="856047"/>
                  </a:lnTo>
                  <a:lnTo>
                    <a:pt x="478360" y="853128"/>
                  </a:lnTo>
                  <a:lnTo>
                    <a:pt x="475689" y="847546"/>
                  </a:lnTo>
                  <a:lnTo>
                    <a:pt x="472971" y="844262"/>
                  </a:lnTo>
                  <a:lnTo>
                    <a:pt x="473048" y="839520"/>
                  </a:lnTo>
                  <a:lnTo>
                    <a:pt x="474851" y="833841"/>
                  </a:lnTo>
                  <a:lnTo>
                    <a:pt x="479098" y="829881"/>
                  </a:lnTo>
                  <a:lnTo>
                    <a:pt x="485957" y="824971"/>
                  </a:lnTo>
                  <a:lnTo>
                    <a:pt x="491612" y="820618"/>
                  </a:lnTo>
                  <a:lnTo>
                    <a:pt x="495027" y="816028"/>
                  </a:lnTo>
                  <a:lnTo>
                    <a:pt x="491418" y="811801"/>
                  </a:lnTo>
                  <a:lnTo>
                    <a:pt x="486968" y="815922"/>
                  </a:lnTo>
                  <a:lnTo>
                    <a:pt x="480676" y="816900"/>
                  </a:lnTo>
                  <a:lnTo>
                    <a:pt x="476948" y="814614"/>
                  </a:lnTo>
                  <a:lnTo>
                    <a:pt x="472222" y="809341"/>
                  </a:lnTo>
                  <a:lnTo>
                    <a:pt x="473343" y="803823"/>
                  </a:lnTo>
                  <a:lnTo>
                    <a:pt x="474479" y="798431"/>
                  </a:lnTo>
                  <a:lnTo>
                    <a:pt x="474919" y="791813"/>
                  </a:lnTo>
                  <a:lnTo>
                    <a:pt x="477660" y="785001"/>
                  </a:lnTo>
                  <a:lnTo>
                    <a:pt x="482532" y="776219"/>
                  </a:lnTo>
                  <a:lnTo>
                    <a:pt x="483020" y="770150"/>
                  </a:lnTo>
                  <a:lnTo>
                    <a:pt x="482800" y="764775"/>
                  </a:lnTo>
                  <a:lnTo>
                    <a:pt x="484593" y="763476"/>
                  </a:lnTo>
                  <a:lnTo>
                    <a:pt x="484355" y="755743"/>
                  </a:lnTo>
                  <a:lnTo>
                    <a:pt x="483080" y="751263"/>
                  </a:lnTo>
                  <a:lnTo>
                    <a:pt x="480928" y="746334"/>
                  </a:lnTo>
                  <a:lnTo>
                    <a:pt x="478346" y="741247"/>
                  </a:lnTo>
                  <a:lnTo>
                    <a:pt x="479391" y="739490"/>
                  </a:lnTo>
                  <a:lnTo>
                    <a:pt x="482487" y="736463"/>
                  </a:lnTo>
                  <a:lnTo>
                    <a:pt x="488553" y="734326"/>
                  </a:lnTo>
                  <a:lnTo>
                    <a:pt x="493165" y="728950"/>
                  </a:lnTo>
                  <a:lnTo>
                    <a:pt x="498283" y="722136"/>
                  </a:lnTo>
                  <a:lnTo>
                    <a:pt x="503954" y="716253"/>
                  </a:lnTo>
                  <a:lnTo>
                    <a:pt x="506788" y="713792"/>
                  </a:lnTo>
                  <a:lnTo>
                    <a:pt x="508775" y="714339"/>
                  </a:lnTo>
                  <a:lnTo>
                    <a:pt x="514595" y="722192"/>
                  </a:lnTo>
                  <a:lnTo>
                    <a:pt x="517352" y="722533"/>
                  </a:lnTo>
                  <a:lnTo>
                    <a:pt x="521334" y="722693"/>
                  </a:lnTo>
                  <a:lnTo>
                    <a:pt x="523362" y="717998"/>
                  </a:lnTo>
                  <a:lnTo>
                    <a:pt x="524525" y="715850"/>
                  </a:lnTo>
                  <a:lnTo>
                    <a:pt x="527445" y="712944"/>
                  </a:lnTo>
                  <a:lnTo>
                    <a:pt x="528312" y="712078"/>
                  </a:lnTo>
                  <a:lnTo>
                    <a:pt x="524075" y="708147"/>
                  </a:lnTo>
                  <a:lnTo>
                    <a:pt x="518074" y="704676"/>
                  </a:lnTo>
                  <a:lnTo>
                    <a:pt x="516072" y="704107"/>
                  </a:lnTo>
                  <a:lnTo>
                    <a:pt x="510109" y="706757"/>
                  </a:lnTo>
                  <a:lnTo>
                    <a:pt x="510909" y="704114"/>
                  </a:lnTo>
                  <a:lnTo>
                    <a:pt x="510839" y="701940"/>
                  </a:lnTo>
                  <a:lnTo>
                    <a:pt x="510688" y="697221"/>
                  </a:lnTo>
                  <a:lnTo>
                    <a:pt x="504033" y="699269"/>
                  </a:lnTo>
                  <a:lnTo>
                    <a:pt x="500376" y="698108"/>
                  </a:lnTo>
                  <a:lnTo>
                    <a:pt x="495973" y="699054"/>
                  </a:lnTo>
                  <a:lnTo>
                    <a:pt x="491773" y="702362"/>
                  </a:lnTo>
                  <a:lnTo>
                    <a:pt x="488480" y="704142"/>
                  </a:lnTo>
                  <a:lnTo>
                    <a:pt x="487551" y="705409"/>
                  </a:lnTo>
                  <a:lnTo>
                    <a:pt x="485576" y="708094"/>
                  </a:lnTo>
                  <a:lnTo>
                    <a:pt x="483987" y="713845"/>
                  </a:lnTo>
                  <a:lnTo>
                    <a:pt x="482929" y="716651"/>
                  </a:lnTo>
                  <a:lnTo>
                    <a:pt x="480321" y="717484"/>
                  </a:lnTo>
                  <a:lnTo>
                    <a:pt x="477584" y="720011"/>
                  </a:lnTo>
                  <a:lnTo>
                    <a:pt x="473490" y="720520"/>
                  </a:lnTo>
                  <a:lnTo>
                    <a:pt x="470154" y="724214"/>
                  </a:lnTo>
                  <a:lnTo>
                    <a:pt x="466919" y="729031"/>
                  </a:lnTo>
                  <a:lnTo>
                    <a:pt x="464870" y="732917"/>
                  </a:lnTo>
                  <a:lnTo>
                    <a:pt x="465959" y="735854"/>
                  </a:lnTo>
                  <a:lnTo>
                    <a:pt x="468940" y="741024"/>
                  </a:lnTo>
                  <a:lnTo>
                    <a:pt x="468736" y="742620"/>
                  </a:lnTo>
                  <a:lnTo>
                    <a:pt x="462936" y="742589"/>
                  </a:lnTo>
                  <a:lnTo>
                    <a:pt x="459008" y="747476"/>
                  </a:lnTo>
                  <a:lnTo>
                    <a:pt x="456648" y="753637"/>
                  </a:lnTo>
                  <a:lnTo>
                    <a:pt x="453026" y="756973"/>
                  </a:lnTo>
                  <a:lnTo>
                    <a:pt x="451351" y="761802"/>
                  </a:lnTo>
                  <a:lnTo>
                    <a:pt x="452773" y="765846"/>
                  </a:lnTo>
                  <a:lnTo>
                    <a:pt x="455092" y="767009"/>
                  </a:lnTo>
                  <a:lnTo>
                    <a:pt x="450968" y="770978"/>
                  </a:lnTo>
                  <a:lnTo>
                    <a:pt x="450347" y="775177"/>
                  </a:lnTo>
                  <a:lnTo>
                    <a:pt x="446631" y="778937"/>
                  </a:lnTo>
                  <a:lnTo>
                    <a:pt x="445799" y="781551"/>
                  </a:lnTo>
                  <a:lnTo>
                    <a:pt x="445976" y="784139"/>
                  </a:lnTo>
                  <a:lnTo>
                    <a:pt x="447350" y="787977"/>
                  </a:lnTo>
                  <a:lnTo>
                    <a:pt x="447089" y="792680"/>
                  </a:lnTo>
                  <a:lnTo>
                    <a:pt x="444400" y="798733"/>
                  </a:lnTo>
                  <a:lnTo>
                    <a:pt x="444102" y="802176"/>
                  </a:lnTo>
                  <a:lnTo>
                    <a:pt x="439313" y="805984"/>
                  </a:lnTo>
                  <a:lnTo>
                    <a:pt x="435832" y="805934"/>
                  </a:lnTo>
                  <a:lnTo>
                    <a:pt x="434887" y="809673"/>
                  </a:lnTo>
                  <a:lnTo>
                    <a:pt x="435285" y="815300"/>
                  </a:lnTo>
                  <a:lnTo>
                    <a:pt x="434620" y="819628"/>
                  </a:lnTo>
                  <a:lnTo>
                    <a:pt x="431559" y="822637"/>
                  </a:lnTo>
                  <a:lnTo>
                    <a:pt x="428972" y="824497"/>
                  </a:lnTo>
                  <a:lnTo>
                    <a:pt x="426789" y="825223"/>
                  </a:lnTo>
                  <a:lnTo>
                    <a:pt x="423440" y="824839"/>
                  </a:lnTo>
                  <a:lnTo>
                    <a:pt x="419165" y="825743"/>
                  </a:lnTo>
                  <a:lnTo>
                    <a:pt x="419068" y="828121"/>
                  </a:lnTo>
                  <a:lnTo>
                    <a:pt x="418575" y="831103"/>
                  </a:lnTo>
                  <a:lnTo>
                    <a:pt x="415112" y="831698"/>
                  </a:lnTo>
                  <a:lnTo>
                    <a:pt x="412689" y="832628"/>
                  </a:lnTo>
                  <a:lnTo>
                    <a:pt x="415318" y="838043"/>
                  </a:lnTo>
                  <a:lnTo>
                    <a:pt x="413998" y="840605"/>
                  </a:lnTo>
                  <a:lnTo>
                    <a:pt x="410281" y="841389"/>
                  </a:lnTo>
                  <a:lnTo>
                    <a:pt x="408356" y="842934"/>
                  </a:lnTo>
                  <a:lnTo>
                    <a:pt x="406111" y="844628"/>
                  </a:lnTo>
                  <a:lnTo>
                    <a:pt x="405470" y="848808"/>
                  </a:lnTo>
                  <a:lnTo>
                    <a:pt x="402741" y="851894"/>
                  </a:lnTo>
                  <a:lnTo>
                    <a:pt x="402643" y="856970"/>
                  </a:lnTo>
                  <a:lnTo>
                    <a:pt x="401915" y="860189"/>
                  </a:lnTo>
                  <a:lnTo>
                    <a:pt x="402014" y="863693"/>
                  </a:lnTo>
                  <a:lnTo>
                    <a:pt x="406253" y="866911"/>
                  </a:lnTo>
                  <a:lnTo>
                    <a:pt x="410639" y="867136"/>
                  </a:lnTo>
                  <a:lnTo>
                    <a:pt x="415158" y="866039"/>
                  </a:lnTo>
                  <a:lnTo>
                    <a:pt x="418384" y="865510"/>
                  </a:lnTo>
                  <a:lnTo>
                    <a:pt x="422235" y="870357"/>
                  </a:lnTo>
                  <a:lnTo>
                    <a:pt x="426130" y="870277"/>
                  </a:lnTo>
                  <a:lnTo>
                    <a:pt x="429358" y="873067"/>
                  </a:lnTo>
                  <a:lnTo>
                    <a:pt x="432037" y="875849"/>
                  </a:lnTo>
                  <a:lnTo>
                    <a:pt x="434209" y="878498"/>
                  </a:lnTo>
                  <a:lnTo>
                    <a:pt x="433411" y="879460"/>
                  </a:lnTo>
                  <a:lnTo>
                    <a:pt x="431196" y="882124"/>
                  </a:lnTo>
                  <a:lnTo>
                    <a:pt x="430736" y="887789"/>
                  </a:lnTo>
                  <a:lnTo>
                    <a:pt x="429589" y="890295"/>
                  </a:lnTo>
                  <a:lnTo>
                    <a:pt x="426175" y="892257"/>
                  </a:lnTo>
                  <a:lnTo>
                    <a:pt x="425251" y="895720"/>
                  </a:lnTo>
                  <a:lnTo>
                    <a:pt x="420844" y="898477"/>
                  </a:lnTo>
                  <a:lnTo>
                    <a:pt x="416787" y="898652"/>
                  </a:lnTo>
                  <a:lnTo>
                    <a:pt x="415220" y="902433"/>
                  </a:lnTo>
                  <a:lnTo>
                    <a:pt x="415029" y="907001"/>
                  </a:lnTo>
                  <a:lnTo>
                    <a:pt x="412671" y="907615"/>
                  </a:lnTo>
                  <a:lnTo>
                    <a:pt x="410764" y="911546"/>
                  </a:lnTo>
                  <a:lnTo>
                    <a:pt x="414012" y="914714"/>
                  </a:lnTo>
                  <a:lnTo>
                    <a:pt x="411320" y="917721"/>
                  </a:lnTo>
                  <a:lnTo>
                    <a:pt x="410893" y="922938"/>
                  </a:lnTo>
                  <a:lnTo>
                    <a:pt x="410014" y="927969"/>
                  </a:lnTo>
                  <a:lnTo>
                    <a:pt x="408004" y="933766"/>
                  </a:lnTo>
                  <a:lnTo>
                    <a:pt x="404319" y="937108"/>
                  </a:lnTo>
                  <a:lnTo>
                    <a:pt x="399938" y="940291"/>
                  </a:lnTo>
                  <a:lnTo>
                    <a:pt x="396663" y="942970"/>
                  </a:lnTo>
                  <a:lnTo>
                    <a:pt x="390524" y="944662"/>
                  </a:lnTo>
                  <a:lnTo>
                    <a:pt x="386565" y="943314"/>
                  </a:lnTo>
                  <a:lnTo>
                    <a:pt x="381670" y="945782"/>
                  </a:lnTo>
                  <a:lnTo>
                    <a:pt x="378841" y="949268"/>
                  </a:lnTo>
                  <a:lnTo>
                    <a:pt x="381127" y="952605"/>
                  </a:lnTo>
                  <a:lnTo>
                    <a:pt x="380196" y="955468"/>
                  </a:lnTo>
                  <a:lnTo>
                    <a:pt x="374471" y="958915"/>
                  </a:lnTo>
                  <a:lnTo>
                    <a:pt x="374496" y="963568"/>
                  </a:lnTo>
                  <a:lnTo>
                    <a:pt x="372440" y="966843"/>
                  </a:lnTo>
                  <a:lnTo>
                    <a:pt x="366899" y="964041"/>
                  </a:lnTo>
                  <a:lnTo>
                    <a:pt x="363264" y="963141"/>
                  </a:lnTo>
                  <a:lnTo>
                    <a:pt x="363657" y="969503"/>
                  </a:lnTo>
                  <a:lnTo>
                    <a:pt x="363362" y="971788"/>
                  </a:lnTo>
                  <a:lnTo>
                    <a:pt x="360272" y="973667"/>
                  </a:lnTo>
                  <a:lnTo>
                    <a:pt x="360527" y="979619"/>
                  </a:lnTo>
                  <a:lnTo>
                    <a:pt x="354328" y="981123"/>
                  </a:lnTo>
                  <a:lnTo>
                    <a:pt x="349852" y="982141"/>
                  </a:lnTo>
                  <a:lnTo>
                    <a:pt x="351498" y="987322"/>
                  </a:lnTo>
                  <a:lnTo>
                    <a:pt x="348846" y="988342"/>
                  </a:lnTo>
                  <a:lnTo>
                    <a:pt x="344371" y="988272"/>
                  </a:lnTo>
                  <a:lnTo>
                    <a:pt x="339736" y="991791"/>
                  </a:lnTo>
                  <a:lnTo>
                    <a:pt x="341018" y="996297"/>
                  </a:lnTo>
                  <a:lnTo>
                    <a:pt x="341335" y="1002554"/>
                  </a:lnTo>
                  <a:lnTo>
                    <a:pt x="342041" y="1007196"/>
                  </a:lnTo>
                  <a:lnTo>
                    <a:pt x="341801" y="1007530"/>
                  </a:lnTo>
                  <a:lnTo>
                    <a:pt x="338646" y="1011907"/>
                  </a:lnTo>
                  <a:lnTo>
                    <a:pt x="337702" y="1015619"/>
                  </a:lnTo>
                  <a:lnTo>
                    <a:pt x="335721" y="1021728"/>
                  </a:lnTo>
                  <a:lnTo>
                    <a:pt x="332608" y="1021270"/>
                  </a:lnTo>
                  <a:lnTo>
                    <a:pt x="330326" y="1021904"/>
                  </a:lnTo>
                  <a:lnTo>
                    <a:pt x="326592" y="1028518"/>
                  </a:lnTo>
                  <a:lnTo>
                    <a:pt x="322614" y="1027162"/>
                  </a:lnTo>
                  <a:lnTo>
                    <a:pt x="319347" y="1029896"/>
                  </a:lnTo>
                  <a:lnTo>
                    <a:pt x="318249" y="1033252"/>
                  </a:lnTo>
                  <a:lnTo>
                    <a:pt x="314769" y="1038393"/>
                  </a:lnTo>
                  <a:lnTo>
                    <a:pt x="310808" y="1036071"/>
                  </a:lnTo>
                  <a:lnTo>
                    <a:pt x="306697" y="1038172"/>
                  </a:lnTo>
                  <a:lnTo>
                    <a:pt x="302630" y="1040136"/>
                  </a:lnTo>
                  <a:lnTo>
                    <a:pt x="301736" y="1043774"/>
                  </a:lnTo>
                  <a:lnTo>
                    <a:pt x="306003" y="1047850"/>
                  </a:lnTo>
                  <a:lnTo>
                    <a:pt x="304580" y="1049802"/>
                  </a:lnTo>
                  <a:lnTo>
                    <a:pt x="300714" y="1049684"/>
                  </a:lnTo>
                  <a:lnTo>
                    <a:pt x="298325" y="1050644"/>
                  </a:lnTo>
                  <a:lnTo>
                    <a:pt x="296524" y="1047622"/>
                  </a:lnTo>
                  <a:lnTo>
                    <a:pt x="293863" y="1046491"/>
                  </a:lnTo>
                  <a:lnTo>
                    <a:pt x="289531" y="1048655"/>
                  </a:lnTo>
                  <a:lnTo>
                    <a:pt x="291640" y="1054004"/>
                  </a:lnTo>
                  <a:lnTo>
                    <a:pt x="293757" y="1057662"/>
                  </a:lnTo>
                  <a:lnTo>
                    <a:pt x="292238" y="1061842"/>
                  </a:lnTo>
                  <a:lnTo>
                    <a:pt x="288495" y="1060575"/>
                  </a:lnTo>
                  <a:lnTo>
                    <a:pt x="283050" y="1061946"/>
                  </a:lnTo>
                  <a:lnTo>
                    <a:pt x="278812" y="1061738"/>
                  </a:lnTo>
                  <a:lnTo>
                    <a:pt x="277372" y="1060727"/>
                  </a:lnTo>
                  <a:lnTo>
                    <a:pt x="274343" y="1061824"/>
                  </a:lnTo>
                  <a:lnTo>
                    <a:pt x="272172" y="1064750"/>
                  </a:lnTo>
                  <a:lnTo>
                    <a:pt x="270756" y="1070911"/>
                  </a:lnTo>
                  <a:lnTo>
                    <a:pt x="273433" y="1071215"/>
                  </a:lnTo>
                  <a:lnTo>
                    <a:pt x="278042" y="1072476"/>
                  </a:lnTo>
                  <a:lnTo>
                    <a:pt x="281035" y="1073907"/>
                  </a:lnTo>
                  <a:lnTo>
                    <a:pt x="284552" y="1078300"/>
                  </a:lnTo>
                  <a:lnTo>
                    <a:pt x="278933" y="1082637"/>
                  </a:lnTo>
                  <a:lnTo>
                    <a:pt x="275865" y="1085519"/>
                  </a:lnTo>
                  <a:lnTo>
                    <a:pt x="275472" y="1090515"/>
                  </a:lnTo>
                  <a:lnTo>
                    <a:pt x="274508" y="1095567"/>
                  </a:lnTo>
                  <a:lnTo>
                    <a:pt x="271766" y="1096728"/>
                  </a:lnTo>
                  <a:lnTo>
                    <a:pt x="267081" y="1095816"/>
                  </a:lnTo>
                  <a:lnTo>
                    <a:pt x="266714" y="1098407"/>
                  </a:lnTo>
                  <a:lnTo>
                    <a:pt x="263284" y="1098469"/>
                  </a:lnTo>
                  <a:lnTo>
                    <a:pt x="257946" y="1099231"/>
                  </a:lnTo>
                  <a:lnTo>
                    <a:pt x="250984" y="1102021"/>
                  </a:lnTo>
                  <a:lnTo>
                    <a:pt x="251695" y="1107705"/>
                  </a:lnTo>
                  <a:lnTo>
                    <a:pt x="241078" y="1116533"/>
                  </a:lnTo>
                  <a:lnTo>
                    <a:pt x="236240" y="1119387"/>
                  </a:lnTo>
                  <a:lnTo>
                    <a:pt x="235347" y="1121941"/>
                  </a:lnTo>
                  <a:lnTo>
                    <a:pt x="235014" y="1122892"/>
                  </a:lnTo>
                  <a:lnTo>
                    <a:pt x="230717" y="1126857"/>
                  </a:lnTo>
                  <a:lnTo>
                    <a:pt x="229381" y="1127117"/>
                  </a:lnTo>
                  <a:lnTo>
                    <a:pt x="228242" y="1123908"/>
                  </a:lnTo>
                  <a:lnTo>
                    <a:pt x="231022" y="1120953"/>
                  </a:lnTo>
                  <a:lnTo>
                    <a:pt x="230863" y="1114167"/>
                  </a:lnTo>
                  <a:lnTo>
                    <a:pt x="232307" y="1110407"/>
                  </a:lnTo>
                  <a:lnTo>
                    <a:pt x="230282" y="1107907"/>
                  </a:lnTo>
                  <a:lnTo>
                    <a:pt x="226969" y="1106991"/>
                  </a:lnTo>
                  <a:lnTo>
                    <a:pt x="224379" y="1110589"/>
                  </a:lnTo>
                  <a:lnTo>
                    <a:pt x="221140" y="1110579"/>
                  </a:lnTo>
                  <a:lnTo>
                    <a:pt x="217963" y="1111405"/>
                  </a:lnTo>
                  <a:lnTo>
                    <a:pt x="217054" y="1116456"/>
                  </a:lnTo>
                  <a:lnTo>
                    <a:pt x="214595" y="1119363"/>
                  </a:lnTo>
                  <a:lnTo>
                    <a:pt x="209328" y="1122270"/>
                  </a:lnTo>
                  <a:lnTo>
                    <a:pt x="205375" y="1125057"/>
                  </a:lnTo>
                  <a:lnTo>
                    <a:pt x="203005" y="1130038"/>
                  </a:lnTo>
                  <a:lnTo>
                    <a:pt x="203150" y="1131937"/>
                  </a:lnTo>
                  <a:lnTo>
                    <a:pt x="201128" y="1134250"/>
                  </a:lnTo>
                  <a:lnTo>
                    <a:pt x="196180" y="1131537"/>
                  </a:lnTo>
                  <a:lnTo>
                    <a:pt x="195882" y="1135312"/>
                  </a:lnTo>
                  <a:lnTo>
                    <a:pt x="191744" y="1135887"/>
                  </a:lnTo>
                  <a:lnTo>
                    <a:pt x="189668" y="1134360"/>
                  </a:lnTo>
                  <a:lnTo>
                    <a:pt x="184588" y="1134377"/>
                  </a:lnTo>
                  <a:lnTo>
                    <a:pt x="180988" y="1138954"/>
                  </a:lnTo>
                  <a:lnTo>
                    <a:pt x="174817" y="1142675"/>
                  </a:lnTo>
                  <a:lnTo>
                    <a:pt x="166351" y="1142346"/>
                  </a:lnTo>
                  <a:lnTo>
                    <a:pt x="165265" y="1140478"/>
                  </a:lnTo>
                  <a:lnTo>
                    <a:pt x="166437" y="1136534"/>
                  </a:lnTo>
                  <a:lnTo>
                    <a:pt x="166630" y="1132514"/>
                  </a:lnTo>
                  <a:lnTo>
                    <a:pt x="169832" y="1127332"/>
                  </a:lnTo>
                  <a:lnTo>
                    <a:pt x="169093" y="1123145"/>
                  </a:lnTo>
                  <a:lnTo>
                    <a:pt x="165844" y="1122694"/>
                  </a:lnTo>
                  <a:lnTo>
                    <a:pt x="162078" y="1123638"/>
                  </a:lnTo>
                  <a:lnTo>
                    <a:pt x="159631" y="1127867"/>
                  </a:lnTo>
                  <a:lnTo>
                    <a:pt x="158215" y="1131140"/>
                  </a:lnTo>
                  <a:lnTo>
                    <a:pt x="158943" y="1138760"/>
                  </a:lnTo>
                  <a:lnTo>
                    <a:pt x="155808" y="1144337"/>
                  </a:lnTo>
                  <a:lnTo>
                    <a:pt x="152811" y="1148749"/>
                  </a:lnTo>
                  <a:lnTo>
                    <a:pt x="154695" y="1155254"/>
                  </a:lnTo>
                  <a:lnTo>
                    <a:pt x="158356" y="1156913"/>
                  </a:lnTo>
                  <a:lnTo>
                    <a:pt x="163681" y="1160587"/>
                  </a:lnTo>
                  <a:lnTo>
                    <a:pt x="164742" y="1163325"/>
                  </a:lnTo>
                  <a:lnTo>
                    <a:pt x="159574" y="1162344"/>
                  </a:lnTo>
                  <a:lnTo>
                    <a:pt x="155896" y="1164163"/>
                  </a:lnTo>
                  <a:lnTo>
                    <a:pt x="151600" y="1160653"/>
                  </a:lnTo>
                  <a:lnTo>
                    <a:pt x="149736" y="1159770"/>
                  </a:lnTo>
                  <a:lnTo>
                    <a:pt x="146273" y="1162417"/>
                  </a:lnTo>
                  <a:lnTo>
                    <a:pt x="143815" y="1160311"/>
                  </a:lnTo>
                  <a:lnTo>
                    <a:pt x="141262" y="1162825"/>
                  </a:lnTo>
                  <a:lnTo>
                    <a:pt x="140274" y="1165523"/>
                  </a:lnTo>
                  <a:lnTo>
                    <a:pt x="139805" y="1170262"/>
                  </a:lnTo>
                  <a:lnTo>
                    <a:pt x="139928" y="1176060"/>
                  </a:lnTo>
                  <a:lnTo>
                    <a:pt x="138310" y="1178915"/>
                  </a:lnTo>
                  <a:lnTo>
                    <a:pt x="135872" y="1179225"/>
                  </a:lnTo>
                  <a:lnTo>
                    <a:pt x="132850" y="1174897"/>
                  </a:lnTo>
                  <a:lnTo>
                    <a:pt x="132522" y="1172467"/>
                  </a:lnTo>
                  <a:lnTo>
                    <a:pt x="133134" y="1164801"/>
                  </a:lnTo>
                  <a:lnTo>
                    <a:pt x="130985" y="1163642"/>
                  </a:lnTo>
                  <a:lnTo>
                    <a:pt x="127472" y="1166931"/>
                  </a:lnTo>
                  <a:lnTo>
                    <a:pt x="126841" y="1169246"/>
                  </a:lnTo>
                  <a:lnTo>
                    <a:pt x="122436" y="1170080"/>
                  </a:lnTo>
                  <a:lnTo>
                    <a:pt x="117860" y="1172196"/>
                  </a:lnTo>
                  <a:lnTo>
                    <a:pt x="114907" y="1170417"/>
                  </a:lnTo>
                  <a:lnTo>
                    <a:pt x="113067" y="1167252"/>
                  </a:lnTo>
                  <a:lnTo>
                    <a:pt x="109355" y="1171942"/>
                  </a:lnTo>
                  <a:lnTo>
                    <a:pt x="106316" y="1174710"/>
                  </a:lnTo>
                  <a:lnTo>
                    <a:pt x="102505" y="1177927"/>
                  </a:lnTo>
                  <a:lnTo>
                    <a:pt x="98911" y="1179837"/>
                  </a:lnTo>
                  <a:lnTo>
                    <a:pt x="101588" y="1182346"/>
                  </a:lnTo>
                  <a:lnTo>
                    <a:pt x="105171" y="1182620"/>
                  </a:lnTo>
                  <a:lnTo>
                    <a:pt x="109511" y="1187249"/>
                  </a:lnTo>
                  <a:lnTo>
                    <a:pt x="110756" y="1191995"/>
                  </a:lnTo>
                  <a:lnTo>
                    <a:pt x="103856" y="1189592"/>
                  </a:lnTo>
                  <a:lnTo>
                    <a:pt x="97627" y="1190655"/>
                  </a:lnTo>
                  <a:lnTo>
                    <a:pt x="90996" y="1192893"/>
                  </a:lnTo>
                  <a:lnTo>
                    <a:pt x="82430" y="1191534"/>
                  </a:lnTo>
                  <a:lnTo>
                    <a:pt x="73758" y="1191934"/>
                  </a:lnTo>
                  <a:lnTo>
                    <a:pt x="65666" y="1195215"/>
                  </a:lnTo>
                  <a:lnTo>
                    <a:pt x="62721" y="1198523"/>
                  </a:lnTo>
                  <a:lnTo>
                    <a:pt x="62176" y="1202744"/>
                  </a:lnTo>
                  <a:lnTo>
                    <a:pt x="58334" y="1205758"/>
                  </a:lnTo>
                  <a:lnTo>
                    <a:pt x="51506" y="1207396"/>
                  </a:lnTo>
                  <a:lnTo>
                    <a:pt x="47659" y="1206930"/>
                  </a:lnTo>
                  <a:lnTo>
                    <a:pt x="43299" y="1203974"/>
                  </a:lnTo>
                  <a:lnTo>
                    <a:pt x="41731" y="1198993"/>
                  </a:lnTo>
                  <a:lnTo>
                    <a:pt x="40238" y="1196468"/>
                  </a:lnTo>
                  <a:lnTo>
                    <a:pt x="40098" y="1193083"/>
                  </a:lnTo>
                  <a:lnTo>
                    <a:pt x="43230" y="1190401"/>
                  </a:lnTo>
                  <a:lnTo>
                    <a:pt x="47759" y="1188890"/>
                  </a:lnTo>
                  <a:lnTo>
                    <a:pt x="50238" y="1184947"/>
                  </a:lnTo>
                  <a:lnTo>
                    <a:pt x="53859" y="1176418"/>
                  </a:lnTo>
                  <a:lnTo>
                    <a:pt x="53892" y="1171336"/>
                  </a:lnTo>
                  <a:lnTo>
                    <a:pt x="59067" y="1168947"/>
                  </a:lnTo>
                  <a:lnTo>
                    <a:pt x="62433" y="1171952"/>
                  </a:lnTo>
                  <a:lnTo>
                    <a:pt x="67517" y="1169586"/>
                  </a:lnTo>
                  <a:lnTo>
                    <a:pt x="70652" y="1167024"/>
                  </a:lnTo>
                  <a:lnTo>
                    <a:pt x="75230" y="1166279"/>
                  </a:lnTo>
                  <a:lnTo>
                    <a:pt x="78853" y="1162468"/>
                  </a:lnTo>
                  <a:lnTo>
                    <a:pt x="83259" y="1161499"/>
                  </a:lnTo>
                  <a:lnTo>
                    <a:pt x="92310" y="1163006"/>
                  </a:lnTo>
                  <a:lnTo>
                    <a:pt x="95956" y="1169345"/>
                  </a:lnTo>
                  <a:lnTo>
                    <a:pt x="99087" y="1168070"/>
                  </a:lnTo>
                  <a:lnTo>
                    <a:pt x="101340" y="1163970"/>
                  </a:lnTo>
                  <a:lnTo>
                    <a:pt x="100014" y="1157221"/>
                  </a:lnTo>
                  <a:lnTo>
                    <a:pt x="106636" y="1153672"/>
                  </a:lnTo>
                  <a:lnTo>
                    <a:pt x="110287" y="1154350"/>
                  </a:lnTo>
                  <a:lnTo>
                    <a:pt x="116490" y="1152700"/>
                  </a:lnTo>
                  <a:lnTo>
                    <a:pt x="115019" y="1148770"/>
                  </a:lnTo>
                  <a:lnTo>
                    <a:pt x="118123" y="1145512"/>
                  </a:lnTo>
                  <a:lnTo>
                    <a:pt x="124245" y="1139045"/>
                  </a:lnTo>
                  <a:lnTo>
                    <a:pt x="126912" y="1133808"/>
                  </a:lnTo>
                  <a:lnTo>
                    <a:pt x="133955" y="1124150"/>
                  </a:lnTo>
                  <a:lnTo>
                    <a:pt x="139063" y="1116676"/>
                  </a:lnTo>
                  <a:lnTo>
                    <a:pt x="142558" y="1114027"/>
                  </a:lnTo>
                  <a:lnTo>
                    <a:pt x="145019" y="1111091"/>
                  </a:lnTo>
                  <a:lnTo>
                    <a:pt x="150403" y="1108162"/>
                  </a:lnTo>
                  <a:lnTo>
                    <a:pt x="153571" y="1104038"/>
                  </a:lnTo>
                  <a:lnTo>
                    <a:pt x="156979" y="1103222"/>
                  </a:lnTo>
                  <a:lnTo>
                    <a:pt x="166273" y="1099770"/>
                  </a:lnTo>
                  <a:lnTo>
                    <a:pt x="176666" y="1095754"/>
                  </a:lnTo>
                  <a:lnTo>
                    <a:pt x="183520" y="1094975"/>
                  </a:lnTo>
                  <a:lnTo>
                    <a:pt x="189166" y="1094981"/>
                  </a:lnTo>
                  <a:lnTo>
                    <a:pt x="189234" y="1100468"/>
                  </a:lnTo>
                  <a:lnTo>
                    <a:pt x="190044" y="1104850"/>
                  </a:lnTo>
                  <a:lnTo>
                    <a:pt x="198353" y="1106438"/>
                  </a:lnTo>
                  <a:lnTo>
                    <a:pt x="200336" y="1106028"/>
                  </a:lnTo>
                  <a:lnTo>
                    <a:pt x="202031" y="1102602"/>
                  </a:lnTo>
                  <a:lnTo>
                    <a:pt x="199154" y="1099558"/>
                  </a:lnTo>
                  <a:lnTo>
                    <a:pt x="197080" y="1097911"/>
                  </a:lnTo>
                  <a:lnTo>
                    <a:pt x="200416" y="1091173"/>
                  </a:lnTo>
                  <a:lnTo>
                    <a:pt x="202988" y="1081822"/>
                  </a:lnTo>
                  <a:lnTo>
                    <a:pt x="203487" y="1076690"/>
                  </a:lnTo>
                  <a:lnTo>
                    <a:pt x="209085" y="1071861"/>
                  </a:lnTo>
                  <a:lnTo>
                    <a:pt x="211642" y="1068034"/>
                  </a:lnTo>
                  <a:lnTo>
                    <a:pt x="217184" y="1064443"/>
                  </a:lnTo>
                  <a:lnTo>
                    <a:pt x="222456" y="1057653"/>
                  </a:lnTo>
                  <a:lnTo>
                    <a:pt x="232528" y="1051603"/>
                  </a:lnTo>
                  <a:lnTo>
                    <a:pt x="243219" y="1043322"/>
                  </a:lnTo>
                  <a:lnTo>
                    <a:pt x="251513" y="1035794"/>
                  </a:lnTo>
                  <a:lnTo>
                    <a:pt x="254426" y="1038060"/>
                  </a:lnTo>
                  <a:lnTo>
                    <a:pt x="255909" y="1039211"/>
                  </a:lnTo>
                  <a:lnTo>
                    <a:pt x="259722" y="1038921"/>
                  </a:lnTo>
                  <a:lnTo>
                    <a:pt x="262759" y="1037764"/>
                  </a:lnTo>
                  <a:lnTo>
                    <a:pt x="262937" y="1035118"/>
                  </a:lnTo>
                  <a:lnTo>
                    <a:pt x="261283" y="1030561"/>
                  </a:lnTo>
                  <a:lnTo>
                    <a:pt x="261204" y="1025061"/>
                  </a:lnTo>
                  <a:lnTo>
                    <a:pt x="265772" y="1014670"/>
                  </a:lnTo>
                  <a:lnTo>
                    <a:pt x="272479" y="1003776"/>
                  </a:lnTo>
                  <a:lnTo>
                    <a:pt x="275438" y="1000814"/>
                  </a:lnTo>
                  <a:lnTo>
                    <a:pt x="280343" y="998082"/>
                  </a:lnTo>
                  <a:lnTo>
                    <a:pt x="285066" y="989396"/>
                  </a:lnTo>
                  <a:lnTo>
                    <a:pt x="290229" y="984118"/>
                  </a:lnTo>
                  <a:lnTo>
                    <a:pt x="293374" y="982776"/>
                  </a:lnTo>
                  <a:lnTo>
                    <a:pt x="292971" y="979505"/>
                  </a:lnTo>
                  <a:lnTo>
                    <a:pt x="291892" y="976165"/>
                  </a:lnTo>
                  <a:lnTo>
                    <a:pt x="292330" y="969278"/>
                  </a:lnTo>
                  <a:lnTo>
                    <a:pt x="293205" y="961026"/>
                  </a:lnTo>
                  <a:lnTo>
                    <a:pt x="293754" y="945309"/>
                  </a:lnTo>
                  <a:lnTo>
                    <a:pt x="294841" y="940994"/>
                  </a:lnTo>
                  <a:lnTo>
                    <a:pt x="297116" y="935971"/>
                  </a:lnTo>
                  <a:lnTo>
                    <a:pt x="294577" y="931794"/>
                  </a:lnTo>
                  <a:lnTo>
                    <a:pt x="294342" y="924685"/>
                  </a:lnTo>
                  <a:lnTo>
                    <a:pt x="295888" y="917231"/>
                  </a:lnTo>
                  <a:lnTo>
                    <a:pt x="301143" y="910968"/>
                  </a:lnTo>
                  <a:lnTo>
                    <a:pt x="303526" y="907222"/>
                  </a:lnTo>
                  <a:lnTo>
                    <a:pt x="306555" y="902444"/>
                  </a:lnTo>
                  <a:lnTo>
                    <a:pt x="308737" y="898089"/>
                  </a:lnTo>
                  <a:lnTo>
                    <a:pt x="310572" y="891099"/>
                  </a:lnTo>
                  <a:lnTo>
                    <a:pt x="309699" y="889241"/>
                  </a:lnTo>
                  <a:lnTo>
                    <a:pt x="307051" y="889152"/>
                  </a:lnTo>
                  <a:lnTo>
                    <a:pt x="306333" y="889127"/>
                  </a:lnTo>
                  <a:lnTo>
                    <a:pt x="303777" y="890552"/>
                  </a:lnTo>
                  <a:lnTo>
                    <a:pt x="297574" y="893991"/>
                  </a:lnTo>
                  <a:lnTo>
                    <a:pt x="291684" y="898146"/>
                  </a:lnTo>
                  <a:lnTo>
                    <a:pt x="285030" y="901819"/>
                  </a:lnTo>
                  <a:lnTo>
                    <a:pt x="273268" y="908559"/>
                  </a:lnTo>
                  <a:lnTo>
                    <a:pt x="270175" y="908315"/>
                  </a:lnTo>
                  <a:lnTo>
                    <a:pt x="266679" y="905184"/>
                  </a:lnTo>
                  <a:lnTo>
                    <a:pt x="264901" y="899332"/>
                  </a:lnTo>
                  <a:lnTo>
                    <a:pt x="263265" y="897823"/>
                  </a:lnTo>
                  <a:lnTo>
                    <a:pt x="258467" y="895610"/>
                  </a:lnTo>
                  <a:lnTo>
                    <a:pt x="259772" y="891691"/>
                  </a:lnTo>
                  <a:lnTo>
                    <a:pt x="256307" y="887930"/>
                  </a:lnTo>
                  <a:lnTo>
                    <a:pt x="251538" y="891386"/>
                  </a:lnTo>
                  <a:lnTo>
                    <a:pt x="250963" y="895652"/>
                  </a:lnTo>
                  <a:lnTo>
                    <a:pt x="251456" y="899278"/>
                  </a:lnTo>
                  <a:lnTo>
                    <a:pt x="248929" y="903492"/>
                  </a:lnTo>
                  <a:lnTo>
                    <a:pt x="250249" y="908402"/>
                  </a:lnTo>
                  <a:lnTo>
                    <a:pt x="254845" y="918552"/>
                  </a:lnTo>
                  <a:lnTo>
                    <a:pt x="252020" y="923959"/>
                  </a:lnTo>
                  <a:lnTo>
                    <a:pt x="249196" y="925264"/>
                  </a:lnTo>
                  <a:lnTo>
                    <a:pt x="242966" y="923076"/>
                  </a:lnTo>
                  <a:lnTo>
                    <a:pt x="236932" y="910329"/>
                  </a:lnTo>
                  <a:lnTo>
                    <a:pt x="230455" y="898233"/>
                  </a:lnTo>
                  <a:lnTo>
                    <a:pt x="226245" y="893992"/>
                  </a:lnTo>
                  <a:lnTo>
                    <a:pt x="222530" y="893207"/>
                  </a:lnTo>
                  <a:lnTo>
                    <a:pt x="223826" y="890365"/>
                  </a:lnTo>
                  <a:lnTo>
                    <a:pt x="223256" y="887015"/>
                  </a:lnTo>
                  <a:lnTo>
                    <a:pt x="220084" y="887191"/>
                  </a:lnTo>
                  <a:lnTo>
                    <a:pt x="218997" y="891033"/>
                  </a:lnTo>
                  <a:lnTo>
                    <a:pt x="217617" y="894748"/>
                  </a:lnTo>
                  <a:lnTo>
                    <a:pt x="213868" y="897916"/>
                  </a:lnTo>
                  <a:lnTo>
                    <a:pt x="211409" y="893945"/>
                  </a:lnTo>
                  <a:lnTo>
                    <a:pt x="205682" y="891767"/>
                  </a:lnTo>
                  <a:lnTo>
                    <a:pt x="202903" y="889254"/>
                  </a:lnTo>
                  <a:lnTo>
                    <a:pt x="199845" y="885466"/>
                  </a:lnTo>
                  <a:lnTo>
                    <a:pt x="201978" y="882575"/>
                  </a:lnTo>
                  <a:lnTo>
                    <a:pt x="199856" y="877130"/>
                  </a:lnTo>
                  <a:lnTo>
                    <a:pt x="193384" y="881330"/>
                  </a:lnTo>
                  <a:lnTo>
                    <a:pt x="186399" y="887710"/>
                  </a:lnTo>
                  <a:lnTo>
                    <a:pt x="183429" y="894264"/>
                  </a:lnTo>
                  <a:lnTo>
                    <a:pt x="181775" y="890711"/>
                  </a:lnTo>
                  <a:lnTo>
                    <a:pt x="177527" y="892711"/>
                  </a:lnTo>
                  <a:lnTo>
                    <a:pt x="176530" y="893403"/>
                  </a:lnTo>
                  <a:lnTo>
                    <a:pt x="175139" y="894367"/>
                  </a:lnTo>
                  <a:lnTo>
                    <a:pt x="170259" y="897738"/>
                  </a:lnTo>
                  <a:lnTo>
                    <a:pt x="166428" y="900156"/>
                  </a:lnTo>
                  <a:lnTo>
                    <a:pt x="166377" y="900411"/>
                  </a:lnTo>
                  <a:lnTo>
                    <a:pt x="165329" y="905630"/>
                  </a:lnTo>
                  <a:lnTo>
                    <a:pt x="159422" y="909437"/>
                  </a:lnTo>
                  <a:lnTo>
                    <a:pt x="152724" y="913515"/>
                  </a:lnTo>
                  <a:lnTo>
                    <a:pt x="151039" y="909133"/>
                  </a:lnTo>
                  <a:lnTo>
                    <a:pt x="143540" y="909282"/>
                  </a:lnTo>
                  <a:lnTo>
                    <a:pt x="138741" y="906152"/>
                  </a:lnTo>
                  <a:lnTo>
                    <a:pt x="144632" y="903454"/>
                  </a:lnTo>
                  <a:lnTo>
                    <a:pt x="150294" y="900351"/>
                  </a:lnTo>
                  <a:lnTo>
                    <a:pt x="152251" y="892402"/>
                  </a:lnTo>
                  <a:lnTo>
                    <a:pt x="150955" y="881936"/>
                  </a:lnTo>
                  <a:lnTo>
                    <a:pt x="147476" y="874531"/>
                  </a:lnTo>
                  <a:lnTo>
                    <a:pt x="144660" y="868657"/>
                  </a:lnTo>
                  <a:lnTo>
                    <a:pt x="143001" y="862859"/>
                  </a:lnTo>
                  <a:lnTo>
                    <a:pt x="144856" y="856883"/>
                  </a:lnTo>
                  <a:lnTo>
                    <a:pt x="149579" y="850292"/>
                  </a:lnTo>
                  <a:lnTo>
                    <a:pt x="151496" y="847793"/>
                  </a:lnTo>
                  <a:lnTo>
                    <a:pt x="154355" y="846252"/>
                  </a:lnTo>
                  <a:lnTo>
                    <a:pt x="152096" y="840782"/>
                  </a:lnTo>
                  <a:lnTo>
                    <a:pt x="148869" y="834708"/>
                  </a:lnTo>
                  <a:lnTo>
                    <a:pt x="148522" y="831190"/>
                  </a:lnTo>
                  <a:lnTo>
                    <a:pt x="143447" y="820158"/>
                  </a:lnTo>
                  <a:lnTo>
                    <a:pt x="141514" y="815033"/>
                  </a:lnTo>
                  <a:lnTo>
                    <a:pt x="140463" y="811591"/>
                  </a:lnTo>
                  <a:lnTo>
                    <a:pt x="137833" y="805113"/>
                  </a:lnTo>
                  <a:lnTo>
                    <a:pt x="133392" y="796979"/>
                  </a:lnTo>
                  <a:lnTo>
                    <a:pt x="130892" y="796339"/>
                  </a:lnTo>
                  <a:lnTo>
                    <a:pt x="129466" y="799440"/>
                  </a:lnTo>
                  <a:lnTo>
                    <a:pt x="129348" y="803120"/>
                  </a:lnTo>
                  <a:lnTo>
                    <a:pt x="129532" y="806781"/>
                  </a:lnTo>
                  <a:lnTo>
                    <a:pt x="128579" y="810464"/>
                  </a:lnTo>
                  <a:lnTo>
                    <a:pt x="125147" y="810618"/>
                  </a:lnTo>
                  <a:lnTo>
                    <a:pt x="121479" y="810408"/>
                  </a:lnTo>
                  <a:lnTo>
                    <a:pt x="119148" y="813044"/>
                  </a:lnTo>
                  <a:lnTo>
                    <a:pt x="115248" y="814702"/>
                  </a:lnTo>
                  <a:lnTo>
                    <a:pt x="107341" y="818797"/>
                  </a:lnTo>
                  <a:lnTo>
                    <a:pt x="98125" y="820774"/>
                  </a:lnTo>
                  <a:lnTo>
                    <a:pt x="88028" y="821154"/>
                  </a:lnTo>
                  <a:lnTo>
                    <a:pt x="82971" y="820214"/>
                  </a:lnTo>
                  <a:lnTo>
                    <a:pt x="76606" y="816748"/>
                  </a:lnTo>
                  <a:lnTo>
                    <a:pt x="74469" y="810187"/>
                  </a:lnTo>
                  <a:lnTo>
                    <a:pt x="75499" y="808294"/>
                  </a:lnTo>
                  <a:lnTo>
                    <a:pt x="77079" y="806296"/>
                  </a:lnTo>
                  <a:lnTo>
                    <a:pt x="72765" y="802005"/>
                  </a:lnTo>
                  <a:lnTo>
                    <a:pt x="68546" y="797963"/>
                  </a:lnTo>
                  <a:lnTo>
                    <a:pt x="65516" y="790375"/>
                  </a:lnTo>
                  <a:lnTo>
                    <a:pt x="62426" y="787562"/>
                  </a:lnTo>
                  <a:lnTo>
                    <a:pt x="60149" y="782942"/>
                  </a:lnTo>
                  <a:lnTo>
                    <a:pt x="57674" y="782906"/>
                  </a:lnTo>
                  <a:lnTo>
                    <a:pt x="51377" y="778296"/>
                  </a:lnTo>
                  <a:lnTo>
                    <a:pt x="47179" y="771856"/>
                  </a:lnTo>
                  <a:lnTo>
                    <a:pt x="49162" y="770077"/>
                  </a:lnTo>
                  <a:lnTo>
                    <a:pt x="50911" y="769479"/>
                  </a:lnTo>
                  <a:lnTo>
                    <a:pt x="52967" y="765592"/>
                  </a:lnTo>
                  <a:lnTo>
                    <a:pt x="52085" y="764459"/>
                  </a:lnTo>
                  <a:lnTo>
                    <a:pt x="48702" y="764908"/>
                  </a:lnTo>
                  <a:lnTo>
                    <a:pt x="45545" y="767056"/>
                  </a:lnTo>
                  <a:lnTo>
                    <a:pt x="42913" y="766730"/>
                  </a:lnTo>
                  <a:lnTo>
                    <a:pt x="40197" y="765898"/>
                  </a:lnTo>
                  <a:lnTo>
                    <a:pt x="38606" y="762572"/>
                  </a:lnTo>
                  <a:lnTo>
                    <a:pt x="40386" y="760545"/>
                  </a:lnTo>
                  <a:lnTo>
                    <a:pt x="45535" y="758945"/>
                  </a:lnTo>
                  <a:lnTo>
                    <a:pt x="50003" y="754022"/>
                  </a:lnTo>
                  <a:lnTo>
                    <a:pt x="52594" y="753207"/>
                  </a:lnTo>
                  <a:lnTo>
                    <a:pt x="52207" y="749852"/>
                  </a:lnTo>
                  <a:lnTo>
                    <a:pt x="51386" y="747762"/>
                  </a:lnTo>
                  <a:lnTo>
                    <a:pt x="52000" y="743095"/>
                  </a:lnTo>
                  <a:lnTo>
                    <a:pt x="50640" y="737496"/>
                  </a:lnTo>
                  <a:lnTo>
                    <a:pt x="49976" y="736507"/>
                  </a:lnTo>
                  <a:lnTo>
                    <a:pt x="47530" y="732851"/>
                  </a:lnTo>
                  <a:lnTo>
                    <a:pt x="49578" y="730349"/>
                  </a:lnTo>
                  <a:lnTo>
                    <a:pt x="52136" y="727088"/>
                  </a:lnTo>
                  <a:lnTo>
                    <a:pt x="49786" y="724464"/>
                  </a:lnTo>
                  <a:lnTo>
                    <a:pt x="48085" y="720150"/>
                  </a:lnTo>
                  <a:lnTo>
                    <a:pt x="44452" y="718419"/>
                  </a:lnTo>
                  <a:lnTo>
                    <a:pt x="42183" y="724681"/>
                  </a:lnTo>
                  <a:lnTo>
                    <a:pt x="39940" y="724175"/>
                  </a:lnTo>
                  <a:lnTo>
                    <a:pt x="37050" y="723207"/>
                  </a:lnTo>
                  <a:lnTo>
                    <a:pt x="34677" y="719673"/>
                  </a:lnTo>
                  <a:lnTo>
                    <a:pt x="35369" y="713239"/>
                  </a:lnTo>
                  <a:lnTo>
                    <a:pt x="35924" y="709645"/>
                  </a:lnTo>
                  <a:lnTo>
                    <a:pt x="31103" y="706836"/>
                  </a:lnTo>
                  <a:lnTo>
                    <a:pt x="29750" y="706930"/>
                  </a:lnTo>
                  <a:lnTo>
                    <a:pt x="27559" y="699707"/>
                  </a:lnTo>
                  <a:lnTo>
                    <a:pt x="29051" y="697839"/>
                  </a:lnTo>
                  <a:lnTo>
                    <a:pt x="31756" y="696783"/>
                  </a:lnTo>
                  <a:lnTo>
                    <a:pt x="33325" y="694097"/>
                  </a:lnTo>
                  <a:lnTo>
                    <a:pt x="29979" y="690415"/>
                  </a:lnTo>
                  <a:lnTo>
                    <a:pt x="28688" y="688738"/>
                  </a:lnTo>
                  <a:lnTo>
                    <a:pt x="25971" y="689625"/>
                  </a:lnTo>
                  <a:lnTo>
                    <a:pt x="23412" y="692721"/>
                  </a:lnTo>
                  <a:lnTo>
                    <a:pt x="21294" y="691003"/>
                  </a:lnTo>
                  <a:lnTo>
                    <a:pt x="19989" y="683955"/>
                  </a:lnTo>
                  <a:lnTo>
                    <a:pt x="22729" y="675864"/>
                  </a:lnTo>
                  <a:lnTo>
                    <a:pt x="25759" y="673147"/>
                  </a:lnTo>
                  <a:lnTo>
                    <a:pt x="24748" y="669609"/>
                  </a:lnTo>
                  <a:lnTo>
                    <a:pt x="29538" y="667607"/>
                  </a:lnTo>
                  <a:lnTo>
                    <a:pt x="33487" y="669746"/>
                  </a:lnTo>
                  <a:lnTo>
                    <a:pt x="38520" y="668754"/>
                  </a:lnTo>
                  <a:lnTo>
                    <a:pt x="38357" y="666770"/>
                  </a:lnTo>
                  <a:lnTo>
                    <a:pt x="36079" y="660119"/>
                  </a:lnTo>
                  <a:lnTo>
                    <a:pt x="36304" y="653375"/>
                  </a:lnTo>
                  <a:lnTo>
                    <a:pt x="39229" y="647617"/>
                  </a:lnTo>
                  <a:lnTo>
                    <a:pt x="46354" y="638034"/>
                  </a:lnTo>
                  <a:lnTo>
                    <a:pt x="52731" y="628244"/>
                  </a:lnTo>
                  <a:lnTo>
                    <a:pt x="58327" y="621935"/>
                  </a:lnTo>
                  <a:lnTo>
                    <a:pt x="60027" y="616625"/>
                  </a:lnTo>
                  <a:lnTo>
                    <a:pt x="62971" y="612577"/>
                  </a:lnTo>
                  <a:lnTo>
                    <a:pt x="66747" y="610992"/>
                  </a:lnTo>
                  <a:lnTo>
                    <a:pt x="66331" y="606124"/>
                  </a:lnTo>
                  <a:lnTo>
                    <a:pt x="66299" y="602201"/>
                  </a:lnTo>
                  <a:lnTo>
                    <a:pt x="68643" y="595368"/>
                  </a:lnTo>
                  <a:lnTo>
                    <a:pt x="72968" y="587233"/>
                  </a:lnTo>
                  <a:lnTo>
                    <a:pt x="75691" y="580935"/>
                  </a:lnTo>
                  <a:lnTo>
                    <a:pt x="80897" y="574932"/>
                  </a:lnTo>
                  <a:lnTo>
                    <a:pt x="87808" y="572026"/>
                  </a:lnTo>
                  <a:lnTo>
                    <a:pt x="91933" y="571602"/>
                  </a:lnTo>
                  <a:lnTo>
                    <a:pt x="96943" y="574902"/>
                  </a:lnTo>
                  <a:lnTo>
                    <a:pt x="101266" y="575901"/>
                  </a:lnTo>
                  <a:lnTo>
                    <a:pt x="104281" y="581328"/>
                  </a:lnTo>
                  <a:lnTo>
                    <a:pt x="106736" y="581933"/>
                  </a:lnTo>
                  <a:lnTo>
                    <a:pt x="112483" y="589385"/>
                  </a:lnTo>
                  <a:lnTo>
                    <a:pt x="120129" y="588426"/>
                  </a:lnTo>
                  <a:lnTo>
                    <a:pt x="124230" y="584243"/>
                  </a:lnTo>
                  <a:lnTo>
                    <a:pt x="126519" y="581938"/>
                  </a:lnTo>
                  <a:lnTo>
                    <a:pt x="127380" y="578294"/>
                  </a:lnTo>
                  <a:lnTo>
                    <a:pt x="130199" y="577818"/>
                  </a:lnTo>
                  <a:lnTo>
                    <a:pt x="133896" y="573539"/>
                  </a:lnTo>
                  <a:lnTo>
                    <a:pt x="136217" y="570843"/>
                  </a:lnTo>
                  <a:lnTo>
                    <a:pt x="139534" y="564384"/>
                  </a:lnTo>
                  <a:lnTo>
                    <a:pt x="141660" y="561263"/>
                  </a:lnTo>
                  <a:lnTo>
                    <a:pt x="135980" y="554971"/>
                  </a:lnTo>
                  <a:lnTo>
                    <a:pt x="131999" y="551818"/>
                  </a:lnTo>
                  <a:lnTo>
                    <a:pt x="135576" y="548618"/>
                  </a:lnTo>
                  <a:lnTo>
                    <a:pt x="140885" y="548261"/>
                  </a:lnTo>
                  <a:lnTo>
                    <a:pt x="144792" y="555131"/>
                  </a:lnTo>
                  <a:lnTo>
                    <a:pt x="149800" y="557401"/>
                  </a:lnTo>
                  <a:lnTo>
                    <a:pt x="152189" y="562364"/>
                  </a:lnTo>
                  <a:lnTo>
                    <a:pt x="160961" y="561422"/>
                  </a:lnTo>
                  <a:lnTo>
                    <a:pt x="168238" y="562066"/>
                  </a:lnTo>
                  <a:lnTo>
                    <a:pt x="174869" y="560162"/>
                  </a:lnTo>
                  <a:lnTo>
                    <a:pt x="178374" y="555144"/>
                  </a:lnTo>
                  <a:lnTo>
                    <a:pt x="186998" y="541703"/>
                  </a:lnTo>
                  <a:lnTo>
                    <a:pt x="187645" y="536289"/>
                  </a:lnTo>
                  <a:lnTo>
                    <a:pt x="184206" y="524032"/>
                  </a:lnTo>
                  <a:lnTo>
                    <a:pt x="183221" y="519128"/>
                  </a:lnTo>
                  <a:lnTo>
                    <a:pt x="182998" y="508064"/>
                  </a:lnTo>
                  <a:lnTo>
                    <a:pt x="177327" y="499050"/>
                  </a:lnTo>
                  <a:lnTo>
                    <a:pt x="175106" y="495048"/>
                  </a:lnTo>
                  <a:lnTo>
                    <a:pt x="168518" y="492991"/>
                  </a:lnTo>
                  <a:lnTo>
                    <a:pt x="169762" y="487052"/>
                  </a:lnTo>
                  <a:lnTo>
                    <a:pt x="172063" y="484189"/>
                  </a:lnTo>
                  <a:lnTo>
                    <a:pt x="177187" y="488066"/>
                  </a:lnTo>
                  <a:lnTo>
                    <a:pt x="182949" y="485072"/>
                  </a:lnTo>
                  <a:lnTo>
                    <a:pt x="188625" y="479667"/>
                  </a:lnTo>
                  <a:lnTo>
                    <a:pt x="189141" y="472672"/>
                  </a:lnTo>
                  <a:lnTo>
                    <a:pt x="185258" y="465004"/>
                  </a:lnTo>
                  <a:lnTo>
                    <a:pt x="181485" y="461486"/>
                  </a:lnTo>
                  <a:lnTo>
                    <a:pt x="180122" y="459379"/>
                  </a:lnTo>
                  <a:lnTo>
                    <a:pt x="177889" y="460360"/>
                  </a:lnTo>
                  <a:lnTo>
                    <a:pt x="174626" y="464065"/>
                  </a:lnTo>
                  <a:lnTo>
                    <a:pt x="173111" y="468076"/>
                  </a:lnTo>
                  <a:lnTo>
                    <a:pt x="169201" y="469327"/>
                  </a:lnTo>
                  <a:lnTo>
                    <a:pt x="165813" y="467506"/>
                  </a:lnTo>
                  <a:lnTo>
                    <a:pt x="162249" y="469288"/>
                  </a:lnTo>
                  <a:lnTo>
                    <a:pt x="159236" y="471994"/>
                  </a:lnTo>
                  <a:lnTo>
                    <a:pt x="154214" y="472924"/>
                  </a:lnTo>
                  <a:lnTo>
                    <a:pt x="150648" y="474199"/>
                  </a:lnTo>
                  <a:lnTo>
                    <a:pt x="149175" y="477929"/>
                  </a:lnTo>
                  <a:lnTo>
                    <a:pt x="140455" y="483768"/>
                  </a:lnTo>
                  <a:lnTo>
                    <a:pt x="138507" y="487317"/>
                  </a:lnTo>
                  <a:lnTo>
                    <a:pt x="137314" y="494016"/>
                  </a:lnTo>
                  <a:lnTo>
                    <a:pt x="133339" y="497517"/>
                  </a:lnTo>
                  <a:lnTo>
                    <a:pt x="131913" y="489997"/>
                  </a:lnTo>
                  <a:lnTo>
                    <a:pt x="131617" y="485437"/>
                  </a:lnTo>
                  <a:lnTo>
                    <a:pt x="129531" y="482225"/>
                  </a:lnTo>
                  <a:lnTo>
                    <a:pt x="126893" y="483704"/>
                  </a:lnTo>
                  <a:lnTo>
                    <a:pt x="126867" y="486681"/>
                  </a:lnTo>
                  <a:lnTo>
                    <a:pt x="124915" y="489438"/>
                  </a:lnTo>
                  <a:lnTo>
                    <a:pt x="123507" y="493363"/>
                  </a:lnTo>
                  <a:lnTo>
                    <a:pt x="120677" y="487798"/>
                  </a:lnTo>
                  <a:lnTo>
                    <a:pt x="116531" y="482527"/>
                  </a:lnTo>
                  <a:lnTo>
                    <a:pt x="109290" y="478788"/>
                  </a:lnTo>
                  <a:lnTo>
                    <a:pt x="105412" y="478017"/>
                  </a:lnTo>
                  <a:lnTo>
                    <a:pt x="101336" y="479368"/>
                  </a:lnTo>
                  <a:lnTo>
                    <a:pt x="96703" y="478002"/>
                  </a:lnTo>
                  <a:lnTo>
                    <a:pt x="92319" y="477818"/>
                  </a:lnTo>
                  <a:lnTo>
                    <a:pt x="85476" y="480396"/>
                  </a:lnTo>
                  <a:lnTo>
                    <a:pt x="77969" y="484511"/>
                  </a:lnTo>
                  <a:lnTo>
                    <a:pt x="72563" y="485070"/>
                  </a:lnTo>
                  <a:lnTo>
                    <a:pt x="64976" y="480854"/>
                  </a:lnTo>
                  <a:lnTo>
                    <a:pt x="51048" y="474920"/>
                  </a:lnTo>
                  <a:lnTo>
                    <a:pt x="40073" y="470392"/>
                  </a:lnTo>
                  <a:lnTo>
                    <a:pt x="35837" y="464916"/>
                  </a:lnTo>
                  <a:lnTo>
                    <a:pt x="34842" y="457226"/>
                  </a:lnTo>
                  <a:lnTo>
                    <a:pt x="35291" y="454235"/>
                  </a:lnTo>
                  <a:lnTo>
                    <a:pt x="37670" y="450534"/>
                  </a:lnTo>
                  <a:lnTo>
                    <a:pt x="37260" y="448233"/>
                  </a:lnTo>
                  <a:lnTo>
                    <a:pt x="33767" y="442478"/>
                  </a:lnTo>
                  <a:lnTo>
                    <a:pt x="31097" y="439525"/>
                  </a:lnTo>
                  <a:lnTo>
                    <a:pt x="30365" y="436777"/>
                  </a:lnTo>
                  <a:lnTo>
                    <a:pt x="26608" y="429069"/>
                  </a:lnTo>
                  <a:lnTo>
                    <a:pt x="27390" y="428249"/>
                  </a:lnTo>
                  <a:lnTo>
                    <a:pt x="33949" y="430113"/>
                  </a:lnTo>
                  <a:lnTo>
                    <a:pt x="38395" y="427712"/>
                  </a:lnTo>
                  <a:lnTo>
                    <a:pt x="39731" y="422876"/>
                  </a:lnTo>
                  <a:lnTo>
                    <a:pt x="42829" y="420371"/>
                  </a:lnTo>
                  <a:lnTo>
                    <a:pt x="40768" y="416985"/>
                  </a:lnTo>
                  <a:lnTo>
                    <a:pt x="36777" y="415186"/>
                  </a:lnTo>
                  <a:lnTo>
                    <a:pt x="32713" y="414840"/>
                  </a:lnTo>
                  <a:lnTo>
                    <a:pt x="29054" y="412314"/>
                  </a:lnTo>
                  <a:lnTo>
                    <a:pt x="24879" y="409919"/>
                  </a:lnTo>
                  <a:lnTo>
                    <a:pt x="17652" y="407899"/>
                  </a:lnTo>
                  <a:lnTo>
                    <a:pt x="14524" y="406331"/>
                  </a:lnTo>
                  <a:lnTo>
                    <a:pt x="9797" y="400006"/>
                  </a:lnTo>
                  <a:lnTo>
                    <a:pt x="5960" y="395795"/>
                  </a:lnTo>
                  <a:lnTo>
                    <a:pt x="1192" y="3927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610369" y="5862637"/>
              <a:ext cx="58907" cy="52050"/>
            </a:xfrm>
            <a:custGeom>
              <a:avLst/>
              <a:pathLst>
                <a:path w="58907" h="52050">
                  <a:moveTo>
                    <a:pt x="0" y="49767"/>
                  </a:moveTo>
                  <a:lnTo>
                    <a:pt x="9592" y="43188"/>
                  </a:lnTo>
                  <a:lnTo>
                    <a:pt x="12966" y="40546"/>
                  </a:lnTo>
                  <a:lnTo>
                    <a:pt x="16955" y="35316"/>
                  </a:lnTo>
                  <a:lnTo>
                    <a:pt x="19926" y="33637"/>
                  </a:lnTo>
                  <a:lnTo>
                    <a:pt x="19399" y="28139"/>
                  </a:lnTo>
                  <a:lnTo>
                    <a:pt x="21165" y="23828"/>
                  </a:lnTo>
                  <a:lnTo>
                    <a:pt x="28346" y="17263"/>
                  </a:lnTo>
                  <a:lnTo>
                    <a:pt x="33468" y="19454"/>
                  </a:lnTo>
                  <a:lnTo>
                    <a:pt x="34556" y="15438"/>
                  </a:lnTo>
                  <a:lnTo>
                    <a:pt x="35716" y="10157"/>
                  </a:lnTo>
                  <a:lnTo>
                    <a:pt x="37942" y="4780"/>
                  </a:lnTo>
                  <a:lnTo>
                    <a:pt x="41981" y="1965"/>
                  </a:lnTo>
                  <a:lnTo>
                    <a:pt x="50048" y="0"/>
                  </a:lnTo>
                  <a:lnTo>
                    <a:pt x="54182" y="3388"/>
                  </a:lnTo>
                  <a:lnTo>
                    <a:pt x="58907" y="4187"/>
                  </a:lnTo>
                  <a:lnTo>
                    <a:pt x="58088" y="7376"/>
                  </a:lnTo>
                  <a:lnTo>
                    <a:pt x="56143" y="10419"/>
                  </a:lnTo>
                  <a:lnTo>
                    <a:pt x="56596" y="13514"/>
                  </a:lnTo>
                  <a:lnTo>
                    <a:pt x="52073" y="16212"/>
                  </a:lnTo>
                  <a:lnTo>
                    <a:pt x="46909" y="19461"/>
                  </a:lnTo>
                  <a:lnTo>
                    <a:pt x="39011" y="22906"/>
                  </a:lnTo>
                  <a:lnTo>
                    <a:pt x="37086" y="26765"/>
                  </a:lnTo>
                  <a:lnTo>
                    <a:pt x="34291" y="30744"/>
                  </a:lnTo>
                  <a:lnTo>
                    <a:pt x="32450" y="34478"/>
                  </a:lnTo>
                  <a:lnTo>
                    <a:pt x="26348" y="37102"/>
                  </a:lnTo>
                  <a:lnTo>
                    <a:pt x="23390" y="39784"/>
                  </a:lnTo>
                  <a:lnTo>
                    <a:pt x="20666" y="43689"/>
                  </a:lnTo>
                  <a:lnTo>
                    <a:pt x="17021" y="43168"/>
                  </a:lnTo>
                  <a:lnTo>
                    <a:pt x="10906" y="47997"/>
                  </a:lnTo>
                  <a:lnTo>
                    <a:pt x="4419" y="50970"/>
                  </a:lnTo>
                  <a:lnTo>
                    <a:pt x="852" y="520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609227" y="5632412"/>
              <a:ext cx="12301" cy="8287"/>
            </a:xfrm>
            <a:custGeom>
              <a:avLst/>
              <a:pathLst>
                <a:path w="12301" h="8287">
                  <a:moveTo>
                    <a:pt x="0" y="0"/>
                  </a:moveTo>
                  <a:lnTo>
                    <a:pt x="7002" y="1938"/>
                  </a:lnTo>
                  <a:lnTo>
                    <a:pt x="11836" y="2537"/>
                  </a:lnTo>
                  <a:lnTo>
                    <a:pt x="12301" y="5629"/>
                  </a:lnTo>
                  <a:lnTo>
                    <a:pt x="7558" y="8287"/>
                  </a:lnTo>
                  <a:lnTo>
                    <a:pt x="3999" y="75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74862" y="5887637"/>
              <a:ext cx="21739" cy="24980"/>
            </a:xfrm>
            <a:custGeom>
              <a:avLst/>
              <a:pathLst>
                <a:path w="21739" h="24980">
                  <a:moveTo>
                    <a:pt x="1727" y="19728"/>
                  </a:moveTo>
                  <a:lnTo>
                    <a:pt x="5260" y="10511"/>
                  </a:lnTo>
                  <a:lnTo>
                    <a:pt x="7868" y="9063"/>
                  </a:lnTo>
                  <a:lnTo>
                    <a:pt x="14147" y="12667"/>
                  </a:lnTo>
                  <a:lnTo>
                    <a:pt x="18020" y="8205"/>
                  </a:lnTo>
                  <a:lnTo>
                    <a:pt x="16179" y="1485"/>
                  </a:lnTo>
                  <a:lnTo>
                    <a:pt x="19040" y="0"/>
                  </a:lnTo>
                  <a:lnTo>
                    <a:pt x="21377" y="4568"/>
                  </a:lnTo>
                  <a:lnTo>
                    <a:pt x="21739" y="10669"/>
                  </a:lnTo>
                  <a:lnTo>
                    <a:pt x="21263" y="16940"/>
                  </a:lnTo>
                  <a:lnTo>
                    <a:pt x="19522" y="23011"/>
                  </a:lnTo>
                  <a:lnTo>
                    <a:pt x="15194" y="21315"/>
                  </a:lnTo>
                  <a:lnTo>
                    <a:pt x="10106" y="20758"/>
                  </a:lnTo>
                  <a:lnTo>
                    <a:pt x="5020" y="24927"/>
                  </a:lnTo>
                  <a:lnTo>
                    <a:pt x="0" y="249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92132" y="5586091"/>
              <a:ext cx="10010" cy="8001"/>
            </a:xfrm>
            <a:custGeom>
              <a:avLst/>
              <a:pathLst>
                <a:path w="10010" h="8001">
                  <a:moveTo>
                    <a:pt x="437" y="1099"/>
                  </a:moveTo>
                  <a:lnTo>
                    <a:pt x="4582" y="0"/>
                  </a:lnTo>
                  <a:lnTo>
                    <a:pt x="10010" y="604"/>
                  </a:lnTo>
                  <a:lnTo>
                    <a:pt x="9922" y="5085"/>
                  </a:lnTo>
                  <a:lnTo>
                    <a:pt x="4368" y="8001"/>
                  </a:lnTo>
                  <a:lnTo>
                    <a:pt x="0" y="48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49965" y="5910534"/>
              <a:ext cx="12385" cy="10622"/>
            </a:xfrm>
            <a:custGeom>
              <a:avLst/>
              <a:pathLst>
                <a:path w="12385" h="10622">
                  <a:moveTo>
                    <a:pt x="1271" y="3516"/>
                  </a:moveTo>
                  <a:lnTo>
                    <a:pt x="7140" y="0"/>
                  </a:lnTo>
                  <a:lnTo>
                    <a:pt x="12385" y="2180"/>
                  </a:lnTo>
                  <a:lnTo>
                    <a:pt x="9966" y="8532"/>
                  </a:lnTo>
                  <a:lnTo>
                    <a:pt x="6075" y="8325"/>
                  </a:lnTo>
                  <a:lnTo>
                    <a:pt x="1966" y="10622"/>
                  </a:lnTo>
                  <a:lnTo>
                    <a:pt x="0" y="89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31639" y="5918916"/>
              <a:ext cx="4498" cy="6994"/>
            </a:xfrm>
            <a:custGeom>
              <a:avLst/>
              <a:pathLst>
                <a:path w="4498" h="6994">
                  <a:moveTo>
                    <a:pt x="0" y="2148"/>
                  </a:moveTo>
                  <a:lnTo>
                    <a:pt x="2310" y="0"/>
                  </a:lnTo>
                  <a:lnTo>
                    <a:pt x="4498" y="2459"/>
                  </a:lnTo>
                  <a:lnTo>
                    <a:pt x="3005" y="6994"/>
                  </a:lnTo>
                  <a:lnTo>
                    <a:pt x="112" y="53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611851" y="5108111"/>
              <a:ext cx="85940" cy="72659"/>
            </a:xfrm>
            <a:custGeom>
              <a:avLst/>
              <a:pathLst>
                <a:path w="85940" h="72659">
                  <a:moveTo>
                    <a:pt x="1392" y="14963"/>
                  </a:moveTo>
                  <a:lnTo>
                    <a:pt x="3345" y="11272"/>
                  </a:lnTo>
                  <a:lnTo>
                    <a:pt x="4287" y="4372"/>
                  </a:lnTo>
                  <a:lnTo>
                    <a:pt x="6772" y="0"/>
                  </a:lnTo>
                  <a:lnTo>
                    <a:pt x="10348" y="667"/>
                  </a:lnTo>
                  <a:lnTo>
                    <a:pt x="10279" y="5814"/>
                  </a:lnTo>
                  <a:lnTo>
                    <a:pt x="10477" y="9520"/>
                  </a:lnTo>
                  <a:lnTo>
                    <a:pt x="16588" y="14244"/>
                  </a:lnTo>
                  <a:lnTo>
                    <a:pt x="25828" y="20040"/>
                  </a:lnTo>
                  <a:lnTo>
                    <a:pt x="28566" y="19340"/>
                  </a:lnTo>
                  <a:lnTo>
                    <a:pt x="36535" y="14718"/>
                  </a:lnTo>
                  <a:lnTo>
                    <a:pt x="40063" y="13678"/>
                  </a:lnTo>
                  <a:lnTo>
                    <a:pt x="43977" y="14665"/>
                  </a:lnTo>
                  <a:lnTo>
                    <a:pt x="45895" y="16413"/>
                  </a:lnTo>
                  <a:lnTo>
                    <a:pt x="47834" y="20517"/>
                  </a:lnTo>
                  <a:lnTo>
                    <a:pt x="49916" y="21875"/>
                  </a:lnTo>
                  <a:lnTo>
                    <a:pt x="50378" y="27477"/>
                  </a:lnTo>
                  <a:lnTo>
                    <a:pt x="50823" y="32173"/>
                  </a:lnTo>
                  <a:lnTo>
                    <a:pt x="54651" y="35384"/>
                  </a:lnTo>
                  <a:lnTo>
                    <a:pt x="60107" y="37314"/>
                  </a:lnTo>
                  <a:lnTo>
                    <a:pt x="62178" y="40736"/>
                  </a:lnTo>
                  <a:lnTo>
                    <a:pt x="64782" y="43300"/>
                  </a:lnTo>
                  <a:lnTo>
                    <a:pt x="75073" y="46604"/>
                  </a:lnTo>
                  <a:lnTo>
                    <a:pt x="79221" y="47861"/>
                  </a:lnTo>
                  <a:lnTo>
                    <a:pt x="85940" y="51761"/>
                  </a:lnTo>
                  <a:lnTo>
                    <a:pt x="83318" y="57064"/>
                  </a:lnTo>
                  <a:lnTo>
                    <a:pt x="80158" y="61221"/>
                  </a:lnTo>
                  <a:lnTo>
                    <a:pt x="77249" y="61903"/>
                  </a:lnTo>
                  <a:lnTo>
                    <a:pt x="73808" y="58360"/>
                  </a:lnTo>
                  <a:lnTo>
                    <a:pt x="69380" y="57917"/>
                  </a:lnTo>
                  <a:lnTo>
                    <a:pt x="62965" y="61110"/>
                  </a:lnTo>
                  <a:lnTo>
                    <a:pt x="59790" y="63406"/>
                  </a:lnTo>
                  <a:lnTo>
                    <a:pt x="58116" y="66575"/>
                  </a:lnTo>
                  <a:lnTo>
                    <a:pt x="57854" y="70213"/>
                  </a:lnTo>
                  <a:lnTo>
                    <a:pt x="55456" y="72659"/>
                  </a:lnTo>
                  <a:lnTo>
                    <a:pt x="52320" y="70409"/>
                  </a:lnTo>
                  <a:lnTo>
                    <a:pt x="52307" y="64305"/>
                  </a:lnTo>
                  <a:lnTo>
                    <a:pt x="50357" y="59307"/>
                  </a:lnTo>
                  <a:lnTo>
                    <a:pt x="46241" y="54270"/>
                  </a:lnTo>
                  <a:lnTo>
                    <a:pt x="42600" y="52207"/>
                  </a:lnTo>
                  <a:lnTo>
                    <a:pt x="40426" y="51956"/>
                  </a:lnTo>
                  <a:lnTo>
                    <a:pt x="39952" y="47469"/>
                  </a:lnTo>
                  <a:lnTo>
                    <a:pt x="37255" y="41345"/>
                  </a:lnTo>
                  <a:lnTo>
                    <a:pt x="31483" y="35587"/>
                  </a:lnTo>
                  <a:lnTo>
                    <a:pt x="25515" y="31250"/>
                  </a:lnTo>
                  <a:lnTo>
                    <a:pt x="20845" y="29740"/>
                  </a:lnTo>
                  <a:lnTo>
                    <a:pt x="16093" y="30886"/>
                  </a:lnTo>
                  <a:lnTo>
                    <a:pt x="14106" y="32571"/>
                  </a:lnTo>
                  <a:lnTo>
                    <a:pt x="9278" y="35865"/>
                  </a:lnTo>
                  <a:lnTo>
                    <a:pt x="6864" y="34036"/>
                  </a:lnTo>
                  <a:lnTo>
                    <a:pt x="3404" y="30933"/>
                  </a:lnTo>
                  <a:lnTo>
                    <a:pt x="1154" y="28526"/>
                  </a:lnTo>
                  <a:lnTo>
                    <a:pt x="0" y="2057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79431" y="5920264"/>
              <a:ext cx="13471" cy="9263"/>
            </a:xfrm>
            <a:custGeom>
              <a:avLst/>
              <a:pathLst>
                <a:path w="13471" h="9263">
                  <a:moveTo>
                    <a:pt x="1433" y="4838"/>
                  </a:moveTo>
                  <a:lnTo>
                    <a:pt x="4308" y="1679"/>
                  </a:lnTo>
                  <a:lnTo>
                    <a:pt x="8214" y="0"/>
                  </a:lnTo>
                  <a:lnTo>
                    <a:pt x="12724" y="2714"/>
                  </a:lnTo>
                  <a:lnTo>
                    <a:pt x="13471" y="5531"/>
                  </a:lnTo>
                  <a:lnTo>
                    <a:pt x="8836" y="8514"/>
                  </a:lnTo>
                  <a:lnTo>
                    <a:pt x="4346" y="9263"/>
                  </a:lnTo>
                  <a:lnTo>
                    <a:pt x="0" y="909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29883" y="5858365"/>
              <a:ext cx="5878" cy="8324"/>
            </a:xfrm>
            <a:custGeom>
              <a:avLst/>
              <a:pathLst>
                <a:path w="5878" h="8324">
                  <a:moveTo>
                    <a:pt x="0" y="0"/>
                  </a:moveTo>
                  <a:lnTo>
                    <a:pt x="4714" y="1367"/>
                  </a:lnTo>
                  <a:lnTo>
                    <a:pt x="5878" y="5195"/>
                  </a:lnTo>
                  <a:lnTo>
                    <a:pt x="5102" y="8324"/>
                  </a:lnTo>
                  <a:lnTo>
                    <a:pt x="1525" y="56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39480" y="5318794"/>
              <a:ext cx="23198" cy="35018"/>
            </a:xfrm>
            <a:custGeom>
              <a:avLst/>
              <a:pathLst>
                <a:path w="23198" h="35018">
                  <a:moveTo>
                    <a:pt x="2129" y="0"/>
                  </a:moveTo>
                  <a:lnTo>
                    <a:pt x="5800" y="8375"/>
                  </a:lnTo>
                  <a:lnTo>
                    <a:pt x="6734" y="15100"/>
                  </a:lnTo>
                  <a:lnTo>
                    <a:pt x="14677" y="24745"/>
                  </a:lnTo>
                  <a:lnTo>
                    <a:pt x="19374" y="28020"/>
                  </a:lnTo>
                  <a:lnTo>
                    <a:pt x="23198" y="32314"/>
                  </a:lnTo>
                  <a:lnTo>
                    <a:pt x="22289" y="35018"/>
                  </a:lnTo>
                  <a:lnTo>
                    <a:pt x="17511" y="32666"/>
                  </a:lnTo>
                  <a:lnTo>
                    <a:pt x="11212" y="29674"/>
                  </a:lnTo>
                  <a:lnTo>
                    <a:pt x="4470" y="19476"/>
                  </a:lnTo>
                  <a:lnTo>
                    <a:pt x="0" y="14524"/>
                  </a:lnTo>
                  <a:lnTo>
                    <a:pt x="337" y="29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75116" y="5904147"/>
              <a:ext cx="91666" cy="35554"/>
            </a:xfrm>
            <a:custGeom>
              <a:avLst/>
              <a:pathLst>
                <a:path w="91666" h="35554">
                  <a:moveTo>
                    <a:pt x="1230" y="15772"/>
                  </a:moveTo>
                  <a:lnTo>
                    <a:pt x="11831" y="15719"/>
                  </a:lnTo>
                  <a:lnTo>
                    <a:pt x="17611" y="14443"/>
                  </a:lnTo>
                  <a:lnTo>
                    <a:pt x="24158" y="16122"/>
                  </a:lnTo>
                  <a:lnTo>
                    <a:pt x="30535" y="15212"/>
                  </a:lnTo>
                  <a:lnTo>
                    <a:pt x="34434" y="12256"/>
                  </a:lnTo>
                  <a:lnTo>
                    <a:pt x="35476" y="5080"/>
                  </a:lnTo>
                  <a:lnTo>
                    <a:pt x="40727" y="1903"/>
                  </a:lnTo>
                  <a:lnTo>
                    <a:pt x="46546" y="0"/>
                  </a:lnTo>
                  <a:lnTo>
                    <a:pt x="50786" y="3000"/>
                  </a:lnTo>
                  <a:lnTo>
                    <a:pt x="53408" y="8954"/>
                  </a:lnTo>
                  <a:lnTo>
                    <a:pt x="50460" y="14269"/>
                  </a:lnTo>
                  <a:lnTo>
                    <a:pt x="50647" y="21859"/>
                  </a:lnTo>
                  <a:lnTo>
                    <a:pt x="55382" y="22472"/>
                  </a:lnTo>
                  <a:lnTo>
                    <a:pt x="64821" y="24115"/>
                  </a:lnTo>
                  <a:lnTo>
                    <a:pt x="69676" y="24211"/>
                  </a:lnTo>
                  <a:lnTo>
                    <a:pt x="75263" y="29175"/>
                  </a:lnTo>
                  <a:lnTo>
                    <a:pt x="83085" y="29515"/>
                  </a:lnTo>
                  <a:lnTo>
                    <a:pt x="91666" y="32693"/>
                  </a:lnTo>
                  <a:lnTo>
                    <a:pt x="90152" y="35554"/>
                  </a:lnTo>
                  <a:lnTo>
                    <a:pt x="82746" y="35488"/>
                  </a:lnTo>
                  <a:lnTo>
                    <a:pt x="74022" y="34746"/>
                  </a:lnTo>
                  <a:lnTo>
                    <a:pt x="69425" y="34001"/>
                  </a:lnTo>
                  <a:lnTo>
                    <a:pt x="62631" y="30309"/>
                  </a:lnTo>
                  <a:lnTo>
                    <a:pt x="57740" y="30106"/>
                  </a:lnTo>
                  <a:lnTo>
                    <a:pt x="54701" y="28975"/>
                  </a:lnTo>
                  <a:lnTo>
                    <a:pt x="47249" y="25620"/>
                  </a:lnTo>
                  <a:lnTo>
                    <a:pt x="40550" y="22794"/>
                  </a:lnTo>
                  <a:lnTo>
                    <a:pt x="36501" y="22427"/>
                  </a:lnTo>
                  <a:lnTo>
                    <a:pt x="34990" y="27146"/>
                  </a:lnTo>
                  <a:lnTo>
                    <a:pt x="29524" y="24093"/>
                  </a:lnTo>
                  <a:lnTo>
                    <a:pt x="22403" y="24560"/>
                  </a:lnTo>
                  <a:lnTo>
                    <a:pt x="16549" y="22227"/>
                  </a:lnTo>
                  <a:lnTo>
                    <a:pt x="11769" y="21992"/>
                  </a:lnTo>
                  <a:lnTo>
                    <a:pt x="6428" y="20335"/>
                  </a:lnTo>
                  <a:lnTo>
                    <a:pt x="0" y="190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307995" y="5907064"/>
              <a:ext cx="62953" cy="29790"/>
            </a:xfrm>
            <a:custGeom>
              <a:avLst/>
              <a:pathLst>
                <a:path w="62953" h="29790">
                  <a:moveTo>
                    <a:pt x="2190" y="22510"/>
                  </a:moveTo>
                  <a:lnTo>
                    <a:pt x="4513" y="14952"/>
                  </a:lnTo>
                  <a:lnTo>
                    <a:pt x="9997" y="13867"/>
                  </a:lnTo>
                  <a:lnTo>
                    <a:pt x="11075" y="11526"/>
                  </a:lnTo>
                  <a:lnTo>
                    <a:pt x="9824" y="6764"/>
                  </a:lnTo>
                  <a:lnTo>
                    <a:pt x="11581" y="4368"/>
                  </a:lnTo>
                  <a:lnTo>
                    <a:pt x="14421" y="5272"/>
                  </a:lnTo>
                  <a:lnTo>
                    <a:pt x="19296" y="3745"/>
                  </a:lnTo>
                  <a:lnTo>
                    <a:pt x="20015" y="7492"/>
                  </a:lnTo>
                  <a:lnTo>
                    <a:pt x="19373" y="10716"/>
                  </a:lnTo>
                  <a:lnTo>
                    <a:pt x="17911" y="15337"/>
                  </a:lnTo>
                  <a:lnTo>
                    <a:pt x="23597" y="15498"/>
                  </a:lnTo>
                  <a:lnTo>
                    <a:pt x="28274" y="15935"/>
                  </a:lnTo>
                  <a:lnTo>
                    <a:pt x="33611" y="16635"/>
                  </a:lnTo>
                  <a:lnTo>
                    <a:pt x="34405" y="11979"/>
                  </a:lnTo>
                  <a:lnTo>
                    <a:pt x="34321" y="8178"/>
                  </a:lnTo>
                  <a:lnTo>
                    <a:pt x="33856" y="3164"/>
                  </a:lnTo>
                  <a:lnTo>
                    <a:pt x="36680" y="0"/>
                  </a:lnTo>
                  <a:lnTo>
                    <a:pt x="40151" y="1533"/>
                  </a:lnTo>
                  <a:lnTo>
                    <a:pt x="41595" y="5129"/>
                  </a:lnTo>
                  <a:lnTo>
                    <a:pt x="45523" y="11444"/>
                  </a:lnTo>
                  <a:lnTo>
                    <a:pt x="48507" y="12635"/>
                  </a:lnTo>
                  <a:lnTo>
                    <a:pt x="54010" y="13758"/>
                  </a:lnTo>
                  <a:lnTo>
                    <a:pt x="62317" y="14496"/>
                  </a:lnTo>
                  <a:lnTo>
                    <a:pt x="62953" y="17649"/>
                  </a:lnTo>
                  <a:lnTo>
                    <a:pt x="54427" y="18327"/>
                  </a:lnTo>
                  <a:lnTo>
                    <a:pt x="48605" y="17875"/>
                  </a:lnTo>
                  <a:lnTo>
                    <a:pt x="41329" y="21380"/>
                  </a:lnTo>
                  <a:lnTo>
                    <a:pt x="39581" y="24234"/>
                  </a:lnTo>
                  <a:lnTo>
                    <a:pt x="33188" y="24952"/>
                  </a:lnTo>
                  <a:lnTo>
                    <a:pt x="27909" y="25551"/>
                  </a:lnTo>
                  <a:lnTo>
                    <a:pt x="21005" y="24786"/>
                  </a:lnTo>
                  <a:lnTo>
                    <a:pt x="17809" y="25985"/>
                  </a:lnTo>
                  <a:lnTo>
                    <a:pt x="13151" y="27702"/>
                  </a:lnTo>
                  <a:lnTo>
                    <a:pt x="10525" y="29790"/>
                  </a:lnTo>
                  <a:lnTo>
                    <a:pt x="6907" y="29090"/>
                  </a:lnTo>
                  <a:lnTo>
                    <a:pt x="1700" y="29503"/>
                  </a:lnTo>
                  <a:lnTo>
                    <a:pt x="0" y="2783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81512" y="5908658"/>
              <a:ext cx="27128" cy="17806"/>
            </a:xfrm>
            <a:custGeom>
              <a:avLst/>
              <a:pathLst>
                <a:path w="27128" h="17806">
                  <a:moveTo>
                    <a:pt x="1845" y="8875"/>
                  </a:moveTo>
                  <a:lnTo>
                    <a:pt x="8878" y="8951"/>
                  </a:lnTo>
                  <a:lnTo>
                    <a:pt x="15754" y="10377"/>
                  </a:lnTo>
                  <a:lnTo>
                    <a:pt x="19238" y="9482"/>
                  </a:lnTo>
                  <a:lnTo>
                    <a:pt x="21389" y="2161"/>
                  </a:lnTo>
                  <a:lnTo>
                    <a:pt x="22411" y="0"/>
                  </a:lnTo>
                  <a:lnTo>
                    <a:pt x="25446" y="1402"/>
                  </a:lnTo>
                  <a:lnTo>
                    <a:pt x="27128" y="4683"/>
                  </a:lnTo>
                  <a:lnTo>
                    <a:pt x="24414" y="9046"/>
                  </a:lnTo>
                  <a:lnTo>
                    <a:pt x="23080" y="16890"/>
                  </a:lnTo>
                  <a:lnTo>
                    <a:pt x="19635" y="17547"/>
                  </a:lnTo>
                  <a:lnTo>
                    <a:pt x="16225" y="17806"/>
                  </a:lnTo>
                  <a:lnTo>
                    <a:pt x="13610" y="15851"/>
                  </a:lnTo>
                  <a:lnTo>
                    <a:pt x="8293" y="15355"/>
                  </a:lnTo>
                  <a:lnTo>
                    <a:pt x="1632" y="15524"/>
                  </a:lnTo>
                  <a:lnTo>
                    <a:pt x="0" y="113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63689" y="5899850"/>
              <a:ext cx="22903" cy="25467"/>
            </a:xfrm>
            <a:custGeom>
              <a:avLst/>
              <a:pathLst>
                <a:path w="22903" h="25467">
                  <a:moveTo>
                    <a:pt x="1464" y="0"/>
                  </a:moveTo>
                  <a:lnTo>
                    <a:pt x="5629" y="243"/>
                  </a:lnTo>
                  <a:lnTo>
                    <a:pt x="10811" y="2136"/>
                  </a:lnTo>
                  <a:lnTo>
                    <a:pt x="12565" y="7498"/>
                  </a:lnTo>
                  <a:lnTo>
                    <a:pt x="17440" y="9261"/>
                  </a:lnTo>
                  <a:lnTo>
                    <a:pt x="22903" y="10296"/>
                  </a:lnTo>
                  <a:lnTo>
                    <a:pt x="21064" y="13728"/>
                  </a:lnTo>
                  <a:lnTo>
                    <a:pt x="16754" y="14607"/>
                  </a:lnTo>
                  <a:lnTo>
                    <a:pt x="13369" y="18133"/>
                  </a:lnTo>
                  <a:lnTo>
                    <a:pt x="11491" y="20014"/>
                  </a:lnTo>
                  <a:lnTo>
                    <a:pt x="9058" y="25467"/>
                  </a:lnTo>
                  <a:lnTo>
                    <a:pt x="4222" y="21495"/>
                  </a:lnTo>
                  <a:lnTo>
                    <a:pt x="1991" y="17231"/>
                  </a:lnTo>
                  <a:lnTo>
                    <a:pt x="4671" y="16035"/>
                  </a:lnTo>
                  <a:lnTo>
                    <a:pt x="7560" y="16106"/>
                  </a:lnTo>
                  <a:lnTo>
                    <a:pt x="7746" y="11225"/>
                  </a:lnTo>
                  <a:lnTo>
                    <a:pt x="4595" y="8272"/>
                  </a:lnTo>
                  <a:lnTo>
                    <a:pt x="0" y="258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5162" y="5914202"/>
              <a:ext cx="13246" cy="5574"/>
            </a:xfrm>
            <a:custGeom>
              <a:avLst/>
              <a:pathLst>
                <a:path w="13246" h="5574">
                  <a:moveTo>
                    <a:pt x="0" y="1415"/>
                  </a:moveTo>
                  <a:lnTo>
                    <a:pt x="8624" y="0"/>
                  </a:lnTo>
                  <a:lnTo>
                    <a:pt x="13246" y="2658"/>
                  </a:lnTo>
                  <a:lnTo>
                    <a:pt x="11470" y="5574"/>
                  </a:lnTo>
                  <a:lnTo>
                    <a:pt x="5548" y="5307"/>
                  </a:lnTo>
                  <a:lnTo>
                    <a:pt x="2137" y="3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37303" y="5896625"/>
              <a:ext cx="6181" cy="7599"/>
            </a:xfrm>
            <a:custGeom>
              <a:avLst/>
              <a:pathLst>
                <a:path w="6181" h="7599">
                  <a:moveTo>
                    <a:pt x="1396" y="0"/>
                  </a:moveTo>
                  <a:lnTo>
                    <a:pt x="5209" y="206"/>
                  </a:lnTo>
                  <a:lnTo>
                    <a:pt x="6181" y="5605"/>
                  </a:lnTo>
                  <a:lnTo>
                    <a:pt x="3523" y="7599"/>
                  </a:lnTo>
                  <a:lnTo>
                    <a:pt x="0" y="39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21025" y="5925466"/>
              <a:ext cx="10801" cy="12300"/>
            </a:xfrm>
            <a:custGeom>
              <a:avLst/>
              <a:pathLst>
                <a:path w="10801" h="12300">
                  <a:moveTo>
                    <a:pt x="0" y="7473"/>
                  </a:moveTo>
                  <a:lnTo>
                    <a:pt x="8337" y="0"/>
                  </a:lnTo>
                  <a:lnTo>
                    <a:pt x="10600" y="3053"/>
                  </a:lnTo>
                  <a:lnTo>
                    <a:pt x="10801" y="6356"/>
                  </a:lnTo>
                  <a:lnTo>
                    <a:pt x="3565" y="10752"/>
                  </a:lnTo>
                  <a:lnTo>
                    <a:pt x="1133" y="123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27980" y="5840838"/>
              <a:ext cx="4670" cy="6083"/>
            </a:xfrm>
            <a:custGeom>
              <a:avLst/>
              <a:pathLst>
                <a:path w="4670" h="6083">
                  <a:moveTo>
                    <a:pt x="1057" y="0"/>
                  </a:moveTo>
                  <a:lnTo>
                    <a:pt x="3393" y="429"/>
                  </a:lnTo>
                  <a:lnTo>
                    <a:pt x="4670" y="3221"/>
                  </a:lnTo>
                  <a:lnTo>
                    <a:pt x="4072" y="6083"/>
                  </a:lnTo>
                  <a:lnTo>
                    <a:pt x="925" y="5943"/>
                  </a:lnTo>
                  <a:lnTo>
                    <a:pt x="0" y="23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92844" y="5827015"/>
              <a:ext cx="21430" cy="18628"/>
            </a:xfrm>
            <a:custGeom>
              <a:avLst/>
              <a:pathLst>
                <a:path w="21430" h="18628">
                  <a:moveTo>
                    <a:pt x="1885" y="10454"/>
                  </a:moveTo>
                  <a:lnTo>
                    <a:pt x="5663" y="11003"/>
                  </a:lnTo>
                  <a:lnTo>
                    <a:pt x="8267" y="9357"/>
                  </a:lnTo>
                  <a:lnTo>
                    <a:pt x="12155" y="8516"/>
                  </a:lnTo>
                  <a:lnTo>
                    <a:pt x="15324" y="4919"/>
                  </a:lnTo>
                  <a:lnTo>
                    <a:pt x="18764" y="0"/>
                  </a:lnTo>
                  <a:lnTo>
                    <a:pt x="21013" y="1985"/>
                  </a:lnTo>
                  <a:lnTo>
                    <a:pt x="21430" y="5133"/>
                  </a:lnTo>
                  <a:lnTo>
                    <a:pt x="18028" y="8669"/>
                  </a:lnTo>
                  <a:lnTo>
                    <a:pt x="16271" y="10019"/>
                  </a:lnTo>
                  <a:lnTo>
                    <a:pt x="16955" y="14219"/>
                  </a:lnTo>
                  <a:lnTo>
                    <a:pt x="16141" y="16092"/>
                  </a:lnTo>
                  <a:lnTo>
                    <a:pt x="12404" y="14604"/>
                  </a:lnTo>
                  <a:lnTo>
                    <a:pt x="9244" y="12649"/>
                  </a:lnTo>
                  <a:lnTo>
                    <a:pt x="7404" y="14127"/>
                  </a:lnTo>
                  <a:lnTo>
                    <a:pt x="5512" y="16070"/>
                  </a:lnTo>
                  <a:lnTo>
                    <a:pt x="4070" y="18628"/>
                  </a:lnTo>
                  <a:lnTo>
                    <a:pt x="2794" y="15337"/>
                  </a:lnTo>
                  <a:lnTo>
                    <a:pt x="0" y="12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987738" y="5721963"/>
              <a:ext cx="11052" cy="11095"/>
            </a:xfrm>
            <a:custGeom>
              <a:avLst/>
              <a:pathLst>
                <a:path w="11052" h="11095">
                  <a:moveTo>
                    <a:pt x="2193" y="0"/>
                  </a:moveTo>
                  <a:lnTo>
                    <a:pt x="8634" y="5929"/>
                  </a:lnTo>
                  <a:lnTo>
                    <a:pt x="11052" y="7656"/>
                  </a:lnTo>
                  <a:lnTo>
                    <a:pt x="10845" y="11095"/>
                  </a:lnTo>
                  <a:lnTo>
                    <a:pt x="4459" y="7865"/>
                  </a:lnTo>
                  <a:lnTo>
                    <a:pt x="0" y="1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63587" y="5736821"/>
              <a:ext cx="17772" cy="13266"/>
            </a:xfrm>
            <a:custGeom>
              <a:avLst/>
              <a:pathLst>
                <a:path w="17772" h="13266">
                  <a:moveTo>
                    <a:pt x="5304" y="263"/>
                  </a:moveTo>
                  <a:lnTo>
                    <a:pt x="9570" y="1689"/>
                  </a:lnTo>
                  <a:lnTo>
                    <a:pt x="13314" y="0"/>
                  </a:lnTo>
                  <a:lnTo>
                    <a:pt x="17772" y="3348"/>
                  </a:lnTo>
                  <a:lnTo>
                    <a:pt x="13867" y="7379"/>
                  </a:lnTo>
                  <a:lnTo>
                    <a:pt x="14683" y="11155"/>
                  </a:lnTo>
                  <a:lnTo>
                    <a:pt x="13211" y="13266"/>
                  </a:lnTo>
                  <a:lnTo>
                    <a:pt x="10584" y="11980"/>
                  </a:lnTo>
                  <a:lnTo>
                    <a:pt x="7490" y="7554"/>
                  </a:lnTo>
                  <a:lnTo>
                    <a:pt x="5011" y="8228"/>
                  </a:lnTo>
                  <a:lnTo>
                    <a:pt x="0" y="22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43679" y="5685597"/>
              <a:ext cx="32457" cy="26174"/>
            </a:xfrm>
            <a:custGeom>
              <a:avLst/>
              <a:pathLst>
                <a:path w="32457" h="26174">
                  <a:moveTo>
                    <a:pt x="840" y="170"/>
                  </a:moveTo>
                  <a:lnTo>
                    <a:pt x="8200" y="0"/>
                  </a:lnTo>
                  <a:lnTo>
                    <a:pt x="13411" y="2441"/>
                  </a:lnTo>
                  <a:lnTo>
                    <a:pt x="24375" y="9575"/>
                  </a:lnTo>
                  <a:lnTo>
                    <a:pt x="27927" y="15070"/>
                  </a:lnTo>
                  <a:lnTo>
                    <a:pt x="32457" y="23437"/>
                  </a:lnTo>
                  <a:lnTo>
                    <a:pt x="31631" y="26174"/>
                  </a:lnTo>
                  <a:lnTo>
                    <a:pt x="26775" y="23782"/>
                  </a:lnTo>
                  <a:lnTo>
                    <a:pt x="24434" y="20914"/>
                  </a:lnTo>
                  <a:lnTo>
                    <a:pt x="22055" y="23988"/>
                  </a:lnTo>
                  <a:lnTo>
                    <a:pt x="19437" y="23323"/>
                  </a:lnTo>
                  <a:lnTo>
                    <a:pt x="15585" y="20998"/>
                  </a:lnTo>
                  <a:lnTo>
                    <a:pt x="12264" y="21636"/>
                  </a:lnTo>
                  <a:lnTo>
                    <a:pt x="9556" y="18018"/>
                  </a:lnTo>
                  <a:lnTo>
                    <a:pt x="8657" y="14795"/>
                  </a:lnTo>
                  <a:lnTo>
                    <a:pt x="9428" y="10879"/>
                  </a:lnTo>
                  <a:lnTo>
                    <a:pt x="7244" y="6885"/>
                  </a:lnTo>
                  <a:lnTo>
                    <a:pt x="4494" y="4772"/>
                  </a:lnTo>
                  <a:lnTo>
                    <a:pt x="0" y="48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6020394" y="5151641"/>
              <a:ext cx="46100" cy="30954"/>
            </a:xfrm>
            <a:custGeom>
              <a:avLst/>
              <a:pathLst>
                <a:path w="46100" h="30954">
                  <a:moveTo>
                    <a:pt x="0" y="28819"/>
                  </a:moveTo>
                  <a:lnTo>
                    <a:pt x="3800" y="20033"/>
                  </a:lnTo>
                  <a:lnTo>
                    <a:pt x="9728" y="14448"/>
                  </a:lnTo>
                  <a:lnTo>
                    <a:pt x="16522" y="9503"/>
                  </a:lnTo>
                  <a:lnTo>
                    <a:pt x="17349" y="7473"/>
                  </a:lnTo>
                  <a:lnTo>
                    <a:pt x="27170" y="0"/>
                  </a:lnTo>
                  <a:lnTo>
                    <a:pt x="39663" y="2806"/>
                  </a:lnTo>
                  <a:lnTo>
                    <a:pt x="46100" y="9079"/>
                  </a:lnTo>
                  <a:lnTo>
                    <a:pt x="38364" y="14167"/>
                  </a:lnTo>
                  <a:lnTo>
                    <a:pt x="33576" y="16538"/>
                  </a:lnTo>
                  <a:lnTo>
                    <a:pt x="29757" y="15551"/>
                  </a:lnTo>
                  <a:lnTo>
                    <a:pt x="23919" y="18819"/>
                  </a:lnTo>
                  <a:lnTo>
                    <a:pt x="17805" y="22771"/>
                  </a:lnTo>
                  <a:lnTo>
                    <a:pt x="10776" y="27504"/>
                  </a:lnTo>
                  <a:lnTo>
                    <a:pt x="278" y="3095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6003241" y="5180061"/>
              <a:ext cx="12131" cy="10563"/>
            </a:xfrm>
            <a:custGeom>
              <a:avLst/>
              <a:pathLst>
                <a:path w="12131" h="10563">
                  <a:moveTo>
                    <a:pt x="451" y="6293"/>
                  </a:moveTo>
                  <a:lnTo>
                    <a:pt x="2500" y="2327"/>
                  </a:lnTo>
                  <a:lnTo>
                    <a:pt x="12131" y="0"/>
                  </a:lnTo>
                  <a:lnTo>
                    <a:pt x="9198" y="8711"/>
                  </a:lnTo>
                  <a:lnTo>
                    <a:pt x="0" y="105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88664" y="5181359"/>
              <a:ext cx="8300" cy="9084"/>
            </a:xfrm>
            <a:custGeom>
              <a:avLst/>
              <a:pathLst>
                <a:path w="8300" h="9084">
                  <a:moveTo>
                    <a:pt x="0" y="5111"/>
                  </a:moveTo>
                  <a:lnTo>
                    <a:pt x="2991" y="0"/>
                  </a:lnTo>
                  <a:lnTo>
                    <a:pt x="8300" y="1959"/>
                  </a:lnTo>
                  <a:lnTo>
                    <a:pt x="7951" y="7376"/>
                  </a:lnTo>
                  <a:lnTo>
                    <a:pt x="1385" y="908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59106" y="4610969"/>
              <a:ext cx="684895" cy="547618"/>
            </a:xfrm>
            <a:custGeom>
              <a:avLst/>
              <a:pathLst>
                <a:path w="684895" h="547618">
                  <a:moveTo>
                    <a:pt x="2429" y="68962"/>
                  </a:moveTo>
                  <a:lnTo>
                    <a:pt x="1360" y="64806"/>
                  </a:lnTo>
                  <a:lnTo>
                    <a:pt x="7667" y="63874"/>
                  </a:lnTo>
                  <a:lnTo>
                    <a:pt x="15117" y="62732"/>
                  </a:lnTo>
                  <a:lnTo>
                    <a:pt x="24146" y="61362"/>
                  </a:lnTo>
                  <a:lnTo>
                    <a:pt x="36029" y="59525"/>
                  </a:lnTo>
                  <a:lnTo>
                    <a:pt x="54704" y="56813"/>
                  </a:lnTo>
                  <a:lnTo>
                    <a:pt x="62324" y="55670"/>
                  </a:lnTo>
                  <a:lnTo>
                    <a:pt x="66005" y="55134"/>
                  </a:lnTo>
                  <a:lnTo>
                    <a:pt x="73754" y="54001"/>
                  </a:lnTo>
                  <a:lnTo>
                    <a:pt x="83671" y="52537"/>
                  </a:lnTo>
                  <a:lnTo>
                    <a:pt x="97557" y="50394"/>
                  </a:lnTo>
                  <a:lnTo>
                    <a:pt x="99437" y="50102"/>
                  </a:lnTo>
                  <a:lnTo>
                    <a:pt x="113541" y="47862"/>
                  </a:lnTo>
                  <a:lnTo>
                    <a:pt x="117868" y="47168"/>
                  </a:lnTo>
                  <a:lnTo>
                    <a:pt x="125617" y="45920"/>
                  </a:lnTo>
                  <a:lnTo>
                    <a:pt x="136831" y="44096"/>
                  </a:lnTo>
                  <a:lnTo>
                    <a:pt x="148213" y="42026"/>
                  </a:lnTo>
                  <a:lnTo>
                    <a:pt x="168117" y="38414"/>
                  </a:lnTo>
                  <a:lnTo>
                    <a:pt x="168884" y="38274"/>
                  </a:lnTo>
                  <a:lnTo>
                    <a:pt x="181132" y="36020"/>
                  </a:lnTo>
                  <a:lnTo>
                    <a:pt x="195943" y="33337"/>
                  </a:lnTo>
                  <a:lnTo>
                    <a:pt x="205014" y="31747"/>
                  </a:lnTo>
                  <a:lnTo>
                    <a:pt x="207291" y="31342"/>
                  </a:lnTo>
                  <a:lnTo>
                    <a:pt x="207339" y="33564"/>
                  </a:lnTo>
                  <a:lnTo>
                    <a:pt x="209663" y="36933"/>
                  </a:lnTo>
                  <a:lnTo>
                    <a:pt x="214282" y="41613"/>
                  </a:lnTo>
                  <a:lnTo>
                    <a:pt x="215019" y="45697"/>
                  </a:lnTo>
                  <a:lnTo>
                    <a:pt x="217164" y="51162"/>
                  </a:lnTo>
                  <a:lnTo>
                    <a:pt x="222350" y="55956"/>
                  </a:lnTo>
                  <a:lnTo>
                    <a:pt x="226379" y="55411"/>
                  </a:lnTo>
                  <a:lnTo>
                    <a:pt x="253457" y="52105"/>
                  </a:lnTo>
                  <a:lnTo>
                    <a:pt x="260946" y="51104"/>
                  </a:lnTo>
                  <a:lnTo>
                    <a:pt x="268551" y="50079"/>
                  </a:lnTo>
                  <a:lnTo>
                    <a:pt x="281367" y="48332"/>
                  </a:lnTo>
                  <a:lnTo>
                    <a:pt x="284664" y="47912"/>
                  </a:lnTo>
                  <a:lnTo>
                    <a:pt x="290764" y="47130"/>
                  </a:lnTo>
                  <a:lnTo>
                    <a:pt x="305668" y="45196"/>
                  </a:lnTo>
                  <a:lnTo>
                    <a:pt x="311843" y="44400"/>
                  </a:lnTo>
                  <a:lnTo>
                    <a:pt x="322396" y="43026"/>
                  </a:lnTo>
                  <a:lnTo>
                    <a:pt x="331327" y="41850"/>
                  </a:lnTo>
                  <a:lnTo>
                    <a:pt x="342707" y="40430"/>
                  </a:lnTo>
                  <a:lnTo>
                    <a:pt x="346576" y="39942"/>
                  </a:lnTo>
                  <a:lnTo>
                    <a:pt x="360392" y="38184"/>
                  </a:lnTo>
                  <a:lnTo>
                    <a:pt x="360807" y="38131"/>
                  </a:lnTo>
                  <a:lnTo>
                    <a:pt x="381116" y="35430"/>
                  </a:lnTo>
                  <a:lnTo>
                    <a:pt x="396124" y="33429"/>
                  </a:lnTo>
                  <a:lnTo>
                    <a:pt x="404556" y="32289"/>
                  </a:lnTo>
                  <a:lnTo>
                    <a:pt x="414496" y="30933"/>
                  </a:lnTo>
                  <a:lnTo>
                    <a:pt x="417754" y="30573"/>
                  </a:lnTo>
                  <a:lnTo>
                    <a:pt x="433834" y="28775"/>
                  </a:lnTo>
                  <a:lnTo>
                    <a:pt x="433695" y="32946"/>
                  </a:lnTo>
                  <a:lnTo>
                    <a:pt x="436704" y="36720"/>
                  </a:lnTo>
                  <a:lnTo>
                    <a:pt x="436783" y="41440"/>
                  </a:lnTo>
                  <a:lnTo>
                    <a:pt x="440093" y="46060"/>
                  </a:lnTo>
                  <a:lnTo>
                    <a:pt x="443083" y="45926"/>
                  </a:lnTo>
                  <a:lnTo>
                    <a:pt x="446968" y="45352"/>
                  </a:lnTo>
                  <a:lnTo>
                    <a:pt x="450298" y="43922"/>
                  </a:lnTo>
                  <a:lnTo>
                    <a:pt x="451076" y="43588"/>
                  </a:lnTo>
                  <a:lnTo>
                    <a:pt x="450430" y="40578"/>
                  </a:lnTo>
                  <a:lnTo>
                    <a:pt x="450788" y="36307"/>
                  </a:lnTo>
                  <a:lnTo>
                    <a:pt x="450175" y="28470"/>
                  </a:lnTo>
                  <a:lnTo>
                    <a:pt x="449213" y="21970"/>
                  </a:lnTo>
                  <a:lnTo>
                    <a:pt x="445655" y="17607"/>
                  </a:lnTo>
                  <a:lnTo>
                    <a:pt x="445649" y="14106"/>
                  </a:lnTo>
                  <a:lnTo>
                    <a:pt x="445400" y="8614"/>
                  </a:lnTo>
                  <a:lnTo>
                    <a:pt x="447773" y="4741"/>
                  </a:lnTo>
                  <a:lnTo>
                    <a:pt x="451153" y="82"/>
                  </a:lnTo>
                  <a:lnTo>
                    <a:pt x="454178" y="7"/>
                  </a:lnTo>
                  <a:lnTo>
                    <a:pt x="454473" y="0"/>
                  </a:lnTo>
                  <a:lnTo>
                    <a:pt x="457595" y="1999"/>
                  </a:lnTo>
                  <a:lnTo>
                    <a:pt x="462362" y="1231"/>
                  </a:lnTo>
                  <a:lnTo>
                    <a:pt x="466184" y="1946"/>
                  </a:lnTo>
                  <a:lnTo>
                    <a:pt x="469041" y="3629"/>
                  </a:lnTo>
                  <a:lnTo>
                    <a:pt x="474152" y="2994"/>
                  </a:lnTo>
                  <a:lnTo>
                    <a:pt x="477159" y="3771"/>
                  </a:lnTo>
                  <a:lnTo>
                    <a:pt x="483022" y="3823"/>
                  </a:lnTo>
                  <a:lnTo>
                    <a:pt x="485516" y="2537"/>
                  </a:lnTo>
                  <a:lnTo>
                    <a:pt x="487178" y="2212"/>
                  </a:lnTo>
                  <a:lnTo>
                    <a:pt x="492362" y="2331"/>
                  </a:lnTo>
                  <a:lnTo>
                    <a:pt x="493875" y="3112"/>
                  </a:lnTo>
                  <a:lnTo>
                    <a:pt x="494310" y="12265"/>
                  </a:lnTo>
                  <a:lnTo>
                    <a:pt x="496365" y="19278"/>
                  </a:lnTo>
                  <a:lnTo>
                    <a:pt x="497048" y="20688"/>
                  </a:lnTo>
                  <a:lnTo>
                    <a:pt x="497442" y="21501"/>
                  </a:lnTo>
                  <a:lnTo>
                    <a:pt x="498891" y="22581"/>
                  </a:lnTo>
                  <a:lnTo>
                    <a:pt x="500950" y="29929"/>
                  </a:lnTo>
                  <a:lnTo>
                    <a:pt x="502459" y="35319"/>
                  </a:lnTo>
                  <a:lnTo>
                    <a:pt x="505689" y="42902"/>
                  </a:lnTo>
                  <a:lnTo>
                    <a:pt x="518222" y="72293"/>
                  </a:lnTo>
                  <a:lnTo>
                    <a:pt x="520238" y="74900"/>
                  </a:lnTo>
                  <a:lnTo>
                    <a:pt x="521955" y="80326"/>
                  </a:lnTo>
                  <a:lnTo>
                    <a:pt x="523008" y="83656"/>
                  </a:lnTo>
                  <a:lnTo>
                    <a:pt x="528633" y="93265"/>
                  </a:lnTo>
                  <a:lnTo>
                    <a:pt x="534328" y="102980"/>
                  </a:lnTo>
                  <a:lnTo>
                    <a:pt x="541346" y="113628"/>
                  </a:lnTo>
                  <a:lnTo>
                    <a:pt x="547871" y="123512"/>
                  </a:lnTo>
                  <a:lnTo>
                    <a:pt x="553704" y="131896"/>
                  </a:lnTo>
                  <a:lnTo>
                    <a:pt x="557035" y="136678"/>
                  </a:lnTo>
                  <a:lnTo>
                    <a:pt x="563178" y="143264"/>
                  </a:lnTo>
                  <a:lnTo>
                    <a:pt x="576048" y="158350"/>
                  </a:lnTo>
                  <a:lnTo>
                    <a:pt x="582264" y="164945"/>
                  </a:lnTo>
                  <a:lnTo>
                    <a:pt x="590651" y="173825"/>
                  </a:lnTo>
                  <a:lnTo>
                    <a:pt x="597125" y="179980"/>
                  </a:lnTo>
                  <a:lnTo>
                    <a:pt x="604241" y="191516"/>
                  </a:lnTo>
                  <a:lnTo>
                    <a:pt x="600039" y="197106"/>
                  </a:lnTo>
                  <a:lnTo>
                    <a:pt x="599786" y="204244"/>
                  </a:lnTo>
                  <a:lnTo>
                    <a:pt x="601355" y="211382"/>
                  </a:lnTo>
                  <a:lnTo>
                    <a:pt x="603873" y="218397"/>
                  </a:lnTo>
                  <a:lnTo>
                    <a:pt x="609505" y="229405"/>
                  </a:lnTo>
                  <a:lnTo>
                    <a:pt x="620821" y="244728"/>
                  </a:lnTo>
                  <a:lnTo>
                    <a:pt x="628072" y="254524"/>
                  </a:lnTo>
                  <a:lnTo>
                    <a:pt x="634799" y="266534"/>
                  </a:lnTo>
                  <a:lnTo>
                    <a:pt x="636648" y="269932"/>
                  </a:lnTo>
                  <a:lnTo>
                    <a:pt x="644821" y="284936"/>
                  </a:lnTo>
                  <a:lnTo>
                    <a:pt x="651355" y="294532"/>
                  </a:lnTo>
                  <a:lnTo>
                    <a:pt x="656602" y="302228"/>
                  </a:lnTo>
                  <a:lnTo>
                    <a:pt x="658801" y="307215"/>
                  </a:lnTo>
                  <a:lnTo>
                    <a:pt x="661253" y="310366"/>
                  </a:lnTo>
                  <a:lnTo>
                    <a:pt x="665755" y="319008"/>
                  </a:lnTo>
                  <a:lnTo>
                    <a:pt x="670677" y="328447"/>
                  </a:lnTo>
                  <a:lnTo>
                    <a:pt x="673296" y="336035"/>
                  </a:lnTo>
                  <a:lnTo>
                    <a:pt x="673342" y="336167"/>
                  </a:lnTo>
                  <a:lnTo>
                    <a:pt x="673383" y="336436"/>
                  </a:lnTo>
                  <a:lnTo>
                    <a:pt x="674685" y="344935"/>
                  </a:lnTo>
                  <a:lnTo>
                    <a:pt x="675811" y="350729"/>
                  </a:lnTo>
                  <a:lnTo>
                    <a:pt x="676262" y="354713"/>
                  </a:lnTo>
                  <a:lnTo>
                    <a:pt x="676343" y="360379"/>
                  </a:lnTo>
                  <a:lnTo>
                    <a:pt x="676842" y="368167"/>
                  </a:lnTo>
                  <a:lnTo>
                    <a:pt x="677469" y="378046"/>
                  </a:lnTo>
                  <a:lnTo>
                    <a:pt x="677891" y="384757"/>
                  </a:lnTo>
                  <a:lnTo>
                    <a:pt x="678635" y="399400"/>
                  </a:lnTo>
                  <a:lnTo>
                    <a:pt x="678664" y="399976"/>
                  </a:lnTo>
                  <a:lnTo>
                    <a:pt x="680105" y="410263"/>
                  </a:lnTo>
                  <a:lnTo>
                    <a:pt x="680871" y="415740"/>
                  </a:lnTo>
                  <a:lnTo>
                    <a:pt x="683168" y="424466"/>
                  </a:lnTo>
                  <a:lnTo>
                    <a:pt x="682957" y="429782"/>
                  </a:lnTo>
                  <a:lnTo>
                    <a:pt x="682796" y="431396"/>
                  </a:lnTo>
                  <a:lnTo>
                    <a:pt x="682012" y="439233"/>
                  </a:lnTo>
                  <a:lnTo>
                    <a:pt x="679870" y="437870"/>
                  </a:lnTo>
                  <a:lnTo>
                    <a:pt x="674762" y="434544"/>
                  </a:lnTo>
                  <a:lnTo>
                    <a:pt x="672957" y="441992"/>
                  </a:lnTo>
                  <a:lnTo>
                    <a:pt x="670761" y="446770"/>
                  </a:lnTo>
                  <a:lnTo>
                    <a:pt x="670959" y="453755"/>
                  </a:lnTo>
                  <a:lnTo>
                    <a:pt x="670897" y="454390"/>
                  </a:lnTo>
                  <a:lnTo>
                    <a:pt x="670257" y="460885"/>
                  </a:lnTo>
                  <a:lnTo>
                    <a:pt x="673725" y="467289"/>
                  </a:lnTo>
                  <a:lnTo>
                    <a:pt x="679454" y="462919"/>
                  </a:lnTo>
                  <a:lnTo>
                    <a:pt x="682680" y="452773"/>
                  </a:lnTo>
                  <a:lnTo>
                    <a:pt x="684895" y="458801"/>
                  </a:lnTo>
                  <a:lnTo>
                    <a:pt x="681234" y="470081"/>
                  </a:lnTo>
                  <a:lnTo>
                    <a:pt x="680723" y="471648"/>
                  </a:lnTo>
                  <a:lnTo>
                    <a:pt x="673643" y="489719"/>
                  </a:lnTo>
                  <a:lnTo>
                    <a:pt x="664615" y="506342"/>
                  </a:lnTo>
                  <a:lnTo>
                    <a:pt x="653882" y="521361"/>
                  </a:lnTo>
                  <a:lnTo>
                    <a:pt x="630059" y="541609"/>
                  </a:lnTo>
                  <a:lnTo>
                    <a:pt x="619177" y="547618"/>
                  </a:lnTo>
                  <a:lnTo>
                    <a:pt x="614739" y="544711"/>
                  </a:lnTo>
                  <a:lnTo>
                    <a:pt x="622959" y="537050"/>
                  </a:lnTo>
                  <a:lnTo>
                    <a:pt x="637716" y="526319"/>
                  </a:lnTo>
                  <a:lnTo>
                    <a:pt x="654979" y="507786"/>
                  </a:lnTo>
                  <a:lnTo>
                    <a:pt x="661403" y="497966"/>
                  </a:lnTo>
                  <a:lnTo>
                    <a:pt x="661745" y="492092"/>
                  </a:lnTo>
                  <a:lnTo>
                    <a:pt x="661468" y="488069"/>
                  </a:lnTo>
                  <a:lnTo>
                    <a:pt x="657452" y="488354"/>
                  </a:lnTo>
                  <a:lnTo>
                    <a:pt x="648734" y="491951"/>
                  </a:lnTo>
                  <a:lnTo>
                    <a:pt x="644322" y="496399"/>
                  </a:lnTo>
                  <a:lnTo>
                    <a:pt x="641311" y="497553"/>
                  </a:lnTo>
                  <a:lnTo>
                    <a:pt x="635330" y="495232"/>
                  </a:lnTo>
                  <a:lnTo>
                    <a:pt x="631632" y="496859"/>
                  </a:lnTo>
                  <a:lnTo>
                    <a:pt x="630243" y="497469"/>
                  </a:lnTo>
                  <a:lnTo>
                    <a:pt x="627398" y="501221"/>
                  </a:lnTo>
                  <a:lnTo>
                    <a:pt x="619843" y="504389"/>
                  </a:lnTo>
                  <a:lnTo>
                    <a:pt x="614088" y="506275"/>
                  </a:lnTo>
                  <a:lnTo>
                    <a:pt x="607872" y="501565"/>
                  </a:lnTo>
                  <a:lnTo>
                    <a:pt x="604496" y="496360"/>
                  </a:lnTo>
                  <a:lnTo>
                    <a:pt x="605025" y="488027"/>
                  </a:lnTo>
                  <a:lnTo>
                    <a:pt x="603954" y="481190"/>
                  </a:lnTo>
                  <a:lnTo>
                    <a:pt x="597308" y="473433"/>
                  </a:lnTo>
                  <a:lnTo>
                    <a:pt x="593137" y="465446"/>
                  </a:lnTo>
                  <a:lnTo>
                    <a:pt x="587862" y="459545"/>
                  </a:lnTo>
                  <a:lnTo>
                    <a:pt x="581906" y="458001"/>
                  </a:lnTo>
                  <a:lnTo>
                    <a:pt x="578446" y="451825"/>
                  </a:lnTo>
                  <a:lnTo>
                    <a:pt x="573178" y="450447"/>
                  </a:lnTo>
                  <a:lnTo>
                    <a:pt x="570484" y="449741"/>
                  </a:lnTo>
                  <a:lnTo>
                    <a:pt x="557468" y="445244"/>
                  </a:lnTo>
                  <a:lnTo>
                    <a:pt x="555610" y="447194"/>
                  </a:lnTo>
                  <a:lnTo>
                    <a:pt x="553249" y="449669"/>
                  </a:lnTo>
                  <a:lnTo>
                    <a:pt x="547951" y="446017"/>
                  </a:lnTo>
                  <a:lnTo>
                    <a:pt x="546016" y="442126"/>
                  </a:lnTo>
                  <a:lnTo>
                    <a:pt x="543992" y="438053"/>
                  </a:lnTo>
                  <a:lnTo>
                    <a:pt x="537388" y="425098"/>
                  </a:lnTo>
                  <a:lnTo>
                    <a:pt x="531717" y="409712"/>
                  </a:lnTo>
                  <a:lnTo>
                    <a:pt x="531517" y="409503"/>
                  </a:lnTo>
                  <a:lnTo>
                    <a:pt x="523506" y="401143"/>
                  </a:lnTo>
                  <a:lnTo>
                    <a:pt x="520541" y="400282"/>
                  </a:lnTo>
                  <a:lnTo>
                    <a:pt x="515819" y="401298"/>
                  </a:lnTo>
                  <a:lnTo>
                    <a:pt x="511238" y="405088"/>
                  </a:lnTo>
                  <a:lnTo>
                    <a:pt x="506756" y="404676"/>
                  </a:lnTo>
                  <a:lnTo>
                    <a:pt x="501685" y="401951"/>
                  </a:lnTo>
                  <a:lnTo>
                    <a:pt x="494447" y="391656"/>
                  </a:lnTo>
                  <a:lnTo>
                    <a:pt x="491400" y="383084"/>
                  </a:lnTo>
                  <a:lnTo>
                    <a:pt x="490482" y="377762"/>
                  </a:lnTo>
                  <a:lnTo>
                    <a:pt x="488681" y="375066"/>
                  </a:lnTo>
                  <a:lnTo>
                    <a:pt x="484852" y="369329"/>
                  </a:lnTo>
                  <a:lnTo>
                    <a:pt x="479000" y="362246"/>
                  </a:lnTo>
                  <a:lnTo>
                    <a:pt x="470117" y="351474"/>
                  </a:lnTo>
                  <a:lnTo>
                    <a:pt x="460321" y="336941"/>
                  </a:lnTo>
                  <a:lnTo>
                    <a:pt x="453085" y="329483"/>
                  </a:lnTo>
                  <a:lnTo>
                    <a:pt x="449389" y="326367"/>
                  </a:lnTo>
                  <a:lnTo>
                    <a:pt x="445100" y="322746"/>
                  </a:lnTo>
                  <a:lnTo>
                    <a:pt x="439497" y="315008"/>
                  </a:lnTo>
                  <a:lnTo>
                    <a:pt x="441423" y="314824"/>
                  </a:lnTo>
                  <a:lnTo>
                    <a:pt x="447160" y="314216"/>
                  </a:lnTo>
                  <a:lnTo>
                    <a:pt x="451450" y="306457"/>
                  </a:lnTo>
                  <a:lnTo>
                    <a:pt x="453287" y="301412"/>
                  </a:lnTo>
                  <a:lnTo>
                    <a:pt x="453757" y="300117"/>
                  </a:lnTo>
                  <a:lnTo>
                    <a:pt x="455516" y="295272"/>
                  </a:lnTo>
                  <a:lnTo>
                    <a:pt x="458234" y="293070"/>
                  </a:lnTo>
                  <a:lnTo>
                    <a:pt x="461260" y="288186"/>
                  </a:lnTo>
                  <a:lnTo>
                    <a:pt x="459244" y="284632"/>
                  </a:lnTo>
                  <a:lnTo>
                    <a:pt x="455707" y="284168"/>
                  </a:lnTo>
                  <a:lnTo>
                    <a:pt x="450091" y="282869"/>
                  </a:lnTo>
                  <a:lnTo>
                    <a:pt x="449265" y="284184"/>
                  </a:lnTo>
                  <a:lnTo>
                    <a:pt x="447926" y="286313"/>
                  </a:lnTo>
                  <a:lnTo>
                    <a:pt x="445539" y="290280"/>
                  </a:lnTo>
                  <a:lnTo>
                    <a:pt x="446071" y="294630"/>
                  </a:lnTo>
                  <a:lnTo>
                    <a:pt x="444322" y="298046"/>
                  </a:lnTo>
                  <a:lnTo>
                    <a:pt x="442825" y="301726"/>
                  </a:lnTo>
                  <a:lnTo>
                    <a:pt x="441177" y="305769"/>
                  </a:lnTo>
                  <a:lnTo>
                    <a:pt x="439072" y="307358"/>
                  </a:lnTo>
                  <a:lnTo>
                    <a:pt x="437641" y="301455"/>
                  </a:lnTo>
                  <a:lnTo>
                    <a:pt x="436209" y="296754"/>
                  </a:lnTo>
                  <a:lnTo>
                    <a:pt x="431709" y="291962"/>
                  </a:lnTo>
                  <a:lnTo>
                    <a:pt x="426174" y="287148"/>
                  </a:lnTo>
                  <a:lnTo>
                    <a:pt x="425383" y="279477"/>
                  </a:lnTo>
                  <a:lnTo>
                    <a:pt x="425162" y="271681"/>
                  </a:lnTo>
                  <a:lnTo>
                    <a:pt x="422068" y="264521"/>
                  </a:lnTo>
                  <a:lnTo>
                    <a:pt x="420320" y="258281"/>
                  </a:lnTo>
                  <a:lnTo>
                    <a:pt x="420271" y="258105"/>
                  </a:lnTo>
                  <a:lnTo>
                    <a:pt x="426954" y="250125"/>
                  </a:lnTo>
                  <a:lnTo>
                    <a:pt x="428366" y="242205"/>
                  </a:lnTo>
                  <a:lnTo>
                    <a:pt x="429662" y="232948"/>
                  </a:lnTo>
                  <a:lnTo>
                    <a:pt x="429996" y="231638"/>
                  </a:lnTo>
                  <a:lnTo>
                    <a:pt x="431292" y="226537"/>
                  </a:lnTo>
                  <a:lnTo>
                    <a:pt x="431036" y="220876"/>
                  </a:lnTo>
                  <a:lnTo>
                    <a:pt x="428911" y="213964"/>
                  </a:lnTo>
                  <a:lnTo>
                    <a:pt x="427757" y="207416"/>
                  </a:lnTo>
                  <a:lnTo>
                    <a:pt x="427731" y="207271"/>
                  </a:lnTo>
                  <a:lnTo>
                    <a:pt x="423819" y="205674"/>
                  </a:lnTo>
                  <a:lnTo>
                    <a:pt x="422531" y="198424"/>
                  </a:lnTo>
                  <a:lnTo>
                    <a:pt x="420380" y="194140"/>
                  </a:lnTo>
                  <a:lnTo>
                    <a:pt x="422853" y="188388"/>
                  </a:lnTo>
                  <a:lnTo>
                    <a:pt x="419293" y="184576"/>
                  </a:lnTo>
                  <a:lnTo>
                    <a:pt x="416007" y="180752"/>
                  </a:lnTo>
                  <a:lnTo>
                    <a:pt x="415613" y="180294"/>
                  </a:lnTo>
                  <a:lnTo>
                    <a:pt x="414849" y="175944"/>
                  </a:lnTo>
                  <a:lnTo>
                    <a:pt x="409017" y="172890"/>
                  </a:lnTo>
                  <a:lnTo>
                    <a:pt x="410767" y="171060"/>
                  </a:lnTo>
                  <a:lnTo>
                    <a:pt x="407822" y="167496"/>
                  </a:lnTo>
                  <a:lnTo>
                    <a:pt x="399626" y="168152"/>
                  </a:lnTo>
                  <a:lnTo>
                    <a:pt x="393940" y="168422"/>
                  </a:lnTo>
                  <a:lnTo>
                    <a:pt x="393131" y="173571"/>
                  </a:lnTo>
                  <a:lnTo>
                    <a:pt x="390077" y="173662"/>
                  </a:lnTo>
                  <a:lnTo>
                    <a:pt x="386997" y="168020"/>
                  </a:lnTo>
                  <a:lnTo>
                    <a:pt x="386559" y="163278"/>
                  </a:lnTo>
                  <a:lnTo>
                    <a:pt x="383611" y="161885"/>
                  </a:lnTo>
                  <a:lnTo>
                    <a:pt x="378644" y="160969"/>
                  </a:lnTo>
                  <a:lnTo>
                    <a:pt x="378300" y="160906"/>
                  </a:lnTo>
                  <a:lnTo>
                    <a:pt x="376997" y="156023"/>
                  </a:lnTo>
                  <a:lnTo>
                    <a:pt x="374081" y="151894"/>
                  </a:lnTo>
                  <a:lnTo>
                    <a:pt x="370441" y="148945"/>
                  </a:lnTo>
                  <a:lnTo>
                    <a:pt x="366022" y="149365"/>
                  </a:lnTo>
                  <a:lnTo>
                    <a:pt x="364506" y="146736"/>
                  </a:lnTo>
                  <a:lnTo>
                    <a:pt x="356175" y="143218"/>
                  </a:lnTo>
                  <a:lnTo>
                    <a:pt x="354805" y="136649"/>
                  </a:lnTo>
                  <a:lnTo>
                    <a:pt x="353014" y="130319"/>
                  </a:lnTo>
                  <a:lnTo>
                    <a:pt x="352904" y="129929"/>
                  </a:lnTo>
                  <a:lnTo>
                    <a:pt x="346975" y="128434"/>
                  </a:lnTo>
                  <a:lnTo>
                    <a:pt x="342283" y="127025"/>
                  </a:lnTo>
                  <a:lnTo>
                    <a:pt x="337692" y="121838"/>
                  </a:lnTo>
                  <a:lnTo>
                    <a:pt x="333298" y="116105"/>
                  </a:lnTo>
                  <a:lnTo>
                    <a:pt x="328053" y="111287"/>
                  </a:lnTo>
                  <a:lnTo>
                    <a:pt x="318445" y="107598"/>
                  </a:lnTo>
                  <a:lnTo>
                    <a:pt x="306139" y="104066"/>
                  </a:lnTo>
                  <a:lnTo>
                    <a:pt x="300554" y="100376"/>
                  </a:lnTo>
                  <a:lnTo>
                    <a:pt x="299782" y="99866"/>
                  </a:lnTo>
                  <a:lnTo>
                    <a:pt x="294742" y="100324"/>
                  </a:lnTo>
                  <a:lnTo>
                    <a:pt x="293728" y="100730"/>
                  </a:lnTo>
                  <a:lnTo>
                    <a:pt x="289964" y="102236"/>
                  </a:lnTo>
                  <a:lnTo>
                    <a:pt x="285889" y="104640"/>
                  </a:lnTo>
                  <a:lnTo>
                    <a:pt x="283419" y="104005"/>
                  </a:lnTo>
                  <a:lnTo>
                    <a:pt x="277296" y="107743"/>
                  </a:lnTo>
                  <a:lnTo>
                    <a:pt x="271893" y="113320"/>
                  </a:lnTo>
                  <a:lnTo>
                    <a:pt x="274101" y="116586"/>
                  </a:lnTo>
                  <a:lnTo>
                    <a:pt x="274530" y="117220"/>
                  </a:lnTo>
                  <a:lnTo>
                    <a:pt x="275695" y="120638"/>
                  </a:lnTo>
                  <a:lnTo>
                    <a:pt x="274855" y="123332"/>
                  </a:lnTo>
                  <a:lnTo>
                    <a:pt x="268787" y="123861"/>
                  </a:lnTo>
                  <a:lnTo>
                    <a:pt x="264764" y="122565"/>
                  </a:lnTo>
                  <a:lnTo>
                    <a:pt x="259725" y="124843"/>
                  </a:lnTo>
                  <a:lnTo>
                    <a:pt x="256713" y="127489"/>
                  </a:lnTo>
                  <a:lnTo>
                    <a:pt x="258804" y="134434"/>
                  </a:lnTo>
                  <a:lnTo>
                    <a:pt x="256017" y="137217"/>
                  </a:lnTo>
                  <a:lnTo>
                    <a:pt x="249236" y="140604"/>
                  </a:lnTo>
                  <a:lnTo>
                    <a:pt x="243457" y="148317"/>
                  </a:lnTo>
                  <a:lnTo>
                    <a:pt x="235950" y="153085"/>
                  </a:lnTo>
                  <a:lnTo>
                    <a:pt x="223364" y="161779"/>
                  </a:lnTo>
                  <a:lnTo>
                    <a:pt x="213586" y="158221"/>
                  </a:lnTo>
                  <a:lnTo>
                    <a:pt x="208219" y="156933"/>
                  </a:lnTo>
                  <a:lnTo>
                    <a:pt x="204840" y="156119"/>
                  </a:lnTo>
                  <a:lnTo>
                    <a:pt x="197661" y="159378"/>
                  </a:lnTo>
                  <a:lnTo>
                    <a:pt x="192309" y="150978"/>
                  </a:lnTo>
                  <a:lnTo>
                    <a:pt x="190093" y="143465"/>
                  </a:lnTo>
                  <a:lnTo>
                    <a:pt x="191601" y="135835"/>
                  </a:lnTo>
                  <a:lnTo>
                    <a:pt x="191204" y="135610"/>
                  </a:lnTo>
                  <a:lnTo>
                    <a:pt x="187911" y="133742"/>
                  </a:lnTo>
                  <a:lnTo>
                    <a:pt x="182807" y="133544"/>
                  </a:lnTo>
                  <a:lnTo>
                    <a:pt x="175202" y="128696"/>
                  </a:lnTo>
                  <a:lnTo>
                    <a:pt x="172463" y="126344"/>
                  </a:lnTo>
                  <a:lnTo>
                    <a:pt x="164273" y="123906"/>
                  </a:lnTo>
                  <a:lnTo>
                    <a:pt x="154054" y="117951"/>
                  </a:lnTo>
                  <a:lnTo>
                    <a:pt x="138108" y="112073"/>
                  </a:lnTo>
                  <a:lnTo>
                    <a:pt x="137763" y="111945"/>
                  </a:lnTo>
                  <a:lnTo>
                    <a:pt x="130145" y="110108"/>
                  </a:lnTo>
                  <a:lnTo>
                    <a:pt x="122624" y="108783"/>
                  </a:lnTo>
                  <a:lnTo>
                    <a:pt x="119036" y="108148"/>
                  </a:lnTo>
                  <a:lnTo>
                    <a:pt x="104636" y="107270"/>
                  </a:lnTo>
                  <a:lnTo>
                    <a:pt x="103426" y="107195"/>
                  </a:lnTo>
                  <a:lnTo>
                    <a:pt x="85570" y="108515"/>
                  </a:lnTo>
                  <a:lnTo>
                    <a:pt x="72390" y="111667"/>
                  </a:lnTo>
                  <a:lnTo>
                    <a:pt x="68348" y="112628"/>
                  </a:lnTo>
                  <a:lnTo>
                    <a:pt x="63031" y="114563"/>
                  </a:lnTo>
                  <a:lnTo>
                    <a:pt x="44586" y="121236"/>
                  </a:lnTo>
                  <a:lnTo>
                    <a:pt x="38795" y="122855"/>
                  </a:lnTo>
                  <a:lnTo>
                    <a:pt x="35722" y="123712"/>
                  </a:lnTo>
                  <a:lnTo>
                    <a:pt x="31552" y="124112"/>
                  </a:lnTo>
                  <a:lnTo>
                    <a:pt x="23749" y="127204"/>
                  </a:lnTo>
                  <a:lnTo>
                    <a:pt x="16045" y="129897"/>
                  </a:lnTo>
                  <a:lnTo>
                    <a:pt x="20607" y="123262"/>
                  </a:lnTo>
                  <a:lnTo>
                    <a:pt x="21566" y="117580"/>
                  </a:lnTo>
                  <a:lnTo>
                    <a:pt x="26396" y="113732"/>
                  </a:lnTo>
                  <a:lnTo>
                    <a:pt x="22307" y="112399"/>
                  </a:lnTo>
                  <a:lnTo>
                    <a:pt x="19322" y="108131"/>
                  </a:lnTo>
                  <a:lnTo>
                    <a:pt x="19887" y="104037"/>
                  </a:lnTo>
                  <a:lnTo>
                    <a:pt x="21676" y="98697"/>
                  </a:lnTo>
                  <a:lnTo>
                    <a:pt x="21140" y="93822"/>
                  </a:lnTo>
                  <a:lnTo>
                    <a:pt x="17366" y="91052"/>
                  </a:lnTo>
                  <a:lnTo>
                    <a:pt x="10347" y="87801"/>
                  </a:lnTo>
                  <a:lnTo>
                    <a:pt x="8522" y="85330"/>
                  </a:lnTo>
                  <a:lnTo>
                    <a:pt x="0" y="7734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90720" y="4072858"/>
              <a:ext cx="487446" cy="497025"/>
            </a:xfrm>
            <a:custGeom>
              <a:avLst/>
              <a:pathLst>
                <a:path w="487446" h="497025">
                  <a:moveTo>
                    <a:pt x="0" y="43519"/>
                  </a:moveTo>
                  <a:lnTo>
                    <a:pt x="11686" y="41604"/>
                  </a:lnTo>
                  <a:lnTo>
                    <a:pt x="19667" y="40286"/>
                  </a:lnTo>
                  <a:lnTo>
                    <a:pt x="21537" y="39914"/>
                  </a:lnTo>
                  <a:lnTo>
                    <a:pt x="29209" y="38383"/>
                  </a:lnTo>
                  <a:lnTo>
                    <a:pt x="30321" y="38175"/>
                  </a:lnTo>
                  <a:lnTo>
                    <a:pt x="49882" y="34485"/>
                  </a:lnTo>
                  <a:lnTo>
                    <a:pt x="55696" y="33402"/>
                  </a:lnTo>
                  <a:lnTo>
                    <a:pt x="55952" y="33354"/>
                  </a:lnTo>
                  <a:lnTo>
                    <a:pt x="66241" y="31426"/>
                  </a:lnTo>
                  <a:lnTo>
                    <a:pt x="70766" y="30592"/>
                  </a:lnTo>
                  <a:lnTo>
                    <a:pt x="73848" y="30022"/>
                  </a:lnTo>
                  <a:lnTo>
                    <a:pt x="78155" y="29223"/>
                  </a:lnTo>
                  <a:lnTo>
                    <a:pt x="87579" y="27452"/>
                  </a:lnTo>
                  <a:lnTo>
                    <a:pt x="97586" y="25627"/>
                  </a:lnTo>
                  <a:lnTo>
                    <a:pt x="114226" y="22466"/>
                  </a:lnTo>
                  <a:lnTo>
                    <a:pt x="131337" y="19269"/>
                  </a:lnTo>
                  <a:lnTo>
                    <a:pt x="142369" y="17186"/>
                  </a:lnTo>
                  <a:lnTo>
                    <a:pt x="148493" y="16022"/>
                  </a:lnTo>
                  <a:lnTo>
                    <a:pt x="176601" y="10628"/>
                  </a:lnTo>
                  <a:lnTo>
                    <a:pt x="182840" y="9144"/>
                  </a:lnTo>
                  <a:lnTo>
                    <a:pt x="188682" y="7750"/>
                  </a:lnTo>
                  <a:lnTo>
                    <a:pt x="202780" y="4364"/>
                  </a:lnTo>
                  <a:lnTo>
                    <a:pt x="221664" y="0"/>
                  </a:lnTo>
                  <a:lnTo>
                    <a:pt x="221169" y="5223"/>
                  </a:lnTo>
                  <a:lnTo>
                    <a:pt x="220330" y="8813"/>
                  </a:lnTo>
                  <a:lnTo>
                    <a:pt x="215754" y="14282"/>
                  </a:lnTo>
                  <a:lnTo>
                    <a:pt x="211806" y="18594"/>
                  </a:lnTo>
                  <a:lnTo>
                    <a:pt x="209542" y="22482"/>
                  </a:lnTo>
                  <a:lnTo>
                    <a:pt x="206724" y="26805"/>
                  </a:lnTo>
                  <a:lnTo>
                    <a:pt x="207651" y="30011"/>
                  </a:lnTo>
                  <a:lnTo>
                    <a:pt x="205306" y="33971"/>
                  </a:lnTo>
                  <a:lnTo>
                    <a:pt x="205856" y="35172"/>
                  </a:lnTo>
                  <a:lnTo>
                    <a:pt x="207306" y="38338"/>
                  </a:lnTo>
                  <a:lnTo>
                    <a:pt x="207511" y="38784"/>
                  </a:lnTo>
                  <a:lnTo>
                    <a:pt x="213644" y="41737"/>
                  </a:lnTo>
                  <a:lnTo>
                    <a:pt x="219365" y="44516"/>
                  </a:lnTo>
                  <a:lnTo>
                    <a:pt x="225745" y="45675"/>
                  </a:lnTo>
                  <a:lnTo>
                    <a:pt x="231354" y="50258"/>
                  </a:lnTo>
                  <a:lnTo>
                    <a:pt x="232006" y="50791"/>
                  </a:lnTo>
                  <a:lnTo>
                    <a:pt x="236854" y="53915"/>
                  </a:lnTo>
                  <a:lnTo>
                    <a:pt x="237093" y="54069"/>
                  </a:lnTo>
                  <a:lnTo>
                    <a:pt x="242248" y="55356"/>
                  </a:lnTo>
                  <a:lnTo>
                    <a:pt x="242568" y="55235"/>
                  </a:lnTo>
                  <a:lnTo>
                    <a:pt x="248243" y="53075"/>
                  </a:lnTo>
                  <a:lnTo>
                    <a:pt x="253078" y="53240"/>
                  </a:lnTo>
                  <a:lnTo>
                    <a:pt x="257352" y="60450"/>
                  </a:lnTo>
                  <a:lnTo>
                    <a:pt x="259828" y="64551"/>
                  </a:lnTo>
                  <a:lnTo>
                    <a:pt x="264923" y="70509"/>
                  </a:lnTo>
                  <a:lnTo>
                    <a:pt x="265598" y="71309"/>
                  </a:lnTo>
                  <a:lnTo>
                    <a:pt x="269119" y="75486"/>
                  </a:lnTo>
                  <a:lnTo>
                    <a:pt x="270514" y="78513"/>
                  </a:lnTo>
                  <a:lnTo>
                    <a:pt x="273708" y="85441"/>
                  </a:lnTo>
                  <a:lnTo>
                    <a:pt x="281548" y="91349"/>
                  </a:lnTo>
                  <a:lnTo>
                    <a:pt x="287192" y="97818"/>
                  </a:lnTo>
                  <a:lnTo>
                    <a:pt x="287567" y="98247"/>
                  </a:lnTo>
                  <a:lnTo>
                    <a:pt x="291212" y="103403"/>
                  </a:lnTo>
                  <a:lnTo>
                    <a:pt x="291991" y="104504"/>
                  </a:lnTo>
                  <a:lnTo>
                    <a:pt x="296095" y="104588"/>
                  </a:lnTo>
                  <a:lnTo>
                    <a:pt x="304850" y="110633"/>
                  </a:lnTo>
                  <a:lnTo>
                    <a:pt x="315379" y="113709"/>
                  </a:lnTo>
                  <a:lnTo>
                    <a:pt x="324868" y="121754"/>
                  </a:lnTo>
                  <a:lnTo>
                    <a:pt x="327833" y="125990"/>
                  </a:lnTo>
                  <a:lnTo>
                    <a:pt x="329906" y="128950"/>
                  </a:lnTo>
                  <a:lnTo>
                    <a:pt x="334272" y="133319"/>
                  </a:lnTo>
                  <a:lnTo>
                    <a:pt x="338785" y="133789"/>
                  </a:lnTo>
                  <a:lnTo>
                    <a:pt x="339588" y="133872"/>
                  </a:lnTo>
                  <a:lnTo>
                    <a:pt x="347651" y="137861"/>
                  </a:lnTo>
                  <a:lnTo>
                    <a:pt x="349027" y="139353"/>
                  </a:lnTo>
                  <a:lnTo>
                    <a:pt x="352056" y="142636"/>
                  </a:lnTo>
                  <a:lnTo>
                    <a:pt x="358521" y="144770"/>
                  </a:lnTo>
                  <a:lnTo>
                    <a:pt x="360164" y="150309"/>
                  </a:lnTo>
                  <a:lnTo>
                    <a:pt x="360420" y="157848"/>
                  </a:lnTo>
                  <a:lnTo>
                    <a:pt x="369054" y="160455"/>
                  </a:lnTo>
                  <a:lnTo>
                    <a:pt x="370197" y="166600"/>
                  </a:lnTo>
                  <a:lnTo>
                    <a:pt x="370309" y="167198"/>
                  </a:lnTo>
                  <a:lnTo>
                    <a:pt x="378595" y="169693"/>
                  </a:lnTo>
                  <a:lnTo>
                    <a:pt x="378821" y="170364"/>
                  </a:lnTo>
                  <a:lnTo>
                    <a:pt x="380440" y="175177"/>
                  </a:lnTo>
                  <a:lnTo>
                    <a:pt x="390189" y="178505"/>
                  </a:lnTo>
                  <a:lnTo>
                    <a:pt x="394318" y="179156"/>
                  </a:lnTo>
                  <a:lnTo>
                    <a:pt x="395708" y="179374"/>
                  </a:lnTo>
                  <a:lnTo>
                    <a:pt x="401770" y="182588"/>
                  </a:lnTo>
                  <a:lnTo>
                    <a:pt x="406179" y="184921"/>
                  </a:lnTo>
                  <a:lnTo>
                    <a:pt x="407906" y="192611"/>
                  </a:lnTo>
                  <a:lnTo>
                    <a:pt x="412087" y="196873"/>
                  </a:lnTo>
                  <a:lnTo>
                    <a:pt x="417428" y="203214"/>
                  </a:lnTo>
                  <a:lnTo>
                    <a:pt x="419944" y="212488"/>
                  </a:lnTo>
                  <a:lnTo>
                    <a:pt x="420094" y="213040"/>
                  </a:lnTo>
                  <a:lnTo>
                    <a:pt x="423610" y="221935"/>
                  </a:lnTo>
                  <a:lnTo>
                    <a:pt x="424320" y="227193"/>
                  </a:lnTo>
                  <a:lnTo>
                    <a:pt x="425387" y="227704"/>
                  </a:lnTo>
                  <a:lnTo>
                    <a:pt x="431468" y="230612"/>
                  </a:lnTo>
                  <a:lnTo>
                    <a:pt x="435813" y="231234"/>
                  </a:lnTo>
                  <a:lnTo>
                    <a:pt x="436722" y="231364"/>
                  </a:lnTo>
                  <a:lnTo>
                    <a:pt x="445682" y="238292"/>
                  </a:lnTo>
                  <a:lnTo>
                    <a:pt x="446811" y="244101"/>
                  </a:lnTo>
                  <a:lnTo>
                    <a:pt x="449329" y="246540"/>
                  </a:lnTo>
                  <a:lnTo>
                    <a:pt x="454076" y="251136"/>
                  </a:lnTo>
                  <a:lnTo>
                    <a:pt x="455775" y="257370"/>
                  </a:lnTo>
                  <a:lnTo>
                    <a:pt x="454270" y="262077"/>
                  </a:lnTo>
                  <a:lnTo>
                    <a:pt x="455034" y="263094"/>
                  </a:lnTo>
                  <a:lnTo>
                    <a:pt x="458672" y="267931"/>
                  </a:lnTo>
                  <a:lnTo>
                    <a:pt x="460579" y="274732"/>
                  </a:lnTo>
                  <a:lnTo>
                    <a:pt x="468046" y="276290"/>
                  </a:lnTo>
                  <a:lnTo>
                    <a:pt x="470569" y="273829"/>
                  </a:lnTo>
                  <a:lnTo>
                    <a:pt x="477296" y="277199"/>
                  </a:lnTo>
                  <a:lnTo>
                    <a:pt x="483064" y="278508"/>
                  </a:lnTo>
                  <a:lnTo>
                    <a:pt x="487159" y="278744"/>
                  </a:lnTo>
                  <a:lnTo>
                    <a:pt x="487446" y="282747"/>
                  </a:lnTo>
                  <a:lnTo>
                    <a:pt x="482660" y="288880"/>
                  </a:lnTo>
                  <a:lnTo>
                    <a:pt x="480559" y="292843"/>
                  </a:lnTo>
                  <a:lnTo>
                    <a:pt x="476359" y="300162"/>
                  </a:lnTo>
                  <a:lnTo>
                    <a:pt x="473943" y="305689"/>
                  </a:lnTo>
                  <a:lnTo>
                    <a:pt x="471348" y="312097"/>
                  </a:lnTo>
                  <a:lnTo>
                    <a:pt x="467245" y="317383"/>
                  </a:lnTo>
                  <a:lnTo>
                    <a:pt x="467072" y="318793"/>
                  </a:lnTo>
                  <a:lnTo>
                    <a:pt x="466920" y="320031"/>
                  </a:lnTo>
                  <a:lnTo>
                    <a:pt x="469072" y="328201"/>
                  </a:lnTo>
                  <a:lnTo>
                    <a:pt x="466847" y="336323"/>
                  </a:lnTo>
                  <a:lnTo>
                    <a:pt x="467027" y="338126"/>
                  </a:lnTo>
                  <a:lnTo>
                    <a:pt x="467276" y="340615"/>
                  </a:lnTo>
                  <a:lnTo>
                    <a:pt x="465073" y="347239"/>
                  </a:lnTo>
                  <a:lnTo>
                    <a:pt x="462133" y="354494"/>
                  </a:lnTo>
                  <a:lnTo>
                    <a:pt x="461329" y="360692"/>
                  </a:lnTo>
                  <a:lnTo>
                    <a:pt x="464004" y="365427"/>
                  </a:lnTo>
                  <a:lnTo>
                    <a:pt x="463882" y="366506"/>
                  </a:lnTo>
                  <a:lnTo>
                    <a:pt x="463219" y="372330"/>
                  </a:lnTo>
                  <a:lnTo>
                    <a:pt x="461966" y="376918"/>
                  </a:lnTo>
                  <a:lnTo>
                    <a:pt x="457552" y="385760"/>
                  </a:lnTo>
                  <a:lnTo>
                    <a:pt x="454649" y="387662"/>
                  </a:lnTo>
                  <a:lnTo>
                    <a:pt x="455805" y="393342"/>
                  </a:lnTo>
                  <a:lnTo>
                    <a:pt x="455176" y="399809"/>
                  </a:lnTo>
                  <a:lnTo>
                    <a:pt x="456443" y="402448"/>
                  </a:lnTo>
                  <a:lnTo>
                    <a:pt x="457085" y="403786"/>
                  </a:lnTo>
                  <a:lnTo>
                    <a:pt x="458817" y="411245"/>
                  </a:lnTo>
                  <a:lnTo>
                    <a:pt x="457343" y="421366"/>
                  </a:lnTo>
                  <a:lnTo>
                    <a:pt x="456540" y="427347"/>
                  </a:lnTo>
                  <a:lnTo>
                    <a:pt x="459246" y="433539"/>
                  </a:lnTo>
                  <a:lnTo>
                    <a:pt x="453110" y="433399"/>
                  </a:lnTo>
                  <a:lnTo>
                    <a:pt x="451143" y="433783"/>
                  </a:lnTo>
                  <a:lnTo>
                    <a:pt x="448191" y="435305"/>
                  </a:lnTo>
                  <a:lnTo>
                    <a:pt x="441252" y="435243"/>
                  </a:lnTo>
                  <a:lnTo>
                    <a:pt x="437692" y="434324"/>
                  </a:lnTo>
                  <a:lnTo>
                    <a:pt x="431643" y="435076"/>
                  </a:lnTo>
                  <a:lnTo>
                    <a:pt x="428262" y="433083"/>
                  </a:lnTo>
                  <a:lnTo>
                    <a:pt x="423738" y="432237"/>
                  </a:lnTo>
                  <a:lnTo>
                    <a:pt x="418095" y="433145"/>
                  </a:lnTo>
                  <a:lnTo>
                    <a:pt x="414400" y="430779"/>
                  </a:lnTo>
                  <a:lnTo>
                    <a:pt x="414051" y="430788"/>
                  </a:lnTo>
                  <a:lnTo>
                    <a:pt x="410471" y="430877"/>
                  </a:lnTo>
                  <a:lnTo>
                    <a:pt x="406470" y="436391"/>
                  </a:lnTo>
                  <a:lnTo>
                    <a:pt x="403662" y="440976"/>
                  </a:lnTo>
                  <a:lnTo>
                    <a:pt x="403956" y="447476"/>
                  </a:lnTo>
                  <a:lnTo>
                    <a:pt x="403963" y="451620"/>
                  </a:lnTo>
                  <a:lnTo>
                    <a:pt x="408174" y="456783"/>
                  </a:lnTo>
                  <a:lnTo>
                    <a:pt x="409313" y="464478"/>
                  </a:lnTo>
                  <a:lnTo>
                    <a:pt x="410038" y="473753"/>
                  </a:lnTo>
                  <a:lnTo>
                    <a:pt x="409615" y="478809"/>
                  </a:lnTo>
                  <a:lnTo>
                    <a:pt x="410380" y="482371"/>
                  </a:lnTo>
                  <a:lnTo>
                    <a:pt x="409459" y="482767"/>
                  </a:lnTo>
                  <a:lnTo>
                    <a:pt x="405517" y="484459"/>
                  </a:lnTo>
                  <a:lnTo>
                    <a:pt x="400919" y="485138"/>
                  </a:lnTo>
                  <a:lnTo>
                    <a:pt x="397380" y="485297"/>
                  </a:lnTo>
                  <a:lnTo>
                    <a:pt x="393462" y="479829"/>
                  </a:lnTo>
                  <a:lnTo>
                    <a:pt x="393368" y="474242"/>
                  </a:lnTo>
                  <a:lnTo>
                    <a:pt x="389808" y="469775"/>
                  </a:lnTo>
                  <a:lnTo>
                    <a:pt x="389971" y="464838"/>
                  </a:lnTo>
                  <a:lnTo>
                    <a:pt x="370939" y="466966"/>
                  </a:lnTo>
                  <a:lnTo>
                    <a:pt x="367063" y="467395"/>
                  </a:lnTo>
                  <a:lnTo>
                    <a:pt x="355317" y="468998"/>
                  </a:lnTo>
                  <a:lnTo>
                    <a:pt x="345337" y="470346"/>
                  </a:lnTo>
                  <a:lnTo>
                    <a:pt x="327574" y="472715"/>
                  </a:lnTo>
                  <a:lnTo>
                    <a:pt x="303536" y="475912"/>
                  </a:lnTo>
                  <a:lnTo>
                    <a:pt x="303045" y="475975"/>
                  </a:lnTo>
                  <a:lnTo>
                    <a:pt x="286692" y="478056"/>
                  </a:lnTo>
                  <a:lnTo>
                    <a:pt x="282112" y="478633"/>
                  </a:lnTo>
                  <a:lnTo>
                    <a:pt x="268643" y="480314"/>
                  </a:lnTo>
                  <a:lnTo>
                    <a:pt x="258073" y="481706"/>
                  </a:lnTo>
                  <a:lnTo>
                    <a:pt x="245583" y="483332"/>
                  </a:lnTo>
                  <a:lnTo>
                    <a:pt x="238274" y="484275"/>
                  </a:lnTo>
                  <a:lnTo>
                    <a:pt x="220632" y="486563"/>
                  </a:lnTo>
                  <a:lnTo>
                    <a:pt x="213413" y="487489"/>
                  </a:lnTo>
                  <a:lnTo>
                    <a:pt x="209510" y="487986"/>
                  </a:lnTo>
                  <a:lnTo>
                    <a:pt x="194342" y="490054"/>
                  </a:lnTo>
                  <a:lnTo>
                    <a:pt x="185340" y="491267"/>
                  </a:lnTo>
                  <a:lnTo>
                    <a:pt x="176477" y="492451"/>
                  </a:lnTo>
                  <a:lnTo>
                    <a:pt x="144426" y="496364"/>
                  </a:lnTo>
                  <a:lnTo>
                    <a:pt x="139541" y="497025"/>
                  </a:lnTo>
                  <a:lnTo>
                    <a:pt x="133520" y="491335"/>
                  </a:lnTo>
                  <a:lnTo>
                    <a:pt x="130981" y="484868"/>
                  </a:lnTo>
                  <a:lnTo>
                    <a:pt x="130109" y="480034"/>
                  </a:lnTo>
                  <a:lnTo>
                    <a:pt x="124641" y="474494"/>
                  </a:lnTo>
                  <a:lnTo>
                    <a:pt x="121890" y="470507"/>
                  </a:lnTo>
                  <a:lnTo>
                    <a:pt x="121833" y="467876"/>
                  </a:lnTo>
                  <a:lnTo>
                    <a:pt x="120127" y="462274"/>
                  </a:lnTo>
                  <a:lnTo>
                    <a:pt x="118856" y="460050"/>
                  </a:lnTo>
                  <a:lnTo>
                    <a:pt x="116959" y="456730"/>
                  </a:lnTo>
                  <a:lnTo>
                    <a:pt x="108948" y="449400"/>
                  </a:lnTo>
                  <a:lnTo>
                    <a:pt x="107696" y="441562"/>
                  </a:lnTo>
                  <a:lnTo>
                    <a:pt x="108814" y="437296"/>
                  </a:lnTo>
                  <a:lnTo>
                    <a:pt x="108677" y="435799"/>
                  </a:lnTo>
                  <a:lnTo>
                    <a:pt x="108546" y="434370"/>
                  </a:lnTo>
                  <a:lnTo>
                    <a:pt x="107440" y="429958"/>
                  </a:lnTo>
                  <a:lnTo>
                    <a:pt x="108774" y="422073"/>
                  </a:lnTo>
                  <a:lnTo>
                    <a:pt x="107637" y="418137"/>
                  </a:lnTo>
                  <a:lnTo>
                    <a:pt x="108643" y="412243"/>
                  </a:lnTo>
                  <a:lnTo>
                    <a:pt x="109137" y="409346"/>
                  </a:lnTo>
                  <a:lnTo>
                    <a:pt x="107206" y="406764"/>
                  </a:lnTo>
                  <a:lnTo>
                    <a:pt x="106365" y="401394"/>
                  </a:lnTo>
                  <a:lnTo>
                    <a:pt x="98866" y="394363"/>
                  </a:lnTo>
                  <a:lnTo>
                    <a:pt x="98853" y="390153"/>
                  </a:lnTo>
                  <a:lnTo>
                    <a:pt x="97745" y="386961"/>
                  </a:lnTo>
                  <a:lnTo>
                    <a:pt x="97113" y="385138"/>
                  </a:lnTo>
                  <a:lnTo>
                    <a:pt x="94958" y="378925"/>
                  </a:lnTo>
                  <a:lnTo>
                    <a:pt x="96634" y="372583"/>
                  </a:lnTo>
                  <a:lnTo>
                    <a:pt x="99677" y="363774"/>
                  </a:lnTo>
                  <a:lnTo>
                    <a:pt x="99659" y="361038"/>
                  </a:lnTo>
                  <a:lnTo>
                    <a:pt x="99605" y="353176"/>
                  </a:lnTo>
                  <a:lnTo>
                    <a:pt x="99586" y="350370"/>
                  </a:lnTo>
                  <a:lnTo>
                    <a:pt x="97689" y="345268"/>
                  </a:lnTo>
                  <a:lnTo>
                    <a:pt x="102488" y="338888"/>
                  </a:lnTo>
                  <a:lnTo>
                    <a:pt x="108160" y="334118"/>
                  </a:lnTo>
                  <a:lnTo>
                    <a:pt x="108899" y="332666"/>
                  </a:lnTo>
                  <a:lnTo>
                    <a:pt x="110937" y="328659"/>
                  </a:lnTo>
                  <a:lnTo>
                    <a:pt x="104329" y="325085"/>
                  </a:lnTo>
                  <a:lnTo>
                    <a:pt x="98981" y="322596"/>
                  </a:lnTo>
                  <a:lnTo>
                    <a:pt x="100801" y="319306"/>
                  </a:lnTo>
                  <a:lnTo>
                    <a:pt x="100746" y="317542"/>
                  </a:lnTo>
                  <a:lnTo>
                    <a:pt x="100521" y="310444"/>
                  </a:lnTo>
                  <a:lnTo>
                    <a:pt x="96861" y="303910"/>
                  </a:lnTo>
                  <a:lnTo>
                    <a:pt x="96685" y="303596"/>
                  </a:lnTo>
                  <a:lnTo>
                    <a:pt x="95904" y="302201"/>
                  </a:lnTo>
                  <a:lnTo>
                    <a:pt x="89134" y="296771"/>
                  </a:lnTo>
                  <a:lnTo>
                    <a:pt x="88141" y="294159"/>
                  </a:lnTo>
                  <a:lnTo>
                    <a:pt x="86154" y="288929"/>
                  </a:lnTo>
                  <a:lnTo>
                    <a:pt x="82570" y="281453"/>
                  </a:lnTo>
                  <a:lnTo>
                    <a:pt x="81269" y="279313"/>
                  </a:lnTo>
                  <a:lnTo>
                    <a:pt x="76664" y="271730"/>
                  </a:lnTo>
                  <a:lnTo>
                    <a:pt x="73933" y="268335"/>
                  </a:lnTo>
                  <a:lnTo>
                    <a:pt x="73627" y="267402"/>
                  </a:lnTo>
                  <a:lnTo>
                    <a:pt x="65380" y="242230"/>
                  </a:lnTo>
                  <a:lnTo>
                    <a:pt x="64639" y="239958"/>
                  </a:lnTo>
                  <a:lnTo>
                    <a:pt x="54340" y="208365"/>
                  </a:lnTo>
                  <a:lnTo>
                    <a:pt x="52451" y="202567"/>
                  </a:lnTo>
                  <a:lnTo>
                    <a:pt x="50829" y="197585"/>
                  </a:lnTo>
                  <a:lnTo>
                    <a:pt x="46561" y="184529"/>
                  </a:lnTo>
                  <a:lnTo>
                    <a:pt x="42589" y="172368"/>
                  </a:lnTo>
                  <a:lnTo>
                    <a:pt x="37962" y="158204"/>
                  </a:lnTo>
                  <a:lnTo>
                    <a:pt x="35803" y="151591"/>
                  </a:lnTo>
                  <a:lnTo>
                    <a:pt x="31825" y="139221"/>
                  </a:lnTo>
                  <a:lnTo>
                    <a:pt x="30315" y="134526"/>
                  </a:lnTo>
                  <a:lnTo>
                    <a:pt x="24558" y="117490"/>
                  </a:lnTo>
                  <a:lnTo>
                    <a:pt x="17834" y="97568"/>
                  </a:lnTo>
                  <a:lnTo>
                    <a:pt x="16048" y="92343"/>
                  </a:lnTo>
                  <a:lnTo>
                    <a:pt x="13709" y="85499"/>
                  </a:lnTo>
                  <a:lnTo>
                    <a:pt x="12442" y="81787"/>
                  </a:lnTo>
                  <a:lnTo>
                    <a:pt x="7883" y="68433"/>
                  </a:lnTo>
                  <a:lnTo>
                    <a:pt x="4101" y="56727"/>
                  </a:lnTo>
                  <a:lnTo>
                    <a:pt x="1918" y="499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411827" y="5277165"/>
              <a:ext cx="58241" cy="66188"/>
            </a:xfrm>
            <a:custGeom>
              <a:avLst/>
              <a:pathLst>
                <a:path w="58241" h="66188">
                  <a:moveTo>
                    <a:pt x="304" y="23286"/>
                  </a:moveTo>
                  <a:lnTo>
                    <a:pt x="1994" y="21611"/>
                  </a:lnTo>
                  <a:lnTo>
                    <a:pt x="3092" y="20098"/>
                  </a:lnTo>
                  <a:lnTo>
                    <a:pt x="4282" y="19862"/>
                  </a:lnTo>
                  <a:lnTo>
                    <a:pt x="5579" y="18498"/>
                  </a:lnTo>
                  <a:lnTo>
                    <a:pt x="6297" y="16377"/>
                  </a:lnTo>
                  <a:lnTo>
                    <a:pt x="7652" y="14697"/>
                  </a:lnTo>
                  <a:lnTo>
                    <a:pt x="8663" y="14093"/>
                  </a:lnTo>
                  <a:lnTo>
                    <a:pt x="8642" y="12014"/>
                  </a:lnTo>
                  <a:lnTo>
                    <a:pt x="7256" y="10167"/>
                  </a:lnTo>
                  <a:lnTo>
                    <a:pt x="5004" y="7083"/>
                  </a:lnTo>
                  <a:lnTo>
                    <a:pt x="4076" y="4447"/>
                  </a:lnTo>
                  <a:lnTo>
                    <a:pt x="4065" y="683"/>
                  </a:lnTo>
                  <a:lnTo>
                    <a:pt x="5630" y="0"/>
                  </a:lnTo>
                  <a:lnTo>
                    <a:pt x="8201" y="1004"/>
                  </a:lnTo>
                  <a:lnTo>
                    <a:pt x="11209" y="2703"/>
                  </a:lnTo>
                  <a:lnTo>
                    <a:pt x="12903" y="4305"/>
                  </a:lnTo>
                  <a:lnTo>
                    <a:pt x="16193" y="6368"/>
                  </a:lnTo>
                  <a:lnTo>
                    <a:pt x="18176" y="7860"/>
                  </a:lnTo>
                  <a:lnTo>
                    <a:pt x="19886" y="7625"/>
                  </a:lnTo>
                  <a:lnTo>
                    <a:pt x="22553" y="8621"/>
                  </a:lnTo>
                  <a:lnTo>
                    <a:pt x="28080" y="11205"/>
                  </a:lnTo>
                  <a:lnTo>
                    <a:pt x="33758" y="14054"/>
                  </a:lnTo>
                  <a:lnTo>
                    <a:pt x="39012" y="18025"/>
                  </a:lnTo>
                  <a:lnTo>
                    <a:pt x="41215" y="20094"/>
                  </a:lnTo>
                  <a:lnTo>
                    <a:pt x="43262" y="22215"/>
                  </a:lnTo>
                  <a:lnTo>
                    <a:pt x="43644" y="26033"/>
                  </a:lnTo>
                  <a:lnTo>
                    <a:pt x="44199" y="28385"/>
                  </a:lnTo>
                  <a:lnTo>
                    <a:pt x="45996" y="27910"/>
                  </a:lnTo>
                  <a:lnTo>
                    <a:pt x="47762" y="28026"/>
                  </a:lnTo>
                  <a:lnTo>
                    <a:pt x="49282" y="30437"/>
                  </a:lnTo>
                  <a:lnTo>
                    <a:pt x="50033" y="33235"/>
                  </a:lnTo>
                  <a:lnTo>
                    <a:pt x="51486" y="34669"/>
                  </a:lnTo>
                  <a:lnTo>
                    <a:pt x="56200" y="37571"/>
                  </a:lnTo>
                  <a:lnTo>
                    <a:pt x="58081" y="38577"/>
                  </a:lnTo>
                  <a:lnTo>
                    <a:pt x="58241" y="39997"/>
                  </a:lnTo>
                  <a:lnTo>
                    <a:pt x="56023" y="43128"/>
                  </a:lnTo>
                  <a:lnTo>
                    <a:pt x="53362" y="45466"/>
                  </a:lnTo>
                  <a:lnTo>
                    <a:pt x="50294" y="47741"/>
                  </a:lnTo>
                  <a:lnTo>
                    <a:pt x="46404" y="49499"/>
                  </a:lnTo>
                  <a:lnTo>
                    <a:pt x="44473" y="50468"/>
                  </a:lnTo>
                  <a:lnTo>
                    <a:pt x="42431" y="50721"/>
                  </a:lnTo>
                  <a:lnTo>
                    <a:pt x="39660" y="49938"/>
                  </a:lnTo>
                  <a:lnTo>
                    <a:pt x="37630" y="50958"/>
                  </a:lnTo>
                  <a:lnTo>
                    <a:pt x="35808" y="52865"/>
                  </a:lnTo>
                  <a:lnTo>
                    <a:pt x="34502" y="53167"/>
                  </a:lnTo>
                  <a:lnTo>
                    <a:pt x="32031" y="55394"/>
                  </a:lnTo>
                  <a:lnTo>
                    <a:pt x="29787" y="55944"/>
                  </a:lnTo>
                  <a:lnTo>
                    <a:pt x="28044" y="59134"/>
                  </a:lnTo>
                  <a:lnTo>
                    <a:pt x="26915" y="62031"/>
                  </a:lnTo>
                  <a:lnTo>
                    <a:pt x="26146" y="63776"/>
                  </a:lnTo>
                  <a:lnTo>
                    <a:pt x="25273" y="65102"/>
                  </a:lnTo>
                  <a:lnTo>
                    <a:pt x="23916" y="66188"/>
                  </a:lnTo>
                  <a:lnTo>
                    <a:pt x="21053" y="63529"/>
                  </a:lnTo>
                  <a:lnTo>
                    <a:pt x="17067" y="61158"/>
                  </a:lnTo>
                  <a:lnTo>
                    <a:pt x="13462" y="59853"/>
                  </a:lnTo>
                  <a:lnTo>
                    <a:pt x="11500" y="56734"/>
                  </a:lnTo>
                  <a:lnTo>
                    <a:pt x="10990" y="52864"/>
                  </a:lnTo>
                  <a:lnTo>
                    <a:pt x="10822" y="49045"/>
                  </a:lnTo>
                  <a:lnTo>
                    <a:pt x="11049" y="47115"/>
                  </a:lnTo>
                  <a:lnTo>
                    <a:pt x="10777" y="44739"/>
                  </a:lnTo>
                  <a:lnTo>
                    <a:pt x="9348" y="41411"/>
                  </a:lnTo>
                  <a:lnTo>
                    <a:pt x="8353" y="39501"/>
                  </a:lnTo>
                  <a:lnTo>
                    <a:pt x="6897" y="37836"/>
                  </a:lnTo>
                  <a:lnTo>
                    <a:pt x="5576" y="34421"/>
                  </a:lnTo>
                  <a:lnTo>
                    <a:pt x="4791" y="31862"/>
                  </a:lnTo>
                  <a:lnTo>
                    <a:pt x="3653" y="30123"/>
                  </a:lnTo>
                  <a:lnTo>
                    <a:pt x="2187" y="29678"/>
                  </a:lnTo>
                  <a:lnTo>
                    <a:pt x="1850" y="28736"/>
                  </a:lnTo>
                  <a:lnTo>
                    <a:pt x="0" y="2565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75115" y="5237878"/>
              <a:ext cx="33119" cy="22730"/>
            </a:xfrm>
            <a:custGeom>
              <a:avLst/>
              <a:pathLst>
                <a:path w="33119" h="22730">
                  <a:moveTo>
                    <a:pt x="0" y="4947"/>
                  </a:moveTo>
                  <a:lnTo>
                    <a:pt x="463" y="2104"/>
                  </a:lnTo>
                  <a:lnTo>
                    <a:pt x="2893" y="0"/>
                  </a:lnTo>
                  <a:lnTo>
                    <a:pt x="5503" y="764"/>
                  </a:lnTo>
                  <a:lnTo>
                    <a:pt x="7869" y="3917"/>
                  </a:lnTo>
                  <a:lnTo>
                    <a:pt x="9920" y="6799"/>
                  </a:lnTo>
                  <a:lnTo>
                    <a:pt x="13278" y="6201"/>
                  </a:lnTo>
                  <a:lnTo>
                    <a:pt x="16225" y="4942"/>
                  </a:lnTo>
                  <a:lnTo>
                    <a:pt x="20314" y="5657"/>
                  </a:lnTo>
                  <a:lnTo>
                    <a:pt x="22757" y="8047"/>
                  </a:lnTo>
                  <a:lnTo>
                    <a:pt x="25736" y="9735"/>
                  </a:lnTo>
                  <a:lnTo>
                    <a:pt x="29339" y="12440"/>
                  </a:lnTo>
                  <a:lnTo>
                    <a:pt x="31958" y="13344"/>
                  </a:lnTo>
                  <a:lnTo>
                    <a:pt x="33119" y="15897"/>
                  </a:lnTo>
                  <a:lnTo>
                    <a:pt x="32698" y="18095"/>
                  </a:lnTo>
                  <a:lnTo>
                    <a:pt x="31047" y="19581"/>
                  </a:lnTo>
                  <a:lnTo>
                    <a:pt x="27444" y="21133"/>
                  </a:lnTo>
                  <a:lnTo>
                    <a:pt x="23837" y="20831"/>
                  </a:lnTo>
                  <a:lnTo>
                    <a:pt x="20732" y="22154"/>
                  </a:lnTo>
                  <a:lnTo>
                    <a:pt x="16676" y="22730"/>
                  </a:lnTo>
                  <a:lnTo>
                    <a:pt x="14112" y="21590"/>
                  </a:lnTo>
                  <a:lnTo>
                    <a:pt x="13196" y="18731"/>
                  </a:lnTo>
                  <a:lnTo>
                    <a:pt x="11998" y="14750"/>
                  </a:lnTo>
                  <a:lnTo>
                    <a:pt x="11713" y="13895"/>
                  </a:lnTo>
                  <a:lnTo>
                    <a:pt x="10963" y="12063"/>
                  </a:lnTo>
                  <a:lnTo>
                    <a:pt x="9453" y="11529"/>
                  </a:lnTo>
                  <a:lnTo>
                    <a:pt x="8173" y="12447"/>
                  </a:lnTo>
                  <a:lnTo>
                    <a:pt x="7368" y="12015"/>
                  </a:lnTo>
                  <a:lnTo>
                    <a:pt x="3687" y="10034"/>
                  </a:lnTo>
                  <a:lnTo>
                    <a:pt x="733" y="64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77550" y="5258684"/>
              <a:ext cx="7321" cy="4532"/>
            </a:xfrm>
            <a:custGeom>
              <a:avLst/>
              <a:pathLst>
                <a:path w="7321" h="4532">
                  <a:moveTo>
                    <a:pt x="1242" y="1837"/>
                  </a:moveTo>
                  <a:lnTo>
                    <a:pt x="3694" y="393"/>
                  </a:lnTo>
                  <a:lnTo>
                    <a:pt x="5573" y="0"/>
                  </a:lnTo>
                  <a:lnTo>
                    <a:pt x="6818" y="1289"/>
                  </a:lnTo>
                  <a:lnTo>
                    <a:pt x="7321" y="3858"/>
                  </a:lnTo>
                  <a:lnTo>
                    <a:pt x="5339" y="4476"/>
                  </a:lnTo>
                  <a:lnTo>
                    <a:pt x="1683" y="4532"/>
                  </a:lnTo>
                  <a:lnTo>
                    <a:pt x="0" y="30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359122" y="5241252"/>
              <a:ext cx="11789" cy="9661"/>
            </a:xfrm>
            <a:custGeom>
              <a:avLst/>
              <a:pathLst>
                <a:path w="11789" h="9661">
                  <a:moveTo>
                    <a:pt x="0" y="614"/>
                  </a:moveTo>
                  <a:lnTo>
                    <a:pt x="2089" y="0"/>
                  </a:lnTo>
                  <a:lnTo>
                    <a:pt x="5352" y="487"/>
                  </a:lnTo>
                  <a:lnTo>
                    <a:pt x="8423" y="2217"/>
                  </a:lnTo>
                  <a:lnTo>
                    <a:pt x="10234" y="3867"/>
                  </a:lnTo>
                  <a:lnTo>
                    <a:pt x="11789" y="6077"/>
                  </a:lnTo>
                  <a:lnTo>
                    <a:pt x="10815" y="8693"/>
                  </a:lnTo>
                  <a:lnTo>
                    <a:pt x="8619" y="9468"/>
                  </a:lnTo>
                  <a:lnTo>
                    <a:pt x="7813" y="9659"/>
                  </a:lnTo>
                  <a:lnTo>
                    <a:pt x="5212" y="9661"/>
                  </a:lnTo>
                  <a:lnTo>
                    <a:pt x="3931" y="7584"/>
                  </a:lnTo>
                  <a:lnTo>
                    <a:pt x="3555" y="5104"/>
                  </a:lnTo>
                  <a:lnTo>
                    <a:pt x="2526" y="3672"/>
                  </a:lnTo>
                  <a:lnTo>
                    <a:pt x="157" y="201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346734" y="5225828"/>
              <a:ext cx="26446" cy="10077"/>
            </a:xfrm>
            <a:custGeom>
              <a:avLst/>
              <a:pathLst>
                <a:path w="26446" h="10077">
                  <a:moveTo>
                    <a:pt x="1145" y="3223"/>
                  </a:moveTo>
                  <a:lnTo>
                    <a:pt x="2212" y="2061"/>
                  </a:lnTo>
                  <a:lnTo>
                    <a:pt x="1471" y="0"/>
                  </a:lnTo>
                  <a:lnTo>
                    <a:pt x="4116" y="541"/>
                  </a:lnTo>
                  <a:lnTo>
                    <a:pt x="7515" y="1698"/>
                  </a:lnTo>
                  <a:lnTo>
                    <a:pt x="11507" y="2552"/>
                  </a:lnTo>
                  <a:lnTo>
                    <a:pt x="12592" y="2171"/>
                  </a:lnTo>
                  <a:lnTo>
                    <a:pt x="13867" y="1722"/>
                  </a:lnTo>
                  <a:lnTo>
                    <a:pt x="14810" y="1805"/>
                  </a:lnTo>
                  <a:lnTo>
                    <a:pt x="16937" y="4065"/>
                  </a:lnTo>
                  <a:lnTo>
                    <a:pt x="17082" y="4079"/>
                  </a:lnTo>
                  <a:lnTo>
                    <a:pt x="20486" y="4413"/>
                  </a:lnTo>
                  <a:lnTo>
                    <a:pt x="24859" y="4369"/>
                  </a:lnTo>
                  <a:lnTo>
                    <a:pt x="26446" y="5345"/>
                  </a:lnTo>
                  <a:lnTo>
                    <a:pt x="25399" y="7547"/>
                  </a:lnTo>
                  <a:lnTo>
                    <a:pt x="22878" y="9481"/>
                  </a:lnTo>
                  <a:lnTo>
                    <a:pt x="19649" y="10077"/>
                  </a:lnTo>
                  <a:lnTo>
                    <a:pt x="16122" y="8972"/>
                  </a:lnTo>
                  <a:lnTo>
                    <a:pt x="12756" y="7583"/>
                  </a:lnTo>
                  <a:lnTo>
                    <a:pt x="10247" y="6744"/>
                  </a:lnTo>
                  <a:lnTo>
                    <a:pt x="6265" y="6946"/>
                  </a:lnTo>
                  <a:lnTo>
                    <a:pt x="2678" y="6780"/>
                  </a:lnTo>
                  <a:lnTo>
                    <a:pt x="0" y="586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301028" y="5199008"/>
              <a:ext cx="29261" cy="23152"/>
            </a:xfrm>
            <a:custGeom>
              <a:avLst/>
              <a:pathLst>
                <a:path w="29261" h="23152">
                  <a:moveTo>
                    <a:pt x="1986" y="5128"/>
                  </a:moveTo>
                  <a:lnTo>
                    <a:pt x="6688" y="5472"/>
                  </a:lnTo>
                  <a:lnTo>
                    <a:pt x="8483" y="3650"/>
                  </a:lnTo>
                  <a:lnTo>
                    <a:pt x="9537" y="1667"/>
                  </a:lnTo>
                  <a:lnTo>
                    <a:pt x="11916" y="125"/>
                  </a:lnTo>
                  <a:lnTo>
                    <a:pt x="12937" y="0"/>
                  </a:lnTo>
                  <a:lnTo>
                    <a:pt x="15229" y="3212"/>
                  </a:lnTo>
                  <a:lnTo>
                    <a:pt x="17748" y="7140"/>
                  </a:lnTo>
                  <a:lnTo>
                    <a:pt x="19795" y="9538"/>
                  </a:lnTo>
                  <a:lnTo>
                    <a:pt x="19777" y="12598"/>
                  </a:lnTo>
                  <a:lnTo>
                    <a:pt x="21330" y="14031"/>
                  </a:lnTo>
                  <a:lnTo>
                    <a:pt x="23397" y="13213"/>
                  </a:lnTo>
                  <a:lnTo>
                    <a:pt x="25275" y="13496"/>
                  </a:lnTo>
                  <a:lnTo>
                    <a:pt x="25518" y="16227"/>
                  </a:lnTo>
                  <a:lnTo>
                    <a:pt x="26388" y="18480"/>
                  </a:lnTo>
                  <a:lnTo>
                    <a:pt x="29261" y="20912"/>
                  </a:lnTo>
                  <a:lnTo>
                    <a:pt x="29144" y="21119"/>
                  </a:lnTo>
                  <a:lnTo>
                    <a:pt x="28490" y="22277"/>
                  </a:lnTo>
                  <a:lnTo>
                    <a:pt x="27408" y="23152"/>
                  </a:lnTo>
                  <a:lnTo>
                    <a:pt x="24788" y="22224"/>
                  </a:lnTo>
                  <a:lnTo>
                    <a:pt x="23852" y="22751"/>
                  </a:lnTo>
                  <a:lnTo>
                    <a:pt x="22578" y="22994"/>
                  </a:lnTo>
                  <a:lnTo>
                    <a:pt x="20580" y="21501"/>
                  </a:lnTo>
                  <a:lnTo>
                    <a:pt x="18723" y="20256"/>
                  </a:lnTo>
                  <a:lnTo>
                    <a:pt x="15991" y="19696"/>
                  </a:lnTo>
                  <a:lnTo>
                    <a:pt x="14604" y="19394"/>
                  </a:lnTo>
                  <a:lnTo>
                    <a:pt x="12734" y="19528"/>
                  </a:lnTo>
                  <a:lnTo>
                    <a:pt x="9960" y="19758"/>
                  </a:lnTo>
                  <a:lnTo>
                    <a:pt x="9300" y="19734"/>
                  </a:lnTo>
                  <a:lnTo>
                    <a:pt x="7876" y="17317"/>
                  </a:lnTo>
                  <a:lnTo>
                    <a:pt x="7228" y="15847"/>
                  </a:lnTo>
                  <a:lnTo>
                    <a:pt x="5330" y="14175"/>
                  </a:lnTo>
                  <a:lnTo>
                    <a:pt x="5033" y="12896"/>
                  </a:lnTo>
                  <a:lnTo>
                    <a:pt x="2481" y="9844"/>
                  </a:lnTo>
                  <a:lnTo>
                    <a:pt x="2361" y="8074"/>
                  </a:lnTo>
                  <a:lnTo>
                    <a:pt x="0" y="51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232152" y="5165826"/>
              <a:ext cx="21293" cy="18226"/>
            </a:xfrm>
            <a:custGeom>
              <a:avLst/>
              <a:pathLst>
                <a:path w="21293" h="18226">
                  <a:moveTo>
                    <a:pt x="0" y="6677"/>
                  </a:moveTo>
                  <a:lnTo>
                    <a:pt x="1541" y="5287"/>
                  </a:lnTo>
                  <a:lnTo>
                    <a:pt x="1992" y="3279"/>
                  </a:lnTo>
                  <a:lnTo>
                    <a:pt x="3001" y="2465"/>
                  </a:lnTo>
                  <a:lnTo>
                    <a:pt x="6929" y="918"/>
                  </a:lnTo>
                  <a:lnTo>
                    <a:pt x="8170" y="0"/>
                  </a:lnTo>
                  <a:lnTo>
                    <a:pt x="9808" y="294"/>
                  </a:lnTo>
                  <a:lnTo>
                    <a:pt x="11348" y="1371"/>
                  </a:lnTo>
                  <a:lnTo>
                    <a:pt x="12229" y="218"/>
                  </a:lnTo>
                  <a:lnTo>
                    <a:pt x="14741" y="994"/>
                  </a:lnTo>
                  <a:lnTo>
                    <a:pt x="15966" y="533"/>
                  </a:lnTo>
                  <a:lnTo>
                    <a:pt x="17851" y="1667"/>
                  </a:lnTo>
                  <a:lnTo>
                    <a:pt x="20159" y="3460"/>
                  </a:lnTo>
                  <a:lnTo>
                    <a:pt x="21293" y="6524"/>
                  </a:lnTo>
                  <a:lnTo>
                    <a:pt x="20477" y="9419"/>
                  </a:lnTo>
                  <a:lnTo>
                    <a:pt x="19858" y="10302"/>
                  </a:lnTo>
                  <a:lnTo>
                    <a:pt x="20147" y="12398"/>
                  </a:lnTo>
                  <a:lnTo>
                    <a:pt x="20155" y="14742"/>
                  </a:lnTo>
                  <a:lnTo>
                    <a:pt x="18247" y="16392"/>
                  </a:lnTo>
                  <a:lnTo>
                    <a:pt x="15834" y="18226"/>
                  </a:lnTo>
                  <a:lnTo>
                    <a:pt x="12147" y="17027"/>
                  </a:lnTo>
                  <a:lnTo>
                    <a:pt x="10008" y="16326"/>
                  </a:lnTo>
                  <a:lnTo>
                    <a:pt x="8744" y="16194"/>
                  </a:lnTo>
                  <a:lnTo>
                    <a:pt x="6501" y="13887"/>
                  </a:lnTo>
                  <a:lnTo>
                    <a:pt x="3819" y="12214"/>
                  </a:lnTo>
                  <a:lnTo>
                    <a:pt x="1675" y="11134"/>
                  </a:lnTo>
                  <a:lnTo>
                    <a:pt x="82" y="89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212805" y="5173875"/>
              <a:ext cx="7979" cy="10248"/>
            </a:xfrm>
            <a:custGeom>
              <a:avLst/>
              <a:pathLst>
                <a:path w="7979" h="10248">
                  <a:moveTo>
                    <a:pt x="0" y="8231"/>
                  </a:moveTo>
                  <a:lnTo>
                    <a:pt x="575" y="4706"/>
                  </a:lnTo>
                  <a:lnTo>
                    <a:pt x="1965" y="3273"/>
                  </a:lnTo>
                  <a:lnTo>
                    <a:pt x="4349" y="2315"/>
                  </a:lnTo>
                  <a:lnTo>
                    <a:pt x="4935" y="1700"/>
                  </a:lnTo>
                  <a:lnTo>
                    <a:pt x="5208" y="160"/>
                  </a:lnTo>
                  <a:lnTo>
                    <a:pt x="6956" y="0"/>
                  </a:lnTo>
                  <a:lnTo>
                    <a:pt x="7584" y="422"/>
                  </a:lnTo>
                  <a:lnTo>
                    <a:pt x="7979" y="1221"/>
                  </a:lnTo>
                  <a:lnTo>
                    <a:pt x="7214" y="1952"/>
                  </a:lnTo>
                  <a:lnTo>
                    <a:pt x="6699" y="3669"/>
                  </a:lnTo>
                  <a:lnTo>
                    <a:pt x="7136" y="5247"/>
                  </a:lnTo>
                  <a:lnTo>
                    <a:pt x="5235" y="5933"/>
                  </a:lnTo>
                  <a:lnTo>
                    <a:pt x="3875" y="6183"/>
                  </a:lnTo>
                  <a:lnTo>
                    <a:pt x="3148" y="7108"/>
                  </a:lnTo>
                  <a:lnTo>
                    <a:pt x="2599" y="8226"/>
                  </a:lnTo>
                  <a:lnTo>
                    <a:pt x="2087" y="10248"/>
                  </a:lnTo>
                  <a:lnTo>
                    <a:pt x="961" y="96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91878" y="3171623"/>
              <a:ext cx="380321" cy="249386"/>
            </a:xfrm>
            <a:custGeom>
              <a:avLst/>
              <a:pathLst>
                <a:path w="380321" h="249386">
                  <a:moveTo>
                    <a:pt x="997" y="79563"/>
                  </a:moveTo>
                  <a:lnTo>
                    <a:pt x="3372" y="75660"/>
                  </a:lnTo>
                  <a:lnTo>
                    <a:pt x="5514" y="71573"/>
                  </a:lnTo>
                  <a:lnTo>
                    <a:pt x="5265" y="69215"/>
                  </a:lnTo>
                  <a:lnTo>
                    <a:pt x="5149" y="68120"/>
                  </a:lnTo>
                  <a:lnTo>
                    <a:pt x="7406" y="65130"/>
                  </a:lnTo>
                  <a:lnTo>
                    <a:pt x="6201" y="63746"/>
                  </a:lnTo>
                  <a:lnTo>
                    <a:pt x="7692" y="61524"/>
                  </a:lnTo>
                  <a:lnTo>
                    <a:pt x="6492" y="58836"/>
                  </a:lnTo>
                  <a:lnTo>
                    <a:pt x="9462" y="56536"/>
                  </a:lnTo>
                  <a:lnTo>
                    <a:pt x="9762" y="55343"/>
                  </a:lnTo>
                  <a:lnTo>
                    <a:pt x="10388" y="52850"/>
                  </a:lnTo>
                  <a:lnTo>
                    <a:pt x="9171" y="50587"/>
                  </a:lnTo>
                  <a:lnTo>
                    <a:pt x="7955" y="44530"/>
                  </a:lnTo>
                  <a:lnTo>
                    <a:pt x="5295" y="44652"/>
                  </a:lnTo>
                  <a:lnTo>
                    <a:pt x="3444" y="42661"/>
                  </a:lnTo>
                  <a:lnTo>
                    <a:pt x="3064" y="41869"/>
                  </a:lnTo>
                  <a:lnTo>
                    <a:pt x="1824" y="39284"/>
                  </a:lnTo>
                  <a:lnTo>
                    <a:pt x="4561" y="38465"/>
                  </a:lnTo>
                  <a:lnTo>
                    <a:pt x="4754" y="34747"/>
                  </a:lnTo>
                  <a:lnTo>
                    <a:pt x="4782" y="31724"/>
                  </a:lnTo>
                  <a:lnTo>
                    <a:pt x="480" y="28091"/>
                  </a:lnTo>
                  <a:lnTo>
                    <a:pt x="915" y="25285"/>
                  </a:lnTo>
                  <a:lnTo>
                    <a:pt x="0" y="22897"/>
                  </a:lnTo>
                  <a:lnTo>
                    <a:pt x="8291" y="22549"/>
                  </a:lnTo>
                  <a:lnTo>
                    <a:pt x="22791" y="21899"/>
                  </a:lnTo>
                  <a:lnTo>
                    <a:pt x="31061" y="21518"/>
                  </a:lnTo>
                  <a:lnTo>
                    <a:pt x="41998" y="20990"/>
                  </a:lnTo>
                  <a:lnTo>
                    <a:pt x="43507" y="20915"/>
                  </a:lnTo>
                  <a:lnTo>
                    <a:pt x="63280" y="19840"/>
                  </a:lnTo>
                  <a:lnTo>
                    <a:pt x="65121" y="19731"/>
                  </a:lnTo>
                  <a:lnTo>
                    <a:pt x="68910" y="19506"/>
                  </a:lnTo>
                  <a:lnTo>
                    <a:pt x="78738" y="18907"/>
                  </a:lnTo>
                  <a:lnTo>
                    <a:pt x="95814" y="17894"/>
                  </a:lnTo>
                  <a:lnTo>
                    <a:pt x="98109" y="17753"/>
                  </a:lnTo>
                  <a:lnTo>
                    <a:pt x="99228" y="17683"/>
                  </a:lnTo>
                  <a:lnTo>
                    <a:pt x="122626" y="16150"/>
                  </a:lnTo>
                  <a:lnTo>
                    <a:pt x="125595" y="15947"/>
                  </a:lnTo>
                  <a:lnTo>
                    <a:pt x="133699" y="15404"/>
                  </a:lnTo>
                  <a:lnTo>
                    <a:pt x="149448" y="14309"/>
                  </a:lnTo>
                  <a:lnTo>
                    <a:pt x="167744" y="12921"/>
                  </a:lnTo>
                  <a:lnTo>
                    <a:pt x="171820" y="12602"/>
                  </a:lnTo>
                  <a:lnTo>
                    <a:pt x="176326" y="12243"/>
                  </a:lnTo>
                  <a:lnTo>
                    <a:pt x="191562" y="10996"/>
                  </a:lnTo>
                  <a:lnTo>
                    <a:pt x="201755" y="10136"/>
                  </a:lnTo>
                  <a:lnTo>
                    <a:pt x="203165" y="10015"/>
                  </a:lnTo>
                  <a:lnTo>
                    <a:pt x="211904" y="9257"/>
                  </a:lnTo>
                  <a:lnTo>
                    <a:pt x="229881" y="7584"/>
                  </a:lnTo>
                  <a:lnTo>
                    <a:pt x="235785" y="7030"/>
                  </a:lnTo>
                  <a:lnTo>
                    <a:pt x="251088" y="5557"/>
                  </a:lnTo>
                  <a:lnTo>
                    <a:pt x="256701" y="5013"/>
                  </a:lnTo>
                  <a:lnTo>
                    <a:pt x="271141" y="3582"/>
                  </a:lnTo>
                  <a:lnTo>
                    <a:pt x="276499" y="3039"/>
                  </a:lnTo>
                  <a:lnTo>
                    <a:pt x="283257" y="2345"/>
                  </a:lnTo>
                  <a:lnTo>
                    <a:pt x="290038" y="1638"/>
                  </a:lnTo>
                  <a:lnTo>
                    <a:pt x="305506" y="0"/>
                  </a:lnTo>
                  <a:lnTo>
                    <a:pt x="305094" y="3968"/>
                  </a:lnTo>
                  <a:lnTo>
                    <a:pt x="306581" y="6300"/>
                  </a:lnTo>
                  <a:lnTo>
                    <a:pt x="307355" y="7515"/>
                  </a:lnTo>
                  <a:lnTo>
                    <a:pt x="307149" y="9861"/>
                  </a:lnTo>
                  <a:lnTo>
                    <a:pt x="310454" y="12574"/>
                  </a:lnTo>
                  <a:lnTo>
                    <a:pt x="313331" y="13936"/>
                  </a:lnTo>
                  <a:lnTo>
                    <a:pt x="316635" y="18295"/>
                  </a:lnTo>
                  <a:lnTo>
                    <a:pt x="315227" y="20988"/>
                  </a:lnTo>
                  <a:lnTo>
                    <a:pt x="312970" y="24993"/>
                  </a:lnTo>
                  <a:lnTo>
                    <a:pt x="310965" y="28356"/>
                  </a:lnTo>
                  <a:lnTo>
                    <a:pt x="311437" y="32609"/>
                  </a:lnTo>
                  <a:lnTo>
                    <a:pt x="311797" y="35857"/>
                  </a:lnTo>
                  <a:lnTo>
                    <a:pt x="313114" y="39768"/>
                  </a:lnTo>
                  <a:lnTo>
                    <a:pt x="313415" y="40661"/>
                  </a:lnTo>
                  <a:lnTo>
                    <a:pt x="315016" y="46183"/>
                  </a:lnTo>
                  <a:lnTo>
                    <a:pt x="317584" y="49016"/>
                  </a:lnTo>
                  <a:lnTo>
                    <a:pt x="319937" y="55794"/>
                  </a:lnTo>
                  <a:lnTo>
                    <a:pt x="323471" y="59831"/>
                  </a:lnTo>
                  <a:lnTo>
                    <a:pt x="328109" y="62143"/>
                  </a:lnTo>
                  <a:lnTo>
                    <a:pt x="330747" y="62602"/>
                  </a:lnTo>
                  <a:lnTo>
                    <a:pt x="333377" y="63059"/>
                  </a:lnTo>
                  <a:lnTo>
                    <a:pt x="339782" y="63859"/>
                  </a:lnTo>
                  <a:lnTo>
                    <a:pt x="342404" y="65073"/>
                  </a:lnTo>
                  <a:lnTo>
                    <a:pt x="344453" y="68785"/>
                  </a:lnTo>
                  <a:lnTo>
                    <a:pt x="346765" y="73913"/>
                  </a:lnTo>
                  <a:lnTo>
                    <a:pt x="346863" y="76797"/>
                  </a:lnTo>
                  <a:lnTo>
                    <a:pt x="350314" y="78332"/>
                  </a:lnTo>
                  <a:lnTo>
                    <a:pt x="351839" y="78849"/>
                  </a:lnTo>
                  <a:lnTo>
                    <a:pt x="354901" y="81322"/>
                  </a:lnTo>
                  <a:lnTo>
                    <a:pt x="357000" y="82773"/>
                  </a:lnTo>
                  <a:lnTo>
                    <a:pt x="359407" y="84436"/>
                  </a:lnTo>
                  <a:lnTo>
                    <a:pt x="361420" y="87138"/>
                  </a:lnTo>
                  <a:lnTo>
                    <a:pt x="361001" y="90491"/>
                  </a:lnTo>
                  <a:lnTo>
                    <a:pt x="363092" y="93329"/>
                  </a:lnTo>
                  <a:lnTo>
                    <a:pt x="367020" y="95713"/>
                  </a:lnTo>
                  <a:lnTo>
                    <a:pt x="368435" y="96306"/>
                  </a:lnTo>
                  <a:lnTo>
                    <a:pt x="371268" y="97491"/>
                  </a:lnTo>
                  <a:lnTo>
                    <a:pt x="375059" y="99048"/>
                  </a:lnTo>
                  <a:lnTo>
                    <a:pt x="378121" y="102065"/>
                  </a:lnTo>
                  <a:lnTo>
                    <a:pt x="378593" y="107235"/>
                  </a:lnTo>
                  <a:lnTo>
                    <a:pt x="378878" y="107780"/>
                  </a:lnTo>
                  <a:lnTo>
                    <a:pt x="380321" y="110545"/>
                  </a:lnTo>
                  <a:lnTo>
                    <a:pt x="379908" y="115176"/>
                  </a:lnTo>
                  <a:lnTo>
                    <a:pt x="379911" y="115836"/>
                  </a:lnTo>
                  <a:lnTo>
                    <a:pt x="379932" y="119484"/>
                  </a:lnTo>
                  <a:lnTo>
                    <a:pt x="379341" y="122655"/>
                  </a:lnTo>
                  <a:lnTo>
                    <a:pt x="379683" y="125202"/>
                  </a:lnTo>
                  <a:lnTo>
                    <a:pt x="376364" y="127915"/>
                  </a:lnTo>
                  <a:lnTo>
                    <a:pt x="376027" y="128190"/>
                  </a:lnTo>
                  <a:lnTo>
                    <a:pt x="372759" y="131557"/>
                  </a:lnTo>
                  <a:lnTo>
                    <a:pt x="372815" y="132634"/>
                  </a:lnTo>
                  <a:lnTo>
                    <a:pt x="372953" y="135287"/>
                  </a:lnTo>
                  <a:lnTo>
                    <a:pt x="371941" y="137807"/>
                  </a:lnTo>
                  <a:lnTo>
                    <a:pt x="372368" y="142976"/>
                  </a:lnTo>
                  <a:lnTo>
                    <a:pt x="371104" y="144630"/>
                  </a:lnTo>
                  <a:lnTo>
                    <a:pt x="368238" y="146290"/>
                  </a:lnTo>
                  <a:lnTo>
                    <a:pt x="365927" y="149680"/>
                  </a:lnTo>
                  <a:lnTo>
                    <a:pt x="362945" y="150344"/>
                  </a:lnTo>
                  <a:lnTo>
                    <a:pt x="359588" y="150986"/>
                  </a:lnTo>
                  <a:lnTo>
                    <a:pt x="357093" y="153751"/>
                  </a:lnTo>
                  <a:lnTo>
                    <a:pt x="352527" y="156671"/>
                  </a:lnTo>
                  <a:lnTo>
                    <a:pt x="347569" y="157379"/>
                  </a:lnTo>
                  <a:lnTo>
                    <a:pt x="342874" y="158276"/>
                  </a:lnTo>
                  <a:lnTo>
                    <a:pt x="339750" y="160630"/>
                  </a:lnTo>
                  <a:lnTo>
                    <a:pt x="337215" y="160341"/>
                  </a:lnTo>
                  <a:lnTo>
                    <a:pt x="333694" y="161239"/>
                  </a:lnTo>
                  <a:lnTo>
                    <a:pt x="331963" y="165740"/>
                  </a:lnTo>
                  <a:lnTo>
                    <a:pt x="331825" y="168084"/>
                  </a:lnTo>
                  <a:lnTo>
                    <a:pt x="331707" y="168573"/>
                  </a:lnTo>
                  <a:lnTo>
                    <a:pt x="330061" y="175364"/>
                  </a:lnTo>
                  <a:lnTo>
                    <a:pt x="332274" y="177939"/>
                  </a:lnTo>
                  <a:lnTo>
                    <a:pt x="335014" y="181459"/>
                  </a:lnTo>
                  <a:lnTo>
                    <a:pt x="337606" y="181457"/>
                  </a:lnTo>
                  <a:lnTo>
                    <a:pt x="340422" y="185219"/>
                  </a:lnTo>
                  <a:lnTo>
                    <a:pt x="341034" y="188185"/>
                  </a:lnTo>
                  <a:lnTo>
                    <a:pt x="341079" y="188406"/>
                  </a:lnTo>
                  <a:lnTo>
                    <a:pt x="341886" y="192319"/>
                  </a:lnTo>
                  <a:lnTo>
                    <a:pt x="342021" y="197464"/>
                  </a:lnTo>
                  <a:lnTo>
                    <a:pt x="340409" y="200956"/>
                  </a:lnTo>
                  <a:lnTo>
                    <a:pt x="337278" y="204762"/>
                  </a:lnTo>
                  <a:lnTo>
                    <a:pt x="334811" y="208770"/>
                  </a:lnTo>
                  <a:lnTo>
                    <a:pt x="335225" y="211996"/>
                  </a:lnTo>
                  <a:lnTo>
                    <a:pt x="334248" y="216415"/>
                  </a:lnTo>
                  <a:lnTo>
                    <a:pt x="334308" y="218435"/>
                  </a:lnTo>
                  <a:lnTo>
                    <a:pt x="334372" y="220544"/>
                  </a:lnTo>
                  <a:lnTo>
                    <a:pt x="330741" y="223740"/>
                  </a:lnTo>
                  <a:lnTo>
                    <a:pt x="327127" y="224040"/>
                  </a:lnTo>
                  <a:lnTo>
                    <a:pt x="321881" y="226565"/>
                  </a:lnTo>
                  <a:lnTo>
                    <a:pt x="320078" y="229197"/>
                  </a:lnTo>
                  <a:lnTo>
                    <a:pt x="319255" y="233080"/>
                  </a:lnTo>
                  <a:lnTo>
                    <a:pt x="321023" y="234797"/>
                  </a:lnTo>
                  <a:lnTo>
                    <a:pt x="320767" y="239436"/>
                  </a:lnTo>
                  <a:lnTo>
                    <a:pt x="321598" y="243538"/>
                  </a:lnTo>
                  <a:lnTo>
                    <a:pt x="318996" y="245457"/>
                  </a:lnTo>
                  <a:lnTo>
                    <a:pt x="314132" y="244093"/>
                  </a:lnTo>
                  <a:lnTo>
                    <a:pt x="312643" y="241806"/>
                  </a:lnTo>
                  <a:lnTo>
                    <a:pt x="309768" y="239876"/>
                  </a:lnTo>
                  <a:lnTo>
                    <a:pt x="306825" y="237092"/>
                  </a:lnTo>
                  <a:lnTo>
                    <a:pt x="305894" y="234103"/>
                  </a:lnTo>
                  <a:lnTo>
                    <a:pt x="302718" y="233489"/>
                  </a:lnTo>
                  <a:lnTo>
                    <a:pt x="301652" y="231389"/>
                  </a:lnTo>
                  <a:lnTo>
                    <a:pt x="299608" y="229633"/>
                  </a:lnTo>
                  <a:lnTo>
                    <a:pt x="298795" y="228933"/>
                  </a:lnTo>
                  <a:lnTo>
                    <a:pt x="286384" y="230758"/>
                  </a:lnTo>
                  <a:lnTo>
                    <a:pt x="286158" y="230787"/>
                  </a:lnTo>
                  <a:lnTo>
                    <a:pt x="272154" y="232576"/>
                  </a:lnTo>
                  <a:lnTo>
                    <a:pt x="262024" y="233787"/>
                  </a:lnTo>
                  <a:lnTo>
                    <a:pt x="255926" y="234506"/>
                  </a:lnTo>
                  <a:lnTo>
                    <a:pt x="245018" y="235836"/>
                  </a:lnTo>
                  <a:lnTo>
                    <a:pt x="242127" y="236185"/>
                  </a:lnTo>
                  <a:lnTo>
                    <a:pt x="240471" y="236350"/>
                  </a:lnTo>
                  <a:lnTo>
                    <a:pt x="226996" y="237669"/>
                  </a:lnTo>
                  <a:lnTo>
                    <a:pt x="217767" y="238761"/>
                  </a:lnTo>
                  <a:lnTo>
                    <a:pt x="215484" y="239029"/>
                  </a:lnTo>
                  <a:lnTo>
                    <a:pt x="203034" y="240235"/>
                  </a:lnTo>
                  <a:lnTo>
                    <a:pt x="201314" y="240383"/>
                  </a:lnTo>
                  <a:lnTo>
                    <a:pt x="190464" y="241302"/>
                  </a:lnTo>
                  <a:lnTo>
                    <a:pt x="188058" y="241503"/>
                  </a:lnTo>
                  <a:lnTo>
                    <a:pt x="177540" y="242464"/>
                  </a:lnTo>
                  <a:lnTo>
                    <a:pt x="173583" y="242820"/>
                  </a:lnTo>
                  <a:lnTo>
                    <a:pt x="163210" y="243799"/>
                  </a:lnTo>
                  <a:lnTo>
                    <a:pt x="158717" y="244215"/>
                  </a:lnTo>
                  <a:lnTo>
                    <a:pt x="150319" y="244880"/>
                  </a:lnTo>
                  <a:lnTo>
                    <a:pt x="145649" y="245243"/>
                  </a:lnTo>
                  <a:lnTo>
                    <a:pt x="136097" y="245938"/>
                  </a:lnTo>
                  <a:lnTo>
                    <a:pt x="132366" y="246204"/>
                  </a:lnTo>
                  <a:lnTo>
                    <a:pt x="126516" y="246508"/>
                  </a:lnTo>
                  <a:lnTo>
                    <a:pt x="115312" y="247071"/>
                  </a:lnTo>
                  <a:lnTo>
                    <a:pt x="109652" y="247328"/>
                  </a:lnTo>
                  <a:lnTo>
                    <a:pt x="100468" y="247732"/>
                  </a:lnTo>
                  <a:lnTo>
                    <a:pt x="92517" y="248083"/>
                  </a:lnTo>
                  <a:lnTo>
                    <a:pt x="84567" y="248422"/>
                  </a:lnTo>
                  <a:lnTo>
                    <a:pt x="82280" y="248514"/>
                  </a:lnTo>
                  <a:lnTo>
                    <a:pt x="72782" y="248887"/>
                  </a:lnTo>
                  <a:lnTo>
                    <a:pt x="58916" y="249386"/>
                  </a:lnTo>
                  <a:lnTo>
                    <a:pt x="59860" y="247910"/>
                  </a:lnTo>
                  <a:lnTo>
                    <a:pt x="57684" y="244097"/>
                  </a:lnTo>
                  <a:lnTo>
                    <a:pt x="53755" y="241990"/>
                  </a:lnTo>
                  <a:lnTo>
                    <a:pt x="51014" y="237907"/>
                  </a:lnTo>
                  <a:lnTo>
                    <a:pt x="54071" y="234019"/>
                  </a:lnTo>
                  <a:lnTo>
                    <a:pt x="53416" y="229192"/>
                  </a:lnTo>
                  <a:lnTo>
                    <a:pt x="55075" y="225878"/>
                  </a:lnTo>
                  <a:lnTo>
                    <a:pt x="54556" y="225018"/>
                  </a:lnTo>
                  <a:lnTo>
                    <a:pt x="53324" y="222976"/>
                  </a:lnTo>
                  <a:lnTo>
                    <a:pt x="53702" y="219209"/>
                  </a:lnTo>
                  <a:lnTo>
                    <a:pt x="51306" y="215790"/>
                  </a:lnTo>
                  <a:lnTo>
                    <a:pt x="51236" y="213006"/>
                  </a:lnTo>
                  <a:lnTo>
                    <a:pt x="51175" y="210598"/>
                  </a:lnTo>
                  <a:lnTo>
                    <a:pt x="50732" y="207382"/>
                  </a:lnTo>
                  <a:lnTo>
                    <a:pt x="50998" y="204568"/>
                  </a:lnTo>
                  <a:lnTo>
                    <a:pt x="51198" y="202451"/>
                  </a:lnTo>
                  <a:lnTo>
                    <a:pt x="48084" y="202819"/>
                  </a:lnTo>
                  <a:lnTo>
                    <a:pt x="48044" y="202269"/>
                  </a:lnTo>
                  <a:lnTo>
                    <a:pt x="47781" y="198620"/>
                  </a:lnTo>
                  <a:lnTo>
                    <a:pt x="48882" y="195395"/>
                  </a:lnTo>
                  <a:lnTo>
                    <a:pt x="46621" y="192056"/>
                  </a:lnTo>
                  <a:lnTo>
                    <a:pt x="46259" y="188308"/>
                  </a:lnTo>
                  <a:lnTo>
                    <a:pt x="46270" y="186743"/>
                  </a:lnTo>
                  <a:lnTo>
                    <a:pt x="46305" y="181569"/>
                  </a:lnTo>
                  <a:lnTo>
                    <a:pt x="42699" y="180645"/>
                  </a:lnTo>
                  <a:lnTo>
                    <a:pt x="41911" y="177765"/>
                  </a:lnTo>
                  <a:lnTo>
                    <a:pt x="41124" y="174885"/>
                  </a:lnTo>
                  <a:lnTo>
                    <a:pt x="36752" y="176338"/>
                  </a:lnTo>
                  <a:lnTo>
                    <a:pt x="35968" y="173789"/>
                  </a:lnTo>
                  <a:lnTo>
                    <a:pt x="34236" y="169751"/>
                  </a:lnTo>
                  <a:lnTo>
                    <a:pt x="34426" y="165413"/>
                  </a:lnTo>
                  <a:lnTo>
                    <a:pt x="34605" y="164778"/>
                  </a:lnTo>
                  <a:lnTo>
                    <a:pt x="35632" y="161138"/>
                  </a:lnTo>
                  <a:lnTo>
                    <a:pt x="36724" y="155517"/>
                  </a:lnTo>
                  <a:lnTo>
                    <a:pt x="34015" y="151924"/>
                  </a:lnTo>
                  <a:lnTo>
                    <a:pt x="32817" y="149955"/>
                  </a:lnTo>
                  <a:lnTo>
                    <a:pt x="30774" y="146594"/>
                  </a:lnTo>
                  <a:lnTo>
                    <a:pt x="32093" y="141455"/>
                  </a:lnTo>
                  <a:lnTo>
                    <a:pt x="26611" y="137934"/>
                  </a:lnTo>
                  <a:lnTo>
                    <a:pt x="23653" y="136136"/>
                  </a:lnTo>
                  <a:lnTo>
                    <a:pt x="23654" y="130919"/>
                  </a:lnTo>
                  <a:lnTo>
                    <a:pt x="18882" y="126949"/>
                  </a:lnTo>
                  <a:lnTo>
                    <a:pt x="19331" y="123152"/>
                  </a:lnTo>
                  <a:lnTo>
                    <a:pt x="19369" y="122830"/>
                  </a:lnTo>
                  <a:lnTo>
                    <a:pt x="19231" y="119228"/>
                  </a:lnTo>
                  <a:lnTo>
                    <a:pt x="18249" y="118007"/>
                  </a:lnTo>
                  <a:lnTo>
                    <a:pt x="14806" y="113715"/>
                  </a:lnTo>
                  <a:lnTo>
                    <a:pt x="14338" y="107958"/>
                  </a:lnTo>
                  <a:lnTo>
                    <a:pt x="15933" y="103893"/>
                  </a:lnTo>
                  <a:lnTo>
                    <a:pt x="12120" y="101785"/>
                  </a:lnTo>
                  <a:lnTo>
                    <a:pt x="10208" y="100377"/>
                  </a:lnTo>
                  <a:lnTo>
                    <a:pt x="9285" y="99812"/>
                  </a:lnTo>
                  <a:lnTo>
                    <a:pt x="10084" y="96727"/>
                  </a:lnTo>
                  <a:lnTo>
                    <a:pt x="9889" y="96323"/>
                  </a:lnTo>
                  <a:lnTo>
                    <a:pt x="6927" y="90170"/>
                  </a:lnTo>
                  <a:lnTo>
                    <a:pt x="3033" y="86647"/>
                  </a:lnTo>
                  <a:lnTo>
                    <a:pt x="1005" y="8378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412881" y="2357191"/>
              <a:ext cx="511294" cy="832564"/>
            </a:xfrm>
            <a:custGeom>
              <a:avLst/>
              <a:pathLst>
                <a:path w="511294" h="832564">
                  <a:moveTo>
                    <a:pt x="36870" y="490036"/>
                  </a:moveTo>
                  <a:lnTo>
                    <a:pt x="39815" y="486618"/>
                  </a:lnTo>
                  <a:lnTo>
                    <a:pt x="40191" y="480841"/>
                  </a:lnTo>
                  <a:lnTo>
                    <a:pt x="45639" y="477084"/>
                  </a:lnTo>
                  <a:lnTo>
                    <a:pt x="48243" y="473857"/>
                  </a:lnTo>
                  <a:lnTo>
                    <a:pt x="54026" y="464479"/>
                  </a:lnTo>
                  <a:lnTo>
                    <a:pt x="58202" y="456956"/>
                  </a:lnTo>
                  <a:lnTo>
                    <a:pt x="62527" y="454558"/>
                  </a:lnTo>
                  <a:lnTo>
                    <a:pt x="69387" y="452628"/>
                  </a:lnTo>
                  <a:lnTo>
                    <a:pt x="73791" y="447590"/>
                  </a:lnTo>
                  <a:lnTo>
                    <a:pt x="76271" y="444749"/>
                  </a:lnTo>
                  <a:lnTo>
                    <a:pt x="79970" y="438996"/>
                  </a:lnTo>
                  <a:lnTo>
                    <a:pt x="79241" y="433263"/>
                  </a:lnTo>
                  <a:lnTo>
                    <a:pt x="81694" y="427942"/>
                  </a:lnTo>
                  <a:lnTo>
                    <a:pt x="87109" y="423849"/>
                  </a:lnTo>
                  <a:lnTo>
                    <a:pt x="90058" y="420413"/>
                  </a:lnTo>
                  <a:lnTo>
                    <a:pt x="97602" y="406248"/>
                  </a:lnTo>
                  <a:lnTo>
                    <a:pt x="98306" y="404795"/>
                  </a:lnTo>
                  <a:lnTo>
                    <a:pt x="100539" y="400186"/>
                  </a:lnTo>
                  <a:lnTo>
                    <a:pt x="109864" y="387751"/>
                  </a:lnTo>
                  <a:lnTo>
                    <a:pt x="118981" y="375813"/>
                  </a:lnTo>
                  <a:lnTo>
                    <a:pt x="122993" y="371146"/>
                  </a:lnTo>
                  <a:lnTo>
                    <a:pt x="119651" y="363095"/>
                  </a:lnTo>
                  <a:lnTo>
                    <a:pt x="120280" y="357321"/>
                  </a:lnTo>
                  <a:lnTo>
                    <a:pt x="117030" y="351678"/>
                  </a:lnTo>
                  <a:lnTo>
                    <a:pt x="111755" y="350179"/>
                  </a:lnTo>
                  <a:lnTo>
                    <a:pt x="107509" y="344331"/>
                  </a:lnTo>
                  <a:lnTo>
                    <a:pt x="104040" y="342022"/>
                  </a:lnTo>
                  <a:lnTo>
                    <a:pt x="103423" y="340676"/>
                  </a:lnTo>
                  <a:lnTo>
                    <a:pt x="100233" y="333695"/>
                  </a:lnTo>
                  <a:lnTo>
                    <a:pt x="99414" y="327764"/>
                  </a:lnTo>
                  <a:lnTo>
                    <a:pt x="98111" y="323359"/>
                  </a:lnTo>
                  <a:lnTo>
                    <a:pt x="97656" y="315909"/>
                  </a:lnTo>
                  <a:lnTo>
                    <a:pt x="95317" y="312724"/>
                  </a:lnTo>
                  <a:lnTo>
                    <a:pt x="100059" y="307295"/>
                  </a:lnTo>
                  <a:lnTo>
                    <a:pt x="101561" y="304426"/>
                  </a:lnTo>
                  <a:lnTo>
                    <a:pt x="99361" y="300728"/>
                  </a:lnTo>
                  <a:lnTo>
                    <a:pt x="100496" y="294963"/>
                  </a:lnTo>
                  <a:lnTo>
                    <a:pt x="99241" y="289100"/>
                  </a:lnTo>
                  <a:lnTo>
                    <a:pt x="95621" y="282655"/>
                  </a:lnTo>
                  <a:lnTo>
                    <a:pt x="98921" y="277047"/>
                  </a:lnTo>
                  <a:lnTo>
                    <a:pt x="99214" y="275306"/>
                  </a:lnTo>
                  <a:lnTo>
                    <a:pt x="100049" y="270364"/>
                  </a:lnTo>
                  <a:lnTo>
                    <a:pt x="101676" y="262874"/>
                  </a:lnTo>
                  <a:lnTo>
                    <a:pt x="115360" y="200169"/>
                  </a:lnTo>
                  <a:lnTo>
                    <a:pt x="116004" y="197228"/>
                  </a:lnTo>
                  <a:lnTo>
                    <a:pt x="118436" y="186031"/>
                  </a:lnTo>
                  <a:lnTo>
                    <a:pt x="120922" y="174598"/>
                  </a:lnTo>
                  <a:lnTo>
                    <a:pt x="129549" y="135055"/>
                  </a:lnTo>
                  <a:lnTo>
                    <a:pt x="135305" y="109147"/>
                  </a:lnTo>
                  <a:lnTo>
                    <a:pt x="136925" y="101872"/>
                  </a:lnTo>
                  <a:lnTo>
                    <a:pt x="138818" y="93374"/>
                  </a:lnTo>
                  <a:lnTo>
                    <a:pt x="146314" y="61603"/>
                  </a:lnTo>
                  <a:lnTo>
                    <a:pt x="152015" y="36581"/>
                  </a:lnTo>
                  <a:lnTo>
                    <a:pt x="156605" y="16299"/>
                  </a:lnTo>
                  <a:lnTo>
                    <a:pt x="160301" y="0"/>
                  </a:lnTo>
                  <a:lnTo>
                    <a:pt x="179448" y="4077"/>
                  </a:lnTo>
                  <a:lnTo>
                    <a:pt x="203098" y="9103"/>
                  </a:lnTo>
                  <a:lnTo>
                    <a:pt x="228781" y="14366"/>
                  </a:lnTo>
                  <a:lnTo>
                    <a:pt x="217535" y="67829"/>
                  </a:lnTo>
                  <a:lnTo>
                    <a:pt x="217067" y="70058"/>
                  </a:lnTo>
                  <a:lnTo>
                    <a:pt x="213234" y="88434"/>
                  </a:lnTo>
                  <a:lnTo>
                    <a:pt x="211134" y="98482"/>
                  </a:lnTo>
                  <a:lnTo>
                    <a:pt x="209093" y="108259"/>
                  </a:lnTo>
                  <a:lnTo>
                    <a:pt x="206281" y="121659"/>
                  </a:lnTo>
                  <a:lnTo>
                    <a:pt x="206692" y="123453"/>
                  </a:lnTo>
                  <a:lnTo>
                    <a:pt x="206996" y="124777"/>
                  </a:lnTo>
                  <a:lnTo>
                    <a:pt x="210365" y="133872"/>
                  </a:lnTo>
                  <a:lnTo>
                    <a:pt x="213354" y="140636"/>
                  </a:lnTo>
                  <a:lnTo>
                    <a:pt x="216694" y="144452"/>
                  </a:lnTo>
                  <a:lnTo>
                    <a:pt x="216228" y="150392"/>
                  </a:lnTo>
                  <a:lnTo>
                    <a:pt x="222805" y="158897"/>
                  </a:lnTo>
                  <a:lnTo>
                    <a:pt x="220996" y="163215"/>
                  </a:lnTo>
                  <a:lnTo>
                    <a:pt x="223324" y="167178"/>
                  </a:lnTo>
                  <a:lnTo>
                    <a:pt x="220366" y="171850"/>
                  </a:lnTo>
                  <a:lnTo>
                    <a:pt x="219716" y="176593"/>
                  </a:lnTo>
                  <a:lnTo>
                    <a:pt x="224530" y="183242"/>
                  </a:lnTo>
                  <a:lnTo>
                    <a:pt x="219809" y="185038"/>
                  </a:lnTo>
                  <a:lnTo>
                    <a:pt x="217699" y="189022"/>
                  </a:lnTo>
                  <a:lnTo>
                    <a:pt x="226091" y="196363"/>
                  </a:lnTo>
                  <a:lnTo>
                    <a:pt x="228319" y="202708"/>
                  </a:lnTo>
                  <a:lnTo>
                    <a:pt x="232099" y="206718"/>
                  </a:lnTo>
                  <a:lnTo>
                    <a:pt x="238843" y="210234"/>
                  </a:lnTo>
                  <a:lnTo>
                    <a:pt x="241894" y="211867"/>
                  </a:lnTo>
                  <a:lnTo>
                    <a:pt x="243438" y="217304"/>
                  </a:lnTo>
                  <a:lnTo>
                    <a:pt x="245328" y="221589"/>
                  </a:lnTo>
                  <a:lnTo>
                    <a:pt x="249218" y="227214"/>
                  </a:lnTo>
                  <a:lnTo>
                    <a:pt x="252734" y="235672"/>
                  </a:lnTo>
                  <a:lnTo>
                    <a:pt x="255528" y="240572"/>
                  </a:lnTo>
                  <a:lnTo>
                    <a:pt x="257362" y="246554"/>
                  </a:lnTo>
                  <a:lnTo>
                    <a:pt x="261677" y="251682"/>
                  </a:lnTo>
                  <a:lnTo>
                    <a:pt x="263768" y="254163"/>
                  </a:lnTo>
                  <a:lnTo>
                    <a:pt x="261664" y="258914"/>
                  </a:lnTo>
                  <a:lnTo>
                    <a:pt x="265088" y="265820"/>
                  </a:lnTo>
                  <a:lnTo>
                    <a:pt x="271029" y="270619"/>
                  </a:lnTo>
                  <a:lnTo>
                    <a:pt x="271891" y="275223"/>
                  </a:lnTo>
                  <a:lnTo>
                    <a:pt x="276905" y="276004"/>
                  </a:lnTo>
                  <a:lnTo>
                    <a:pt x="278359" y="277207"/>
                  </a:lnTo>
                  <a:lnTo>
                    <a:pt x="281647" y="279927"/>
                  </a:lnTo>
                  <a:lnTo>
                    <a:pt x="280931" y="285888"/>
                  </a:lnTo>
                  <a:lnTo>
                    <a:pt x="283044" y="286901"/>
                  </a:lnTo>
                  <a:lnTo>
                    <a:pt x="286094" y="288361"/>
                  </a:lnTo>
                  <a:lnTo>
                    <a:pt x="293086" y="289112"/>
                  </a:lnTo>
                  <a:lnTo>
                    <a:pt x="300261" y="288218"/>
                  </a:lnTo>
                  <a:lnTo>
                    <a:pt x="301822" y="290034"/>
                  </a:lnTo>
                  <a:lnTo>
                    <a:pt x="302763" y="291129"/>
                  </a:lnTo>
                  <a:lnTo>
                    <a:pt x="300622" y="298435"/>
                  </a:lnTo>
                  <a:lnTo>
                    <a:pt x="297762" y="305664"/>
                  </a:lnTo>
                  <a:lnTo>
                    <a:pt x="293799" y="305994"/>
                  </a:lnTo>
                  <a:lnTo>
                    <a:pt x="293434" y="315593"/>
                  </a:lnTo>
                  <a:lnTo>
                    <a:pt x="290171" y="317745"/>
                  </a:lnTo>
                  <a:lnTo>
                    <a:pt x="287985" y="325840"/>
                  </a:lnTo>
                  <a:lnTo>
                    <a:pt x="286547" y="329688"/>
                  </a:lnTo>
                  <a:lnTo>
                    <a:pt x="285198" y="333523"/>
                  </a:lnTo>
                  <a:lnTo>
                    <a:pt x="284241" y="340377"/>
                  </a:lnTo>
                  <a:lnTo>
                    <a:pt x="279032" y="340116"/>
                  </a:lnTo>
                  <a:lnTo>
                    <a:pt x="277705" y="344595"/>
                  </a:lnTo>
                  <a:lnTo>
                    <a:pt x="281684" y="348458"/>
                  </a:lnTo>
                  <a:lnTo>
                    <a:pt x="278874" y="355374"/>
                  </a:lnTo>
                  <a:lnTo>
                    <a:pt x="280948" y="360411"/>
                  </a:lnTo>
                  <a:lnTo>
                    <a:pt x="283310" y="363840"/>
                  </a:lnTo>
                  <a:lnTo>
                    <a:pt x="281521" y="369077"/>
                  </a:lnTo>
                  <a:lnTo>
                    <a:pt x="282804" y="372551"/>
                  </a:lnTo>
                  <a:lnTo>
                    <a:pt x="279695" y="374985"/>
                  </a:lnTo>
                  <a:lnTo>
                    <a:pt x="272307" y="375794"/>
                  </a:lnTo>
                  <a:lnTo>
                    <a:pt x="267824" y="381211"/>
                  </a:lnTo>
                  <a:lnTo>
                    <a:pt x="270983" y="388216"/>
                  </a:lnTo>
                  <a:lnTo>
                    <a:pt x="270330" y="394009"/>
                  </a:lnTo>
                  <a:lnTo>
                    <a:pt x="267271" y="395499"/>
                  </a:lnTo>
                  <a:lnTo>
                    <a:pt x="266233" y="400180"/>
                  </a:lnTo>
                  <a:lnTo>
                    <a:pt x="266884" y="402692"/>
                  </a:lnTo>
                  <a:lnTo>
                    <a:pt x="267675" y="405742"/>
                  </a:lnTo>
                  <a:lnTo>
                    <a:pt x="271085" y="408058"/>
                  </a:lnTo>
                  <a:lnTo>
                    <a:pt x="276693" y="414777"/>
                  </a:lnTo>
                  <a:lnTo>
                    <a:pt x="283150" y="417286"/>
                  </a:lnTo>
                  <a:lnTo>
                    <a:pt x="286303" y="411493"/>
                  </a:lnTo>
                  <a:lnTo>
                    <a:pt x="291345" y="411536"/>
                  </a:lnTo>
                  <a:lnTo>
                    <a:pt x="300195" y="406613"/>
                  </a:lnTo>
                  <a:lnTo>
                    <a:pt x="306244" y="402125"/>
                  </a:lnTo>
                  <a:lnTo>
                    <a:pt x="306994" y="397578"/>
                  </a:lnTo>
                  <a:lnTo>
                    <a:pt x="310371" y="397672"/>
                  </a:lnTo>
                  <a:lnTo>
                    <a:pt x="311767" y="399923"/>
                  </a:lnTo>
                  <a:lnTo>
                    <a:pt x="314739" y="404710"/>
                  </a:lnTo>
                  <a:lnTo>
                    <a:pt x="317158" y="407410"/>
                  </a:lnTo>
                  <a:lnTo>
                    <a:pt x="320848" y="410441"/>
                  </a:lnTo>
                  <a:lnTo>
                    <a:pt x="319664" y="419006"/>
                  </a:lnTo>
                  <a:lnTo>
                    <a:pt x="322090" y="424137"/>
                  </a:lnTo>
                  <a:lnTo>
                    <a:pt x="320851" y="429807"/>
                  </a:lnTo>
                  <a:lnTo>
                    <a:pt x="322388" y="434810"/>
                  </a:lnTo>
                  <a:lnTo>
                    <a:pt x="321039" y="441215"/>
                  </a:lnTo>
                  <a:lnTo>
                    <a:pt x="325812" y="452087"/>
                  </a:lnTo>
                  <a:lnTo>
                    <a:pt x="329556" y="464523"/>
                  </a:lnTo>
                  <a:lnTo>
                    <a:pt x="333863" y="468418"/>
                  </a:lnTo>
                  <a:lnTo>
                    <a:pt x="337578" y="473555"/>
                  </a:lnTo>
                  <a:lnTo>
                    <a:pt x="337712" y="479377"/>
                  </a:lnTo>
                  <a:lnTo>
                    <a:pt x="335897" y="484997"/>
                  </a:lnTo>
                  <a:lnTo>
                    <a:pt x="333184" y="489276"/>
                  </a:lnTo>
                  <a:lnTo>
                    <a:pt x="335916" y="497307"/>
                  </a:lnTo>
                  <a:lnTo>
                    <a:pt x="339213" y="498718"/>
                  </a:lnTo>
                  <a:lnTo>
                    <a:pt x="344323" y="503549"/>
                  </a:lnTo>
                  <a:lnTo>
                    <a:pt x="348881" y="501649"/>
                  </a:lnTo>
                  <a:lnTo>
                    <a:pt x="356661" y="509385"/>
                  </a:lnTo>
                  <a:lnTo>
                    <a:pt x="357978" y="515825"/>
                  </a:lnTo>
                  <a:lnTo>
                    <a:pt x="360545" y="525020"/>
                  </a:lnTo>
                  <a:lnTo>
                    <a:pt x="358743" y="530494"/>
                  </a:lnTo>
                  <a:lnTo>
                    <a:pt x="361864" y="537527"/>
                  </a:lnTo>
                  <a:lnTo>
                    <a:pt x="361052" y="542571"/>
                  </a:lnTo>
                  <a:lnTo>
                    <a:pt x="364366" y="549203"/>
                  </a:lnTo>
                  <a:lnTo>
                    <a:pt x="369059" y="553989"/>
                  </a:lnTo>
                  <a:lnTo>
                    <a:pt x="373697" y="551977"/>
                  </a:lnTo>
                  <a:lnTo>
                    <a:pt x="374114" y="551797"/>
                  </a:lnTo>
                  <a:lnTo>
                    <a:pt x="374230" y="547935"/>
                  </a:lnTo>
                  <a:lnTo>
                    <a:pt x="382327" y="542950"/>
                  </a:lnTo>
                  <a:lnTo>
                    <a:pt x="384480" y="542865"/>
                  </a:lnTo>
                  <a:lnTo>
                    <a:pt x="392390" y="545443"/>
                  </a:lnTo>
                  <a:lnTo>
                    <a:pt x="402063" y="548172"/>
                  </a:lnTo>
                  <a:lnTo>
                    <a:pt x="408112" y="552646"/>
                  </a:lnTo>
                  <a:lnTo>
                    <a:pt x="411627" y="544252"/>
                  </a:lnTo>
                  <a:lnTo>
                    <a:pt x="417848" y="540826"/>
                  </a:lnTo>
                  <a:lnTo>
                    <a:pt x="422377" y="544277"/>
                  </a:lnTo>
                  <a:lnTo>
                    <a:pt x="429534" y="547021"/>
                  </a:lnTo>
                  <a:lnTo>
                    <a:pt x="436653" y="547077"/>
                  </a:lnTo>
                  <a:lnTo>
                    <a:pt x="449612" y="546100"/>
                  </a:lnTo>
                  <a:lnTo>
                    <a:pt x="453584" y="552466"/>
                  </a:lnTo>
                  <a:lnTo>
                    <a:pt x="462296" y="548386"/>
                  </a:lnTo>
                  <a:lnTo>
                    <a:pt x="468927" y="549689"/>
                  </a:lnTo>
                  <a:lnTo>
                    <a:pt x="473061" y="550497"/>
                  </a:lnTo>
                  <a:lnTo>
                    <a:pt x="476838" y="547981"/>
                  </a:lnTo>
                  <a:lnTo>
                    <a:pt x="482172" y="538101"/>
                  </a:lnTo>
                  <a:lnTo>
                    <a:pt x="483332" y="536466"/>
                  </a:lnTo>
                  <a:lnTo>
                    <a:pt x="485102" y="533970"/>
                  </a:lnTo>
                  <a:lnTo>
                    <a:pt x="489744" y="530813"/>
                  </a:lnTo>
                  <a:lnTo>
                    <a:pt x="490285" y="531324"/>
                  </a:lnTo>
                  <a:lnTo>
                    <a:pt x="493969" y="534794"/>
                  </a:lnTo>
                  <a:lnTo>
                    <a:pt x="497323" y="541467"/>
                  </a:lnTo>
                  <a:lnTo>
                    <a:pt x="500065" y="546802"/>
                  </a:lnTo>
                  <a:lnTo>
                    <a:pt x="501092" y="552209"/>
                  </a:lnTo>
                  <a:lnTo>
                    <a:pt x="504940" y="557152"/>
                  </a:lnTo>
                  <a:lnTo>
                    <a:pt x="505920" y="561929"/>
                  </a:lnTo>
                  <a:lnTo>
                    <a:pt x="511294" y="564831"/>
                  </a:lnTo>
                  <a:lnTo>
                    <a:pt x="509820" y="575563"/>
                  </a:lnTo>
                  <a:lnTo>
                    <a:pt x="506052" y="603729"/>
                  </a:lnTo>
                  <a:lnTo>
                    <a:pt x="504221" y="617968"/>
                  </a:lnTo>
                  <a:lnTo>
                    <a:pt x="503177" y="626102"/>
                  </a:lnTo>
                  <a:lnTo>
                    <a:pt x="499988" y="649983"/>
                  </a:lnTo>
                  <a:lnTo>
                    <a:pt x="497326" y="670216"/>
                  </a:lnTo>
                  <a:lnTo>
                    <a:pt x="494692" y="690291"/>
                  </a:lnTo>
                  <a:lnTo>
                    <a:pt x="491204" y="716646"/>
                  </a:lnTo>
                  <a:lnTo>
                    <a:pt x="490445" y="722381"/>
                  </a:lnTo>
                  <a:lnTo>
                    <a:pt x="489659" y="728333"/>
                  </a:lnTo>
                  <a:lnTo>
                    <a:pt x="486204" y="754522"/>
                  </a:lnTo>
                  <a:lnTo>
                    <a:pt x="483048" y="777099"/>
                  </a:lnTo>
                  <a:lnTo>
                    <a:pt x="480566" y="794894"/>
                  </a:lnTo>
                  <a:lnTo>
                    <a:pt x="475627" y="832564"/>
                  </a:lnTo>
                  <a:lnTo>
                    <a:pt x="449391" y="829019"/>
                  </a:lnTo>
                  <a:lnTo>
                    <a:pt x="441588" y="828049"/>
                  </a:lnTo>
                  <a:lnTo>
                    <a:pt x="438671" y="827642"/>
                  </a:lnTo>
                  <a:lnTo>
                    <a:pt x="419222" y="824896"/>
                  </a:lnTo>
                  <a:lnTo>
                    <a:pt x="390505" y="820865"/>
                  </a:lnTo>
                  <a:lnTo>
                    <a:pt x="386553" y="820155"/>
                  </a:lnTo>
                  <a:lnTo>
                    <a:pt x="378138" y="818632"/>
                  </a:lnTo>
                  <a:lnTo>
                    <a:pt x="347528" y="814004"/>
                  </a:lnTo>
                  <a:lnTo>
                    <a:pt x="319338" y="809772"/>
                  </a:lnTo>
                  <a:lnTo>
                    <a:pt x="299499" y="806779"/>
                  </a:lnTo>
                  <a:lnTo>
                    <a:pt x="279731" y="803833"/>
                  </a:lnTo>
                  <a:lnTo>
                    <a:pt x="254046" y="800019"/>
                  </a:lnTo>
                  <a:lnTo>
                    <a:pt x="236329" y="796394"/>
                  </a:lnTo>
                  <a:lnTo>
                    <a:pt x="217237" y="792992"/>
                  </a:lnTo>
                  <a:lnTo>
                    <a:pt x="192093" y="788460"/>
                  </a:lnTo>
                  <a:lnTo>
                    <a:pt x="168298" y="783508"/>
                  </a:lnTo>
                  <a:lnTo>
                    <a:pt x="157250" y="781599"/>
                  </a:lnTo>
                  <a:lnTo>
                    <a:pt x="135328" y="777751"/>
                  </a:lnTo>
                  <a:lnTo>
                    <a:pt x="110626" y="772858"/>
                  </a:lnTo>
                  <a:lnTo>
                    <a:pt x="91271" y="769141"/>
                  </a:lnTo>
                  <a:lnTo>
                    <a:pt x="54693" y="761755"/>
                  </a:lnTo>
                  <a:lnTo>
                    <a:pt x="31532" y="756990"/>
                  </a:lnTo>
                  <a:lnTo>
                    <a:pt x="629" y="750234"/>
                  </a:lnTo>
                  <a:lnTo>
                    <a:pt x="0" y="750094"/>
                  </a:lnTo>
                  <a:lnTo>
                    <a:pt x="8298" y="709453"/>
                  </a:lnTo>
                  <a:lnTo>
                    <a:pt x="17803" y="663438"/>
                  </a:lnTo>
                  <a:lnTo>
                    <a:pt x="22606" y="640076"/>
                  </a:lnTo>
                  <a:lnTo>
                    <a:pt x="35332" y="578829"/>
                  </a:lnTo>
                  <a:lnTo>
                    <a:pt x="37315" y="569811"/>
                  </a:lnTo>
                  <a:lnTo>
                    <a:pt x="40697" y="554452"/>
                  </a:lnTo>
                  <a:lnTo>
                    <a:pt x="44894" y="548920"/>
                  </a:lnTo>
                  <a:lnTo>
                    <a:pt x="45943" y="547535"/>
                  </a:lnTo>
                  <a:lnTo>
                    <a:pt x="49137" y="538426"/>
                  </a:lnTo>
                  <a:lnTo>
                    <a:pt x="51897" y="533810"/>
                  </a:lnTo>
                  <a:lnTo>
                    <a:pt x="50105" y="527154"/>
                  </a:lnTo>
                  <a:lnTo>
                    <a:pt x="57668" y="521226"/>
                  </a:lnTo>
                  <a:lnTo>
                    <a:pt x="57851" y="521083"/>
                  </a:lnTo>
                  <a:lnTo>
                    <a:pt x="57896" y="518272"/>
                  </a:lnTo>
                  <a:lnTo>
                    <a:pt x="53454" y="515682"/>
                  </a:lnTo>
                  <a:lnTo>
                    <a:pt x="53898" y="511121"/>
                  </a:lnTo>
                  <a:lnTo>
                    <a:pt x="47295" y="509529"/>
                  </a:lnTo>
                  <a:lnTo>
                    <a:pt x="43527" y="504195"/>
                  </a:lnTo>
                  <a:lnTo>
                    <a:pt x="39360" y="505391"/>
                  </a:lnTo>
                  <a:lnTo>
                    <a:pt x="36495" y="501465"/>
                  </a:lnTo>
                  <a:lnTo>
                    <a:pt x="37058" y="500679"/>
                  </a:lnTo>
                  <a:lnTo>
                    <a:pt x="39294" y="497555"/>
                  </a:lnTo>
                  <a:lnTo>
                    <a:pt x="38142" y="4937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41329" y="3279981"/>
              <a:ext cx="294579" cy="510115"/>
            </a:xfrm>
            <a:custGeom>
              <a:avLst/>
              <a:pathLst>
                <a:path w="294579" h="510115">
                  <a:moveTo>
                    <a:pt x="128" y="238853"/>
                  </a:moveTo>
                  <a:lnTo>
                    <a:pt x="337" y="234392"/>
                  </a:lnTo>
                  <a:lnTo>
                    <a:pt x="428" y="232442"/>
                  </a:lnTo>
                  <a:lnTo>
                    <a:pt x="1560" y="227525"/>
                  </a:lnTo>
                  <a:lnTo>
                    <a:pt x="4518" y="222108"/>
                  </a:lnTo>
                  <a:lnTo>
                    <a:pt x="7530" y="219886"/>
                  </a:lnTo>
                  <a:lnTo>
                    <a:pt x="6568" y="215139"/>
                  </a:lnTo>
                  <a:lnTo>
                    <a:pt x="6864" y="209769"/>
                  </a:lnTo>
                  <a:lnTo>
                    <a:pt x="4818" y="207782"/>
                  </a:lnTo>
                  <a:lnTo>
                    <a:pt x="5770" y="203287"/>
                  </a:lnTo>
                  <a:lnTo>
                    <a:pt x="7857" y="200240"/>
                  </a:lnTo>
                  <a:lnTo>
                    <a:pt x="13929" y="197318"/>
                  </a:lnTo>
                  <a:lnTo>
                    <a:pt x="18209" y="196886"/>
                  </a:lnTo>
                  <a:lnTo>
                    <a:pt x="22316" y="193271"/>
                  </a:lnTo>
                  <a:lnTo>
                    <a:pt x="22242" y="190830"/>
                  </a:lnTo>
                  <a:lnTo>
                    <a:pt x="22172" y="188491"/>
                  </a:lnTo>
                  <a:lnTo>
                    <a:pt x="23303" y="183377"/>
                  </a:lnTo>
                  <a:lnTo>
                    <a:pt x="22824" y="179642"/>
                  </a:lnTo>
                  <a:lnTo>
                    <a:pt x="25680" y="175004"/>
                  </a:lnTo>
                  <a:lnTo>
                    <a:pt x="29304" y="170598"/>
                  </a:lnTo>
                  <a:lnTo>
                    <a:pt x="31169" y="166556"/>
                  </a:lnTo>
                  <a:lnTo>
                    <a:pt x="31014" y="160601"/>
                  </a:lnTo>
                  <a:lnTo>
                    <a:pt x="30080" y="156072"/>
                  </a:lnTo>
                  <a:lnTo>
                    <a:pt x="30027" y="155816"/>
                  </a:lnTo>
                  <a:lnTo>
                    <a:pt x="29319" y="152382"/>
                  </a:lnTo>
                  <a:lnTo>
                    <a:pt x="26060" y="148028"/>
                  </a:lnTo>
                  <a:lnTo>
                    <a:pt x="23059" y="148030"/>
                  </a:lnTo>
                  <a:lnTo>
                    <a:pt x="19887" y="143955"/>
                  </a:lnTo>
                  <a:lnTo>
                    <a:pt x="17326" y="140975"/>
                  </a:lnTo>
                  <a:lnTo>
                    <a:pt x="19247" y="133049"/>
                  </a:lnTo>
                  <a:lnTo>
                    <a:pt x="19368" y="132548"/>
                  </a:lnTo>
                  <a:lnTo>
                    <a:pt x="19527" y="129835"/>
                  </a:lnTo>
                  <a:lnTo>
                    <a:pt x="21531" y="124625"/>
                  </a:lnTo>
                  <a:lnTo>
                    <a:pt x="25607" y="123586"/>
                  </a:lnTo>
                  <a:lnTo>
                    <a:pt x="28541" y="123920"/>
                  </a:lnTo>
                  <a:lnTo>
                    <a:pt x="32157" y="121195"/>
                  </a:lnTo>
                  <a:lnTo>
                    <a:pt x="37591" y="120157"/>
                  </a:lnTo>
                  <a:lnTo>
                    <a:pt x="43331" y="119337"/>
                  </a:lnTo>
                  <a:lnTo>
                    <a:pt x="48615" y="115958"/>
                  </a:lnTo>
                  <a:lnTo>
                    <a:pt x="51503" y="112757"/>
                  </a:lnTo>
                  <a:lnTo>
                    <a:pt x="55389" y="112014"/>
                  </a:lnTo>
                  <a:lnTo>
                    <a:pt x="58840" y="111246"/>
                  </a:lnTo>
                  <a:lnTo>
                    <a:pt x="61516" y="107321"/>
                  </a:lnTo>
                  <a:lnTo>
                    <a:pt x="64833" y="105400"/>
                  </a:lnTo>
                  <a:lnTo>
                    <a:pt x="66296" y="103485"/>
                  </a:lnTo>
                  <a:lnTo>
                    <a:pt x="65803" y="97502"/>
                  </a:lnTo>
                  <a:lnTo>
                    <a:pt x="66973" y="94586"/>
                  </a:lnTo>
                  <a:lnTo>
                    <a:pt x="66813" y="91515"/>
                  </a:lnTo>
                  <a:lnTo>
                    <a:pt x="66749" y="90268"/>
                  </a:lnTo>
                  <a:lnTo>
                    <a:pt x="70532" y="86370"/>
                  </a:lnTo>
                  <a:lnTo>
                    <a:pt x="70922" y="86052"/>
                  </a:lnTo>
                  <a:lnTo>
                    <a:pt x="74764" y="82912"/>
                  </a:lnTo>
                  <a:lnTo>
                    <a:pt x="74368" y="79964"/>
                  </a:lnTo>
                  <a:lnTo>
                    <a:pt x="75052" y="76293"/>
                  </a:lnTo>
                  <a:lnTo>
                    <a:pt x="75028" y="72071"/>
                  </a:lnTo>
                  <a:lnTo>
                    <a:pt x="75024" y="71307"/>
                  </a:lnTo>
                  <a:lnTo>
                    <a:pt x="75502" y="65946"/>
                  </a:lnTo>
                  <a:lnTo>
                    <a:pt x="73832" y="62746"/>
                  </a:lnTo>
                  <a:lnTo>
                    <a:pt x="73502" y="62115"/>
                  </a:lnTo>
                  <a:lnTo>
                    <a:pt x="72956" y="56130"/>
                  </a:lnTo>
                  <a:lnTo>
                    <a:pt x="69411" y="52638"/>
                  </a:lnTo>
                  <a:lnTo>
                    <a:pt x="65023" y="50836"/>
                  </a:lnTo>
                  <a:lnTo>
                    <a:pt x="61744" y="49465"/>
                  </a:lnTo>
                  <a:lnTo>
                    <a:pt x="60106" y="48779"/>
                  </a:lnTo>
                  <a:lnTo>
                    <a:pt x="55559" y="46018"/>
                  </a:lnTo>
                  <a:lnTo>
                    <a:pt x="53139" y="42733"/>
                  </a:lnTo>
                  <a:lnTo>
                    <a:pt x="53624" y="38852"/>
                  </a:lnTo>
                  <a:lnTo>
                    <a:pt x="51294" y="35725"/>
                  </a:lnTo>
                  <a:lnTo>
                    <a:pt x="48507" y="33800"/>
                  </a:lnTo>
                  <a:lnTo>
                    <a:pt x="46078" y="32120"/>
                  </a:lnTo>
                  <a:lnTo>
                    <a:pt x="42534" y="29258"/>
                  </a:lnTo>
                  <a:lnTo>
                    <a:pt x="40769" y="28660"/>
                  </a:lnTo>
                  <a:lnTo>
                    <a:pt x="36774" y="26883"/>
                  </a:lnTo>
                  <a:lnTo>
                    <a:pt x="36661" y="23544"/>
                  </a:lnTo>
                  <a:lnTo>
                    <a:pt x="50360" y="22073"/>
                  </a:lnTo>
                  <a:lnTo>
                    <a:pt x="51067" y="21987"/>
                  </a:lnTo>
                  <a:lnTo>
                    <a:pt x="64565" y="20326"/>
                  </a:lnTo>
                  <a:lnTo>
                    <a:pt x="84298" y="18098"/>
                  </a:lnTo>
                  <a:lnTo>
                    <a:pt x="90209" y="17442"/>
                  </a:lnTo>
                  <a:lnTo>
                    <a:pt x="113109" y="14841"/>
                  </a:lnTo>
                  <a:lnTo>
                    <a:pt x="119213" y="14146"/>
                  </a:lnTo>
                  <a:lnTo>
                    <a:pt x="121581" y="13874"/>
                  </a:lnTo>
                  <a:lnTo>
                    <a:pt x="141412" y="11559"/>
                  </a:lnTo>
                  <a:lnTo>
                    <a:pt x="143043" y="11365"/>
                  </a:lnTo>
                  <a:lnTo>
                    <a:pt x="149849" y="10516"/>
                  </a:lnTo>
                  <a:lnTo>
                    <a:pt x="160722" y="9142"/>
                  </a:lnTo>
                  <a:lnTo>
                    <a:pt x="165316" y="8555"/>
                  </a:lnTo>
                  <a:lnTo>
                    <a:pt x="178581" y="6571"/>
                  </a:lnTo>
                  <a:lnTo>
                    <a:pt x="180916" y="6228"/>
                  </a:lnTo>
                  <a:lnTo>
                    <a:pt x="191963" y="4590"/>
                  </a:lnTo>
                  <a:lnTo>
                    <a:pt x="197771" y="3719"/>
                  </a:lnTo>
                  <a:lnTo>
                    <a:pt x="198932" y="3565"/>
                  </a:lnTo>
                  <a:lnTo>
                    <a:pt x="225375" y="0"/>
                  </a:lnTo>
                  <a:lnTo>
                    <a:pt x="226125" y="6459"/>
                  </a:lnTo>
                  <a:lnTo>
                    <a:pt x="225745" y="11958"/>
                  </a:lnTo>
                  <a:lnTo>
                    <a:pt x="225613" y="17513"/>
                  </a:lnTo>
                  <a:lnTo>
                    <a:pt x="225754" y="17838"/>
                  </a:lnTo>
                  <a:lnTo>
                    <a:pt x="229088" y="25464"/>
                  </a:lnTo>
                  <a:lnTo>
                    <a:pt x="229147" y="25599"/>
                  </a:lnTo>
                  <a:lnTo>
                    <a:pt x="232595" y="30220"/>
                  </a:lnTo>
                  <a:lnTo>
                    <a:pt x="234106" y="32232"/>
                  </a:lnTo>
                  <a:lnTo>
                    <a:pt x="238181" y="35864"/>
                  </a:lnTo>
                  <a:lnTo>
                    <a:pt x="238723" y="36346"/>
                  </a:lnTo>
                  <a:lnTo>
                    <a:pt x="240232" y="40412"/>
                  </a:lnTo>
                  <a:lnTo>
                    <a:pt x="243002" y="46846"/>
                  </a:lnTo>
                  <a:lnTo>
                    <a:pt x="244887" y="51219"/>
                  </a:lnTo>
                  <a:lnTo>
                    <a:pt x="245458" y="51748"/>
                  </a:lnTo>
                  <a:lnTo>
                    <a:pt x="245817" y="52081"/>
                  </a:lnTo>
                  <a:lnTo>
                    <a:pt x="245851" y="52893"/>
                  </a:lnTo>
                  <a:lnTo>
                    <a:pt x="245848" y="54142"/>
                  </a:lnTo>
                  <a:lnTo>
                    <a:pt x="246412" y="55727"/>
                  </a:lnTo>
                  <a:lnTo>
                    <a:pt x="246647" y="56390"/>
                  </a:lnTo>
                  <a:lnTo>
                    <a:pt x="248188" y="58762"/>
                  </a:lnTo>
                  <a:lnTo>
                    <a:pt x="250964" y="63031"/>
                  </a:lnTo>
                  <a:lnTo>
                    <a:pt x="253202" y="64329"/>
                  </a:lnTo>
                  <a:lnTo>
                    <a:pt x="253746" y="65833"/>
                  </a:lnTo>
                  <a:lnTo>
                    <a:pt x="253968" y="66447"/>
                  </a:lnTo>
                  <a:lnTo>
                    <a:pt x="254184" y="67858"/>
                  </a:lnTo>
                  <a:lnTo>
                    <a:pt x="256508" y="83969"/>
                  </a:lnTo>
                  <a:lnTo>
                    <a:pt x="257269" y="89334"/>
                  </a:lnTo>
                  <a:lnTo>
                    <a:pt x="259470" y="104876"/>
                  </a:lnTo>
                  <a:lnTo>
                    <a:pt x="261230" y="116772"/>
                  </a:lnTo>
                  <a:lnTo>
                    <a:pt x="263111" y="129506"/>
                  </a:lnTo>
                  <a:lnTo>
                    <a:pt x="263307" y="130812"/>
                  </a:lnTo>
                  <a:lnTo>
                    <a:pt x="264855" y="141153"/>
                  </a:lnTo>
                  <a:lnTo>
                    <a:pt x="266942" y="155462"/>
                  </a:lnTo>
                  <a:lnTo>
                    <a:pt x="269585" y="173628"/>
                  </a:lnTo>
                  <a:lnTo>
                    <a:pt x="270126" y="177617"/>
                  </a:lnTo>
                  <a:lnTo>
                    <a:pt x="270301" y="178912"/>
                  </a:lnTo>
                  <a:lnTo>
                    <a:pt x="273064" y="199337"/>
                  </a:lnTo>
                  <a:lnTo>
                    <a:pt x="274340" y="208600"/>
                  </a:lnTo>
                  <a:lnTo>
                    <a:pt x="275448" y="216653"/>
                  </a:lnTo>
                  <a:lnTo>
                    <a:pt x="276034" y="220914"/>
                  </a:lnTo>
                  <a:lnTo>
                    <a:pt x="277699" y="232507"/>
                  </a:lnTo>
                  <a:lnTo>
                    <a:pt x="280518" y="252174"/>
                  </a:lnTo>
                  <a:lnTo>
                    <a:pt x="281287" y="257359"/>
                  </a:lnTo>
                  <a:lnTo>
                    <a:pt x="283024" y="269088"/>
                  </a:lnTo>
                  <a:lnTo>
                    <a:pt x="283127" y="269785"/>
                  </a:lnTo>
                  <a:lnTo>
                    <a:pt x="284697" y="280736"/>
                  </a:lnTo>
                  <a:lnTo>
                    <a:pt x="281553" y="281908"/>
                  </a:lnTo>
                  <a:lnTo>
                    <a:pt x="280373" y="284613"/>
                  </a:lnTo>
                  <a:lnTo>
                    <a:pt x="281453" y="289378"/>
                  </a:lnTo>
                  <a:lnTo>
                    <a:pt x="281694" y="290441"/>
                  </a:lnTo>
                  <a:lnTo>
                    <a:pt x="283305" y="293543"/>
                  </a:lnTo>
                  <a:lnTo>
                    <a:pt x="279462" y="298211"/>
                  </a:lnTo>
                  <a:lnTo>
                    <a:pt x="279719" y="298993"/>
                  </a:lnTo>
                  <a:lnTo>
                    <a:pt x="281340" y="303905"/>
                  </a:lnTo>
                  <a:lnTo>
                    <a:pt x="285589" y="307363"/>
                  </a:lnTo>
                  <a:lnTo>
                    <a:pt x="285848" y="312451"/>
                  </a:lnTo>
                  <a:lnTo>
                    <a:pt x="289692" y="314602"/>
                  </a:lnTo>
                  <a:lnTo>
                    <a:pt x="290646" y="320372"/>
                  </a:lnTo>
                  <a:lnTo>
                    <a:pt x="290594" y="320540"/>
                  </a:lnTo>
                  <a:lnTo>
                    <a:pt x="289679" y="323472"/>
                  </a:lnTo>
                  <a:lnTo>
                    <a:pt x="290823" y="325428"/>
                  </a:lnTo>
                  <a:lnTo>
                    <a:pt x="292105" y="327619"/>
                  </a:lnTo>
                  <a:lnTo>
                    <a:pt x="294579" y="333579"/>
                  </a:lnTo>
                  <a:lnTo>
                    <a:pt x="292342" y="341299"/>
                  </a:lnTo>
                  <a:lnTo>
                    <a:pt x="287597" y="345524"/>
                  </a:lnTo>
                  <a:lnTo>
                    <a:pt x="287006" y="350305"/>
                  </a:lnTo>
                  <a:lnTo>
                    <a:pt x="286538" y="352389"/>
                  </a:lnTo>
                  <a:lnTo>
                    <a:pt x="285992" y="354821"/>
                  </a:lnTo>
                  <a:lnTo>
                    <a:pt x="286822" y="357382"/>
                  </a:lnTo>
                  <a:lnTo>
                    <a:pt x="283016" y="360899"/>
                  </a:lnTo>
                  <a:lnTo>
                    <a:pt x="281673" y="365176"/>
                  </a:lnTo>
                  <a:lnTo>
                    <a:pt x="281174" y="366789"/>
                  </a:lnTo>
                  <a:lnTo>
                    <a:pt x="279739" y="371418"/>
                  </a:lnTo>
                  <a:lnTo>
                    <a:pt x="276867" y="377694"/>
                  </a:lnTo>
                  <a:lnTo>
                    <a:pt x="271943" y="381974"/>
                  </a:lnTo>
                  <a:lnTo>
                    <a:pt x="268061" y="385409"/>
                  </a:lnTo>
                  <a:lnTo>
                    <a:pt x="268061" y="386064"/>
                  </a:lnTo>
                  <a:lnTo>
                    <a:pt x="268062" y="389046"/>
                  </a:lnTo>
                  <a:lnTo>
                    <a:pt x="272043" y="392685"/>
                  </a:lnTo>
                  <a:lnTo>
                    <a:pt x="270222" y="397722"/>
                  </a:lnTo>
                  <a:lnTo>
                    <a:pt x="268886" y="402005"/>
                  </a:lnTo>
                  <a:lnTo>
                    <a:pt x="266206" y="404681"/>
                  </a:lnTo>
                  <a:lnTo>
                    <a:pt x="268081" y="410765"/>
                  </a:lnTo>
                  <a:lnTo>
                    <a:pt x="267187" y="417311"/>
                  </a:lnTo>
                  <a:lnTo>
                    <a:pt x="266170" y="419763"/>
                  </a:lnTo>
                  <a:lnTo>
                    <a:pt x="265738" y="420803"/>
                  </a:lnTo>
                  <a:lnTo>
                    <a:pt x="269221" y="425523"/>
                  </a:lnTo>
                  <a:lnTo>
                    <a:pt x="267663" y="430951"/>
                  </a:lnTo>
                  <a:lnTo>
                    <a:pt x="263033" y="435796"/>
                  </a:lnTo>
                  <a:lnTo>
                    <a:pt x="261572" y="439938"/>
                  </a:lnTo>
                  <a:lnTo>
                    <a:pt x="264488" y="446784"/>
                  </a:lnTo>
                  <a:lnTo>
                    <a:pt x="264573" y="446984"/>
                  </a:lnTo>
                  <a:lnTo>
                    <a:pt x="269339" y="450355"/>
                  </a:lnTo>
                  <a:lnTo>
                    <a:pt x="270064" y="452520"/>
                  </a:lnTo>
                  <a:lnTo>
                    <a:pt x="270543" y="453948"/>
                  </a:lnTo>
                  <a:lnTo>
                    <a:pt x="264026" y="456804"/>
                  </a:lnTo>
                  <a:lnTo>
                    <a:pt x="255293" y="459363"/>
                  </a:lnTo>
                  <a:lnTo>
                    <a:pt x="250363" y="464440"/>
                  </a:lnTo>
                  <a:lnTo>
                    <a:pt x="246048" y="463537"/>
                  </a:lnTo>
                  <a:lnTo>
                    <a:pt x="245864" y="463499"/>
                  </a:lnTo>
                  <a:lnTo>
                    <a:pt x="242732" y="465903"/>
                  </a:lnTo>
                  <a:lnTo>
                    <a:pt x="241930" y="471610"/>
                  </a:lnTo>
                  <a:lnTo>
                    <a:pt x="240507" y="476273"/>
                  </a:lnTo>
                  <a:lnTo>
                    <a:pt x="244402" y="482231"/>
                  </a:lnTo>
                  <a:lnTo>
                    <a:pt x="248588" y="488097"/>
                  </a:lnTo>
                  <a:lnTo>
                    <a:pt x="247759" y="492921"/>
                  </a:lnTo>
                  <a:lnTo>
                    <a:pt x="245845" y="495976"/>
                  </a:lnTo>
                  <a:lnTo>
                    <a:pt x="245295" y="496065"/>
                  </a:lnTo>
                  <a:lnTo>
                    <a:pt x="244816" y="496143"/>
                  </a:lnTo>
                  <a:lnTo>
                    <a:pt x="241871" y="496620"/>
                  </a:lnTo>
                  <a:lnTo>
                    <a:pt x="239559" y="495396"/>
                  </a:lnTo>
                  <a:lnTo>
                    <a:pt x="235609" y="493302"/>
                  </a:lnTo>
                  <a:lnTo>
                    <a:pt x="229356" y="491549"/>
                  </a:lnTo>
                  <a:lnTo>
                    <a:pt x="224958" y="490904"/>
                  </a:lnTo>
                  <a:lnTo>
                    <a:pt x="218600" y="487929"/>
                  </a:lnTo>
                  <a:lnTo>
                    <a:pt x="211601" y="486126"/>
                  </a:lnTo>
                  <a:lnTo>
                    <a:pt x="211185" y="486076"/>
                  </a:lnTo>
                  <a:lnTo>
                    <a:pt x="206377" y="486999"/>
                  </a:lnTo>
                  <a:lnTo>
                    <a:pt x="202671" y="490756"/>
                  </a:lnTo>
                  <a:lnTo>
                    <a:pt x="200247" y="495457"/>
                  </a:lnTo>
                  <a:lnTo>
                    <a:pt x="196009" y="502129"/>
                  </a:lnTo>
                  <a:lnTo>
                    <a:pt x="196137" y="502305"/>
                  </a:lnTo>
                  <a:lnTo>
                    <a:pt x="199442" y="506842"/>
                  </a:lnTo>
                  <a:lnTo>
                    <a:pt x="199543" y="510115"/>
                  </a:lnTo>
                  <a:lnTo>
                    <a:pt x="194983" y="510002"/>
                  </a:lnTo>
                  <a:lnTo>
                    <a:pt x="190197" y="508264"/>
                  </a:lnTo>
                  <a:lnTo>
                    <a:pt x="186412" y="507519"/>
                  </a:lnTo>
                  <a:lnTo>
                    <a:pt x="182570" y="506760"/>
                  </a:lnTo>
                  <a:lnTo>
                    <a:pt x="180144" y="501513"/>
                  </a:lnTo>
                  <a:lnTo>
                    <a:pt x="174069" y="494512"/>
                  </a:lnTo>
                  <a:lnTo>
                    <a:pt x="172343" y="488754"/>
                  </a:lnTo>
                  <a:lnTo>
                    <a:pt x="171374" y="488181"/>
                  </a:lnTo>
                  <a:lnTo>
                    <a:pt x="168701" y="486598"/>
                  </a:lnTo>
                  <a:lnTo>
                    <a:pt x="169818" y="482529"/>
                  </a:lnTo>
                  <a:lnTo>
                    <a:pt x="171203" y="481464"/>
                  </a:lnTo>
                  <a:lnTo>
                    <a:pt x="174291" y="479088"/>
                  </a:lnTo>
                  <a:lnTo>
                    <a:pt x="173905" y="474435"/>
                  </a:lnTo>
                  <a:lnTo>
                    <a:pt x="170035" y="469521"/>
                  </a:lnTo>
                  <a:lnTo>
                    <a:pt x="166415" y="464176"/>
                  </a:lnTo>
                  <a:lnTo>
                    <a:pt x="166865" y="461454"/>
                  </a:lnTo>
                  <a:lnTo>
                    <a:pt x="167037" y="460416"/>
                  </a:lnTo>
                  <a:lnTo>
                    <a:pt x="167194" y="459468"/>
                  </a:lnTo>
                  <a:lnTo>
                    <a:pt x="165823" y="455524"/>
                  </a:lnTo>
                  <a:lnTo>
                    <a:pt x="163967" y="449214"/>
                  </a:lnTo>
                  <a:lnTo>
                    <a:pt x="158730" y="447388"/>
                  </a:lnTo>
                  <a:lnTo>
                    <a:pt x="152879" y="444830"/>
                  </a:lnTo>
                  <a:lnTo>
                    <a:pt x="151121" y="441664"/>
                  </a:lnTo>
                  <a:lnTo>
                    <a:pt x="150269" y="440130"/>
                  </a:lnTo>
                  <a:lnTo>
                    <a:pt x="143752" y="437203"/>
                  </a:lnTo>
                  <a:lnTo>
                    <a:pt x="138330" y="433390"/>
                  </a:lnTo>
                  <a:lnTo>
                    <a:pt x="133532" y="437026"/>
                  </a:lnTo>
                  <a:lnTo>
                    <a:pt x="132729" y="436260"/>
                  </a:lnTo>
                  <a:lnTo>
                    <a:pt x="129400" y="433081"/>
                  </a:lnTo>
                  <a:lnTo>
                    <a:pt x="130292" y="428630"/>
                  </a:lnTo>
                  <a:lnTo>
                    <a:pt x="126452" y="428770"/>
                  </a:lnTo>
                  <a:lnTo>
                    <a:pt x="120828" y="425303"/>
                  </a:lnTo>
                  <a:lnTo>
                    <a:pt x="117270" y="422510"/>
                  </a:lnTo>
                  <a:lnTo>
                    <a:pt x="111364" y="419842"/>
                  </a:lnTo>
                  <a:lnTo>
                    <a:pt x="110241" y="419334"/>
                  </a:lnTo>
                  <a:lnTo>
                    <a:pt x="107490" y="416599"/>
                  </a:lnTo>
                  <a:lnTo>
                    <a:pt x="102013" y="412315"/>
                  </a:lnTo>
                  <a:lnTo>
                    <a:pt x="98523" y="407709"/>
                  </a:lnTo>
                  <a:lnTo>
                    <a:pt x="97059" y="399917"/>
                  </a:lnTo>
                  <a:lnTo>
                    <a:pt x="98138" y="394825"/>
                  </a:lnTo>
                  <a:lnTo>
                    <a:pt x="98717" y="393890"/>
                  </a:lnTo>
                  <a:lnTo>
                    <a:pt x="101847" y="388822"/>
                  </a:lnTo>
                  <a:lnTo>
                    <a:pt x="102512" y="383471"/>
                  </a:lnTo>
                  <a:lnTo>
                    <a:pt x="103012" y="381378"/>
                  </a:lnTo>
                  <a:lnTo>
                    <a:pt x="103296" y="380191"/>
                  </a:lnTo>
                  <a:lnTo>
                    <a:pt x="103609" y="378883"/>
                  </a:lnTo>
                  <a:lnTo>
                    <a:pt x="107484" y="372308"/>
                  </a:lnTo>
                  <a:lnTo>
                    <a:pt x="107220" y="367902"/>
                  </a:lnTo>
                  <a:lnTo>
                    <a:pt x="105965" y="365529"/>
                  </a:lnTo>
                  <a:lnTo>
                    <a:pt x="104542" y="362172"/>
                  </a:lnTo>
                  <a:lnTo>
                    <a:pt x="107135" y="357596"/>
                  </a:lnTo>
                  <a:lnTo>
                    <a:pt x="110226" y="354196"/>
                  </a:lnTo>
                  <a:lnTo>
                    <a:pt x="110091" y="350222"/>
                  </a:lnTo>
                  <a:lnTo>
                    <a:pt x="104202" y="347172"/>
                  </a:lnTo>
                  <a:lnTo>
                    <a:pt x="101245" y="345637"/>
                  </a:lnTo>
                  <a:lnTo>
                    <a:pt x="97919" y="345255"/>
                  </a:lnTo>
                  <a:lnTo>
                    <a:pt x="96317" y="345070"/>
                  </a:lnTo>
                  <a:lnTo>
                    <a:pt x="89132" y="342554"/>
                  </a:lnTo>
                  <a:lnTo>
                    <a:pt x="85246" y="342881"/>
                  </a:lnTo>
                  <a:lnTo>
                    <a:pt x="84061" y="342979"/>
                  </a:lnTo>
                  <a:lnTo>
                    <a:pt x="82294" y="347888"/>
                  </a:lnTo>
                  <a:lnTo>
                    <a:pt x="78773" y="351919"/>
                  </a:lnTo>
                  <a:lnTo>
                    <a:pt x="75943" y="351851"/>
                  </a:lnTo>
                  <a:lnTo>
                    <a:pt x="71154" y="348256"/>
                  </a:lnTo>
                  <a:lnTo>
                    <a:pt x="70711" y="346985"/>
                  </a:lnTo>
                  <a:lnTo>
                    <a:pt x="69195" y="342636"/>
                  </a:lnTo>
                  <a:lnTo>
                    <a:pt x="65911" y="336611"/>
                  </a:lnTo>
                  <a:lnTo>
                    <a:pt x="67745" y="332138"/>
                  </a:lnTo>
                  <a:lnTo>
                    <a:pt x="65382" y="327804"/>
                  </a:lnTo>
                  <a:lnTo>
                    <a:pt x="63602" y="321301"/>
                  </a:lnTo>
                  <a:lnTo>
                    <a:pt x="62829" y="318478"/>
                  </a:lnTo>
                  <a:lnTo>
                    <a:pt x="54321" y="311691"/>
                  </a:lnTo>
                  <a:lnTo>
                    <a:pt x="47115" y="307085"/>
                  </a:lnTo>
                  <a:lnTo>
                    <a:pt x="46953" y="306981"/>
                  </a:lnTo>
                  <a:lnTo>
                    <a:pt x="39468" y="303441"/>
                  </a:lnTo>
                  <a:lnTo>
                    <a:pt x="37222" y="299458"/>
                  </a:lnTo>
                  <a:lnTo>
                    <a:pt x="34303" y="295743"/>
                  </a:lnTo>
                  <a:lnTo>
                    <a:pt x="30894" y="295460"/>
                  </a:lnTo>
                  <a:lnTo>
                    <a:pt x="28661" y="291476"/>
                  </a:lnTo>
                  <a:lnTo>
                    <a:pt x="28002" y="290974"/>
                  </a:lnTo>
                  <a:lnTo>
                    <a:pt x="20892" y="285554"/>
                  </a:lnTo>
                  <a:lnTo>
                    <a:pt x="18646" y="283921"/>
                  </a:lnTo>
                  <a:lnTo>
                    <a:pt x="13947" y="280499"/>
                  </a:lnTo>
                  <a:lnTo>
                    <a:pt x="13898" y="277789"/>
                  </a:lnTo>
                  <a:lnTo>
                    <a:pt x="13850" y="275158"/>
                  </a:lnTo>
                  <a:lnTo>
                    <a:pt x="11028" y="272383"/>
                  </a:lnTo>
                  <a:lnTo>
                    <a:pt x="8157" y="270452"/>
                  </a:lnTo>
                  <a:lnTo>
                    <a:pt x="8092" y="264769"/>
                  </a:lnTo>
                  <a:lnTo>
                    <a:pt x="7181" y="261326"/>
                  </a:lnTo>
                  <a:lnTo>
                    <a:pt x="3276" y="255063"/>
                  </a:lnTo>
                  <a:lnTo>
                    <a:pt x="1809" y="249826"/>
                  </a:lnTo>
                  <a:lnTo>
                    <a:pt x="0" y="2415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58163" y="3273998"/>
              <a:ext cx="269467" cy="466517"/>
            </a:xfrm>
            <a:custGeom>
              <a:avLst/>
              <a:pathLst>
                <a:path w="269467" h="466517">
                  <a:moveTo>
                    <a:pt x="14181" y="458554"/>
                  </a:moveTo>
                  <a:lnTo>
                    <a:pt x="15385" y="455653"/>
                  </a:lnTo>
                  <a:lnTo>
                    <a:pt x="16442" y="447908"/>
                  </a:lnTo>
                  <a:lnTo>
                    <a:pt x="14225" y="440709"/>
                  </a:lnTo>
                  <a:lnTo>
                    <a:pt x="17395" y="437543"/>
                  </a:lnTo>
                  <a:lnTo>
                    <a:pt x="18976" y="432476"/>
                  </a:lnTo>
                  <a:lnTo>
                    <a:pt x="21130" y="426516"/>
                  </a:lnTo>
                  <a:lnTo>
                    <a:pt x="16420" y="422211"/>
                  </a:lnTo>
                  <a:lnTo>
                    <a:pt x="16419" y="418682"/>
                  </a:lnTo>
                  <a:lnTo>
                    <a:pt x="16419" y="417908"/>
                  </a:lnTo>
                  <a:lnTo>
                    <a:pt x="21012" y="413843"/>
                  </a:lnTo>
                  <a:lnTo>
                    <a:pt x="26838" y="408779"/>
                  </a:lnTo>
                  <a:lnTo>
                    <a:pt x="30236" y="401354"/>
                  </a:lnTo>
                  <a:lnTo>
                    <a:pt x="31933" y="395877"/>
                  </a:lnTo>
                  <a:lnTo>
                    <a:pt x="32524" y="393968"/>
                  </a:lnTo>
                  <a:lnTo>
                    <a:pt x="34113" y="388908"/>
                  </a:lnTo>
                  <a:lnTo>
                    <a:pt x="38617" y="384747"/>
                  </a:lnTo>
                  <a:lnTo>
                    <a:pt x="37634" y="381717"/>
                  </a:lnTo>
                  <a:lnTo>
                    <a:pt x="38281" y="378839"/>
                  </a:lnTo>
                  <a:lnTo>
                    <a:pt x="38834" y="376373"/>
                  </a:lnTo>
                  <a:lnTo>
                    <a:pt x="39533" y="370716"/>
                  </a:lnTo>
                  <a:lnTo>
                    <a:pt x="45147" y="365717"/>
                  </a:lnTo>
                  <a:lnTo>
                    <a:pt x="47794" y="356583"/>
                  </a:lnTo>
                  <a:lnTo>
                    <a:pt x="44867" y="349532"/>
                  </a:lnTo>
                  <a:lnTo>
                    <a:pt x="43350" y="346939"/>
                  </a:lnTo>
                  <a:lnTo>
                    <a:pt x="41997" y="344625"/>
                  </a:lnTo>
                  <a:lnTo>
                    <a:pt x="43079" y="341156"/>
                  </a:lnTo>
                  <a:lnTo>
                    <a:pt x="43141" y="340957"/>
                  </a:lnTo>
                  <a:lnTo>
                    <a:pt x="42012" y="334130"/>
                  </a:lnTo>
                  <a:lnTo>
                    <a:pt x="37464" y="331585"/>
                  </a:lnTo>
                  <a:lnTo>
                    <a:pt x="37158" y="325565"/>
                  </a:lnTo>
                  <a:lnTo>
                    <a:pt x="32130" y="321474"/>
                  </a:lnTo>
                  <a:lnTo>
                    <a:pt x="30213" y="315662"/>
                  </a:lnTo>
                  <a:lnTo>
                    <a:pt x="29908" y="314736"/>
                  </a:lnTo>
                  <a:lnTo>
                    <a:pt x="34456" y="309213"/>
                  </a:lnTo>
                  <a:lnTo>
                    <a:pt x="32549" y="305543"/>
                  </a:lnTo>
                  <a:lnTo>
                    <a:pt x="32264" y="304286"/>
                  </a:lnTo>
                  <a:lnTo>
                    <a:pt x="30987" y="298648"/>
                  </a:lnTo>
                  <a:lnTo>
                    <a:pt x="32382" y="295447"/>
                  </a:lnTo>
                  <a:lnTo>
                    <a:pt x="36102" y="294061"/>
                  </a:lnTo>
                  <a:lnTo>
                    <a:pt x="34244" y="281103"/>
                  </a:lnTo>
                  <a:lnTo>
                    <a:pt x="34123" y="280279"/>
                  </a:lnTo>
                  <a:lnTo>
                    <a:pt x="32068" y="266402"/>
                  </a:lnTo>
                  <a:lnTo>
                    <a:pt x="31158" y="260267"/>
                  </a:lnTo>
                  <a:lnTo>
                    <a:pt x="27823" y="236998"/>
                  </a:lnTo>
                  <a:lnTo>
                    <a:pt x="25852" y="223280"/>
                  </a:lnTo>
                  <a:lnTo>
                    <a:pt x="25159" y="218239"/>
                  </a:lnTo>
                  <a:lnTo>
                    <a:pt x="23848" y="208710"/>
                  </a:lnTo>
                  <a:lnTo>
                    <a:pt x="22338" y="197751"/>
                  </a:lnTo>
                  <a:lnTo>
                    <a:pt x="19069" y="173585"/>
                  </a:lnTo>
                  <a:lnTo>
                    <a:pt x="18862" y="172053"/>
                  </a:lnTo>
                  <a:lnTo>
                    <a:pt x="18221" y="167332"/>
                  </a:lnTo>
                  <a:lnTo>
                    <a:pt x="15095" y="145839"/>
                  </a:lnTo>
                  <a:lnTo>
                    <a:pt x="12626" y="128910"/>
                  </a:lnTo>
                  <a:lnTo>
                    <a:pt x="10794" y="116674"/>
                  </a:lnTo>
                  <a:lnTo>
                    <a:pt x="10562" y="115128"/>
                  </a:lnTo>
                  <a:lnTo>
                    <a:pt x="8337" y="100062"/>
                  </a:lnTo>
                  <a:lnTo>
                    <a:pt x="6252" y="85973"/>
                  </a:lnTo>
                  <a:lnTo>
                    <a:pt x="3650" y="67598"/>
                  </a:lnTo>
                  <a:lnTo>
                    <a:pt x="2750" y="61250"/>
                  </a:lnTo>
                  <a:lnTo>
                    <a:pt x="0" y="42188"/>
                  </a:lnTo>
                  <a:lnTo>
                    <a:pt x="4784" y="45324"/>
                  </a:lnTo>
                  <a:lnTo>
                    <a:pt x="8891" y="43014"/>
                  </a:lnTo>
                  <a:lnTo>
                    <a:pt x="13819" y="48649"/>
                  </a:lnTo>
                  <a:lnTo>
                    <a:pt x="22203" y="48343"/>
                  </a:lnTo>
                  <a:lnTo>
                    <a:pt x="25134" y="46948"/>
                  </a:lnTo>
                  <a:lnTo>
                    <a:pt x="32467" y="43451"/>
                  </a:lnTo>
                  <a:lnTo>
                    <a:pt x="39823" y="39618"/>
                  </a:lnTo>
                  <a:lnTo>
                    <a:pt x="46651" y="33952"/>
                  </a:lnTo>
                  <a:lnTo>
                    <a:pt x="48353" y="32536"/>
                  </a:lnTo>
                  <a:lnTo>
                    <a:pt x="54460" y="27907"/>
                  </a:lnTo>
                  <a:lnTo>
                    <a:pt x="64351" y="26333"/>
                  </a:lnTo>
                  <a:lnTo>
                    <a:pt x="69064" y="25578"/>
                  </a:lnTo>
                  <a:lnTo>
                    <a:pt x="78210" y="24073"/>
                  </a:lnTo>
                  <a:lnTo>
                    <a:pt x="79982" y="23780"/>
                  </a:lnTo>
                  <a:lnTo>
                    <a:pt x="101728" y="20066"/>
                  </a:lnTo>
                  <a:lnTo>
                    <a:pt x="114629" y="17897"/>
                  </a:lnTo>
                  <a:lnTo>
                    <a:pt x="136017" y="14241"/>
                  </a:lnTo>
                  <a:lnTo>
                    <a:pt x="146379" y="12390"/>
                  </a:lnTo>
                  <a:lnTo>
                    <a:pt x="175304" y="7133"/>
                  </a:lnTo>
                  <a:lnTo>
                    <a:pt x="179972" y="6272"/>
                  </a:lnTo>
                  <a:lnTo>
                    <a:pt x="182808" y="5749"/>
                  </a:lnTo>
                  <a:lnTo>
                    <a:pt x="212019" y="286"/>
                  </a:lnTo>
                  <a:lnTo>
                    <a:pt x="213531" y="0"/>
                  </a:lnTo>
                  <a:lnTo>
                    <a:pt x="214750" y="6816"/>
                  </a:lnTo>
                  <a:lnTo>
                    <a:pt x="218029" y="24432"/>
                  </a:lnTo>
                  <a:lnTo>
                    <a:pt x="220082" y="35481"/>
                  </a:lnTo>
                  <a:lnTo>
                    <a:pt x="220432" y="37366"/>
                  </a:lnTo>
                  <a:lnTo>
                    <a:pt x="223097" y="51955"/>
                  </a:lnTo>
                  <a:lnTo>
                    <a:pt x="223454" y="53906"/>
                  </a:lnTo>
                  <a:lnTo>
                    <a:pt x="225993" y="67836"/>
                  </a:lnTo>
                  <a:lnTo>
                    <a:pt x="228542" y="81860"/>
                  </a:lnTo>
                  <a:lnTo>
                    <a:pt x="229830" y="88956"/>
                  </a:lnTo>
                  <a:lnTo>
                    <a:pt x="233572" y="109607"/>
                  </a:lnTo>
                  <a:lnTo>
                    <a:pt x="236507" y="126181"/>
                  </a:lnTo>
                  <a:lnTo>
                    <a:pt x="237830" y="133664"/>
                  </a:lnTo>
                  <a:lnTo>
                    <a:pt x="240522" y="149526"/>
                  </a:lnTo>
                  <a:lnTo>
                    <a:pt x="241264" y="154072"/>
                  </a:lnTo>
                  <a:lnTo>
                    <a:pt x="243519" y="167914"/>
                  </a:lnTo>
                  <a:lnTo>
                    <a:pt x="244783" y="175687"/>
                  </a:lnTo>
                  <a:lnTo>
                    <a:pt x="246587" y="186564"/>
                  </a:lnTo>
                  <a:lnTo>
                    <a:pt x="248141" y="195951"/>
                  </a:lnTo>
                  <a:lnTo>
                    <a:pt x="251488" y="216220"/>
                  </a:lnTo>
                  <a:lnTo>
                    <a:pt x="254328" y="233122"/>
                  </a:lnTo>
                  <a:lnTo>
                    <a:pt x="255145" y="237991"/>
                  </a:lnTo>
                  <a:lnTo>
                    <a:pt x="257466" y="251848"/>
                  </a:lnTo>
                  <a:lnTo>
                    <a:pt x="258962" y="261073"/>
                  </a:lnTo>
                  <a:lnTo>
                    <a:pt x="260305" y="269372"/>
                  </a:lnTo>
                  <a:lnTo>
                    <a:pt x="262564" y="282309"/>
                  </a:lnTo>
                  <a:lnTo>
                    <a:pt x="259751" y="285830"/>
                  </a:lnTo>
                  <a:lnTo>
                    <a:pt x="257237" y="289119"/>
                  </a:lnTo>
                  <a:lnTo>
                    <a:pt x="259233" y="291068"/>
                  </a:lnTo>
                  <a:lnTo>
                    <a:pt x="262099" y="293865"/>
                  </a:lnTo>
                  <a:lnTo>
                    <a:pt x="264208" y="297802"/>
                  </a:lnTo>
                  <a:lnTo>
                    <a:pt x="261261" y="302857"/>
                  </a:lnTo>
                  <a:lnTo>
                    <a:pt x="262485" y="303350"/>
                  </a:lnTo>
                  <a:lnTo>
                    <a:pt x="265570" y="304592"/>
                  </a:lnTo>
                  <a:lnTo>
                    <a:pt x="269467" y="305517"/>
                  </a:lnTo>
                  <a:lnTo>
                    <a:pt x="268883" y="308148"/>
                  </a:lnTo>
                  <a:lnTo>
                    <a:pt x="268667" y="309121"/>
                  </a:lnTo>
                  <a:lnTo>
                    <a:pt x="269069" y="316136"/>
                  </a:lnTo>
                  <a:lnTo>
                    <a:pt x="265372" y="316369"/>
                  </a:lnTo>
                  <a:lnTo>
                    <a:pt x="256904" y="319268"/>
                  </a:lnTo>
                  <a:lnTo>
                    <a:pt x="252443" y="322225"/>
                  </a:lnTo>
                  <a:lnTo>
                    <a:pt x="248562" y="324794"/>
                  </a:lnTo>
                  <a:lnTo>
                    <a:pt x="243222" y="330822"/>
                  </a:lnTo>
                  <a:lnTo>
                    <a:pt x="240031" y="332257"/>
                  </a:lnTo>
                  <a:lnTo>
                    <a:pt x="238660" y="331428"/>
                  </a:lnTo>
                  <a:lnTo>
                    <a:pt x="235168" y="329313"/>
                  </a:lnTo>
                  <a:lnTo>
                    <a:pt x="231802" y="327873"/>
                  </a:lnTo>
                  <a:lnTo>
                    <a:pt x="227202" y="329395"/>
                  </a:lnTo>
                  <a:lnTo>
                    <a:pt x="226533" y="329616"/>
                  </a:lnTo>
                  <a:lnTo>
                    <a:pt x="221589" y="330271"/>
                  </a:lnTo>
                  <a:lnTo>
                    <a:pt x="217999" y="333386"/>
                  </a:lnTo>
                  <a:lnTo>
                    <a:pt x="219789" y="338986"/>
                  </a:lnTo>
                  <a:lnTo>
                    <a:pt x="221080" y="345438"/>
                  </a:lnTo>
                  <a:lnTo>
                    <a:pt x="221684" y="346645"/>
                  </a:lnTo>
                  <a:lnTo>
                    <a:pt x="223697" y="350661"/>
                  </a:lnTo>
                  <a:lnTo>
                    <a:pt x="222643" y="353304"/>
                  </a:lnTo>
                  <a:lnTo>
                    <a:pt x="219583" y="356019"/>
                  </a:lnTo>
                  <a:lnTo>
                    <a:pt x="218184" y="360189"/>
                  </a:lnTo>
                  <a:lnTo>
                    <a:pt x="211133" y="363374"/>
                  </a:lnTo>
                  <a:lnTo>
                    <a:pt x="208909" y="367420"/>
                  </a:lnTo>
                  <a:lnTo>
                    <a:pt x="208518" y="371721"/>
                  </a:lnTo>
                  <a:lnTo>
                    <a:pt x="208158" y="375666"/>
                  </a:lnTo>
                  <a:lnTo>
                    <a:pt x="205879" y="381255"/>
                  </a:lnTo>
                  <a:lnTo>
                    <a:pt x="200756" y="385165"/>
                  </a:lnTo>
                  <a:lnTo>
                    <a:pt x="196966" y="384719"/>
                  </a:lnTo>
                  <a:lnTo>
                    <a:pt x="195080" y="384496"/>
                  </a:lnTo>
                  <a:lnTo>
                    <a:pt x="193865" y="389430"/>
                  </a:lnTo>
                  <a:lnTo>
                    <a:pt x="190157" y="395677"/>
                  </a:lnTo>
                  <a:lnTo>
                    <a:pt x="190206" y="396603"/>
                  </a:lnTo>
                  <a:lnTo>
                    <a:pt x="190605" y="404061"/>
                  </a:lnTo>
                  <a:lnTo>
                    <a:pt x="190565" y="413074"/>
                  </a:lnTo>
                  <a:lnTo>
                    <a:pt x="188351" y="414954"/>
                  </a:lnTo>
                  <a:lnTo>
                    <a:pt x="186515" y="416511"/>
                  </a:lnTo>
                  <a:lnTo>
                    <a:pt x="184943" y="418127"/>
                  </a:lnTo>
                  <a:lnTo>
                    <a:pt x="182285" y="420856"/>
                  </a:lnTo>
                  <a:lnTo>
                    <a:pt x="176432" y="417636"/>
                  </a:lnTo>
                  <a:lnTo>
                    <a:pt x="166978" y="417812"/>
                  </a:lnTo>
                  <a:lnTo>
                    <a:pt x="159684" y="410662"/>
                  </a:lnTo>
                  <a:lnTo>
                    <a:pt x="155324" y="406046"/>
                  </a:lnTo>
                  <a:lnTo>
                    <a:pt x="150201" y="409384"/>
                  </a:lnTo>
                  <a:lnTo>
                    <a:pt x="146914" y="414061"/>
                  </a:lnTo>
                  <a:lnTo>
                    <a:pt x="144415" y="418898"/>
                  </a:lnTo>
                  <a:lnTo>
                    <a:pt x="143108" y="419392"/>
                  </a:lnTo>
                  <a:lnTo>
                    <a:pt x="140374" y="420422"/>
                  </a:lnTo>
                  <a:lnTo>
                    <a:pt x="141230" y="427933"/>
                  </a:lnTo>
                  <a:lnTo>
                    <a:pt x="143610" y="434675"/>
                  </a:lnTo>
                  <a:lnTo>
                    <a:pt x="135975" y="435498"/>
                  </a:lnTo>
                  <a:lnTo>
                    <a:pt x="135555" y="441447"/>
                  </a:lnTo>
                  <a:lnTo>
                    <a:pt x="132724" y="440591"/>
                  </a:lnTo>
                  <a:lnTo>
                    <a:pt x="131675" y="440274"/>
                  </a:lnTo>
                  <a:lnTo>
                    <a:pt x="125955" y="438658"/>
                  </a:lnTo>
                  <a:lnTo>
                    <a:pt x="120105" y="432631"/>
                  </a:lnTo>
                  <a:lnTo>
                    <a:pt x="116874" y="428718"/>
                  </a:lnTo>
                  <a:lnTo>
                    <a:pt x="116668" y="428869"/>
                  </a:lnTo>
                  <a:lnTo>
                    <a:pt x="111857" y="432395"/>
                  </a:lnTo>
                  <a:lnTo>
                    <a:pt x="108079" y="436901"/>
                  </a:lnTo>
                  <a:lnTo>
                    <a:pt x="104038" y="438549"/>
                  </a:lnTo>
                  <a:lnTo>
                    <a:pt x="101404" y="439622"/>
                  </a:lnTo>
                  <a:lnTo>
                    <a:pt x="99356" y="444807"/>
                  </a:lnTo>
                  <a:lnTo>
                    <a:pt x="98855" y="450073"/>
                  </a:lnTo>
                  <a:lnTo>
                    <a:pt x="95772" y="457076"/>
                  </a:lnTo>
                  <a:lnTo>
                    <a:pt x="92483" y="453270"/>
                  </a:lnTo>
                  <a:lnTo>
                    <a:pt x="88387" y="450190"/>
                  </a:lnTo>
                  <a:lnTo>
                    <a:pt x="81683" y="448401"/>
                  </a:lnTo>
                  <a:lnTo>
                    <a:pt x="80290" y="447734"/>
                  </a:lnTo>
                  <a:lnTo>
                    <a:pt x="77191" y="446249"/>
                  </a:lnTo>
                  <a:lnTo>
                    <a:pt x="74643" y="445026"/>
                  </a:lnTo>
                  <a:lnTo>
                    <a:pt x="66812" y="442247"/>
                  </a:lnTo>
                  <a:lnTo>
                    <a:pt x="64452" y="443794"/>
                  </a:lnTo>
                  <a:lnTo>
                    <a:pt x="61501" y="445727"/>
                  </a:lnTo>
                  <a:lnTo>
                    <a:pt x="55979" y="445996"/>
                  </a:lnTo>
                  <a:lnTo>
                    <a:pt x="51578" y="449556"/>
                  </a:lnTo>
                  <a:lnTo>
                    <a:pt x="50816" y="454773"/>
                  </a:lnTo>
                  <a:lnTo>
                    <a:pt x="46073" y="455046"/>
                  </a:lnTo>
                  <a:lnTo>
                    <a:pt x="43027" y="452548"/>
                  </a:lnTo>
                  <a:lnTo>
                    <a:pt x="42014" y="451717"/>
                  </a:lnTo>
                  <a:lnTo>
                    <a:pt x="35179" y="454565"/>
                  </a:lnTo>
                  <a:lnTo>
                    <a:pt x="29093" y="450476"/>
                  </a:lnTo>
                  <a:lnTo>
                    <a:pt x="25154" y="452480"/>
                  </a:lnTo>
                  <a:lnTo>
                    <a:pt x="24968" y="453409"/>
                  </a:lnTo>
                  <a:lnTo>
                    <a:pt x="24318" y="456652"/>
                  </a:lnTo>
                  <a:lnTo>
                    <a:pt x="27968" y="461872"/>
                  </a:lnTo>
                  <a:lnTo>
                    <a:pt x="25679" y="465258"/>
                  </a:lnTo>
                  <a:lnTo>
                    <a:pt x="22900" y="466517"/>
                  </a:lnTo>
                  <a:lnTo>
                    <a:pt x="17791" y="465369"/>
                  </a:lnTo>
                  <a:lnTo>
                    <a:pt x="13670" y="4597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826817" y="3593526"/>
              <a:ext cx="630562" cy="328683"/>
            </a:xfrm>
            <a:custGeom>
              <a:avLst/>
              <a:pathLst>
                <a:path w="630562" h="328683">
                  <a:moveTo>
                    <a:pt x="6580" y="8418"/>
                  </a:moveTo>
                  <a:lnTo>
                    <a:pt x="24446" y="8853"/>
                  </a:lnTo>
                  <a:lnTo>
                    <a:pt x="48034" y="9367"/>
                  </a:lnTo>
                  <a:lnTo>
                    <a:pt x="58714" y="9561"/>
                  </a:lnTo>
                  <a:lnTo>
                    <a:pt x="65793" y="9679"/>
                  </a:lnTo>
                  <a:lnTo>
                    <a:pt x="68238" y="9719"/>
                  </a:lnTo>
                  <a:lnTo>
                    <a:pt x="87255" y="10016"/>
                  </a:lnTo>
                  <a:lnTo>
                    <a:pt x="111791" y="10286"/>
                  </a:lnTo>
                  <a:lnTo>
                    <a:pt x="113420" y="10305"/>
                  </a:lnTo>
                  <a:lnTo>
                    <a:pt x="134728" y="10515"/>
                  </a:lnTo>
                  <a:lnTo>
                    <a:pt x="157796" y="10627"/>
                  </a:lnTo>
                  <a:lnTo>
                    <a:pt x="159082" y="10631"/>
                  </a:lnTo>
                  <a:lnTo>
                    <a:pt x="188741" y="10647"/>
                  </a:lnTo>
                  <a:lnTo>
                    <a:pt x="203810" y="10557"/>
                  </a:lnTo>
                  <a:lnTo>
                    <a:pt x="204049" y="10555"/>
                  </a:lnTo>
                  <a:lnTo>
                    <a:pt x="214103" y="10476"/>
                  </a:lnTo>
                  <a:lnTo>
                    <a:pt x="240364" y="10258"/>
                  </a:lnTo>
                  <a:lnTo>
                    <a:pt x="247977" y="10176"/>
                  </a:lnTo>
                  <a:lnTo>
                    <a:pt x="249489" y="10158"/>
                  </a:lnTo>
                  <a:lnTo>
                    <a:pt x="277211" y="9768"/>
                  </a:lnTo>
                  <a:lnTo>
                    <a:pt x="286376" y="9614"/>
                  </a:lnTo>
                  <a:lnTo>
                    <a:pt x="295270" y="9461"/>
                  </a:lnTo>
                  <a:lnTo>
                    <a:pt x="314022" y="9101"/>
                  </a:lnTo>
                  <a:lnTo>
                    <a:pt x="330131" y="8750"/>
                  </a:lnTo>
                  <a:lnTo>
                    <a:pt x="341865" y="8474"/>
                  </a:lnTo>
                  <a:lnTo>
                    <a:pt x="350841" y="8249"/>
                  </a:lnTo>
                  <a:lnTo>
                    <a:pt x="354449" y="8155"/>
                  </a:lnTo>
                  <a:lnTo>
                    <a:pt x="383843" y="7320"/>
                  </a:lnTo>
                  <a:lnTo>
                    <a:pt x="387636" y="7207"/>
                  </a:lnTo>
                  <a:lnTo>
                    <a:pt x="416921" y="6263"/>
                  </a:lnTo>
                  <a:lnTo>
                    <a:pt x="424465" y="5987"/>
                  </a:lnTo>
                  <a:lnTo>
                    <a:pt x="427929" y="5858"/>
                  </a:lnTo>
                  <a:lnTo>
                    <a:pt x="433462" y="5655"/>
                  </a:lnTo>
                  <a:lnTo>
                    <a:pt x="460770" y="4588"/>
                  </a:lnTo>
                  <a:lnTo>
                    <a:pt x="461277" y="4568"/>
                  </a:lnTo>
                  <a:lnTo>
                    <a:pt x="479532" y="3791"/>
                  </a:lnTo>
                  <a:lnTo>
                    <a:pt x="486427" y="3495"/>
                  </a:lnTo>
                  <a:lnTo>
                    <a:pt x="497015" y="2971"/>
                  </a:lnTo>
                  <a:lnTo>
                    <a:pt x="498105" y="2920"/>
                  </a:lnTo>
                  <a:lnTo>
                    <a:pt x="516194" y="2048"/>
                  </a:lnTo>
                  <a:lnTo>
                    <a:pt x="516481" y="2034"/>
                  </a:lnTo>
                  <a:lnTo>
                    <a:pt x="552614" y="141"/>
                  </a:lnTo>
                  <a:lnTo>
                    <a:pt x="555181" y="0"/>
                  </a:lnTo>
                  <a:lnTo>
                    <a:pt x="561778" y="5596"/>
                  </a:lnTo>
                  <a:lnTo>
                    <a:pt x="569273" y="10300"/>
                  </a:lnTo>
                  <a:lnTo>
                    <a:pt x="574431" y="13577"/>
                  </a:lnTo>
                  <a:lnTo>
                    <a:pt x="579324" y="9495"/>
                  </a:lnTo>
                  <a:lnTo>
                    <a:pt x="581380" y="9244"/>
                  </a:lnTo>
                  <a:lnTo>
                    <a:pt x="584770" y="8828"/>
                  </a:lnTo>
                  <a:lnTo>
                    <a:pt x="586797" y="11276"/>
                  </a:lnTo>
                  <a:lnTo>
                    <a:pt x="591159" y="16303"/>
                  </a:lnTo>
                  <a:lnTo>
                    <a:pt x="591262" y="16915"/>
                  </a:lnTo>
                  <a:lnTo>
                    <a:pt x="592107" y="21934"/>
                  </a:lnTo>
                  <a:lnTo>
                    <a:pt x="593131" y="24365"/>
                  </a:lnTo>
                  <a:lnTo>
                    <a:pt x="590116" y="27261"/>
                  </a:lnTo>
                  <a:lnTo>
                    <a:pt x="584269" y="27714"/>
                  </a:lnTo>
                  <a:lnTo>
                    <a:pt x="584475" y="31606"/>
                  </a:lnTo>
                  <a:lnTo>
                    <a:pt x="579280" y="35480"/>
                  </a:lnTo>
                  <a:lnTo>
                    <a:pt x="578979" y="39668"/>
                  </a:lnTo>
                  <a:lnTo>
                    <a:pt x="578836" y="41648"/>
                  </a:lnTo>
                  <a:lnTo>
                    <a:pt x="576534" y="43736"/>
                  </a:lnTo>
                  <a:lnTo>
                    <a:pt x="573656" y="46331"/>
                  </a:lnTo>
                  <a:lnTo>
                    <a:pt x="575589" y="48415"/>
                  </a:lnTo>
                  <a:lnTo>
                    <a:pt x="579223" y="52327"/>
                  </a:lnTo>
                  <a:lnTo>
                    <a:pt x="585090" y="57698"/>
                  </a:lnTo>
                  <a:lnTo>
                    <a:pt x="586548" y="59615"/>
                  </a:lnTo>
                  <a:lnTo>
                    <a:pt x="588246" y="61846"/>
                  </a:lnTo>
                  <a:lnTo>
                    <a:pt x="593018" y="62327"/>
                  </a:lnTo>
                  <a:lnTo>
                    <a:pt x="591878" y="69706"/>
                  </a:lnTo>
                  <a:lnTo>
                    <a:pt x="596371" y="74725"/>
                  </a:lnTo>
                  <a:lnTo>
                    <a:pt x="599150" y="77964"/>
                  </a:lnTo>
                  <a:lnTo>
                    <a:pt x="601510" y="81611"/>
                  </a:lnTo>
                  <a:lnTo>
                    <a:pt x="602170" y="82076"/>
                  </a:lnTo>
                  <a:lnTo>
                    <a:pt x="606480" y="85104"/>
                  </a:lnTo>
                  <a:lnTo>
                    <a:pt x="611453" y="83289"/>
                  </a:lnTo>
                  <a:lnTo>
                    <a:pt x="616267" y="85923"/>
                  </a:lnTo>
                  <a:lnTo>
                    <a:pt x="618083" y="85922"/>
                  </a:lnTo>
                  <a:lnTo>
                    <a:pt x="618909" y="85921"/>
                  </a:lnTo>
                  <a:lnTo>
                    <a:pt x="617911" y="90403"/>
                  </a:lnTo>
                  <a:lnTo>
                    <a:pt x="618051" y="92909"/>
                  </a:lnTo>
                  <a:lnTo>
                    <a:pt x="618320" y="97749"/>
                  </a:lnTo>
                  <a:lnTo>
                    <a:pt x="618687" y="104345"/>
                  </a:lnTo>
                  <a:lnTo>
                    <a:pt x="619508" y="118597"/>
                  </a:lnTo>
                  <a:lnTo>
                    <a:pt x="620157" y="129874"/>
                  </a:lnTo>
                  <a:lnTo>
                    <a:pt x="620171" y="130150"/>
                  </a:lnTo>
                  <a:lnTo>
                    <a:pt x="621574" y="157745"/>
                  </a:lnTo>
                  <a:lnTo>
                    <a:pt x="622153" y="167148"/>
                  </a:lnTo>
                  <a:lnTo>
                    <a:pt x="623137" y="183123"/>
                  </a:lnTo>
                  <a:lnTo>
                    <a:pt x="624166" y="201937"/>
                  </a:lnTo>
                  <a:lnTo>
                    <a:pt x="624299" y="204372"/>
                  </a:lnTo>
                  <a:lnTo>
                    <a:pt x="624584" y="209586"/>
                  </a:lnTo>
                  <a:lnTo>
                    <a:pt x="626246" y="241939"/>
                  </a:lnTo>
                  <a:lnTo>
                    <a:pt x="626305" y="242902"/>
                  </a:lnTo>
                  <a:lnTo>
                    <a:pt x="626431" y="244968"/>
                  </a:lnTo>
                  <a:lnTo>
                    <a:pt x="627999" y="270639"/>
                  </a:lnTo>
                  <a:lnTo>
                    <a:pt x="628282" y="275585"/>
                  </a:lnTo>
                  <a:lnTo>
                    <a:pt x="628437" y="278309"/>
                  </a:lnTo>
                  <a:lnTo>
                    <a:pt x="629513" y="297163"/>
                  </a:lnTo>
                  <a:lnTo>
                    <a:pt x="630186" y="308100"/>
                  </a:lnTo>
                  <a:lnTo>
                    <a:pt x="630562" y="314222"/>
                  </a:lnTo>
                  <a:lnTo>
                    <a:pt x="622526" y="314745"/>
                  </a:lnTo>
                  <a:lnTo>
                    <a:pt x="598567" y="316139"/>
                  </a:lnTo>
                  <a:lnTo>
                    <a:pt x="597521" y="316202"/>
                  </a:lnTo>
                  <a:lnTo>
                    <a:pt x="591934" y="316536"/>
                  </a:lnTo>
                  <a:lnTo>
                    <a:pt x="570811" y="317760"/>
                  </a:lnTo>
                  <a:lnTo>
                    <a:pt x="563587" y="318161"/>
                  </a:lnTo>
                  <a:lnTo>
                    <a:pt x="553859" y="318690"/>
                  </a:lnTo>
                  <a:lnTo>
                    <a:pt x="549516" y="318922"/>
                  </a:lnTo>
                  <a:lnTo>
                    <a:pt x="531430" y="319858"/>
                  </a:lnTo>
                  <a:lnTo>
                    <a:pt x="519435" y="320453"/>
                  </a:lnTo>
                  <a:lnTo>
                    <a:pt x="516367" y="320604"/>
                  </a:lnTo>
                  <a:lnTo>
                    <a:pt x="513267" y="320755"/>
                  </a:lnTo>
                  <a:lnTo>
                    <a:pt x="494870" y="321622"/>
                  </a:lnTo>
                  <a:lnTo>
                    <a:pt x="470873" y="322709"/>
                  </a:lnTo>
                  <a:lnTo>
                    <a:pt x="468725" y="322795"/>
                  </a:lnTo>
                  <a:lnTo>
                    <a:pt x="449685" y="323525"/>
                  </a:lnTo>
                  <a:lnTo>
                    <a:pt x="419895" y="324616"/>
                  </a:lnTo>
                  <a:lnTo>
                    <a:pt x="415898" y="324755"/>
                  </a:lnTo>
                  <a:lnTo>
                    <a:pt x="395753" y="325425"/>
                  </a:lnTo>
                  <a:lnTo>
                    <a:pt x="389177" y="325629"/>
                  </a:lnTo>
                  <a:lnTo>
                    <a:pt x="363154" y="326376"/>
                  </a:lnTo>
                  <a:lnTo>
                    <a:pt x="360299" y="326457"/>
                  </a:lnTo>
                  <a:lnTo>
                    <a:pt x="339654" y="327007"/>
                  </a:lnTo>
                  <a:lnTo>
                    <a:pt x="333992" y="327145"/>
                  </a:lnTo>
                  <a:lnTo>
                    <a:pt x="314012" y="327596"/>
                  </a:lnTo>
                  <a:lnTo>
                    <a:pt x="313424" y="327608"/>
                  </a:lnTo>
                  <a:lnTo>
                    <a:pt x="297229" y="327848"/>
                  </a:lnTo>
                  <a:lnTo>
                    <a:pt x="276216" y="328104"/>
                  </a:lnTo>
                  <a:lnTo>
                    <a:pt x="258510" y="328326"/>
                  </a:lnTo>
                  <a:lnTo>
                    <a:pt x="247535" y="328441"/>
                  </a:lnTo>
                  <a:lnTo>
                    <a:pt x="223947" y="328630"/>
                  </a:lnTo>
                  <a:lnTo>
                    <a:pt x="219767" y="328646"/>
                  </a:lnTo>
                  <a:lnTo>
                    <a:pt x="212551" y="328667"/>
                  </a:lnTo>
                  <a:lnTo>
                    <a:pt x="202647" y="328683"/>
                  </a:lnTo>
                  <a:lnTo>
                    <a:pt x="173961" y="328591"/>
                  </a:lnTo>
                  <a:lnTo>
                    <a:pt x="173335" y="328592"/>
                  </a:lnTo>
                  <a:lnTo>
                    <a:pt x="165949" y="328603"/>
                  </a:lnTo>
                  <a:lnTo>
                    <a:pt x="126585" y="328531"/>
                  </a:lnTo>
                  <a:lnTo>
                    <a:pt x="119731" y="328542"/>
                  </a:lnTo>
                  <a:lnTo>
                    <a:pt x="100838" y="328539"/>
                  </a:lnTo>
                  <a:lnTo>
                    <a:pt x="93204" y="328497"/>
                  </a:lnTo>
                  <a:lnTo>
                    <a:pt x="82922" y="328428"/>
                  </a:lnTo>
                  <a:lnTo>
                    <a:pt x="70596" y="328325"/>
                  </a:lnTo>
                  <a:lnTo>
                    <a:pt x="47324" y="328112"/>
                  </a:lnTo>
                  <a:lnTo>
                    <a:pt x="41381" y="328038"/>
                  </a:lnTo>
                  <a:lnTo>
                    <a:pt x="11879" y="327599"/>
                  </a:lnTo>
                  <a:lnTo>
                    <a:pt x="1192" y="327408"/>
                  </a:lnTo>
                  <a:lnTo>
                    <a:pt x="0" y="327385"/>
                  </a:lnTo>
                  <a:lnTo>
                    <a:pt x="127" y="322939"/>
                  </a:lnTo>
                  <a:lnTo>
                    <a:pt x="293" y="315372"/>
                  </a:lnTo>
                  <a:lnTo>
                    <a:pt x="657" y="299317"/>
                  </a:lnTo>
                  <a:lnTo>
                    <a:pt x="974" y="285442"/>
                  </a:lnTo>
                  <a:lnTo>
                    <a:pt x="1592" y="258425"/>
                  </a:lnTo>
                  <a:lnTo>
                    <a:pt x="1785" y="249994"/>
                  </a:lnTo>
                  <a:lnTo>
                    <a:pt x="1813" y="248440"/>
                  </a:lnTo>
                  <a:lnTo>
                    <a:pt x="2529" y="208766"/>
                  </a:lnTo>
                  <a:lnTo>
                    <a:pt x="2861" y="192936"/>
                  </a:lnTo>
                  <a:lnTo>
                    <a:pt x="2875" y="192265"/>
                  </a:lnTo>
                  <a:lnTo>
                    <a:pt x="3133" y="180008"/>
                  </a:lnTo>
                  <a:lnTo>
                    <a:pt x="3650" y="155556"/>
                  </a:lnTo>
                  <a:lnTo>
                    <a:pt x="3835" y="146823"/>
                  </a:lnTo>
                  <a:lnTo>
                    <a:pt x="4625" y="109783"/>
                  </a:lnTo>
                  <a:lnTo>
                    <a:pt x="4786" y="100654"/>
                  </a:lnTo>
                  <a:lnTo>
                    <a:pt x="5237" y="75150"/>
                  </a:lnTo>
                  <a:lnTo>
                    <a:pt x="5638" y="54532"/>
                  </a:lnTo>
                  <a:lnTo>
                    <a:pt x="5651" y="53909"/>
                  </a:lnTo>
                  <a:lnTo>
                    <a:pt x="6159" y="2793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37363" y="3554042"/>
              <a:ext cx="706004" cy="390987"/>
            </a:xfrm>
            <a:custGeom>
              <a:avLst/>
              <a:pathLst>
                <a:path w="706004" h="390987">
                  <a:moveTo>
                    <a:pt x="2114" y="381824"/>
                  </a:moveTo>
                  <a:lnTo>
                    <a:pt x="8530" y="382026"/>
                  </a:lnTo>
                  <a:lnTo>
                    <a:pt x="15501" y="381622"/>
                  </a:lnTo>
                  <a:lnTo>
                    <a:pt x="17483" y="374040"/>
                  </a:lnTo>
                  <a:lnTo>
                    <a:pt x="22428" y="373207"/>
                  </a:lnTo>
                  <a:lnTo>
                    <a:pt x="22684" y="373163"/>
                  </a:lnTo>
                  <a:lnTo>
                    <a:pt x="27765" y="378177"/>
                  </a:lnTo>
                  <a:lnTo>
                    <a:pt x="32878" y="378536"/>
                  </a:lnTo>
                  <a:lnTo>
                    <a:pt x="34798" y="371405"/>
                  </a:lnTo>
                  <a:lnTo>
                    <a:pt x="36699" y="368018"/>
                  </a:lnTo>
                  <a:lnTo>
                    <a:pt x="37522" y="366553"/>
                  </a:lnTo>
                  <a:lnTo>
                    <a:pt x="33166" y="360490"/>
                  </a:lnTo>
                  <a:lnTo>
                    <a:pt x="36993" y="355179"/>
                  </a:lnTo>
                  <a:lnTo>
                    <a:pt x="36652" y="351514"/>
                  </a:lnTo>
                  <a:lnTo>
                    <a:pt x="36620" y="351171"/>
                  </a:lnTo>
                  <a:lnTo>
                    <a:pt x="36574" y="344079"/>
                  </a:lnTo>
                  <a:lnTo>
                    <a:pt x="38546" y="338347"/>
                  </a:lnTo>
                  <a:lnTo>
                    <a:pt x="39447" y="331761"/>
                  </a:lnTo>
                  <a:lnTo>
                    <a:pt x="39670" y="330130"/>
                  </a:lnTo>
                  <a:lnTo>
                    <a:pt x="36040" y="327643"/>
                  </a:lnTo>
                  <a:lnTo>
                    <a:pt x="35905" y="323274"/>
                  </a:lnTo>
                  <a:lnTo>
                    <a:pt x="31493" y="317218"/>
                  </a:lnTo>
                  <a:lnTo>
                    <a:pt x="31322" y="316983"/>
                  </a:lnTo>
                  <a:lnTo>
                    <a:pt x="36980" y="308075"/>
                  </a:lnTo>
                  <a:lnTo>
                    <a:pt x="40216" y="301800"/>
                  </a:lnTo>
                  <a:lnTo>
                    <a:pt x="45163" y="296785"/>
                  </a:lnTo>
                  <a:lnTo>
                    <a:pt x="51582" y="295552"/>
                  </a:lnTo>
                  <a:lnTo>
                    <a:pt x="51750" y="295520"/>
                  </a:lnTo>
                  <a:lnTo>
                    <a:pt x="52137" y="295620"/>
                  </a:lnTo>
                  <a:lnTo>
                    <a:pt x="61481" y="298026"/>
                  </a:lnTo>
                  <a:lnTo>
                    <a:pt x="69968" y="301998"/>
                  </a:lnTo>
                  <a:lnTo>
                    <a:pt x="75838" y="302859"/>
                  </a:lnTo>
                  <a:lnTo>
                    <a:pt x="84187" y="305199"/>
                  </a:lnTo>
                  <a:lnTo>
                    <a:pt x="89459" y="307994"/>
                  </a:lnTo>
                  <a:lnTo>
                    <a:pt x="92546" y="309629"/>
                  </a:lnTo>
                  <a:lnTo>
                    <a:pt x="96478" y="308991"/>
                  </a:lnTo>
                  <a:lnTo>
                    <a:pt x="97116" y="308888"/>
                  </a:lnTo>
                  <a:lnTo>
                    <a:pt x="97851" y="308768"/>
                  </a:lnTo>
                  <a:lnTo>
                    <a:pt x="100406" y="304691"/>
                  </a:lnTo>
                  <a:lnTo>
                    <a:pt x="101512" y="298251"/>
                  </a:lnTo>
                  <a:lnTo>
                    <a:pt x="95925" y="290419"/>
                  </a:lnTo>
                  <a:lnTo>
                    <a:pt x="90726" y="282466"/>
                  </a:lnTo>
                  <a:lnTo>
                    <a:pt x="92625" y="276241"/>
                  </a:lnTo>
                  <a:lnTo>
                    <a:pt x="93696" y="268623"/>
                  </a:lnTo>
                  <a:lnTo>
                    <a:pt x="97876" y="265413"/>
                  </a:lnTo>
                  <a:lnTo>
                    <a:pt x="98122" y="265464"/>
                  </a:lnTo>
                  <a:lnTo>
                    <a:pt x="103887" y="266670"/>
                  </a:lnTo>
                  <a:lnTo>
                    <a:pt x="110464" y="259891"/>
                  </a:lnTo>
                  <a:lnTo>
                    <a:pt x="122121" y="256476"/>
                  </a:lnTo>
                  <a:lnTo>
                    <a:pt x="130821" y="252664"/>
                  </a:lnTo>
                  <a:lnTo>
                    <a:pt x="130183" y="250757"/>
                  </a:lnTo>
                  <a:lnTo>
                    <a:pt x="129215" y="247867"/>
                  </a:lnTo>
                  <a:lnTo>
                    <a:pt x="122852" y="243367"/>
                  </a:lnTo>
                  <a:lnTo>
                    <a:pt x="122738" y="243099"/>
                  </a:lnTo>
                  <a:lnTo>
                    <a:pt x="118845" y="233961"/>
                  </a:lnTo>
                  <a:lnTo>
                    <a:pt x="120796" y="228430"/>
                  </a:lnTo>
                  <a:lnTo>
                    <a:pt x="126976" y="221964"/>
                  </a:lnTo>
                  <a:lnTo>
                    <a:pt x="129057" y="214717"/>
                  </a:lnTo>
                  <a:lnTo>
                    <a:pt x="134820" y="216011"/>
                  </a:lnTo>
                  <a:lnTo>
                    <a:pt x="137957" y="214592"/>
                  </a:lnTo>
                  <a:lnTo>
                    <a:pt x="140539" y="210771"/>
                  </a:lnTo>
                  <a:lnTo>
                    <a:pt x="136421" y="204881"/>
                  </a:lnTo>
                  <a:lnTo>
                    <a:pt x="137154" y="201222"/>
                  </a:lnTo>
                  <a:lnTo>
                    <a:pt x="137364" y="200174"/>
                  </a:lnTo>
                  <a:lnTo>
                    <a:pt x="141809" y="197913"/>
                  </a:lnTo>
                  <a:lnTo>
                    <a:pt x="148675" y="202526"/>
                  </a:lnTo>
                  <a:lnTo>
                    <a:pt x="156387" y="199313"/>
                  </a:lnTo>
                  <a:lnTo>
                    <a:pt x="157529" y="200251"/>
                  </a:lnTo>
                  <a:lnTo>
                    <a:pt x="160967" y="203069"/>
                  </a:lnTo>
                  <a:lnTo>
                    <a:pt x="166318" y="202761"/>
                  </a:lnTo>
                  <a:lnTo>
                    <a:pt x="167177" y="196875"/>
                  </a:lnTo>
                  <a:lnTo>
                    <a:pt x="172143" y="192858"/>
                  </a:lnTo>
                  <a:lnTo>
                    <a:pt x="178374" y="192555"/>
                  </a:lnTo>
                  <a:lnTo>
                    <a:pt x="181703" y="190374"/>
                  </a:lnTo>
                  <a:lnTo>
                    <a:pt x="184366" y="188629"/>
                  </a:lnTo>
                  <a:lnTo>
                    <a:pt x="193201" y="191764"/>
                  </a:lnTo>
                  <a:lnTo>
                    <a:pt x="196077" y="193144"/>
                  </a:lnTo>
                  <a:lnTo>
                    <a:pt x="199572" y="194819"/>
                  </a:lnTo>
                  <a:lnTo>
                    <a:pt x="201144" y="195572"/>
                  </a:lnTo>
                  <a:lnTo>
                    <a:pt x="208709" y="197590"/>
                  </a:lnTo>
                  <a:lnTo>
                    <a:pt x="213330" y="201065"/>
                  </a:lnTo>
                  <a:lnTo>
                    <a:pt x="217040" y="205359"/>
                  </a:lnTo>
                  <a:lnTo>
                    <a:pt x="220519" y="197459"/>
                  </a:lnTo>
                  <a:lnTo>
                    <a:pt x="221084" y="191517"/>
                  </a:lnTo>
                  <a:lnTo>
                    <a:pt x="223395" y="185667"/>
                  </a:lnTo>
                  <a:lnTo>
                    <a:pt x="226367" y="184456"/>
                  </a:lnTo>
                  <a:lnTo>
                    <a:pt x="230927" y="182596"/>
                  </a:lnTo>
                  <a:lnTo>
                    <a:pt x="235189" y="177513"/>
                  </a:lnTo>
                  <a:lnTo>
                    <a:pt x="240618" y="173534"/>
                  </a:lnTo>
                  <a:lnTo>
                    <a:pt x="240850" y="173364"/>
                  </a:lnTo>
                  <a:lnTo>
                    <a:pt x="244495" y="177779"/>
                  </a:lnTo>
                  <a:lnTo>
                    <a:pt x="251095" y="184579"/>
                  </a:lnTo>
                  <a:lnTo>
                    <a:pt x="257550" y="186402"/>
                  </a:lnTo>
                  <a:lnTo>
                    <a:pt x="258733" y="186760"/>
                  </a:lnTo>
                  <a:lnTo>
                    <a:pt x="261927" y="187726"/>
                  </a:lnTo>
                  <a:lnTo>
                    <a:pt x="262401" y="181014"/>
                  </a:lnTo>
                  <a:lnTo>
                    <a:pt x="271015" y="180085"/>
                  </a:lnTo>
                  <a:lnTo>
                    <a:pt x="268330" y="172478"/>
                  </a:lnTo>
                  <a:lnTo>
                    <a:pt x="267365" y="164004"/>
                  </a:lnTo>
                  <a:lnTo>
                    <a:pt x="270449" y="162841"/>
                  </a:lnTo>
                  <a:lnTo>
                    <a:pt x="271924" y="162285"/>
                  </a:lnTo>
                  <a:lnTo>
                    <a:pt x="274781" y="156773"/>
                  </a:lnTo>
                  <a:lnTo>
                    <a:pt x="278452" y="151550"/>
                  </a:lnTo>
                  <a:lnTo>
                    <a:pt x="284232" y="147784"/>
                  </a:lnTo>
                  <a:lnTo>
                    <a:pt x="289152" y="152991"/>
                  </a:lnTo>
                  <a:lnTo>
                    <a:pt x="297381" y="161059"/>
                  </a:lnTo>
                  <a:lnTo>
                    <a:pt x="308047" y="160860"/>
                  </a:lnTo>
                  <a:lnTo>
                    <a:pt x="314651" y="164494"/>
                  </a:lnTo>
                  <a:lnTo>
                    <a:pt x="317650" y="161414"/>
                  </a:lnTo>
                  <a:lnTo>
                    <a:pt x="319424" y="159591"/>
                  </a:lnTo>
                  <a:lnTo>
                    <a:pt x="321495" y="157835"/>
                  </a:lnTo>
                  <a:lnTo>
                    <a:pt x="323994" y="155713"/>
                  </a:lnTo>
                  <a:lnTo>
                    <a:pt x="324039" y="145544"/>
                  </a:lnTo>
                  <a:lnTo>
                    <a:pt x="323589" y="137129"/>
                  </a:lnTo>
                  <a:lnTo>
                    <a:pt x="323533" y="136084"/>
                  </a:lnTo>
                  <a:lnTo>
                    <a:pt x="327718" y="129036"/>
                  </a:lnTo>
                  <a:lnTo>
                    <a:pt x="329088" y="123470"/>
                  </a:lnTo>
                  <a:lnTo>
                    <a:pt x="331215" y="123721"/>
                  </a:lnTo>
                  <a:lnTo>
                    <a:pt x="335492" y="124224"/>
                  </a:lnTo>
                  <a:lnTo>
                    <a:pt x="341272" y="119813"/>
                  </a:lnTo>
                  <a:lnTo>
                    <a:pt x="343844" y="113507"/>
                  </a:lnTo>
                  <a:lnTo>
                    <a:pt x="344250" y="109056"/>
                  </a:lnTo>
                  <a:lnTo>
                    <a:pt x="344690" y="104202"/>
                  </a:lnTo>
                  <a:lnTo>
                    <a:pt x="347200" y="99637"/>
                  </a:lnTo>
                  <a:lnTo>
                    <a:pt x="355155" y="96044"/>
                  </a:lnTo>
                  <a:lnTo>
                    <a:pt x="356734" y="91339"/>
                  </a:lnTo>
                  <a:lnTo>
                    <a:pt x="360197" y="88249"/>
                  </a:lnTo>
                  <a:lnTo>
                    <a:pt x="361376" y="85294"/>
                  </a:lnTo>
                  <a:lnTo>
                    <a:pt x="359105" y="80763"/>
                  </a:lnTo>
                  <a:lnTo>
                    <a:pt x="358423" y="79401"/>
                  </a:lnTo>
                  <a:lnTo>
                    <a:pt x="356967" y="72121"/>
                  </a:lnTo>
                  <a:lnTo>
                    <a:pt x="354947" y="65803"/>
                  </a:lnTo>
                  <a:lnTo>
                    <a:pt x="358997" y="62288"/>
                  </a:lnTo>
                  <a:lnTo>
                    <a:pt x="364576" y="61549"/>
                  </a:lnTo>
                  <a:lnTo>
                    <a:pt x="365330" y="61300"/>
                  </a:lnTo>
                  <a:lnTo>
                    <a:pt x="370520" y="59583"/>
                  </a:lnTo>
                  <a:lnTo>
                    <a:pt x="374318" y="61208"/>
                  </a:lnTo>
                  <a:lnTo>
                    <a:pt x="378258" y="63593"/>
                  </a:lnTo>
                  <a:lnTo>
                    <a:pt x="379805" y="64529"/>
                  </a:lnTo>
                  <a:lnTo>
                    <a:pt x="383405" y="62910"/>
                  </a:lnTo>
                  <a:lnTo>
                    <a:pt x="389431" y="56108"/>
                  </a:lnTo>
                  <a:lnTo>
                    <a:pt x="393810" y="53210"/>
                  </a:lnTo>
                  <a:lnTo>
                    <a:pt x="398843" y="49874"/>
                  </a:lnTo>
                  <a:lnTo>
                    <a:pt x="408396" y="46603"/>
                  </a:lnTo>
                  <a:lnTo>
                    <a:pt x="412568" y="46341"/>
                  </a:lnTo>
                  <a:lnTo>
                    <a:pt x="412114" y="38426"/>
                  </a:lnTo>
                  <a:lnTo>
                    <a:pt x="412358" y="37328"/>
                  </a:lnTo>
                  <a:lnTo>
                    <a:pt x="413018" y="34359"/>
                  </a:lnTo>
                  <a:lnTo>
                    <a:pt x="408621" y="33315"/>
                  </a:lnTo>
                  <a:lnTo>
                    <a:pt x="405140" y="31914"/>
                  </a:lnTo>
                  <a:lnTo>
                    <a:pt x="403759" y="31358"/>
                  </a:lnTo>
                  <a:lnTo>
                    <a:pt x="407084" y="25655"/>
                  </a:lnTo>
                  <a:lnTo>
                    <a:pt x="404704" y="21212"/>
                  </a:lnTo>
                  <a:lnTo>
                    <a:pt x="401470" y="18057"/>
                  </a:lnTo>
                  <a:lnTo>
                    <a:pt x="399218" y="15857"/>
                  </a:lnTo>
                  <a:lnTo>
                    <a:pt x="402054" y="12147"/>
                  </a:lnTo>
                  <a:lnTo>
                    <a:pt x="405228" y="8174"/>
                  </a:lnTo>
                  <a:lnTo>
                    <a:pt x="410758" y="1958"/>
                  </a:lnTo>
                  <a:lnTo>
                    <a:pt x="414455" y="3087"/>
                  </a:lnTo>
                  <a:lnTo>
                    <a:pt x="414692" y="3287"/>
                  </a:lnTo>
                  <a:lnTo>
                    <a:pt x="418578" y="6573"/>
                  </a:lnTo>
                  <a:lnTo>
                    <a:pt x="424097" y="8002"/>
                  </a:lnTo>
                  <a:lnTo>
                    <a:pt x="425509" y="8367"/>
                  </a:lnTo>
                  <a:lnTo>
                    <a:pt x="430224" y="4240"/>
                  </a:lnTo>
                  <a:lnTo>
                    <a:pt x="434264" y="3176"/>
                  </a:lnTo>
                  <a:lnTo>
                    <a:pt x="435428" y="2869"/>
                  </a:lnTo>
                  <a:lnTo>
                    <a:pt x="436304" y="931"/>
                  </a:lnTo>
                  <a:lnTo>
                    <a:pt x="437941" y="0"/>
                  </a:lnTo>
                  <a:lnTo>
                    <a:pt x="439647" y="579"/>
                  </a:lnTo>
                  <a:lnTo>
                    <a:pt x="441436" y="4017"/>
                  </a:lnTo>
                  <a:lnTo>
                    <a:pt x="445197" y="7957"/>
                  </a:lnTo>
                  <a:lnTo>
                    <a:pt x="452473" y="8905"/>
                  </a:lnTo>
                  <a:lnTo>
                    <a:pt x="453114" y="9634"/>
                  </a:lnTo>
                  <a:lnTo>
                    <a:pt x="455993" y="12909"/>
                  </a:lnTo>
                  <a:lnTo>
                    <a:pt x="457566" y="16809"/>
                  </a:lnTo>
                  <a:lnTo>
                    <a:pt x="464376" y="24831"/>
                  </a:lnTo>
                  <a:lnTo>
                    <a:pt x="464485" y="25525"/>
                  </a:lnTo>
                  <a:lnTo>
                    <a:pt x="465089" y="29380"/>
                  </a:lnTo>
                  <a:lnTo>
                    <a:pt x="466027" y="30799"/>
                  </a:lnTo>
                  <a:lnTo>
                    <a:pt x="467775" y="33443"/>
                  </a:lnTo>
                  <a:lnTo>
                    <a:pt x="475334" y="33989"/>
                  </a:lnTo>
                  <a:lnTo>
                    <a:pt x="483457" y="34648"/>
                  </a:lnTo>
                  <a:lnTo>
                    <a:pt x="489857" y="31446"/>
                  </a:lnTo>
                  <a:lnTo>
                    <a:pt x="494794" y="32028"/>
                  </a:lnTo>
                  <a:lnTo>
                    <a:pt x="497185" y="32463"/>
                  </a:lnTo>
                  <a:lnTo>
                    <a:pt x="502376" y="33403"/>
                  </a:lnTo>
                  <a:lnTo>
                    <a:pt x="504834" y="37313"/>
                  </a:lnTo>
                  <a:lnTo>
                    <a:pt x="509954" y="38824"/>
                  </a:lnTo>
                  <a:lnTo>
                    <a:pt x="511849" y="43100"/>
                  </a:lnTo>
                  <a:lnTo>
                    <a:pt x="518443" y="44283"/>
                  </a:lnTo>
                  <a:lnTo>
                    <a:pt x="521067" y="44751"/>
                  </a:lnTo>
                  <a:lnTo>
                    <a:pt x="523818" y="42736"/>
                  </a:lnTo>
                  <a:lnTo>
                    <a:pt x="524153" y="42490"/>
                  </a:lnTo>
                  <a:lnTo>
                    <a:pt x="524834" y="37869"/>
                  </a:lnTo>
                  <a:lnTo>
                    <a:pt x="532989" y="33405"/>
                  </a:lnTo>
                  <a:lnTo>
                    <a:pt x="542333" y="35579"/>
                  </a:lnTo>
                  <a:lnTo>
                    <a:pt x="548447" y="35315"/>
                  </a:lnTo>
                  <a:lnTo>
                    <a:pt x="554494" y="38896"/>
                  </a:lnTo>
                  <a:lnTo>
                    <a:pt x="558181" y="41058"/>
                  </a:lnTo>
                  <a:lnTo>
                    <a:pt x="559924" y="38973"/>
                  </a:lnTo>
                  <a:lnTo>
                    <a:pt x="561863" y="36654"/>
                  </a:lnTo>
                  <a:lnTo>
                    <a:pt x="568245" y="36374"/>
                  </a:lnTo>
                  <a:lnTo>
                    <a:pt x="571827" y="33149"/>
                  </a:lnTo>
                  <a:lnTo>
                    <a:pt x="572637" y="29070"/>
                  </a:lnTo>
                  <a:lnTo>
                    <a:pt x="578263" y="23343"/>
                  </a:lnTo>
                  <a:lnTo>
                    <a:pt x="579174" y="22090"/>
                  </a:lnTo>
                  <a:lnTo>
                    <a:pt x="580578" y="20156"/>
                  </a:lnTo>
                  <a:lnTo>
                    <a:pt x="586613" y="17249"/>
                  </a:lnTo>
                  <a:lnTo>
                    <a:pt x="591295" y="14673"/>
                  </a:lnTo>
                  <a:lnTo>
                    <a:pt x="593841" y="18829"/>
                  </a:lnTo>
                  <a:lnTo>
                    <a:pt x="594932" y="23603"/>
                  </a:lnTo>
                  <a:lnTo>
                    <a:pt x="598353" y="32073"/>
                  </a:lnTo>
                  <a:lnTo>
                    <a:pt x="602783" y="35117"/>
                  </a:lnTo>
                  <a:lnTo>
                    <a:pt x="604056" y="35992"/>
                  </a:lnTo>
                  <a:lnTo>
                    <a:pt x="611153" y="35184"/>
                  </a:lnTo>
                  <a:lnTo>
                    <a:pt x="616695" y="39248"/>
                  </a:lnTo>
                  <a:lnTo>
                    <a:pt x="617953" y="39949"/>
                  </a:lnTo>
                  <a:lnTo>
                    <a:pt x="622905" y="42707"/>
                  </a:lnTo>
                  <a:lnTo>
                    <a:pt x="626515" y="48821"/>
                  </a:lnTo>
                  <a:lnTo>
                    <a:pt x="627939" y="58094"/>
                  </a:lnTo>
                  <a:lnTo>
                    <a:pt x="631052" y="61055"/>
                  </a:lnTo>
                  <a:lnTo>
                    <a:pt x="631723" y="69280"/>
                  </a:lnTo>
                  <a:lnTo>
                    <a:pt x="631645" y="70302"/>
                  </a:lnTo>
                  <a:lnTo>
                    <a:pt x="631263" y="75304"/>
                  </a:lnTo>
                  <a:lnTo>
                    <a:pt x="630284" y="83752"/>
                  </a:lnTo>
                  <a:lnTo>
                    <a:pt x="639129" y="90799"/>
                  </a:lnTo>
                  <a:lnTo>
                    <a:pt x="649041" y="99409"/>
                  </a:lnTo>
                  <a:lnTo>
                    <a:pt x="648603" y="104273"/>
                  </a:lnTo>
                  <a:lnTo>
                    <a:pt x="648356" y="107014"/>
                  </a:lnTo>
                  <a:lnTo>
                    <a:pt x="655843" y="110959"/>
                  </a:lnTo>
                  <a:lnTo>
                    <a:pt x="658429" y="114053"/>
                  </a:lnTo>
                  <a:lnTo>
                    <a:pt x="662074" y="118411"/>
                  </a:lnTo>
                  <a:lnTo>
                    <a:pt x="667000" y="122269"/>
                  </a:lnTo>
                  <a:lnTo>
                    <a:pt x="668013" y="124076"/>
                  </a:lnTo>
                  <a:lnTo>
                    <a:pt x="671737" y="130718"/>
                  </a:lnTo>
                  <a:lnTo>
                    <a:pt x="679081" y="133244"/>
                  </a:lnTo>
                  <a:lnTo>
                    <a:pt x="688388" y="138431"/>
                  </a:lnTo>
                  <a:lnTo>
                    <a:pt x="696835" y="142892"/>
                  </a:lnTo>
                  <a:lnTo>
                    <a:pt x="706004" y="141709"/>
                  </a:lnTo>
                  <a:lnTo>
                    <a:pt x="688016" y="165936"/>
                  </a:lnTo>
                  <a:lnTo>
                    <a:pt x="679676" y="177094"/>
                  </a:lnTo>
                  <a:lnTo>
                    <a:pt x="679299" y="177644"/>
                  </a:lnTo>
                  <a:lnTo>
                    <a:pt x="676178" y="182189"/>
                  </a:lnTo>
                  <a:lnTo>
                    <a:pt x="667843" y="186636"/>
                  </a:lnTo>
                  <a:lnTo>
                    <a:pt x="658989" y="193813"/>
                  </a:lnTo>
                  <a:lnTo>
                    <a:pt x="658604" y="194125"/>
                  </a:lnTo>
                  <a:lnTo>
                    <a:pt x="658021" y="194710"/>
                  </a:lnTo>
                  <a:lnTo>
                    <a:pt x="644772" y="207973"/>
                  </a:lnTo>
                  <a:lnTo>
                    <a:pt x="646398" y="214333"/>
                  </a:lnTo>
                  <a:lnTo>
                    <a:pt x="644487" y="218944"/>
                  </a:lnTo>
                  <a:lnTo>
                    <a:pt x="638722" y="222257"/>
                  </a:lnTo>
                  <a:lnTo>
                    <a:pt x="634418" y="227261"/>
                  </a:lnTo>
                  <a:lnTo>
                    <a:pt x="636014" y="233547"/>
                  </a:lnTo>
                  <a:lnTo>
                    <a:pt x="634797" y="236758"/>
                  </a:lnTo>
                  <a:lnTo>
                    <a:pt x="634030" y="238780"/>
                  </a:lnTo>
                  <a:lnTo>
                    <a:pt x="623707" y="245255"/>
                  </a:lnTo>
                  <a:lnTo>
                    <a:pt x="617652" y="246095"/>
                  </a:lnTo>
                  <a:lnTo>
                    <a:pt x="615165" y="253376"/>
                  </a:lnTo>
                  <a:lnTo>
                    <a:pt x="614292" y="260136"/>
                  </a:lnTo>
                  <a:lnTo>
                    <a:pt x="605142" y="264019"/>
                  </a:lnTo>
                  <a:lnTo>
                    <a:pt x="591786" y="271731"/>
                  </a:lnTo>
                  <a:lnTo>
                    <a:pt x="587433" y="275140"/>
                  </a:lnTo>
                  <a:lnTo>
                    <a:pt x="585105" y="275615"/>
                  </a:lnTo>
                  <a:lnTo>
                    <a:pt x="578804" y="276897"/>
                  </a:lnTo>
                  <a:lnTo>
                    <a:pt x="571169" y="282389"/>
                  </a:lnTo>
                  <a:lnTo>
                    <a:pt x="566079" y="287512"/>
                  </a:lnTo>
                  <a:lnTo>
                    <a:pt x="565014" y="289983"/>
                  </a:lnTo>
                  <a:lnTo>
                    <a:pt x="545478" y="293343"/>
                  </a:lnTo>
                  <a:lnTo>
                    <a:pt x="541981" y="293876"/>
                  </a:lnTo>
                  <a:lnTo>
                    <a:pt x="536488" y="294709"/>
                  </a:lnTo>
                  <a:lnTo>
                    <a:pt x="513547" y="298812"/>
                  </a:lnTo>
                  <a:lnTo>
                    <a:pt x="510285" y="299366"/>
                  </a:lnTo>
                  <a:lnTo>
                    <a:pt x="487384" y="303215"/>
                  </a:lnTo>
                  <a:lnTo>
                    <a:pt x="460598" y="307393"/>
                  </a:lnTo>
                  <a:lnTo>
                    <a:pt x="459930" y="307495"/>
                  </a:lnTo>
                  <a:lnTo>
                    <a:pt x="444565" y="309175"/>
                  </a:lnTo>
                  <a:lnTo>
                    <a:pt x="441564" y="309473"/>
                  </a:lnTo>
                  <a:lnTo>
                    <a:pt x="429793" y="310630"/>
                  </a:lnTo>
                  <a:lnTo>
                    <a:pt x="412461" y="313283"/>
                  </a:lnTo>
                  <a:lnTo>
                    <a:pt x="411081" y="313492"/>
                  </a:lnTo>
                  <a:lnTo>
                    <a:pt x="410590" y="313617"/>
                  </a:lnTo>
                  <a:lnTo>
                    <a:pt x="397272" y="316979"/>
                  </a:lnTo>
                  <a:lnTo>
                    <a:pt x="392349" y="318216"/>
                  </a:lnTo>
                  <a:lnTo>
                    <a:pt x="368888" y="321626"/>
                  </a:lnTo>
                  <a:lnTo>
                    <a:pt x="363424" y="322408"/>
                  </a:lnTo>
                  <a:lnTo>
                    <a:pt x="355202" y="323578"/>
                  </a:lnTo>
                  <a:lnTo>
                    <a:pt x="345332" y="324641"/>
                  </a:lnTo>
                  <a:lnTo>
                    <a:pt x="335037" y="325736"/>
                  </a:lnTo>
                  <a:lnTo>
                    <a:pt x="323067" y="327074"/>
                  </a:lnTo>
                  <a:lnTo>
                    <a:pt x="303123" y="329263"/>
                  </a:lnTo>
                  <a:lnTo>
                    <a:pt x="293797" y="330269"/>
                  </a:lnTo>
                  <a:lnTo>
                    <a:pt x="289874" y="332685"/>
                  </a:lnTo>
                  <a:lnTo>
                    <a:pt x="288789" y="332521"/>
                  </a:lnTo>
                  <a:lnTo>
                    <a:pt x="284326" y="331846"/>
                  </a:lnTo>
                  <a:lnTo>
                    <a:pt x="269303" y="334675"/>
                  </a:lnTo>
                  <a:lnTo>
                    <a:pt x="264539" y="335566"/>
                  </a:lnTo>
                  <a:lnTo>
                    <a:pt x="240753" y="339665"/>
                  </a:lnTo>
                  <a:lnTo>
                    <a:pt x="235551" y="340552"/>
                  </a:lnTo>
                  <a:lnTo>
                    <a:pt x="214323" y="344133"/>
                  </a:lnTo>
                  <a:lnTo>
                    <a:pt x="213187" y="344323"/>
                  </a:lnTo>
                  <a:lnTo>
                    <a:pt x="184987" y="348987"/>
                  </a:lnTo>
                  <a:lnTo>
                    <a:pt x="179896" y="349889"/>
                  </a:lnTo>
                  <a:lnTo>
                    <a:pt x="164627" y="352576"/>
                  </a:lnTo>
                  <a:lnTo>
                    <a:pt x="164486" y="348862"/>
                  </a:lnTo>
                  <a:lnTo>
                    <a:pt x="148638" y="349529"/>
                  </a:lnTo>
                  <a:lnTo>
                    <a:pt x="142959" y="350212"/>
                  </a:lnTo>
                  <a:lnTo>
                    <a:pt x="145141" y="355739"/>
                  </a:lnTo>
                  <a:lnTo>
                    <a:pt x="148508" y="364908"/>
                  </a:lnTo>
                  <a:lnTo>
                    <a:pt x="147718" y="371357"/>
                  </a:lnTo>
                  <a:lnTo>
                    <a:pt x="147440" y="371403"/>
                  </a:lnTo>
                  <a:lnTo>
                    <a:pt x="140310" y="372603"/>
                  </a:lnTo>
                  <a:lnTo>
                    <a:pt x="105300" y="377184"/>
                  </a:lnTo>
                  <a:lnTo>
                    <a:pt x="103088" y="377468"/>
                  </a:lnTo>
                  <a:lnTo>
                    <a:pt x="102659" y="377526"/>
                  </a:lnTo>
                  <a:lnTo>
                    <a:pt x="73589" y="381422"/>
                  </a:lnTo>
                  <a:lnTo>
                    <a:pt x="72581" y="381555"/>
                  </a:lnTo>
                  <a:lnTo>
                    <a:pt x="71863" y="381649"/>
                  </a:lnTo>
                  <a:lnTo>
                    <a:pt x="59289" y="383299"/>
                  </a:lnTo>
                  <a:lnTo>
                    <a:pt x="35330" y="386014"/>
                  </a:lnTo>
                  <a:lnTo>
                    <a:pt x="22433" y="388196"/>
                  </a:lnTo>
                  <a:lnTo>
                    <a:pt x="15481" y="389364"/>
                  </a:lnTo>
                  <a:lnTo>
                    <a:pt x="3680" y="390987"/>
                  </a:lnTo>
                  <a:lnTo>
                    <a:pt x="0" y="3865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76751" y="4392106"/>
              <a:ext cx="627767" cy="526662"/>
            </a:xfrm>
            <a:custGeom>
              <a:avLst/>
              <a:pathLst>
                <a:path w="627767" h="526662">
                  <a:moveTo>
                    <a:pt x="2701" y="70224"/>
                  </a:moveTo>
                  <a:lnTo>
                    <a:pt x="1837" y="56181"/>
                  </a:lnTo>
                  <a:lnTo>
                    <a:pt x="1145" y="44937"/>
                  </a:lnTo>
                  <a:lnTo>
                    <a:pt x="0" y="26361"/>
                  </a:lnTo>
                  <a:lnTo>
                    <a:pt x="25986" y="24488"/>
                  </a:lnTo>
                  <a:lnTo>
                    <a:pt x="26837" y="24426"/>
                  </a:lnTo>
                  <a:lnTo>
                    <a:pt x="36377" y="23720"/>
                  </a:lnTo>
                  <a:lnTo>
                    <a:pt x="59396" y="22094"/>
                  </a:lnTo>
                  <a:lnTo>
                    <a:pt x="62859" y="21845"/>
                  </a:lnTo>
                  <a:lnTo>
                    <a:pt x="75764" y="20905"/>
                  </a:lnTo>
                  <a:lnTo>
                    <a:pt x="91516" y="19697"/>
                  </a:lnTo>
                  <a:lnTo>
                    <a:pt x="96206" y="19333"/>
                  </a:lnTo>
                  <a:lnTo>
                    <a:pt x="119934" y="17504"/>
                  </a:lnTo>
                  <a:lnTo>
                    <a:pt x="121940" y="17346"/>
                  </a:lnTo>
                  <a:lnTo>
                    <a:pt x="149976" y="15378"/>
                  </a:lnTo>
                  <a:lnTo>
                    <a:pt x="150111" y="15368"/>
                  </a:lnTo>
                  <a:lnTo>
                    <a:pt x="175381" y="13469"/>
                  </a:lnTo>
                  <a:lnTo>
                    <a:pt x="207060" y="11044"/>
                  </a:lnTo>
                  <a:lnTo>
                    <a:pt x="224546" y="9511"/>
                  </a:lnTo>
                  <a:lnTo>
                    <a:pt x="246561" y="7536"/>
                  </a:lnTo>
                  <a:lnTo>
                    <a:pt x="290388" y="3460"/>
                  </a:lnTo>
                  <a:lnTo>
                    <a:pt x="293659" y="3157"/>
                  </a:lnTo>
                  <a:lnTo>
                    <a:pt x="296435" y="2899"/>
                  </a:lnTo>
                  <a:lnTo>
                    <a:pt x="315891" y="1069"/>
                  </a:lnTo>
                  <a:lnTo>
                    <a:pt x="327071" y="0"/>
                  </a:lnTo>
                  <a:lnTo>
                    <a:pt x="330954" y="2791"/>
                  </a:lnTo>
                  <a:lnTo>
                    <a:pt x="338559" y="7783"/>
                  </a:lnTo>
                  <a:lnTo>
                    <a:pt x="339340" y="14367"/>
                  </a:lnTo>
                  <a:lnTo>
                    <a:pt x="332188" y="20494"/>
                  </a:lnTo>
                  <a:lnTo>
                    <a:pt x="329936" y="25677"/>
                  </a:lnTo>
                  <a:lnTo>
                    <a:pt x="330846" y="30520"/>
                  </a:lnTo>
                  <a:lnTo>
                    <a:pt x="336292" y="34840"/>
                  </a:lnTo>
                  <a:lnTo>
                    <a:pt x="342918" y="36096"/>
                  </a:lnTo>
                  <a:lnTo>
                    <a:pt x="338664" y="42003"/>
                  </a:lnTo>
                  <a:lnTo>
                    <a:pt x="341906" y="53130"/>
                  </a:lnTo>
                  <a:lnTo>
                    <a:pt x="344921" y="55740"/>
                  </a:lnTo>
                  <a:lnTo>
                    <a:pt x="345757" y="56504"/>
                  </a:lnTo>
                  <a:lnTo>
                    <a:pt x="350731" y="63597"/>
                  </a:lnTo>
                  <a:lnTo>
                    <a:pt x="345166" y="64756"/>
                  </a:lnTo>
                  <a:lnTo>
                    <a:pt x="346951" y="74585"/>
                  </a:lnTo>
                  <a:lnTo>
                    <a:pt x="357047" y="75368"/>
                  </a:lnTo>
                  <a:lnTo>
                    <a:pt x="355596" y="85420"/>
                  </a:lnTo>
                  <a:lnTo>
                    <a:pt x="363205" y="85925"/>
                  </a:lnTo>
                  <a:lnTo>
                    <a:pt x="360890" y="94110"/>
                  </a:lnTo>
                  <a:lnTo>
                    <a:pt x="356782" y="103870"/>
                  </a:lnTo>
                  <a:lnTo>
                    <a:pt x="343433" y="106153"/>
                  </a:lnTo>
                  <a:lnTo>
                    <a:pt x="352576" y="118766"/>
                  </a:lnTo>
                  <a:lnTo>
                    <a:pt x="353208" y="119637"/>
                  </a:lnTo>
                  <a:lnTo>
                    <a:pt x="348741" y="126985"/>
                  </a:lnTo>
                  <a:lnTo>
                    <a:pt x="348875" y="130601"/>
                  </a:lnTo>
                  <a:lnTo>
                    <a:pt x="345119" y="135922"/>
                  </a:lnTo>
                  <a:lnTo>
                    <a:pt x="338396" y="138487"/>
                  </a:lnTo>
                  <a:lnTo>
                    <a:pt x="338615" y="145668"/>
                  </a:lnTo>
                  <a:lnTo>
                    <a:pt x="332953" y="152099"/>
                  </a:lnTo>
                  <a:lnTo>
                    <a:pt x="331990" y="153163"/>
                  </a:lnTo>
                  <a:lnTo>
                    <a:pt x="327116" y="158544"/>
                  </a:lnTo>
                  <a:lnTo>
                    <a:pt x="320611" y="157959"/>
                  </a:lnTo>
                  <a:lnTo>
                    <a:pt x="319539" y="163955"/>
                  </a:lnTo>
                  <a:lnTo>
                    <a:pt x="324648" y="170416"/>
                  </a:lnTo>
                  <a:lnTo>
                    <a:pt x="324894" y="170728"/>
                  </a:lnTo>
                  <a:lnTo>
                    <a:pt x="317865" y="173178"/>
                  </a:lnTo>
                  <a:lnTo>
                    <a:pt x="317198" y="185194"/>
                  </a:lnTo>
                  <a:lnTo>
                    <a:pt x="309620" y="189173"/>
                  </a:lnTo>
                  <a:lnTo>
                    <a:pt x="310730" y="193500"/>
                  </a:lnTo>
                  <a:lnTo>
                    <a:pt x="313511" y="198824"/>
                  </a:lnTo>
                  <a:lnTo>
                    <a:pt x="307643" y="201019"/>
                  </a:lnTo>
                  <a:lnTo>
                    <a:pt x="304879" y="206146"/>
                  </a:lnTo>
                  <a:lnTo>
                    <a:pt x="306351" y="214044"/>
                  </a:lnTo>
                  <a:lnTo>
                    <a:pt x="304370" y="220820"/>
                  </a:lnTo>
                  <a:lnTo>
                    <a:pt x="304537" y="227826"/>
                  </a:lnTo>
                  <a:lnTo>
                    <a:pt x="308225" y="233779"/>
                  </a:lnTo>
                  <a:lnTo>
                    <a:pt x="302159" y="238436"/>
                  </a:lnTo>
                  <a:lnTo>
                    <a:pt x="295463" y="238257"/>
                  </a:lnTo>
                  <a:lnTo>
                    <a:pt x="293176" y="242996"/>
                  </a:lnTo>
                  <a:lnTo>
                    <a:pt x="299937" y="247841"/>
                  </a:lnTo>
                  <a:lnTo>
                    <a:pt x="299847" y="248079"/>
                  </a:lnTo>
                  <a:lnTo>
                    <a:pt x="296915" y="255820"/>
                  </a:lnTo>
                  <a:lnTo>
                    <a:pt x="300563" y="261604"/>
                  </a:lnTo>
                  <a:lnTo>
                    <a:pt x="305028" y="266836"/>
                  </a:lnTo>
                  <a:lnTo>
                    <a:pt x="297643" y="273563"/>
                  </a:lnTo>
                  <a:lnTo>
                    <a:pt x="296697" y="274423"/>
                  </a:lnTo>
                  <a:lnTo>
                    <a:pt x="344688" y="269663"/>
                  </a:lnTo>
                  <a:lnTo>
                    <a:pt x="350256" y="269087"/>
                  </a:lnTo>
                  <a:lnTo>
                    <a:pt x="363733" y="267678"/>
                  </a:lnTo>
                  <a:lnTo>
                    <a:pt x="390943" y="264778"/>
                  </a:lnTo>
                  <a:lnTo>
                    <a:pt x="398728" y="263935"/>
                  </a:lnTo>
                  <a:lnTo>
                    <a:pt x="420965" y="261464"/>
                  </a:lnTo>
                  <a:lnTo>
                    <a:pt x="423242" y="261209"/>
                  </a:lnTo>
                  <a:lnTo>
                    <a:pt x="446480" y="258568"/>
                  </a:lnTo>
                  <a:lnTo>
                    <a:pt x="446630" y="258551"/>
                  </a:lnTo>
                  <a:lnTo>
                    <a:pt x="456657" y="257376"/>
                  </a:lnTo>
                  <a:lnTo>
                    <a:pt x="498632" y="252345"/>
                  </a:lnTo>
                  <a:lnTo>
                    <a:pt x="505772" y="251475"/>
                  </a:lnTo>
                  <a:lnTo>
                    <a:pt x="518258" y="249956"/>
                  </a:lnTo>
                  <a:lnTo>
                    <a:pt x="516957" y="262229"/>
                  </a:lnTo>
                  <a:lnTo>
                    <a:pt x="513395" y="275198"/>
                  </a:lnTo>
                  <a:lnTo>
                    <a:pt x="509490" y="288291"/>
                  </a:lnTo>
                  <a:lnTo>
                    <a:pt x="511469" y="295966"/>
                  </a:lnTo>
                  <a:lnTo>
                    <a:pt x="512310" y="299227"/>
                  </a:lnTo>
                  <a:lnTo>
                    <a:pt x="517093" y="311191"/>
                  </a:lnTo>
                  <a:lnTo>
                    <a:pt x="527339" y="319996"/>
                  </a:lnTo>
                  <a:lnTo>
                    <a:pt x="529127" y="322962"/>
                  </a:lnTo>
                  <a:lnTo>
                    <a:pt x="532178" y="328019"/>
                  </a:lnTo>
                  <a:lnTo>
                    <a:pt x="538813" y="341550"/>
                  </a:lnTo>
                  <a:lnTo>
                    <a:pt x="543179" y="353373"/>
                  </a:lnTo>
                  <a:lnTo>
                    <a:pt x="553410" y="357054"/>
                  </a:lnTo>
                  <a:lnTo>
                    <a:pt x="544508" y="363275"/>
                  </a:lnTo>
                  <a:lnTo>
                    <a:pt x="538769" y="367275"/>
                  </a:lnTo>
                  <a:lnTo>
                    <a:pt x="536221" y="373318"/>
                  </a:lnTo>
                  <a:lnTo>
                    <a:pt x="525060" y="378801"/>
                  </a:lnTo>
                  <a:lnTo>
                    <a:pt x="518094" y="383276"/>
                  </a:lnTo>
                  <a:lnTo>
                    <a:pt x="518094" y="383551"/>
                  </a:lnTo>
                  <a:lnTo>
                    <a:pt x="518097" y="392169"/>
                  </a:lnTo>
                  <a:lnTo>
                    <a:pt x="524993" y="393887"/>
                  </a:lnTo>
                  <a:lnTo>
                    <a:pt x="531283" y="395354"/>
                  </a:lnTo>
                  <a:lnTo>
                    <a:pt x="536871" y="400585"/>
                  </a:lnTo>
                  <a:lnTo>
                    <a:pt x="543432" y="401218"/>
                  </a:lnTo>
                  <a:lnTo>
                    <a:pt x="548933" y="398145"/>
                  </a:lnTo>
                  <a:lnTo>
                    <a:pt x="550301" y="384121"/>
                  </a:lnTo>
                  <a:lnTo>
                    <a:pt x="558924" y="375319"/>
                  </a:lnTo>
                  <a:lnTo>
                    <a:pt x="564436" y="371936"/>
                  </a:lnTo>
                  <a:lnTo>
                    <a:pt x="576460" y="370694"/>
                  </a:lnTo>
                  <a:lnTo>
                    <a:pt x="580582" y="365792"/>
                  </a:lnTo>
                  <a:lnTo>
                    <a:pt x="588137" y="358968"/>
                  </a:lnTo>
                  <a:lnTo>
                    <a:pt x="593769" y="356310"/>
                  </a:lnTo>
                  <a:lnTo>
                    <a:pt x="594700" y="367771"/>
                  </a:lnTo>
                  <a:lnTo>
                    <a:pt x="592211" y="377627"/>
                  </a:lnTo>
                  <a:lnTo>
                    <a:pt x="591367" y="386953"/>
                  </a:lnTo>
                  <a:lnTo>
                    <a:pt x="591457" y="393501"/>
                  </a:lnTo>
                  <a:lnTo>
                    <a:pt x="585824" y="404234"/>
                  </a:lnTo>
                  <a:lnTo>
                    <a:pt x="589095" y="410153"/>
                  </a:lnTo>
                  <a:lnTo>
                    <a:pt x="573840" y="410115"/>
                  </a:lnTo>
                  <a:lnTo>
                    <a:pt x="574520" y="422056"/>
                  </a:lnTo>
                  <a:lnTo>
                    <a:pt x="567692" y="426965"/>
                  </a:lnTo>
                  <a:lnTo>
                    <a:pt x="563779" y="429919"/>
                  </a:lnTo>
                  <a:lnTo>
                    <a:pt x="563362" y="430233"/>
                  </a:lnTo>
                  <a:lnTo>
                    <a:pt x="559541" y="428388"/>
                  </a:lnTo>
                  <a:lnTo>
                    <a:pt x="552191" y="434459"/>
                  </a:lnTo>
                  <a:lnTo>
                    <a:pt x="557520" y="442819"/>
                  </a:lnTo>
                  <a:lnTo>
                    <a:pt x="557615" y="449540"/>
                  </a:lnTo>
                  <a:lnTo>
                    <a:pt x="562849" y="456957"/>
                  </a:lnTo>
                  <a:lnTo>
                    <a:pt x="569119" y="460031"/>
                  </a:lnTo>
                  <a:lnTo>
                    <a:pt x="581392" y="460482"/>
                  </a:lnTo>
                  <a:lnTo>
                    <a:pt x="589458" y="459992"/>
                  </a:lnTo>
                  <a:lnTo>
                    <a:pt x="596577" y="466036"/>
                  </a:lnTo>
                  <a:lnTo>
                    <a:pt x="603253" y="464180"/>
                  </a:lnTo>
                  <a:lnTo>
                    <a:pt x="611975" y="471898"/>
                  </a:lnTo>
                  <a:lnTo>
                    <a:pt x="614916" y="479627"/>
                  </a:lnTo>
                  <a:lnTo>
                    <a:pt x="625692" y="478854"/>
                  </a:lnTo>
                  <a:lnTo>
                    <a:pt x="627767" y="485124"/>
                  </a:lnTo>
                  <a:lnTo>
                    <a:pt x="622669" y="496090"/>
                  </a:lnTo>
                  <a:lnTo>
                    <a:pt x="616999" y="499057"/>
                  </a:lnTo>
                  <a:lnTo>
                    <a:pt x="613810" y="505473"/>
                  </a:lnTo>
                  <a:lnTo>
                    <a:pt x="615050" y="510467"/>
                  </a:lnTo>
                  <a:lnTo>
                    <a:pt x="605635" y="507465"/>
                  </a:lnTo>
                  <a:lnTo>
                    <a:pt x="600314" y="503276"/>
                  </a:lnTo>
                  <a:lnTo>
                    <a:pt x="593565" y="510624"/>
                  </a:lnTo>
                  <a:lnTo>
                    <a:pt x="585266" y="521989"/>
                  </a:lnTo>
                  <a:lnTo>
                    <a:pt x="583813" y="510916"/>
                  </a:lnTo>
                  <a:lnTo>
                    <a:pt x="588079" y="502965"/>
                  </a:lnTo>
                  <a:lnTo>
                    <a:pt x="583879" y="496481"/>
                  </a:lnTo>
                  <a:lnTo>
                    <a:pt x="578508" y="493696"/>
                  </a:lnTo>
                  <a:lnTo>
                    <a:pt x="571693" y="485592"/>
                  </a:lnTo>
                  <a:lnTo>
                    <a:pt x="561656" y="483092"/>
                  </a:lnTo>
                  <a:lnTo>
                    <a:pt x="556549" y="482423"/>
                  </a:lnTo>
                  <a:lnTo>
                    <a:pt x="552124" y="477744"/>
                  </a:lnTo>
                  <a:lnTo>
                    <a:pt x="541719" y="477160"/>
                  </a:lnTo>
                  <a:lnTo>
                    <a:pt x="527756" y="476811"/>
                  </a:lnTo>
                  <a:lnTo>
                    <a:pt x="523087" y="478944"/>
                  </a:lnTo>
                  <a:lnTo>
                    <a:pt x="520998" y="481091"/>
                  </a:lnTo>
                  <a:lnTo>
                    <a:pt x="515160" y="487086"/>
                  </a:lnTo>
                  <a:lnTo>
                    <a:pt x="503999" y="497849"/>
                  </a:lnTo>
                  <a:lnTo>
                    <a:pt x="500540" y="500844"/>
                  </a:lnTo>
                  <a:lnTo>
                    <a:pt x="496902" y="503989"/>
                  </a:lnTo>
                  <a:lnTo>
                    <a:pt x="485712" y="513264"/>
                  </a:lnTo>
                  <a:lnTo>
                    <a:pt x="472778" y="517592"/>
                  </a:lnTo>
                  <a:lnTo>
                    <a:pt x="463987" y="519296"/>
                  </a:lnTo>
                  <a:lnTo>
                    <a:pt x="460088" y="520049"/>
                  </a:lnTo>
                  <a:lnTo>
                    <a:pt x="454670" y="520280"/>
                  </a:lnTo>
                  <a:lnTo>
                    <a:pt x="435223" y="522540"/>
                  </a:lnTo>
                  <a:lnTo>
                    <a:pt x="424012" y="526129"/>
                  </a:lnTo>
                  <a:lnTo>
                    <a:pt x="416369" y="526662"/>
                  </a:lnTo>
                  <a:lnTo>
                    <a:pt x="409637" y="525494"/>
                  </a:lnTo>
                  <a:lnTo>
                    <a:pt x="407900" y="519086"/>
                  </a:lnTo>
                  <a:lnTo>
                    <a:pt x="399591" y="512198"/>
                  </a:lnTo>
                  <a:lnTo>
                    <a:pt x="392603" y="511967"/>
                  </a:lnTo>
                  <a:lnTo>
                    <a:pt x="381252" y="510680"/>
                  </a:lnTo>
                  <a:lnTo>
                    <a:pt x="373295" y="507394"/>
                  </a:lnTo>
                  <a:lnTo>
                    <a:pt x="358652" y="504875"/>
                  </a:lnTo>
                  <a:lnTo>
                    <a:pt x="351424" y="498718"/>
                  </a:lnTo>
                  <a:lnTo>
                    <a:pt x="357969" y="493870"/>
                  </a:lnTo>
                  <a:lnTo>
                    <a:pt x="358830" y="489526"/>
                  </a:lnTo>
                  <a:lnTo>
                    <a:pt x="350469" y="486296"/>
                  </a:lnTo>
                  <a:lnTo>
                    <a:pt x="346597" y="482750"/>
                  </a:lnTo>
                  <a:lnTo>
                    <a:pt x="348274" y="479374"/>
                  </a:lnTo>
                  <a:lnTo>
                    <a:pt x="342142" y="472876"/>
                  </a:lnTo>
                  <a:lnTo>
                    <a:pt x="334567" y="477292"/>
                  </a:lnTo>
                  <a:lnTo>
                    <a:pt x="331327" y="473676"/>
                  </a:lnTo>
                  <a:lnTo>
                    <a:pt x="325594" y="469863"/>
                  </a:lnTo>
                  <a:lnTo>
                    <a:pt x="324452" y="465340"/>
                  </a:lnTo>
                  <a:lnTo>
                    <a:pt x="323600" y="461581"/>
                  </a:lnTo>
                  <a:lnTo>
                    <a:pt x="316317" y="457324"/>
                  </a:lnTo>
                  <a:lnTo>
                    <a:pt x="311168" y="457895"/>
                  </a:lnTo>
                  <a:lnTo>
                    <a:pt x="312771" y="448480"/>
                  </a:lnTo>
                  <a:lnTo>
                    <a:pt x="307149" y="442736"/>
                  </a:lnTo>
                  <a:lnTo>
                    <a:pt x="298839" y="443055"/>
                  </a:lnTo>
                  <a:lnTo>
                    <a:pt x="290741" y="447102"/>
                  </a:lnTo>
                  <a:lnTo>
                    <a:pt x="285678" y="450571"/>
                  </a:lnTo>
                  <a:lnTo>
                    <a:pt x="284940" y="455436"/>
                  </a:lnTo>
                  <a:lnTo>
                    <a:pt x="284105" y="460927"/>
                  </a:lnTo>
                  <a:lnTo>
                    <a:pt x="292658" y="464346"/>
                  </a:lnTo>
                  <a:lnTo>
                    <a:pt x="303896" y="466867"/>
                  </a:lnTo>
                  <a:lnTo>
                    <a:pt x="297993" y="478085"/>
                  </a:lnTo>
                  <a:lnTo>
                    <a:pt x="291863" y="480884"/>
                  </a:lnTo>
                  <a:lnTo>
                    <a:pt x="280296" y="475956"/>
                  </a:lnTo>
                  <a:lnTo>
                    <a:pt x="266140" y="469965"/>
                  </a:lnTo>
                  <a:lnTo>
                    <a:pt x="264587" y="469459"/>
                  </a:lnTo>
                  <a:lnTo>
                    <a:pt x="261946" y="468598"/>
                  </a:lnTo>
                  <a:lnTo>
                    <a:pt x="250862" y="470155"/>
                  </a:lnTo>
                  <a:lnTo>
                    <a:pt x="240269" y="476808"/>
                  </a:lnTo>
                  <a:lnTo>
                    <a:pt x="231876" y="478615"/>
                  </a:lnTo>
                  <a:lnTo>
                    <a:pt x="221493" y="477377"/>
                  </a:lnTo>
                  <a:lnTo>
                    <a:pt x="213819" y="476213"/>
                  </a:lnTo>
                  <a:lnTo>
                    <a:pt x="202484" y="474994"/>
                  </a:lnTo>
                  <a:lnTo>
                    <a:pt x="196689" y="473955"/>
                  </a:lnTo>
                  <a:lnTo>
                    <a:pt x="188441" y="472470"/>
                  </a:lnTo>
                  <a:lnTo>
                    <a:pt x="164606" y="464312"/>
                  </a:lnTo>
                  <a:lnTo>
                    <a:pt x="150829" y="459567"/>
                  </a:lnTo>
                  <a:lnTo>
                    <a:pt x="139365" y="457083"/>
                  </a:lnTo>
                  <a:lnTo>
                    <a:pt x="128687" y="455053"/>
                  </a:lnTo>
                  <a:lnTo>
                    <a:pt x="114630" y="455534"/>
                  </a:lnTo>
                  <a:lnTo>
                    <a:pt x="101050" y="457616"/>
                  </a:lnTo>
                  <a:lnTo>
                    <a:pt x="86032" y="459295"/>
                  </a:lnTo>
                  <a:lnTo>
                    <a:pt x="62204" y="464675"/>
                  </a:lnTo>
                  <a:lnTo>
                    <a:pt x="55601" y="467988"/>
                  </a:lnTo>
                  <a:lnTo>
                    <a:pt x="51221" y="471618"/>
                  </a:lnTo>
                  <a:lnTo>
                    <a:pt x="47965" y="467348"/>
                  </a:lnTo>
                  <a:lnTo>
                    <a:pt x="44394" y="462537"/>
                  </a:lnTo>
                  <a:lnTo>
                    <a:pt x="39525" y="457322"/>
                  </a:lnTo>
                  <a:lnTo>
                    <a:pt x="45837" y="450321"/>
                  </a:lnTo>
                  <a:lnTo>
                    <a:pt x="48049" y="447412"/>
                  </a:lnTo>
                  <a:lnTo>
                    <a:pt x="50457" y="444242"/>
                  </a:lnTo>
                  <a:lnTo>
                    <a:pt x="52626" y="435983"/>
                  </a:lnTo>
                  <a:lnTo>
                    <a:pt x="59942" y="426430"/>
                  </a:lnTo>
                  <a:lnTo>
                    <a:pt x="63797" y="422009"/>
                  </a:lnTo>
                  <a:lnTo>
                    <a:pt x="64045" y="421725"/>
                  </a:lnTo>
                  <a:lnTo>
                    <a:pt x="63733" y="413878"/>
                  </a:lnTo>
                  <a:lnTo>
                    <a:pt x="63064" y="405680"/>
                  </a:lnTo>
                  <a:lnTo>
                    <a:pt x="61505" y="398880"/>
                  </a:lnTo>
                  <a:lnTo>
                    <a:pt x="61618" y="396351"/>
                  </a:lnTo>
                  <a:lnTo>
                    <a:pt x="61809" y="392088"/>
                  </a:lnTo>
                  <a:lnTo>
                    <a:pt x="55110" y="385243"/>
                  </a:lnTo>
                  <a:lnTo>
                    <a:pt x="56311" y="376116"/>
                  </a:lnTo>
                  <a:lnTo>
                    <a:pt x="57105" y="375314"/>
                  </a:lnTo>
                  <a:lnTo>
                    <a:pt x="61041" y="371335"/>
                  </a:lnTo>
                  <a:lnTo>
                    <a:pt x="59523" y="361144"/>
                  </a:lnTo>
                  <a:lnTo>
                    <a:pt x="56963" y="356149"/>
                  </a:lnTo>
                  <a:lnTo>
                    <a:pt x="61816" y="349361"/>
                  </a:lnTo>
                  <a:lnTo>
                    <a:pt x="61447" y="344992"/>
                  </a:lnTo>
                  <a:lnTo>
                    <a:pt x="67441" y="337173"/>
                  </a:lnTo>
                  <a:lnTo>
                    <a:pt x="68368" y="329213"/>
                  </a:lnTo>
                  <a:lnTo>
                    <a:pt x="73465" y="320139"/>
                  </a:lnTo>
                  <a:lnTo>
                    <a:pt x="74137" y="311129"/>
                  </a:lnTo>
                  <a:lnTo>
                    <a:pt x="74538" y="310014"/>
                  </a:lnTo>
                  <a:lnTo>
                    <a:pt x="76886" y="303491"/>
                  </a:lnTo>
                  <a:lnTo>
                    <a:pt x="74311" y="297942"/>
                  </a:lnTo>
                  <a:lnTo>
                    <a:pt x="75152" y="292299"/>
                  </a:lnTo>
                  <a:lnTo>
                    <a:pt x="75742" y="286431"/>
                  </a:lnTo>
                  <a:lnTo>
                    <a:pt x="74012" y="276150"/>
                  </a:lnTo>
                  <a:lnTo>
                    <a:pt x="74118" y="268488"/>
                  </a:lnTo>
                  <a:lnTo>
                    <a:pt x="72101" y="268746"/>
                  </a:lnTo>
                  <a:lnTo>
                    <a:pt x="66526" y="269459"/>
                  </a:lnTo>
                  <a:lnTo>
                    <a:pt x="66313" y="269486"/>
                  </a:lnTo>
                  <a:lnTo>
                    <a:pt x="64310" y="259271"/>
                  </a:lnTo>
                  <a:lnTo>
                    <a:pt x="56807" y="254206"/>
                  </a:lnTo>
                  <a:lnTo>
                    <a:pt x="57016" y="244200"/>
                  </a:lnTo>
                  <a:lnTo>
                    <a:pt x="53141" y="237294"/>
                  </a:lnTo>
                  <a:lnTo>
                    <a:pt x="46782" y="232325"/>
                  </a:lnTo>
                  <a:lnTo>
                    <a:pt x="49209" y="227372"/>
                  </a:lnTo>
                  <a:lnTo>
                    <a:pt x="41855" y="224770"/>
                  </a:lnTo>
                  <a:lnTo>
                    <a:pt x="35888" y="217259"/>
                  </a:lnTo>
                  <a:lnTo>
                    <a:pt x="37675" y="212234"/>
                  </a:lnTo>
                  <a:lnTo>
                    <a:pt x="38566" y="201622"/>
                  </a:lnTo>
                  <a:lnTo>
                    <a:pt x="31906" y="187963"/>
                  </a:lnTo>
                  <a:lnTo>
                    <a:pt x="28710" y="182955"/>
                  </a:lnTo>
                  <a:lnTo>
                    <a:pt x="24688" y="176647"/>
                  </a:lnTo>
                  <a:lnTo>
                    <a:pt x="16579" y="172730"/>
                  </a:lnTo>
                  <a:lnTo>
                    <a:pt x="10149" y="165993"/>
                  </a:lnTo>
                  <a:lnTo>
                    <a:pt x="8615" y="164384"/>
                  </a:lnTo>
                  <a:lnTo>
                    <a:pt x="7323" y="144832"/>
                  </a:lnTo>
                  <a:lnTo>
                    <a:pt x="6844" y="137023"/>
                  </a:lnTo>
                  <a:lnTo>
                    <a:pt x="5460" y="114512"/>
                  </a:lnTo>
                  <a:lnTo>
                    <a:pt x="5218" y="110652"/>
                  </a:lnTo>
                  <a:lnTo>
                    <a:pt x="3764" y="875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73212" y="4062130"/>
              <a:ext cx="431030" cy="669469"/>
            </a:xfrm>
            <a:custGeom>
              <a:avLst/>
              <a:pathLst>
                <a:path w="431030" h="669469">
                  <a:moveTo>
                    <a:pt x="21171" y="458961"/>
                  </a:moveTo>
                  <a:lnTo>
                    <a:pt x="20554" y="453743"/>
                  </a:lnTo>
                  <a:lnTo>
                    <a:pt x="20158" y="414080"/>
                  </a:lnTo>
                  <a:lnTo>
                    <a:pt x="20126" y="411048"/>
                  </a:lnTo>
                  <a:lnTo>
                    <a:pt x="19984" y="403169"/>
                  </a:lnTo>
                  <a:lnTo>
                    <a:pt x="19307" y="366902"/>
                  </a:lnTo>
                  <a:lnTo>
                    <a:pt x="18955" y="348903"/>
                  </a:lnTo>
                  <a:lnTo>
                    <a:pt x="18359" y="319659"/>
                  </a:lnTo>
                  <a:lnTo>
                    <a:pt x="18184" y="311280"/>
                  </a:lnTo>
                  <a:lnTo>
                    <a:pt x="17624" y="285310"/>
                  </a:lnTo>
                  <a:lnTo>
                    <a:pt x="17345" y="271274"/>
                  </a:lnTo>
                  <a:lnTo>
                    <a:pt x="16661" y="238174"/>
                  </a:lnTo>
                  <a:lnTo>
                    <a:pt x="16181" y="215971"/>
                  </a:lnTo>
                  <a:lnTo>
                    <a:pt x="16093" y="209749"/>
                  </a:lnTo>
                  <a:lnTo>
                    <a:pt x="15454" y="167464"/>
                  </a:lnTo>
                  <a:lnTo>
                    <a:pt x="15387" y="163661"/>
                  </a:lnTo>
                  <a:lnTo>
                    <a:pt x="14812" y="132025"/>
                  </a:lnTo>
                  <a:lnTo>
                    <a:pt x="14446" y="112869"/>
                  </a:lnTo>
                  <a:lnTo>
                    <a:pt x="14131" y="96858"/>
                  </a:lnTo>
                  <a:lnTo>
                    <a:pt x="14020" y="91331"/>
                  </a:lnTo>
                  <a:lnTo>
                    <a:pt x="13429" y="54937"/>
                  </a:lnTo>
                  <a:lnTo>
                    <a:pt x="6723" y="51800"/>
                  </a:lnTo>
                  <a:lnTo>
                    <a:pt x="525" y="42762"/>
                  </a:lnTo>
                  <a:lnTo>
                    <a:pt x="0" y="41158"/>
                  </a:lnTo>
                  <a:lnTo>
                    <a:pt x="22159" y="38294"/>
                  </a:lnTo>
                  <a:lnTo>
                    <a:pt x="23807" y="38062"/>
                  </a:lnTo>
                  <a:lnTo>
                    <a:pt x="38310" y="36004"/>
                  </a:lnTo>
                  <a:lnTo>
                    <a:pt x="63059" y="32641"/>
                  </a:lnTo>
                  <a:lnTo>
                    <a:pt x="65124" y="32364"/>
                  </a:lnTo>
                  <a:lnTo>
                    <a:pt x="84891" y="29692"/>
                  </a:lnTo>
                  <a:lnTo>
                    <a:pt x="106795" y="26679"/>
                  </a:lnTo>
                  <a:lnTo>
                    <a:pt x="107599" y="26567"/>
                  </a:lnTo>
                  <a:lnTo>
                    <a:pt x="108245" y="26482"/>
                  </a:lnTo>
                  <a:lnTo>
                    <a:pt x="149099" y="20989"/>
                  </a:lnTo>
                  <a:lnTo>
                    <a:pt x="154841" y="20202"/>
                  </a:lnTo>
                  <a:lnTo>
                    <a:pt x="189193" y="14871"/>
                  </a:lnTo>
                  <a:lnTo>
                    <a:pt x="205376" y="12181"/>
                  </a:lnTo>
                  <a:lnTo>
                    <a:pt x="206189" y="12045"/>
                  </a:lnTo>
                  <a:lnTo>
                    <a:pt x="253843" y="4645"/>
                  </a:lnTo>
                  <a:lnTo>
                    <a:pt x="282947" y="0"/>
                  </a:lnTo>
                  <a:lnTo>
                    <a:pt x="285278" y="7834"/>
                  </a:lnTo>
                  <a:lnTo>
                    <a:pt x="287932" y="16053"/>
                  </a:lnTo>
                  <a:lnTo>
                    <a:pt x="292529" y="30281"/>
                  </a:lnTo>
                  <a:lnTo>
                    <a:pt x="298070" y="46512"/>
                  </a:lnTo>
                  <a:lnTo>
                    <a:pt x="299611" y="51024"/>
                  </a:lnTo>
                  <a:lnTo>
                    <a:pt x="302453" y="59343"/>
                  </a:lnTo>
                  <a:lnTo>
                    <a:pt x="304624" y="65693"/>
                  </a:lnTo>
                  <a:lnTo>
                    <a:pt x="312797" y="89907"/>
                  </a:lnTo>
                  <a:lnTo>
                    <a:pt x="319795" y="110613"/>
                  </a:lnTo>
                  <a:lnTo>
                    <a:pt x="321629" y="116320"/>
                  </a:lnTo>
                  <a:lnTo>
                    <a:pt x="326465" y="131356"/>
                  </a:lnTo>
                  <a:lnTo>
                    <a:pt x="329089" y="139393"/>
                  </a:lnTo>
                  <a:lnTo>
                    <a:pt x="334712" y="156609"/>
                  </a:lnTo>
                  <a:lnTo>
                    <a:pt x="339541" y="171390"/>
                  </a:lnTo>
                  <a:lnTo>
                    <a:pt x="344729" y="187258"/>
                  </a:lnTo>
                  <a:lnTo>
                    <a:pt x="346700" y="193314"/>
                  </a:lnTo>
                  <a:lnTo>
                    <a:pt x="348995" y="200362"/>
                  </a:lnTo>
                  <a:lnTo>
                    <a:pt x="361513" y="238761"/>
                  </a:lnTo>
                  <a:lnTo>
                    <a:pt x="362414" y="241523"/>
                  </a:lnTo>
                  <a:lnTo>
                    <a:pt x="372438" y="272118"/>
                  </a:lnTo>
                  <a:lnTo>
                    <a:pt x="372810" y="273252"/>
                  </a:lnTo>
                  <a:lnTo>
                    <a:pt x="376129" y="277379"/>
                  </a:lnTo>
                  <a:lnTo>
                    <a:pt x="381726" y="286595"/>
                  </a:lnTo>
                  <a:lnTo>
                    <a:pt x="383307" y="289197"/>
                  </a:lnTo>
                  <a:lnTo>
                    <a:pt x="387664" y="298283"/>
                  </a:lnTo>
                  <a:lnTo>
                    <a:pt x="390079" y="304640"/>
                  </a:lnTo>
                  <a:lnTo>
                    <a:pt x="391286" y="307815"/>
                  </a:lnTo>
                  <a:lnTo>
                    <a:pt x="399514" y="314414"/>
                  </a:lnTo>
                  <a:lnTo>
                    <a:pt x="400463" y="316110"/>
                  </a:lnTo>
                  <a:lnTo>
                    <a:pt x="400677" y="316492"/>
                  </a:lnTo>
                  <a:lnTo>
                    <a:pt x="405127" y="324433"/>
                  </a:lnTo>
                  <a:lnTo>
                    <a:pt x="405399" y="333061"/>
                  </a:lnTo>
                  <a:lnTo>
                    <a:pt x="405467" y="335205"/>
                  </a:lnTo>
                  <a:lnTo>
                    <a:pt x="403255" y="339203"/>
                  </a:lnTo>
                  <a:lnTo>
                    <a:pt x="409755" y="342229"/>
                  </a:lnTo>
                  <a:lnTo>
                    <a:pt x="417786" y="346574"/>
                  </a:lnTo>
                  <a:lnTo>
                    <a:pt x="415309" y="351444"/>
                  </a:lnTo>
                  <a:lnTo>
                    <a:pt x="414411" y="353208"/>
                  </a:lnTo>
                  <a:lnTo>
                    <a:pt x="407517" y="359006"/>
                  </a:lnTo>
                  <a:lnTo>
                    <a:pt x="401685" y="366760"/>
                  </a:lnTo>
                  <a:lnTo>
                    <a:pt x="403989" y="372961"/>
                  </a:lnTo>
                  <a:lnTo>
                    <a:pt x="404013" y="376373"/>
                  </a:lnTo>
                  <a:lnTo>
                    <a:pt x="404078" y="385929"/>
                  </a:lnTo>
                  <a:lnTo>
                    <a:pt x="404100" y="389254"/>
                  </a:lnTo>
                  <a:lnTo>
                    <a:pt x="400402" y="399961"/>
                  </a:lnTo>
                  <a:lnTo>
                    <a:pt x="398364" y="407669"/>
                  </a:lnTo>
                  <a:lnTo>
                    <a:pt x="400983" y="415220"/>
                  </a:lnTo>
                  <a:lnTo>
                    <a:pt x="401752" y="417436"/>
                  </a:lnTo>
                  <a:lnTo>
                    <a:pt x="403098" y="421316"/>
                  </a:lnTo>
                  <a:lnTo>
                    <a:pt x="403114" y="426434"/>
                  </a:lnTo>
                  <a:lnTo>
                    <a:pt x="412230" y="434979"/>
                  </a:lnTo>
                  <a:lnTo>
                    <a:pt x="413252" y="441506"/>
                  </a:lnTo>
                  <a:lnTo>
                    <a:pt x="415599" y="444644"/>
                  </a:lnTo>
                  <a:lnTo>
                    <a:pt x="414999" y="448165"/>
                  </a:lnTo>
                  <a:lnTo>
                    <a:pt x="413775" y="455329"/>
                  </a:lnTo>
                  <a:lnTo>
                    <a:pt x="415157" y="460113"/>
                  </a:lnTo>
                  <a:lnTo>
                    <a:pt x="413536" y="469698"/>
                  </a:lnTo>
                  <a:lnTo>
                    <a:pt x="414881" y="475059"/>
                  </a:lnTo>
                  <a:lnTo>
                    <a:pt x="415039" y="476796"/>
                  </a:lnTo>
                  <a:lnTo>
                    <a:pt x="415206" y="478616"/>
                  </a:lnTo>
                  <a:lnTo>
                    <a:pt x="413847" y="483802"/>
                  </a:lnTo>
                  <a:lnTo>
                    <a:pt x="415369" y="493328"/>
                  </a:lnTo>
                  <a:lnTo>
                    <a:pt x="425105" y="502237"/>
                  </a:lnTo>
                  <a:lnTo>
                    <a:pt x="427412" y="506273"/>
                  </a:lnTo>
                  <a:lnTo>
                    <a:pt x="428957" y="508975"/>
                  </a:lnTo>
                  <a:lnTo>
                    <a:pt x="431030" y="515785"/>
                  </a:lnTo>
                  <a:lnTo>
                    <a:pt x="427756" y="516368"/>
                  </a:lnTo>
                  <a:lnTo>
                    <a:pt x="414705" y="518655"/>
                  </a:lnTo>
                  <a:lnTo>
                    <a:pt x="393397" y="522515"/>
                  </a:lnTo>
                  <a:lnTo>
                    <a:pt x="375777" y="525758"/>
                  </a:lnTo>
                  <a:lnTo>
                    <a:pt x="374674" y="525960"/>
                  </a:lnTo>
                  <a:lnTo>
                    <a:pt x="346039" y="531155"/>
                  </a:lnTo>
                  <a:lnTo>
                    <a:pt x="329666" y="534134"/>
                  </a:lnTo>
                  <a:lnTo>
                    <a:pt x="313532" y="536757"/>
                  </a:lnTo>
                  <a:lnTo>
                    <a:pt x="302385" y="538553"/>
                  </a:lnTo>
                  <a:lnTo>
                    <a:pt x="296161" y="539551"/>
                  </a:lnTo>
                  <a:lnTo>
                    <a:pt x="275869" y="542774"/>
                  </a:lnTo>
                  <a:lnTo>
                    <a:pt x="273166" y="543194"/>
                  </a:lnTo>
                  <a:lnTo>
                    <a:pt x="253188" y="546277"/>
                  </a:lnTo>
                  <a:lnTo>
                    <a:pt x="238921" y="548383"/>
                  </a:lnTo>
                  <a:lnTo>
                    <a:pt x="227774" y="550013"/>
                  </a:lnTo>
                  <a:lnTo>
                    <a:pt x="222478" y="550783"/>
                  </a:lnTo>
                  <a:lnTo>
                    <a:pt x="211516" y="552428"/>
                  </a:lnTo>
                  <a:lnTo>
                    <a:pt x="184535" y="556348"/>
                  </a:lnTo>
                  <a:lnTo>
                    <a:pt x="167555" y="558973"/>
                  </a:lnTo>
                  <a:lnTo>
                    <a:pt x="154566" y="560944"/>
                  </a:lnTo>
                  <a:lnTo>
                    <a:pt x="143848" y="562586"/>
                  </a:lnTo>
                  <a:lnTo>
                    <a:pt x="134762" y="563929"/>
                  </a:lnTo>
                  <a:lnTo>
                    <a:pt x="136312" y="569906"/>
                  </a:lnTo>
                  <a:lnTo>
                    <a:pt x="132817" y="581963"/>
                  </a:lnTo>
                  <a:lnTo>
                    <a:pt x="145077" y="593453"/>
                  </a:lnTo>
                  <a:lnTo>
                    <a:pt x="147703" y="597009"/>
                  </a:lnTo>
                  <a:lnTo>
                    <a:pt x="157802" y="601685"/>
                  </a:lnTo>
                  <a:lnTo>
                    <a:pt x="163231" y="605670"/>
                  </a:lnTo>
                  <a:lnTo>
                    <a:pt x="164002" y="612683"/>
                  </a:lnTo>
                  <a:lnTo>
                    <a:pt x="161428" y="620366"/>
                  </a:lnTo>
                  <a:lnTo>
                    <a:pt x="160615" y="626255"/>
                  </a:lnTo>
                  <a:lnTo>
                    <a:pt x="164910" y="632395"/>
                  </a:lnTo>
                  <a:lnTo>
                    <a:pt x="170792" y="634313"/>
                  </a:lnTo>
                  <a:lnTo>
                    <a:pt x="163843" y="639849"/>
                  </a:lnTo>
                  <a:lnTo>
                    <a:pt x="162464" y="648023"/>
                  </a:lnTo>
                  <a:lnTo>
                    <a:pt x="155901" y="657568"/>
                  </a:lnTo>
                  <a:lnTo>
                    <a:pt x="140410" y="663956"/>
                  </a:lnTo>
                  <a:lnTo>
                    <a:pt x="122048" y="669469"/>
                  </a:lnTo>
                  <a:lnTo>
                    <a:pt x="113285" y="669239"/>
                  </a:lnTo>
                  <a:lnTo>
                    <a:pt x="122651" y="662445"/>
                  </a:lnTo>
                  <a:lnTo>
                    <a:pt x="123060" y="656403"/>
                  </a:lnTo>
                  <a:lnTo>
                    <a:pt x="114225" y="649674"/>
                  </a:lnTo>
                  <a:lnTo>
                    <a:pt x="107555" y="642168"/>
                  </a:lnTo>
                  <a:lnTo>
                    <a:pt x="104679" y="637020"/>
                  </a:lnTo>
                  <a:lnTo>
                    <a:pt x="107304" y="628088"/>
                  </a:lnTo>
                  <a:lnTo>
                    <a:pt x="105217" y="623664"/>
                  </a:lnTo>
                  <a:lnTo>
                    <a:pt x="102290" y="615073"/>
                  </a:lnTo>
                  <a:lnTo>
                    <a:pt x="92774" y="612168"/>
                  </a:lnTo>
                  <a:lnTo>
                    <a:pt x="87355" y="618221"/>
                  </a:lnTo>
                  <a:lnTo>
                    <a:pt x="87921" y="625769"/>
                  </a:lnTo>
                  <a:lnTo>
                    <a:pt x="86661" y="631600"/>
                  </a:lnTo>
                  <a:lnTo>
                    <a:pt x="84828" y="637974"/>
                  </a:lnTo>
                  <a:lnTo>
                    <a:pt x="86168" y="651129"/>
                  </a:lnTo>
                  <a:lnTo>
                    <a:pt x="83927" y="662369"/>
                  </a:lnTo>
                  <a:lnTo>
                    <a:pt x="77048" y="663250"/>
                  </a:lnTo>
                  <a:lnTo>
                    <a:pt x="69911" y="664541"/>
                  </a:lnTo>
                  <a:lnTo>
                    <a:pt x="62918" y="658768"/>
                  </a:lnTo>
                  <a:lnTo>
                    <a:pt x="56571" y="657061"/>
                  </a:lnTo>
                  <a:lnTo>
                    <a:pt x="53278" y="660009"/>
                  </a:lnTo>
                  <a:lnTo>
                    <a:pt x="49573" y="637093"/>
                  </a:lnTo>
                  <a:lnTo>
                    <a:pt x="45706" y="612244"/>
                  </a:lnTo>
                  <a:lnTo>
                    <a:pt x="45624" y="611740"/>
                  </a:lnTo>
                  <a:lnTo>
                    <a:pt x="44554" y="605150"/>
                  </a:lnTo>
                  <a:lnTo>
                    <a:pt x="40002" y="577118"/>
                  </a:lnTo>
                  <a:lnTo>
                    <a:pt x="37516" y="561824"/>
                  </a:lnTo>
                  <a:lnTo>
                    <a:pt x="30837" y="521361"/>
                  </a:lnTo>
                  <a:lnTo>
                    <a:pt x="30520" y="519442"/>
                  </a:lnTo>
                  <a:lnTo>
                    <a:pt x="26477" y="494943"/>
                  </a:lnTo>
                  <a:lnTo>
                    <a:pt x="24812" y="484883"/>
                  </a:lnTo>
                  <a:lnTo>
                    <a:pt x="22787" y="4726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53365" y="2860887"/>
              <a:ext cx="11218" cy="8652"/>
            </a:xfrm>
            <a:custGeom>
              <a:avLst/>
              <a:pathLst>
                <a:path w="11218" h="8652">
                  <a:moveTo>
                    <a:pt x="0" y="6652"/>
                  </a:moveTo>
                  <a:lnTo>
                    <a:pt x="2657" y="5443"/>
                  </a:lnTo>
                  <a:lnTo>
                    <a:pt x="6358" y="3696"/>
                  </a:lnTo>
                  <a:lnTo>
                    <a:pt x="6145" y="0"/>
                  </a:lnTo>
                  <a:lnTo>
                    <a:pt x="8819" y="670"/>
                  </a:lnTo>
                  <a:lnTo>
                    <a:pt x="11218" y="4663"/>
                  </a:lnTo>
                  <a:lnTo>
                    <a:pt x="9840" y="6598"/>
                  </a:lnTo>
                  <a:lnTo>
                    <a:pt x="7081" y="7529"/>
                  </a:lnTo>
                  <a:lnTo>
                    <a:pt x="3150" y="865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34119" y="2863866"/>
              <a:ext cx="12800" cy="13383"/>
            </a:xfrm>
            <a:custGeom>
              <a:avLst/>
              <a:pathLst>
                <a:path w="12800" h="13383">
                  <a:moveTo>
                    <a:pt x="0" y="8842"/>
                  </a:moveTo>
                  <a:lnTo>
                    <a:pt x="2325" y="7314"/>
                  </a:lnTo>
                  <a:lnTo>
                    <a:pt x="3440" y="2943"/>
                  </a:lnTo>
                  <a:lnTo>
                    <a:pt x="5528" y="0"/>
                  </a:lnTo>
                  <a:lnTo>
                    <a:pt x="7679" y="708"/>
                  </a:lnTo>
                  <a:lnTo>
                    <a:pt x="10033" y="1264"/>
                  </a:lnTo>
                  <a:lnTo>
                    <a:pt x="11201" y="1114"/>
                  </a:lnTo>
                  <a:lnTo>
                    <a:pt x="12800" y="3917"/>
                  </a:lnTo>
                  <a:lnTo>
                    <a:pt x="8586" y="5776"/>
                  </a:lnTo>
                  <a:lnTo>
                    <a:pt x="4831" y="7548"/>
                  </a:lnTo>
                  <a:lnTo>
                    <a:pt x="2976" y="10297"/>
                  </a:lnTo>
                  <a:lnTo>
                    <a:pt x="2085" y="13383"/>
                  </a:lnTo>
                  <a:lnTo>
                    <a:pt x="610" y="1051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31667" y="2802849"/>
              <a:ext cx="127941" cy="69747"/>
            </a:xfrm>
            <a:custGeom>
              <a:avLst/>
              <a:pathLst>
                <a:path w="127941" h="69747">
                  <a:moveTo>
                    <a:pt x="1917" y="68292"/>
                  </a:moveTo>
                  <a:lnTo>
                    <a:pt x="698" y="46927"/>
                  </a:lnTo>
                  <a:lnTo>
                    <a:pt x="0" y="35027"/>
                  </a:lnTo>
                  <a:lnTo>
                    <a:pt x="8038" y="32478"/>
                  </a:lnTo>
                  <a:lnTo>
                    <a:pt x="11123" y="31493"/>
                  </a:lnTo>
                  <a:lnTo>
                    <a:pt x="13307" y="30792"/>
                  </a:lnTo>
                  <a:lnTo>
                    <a:pt x="15138" y="30204"/>
                  </a:lnTo>
                  <a:lnTo>
                    <a:pt x="26798" y="26550"/>
                  </a:lnTo>
                  <a:lnTo>
                    <a:pt x="32627" y="24701"/>
                  </a:lnTo>
                  <a:lnTo>
                    <a:pt x="37888" y="23019"/>
                  </a:lnTo>
                  <a:lnTo>
                    <a:pt x="38335" y="22875"/>
                  </a:lnTo>
                  <a:lnTo>
                    <a:pt x="44371" y="20927"/>
                  </a:lnTo>
                  <a:lnTo>
                    <a:pt x="45374" y="20602"/>
                  </a:lnTo>
                  <a:lnTo>
                    <a:pt x="50441" y="18952"/>
                  </a:lnTo>
                  <a:lnTo>
                    <a:pt x="54060" y="17736"/>
                  </a:lnTo>
                  <a:lnTo>
                    <a:pt x="63448" y="14582"/>
                  </a:lnTo>
                  <a:lnTo>
                    <a:pt x="65347" y="13929"/>
                  </a:lnTo>
                  <a:lnTo>
                    <a:pt x="65976" y="11640"/>
                  </a:lnTo>
                  <a:lnTo>
                    <a:pt x="66290" y="11514"/>
                  </a:lnTo>
                  <a:lnTo>
                    <a:pt x="68343" y="10685"/>
                  </a:lnTo>
                  <a:lnTo>
                    <a:pt x="67331" y="8302"/>
                  </a:lnTo>
                  <a:lnTo>
                    <a:pt x="68106" y="6716"/>
                  </a:lnTo>
                  <a:lnTo>
                    <a:pt x="69249" y="6470"/>
                  </a:lnTo>
                  <a:lnTo>
                    <a:pt x="71036" y="6084"/>
                  </a:lnTo>
                  <a:lnTo>
                    <a:pt x="71130" y="4757"/>
                  </a:lnTo>
                  <a:lnTo>
                    <a:pt x="71236" y="3256"/>
                  </a:lnTo>
                  <a:lnTo>
                    <a:pt x="73171" y="2002"/>
                  </a:lnTo>
                  <a:lnTo>
                    <a:pt x="74071" y="845"/>
                  </a:lnTo>
                  <a:lnTo>
                    <a:pt x="76450" y="682"/>
                  </a:lnTo>
                  <a:lnTo>
                    <a:pt x="77954" y="0"/>
                  </a:lnTo>
                  <a:lnTo>
                    <a:pt x="79852" y="3995"/>
                  </a:lnTo>
                  <a:lnTo>
                    <a:pt x="82099" y="6825"/>
                  </a:lnTo>
                  <a:lnTo>
                    <a:pt x="84169" y="8194"/>
                  </a:lnTo>
                  <a:lnTo>
                    <a:pt x="85858" y="7923"/>
                  </a:lnTo>
                  <a:lnTo>
                    <a:pt x="86591" y="6225"/>
                  </a:lnTo>
                  <a:lnTo>
                    <a:pt x="88170" y="6227"/>
                  </a:lnTo>
                  <a:lnTo>
                    <a:pt x="89160" y="8075"/>
                  </a:lnTo>
                  <a:lnTo>
                    <a:pt x="88068" y="11255"/>
                  </a:lnTo>
                  <a:lnTo>
                    <a:pt x="86721" y="12027"/>
                  </a:lnTo>
                  <a:lnTo>
                    <a:pt x="83548" y="14071"/>
                  </a:lnTo>
                  <a:lnTo>
                    <a:pt x="82290" y="15148"/>
                  </a:lnTo>
                  <a:lnTo>
                    <a:pt x="83687" y="17728"/>
                  </a:lnTo>
                  <a:lnTo>
                    <a:pt x="82375" y="19289"/>
                  </a:lnTo>
                  <a:lnTo>
                    <a:pt x="82205" y="21571"/>
                  </a:lnTo>
                  <a:lnTo>
                    <a:pt x="80868" y="22196"/>
                  </a:lnTo>
                  <a:lnTo>
                    <a:pt x="79985" y="22610"/>
                  </a:lnTo>
                  <a:lnTo>
                    <a:pt x="80061" y="22777"/>
                  </a:lnTo>
                  <a:lnTo>
                    <a:pt x="81363" y="25716"/>
                  </a:lnTo>
                  <a:lnTo>
                    <a:pt x="81307" y="26304"/>
                  </a:lnTo>
                  <a:lnTo>
                    <a:pt x="81190" y="27509"/>
                  </a:lnTo>
                  <a:lnTo>
                    <a:pt x="81483" y="27831"/>
                  </a:lnTo>
                  <a:lnTo>
                    <a:pt x="83060" y="29562"/>
                  </a:lnTo>
                  <a:lnTo>
                    <a:pt x="83445" y="28676"/>
                  </a:lnTo>
                  <a:lnTo>
                    <a:pt x="84076" y="27219"/>
                  </a:lnTo>
                  <a:lnTo>
                    <a:pt x="85346" y="26997"/>
                  </a:lnTo>
                  <a:lnTo>
                    <a:pt x="86867" y="28105"/>
                  </a:lnTo>
                  <a:lnTo>
                    <a:pt x="87424" y="28075"/>
                  </a:lnTo>
                  <a:lnTo>
                    <a:pt x="89147" y="27981"/>
                  </a:lnTo>
                  <a:lnTo>
                    <a:pt x="89468" y="28134"/>
                  </a:lnTo>
                  <a:lnTo>
                    <a:pt x="91763" y="29221"/>
                  </a:lnTo>
                  <a:lnTo>
                    <a:pt x="94536" y="32223"/>
                  </a:lnTo>
                  <a:lnTo>
                    <a:pt x="96925" y="33990"/>
                  </a:lnTo>
                  <a:lnTo>
                    <a:pt x="97325" y="35699"/>
                  </a:lnTo>
                  <a:lnTo>
                    <a:pt x="96861" y="37986"/>
                  </a:lnTo>
                  <a:lnTo>
                    <a:pt x="98141" y="39838"/>
                  </a:lnTo>
                  <a:lnTo>
                    <a:pt x="100256" y="40063"/>
                  </a:lnTo>
                  <a:lnTo>
                    <a:pt x="100910" y="39325"/>
                  </a:lnTo>
                  <a:lnTo>
                    <a:pt x="102685" y="40377"/>
                  </a:lnTo>
                  <a:lnTo>
                    <a:pt x="104333" y="42771"/>
                  </a:lnTo>
                  <a:lnTo>
                    <a:pt x="104536" y="44937"/>
                  </a:lnTo>
                  <a:lnTo>
                    <a:pt x="104757" y="45067"/>
                  </a:lnTo>
                  <a:lnTo>
                    <a:pt x="106779" y="46258"/>
                  </a:lnTo>
                  <a:lnTo>
                    <a:pt x="108852" y="46552"/>
                  </a:lnTo>
                  <a:lnTo>
                    <a:pt x="113016" y="45815"/>
                  </a:lnTo>
                  <a:lnTo>
                    <a:pt x="114959" y="45828"/>
                  </a:lnTo>
                  <a:lnTo>
                    <a:pt x="116449" y="44115"/>
                  </a:lnTo>
                  <a:lnTo>
                    <a:pt x="119278" y="42176"/>
                  </a:lnTo>
                  <a:lnTo>
                    <a:pt x="121995" y="39615"/>
                  </a:lnTo>
                  <a:lnTo>
                    <a:pt x="122324" y="38376"/>
                  </a:lnTo>
                  <a:lnTo>
                    <a:pt x="121509" y="36398"/>
                  </a:lnTo>
                  <a:lnTo>
                    <a:pt x="118897" y="35723"/>
                  </a:lnTo>
                  <a:lnTo>
                    <a:pt x="117827" y="33329"/>
                  </a:lnTo>
                  <a:lnTo>
                    <a:pt x="116269" y="30097"/>
                  </a:lnTo>
                  <a:lnTo>
                    <a:pt x="113831" y="30294"/>
                  </a:lnTo>
                  <a:lnTo>
                    <a:pt x="112629" y="31108"/>
                  </a:lnTo>
                  <a:lnTo>
                    <a:pt x="110108" y="29807"/>
                  </a:lnTo>
                  <a:lnTo>
                    <a:pt x="111631" y="28237"/>
                  </a:lnTo>
                  <a:lnTo>
                    <a:pt x="113100" y="27107"/>
                  </a:lnTo>
                  <a:lnTo>
                    <a:pt x="116506" y="27246"/>
                  </a:lnTo>
                  <a:lnTo>
                    <a:pt x="119420" y="29526"/>
                  </a:lnTo>
                  <a:lnTo>
                    <a:pt x="121308" y="32667"/>
                  </a:lnTo>
                  <a:lnTo>
                    <a:pt x="124538" y="37455"/>
                  </a:lnTo>
                  <a:lnTo>
                    <a:pt x="126780" y="42740"/>
                  </a:lnTo>
                  <a:lnTo>
                    <a:pt x="127851" y="45936"/>
                  </a:lnTo>
                  <a:lnTo>
                    <a:pt x="127941" y="49650"/>
                  </a:lnTo>
                  <a:lnTo>
                    <a:pt x="126537" y="50579"/>
                  </a:lnTo>
                  <a:lnTo>
                    <a:pt x="125237" y="47117"/>
                  </a:lnTo>
                  <a:lnTo>
                    <a:pt x="124528" y="44683"/>
                  </a:lnTo>
                  <a:lnTo>
                    <a:pt x="123045" y="45620"/>
                  </a:lnTo>
                  <a:lnTo>
                    <a:pt x="119890" y="47611"/>
                  </a:lnTo>
                  <a:lnTo>
                    <a:pt x="116774" y="50538"/>
                  </a:lnTo>
                  <a:lnTo>
                    <a:pt x="114849" y="50622"/>
                  </a:lnTo>
                  <a:lnTo>
                    <a:pt x="112643" y="52740"/>
                  </a:lnTo>
                  <a:lnTo>
                    <a:pt x="111408" y="53980"/>
                  </a:lnTo>
                  <a:lnTo>
                    <a:pt x="110936" y="55902"/>
                  </a:lnTo>
                  <a:lnTo>
                    <a:pt x="108344" y="57434"/>
                  </a:lnTo>
                  <a:lnTo>
                    <a:pt x="105701" y="59980"/>
                  </a:lnTo>
                  <a:lnTo>
                    <a:pt x="105306" y="60449"/>
                  </a:lnTo>
                  <a:lnTo>
                    <a:pt x="103580" y="62498"/>
                  </a:lnTo>
                  <a:lnTo>
                    <a:pt x="102379" y="65042"/>
                  </a:lnTo>
                  <a:lnTo>
                    <a:pt x="100482" y="66837"/>
                  </a:lnTo>
                  <a:lnTo>
                    <a:pt x="97731" y="68746"/>
                  </a:lnTo>
                  <a:lnTo>
                    <a:pt x="97437" y="66487"/>
                  </a:lnTo>
                  <a:lnTo>
                    <a:pt x="100990" y="62901"/>
                  </a:lnTo>
                  <a:lnTo>
                    <a:pt x="102919" y="59783"/>
                  </a:lnTo>
                  <a:lnTo>
                    <a:pt x="103584" y="58706"/>
                  </a:lnTo>
                  <a:lnTo>
                    <a:pt x="102961" y="56673"/>
                  </a:lnTo>
                  <a:lnTo>
                    <a:pt x="102091" y="56408"/>
                  </a:lnTo>
                  <a:lnTo>
                    <a:pt x="100001" y="55770"/>
                  </a:lnTo>
                  <a:lnTo>
                    <a:pt x="99384" y="58095"/>
                  </a:lnTo>
                  <a:lnTo>
                    <a:pt x="99096" y="59178"/>
                  </a:lnTo>
                  <a:lnTo>
                    <a:pt x="97989" y="59367"/>
                  </a:lnTo>
                  <a:lnTo>
                    <a:pt x="96266" y="60556"/>
                  </a:lnTo>
                  <a:lnTo>
                    <a:pt x="95820" y="62651"/>
                  </a:lnTo>
                  <a:lnTo>
                    <a:pt x="94985" y="64533"/>
                  </a:lnTo>
                  <a:lnTo>
                    <a:pt x="93377" y="65715"/>
                  </a:lnTo>
                  <a:lnTo>
                    <a:pt x="91546" y="65873"/>
                  </a:lnTo>
                  <a:lnTo>
                    <a:pt x="90578" y="66855"/>
                  </a:lnTo>
                  <a:lnTo>
                    <a:pt x="88314" y="62238"/>
                  </a:lnTo>
                  <a:lnTo>
                    <a:pt x="88059" y="61354"/>
                  </a:lnTo>
                  <a:lnTo>
                    <a:pt x="87534" y="59538"/>
                  </a:lnTo>
                  <a:lnTo>
                    <a:pt x="85211" y="59632"/>
                  </a:lnTo>
                  <a:lnTo>
                    <a:pt x="84535" y="59094"/>
                  </a:lnTo>
                  <a:lnTo>
                    <a:pt x="81784" y="56903"/>
                  </a:lnTo>
                  <a:lnTo>
                    <a:pt x="79526" y="56451"/>
                  </a:lnTo>
                  <a:lnTo>
                    <a:pt x="79043" y="56354"/>
                  </a:lnTo>
                  <a:lnTo>
                    <a:pt x="77908" y="54211"/>
                  </a:lnTo>
                  <a:lnTo>
                    <a:pt x="76926" y="51386"/>
                  </a:lnTo>
                  <a:lnTo>
                    <a:pt x="75528" y="51919"/>
                  </a:lnTo>
                  <a:lnTo>
                    <a:pt x="74585" y="49208"/>
                  </a:lnTo>
                  <a:lnTo>
                    <a:pt x="74054" y="47694"/>
                  </a:lnTo>
                  <a:lnTo>
                    <a:pt x="73510" y="46144"/>
                  </a:lnTo>
                  <a:lnTo>
                    <a:pt x="69702" y="47716"/>
                  </a:lnTo>
                  <a:lnTo>
                    <a:pt x="67705" y="48538"/>
                  </a:lnTo>
                  <a:lnTo>
                    <a:pt x="66673" y="48964"/>
                  </a:lnTo>
                  <a:lnTo>
                    <a:pt x="66164" y="49173"/>
                  </a:lnTo>
                  <a:lnTo>
                    <a:pt x="59880" y="51753"/>
                  </a:lnTo>
                  <a:lnTo>
                    <a:pt x="59587" y="51057"/>
                  </a:lnTo>
                  <a:lnTo>
                    <a:pt x="58074" y="51571"/>
                  </a:lnTo>
                  <a:lnTo>
                    <a:pt x="53358" y="53166"/>
                  </a:lnTo>
                  <a:lnTo>
                    <a:pt x="48408" y="54849"/>
                  </a:lnTo>
                  <a:lnTo>
                    <a:pt x="46085" y="55635"/>
                  </a:lnTo>
                  <a:lnTo>
                    <a:pt x="42352" y="56894"/>
                  </a:lnTo>
                  <a:lnTo>
                    <a:pt x="35315" y="59292"/>
                  </a:lnTo>
                  <a:lnTo>
                    <a:pt x="32720" y="60397"/>
                  </a:lnTo>
                  <a:lnTo>
                    <a:pt x="28395" y="61642"/>
                  </a:lnTo>
                  <a:lnTo>
                    <a:pt x="27871" y="63550"/>
                  </a:lnTo>
                  <a:lnTo>
                    <a:pt x="27618" y="63684"/>
                  </a:lnTo>
                  <a:lnTo>
                    <a:pt x="26501" y="64275"/>
                  </a:lnTo>
                  <a:lnTo>
                    <a:pt x="24676" y="62928"/>
                  </a:lnTo>
                  <a:lnTo>
                    <a:pt x="24123" y="63113"/>
                  </a:lnTo>
                  <a:lnTo>
                    <a:pt x="19579" y="64627"/>
                  </a:lnTo>
                  <a:lnTo>
                    <a:pt x="17765" y="65185"/>
                  </a:lnTo>
                  <a:lnTo>
                    <a:pt x="15276" y="65950"/>
                  </a:lnTo>
                  <a:lnTo>
                    <a:pt x="11775" y="67020"/>
                  </a:lnTo>
                  <a:lnTo>
                    <a:pt x="3161" y="69747"/>
                  </a:lnTo>
                  <a:lnTo>
                    <a:pt x="3020" y="6958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84035" y="3456573"/>
              <a:ext cx="6118" cy="7984"/>
            </a:xfrm>
            <a:custGeom>
              <a:avLst/>
              <a:pathLst>
                <a:path w="6118" h="7984">
                  <a:moveTo>
                    <a:pt x="0" y="1727"/>
                  </a:moveTo>
                  <a:lnTo>
                    <a:pt x="2300" y="0"/>
                  </a:lnTo>
                  <a:lnTo>
                    <a:pt x="4847" y="2181"/>
                  </a:lnTo>
                  <a:lnTo>
                    <a:pt x="6118" y="7984"/>
                  </a:lnTo>
                  <a:lnTo>
                    <a:pt x="1669" y="789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021490" y="3308122"/>
              <a:ext cx="318454" cy="156423"/>
            </a:xfrm>
            <a:custGeom>
              <a:avLst/>
              <a:pathLst>
                <a:path w="318454" h="156423">
                  <a:moveTo>
                    <a:pt x="7259" y="99799"/>
                  </a:moveTo>
                  <a:lnTo>
                    <a:pt x="3535" y="83617"/>
                  </a:lnTo>
                  <a:lnTo>
                    <a:pt x="0" y="67202"/>
                  </a:lnTo>
                  <a:lnTo>
                    <a:pt x="5484" y="65761"/>
                  </a:lnTo>
                  <a:lnTo>
                    <a:pt x="28057" y="59764"/>
                  </a:lnTo>
                  <a:lnTo>
                    <a:pt x="35683" y="57754"/>
                  </a:lnTo>
                  <a:lnTo>
                    <a:pt x="43497" y="55682"/>
                  </a:lnTo>
                  <a:lnTo>
                    <a:pt x="49007" y="54213"/>
                  </a:lnTo>
                  <a:lnTo>
                    <a:pt x="71314" y="48260"/>
                  </a:lnTo>
                  <a:lnTo>
                    <a:pt x="73775" y="47597"/>
                  </a:lnTo>
                  <a:lnTo>
                    <a:pt x="89591" y="43296"/>
                  </a:lnTo>
                  <a:lnTo>
                    <a:pt x="91090" y="42886"/>
                  </a:lnTo>
                  <a:lnTo>
                    <a:pt x="111025" y="37445"/>
                  </a:lnTo>
                  <a:lnTo>
                    <a:pt x="130443" y="32105"/>
                  </a:lnTo>
                  <a:lnTo>
                    <a:pt x="131091" y="31921"/>
                  </a:lnTo>
                  <a:lnTo>
                    <a:pt x="145265" y="27883"/>
                  </a:lnTo>
                  <a:lnTo>
                    <a:pt x="146747" y="27459"/>
                  </a:lnTo>
                  <a:lnTo>
                    <a:pt x="160814" y="23419"/>
                  </a:lnTo>
                  <a:lnTo>
                    <a:pt x="161347" y="23265"/>
                  </a:lnTo>
                  <a:lnTo>
                    <a:pt x="174487" y="19347"/>
                  </a:lnTo>
                  <a:lnTo>
                    <a:pt x="179079" y="17969"/>
                  </a:lnTo>
                  <a:lnTo>
                    <a:pt x="180247" y="17625"/>
                  </a:lnTo>
                  <a:lnTo>
                    <a:pt x="188510" y="15184"/>
                  </a:lnTo>
                  <a:lnTo>
                    <a:pt x="198201" y="12303"/>
                  </a:lnTo>
                  <a:lnTo>
                    <a:pt x="209741" y="8842"/>
                  </a:lnTo>
                  <a:lnTo>
                    <a:pt x="210153" y="8718"/>
                  </a:lnTo>
                  <a:lnTo>
                    <a:pt x="216427" y="6819"/>
                  </a:lnTo>
                  <a:lnTo>
                    <a:pt x="238723" y="0"/>
                  </a:lnTo>
                  <a:lnTo>
                    <a:pt x="248494" y="29028"/>
                  </a:lnTo>
                  <a:lnTo>
                    <a:pt x="250866" y="35798"/>
                  </a:lnTo>
                  <a:lnTo>
                    <a:pt x="252339" y="40001"/>
                  </a:lnTo>
                  <a:lnTo>
                    <a:pt x="255380" y="48688"/>
                  </a:lnTo>
                  <a:lnTo>
                    <a:pt x="264570" y="74969"/>
                  </a:lnTo>
                  <a:lnTo>
                    <a:pt x="270265" y="91284"/>
                  </a:lnTo>
                  <a:lnTo>
                    <a:pt x="272435" y="97543"/>
                  </a:lnTo>
                  <a:lnTo>
                    <a:pt x="272959" y="99056"/>
                  </a:lnTo>
                  <a:lnTo>
                    <a:pt x="275378" y="105985"/>
                  </a:lnTo>
                  <a:lnTo>
                    <a:pt x="289557" y="102224"/>
                  </a:lnTo>
                  <a:lnTo>
                    <a:pt x="298606" y="99537"/>
                  </a:lnTo>
                  <a:lnTo>
                    <a:pt x="308817" y="96484"/>
                  </a:lnTo>
                  <a:lnTo>
                    <a:pt x="317720" y="93666"/>
                  </a:lnTo>
                  <a:lnTo>
                    <a:pt x="318454" y="105258"/>
                  </a:lnTo>
                  <a:lnTo>
                    <a:pt x="317627" y="106704"/>
                  </a:lnTo>
                  <a:lnTo>
                    <a:pt x="317220" y="115304"/>
                  </a:lnTo>
                  <a:lnTo>
                    <a:pt x="317190" y="123729"/>
                  </a:lnTo>
                  <a:lnTo>
                    <a:pt x="316943" y="126969"/>
                  </a:lnTo>
                  <a:lnTo>
                    <a:pt x="315433" y="133839"/>
                  </a:lnTo>
                  <a:lnTo>
                    <a:pt x="291093" y="144423"/>
                  </a:lnTo>
                  <a:lnTo>
                    <a:pt x="289140" y="149049"/>
                  </a:lnTo>
                  <a:lnTo>
                    <a:pt x="285161" y="148360"/>
                  </a:lnTo>
                  <a:lnTo>
                    <a:pt x="281099" y="149477"/>
                  </a:lnTo>
                  <a:lnTo>
                    <a:pt x="277311" y="155660"/>
                  </a:lnTo>
                  <a:lnTo>
                    <a:pt x="275236" y="156423"/>
                  </a:lnTo>
                  <a:lnTo>
                    <a:pt x="273460" y="151615"/>
                  </a:lnTo>
                  <a:lnTo>
                    <a:pt x="274672" y="145291"/>
                  </a:lnTo>
                  <a:lnTo>
                    <a:pt x="274075" y="143491"/>
                  </a:lnTo>
                  <a:lnTo>
                    <a:pt x="272783" y="140097"/>
                  </a:lnTo>
                  <a:lnTo>
                    <a:pt x="267409" y="139568"/>
                  </a:lnTo>
                  <a:lnTo>
                    <a:pt x="265574" y="134296"/>
                  </a:lnTo>
                  <a:lnTo>
                    <a:pt x="270394" y="131559"/>
                  </a:lnTo>
                  <a:lnTo>
                    <a:pt x="269200" y="130172"/>
                  </a:lnTo>
                  <a:lnTo>
                    <a:pt x="267827" y="128575"/>
                  </a:lnTo>
                  <a:lnTo>
                    <a:pt x="265395" y="128860"/>
                  </a:lnTo>
                  <a:lnTo>
                    <a:pt x="263965" y="129028"/>
                  </a:lnTo>
                  <a:lnTo>
                    <a:pt x="257622" y="130404"/>
                  </a:lnTo>
                  <a:lnTo>
                    <a:pt x="259671" y="136043"/>
                  </a:lnTo>
                  <a:lnTo>
                    <a:pt x="262529" y="141225"/>
                  </a:lnTo>
                  <a:lnTo>
                    <a:pt x="263987" y="144960"/>
                  </a:lnTo>
                  <a:lnTo>
                    <a:pt x="260942" y="144990"/>
                  </a:lnTo>
                  <a:lnTo>
                    <a:pt x="256952" y="142631"/>
                  </a:lnTo>
                  <a:lnTo>
                    <a:pt x="255820" y="136716"/>
                  </a:lnTo>
                  <a:lnTo>
                    <a:pt x="251806" y="134257"/>
                  </a:lnTo>
                  <a:lnTo>
                    <a:pt x="244683" y="129580"/>
                  </a:lnTo>
                  <a:lnTo>
                    <a:pt x="241601" y="128724"/>
                  </a:lnTo>
                  <a:lnTo>
                    <a:pt x="241228" y="125368"/>
                  </a:lnTo>
                  <a:lnTo>
                    <a:pt x="238266" y="122470"/>
                  </a:lnTo>
                  <a:lnTo>
                    <a:pt x="232519" y="115932"/>
                  </a:lnTo>
                  <a:lnTo>
                    <a:pt x="235218" y="110536"/>
                  </a:lnTo>
                  <a:lnTo>
                    <a:pt x="233754" y="108444"/>
                  </a:lnTo>
                  <a:lnTo>
                    <a:pt x="233491" y="104785"/>
                  </a:lnTo>
                  <a:lnTo>
                    <a:pt x="236553" y="103455"/>
                  </a:lnTo>
                  <a:lnTo>
                    <a:pt x="238470" y="103185"/>
                  </a:lnTo>
                  <a:lnTo>
                    <a:pt x="240945" y="102494"/>
                  </a:lnTo>
                  <a:lnTo>
                    <a:pt x="239913" y="99964"/>
                  </a:lnTo>
                  <a:lnTo>
                    <a:pt x="238822" y="97290"/>
                  </a:lnTo>
                  <a:lnTo>
                    <a:pt x="237234" y="97994"/>
                  </a:lnTo>
                  <a:lnTo>
                    <a:pt x="233734" y="95143"/>
                  </a:lnTo>
                  <a:lnTo>
                    <a:pt x="231365" y="95862"/>
                  </a:lnTo>
                  <a:lnTo>
                    <a:pt x="229051" y="99646"/>
                  </a:lnTo>
                  <a:lnTo>
                    <a:pt x="227216" y="99550"/>
                  </a:lnTo>
                  <a:lnTo>
                    <a:pt x="226669" y="95629"/>
                  </a:lnTo>
                  <a:lnTo>
                    <a:pt x="222789" y="94313"/>
                  </a:lnTo>
                  <a:lnTo>
                    <a:pt x="222749" y="91427"/>
                  </a:lnTo>
                  <a:lnTo>
                    <a:pt x="227097" y="89344"/>
                  </a:lnTo>
                  <a:lnTo>
                    <a:pt x="228316" y="83893"/>
                  </a:lnTo>
                  <a:lnTo>
                    <a:pt x="232654" y="86247"/>
                  </a:lnTo>
                  <a:lnTo>
                    <a:pt x="234087" y="84216"/>
                  </a:lnTo>
                  <a:lnTo>
                    <a:pt x="233094" y="82097"/>
                  </a:lnTo>
                  <a:lnTo>
                    <a:pt x="231685" y="79092"/>
                  </a:lnTo>
                  <a:lnTo>
                    <a:pt x="230935" y="76013"/>
                  </a:lnTo>
                  <a:lnTo>
                    <a:pt x="227862" y="76945"/>
                  </a:lnTo>
                  <a:lnTo>
                    <a:pt x="223891" y="79699"/>
                  </a:lnTo>
                  <a:lnTo>
                    <a:pt x="224044" y="84383"/>
                  </a:lnTo>
                  <a:lnTo>
                    <a:pt x="221522" y="86038"/>
                  </a:lnTo>
                  <a:lnTo>
                    <a:pt x="220382" y="78163"/>
                  </a:lnTo>
                  <a:lnTo>
                    <a:pt x="221368" y="71646"/>
                  </a:lnTo>
                  <a:lnTo>
                    <a:pt x="221914" y="68401"/>
                  </a:lnTo>
                  <a:lnTo>
                    <a:pt x="224570" y="68636"/>
                  </a:lnTo>
                  <a:lnTo>
                    <a:pt x="226971" y="68848"/>
                  </a:lnTo>
                  <a:lnTo>
                    <a:pt x="225136" y="62645"/>
                  </a:lnTo>
                  <a:lnTo>
                    <a:pt x="223622" y="60485"/>
                  </a:lnTo>
                  <a:lnTo>
                    <a:pt x="220922" y="58867"/>
                  </a:lnTo>
                  <a:lnTo>
                    <a:pt x="221615" y="52396"/>
                  </a:lnTo>
                  <a:lnTo>
                    <a:pt x="222343" y="46946"/>
                  </a:lnTo>
                  <a:lnTo>
                    <a:pt x="223829" y="43823"/>
                  </a:lnTo>
                  <a:lnTo>
                    <a:pt x="224110" y="40289"/>
                  </a:lnTo>
                  <a:lnTo>
                    <a:pt x="226421" y="36222"/>
                  </a:lnTo>
                  <a:lnTo>
                    <a:pt x="229219" y="33941"/>
                  </a:lnTo>
                  <a:lnTo>
                    <a:pt x="230391" y="32985"/>
                  </a:lnTo>
                  <a:lnTo>
                    <a:pt x="232105" y="30583"/>
                  </a:lnTo>
                  <a:lnTo>
                    <a:pt x="230828" y="27390"/>
                  </a:lnTo>
                  <a:lnTo>
                    <a:pt x="229204" y="27925"/>
                  </a:lnTo>
                  <a:lnTo>
                    <a:pt x="227711" y="28417"/>
                  </a:lnTo>
                  <a:lnTo>
                    <a:pt x="223314" y="34093"/>
                  </a:lnTo>
                  <a:lnTo>
                    <a:pt x="219535" y="40098"/>
                  </a:lnTo>
                  <a:lnTo>
                    <a:pt x="216070" y="45922"/>
                  </a:lnTo>
                  <a:lnTo>
                    <a:pt x="214872" y="48895"/>
                  </a:lnTo>
                  <a:lnTo>
                    <a:pt x="213848" y="51431"/>
                  </a:lnTo>
                  <a:lnTo>
                    <a:pt x="211925" y="53201"/>
                  </a:lnTo>
                  <a:lnTo>
                    <a:pt x="211300" y="53775"/>
                  </a:lnTo>
                  <a:lnTo>
                    <a:pt x="209980" y="56575"/>
                  </a:lnTo>
                  <a:lnTo>
                    <a:pt x="207495" y="57293"/>
                  </a:lnTo>
                  <a:lnTo>
                    <a:pt x="205255" y="58058"/>
                  </a:lnTo>
                  <a:lnTo>
                    <a:pt x="205019" y="58639"/>
                  </a:lnTo>
                  <a:lnTo>
                    <a:pt x="204106" y="60888"/>
                  </a:lnTo>
                  <a:lnTo>
                    <a:pt x="211500" y="62975"/>
                  </a:lnTo>
                  <a:lnTo>
                    <a:pt x="213124" y="67147"/>
                  </a:lnTo>
                  <a:lnTo>
                    <a:pt x="214145" y="70489"/>
                  </a:lnTo>
                  <a:lnTo>
                    <a:pt x="216580" y="72614"/>
                  </a:lnTo>
                  <a:lnTo>
                    <a:pt x="213674" y="76114"/>
                  </a:lnTo>
                  <a:lnTo>
                    <a:pt x="212837" y="78796"/>
                  </a:lnTo>
                  <a:lnTo>
                    <a:pt x="214566" y="79710"/>
                  </a:lnTo>
                  <a:lnTo>
                    <a:pt x="214105" y="82947"/>
                  </a:lnTo>
                  <a:lnTo>
                    <a:pt x="213920" y="83457"/>
                  </a:lnTo>
                  <a:lnTo>
                    <a:pt x="213248" y="85310"/>
                  </a:lnTo>
                  <a:lnTo>
                    <a:pt x="212320" y="88698"/>
                  </a:lnTo>
                  <a:lnTo>
                    <a:pt x="214377" y="89242"/>
                  </a:lnTo>
                  <a:lnTo>
                    <a:pt x="213159" y="94385"/>
                  </a:lnTo>
                  <a:lnTo>
                    <a:pt x="211796" y="97623"/>
                  </a:lnTo>
                  <a:lnTo>
                    <a:pt x="214638" y="99739"/>
                  </a:lnTo>
                  <a:lnTo>
                    <a:pt x="214881" y="100747"/>
                  </a:lnTo>
                  <a:lnTo>
                    <a:pt x="215898" y="104967"/>
                  </a:lnTo>
                  <a:lnTo>
                    <a:pt x="218173" y="108750"/>
                  </a:lnTo>
                  <a:lnTo>
                    <a:pt x="219544" y="115431"/>
                  </a:lnTo>
                  <a:lnTo>
                    <a:pt x="222480" y="119773"/>
                  </a:lnTo>
                  <a:lnTo>
                    <a:pt x="226161" y="122426"/>
                  </a:lnTo>
                  <a:lnTo>
                    <a:pt x="231174" y="125841"/>
                  </a:lnTo>
                  <a:lnTo>
                    <a:pt x="232250" y="128133"/>
                  </a:lnTo>
                  <a:lnTo>
                    <a:pt x="232346" y="131934"/>
                  </a:lnTo>
                  <a:lnTo>
                    <a:pt x="232366" y="132712"/>
                  </a:lnTo>
                  <a:lnTo>
                    <a:pt x="234585" y="133448"/>
                  </a:lnTo>
                  <a:lnTo>
                    <a:pt x="234706" y="138656"/>
                  </a:lnTo>
                  <a:lnTo>
                    <a:pt x="238716" y="143161"/>
                  </a:lnTo>
                  <a:lnTo>
                    <a:pt x="241842" y="145916"/>
                  </a:lnTo>
                  <a:lnTo>
                    <a:pt x="242047" y="149465"/>
                  </a:lnTo>
                  <a:lnTo>
                    <a:pt x="244082" y="154674"/>
                  </a:lnTo>
                  <a:lnTo>
                    <a:pt x="239801" y="151959"/>
                  </a:lnTo>
                  <a:lnTo>
                    <a:pt x="235008" y="149693"/>
                  </a:lnTo>
                  <a:lnTo>
                    <a:pt x="231750" y="150979"/>
                  </a:lnTo>
                  <a:lnTo>
                    <a:pt x="226977" y="148951"/>
                  </a:lnTo>
                  <a:lnTo>
                    <a:pt x="222251" y="144679"/>
                  </a:lnTo>
                  <a:lnTo>
                    <a:pt x="216325" y="144548"/>
                  </a:lnTo>
                  <a:lnTo>
                    <a:pt x="211914" y="145758"/>
                  </a:lnTo>
                  <a:lnTo>
                    <a:pt x="207178" y="145561"/>
                  </a:lnTo>
                  <a:lnTo>
                    <a:pt x="205650" y="145448"/>
                  </a:lnTo>
                  <a:lnTo>
                    <a:pt x="202950" y="145248"/>
                  </a:lnTo>
                  <a:lnTo>
                    <a:pt x="198167" y="142717"/>
                  </a:lnTo>
                  <a:lnTo>
                    <a:pt x="193834" y="140646"/>
                  </a:lnTo>
                  <a:lnTo>
                    <a:pt x="190417" y="134743"/>
                  </a:lnTo>
                  <a:lnTo>
                    <a:pt x="188911" y="132997"/>
                  </a:lnTo>
                  <a:lnTo>
                    <a:pt x="185491" y="135904"/>
                  </a:lnTo>
                  <a:lnTo>
                    <a:pt x="182657" y="138014"/>
                  </a:lnTo>
                  <a:lnTo>
                    <a:pt x="177541" y="142240"/>
                  </a:lnTo>
                  <a:lnTo>
                    <a:pt x="173086" y="138423"/>
                  </a:lnTo>
                  <a:lnTo>
                    <a:pt x="171662" y="129377"/>
                  </a:lnTo>
                  <a:lnTo>
                    <a:pt x="174387" y="122850"/>
                  </a:lnTo>
                  <a:lnTo>
                    <a:pt x="177671" y="120650"/>
                  </a:lnTo>
                  <a:lnTo>
                    <a:pt x="177130" y="118899"/>
                  </a:lnTo>
                  <a:lnTo>
                    <a:pt x="176100" y="115615"/>
                  </a:lnTo>
                  <a:lnTo>
                    <a:pt x="178452" y="112037"/>
                  </a:lnTo>
                  <a:lnTo>
                    <a:pt x="178768" y="111556"/>
                  </a:lnTo>
                  <a:lnTo>
                    <a:pt x="180484" y="111026"/>
                  </a:lnTo>
                  <a:lnTo>
                    <a:pt x="180646" y="108395"/>
                  </a:lnTo>
                  <a:lnTo>
                    <a:pt x="180468" y="107636"/>
                  </a:lnTo>
                  <a:lnTo>
                    <a:pt x="179681" y="104296"/>
                  </a:lnTo>
                  <a:lnTo>
                    <a:pt x="179553" y="103750"/>
                  </a:lnTo>
                  <a:lnTo>
                    <a:pt x="182394" y="98669"/>
                  </a:lnTo>
                  <a:lnTo>
                    <a:pt x="185718" y="92624"/>
                  </a:lnTo>
                  <a:lnTo>
                    <a:pt x="177966" y="88154"/>
                  </a:lnTo>
                  <a:lnTo>
                    <a:pt x="174767" y="86306"/>
                  </a:lnTo>
                  <a:lnTo>
                    <a:pt x="171015" y="93031"/>
                  </a:lnTo>
                  <a:lnTo>
                    <a:pt x="168584" y="90975"/>
                  </a:lnTo>
                  <a:lnTo>
                    <a:pt x="166348" y="91411"/>
                  </a:lnTo>
                  <a:lnTo>
                    <a:pt x="164846" y="91704"/>
                  </a:lnTo>
                  <a:lnTo>
                    <a:pt x="161346" y="91043"/>
                  </a:lnTo>
                  <a:lnTo>
                    <a:pt x="160509" y="87500"/>
                  </a:lnTo>
                  <a:lnTo>
                    <a:pt x="155871" y="86507"/>
                  </a:lnTo>
                  <a:lnTo>
                    <a:pt x="154519" y="86528"/>
                  </a:lnTo>
                  <a:lnTo>
                    <a:pt x="153613" y="86541"/>
                  </a:lnTo>
                  <a:lnTo>
                    <a:pt x="152445" y="86559"/>
                  </a:lnTo>
                  <a:lnTo>
                    <a:pt x="145401" y="87241"/>
                  </a:lnTo>
                  <a:lnTo>
                    <a:pt x="143521" y="85061"/>
                  </a:lnTo>
                  <a:lnTo>
                    <a:pt x="140654" y="84463"/>
                  </a:lnTo>
                  <a:lnTo>
                    <a:pt x="139670" y="81043"/>
                  </a:lnTo>
                  <a:lnTo>
                    <a:pt x="141417" y="78282"/>
                  </a:lnTo>
                  <a:lnTo>
                    <a:pt x="142360" y="74957"/>
                  </a:lnTo>
                  <a:lnTo>
                    <a:pt x="139254" y="72867"/>
                  </a:lnTo>
                  <a:lnTo>
                    <a:pt x="134937" y="71483"/>
                  </a:lnTo>
                  <a:lnTo>
                    <a:pt x="132140" y="70180"/>
                  </a:lnTo>
                  <a:lnTo>
                    <a:pt x="126728" y="70311"/>
                  </a:lnTo>
                  <a:lnTo>
                    <a:pt x="125954" y="70442"/>
                  </a:lnTo>
                  <a:lnTo>
                    <a:pt x="123153" y="70915"/>
                  </a:lnTo>
                  <a:lnTo>
                    <a:pt x="120722" y="68656"/>
                  </a:lnTo>
                  <a:lnTo>
                    <a:pt x="120027" y="64386"/>
                  </a:lnTo>
                  <a:lnTo>
                    <a:pt x="114592" y="59086"/>
                  </a:lnTo>
                  <a:lnTo>
                    <a:pt x="113206" y="57168"/>
                  </a:lnTo>
                  <a:lnTo>
                    <a:pt x="111813" y="55239"/>
                  </a:lnTo>
                  <a:lnTo>
                    <a:pt x="110053" y="50078"/>
                  </a:lnTo>
                  <a:lnTo>
                    <a:pt x="103356" y="50063"/>
                  </a:lnTo>
                  <a:lnTo>
                    <a:pt x="98251" y="52054"/>
                  </a:lnTo>
                  <a:lnTo>
                    <a:pt x="96467" y="50769"/>
                  </a:lnTo>
                  <a:lnTo>
                    <a:pt x="91806" y="47406"/>
                  </a:lnTo>
                  <a:lnTo>
                    <a:pt x="82801" y="51002"/>
                  </a:lnTo>
                  <a:lnTo>
                    <a:pt x="77694" y="54954"/>
                  </a:lnTo>
                  <a:lnTo>
                    <a:pt x="76463" y="55516"/>
                  </a:lnTo>
                  <a:lnTo>
                    <a:pt x="73337" y="56940"/>
                  </a:lnTo>
                  <a:lnTo>
                    <a:pt x="71017" y="62961"/>
                  </a:lnTo>
                  <a:lnTo>
                    <a:pt x="70345" y="66589"/>
                  </a:lnTo>
                  <a:lnTo>
                    <a:pt x="69863" y="66697"/>
                  </a:lnTo>
                  <a:lnTo>
                    <a:pt x="61801" y="68498"/>
                  </a:lnTo>
                  <a:lnTo>
                    <a:pt x="57299" y="68400"/>
                  </a:lnTo>
                  <a:lnTo>
                    <a:pt x="53659" y="68318"/>
                  </a:lnTo>
                  <a:lnTo>
                    <a:pt x="50426" y="64240"/>
                  </a:lnTo>
                  <a:lnTo>
                    <a:pt x="47723" y="62327"/>
                  </a:lnTo>
                  <a:lnTo>
                    <a:pt x="44312" y="70964"/>
                  </a:lnTo>
                  <a:lnTo>
                    <a:pt x="39909" y="78947"/>
                  </a:lnTo>
                  <a:lnTo>
                    <a:pt x="39816" y="82577"/>
                  </a:lnTo>
                  <a:lnTo>
                    <a:pt x="33963" y="81082"/>
                  </a:lnTo>
                  <a:lnTo>
                    <a:pt x="31894" y="81672"/>
                  </a:lnTo>
                  <a:lnTo>
                    <a:pt x="30341" y="82114"/>
                  </a:lnTo>
                  <a:lnTo>
                    <a:pt x="26920" y="89554"/>
                  </a:lnTo>
                  <a:lnTo>
                    <a:pt x="22191" y="97612"/>
                  </a:lnTo>
                  <a:lnTo>
                    <a:pt x="21136" y="99404"/>
                  </a:lnTo>
                  <a:lnTo>
                    <a:pt x="17196" y="103311"/>
                  </a:lnTo>
                  <a:lnTo>
                    <a:pt x="13583" y="108799"/>
                  </a:lnTo>
                  <a:lnTo>
                    <a:pt x="9934" y="11176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84632" y="2501838"/>
              <a:ext cx="4961" cy="7884"/>
            </a:xfrm>
            <a:custGeom>
              <a:avLst/>
              <a:pathLst>
                <a:path w="4961" h="7884">
                  <a:moveTo>
                    <a:pt x="0" y="2515"/>
                  </a:moveTo>
                  <a:lnTo>
                    <a:pt x="1988" y="0"/>
                  </a:lnTo>
                  <a:lnTo>
                    <a:pt x="4961" y="3567"/>
                  </a:lnTo>
                  <a:lnTo>
                    <a:pt x="4274" y="7884"/>
                  </a:lnTo>
                  <a:lnTo>
                    <a:pt x="422" y="67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31766" y="2230393"/>
              <a:ext cx="225410" cy="373846"/>
            </a:xfrm>
            <a:custGeom>
              <a:avLst/>
              <a:pathLst>
                <a:path w="225410" h="373846">
                  <a:moveTo>
                    <a:pt x="0" y="211542"/>
                  </a:moveTo>
                  <a:lnTo>
                    <a:pt x="2168" y="210148"/>
                  </a:lnTo>
                  <a:lnTo>
                    <a:pt x="2548" y="207162"/>
                  </a:lnTo>
                  <a:lnTo>
                    <a:pt x="6178" y="206905"/>
                  </a:lnTo>
                  <a:lnTo>
                    <a:pt x="9093" y="208836"/>
                  </a:lnTo>
                  <a:lnTo>
                    <a:pt x="11700" y="212763"/>
                  </a:lnTo>
                  <a:lnTo>
                    <a:pt x="14320" y="212151"/>
                  </a:lnTo>
                  <a:lnTo>
                    <a:pt x="13797" y="209126"/>
                  </a:lnTo>
                  <a:lnTo>
                    <a:pt x="13585" y="207897"/>
                  </a:lnTo>
                  <a:lnTo>
                    <a:pt x="13971" y="205611"/>
                  </a:lnTo>
                  <a:lnTo>
                    <a:pt x="12566" y="203574"/>
                  </a:lnTo>
                  <a:lnTo>
                    <a:pt x="12245" y="200657"/>
                  </a:lnTo>
                  <a:lnTo>
                    <a:pt x="10576" y="199249"/>
                  </a:lnTo>
                  <a:lnTo>
                    <a:pt x="11959" y="196039"/>
                  </a:lnTo>
                  <a:lnTo>
                    <a:pt x="13366" y="195734"/>
                  </a:lnTo>
                  <a:lnTo>
                    <a:pt x="15504" y="197414"/>
                  </a:lnTo>
                  <a:lnTo>
                    <a:pt x="18309" y="196752"/>
                  </a:lnTo>
                  <a:lnTo>
                    <a:pt x="20836" y="196697"/>
                  </a:lnTo>
                  <a:lnTo>
                    <a:pt x="19527" y="193376"/>
                  </a:lnTo>
                  <a:lnTo>
                    <a:pt x="16808" y="192309"/>
                  </a:lnTo>
                  <a:lnTo>
                    <a:pt x="12669" y="188898"/>
                  </a:lnTo>
                  <a:lnTo>
                    <a:pt x="12934" y="184151"/>
                  </a:lnTo>
                  <a:lnTo>
                    <a:pt x="13926" y="180801"/>
                  </a:lnTo>
                  <a:lnTo>
                    <a:pt x="15968" y="177191"/>
                  </a:lnTo>
                  <a:lnTo>
                    <a:pt x="16856" y="173608"/>
                  </a:lnTo>
                  <a:lnTo>
                    <a:pt x="21198" y="168755"/>
                  </a:lnTo>
                  <a:lnTo>
                    <a:pt x="23526" y="165158"/>
                  </a:lnTo>
                  <a:lnTo>
                    <a:pt x="20408" y="161937"/>
                  </a:lnTo>
                  <a:lnTo>
                    <a:pt x="20728" y="159871"/>
                  </a:lnTo>
                  <a:lnTo>
                    <a:pt x="22802" y="155113"/>
                  </a:lnTo>
                  <a:lnTo>
                    <a:pt x="25302" y="150907"/>
                  </a:lnTo>
                  <a:lnTo>
                    <a:pt x="24398" y="147579"/>
                  </a:lnTo>
                  <a:lnTo>
                    <a:pt x="22886" y="145615"/>
                  </a:lnTo>
                  <a:lnTo>
                    <a:pt x="20506" y="146634"/>
                  </a:lnTo>
                  <a:lnTo>
                    <a:pt x="19926" y="143638"/>
                  </a:lnTo>
                  <a:lnTo>
                    <a:pt x="18603" y="142417"/>
                  </a:lnTo>
                  <a:lnTo>
                    <a:pt x="17920" y="139015"/>
                  </a:lnTo>
                  <a:lnTo>
                    <a:pt x="18799" y="135218"/>
                  </a:lnTo>
                  <a:lnTo>
                    <a:pt x="18927" y="131535"/>
                  </a:lnTo>
                  <a:lnTo>
                    <a:pt x="15083" y="129321"/>
                  </a:lnTo>
                  <a:lnTo>
                    <a:pt x="15090" y="124049"/>
                  </a:lnTo>
                  <a:lnTo>
                    <a:pt x="15123" y="120732"/>
                  </a:lnTo>
                  <a:lnTo>
                    <a:pt x="16024" y="119029"/>
                  </a:lnTo>
                  <a:lnTo>
                    <a:pt x="15015" y="116696"/>
                  </a:lnTo>
                  <a:lnTo>
                    <a:pt x="16454" y="113539"/>
                  </a:lnTo>
                  <a:lnTo>
                    <a:pt x="17911" y="110932"/>
                  </a:lnTo>
                  <a:lnTo>
                    <a:pt x="19053" y="108184"/>
                  </a:lnTo>
                  <a:lnTo>
                    <a:pt x="19829" y="106243"/>
                  </a:lnTo>
                  <a:lnTo>
                    <a:pt x="17096" y="94779"/>
                  </a:lnTo>
                  <a:lnTo>
                    <a:pt x="14776" y="85107"/>
                  </a:lnTo>
                  <a:lnTo>
                    <a:pt x="18277" y="68010"/>
                  </a:lnTo>
                  <a:lnTo>
                    <a:pt x="23199" y="44163"/>
                  </a:lnTo>
                  <a:lnTo>
                    <a:pt x="25652" y="32219"/>
                  </a:lnTo>
                  <a:lnTo>
                    <a:pt x="30037" y="12258"/>
                  </a:lnTo>
                  <a:lnTo>
                    <a:pt x="33342" y="11414"/>
                  </a:lnTo>
                  <a:lnTo>
                    <a:pt x="36143" y="11574"/>
                  </a:lnTo>
                  <a:lnTo>
                    <a:pt x="39924" y="11185"/>
                  </a:lnTo>
                  <a:lnTo>
                    <a:pt x="40580" y="14796"/>
                  </a:lnTo>
                  <a:lnTo>
                    <a:pt x="45343" y="24445"/>
                  </a:lnTo>
                  <a:lnTo>
                    <a:pt x="49951" y="25350"/>
                  </a:lnTo>
                  <a:lnTo>
                    <a:pt x="54209" y="26557"/>
                  </a:lnTo>
                  <a:lnTo>
                    <a:pt x="57812" y="21738"/>
                  </a:lnTo>
                  <a:lnTo>
                    <a:pt x="63216" y="17105"/>
                  </a:lnTo>
                  <a:lnTo>
                    <a:pt x="66472" y="15120"/>
                  </a:lnTo>
                  <a:lnTo>
                    <a:pt x="66247" y="12373"/>
                  </a:lnTo>
                  <a:lnTo>
                    <a:pt x="69739" y="9566"/>
                  </a:lnTo>
                  <a:lnTo>
                    <a:pt x="72377" y="9366"/>
                  </a:lnTo>
                  <a:lnTo>
                    <a:pt x="76291" y="7136"/>
                  </a:lnTo>
                  <a:lnTo>
                    <a:pt x="74778" y="4731"/>
                  </a:lnTo>
                  <a:lnTo>
                    <a:pt x="74980" y="2118"/>
                  </a:lnTo>
                  <a:lnTo>
                    <a:pt x="79499" y="332"/>
                  </a:lnTo>
                  <a:lnTo>
                    <a:pt x="83119" y="0"/>
                  </a:lnTo>
                  <a:lnTo>
                    <a:pt x="86397" y="845"/>
                  </a:lnTo>
                  <a:lnTo>
                    <a:pt x="91162" y="2491"/>
                  </a:lnTo>
                  <a:lnTo>
                    <a:pt x="96997" y="4724"/>
                  </a:lnTo>
                  <a:lnTo>
                    <a:pt x="99918" y="5365"/>
                  </a:lnTo>
                  <a:lnTo>
                    <a:pt x="105452" y="9783"/>
                  </a:lnTo>
                  <a:lnTo>
                    <a:pt x="111980" y="11607"/>
                  </a:lnTo>
                  <a:lnTo>
                    <a:pt x="120621" y="31773"/>
                  </a:lnTo>
                  <a:lnTo>
                    <a:pt x="126833" y="46123"/>
                  </a:lnTo>
                  <a:lnTo>
                    <a:pt x="137372" y="70012"/>
                  </a:lnTo>
                  <a:lnTo>
                    <a:pt x="145073" y="87938"/>
                  </a:lnTo>
                  <a:lnTo>
                    <a:pt x="148261" y="95407"/>
                  </a:lnTo>
                  <a:lnTo>
                    <a:pt x="150370" y="96275"/>
                  </a:lnTo>
                  <a:lnTo>
                    <a:pt x="149249" y="101054"/>
                  </a:lnTo>
                  <a:lnTo>
                    <a:pt x="152469" y="103127"/>
                  </a:lnTo>
                  <a:lnTo>
                    <a:pt x="152014" y="107600"/>
                  </a:lnTo>
                  <a:lnTo>
                    <a:pt x="154685" y="110889"/>
                  </a:lnTo>
                  <a:lnTo>
                    <a:pt x="155291" y="115334"/>
                  </a:lnTo>
                  <a:lnTo>
                    <a:pt x="159884" y="113194"/>
                  </a:lnTo>
                  <a:lnTo>
                    <a:pt x="163161" y="116038"/>
                  </a:lnTo>
                  <a:lnTo>
                    <a:pt x="165644" y="115792"/>
                  </a:lnTo>
                  <a:lnTo>
                    <a:pt x="171306" y="115600"/>
                  </a:lnTo>
                  <a:lnTo>
                    <a:pt x="174985" y="113158"/>
                  </a:lnTo>
                  <a:lnTo>
                    <a:pt x="177603" y="114879"/>
                  </a:lnTo>
                  <a:lnTo>
                    <a:pt x="180141" y="119971"/>
                  </a:lnTo>
                  <a:lnTo>
                    <a:pt x="177317" y="121639"/>
                  </a:lnTo>
                  <a:lnTo>
                    <a:pt x="178376" y="125181"/>
                  </a:lnTo>
                  <a:lnTo>
                    <a:pt x="183714" y="129753"/>
                  </a:lnTo>
                  <a:lnTo>
                    <a:pt x="184360" y="135958"/>
                  </a:lnTo>
                  <a:lnTo>
                    <a:pt x="184387" y="138795"/>
                  </a:lnTo>
                  <a:lnTo>
                    <a:pt x="186588" y="140219"/>
                  </a:lnTo>
                  <a:lnTo>
                    <a:pt x="192501" y="145311"/>
                  </a:lnTo>
                  <a:lnTo>
                    <a:pt x="195956" y="146308"/>
                  </a:lnTo>
                  <a:lnTo>
                    <a:pt x="197386" y="143807"/>
                  </a:lnTo>
                  <a:lnTo>
                    <a:pt x="197342" y="139891"/>
                  </a:lnTo>
                  <a:lnTo>
                    <a:pt x="201341" y="139856"/>
                  </a:lnTo>
                  <a:lnTo>
                    <a:pt x="203758" y="139536"/>
                  </a:lnTo>
                  <a:lnTo>
                    <a:pt x="207822" y="142207"/>
                  </a:lnTo>
                  <a:lnTo>
                    <a:pt x="210299" y="144969"/>
                  </a:lnTo>
                  <a:lnTo>
                    <a:pt x="211983" y="147687"/>
                  </a:lnTo>
                  <a:lnTo>
                    <a:pt x="217288" y="153273"/>
                  </a:lnTo>
                  <a:lnTo>
                    <a:pt x="220973" y="154875"/>
                  </a:lnTo>
                  <a:lnTo>
                    <a:pt x="222223" y="159117"/>
                  </a:lnTo>
                  <a:lnTo>
                    <a:pt x="225410" y="160509"/>
                  </a:lnTo>
                  <a:lnTo>
                    <a:pt x="223123" y="165902"/>
                  </a:lnTo>
                  <a:lnTo>
                    <a:pt x="221565" y="168927"/>
                  </a:lnTo>
                  <a:lnTo>
                    <a:pt x="220509" y="172577"/>
                  </a:lnTo>
                  <a:lnTo>
                    <a:pt x="219209" y="177057"/>
                  </a:lnTo>
                  <a:lnTo>
                    <a:pt x="216727" y="180366"/>
                  </a:lnTo>
                  <a:lnTo>
                    <a:pt x="214919" y="184527"/>
                  </a:lnTo>
                  <a:lnTo>
                    <a:pt x="210315" y="184313"/>
                  </a:lnTo>
                  <a:lnTo>
                    <a:pt x="209445" y="186647"/>
                  </a:lnTo>
                  <a:lnTo>
                    <a:pt x="206998" y="187929"/>
                  </a:lnTo>
                  <a:lnTo>
                    <a:pt x="206181" y="192198"/>
                  </a:lnTo>
                  <a:lnTo>
                    <a:pt x="206126" y="196308"/>
                  </a:lnTo>
                  <a:lnTo>
                    <a:pt x="208073" y="198370"/>
                  </a:lnTo>
                  <a:lnTo>
                    <a:pt x="205657" y="203652"/>
                  </a:lnTo>
                  <a:lnTo>
                    <a:pt x="201041" y="200553"/>
                  </a:lnTo>
                  <a:lnTo>
                    <a:pt x="198899" y="198064"/>
                  </a:lnTo>
                  <a:lnTo>
                    <a:pt x="196907" y="201039"/>
                  </a:lnTo>
                  <a:lnTo>
                    <a:pt x="192691" y="203508"/>
                  </a:lnTo>
                  <a:lnTo>
                    <a:pt x="191355" y="206743"/>
                  </a:lnTo>
                  <a:lnTo>
                    <a:pt x="191875" y="210508"/>
                  </a:lnTo>
                  <a:lnTo>
                    <a:pt x="190380" y="213391"/>
                  </a:lnTo>
                  <a:lnTo>
                    <a:pt x="187959" y="212928"/>
                  </a:lnTo>
                  <a:lnTo>
                    <a:pt x="187713" y="213402"/>
                  </a:lnTo>
                  <a:lnTo>
                    <a:pt x="186533" y="215672"/>
                  </a:lnTo>
                  <a:lnTo>
                    <a:pt x="184634" y="216207"/>
                  </a:lnTo>
                  <a:lnTo>
                    <a:pt x="184648" y="221444"/>
                  </a:lnTo>
                  <a:lnTo>
                    <a:pt x="180823" y="220125"/>
                  </a:lnTo>
                  <a:lnTo>
                    <a:pt x="179003" y="218901"/>
                  </a:lnTo>
                  <a:lnTo>
                    <a:pt x="176149" y="221293"/>
                  </a:lnTo>
                  <a:lnTo>
                    <a:pt x="178336" y="224356"/>
                  </a:lnTo>
                  <a:lnTo>
                    <a:pt x="178058" y="226386"/>
                  </a:lnTo>
                  <a:lnTo>
                    <a:pt x="177338" y="230190"/>
                  </a:lnTo>
                  <a:lnTo>
                    <a:pt x="181428" y="232051"/>
                  </a:lnTo>
                  <a:lnTo>
                    <a:pt x="174348" y="234286"/>
                  </a:lnTo>
                  <a:lnTo>
                    <a:pt x="175067" y="237292"/>
                  </a:lnTo>
                  <a:lnTo>
                    <a:pt x="176947" y="244365"/>
                  </a:lnTo>
                  <a:lnTo>
                    <a:pt x="171133" y="246074"/>
                  </a:lnTo>
                  <a:lnTo>
                    <a:pt x="168300" y="248717"/>
                  </a:lnTo>
                  <a:lnTo>
                    <a:pt x="167125" y="250079"/>
                  </a:lnTo>
                  <a:lnTo>
                    <a:pt x="164948" y="252598"/>
                  </a:lnTo>
                  <a:lnTo>
                    <a:pt x="165087" y="257933"/>
                  </a:lnTo>
                  <a:lnTo>
                    <a:pt x="163204" y="259274"/>
                  </a:lnTo>
                  <a:lnTo>
                    <a:pt x="160388" y="254095"/>
                  </a:lnTo>
                  <a:lnTo>
                    <a:pt x="155231" y="257884"/>
                  </a:lnTo>
                  <a:lnTo>
                    <a:pt x="151296" y="262362"/>
                  </a:lnTo>
                  <a:lnTo>
                    <a:pt x="148141" y="259123"/>
                  </a:lnTo>
                  <a:lnTo>
                    <a:pt x="144994" y="255788"/>
                  </a:lnTo>
                  <a:lnTo>
                    <a:pt x="146546" y="252589"/>
                  </a:lnTo>
                  <a:lnTo>
                    <a:pt x="144808" y="251526"/>
                  </a:lnTo>
                  <a:lnTo>
                    <a:pt x="141506" y="249504"/>
                  </a:lnTo>
                  <a:lnTo>
                    <a:pt x="137576" y="250109"/>
                  </a:lnTo>
                  <a:lnTo>
                    <a:pt x="136490" y="250275"/>
                  </a:lnTo>
                  <a:lnTo>
                    <a:pt x="137591" y="255254"/>
                  </a:lnTo>
                  <a:lnTo>
                    <a:pt x="137728" y="258832"/>
                  </a:lnTo>
                  <a:lnTo>
                    <a:pt x="141511" y="261724"/>
                  </a:lnTo>
                  <a:lnTo>
                    <a:pt x="140793" y="265455"/>
                  </a:lnTo>
                  <a:lnTo>
                    <a:pt x="143041" y="267450"/>
                  </a:lnTo>
                  <a:lnTo>
                    <a:pt x="142286" y="270619"/>
                  </a:lnTo>
                  <a:lnTo>
                    <a:pt x="139378" y="271606"/>
                  </a:lnTo>
                  <a:lnTo>
                    <a:pt x="137091" y="272472"/>
                  </a:lnTo>
                  <a:lnTo>
                    <a:pt x="136750" y="277465"/>
                  </a:lnTo>
                  <a:lnTo>
                    <a:pt x="135269" y="278298"/>
                  </a:lnTo>
                  <a:lnTo>
                    <a:pt x="134486" y="282045"/>
                  </a:lnTo>
                  <a:lnTo>
                    <a:pt x="133011" y="284646"/>
                  </a:lnTo>
                  <a:lnTo>
                    <a:pt x="129471" y="280763"/>
                  </a:lnTo>
                  <a:lnTo>
                    <a:pt x="127361" y="279366"/>
                  </a:lnTo>
                  <a:lnTo>
                    <a:pt x="126319" y="278676"/>
                  </a:lnTo>
                  <a:lnTo>
                    <a:pt x="125795" y="281801"/>
                  </a:lnTo>
                  <a:lnTo>
                    <a:pt x="125354" y="283159"/>
                  </a:lnTo>
                  <a:lnTo>
                    <a:pt x="124042" y="289959"/>
                  </a:lnTo>
                  <a:lnTo>
                    <a:pt x="121356" y="290728"/>
                  </a:lnTo>
                  <a:lnTo>
                    <a:pt x="120524" y="292636"/>
                  </a:lnTo>
                  <a:lnTo>
                    <a:pt x="117305" y="295638"/>
                  </a:lnTo>
                  <a:lnTo>
                    <a:pt x="115172" y="297171"/>
                  </a:lnTo>
                  <a:lnTo>
                    <a:pt x="114163" y="297895"/>
                  </a:lnTo>
                  <a:lnTo>
                    <a:pt x="113624" y="302337"/>
                  </a:lnTo>
                  <a:lnTo>
                    <a:pt x="111283" y="304650"/>
                  </a:lnTo>
                  <a:lnTo>
                    <a:pt x="110684" y="307222"/>
                  </a:lnTo>
                  <a:lnTo>
                    <a:pt x="109449" y="307415"/>
                  </a:lnTo>
                  <a:lnTo>
                    <a:pt x="107518" y="303472"/>
                  </a:lnTo>
                  <a:lnTo>
                    <a:pt x="105973" y="303426"/>
                  </a:lnTo>
                  <a:lnTo>
                    <a:pt x="104249" y="303374"/>
                  </a:lnTo>
                  <a:lnTo>
                    <a:pt x="101554" y="307119"/>
                  </a:lnTo>
                  <a:lnTo>
                    <a:pt x="101603" y="310055"/>
                  </a:lnTo>
                  <a:lnTo>
                    <a:pt x="97823" y="311263"/>
                  </a:lnTo>
                  <a:lnTo>
                    <a:pt x="97705" y="314913"/>
                  </a:lnTo>
                  <a:lnTo>
                    <a:pt x="93823" y="316202"/>
                  </a:lnTo>
                  <a:lnTo>
                    <a:pt x="93479" y="318903"/>
                  </a:lnTo>
                  <a:lnTo>
                    <a:pt x="93475" y="323144"/>
                  </a:lnTo>
                  <a:lnTo>
                    <a:pt x="95163" y="325871"/>
                  </a:lnTo>
                  <a:lnTo>
                    <a:pt x="93594" y="328050"/>
                  </a:lnTo>
                  <a:lnTo>
                    <a:pt x="89948" y="330557"/>
                  </a:lnTo>
                  <a:lnTo>
                    <a:pt x="88993" y="330858"/>
                  </a:lnTo>
                  <a:lnTo>
                    <a:pt x="87774" y="331242"/>
                  </a:lnTo>
                  <a:lnTo>
                    <a:pt x="87672" y="334936"/>
                  </a:lnTo>
                  <a:lnTo>
                    <a:pt x="91562" y="335883"/>
                  </a:lnTo>
                  <a:lnTo>
                    <a:pt x="89846" y="340507"/>
                  </a:lnTo>
                  <a:lnTo>
                    <a:pt x="89579" y="345096"/>
                  </a:lnTo>
                  <a:lnTo>
                    <a:pt x="87529" y="347700"/>
                  </a:lnTo>
                  <a:lnTo>
                    <a:pt x="84677" y="348483"/>
                  </a:lnTo>
                  <a:lnTo>
                    <a:pt x="83376" y="350906"/>
                  </a:lnTo>
                  <a:lnTo>
                    <a:pt x="83158" y="355472"/>
                  </a:lnTo>
                  <a:lnTo>
                    <a:pt x="85005" y="358932"/>
                  </a:lnTo>
                  <a:lnTo>
                    <a:pt x="85547" y="363774"/>
                  </a:lnTo>
                  <a:lnTo>
                    <a:pt x="84948" y="366506"/>
                  </a:lnTo>
                  <a:lnTo>
                    <a:pt x="84252" y="371822"/>
                  </a:lnTo>
                  <a:lnTo>
                    <a:pt x="82686" y="373846"/>
                  </a:lnTo>
                  <a:lnTo>
                    <a:pt x="79319" y="373401"/>
                  </a:lnTo>
                  <a:lnTo>
                    <a:pt x="74750" y="371421"/>
                  </a:lnTo>
                  <a:lnTo>
                    <a:pt x="74131" y="371153"/>
                  </a:lnTo>
                  <a:lnTo>
                    <a:pt x="72908" y="367251"/>
                  </a:lnTo>
                  <a:lnTo>
                    <a:pt x="72491" y="364164"/>
                  </a:lnTo>
                  <a:lnTo>
                    <a:pt x="67859" y="361373"/>
                  </a:lnTo>
                  <a:lnTo>
                    <a:pt x="63614" y="358282"/>
                  </a:lnTo>
                  <a:lnTo>
                    <a:pt x="58982" y="355619"/>
                  </a:lnTo>
                  <a:lnTo>
                    <a:pt x="58377" y="351271"/>
                  </a:lnTo>
                  <a:lnTo>
                    <a:pt x="56874" y="344892"/>
                  </a:lnTo>
                  <a:lnTo>
                    <a:pt x="55553" y="342771"/>
                  </a:lnTo>
                  <a:lnTo>
                    <a:pt x="54249" y="340676"/>
                  </a:lnTo>
                  <a:lnTo>
                    <a:pt x="50142" y="330959"/>
                  </a:lnTo>
                  <a:lnTo>
                    <a:pt x="47311" y="324095"/>
                  </a:lnTo>
                  <a:lnTo>
                    <a:pt x="45887" y="320644"/>
                  </a:lnTo>
                  <a:lnTo>
                    <a:pt x="38236" y="301659"/>
                  </a:lnTo>
                  <a:lnTo>
                    <a:pt x="33230" y="289244"/>
                  </a:lnTo>
                  <a:lnTo>
                    <a:pt x="32423" y="287302"/>
                  </a:lnTo>
                  <a:lnTo>
                    <a:pt x="31898" y="286038"/>
                  </a:lnTo>
                  <a:lnTo>
                    <a:pt x="25752" y="271267"/>
                  </a:lnTo>
                  <a:lnTo>
                    <a:pt x="18423" y="253646"/>
                  </a:lnTo>
                  <a:lnTo>
                    <a:pt x="9934" y="2341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81820" y="2729677"/>
              <a:ext cx="20606" cy="13632"/>
            </a:xfrm>
            <a:custGeom>
              <a:avLst/>
              <a:pathLst>
                <a:path w="20606" h="13632">
                  <a:moveTo>
                    <a:pt x="1589" y="0"/>
                  </a:moveTo>
                  <a:lnTo>
                    <a:pt x="9126" y="4921"/>
                  </a:lnTo>
                  <a:lnTo>
                    <a:pt x="15985" y="6360"/>
                  </a:lnTo>
                  <a:lnTo>
                    <a:pt x="20606" y="8157"/>
                  </a:lnTo>
                  <a:lnTo>
                    <a:pt x="18966" y="12776"/>
                  </a:lnTo>
                  <a:lnTo>
                    <a:pt x="13090" y="13632"/>
                  </a:lnTo>
                  <a:lnTo>
                    <a:pt x="5028" y="7839"/>
                  </a:lnTo>
                  <a:lnTo>
                    <a:pt x="0" y="372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216018" y="2745977"/>
              <a:ext cx="20680" cy="25337"/>
            </a:xfrm>
            <a:custGeom>
              <a:avLst/>
              <a:pathLst>
                <a:path w="20680" h="25337">
                  <a:moveTo>
                    <a:pt x="0" y="11642"/>
                  </a:moveTo>
                  <a:lnTo>
                    <a:pt x="3118" y="10402"/>
                  </a:lnTo>
                  <a:lnTo>
                    <a:pt x="9897" y="795"/>
                  </a:lnTo>
                  <a:lnTo>
                    <a:pt x="20680" y="0"/>
                  </a:lnTo>
                  <a:lnTo>
                    <a:pt x="20470" y="4733"/>
                  </a:lnTo>
                  <a:lnTo>
                    <a:pt x="14856" y="22447"/>
                  </a:lnTo>
                  <a:lnTo>
                    <a:pt x="11867" y="25337"/>
                  </a:lnTo>
                  <a:lnTo>
                    <a:pt x="7662" y="24765"/>
                  </a:lnTo>
                  <a:lnTo>
                    <a:pt x="974" y="1522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98539" y="2815573"/>
              <a:ext cx="11284" cy="16302"/>
            </a:xfrm>
            <a:custGeom>
              <a:avLst/>
              <a:pathLst>
                <a:path w="11284" h="16302">
                  <a:moveTo>
                    <a:pt x="442" y="11990"/>
                  </a:moveTo>
                  <a:lnTo>
                    <a:pt x="4697" y="0"/>
                  </a:lnTo>
                  <a:lnTo>
                    <a:pt x="8443" y="164"/>
                  </a:lnTo>
                  <a:lnTo>
                    <a:pt x="11284" y="2732"/>
                  </a:lnTo>
                  <a:lnTo>
                    <a:pt x="10712" y="8300"/>
                  </a:lnTo>
                  <a:lnTo>
                    <a:pt x="5021" y="16302"/>
                  </a:lnTo>
                  <a:lnTo>
                    <a:pt x="0" y="1599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89625" y="2741455"/>
              <a:ext cx="295160" cy="401766"/>
            </a:xfrm>
            <a:custGeom>
              <a:avLst/>
              <a:pathLst>
                <a:path w="295160" h="401766">
                  <a:moveTo>
                    <a:pt x="13594" y="401766"/>
                  </a:moveTo>
                  <a:lnTo>
                    <a:pt x="21627" y="393218"/>
                  </a:lnTo>
                  <a:lnTo>
                    <a:pt x="27007" y="384350"/>
                  </a:lnTo>
                  <a:lnTo>
                    <a:pt x="30032" y="372278"/>
                  </a:lnTo>
                  <a:lnTo>
                    <a:pt x="31188" y="367643"/>
                  </a:lnTo>
                  <a:lnTo>
                    <a:pt x="32855" y="362560"/>
                  </a:lnTo>
                  <a:lnTo>
                    <a:pt x="38089" y="351207"/>
                  </a:lnTo>
                  <a:lnTo>
                    <a:pt x="38620" y="350051"/>
                  </a:lnTo>
                  <a:lnTo>
                    <a:pt x="41399" y="336049"/>
                  </a:lnTo>
                  <a:lnTo>
                    <a:pt x="41528" y="333641"/>
                  </a:lnTo>
                  <a:lnTo>
                    <a:pt x="42154" y="321900"/>
                  </a:lnTo>
                  <a:lnTo>
                    <a:pt x="41482" y="311899"/>
                  </a:lnTo>
                  <a:lnTo>
                    <a:pt x="40897" y="300634"/>
                  </a:lnTo>
                  <a:lnTo>
                    <a:pt x="40807" y="300191"/>
                  </a:lnTo>
                  <a:lnTo>
                    <a:pt x="38581" y="289257"/>
                  </a:lnTo>
                  <a:lnTo>
                    <a:pt x="36145" y="279704"/>
                  </a:lnTo>
                  <a:lnTo>
                    <a:pt x="32730" y="271115"/>
                  </a:lnTo>
                  <a:lnTo>
                    <a:pt x="30873" y="268062"/>
                  </a:lnTo>
                  <a:lnTo>
                    <a:pt x="26802" y="261356"/>
                  </a:lnTo>
                  <a:lnTo>
                    <a:pt x="23870" y="257056"/>
                  </a:lnTo>
                  <a:lnTo>
                    <a:pt x="18366" y="248970"/>
                  </a:lnTo>
                  <a:lnTo>
                    <a:pt x="14147" y="240663"/>
                  </a:lnTo>
                  <a:lnTo>
                    <a:pt x="12525" y="237050"/>
                  </a:lnTo>
                  <a:lnTo>
                    <a:pt x="10795" y="233197"/>
                  </a:lnTo>
                  <a:lnTo>
                    <a:pt x="6198" y="226439"/>
                  </a:lnTo>
                  <a:lnTo>
                    <a:pt x="4649" y="221772"/>
                  </a:lnTo>
                  <a:lnTo>
                    <a:pt x="5867" y="216360"/>
                  </a:lnTo>
                  <a:lnTo>
                    <a:pt x="9121" y="208781"/>
                  </a:lnTo>
                  <a:lnTo>
                    <a:pt x="9024" y="204184"/>
                  </a:lnTo>
                  <a:lnTo>
                    <a:pt x="8980" y="202139"/>
                  </a:lnTo>
                  <a:lnTo>
                    <a:pt x="6652" y="195074"/>
                  </a:lnTo>
                  <a:lnTo>
                    <a:pt x="4808" y="190287"/>
                  </a:lnTo>
                  <a:lnTo>
                    <a:pt x="1430" y="185947"/>
                  </a:lnTo>
                  <a:lnTo>
                    <a:pt x="0" y="182698"/>
                  </a:lnTo>
                  <a:lnTo>
                    <a:pt x="4711" y="175958"/>
                  </a:lnTo>
                  <a:lnTo>
                    <a:pt x="6594" y="169959"/>
                  </a:lnTo>
                  <a:lnTo>
                    <a:pt x="8211" y="164791"/>
                  </a:lnTo>
                  <a:lnTo>
                    <a:pt x="11902" y="152983"/>
                  </a:lnTo>
                  <a:lnTo>
                    <a:pt x="12133" y="147574"/>
                  </a:lnTo>
                  <a:lnTo>
                    <a:pt x="11028" y="139852"/>
                  </a:lnTo>
                  <a:lnTo>
                    <a:pt x="11254" y="136409"/>
                  </a:lnTo>
                  <a:lnTo>
                    <a:pt x="11563" y="131682"/>
                  </a:lnTo>
                  <a:lnTo>
                    <a:pt x="8062" y="124439"/>
                  </a:lnTo>
                  <a:lnTo>
                    <a:pt x="7610" y="119600"/>
                  </a:lnTo>
                  <a:lnTo>
                    <a:pt x="12973" y="115861"/>
                  </a:lnTo>
                  <a:lnTo>
                    <a:pt x="17455" y="113798"/>
                  </a:lnTo>
                  <a:lnTo>
                    <a:pt x="17564" y="110224"/>
                  </a:lnTo>
                  <a:lnTo>
                    <a:pt x="17692" y="106034"/>
                  </a:lnTo>
                  <a:lnTo>
                    <a:pt x="16708" y="97568"/>
                  </a:lnTo>
                  <a:lnTo>
                    <a:pt x="21965" y="97117"/>
                  </a:lnTo>
                  <a:lnTo>
                    <a:pt x="24139" y="90685"/>
                  </a:lnTo>
                  <a:lnTo>
                    <a:pt x="29726" y="92655"/>
                  </a:lnTo>
                  <a:lnTo>
                    <a:pt x="33925" y="88065"/>
                  </a:lnTo>
                  <a:lnTo>
                    <a:pt x="34941" y="80803"/>
                  </a:lnTo>
                  <a:lnTo>
                    <a:pt x="38536" y="76152"/>
                  </a:lnTo>
                  <a:lnTo>
                    <a:pt x="40369" y="68265"/>
                  </a:lnTo>
                  <a:lnTo>
                    <a:pt x="45067" y="63563"/>
                  </a:lnTo>
                  <a:lnTo>
                    <a:pt x="46916" y="66465"/>
                  </a:lnTo>
                  <a:lnTo>
                    <a:pt x="46899" y="79383"/>
                  </a:lnTo>
                  <a:lnTo>
                    <a:pt x="47900" y="80806"/>
                  </a:lnTo>
                  <a:lnTo>
                    <a:pt x="51099" y="85352"/>
                  </a:lnTo>
                  <a:lnTo>
                    <a:pt x="53754" y="83219"/>
                  </a:lnTo>
                  <a:lnTo>
                    <a:pt x="56194" y="80299"/>
                  </a:lnTo>
                  <a:lnTo>
                    <a:pt x="59018" y="76912"/>
                  </a:lnTo>
                  <a:lnTo>
                    <a:pt x="58986" y="71572"/>
                  </a:lnTo>
                  <a:lnTo>
                    <a:pt x="56734" y="64319"/>
                  </a:lnTo>
                  <a:lnTo>
                    <a:pt x="56449" y="61782"/>
                  </a:lnTo>
                  <a:lnTo>
                    <a:pt x="55775" y="55795"/>
                  </a:lnTo>
                  <a:lnTo>
                    <a:pt x="60002" y="50607"/>
                  </a:lnTo>
                  <a:lnTo>
                    <a:pt x="65637" y="45281"/>
                  </a:lnTo>
                  <a:lnTo>
                    <a:pt x="72152" y="43826"/>
                  </a:lnTo>
                  <a:lnTo>
                    <a:pt x="74822" y="43227"/>
                  </a:lnTo>
                  <a:lnTo>
                    <a:pt x="80844" y="40939"/>
                  </a:lnTo>
                  <a:lnTo>
                    <a:pt x="83252" y="37209"/>
                  </a:lnTo>
                  <a:lnTo>
                    <a:pt x="78483" y="36215"/>
                  </a:lnTo>
                  <a:lnTo>
                    <a:pt x="74452" y="36267"/>
                  </a:lnTo>
                  <a:lnTo>
                    <a:pt x="68525" y="29161"/>
                  </a:lnTo>
                  <a:lnTo>
                    <a:pt x="67015" y="24857"/>
                  </a:lnTo>
                  <a:lnTo>
                    <a:pt x="69559" y="17556"/>
                  </a:lnTo>
                  <a:lnTo>
                    <a:pt x="74599" y="12070"/>
                  </a:lnTo>
                  <a:lnTo>
                    <a:pt x="70474" y="5686"/>
                  </a:lnTo>
                  <a:lnTo>
                    <a:pt x="80159" y="4646"/>
                  </a:lnTo>
                  <a:lnTo>
                    <a:pt x="85581" y="0"/>
                  </a:lnTo>
                  <a:lnTo>
                    <a:pt x="88357" y="318"/>
                  </a:lnTo>
                  <a:lnTo>
                    <a:pt x="89270" y="423"/>
                  </a:lnTo>
                  <a:lnTo>
                    <a:pt x="101399" y="5730"/>
                  </a:lnTo>
                  <a:lnTo>
                    <a:pt x="108166" y="8883"/>
                  </a:lnTo>
                  <a:lnTo>
                    <a:pt x="110961" y="6682"/>
                  </a:lnTo>
                  <a:lnTo>
                    <a:pt x="116491" y="6080"/>
                  </a:lnTo>
                  <a:lnTo>
                    <a:pt x="124867" y="8117"/>
                  </a:lnTo>
                  <a:lnTo>
                    <a:pt x="125916" y="8371"/>
                  </a:lnTo>
                  <a:lnTo>
                    <a:pt x="131619" y="13523"/>
                  </a:lnTo>
                  <a:lnTo>
                    <a:pt x="134708" y="18662"/>
                  </a:lnTo>
                  <a:lnTo>
                    <a:pt x="141143" y="17961"/>
                  </a:lnTo>
                  <a:lnTo>
                    <a:pt x="147001" y="17295"/>
                  </a:lnTo>
                  <a:lnTo>
                    <a:pt x="152357" y="21110"/>
                  </a:lnTo>
                  <a:lnTo>
                    <a:pt x="162448" y="22835"/>
                  </a:lnTo>
                  <a:lnTo>
                    <a:pt x="169642" y="25594"/>
                  </a:lnTo>
                  <a:lnTo>
                    <a:pt x="176740" y="23795"/>
                  </a:lnTo>
                  <a:lnTo>
                    <a:pt x="185050" y="30001"/>
                  </a:lnTo>
                  <a:lnTo>
                    <a:pt x="184612" y="34669"/>
                  </a:lnTo>
                  <a:lnTo>
                    <a:pt x="186346" y="36256"/>
                  </a:lnTo>
                  <a:lnTo>
                    <a:pt x="192155" y="41565"/>
                  </a:lnTo>
                  <a:lnTo>
                    <a:pt x="197617" y="51424"/>
                  </a:lnTo>
                  <a:lnTo>
                    <a:pt x="192485" y="51076"/>
                  </a:lnTo>
                  <a:lnTo>
                    <a:pt x="188083" y="49196"/>
                  </a:lnTo>
                  <a:lnTo>
                    <a:pt x="185667" y="51581"/>
                  </a:lnTo>
                  <a:lnTo>
                    <a:pt x="187059" y="56255"/>
                  </a:lnTo>
                  <a:lnTo>
                    <a:pt x="188002" y="61814"/>
                  </a:lnTo>
                  <a:lnTo>
                    <a:pt x="194679" y="65734"/>
                  </a:lnTo>
                  <a:lnTo>
                    <a:pt x="196899" y="65811"/>
                  </a:lnTo>
                  <a:lnTo>
                    <a:pt x="197602" y="67802"/>
                  </a:lnTo>
                  <a:lnTo>
                    <a:pt x="200807" y="76868"/>
                  </a:lnTo>
                  <a:lnTo>
                    <a:pt x="203467" y="83036"/>
                  </a:lnTo>
                  <a:lnTo>
                    <a:pt x="202557" y="91074"/>
                  </a:lnTo>
                  <a:lnTo>
                    <a:pt x="204272" y="100156"/>
                  </a:lnTo>
                  <a:lnTo>
                    <a:pt x="204724" y="102554"/>
                  </a:lnTo>
                  <a:lnTo>
                    <a:pt x="206399" y="117102"/>
                  </a:lnTo>
                  <a:lnTo>
                    <a:pt x="202717" y="120898"/>
                  </a:lnTo>
                  <a:lnTo>
                    <a:pt x="200712" y="124863"/>
                  </a:lnTo>
                  <a:lnTo>
                    <a:pt x="195360" y="126346"/>
                  </a:lnTo>
                  <a:lnTo>
                    <a:pt x="194585" y="136037"/>
                  </a:lnTo>
                  <a:lnTo>
                    <a:pt x="194524" y="136791"/>
                  </a:lnTo>
                  <a:lnTo>
                    <a:pt x="195316" y="146266"/>
                  </a:lnTo>
                  <a:lnTo>
                    <a:pt x="189357" y="149473"/>
                  </a:lnTo>
                  <a:lnTo>
                    <a:pt x="189350" y="154099"/>
                  </a:lnTo>
                  <a:lnTo>
                    <a:pt x="183125" y="155710"/>
                  </a:lnTo>
                  <a:lnTo>
                    <a:pt x="178159" y="159103"/>
                  </a:lnTo>
                  <a:lnTo>
                    <a:pt x="177003" y="164415"/>
                  </a:lnTo>
                  <a:lnTo>
                    <a:pt x="176666" y="165960"/>
                  </a:lnTo>
                  <a:lnTo>
                    <a:pt x="177558" y="177056"/>
                  </a:lnTo>
                  <a:lnTo>
                    <a:pt x="177104" y="181218"/>
                  </a:lnTo>
                  <a:lnTo>
                    <a:pt x="180812" y="186543"/>
                  </a:lnTo>
                  <a:lnTo>
                    <a:pt x="186913" y="185195"/>
                  </a:lnTo>
                  <a:lnTo>
                    <a:pt x="193658" y="188720"/>
                  </a:lnTo>
                  <a:lnTo>
                    <a:pt x="196176" y="190317"/>
                  </a:lnTo>
                  <a:lnTo>
                    <a:pt x="197457" y="191129"/>
                  </a:lnTo>
                  <a:lnTo>
                    <a:pt x="206192" y="175420"/>
                  </a:lnTo>
                  <a:lnTo>
                    <a:pt x="206393" y="174267"/>
                  </a:lnTo>
                  <a:lnTo>
                    <a:pt x="207244" y="169378"/>
                  </a:lnTo>
                  <a:lnTo>
                    <a:pt x="208630" y="160178"/>
                  </a:lnTo>
                  <a:lnTo>
                    <a:pt x="209665" y="156604"/>
                  </a:lnTo>
                  <a:lnTo>
                    <a:pt x="217611" y="153168"/>
                  </a:lnTo>
                  <a:lnTo>
                    <a:pt x="218308" y="149567"/>
                  </a:lnTo>
                  <a:lnTo>
                    <a:pt x="226332" y="145962"/>
                  </a:lnTo>
                  <a:lnTo>
                    <a:pt x="231749" y="142613"/>
                  </a:lnTo>
                  <a:lnTo>
                    <a:pt x="232630" y="139555"/>
                  </a:lnTo>
                  <a:lnTo>
                    <a:pt x="238493" y="135940"/>
                  </a:lnTo>
                  <a:lnTo>
                    <a:pt x="248386" y="138300"/>
                  </a:lnTo>
                  <a:lnTo>
                    <a:pt x="255396" y="144090"/>
                  </a:lnTo>
                  <a:lnTo>
                    <a:pt x="262778" y="153885"/>
                  </a:lnTo>
                  <a:lnTo>
                    <a:pt x="266023" y="162092"/>
                  </a:lnTo>
                  <a:lnTo>
                    <a:pt x="267388" y="166603"/>
                  </a:lnTo>
                  <a:lnTo>
                    <a:pt x="270403" y="176569"/>
                  </a:lnTo>
                  <a:lnTo>
                    <a:pt x="277166" y="190599"/>
                  </a:lnTo>
                  <a:lnTo>
                    <a:pt x="282214" y="208703"/>
                  </a:lnTo>
                  <a:lnTo>
                    <a:pt x="284482" y="213718"/>
                  </a:lnTo>
                  <a:lnTo>
                    <a:pt x="287145" y="219602"/>
                  </a:lnTo>
                  <a:lnTo>
                    <a:pt x="293790" y="227592"/>
                  </a:lnTo>
                  <a:lnTo>
                    <a:pt x="294005" y="232768"/>
                  </a:lnTo>
                  <a:lnTo>
                    <a:pt x="292505" y="239393"/>
                  </a:lnTo>
                  <a:lnTo>
                    <a:pt x="295160" y="251052"/>
                  </a:lnTo>
                  <a:lnTo>
                    <a:pt x="294754" y="263291"/>
                  </a:lnTo>
                  <a:lnTo>
                    <a:pt x="291373" y="272145"/>
                  </a:lnTo>
                  <a:lnTo>
                    <a:pt x="285546" y="276514"/>
                  </a:lnTo>
                  <a:lnTo>
                    <a:pt x="281763" y="267698"/>
                  </a:lnTo>
                  <a:lnTo>
                    <a:pt x="285495" y="262979"/>
                  </a:lnTo>
                  <a:lnTo>
                    <a:pt x="280598" y="262651"/>
                  </a:lnTo>
                  <a:lnTo>
                    <a:pt x="275182" y="268297"/>
                  </a:lnTo>
                  <a:lnTo>
                    <a:pt x="278130" y="270534"/>
                  </a:lnTo>
                  <a:lnTo>
                    <a:pt x="279506" y="273709"/>
                  </a:lnTo>
                  <a:lnTo>
                    <a:pt x="272924" y="277314"/>
                  </a:lnTo>
                  <a:lnTo>
                    <a:pt x="273933" y="285963"/>
                  </a:lnTo>
                  <a:lnTo>
                    <a:pt x="272185" y="295957"/>
                  </a:lnTo>
                  <a:lnTo>
                    <a:pt x="268155" y="298726"/>
                  </a:lnTo>
                  <a:lnTo>
                    <a:pt x="261602" y="304230"/>
                  </a:lnTo>
                  <a:lnTo>
                    <a:pt x="261319" y="312978"/>
                  </a:lnTo>
                  <a:lnTo>
                    <a:pt x="261235" y="315533"/>
                  </a:lnTo>
                  <a:lnTo>
                    <a:pt x="262901" y="323605"/>
                  </a:lnTo>
                  <a:lnTo>
                    <a:pt x="260016" y="327703"/>
                  </a:lnTo>
                  <a:lnTo>
                    <a:pt x="259730" y="329624"/>
                  </a:lnTo>
                  <a:lnTo>
                    <a:pt x="259063" y="334095"/>
                  </a:lnTo>
                  <a:lnTo>
                    <a:pt x="256380" y="339470"/>
                  </a:lnTo>
                  <a:lnTo>
                    <a:pt x="252762" y="341592"/>
                  </a:lnTo>
                  <a:lnTo>
                    <a:pt x="252533" y="346013"/>
                  </a:lnTo>
                  <a:lnTo>
                    <a:pt x="249275" y="349311"/>
                  </a:lnTo>
                  <a:lnTo>
                    <a:pt x="246968" y="354093"/>
                  </a:lnTo>
                  <a:lnTo>
                    <a:pt x="249436" y="360182"/>
                  </a:lnTo>
                  <a:lnTo>
                    <a:pt x="247534" y="361360"/>
                  </a:lnTo>
                  <a:lnTo>
                    <a:pt x="226365" y="366560"/>
                  </a:lnTo>
                  <a:lnTo>
                    <a:pt x="218333" y="368500"/>
                  </a:lnTo>
                  <a:lnTo>
                    <a:pt x="200916" y="372665"/>
                  </a:lnTo>
                  <a:lnTo>
                    <a:pt x="185397" y="376279"/>
                  </a:lnTo>
                  <a:lnTo>
                    <a:pt x="182709" y="376900"/>
                  </a:lnTo>
                  <a:lnTo>
                    <a:pt x="180062" y="377511"/>
                  </a:lnTo>
                  <a:lnTo>
                    <a:pt x="154741" y="383193"/>
                  </a:lnTo>
                  <a:lnTo>
                    <a:pt x="153667" y="377191"/>
                  </a:lnTo>
                  <a:lnTo>
                    <a:pt x="152336" y="377443"/>
                  </a:lnTo>
                  <a:lnTo>
                    <a:pt x="126613" y="382254"/>
                  </a:lnTo>
                  <a:lnTo>
                    <a:pt x="124116" y="382714"/>
                  </a:lnTo>
                  <a:lnTo>
                    <a:pt x="120006" y="383472"/>
                  </a:lnTo>
                  <a:lnTo>
                    <a:pt x="94535" y="388102"/>
                  </a:lnTo>
                  <a:lnTo>
                    <a:pt x="85408" y="389732"/>
                  </a:lnTo>
                  <a:lnTo>
                    <a:pt x="66577" y="392951"/>
                  </a:lnTo>
                  <a:lnTo>
                    <a:pt x="55215" y="394862"/>
                  </a:lnTo>
                  <a:lnTo>
                    <a:pt x="36068" y="398132"/>
                  </a:lnTo>
                  <a:lnTo>
                    <a:pt x="34507" y="398390"/>
                  </a:lnTo>
                  <a:lnTo>
                    <a:pt x="26454" y="399715"/>
                  </a:lnTo>
                  <a:lnTo>
                    <a:pt x="22304" y="40038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57158" y="2553914"/>
              <a:ext cx="47894" cy="42824"/>
            </a:xfrm>
            <a:custGeom>
              <a:avLst/>
              <a:pathLst>
                <a:path w="47894" h="42824">
                  <a:moveTo>
                    <a:pt x="1711" y="35466"/>
                  </a:moveTo>
                  <a:lnTo>
                    <a:pt x="4006" y="32571"/>
                  </a:lnTo>
                  <a:lnTo>
                    <a:pt x="13333" y="25777"/>
                  </a:lnTo>
                  <a:lnTo>
                    <a:pt x="17821" y="22558"/>
                  </a:lnTo>
                  <a:lnTo>
                    <a:pt x="20572" y="20718"/>
                  </a:lnTo>
                  <a:lnTo>
                    <a:pt x="25128" y="17945"/>
                  </a:lnTo>
                  <a:lnTo>
                    <a:pt x="30012" y="12945"/>
                  </a:lnTo>
                  <a:lnTo>
                    <a:pt x="35388" y="7726"/>
                  </a:lnTo>
                  <a:lnTo>
                    <a:pt x="40316" y="4465"/>
                  </a:lnTo>
                  <a:lnTo>
                    <a:pt x="47415" y="0"/>
                  </a:lnTo>
                  <a:lnTo>
                    <a:pt x="47894" y="4141"/>
                  </a:lnTo>
                  <a:lnTo>
                    <a:pt x="41116" y="11331"/>
                  </a:lnTo>
                  <a:lnTo>
                    <a:pt x="40171" y="17354"/>
                  </a:lnTo>
                  <a:lnTo>
                    <a:pt x="32076" y="22891"/>
                  </a:lnTo>
                  <a:lnTo>
                    <a:pt x="24063" y="26885"/>
                  </a:lnTo>
                  <a:lnTo>
                    <a:pt x="22045" y="33366"/>
                  </a:lnTo>
                  <a:lnTo>
                    <a:pt x="13509" y="38861"/>
                  </a:lnTo>
                  <a:lnTo>
                    <a:pt x="6807" y="42824"/>
                  </a:lnTo>
                  <a:lnTo>
                    <a:pt x="3692" y="40736"/>
                  </a:lnTo>
                  <a:lnTo>
                    <a:pt x="0" y="3876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899072" y="2617251"/>
              <a:ext cx="455393" cy="221134"/>
            </a:xfrm>
            <a:custGeom>
              <a:avLst/>
              <a:pathLst>
                <a:path w="455393" h="221134">
                  <a:moveTo>
                    <a:pt x="0" y="108181"/>
                  </a:moveTo>
                  <a:lnTo>
                    <a:pt x="5362" y="103554"/>
                  </a:lnTo>
                  <a:lnTo>
                    <a:pt x="10972" y="101270"/>
                  </a:lnTo>
                  <a:lnTo>
                    <a:pt x="22840" y="95617"/>
                  </a:lnTo>
                  <a:lnTo>
                    <a:pt x="30146" y="87807"/>
                  </a:lnTo>
                  <a:lnTo>
                    <a:pt x="32037" y="85162"/>
                  </a:lnTo>
                  <a:lnTo>
                    <a:pt x="34933" y="81102"/>
                  </a:lnTo>
                  <a:lnTo>
                    <a:pt x="41778" y="77701"/>
                  </a:lnTo>
                  <a:lnTo>
                    <a:pt x="46846" y="77531"/>
                  </a:lnTo>
                  <a:lnTo>
                    <a:pt x="51412" y="76312"/>
                  </a:lnTo>
                  <a:lnTo>
                    <a:pt x="55825" y="74798"/>
                  </a:lnTo>
                  <a:lnTo>
                    <a:pt x="61176" y="73863"/>
                  </a:lnTo>
                  <a:lnTo>
                    <a:pt x="72287" y="65766"/>
                  </a:lnTo>
                  <a:lnTo>
                    <a:pt x="76812" y="58262"/>
                  </a:lnTo>
                  <a:lnTo>
                    <a:pt x="83859" y="55735"/>
                  </a:lnTo>
                  <a:lnTo>
                    <a:pt x="88201" y="54429"/>
                  </a:lnTo>
                  <a:lnTo>
                    <a:pt x="89531" y="51837"/>
                  </a:lnTo>
                  <a:lnTo>
                    <a:pt x="89984" y="50954"/>
                  </a:lnTo>
                  <a:lnTo>
                    <a:pt x="91461" y="45147"/>
                  </a:lnTo>
                  <a:lnTo>
                    <a:pt x="95648" y="40646"/>
                  </a:lnTo>
                  <a:lnTo>
                    <a:pt x="102119" y="33647"/>
                  </a:lnTo>
                  <a:lnTo>
                    <a:pt x="108898" y="29077"/>
                  </a:lnTo>
                  <a:lnTo>
                    <a:pt x="112864" y="24307"/>
                  </a:lnTo>
                  <a:lnTo>
                    <a:pt x="113534" y="23501"/>
                  </a:lnTo>
                  <a:lnTo>
                    <a:pt x="117660" y="15446"/>
                  </a:lnTo>
                  <a:lnTo>
                    <a:pt x="125390" y="9395"/>
                  </a:lnTo>
                  <a:lnTo>
                    <a:pt x="129277" y="6289"/>
                  </a:lnTo>
                  <a:lnTo>
                    <a:pt x="137365" y="3138"/>
                  </a:lnTo>
                  <a:lnTo>
                    <a:pt x="147074" y="728"/>
                  </a:lnTo>
                  <a:lnTo>
                    <a:pt x="155238" y="0"/>
                  </a:lnTo>
                  <a:lnTo>
                    <a:pt x="163142" y="469"/>
                  </a:lnTo>
                  <a:lnTo>
                    <a:pt x="169204" y="2557"/>
                  </a:lnTo>
                  <a:lnTo>
                    <a:pt x="168899" y="6018"/>
                  </a:lnTo>
                  <a:lnTo>
                    <a:pt x="156486" y="7607"/>
                  </a:lnTo>
                  <a:lnTo>
                    <a:pt x="147581" y="9170"/>
                  </a:lnTo>
                  <a:lnTo>
                    <a:pt x="148256" y="14272"/>
                  </a:lnTo>
                  <a:lnTo>
                    <a:pt x="144054" y="17756"/>
                  </a:lnTo>
                  <a:lnTo>
                    <a:pt x="139604" y="22741"/>
                  </a:lnTo>
                  <a:lnTo>
                    <a:pt x="134168" y="28558"/>
                  </a:lnTo>
                  <a:lnTo>
                    <a:pt x="133907" y="29511"/>
                  </a:lnTo>
                  <a:lnTo>
                    <a:pt x="132253" y="35545"/>
                  </a:lnTo>
                  <a:lnTo>
                    <a:pt x="126708" y="42021"/>
                  </a:lnTo>
                  <a:lnTo>
                    <a:pt x="124865" y="49584"/>
                  </a:lnTo>
                  <a:lnTo>
                    <a:pt x="122302" y="55960"/>
                  </a:lnTo>
                  <a:lnTo>
                    <a:pt x="121536" y="57862"/>
                  </a:lnTo>
                  <a:lnTo>
                    <a:pt x="121099" y="64907"/>
                  </a:lnTo>
                  <a:lnTo>
                    <a:pt x="127528" y="61887"/>
                  </a:lnTo>
                  <a:lnTo>
                    <a:pt x="134918" y="55295"/>
                  </a:lnTo>
                  <a:lnTo>
                    <a:pt x="140823" y="50860"/>
                  </a:lnTo>
                  <a:lnTo>
                    <a:pt x="146515" y="54627"/>
                  </a:lnTo>
                  <a:lnTo>
                    <a:pt x="147850" y="54533"/>
                  </a:lnTo>
                  <a:lnTo>
                    <a:pt x="157162" y="53868"/>
                  </a:lnTo>
                  <a:lnTo>
                    <a:pt x="165517" y="55755"/>
                  </a:lnTo>
                  <a:lnTo>
                    <a:pt x="171760" y="58153"/>
                  </a:lnTo>
                  <a:lnTo>
                    <a:pt x="178495" y="62757"/>
                  </a:lnTo>
                  <a:lnTo>
                    <a:pt x="180834" y="68399"/>
                  </a:lnTo>
                  <a:lnTo>
                    <a:pt x="186411" y="74542"/>
                  </a:lnTo>
                  <a:lnTo>
                    <a:pt x="195198" y="79640"/>
                  </a:lnTo>
                  <a:lnTo>
                    <a:pt x="197246" y="86314"/>
                  </a:lnTo>
                  <a:lnTo>
                    <a:pt x="209699" y="85257"/>
                  </a:lnTo>
                  <a:lnTo>
                    <a:pt x="213334" y="83840"/>
                  </a:lnTo>
                  <a:lnTo>
                    <a:pt x="221960" y="80465"/>
                  </a:lnTo>
                  <a:lnTo>
                    <a:pt x="227595" y="85360"/>
                  </a:lnTo>
                  <a:lnTo>
                    <a:pt x="233806" y="85918"/>
                  </a:lnTo>
                  <a:lnTo>
                    <a:pt x="237244" y="82508"/>
                  </a:lnTo>
                  <a:lnTo>
                    <a:pt x="239539" y="74808"/>
                  </a:lnTo>
                  <a:lnTo>
                    <a:pt x="244249" y="76070"/>
                  </a:lnTo>
                  <a:lnTo>
                    <a:pt x="249449" y="79652"/>
                  </a:lnTo>
                  <a:lnTo>
                    <a:pt x="254677" y="72543"/>
                  </a:lnTo>
                  <a:lnTo>
                    <a:pt x="270393" y="59982"/>
                  </a:lnTo>
                  <a:lnTo>
                    <a:pt x="273254" y="57655"/>
                  </a:lnTo>
                  <a:lnTo>
                    <a:pt x="282379" y="55977"/>
                  </a:lnTo>
                  <a:lnTo>
                    <a:pt x="290478" y="53291"/>
                  </a:lnTo>
                  <a:lnTo>
                    <a:pt x="291940" y="52805"/>
                  </a:lnTo>
                  <a:lnTo>
                    <a:pt x="314950" y="49450"/>
                  </a:lnTo>
                  <a:lnTo>
                    <a:pt x="328004" y="39975"/>
                  </a:lnTo>
                  <a:lnTo>
                    <a:pt x="329170" y="39532"/>
                  </a:lnTo>
                  <a:lnTo>
                    <a:pt x="333148" y="38019"/>
                  </a:lnTo>
                  <a:lnTo>
                    <a:pt x="346215" y="34655"/>
                  </a:lnTo>
                  <a:lnTo>
                    <a:pt x="343919" y="44555"/>
                  </a:lnTo>
                  <a:lnTo>
                    <a:pt x="346140" y="55886"/>
                  </a:lnTo>
                  <a:lnTo>
                    <a:pt x="351214" y="62424"/>
                  </a:lnTo>
                  <a:lnTo>
                    <a:pt x="359140" y="62463"/>
                  </a:lnTo>
                  <a:lnTo>
                    <a:pt x="369571" y="57790"/>
                  </a:lnTo>
                  <a:lnTo>
                    <a:pt x="374629" y="59806"/>
                  </a:lnTo>
                  <a:lnTo>
                    <a:pt x="382235" y="59911"/>
                  </a:lnTo>
                  <a:lnTo>
                    <a:pt x="383764" y="57064"/>
                  </a:lnTo>
                  <a:lnTo>
                    <a:pt x="385773" y="53320"/>
                  </a:lnTo>
                  <a:lnTo>
                    <a:pt x="394030" y="52485"/>
                  </a:lnTo>
                  <a:lnTo>
                    <a:pt x="399465" y="46825"/>
                  </a:lnTo>
                  <a:lnTo>
                    <a:pt x="404705" y="47937"/>
                  </a:lnTo>
                  <a:lnTo>
                    <a:pt x="405149" y="52457"/>
                  </a:lnTo>
                  <a:lnTo>
                    <a:pt x="406108" y="61772"/>
                  </a:lnTo>
                  <a:lnTo>
                    <a:pt x="410913" y="72039"/>
                  </a:lnTo>
                  <a:lnTo>
                    <a:pt x="410540" y="73597"/>
                  </a:lnTo>
                  <a:lnTo>
                    <a:pt x="411364" y="79949"/>
                  </a:lnTo>
                  <a:lnTo>
                    <a:pt x="417824" y="82769"/>
                  </a:lnTo>
                  <a:lnTo>
                    <a:pt x="422136" y="86760"/>
                  </a:lnTo>
                  <a:lnTo>
                    <a:pt x="428764" y="89247"/>
                  </a:lnTo>
                  <a:lnTo>
                    <a:pt x="431755" y="82176"/>
                  </a:lnTo>
                  <a:lnTo>
                    <a:pt x="438046" y="81610"/>
                  </a:lnTo>
                  <a:lnTo>
                    <a:pt x="446013" y="81023"/>
                  </a:lnTo>
                  <a:lnTo>
                    <a:pt x="455393" y="88201"/>
                  </a:lnTo>
                  <a:lnTo>
                    <a:pt x="453970" y="96040"/>
                  </a:lnTo>
                  <a:lnTo>
                    <a:pt x="450383" y="97052"/>
                  </a:lnTo>
                  <a:lnTo>
                    <a:pt x="445024" y="95292"/>
                  </a:lnTo>
                  <a:lnTo>
                    <a:pt x="435970" y="97925"/>
                  </a:lnTo>
                  <a:lnTo>
                    <a:pt x="428386" y="96752"/>
                  </a:lnTo>
                  <a:lnTo>
                    <a:pt x="417419" y="98469"/>
                  </a:lnTo>
                  <a:lnTo>
                    <a:pt x="415255" y="99187"/>
                  </a:lnTo>
                  <a:lnTo>
                    <a:pt x="406457" y="102098"/>
                  </a:lnTo>
                  <a:lnTo>
                    <a:pt x="399090" y="105898"/>
                  </a:lnTo>
                  <a:lnTo>
                    <a:pt x="391559" y="102939"/>
                  </a:lnTo>
                  <a:lnTo>
                    <a:pt x="386507" y="106843"/>
                  </a:lnTo>
                  <a:lnTo>
                    <a:pt x="382240" y="107353"/>
                  </a:lnTo>
                  <a:lnTo>
                    <a:pt x="376520" y="112723"/>
                  </a:lnTo>
                  <a:lnTo>
                    <a:pt x="379352" y="117832"/>
                  </a:lnTo>
                  <a:lnTo>
                    <a:pt x="373600" y="117968"/>
                  </a:lnTo>
                  <a:lnTo>
                    <a:pt x="364273" y="112780"/>
                  </a:lnTo>
                  <a:lnTo>
                    <a:pt x="357387" y="106780"/>
                  </a:lnTo>
                  <a:lnTo>
                    <a:pt x="347047" y="104412"/>
                  </a:lnTo>
                  <a:lnTo>
                    <a:pt x="339425" y="104379"/>
                  </a:lnTo>
                  <a:lnTo>
                    <a:pt x="331741" y="104229"/>
                  </a:lnTo>
                  <a:lnTo>
                    <a:pt x="321518" y="106343"/>
                  </a:lnTo>
                  <a:lnTo>
                    <a:pt x="316207" y="116577"/>
                  </a:lnTo>
                  <a:lnTo>
                    <a:pt x="313467" y="119347"/>
                  </a:lnTo>
                  <a:lnTo>
                    <a:pt x="305821" y="118794"/>
                  </a:lnTo>
                  <a:lnTo>
                    <a:pt x="302787" y="122477"/>
                  </a:lnTo>
                  <a:lnTo>
                    <a:pt x="300158" y="125661"/>
                  </a:lnTo>
                  <a:lnTo>
                    <a:pt x="289169" y="123171"/>
                  </a:lnTo>
                  <a:lnTo>
                    <a:pt x="276234" y="127667"/>
                  </a:lnTo>
                  <a:lnTo>
                    <a:pt x="273371" y="138569"/>
                  </a:lnTo>
                  <a:lnTo>
                    <a:pt x="268676" y="146461"/>
                  </a:lnTo>
                  <a:lnTo>
                    <a:pt x="267530" y="147663"/>
                  </a:lnTo>
                  <a:lnTo>
                    <a:pt x="262901" y="152510"/>
                  </a:lnTo>
                  <a:lnTo>
                    <a:pt x="259368" y="161543"/>
                  </a:lnTo>
                  <a:lnTo>
                    <a:pt x="259304" y="169123"/>
                  </a:lnTo>
                  <a:lnTo>
                    <a:pt x="253309" y="163487"/>
                  </a:lnTo>
                  <a:lnTo>
                    <a:pt x="252523" y="155913"/>
                  </a:lnTo>
                  <a:lnTo>
                    <a:pt x="255632" y="151372"/>
                  </a:lnTo>
                  <a:lnTo>
                    <a:pt x="246216" y="145354"/>
                  </a:lnTo>
                  <a:lnTo>
                    <a:pt x="243347" y="154411"/>
                  </a:lnTo>
                  <a:lnTo>
                    <a:pt x="235942" y="160402"/>
                  </a:lnTo>
                  <a:lnTo>
                    <a:pt x="228328" y="157212"/>
                  </a:lnTo>
                  <a:lnTo>
                    <a:pt x="222562" y="163630"/>
                  </a:lnTo>
                  <a:lnTo>
                    <a:pt x="218944" y="174958"/>
                  </a:lnTo>
                  <a:lnTo>
                    <a:pt x="217364" y="179878"/>
                  </a:lnTo>
                  <a:lnTo>
                    <a:pt x="214696" y="189333"/>
                  </a:lnTo>
                  <a:lnTo>
                    <a:pt x="209181" y="203130"/>
                  </a:lnTo>
                  <a:lnTo>
                    <a:pt x="204872" y="211667"/>
                  </a:lnTo>
                  <a:lnTo>
                    <a:pt x="203556" y="221134"/>
                  </a:lnTo>
                  <a:lnTo>
                    <a:pt x="199575" y="220682"/>
                  </a:lnTo>
                  <a:lnTo>
                    <a:pt x="195852" y="217012"/>
                  </a:lnTo>
                  <a:lnTo>
                    <a:pt x="192107" y="213115"/>
                  </a:lnTo>
                  <a:lnTo>
                    <a:pt x="193409" y="208285"/>
                  </a:lnTo>
                  <a:lnTo>
                    <a:pt x="195278" y="201159"/>
                  </a:lnTo>
                  <a:lnTo>
                    <a:pt x="195181" y="196137"/>
                  </a:lnTo>
                  <a:lnTo>
                    <a:pt x="191723" y="195221"/>
                  </a:lnTo>
                  <a:lnTo>
                    <a:pt x="189240" y="198370"/>
                  </a:lnTo>
                  <a:lnTo>
                    <a:pt x="186010" y="199001"/>
                  </a:lnTo>
                  <a:lnTo>
                    <a:pt x="181882" y="199686"/>
                  </a:lnTo>
                  <a:lnTo>
                    <a:pt x="181749" y="195855"/>
                  </a:lnTo>
                  <a:lnTo>
                    <a:pt x="181637" y="190964"/>
                  </a:lnTo>
                  <a:lnTo>
                    <a:pt x="183952" y="187828"/>
                  </a:lnTo>
                  <a:lnTo>
                    <a:pt x="183316" y="182972"/>
                  </a:lnTo>
                  <a:lnTo>
                    <a:pt x="183702" y="178086"/>
                  </a:lnTo>
                  <a:lnTo>
                    <a:pt x="183838" y="174769"/>
                  </a:lnTo>
                  <a:lnTo>
                    <a:pt x="180137" y="171105"/>
                  </a:lnTo>
                  <a:lnTo>
                    <a:pt x="182689" y="168724"/>
                  </a:lnTo>
                  <a:lnTo>
                    <a:pt x="180693" y="166182"/>
                  </a:lnTo>
                  <a:lnTo>
                    <a:pt x="178594" y="164658"/>
                  </a:lnTo>
                  <a:lnTo>
                    <a:pt x="175087" y="162108"/>
                  </a:lnTo>
                  <a:lnTo>
                    <a:pt x="169276" y="162106"/>
                  </a:lnTo>
                  <a:lnTo>
                    <a:pt x="166948" y="159439"/>
                  </a:lnTo>
                  <a:lnTo>
                    <a:pt x="163701" y="161164"/>
                  </a:lnTo>
                  <a:lnTo>
                    <a:pt x="163113" y="161019"/>
                  </a:lnTo>
                  <a:lnTo>
                    <a:pt x="159758" y="160189"/>
                  </a:lnTo>
                  <a:lnTo>
                    <a:pt x="157513" y="158328"/>
                  </a:lnTo>
                  <a:lnTo>
                    <a:pt x="160735" y="152671"/>
                  </a:lnTo>
                  <a:lnTo>
                    <a:pt x="157281" y="148652"/>
                  </a:lnTo>
                  <a:lnTo>
                    <a:pt x="152966" y="146959"/>
                  </a:lnTo>
                  <a:lnTo>
                    <a:pt x="148307" y="146124"/>
                  </a:lnTo>
                  <a:lnTo>
                    <a:pt x="144249" y="147067"/>
                  </a:lnTo>
                  <a:lnTo>
                    <a:pt x="139213" y="144704"/>
                  </a:lnTo>
                  <a:lnTo>
                    <a:pt x="137449" y="146109"/>
                  </a:lnTo>
                  <a:lnTo>
                    <a:pt x="129299" y="143340"/>
                  </a:lnTo>
                  <a:lnTo>
                    <a:pt x="125012" y="144501"/>
                  </a:lnTo>
                  <a:lnTo>
                    <a:pt x="124094" y="146982"/>
                  </a:lnTo>
                  <a:lnTo>
                    <a:pt x="121207" y="147522"/>
                  </a:lnTo>
                  <a:lnTo>
                    <a:pt x="119493" y="145439"/>
                  </a:lnTo>
                  <a:lnTo>
                    <a:pt x="119214" y="145390"/>
                  </a:lnTo>
                  <a:lnTo>
                    <a:pt x="115354" y="144704"/>
                  </a:lnTo>
                  <a:lnTo>
                    <a:pt x="110754" y="145897"/>
                  </a:lnTo>
                  <a:lnTo>
                    <a:pt x="102240" y="142243"/>
                  </a:lnTo>
                  <a:lnTo>
                    <a:pt x="98125" y="140470"/>
                  </a:lnTo>
                  <a:lnTo>
                    <a:pt x="91063" y="137417"/>
                  </a:lnTo>
                  <a:lnTo>
                    <a:pt x="54268" y="132233"/>
                  </a:lnTo>
                  <a:lnTo>
                    <a:pt x="34742" y="129359"/>
                  </a:lnTo>
                  <a:lnTo>
                    <a:pt x="21903" y="127429"/>
                  </a:lnTo>
                  <a:lnTo>
                    <a:pt x="18479" y="119854"/>
                  </a:lnTo>
                  <a:lnTo>
                    <a:pt x="13890" y="112820"/>
                  </a:lnTo>
                  <a:lnTo>
                    <a:pt x="9094" y="111599"/>
                  </a:lnTo>
                  <a:lnTo>
                    <a:pt x="5715" y="108718"/>
                  </a:lnTo>
                  <a:lnTo>
                    <a:pt x="2366" y="11099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339073" y="2535925"/>
              <a:ext cx="358256" cy="408907"/>
            </a:xfrm>
            <a:custGeom>
              <a:avLst/>
              <a:pathLst>
                <a:path w="358256" h="408907">
                  <a:moveTo>
                    <a:pt x="0" y="30921"/>
                  </a:moveTo>
                  <a:lnTo>
                    <a:pt x="13498" y="30474"/>
                  </a:lnTo>
                  <a:lnTo>
                    <a:pt x="37289" y="29478"/>
                  </a:lnTo>
                  <a:lnTo>
                    <a:pt x="56748" y="28546"/>
                  </a:lnTo>
                  <a:lnTo>
                    <a:pt x="85451" y="27064"/>
                  </a:lnTo>
                  <a:lnTo>
                    <a:pt x="86404" y="27007"/>
                  </a:lnTo>
                  <a:lnTo>
                    <a:pt x="93917" y="26547"/>
                  </a:lnTo>
                  <a:lnTo>
                    <a:pt x="93120" y="13740"/>
                  </a:lnTo>
                  <a:lnTo>
                    <a:pt x="92577" y="5171"/>
                  </a:lnTo>
                  <a:lnTo>
                    <a:pt x="92251" y="0"/>
                  </a:lnTo>
                  <a:lnTo>
                    <a:pt x="96648" y="1885"/>
                  </a:lnTo>
                  <a:lnTo>
                    <a:pt x="99696" y="606"/>
                  </a:lnTo>
                  <a:lnTo>
                    <a:pt x="101349" y="517"/>
                  </a:lnTo>
                  <a:lnTo>
                    <a:pt x="104817" y="2749"/>
                  </a:lnTo>
                  <a:lnTo>
                    <a:pt x="107668" y="3408"/>
                  </a:lnTo>
                  <a:lnTo>
                    <a:pt x="109019" y="10700"/>
                  </a:lnTo>
                  <a:lnTo>
                    <a:pt x="110474" y="16782"/>
                  </a:lnTo>
                  <a:lnTo>
                    <a:pt x="111675" y="18448"/>
                  </a:lnTo>
                  <a:lnTo>
                    <a:pt x="113566" y="25220"/>
                  </a:lnTo>
                  <a:lnTo>
                    <a:pt x="115739" y="33105"/>
                  </a:lnTo>
                  <a:lnTo>
                    <a:pt x="115829" y="36130"/>
                  </a:lnTo>
                  <a:lnTo>
                    <a:pt x="115678" y="39653"/>
                  </a:lnTo>
                  <a:lnTo>
                    <a:pt x="119345" y="43003"/>
                  </a:lnTo>
                  <a:lnTo>
                    <a:pt x="124529" y="45210"/>
                  </a:lnTo>
                  <a:lnTo>
                    <a:pt x="127396" y="45527"/>
                  </a:lnTo>
                  <a:lnTo>
                    <a:pt x="128114" y="45103"/>
                  </a:lnTo>
                  <a:lnTo>
                    <a:pt x="129925" y="44032"/>
                  </a:lnTo>
                  <a:lnTo>
                    <a:pt x="134823" y="44146"/>
                  </a:lnTo>
                  <a:lnTo>
                    <a:pt x="136326" y="45543"/>
                  </a:lnTo>
                  <a:lnTo>
                    <a:pt x="136510" y="47412"/>
                  </a:lnTo>
                  <a:lnTo>
                    <a:pt x="143804" y="47753"/>
                  </a:lnTo>
                  <a:lnTo>
                    <a:pt x="151340" y="48047"/>
                  </a:lnTo>
                  <a:lnTo>
                    <a:pt x="155125" y="47883"/>
                  </a:lnTo>
                  <a:lnTo>
                    <a:pt x="157213" y="51814"/>
                  </a:lnTo>
                  <a:lnTo>
                    <a:pt x="157003" y="54863"/>
                  </a:lnTo>
                  <a:lnTo>
                    <a:pt x="163467" y="55062"/>
                  </a:lnTo>
                  <a:lnTo>
                    <a:pt x="168522" y="53784"/>
                  </a:lnTo>
                  <a:lnTo>
                    <a:pt x="172731" y="52279"/>
                  </a:lnTo>
                  <a:lnTo>
                    <a:pt x="172608" y="49092"/>
                  </a:lnTo>
                  <a:lnTo>
                    <a:pt x="176767" y="47827"/>
                  </a:lnTo>
                  <a:lnTo>
                    <a:pt x="177714" y="46255"/>
                  </a:lnTo>
                  <a:lnTo>
                    <a:pt x="183986" y="44626"/>
                  </a:lnTo>
                  <a:lnTo>
                    <a:pt x="187045" y="45579"/>
                  </a:lnTo>
                  <a:lnTo>
                    <a:pt x="189482" y="45238"/>
                  </a:lnTo>
                  <a:lnTo>
                    <a:pt x="195525" y="44382"/>
                  </a:lnTo>
                  <a:lnTo>
                    <a:pt x="198491" y="46654"/>
                  </a:lnTo>
                  <a:lnTo>
                    <a:pt x="206424" y="49794"/>
                  </a:lnTo>
                  <a:lnTo>
                    <a:pt x="210636" y="49158"/>
                  </a:lnTo>
                  <a:lnTo>
                    <a:pt x="211037" y="51523"/>
                  </a:lnTo>
                  <a:lnTo>
                    <a:pt x="210124" y="54475"/>
                  </a:lnTo>
                  <a:lnTo>
                    <a:pt x="214007" y="55924"/>
                  </a:lnTo>
                  <a:lnTo>
                    <a:pt x="216724" y="55150"/>
                  </a:lnTo>
                  <a:lnTo>
                    <a:pt x="219622" y="57242"/>
                  </a:lnTo>
                  <a:lnTo>
                    <a:pt x="219418" y="61590"/>
                  </a:lnTo>
                  <a:lnTo>
                    <a:pt x="222247" y="65233"/>
                  </a:lnTo>
                  <a:lnTo>
                    <a:pt x="224908" y="70197"/>
                  </a:lnTo>
                  <a:lnTo>
                    <a:pt x="227264" y="68564"/>
                  </a:lnTo>
                  <a:lnTo>
                    <a:pt x="227876" y="65896"/>
                  </a:lnTo>
                  <a:lnTo>
                    <a:pt x="227574" y="62743"/>
                  </a:lnTo>
                  <a:lnTo>
                    <a:pt x="228874" y="60467"/>
                  </a:lnTo>
                  <a:lnTo>
                    <a:pt x="233383" y="59445"/>
                  </a:lnTo>
                  <a:lnTo>
                    <a:pt x="238288" y="59240"/>
                  </a:lnTo>
                  <a:lnTo>
                    <a:pt x="241070" y="61590"/>
                  </a:lnTo>
                  <a:lnTo>
                    <a:pt x="242477" y="66556"/>
                  </a:lnTo>
                  <a:lnTo>
                    <a:pt x="246538" y="66846"/>
                  </a:lnTo>
                  <a:lnTo>
                    <a:pt x="251164" y="68588"/>
                  </a:lnTo>
                  <a:lnTo>
                    <a:pt x="251941" y="68879"/>
                  </a:lnTo>
                  <a:lnTo>
                    <a:pt x="254980" y="68654"/>
                  </a:lnTo>
                  <a:lnTo>
                    <a:pt x="256599" y="74030"/>
                  </a:lnTo>
                  <a:lnTo>
                    <a:pt x="262775" y="74148"/>
                  </a:lnTo>
                  <a:lnTo>
                    <a:pt x="263954" y="77845"/>
                  </a:lnTo>
                  <a:lnTo>
                    <a:pt x="267382" y="76540"/>
                  </a:lnTo>
                  <a:lnTo>
                    <a:pt x="273267" y="75705"/>
                  </a:lnTo>
                  <a:lnTo>
                    <a:pt x="277115" y="74277"/>
                  </a:lnTo>
                  <a:lnTo>
                    <a:pt x="280977" y="69928"/>
                  </a:lnTo>
                  <a:lnTo>
                    <a:pt x="286225" y="65858"/>
                  </a:lnTo>
                  <a:lnTo>
                    <a:pt x="291594" y="61991"/>
                  </a:lnTo>
                  <a:lnTo>
                    <a:pt x="294427" y="61231"/>
                  </a:lnTo>
                  <a:lnTo>
                    <a:pt x="296760" y="65536"/>
                  </a:lnTo>
                  <a:lnTo>
                    <a:pt x="298504" y="69203"/>
                  </a:lnTo>
                  <a:lnTo>
                    <a:pt x="302023" y="70618"/>
                  </a:lnTo>
                  <a:lnTo>
                    <a:pt x="308092" y="68049"/>
                  </a:lnTo>
                  <a:lnTo>
                    <a:pt x="312577" y="68665"/>
                  </a:lnTo>
                  <a:lnTo>
                    <a:pt x="319624" y="67971"/>
                  </a:lnTo>
                  <a:lnTo>
                    <a:pt x="327822" y="66379"/>
                  </a:lnTo>
                  <a:lnTo>
                    <a:pt x="332905" y="67454"/>
                  </a:lnTo>
                  <a:lnTo>
                    <a:pt x="336068" y="71741"/>
                  </a:lnTo>
                  <a:lnTo>
                    <a:pt x="341155" y="73218"/>
                  </a:lnTo>
                  <a:lnTo>
                    <a:pt x="346288" y="70227"/>
                  </a:lnTo>
                  <a:lnTo>
                    <a:pt x="352074" y="70299"/>
                  </a:lnTo>
                  <a:lnTo>
                    <a:pt x="358256" y="69274"/>
                  </a:lnTo>
                  <a:lnTo>
                    <a:pt x="355616" y="72391"/>
                  </a:lnTo>
                  <a:lnTo>
                    <a:pt x="351001" y="74644"/>
                  </a:lnTo>
                  <a:lnTo>
                    <a:pt x="347780" y="77366"/>
                  </a:lnTo>
                  <a:lnTo>
                    <a:pt x="345456" y="79536"/>
                  </a:lnTo>
                  <a:lnTo>
                    <a:pt x="339753" y="82308"/>
                  </a:lnTo>
                  <a:lnTo>
                    <a:pt x="337709" y="84766"/>
                  </a:lnTo>
                  <a:lnTo>
                    <a:pt x="333392" y="86661"/>
                  </a:lnTo>
                  <a:lnTo>
                    <a:pt x="328367" y="89584"/>
                  </a:lnTo>
                  <a:lnTo>
                    <a:pt x="322331" y="92021"/>
                  </a:lnTo>
                  <a:lnTo>
                    <a:pt x="317983" y="93845"/>
                  </a:lnTo>
                  <a:lnTo>
                    <a:pt x="312924" y="96686"/>
                  </a:lnTo>
                  <a:lnTo>
                    <a:pt x="308209" y="100508"/>
                  </a:lnTo>
                  <a:lnTo>
                    <a:pt x="304406" y="103169"/>
                  </a:lnTo>
                  <a:lnTo>
                    <a:pt x="298839" y="108506"/>
                  </a:lnTo>
                  <a:lnTo>
                    <a:pt x="292406" y="115635"/>
                  </a:lnTo>
                  <a:lnTo>
                    <a:pt x="287319" y="122012"/>
                  </a:lnTo>
                  <a:lnTo>
                    <a:pt x="282740" y="129624"/>
                  </a:lnTo>
                  <a:lnTo>
                    <a:pt x="277645" y="136575"/>
                  </a:lnTo>
                  <a:lnTo>
                    <a:pt x="274746" y="140233"/>
                  </a:lnTo>
                  <a:lnTo>
                    <a:pt x="269659" y="144197"/>
                  </a:lnTo>
                  <a:lnTo>
                    <a:pt x="266819" y="148903"/>
                  </a:lnTo>
                  <a:lnTo>
                    <a:pt x="262808" y="152353"/>
                  </a:lnTo>
                  <a:lnTo>
                    <a:pt x="260418" y="155402"/>
                  </a:lnTo>
                  <a:lnTo>
                    <a:pt x="259896" y="156067"/>
                  </a:lnTo>
                  <a:lnTo>
                    <a:pt x="255529" y="159464"/>
                  </a:lnTo>
                  <a:lnTo>
                    <a:pt x="250916" y="163922"/>
                  </a:lnTo>
                  <a:lnTo>
                    <a:pt x="248836" y="166192"/>
                  </a:lnTo>
                  <a:lnTo>
                    <a:pt x="251712" y="172682"/>
                  </a:lnTo>
                  <a:lnTo>
                    <a:pt x="250012" y="172570"/>
                  </a:lnTo>
                  <a:lnTo>
                    <a:pt x="247522" y="171155"/>
                  </a:lnTo>
                  <a:lnTo>
                    <a:pt x="245515" y="171550"/>
                  </a:lnTo>
                  <a:lnTo>
                    <a:pt x="243892" y="174234"/>
                  </a:lnTo>
                  <a:lnTo>
                    <a:pt x="243044" y="176434"/>
                  </a:lnTo>
                  <a:lnTo>
                    <a:pt x="238971" y="176933"/>
                  </a:lnTo>
                  <a:lnTo>
                    <a:pt x="240085" y="188466"/>
                  </a:lnTo>
                  <a:lnTo>
                    <a:pt x="240590" y="193858"/>
                  </a:lnTo>
                  <a:lnTo>
                    <a:pt x="241706" y="205775"/>
                  </a:lnTo>
                  <a:lnTo>
                    <a:pt x="242273" y="211742"/>
                  </a:lnTo>
                  <a:lnTo>
                    <a:pt x="242816" y="217448"/>
                  </a:lnTo>
                  <a:lnTo>
                    <a:pt x="240858" y="219179"/>
                  </a:lnTo>
                  <a:lnTo>
                    <a:pt x="240454" y="221749"/>
                  </a:lnTo>
                  <a:lnTo>
                    <a:pt x="238478" y="221669"/>
                  </a:lnTo>
                  <a:lnTo>
                    <a:pt x="235875" y="223115"/>
                  </a:lnTo>
                  <a:lnTo>
                    <a:pt x="234962" y="225234"/>
                  </a:lnTo>
                  <a:lnTo>
                    <a:pt x="231501" y="225754"/>
                  </a:lnTo>
                  <a:lnTo>
                    <a:pt x="229989" y="227551"/>
                  </a:lnTo>
                  <a:lnTo>
                    <a:pt x="226518" y="229383"/>
                  </a:lnTo>
                  <a:lnTo>
                    <a:pt x="223668" y="232462"/>
                  </a:lnTo>
                  <a:lnTo>
                    <a:pt x="222137" y="235963"/>
                  </a:lnTo>
                  <a:lnTo>
                    <a:pt x="221603" y="239156"/>
                  </a:lnTo>
                  <a:lnTo>
                    <a:pt x="219561" y="243041"/>
                  </a:lnTo>
                  <a:lnTo>
                    <a:pt x="218899" y="243604"/>
                  </a:lnTo>
                  <a:lnTo>
                    <a:pt x="217599" y="244708"/>
                  </a:lnTo>
                  <a:lnTo>
                    <a:pt x="217216" y="249667"/>
                  </a:lnTo>
                  <a:lnTo>
                    <a:pt x="217189" y="250026"/>
                  </a:lnTo>
                  <a:lnTo>
                    <a:pt x="217916" y="254512"/>
                  </a:lnTo>
                  <a:lnTo>
                    <a:pt x="221810" y="254898"/>
                  </a:lnTo>
                  <a:lnTo>
                    <a:pt x="223988" y="255074"/>
                  </a:lnTo>
                  <a:lnTo>
                    <a:pt x="225576" y="257141"/>
                  </a:lnTo>
                  <a:lnTo>
                    <a:pt x="227894" y="260635"/>
                  </a:lnTo>
                  <a:lnTo>
                    <a:pt x="230038" y="262823"/>
                  </a:lnTo>
                  <a:lnTo>
                    <a:pt x="229737" y="265756"/>
                  </a:lnTo>
                  <a:lnTo>
                    <a:pt x="228157" y="270041"/>
                  </a:lnTo>
                  <a:lnTo>
                    <a:pt x="226027" y="273031"/>
                  </a:lnTo>
                  <a:lnTo>
                    <a:pt x="225439" y="273855"/>
                  </a:lnTo>
                  <a:lnTo>
                    <a:pt x="225697" y="279030"/>
                  </a:lnTo>
                  <a:lnTo>
                    <a:pt x="225749" y="280060"/>
                  </a:lnTo>
                  <a:lnTo>
                    <a:pt x="227534" y="285569"/>
                  </a:lnTo>
                  <a:lnTo>
                    <a:pt x="225381" y="288388"/>
                  </a:lnTo>
                  <a:lnTo>
                    <a:pt x="224803" y="289144"/>
                  </a:lnTo>
                  <a:lnTo>
                    <a:pt x="227058" y="291921"/>
                  </a:lnTo>
                  <a:lnTo>
                    <a:pt x="228096" y="297441"/>
                  </a:lnTo>
                  <a:lnTo>
                    <a:pt x="227795" y="303022"/>
                  </a:lnTo>
                  <a:lnTo>
                    <a:pt x="227768" y="303521"/>
                  </a:lnTo>
                  <a:lnTo>
                    <a:pt x="226506" y="309601"/>
                  </a:lnTo>
                  <a:lnTo>
                    <a:pt x="227194" y="310190"/>
                  </a:lnTo>
                  <a:lnTo>
                    <a:pt x="230428" y="312957"/>
                  </a:lnTo>
                  <a:lnTo>
                    <a:pt x="232300" y="314557"/>
                  </a:lnTo>
                  <a:lnTo>
                    <a:pt x="236611" y="319478"/>
                  </a:lnTo>
                  <a:lnTo>
                    <a:pt x="240193" y="321590"/>
                  </a:lnTo>
                  <a:lnTo>
                    <a:pt x="247655" y="322242"/>
                  </a:lnTo>
                  <a:lnTo>
                    <a:pt x="249498" y="322024"/>
                  </a:lnTo>
                  <a:lnTo>
                    <a:pt x="251807" y="323169"/>
                  </a:lnTo>
                  <a:lnTo>
                    <a:pt x="251955" y="323243"/>
                  </a:lnTo>
                  <a:lnTo>
                    <a:pt x="253426" y="326751"/>
                  </a:lnTo>
                  <a:lnTo>
                    <a:pt x="255866" y="328685"/>
                  </a:lnTo>
                  <a:lnTo>
                    <a:pt x="256556" y="329231"/>
                  </a:lnTo>
                  <a:lnTo>
                    <a:pt x="262713" y="330821"/>
                  </a:lnTo>
                  <a:lnTo>
                    <a:pt x="264078" y="331336"/>
                  </a:lnTo>
                  <a:lnTo>
                    <a:pt x="270294" y="333674"/>
                  </a:lnTo>
                  <a:lnTo>
                    <a:pt x="272920" y="336470"/>
                  </a:lnTo>
                  <a:lnTo>
                    <a:pt x="274668" y="342338"/>
                  </a:lnTo>
                  <a:lnTo>
                    <a:pt x="276778" y="344479"/>
                  </a:lnTo>
                  <a:lnTo>
                    <a:pt x="278835" y="346563"/>
                  </a:lnTo>
                  <a:lnTo>
                    <a:pt x="283914" y="348505"/>
                  </a:lnTo>
                  <a:lnTo>
                    <a:pt x="287875" y="352596"/>
                  </a:lnTo>
                  <a:lnTo>
                    <a:pt x="291814" y="354774"/>
                  </a:lnTo>
                  <a:lnTo>
                    <a:pt x="292527" y="354886"/>
                  </a:lnTo>
                  <a:lnTo>
                    <a:pt x="298542" y="355833"/>
                  </a:lnTo>
                  <a:lnTo>
                    <a:pt x="299502" y="356927"/>
                  </a:lnTo>
                  <a:lnTo>
                    <a:pt x="303252" y="361190"/>
                  </a:lnTo>
                  <a:lnTo>
                    <a:pt x="307003" y="365273"/>
                  </a:lnTo>
                  <a:lnTo>
                    <a:pt x="307209" y="365644"/>
                  </a:lnTo>
                  <a:lnTo>
                    <a:pt x="309913" y="370500"/>
                  </a:lnTo>
                  <a:lnTo>
                    <a:pt x="309614" y="373827"/>
                  </a:lnTo>
                  <a:lnTo>
                    <a:pt x="309240" y="377972"/>
                  </a:lnTo>
                  <a:lnTo>
                    <a:pt x="310732" y="382418"/>
                  </a:lnTo>
                  <a:lnTo>
                    <a:pt x="311991" y="384752"/>
                  </a:lnTo>
                  <a:lnTo>
                    <a:pt x="313213" y="389090"/>
                  </a:lnTo>
                  <a:lnTo>
                    <a:pt x="299619" y="390530"/>
                  </a:lnTo>
                  <a:lnTo>
                    <a:pt x="293660" y="391151"/>
                  </a:lnTo>
                  <a:lnTo>
                    <a:pt x="287720" y="391761"/>
                  </a:lnTo>
                  <a:lnTo>
                    <a:pt x="283011" y="392239"/>
                  </a:lnTo>
                  <a:lnTo>
                    <a:pt x="270321" y="393496"/>
                  </a:lnTo>
                  <a:lnTo>
                    <a:pt x="265388" y="393974"/>
                  </a:lnTo>
                  <a:lnTo>
                    <a:pt x="251940" y="395268"/>
                  </a:lnTo>
                  <a:lnTo>
                    <a:pt x="246749" y="395756"/>
                  </a:lnTo>
                  <a:lnTo>
                    <a:pt x="230951" y="397226"/>
                  </a:lnTo>
                  <a:lnTo>
                    <a:pt x="223271" y="397892"/>
                  </a:lnTo>
                  <a:lnTo>
                    <a:pt x="222033" y="397998"/>
                  </a:lnTo>
                  <a:lnTo>
                    <a:pt x="213074" y="398754"/>
                  </a:lnTo>
                  <a:lnTo>
                    <a:pt x="199684" y="399850"/>
                  </a:lnTo>
                  <a:lnTo>
                    <a:pt x="195724" y="400166"/>
                  </a:lnTo>
                  <a:lnTo>
                    <a:pt x="192142" y="400446"/>
                  </a:lnTo>
                  <a:lnTo>
                    <a:pt x="176062" y="401665"/>
                  </a:lnTo>
                  <a:lnTo>
                    <a:pt x="162222" y="402628"/>
                  </a:lnTo>
                  <a:lnTo>
                    <a:pt x="155100" y="403105"/>
                  </a:lnTo>
                  <a:lnTo>
                    <a:pt x="152490" y="403284"/>
                  </a:lnTo>
                  <a:lnTo>
                    <a:pt x="131927" y="404631"/>
                  </a:lnTo>
                  <a:lnTo>
                    <a:pt x="130944" y="404693"/>
                  </a:lnTo>
                  <a:lnTo>
                    <a:pt x="128927" y="404817"/>
                  </a:lnTo>
                  <a:lnTo>
                    <a:pt x="113920" y="405706"/>
                  </a:lnTo>
                  <a:lnTo>
                    <a:pt x="105283" y="406233"/>
                  </a:lnTo>
                  <a:lnTo>
                    <a:pt x="101953" y="406431"/>
                  </a:lnTo>
                  <a:lnTo>
                    <a:pt x="100335" y="406526"/>
                  </a:lnTo>
                  <a:lnTo>
                    <a:pt x="82958" y="407472"/>
                  </a:lnTo>
                  <a:lnTo>
                    <a:pt x="81632" y="407537"/>
                  </a:lnTo>
                  <a:lnTo>
                    <a:pt x="72020" y="408001"/>
                  </a:lnTo>
                  <a:lnTo>
                    <a:pt x="64752" y="408337"/>
                  </a:lnTo>
                  <a:lnTo>
                    <a:pt x="52009" y="408907"/>
                  </a:lnTo>
                  <a:lnTo>
                    <a:pt x="51852" y="405327"/>
                  </a:lnTo>
                  <a:lnTo>
                    <a:pt x="50989" y="384823"/>
                  </a:lnTo>
                  <a:lnTo>
                    <a:pt x="49977" y="360863"/>
                  </a:lnTo>
                  <a:lnTo>
                    <a:pt x="49499" y="349594"/>
                  </a:lnTo>
                  <a:lnTo>
                    <a:pt x="48895" y="336938"/>
                  </a:lnTo>
                  <a:lnTo>
                    <a:pt x="48607" y="330889"/>
                  </a:lnTo>
                  <a:lnTo>
                    <a:pt x="48032" y="318872"/>
                  </a:lnTo>
                  <a:lnTo>
                    <a:pt x="47465" y="307023"/>
                  </a:lnTo>
                  <a:lnTo>
                    <a:pt x="46500" y="286913"/>
                  </a:lnTo>
                  <a:lnTo>
                    <a:pt x="46372" y="284243"/>
                  </a:lnTo>
                  <a:lnTo>
                    <a:pt x="45717" y="282945"/>
                  </a:lnTo>
                  <a:lnTo>
                    <a:pt x="45054" y="281628"/>
                  </a:lnTo>
                  <a:lnTo>
                    <a:pt x="43065" y="279684"/>
                  </a:lnTo>
                  <a:lnTo>
                    <a:pt x="41080" y="279047"/>
                  </a:lnTo>
                  <a:lnTo>
                    <a:pt x="38324" y="277643"/>
                  </a:lnTo>
                  <a:lnTo>
                    <a:pt x="35524" y="277612"/>
                  </a:lnTo>
                  <a:lnTo>
                    <a:pt x="33737" y="275839"/>
                  </a:lnTo>
                  <a:lnTo>
                    <a:pt x="32086" y="273018"/>
                  </a:lnTo>
                  <a:lnTo>
                    <a:pt x="30064" y="269143"/>
                  </a:lnTo>
                  <a:lnTo>
                    <a:pt x="27301" y="265786"/>
                  </a:lnTo>
                  <a:lnTo>
                    <a:pt x="26868" y="265259"/>
                  </a:lnTo>
                  <a:lnTo>
                    <a:pt x="26429" y="263520"/>
                  </a:lnTo>
                  <a:lnTo>
                    <a:pt x="27563" y="261074"/>
                  </a:lnTo>
                  <a:lnTo>
                    <a:pt x="31338" y="257648"/>
                  </a:lnTo>
                  <a:lnTo>
                    <a:pt x="34738" y="255383"/>
                  </a:lnTo>
                  <a:lnTo>
                    <a:pt x="36626" y="251931"/>
                  </a:lnTo>
                  <a:lnTo>
                    <a:pt x="38610" y="249409"/>
                  </a:lnTo>
                  <a:lnTo>
                    <a:pt x="39178" y="245556"/>
                  </a:lnTo>
                  <a:lnTo>
                    <a:pt x="39384" y="241165"/>
                  </a:lnTo>
                  <a:lnTo>
                    <a:pt x="38636" y="235578"/>
                  </a:lnTo>
                  <a:lnTo>
                    <a:pt x="38695" y="235206"/>
                  </a:lnTo>
                  <a:lnTo>
                    <a:pt x="39381" y="230886"/>
                  </a:lnTo>
                  <a:lnTo>
                    <a:pt x="37013" y="221596"/>
                  </a:lnTo>
                  <a:lnTo>
                    <a:pt x="36463" y="214729"/>
                  </a:lnTo>
                  <a:lnTo>
                    <a:pt x="34147" y="212135"/>
                  </a:lnTo>
                  <a:lnTo>
                    <a:pt x="30986" y="206958"/>
                  </a:lnTo>
                  <a:lnTo>
                    <a:pt x="28937" y="198012"/>
                  </a:lnTo>
                  <a:lnTo>
                    <a:pt x="26798" y="193702"/>
                  </a:lnTo>
                  <a:lnTo>
                    <a:pt x="26554" y="193208"/>
                  </a:lnTo>
                  <a:lnTo>
                    <a:pt x="26571" y="189343"/>
                  </a:lnTo>
                  <a:lnTo>
                    <a:pt x="26242" y="183498"/>
                  </a:lnTo>
                  <a:lnTo>
                    <a:pt x="27033" y="174143"/>
                  </a:lnTo>
                  <a:lnTo>
                    <a:pt x="23487" y="167541"/>
                  </a:lnTo>
                  <a:lnTo>
                    <a:pt x="23968" y="162613"/>
                  </a:lnTo>
                  <a:lnTo>
                    <a:pt x="23424" y="157840"/>
                  </a:lnTo>
                  <a:lnTo>
                    <a:pt x="22738" y="151826"/>
                  </a:lnTo>
                  <a:lnTo>
                    <a:pt x="22433" y="149144"/>
                  </a:lnTo>
                  <a:lnTo>
                    <a:pt x="21174" y="137899"/>
                  </a:lnTo>
                  <a:lnTo>
                    <a:pt x="21083" y="133846"/>
                  </a:lnTo>
                  <a:lnTo>
                    <a:pt x="20969" y="128818"/>
                  </a:lnTo>
                  <a:lnTo>
                    <a:pt x="19440" y="123557"/>
                  </a:lnTo>
                  <a:lnTo>
                    <a:pt x="18860" y="121984"/>
                  </a:lnTo>
                  <a:lnTo>
                    <a:pt x="17037" y="117028"/>
                  </a:lnTo>
                  <a:lnTo>
                    <a:pt x="13625" y="110283"/>
                  </a:lnTo>
                  <a:lnTo>
                    <a:pt x="11494" y="104224"/>
                  </a:lnTo>
                  <a:lnTo>
                    <a:pt x="9791" y="97863"/>
                  </a:lnTo>
                  <a:lnTo>
                    <a:pt x="7933" y="93435"/>
                  </a:lnTo>
                  <a:lnTo>
                    <a:pt x="5842" y="88179"/>
                  </a:lnTo>
                  <a:lnTo>
                    <a:pt x="5872" y="87855"/>
                  </a:lnTo>
                  <a:lnTo>
                    <a:pt x="6002" y="86437"/>
                  </a:lnTo>
                  <a:lnTo>
                    <a:pt x="6407" y="81994"/>
                  </a:lnTo>
                  <a:lnTo>
                    <a:pt x="5802" y="76023"/>
                  </a:lnTo>
                  <a:lnTo>
                    <a:pt x="5525" y="70097"/>
                  </a:lnTo>
                  <a:lnTo>
                    <a:pt x="4811" y="63094"/>
                  </a:lnTo>
                  <a:lnTo>
                    <a:pt x="4836" y="62511"/>
                  </a:lnTo>
                  <a:lnTo>
                    <a:pt x="4846" y="62293"/>
                  </a:lnTo>
                  <a:lnTo>
                    <a:pt x="4964" y="59537"/>
                  </a:lnTo>
                  <a:lnTo>
                    <a:pt x="6705" y="53660"/>
                  </a:lnTo>
                  <a:lnTo>
                    <a:pt x="5619" y="50546"/>
                  </a:lnTo>
                  <a:lnTo>
                    <a:pt x="4042" y="46528"/>
                  </a:lnTo>
                  <a:lnTo>
                    <a:pt x="2222" y="40032"/>
                  </a:lnTo>
                  <a:lnTo>
                    <a:pt x="189" y="3470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342570" y="3440822"/>
              <a:ext cx="742767" cy="606344"/>
            </a:xfrm>
            <a:custGeom>
              <a:avLst/>
              <a:pathLst>
                <a:path w="742767" h="606344">
                  <a:moveTo>
                    <a:pt x="0" y="35255"/>
                  </a:moveTo>
                  <a:lnTo>
                    <a:pt x="23901" y="34395"/>
                  </a:lnTo>
                  <a:lnTo>
                    <a:pt x="40273" y="33752"/>
                  </a:lnTo>
                  <a:lnTo>
                    <a:pt x="44214" y="33593"/>
                  </a:lnTo>
                  <a:lnTo>
                    <a:pt x="57917" y="33010"/>
                  </a:lnTo>
                  <a:lnTo>
                    <a:pt x="71623" y="32404"/>
                  </a:lnTo>
                  <a:lnTo>
                    <a:pt x="87454" y="31708"/>
                  </a:lnTo>
                  <a:lnTo>
                    <a:pt x="97209" y="31265"/>
                  </a:lnTo>
                  <a:lnTo>
                    <a:pt x="116521" y="30294"/>
                  </a:lnTo>
                  <a:lnTo>
                    <a:pt x="126605" y="29770"/>
                  </a:lnTo>
                  <a:lnTo>
                    <a:pt x="133036" y="29311"/>
                  </a:lnTo>
                  <a:lnTo>
                    <a:pt x="149502" y="28114"/>
                  </a:lnTo>
                  <a:lnTo>
                    <a:pt x="157551" y="27488"/>
                  </a:lnTo>
                  <a:lnTo>
                    <a:pt x="172026" y="26342"/>
                  </a:lnTo>
                  <a:lnTo>
                    <a:pt x="179771" y="25624"/>
                  </a:lnTo>
                  <a:lnTo>
                    <a:pt x="197650" y="23937"/>
                  </a:lnTo>
                  <a:lnTo>
                    <a:pt x="204472" y="23324"/>
                  </a:lnTo>
                  <a:lnTo>
                    <a:pt x="222601" y="21667"/>
                  </a:lnTo>
                  <a:lnTo>
                    <a:pt x="226748" y="21321"/>
                  </a:lnTo>
                  <a:lnTo>
                    <a:pt x="245450" y="19737"/>
                  </a:lnTo>
                  <a:lnTo>
                    <a:pt x="248415" y="19482"/>
                  </a:lnTo>
                  <a:lnTo>
                    <a:pt x="269875" y="17402"/>
                  </a:lnTo>
                  <a:lnTo>
                    <a:pt x="273810" y="16941"/>
                  </a:lnTo>
                  <a:lnTo>
                    <a:pt x="289718" y="15059"/>
                  </a:lnTo>
                  <a:lnTo>
                    <a:pt x="312945" y="12784"/>
                  </a:lnTo>
                  <a:lnTo>
                    <a:pt x="315800" y="12500"/>
                  </a:lnTo>
                  <a:lnTo>
                    <a:pt x="320783" y="11900"/>
                  </a:lnTo>
                  <a:lnTo>
                    <a:pt x="339584" y="9606"/>
                  </a:lnTo>
                  <a:lnTo>
                    <a:pt x="350097" y="8367"/>
                  </a:lnTo>
                  <a:lnTo>
                    <a:pt x="367556" y="6280"/>
                  </a:lnTo>
                  <a:lnTo>
                    <a:pt x="391695" y="3196"/>
                  </a:lnTo>
                  <a:lnTo>
                    <a:pt x="392085" y="3145"/>
                  </a:lnTo>
                  <a:lnTo>
                    <a:pt x="413477" y="0"/>
                  </a:lnTo>
                  <a:lnTo>
                    <a:pt x="414880" y="1206"/>
                  </a:lnTo>
                  <a:lnTo>
                    <a:pt x="418402" y="4234"/>
                  </a:lnTo>
                  <a:lnTo>
                    <a:pt x="420239" y="7854"/>
                  </a:lnTo>
                  <a:lnTo>
                    <a:pt x="425715" y="8911"/>
                  </a:lnTo>
                  <a:lnTo>
                    <a:pt x="427319" y="14064"/>
                  </a:lnTo>
                  <a:lnTo>
                    <a:pt x="432392" y="18863"/>
                  </a:lnTo>
                  <a:lnTo>
                    <a:pt x="437347" y="22189"/>
                  </a:lnTo>
                  <a:lnTo>
                    <a:pt x="439915" y="26131"/>
                  </a:lnTo>
                  <a:lnTo>
                    <a:pt x="448297" y="28483"/>
                  </a:lnTo>
                  <a:lnTo>
                    <a:pt x="443893" y="36548"/>
                  </a:lnTo>
                  <a:lnTo>
                    <a:pt x="442207" y="43871"/>
                  </a:lnTo>
                  <a:lnTo>
                    <a:pt x="442072" y="46775"/>
                  </a:lnTo>
                  <a:lnTo>
                    <a:pt x="441761" y="53418"/>
                  </a:lnTo>
                  <a:lnTo>
                    <a:pt x="441569" y="57484"/>
                  </a:lnTo>
                  <a:lnTo>
                    <a:pt x="444264" y="69759"/>
                  </a:lnTo>
                  <a:lnTo>
                    <a:pt x="446448" y="77557"/>
                  </a:lnTo>
                  <a:lnTo>
                    <a:pt x="452264" y="86883"/>
                  </a:lnTo>
                  <a:lnTo>
                    <a:pt x="452306" y="87038"/>
                  </a:lnTo>
                  <a:lnTo>
                    <a:pt x="453620" y="92010"/>
                  </a:lnTo>
                  <a:lnTo>
                    <a:pt x="453717" y="100473"/>
                  </a:lnTo>
                  <a:lnTo>
                    <a:pt x="457992" y="103348"/>
                  </a:lnTo>
                  <a:lnTo>
                    <a:pt x="462194" y="107481"/>
                  </a:lnTo>
                  <a:lnTo>
                    <a:pt x="462266" y="111399"/>
                  </a:lnTo>
                  <a:lnTo>
                    <a:pt x="462340" y="115435"/>
                  </a:lnTo>
                  <a:lnTo>
                    <a:pt x="469336" y="120530"/>
                  </a:lnTo>
                  <a:lnTo>
                    <a:pt x="472682" y="122963"/>
                  </a:lnTo>
                  <a:lnTo>
                    <a:pt x="483269" y="131034"/>
                  </a:lnTo>
                  <a:lnTo>
                    <a:pt x="484251" y="131781"/>
                  </a:lnTo>
                  <a:lnTo>
                    <a:pt x="487576" y="137714"/>
                  </a:lnTo>
                  <a:lnTo>
                    <a:pt x="492653" y="138136"/>
                  </a:lnTo>
                  <a:lnTo>
                    <a:pt x="496999" y="143667"/>
                  </a:lnTo>
                  <a:lnTo>
                    <a:pt x="500343" y="149599"/>
                  </a:lnTo>
                  <a:lnTo>
                    <a:pt x="511490" y="154871"/>
                  </a:lnTo>
                  <a:lnTo>
                    <a:pt x="511731" y="155024"/>
                  </a:lnTo>
                  <a:lnTo>
                    <a:pt x="522462" y="161884"/>
                  </a:lnTo>
                  <a:lnTo>
                    <a:pt x="535132" y="171991"/>
                  </a:lnTo>
                  <a:lnTo>
                    <a:pt x="536282" y="176195"/>
                  </a:lnTo>
                  <a:lnTo>
                    <a:pt x="538934" y="185878"/>
                  </a:lnTo>
                  <a:lnTo>
                    <a:pt x="542452" y="192333"/>
                  </a:lnTo>
                  <a:lnTo>
                    <a:pt x="539720" y="198993"/>
                  </a:lnTo>
                  <a:lnTo>
                    <a:pt x="544611" y="207965"/>
                  </a:lnTo>
                  <a:lnTo>
                    <a:pt x="546869" y="214442"/>
                  </a:lnTo>
                  <a:lnTo>
                    <a:pt x="547529" y="216334"/>
                  </a:lnTo>
                  <a:lnTo>
                    <a:pt x="554660" y="221688"/>
                  </a:lnTo>
                  <a:lnTo>
                    <a:pt x="558875" y="221789"/>
                  </a:lnTo>
                  <a:lnTo>
                    <a:pt x="564118" y="215787"/>
                  </a:lnTo>
                  <a:lnTo>
                    <a:pt x="566749" y="208477"/>
                  </a:lnTo>
                  <a:lnTo>
                    <a:pt x="568514" y="208330"/>
                  </a:lnTo>
                  <a:lnTo>
                    <a:pt x="574301" y="207844"/>
                  </a:lnTo>
                  <a:lnTo>
                    <a:pt x="584999" y="211590"/>
                  </a:lnTo>
                  <a:lnTo>
                    <a:pt x="587386" y="211865"/>
                  </a:lnTo>
                  <a:lnTo>
                    <a:pt x="592339" y="212435"/>
                  </a:lnTo>
                  <a:lnTo>
                    <a:pt x="596741" y="214720"/>
                  </a:lnTo>
                  <a:lnTo>
                    <a:pt x="605511" y="219263"/>
                  </a:lnTo>
                  <a:lnTo>
                    <a:pt x="605712" y="225180"/>
                  </a:lnTo>
                  <a:lnTo>
                    <a:pt x="601078" y="230298"/>
                  </a:lnTo>
                  <a:lnTo>
                    <a:pt x="597248" y="237057"/>
                  </a:lnTo>
                  <a:lnTo>
                    <a:pt x="599367" y="242056"/>
                  </a:lnTo>
                  <a:lnTo>
                    <a:pt x="601267" y="245649"/>
                  </a:lnTo>
                  <a:lnTo>
                    <a:pt x="601630" y="252151"/>
                  </a:lnTo>
                  <a:lnTo>
                    <a:pt x="595858" y="261942"/>
                  </a:lnTo>
                  <a:lnTo>
                    <a:pt x="595393" y="263890"/>
                  </a:lnTo>
                  <a:lnTo>
                    <a:pt x="594970" y="265658"/>
                  </a:lnTo>
                  <a:lnTo>
                    <a:pt x="594225" y="268774"/>
                  </a:lnTo>
                  <a:lnTo>
                    <a:pt x="593235" y="276743"/>
                  </a:lnTo>
                  <a:lnTo>
                    <a:pt x="588573" y="284289"/>
                  </a:lnTo>
                  <a:lnTo>
                    <a:pt x="587711" y="285683"/>
                  </a:lnTo>
                  <a:lnTo>
                    <a:pt x="586104" y="293265"/>
                  </a:lnTo>
                  <a:lnTo>
                    <a:pt x="588286" y="304869"/>
                  </a:lnTo>
                  <a:lnTo>
                    <a:pt x="593483" y="311727"/>
                  </a:lnTo>
                  <a:lnTo>
                    <a:pt x="601669" y="318131"/>
                  </a:lnTo>
                  <a:lnTo>
                    <a:pt x="605735" y="322179"/>
                  </a:lnTo>
                  <a:lnTo>
                    <a:pt x="607407" y="322936"/>
                  </a:lnTo>
                  <a:lnTo>
                    <a:pt x="616202" y="326909"/>
                  </a:lnTo>
                  <a:lnTo>
                    <a:pt x="621500" y="331068"/>
                  </a:lnTo>
                  <a:lnTo>
                    <a:pt x="629875" y="336232"/>
                  </a:lnTo>
                  <a:lnTo>
                    <a:pt x="635593" y="336023"/>
                  </a:lnTo>
                  <a:lnTo>
                    <a:pt x="634266" y="342651"/>
                  </a:lnTo>
                  <a:lnTo>
                    <a:pt x="639223" y="347385"/>
                  </a:lnTo>
                  <a:lnTo>
                    <a:pt x="640418" y="348525"/>
                  </a:lnTo>
                  <a:lnTo>
                    <a:pt x="647563" y="343112"/>
                  </a:lnTo>
                  <a:lnTo>
                    <a:pt x="655637" y="348788"/>
                  </a:lnTo>
                  <a:lnTo>
                    <a:pt x="665341" y="353147"/>
                  </a:lnTo>
                  <a:lnTo>
                    <a:pt x="666610" y="355433"/>
                  </a:lnTo>
                  <a:lnTo>
                    <a:pt x="669229" y="360147"/>
                  </a:lnTo>
                  <a:lnTo>
                    <a:pt x="677942" y="363955"/>
                  </a:lnTo>
                  <a:lnTo>
                    <a:pt x="685740" y="366675"/>
                  </a:lnTo>
                  <a:lnTo>
                    <a:pt x="688504" y="376071"/>
                  </a:lnTo>
                  <a:lnTo>
                    <a:pt x="690546" y="381944"/>
                  </a:lnTo>
                  <a:lnTo>
                    <a:pt x="690312" y="383356"/>
                  </a:lnTo>
                  <a:lnTo>
                    <a:pt x="690056" y="384902"/>
                  </a:lnTo>
                  <a:lnTo>
                    <a:pt x="689385" y="388955"/>
                  </a:lnTo>
                  <a:lnTo>
                    <a:pt x="694777" y="396915"/>
                  </a:lnTo>
                  <a:lnTo>
                    <a:pt x="700540" y="404233"/>
                  </a:lnTo>
                  <a:lnTo>
                    <a:pt x="701114" y="411162"/>
                  </a:lnTo>
                  <a:lnTo>
                    <a:pt x="696515" y="414701"/>
                  </a:lnTo>
                  <a:lnTo>
                    <a:pt x="694454" y="416285"/>
                  </a:lnTo>
                  <a:lnTo>
                    <a:pt x="692789" y="422345"/>
                  </a:lnTo>
                  <a:lnTo>
                    <a:pt x="696770" y="424702"/>
                  </a:lnTo>
                  <a:lnTo>
                    <a:pt x="698213" y="425556"/>
                  </a:lnTo>
                  <a:lnTo>
                    <a:pt x="700784" y="434130"/>
                  </a:lnTo>
                  <a:lnTo>
                    <a:pt x="709830" y="444555"/>
                  </a:lnTo>
                  <a:lnTo>
                    <a:pt x="713443" y="452370"/>
                  </a:lnTo>
                  <a:lnTo>
                    <a:pt x="719164" y="453500"/>
                  </a:lnTo>
                  <a:lnTo>
                    <a:pt x="724800" y="454609"/>
                  </a:lnTo>
                  <a:lnTo>
                    <a:pt x="731927" y="457197"/>
                  </a:lnTo>
                  <a:lnTo>
                    <a:pt x="738718" y="457365"/>
                  </a:lnTo>
                  <a:lnTo>
                    <a:pt x="742767" y="460139"/>
                  </a:lnTo>
                  <a:lnTo>
                    <a:pt x="742518" y="461958"/>
                  </a:lnTo>
                  <a:lnTo>
                    <a:pt x="741514" y="469305"/>
                  </a:lnTo>
                  <a:lnTo>
                    <a:pt x="739314" y="475699"/>
                  </a:lnTo>
                  <a:lnTo>
                    <a:pt x="739365" y="483611"/>
                  </a:lnTo>
                  <a:lnTo>
                    <a:pt x="739401" y="483993"/>
                  </a:lnTo>
                  <a:lnTo>
                    <a:pt x="739781" y="488081"/>
                  </a:lnTo>
                  <a:lnTo>
                    <a:pt x="735512" y="494005"/>
                  </a:lnTo>
                  <a:lnTo>
                    <a:pt x="740371" y="500768"/>
                  </a:lnTo>
                  <a:lnTo>
                    <a:pt x="739454" y="502403"/>
                  </a:lnTo>
                  <a:lnTo>
                    <a:pt x="737333" y="506181"/>
                  </a:lnTo>
                  <a:lnTo>
                    <a:pt x="735191" y="514135"/>
                  </a:lnTo>
                  <a:lnTo>
                    <a:pt x="729488" y="513735"/>
                  </a:lnTo>
                  <a:lnTo>
                    <a:pt x="723819" y="508142"/>
                  </a:lnTo>
                  <a:lnTo>
                    <a:pt x="723534" y="508191"/>
                  </a:lnTo>
                  <a:lnTo>
                    <a:pt x="718017" y="509121"/>
                  </a:lnTo>
                  <a:lnTo>
                    <a:pt x="715806" y="517578"/>
                  </a:lnTo>
                  <a:lnTo>
                    <a:pt x="708031" y="518029"/>
                  </a:lnTo>
                  <a:lnTo>
                    <a:pt x="700873" y="517804"/>
                  </a:lnTo>
                  <a:lnTo>
                    <a:pt x="698515" y="523065"/>
                  </a:lnTo>
                  <a:lnTo>
                    <a:pt x="702621" y="528025"/>
                  </a:lnTo>
                  <a:lnTo>
                    <a:pt x="705147" y="532616"/>
                  </a:lnTo>
                  <a:lnTo>
                    <a:pt x="703489" y="538526"/>
                  </a:lnTo>
                  <a:lnTo>
                    <a:pt x="707594" y="543703"/>
                  </a:lnTo>
                  <a:lnTo>
                    <a:pt x="706779" y="548381"/>
                  </a:lnTo>
                  <a:lnTo>
                    <a:pt x="704368" y="548754"/>
                  </a:lnTo>
                  <a:lnTo>
                    <a:pt x="698373" y="549678"/>
                  </a:lnTo>
                  <a:lnTo>
                    <a:pt x="697671" y="554385"/>
                  </a:lnTo>
                  <a:lnTo>
                    <a:pt x="704390" y="557818"/>
                  </a:lnTo>
                  <a:lnTo>
                    <a:pt x="699783" y="563797"/>
                  </a:lnTo>
                  <a:lnTo>
                    <a:pt x="691417" y="563445"/>
                  </a:lnTo>
                  <a:lnTo>
                    <a:pt x="690189" y="566776"/>
                  </a:lnTo>
                  <a:lnTo>
                    <a:pt x="697846" y="571212"/>
                  </a:lnTo>
                  <a:lnTo>
                    <a:pt x="698298" y="571474"/>
                  </a:lnTo>
                  <a:lnTo>
                    <a:pt x="702468" y="577428"/>
                  </a:lnTo>
                  <a:lnTo>
                    <a:pt x="697423" y="582416"/>
                  </a:lnTo>
                  <a:lnTo>
                    <a:pt x="693720" y="585752"/>
                  </a:lnTo>
                  <a:lnTo>
                    <a:pt x="693309" y="594249"/>
                  </a:lnTo>
                  <a:lnTo>
                    <a:pt x="689184" y="597467"/>
                  </a:lnTo>
                  <a:lnTo>
                    <a:pt x="670899" y="599862"/>
                  </a:lnTo>
                  <a:lnTo>
                    <a:pt x="664566" y="600672"/>
                  </a:lnTo>
                  <a:lnTo>
                    <a:pt x="648841" y="602664"/>
                  </a:lnTo>
                  <a:lnTo>
                    <a:pt x="628680" y="605247"/>
                  </a:lnTo>
                  <a:lnTo>
                    <a:pt x="620010" y="606344"/>
                  </a:lnTo>
                  <a:lnTo>
                    <a:pt x="622484" y="599077"/>
                  </a:lnTo>
                  <a:lnTo>
                    <a:pt x="626430" y="589660"/>
                  </a:lnTo>
                  <a:lnTo>
                    <a:pt x="632458" y="585348"/>
                  </a:lnTo>
                  <a:lnTo>
                    <a:pt x="633455" y="579066"/>
                  </a:lnTo>
                  <a:lnTo>
                    <a:pt x="636654" y="576754"/>
                  </a:lnTo>
                  <a:lnTo>
                    <a:pt x="640041" y="574303"/>
                  </a:lnTo>
                  <a:lnTo>
                    <a:pt x="643745" y="566851"/>
                  </a:lnTo>
                  <a:lnTo>
                    <a:pt x="648727" y="561161"/>
                  </a:lnTo>
                  <a:lnTo>
                    <a:pt x="647986" y="553913"/>
                  </a:lnTo>
                  <a:lnTo>
                    <a:pt x="647272" y="549999"/>
                  </a:lnTo>
                  <a:lnTo>
                    <a:pt x="639819" y="546960"/>
                  </a:lnTo>
                  <a:lnTo>
                    <a:pt x="638043" y="541068"/>
                  </a:lnTo>
                  <a:lnTo>
                    <a:pt x="636176" y="536458"/>
                  </a:lnTo>
                  <a:lnTo>
                    <a:pt x="628929" y="537229"/>
                  </a:lnTo>
                  <a:lnTo>
                    <a:pt x="599249" y="540324"/>
                  </a:lnTo>
                  <a:lnTo>
                    <a:pt x="590412" y="541320"/>
                  </a:lnTo>
                  <a:lnTo>
                    <a:pt x="569885" y="543599"/>
                  </a:lnTo>
                  <a:lnTo>
                    <a:pt x="567897" y="543823"/>
                  </a:lnTo>
                  <a:lnTo>
                    <a:pt x="542552" y="546635"/>
                  </a:lnTo>
                  <a:lnTo>
                    <a:pt x="530789" y="547927"/>
                  </a:lnTo>
                  <a:lnTo>
                    <a:pt x="500616" y="551170"/>
                  </a:lnTo>
                  <a:lnTo>
                    <a:pt x="500404" y="551189"/>
                  </a:lnTo>
                  <a:lnTo>
                    <a:pt x="495719" y="551614"/>
                  </a:lnTo>
                  <a:lnTo>
                    <a:pt x="474809" y="553483"/>
                  </a:lnTo>
                  <a:lnTo>
                    <a:pt x="471584" y="553815"/>
                  </a:lnTo>
                  <a:lnTo>
                    <a:pt x="437580" y="557246"/>
                  </a:lnTo>
                  <a:lnTo>
                    <a:pt x="422973" y="558665"/>
                  </a:lnTo>
                  <a:lnTo>
                    <a:pt x="419727" y="558977"/>
                  </a:lnTo>
                  <a:lnTo>
                    <a:pt x="398019" y="561033"/>
                  </a:lnTo>
                  <a:lnTo>
                    <a:pt x="378590" y="562735"/>
                  </a:lnTo>
                  <a:lnTo>
                    <a:pt x="374777" y="563064"/>
                  </a:lnTo>
                  <a:lnTo>
                    <a:pt x="352172" y="565063"/>
                  </a:lnTo>
                  <a:lnTo>
                    <a:pt x="344943" y="565691"/>
                  </a:lnTo>
                  <a:lnTo>
                    <a:pt x="343299" y="565832"/>
                  </a:lnTo>
                  <a:lnTo>
                    <a:pt x="313744" y="568327"/>
                  </a:lnTo>
                  <a:lnTo>
                    <a:pt x="295575" y="569743"/>
                  </a:lnTo>
                  <a:lnTo>
                    <a:pt x="293155" y="569929"/>
                  </a:lnTo>
                  <a:lnTo>
                    <a:pt x="281011" y="570852"/>
                  </a:lnTo>
                  <a:lnTo>
                    <a:pt x="263906" y="572134"/>
                  </a:lnTo>
                  <a:lnTo>
                    <a:pt x="251297" y="573058"/>
                  </a:lnTo>
                  <a:lnTo>
                    <a:pt x="233187" y="574436"/>
                  </a:lnTo>
                  <a:lnTo>
                    <a:pt x="223125" y="575186"/>
                  </a:lnTo>
                  <a:lnTo>
                    <a:pt x="210295" y="576066"/>
                  </a:lnTo>
                  <a:lnTo>
                    <a:pt x="179370" y="578111"/>
                  </a:lnTo>
                  <a:lnTo>
                    <a:pt x="151427" y="579970"/>
                  </a:lnTo>
                  <a:lnTo>
                    <a:pt x="150536" y="564704"/>
                  </a:lnTo>
                  <a:lnTo>
                    <a:pt x="150075" y="557244"/>
                  </a:lnTo>
                  <a:lnTo>
                    <a:pt x="149253" y="543942"/>
                  </a:lnTo>
                  <a:lnTo>
                    <a:pt x="147428" y="512597"/>
                  </a:lnTo>
                  <a:lnTo>
                    <a:pt x="146948" y="504788"/>
                  </a:lnTo>
                  <a:lnTo>
                    <a:pt x="146090" y="490838"/>
                  </a:lnTo>
                  <a:lnTo>
                    <a:pt x="144718" y="466790"/>
                  </a:lnTo>
                  <a:lnTo>
                    <a:pt x="144519" y="463314"/>
                  </a:lnTo>
                  <a:lnTo>
                    <a:pt x="144159" y="457007"/>
                  </a:lnTo>
                  <a:lnTo>
                    <a:pt x="142159" y="424263"/>
                  </a:lnTo>
                  <a:lnTo>
                    <a:pt x="141997" y="421627"/>
                  </a:lnTo>
                  <a:lnTo>
                    <a:pt x="141922" y="420399"/>
                  </a:lnTo>
                  <a:lnTo>
                    <a:pt x="139802" y="379132"/>
                  </a:lnTo>
                  <a:lnTo>
                    <a:pt x="139439" y="372481"/>
                  </a:lnTo>
                  <a:lnTo>
                    <a:pt x="139270" y="369376"/>
                  </a:lnTo>
                  <a:lnTo>
                    <a:pt x="137957" y="345378"/>
                  </a:lnTo>
                  <a:lnTo>
                    <a:pt x="136703" y="325002"/>
                  </a:lnTo>
                  <a:lnTo>
                    <a:pt x="135963" y="313003"/>
                  </a:lnTo>
                  <a:lnTo>
                    <a:pt x="134174" y="277809"/>
                  </a:lnTo>
                  <a:lnTo>
                    <a:pt x="134156" y="277458"/>
                  </a:lnTo>
                  <a:lnTo>
                    <a:pt x="133329" y="263074"/>
                  </a:lnTo>
                  <a:lnTo>
                    <a:pt x="132281" y="244895"/>
                  </a:lnTo>
                  <a:lnTo>
                    <a:pt x="131813" y="236482"/>
                  </a:lnTo>
                  <a:lnTo>
                    <a:pt x="131470" y="230309"/>
                  </a:lnTo>
                  <a:lnTo>
                    <a:pt x="131292" y="227112"/>
                  </a:lnTo>
                  <a:lnTo>
                    <a:pt x="132564" y="221395"/>
                  </a:lnTo>
                  <a:lnTo>
                    <a:pt x="131510" y="221396"/>
                  </a:lnTo>
                  <a:lnTo>
                    <a:pt x="129195" y="221397"/>
                  </a:lnTo>
                  <a:lnTo>
                    <a:pt x="123053" y="218037"/>
                  </a:lnTo>
                  <a:lnTo>
                    <a:pt x="116710" y="220353"/>
                  </a:lnTo>
                  <a:lnTo>
                    <a:pt x="111213" y="216490"/>
                  </a:lnTo>
                  <a:lnTo>
                    <a:pt x="110371" y="215898"/>
                  </a:lnTo>
                  <a:lnTo>
                    <a:pt x="107361" y="211245"/>
                  </a:lnTo>
                  <a:lnTo>
                    <a:pt x="103816" y="207115"/>
                  </a:lnTo>
                  <a:lnTo>
                    <a:pt x="98086" y="200712"/>
                  </a:lnTo>
                  <a:lnTo>
                    <a:pt x="99540" y="191301"/>
                  </a:lnTo>
                  <a:lnTo>
                    <a:pt x="93453" y="190686"/>
                  </a:lnTo>
                  <a:lnTo>
                    <a:pt x="91288" y="187841"/>
                  </a:lnTo>
                  <a:lnTo>
                    <a:pt x="89428" y="185396"/>
                  </a:lnTo>
                  <a:lnTo>
                    <a:pt x="81944" y="178545"/>
                  </a:lnTo>
                  <a:lnTo>
                    <a:pt x="77309" y="173555"/>
                  </a:lnTo>
                  <a:lnTo>
                    <a:pt x="74843" y="170898"/>
                  </a:lnTo>
                  <a:lnTo>
                    <a:pt x="78514" y="167587"/>
                  </a:lnTo>
                  <a:lnTo>
                    <a:pt x="81450" y="164924"/>
                  </a:lnTo>
                  <a:lnTo>
                    <a:pt x="81632" y="162398"/>
                  </a:lnTo>
                  <a:lnTo>
                    <a:pt x="82017" y="157056"/>
                  </a:lnTo>
                  <a:lnTo>
                    <a:pt x="88643" y="152114"/>
                  </a:lnTo>
                  <a:lnTo>
                    <a:pt x="88381" y="147150"/>
                  </a:lnTo>
                  <a:lnTo>
                    <a:pt x="95838" y="146572"/>
                  </a:lnTo>
                  <a:lnTo>
                    <a:pt x="99685" y="142879"/>
                  </a:lnTo>
                  <a:lnTo>
                    <a:pt x="98377" y="139778"/>
                  </a:lnTo>
                  <a:lnTo>
                    <a:pt x="97300" y="133377"/>
                  </a:lnTo>
                  <a:lnTo>
                    <a:pt x="97168" y="132595"/>
                  </a:lnTo>
                  <a:lnTo>
                    <a:pt x="91605" y="126183"/>
                  </a:lnTo>
                  <a:lnTo>
                    <a:pt x="89020" y="123062"/>
                  </a:lnTo>
                  <a:lnTo>
                    <a:pt x="84695" y="123591"/>
                  </a:lnTo>
                  <a:lnTo>
                    <a:pt x="82073" y="123911"/>
                  </a:lnTo>
                  <a:lnTo>
                    <a:pt x="75831" y="129118"/>
                  </a:lnTo>
                  <a:lnTo>
                    <a:pt x="69253" y="124938"/>
                  </a:lnTo>
                  <a:lnTo>
                    <a:pt x="59693" y="118939"/>
                  </a:lnTo>
                  <a:lnTo>
                    <a:pt x="51279" y="111800"/>
                  </a:lnTo>
                  <a:lnTo>
                    <a:pt x="46871" y="108078"/>
                  </a:lnTo>
                  <a:lnTo>
                    <a:pt x="43346" y="108572"/>
                  </a:lnTo>
                  <a:lnTo>
                    <a:pt x="39749" y="102983"/>
                  </a:lnTo>
                  <a:lnTo>
                    <a:pt x="41597" y="97670"/>
                  </a:lnTo>
                  <a:lnTo>
                    <a:pt x="37437" y="93460"/>
                  </a:lnTo>
                  <a:lnTo>
                    <a:pt x="32049" y="87319"/>
                  </a:lnTo>
                  <a:lnTo>
                    <a:pt x="32588" y="80844"/>
                  </a:lnTo>
                  <a:lnTo>
                    <a:pt x="24723" y="78155"/>
                  </a:lnTo>
                  <a:lnTo>
                    <a:pt x="24624" y="77657"/>
                  </a:lnTo>
                  <a:lnTo>
                    <a:pt x="24580" y="77438"/>
                  </a:lnTo>
                  <a:lnTo>
                    <a:pt x="23866" y="73852"/>
                  </a:lnTo>
                  <a:lnTo>
                    <a:pt x="19057" y="71582"/>
                  </a:lnTo>
                  <a:lnTo>
                    <a:pt x="13289" y="70156"/>
                  </a:lnTo>
                  <a:lnTo>
                    <a:pt x="14300" y="64165"/>
                  </a:lnTo>
                  <a:lnTo>
                    <a:pt x="13232" y="60189"/>
                  </a:lnTo>
                  <a:lnTo>
                    <a:pt x="9176" y="51292"/>
                  </a:lnTo>
                  <a:lnTo>
                    <a:pt x="7905" y="47261"/>
                  </a:lnTo>
                  <a:lnTo>
                    <a:pt x="5896" y="43279"/>
                  </a:lnTo>
                  <a:lnTo>
                    <a:pt x="5666" y="42823"/>
                  </a:lnTo>
                  <a:lnTo>
                    <a:pt x="1271" y="432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61943" y="4102165"/>
              <a:ext cx="389302" cy="664826"/>
            </a:xfrm>
            <a:custGeom>
              <a:avLst/>
              <a:pathLst>
                <a:path w="389302" h="664826">
                  <a:moveTo>
                    <a:pt x="2286" y="546029"/>
                  </a:moveTo>
                  <a:lnTo>
                    <a:pt x="8982" y="546208"/>
                  </a:lnTo>
                  <a:lnTo>
                    <a:pt x="15049" y="541551"/>
                  </a:lnTo>
                  <a:lnTo>
                    <a:pt x="11360" y="535598"/>
                  </a:lnTo>
                  <a:lnTo>
                    <a:pt x="11193" y="528593"/>
                  </a:lnTo>
                  <a:lnTo>
                    <a:pt x="13174" y="521816"/>
                  </a:lnTo>
                  <a:lnTo>
                    <a:pt x="11702" y="513918"/>
                  </a:lnTo>
                  <a:lnTo>
                    <a:pt x="14467" y="508791"/>
                  </a:lnTo>
                  <a:lnTo>
                    <a:pt x="20334" y="506596"/>
                  </a:lnTo>
                  <a:lnTo>
                    <a:pt x="17553" y="501272"/>
                  </a:lnTo>
                  <a:lnTo>
                    <a:pt x="16444" y="496945"/>
                  </a:lnTo>
                  <a:lnTo>
                    <a:pt x="24022" y="492966"/>
                  </a:lnTo>
                  <a:lnTo>
                    <a:pt x="24777" y="480919"/>
                  </a:lnTo>
                  <a:lnTo>
                    <a:pt x="31718" y="478500"/>
                  </a:lnTo>
                  <a:lnTo>
                    <a:pt x="31471" y="478189"/>
                  </a:lnTo>
                  <a:lnTo>
                    <a:pt x="26362" y="471727"/>
                  </a:lnTo>
                  <a:lnTo>
                    <a:pt x="27435" y="465731"/>
                  </a:lnTo>
                  <a:lnTo>
                    <a:pt x="33940" y="466316"/>
                  </a:lnTo>
                  <a:lnTo>
                    <a:pt x="38813" y="460935"/>
                  </a:lnTo>
                  <a:lnTo>
                    <a:pt x="39776" y="459871"/>
                  </a:lnTo>
                  <a:lnTo>
                    <a:pt x="45439" y="453440"/>
                  </a:lnTo>
                  <a:lnTo>
                    <a:pt x="45219" y="446259"/>
                  </a:lnTo>
                  <a:lnTo>
                    <a:pt x="51942" y="443694"/>
                  </a:lnTo>
                  <a:lnTo>
                    <a:pt x="55698" y="438373"/>
                  </a:lnTo>
                  <a:lnTo>
                    <a:pt x="55564" y="434757"/>
                  </a:lnTo>
                  <a:lnTo>
                    <a:pt x="60031" y="427409"/>
                  </a:lnTo>
                  <a:lnTo>
                    <a:pt x="59400" y="426538"/>
                  </a:lnTo>
                  <a:lnTo>
                    <a:pt x="50256" y="413925"/>
                  </a:lnTo>
                  <a:lnTo>
                    <a:pt x="63605" y="411642"/>
                  </a:lnTo>
                  <a:lnTo>
                    <a:pt x="67713" y="401882"/>
                  </a:lnTo>
                  <a:lnTo>
                    <a:pt x="70028" y="393697"/>
                  </a:lnTo>
                  <a:lnTo>
                    <a:pt x="62420" y="393192"/>
                  </a:lnTo>
                  <a:lnTo>
                    <a:pt x="63871" y="383140"/>
                  </a:lnTo>
                  <a:lnTo>
                    <a:pt x="53775" y="382357"/>
                  </a:lnTo>
                  <a:lnTo>
                    <a:pt x="51990" y="372529"/>
                  </a:lnTo>
                  <a:lnTo>
                    <a:pt x="57555" y="371369"/>
                  </a:lnTo>
                  <a:lnTo>
                    <a:pt x="52507" y="364172"/>
                  </a:lnTo>
                  <a:lnTo>
                    <a:pt x="51744" y="363512"/>
                  </a:lnTo>
                  <a:lnTo>
                    <a:pt x="48729" y="360902"/>
                  </a:lnTo>
                  <a:lnTo>
                    <a:pt x="45487" y="349775"/>
                  </a:lnTo>
                  <a:lnTo>
                    <a:pt x="49741" y="343869"/>
                  </a:lnTo>
                  <a:lnTo>
                    <a:pt x="43116" y="342612"/>
                  </a:lnTo>
                  <a:lnTo>
                    <a:pt x="37669" y="338292"/>
                  </a:lnTo>
                  <a:lnTo>
                    <a:pt x="36759" y="333449"/>
                  </a:lnTo>
                  <a:lnTo>
                    <a:pt x="39011" y="328267"/>
                  </a:lnTo>
                  <a:lnTo>
                    <a:pt x="46163" y="322139"/>
                  </a:lnTo>
                  <a:lnTo>
                    <a:pt x="45383" y="315556"/>
                  </a:lnTo>
                  <a:lnTo>
                    <a:pt x="37777" y="310563"/>
                  </a:lnTo>
                  <a:lnTo>
                    <a:pt x="33894" y="307772"/>
                  </a:lnTo>
                  <a:lnTo>
                    <a:pt x="34539" y="306737"/>
                  </a:lnTo>
                  <a:lnTo>
                    <a:pt x="38451" y="300461"/>
                  </a:lnTo>
                  <a:lnTo>
                    <a:pt x="31056" y="295289"/>
                  </a:lnTo>
                  <a:lnTo>
                    <a:pt x="33753" y="290029"/>
                  </a:lnTo>
                  <a:lnTo>
                    <a:pt x="39311" y="289923"/>
                  </a:lnTo>
                  <a:lnTo>
                    <a:pt x="40954" y="283072"/>
                  </a:lnTo>
                  <a:lnTo>
                    <a:pt x="42073" y="275892"/>
                  </a:lnTo>
                  <a:lnTo>
                    <a:pt x="39592" y="270632"/>
                  </a:lnTo>
                  <a:lnTo>
                    <a:pt x="35056" y="270211"/>
                  </a:lnTo>
                  <a:lnTo>
                    <a:pt x="32315" y="261177"/>
                  </a:lnTo>
                  <a:lnTo>
                    <a:pt x="34976" y="254914"/>
                  </a:lnTo>
                  <a:lnTo>
                    <a:pt x="30726" y="250741"/>
                  </a:lnTo>
                  <a:lnTo>
                    <a:pt x="27565" y="246301"/>
                  </a:lnTo>
                  <a:lnTo>
                    <a:pt x="25202" y="242388"/>
                  </a:lnTo>
                  <a:lnTo>
                    <a:pt x="21785" y="237804"/>
                  </a:lnTo>
                  <a:lnTo>
                    <a:pt x="22627" y="235519"/>
                  </a:lnTo>
                  <a:lnTo>
                    <a:pt x="24216" y="231205"/>
                  </a:lnTo>
                  <a:lnTo>
                    <a:pt x="30318" y="225863"/>
                  </a:lnTo>
                  <a:lnTo>
                    <a:pt x="24480" y="221021"/>
                  </a:lnTo>
                  <a:lnTo>
                    <a:pt x="33062" y="218843"/>
                  </a:lnTo>
                  <a:lnTo>
                    <a:pt x="35261" y="211306"/>
                  </a:lnTo>
                  <a:lnTo>
                    <a:pt x="27217" y="207709"/>
                  </a:lnTo>
                  <a:lnTo>
                    <a:pt x="30445" y="203650"/>
                  </a:lnTo>
                  <a:lnTo>
                    <a:pt x="33340" y="203096"/>
                  </a:lnTo>
                  <a:lnTo>
                    <a:pt x="40099" y="204114"/>
                  </a:lnTo>
                  <a:lnTo>
                    <a:pt x="39742" y="198411"/>
                  </a:lnTo>
                  <a:lnTo>
                    <a:pt x="36406" y="196291"/>
                  </a:lnTo>
                  <a:lnTo>
                    <a:pt x="34784" y="189227"/>
                  </a:lnTo>
                  <a:lnTo>
                    <a:pt x="38307" y="184719"/>
                  </a:lnTo>
                  <a:lnTo>
                    <a:pt x="36777" y="180026"/>
                  </a:lnTo>
                  <a:lnTo>
                    <a:pt x="30644" y="178289"/>
                  </a:lnTo>
                  <a:lnTo>
                    <a:pt x="34861" y="174622"/>
                  </a:lnTo>
                  <a:lnTo>
                    <a:pt x="39825" y="175190"/>
                  </a:lnTo>
                  <a:lnTo>
                    <a:pt x="42333" y="171789"/>
                  </a:lnTo>
                  <a:lnTo>
                    <a:pt x="46277" y="168932"/>
                  </a:lnTo>
                  <a:lnTo>
                    <a:pt x="51788" y="167144"/>
                  </a:lnTo>
                  <a:lnTo>
                    <a:pt x="53203" y="160858"/>
                  </a:lnTo>
                  <a:lnTo>
                    <a:pt x="49935" y="158139"/>
                  </a:lnTo>
                  <a:lnTo>
                    <a:pt x="44691" y="156706"/>
                  </a:lnTo>
                  <a:lnTo>
                    <a:pt x="44765" y="155741"/>
                  </a:lnTo>
                  <a:lnTo>
                    <a:pt x="44803" y="155242"/>
                  </a:lnTo>
                  <a:lnTo>
                    <a:pt x="45106" y="151316"/>
                  </a:lnTo>
                  <a:lnTo>
                    <a:pt x="49829" y="149152"/>
                  </a:lnTo>
                  <a:lnTo>
                    <a:pt x="50831" y="145866"/>
                  </a:lnTo>
                  <a:lnTo>
                    <a:pt x="48986" y="140632"/>
                  </a:lnTo>
                  <a:lnTo>
                    <a:pt x="54927" y="138396"/>
                  </a:lnTo>
                  <a:lnTo>
                    <a:pt x="57389" y="132246"/>
                  </a:lnTo>
                  <a:lnTo>
                    <a:pt x="63970" y="130194"/>
                  </a:lnTo>
                  <a:lnTo>
                    <a:pt x="61869" y="123151"/>
                  </a:lnTo>
                  <a:lnTo>
                    <a:pt x="65603" y="119837"/>
                  </a:lnTo>
                  <a:lnTo>
                    <a:pt x="73641" y="122814"/>
                  </a:lnTo>
                  <a:lnTo>
                    <a:pt x="75115" y="116116"/>
                  </a:lnTo>
                  <a:lnTo>
                    <a:pt x="82051" y="111094"/>
                  </a:lnTo>
                  <a:lnTo>
                    <a:pt x="80529" y="105331"/>
                  </a:lnTo>
                  <a:lnTo>
                    <a:pt x="81236" y="96279"/>
                  </a:lnTo>
                  <a:lnTo>
                    <a:pt x="82884" y="90220"/>
                  </a:lnTo>
                  <a:lnTo>
                    <a:pt x="78021" y="84292"/>
                  </a:lnTo>
                  <a:lnTo>
                    <a:pt x="79179" y="81999"/>
                  </a:lnTo>
                  <a:lnTo>
                    <a:pt x="81489" y="77421"/>
                  </a:lnTo>
                  <a:lnTo>
                    <a:pt x="81419" y="72179"/>
                  </a:lnTo>
                  <a:lnTo>
                    <a:pt x="85064" y="63276"/>
                  </a:lnTo>
                  <a:lnTo>
                    <a:pt x="88273" y="59615"/>
                  </a:lnTo>
                  <a:lnTo>
                    <a:pt x="88718" y="53300"/>
                  </a:lnTo>
                  <a:lnTo>
                    <a:pt x="94892" y="52552"/>
                  </a:lnTo>
                  <a:lnTo>
                    <a:pt x="95594" y="52467"/>
                  </a:lnTo>
                  <a:lnTo>
                    <a:pt x="104844" y="46459"/>
                  </a:lnTo>
                  <a:lnTo>
                    <a:pt x="105052" y="46280"/>
                  </a:lnTo>
                  <a:lnTo>
                    <a:pt x="111354" y="40863"/>
                  </a:lnTo>
                  <a:lnTo>
                    <a:pt x="111549" y="36723"/>
                  </a:lnTo>
                  <a:lnTo>
                    <a:pt x="103572" y="29745"/>
                  </a:lnTo>
                  <a:lnTo>
                    <a:pt x="160349" y="23218"/>
                  </a:lnTo>
                  <a:lnTo>
                    <a:pt x="168170" y="22279"/>
                  </a:lnTo>
                  <a:lnTo>
                    <a:pt x="170125" y="22044"/>
                  </a:lnTo>
                  <a:lnTo>
                    <a:pt x="177028" y="21208"/>
                  </a:lnTo>
                  <a:lnTo>
                    <a:pt x="200097" y="18380"/>
                  </a:lnTo>
                  <a:lnTo>
                    <a:pt x="209166" y="17202"/>
                  </a:lnTo>
                  <a:lnTo>
                    <a:pt x="226180" y="14967"/>
                  </a:lnTo>
                  <a:lnTo>
                    <a:pt x="245101" y="12444"/>
                  </a:lnTo>
                  <a:lnTo>
                    <a:pt x="246138" y="12307"/>
                  </a:lnTo>
                  <a:lnTo>
                    <a:pt x="267516" y="9452"/>
                  </a:lnTo>
                  <a:lnTo>
                    <a:pt x="271529" y="8910"/>
                  </a:lnTo>
                  <a:lnTo>
                    <a:pt x="306391" y="4077"/>
                  </a:lnTo>
                  <a:lnTo>
                    <a:pt x="316233" y="2752"/>
                  </a:lnTo>
                  <a:lnTo>
                    <a:pt x="318101" y="2499"/>
                  </a:lnTo>
                  <a:lnTo>
                    <a:pt x="329705" y="919"/>
                  </a:lnTo>
                  <a:lnTo>
                    <a:pt x="336089" y="0"/>
                  </a:lnTo>
                  <a:lnTo>
                    <a:pt x="342341" y="9117"/>
                  </a:lnTo>
                  <a:lnTo>
                    <a:pt x="349105" y="12281"/>
                  </a:lnTo>
                  <a:lnTo>
                    <a:pt x="349702" y="48993"/>
                  </a:lnTo>
                  <a:lnTo>
                    <a:pt x="349814" y="54568"/>
                  </a:lnTo>
                  <a:lnTo>
                    <a:pt x="350132" y="70718"/>
                  </a:lnTo>
                  <a:lnTo>
                    <a:pt x="350501" y="90042"/>
                  </a:lnTo>
                  <a:lnTo>
                    <a:pt x="351081" y="121954"/>
                  </a:lnTo>
                  <a:lnTo>
                    <a:pt x="351149" y="125790"/>
                  </a:lnTo>
                  <a:lnTo>
                    <a:pt x="351793" y="168443"/>
                  </a:lnTo>
                  <a:lnTo>
                    <a:pt x="351882" y="174720"/>
                  </a:lnTo>
                  <a:lnTo>
                    <a:pt x="352366" y="197116"/>
                  </a:lnTo>
                  <a:lnTo>
                    <a:pt x="353056" y="230505"/>
                  </a:lnTo>
                  <a:lnTo>
                    <a:pt x="353338" y="244664"/>
                  </a:lnTo>
                  <a:lnTo>
                    <a:pt x="353902" y="270860"/>
                  </a:lnTo>
                  <a:lnTo>
                    <a:pt x="354079" y="279312"/>
                  </a:lnTo>
                  <a:lnTo>
                    <a:pt x="354680" y="308811"/>
                  </a:lnTo>
                  <a:lnTo>
                    <a:pt x="355035" y="326967"/>
                  </a:lnTo>
                  <a:lnTo>
                    <a:pt x="355718" y="363551"/>
                  </a:lnTo>
                  <a:lnTo>
                    <a:pt x="355861" y="371498"/>
                  </a:lnTo>
                  <a:lnTo>
                    <a:pt x="355894" y="374556"/>
                  </a:lnTo>
                  <a:lnTo>
                    <a:pt x="356293" y="414566"/>
                  </a:lnTo>
                  <a:lnTo>
                    <a:pt x="356915" y="419829"/>
                  </a:lnTo>
                  <a:lnTo>
                    <a:pt x="358545" y="433636"/>
                  </a:lnTo>
                  <a:lnTo>
                    <a:pt x="360588" y="445978"/>
                  </a:lnTo>
                  <a:lnTo>
                    <a:pt x="362267" y="456125"/>
                  </a:lnTo>
                  <a:lnTo>
                    <a:pt x="366346" y="480838"/>
                  </a:lnTo>
                  <a:lnTo>
                    <a:pt x="366665" y="482774"/>
                  </a:lnTo>
                  <a:lnTo>
                    <a:pt x="373403" y="523590"/>
                  </a:lnTo>
                  <a:lnTo>
                    <a:pt x="375911" y="539017"/>
                  </a:lnTo>
                  <a:lnTo>
                    <a:pt x="380503" y="567293"/>
                  </a:lnTo>
                  <a:lnTo>
                    <a:pt x="381582" y="573941"/>
                  </a:lnTo>
                  <a:lnTo>
                    <a:pt x="381664" y="574449"/>
                  </a:lnTo>
                  <a:lnTo>
                    <a:pt x="385565" y="599515"/>
                  </a:lnTo>
                  <a:lnTo>
                    <a:pt x="389302" y="622631"/>
                  </a:lnTo>
                  <a:lnTo>
                    <a:pt x="387989" y="626517"/>
                  </a:lnTo>
                  <a:lnTo>
                    <a:pt x="383641" y="626339"/>
                  </a:lnTo>
                  <a:lnTo>
                    <a:pt x="381110" y="630445"/>
                  </a:lnTo>
                  <a:lnTo>
                    <a:pt x="374902" y="628553"/>
                  </a:lnTo>
                  <a:lnTo>
                    <a:pt x="368112" y="630685"/>
                  </a:lnTo>
                  <a:lnTo>
                    <a:pt x="364140" y="628105"/>
                  </a:lnTo>
                  <a:lnTo>
                    <a:pt x="358094" y="627802"/>
                  </a:lnTo>
                  <a:lnTo>
                    <a:pt x="354087" y="630829"/>
                  </a:lnTo>
                  <a:lnTo>
                    <a:pt x="348623" y="631014"/>
                  </a:lnTo>
                  <a:lnTo>
                    <a:pt x="342252" y="630540"/>
                  </a:lnTo>
                  <a:lnTo>
                    <a:pt x="340055" y="630375"/>
                  </a:lnTo>
                  <a:lnTo>
                    <a:pt x="330804" y="627126"/>
                  </a:lnTo>
                  <a:lnTo>
                    <a:pt x="321831" y="628636"/>
                  </a:lnTo>
                  <a:lnTo>
                    <a:pt x="309103" y="633343"/>
                  </a:lnTo>
                  <a:lnTo>
                    <a:pt x="297551" y="639810"/>
                  </a:lnTo>
                  <a:lnTo>
                    <a:pt x="285329" y="644542"/>
                  </a:lnTo>
                  <a:lnTo>
                    <a:pt x="283911" y="645207"/>
                  </a:lnTo>
                  <a:lnTo>
                    <a:pt x="279660" y="647199"/>
                  </a:lnTo>
                  <a:lnTo>
                    <a:pt x="271005" y="654748"/>
                  </a:lnTo>
                  <a:lnTo>
                    <a:pt x="268902" y="660467"/>
                  </a:lnTo>
                  <a:lnTo>
                    <a:pt x="265776" y="662685"/>
                  </a:lnTo>
                  <a:lnTo>
                    <a:pt x="260233" y="664826"/>
                  </a:lnTo>
                  <a:lnTo>
                    <a:pt x="250002" y="661145"/>
                  </a:lnTo>
                  <a:lnTo>
                    <a:pt x="245637" y="649322"/>
                  </a:lnTo>
                  <a:lnTo>
                    <a:pt x="239002" y="635791"/>
                  </a:lnTo>
                  <a:lnTo>
                    <a:pt x="235951" y="630734"/>
                  </a:lnTo>
                  <a:lnTo>
                    <a:pt x="234162" y="627768"/>
                  </a:lnTo>
                  <a:lnTo>
                    <a:pt x="223916" y="618963"/>
                  </a:lnTo>
                  <a:lnTo>
                    <a:pt x="219133" y="606999"/>
                  </a:lnTo>
                  <a:lnTo>
                    <a:pt x="218292" y="603738"/>
                  </a:lnTo>
                  <a:lnTo>
                    <a:pt x="216313" y="596063"/>
                  </a:lnTo>
                  <a:lnTo>
                    <a:pt x="220218" y="582970"/>
                  </a:lnTo>
                  <a:lnTo>
                    <a:pt x="223780" y="570002"/>
                  </a:lnTo>
                  <a:lnTo>
                    <a:pt x="225083" y="557712"/>
                  </a:lnTo>
                  <a:lnTo>
                    <a:pt x="212595" y="559247"/>
                  </a:lnTo>
                  <a:lnTo>
                    <a:pt x="205455" y="560118"/>
                  </a:lnTo>
                  <a:lnTo>
                    <a:pt x="163481" y="565148"/>
                  </a:lnTo>
                  <a:lnTo>
                    <a:pt x="153454" y="566323"/>
                  </a:lnTo>
                  <a:lnTo>
                    <a:pt x="153303" y="566340"/>
                  </a:lnTo>
                  <a:lnTo>
                    <a:pt x="130066" y="568981"/>
                  </a:lnTo>
                  <a:lnTo>
                    <a:pt x="127788" y="569237"/>
                  </a:lnTo>
                  <a:lnTo>
                    <a:pt x="105551" y="571707"/>
                  </a:lnTo>
                  <a:lnTo>
                    <a:pt x="97766" y="572550"/>
                  </a:lnTo>
                  <a:lnTo>
                    <a:pt x="70556" y="575450"/>
                  </a:lnTo>
                  <a:lnTo>
                    <a:pt x="57079" y="576859"/>
                  </a:lnTo>
                  <a:lnTo>
                    <a:pt x="51511" y="577435"/>
                  </a:lnTo>
                  <a:lnTo>
                    <a:pt x="3521" y="582195"/>
                  </a:lnTo>
                  <a:lnTo>
                    <a:pt x="4466" y="581335"/>
                  </a:lnTo>
                  <a:lnTo>
                    <a:pt x="11852" y="574608"/>
                  </a:lnTo>
                  <a:lnTo>
                    <a:pt x="7386" y="569376"/>
                  </a:lnTo>
                  <a:lnTo>
                    <a:pt x="3738" y="563592"/>
                  </a:lnTo>
                  <a:lnTo>
                    <a:pt x="6670" y="555851"/>
                  </a:lnTo>
                  <a:lnTo>
                    <a:pt x="6760" y="555613"/>
                  </a:lnTo>
                  <a:lnTo>
                    <a:pt x="0" y="5507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601668" y="2292226"/>
              <a:ext cx="1042797" cy="658600"/>
            </a:xfrm>
            <a:custGeom>
              <a:avLst/>
              <a:pathLst>
                <a:path w="1042797" h="658600">
                  <a:moveTo>
                    <a:pt x="26920" y="0"/>
                  </a:moveTo>
                  <a:lnTo>
                    <a:pt x="72686" y="9289"/>
                  </a:lnTo>
                  <a:lnTo>
                    <a:pt x="97154" y="14298"/>
                  </a:lnTo>
                  <a:lnTo>
                    <a:pt x="137442" y="21835"/>
                  </a:lnTo>
                  <a:lnTo>
                    <a:pt x="141536" y="22586"/>
                  </a:lnTo>
                  <a:lnTo>
                    <a:pt x="166886" y="27206"/>
                  </a:lnTo>
                  <a:lnTo>
                    <a:pt x="183266" y="30418"/>
                  </a:lnTo>
                  <a:lnTo>
                    <a:pt x="192660" y="32159"/>
                  </a:lnTo>
                  <a:lnTo>
                    <a:pt x="206139" y="34633"/>
                  </a:lnTo>
                  <a:lnTo>
                    <a:pt x="224128" y="37964"/>
                  </a:lnTo>
                  <a:lnTo>
                    <a:pt x="250802" y="42445"/>
                  </a:lnTo>
                  <a:lnTo>
                    <a:pt x="272636" y="46144"/>
                  </a:lnTo>
                  <a:lnTo>
                    <a:pt x="350409" y="58615"/>
                  </a:lnTo>
                  <a:lnTo>
                    <a:pt x="354597" y="59260"/>
                  </a:lnTo>
                  <a:lnTo>
                    <a:pt x="379027" y="63098"/>
                  </a:lnTo>
                  <a:lnTo>
                    <a:pt x="408843" y="67667"/>
                  </a:lnTo>
                  <a:lnTo>
                    <a:pt x="428368" y="70454"/>
                  </a:lnTo>
                  <a:lnTo>
                    <a:pt x="450864" y="73592"/>
                  </a:lnTo>
                  <a:lnTo>
                    <a:pt x="472944" y="76575"/>
                  </a:lnTo>
                  <a:lnTo>
                    <a:pt x="490852" y="78940"/>
                  </a:lnTo>
                  <a:lnTo>
                    <a:pt x="498781" y="79888"/>
                  </a:lnTo>
                  <a:lnTo>
                    <a:pt x="521363" y="82827"/>
                  </a:lnTo>
                  <a:lnTo>
                    <a:pt x="578267" y="89758"/>
                  </a:lnTo>
                  <a:lnTo>
                    <a:pt x="579216" y="89875"/>
                  </a:lnTo>
                  <a:lnTo>
                    <a:pt x="599479" y="92331"/>
                  </a:lnTo>
                  <a:lnTo>
                    <a:pt x="620695" y="94881"/>
                  </a:lnTo>
                  <a:lnTo>
                    <a:pt x="659569" y="99172"/>
                  </a:lnTo>
                  <a:lnTo>
                    <a:pt x="685658" y="101913"/>
                  </a:lnTo>
                  <a:lnTo>
                    <a:pt x="730895" y="106424"/>
                  </a:lnTo>
                  <a:lnTo>
                    <a:pt x="753335" y="108635"/>
                  </a:lnTo>
                  <a:lnTo>
                    <a:pt x="759937" y="109165"/>
                  </a:lnTo>
                  <a:lnTo>
                    <a:pt x="775587" y="110615"/>
                  </a:lnTo>
                  <a:lnTo>
                    <a:pt x="823495" y="114825"/>
                  </a:lnTo>
                  <a:lnTo>
                    <a:pt x="856197" y="117493"/>
                  </a:lnTo>
                  <a:lnTo>
                    <a:pt x="866595" y="118321"/>
                  </a:lnTo>
                  <a:lnTo>
                    <a:pt x="871842" y="118732"/>
                  </a:lnTo>
                  <a:lnTo>
                    <a:pt x="895287" y="120422"/>
                  </a:lnTo>
                  <a:lnTo>
                    <a:pt x="931126" y="122970"/>
                  </a:lnTo>
                  <a:lnTo>
                    <a:pt x="938870" y="123469"/>
                  </a:lnTo>
                  <a:lnTo>
                    <a:pt x="956591" y="124655"/>
                  </a:lnTo>
                  <a:lnTo>
                    <a:pt x="972143" y="125658"/>
                  </a:lnTo>
                  <a:lnTo>
                    <a:pt x="1000500" y="127267"/>
                  </a:lnTo>
                  <a:lnTo>
                    <a:pt x="1042797" y="129508"/>
                  </a:lnTo>
                  <a:lnTo>
                    <a:pt x="1041739" y="149363"/>
                  </a:lnTo>
                  <a:lnTo>
                    <a:pt x="1040350" y="177166"/>
                  </a:lnTo>
                  <a:lnTo>
                    <a:pt x="1039444" y="195370"/>
                  </a:lnTo>
                  <a:lnTo>
                    <a:pt x="1038797" y="209027"/>
                  </a:lnTo>
                  <a:lnTo>
                    <a:pt x="1037887" y="228292"/>
                  </a:lnTo>
                  <a:lnTo>
                    <a:pt x="1036365" y="260252"/>
                  </a:lnTo>
                  <a:lnTo>
                    <a:pt x="1036213" y="263453"/>
                  </a:lnTo>
                  <a:lnTo>
                    <a:pt x="1035212" y="285376"/>
                  </a:lnTo>
                  <a:lnTo>
                    <a:pt x="1033731" y="311424"/>
                  </a:lnTo>
                  <a:lnTo>
                    <a:pt x="1032252" y="338275"/>
                  </a:lnTo>
                  <a:lnTo>
                    <a:pt x="1031786" y="346755"/>
                  </a:lnTo>
                  <a:lnTo>
                    <a:pt x="1031774" y="346992"/>
                  </a:lnTo>
                  <a:lnTo>
                    <a:pt x="1030462" y="373401"/>
                  </a:lnTo>
                  <a:lnTo>
                    <a:pt x="1029102" y="398612"/>
                  </a:lnTo>
                  <a:lnTo>
                    <a:pt x="1027633" y="427274"/>
                  </a:lnTo>
                  <a:lnTo>
                    <a:pt x="1027168" y="436705"/>
                  </a:lnTo>
                  <a:lnTo>
                    <a:pt x="1026523" y="449818"/>
                  </a:lnTo>
                  <a:lnTo>
                    <a:pt x="1026323" y="453867"/>
                  </a:lnTo>
                  <a:lnTo>
                    <a:pt x="1025057" y="478000"/>
                  </a:lnTo>
                  <a:lnTo>
                    <a:pt x="1024763" y="483793"/>
                  </a:lnTo>
                  <a:lnTo>
                    <a:pt x="1022554" y="527412"/>
                  </a:lnTo>
                  <a:lnTo>
                    <a:pt x="1022256" y="535670"/>
                  </a:lnTo>
                  <a:lnTo>
                    <a:pt x="1022174" y="537922"/>
                  </a:lnTo>
                  <a:lnTo>
                    <a:pt x="1021527" y="552874"/>
                  </a:lnTo>
                  <a:lnTo>
                    <a:pt x="1020327" y="577905"/>
                  </a:lnTo>
                  <a:lnTo>
                    <a:pt x="1019903" y="586653"/>
                  </a:lnTo>
                  <a:lnTo>
                    <a:pt x="1019019" y="606835"/>
                  </a:lnTo>
                  <a:lnTo>
                    <a:pt x="1018237" y="622871"/>
                  </a:lnTo>
                  <a:lnTo>
                    <a:pt x="1017678" y="634326"/>
                  </a:lnTo>
                  <a:lnTo>
                    <a:pt x="1016933" y="650809"/>
                  </a:lnTo>
                  <a:lnTo>
                    <a:pt x="1015217" y="650865"/>
                  </a:lnTo>
                  <a:lnTo>
                    <a:pt x="926181" y="645493"/>
                  </a:lnTo>
                  <a:lnTo>
                    <a:pt x="924986" y="645418"/>
                  </a:lnTo>
                  <a:lnTo>
                    <a:pt x="921458" y="645197"/>
                  </a:lnTo>
                  <a:lnTo>
                    <a:pt x="850516" y="640390"/>
                  </a:lnTo>
                  <a:lnTo>
                    <a:pt x="834237" y="639562"/>
                  </a:lnTo>
                  <a:lnTo>
                    <a:pt x="812252" y="638386"/>
                  </a:lnTo>
                  <a:lnTo>
                    <a:pt x="754862" y="633437"/>
                  </a:lnTo>
                  <a:lnTo>
                    <a:pt x="712462" y="628972"/>
                  </a:lnTo>
                  <a:lnTo>
                    <a:pt x="661100" y="624093"/>
                  </a:lnTo>
                  <a:lnTo>
                    <a:pt x="653233" y="623314"/>
                  </a:lnTo>
                  <a:lnTo>
                    <a:pt x="630203" y="621116"/>
                  </a:lnTo>
                  <a:lnTo>
                    <a:pt x="607092" y="618836"/>
                  </a:lnTo>
                  <a:lnTo>
                    <a:pt x="596027" y="617662"/>
                  </a:lnTo>
                  <a:lnTo>
                    <a:pt x="555681" y="613238"/>
                  </a:lnTo>
                  <a:lnTo>
                    <a:pt x="552004" y="611997"/>
                  </a:lnTo>
                  <a:lnTo>
                    <a:pt x="508894" y="607423"/>
                  </a:lnTo>
                  <a:lnTo>
                    <a:pt x="488412" y="604917"/>
                  </a:lnTo>
                  <a:lnTo>
                    <a:pt x="470458" y="602673"/>
                  </a:lnTo>
                  <a:lnTo>
                    <a:pt x="440315" y="599390"/>
                  </a:lnTo>
                  <a:lnTo>
                    <a:pt x="405446" y="595724"/>
                  </a:lnTo>
                  <a:lnTo>
                    <a:pt x="398357" y="593374"/>
                  </a:lnTo>
                  <a:lnTo>
                    <a:pt x="374678" y="590426"/>
                  </a:lnTo>
                  <a:lnTo>
                    <a:pt x="371150" y="607652"/>
                  </a:lnTo>
                  <a:lnTo>
                    <a:pt x="368771" y="625972"/>
                  </a:lnTo>
                  <a:lnTo>
                    <a:pt x="367742" y="633626"/>
                  </a:lnTo>
                  <a:lnTo>
                    <a:pt x="367022" y="638982"/>
                  </a:lnTo>
                  <a:lnTo>
                    <a:pt x="364931" y="658600"/>
                  </a:lnTo>
                  <a:lnTo>
                    <a:pt x="358502" y="655129"/>
                  </a:lnTo>
                  <a:lnTo>
                    <a:pt x="357329" y="649414"/>
                  </a:lnTo>
                  <a:lnTo>
                    <a:pt x="352725" y="643499"/>
                  </a:lnTo>
                  <a:lnTo>
                    <a:pt x="351497" y="637030"/>
                  </a:lnTo>
                  <a:lnTo>
                    <a:pt x="348216" y="630647"/>
                  </a:lnTo>
                  <a:lnTo>
                    <a:pt x="344203" y="622663"/>
                  </a:lnTo>
                  <a:lnTo>
                    <a:pt x="339795" y="618511"/>
                  </a:lnTo>
                  <a:lnTo>
                    <a:pt x="339148" y="617900"/>
                  </a:lnTo>
                  <a:lnTo>
                    <a:pt x="333594" y="621677"/>
                  </a:lnTo>
                  <a:lnTo>
                    <a:pt x="331476" y="624664"/>
                  </a:lnTo>
                  <a:lnTo>
                    <a:pt x="330088" y="626619"/>
                  </a:lnTo>
                  <a:lnTo>
                    <a:pt x="323707" y="638441"/>
                  </a:lnTo>
                  <a:lnTo>
                    <a:pt x="319188" y="641451"/>
                  </a:lnTo>
                  <a:lnTo>
                    <a:pt x="314242" y="640484"/>
                  </a:lnTo>
                  <a:lnTo>
                    <a:pt x="306308" y="638925"/>
                  </a:lnTo>
                  <a:lnTo>
                    <a:pt x="295884" y="643806"/>
                  </a:lnTo>
                  <a:lnTo>
                    <a:pt x="291132" y="636190"/>
                  </a:lnTo>
                  <a:lnTo>
                    <a:pt x="275628" y="637360"/>
                  </a:lnTo>
                  <a:lnTo>
                    <a:pt x="267110" y="637292"/>
                  </a:lnTo>
                  <a:lnTo>
                    <a:pt x="258547" y="634009"/>
                  </a:lnTo>
                  <a:lnTo>
                    <a:pt x="253128" y="629879"/>
                  </a:lnTo>
                  <a:lnTo>
                    <a:pt x="245685" y="633979"/>
                  </a:lnTo>
                  <a:lnTo>
                    <a:pt x="241479" y="644022"/>
                  </a:lnTo>
                  <a:lnTo>
                    <a:pt x="234242" y="638669"/>
                  </a:lnTo>
                  <a:lnTo>
                    <a:pt x="222669" y="635404"/>
                  </a:lnTo>
                  <a:lnTo>
                    <a:pt x="213205" y="632319"/>
                  </a:lnTo>
                  <a:lnTo>
                    <a:pt x="210629" y="632422"/>
                  </a:lnTo>
                  <a:lnTo>
                    <a:pt x="200942" y="638386"/>
                  </a:lnTo>
                  <a:lnTo>
                    <a:pt x="200802" y="643006"/>
                  </a:lnTo>
                  <a:lnTo>
                    <a:pt x="200305" y="643222"/>
                  </a:lnTo>
                  <a:lnTo>
                    <a:pt x="194754" y="645629"/>
                  </a:lnTo>
                  <a:lnTo>
                    <a:pt x="189141" y="639903"/>
                  </a:lnTo>
                  <a:lnTo>
                    <a:pt x="185176" y="631968"/>
                  </a:lnTo>
                  <a:lnTo>
                    <a:pt x="186147" y="625933"/>
                  </a:lnTo>
                  <a:lnTo>
                    <a:pt x="182412" y="617518"/>
                  </a:lnTo>
                  <a:lnTo>
                    <a:pt x="184569" y="610970"/>
                  </a:lnTo>
                  <a:lnTo>
                    <a:pt x="181498" y="599968"/>
                  </a:lnTo>
                  <a:lnTo>
                    <a:pt x="179922" y="592263"/>
                  </a:lnTo>
                  <a:lnTo>
                    <a:pt x="170613" y="583007"/>
                  </a:lnTo>
                  <a:lnTo>
                    <a:pt x="165159" y="585280"/>
                  </a:lnTo>
                  <a:lnTo>
                    <a:pt x="159046" y="579500"/>
                  </a:lnTo>
                  <a:lnTo>
                    <a:pt x="155102" y="577811"/>
                  </a:lnTo>
                  <a:lnTo>
                    <a:pt x="151832" y="568203"/>
                  </a:lnTo>
                  <a:lnTo>
                    <a:pt x="155079" y="563084"/>
                  </a:lnTo>
                  <a:lnTo>
                    <a:pt x="157250" y="556360"/>
                  </a:lnTo>
                  <a:lnTo>
                    <a:pt x="157089" y="549394"/>
                  </a:lnTo>
                  <a:lnTo>
                    <a:pt x="152645" y="543247"/>
                  </a:lnTo>
                  <a:lnTo>
                    <a:pt x="147492" y="538588"/>
                  </a:lnTo>
                  <a:lnTo>
                    <a:pt x="143012" y="523709"/>
                  </a:lnTo>
                  <a:lnTo>
                    <a:pt x="137302" y="510701"/>
                  </a:lnTo>
                  <a:lnTo>
                    <a:pt x="138915" y="503038"/>
                  </a:lnTo>
                  <a:lnTo>
                    <a:pt x="137077" y="497052"/>
                  </a:lnTo>
                  <a:lnTo>
                    <a:pt x="138559" y="490268"/>
                  </a:lnTo>
                  <a:lnTo>
                    <a:pt x="135657" y="484129"/>
                  </a:lnTo>
                  <a:lnTo>
                    <a:pt x="137073" y="473881"/>
                  </a:lnTo>
                  <a:lnTo>
                    <a:pt x="132658" y="470255"/>
                  </a:lnTo>
                  <a:lnTo>
                    <a:pt x="129764" y="467025"/>
                  </a:lnTo>
                  <a:lnTo>
                    <a:pt x="126208" y="461297"/>
                  </a:lnTo>
                  <a:lnTo>
                    <a:pt x="124538" y="458604"/>
                  </a:lnTo>
                  <a:lnTo>
                    <a:pt x="120497" y="458492"/>
                  </a:lnTo>
                  <a:lnTo>
                    <a:pt x="119600" y="463932"/>
                  </a:lnTo>
                  <a:lnTo>
                    <a:pt x="112362" y="469302"/>
                  </a:lnTo>
                  <a:lnTo>
                    <a:pt x="101774" y="475192"/>
                  </a:lnTo>
                  <a:lnTo>
                    <a:pt x="95741" y="475140"/>
                  </a:lnTo>
                  <a:lnTo>
                    <a:pt x="91969" y="482072"/>
                  </a:lnTo>
                  <a:lnTo>
                    <a:pt x="84244" y="479070"/>
                  </a:lnTo>
                  <a:lnTo>
                    <a:pt x="77534" y="471030"/>
                  </a:lnTo>
                  <a:lnTo>
                    <a:pt x="73454" y="468259"/>
                  </a:lnTo>
                  <a:lnTo>
                    <a:pt x="72508" y="464610"/>
                  </a:lnTo>
                  <a:lnTo>
                    <a:pt x="71730" y="461604"/>
                  </a:lnTo>
                  <a:lnTo>
                    <a:pt x="72970" y="456004"/>
                  </a:lnTo>
                  <a:lnTo>
                    <a:pt x="76631" y="454221"/>
                  </a:lnTo>
                  <a:lnTo>
                    <a:pt x="77412" y="447290"/>
                  </a:lnTo>
                  <a:lnTo>
                    <a:pt x="73633" y="438910"/>
                  </a:lnTo>
                  <a:lnTo>
                    <a:pt x="78996" y="432429"/>
                  </a:lnTo>
                  <a:lnTo>
                    <a:pt x="87835" y="431460"/>
                  </a:lnTo>
                  <a:lnTo>
                    <a:pt x="91556" y="428548"/>
                  </a:lnTo>
                  <a:lnTo>
                    <a:pt x="90020" y="424392"/>
                  </a:lnTo>
                  <a:lnTo>
                    <a:pt x="92160" y="418125"/>
                  </a:lnTo>
                  <a:lnTo>
                    <a:pt x="89335" y="414023"/>
                  </a:lnTo>
                  <a:lnTo>
                    <a:pt x="86853" y="407997"/>
                  </a:lnTo>
                  <a:lnTo>
                    <a:pt x="90216" y="399722"/>
                  </a:lnTo>
                  <a:lnTo>
                    <a:pt x="85455" y="395100"/>
                  </a:lnTo>
                  <a:lnTo>
                    <a:pt x="87042" y="389741"/>
                  </a:lnTo>
                  <a:lnTo>
                    <a:pt x="93275" y="390054"/>
                  </a:lnTo>
                  <a:lnTo>
                    <a:pt x="94419" y="381853"/>
                  </a:lnTo>
                  <a:lnTo>
                    <a:pt x="96034" y="377265"/>
                  </a:lnTo>
                  <a:lnTo>
                    <a:pt x="97754" y="372661"/>
                  </a:lnTo>
                  <a:lnTo>
                    <a:pt x="100369" y="362976"/>
                  </a:lnTo>
                  <a:lnTo>
                    <a:pt x="104273" y="360401"/>
                  </a:lnTo>
                  <a:lnTo>
                    <a:pt x="104711" y="348917"/>
                  </a:lnTo>
                  <a:lnTo>
                    <a:pt x="109452" y="348521"/>
                  </a:lnTo>
                  <a:lnTo>
                    <a:pt x="112874" y="339872"/>
                  </a:lnTo>
                  <a:lnTo>
                    <a:pt x="115436" y="331131"/>
                  </a:lnTo>
                  <a:lnTo>
                    <a:pt x="114309" y="329821"/>
                  </a:lnTo>
                  <a:lnTo>
                    <a:pt x="112442" y="327648"/>
                  </a:lnTo>
                  <a:lnTo>
                    <a:pt x="103857" y="328717"/>
                  </a:lnTo>
                  <a:lnTo>
                    <a:pt x="95491" y="327819"/>
                  </a:lnTo>
                  <a:lnTo>
                    <a:pt x="91843" y="326073"/>
                  </a:lnTo>
                  <a:lnTo>
                    <a:pt x="89315" y="324860"/>
                  </a:lnTo>
                  <a:lnTo>
                    <a:pt x="90171" y="317728"/>
                  </a:lnTo>
                  <a:lnTo>
                    <a:pt x="86237" y="314475"/>
                  </a:lnTo>
                  <a:lnTo>
                    <a:pt x="84498" y="313034"/>
                  </a:lnTo>
                  <a:lnTo>
                    <a:pt x="78499" y="312101"/>
                  </a:lnTo>
                  <a:lnTo>
                    <a:pt x="77467" y="306591"/>
                  </a:lnTo>
                  <a:lnTo>
                    <a:pt x="70360" y="300850"/>
                  </a:lnTo>
                  <a:lnTo>
                    <a:pt x="66263" y="292587"/>
                  </a:lnTo>
                  <a:lnTo>
                    <a:pt x="68780" y="286903"/>
                  </a:lnTo>
                  <a:lnTo>
                    <a:pt x="66278" y="283935"/>
                  </a:lnTo>
                  <a:lnTo>
                    <a:pt x="61115" y="277800"/>
                  </a:lnTo>
                  <a:lnTo>
                    <a:pt x="58921" y="270642"/>
                  </a:lnTo>
                  <a:lnTo>
                    <a:pt x="55578" y="264780"/>
                  </a:lnTo>
                  <a:lnTo>
                    <a:pt x="51372" y="254660"/>
                  </a:lnTo>
                  <a:lnTo>
                    <a:pt x="46717" y="247931"/>
                  </a:lnTo>
                  <a:lnTo>
                    <a:pt x="44456" y="242803"/>
                  </a:lnTo>
                  <a:lnTo>
                    <a:pt x="42609" y="236298"/>
                  </a:lnTo>
                  <a:lnTo>
                    <a:pt x="38959" y="234344"/>
                  </a:lnTo>
                  <a:lnTo>
                    <a:pt x="30889" y="230137"/>
                  </a:lnTo>
                  <a:lnTo>
                    <a:pt x="26368" y="225340"/>
                  </a:lnTo>
                  <a:lnTo>
                    <a:pt x="23701" y="217749"/>
                  </a:lnTo>
                  <a:lnTo>
                    <a:pt x="13661" y="208966"/>
                  </a:lnTo>
                  <a:lnTo>
                    <a:pt x="16185" y="204199"/>
                  </a:lnTo>
                  <a:lnTo>
                    <a:pt x="21834" y="202049"/>
                  </a:lnTo>
                  <a:lnTo>
                    <a:pt x="16075" y="194094"/>
                  </a:lnTo>
                  <a:lnTo>
                    <a:pt x="16852" y="188420"/>
                  </a:lnTo>
                  <a:lnTo>
                    <a:pt x="20390" y="182830"/>
                  </a:lnTo>
                  <a:lnTo>
                    <a:pt x="17605" y="178089"/>
                  </a:lnTo>
                  <a:lnTo>
                    <a:pt x="19770" y="172923"/>
                  </a:lnTo>
                  <a:lnTo>
                    <a:pt x="11901" y="162747"/>
                  </a:lnTo>
                  <a:lnTo>
                    <a:pt x="12459" y="155640"/>
                  </a:lnTo>
                  <a:lnTo>
                    <a:pt x="8463" y="151074"/>
                  </a:lnTo>
                  <a:lnTo>
                    <a:pt x="4887" y="142982"/>
                  </a:lnTo>
                  <a:lnTo>
                    <a:pt x="856" y="132099"/>
                  </a:lnTo>
                  <a:lnTo>
                    <a:pt x="492" y="130515"/>
                  </a:lnTo>
                  <a:lnTo>
                    <a:pt x="0" y="128369"/>
                  </a:lnTo>
                  <a:lnTo>
                    <a:pt x="3365" y="112337"/>
                  </a:lnTo>
                  <a:lnTo>
                    <a:pt x="5806" y="100639"/>
                  </a:lnTo>
                  <a:lnTo>
                    <a:pt x="8318" y="88618"/>
                  </a:lnTo>
                  <a:lnTo>
                    <a:pt x="12905" y="66632"/>
                  </a:lnTo>
                  <a:lnTo>
                    <a:pt x="13464" y="639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50789" y="3704973"/>
              <a:ext cx="718108" cy="334080"/>
            </a:xfrm>
            <a:custGeom>
              <a:avLst/>
              <a:pathLst>
                <a:path w="718108" h="334080">
                  <a:moveTo>
                    <a:pt x="81" y="303763"/>
                  </a:moveTo>
                  <a:lnTo>
                    <a:pt x="0" y="301579"/>
                  </a:lnTo>
                  <a:lnTo>
                    <a:pt x="4209" y="296290"/>
                  </a:lnTo>
                  <a:lnTo>
                    <a:pt x="8469" y="298480"/>
                  </a:lnTo>
                  <a:lnTo>
                    <a:pt x="15092" y="296505"/>
                  </a:lnTo>
                  <a:lnTo>
                    <a:pt x="19989" y="290834"/>
                  </a:lnTo>
                  <a:lnTo>
                    <a:pt x="20389" y="290370"/>
                  </a:lnTo>
                  <a:lnTo>
                    <a:pt x="18244" y="285224"/>
                  </a:lnTo>
                  <a:lnTo>
                    <a:pt x="20363" y="282352"/>
                  </a:lnTo>
                  <a:lnTo>
                    <a:pt x="18548" y="278921"/>
                  </a:lnTo>
                  <a:lnTo>
                    <a:pt x="21777" y="273521"/>
                  </a:lnTo>
                  <a:lnTo>
                    <a:pt x="22864" y="272748"/>
                  </a:lnTo>
                  <a:lnTo>
                    <a:pt x="23297" y="272440"/>
                  </a:lnTo>
                  <a:lnTo>
                    <a:pt x="26075" y="270464"/>
                  </a:lnTo>
                  <a:lnTo>
                    <a:pt x="30915" y="264693"/>
                  </a:lnTo>
                  <a:lnTo>
                    <a:pt x="36498" y="259065"/>
                  </a:lnTo>
                  <a:lnTo>
                    <a:pt x="45401" y="256712"/>
                  </a:lnTo>
                  <a:lnTo>
                    <a:pt x="46199" y="256501"/>
                  </a:lnTo>
                  <a:lnTo>
                    <a:pt x="51628" y="255568"/>
                  </a:lnTo>
                  <a:lnTo>
                    <a:pt x="59104" y="254502"/>
                  </a:lnTo>
                  <a:lnTo>
                    <a:pt x="62163" y="249661"/>
                  </a:lnTo>
                  <a:lnTo>
                    <a:pt x="64560" y="248304"/>
                  </a:lnTo>
                  <a:lnTo>
                    <a:pt x="69783" y="242032"/>
                  </a:lnTo>
                  <a:lnTo>
                    <a:pt x="73971" y="241475"/>
                  </a:lnTo>
                  <a:lnTo>
                    <a:pt x="75798" y="236299"/>
                  </a:lnTo>
                  <a:lnTo>
                    <a:pt x="76327" y="234799"/>
                  </a:lnTo>
                  <a:lnTo>
                    <a:pt x="80861" y="232896"/>
                  </a:lnTo>
                  <a:lnTo>
                    <a:pt x="83175" y="228409"/>
                  </a:lnTo>
                  <a:lnTo>
                    <a:pt x="88237" y="226027"/>
                  </a:lnTo>
                  <a:lnTo>
                    <a:pt x="92024" y="224016"/>
                  </a:lnTo>
                  <a:lnTo>
                    <a:pt x="97895" y="223348"/>
                  </a:lnTo>
                  <a:lnTo>
                    <a:pt x="98618" y="221836"/>
                  </a:lnTo>
                  <a:lnTo>
                    <a:pt x="100414" y="218083"/>
                  </a:lnTo>
                  <a:lnTo>
                    <a:pt x="102611" y="212610"/>
                  </a:lnTo>
                  <a:lnTo>
                    <a:pt x="100712" y="207449"/>
                  </a:lnTo>
                  <a:lnTo>
                    <a:pt x="101964" y="206454"/>
                  </a:lnTo>
                  <a:lnTo>
                    <a:pt x="104415" y="204504"/>
                  </a:lnTo>
                  <a:lnTo>
                    <a:pt x="108530" y="206136"/>
                  </a:lnTo>
                  <a:lnTo>
                    <a:pt x="110340" y="202767"/>
                  </a:lnTo>
                  <a:lnTo>
                    <a:pt x="110222" y="198507"/>
                  </a:lnTo>
                  <a:lnTo>
                    <a:pt x="114181" y="194949"/>
                  </a:lnTo>
                  <a:lnTo>
                    <a:pt x="121252" y="188798"/>
                  </a:lnTo>
                  <a:lnTo>
                    <a:pt x="123596" y="190949"/>
                  </a:lnTo>
                  <a:lnTo>
                    <a:pt x="124649" y="191915"/>
                  </a:lnTo>
                  <a:lnTo>
                    <a:pt x="124398" y="197448"/>
                  </a:lnTo>
                  <a:lnTo>
                    <a:pt x="129149" y="198625"/>
                  </a:lnTo>
                  <a:lnTo>
                    <a:pt x="132687" y="194887"/>
                  </a:lnTo>
                  <a:lnTo>
                    <a:pt x="135767" y="191628"/>
                  </a:lnTo>
                  <a:lnTo>
                    <a:pt x="138356" y="184010"/>
                  </a:lnTo>
                  <a:lnTo>
                    <a:pt x="138761" y="182814"/>
                  </a:lnTo>
                  <a:lnTo>
                    <a:pt x="143254" y="178470"/>
                  </a:lnTo>
                  <a:lnTo>
                    <a:pt x="146914" y="175736"/>
                  </a:lnTo>
                  <a:lnTo>
                    <a:pt x="149645" y="175775"/>
                  </a:lnTo>
                  <a:lnTo>
                    <a:pt x="152835" y="172297"/>
                  </a:lnTo>
                  <a:lnTo>
                    <a:pt x="153467" y="171608"/>
                  </a:lnTo>
                  <a:lnTo>
                    <a:pt x="159679" y="172687"/>
                  </a:lnTo>
                  <a:lnTo>
                    <a:pt x="161438" y="175688"/>
                  </a:lnTo>
                  <a:lnTo>
                    <a:pt x="165255" y="174718"/>
                  </a:lnTo>
                  <a:lnTo>
                    <a:pt x="169080" y="171902"/>
                  </a:lnTo>
                  <a:lnTo>
                    <a:pt x="172578" y="160082"/>
                  </a:lnTo>
                  <a:lnTo>
                    <a:pt x="173932" y="155889"/>
                  </a:lnTo>
                  <a:lnTo>
                    <a:pt x="174768" y="153293"/>
                  </a:lnTo>
                  <a:lnTo>
                    <a:pt x="175309" y="151613"/>
                  </a:lnTo>
                  <a:lnTo>
                    <a:pt x="180484" y="145640"/>
                  </a:lnTo>
                  <a:lnTo>
                    <a:pt x="185842" y="145122"/>
                  </a:lnTo>
                  <a:lnTo>
                    <a:pt x="191023" y="144239"/>
                  </a:lnTo>
                  <a:lnTo>
                    <a:pt x="188386" y="139366"/>
                  </a:lnTo>
                  <a:lnTo>
                    <a:pt x="187171" y="137121"/>
                  </a:lnTo>
                  <a:lnTo>
                    <a:pt x="189212" y="130848"/>
                  </a:lnTo>
                  <a:lnTo>
                    <a:pt x="187406" y="123904"/>
                  </a:lnTo>
                  <a:lnTo>
                    <a:pt x="188161" y="118267"/>
                  </a:lnTo>
                  <a:lnTo>
                    <a:pt x="202743" y="115872"/>
                  </a:lnTo>
                  <a:lnTo>
                    <a:pt x="214699" y="113541"/>
                  </a:lnTo>
                  <a:lnTo>
                    <a:pt x="229088" y="110705"/>
                  </a:lnTo>
                  <a:lnTo>
                    <a:pt x="238492" y="109057"/>
                  </a:lnTo>
                  <a:lnTo>
                    <a:pt x="251572" y="106576"/>
                  </a:lnTo>
                  <a:lnTo>
                    <a:pt x="256539" y="105394"/>
                  </a:lnTo>
                  <a:lnTo>
                    <a:pt x="267480" y="102776"/>
                  </a:lnTo>
                  <a:lnTo>
                    <a:pt x="275060" y="101419"/>
                  </a:lnTo>
                  <a:lnTo>
                    <a:pt x="289116" y="98879"/>
                  </a:lnTo>
                  <a:lnTo>
                    <a:pt x="289831" y="98749"/>
                  </a:lnTo>
                  <a:lnTo>
                    <a:pt x="300985" y="96733"/>
                  </a:lnTo>
                  <a:lnTo>
                    <a:pt x="320533" y="92121"/>
                  </a:lnTo>
                  <a:lnTo>
                    <a:pt x="322650" y="91618"/>
                  </a:lnTo>
                  <a:lnTo>
                    <a:pt x="347867" y="85499"/>
                  </a:lnTo>
                  <a:lnTo>
                    <a:pt x="364093" y="81507"/>
                  </a:lnTo>
                  <a:lnTo>
                    <a:pt x="364335" y="81447"/>
                  </a:lnTo>
                  <a:lnTo>
                    <a:pt x="367601" y="80613"/>
                  </a:lnTo>
                  <a:lnTo>
                    <a:pt x="377813" y="77993"/>
                  </a:lnTo>
                  <a:lnTo>
                    <a:pt x="387837" y="75405"/>
                  </a:lnTo>
                  <a:lnTo>
                    <a:pt x="394277" y="73734"/>
                  </a:lnTo>
                  <a:lnTo>
                    <a:pt x="410048" y="69612"/>
                  </a:lnTo>
                  <a:lnTo>
                    <a:pt x="421764" y="66600"/>
                  </a:lnTo>
                  <a:lnTo>
                    <a:pt x="426759" y="65308"/>
                  </a:lnTo>
                  <a:lnTo>
                    <a:pt x="444763" y="60620"/>
                  </a:lnTo>
                  <a:lnTo>
                    <a:pt x="448980" y="59459"/>
                  </a:lnTo>
                  <a:lnTo>
                    <a:pt x="459666" y="56504"/>
                  </a:lnTo>
                  <a:lnTo>
                    <a:pt x="474922" y="52252"/>
                  </a:lnTo>
                  <a:lnTo>
                    <a:pt x="481856" y="50333"/>
                  </a:lnTo>
                  <a:lnTo>
                    <a:pt x="493562" y="47075"/>
                  </a:lnTo>
                  <a:lnTo>
                    <a:pt x="504161" y="44105"/>
                  </a:lnTo>
                  <a:lnTo>
                    <a:pt x="505551" y="43714"/>
                  </a:lnTo>
                  <a:lnTo>
                    <a:pt x="541556" y="33637"/>
                  </a:lnTo>
                  <a:lnTo>
                    <a:pt x="550232" y="31177"/>
                  </a:lnTo>
                  <a:lnTo>
                    <a:pt x="552295" y="30594"/>
                  </a:lnTo>
                  <a:lnTo>
                    <a:pt x="559690" y="28500"/>
                  </a:lnTo>
                  <a:lnTo>
                    <a:pt x="572119" y="24954"/>
                  </a:lnTo>
                  <a:lnTo>
                    <a:pt x="586123" y="20393"/>
                  </a:lnTo>
                  <a:lnTo>
                    <a:pt x="601759" y="15877"/>
                  </a:lnTo>
                  <a:lnTo>
                    <a:pt x="605776" y="14710"/>
                  </a:lnTo>
                  <a:lnTo>
                    <a:pt x="619956" y="10568"/>
                  </a:lnTo>
                  <a:lnTo>
                    <a:pt x="635121" y="6080"/>
                  </a:lnTo>
                  <a:lnTo>
                    <a:pt x="642711" y="3818"/>
                  </a:lnTo>
                  <a:lnTo>
                    <a:pt x="655380" y="0"/>
                  </a:lnTo>
                  <a:lnTo>
                    <a:pt x="660813" y="11000"/>
                  </a:lnTo>
                  <a:lnTo>
                    <a:pt x="668098" y="24570"/>
                  </a:lnTo>
                  <a:lnTo>
                    <a:pt x="671738" y="29827"/>
                  </a:lnTo>
                  <a:lnTo>
                    <a:pt x="679140" y="40507"/>
                  </a:lnTo>
                  <a:lnTo>
                    <a:pt x="686456" y="48465"/>
                  </a:lnTo>
                  <a:lnTo>
                    <a:pt x="697842" y="62154"/>
                  </a:lnTo>
                  <a:lnTo>
                    <a:pt x="704484" y="70414"/>
                  </a:lnTo>
                  <a:lnTo>
                    <a:pt x="707430" y="73944"/>
                  </a:lnTo>
                  <a:lnTo>
                    <a:pt x="714041" y="86326"/>
                  </a:lnTo>
                  <a:lnTo>
                    <a:pt x="717376" y="107670"/>
                  </a:lnTo>
                  <a:lnTo>
                    <a:pt x="718108" y="125534"/>
                  </a:lnTo>
                  <a:lnTo>
                    <a:pt x="710037" y="128583"/>
                  </a:lnTo>
                  <a:lnTo>
                    <a:pt x="701758" y="134852"/>
                  </a:lnTo>
                  <a:lnTo>
                    <a:pt x="701151" y="135310"/>
                  </a:lnTo>
                  <a:lnTo>
                    <a:pt x="690309" y="145466"/>
                  </a:lnTo>
                  <a:lnTo>
                    <a:pt x="683733" y="153705"/>
                  </a:lnTo>
                  <a:lnTo>
                    <a:pt x="675623" y="164150"/>
                  </a:lnTo>
                  <a:lnTo>
                    <a:pt x="670007" y="174756"/>
                  </a:lnTo>
                  <a:lnTo>
                    <a:pt x="665126" y="181962"/>
                  </a:lnTo>
                  <a:lnTo>
                    <a:pt x="660654" y="190621"/>
                  </a:lnTo>
                  <a:lnTo>
                    <a:pt x="657286" y="199213"/>
                  </a:lnTo>
                  <a:lnTo>
                    <a:pt x="653556" y="213950"/>
                  </a:lnTo>
                  <a:lnTo>
                    <a:pt x="651075" y="210363"/>
                  </a:lnTo>
                  <a:lnTo>
                    <a:pt x="644633" y="207416"/>
                  </a:lnTo>
                  <a:lnTo>
                    <a:pt x="635172" y="207516"/>
                  </a:lnTo>
                  <a:lnTo>
                    <a:pt x="620874" y="213098"/>
                  </a:lnTo>
                  <a:lnTo>
                    <a:pt x="605092" y="222401"/>
                  </a:lnTo>
                  <a:lnTo>
                    <a:pt x="603266" y="223473"/>
                  </a:lnTo>
                  <a:lnTo>
                    <a:pt x="595871" y="230459"/>
                  </a:lnTo>
                  <a:lnTo>
                    <a:pt x="590478" y="237579"/>
                  </a:lnTo>
                  <a:lnTo>
                    <a:pt x="580541" y="247275"/>
                  </a:lnTo>
                  <a:lnTo>
                    <a:pt x="577079" y="251900"/>
                  </a:lnTo>
                  <a:lnTo>
                    <a:pt x="569130" y="262488"/>
                  </a:lnTo>
                  <a:lnTo>
                    <a:pt x="564354" y="271274"/>
                  </a:lnTo>
                  <a:lnTo>
                    <a:pt x="561273" y="276926"/>
                  </a:lnTo>
                  <a:lnTo>
                    <a:pt x="557901" y="286796"/>
                  </a:lnTo>
                  <a:lnTo>
                    <a:pt x="556250" y="300653"/>
                  </a:lnTo>
                  <a:lnTo>
                    <a:pt x="555357" y="308064"/>
                  </a:lnTo>
                  <a:lnTo>
                    <a:pt x="554986" y="313679"/>
                  </a:lnTo>
                  <a:lnTo>
                    <a:pt x="554493" y="321056"/>
                  </a:lnTo>
                  <a:lnTo>
                    <a:pt x="550496" y="321549"/>
                  </a:lnTo>
                  <a:lnTo>
                    <a:pt x="548800" y="318817"/>
                  </a:lnTo>
                  <a:lnTo>
                    <a:pt x="538415" y="319022"/>
                  </a:lnTo>
                  <a:lnTo>
                    <a:pt x="526854" y="322075"/>
                  </a:lnTo>
                  <a:lnTo>
                    <a:pt x="518142" y="325497"/>
                  </a:lnTo>
                  <a:lnTo>
                    <a:pt x="506266" y="334080"/>
                  </a:lnTo>
                  <a:lnTo>
                    <a:pt x="498542" y="329171"/>
                  </a:lnTo>
                  <a:lnTo>
                    <a:pt x="494951" y="326932"/>
                  </a:lnTo>
                  <a:lnTo>
                    <a:pt x="478441" y="316602"/>
                  </a:lnTo>
                  <a:lnTo>
                    <a:pt x="451892" y="299971"/>
                  </a:lnTo>
                  <a:lnTo>
                    <a:pt x="448088" y="297525"/>
                  </a:lnTo>
                  <a:lnTo>
                    <a:pt x="422523" y="281008"/>
                  </a:lnTo>
                  <a:lnTo>
                    <a:pt x="413218" y="275273"/>
                  </a:lnTo>
                  <a:lnTo>
                    <a:pt x="412054" y="274554"/>
                  </a:lnTo>
                  <a:lnTo>
                    <a:pt x="390494" y="261193"/>
                  </a:lnTo>
                  <a:lnTo>
                    <a:pt x="389032" y="261531"/>
                  </a:lnTo>
                  <a:lnTo>
                    <a:pt x="369838" y="265945"/>
                  </a:lnTo>
                  <a:lnTo>
                    <a:pt x="369613" y="265996"/>
                  </a:lnTo>
                  <a:lnTo>
                    <a:pt x="357196" y="268821"/>
                  </a:lnTo>
                  <a:lnTo>
                    <a:pt x="336974" y="273275"/>
                  </a:lnTo>
                  <a:lnTo>
                    <a:pt x="316963" y="277620"/>
                  </a:lnTo>
                  <a:lnTo>
                    <a:pt x="297348" y="281542"/>
                  </a:lnTo>
                  <a:lnTo>
                    <a:pt x="296212" y="269860"/>
                  </a:lnTo>
                  <a:lnTo>
                    <a:pt x="289983" y="264302"/>
                  </a:lnTo>
                  <a:lnTo>
                    <a:pt x="283003" y="258061"/>
                  </a:lnTo>
                  <a:lnTo>
                    <a:pt x="279945" y="255323"/>
                  </a:lnTo>
                  <a:lnTo>
                    <a:pt x="272465" y="263742"/>
                  </a:lnTo>
                  <a:lnTo>
                    <a:pt x="270501" y="261156"/>
                  </a:lnTo>
                  <a:lnTo>
                    <a:pt x="271221" y="255723"/>
                  </a:lnTo>
                  <a:lnTo>
                    <a:pt x="270255" y="253362"/>
                  </a:lnTo>
                  <a:lnTo>
                    <a:pt x="270156" y="253120"/>
                  </a:lnTo>
                  <a:lnTo>
                    <a:pt x="246335" y="257175"/>
                  </a:lnTo>
                  <a:lnTo>
                    <a:pt x="243034" y="257730"/>
                  </a:lnTo>
                  <a:lnTo>
                    <a:pt x="232451" y="259499"/>
                  </a:lnTo>
                  <a:lnTo>
                    <a:pt x="209611" y="263543"/>
                  </a:lnTo>
                  <a:lnTo>
                    <a:pt x="200745" y="265092"/>
                  </a:lnTo>
                  <a:lnTo>
                    <a:pt x="192821" y="266466"/>
                  </a:lnTo>
                  <a:lnTo>
                    <a:pt x="186954" y="267477"/>
                  </a:lnTo>
                  <a:lnTo>
                    <a:pt x="181447" y="268522"/>
                  </a:lnTo>
                  <a:lnTo>
                    <a:pt x="172281" y="270250"/>
                  </a:lnTo>
                  <a:lnTo>
                    <a:pt x="165676" y="271488"/>
                  </a:lnTo>
                  <a:lnTo>
                    <a:pt x="164162" y="271688"/>
                  </a:lnTo>
                  <a:lnTo>
                    <a:pt x="160814" y="272130"/>
                  </a:lnTo>
                  <a:lnTo>
                    <a:pt x="155925" y="272773"/>
                  </a:lnTo>
                  <a:lnTo>
                    <a:pt x="152742" y="276111"/>
                  </a:lnTo>
                  <a:lnTo>
                    <a:pt x="146787" y="279689"/>
                  </a:lnTo>
                  <a:lnTo>
                    <a:pt x="143219" y="281413"/>
                  </a:lnTo>
                  <a:lnTo>
                    <a:pt x="134653" y="285540"/>
                  </a:lnTo>
                  <a:lnTo>
                    <a:pt x="130509" y="291225"/>
                  </a:lnTo>
                  <a:lnTo>
                    <a:pt x="129181" y="291216"/>
                  </a:lnTo>
                  <a:lnTo>
                    <a:pt x="127324" y="291202"/>
                  </a:lnTo>
                  <a:lnTo>
                    <a:pt x="118391" y="296194"/>
                  </a:lnTo>
                  <a:lnTo>
                    <a:pt x="109722" y="301062"/>
                  </a:lnTo>
                  <a:lnTo>
                    <a:pt x="101877" y="305452"/>
                  </a:lnTo>
                  <a:lnTo>
                    <a:pt x="84133" y="309553"/>
                  </a:lnTo>
                  <a:lnTo>
                    <a:pt x="70885" y="312735"/>
                  </a:lnTo>
                  <a:lnTo>
                    <a:pt x="65396" y="314045"/>
                  </a:lnTo>
                  <a:lnTo>
                    <a:pt x="59533" y="315439"/>
                  </a:lnTo>
                  <a:lnTo>
                    <a:pt x="33102" y="320511"/>
                  </a:lnTo>
                  <a:lnTo>
                    <a:pt x="27366" y="321601"/>
                  </a:lnTo>
                  <a:lnTo>
                    <a:pt x="17000" y="323559"/>
                  </a:lnTo>
                  <a:lnTo>
                    <a:pt x="920" y="32656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720505" y="2500937"/>
              <a:ext cx="453065" cy="272283"/>
            </a:xfrm>
            <a:custGeom>
              <a:avLst/>
              <a:pathLst>
                <a:path w="453065" h="272283">
                  <a:moveTo>
                    <a:pt x="13521" y="0"/>
                  </a:moveTo>
                  <a:lnTo>
                    <a:pt x="51968" y="1874"/>
                  </a:lnTo>
                  <a:lnTo>
                    <a:pt x="76909" y="2829"/>
                  </a:lnTo>
                  <a:lnTo>
                    <a:pt x="81966" y="3006"/>
                  </a:lnTo>
                  <a:lnTo>
                    <a:pt x="118168" y="4235"/>
                  </a:lnTo>
                  <a:lnTo>
                    <a:pt x="129360" y="4515"/>
                  </a:lnTo>
                  <a:lnTo>
                    <a:pt x="151988" y="4998"/>
                  </a:lnTo>
                  <a:lnTo>
                    <a:pt x="159357" y="5144"/>
                  </a:lnTo>
                  <a:lnTo>
                    <a:pt x="180578" y="5499"/>
                  </a:lnTo>
                  <a:lnTo>
                    <a:pt x="220251" y="5859"/>
                  </a:lnTo>
                  <a:lnTo>
                    <a:pt x="234495" y="5929"/>
                  </a:lnTo>
                  <a:lnTo>
                    <a:pt x="249869" y="5954"/>
                  </a:lnTo>
                  <a:lnTo>
                    <a:pt x="272059" y="5857"/>
                  </a:lnTo>
                  <a:lnTo>
                    <a:pt x="280620" y="5790"/>
                  </a:lnTo>
                  <a:lnTo>
                    <a:pt x="302136" y="5516"/>
                  </a:lnTo>
                  <a:lnTo>
                    <a:pt x="309614" y="5397"/>
                  </a:lnTo>
                  <a:lnTo>
                    <a:pt x="362157" y="4320"/>
                  </a:lnTo>
                  <a:lnTo>
                    <a:pt x="372118" y="4048"/>
                  </a:lnTo>
                  <a:lnTo>
                    <a:pt x="403364" y="3057"/>
                  </a:lnTo>
                  <a:lnTo>
                    <a:pt x="403603" y="7826"/>
                  </a:lnTo>
                  <a:lnTo>
                    <a:pt x="406168" y="14556"/>
                  </a:lnTo>
                  <a:lnTo>
                    <a:pt x="408466" y="22752"/>
                  </a:lnTo>
                  <a:lnTo>
                    <a:pt x="410456" y="27823"/>
                  </a:lnTo>
                  <a:lnTo>
                    <a:pt x="411826" y="31753"/>
                  </a:lnTo>
                  <a:lnTo>
                    <a:pt x="409629" y="39170"/>
                  </a:lnTo>
                  <a:lnTo>
                    <a:pt x="409480" y="42647"/>
                  </a:lnTo>
                  <a:lnTo>
                    <a:pt x="409468" y="42922"/>
                  </a:lnTo>
                  <a:lnTo>
                    <a:pt x="409436" y="43658"/>
                  </a:lnTo>
                  <a:lnTo>
                    <a:pt x="410337" y="52496"/>
                  </a:lnTo>
                  <a:lnTo>
                    <a:pt x="410686" y="59974"/>
                  </a:lnTo>
                  <a:lnTo>
                    <a:pt x="411450" y="67509"/>
                  </a:lnTo>
                  <a:lnTo>
                    <a:pt x="410939" y="73115"/>
                  </a:lnTo>
                  <a:lnTo>
                    <a:pt x="410775" y="74905"/>
                  </a:lnTo>
                  <a:lnTo>
                    <a:pt x="410737" y="75314"/>
                  </a:lnTo>
                  <a:lnTo>
                    <a:pt x="413376" y="81947"/>
                  </a:lnTo>
                  <a:lnTo>
                    <a:pt x="415720" y="87535"/>
                  </a:lnTo>
                  <a:lnTo>
                    <a:pt x="417869" y="95561"/>
                  </a:lnTo>
                  <a:lnTo>
                    <a:pt x="420558" y="103209"/>
                  </a:lnTo>
                  <a:lnTo>
                    <a:pt x="424864" y="111720"/>
                  </a:lnTo>
                  <a:lnTo>
                    <a:pt x="427165" y="117974"/>
                  </a:lnTo>
                  <a:lnTo>
                    <a:pt x="427897" y="119959"/>
                  </a:lnTo>
                  <a:lnTo>
                    <a:pt x="429826" y="126598"/>
                  </a:lnTo>
                  <a:lnTo>
                    <a:pt x="429970" y="132943"/>
                  </a:lnTo>
                  <a:lnTo>
                    <a:pt x="430085" y="138057"/>
                  </a:lnTo>
                  <a:lnTo>
                    <a:pt x="431674" y="152248"/>
                  </a:lnTo>
                  <a:lnTo>
                    <a:pt x="432059" y="155633"/>
                  </a:lnTo>
                  <a:lnTo>
                    <a:pt x="432924" y="163223"/>
                  </a:lnTo>
                  <a:lnTo>
                    <a:pt x="433611" y="169245"/>
                  </a:lnTo>
                  <a:lnTo>
                    <a:pt x="433004" y="175464"/>
                  </a:lnTo>
                  <a:lnTo>
                    <a:pt x="437479" y="183796"/>
                  </a:lnTo>
                  <a:lnTo>
                    <a:pt x="436480" y="195601"/>
                  </a:lnTo>
                  <a:lnTo>
                    <a:pt x="436896" y="202977"/>
                  </a:lnTo>
                  <a:lnTo>
                    <a:pt x="436922" y="207951"/>
                  </a:lnTo>
                  <a:lnTo>
                    <a:pt x="437182" y="208477"/>
                  </a:lnTo>
                  <a:lnTo>
                    <a:pt x="439881" y="213917"/>
                  </a:lnTo>
                  <a:lnTo>
                    <a:pt x="442467" y="225207"/>
                  </a:lnTo>
                  <a:lnTo>
                    <a:pt x="446456" y="231739"/>
                  </a:lnTo>
                  <a:lnTo>
                    <a:pt x="449379" y="235013"/>
                  </a:lnTo>
                  <a:lnTo>
                    <a:pt x="450072" y="243679"/>
                  </a:lnTo>
                  <a:lnTo>
                    <a:pt x="453062" y="255402"/>
                  </a:lnTo>
                  <a:lnTo>
                    <a:pt x="452196" y="260854"/>
                  </a:lnTo>
                  <a:lnTo>
                    <a:pt x="452121" y="261323"/>
                  </a:lnTo>
                  <a:lnTo>
                    <a:pt x="453065" y="268374"/>
                  </a:lnTo>
                  <a:lnTo>
                    <a:pt x="421683" y="269558"/>
                  </a:lnTo>
                  <a:lnTo>
                    <a:pt x="412832" y="269886"/>
                  </a:lnTo>
                  <a:lnTo>
                    <a:pt x="393802" y="270538"/>
                  </a:lnTo>
                  <a:lnTo>
                    <a:pt x="379605" y="270938"/>
                  </a:lnTo>
                  <a:lnTo>
                    <a:pt x="367386" y="271212"/>
                  </a:lnTo>
                  <a:lnTo>
                    <a:pt x="365610" y="271250"/>
                  </a:lnTo>
                  <a:lnTo>
                    <a:pt x="361829" y="271327"/>
                  </a:lnTo>
                  <a:lnTo>
                    <a:pt x="340992" y="271753"/>
                  </a:lnTo>
                  <a:lnTo>
                    <a:pt x="328217" y="271837"/>
                  </a:lnTo>
                  <a:lnTo>
                    <a:pt x="322219" y="271896"/>
                  </a:lnTo>
                  <a:lnTo>
                    <a:pt x="305172" y="272026"/>
                  </a:lnTo>
                  <a:lnTo>
                    <a:pt x="299895" y="272067"/>
                  </a:lnTo>
                  <a:lnTo>
                    <a:pt x="284623" y="272205"/>
                  </a:lnTo>
                  <a:lnTo>
                    <a:pt x="275821" y="272263"/>
                  </a:lnTo>
                  <a:lnTo>
                    <a:pt x="268495" y="272239"/>
                  </a:lnTo>
                  <a:lnTo>
                    <a:pt x="262018" y="272283"/>
                  </a:lnTo>
                  <a:lnTo>
                    <a:pt x="252191" y="272241"/>
                  </a:lnTo>
                  <a:lnTo>
                    <a:pt x="235725" y="272167"/>
                  </a:lnTo>
                  <a:lnTo>
                    <a:pt x="227120" y="272075"/>
                  </a:lnTo>
                  <a:lnTo>
                    <a:pt x="214687" y="271982"/>
                  </a:lnTo>
                  <a:lnTo>
                    <a:pt x="213925" y="271975"/>
                  </a:lnTo>
                  <a:lnTo>
                    <a:pt x="198770" y="271846"/>
                  </a:lnTo>
                  <a:lnTo>
                    <a:pt x="177889" y="271585"/>
                  </a:lnTo>
                  <a:lnTo>
                    <a:pt x="162235" y="271336"/>
                  </a:lnTo>
                  <a:lnTo>
                    <a:pt x="150606" y="271124"/>
                  </a:lnTo>
                  <a:lnTo>
                    <a:pt x="136233" y="270800"/>
                  </a:lnTo>
                  <a:lnTo>
                    <a:pt x="123754" y="270494"/>
                  </a:lnTo>
                  <a:lnTo>
                    <a:pt x="118493" y="270356"/>
                  </a:lnTo>
                  <a:lnTo>
                    <a:pt x="103921" y="269939"/>
                  </a:lnTo>
                  <a:lnTo>
                    <a:pt x="90437" y="269513"/>
                  </a:lnTo>
                  <a:lnTo>
                    <a:pt x="81119" y="269204"/>
                  </a:lnTo>
                  <a:lnTo>
                    <a:pt x="70502" y="268837"/>
                  </a:lnTo>
                  <a:lnTo>
                    <a:pt x="66761" y="268699"/>
                  </a:lnTo>
                  <a:lnTo>
                    <a:pt x="63542" y="268579"/>
                  </a:lnTo>
                  <a:lnTo>
                    <a:pt x="50037" y="268050"/>
                  </a:lnTo>
                  <a:lnTo>
                    <a:pt x="36938" y="267503"/>
                  </a:lnTo>
                  <a:lnTo>
                    <a:pt x="23268" y="266905"/>
                  </a:lnTo>
                  <a:lnTo>
                    <a:pt x="0" y="265787"/>
                  </a:lnTo>
                  <a:lnTo>
                    <a:pt x="1475" y="236651"/>
                  </a:lnTo>
                  <a:lnTo>
                    <a:pt x="1672" y="232781"/>
                  </a:lnTo>
                  <a:lnTo>
                    <a:pt x="2517" y="216661"/>
                  </a:lnTo>
                  <a:lnTo>
                    <a:pt x="2650" y="213957"/>
                  </a:lnTo>
                  <a:lnTo>
                    <a:pt x="3082" y="205197"/>
                  </a:lnTo>
                  <a:lnTo>
                    <a:pt x="3392" y="198898"/>
                  </a:lnTo>
                  <a:lnTo>
                    <a:pt x="4373" y="179752"/>
                  </a:lnTo>
                  <a:lnTo>
                    <a:pt x="5282" y="162913"/>
                  </a:lnTo>
                  <a:lnTo>
                    <a:pt x="6158" y="145272"/>
                  </a:lnTo>
                  <a:lnTo>
                    <a:pt x="6166" y="145114"/>
                  </a:lnTo>
                  <a:lnTo>
                    <a:pt x="6477" y="139449"/>
                  </a:lnTo>
                  <a:lnTo>
                    <a:pt x="7465" y="121514"/>
                  </a:lnTo>
                  <a:lnTo>
                    <a:pt x="8455" y="104114"/>
                  </a:lnTo>
                  <a:lnTo>
                    <a:pt x="9123" y="89470"/>
                  </a:lnTo>
                  <a:lnTo>
                    <a:pt x="9225" y="87331"/>
                  </a:lnTo>
                  <a:lnTo>
                    <a:pt x="10242" y="65984"/>
                  </a:lnTo>
                  <a:lnTo>
                    <a:pt x="10849" y="53116"/>
                  </a:lnTo>
                  <a:lnTo>
                    <a:pt x="11281" y="43993"/>
                  </a:lnTo>
                  <a:lnTo>
                    <a:pt x="11887" y="31834"/>
                  </a:lnTo>
                  <a:lnTo>
                    <a:pt x="12814" y="132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496691" y="3951445"/>
              <a:ext cx="536246" cy="496421"/>
            </a:xfrm>
            <a:custGeom>
              <a:avLst/>
              <a:pathLst>
                <a:path w="536246" h="496421">
                  <a:moveTo>
                    <a:pt x="0" y="42524"/>
                  </a:moveTo>
                  <a:lnTo>
                    <a:pt x="27308" y="40707"/>
                  </a:lnTo>
                  <a:lnTo>
                    <a:pt x="57530" y="38708"/>
                  </a:lnTo>
                  <a:lnTo>
                    <a:pt x="70069" y="37848"/>
                  </a:lnTo>
                  <a:lnTo>
                    <a:pt x="79903" y="37115"/>
                  </a:lnTo>
                  <a:lnTo>
                    <a:pt x="97602" y="35768"/>
                  </a:lnTo>
                  <a:lnTo>
                    <a:pt x="109924" y="34865"/>
                  </a:lnTo>
                  <a:lnTo>
                    <a:pt x="126641" y="33613"/>
                  </a:lnTo>
                  <a:lnTo>
                    <a:pt x="138509" y="32711"/>
                  </a:lnTo>
                  <a:lnTo>
                    <a:pt x="140875" y="32529"/>
                  </a:lnTo>
                  <a:lnTo>
                    <a:pt x="158631" y="31145"/>
                  </a:lnTo>
                  <a:lnTo>
                    <a:pt x="187514" y="28707"/>
                  </a:lnTo>
                  <a:lnTo>
                    <a:pt x="189121" y="28568"/>
                  </a:lnTo>
                  <a:lnTo>
                    <a:pt x="196186" y="27955"/>
                  </a:lnTo>
                  <a:lnTo>
                    <a:pt x="218278" y="26002"/>
                  </a:lnTo>
                  <a:lnTo>
                    <a:pt x="222005" y="25680"/>
                  </a:lnTo>
                  <a:lnTo>
                    <a:pt x="240992" y="24017"/>
                  </a:lnTo>
                  <a:lnTo>
                    <a:pt x="262207" y="22007"/>
                  </a:lnTo>
                  <a:lnTo>
                    <a:pt x="265380" y="21702"/>
                  </a:lnTo>
                  <a:lnTo>
                    <a:pt x="279655" y="20316"/>
                  </a:lnTo>
                  <a:lnTo>
                    <a:pt x="312887" y="16962"/>
                  </a:lnTo>
                  <a:lnTo>
                    <a:pt x="316039" y="16638"/>
                  </a:lnTo>
                  <a:lnTo>
                    <a:pt x="336474" y="14812"/>
                  </a:lnTo>
                  <a:lnTo>
                    <a:pt x="341052" y="14396"/>
                  </a:lnTo>
                  <a:lnTo>
                    <a:pt x="341260" y="14377"/>
                  </a:lnTo>
                  <a:lnTo>
                    <a:pt x="370748" y="11208"/>
                  </a:lnTo>
                  <a:lnTo>
                    <a:pt x="382244" y="9946"/>
                  </a:lnTo>
                  <a:lnTo>
                    <a:pt x="407013" y="7197"/>
                  </a:lnTo>
                  <a:lnTo>
                    <a:pt x="408956" y="6978"/>
                  </a:lnTo>
                  <a:lnTo>
                    <a:pt x="429017" y="4751"/>
                  </a:lnTo>
                  <a:lnTo>
                    <a:pt x="437654" y="3777"/>
                  </a:lnTo>
                  <a:lnTo>
                    <a:pt x="466660" y="753"/>
                  </a:lnTo>
                  <a:lnTo>
                    <a:pt x="473742" y="0"/>
                  </a:lnTo>
                  <a:lnTo>
                    <a:pt x="475567" y="4505"/>
                  </a:lnTo>
                  <a:lnTo>
                    <a:pt x="477302" y="10263"/>
                  </a:lnTo>
                  <a:lnTo>
                    <a:pt x="484586" y="13233"/>
                  </a:lnTo>
                  <a:lnTo>
                    <a:pt x="485284" y="17058"/>
                  </a:lnTo>
                  <a:lnTo>
                    <a:pt x="486008" y="24142"/>
                  </a:lnTo>
                  <a:lnTo>
                    <a:pt x="481139" y="29702"/>
                  </a:lnTo>
                  <a:lnTo>
                    <a:pt x="477519" y="36985"/>
                  </a:lnTo>
                  <a:lnTo>
                    <a:pt x="474209" y="39380"/>
                  </a:lnTo>
                  <a:lnTo>
                    <a:pt x="471083" y="41640"/>
                  </a:lnTo>
                  <a:lnTo>
                    <a:pt x="470109" y="47779"/>
                  </a:lnTo>
                  <a:lnTo>
                    <a:pt x="464217" y="51993"/>
                  </a:lnTo>
                  <a:lnTo>
                    <a:pt x="460361" y="61197"/>
                  </a:lnTo>
                  <a:lnTo>
                    <a:pt x="457943" y="68298"/>
                  </a:lnTo>
                  <a:lnTo>
                    <a:pt x="466416" y="67226"/>
                  </a:lnTo>
                  <a:lnTo>
                    <a:pt x="486120" y="64702"/>
                  </a:lnTo>
                  <a:lnTo>
                    <a:pt x="501488" y="62755"/>
                  </a:lnTo>
                  <a:lnTo>
                    <a:pt x="507677" y="61964"/>
                  </a:lnTo>
                  <a:lnTo>
                    <a:pt x="525546" y="59623"/>
                  </a:lnTo>
                  <a:lnTo>
                    <a:pt x="531241" y="65965"/>
                  </a:lnTo>
                  <a:lnTo>
                    <a:pt x="535319" y="68957"/>
                  </a:lnTo>
                  <a:lnTo>
                    <a:pt x="535904" y="71115"/>
                  </a:lnTo>
                  <a:lnTo>
                    <a:pt x="536246" y="72376"/>
                  </a:lnTo>
                  <a:lnTo>
                    <a:pt x="528529" y="76151"/>
                  </a:lnTo>
                  <a:lnTo>
                    <a:pt x="528178" y="79666"/>
                  </a:lnTo>
                  <a:lnTo>
                    <a:pt x="529390" y="84610"/>
                  </a:lnTo>
                  <a:lnTo>
                    <a:pt x="521926" y="89081"/>
                  </a:lnTo>
                  <a:lnTo>
                    <a:pt x="515302" y="94551"/>
                  </a:lnTo>
                  <a:lnTo>
                    <a:pt x="509684" y="94254"/>
                  </a:lnTo>
                  <a:lnTo>
                    <a:pt x="506147" y="102587"/>
                  </a:lnTo>
                  <a:lnTo>
                    <a:pt x="512954" y="107701"/>
                  </a:lnTo>
                  <a:lnTo>
                    <a:pt x="515696" y="110597"/>
                  </a:lnTo>
                  <a:lnTo>
                    <a:pt x="509981" y="113786"/>
                  </a:lnTo>
                  <a:lnTo>
                    <a:pt x="509351" y="120189"/>
                  </a:lnTo>
                  <a:lnTo>
                    <a:pt x="508145" y="122808"/>
                  </a:lnTo>
                  <a:lnTo>
                    <a:pt x="499549" y="122686"/>
                  </a:lnTo>
                  <a:lnTo>
                    <a:pt x="499434" y="129855"/>
                  </a:lnTo>
                  <a:lnTo>
                    <a:pt x="502535" y="134696"/>
                  </a:lnTo>
                  <a:lnTo>
                    <a:pt x="500636" y="140500"/>
                  </a:lnTo>
                  <a:lnTo>
                    <a:pt x="497817" y="139789"/>
                  </a:lnTo>
                  <a:lnTo>
                    <a:pt x="493500" y="142046"/>
                  </a:lnTo>
                  <a:lnTo>
                    <a:pt x="496800" y="147891"/>
                  </a:lnTo>
                  <a:lnTo>
                    <a:pt x="493977" y="156035"/>
                  </a:lnTo>
                  <a:lnTo>
                    <a:pt x="489588" y="160532"/>
                  </a:lnTo>
                  <a:lnTo>
                    <a:pt x="497314" y="162896"/>
                  </a:lnTo>
                  <a:lnTo>
                    <a:pt x="498471" y="168969"/>
                  </a:lnTo>
                  <a:lnTo>
                    <a:pt x="498316" y="174148"/>
                  </a:lnTo>
                  <a:lnTo>
                    <a:pt x="499951" y="180096"/>
                  </a:lnTo>
                  <a:lnTo>
                    <a:pt x="492322" y="179591"/>
                  </a:lnTo>
                  <a:lnTo>
                    <a:pt x="490545" y="184775"/>
                  </a:lnTo>
                  <a:lnTo>
                    <a:pt x="489410" y="190313"/>
                  </a:lnTo>
                  <a:lnTo>
                    <a:pt x="482204" y="192538"/>
                  </a:lnTo>
                  <a:lnTo>
                    <a:pt x="478542" y="194490"/>
                  </a:lnTo>
                  <a:lnTo>
                    <a:pt x="478068" y="198943"/>
                  </a:lnTo>
                  <a:lnTo>
                    <a:pt x="485864" y="205763"/>
                  </a:lnTo>
                  <a:lnTo>
                    <a:pt x="485673" y="209809"/>
                  </a:lnTo>
                  <a:lnTo>
                    <a:pt x="479515" y="215103"/>
                  </a:lnTo>
                  <a:lnTo>
                    <a:pt x="479311" y="215278"/>
                  </a:lnTo>
                  <a:lnTo>
                    <a:pt x="470271" y="221149"/>
                  </a:lnTo>
                  <a:lnTo>
                    <a:pt x="469585" y="221232"/>
                  </a:lnTo>
                  <a:lnTo>
                    <a:pt x="463551" y="221963"/>
                  </a:lnTo>
                  <a:lnTo>
                    <a:pt x="463117" y="228135"/>
                  </a:lnTo>
                  <a:lnTo>
                    <a:pt x="459980" y="231713"/>
                  </a:lnTo>
                  <a:lnTo>
                    <a:pt x="456418" y="240413"/>
                  </a:lnTo>
                  <a:lnTo>
                    <a:pt x="456486" y="245536"/>
                  </a:lnTo>
                  <a:lnTo>
                    <a:pt x="454228" y="250011"/>
                  </a:lnTo>
                  <a:lnTo>
                    <a:pt x="453097" y="252252"/>
                  </a:lnTo>
                  <a:lnTo>
                    <a:pt x="457850" y="258045"/>
                  </a:lnTo>
                  <a:lnTo>
                    <a:pt x="456233" y="264037"/>
                  </a:lnTo>
                  <a:lnTo>
                    <a:pt x="455548" y="272813"/>
                  </a:lnTo>
                  <a:lnTo>
                    <a:pt x="457036" y="278446"/>
                  </a:lnTo>
                  <a:lnTo>
                    <a:pt x="450257" y="283353"/>
                  </a:lnTo>
                  <a:lnTo>
                    <a:pt x="448816" y="289900"/>
                  </a:lnTo>
                  <a:lnTo>
                    <a:pt x="440961" y="286990"/>
                  </a:lnTo>
                  <a:lnTo>
                    <a:pt x="437312" y="290228"/>
                  </a:lnTo>
                  <a:lnTo>
                    <a:pt x="439365" y="297111"/>
                  </a:lnTo>
                  <a:lnTo>
                    <a:pt x="432934" y="299117"/>
                  </a:lnTo>
                  <a:lnTo>
                    <a:pt x="430527" y="305128"/>
                  </a:lnTo>
                  <a:lnTo>
                    <a:pt x="424721" y="307312"/>
                  </a:lnTo>
                  <a:lnTo>
                    <a:pt x="426524" y="312427"/>
                  </a:lnTo>
                  <a:lnTo>
                    <a:pt x="425546" y="315639"/>
                  </a:lnTo>
                  <a:lnTo>
                    <a:pt x="420929" y="317754"/>
                  </a:lnTo>
                  <a:lnTo>
                    <a:pt x="420634" y="321591"/>
                  </a:lnTo>
                  <a:lnTo>
                    <a:pt x="420596" y="322079"/>
                  </a:lnTo>
                  <a:lnTo>
                    <a:pt x="420523" y="323021"/>
                  </a:lnTo>
                  <a:lnTo>
                    <a:pt x="425649" y="324422"/>
                  </a:lnTo>
                  <a:lnTo>
                    <a:pt x="428842" y="327080"/>
                  </a:lnTo>
                  <a:lnTo>
                    <a:pt x="427460" y="333223"/>
                  </a:lnTo>
                  <a:lnTo>
                    <a:pt x="422074" y="334970"/>
                  </a:lnTo>
                  <a:lnTo>
                    <a:pt x="418220" y="337762"/>
                  </a:lnTo>
                  <a:lnTo>
                    <a:pt x="415768" y="341086"/>
                  </a:lnTo>
                  <a:lnTo>
                    <a:pt x="410917" y="340531"/>
                  </a:lnTo>
                  <a:lnTo>
                    <a:pt x="406796" y="344115"/>
                  </a:lnTo>
                  <a:lnTo>
                    <a:pt x="412790" y="345812"/>
                  </a:lnTo>
                  <a:lnTo>
                    <a:pt x="414285" y="350399"/>
                  </a:lnTo>
                  <a:lnTo>
                    <a:pt x="410842" y="354804"/>
                  </a:lnTo>
                  <a:lnTo>
                    <a:pt x="412427" y="361708"/>
                  </a:lnTo>
                  <a:lnTo>
                    <a:pt x="415687" y="363780"/>
                  </a:lnTo>
                  <a:lnTo>
                    <a:pt x="416036" y="369354"/>
                  </a:lnTo>
                  <a:lnTo>
                    <a:pt x="409431" y="368358"/>
                  </a:lnTo>
                  <a:lnTo>
                    <a:pt x="406601" y="368900"/>
                  </a:lnTo>
                  <a:lnTo>
                    <a:pt x="403447" y="372867"/>
                  </a:lnTo>
                  <a:lnTo>
                    <a:pt x="411308" y="376382"/>
                  </a:lnTo>
                  <a:lnTo>
                    <a:pt x="409159" y="383747"/>
                  </a:lnTo>
                  <a:lnTo>
                    <a:pt x="400771" y="385876"/>
                  </a:lnTo>
                  <a:lnTo>
                    <a:pt x="406477" y="390608"/>
                  </a:lnTo>
                  <a:lnTo>
                    <a:pt x="400513" y="395829"/>
                  </a:lnTo>
                  <a:lnTo>
                    <a:pt x="398961" y="400045"/>
                  </a:lnTo>
                  <a:lnTo>
                    <a:pt x="398140" y="402280"/>
                  </a:lnTo>
                  <a:lnTo>
                    <a:pt x="401477" y="406759"/>
                  </a:lnTo>
                  <a:lnTo>
                    <a:pt x="403786" y="410582"/>
                  </a:lnTo>
                  <a:lnTo>
                    <a:pt x="406876" y="414922"/>
                  </a:lnTo>
                  <a:lnTo>
                    <a:pt x="411030" y="419000"/>
                  </a:lnTo>
                  <a:lnTo>
                    <a:pt x="408429" y="425121"/>
                  </a:lnTo>
                  <a:lnTo>
                    <a:pt x="411108" y="433950"/>
                  </a:lnTo>
                  <a:lnTo>
                    <a:pt x="415541" y="434360"/>
                  </a:lnTo>
                  <a:lnTo>
                    <a:pt x="417966" y="439502"/>
                  </a:lnTo>
                  <a:lnTo>
                    <a:pt x="416872" y="446518"/>
                  </a:lnTo>
                  <a:lnTo>
                    <a:pt x="415266" y="453214"/>
                  </a:lnTo>
                  <a:lnTo>
                    <a:pt x="409834" y="453318"/>
                  </a:lnTo>
                  <a:lnTo>
                    <a:pt x="407198" y="458458"/>
                  </a:lnTo>
                  <a:lnTo>
                    <a:pt x="414425" y="463513"/>
                  </a:lnTo>
                  <a:lnTo>
                    <a:pt x="410603" y="469646"/>
                  </a:lnTo>
                  <a:lnTo>
                    <a:pt x="409972" y="470657"/>
                  </a:lnTo>
                  <a:lnTo>
                    <a:pt x="399046" y="471703"/>
                  </a:lnTo>
                  <a:lnTo>
                    <a:pt x="380031" y="473491"/>
                  </a:lnTo>
                  <a:lnTo>
                    <a:pt x="377319" y="473743"/>
                  </a:lnTo>
                  <a:lnTo>
                    <a:pt x="374123" y="474039"/>
                  </a:lnTo>
                  <a:lnTo>
                    <a:pt x="331291" y="478023"/>
                  </a:lnTo>
                  <a:lnTo>
                    <a:pt x="309766" y="479954"/>
                  </a:lnTo>
                  <a:lnTo>
                    <a:pt x="292687" y="481451"/>
                  </a:lnTo>
                  <a:lnTo>
                    <a:pt x="261727" y="483821"/>
                  </a:lnTo>
                  <a:lnTo>
                    <a:pt x="237030" y="485677"/>
                  </a:lnTo>
                  <a:lnTo>
                    <a:pt x="236898" y="485686"/>
                  </a:lnTo>
                  <a:lnTo>
                    <a:pt x="209499" y="487610"/>
                  </a:lnTo>
                  <a:lnTo>
                    <a:pt x="207538" y="487764"/>
                  </a:lnTo>
                  <a:lnTo>
                    <a:pt x="184349" y="489551"/>
                  </a:lnTo>
                  <a:lnTo>
                    <a:pt x="179765" y="489908"/>
                  </a:lnTo>
                  <a:lnTo>
                    <a:pt x="164371" y="491088"/>
                  </a:lnTo>
                  <a:lnTo>
                    <a:pt x="151759" y="492007"/>
                  </a:lnTo>
                  <a:lnTo>
                    <a:pt x="148375" y="492250"/>
                  </a:lnTo>
                  <a:lnTo>
                    <a:pt x="125879" y="493839"/>
                  </a:lnTo>
                  <a:lnTo>
                    <a:pt x="116555" y="494529"/>
                  </a:lnTo>
                  <a:lnTo>
                    <a:pt x="115724" y="494590"/>
                  </a:lnTo>
                  <a:lnTo>
                    <a:pt x="90327" y="496421"/>
                  </a:lnTo>
                  <a:lnTo>
                    <a:pt x="89204" y="477876"/>
                  </a:lnTo>
                  <a:lnTo>
                    <a:pt x="88272" y="463293"/>
                  </a:lnTo>
                  <a:lnTo>
                    <a:pt x="87773" y="455504"/>
                  </a:lnTo>
                  <a:lnTo>
                    <a:pt x="86919" y="441655"/>
                  </a:lnTo>
                  <a:lnTo>
                    <a:pt x="85921" y="426459"/>
                  </a:lnTo>
                  <a:lnTo>
                    <a:pt x="82519" y="423948"/>
                  </a:lnTo>
                  <a:lnTo>
                    <a:pt x="74702" y="423764"/>
                  </a:lnTo>
                  <a:lnTo>
                    <a:pt x="70126" y="422165"/>
                  </a:lnTo>
                  <a:lnTo>
                    <a:pt x="66962" y="425232"/>
                  </a:lnTo>
                  <a:lnTo>
                    <a:pt x="64122" y="424619"/>
                  </a:lnTo>
                  <a:lnTo>
                    <a:pt x="57050" y="426711"/>
                  </a:lnTo>
                  <a:lnTo>
                    <a:pt x="53197" y="426626"/>
                  </a:lnTo>
                  <a:lnTo>
                    <a:pt x="51540" y="428139"/>
                  </a:lnTo>
                  <a:lnTo>
                    <a:pt x="47724" y="427196"/>
                  </a:lnTo>
                  <a:lnTo>
                    <a:pt x="44208" y="425881"/>
                  </a:lnTo>
                  <a:lnTo>
                    <a:pt x="36362" y="418386"/>
                  </a:lnTo>
                  <a:lnTo>
                    <a:pt x="35653" y="398477"/>
                  </a:lnTo>
                  <a:lnTo>
                    <a:pt x="34995" y="378471"/>
                  </a:lnTo>
                  <a:lnTo>
                    <a:pt x="34651" y="368084"/>
                  </a:lnTo>
                  <a:lnTo>
                    <a:pt x="33860" y="345613"/>
                  </a:lnTo>
                  <a:lnTo>
                    <a:pt x="33069" y="323292"/>
                  </a:lnTo>
                  <a:lnTo>
                    <a:pt x="32387" y="303795"/>
                  </a:lnTo>
                  <a:lnTo>
                    <a:pt x="31797" y="286989"/>
                  </a:lnTo>
                  <a:lnTo>
                    <a:pt x="31403" y="274593"/>
                  </a:lnTo>
                  <a:lnTo>
                    <a:pt x="30721" y="253280"/>
                  </a:lnTo>
                  <a:lnTo>
                    <a:pt x="30548" y="247540"/>
                  </a:lnTo>
                  <a:lnTo>
                    <a:pt x="29299" y="206295"/>
                  </a:lnTo>
                  <a:lnTo>
                    <a:pt x="29181" y="202445"/>
                  </a:lnTo>
                  <a:lnTo>
                    <a:pt x="28851" y="190078"/>
                  </a:lnTo>
                  <a:lnTo>
                    <a:pt x="28433" y="187741"/>
                  </a:lnTo>
                  <a:lnTo>
                    <a:pt x="28313" y="187068"/>
                  </a:lnTo>
                  <a:lnTo>
                    <a:pt x="25884" y="173464"/>
                  </a:lnTo>
                  <a:lnTo>
                    <a:pt x="22241" y="154949"/>
                  </a:lnTo>
                  <a:lnTo>
                    <a:pt x="19146" y="139190"/>
                  </a:lnTo>
                  <a:lnTo>
                    <a:pt x="18914" y="138008"/>
                  </a:lnTo>
                  <a:lnTo>
                    <a:pt x="13163" y="109346"/>
                  </a:lnTo>
                  <a:lnTo>
                    <a:pt x="10146" y="94427"/>
                  </a:lnTo>
                  <a:lnTo>
                    <a:pt x="8568" y="86612"/>
                  </a:lnTo>
                  <a:lnTo>
                    <a:pt x="4934" y="685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803268" y="3273226"/>
              <a:ext cx="491049" cy="226630"/>
            </a:xfrm>
            <a:custGeom>
              <a:avLst/>
              <a:pathLst>
                <a:path w="491049" h="226630">
                  <a:moveTo>
                    <a:pt x="401" y="139022"/>
                  </a:moveTo>
                  <a:lnTo>
                    <a:pt x="1013" y="126957"/>
                  </a:lnTo>
                  <a:lnTo>
                    <a:pt x="1426" y="118474"/>
                  </a:lnTo>
                  <a:lnTo>
                    <a:pt x="2009" y="105873"/>
                  </a:lnTo>
                  <a:lnTo>
                    <a:pt x="2177" y="102232"/>
                  </a:lnTo>
                  <a:lnTo>
                    <a:pt x="2469" y="96030"/>
                  </a:lnTo>
                  <a:lnTo>
                    <a:pt x="3121" y="82199"/>
                  </a:lnTo>
                  <a:lnTo>
                    <a:pt x="3547" y="73630"/>
                  </a:lnTo>
                  <a:lnTo>
                    <a:pt x="3601" y="72555"/>
                  </a:lnTo>
                  <a:lnTo>
                    <a:pt x="4427" y="55333"/>
                  </a:lnTo>
                  <a:lnTo>
                    <a:pt x="5301" y="36904"/>
                  </a:lnTo>
                  <a:lnTo>
                    <a:pt x="5724" y="28664"/>
                  </a:lnTo>
                  <a:lnTo>
                    <a:pt x="5797" y="27252"/>
                  </a:lnTo>
                  <a:lnTo>
                    <a:pt x="7092" y="0"/>
                  </a:lnTo>
                  <a:lnTo>
                    <a:pt x="36634" y="1354"/>
                  </a:lnTo>
                  <a:lnTo>
                    <a:pt x="38196" y="1420"/>
                  </a:lnTo>
                  <a:lnTo>
                    <a:pt x="63836" y="2474"/>
                  </a:lnTo>
                  <a:lnTo>
                    <a:pt x="75081" y="2890"/>
                  </a:lnTo>
                  <a:lnTo>
                    <a:pt x="95766" y="3578"/>
                  </a:lnTo>
                  <a:lnTo>
                    <a:pt x="113362" y="4098"/>
                  </a:lnTo>
                  <a:lnTo>
                    <a:pt x="159471" y="5125"/>
                  </a:lnTo>
                  <a:lnTo>
                    <a:pt x="171754" y="5318"/>
                  </a:lnTo>
                  <a:lnTo>
                    <a:pt x="215045" y="5602"/>
                  </a:lnTo>
                  <a:lnTo>
                    <a:pt x="233850" y="5594"/>
                  </a:lnTo>
                  <a:lnTo>
                    <a:pt x="250906" y="5527"/>
                  </a:lnTo>
                  <a:lnTo>
                    <a:pt x="265998" y="5414"/>
                  </a:lnTo>
                  <a:lnTo>
                    <a:pt x="287936" y="5157"/>
                  </a:lnTo>
                  <a:lnTo>
                    <a:pt x="306795" y="4828"/>
                  </a:lnTo>
                  <a:lnTo>
                    <a:pt x="307902" y="7392"/>
                  </a:lnTo>
                  <a:lnTo>
                    <a:pt x="310348" y="9878"/>
                  </a:lnTo>
                  <a:lnTo>
                    <a:pt x="312959" y="10626"/>
                  </a:lnTo>
                  <a:lnTo>
                    <a:pt x="317236" y="12895"/>
                  </a:lnTo>
                  <a:lnTo>
                    <a:pt x="318777" y="13711"/>
                  </a:lnTo>
                  <a:lnTo>
                    <a:pt x="321399" y="14678"/>
                  </a:lnTo>
                  <a:lnTo>
                    <a:pt x="325722" y="16057"/>
                  </a:lnTo>
                  <a:lnTo>
                    <a:pt x="325969" y="16136"/>
                  </a:lnTo>
                  <a:lnTo>
                    <a:pt x="328368" y="18409"/>
                  </a:lnTo>
                  <a:lnTo>
                    <a:pt x="332215" y="21585"/>
                  </a:lnTo>
                  <a:lnTo>
                    <a:pt x="336804" y="21073"/>
                  </a:lnTo>
                  <a:lnTo>
                    <a:pt x="339194" y="18853"/>
                  </a:lnTo>
                  <a:lnTo>
                    <a:pt x="340615" y="14846"/>
                  </a:lnTo>
                  <a:lnTo>
                    <a:pt x="341616" y="13903"/>
                  </a:lnTo>
                  <a:lnTo>
                    <a:pt x="344691" y="14344"/>
                  </a:lnTo>
                  <a:lnTo>
                    <a:pt x="350144" y="15243"/>
                  </a:lnTo>
                  <a:lnTo>
                    <a:pt x="353675" y="14551"/>
                  </a:lnTo>
                  <a:lnTo>
                    <a:pt x="355622" y="14168"/>
                  </a:lnTo>
                  <a:lnTo>
                    <a:pt x="360133" y="14216"/>
                  </a:lnTo>
                  <a:lnTo>
                    <a:pt x="361819" y="14441"/>
                  </a:lnTo>
                  <a:lnTo>
                    <a:pt x="363599" y="14678"/>
                  </a:lnTo>
                  <a:lnTo>
                    <a:pt x="365452" y="13153"/>
                  </a:lnTo>
                  <a:lnTo>
                    <a:pt x="369578" y="13762"/>
                  </a:lnTo>
                  <a:lnTo>
                    <a:pt x="371669" y="12971"/>
                  </a:lnTo>
                  <a:lnTo>
                    <a:pt x="375171" y="13779"/>
                  </a:lnTo>
                  <a:lnTo>
                    <a:pt x="376545" y="16168"/>
                  </a:lnTo>
                  <a:lnTo>
                    <a:pt x="379261" y="18181"/>
                  </a:lnTo>
                  <a:lnTo>
                    <a:pt x="381137" y="19570"/>
                  </a:lnTo>
                  <a:lnTo>
                    <a:pt x="386926" y="20064"/>
                  </a:lnTo>
                  <a:lnTo>
                    <a:pt x="387441" y="20481"/>
                  </a:lnTo>
                  <a:lnTo>
                    <a:pt x="390232" y="22741"/>
                  </a:lnTo>
                  <a:lnTo>
                    <a:pt x="393396" y="21938"/>
                  </a:lnTo>
                  <a:lnTo>
                    <a:pt x="398875" y="24174"/>
                  </a:lnTo>
                  <a:lnTo>
                    <a:pt x="399190" y="24302"/>
                  </a:lnTo>
                  <a:lnTo>
                    <a:pt x="400564" y="26891"/>
                  </a:lnTo>
                  <a:lnTo>
                    <a:pt x="404942" y="27000"/>
                  </a:lnTo>
                  <a:lnTo>
                    <a:pt x="404471" y="31110"/>
                  </a:lnTo>
                  <a:lnTo>
                    <a:pt x="407324" y="33751"/>
                  </a:lnTo>
                  <a:lnTo>
                    <a:pt x="409114" y="36583"/>
                  </a:lnTo>
                  <a:lnTo>
                    <a:pt x="410070" y="38095"/>
                  </a:lnTo>
                  <a:lnTo>
                    <a:pt x="414751" y="37592"/>
                  </a:lnTo>
                  <a:lnTo>
                    <a:pt x="416130" y="39564"/>
                  </a:lnTo>
                  <a:lnTo>
                    <a:pt x="419140" y="38852"/>
                  </a:lnTo>
                  <a:lnTo>
                    <a:pt x="422723" y="40832"/>
                  </a:lnTo>
                  <a:lnTo>
                    <a:pt x="421224" y="44651"/>
                  </a:lnTo>
                  <a:lnTo>
                    <a:pt x="421664" y="50059"/>
                  </a:lnTo>
                  <a:lnTo>
                    <a:pt x="424899" y="54091"/>
                  </a:lnTo>
                  <a:lnTo>
                    <a:pt x="425821" y="55238"/>
                  </a:lnTo>
                  <a:lnTo>
                    <a:pt x="425951" y="58621"/>
                  </a:lnTo>
                  <a:lnTo>
                    <a:pt x="425915" y="58924"/>
                  </a:lnTo>
                  <a:lnTo>
                    <a:pt x="425494" y="62491"/>
                  </a:lnTo>
                  <a:lnTo>
                    <a:pt x="429976" y="66220"/>
                  </a:lnTo>
                  <a:lnTo>
                    <a:pt x="429975" y="71122"/>
                  </a:lnTo>
                  <a:lnTo>
                    <a:pt x="432754" y="72811"/>
                  </a:lnTo>
                  <a:lnTo>
                    <a:pt x="437904" y="76118"/>
                  </a:lnTo>
                  <a:lnTo>
                    <a:pt x="436665" y="80946"/>
                  </a:lnTo>
                  <a:lnTo>
                    <a:pt x="438584" y="84104"/>
                  </a:lnTo>
                  <a:lnTo>
                    <a:pt x="439710" y="85953"/>
                  </a:lnTo>
                  <a:lnTo>
                    <a:pt x="442254" y="89328"/>
                  </a:lnTo>
                  <a:lnTo>
                    <a:pt x="441228" y="94609"/>
                  </a:lnTo>
                  <a:lnTo>
                    <a:pt x="440264" y="98029"/>
                  </a:lnTo>
                  <a:lnTo>
                    <a:pt x="440096" y="98625"/>
                  </a:lnTo>
                  <a:lnTo>
                    <a:pt x="439917" y="102700"/>
                  </a:lnTo>
                  <a:lnTo>
                    <a:pt x="441544" y="106494"/>
                  </a:lnTo>
                  <a:lnTo>
                    <a:pt x="442281" y="108888"/>
                  </a:lnTo>
                  <a:lnTo>
                    <a:pt x="446388" y="107523"/>
                  </a:lnTo>
                  <a:lnTo>
                    <a:pt x="447127" y="110228"/>
                  </a:lnTo>
                  <a:lnTo>
                    <a:pt x="447867" y="112934"/>
                  </a:lnTo>
                  <a:lnTo>
                    <a:pt x="451255" y="113802"/>
                  </a:lnTo>
                  <a:lnTo>
                    <a:pt x="451222" y="118663"/>
                  </a:lnTo>
                  <a:lnTo>
                    <a:pt x="451212" y="120133"/>
                  </a:lnTo>
                  <a:lnTo>
                    <a:pt x="451552" y="123654"/>
                  </a:lnTo>
                  <a:lnTo>
                    <a:pt x="453676" y="126791"/>
                  </a:lnTo>
                  <a:lnTo>
                    <a:pt x="452642" y="129820"/>
                  </a:lnTo>
                  <a:lnTo>
                    <a:pt x="452889" y="133248"/>
                  </a:lnTo>
                  <a:lnTo>
                    <a:pt x="452926" y="133765"/>
                  </a:lnTo>
                  <a:lnTo>
                    <a:pt x="455851" y="133420"/>
                  </a:lnTo>
                  <a:lnTo>
                    <a:pt x="455664" y="135408"/>
                  </a:lnTo>
                  <a:lnTo>
                    <a:pt x="455414" y="138051"/>
                  </a:lnTo>
                  <a:lnTo>
                    <a:pt x="455830" y="141073"/>
                  </a:lnTo>
                  <a:lnTo>
                    <a:pt x="455887" y="143335"/>
                  </a:lnTo>
                  <a:lnTo>
                    <a:pt x="455953" y="145950"/>
                  </a:lnTo>
                  <a:lnTo>
                    <a:pt x="458203" y="149162"/>
                  </a:lnTo>
                  <a:lnTo>
                    <a:pt x="457849" y="152701"/>
                  </a:lnTo>
                  <a:lnTo>
                    <a:pt x="459006" y="154619"/>
                  </a:lnTo>
                  <a:lnTo>
                    <a:pt x="459493" y="155427"/>
                  </a:lnTo>
                  <a:lnTo>
                    <a:pt x="457935" y="158540"/>
                  </a:lnTo>
                  <a:lnTo>
                    <a:pt x="458558" y="163132"/>
                  </a:lnTo>
                  <a:lnTo>
                    <a:pt x="455678" y="166727"/>
                  </a:lnTo>
                  <a:lnTo>
                    <a:pt x="458253" y="170563"/>
                  </a:lnTo>
                  <a:lnTo>
                    <a:pt x="461945" y="172543"/>
                  </a:lnTo>
                  <a:lnTo>
                    <a:pt x="463988" y="176125"/>
                  </a:lnTo>
                  <a:lnTo>
                    <a:pt x="463102" y="177511"/>
                  </a:lnTo>
                  <a:lnTo>
                    <a:pt x="463795" y="181849"/>
                  </a:lnTo>
                  <a:lnTo>
                    <a:pt x="466190" y="181635"/>
                  </a:lnTo>
                  <a:lnTo>
                    <a:pt x="466315" y="181884"/>
                  </a:lnTo>
                  <a:lnTo>
                    <a:pt x="467410" y="184054"/>
                  </a:lnTo>
                  <a:lnTo>
                    <a:pt x="468103" y="186251"/>
                  </a:lnTo>
                  <a:lnTo>
                    <a:pt x="470313" y="191100"/>
                  </a:lnTo>
                  <a:lnTo>
                    <a:pt x="470895" y="193267"/>
                  </a:lnTo>
                  <a:lnTo>
                    <a:pt x="470344" y="196532"/>
                  </a:lnTo>
                  <a:lnTo>
                    <a:pt x="473488" y="197309"/>
                  </a:lnTo>
                  <a:lnTo>
                    <a:pt x="476109" y="198547"/>
                  </a:lnTo>
                  <a:lnTo>
                    <a:pt x="476522" y="200620"/>
                  </a:lnTo>
                  <a:lnTo>
                    <a:pt x="476576" y="200892"/>
                  </a:lnTo>
                  <a:lnTo>
                    <a:pt x="480862" y="202357"/>
                  </a:lnTo>
                  <a:lnTo>
                    <a:pt x="480569" y="205886"/>
                  </a:lnTo>
                  <a:lnTo>
                    <a:pt x="483505" y="209233"/>
                  </a:lnTo>
                  <a:lnTo>
                    <a:pt x="485772" y="211527"/>
                  </a:lnTo>
                  <a:lnTo>
                    <a:pt x="484765" y="214423"/>
                  </a:lnTo>
                  <a:lnTo>
                    <a:pt x="486726" y="217469"/>
                  </a:lnTo>
                  <a:lnTo>
                    <a:pt x="488647" y="217200"/>
                  </a:lnTo>
                  <a:lnTo>
                    <a:pt x="491049" y="219229"/>
                  </a:lnTo>
                  <a:lnTo>
                    <a:pt x="489264" y="219327"/>
                  </a:lnTo>
                  <a:lnTo>
                    <a:pt x="464146" y="220643"/>
                  </a:lnTo>
                  <a:lnTo>
                    <a:pt x="463946" y="220653"/>
                  </a:lnTo>
                  <a:lnTo>
                    <a:pt x="451371" y="221259"/>
                  </a:lnTo>
                  <a:lnTo>
                    <a:pt x="450613" y="221294"/>
                  </a:lnTo>
                  <a:lnTo>
                    <a:pt x="443253" y="221658"/>
                  </a:lnTo>
                  <a:lnTo>
                    <a:pt x="438458" y="221864"/>
                  </a:lnTo>
                  <a:lnTo>
                    <a:pt x="425770" y="222404"/>
                  </a:lnTo>
                  <a:lnTo>
                    <a:pt x="425417" y="222419"/>
                  </a:lnTo>
                  <a:lnTo>
                    <a:pt x="406434" y="223160"/>
                  </a:lnTo>
                  <a:lnTo>
                    <a:pt x="402587" y="223301"/>
                  </a:lnTo>
                  <a:lnTo>
                    <a:pt x="400179" y="223391"/>
                  </a:lnTo>
                  <a:lnTo>
                    <a:pt x="394935" y="223583"/>
                  </a:lnTo>
                  <a:lnTo>
                    <a:pt x="374578" y="224239"/>
                  </a:lnTo>
                  <a:lnTo>
                    <a:pt x="371940" y="224317"/>
                  </a:lnTo>
                  <a:lnTo>
                    <a:pt x="351507" y="224898"/>
                  </a:lnTo>
                  <a:lnTo>
                    <a:pt x="348999" y="224963"/>
                  </a:lnTo>
                  <a:lnTo>
                    <a:pt x="342759" y="225120"/>
                  </a:lnTo>
                  <a:lnTo>
                    <a:pt x="334602" y="225312"/>
                  </a:lnTo>
                  <a:lnTo>
                    <a:pt x="323404" y="225556"/>
                  </a:lnTo>
                  <a:lnTo>
                    <a:pt x="310368" y="225806"/>
                  </a:lnTo>
                  <a:lnTo>
                    <a:pt x="304185" y="225912"/>
                  </a:lnTo>
                  <a:lnTo>
                    <a:pt x="297814" y="226019"/>
                  </a:lnTo>
                  <a:lnTo>
                    <a:pt x="278542" y="226290"/>
                  </a:lnTo>
                  <a:lnTo>
                    <a:pt x="277491" y="226303"/>
                  </a:lnTo>
                  <a:lnTo>
                    <a:pt x="272199" y="226360"/>
                  </a:lnTo>
                  <a:lnTo>
                    <a:pt x="253944" y="226511"/>
                  </a:lnTo>
                  <a:lnTo>
                    <a:pt x="246954" y="226566"/>
                  </a:lnTo>
                  <a:lnTo>
                    <a:pt x="246789" y="226568"/>
                  </a:lnTo>
                  <a:lnTo>
                    <a:pt x="236313" y="226630"/>
                  </a:lnTo>
                  <a:lnTo>
                    <a:pt x="215695" y="226619"/>
                  </a:lnTo>
                  <a:lnTo>
                    <a:pt x="214801" y="226617"/>
                  </a:lnTo>
                  <a:lnTo>
                    <a:pt x="198765" y="226539"/>
                  </a:lnTo>
                  <a:lnTo>
                    <a:pt x="183952" y="226392"/>
                  </a:lnTo>
                  <a:lnTo>
                    <a:pt x="182820" y="226379"/>
                  </a:lnTo>
                  <a:lnTo>
                    <a:pt x="165763" y="226191"/>
                  </a:lnTo>
                  <a:lnTo>
                    <a:pt x="152544" y="225985"/>
                  </a:lnTo>
                  <a:lnTo>
                    <a:pt x="150844" y="225958"/>
                  </a:lnTo>
                  <a:lnTo>
                    <a:pt x="145923" y="225875"/>
                  </a:lnTo>
                  <a:lnTo>
                    <a:pt x="138498" y="225741"/>
                  </a:lnTo>
                  <a:lnTo>
                    <a:pt x="122101" y="225383"/>
                  </a:lnTo>
                  <a:lnTo>
                    <a:pt x="109681" y="225081"/>
                  </a:lnTo>
                  <a:lnTo>
                    <a:pt x="110292" y="200364"/>
                  </a:lnTo>
                  <a:lnTo>
                    <a:pt x="110311" y="199565"/>
                  </a:lnTo>
                  <a:lnTo>
                    <a:pt x="110471" y="192872"/>
                  </a:lnTo>
                  <a:lnTo>
                    <a:pt x="110924" y="173885"/>
                  </a:lnTo>
                  <a:lnTo>
                    <a:pt x="111016" y="170048"/>
                  </a:lnTo>
                  <a:lnTo>
                    <a:pt x="111439" y="151409"/>
                  </a:lnTo>
                  <a:lnTo>
                    <a:pt x="83307" y="150634"/>
                  </a:lnTo>
                  <a:lnTo>
                    <a:pt x="79730" y="150521"/>
                  </a:lnTo>
                  <a:lnTo>
                    <a:pt x="77923" y="150463"/>
                  </a:lnTo>
                  <a:lnTo>
                    <a:pt x="54366" y="149642"/>
                  </a:lnTo>
                  <a:lnTo>
                    <a:pt x="37332" y="148999"/>
                  </a:lnTo>
                  <a:lnTo>
                    <a:pt x="26642" y="148563"/>
                  </a:lnTo>
                  <a:lnTo>
                    <a:pt x="0" y="14735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61414" y="2539790"/>
              <a:ext cx="92949" cy="197452"/>
            </a:xfrm>
            <a:custGeom>
              <a:avLst/>
              <a:pathLst>
                <a:path w="92949" h="197452">
                  <a:moveTo>
                    <a:pt x="9239" y="189715"/>
                  </a:moveTo>
                  <a:lnTo>
                    <a:pt x="9692" y="187149"/>
                  </a:lnTo>
                  <a:lnTo>
                    <a:pt x="8345" y="183311"/>
                  </a:lnTo>
                  <a:lnTo>
                    <a:pt x="9949" y="181773"/>
                  </a:lnTo>
                  <a:lnTo>
                    <a:pt x="11380" y="178470"/>
                  </a:lnTo>
                  <a:lnTo>
                    <a:pt x="9634" y="176079"/>
                  </a:lnTo>
                  <a:lnTo>
                    <a:pt x="9946" y="172750"/>
                  </a:lnTo>
                  <a:lnTo>
                    <a:pt x="7604" y="168520"/>
                  </a:lnTo>
                  <a:lnTo>
                    <a:pt x="7492" y="167974"/>
                  </a:lnTo>
                  <a:lnTo>
                    <a:pt x="6708" y="164157"/>
                  </a:lnTo>
                  <a:lnTo>
                    <a:pt x="6630" y="162848"/>
                  </a:lnTo>
                  <a:lnTo>
                    <a:pt x="6494" y="160577"/>
                  </a:lnTo>
                  <a:lnTo>
                    <a:pt x="6078" y="156406"/>
                  </a:lnTo>
                  <a:lnTo>
                    <a:pt x="4577" y="153733"/>
                  </a:lnTo>
                  <a:lnTo>
                    <a:pt x="3087" y="144363"/>
                  </a:lnTo>
                  <a:lnTo>
                    <a:pt x="1273" y="138894"/>
                  </a:lnTo>
                  <a:lnTo>
                    <a:pt x="2707" y="135981"/>
                  </a:lnTo>
                  <a:lnTo>
                    <a:pt x="2834" y="135722"/>
                  </a:lnTo>
                  <a:lnTo>
                    <a:pt x="2324" y="127402"/>
                  </a:lnTo>
                  <a:lnTo>
                    <a:pt x="4358" y="123663"/>
                  </a:lnTo>
                  <a:lnTo>
                    <a:pt x="4546" y="122590"/>
                  </a:lnTo>
                  <a:lnTo>
                    <a:pt x="5046" y="119738"/>
                  </a:lnTo>
                  <a:lnTo>
                    <a:pt x="4144" y="115106"/>
                  </a:lnTo>
                  <a:lnTo>
                    <a:pt x="5353" y="108888"/>
                  </a:lnTo>
                  <a:lnTo>
                    <a:pt x="3835" y="106205"/>
                  </a:lnTo>
                  <a:lnTo>
                    <a:pt x="4758" y="102621"/>
                  </a:lnTo>
                  <a:lnTo>
                    <a:pt x="4939" y="97342"/>
                  </a:lnTo>
                  <a:lnTo>
                    <a:pt x="2792" y="93808"/>
                  </a:lnTo>
                  <a:lnTo>
                    <a:pt x="1847" y="92251"/>
                  </a:lnTo>
                  <a:lnTo>
                    <a:pt x="714" y="87950"/>
                  </a:lnTo>
                  <a:lnTo>
                    <a:pt x="0" y="84784"/>
                  </a:lnTo>
                  <a:lnTo>
                    <a:pt x="1267" y="81813"/>
                  </a:lnTo>
                  <a:lnTo>
                    <a:pt x="3625" y="79963"/>
                  </a:lnTo>
                  <a:lnTo>
                    <a:pt x="6865" y="78793"/>
                  </a:lnTo>
                  <a:lnTo>
                    <a:pt x="8387" y="77437"/>
                  </a:lnTo>
                  <a:lnTo>
                    <a:pt x="9147" y="76760"/>
                  </a:lnTo>
                  <a:lnTo>
                    <a:pt x="9892" y="72911"/>
                  </a:lnTo>
                  <a:lnTo>
                    <a:pt x="10518" y="72390"/>
                  </a:lnTo>
                  <a:lnTo>
                    <a:pt x="13453" y="69949"/>
                  </a:lnTo>
                  <a:lnTo>
                    <a:pt x="14361" y="65975"/>
                  </a:lnTo>
                  <a:lnTo>
                    <a:pt x="16652" y="62605"/>
                  </a:lnTo>
                  <a:lnTo>
                    <a:pt x="15157" y="59649"/>
                  </a:lnTo>
                  <a:lnTo>
                    <a:pt x="16392" y="56786"/>
                  </a:lnTo>
                  <a:lnTo>
                    <a:pt x="14900" y="53657"/>
                  </a:lnTo>
                  <a:lnTo>
                    <a:pt x="12460" y="51691"/>
                  </a:lnTo>
                  <a:lnTo>
                    <a:pt x="8511" y="46923"/>
                  </a:lnTo>
                  <a:lnTo>
                    <a:pt x="9705" y="42043"/>
                  </a:lnTo>
                  <a:lnTo>
                    <a:pt x="10072" y="36136"/>
                  </a:lnTo>
                  <a:lnTo>
                    <a:pt x="10601" y="33566"/>
                  </a:lnTo>
                  <a:lnTo>
                    <a:pt x="7318" y="29900"/>
                  </a:lnTo>
                  <a:lnTo>
                    <a:pt x="7805" y="26863"/>
                  </a:lnTo>
                  <a:lnTo>
                    <a:pt x="6548" y="23039"/>
                  </a:lnTo>
                  <a:lnTo>
                    <a:pt x="7861" y="19534"/>
                  </a:lnTo>
                  <a:lnTo>
                    <a:pt x="7705" y="14893"/>
                  </a:lnTo>
                  <a:lnTo>
                    <a:pt x="7637" y="12804"/>
                  </a:lnTo>
                  <a:lnTo>
                    <a:pt x="5124" y="10632"/>
                  </a:lnTo>
                  <a:lnTo>
                    <a:pt x="7923" y="7213"/>
                  </a:lnTo>
                  <a:lnTo>
                    <a:pt x="10642" y="3719"/>
                  </a:lnTo>
                  <a:lnTo>
                    <a:pt x="13270" y="5306"/>
                  </a:lnTo>
                  <a:lnTo>
                    <a:pt x="16770" y="6041"/>
                  </a:lnTo>
                  <a:lnTo>
                    <a:pt x="18693" y="5160"/>
                  </a:lnTo>
                  <a:lnTo>
                    <a:pt x="19087" y="2002"/>
                  </a:lnTo>
                  <a:lnTo>
                    <a:pt x="19667" y="0"/>
                  </a:lnTo>
                  <a:lnTo>
                    <a:pt x="28471" y="20015"/>
                  </a:lnTo>
                  <a:lnTo>
                    <a:pt x="35995" y="37315"/>
                  </a:lnTo>
                  <a:lnTo>
                    <a:pt x="42491" y="52933"/>
                  </a:lnTo>
                  <a:lnTo>
                    <a:pt x="47937" y="66024"/>
                  </a:lnTo>
                  <a:lnTo>
                    <a:pt x="48403" y="67144"/>
                  </a:lnTo>
                  <a:lnTo>
                    <a:pt x="49118" y="68865"/>
                  </a:lnTo>
                  <a:lnTo>
                    <a:pt x="53555" y="79868"/>
                  </a:lnTo>
                  <a:lnTo>
                    <a:pt x="60335" y="96694"/>
                  </a:lnTo>
                  <a:lnTo>
                    <a:pt x="61598" y="99753"/>
                  </a:lnTo>
                  <a:lnTo>
                    <a:pt x="64107" y="105836"/>
                  </a:lnTo>
                  <a:lnTo>
                    <a:pt x="67747" y="114448"/>
                  </a:lnTo>
                  <a:lnTo>
                    <a:pt x="68902" y="116304"/>
                  </a:lnTo>
                  <a:lnTo>
                    <a:pt x="70073" y="118185"/>
                  </a:lnTo>
                  <a:lnTo>
                    <a:pt x="71405" y="123838"/>
                  </a:lnTo>
                  <a:lnTo>
                    <a:pt x="71942" y="127692"/>
                  </a:lnTo>
                  <a:lnTo>
                    <a:pt x="76047" y="130052"/>
                  </a:lnTo>
                  <a:lnTo>
                    <a:pt x="79809" y="132791"/>
                  </a:lnTo>
                  <a:lnTo>
                    <a:pt x="83914" y="135265"/>
                  </a:lnTo>
                  <a:lnTo>
                    <a:pt x="84284" y="138000"/>
                  </a:lnTo>
                  <a:lnTo>
                    <a:pt x="85368" y="141459"/>
                  </a:lnTo>
                  <a:lnTo>
                    <a:pt x="85916" y="141697"/>
                  </a:lnTo>
                  <a:lnTo>
                    <a:pt x="89965" y="143451"/>
                  </a:lnTo>
                  <a:lnTo>
                    <a:pt x="92949" y="143845"/>
                  </a:lnTo>
                  <a:lnTo>
                    <a:pt x="92619" y="147622"/>
                  </a:lnTo>
                  <a:lnTo>
                    <a:pt x="92113" y="150640"/>
                  </a:lnTo>
                  <a:lnTo>
                    <a:pt x="91777" y="154679"/>
                  </a:lnTo>
                  <a:lnTo>
                    <a:pt x="91836" y="155264"/>
                  </a:lnTo>
                  <a:lnTo>
                    <a:pt x="92004" y="156943"/>
                  </a:lnTo>
                  <a:lnTo>
                    <a:pt x="92162" y="158513"/>
                  </a:lnTo>
                  <a:lnTo>
                    <a:pt x="89955" y="159515"/>
                  </a:lnTo>
                  <a:lnTo>
                    <a:pt x="86466" y="159753"/>
                  </a:lnTo>
                  <a:lnTo>
                    <a:pt x="85147" y="161450"/>
                  </a:lnTo>
                  <a:lnTo>
                    <a:pt x="82309" y="163289"/>
                  </a:lnTo>
                  <a:lnTo>
                    <a:pt x="82154" y="165490"/>
                  </a:lnTo>
                  <a:lnTo>
                    <a:pt x="82016" y="167437"/>
                  </a:lnTo>
                  <a:lnTo>
                    <a:pt x="79394" y="168003"/>
                  </a:lnTo>
                  <a:lnTo>
                    <a:pt x="77719" y="168364"/>
                  </a:lnTo>
                  <a:lnTo>
                    <a:pt x="76581" y="170689"/>
                  </a:lnTo>
                  <a:lnTo>
                    <a:pt x="78066" y="174184"/>
                  </a:lnTo>
                  <a:lnTo>
                    <a:pt x="75055" y="175400"/>
                  </a:lnTo>
                  <a:lnTo>
                    <a:pt x="74571" y="175595"/>
                  </a:lnTo>
                  <a:lnTo>
                    <a:pt x="73672" y="178942"/>
                  </a:lnTo>
                  <a:lnTo>
                    <a:pt x="70887" y="179900"/>
                  </a:lnTo>
                  <a:lnTo>
                    <a:pt x="57119" y="184526"/>
                  </a:lnTo>
                  <a:lnTo>
                    <a:pt x="51811" y="186309"/>
                  </a:lnTo>
                  <a:lnTo>
                    <a:pt x="44380" y="188729"/>
                  </a:lnTo>
                  <a:lnTo>
                    <a:pt x="42909" y="189206"/>
                  </a:lnTo>
                  <a:lnTo>
                    <a:pt x="34057" y="192063"/>
                  </a:lnTo>
                  <a:lnTo>
                    <a:pt x="33402" y="192273"/>
                  </a:lnTo>
                  <a:lnTo>
                    <a:pt x="25686" y="194740"/>
                  </a:lnTo>
                  <a:lnTo>
                    <a:pt x="17137" y="197452"/>
                  </a:lnTo>
                  <a:lnTo>
                    <a:pt x="15427" y="195458"/>
                  </a:lnTo>
                  <a:lnTo>
                    <a:pt x="11444" y="1935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37474" y="3126439"/>
              <a:ext cx="53858" cy="118129"/>
            </a:xfrm>
            <a:custGeom>
              <a:avLst/>
              <a:pathLst>
                <a:path w="53858" h="118129">
                  <a:moveTo>
                    <a:pt x="3711" y="91683"/>
                  </a:moveTo>
                  <a:lnTo>
                    <a:pt x="4342" y="90586"/>
                  </a:lnTo>
                  <a:lnTo>
                    <a:pt x="4718" y="88455"/>
                  </a:lnTo>
                  <a:lnTo>
                    <a:pt x="5468" y="86724"/>
                  </a:lnTo>
                  <a:lnTo>
                    <a:pt x="5420" y="84106"/>
                  </a:lnTo>
                  <a:lnTo>
                    <a:pt x="6506" y="81897"/>
                  </a:lnTo>
                  <a:lnTo>
                    <a:pt x="6631" y="81715"/>
                  </a:lnTo>
                  <a:lnTo>
                    <a:pt x="8509" y="78981"/>
                  </a:lnTo>
                  <a:lnTo>
                    <a:pt x="10195" y="78313"/>
                  </a:lnTo>
                  <a:lnTo>
                    <a:pt x="11395" y="77618"/>
                  </a:lnTo>
                  <a:lnTo>
                    <a:pt x="12599" y="76918"/>
                  </a:lnTo>
                  <a:lnTo>
                    <a:pt x="12868" y="76559"/>
                  </a:lnTo>
                  <a:lnTo>
                    <a:pt x="13660" y="75500"/>
                  </a:lnTo>
                  <a:lnTo>
                    <a:pt x="14994" y="74451"/>
                  </a:lnTo>
                  <a:lnTo>
                    <a:pt x="15227" y="74268"/>
                  </a:lnTo>
                  <a:lnTo>
                    <a:pt x="14935" y="73389"/>
                  </a:lnTo>
                  <a:lnTo>
                    <a:pt x="14494" y="72055"/>
                  </a:lnTo>
                  <a:lnTo>
                    <a:pt x="14434" y="71876"/>
                  </a:lnTo>
                  <a:lnTo>
                    <a:pt x="14765" y="70822"/>
                  </a:lnTo>
                  <a:lnTo>
                    <a:pt x="16523" y="68858"/>
                  </a:lnTo>
                  <a:lnTo>
                    <a:pt x="18345" y="65952"/>
                  </a:lnTo>
                  <a:lnTo>
                    <a:pt x="18812" y="65335"/>
                  </a:lnTo>
                  <a:lnTo>
                    <a:pt x="19952" y="63824"/>
                  </a:lnTo>
                  <a:lnTo>
                    <a:pt x="22180" y="62395"/>
                  </a:lnTo>
                  <a:lnTo>
                    <a:pt x="22931" y="59986"/>
                  </a:lnTo>
                  <a:lnTo>
                    <a:pt x="24852" y="59097"/>
                  </a:lnTo>
                  <a:lnTo>
                    <a:pt x="26194" y="57382"/>
                  </a:lnTo>
                  <a:lnTo>
                    <a:pt x="24802" y="56212"/>
                  </a:lnTo>
                  <a:lnTo>
                    <a:pt x="24175" y="55686"/>
                  </a:lnTo>
                  <a:lnTo>
                    <a:pt x="21334" y="54382"/>
                  </a:lnTo>
                  <a:lnTo>
                    <a:pt x="19674" y="53047"/>
                  </a:lnTo>
                  <a:lnTo>
                    <a:pt x="17481" y="51763"/>
                  </a:lnTo>
                  <a:lnTo>
                    <a:pt x="16263" y="50893"/>
                  </a:lnTo>
                  <a:lnTo>
                    <a:pt x="15385" y="50265"/>
                  </a:lnTo>
                  <a:lnTo>
                    <a:pt x="13952" y="48515"/>
                  </a:lnTo>
                  <a:lnTo>
                    <a:pt x="11955" y="48959"/>
                  </a:lnTo>
                  <a:lnTo>
                    <a:pt x="10673" y="48712"/>
                  </a:lnTo>
                  <a:lnTo>
                    <a:pt x="9612" y="47017"/>
                  </a:lnTo>
                  <a:lnTo>
                    <a:pt x="9536" y="45679"/>
                  </a:lnTo>
                  <a:lnTo>
                    <a:pt x="8019" y="42684"/>
                  </a:lnTo>
                  <a:lnTo>
                    <a:pt x="5583" y="42032"/>
                  </a:lnTo>
                  <a:lnTo>
                    <a:pt x="3914" y="42889"/>
                  </a:lnTo>
                  <a:lnTo>
                    <a:pt x="3536" y="41803"/>
                  </a:lnTo>
                  <a:lnTo>
                    <a:pt x="3268" y="41033"/>
                  </a:lnTo>
                  <a:lnTo>
                    <a:pt x="2798" y="39680"/>
                  </a:lnTo>
                  <a:lnTo>
                    <a:pt x="1647" y="35998"/>
                  </a:lnTo>
                  <a:lnTo>
                    <a:pt x="1497" y="33534"/>
                  </a:lnTo>
                  <a:lnTo>
                    <a:pt x="3536" y="31492"/>
                  </a:lnTo>
                  <a:lnTo>
                    <a:pt x="3328" y="28539"/>
                  </a:lnTo>
                  <a:lnTo>
                    <a:pt x="3705" y="26522"/>
                  </a:lnTo>
                  <a:lnTo>
                    <a:pt x="1994" y="24935"/>
                  </a:lnTo>
                  <a:lnTo>
                    <a:pt x="554" y="23385"/>
                  </a:lnTo>
                  <a:lnTo>
                    <a:pt x="0" y="22788"/>
                  </a:lnTo>
                  <a:lnTo>
                    <a:pt x="1639" y="20269"/>
                  </a:lnTo>
                  <a:lnTo>
                    <a:pt x="2962" y="17633"/>
                  </a:lnTo>
                  <a:lnTo>
                    <a:pt x="3307" y="15868"/>
                  </a:lnTo>
                  <a:lnTo>
                    <a:pt x="3447" y="15148"/>
                  </a:lnTo>
                  <a:lnTo>
                    <a:pt x="3495" y="14903"/>
                  </a:lnTo>
                  <a:lnTo>
                    <a:pt x="5446" y="11924"/>
                  </a:lnTo>
                  <a:lnTo>
                    <a:pt x="5640" y="9292"/>
                  </a:lnTo>
                  <a:lnTo>
                    <a:pt x="5729" y="8081"/>
                  </a:lnTo>
                  <a:lnTo>
                    <a:pt x="6542" y="4259"/>
                  </a:lnTo>
                  <a:lnTo>
                    <a:pt x="7826" y="1544"/>
                  </a:lnTo>
                  <a:lnTo>
                    <a:pt x="9847" y="0"/>
                  </a:lnTo>
                  <a:lnTo>
                    <a:pt x="19663" y="2492"/>
                  </a:lnTo>
                  <a:lnTo>
                    <a:pt x="23447" y="3547"/>
                  </a:lnTo>
                  <a:lnTo>
                    <a:pt x="26167" y="4301"/>
                  </a:lnTo>
                  <a:lnTo>
                    <a:pt x="28947" y="4935"/>
                  </a:lnTo>
                  <a:lnTo>
                    <a:pt x="29885" y="5141"/>
                  </a:lnTo>
                  <a:lnTo>
                    <a:pt x="36896" y="6673"/>
                  </a:lnTo>
                  <a:lnTo>
                    <a:pt x="42920" y="7895"/>
                  </a:lnTo>
                  <a:lnTo>
                    <a:pt x="43137" y="10212"/>
                  </a:lnTo>
                  <a:lnTo>
                    <a:pt x="43166" y="11924"/>
                  </a:lnTo>
                  <a:lnTo>
                    <a:pt x="43198" y="13791"/>
                  </a:lnTo>
                  <a:lnTo>
                    <a:pt x="43204" y="14205"/>
                  </a:lnTo>
                  <a:lnTo>
                    <a:pt x="43148" y="14876"/>
                  </a:lnTo>
                  <a:lnTo>
                    <a:pt x="43081" y="15670"/>
                  </a:lnTo>
                  <a:lnTo>
                    <a:pt x="42981" y="16850"/>
                  </a:lnTo>
                  <a:lnTo>
                    <a:pt x="42959" y="17109"/>
                  </a:lnTo>
                  <a:lnTo>
                    <a:pt x="42915" y="17353"/>
                  </a:lnTo>
                  <a:lnTo>
                    <a:pt x="42726" y="18396"/>
                  </a:lnTo>
                  <a:lnTo>
                    <a:pt x="42312" y="20674"/>
                  </a:lnTo>
                  <a:lnTo>
                    <a:pt x="42279" y="21275"/>
                  </a:lnTo>
                  <a:lnTo>
                    <a:pt x="42221" y="22321"/>
                  </a:lnTo>
                  <a:lnTo>
                    <a:pt x="42116" y="24194"/>
                  </a:lnTo>
                  <a:lnTo>
                    <a:pt x="41699" y="25382"/>
                  </a:lnTo>
                  <a:lnTo>
                    <a:pt x="41630" y="25578"/>
                  </a:lnTo>
                  <a:lnTo>
                    <a:pt x="41308" y="26493"/>
                  </a:lnTo>
                  <a:lnTo>
                    <a:pt x="38825" y="27604"/>
                  </a:lnTo>
                  <a:lnTo>
                    <a:pt x="38471" y="27762"/>
                  </a:lnTo>
                  <a:lnTo>
                    <a:pt x="37575" y="28809"/>
                  </a:lnTo>
                  <a:lnTo>
                    <a:pt x="38083" y="30636"/>
                  </a:lnTo>
                  <a:lnTo>
                    <a:pt x="38120" y="32402"/>
                  </a:lnTo>
                  <a:lnTo>
                    <a:pt x="37183" y="33418"/>
                  </a:lnTo>
                  <a:lnTo>
                    <a:pt x="37404" y="35569"/>
                  </a:lnTo>
                  <a:lnTo>
                    <a:pt x="37909" y="37371"/>
                  </a:lnTo>
                  <a:lnTo>
                    <a:pt x="39449" y="37701"/>
                  </a:lnTo>
                  <a:lnTo>
                    <a:pt x="40213" y="37864"/>
                  </a:lnTo>
                  <a:lnTo>
                    <a:pt x="41835" y="36970"/>
                  </a:lnTo>
                  <a:lnTo>
                    <a:pt x="43602" y="36583"/>
                  </a:lnTo>
                  <a:lnTo>
                    <a:pt x="46085" y="37058"/>
                  </a:lnTo>
                  <a:lnTo>
                    <a:pt x="46318" y="34248"/>
                  </a:lnTo>
                  <a:lnTo>
                    <a:pt x="46988" y="33741"/>
                  </a:lnTo>
                  <a:lnTo>
                    <a:pt x="48724" y="36724"/>
                  </a:lnTo>
                  <a:lnTo>
                    <a:pt x="49810" y="39522"/>
                  </a:lnTo>
                  <a:lnTo>
                    <a:pt x="50455" y="42891"/>
                  </a:lnTo>
                  <a:lnTo>
                    <a:pt x="50770" y="47163"/>
                  </a:lnTo>
                  <a:lnTo>
                    <a:pt x="51041" y="50874"/>
                  </a:lnTo>
                  <a:lnTo>
                    <a:pt x="51168" y="51888"/>
                  </a:lnTo>
                  <a:lnTo>
                    <a:pt x="51938" y="58075"/>
                  </a:lnTo>
                  <a:lnTo>
                    <a:pt x="52467" y="61458"/>
                  </a:lnTo>
                  <a:lnTo>
                    <a:pt x="53595" y="66877"/>
                  </a:lnTo>
                  <a:lnTo>
                    <a:pt x="53631" y="67184"/>
                  </a:lnTo>
                  <a:lnTo>
                    <a:pt x="53858" y="69076"/>
                  </a:lnTo>
                  <a:lnTo>
                    <a:pt x="52575" y="76334"/>
                  </a:lnTo>
                  <a:lnTo>
                    <a:pt x="50683" y="83074"/>
                  </a:lnTo>
                  <a:lnTo>
                    <a:pt x="50730" y="84408"/>
                  </a:lnTo>
                  <a:lnTo>
                    <a:pt x="50748" y="84942"/>
                  </a:lnTo>
                  <a:lnTo>
                    <a:pt x="49507" y="88964"/>
                  </a:lnTo>
                  <a:lnTo>
                    <a:pt x="48462" y="91449"/>
                  </a:lnTo>
                  <a:lnTo>
                    <a:pt x="45230" y="94945"/>
                  </a:lnTo>
                  <a:lnTo>
                    <a:pt x="44746" y="95819"/>
                  </a:lnTo>
                  <a:lnTo>
                    <a:pt x="43720" y="97670"/>
                  </a:lnTo>
                  <a:lnTo>
                    <a:pt x="42200" y="101218"/>
                  </a:lnTo>
                  <a:lnTo>
                    <a:pt x="41762" y="103033"/>
                  </a:lnTo>
                  <a:lnTo>
                    <a:pt x="41065" y="106376"/>
                  </a:lnTo>
                  <a:lnTo>
                    <a:pt x="41606" y="107079"/>
                  </a:lnTo>
                  <a:lnTo>
                    <a:pt x="40104" y="111710"/>
                  </a:lnTo>
                  <a:lnTo>
                    <a:pt x="39574" y="113808"/>
                  </a:lnTo>
                  <a:lnTo>
                    <a:pt x="38172" y="116620"/>
                  </a:lnTo>
                  <a:lnTo>
                    <a:pt x="35846" y="117977"/>
                  </a:lnTo>
                  <a:lnTo>
                    <a:pt x="34563" y="118129"/>
                  </a:lnTo>
                  <a:lnTo>
                    <a:pt x="34051" y="114770"/>
                  </a:lnTo>
                  <a:lnTo>
                    <a:pt x="34714" y="110085"/>
                  </a:lnTo>
                  <a:lnTo>
                    <a:pt x="34569" y="107213"/>
                  </a:lnTo>
                  <a:lnTo>
                    <a:pt x="33441" y="105946"/>
                  </a:lnTo>
                  <a:lnTo>
                    <a:pt x="33058" y="105976"/>
                  </a:lnTo>
                  <a:lnTo>
                    <a:pt x="29880" y="106229"/>
                  </a:lnTo>
                  <a:lnTo>
                    <a:pt x="27734" y="105664"/>
                  </a:lnTo>
                  <a:lnTo>
                    <a:pt x="26276" y="106354"/>
                  </a:lnTo>
                  <a:lnTo>
                    <a:pt x="25027" y="108248"/>
                  </a:lnTo>
                  <a:lnTo>
                    <a:pt x="23387" y="106653"/>
                  </a:lnTo>
                  <a:lnTo>
                    <a:pt x="21186" y="105260"/>
                  </a:lnTo>
                  <a:lnTo>
                    <a:pt x="19726" y="104528"/>
                  </a:lnTo>
                  <a:lnTo>
                    <a:pt x="18165" y="104680"/>
                  </a:lnTo>
                  <a:lnTo>
                    <a:pt x="16124" y="103230"/>
                  </a:lnTo>
                  <a:lnTo>
                    <a:pt x="14879" y="102823"/>
                  </a:lnTo>
                  <a:lnTo>
                    <a:pt x="12875" y="101807"/>
                  </a:lnTo>
                  <a:lnTo>
                    <a:pt x="12107" y="101558"/>
                  </a:lnTo>
                  <a:lnTo>
                    <a:pt x="11016" y="101203"/>
                  </a:lnTo>
                  <a:lnTo>
                    <a:pt x="9696" y="99715"/>
                  </a:lnTo>
                  <a:lnTo>
                    <a:pt x="6847" y="99479"/>
                  </a:lnTo>
                  <a:lnTo>
                    <a:pt x="6633" y="97600"/>
                  </a:lnTo>
                  <a:lnTo>
                    <a:pt x="6140" y="95827"/>
                  </a:lnTo>
                  <a:lnTo>
                    <a:pt x="6091" y="93629"/>
                  </a:lnTo>
                  <a:lnTo>
                    <a:pt x="4727" y="9312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957205" y="3886826"/>
              <a:ext cx="717608" cy="761569"/>
            </a:xfrm>
            <a:custGeom>
              <a:avLst/>
              <a:pathLst>
                <a:path w="717608" h="761569">
                  <a:moveTo>
                    <a:pt x="5758" y="690542"/>
                  </a:moveTo>
                  <a:lnTo>
                    <a:pt x="9391" y="652453"/>
                  </a:lnTo>
                  <a:lnTo>
                    <a:pt x="13693" y="607096"/>
                  </a:lnTo>
                  <a:lnTo>
                    <a:pt x="18112" y="560513"/>
                  </a:lnTo>
                  <a:lnTo>
                    <a:pt x="23487" y="503331"/>
                  </a:lnTo>
                  <a:lnTo>
                    <a:pt x="26004" y="476692"/>
                  </a:lnTo>
                  <a:lnTo>
                    <a:pt x="30721" y="427925"/>
                  </a:lnTo>
                  <a:lnTo>
                    <a:pt x="31978" y="414970"/>
                  </a:lnTo>
                  <a:lnTo>
                    <a:pt x="40257" y="329049"/>
                  </a:lnTo>
                  <a:lnTo>
                    <a:pt x="40992" y="321495"/>
                  </a:lnTo>
                  <a:lnTo>
                    <a:pt x="45919" y="270970"/>
                  </a:lnTo>
                  <a:lnTo>
                    <a:pt x="48652" y="242318"/>
                  </a:lnTo>
                  <a:lnTo>
                    <a:pt x="51044" y="217329"/>
                  </a:lnTo>
                  <a:lnTo>
                    <a:pt x="54360" y="184038"/>
                  </a:lnTo>
                  <a:lnTo>
                    <a:pt x="57860" y="148759"/>
                  </a:lnTo>
                  <a:lnTo>
                    <a:pt x="59487" y="132430"/>
                  </a:lnTo>
                  <a:lnTo>
                    <a:pt x="61004" y="117239"/>
                  </a:lnTo>
                  <a:lnTo>
                    <a:pt x="71051" y="16548"/>
                  </a:lnTo>
                  <a:lnTo>
                    <a:pt x="72730" y="0"/>
                  </a:lnTo>
                  <a:lnTo>
                    <a:pt x="117923" y="4756"/>
                  </a:lnTo>
                  <a:lnTo>
                    <a:pt x="143570" y="7330"/>
                  </a:lnTo>
                  <a:lnTo>
                    <a:pt x="183887" y="11225"/>
                  </a:lnTo>
                  <a:lnTo>
                    <a:pt x="239158" y="16344"/>
                  </a:lnTo>
                  <a:lnTo>
                    <a:pt x="245640" y="16922"/>
                  </a:lnTo>
                  <a:lnTo>
                    <a:pt x="303592" y="21858"/>
                  </a:lnTo>
                  <a:lnTo>
                    <a:pt x="304313" y="22951"/>
                  </a:lnTo>
                  <a:lnTo>
                    <a:pt x="346309" y="26120"/>
                  </a:lnTo>
                  <a:lnTo>
                    <a:pt x="360515" y="27147"/>
                  </a:lnTo>
                  <a:lnTo>
                    <a:pt x="396475" y="29644"/>
                  </a:lnTo>
                  <a:lnTo>
                    <a:pt x="397420" y="29708"/>
                  </a:lnTo>
                  <a:lnTo>
                    <a:pt x="427211" y="31735"/>
                  </a:lnTo>
                  <a:lnTo>
                    <a:pt x="427425" y="31749"/>
                  </a:lnTo>
                  <a:lnTo>
                    <a:pt x="446920" y="33055"/>
                  </a:lnTo>
                  <a:lnTo>
                    <a:pt x="459161" y="33857"/>
                  </a:lnTo>
                  <a:lnTo>
                    <a:pt x="477106" y="35034"/>
                  </a:lnTo>
                  <a:lnTo>
                    <a:pt x="480395" y="35245"/>
                  </a:lnTo>
                  <a:lnTo>
                    <a:pt x="487388" y="35690"/>
                  </a:lnTo>
                  <a:lnTo>
                    <a:pt x="491046" y="35920"/>
                  </a:lnTo>
                  <a:lnTo>
                    <a:pt x="532576" y="38627"/>
                  </a:lnTo>
                  <a:lnTo>
                    <a:pt x="574609" y="40889"/>
                  </a:lnTo>
                  <a:lnTo>
                    <a:pt x="610014" y="42324"/>
                  </a:lnTo>
                  <a:lnTo>
                    <a:pt x="639393" y="43408"/>
                  </a:lnTo>
                  <a:lnTo>
                    <a:pt x="708630" y="45975"/>
                  </a:lnTo>
                  <a:lnTo>
                    <a:pt x="717608" y="46269"/>
                  </a:lnTo>
                  <a:lnTo>
                    <a:pt x="717233" y="58345"/>
                  </a:lnTo>
                  <a:lnTo>
                    <a:pt x="716140" y="89601"/>
                  </a:lnTo>
                  <a:lnTo>
                    <a:pt x="715856" y="99267"/>
                  </a:lnTo>
                  <a:lnTo>
                    <a:pt x="715380" y="112909"/>
                  </a:lnTo>
                  <a:lnTo>
                    <a:pt x="711126" y="112751"/>
                  </a:lnTo>
                  <a:lnTo>
                    <a:pt x="709272" y="172110"/>
                  </a:lnTo>
                  <a:lnTo>
                    <a:pt x="707823" y="214199"/>
                  </a:lnTo>
                  <a:lnTo>
                    <a:pt x="707288" y="229783"/>
                  </a:lnTo>
                  <a:lnTo>
                    <a:pt x="705251" y="288315"/>
                  </a:lnTo>
                  <a:lnTo>
                    <a:pt x="705073" y="293434"/>
                  </a:lnTo>
                  <a:lnTo>
                    <a:pt x="704241" y="318822"/>
                  </a:lnTo>
                  <a:lnTo>
                    <a:pt x="703342" y="346362"/>
                  </a:lnTo>
                  <a:lnTo>
                    <a:pt x="702757" y="363350"/>
                  </a:lnTo>
                  <a:lnTo>
                    <a:pt x="701624" y="395333"/>
                  </a:lnTo>
                  <a:lnTo>
                    <a:pt x="701348" y="404227"/>
                  </a:lnTo>
                  <a:lnTo>
                    <a:pt x="701306" y="405572"/>
                  </a:lnTo>
                  <a:lnTo>
                    <a:pt x="700384" y="435294"/>
                  </a:lnTo>
                  <a:lnTo>
                    <a:pt x="698868" y="469177"/>
                  </a:lnTo>
                  <a:lnTo>
                    <a:pt x="697196" y="502968"/>
                  </a:lnTo>
                  <a:lnTo>
                    <a:pt x="695986" y="527186"/>
                  </a:lnTo>
                  <a:lnTo>
                    <a:pt x="694862" y="549677"/>
                  </a:lnTo>
                  <a:lnTo>
                    <a:pt x="693381" y="584257"/>
                  </a:lnTo>
                  <a:lnTo>
                    <a:pt x="692757" y="598844"/>
                  </a:lnTo>
                  <a:lnTo>
                    <a:pt x="692247" y="615119"/>
                  </a:lnTo>
                  <a:lnTo>
                    <a:pt x="691669" y="633593"/>
                  </a:lnTo>
                  <a:lnTo>
                    <a:pt x="691400" y="642339"/>
                  </a:lnTo>
                  <a:lnTo>
                    <a:pt x="689852" y="692468"/>
                  </a:lnTo>
                  <a:lnTo>
                    <a:pt x="689610" y="700168"/>
                  </a:lnTo>
                  <a:lnTo>
                    <a:pt x="689250" y="711665"/>
                  </a:lnTo>
                  <a:lnTo>
                    <a:pt x="659355" y="710572"/>
                  </a:lnTo>
                  <a:lnTo>
                    <a:pt x="614148" y="708743"/>
                  </a:lnTo>
                  <a:lnTo>
                    <a:pt x="584806" y="707444"/>
                  </a:lnTo>
                  <a:lnTo>
                    <a:pt x="579754" y="707211"/>
                  </a:lnTo>
                  <a:lnTo>
                    <a:pt x="509200" y="703590"/>
                  </a:lnTo>
                  <a:lnTo>
                    <a:pt x="485930" y="702300"/>
                  </a:lnTo>
                  <a:lnTo>
                    <a:pt x="477884" y="701841"/>
                  </a:lnTo>
                  <a:lnTo>
                    <a:pt x="451040" y="700261"/>
                  </a:lnTo>
                  <a:lnTo>
                    <a:pt x="383119" y="695713"/>
                  </a:lnTo>
                  <a:lnTo>
                    <a:pt x="354950" y="693813"/>
                  </a:lnTo>
                  <a:lnTo>
                    <a:pt x="331876" y="692196"/>
                  </a:lnTo>
                  <a:lnTo>
                    <a:pt x="311791" y="690794"/>
                  </a:lnTo>
                  <a:lnTo>
                    <a:pt x="296223" y="689679"/>
                  </a:lnTo>
                  <a:lnTo>
                    <a:pt x="284332" y="688810"/>
                  </a:lnTo>
                  <a:lnTo>
                    <a:pt x="282746" y="692587"/>
                  </a:lnTo>
                  <a:lnTo>
                    <a:pt x="282991" y="700239"/>
                  </a:lnTo>
                  <a:lnTo>
                    <a:pt x="281192" y="705770"/>
                  </a:lnTo>
                  <a:lnTo>
                    <a:pt x="286892" y="713893"/>
                  </a:lnTo>
                  <a:lnTo>
                    <a:pt x="292674" y="718436"/>
                  </a:lnTo>
                  <a:lnTo>
                    <a:pt x="292283" y="718305"/>
                  </a:lnTo>
                  <a:lnTo>
                    <a:pt x="239623" y="714179"/>
                  </a:lnTo>
                  <a:lnTo>
                    <a:pt x="205061" y="711305"/>
                  </a:lnTo>
                  <a:lnTo>
                    <a:pt x="190766" y="710081"/>
                  </a:lnTo>
                  <a:lnTo>
                    <a:pt x="101241" y="701908"/>
                  </a:lnTo>
                  <a:lnTo>
                    <a:pt x="98075" y="739527"/>
                  </a:lnTo>
                  <a:lnTo>
                    <a:pt x="96239" y="761569"/>
                  </a:lnTo>
                  <a:lnTo>
                    <a:pt x="39148" y="755963"/>
                  </a:lnTo>
                  <a:lnTo>
                    <a:pt x="21603" y="754281"/>
                  </a:lnTo>
                  <a:lnTo>
                    <a:pt x="0" y="75199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061966" y="3165005"/>
              <a:ext cx="550123" cy="852110"/>
            </a:xfrm>
            <a:custGeom>
              <a:avLst/>
              <a:pathLst>
                <a:path w="550123" h="852110">
                  <a:moveTo>
                    <a:pt x="7595" y="288229"/>
                  </a:moveTo>
                  <a:lnTo>
                    <a:pt x="10958" y="274417"/>
                  </a:lnTo>
                  <a:lnTo>
                    <a:pt x="13415" y="264340"/>
                  </a:lnTo>
                  <a:lnTo>
                    <a:pt x="18173" y="244607"/>
                  </a:lnTo>
                  <a:lnTo>
                    <a:pt x="24257" y="219442"/>
                  </a:lnTo>
                  <a:lnTo>
                    <a:pt x="28588" y="201160"/>
                  </a:lnTo>
                  <a:lnTo>
                    <a:pt x="33602" y="180192"/>
                  </a:lnTo>
                  <a:lnTo>
                    <a:pt x="43656" y="137122"/>
                  </a:lnTo>
                  <a:lnTo>
                    <a:pt x="47219" y="121486"/>
                  </a:lnTo>
                  <a:lnTo>
                    <a:pt x="55314" y="87230"/>
                  </a:lnTo>
                  <a:lnTo>
                    <a:pt x="66633" y="40460"/>
                  </a:lnTo>
                  <a:lnTo>
                    <a:pt x="73179" y="12874"/>
                  </a:lnTo>
                  <a:lnTo>
                    <a:pt x="76290" y="0"/>
                  </a:lnTo>
                  <a:lnTo>
                    <a:pt x="97873" y="5194"/>
                  </a:lnTo>
                  <a:lnTo>
                    <a:pt x="126649" y="12515"/>
                  </a:lnTo>
                  <a:lnTo>
                    <a:pt x="129480" y="13228"/>
                  </a:lnTo>
                  <a:lnTo>
                    <a:pt x="138613" y="15518"/>
                  </a:lnTo>
                  <a:lnTo>
                    <a:pt x="155000" y="19378"/>
                  </a:lnTo>
                  <a:lnTo>
                    <a:pt x="172772" y="23714"/>
                  </a:lnTo>
                  <a:lnTo>
                    <a:pt x="194588" y="28498"/>
                  </a:lnTo>
                  <a:lnTo>
                    <a:pt x="218688" y="33860"/>
                  </a:lnTo>
                  <a:lnTo>
                    <a:pt x="244386" y="39508"/>
                  </a:lnTo>
                  <a:lnTo>
                    <a:pt x="264209" y="43891"/>
                  </a:lnTo>
                  <a:lnTo>
                    <a:pt x="281711" y="47627"/>
                  </a:lnTo>
                  <a:lnTo>
                    <a:pt x="298094" y="51042"/>
                  </a:lnTo>
                  <a:lnTo>
                    <a:pt x="311731" y="54009"/>
                  </a:lnTo>
                  <a:lnTo>
                    <a:pt x="312366" y="54150"/>
                  </a:lnTo>
                  <a:lnTo>
                    <a:pt x="343538" y="60966"/>
                  </a:lnTo>
                  <a:lnTo>
                    <a:pt x="366902" y="65772"/>
                  </a:lnTo>
                  <a:lnTo>
                    <a:pt x="403800" y="73222"/>
                  </a:lnTo>
                  <a:lnTo>
                    <a:pt x="423323" y="76971"/>
                  </a:lnTo>
                  <a:lnTo>
                    <a:pt x="448241" y="81907"/>
                  </a:lnTo>
                  <a:lnTo>
                    <a:pt x="470355" y="85789"/>
                  </a:lnTo>
                  <a:lnTo>
                    <a:pt x="481499" y="87715"/>
                  </a:lnTo>
                  <a:lnTo>
                    <a:pt x="505502" y="92710"/>
                  </a:lnTo>
                  <a:lnTo>
                    <a:pt x="530870" y="97282"/>
                  </a:lnTo>
                  <a:lnTo>
                    <a:pt x="550123" y="100713"/>
                  </a:lnTo>
                  <a:lnTo>
                    <a:pt x="545896" y="126843"/>
                  </a:lnTo>
                  <a:lnTo>
                    <a:pt x="541108" y="155352"/>
                  </a:lnTo>
                  <a:lnTo>
                    <a:pt x="535870" y="186227"/>
                  </a:lnTo>
                  <a:lnTo>
                    <a:pt x="532064" y="208831"/>
                  </a:lnTo>
                  <a:lnTo>
                    <a:pt x="527034" y="238579"/>
                  </a:lnTo>
                  <a:lnTo>
                    <a:pt x="522734" y="263627"/>
                  </a:lnTo>
                  <a:lnTo>
                    <a:pt x="520942" y="274225"/>
                  </a:lnTo>
                  <a:lnTo>
                    <a:pt x="515909" y="304835"/>
                  </a:lnTo>
                  <a:lnTo>
                    <a:pt x="515569" y="306906"/>
                  </a:lnTo>
                  <a:lnTo>
                    <a:pt x="512089" y="327760"/>
                  </a:lnTo>
                  <a:lnTo>
                    <a:pt x="510062" y="339931"/>
                  </a:lnTo>
                  <a:lnTo>
                    <a:pt x="505666" y="367292"/>
                  </a:lnTo>
                  <a:lnTo>
                    <a:pt x="504920" y="371950"/>
                  </a:lnTo>
                  <a:lnTo>
                    <a:pt x="496060" y="425709"/>
                  </a:lnTo>
                  <a:lnTo>
                    <a:pt x="493929" y="439520"/>
                  </a:lnTo>
                  <a:lnTo>
                    <a:pt x="490298" y="461401"/>
                  </a:lnTo>
                  <a:lnTo>
                    <a:pt x="488418" y="472752"/>
                  </a:lnTo>
                  <a:lnTo>
                    <a:pt x="485494" y="491068"/>
                  </a:lnTo>
                  <a:lnTo>
                    <a:pt x="482812" y="507882"/>
                  </a:lnTo>
                  <a:lnTo>
                    <a:pt x="481077" y="518910"/>
                  </a:lnTo>
                  <a:lnTo>
                    <a:pt x="476485" y="547979"/>
                  </a:lnTo>
                  <a:lnTo>
                    <a:pt x="473978" y="562672"/>
                  </a:lnTo>
                  <a:lnTo>
                    <a:pt x="471489" y="578020"/>
                  </a:lnTo>
                  <a:lnTo>
                    <a:pt x="469536" y="590280"/>
                  </a:lnTo>
                  <a:lnTo>
                    <a:pt x="466049" y="612857"/>
                  </a:lnTo>
                  <a:lnTo>
                    <a:pt x="462725" y="634182"/>
                  </a:lnTo>
                  <a:lnTo>
                    <a:pt x="461327" y="643773"/>
                  </a:lnTo>
                  <a:lnTo>
                    <a:pt x="458695" y="660878"/>
                  </a:lnTo>
                  <a:lnTo>
                    <a:pt x="454705" y="686883"/>
                  </a:lnTo>
                  <a:lnTo>
                    <a:pt x="450177" y="717189"/>
                  </a:lnTo>
                  <a:lnTo>
                    <a:pt x="449167" y="723343"/>
                  </a:lnTo>
                  <a:lnTo>
                    <a:pt x="448032" y="731496"/>
                  </a:lnTo>
                  <a:lnTo>
                    <a:pt x="442174" y="738581"/>
                  </a:lnTo>
                  <a:lnTo>
                    <a:pt x="437662" y="745455"/>
                  </a:lnTo>
                  <a:lnTo>
                    <a:pt x="435995" y="748361"/>
                  </a:lnTo>
                  <a:lnTo>
                    <a:pt x="430412" y="748406"/>
                  </a:lnTo>
                  <a:lnTo>
                    <a:pt x="425762" y="745364"/>
                  </a:lnTo>
                  <a:lnTo>
                    <a:pt x="422247" y="741701"/>
                  </a:lnTo>
                  <a:lnTo>
                    <a:pt x="421162" y="736501"/>
                  </a:lnTo>
                  <a:lnTo>
                    <a:pt x="418715" y="732160"/>
                  </a:lnTo>
                  <a:lnTo>
                    <a:pt x="414839" y="731191"/>
                  </a:lnTo>
                  <a:lnTo>
                    <a:pt x="411733" y="732811"/>
                  </a:lnTo>
                  <a:lnTo>
                    <a:pt x="408427" y="731901"/>
                  </a:lnTo>
                  <a:lnTo>
                    <a:pt x="406642" y="729181"/>
                  </a:lnTo>
                  <a:lnTo>
                    <a:pt x="401381" y="728185"/>
                  </a:lnTo>
                  <a:lnTo>
                    <a:pt x="396317" y="728477"/>
                  </a:lnTo>
                  <a:lnTo>
                    <a:pt x="392521" y="730450"/>
                  </a:lnTo>
                  <a:lnTo>
                    <a:pt x="386206" y="730779"/>
                  </a:lnTo>
                  <a:lnTo>
                    <a:pt x="384984" y="734342"/>
                  </a:lnTo>
                  <a:lnTo>
                    <a:pt x="384907" y="734843"/>
                  </a:lnTo>
                  <a:lnTo>
                    <a:pt x="383968" y="740930"/>
                  </a:lnTo>
                  <a:lnTo>
                    <a:pt x="383827" y="748284"/>
                  </a:lnTo>
                  <a:lnTo>
                    <a:pt x="385796" y="753342"/>
                  </a:lnTo>
                  <a:lnTo>
                    <a:pt x="387838" y="757801"/>
                  </a:lnTo>
                  <a:lnTo>
                    <a:pt x="383971" y="762758"/>
                  </a:lnTo>
                  <a:lnTo>
                    <a:pt x="383121" y="771643"/>
                  </a:lnTo>
                  <a:lnTo>
                    <a:pt x="382383" y="780702"/>
                  </a:lnTo>
                  <a:lnTo>
                    <a:pt x="384845" y="785673"/>
                  </a:lnTo>
                  <a:lnTo>
                    <a:pt x="384224" y="788109"/>
                  </a:lnTo>
                  <a:lnTo>
                    <a:pt x="382494" y="794895"/>
                  </a:lnTo>
                  <a:lnTo>
                    <a:pt x="381071" y="803018"/>
                  </a:lnTo>
                  <a:lnTo>
                    <a:pt x="383677" y="807942"/>
                  </a:lnTo>
                  <a:lnTo>
                    <a:pt x="384678" y="824541"/>
                  </a:lnTo>
                  <a:lnTo>
                    <a:pt x="383830" y="838192"/>
                  </a:lnTo>
                  <a:lnTo>
                    <a:pt x="381190" y="839702"/>
                  </a:lnTo>
                  <a:lnTo>
                    <a:pt x="379358" y="839316"/>
                  </a:lnTo>
                  <a:lnTo>
                    <a:pt x="377988" y="845008"/>
                  </a:lnTo>
                  <a:lnTo>
                    <a:pt x="376097" y="852110"/>
                  </a:lnTo>
                  <a:lnTo>
                    <a:pt x="363340" y="834469"/>
                  </a:lnTo>
                  <a:lnTo>
                    <a:pt x="352631" y="819651"/>
                  </a:lnTo>
                  <a:lnTo>
                    <a:pt x="345539" y="809791"/>
                  </a:lnTo>
                  <a:lnTo>
                    <a:pt x="336926" y="797929"/>
                  </a:lnTo>
                  <a:lnTo>
                    <a:pt x="326328" y="783227"/>
                  </a:lnTo>
                  <a:lnTo>
                    <a:pt x="318910" y="772971"/>
                  </a:lnTo>
                  <a:lnTo>
                    <a:pt x="301089" y="748137"/>
                  </a:lnTo>
                  <a:lnTo>
                    <a:pt x="286649" y="728145"/>
                  </a:lnTo>
                  <a:lnTo>
                    <a:pt x="283246" y="723411"/>
                  </a:lnTo>
                  <a:lnTo>
                    <a:pt x="268731" y="703128"/>
                  </a:lnTo>
                  <a:lnTo>
                    <a:pt x="248416" y="674806"/>
                  </a:lnTo>
                  <a:lnTo>
                    <a:pt x="240385" y="663486"/>
                  </a:lnTo>
                  <a:lnTo>
                    <a:pt x="203978" y="612383"/>
                  </a:lnTo>
                  <a:lnTo>
                    <a:pt x="192346" y="596057"/>
                  </a:lnTo>
                  <a:lnTo>
                    <a:pt x="186807" y="588246"/>
                  </a:lnTo>
                  <a:lnTo>
                    <a:pt x="156422" y="545334"/>
                  </a:lnTo>
                  <a:lnTo>
                    <a:pt x="145820" y="530441"/>
                  </a:lnTo>
                  <a:lnTo>
                    <a:pt x="132808" y="512038"/>
                  </a:lnTo>
                  <a:lnTo>
                    <a:pt x="105035" y="472623"/>
                  </a:lnTo>
                  <a:lnTo>
                    <a:pt x="100081" y="465523"/>
                  </a:lnTo>
                  <a:lnTo>
                    <a:pt x="69760" y="422286"/>
                  </a:lnTo>
                  <a:lnTo>
                    <a:pt x="55921" y="402643"/>
                  </a:lnTo>
                  <a:lnTo>
                    <a:pt x="47678" y="390865"/>
                  </a:lnTo>
                  <a:lnTo>
                    <a:pt x="44270" y="386009"/>
                  </a:lnTo>
                  <a:lnTo>
                    <a:pt x="27347" y="361748"/>
                  </a:lnTo>
                  <a:lnTo>
                    <a:pt x="27197" y="361532"/>
                  </a:lnTo>
                  <a:lnTo>
                    <a:pt x="6339" y="331556"/>
                  </a:lnTo>
                  <a:lnTo>
                    <a:pt x="0" y="322441"/>
                  </a:lnTo>
                  <a:lnTo>
                    <a:pt x="1612" y="315105"/>
                  </a:lnTo>
                  <a:lnTo>
                    <a:pt x="2685" y="310224"/>
                  </a:lnTo>
                  <a:lnTo>
                    <a:pt x="3944" y="304507"/>
                  </a:lnTo>
                  <a:lnTo>
                    <a:pt x="6936" y="29093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76008" y="2933316"/>
              <a:ext cx="3991" cy="4097"/>
            </a:xfrm>
            <a:custGeom>
              <a:avLst/>
              <a:pathLst>
                <a:path w="3991" h="4097">
                  <a:moveTo>
                    <a:pt x="0" y="1972"/>
                  </a:moveTo>
                  <a:lnTo>
                    <a:pt x="3007" y="0"/>
                  </a:lnTo>
                  <a:lnTo>
                    <a:pt x="3991" y="1771"/>
                  </a:lnTo>
                  <a:lnTo>
                    <a:pt x="88" y="40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83267" y="2769018"/>
              <a:ext cx="301913" cy="232023"/>
            </a:xfrm>
            <a:custGeom>
              <a:avLst/>
              <a:pathLst>
                <a:path w="301913" h="232023">
                  <a:moveTo>
                    <a:pt x="0" y="202908"/>
                  </a:moveTo>
                  <a:lnTo>
                    <a:pt x="4202" y="198927"/>
                  </a:lnTo>
                  <a:lnTo>
                    <a:pt x="9429" y="192993"/>
                  </a:lnTo>
                  <a:lnTo>
                    <a:pt x="11327" y="189565"/>
                  </a:lnTo>
                  <a:lnTo>
                    <a:pt x="14325" y="186408"/>
                  </a:lnTo>
                  <a:lnTo>
                    <a:pt x="17138" y="183830"/>
                  </a:lnTo>
                  <a:lnTo>
                    <a:pt x="18873" y="182386"/>
                  </a:lnTo>
                  <a:lnTo>
                    <a:pt x="18908" y="182126"/>
                  </a:lnTo>
                  <a:lnTo>
                    <a:pt x="19234" y="179694"/>
                  </a:lnTo>
                  <a:lnTo>
                    <a:pt x="20548" y="177679"/>
                  </a:lnTo>
                  <a:lnTo>
                    <a:pt x="20519" y="175328"/>
                  </a:lnTo>
                  <a:lnTo>
                    <a:pt x="22924" y="173263"/>
                  </a:lnTo>
                  <a:lnTo>
                    <a:pt x="24963" y="171117"/>
                  </a:lnTo>
                  <a:lnTo>
                    <a:pt x="26295" y="168334"/>
                  </a:lnTo>
                  <a:lnTo>
                    <a:pt x="25923" y="167714"/>
                  </a:lnTo>
                  <a:lnTo>
                    <a:pt x="25333" y="166731"/>
                  </a:lnTo>
                  <a:lnTo>
                    <a:pt x="24208" y="164880"/>
                  </a:lnTo>
                  <a:lnTo>
                    <a:pt x="22890" y="164207"/>
                  </a:lnTo>
                  <a:lnTo>
                    <a:pt x="22409" y="161854"/>
                  </a:lnTo>
                  <a:lnTo>
                    <a:pt x="21484" y="161056"/>
                  </a:lnTo>
                  <a:lnTo>
                    <a:pt x="20214" y="161139"/>
                  </a:lnTo>
                  <a:lnTo>
                    <a:pt x="17660" y="159853"/>
                  </a:lnTo>
                  <a:lnTo>
                    <a:pt x="17379" y="156609"/>
                  </a:lnTo>
                  <a:lnTo>
                    <a:pt x="16759" y="156292"/>
                  </a:lnTo>
                  <a:lnTo>
                    <a:pt x="14652" y="156239"/>
                  </a:lnTo>
                  <a:lnTo>
                    <a:pt x="14561" y="153769"/>
                  </a:lnTo>
                  <a:lnTo>
                    <a:pt x="14622" y="153276"/>
                  </a:lnTo>
                  <a:lnTo>
                    <a:pt x="14755" y="152205"/>
                  </a:lnTo>
                  <a:lnTo>
                    <a:pt x="13579" y="148863"/>
                  </a:lnTo>
                  <a:lnTo>
                    <a:pt x="12436" y="147020"/>
                  </a:lnTo>
                  <a:lnTo>
                    <a:pt x="20131" y="142032"/>
                  </a:lnTo>
                  <a:lnTo>
                    <a:pt x="29623" y="136691"/>
                  </a:lnTo>
                  <a:lnTo>
                    <a:pt x="32506" y="135830"/>
                  </a:lnTo>
                  <a:lnTo>
                    <a:pt x="37299" y="134390"/>
                  </a:lnTo>
                  <a:lnTo>
                    <a:pt x="43786" y="132464"/>
                  </a:lnTo>
                  <a:lnTo>
                    <a:pt x="49241" y="131485"/>
                  </a:lnTo>
                  <a:lnTo>
                    <a:pt x="55838" y="130783"/>
                  </a:lnTo>
                  <a:lnTo>
                    <a:pt x="57861" y="130337"/>
                  </a:lnTo>
                  <a:lnTo>
                    <a:pt x="62184" y="132215"/>
                  </a:lnTo>
                  <a:lnTo>
                    <a:pt x="66696" y="133449"/>
                  </a:lnTo>
                  <a:lnTo>
                    <a:pt x="68268" y="132217"/>
                  </a:lnTo>
                  <a:lnTo>
                    <a:pt x="72354" y="129772"/>
                  </a:lnTo>
                  <a:lnTo>
                    <a:pt x="73497" y="129086"/>
                  </a:lnTo>
                  <a:lnTo>
                    <a:pt x="76258" y="128461"/>
                  </a:lnTo>
                  <a:lnTo>
                    <a:pt x="80862" y="126674"/>
                  </a:lnTo>
                  <a:lnTo>
                    <a:pt x="85671" y="126022"/>
                  </a:lnTo>
                  <a:lnTo>
                    <a:pt x="87357" y="125566"/>
                  </a:lnTo>
                  <a:lnTo>
                    <a:pt x="90761" y="122697"/>
                  </a:lnTo>
                  <a:lnTo>
                    <a:pt x="93133" y="121291"/>
                  </a:lnTo>
                  <a:lnTo>
                    <a:pt x="94516" y="119852"/>
                  </a:lnTo>
                  <a:lnTo>
                    <a:pt x="95607" y="118715"/>
                  </a:lnTo>
                  <a:lnTo>
                    <a:pt x="96649" y="115151"/>
                  </a:lnTo>
                  <a:lnTo>
                    <a:pt x="97028" y="114671"/>
                  </a:lnTo>
                  <a:lnTo>
                    <a:pt x="99852" y="111084"/>
                  </a:lnTo>
                  <a:lnTo>
                    <a:pt x="102574" y="107565"/>
                  </a:lnTo>
                  <a:lnTo>
                    <a:pt x="104214" y="106823"/>
                  </a:lnTo>
                  <a:lnTo>
                    <a:pt x="106131" y="106969"/>
                  </a:lnTo>
                  <a:lnTo>
                    <a:pt x="108819" y="105236"/>
                  </a:lnTo>
                  <a:lnTo>
                    <a:pt x="109284" y="102633"/>
                  </a:lnTo>
                  <a:lnTo>
                    <a:pt x="108433" y="98868"/>
                  </a:lnTo>
                  <a:lnTo>
                    <a:pt x="107817" y="97414"/>
                  </a:lnTo>
                  <a:lnTo>
                    <a:pt x="106338" y="93926"/>
                  </a:lnTo>
                  <a:lnTo>
                    <a:pt x="105039" y="91599"/>
                  </a:lnTo>
                  <a:lnTo>
                    <a:pt x="101917" y="89704"/>
                  </a:lnTo>
                  <a:lnTo>
                    <a:pt x="99455" y="89620"/>
                  </a:lnTo>
                  <a:lnTo>
                    <a:pt x="96494" y="89967"/>
                  </a:lnTo>
                  <a:lnTo>
                    <a:pt x="96906" y="87540"/>
                  </a:lnTo>
                  <a:lnTo>
                    <a:pt x="100839" y="83825"/>
                  </a:lnTo>
                  <a:lnTo>
                    <a:pt x="99083" y="81519"/>
                  </a:lnTo>
                  <a:lnTo>
                    <a:pt x="96637" y="81928"/>
                  </a:lnTo>
                  <a:lnTo>
                    <a:pt x="96513" y="79750"/>
                  </a:lnTo>
                  <a:lnTo>
                    <a:pt x="95800" y="78473"/>
                  </a:lnTo>
                  <a:lnTo>
                    <a:pt x="95843" y="76698"/>
                  </a:lnTo>
                  <a:lnTo>
                    <a:pt x="96110" y="74911"/>
                  </a:lnTo>
                  <a:lnTo>
                    <a:pt x="97204" y="72488"/>
                  </a:lnTo>
                  <a:lnTo>
                    <a:pt x="99803" y="71111"/>
                  </a:lnTo>
                  <a:lnTo>
                    <a:pt x="100903" y="69424"/>
                  </a:lnTo>
                  <a:lnTo>
                    <a:pt x="100380" y="67367"/>
                  </a:lnTo>
                  <a:lnTo>
                    <a:pt x="102328" y="65756"/>
                  </a:lnTo>
                  <a:lnTo>
                    <a:pt x="104938" y="62362"/>
                  </a:lnTo>
                  <a:lnTo>
                    <a:pt x="106686" y="61734"/>
                  </a:lnTo>
                  <a:lnTo>
                    <a:pt x="108885" y="58028"/>
                  </a:lnTo>
                  <a:lnTo>
                    <a:pt x="109562" y="56884"/>
                  </a:lnTo>
                  <a:lnTo>
                    <a:pt x="109730" y="54176"/>
                  </a:lnTo>
                  <a:lnTo>
                    <a:pt x="110492" y="51552"/>
                  </a:lnTo>
                  <a:lnTo>
                    <a:pt x="115142" y="42372"/>
                  </a:lnTo>
                  <a:lnTo>
                    <a:pt x="118553" y="36012"/>
                  </a:lnTo>
                  <a:lnTo>
                    <a:pt x="120860" y="32568"/>
                  </a:lnTo>
                  <a:lnTo>
                    <a:pt x="122734" y="29192"/>
                  </a:lnTo>
                  <a:lnTo>
                    <a:pt x="125901" y="25866"/>
                  </a:lnTo>
                  <a:lnTo>
                    <a:pt x="128041" y="23551"/>
                  </a:lnTo>
                  <a:lnTo>
                    <a:pt x="129673" y="21492"/>
                  </a:lnTo>
                  <a:lnTo>
                    <a:pt x="129797" y="20419"/>
                  </a:lnTo>
                  <a:lnTo>
                    <a:pt x="132577" y="19192"/>
                  </a:lnTo>
                  <a:lnTo>
                    <a:pt x="134567" y="16842"/>
                  </a:lnTo>
                  <a:lnTo>
                    <a:pt x="137993" y="17024"/>
                  </a:lnTo>
                  <a:lnTo>
                    <a:pt x="138611" y="16755"/>
                  </a:lnTo>
                  <a:lnTo>
                    <a:pt x="141270" y="15593"/>
                  </a:lnTo>
                  <a:lnTo>
                    <a:pt x="142375" y="15109"/>
                  </a:lnTo>
                  <a:lnTo>
                    <a:pt x="148307" y="13302"/>
                  </a:lnTo>
                  <a:lnTo>
                    <a:pt x="155218" y="11205"/>
                  </a:lnTo>
                  <a:lnTo>
                    <a:pt x="162105" y="8593"/>
                  </a:lnTo>
                  <a:lnTo>
                    <a:pt x="167192" y="6649"/>
                  </a:lnTo>
                  <a:lnTo>
                    <a:pt x="175060" y="3824"/>
                  </a:lnTo>
                  <a:lnTo>
                    <a:pt x="184904" y="0"/>
                  </a:lnTo>
                  <a:lnTo>
                    <a:pt x="185520" y="1991"/>
                  </a:lnTo>
                  <a:lnTo>
                    <a:pt x="186590" y="4503"/>
                  </a:lnTo>
                  <a:lnTo>
                    <a:pt x="186220" y="7947"/>
                  </a:lnTo>
                  <a:lnTo>
                    <a:pt x="187203" y="9275"/>
                  </a:lnTo>
                  <a:lnTo>
                    <a:pt x="188658" y="10093"/>
                  </a:lnTo>
                  <a:lnTo>
                    <a:pt x="188722" y="12868"/>
                  </a:lnTo>
                  <a:lnTo>
                    <a:pt x="189294" y="15440"/>
                  </a:lnTo>
                  <a:lnTo>
                    <a:pt x="189802" y="19672"/>
                  </a:lnTo>
                  <a:lnTo>
                    <a:pt x="191429" y="21950"/>
                  </a:lnTo>
                  <a:lnTo>
                    <a:pt x="191617" y="22104"/>
                  </a:lnTo>
                  <a:lnTo>
                    <a:pt x="192435" y="22768"/>
                  </a:lnTo>
                  <a:lnTo>
                    <a:pt x="194267" y="24255"/>
                  </a:lnTo>
                  <a:lnTo>
                    <a:pt x="196021" y="27288"/>
                  </a:lnTo>
                  <a:lnTo>
                    <a:pt x="196049" y="30442"/>
                  </a:lnTo>
                  <a:lnTo>
                    <a:pt x="196010" y="31865"/>
                  </a:lnTo>
                  <a:lnTo>
                    <a:pt x="197135" y="34033"/>
                  </a:lnTo>
                  <a:lnTo>
                    <a:pt x="198132" y="36226"/>
                  </a:lnTo>
                  <a:lnTo>
                    <a:pt x="198255" y="36498"/>
                  </a:lnTo>
                  <a:lnTo>
                    <a:pt x="197573" y="38233"/>
                  </a:lnTo>
                  <a:lnTo>
                    <a:pt x="197065" y="41876"/>
                  </a:lnTo>
                  <a:lnTo>
                    <a:pt x="197457" y="45426"/>
                  </a:lnTo>
                  <a:lnTo>
                    <a:pt x="197685" y="48451"/>
                  </a:lnTo>
                  <a:lnTo>
                    <a:pt x="199250" y="49605"/>
                  </a:lnTo>
                  <a:lnTo>
                    <a:pt x="199657" y="51424"/>
                  </a:lnTo>
                  <a:lnTo>
                    <a:pt x="200524" y="53619"/>
                  </a:lnTo>
                  <a:lnTo>
                    <a:pt x="202566" y="55877"/>
                  </a:lnTo>
                  <a:lnTo>
                    <a:pt x="202960" y="58918"/>
                  </a:lnTo>
                  <a:lnTo>
                    <a:pt x="203377" y="59276"/>
                  </a:lnTo>
                  <a:lnTo>
                    <a:pt x="205085" y="60741"/>
                  </a:lnTo>
                  <a:lnTo>
                    <a:pt x="205009" y="61708"/>
                  </a:lnTo>
                  <a:lnTo>
                    <a:pt x="204771" y="64742"/>
                  </a:lnTo>
                  <a:lnTo>
                    <a:pt x="204722" y="66996"/>
                  </a:lnTo>
                  <a:lnTo>
                    <a:pt x="205331" y="70030"/>
                  </a:lnTo>
                  <a:lnTo>
                    <a:pt x="206836" y="71184"/>
                  </a:lnTo>
                  <a:lnTo>
                    <a:pt x="208237" y="67540"/>
                  </a:lnTo>
                  <a:lnTo>
                    <a:pt x="210138" y="69140"/>
                  </a:lnTo>
                  <a:lnTo>
                    <a:pt x="212673" y="70965"/>
                  </a:lnTo>
                  <a:lnTo>
                    <a:pt x="215095" y="79480"/>
                  </a:lnTo>
                  <a:lnTo>
                    <a:pt x="215806" y="81907"/>
                  </a:lnTo>
                  <a:lnTo>
                    <a:pt x="219840" y="95720"/>
                  </a:lnTo>
                  <a:lnTo>
                    <a:pt x="221197" y="100287"/>
                  </a:lnTo>
                  <a:lnTo>
                    <a:pt x="222753" y="105539"/>
                  </a:lnTo>
                  <a:lnTo>
                    <a:pt x="222814" y="105743"/>
                  </a:lnTo>
                  <a:lnTo>
                    <a:pt x="222895" y="107434"/>
                  </a:lnTo>
                  <a:lnTo>
                    <a:pt x="224708" y="109861"/>
                  </a:lnTo>
                  <a:lnTo>
                    <a:pt x="225449" y="122480"/>
                  </a:lnTo>
                  <a:lnTo>
                    <a:pt x="226742" y="145138"/>
                  </a:lnTo>
                  <a:lnTo>
                    <a:pt x="227911" y="146506"/>
                  </a:lnTo>
                  <a:lnTo>
                    <a:pt x="228061" y="146682"/>
                  </a:lnTo>
                  <a:lnTo>
                    <a:pt x="231019" y="157975"/>
                  </a:lnTo>
                  <a:lnTo>
                    <a:pt x="233045" y="165837"/>
                  </a:lnTo>
                  <a:lnTo>
                    <a:pt x="233373" y="167114"/>
                  </a:lnTo>
                  <a:lnTo>
                    <a:pt x="233647" y="168189"/>
                  </a:lnTo>
                  <a:lnTo>
                    <a:pt x="234828" y="172828"/>
                  </a:lnTo>
                  <a:lnTo>
                    <a:pt x="235923" y="177140"/>
                  </a:lnTo>
                  <a:lnTo>
                    <a:pt x="236715" y="180372"/>
                  </a:lnTo>
                  <a:lnTo>
                    <a:pt x="236841" y="180889"/>
                  </a:lnTo>
                  <a:lnTo>
                    <a:pt x="237713" y="184461"/>
                  </a:lnTo>
                  <a:lnTo>
                    <a:pt x="241459" y="187683"/>
                  </a:lnTo>
                  <a:lnTo>
                    <a:pt x="234408" y="196175"/>
                  </a:lnTo>
                  <a:lnTo>
                    <a:pt x="235601" y="197208"/>
                  </a:lnTo>
                  <a:lnTo>
                    <a:pt x="238154" y="199413"/>
                  </a:lnTo>
                  <a:lnTo>
                    <a:pt x="238376" y="200090"/>
                  </a:lnTo>
                  <a:lnTo>
                    <a:pt x="238743" y="200992"/>
                  </a:lnTo>
                  <a:lnTo>
                    <a:pt x="237987" y="203726"/>
                  </a:lnTo>
                  <a:lnTo>
                    <a:pt x="236284" y="205768"/>
                  </a:lnTo>
                  <a:lnTo>
                    <a:pt x="236429" y="207431"/>
                  </a:lnTo>
                  <a:lnTo>
                    <a:pt x="237416" y="207384"/>
                  </a:lnTo>
                  <a:lnTo>
                    <a:pt x="238500" y="207331"/>
                  </a:lnTo>
                  <a:lnTo>
                    <a:pt x="240515" y="206210"/>
                  </a:lnTo>
                  <a:lnTo>
                    <a:pt x="241536" y="204792"/>
                  </a:lnTo>
                  <a:lnTo>
                    <a:pt x="245461" y="202355"/>
                  </a:lnTo>
                  <a:lnTo>
                    <a:pt x="245476" y="202077"/>
                  </a:lnTo>
                  <a:lnTo>
                    <a:pt x="245545" y="200790"/>
                  </a:lnTo>
                  <a:lnTo>
                    <a:pt x="247479" y="200756"/>
                  </a:lnTo>
                  <a:lnTo>
                    <a:pt x="247681" y="200509"/>
                  </a:lnTo>
                  <a:lnTo>
                    <a:pt x="248736" y="199215"/>
                  </a:lnTo>
                  <a:lnTo>
                    <a:pt x="251355" y="199717"/>
                  </a:lnTo>
                  <a:lnTo>
                    <a:pt x="255416" y="199654"/>
                  </a:lnTo>
                  <a:lnTo>
                    <a:pt x="257929" y="197490"/>
                  </a:lnTo>
                  <a:lnTo>
                    <a:pt x="257657" y="196115"/>
                  </a:lnTo>
                  <a:lnTo>
                    <a:pt x="258635" y="194899"/>
                  </a:lnTo>
                  <a:lnTo>
                    <a:pt x="261265" y="194392"/>
                  </a:lnTo>
                  <a:lnTo>
                    <a:pt x="267726" y="192052"/>
                  </a:lnTo>
                  <a:lnTo>
                    <a:pt x="272982" y="189563"/>
                  </a:lnTo>
                  <a:lnTo>
                    <a:pt x="277062" y="187043"/>
                  </a:lnTo>
                  <a:lnTo>
                    <a:pt x="279220" y="183774"/>
                  </a:lnTo>
                  <a:lnTo>
                    <a:pt x="280635" y="180928"/>
                  </a:lnTo>
                  <a:lnTo>
                    <a:pt x="282254" y="179136"/>
                  </a:lnTo>
                  <a:lnTo>
                    <a:pt x="283011" y="177132"/>
                  </a:lnTo>
                  <a:lnTo>
                    <a:pt x="284998" y="175548"/>
                  </a:lnTo>
                  <a:lnTo>
                    <a:pt x="288013" y="172399"/>
                  </a:lnTo>
                  <a:lnTo>
                    <a:pt x="288518" y="173050"/>
                  </a:lnTo>
                  <a:lnTo>
                    <a:pt x="287036" y="177283"/>
                  </a:lnTo>
                  <a:lnTo>
                    <a:pt x="286728" y="179749"/>
                  </a:lnTo>
                  <a:lnTo>
                    <a:pt x="289519" y="180241"/>
                  </a:lnTo>
                  <a:lnTo>
                    <a:pt x="291262" y="178924"/>
                  </a:lnTo>
                  <a:lnTo>
                    <a:pt x="291532" y="175429"/>
                  </a:lnTo>
                  <a:lnTo>
                    <a:pt x="293273" y="175547"/>
                  </a:lnTo>
                  <a:lnTo>
                    <a:pt x="293646" y="178017"/>
                  </a:lnTo>
                  <a:lnTo>
                    <a:pt x="295763" y="179090"/>
                  </a:lnTo>
                  <a:lnTo>
                    <a:pt x="298218" y="175416"/>
                  </a:lnTo>
                  <a:lnTo>
                    <a:pt x="299497" y="174441"/>
                  </a:lnTo>
                  <a:lnTo>
                    <a:pt x="301913" y="174105"/>
                  </a:lnTo>
                  <a:lnTo>
                    <a:pt x="300104" y="178303"/>
                  </a:lnTo>
                  <a:lnTo>
                    <a:pt x="295156" y="182690"/>
                  </a:lnTo>
                  <a:lnTo>
                    <a:pt x="288865" y="188008"/>
                  </a:lnTo>
                  <a:lnTo>
                    <a:pt x="285979" y="191038"/>
                  </a:lnTo>
                  <a:lnTo>
                    <a:pt x="274652" y="200642"/>
                  </a:lnTo>
                  <a:lnTo>
                    <a:pt x="273079" y="202045"/>
                  </a:lnTo>
                  <a:lnTo>
                    <a:pt x="269488" y="205239"/>
                  </a:lnTo>
                  <a:lnTo>
                    <a:pt x="266801" y="208009"/>
                  </a:lnTo>
                  <a:lnTo>
                    <a:pt x="260497" y="212850"/>
                  </a:lnTo>
                  <a:lnTo>
                    <a:pt x="257113" y="214565"/>
                  </a:lnTo>
                  <a:lnTo>
                    <a:pt x="255330" y="214645"/>
                  </a:lnTo>
                  <a:lnTo>
                    <a:pt x="252971" y="216393"/>
                  </a:lnTo>
                  <a:lnTo>
                    <a:pt x="250996" y="217853"/>
                  </a:lnTo>
                  <a:lnTo>
                    <a:pt x="250266" y="218392"/>
                  </a:lnTo>
                  <a:lnTo>
                    <a:pt x="245588" y="220554"/>
                  </a:lnTo>
                  <a:lnTo>
                    <a:pt x="241508" y="221578"/>
                  </a:lnTo>
                  <a:lnTo>
                    <a:pt x="240604" y="221804"/>
                  </a:lnTo>
                  <a:lnTo>
                    <a:pt x="238994" y="223138"/>
                  </a:lnTo>
                  <a:lnTo>
                    <a:pt x="235324" y="226172"/>
                  </a:lnTo>
                  <a:lnTo>
                    <a:pt x="233842" y="225692"/>
                  </a:lnTo>
                  <a:lnTo>
                    <a:pt x="233059" y="225437"/>
                  </a:lnTo>
                  <a:lnTo>
                    <a:pt x="231071" y="225056"/>
                  </a:lnTo>
                  <a:lnTo>
                    <a:pt x="230246" y="224897"/>
                  </a:lnTo>
                  <a:lnTo>
                    <a:pt x="228998" y="228021"/>
                  </a:lnTo>
                  <a:lnTo>
                    <a:pt x="226365" y="230837"/>
                  </a:lnTo>
                  <a:lnTo>
                    <a:pt x="224295" y="232023"/>
                  </a:lnTo>
                  <a:lnTo>
                    <a:pt x="224065" y="229788"/>
                  </a:lnTo>
                  <a:lnTo>
                    <a:pt x="225038" y="228733"/>
                  </a:lnTo>
                  <a:lnTo>
                    <a:pt x="224993" y="226873"/>
                  </a:lnTo>
                  <a:lnTo>
                    <a:pt x="224533" y="224930"/>
                  </a:lnTo>
                  <a:lnTo>
                    <a:pt x="225403" y="223913"/>
                  </a:lnTo>
                  <a:lnTo>
                    <a:pt x="225771" y="223749"/>
                  </a:lnTo>
                  <a:lnTo>
                    <a:pt x="228350" y="222595"/>
                  </a:lnTo>
                  <a:lnTo>
                    <a:pt x="228685" y="221644"/>
                  </a:lnTo>
                  <a:lnTo>
                    <a:pt x="228757" y="221441"/>
                  </a:lnTo>
                  <a:lnTo>
                    <a:pt x="229192" y="220177"/>
                  </a:lnTo>
                  <a:lnTo>
                    <a:pt x="229299" y="218261"/>
                  </a:lnTo>
                  <a:lnTo>
                    <a:pt x="229359" y="217174"/>
                  </a:lnTo>
                  <a:lnTo>
                    <a:pt x="229394" y="216550"/>
                  </a:lnTo>
                  <a:lnTo>
                    <a:pt x="229823" y="214184"/>
                  </a:lnTo>
                  <a:lnTo>
                    <a:pt x="230020" y="213100"/>
                  </a:lnTo>
                  <a:lnTo>
                    <a:pt x="230065" y="212846"/>
                  </a:lnTo>
                  <a:lnTo>
                    <a:pt x="230092" y="212533"/>
                  </a:lnTo>
                  <a:lnTo>
                    <a:pt x="230192" y="211351"/>
                  </a:lnTo>
                  <a:lnTo>
                    <a:pt x="230262" y="210527"/>
                  </a:lnTo>
                  <a:lnTo>
                    <a:pt x="230320" y="209829"/>
                  </a:lnTo>
                  <a:lnTo>
                    <a:pt x="230313" y="209400"/>
                  </a:lnTo>
                  <a:lnTo>
                    <a:pt x="230281" y="207460"/>
                  </a:lnTo>
                  <a:lnTo>
                    <a:pt x="230250" y="205682"/>
                  </a:lnTo>
                  <a:lnTo>
                    <a:pt x="230025" y="203275"/>
                  </a:lnTo>
                  <a:lnTo>
                    <a:pt x="223767" y="202006"/>
                  </a:lnTo>
                  <a:lnTo>
                    <a:pt x="216484" y="200414"/>
                  </a:lnTo>
                  <a:lnTo>
                    <a:pt x="215508" y="200199"/>
                  </a:lnTo>
                  <a:lnTo>
                    <a:pt x="212622" y="199542"/>
                  </a:lnTo>
                  <a:lnTo>
                    <a:pt x="209797" y="198758"/>
                  </a:lnTo>
                  <a:lnTo>
                    <a:pt x="205866" y="197662"/>
                  </a:lnTo>
                  <a:lnTo>
                    <a:pt x="195668" y="195073"/>
                  </a:lnTo>
                  <a:lnTo>
                    <a:pt x="193201" y="192171"/>
                  </a:lnTo>
                  <a:lnTo>
                    <a:pt x="192404" y="192331"/>
                  </a:lnTo>
                  <a:lnTo>
                    <a:pt x="190792" y="192654"/>
                  </a:lnTo>
                  <a:lnTo>
                    <a:pt x="187165" y="192524"/>
                  </a:lnTo>
                  <a:lnTo>
                    <a:pt x="183236" y="191560"/>
                  </a:lnTo>
                  <a:lnTo>
                    <a:pt x="179857" y="188393"/>
                  </a:lnTo>
                  <a:lnTo>
                    <a:pt x="179347" y="187007"/>
                  </a:lnTo>
                  <a:lnTo>
                    <a:pt x="178669" y="185165"/>
                  </a:lnTo>
                  <a:lnTo>
                    <a:pt x="176870" y="179759"/>
                  </a:lnTo>
                  <a:lnTo>
                    <a:pt x="175378" y="177552"/>
                  </a:lnTo>
                  <a:lnTo>
                    <a:pt x="173409" y="176100"/>
                  </a:lnTo>
                  <a:lnTo>
                    <a:pt x="172132" y="176019"/>
                  </a:lnTo>
                  <a:lnTo>
                    <a:pt x="170335" y="175904"/>
                  </a:lnTo>
                  <a:lnTo>
                    <a:pt x="167393" y="175615"/>
                  </a:lnTo>
                  <a:lnTo>
                    <a:pt x="165445" y="172886"/>
                  </a:lnTo>
                  <a:lnTo>
                    <a:pt x="163004" y="171192"/>
                  </a:lnTo>
                  <a:lnTo>
                    <a:pt x="162318" y="171359"/>
                  </a:lnTo>
                  <a:lnTo>
                    <a:pt x="158043" y="172398"/>
                  </a:lnTo>
                  <a:lnTo>
                    <a:pt x="157828" y="172465"/>
                  </a:lnTo>
                  <a:lnTo>
                    <a:pt x="143963" y="176813"/>
                  </a:lnTo>
                  <a:lnTo>
                    <a:pt x="135531" y="179400"/>
                  </a:lnTo>
                  <a:lnTo>
                    <a:pt x="134107" y="179834"/>
                  </a:lnTo>
                  <a:lnTo>
                    <a:pt x="122736" y="183270"/>
                  </a:lnTo>
                  <a:lnTo>
                    <a:pt x="119270" y="184243"/>
                  </a:lnTo>
                  <a:lnTo>
                    <a:pt x="105993" y="188148"/>
                  </a:lnTo>
                  <a:lnTo>
                    <a:pt x="104592" y="188556"/>
                  </a:lnTo>
                  <a:lnTo>
                    <a:pt x="103084" y="188994"/>
                  </a:lnTo>
                  <a:lnTo>
                    <a:pt x="81379" y="195348"/>
                  </a:lnTo>
                  <a:lnTo>
                    <a:pt x="76329" y="196800"/>
                  </a:lnTo>
                  <a:lnTo>
                    <a:pt x="73365" y="197648"/>
                  </a:lnTo>
                  <a:lnTo>
                    <a:pt x="66150" y="199620"/>
                  </a:lnTo>
                  <a:lnTo>
                    <a:pt x="59812" y="201395"/>
                  </a:lnTo>
                  <a:lnTo>
                    <a:pt x="57466" y="202049"/>
                  </a:lnTo>
                  <a:lnTo>
                    <a:pt x="56126" y="202412"/>
                  </a:lnTo>
                  <a:lnTo>
                    <a:pt x="45658" y="205225"/>
                  </a:lnTo>
                  <a:lnTo>
                    <a:pt x="33972" y="208405"/>
                  </a:lnTo>
                  <a:lnTo>
                    <a:pt x="31643" y="209033"/>
                  </a:lnTo>
                  <a:lnTo>
                    <a:pt x="28803" y="209791"/>
                  </a:lnTo>
                  <a:lnTo>
                    <a:pt x="13854" y="213735"/>
                  </a:lnTo>
                  <a:lnTo>
                    <a:pt x="8813" y="215021"/>
                  </a:lnTo>
                  <a:lnTo>
                    <a:pt x="3327" y="216411"/>
                  </a:lnTo>
                  <a:lnTo>
                    <a:pt x="1685" y="20981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81814" y="3240300"/>
              <a:ext cx="6281" cy="9324"/>
            </a:xfrm>
            <a:custGeom>
              <a:avLst/>
              <a:pathLst>
                <a:path w="6281" h="9324">
                  <a:moveTo>
                    <a:pt x="0" y="3367"/>
                  </a:moveTo>
                  <a:lnTo>
                    <a:pt x="2093" y="0"/>
                  </a:lnTo>
                  <a:lnTo>
                    <a:pt x="5711" y="2113"/>
                  </a:lnTo>
                  <a:lnTo>
                    <a:pt x="6281" y="7101"/>
                  </a:lnTo>
                  <a:lnTo>
                    <a:pt x="2793" y="93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43562" y="3178617"/>
              <a:ext cx="328329" cy="376318"/>
            </a:xfrm>
            <a:custGeom>
              <a:avLst/>
              <a:pathLst>
                <a:path w="328329" h="376318">
                  <a:moveTo>
                    <a:pt x="41322" y="330752"/>
                  </a:moveTo>
                  <a:lnTo>
                    <a:pt x="40104" y="323222"/>
                  </a:lnTo>
                  <a:lnTo>
                    <a:pt x="38748" y="314856"/>
                  </a:lnTo>
                  <a:lnTo>
                    <a:pt x="36642" y="302286"/>
                  </a:lnTo>
                  <a:lnTo>
                    <a:pt x="35901" y="297870"/>
                  </a:lnTo>
                  <a:lnTo>
                    <a:pt x="33324" y="282532"/>
                  </a:lnTo>
                  <a:lnTo>
                    <a:pt x="30288" y="264151"/>
                  </a:lnTo>
                  <a:lnTo>
                    <a:pt x="28879" y="255636"/>
                  </a:lnTo>
                  <a:lnTo>
                    <a:pt x="27243" y="245770"/>
                  </a:lnTo>
                  <a:lnTo>
                    <a:pt x="26096" y="238719"/>
                  </a:lnTo>
                  <a:lnTo>
                    <a:pt x="24050" y="226162"/>
                  </a:lnTo>
                  <a:lnTo>
                    <a:pt x="23376" y="222031"/>
                  </a:lnTo>
                  <a:lnTo>
                    <a:pt x="20935" y="207650"/>
                  </a:lnTo>
                  <a:lnTo>
                    <a:pt x="19735" y="200863"/>
                  </a:lnTo>
                  <a:lnTo>
                    <a:pt x="17072" y="185826"/>
                  </a:lnTo>
                  <a:lnTo>
                    <a:pt x="13679" y="167095"/>
                  </a:lnTo>
                  <a:lnTo>
                    <a:pt x="12510" y="160659"/>
                  </a:lnTo>
                  <a:lnTo>
                    <a:pt x="10198" y="147937"/>
                  </a:lnTo>
                  <a:lnTo>
                    <a:pt x="7894" y="135301"/>
                  </a:lnTo>
                  <a:lnTo>
                    <a:pt x="7571" y="133532"/>
                  </a:lnTo>
                  <a:lnTo>
                    <a:pt x="5154" y="120298"/>
                  </a:lnTo>
                  <a:lnTo>
                    <a:pt x="4836" y="118588"/>
                  </a:lnTo>
                  <a:lnTo>
                    <a:pt x="2974" y="108565"/>
                  </a:lnTo>
                  <a:lnTo>
                    <a:pt x="0" y="92585"/>
                  </a:lnTo>
                  <a:lnTo>
                    <a:pt x="26084" y="86731"/>
                  </a:lnTo>
                  <a:lnTo>
                    <a:pt x="28811" y="86103"/>
                  </a:lnTo>
                  <a:lnTo>
                    <a:pt x="31580" y="85463"/>
                  </a:lnTo>
                  <a:lnTo>
                    <a:pt x="47567" y="81740"/>
                  </a:lnTo>
                  <a:lnTo>
                    <a:pt x="65508" y="77449"/>
                  </a:lnTo>
                  <a:lnTo>
                    <a:pt x="73791" y="75448"/>
                  </a:lnTo>
                  <a:lnTo>
                    <a:pt x="95590" y="70094"/>
                  </a:lnTo>
                  <a:lnTo>
                    <a:pt x="99525" y="73426"/>
                  </a:lnTo>
                  <a:lnTo>
                    <a:pt x="105203" y="71219"/>
                  </a:lnTo>
                  <a:lnTo>
                    <a:pt x="113065" y="75325"/>
                  </a:lnTo>
                  <a:lnTo>
                    <a:pt x="118274" y="76247"/>
                  </a:lnTo>
                  <a:lnTo>
                    <a:pt x="125742" y="77562"/>
                  </a:lnTo>
                  <a:lnTo>
                    <a:pt x="129253" y="80797"/>
                  </a:lnTo>
                  <a:lnTo>
                    <a:pt x="136724" y="83354"/>
                  </a:lnTo>
                  <a:lnTo>
                    <a:pt x="140829" y="76262"/>
                  </a:lnTo>
                  <a:lnTo>
                    <a:pt x="142415" y="74799"/>
                  </a:lnTo>
                  <a:lnTo>
                    <a:pt x="151575" y="77412"/>
                  </a:lnTo>
                  <a:lnTo>
                    <a:pt x="154412" y="81337"/>
                  </a:lnTo>
                  <a:lnTo>
                    <a:pt x="154687" y="81717"/>
                  </a:lnTo>
                  <a:lnTo>
                    <a:pt x="161005" y="86763"/>
                  </a:lnTo>
                  <a:lnTo>
                    <a:pt x="167709" y="89047"/>
                  </a:lnTo>
                  <a:lnTo>
                    <a:pt x="172974" y="88385"/>
                  </a:lnTo>
                  <a:lnTo>
                    <a:pt x="179194" y="82973"/>
                  </a:lnTo>
                  <a:lnTo>
                    <a:pt x="180160" y="82698"/>
                  </a:lnTo>
                  <a:lnTo>
                    <a:pt x="185743" y="81108"/>
                  </a:lnTo>
                  <a:lnTo>
                    <a:pt x="191086" y="75825"/>
                  </a:lnTo>
                  <a:lnTo>
                    <a:pt x="203483" y="68752"/>
                  </a:lnTo>
                  <a:lnTo>
                    <a:pt x="205551" y="69350"/>
                  </a:lnTo>
                  <a:lnTo>
                    <a:pt x="207979" y="70052"/>
                  </a:lnTo>
                  <a:lnTo>
                    <a:pt x="214578" y="68247"/>
                  </a:lnTo>
                  <a:lnTo>
                    <a:pt x="216906" y="67609"/>
                  </a:lnTo>
                  <a:lnTo>
                    <a:pt x="222159" y="67127"/>
                  </a:lnTo>
                  <a:lnTo>
                    <a:pt x="228517" y="60447"/>
                  </a:lnTo>
                  <a:lnTo>
                    <a:pt x="236785" y="49075"/>
                  </a:lnTo>
                  <a:lnTo>
                    <a:pt x="238073" y="47297"/>
                  </a:lnTo>
                  <a:lnTo>
                    <a:pt x="242302" y="40471"/>
                  </a:lnTo>
                  <a:lnTo>
                    <a:pt x="248336" y="33709"/>
                  </a:lnTo>
                  <a:lnTo>
                    <a:pt x="254990" y="29480"/>
                  </a:lnTo>
                  <a:lnTo>
                    <a:pt x="263162" y="22211"/>
                  </a:lnTo>
                  <a:lnTo>
                    <a:pt x="266443" y="20460"/>
                  </a:lnTo>
                  <a:lnTo>
                    <a:pt x="273174" y="16860"/>
                  </a:lnTo>
                  <a:lnTo>
                    <a:pt x="279266" y="11284"/>
                  </a:lnTo>
                  <a:lnTo>
                    <a:pt x="293549" y="2973"/>
                  </a:lnTo>
                  <a:lnTo>
                    <a:pt x="297478" y="0"/>
                  </a:lnTo>
                  <a:lnTo>
                    <a:pt x="300349" y="12234"/>
                  </a:lnTo>
                  <a:lnTo>
                    <a:pt x="304373" y="29426"/>
                  </a:lnTo>
                  <a:lnTo>
                    <a:pt x="308189" y="45720"/>
                  </a:lnTo>
                  <a:lnTo>
                    <a:pt x="308418" y="46698"/>
                  </a:lnTo>
                  <a:lnTo>
                    <a:pt x="314145" y="71229"/>
                  </a:lnTo>
                  <a:lnTo>
                    <a:pt x="316328" y="80735"/>
                  </a:lnTo>
                  <a:lnTo>
                    <a:pt x="316506" y="81513"/>
                  </a:lnTo>
                  <a:lnTo>
                    <a:pt x="321295" y="102417"/>
                  </a:lnTo>
                  <a:lnTo>
                    <a:pt x="321436" y="103022"/>
                  </a:lnTo>
                  <a:lnTo>
                    <a:pt x="322531" y="107705"/>
                  </a:lnTo>
                  <a:lnTo>
                    <a:pt x="327270" y="128023"/>
                  </a:lnTo>
                  <a:lnTo>
                    <a:pt x="323156" y="131374"/>
                  </a:lnTo>
                  <a:lnTo>
                    <a:pt x="319942" y="131706"/>
                  </a:lnTo>
                  <a:lnTo>
                    <a:pt x="317840" y="135994"/>
                  </a:lnTo>
                  <a:lnTo>
                    <a:pt x="322475" y="141134"/>
                  </a:lnTo>
                  <a:lnTo>
                    <a:pt x="325331" y="147898"/>
                  </a:lnTo>
                  <a:lnTo>
                    <a:pt x="324843" y="153215"/>
                  </a:lnTo>
                  <a:lnTo>
                    <a:pt x="324750" y="154217"/>
                  </a:lnTo>
                  <a:lnTo>
                    <a:pt x="328329" y="161590"/>
                  </a:lnTo>
                  <a:lnTo>
                    <a:pt x="326740" y="167284"/>
                  </a:lnTo>
                  <a:lnTo>
                    <a:pt x="325285" y="174120"/>
                  </a:lnTo>
                  <a:lnTo>
                    <a:pt x="324606" y="177298"/>
                  </a:lnTo>
                  <a:lnTo>
                    <a:pt x="324480" y="177889"/>
                  </a:lnTo>
                  <a:lnTo>
                    <a:pt x="323804" y="185268"/>
                  </a:lnTo>
                  <a:lnTo>
                    <a:pt x="324700" y="189713"/>
                  </a:lnTo>
                  <a:lnTo>
                    <a:pt x="325923" y="195785"/>
                  </a:lnTo>
                  <a:lnTo>
                    <a:pt x="324604" y="198173"/>
                  </a:lnTo>
                  <a:lnTo>
                    <a:pt x="322464" y="201861"/>
                  </a:lnTo>
                  <a:lnTo>
                    <a:pt x="322487" y="208787"/>
                  </a:lnTo>
                  <a:lnTo>
                    <a:pt x="322488" y="209077"/>
                  </a:lnTo>
                  <a:lnTo>
                    <a:pt x="323425" y="213499"/>
                  </a:lnTo>
                  <a:lnTo>
                    <a:pt x="320965" y="217869"/>
                  </a:lnTo>
                  <a:lnTo>
                    <a:pt x="324411" y="221517"/>
                  </a:lnTo>
                  <a:lnTo>
                    <a:pt x="324988" y="222127"/>
                  </a:lnTo>
                  <a:lnTo>
                    <a:pt x="323434" y="227446"/>
                  </a:lnTo>
                  <a:lnTo>
                    <a:pt x="318932" y="234140"/>
                  </a:lnTo>
                  <a:lnTo>
                    <a:pt x="313572" y="242345"/>
                  </a:lnTo>
                  <a:lnTo>
                    <a:pt x="311358" y="245726"/>
                  </a:lnTo>
                  <a:lnTo>
                    <a:pt x="309143" y="251479"/>
                  </a:lnTo>
                  <a:lnTo>
                    <a:pt x="308787" y="252400"/>
                  </a:lnTo>
                  <a:lnTo>
                    <a:pt x="304984" y="255166"/>
                  </a:lnTo>
                  <a:lnTo>
                    <a:pt x="301220" y="260143"/>
                  </a:lnTo>
                  <a:lnTo>
                    <a:pt x="294934" y="266050"/>
                  </a:lnTo>
                  <a:lnTo>
                    <a:pt x="293203" y="266154"/>
                  </a:lnTo>
                  <a:lnTo>
                    <a:pt x="291428" y="266261"/>
                  </a:lnTo>
                  <a:lnTo>
                    <a:pt x="289157" y="262467"/>
                  </a:lnTo>
                  <a:lnTo>
                    <a:pt x="285677" y="261793"/>
                  </a:lnTo>
                  <a:lnTo>
                    <a:pt x="282976" y="266036"/>
                  </a:lnTo>
                  <a:lnTo>
                    <a:pt x="279712" y="271053"/>
                  </a:lnTo>
                  <a:lnTo>
                    <a:pt x="280419" y="276381"/>
                  </a:lnTo>
                  <a:lnTo>
                    <a:pt x="276869" y="277274"/>
                  </a:lnTo>
                  <a:lnTo>
                    <a:pt x="272175" y="278499"/>
                  </a:lnTo>
                  <a:lnTo>
                    <a:pt x="270838" y="284281"/>
                  </a:lnTo>
                  <a:lnTo>
                    <a:pt x="270283" y="285237"/>
                  </a:lnTo>
                  <a:lnTo>
                    <a:pt x="268517" y="288277"/>
                  </a:lnTo>
                  <a:lnTo>
                    <a:pt x="268624" y="288618"/>
                  </a:lnTo>
                  <a:lnTo>
                    <a:pt x="270816" y="295604"/>
                  </a:lnTo>
                  <a:lnTo>
                    <a:pt x="270329" y="295970"/>
                  </a:lnTo>
                  <a:lnTo>
                    <a:pt x="266496" y="298847"/>
                  </a:lnTo>
                  <a:lnTo>
                    <a:pt x="268446" y="302791"/>
                  </a:lnTo>
                  <a:lnTo>
                    <a:pt x="270940" y="308218"/>
                  </a:lnTo>
                  <a:lnTo>
                    <a:pt x="267835" y="312415"/>
                  </a:lnTo>
                  <a:lnTo>
                    <a:pt x="262915" y="315152"/>
                  </a:lnTo>
                  <a:lnTo>
                    <a:pt x="258445" y="309755"/>
                  </a:lnTo>
                  <a:lnTo>
                    <a:pt x="252913" y="307344"/>
                  </a:lnTo>
                  <a:lnTo>
                    <a:pt x="250602" y="309030"/>
                  </a:lnTo>
                  <a:lnTo>
                    <a:pt x="247929" y="313827"/>
                  </a:lnTo>
                  <a:lnTo>
                    <a:pt x="247504" y="315435"/>
                  </a:lnTo>
                  <a:lnTo>
                    <a:pt x="245945" y="321327"/>
                  </a:lnTo>
                  <a:lnTo>
                    <a:pt x="245558" y="329533"/>
                  </a:lnTo>
                  <a:lnTo>
                    <a:pt x="242458" y="332415"/>
                  </a:lnTo>
                  <a:lnTo>
                    <a:pt x="243861" y="336350"/>
                  </a:lnTo>
                  <a:lnTo>
                    <a:pt x="247020" y="345765"/>
                  </a:lnTo>
                  <a:lnTo>
                    <a:pt x="248793" y="350500"/>
                  </a:lnTo>
                  <a:lnTo>
                    <a:pt x="245870" y="352826"/>
                  </a:lnTo>
                  <a:lnTo>
                    <a:pt x="241725" y="353531"/>
                  </a:lnTo>
                  <a:lnTo>
                    <a:pt x="241410" y="354985"/>
                  </a:lnTo>
                  <a:lnTo>
                    <a:pt x="240964" y="357045"/>
                  </a:lnTo>
                  <a:lnTo>
                    <a:pt x="241393" y="363364"/>
                  </a:lnTo>
                  <a:lnTo>
                    <a:pt x="240834" y="368200"/>
                  </a:lnTo>
                  <a:lnTo>
                    <a:pt x="236814" y="370524"/>
                  </a:lnTo>
                  <a:lnTo>
                    <a:pt x="232102" y="372324"/>
                  </a:lnTo>
                  <a:lnTo>
                    <a:pt x="227729" y="374502"/>
                  </a:lnTo>
                  <a:lnTo>
                    <a:pt x="224074" y="376318"/>
                  </a:lnTo>
                  <a:lnTo>
                    <a:pt x="221280" y="375167"/>
                  </a:lnTo>
                  <a:lnTo>
                    <a:pt x="218379" y="370251"/>
                  </a:lnTo>
                  <a:lnTo>
                    <a:pt x="214397" y="368034"/>
                  </a:lnTo>
                  <a:lnTo>
                    <a:pt x="213385" y="367470"/>
                  </a:lnTo>
                  <a:lnTo>
                    <a:pt x="208930" y="364203"/>
                  </a:lnTo>
                  <a:lnTo>
                    <a:pt x="203225" y="364852"/>
                  </a:lnTo>
                  <a:lnTo>
                    <a:pt x="202201" y="364149"/>
                  </a:lnTo>
                  <a:lnTo>
                    <a:pt x="198639" y="361702"/>
                  </a:lnTo>
                  <a:lnTo>
                    <a:pt x="195888" y="354892"/>
                  </a:lnTo>
                  <a:lnTo>
                    <a:pt x="195012" y="351054"/>
                  </a:lnTo>
                  <a:lnTo>
                    <a:pt x="192965" y="347712"/>
                  </a:lnTo>
                  <a:lnTo>
                    <a:pt x="189200" y="349783"/>
                  </a:lnTo>
                  <a:lnTo>
                    <a:pt x="184349" y="352121"/>
                  </a:lnTo>
                  <a:lnTo>
                    <a:pt x="183220" y="353676"/>
                  </a:lnTo>
                  <a:lnTo>
                    <a:pt x="182487" y="354683"/>
                  </a:lnTo>
                  <a:lnTo>
                    <a:pt x="177964" y="359287"/>
                  </a:lnTo>
                  <a:lnTo>
                    <a:pt x="177313" y="362567"/>
                  </a:lnTo>
                  <a:lnTo>
                    <a:pt x="174433" y="365160"/>
                  </a:lnTo>
                  <a:lnTo>
                    <a:pt x="169302" y="365385"/>
                  </a:lnTo>
                  <a:lnTo>
                    <a:pt x="167743" y="367250"/>
                  </a:lnTo>
                  <a:lnTo>
                    <a:pt x="166342" y="368925"/>
                  </a:lnTo>
                  <a:lnTo>
                    <a:pt x="163378" y="367187"/>
                  </a:lnTo>
                  <a:lnTo>
                    <a:pt x="158516" y="364308"/>
                  </a:lnTo>
                  <a:lnTo>
                    <a:pt x="153600" y="364521"/>
                  </a:lnTo>
                  <a:lnTo>
                    <a:pt x="146088" y="362773"/>
                  </a:lnTo>
                  <a:lnTo>
                    <a:pt x="139531" y="366362"/>
                  </a:lnTo>
                  <a:lnTo>
                    <a:pt x="138984" y="370077"/>
                  </a:lnTo>
                  <a:lnTo>
                    <a:pt x="138714" y="370274"/>
                  </a:lnTo>
                  <a:lnTo>
                    <a:pt x="136503" y="371895"/>
                  </a:lnTo>
                  <a:lnTo>
                    <a:pt x="134393" y="371518"/>
                  </a:lnTo>
                  <a:lnTo>
                    <a:pt x="129092" y="370568"/>
                  </a:lnTo>
                  <a:lnTo>
                    <a:pt x="127569" y="367129"/>
                  </a:lnTo>
                  <a:lnTo>
                    <a:pt x="123452" y="365914"/>
                  </a:lnTo>
                  <a:lnTo>
                    <a:pt x="121476" y="362771"/>
                  </a:lnTo>
                  <a:lnTo>
                    <a:pt x="117302" y="362015"/>
                  </a:lnTo>
                  <a:lnTo>
                    <a:pt x="115381" y="361666"/>
                  </a:lnTo>
                  <a:lnTo>
                    <a:pt x="111411" y="361198"/>
                  </a:lnTo>
                  <a:lnTo>
                    <a:pt x="106190" y="363766"/>
                  </a:lnTo>
                  <a:lnTo>
                    <a:pt x="99735" y="363242"/>
                  </a:lnTo>
                  <a:lnTo>
                    <a:pt x="93657" y="362804"/>
                  </a:lnTo>
                  <a:lnTo>
                    <a:pt x="92252" y="360678"/>
                  </a:lnTo>
                  <a:lnTo>
                    <a:pt x="91498" y="359537"/>
                  </a:lnTo>
                  <a:lnTo>
                    <a:pt x="91012" y="356438"/>
                  </a:lnTo>
                  <a:lnTo>
                    <a:pt x="90925" y="355879"/>
                  </a:lnTo>
                  <a:lnTo>
                    <a:pt x="85450" y="349430"/>
                  </a:lnTo>
                  <a:lnTo>
                    <a:pt x="84185" y="346295"/>
                  </a:lnTo>
                  <a:lnTo>
                    <a:pt x="81871" y="343661"/>
                  </a:lnTo>
                  <a:lnTo>
                    <a:pt x="81355" y="343075"/>
                  </a:lnTo>
                  <a:lnTo>
                    <a:pt x="75505" y="342314"/>
                  </a:lnTo>
                  <a:lnTo>
                    <a:pt x="72481" y="339145"/>
                  </a:lnTo>
                  <a:lnTo>
                    <a:pt x="71043" y="336381"/>
                  </a:lnTo>
                  <a:lnTo>
                    <a:pt x="69671" y="335916"/>
                  </a:lnTo>
                  <a:lnTo>
                    <a:pt x="68355" y="336664"/>
                  </a:lnTo>
                  <a:lnTo>
                    <a:pt x="67652" y="338222"/>
                  </a:lnTo>
                  <a:lnTo>
                    <a:pt x="66716" y="338469"/>
                  </a:lnTo>
                  <a:lnTo>
                    <a:pt x="63468" y="339325"/>
                  </a:lnTo>
                  <a:lnTo>
                    <a:pt x="59676" y="342643"/>
                  </a:lnTo>
                  <a:lnTo>
                    <a:pt x="58541" y="342350"/>
                  </a:lnTo>
                  <a:lnTo>
                    <a:pt x="54104" y="341200"/>
                  </a:lnTo>
                  <a:lnTo>
                    <a:pt x="50980" y="338559"/>
                  </a:lnTo>
                  <a:lnTo>
                    <a:pt x="50790" y="338398"/>
                  </a:lnTo>
                  <a:lnTo>
                    <a:pt x="47818" y="337490"/>
                  </a:lnTo>
                  <a:lnTo>
                    <a:pt x="43371" y="34248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661682" y="3942451"/>
              <a:ext cx="879951" cy="421411"/>
            </a:xfrm>
            <a:custGeom>
              <a:avLst/>
              <a:pathLst>
                <a:path w="879951" h="421411">
                  <a:moveTo>
                    <a:pt x="710" y="52314"/>
                  </a:moveTo>
                  <a:lnTo>
                    <a:pt x="1733" y="23059"/>
                  </a:lnTo>
                  <a:lnTo>
                    <a:pt x="2084" y="11757"/>
                  </a:lnTo>
                  <a:lnTo>
                    <a:pt x="18127" y="12379"/>
                  </a:lnTo>
                  <a:lnTo>
                    <a:pt x="32518" y="13410"/>
                  </a:lnTo>
                  <a:lnTo>
                    <a:pt x="66861" y="14524"/>
                  </a:lnTo>
                  <a:lnTo>
                    <a:pt x="98221" y="15523"/>
                  </a:lnTo>
                  <a:lnTo>
                    <a:pt x="99627" y="15550"/>
                  </a:lnTo>
                  <a:lnTo>
                    <a:pt x="112230" y="15775"/>
                  </a:lnTo>
                  <a:lnTo>
                    <a:pt x="147023" y="16293"/>
                  </a:lnTo>
                  <a:lnTo>
                    <a:pt x="154032" y="16380"/>
                  </a:lnTo>
                  <a:lnTo>
                    <a:pt x="181476" y="16632"/>
                  </a:lnTo>
                  <a:lnTo>
                    <a:pt x="196012" y="16753"/>
                  </a:lnTo>
                  <a:lnTo>
                    <a:pt x="208138" y="16834"/>
                  </a:lnTo>
                  <a:lnTo>
                    <a:pt x="217141" y="16883"/>
                  </a:lnTo>
                  <a:lnTo>
                    <a:pt x="239422" y="16888"/>
                  </a:lnTo>
                  <a:lnTo>
                    <a:pt x="247505" y="16875"/>
                  </a:lnTo>
                  <a:lnTo>
                    <a:pt x="293927" y="16959"/>
                  </a:lnTo>
                  <a:lnTo>
                    <a:pt x="302637" y="16947"/>
                  </a:lnTo>
                  <a:lnTo>
                    <a:pt x="303376" y="16945"/>
                  </a:lnTo>
                  <a:lnTo>
                    <a:pt x="337206" y="17054"/>
                  </a:lnTo>
                  <a:lnTo>
                    <a:pt x="348886" y="17034"/>
                  </a:lnTo>
                  <a:lnTo>
                    <a:pt x="357396" y="17010"/>
                  </a:lnTo>
                  <a:lnTo>
                    <a:pt x="362326" y="16991"/>
                  </a:lnTo>
                  <a:lnTo>
                    <a:pt x="390143" y="16769"/>
                  </a:lnTo>
                  <a:lnTo>
                    <a:pt x="403086" y="16632"/>
                  </a:lnTo>
                  <a:lnTo>
                    <a:pt x="423967" y="16371"/>
                  </a:lnTo>
                  <a:lnTo>
                    <a:pt x="448748" y="16069"/>
                  </a:lnTo>
                  <a:lnTo>
                    <a:pt x="467847" y="15787"/>
                  </a:lnTo>
                  <a:lnTo>
                    <a:pt x="468541" y="15772"/>
                  </a:lnTo>
                  <a:lnTo>
                    <a:pt x="492103" y="15240"/>
                  </a:lnTo>
                  <a:lnTo>
                    <a:pt x="498780" y="15077"/>
                  </a:lnTo>
                  <a:lnTo>
                    <a:pt x="523127" y="14429"/>
                  </a:lnTo>
                  <a:lnTo>
                    <a:pt x="526494" y="14333"/>
                  </a:lnTo>
                  <a:lnTo>
                    <a:pt x="557184" y="13452"/>
                  </a:lnTo>
                  <a:lnTo>
                    <a:pt x="564938" y="13212"/>
                  </a:lnTo>
                  <a:lnTo>
                    <a:pt x="588696" y="12422"/>
                  </a:lnTo>
                  <a:lnTo>
                    <a:pt x="593410" y="12257"/>
                  </a:lnTo>
                  <a:lnTo>
                    <a:pt x="628541" y="10971"/>
                  </a:lnTo>
                  <a:lnTo>
                    <a:pt x="650996" y="10109"/>
                  </a:lnTo>
                  <a:lnTo>
                    <a:pt x="653529" y="10009"/>
                  </a:lnTo>
                  <a:lnTo>
                    <a:pt x="681829" y="8727"/>
                  </a:lnTo>
                  <a:lnTo>
                    <a:pt x="703524" y="7704"/>
                  </a:lnTo>
                  <a:lnTo>
                    <a:pt x="707181" y="7526"/>
                  </a:lnTo>
                  <a:lnTo>
                    <a:pt x="710799" y="7348"/>
                  </a:lnTo>
                  <a:lnTo>
                    <a:pt x="724945" y="6646"/>
                  </a:lnTo>
                  <a:lnTo>
                    <a:pt x="746274" y="5542"/>
                  </a:lnTo>
                  <a:lnTo>
                    <a:pt x="751395" y="5269"/>
                  </a:lnTo>
                  <a:lnTo>
                    <a:pt x="762868" y="4646"/>
                  </a:lnTo>
                  <a:lnTo>
                    <a:pt x="771388" y="4172"/>
                  </a:lnTo>
                  <a:lnTo>
                    <a:pt x="796299" y="2729"/>
                  </a:lnTo>
                  <a:lnTo>
                    <a:pt x="802887" y="2335"/>
                  </a:lnTo>
                  <a:lnTo>
                    <a:pt x="804120" y="2260"/>
                  </a:lnTo>
                  <a:lnTo>
                    <a:pt x="832375" y="617"/>
                  </a:lnTo>
                  <a:lnTo>
                    <a:pt x="841853" y="0"/>
                  </a:lnTo>
                  <a:lnTo>
                    <a:pt x="843540" y="28980"/>
                  </a:lnTo>
                  <a:lnTo>
                    <a:pt x="844300" y="41279"/>
                  </a:lnTo>
                  <a:lnTo>
                    <a:pt x="844726" y="48176"/>
                  </a:lnTo>
                  <a:lnTo>
                    <a:pt x="845550" y="62291"/>
                  </a:lnTo>
                  <a:lnTo>
                    <a:pt x="850218" y="86953"/>
                  </a:lnTo>
                  <a:lnTo>
                    <a:pt x="853656" y="104001"/>
                  </a:lnTo>
                  <a:lnTo>
                    <a:pt x="855149" y="111394"/>
                  </a:lnTo>
                  <a:lnTo>
                    <a:pt x="858004" y="125508"/>
                  </a:lnTo>
                  <a:lnTo>
                    <a:pt x="863445" y="152624"/>
                  </a:lnTo>
                  <a:lnTo>
                    <a:pt x="863664" y="153743"/>
                  </a:lnTo>
                  <a:lnTo>
                    <a:pt x="866592" y="168652"/>
                  </a:lnTo>
                  <a:lnTo>
                    <a:pt x="870038" y="186169"/>
                  </a:lnTo>
                  <a:lnTo>
                    <a:pt x="872336" y="199038"/>
                  </a:lnTo>
                  <a:lnTo>
                    <a:pt x="872450" y="199675"/>
                  </a:lnTo>
                  <a:lnTo>
                    <a:pt x="872845" y="201886"/>
                  </a:lnTo>
                  <a:lnTo>
                    <a:pt x="873158" y="213585"/>
                  </a:lnTo>
                  <a:lnTo>
                    <a:pt x="873269" y="217228"/>
                  </a:lnTo>
                  <a:lnTo>
                    <a:pt x="874451" y="256248"/>
                  </a:lnTo>
                  <a:lnTo>
                    <a:pt x="874614" y="261678"/>
                  </a:lnTo>
                  <a:lnTo>
                    <a:pt x="875260" y="281842"/>
                  </a:lnTo>
                  <a:lnTo>
                    <a:pt x="875632" y="293569"/>
                  </a:lnTo>
                  <a:lnTo>
                    <a:pt x="876191" y="309469"/>
                  </a:lnTo>
                  <a:lnTo>
                    <a:pt x="876836" y="327914"/>
                  </a:lnTo>
                  <a:lnTo>
                    <a:pt x="877584" y="349031"/>
                  </a:lnTo>
                  <a:lnTo>
                    <a:pt x="878332" y="370290"/>
                  </a:lnTo>
                  <a:lnTo>
                    <a:pt x="878658" y="380117"/>
                  </a:lnTo>
                  <a:lnTo>
                    <a:pt x="879281" y="399043"/>
                  </a:lnTo>
                  <a:lnTo>
                    <a:pt x="879951" y="417878"/>
                  </a:lnTo>
                  <a:lnTo>
                    <a:pt x="875568" y="420163"/>
                  </a:lnTo>
                  <a:lnTo>
                    <a:pt x="870635" y="414478"/>
                  </a:lnTo>
                  <a:lnTo>
                    <a:pt x="864583" y="414423"/>
                  </a:lnTo>
                  <a:lnTo>
                    <a:pt x="855546" y="410761"/>
                  </a:lnTo>
                  <a:lnTo>
                    <a:pt x="853671" y="409182"/>
                  </a:lnTo>
                  <a:lnTo>
                    <a:pt x="849913" y="406018"/>
                  </a:lnTo>
                  <a:lnTo>
                    <a:pt x="842093" y="407569"/>
                  </a:lnTo>
                  <a:lnTo>
                    <a:pt x="835518" y="403363"/>
                  </a:lnTo>
                  <a:lnTo>
                    <a:pt x="831401" y="399337"/>
                  </a:lnTo>
                  <a:lnTo>
                    <a:pt x="826736" y="394396"/>
                  </a:lnTo>
                  <a:lnTo>
                    <a:pt x="819903" y="393513"/>
                  </a:lnTo>
                  <a:lnTo>
                    <a:pt x="814582" y="388546"/>
                  </a:lnTo>
                  <a:lnTo>
                    <a:pt x="808708" y="384948"/>
                  </a:lnTo>
                  <a:lnTo>
                    <a:pt x="808023" y="384719"/>
                  </a:lnTo>
                  <a:lnTo>
                    <a:pt x="800535" y="382212"/>
                  </a:lnTo>
                  <a:lnTo>
                    <a:pt x="797901" y="386385"/>
                  </a:lnTo>
                  <a:lnTo>
                    <a:pt x="795117" y="393028"/>
                  </a:lnTo>
                  <a:lnTo>
                    <a:pt x="792326" y="393669"/>
                  </a:lnTo>
                  <a:lnTo>
                    <a:pt x="787997" y="394663"/>
                  </a:lnTo>
                  <a:lnTo>
                    <a:pt x="778083" y="395066"/>
                  </a:lnTo>
                  <a:lnTo>
                    <a:pt x="769858" y="393426"/>
                  </a:lnTo>
                  <a:lnTo>
                    <a:pt x="766323" y="388428"/>
                  </a:lnTo>
                  <a:lnTo>
                    <a:pt x="761452" y="388659"/>
                  </a:lnTo>
                  <a:lnTo>
                    <a:pt x="754663" y="391672"/>
                  </a:lnTo>
                  <a:lnTo>
                    <a:pt x="747680" y="393258"/>
                  </a:lnTo>
                  <a:lnTo>
                    <a:pt x="742375" y="396458"/>
                  </a:lnTo>
                  <a:lnTo>
                    <a:pt x="739224" y="398357"/>
                  </a:lnTo>
                  <a:lnTo>
                    <a:pt x="736681" y="398238"/>
                  </a:lnTo>
                  <a:lnTo>
                    <a:pt x="732218" y="398026"/>
                  </a:lnTo>
                  <a:lnTo>
                    <a:pt x="727169" y="396866"/>
                  </a:lnTo>
                  <a:lnTo>
                    <a:pt x="713931" y="401678"/>
                  </a:lnTo>
                  <a:lnTo>
                    <a:pt x="704828" y="403289"/>
                  </a:lnTo>
                  <a:lnTo>
                    <a:pt x="702753" y="407298"/>
                  </a:lnTo>
                  <a:lnTo>
                    <a:pt x="697166" y="414101"/>
                  </a:lnTo>
                  <a:lnTo>
                    <a:pt x="692020" y="411619"/>
                  </a:lnTo>
                  <a:lnTo>
                    <a:pt x="689042" y="416081"/>
                  </a:lnTo>
                  <a:lnTo>
                    <a:pt x="683411" y="421411"/>
                  </a:lnTo>
                  <a:lnTo>
                    <a:pt x="681582" y="418830"/>
                  </a:lnTo>
                  <a:lnTo>
                    <a:pt x="678945" y="415106"/>
                  </a:lnTo>
                  <a:lnTo>
                    <a:pt x="675345" y="411046"/>
                  </a:lnTo>
                  <a:lnTo>
                    <a:pt x="668499" y="412152"/>
                  </a:lnTo>
                  <a:lnTo>
                    <a:pt x="666042" y="406683"/>
                  </a:lnTo>
                  <a:lnTo>
                    <a:pt x="660915" y="406768"/>
                  </a:lnTo>
                  <a:lnTo>
                    <a:pt x="658775" y="405380"/>
                  </a:lnTo>
                  <a:lnTo>
                    <a:pt x="658846" y="399173"/>
                  </a:lnTo>
                  <a:lnTo>
                    <a:pt x="658360" y="398898"/>
                  </a:lnTo>
                  <a:lnTo>
                    <a:pt x="651408" y="394977"/>
                  </a:lnTo>
                  <a:lnTo>
                    <a:pt x="649267" y="400053"/>
                  </a:lnTo>
                  <a:lnTo>
                    <a:pt x="646298" y="405782"/>
                  </a:lnTo>
                  <a:lnTo>
                    <a:pt x="639537" y="404750"/>
                  </a:lnTo>
                  <a:lnTo>
                    <a:pt x="637596" y="401468"/>
                  </a:lnTo>
                  <a:lnTo>
                    <a:pt x="631809" y="404387"/>
                  </a:lnTo>
                  <a:lnTo>
                    <a:pt x="626718" y="397622"/>
                  </a:lnTo>
                  <a:lnTo>
                    <a:pt x="625697" y="392139"/>
                  </a:lnTo>
                  <a:lnTo>
                    <a:pt x="622671" y="392452"/>
                  </a:lnTo>
                  <a:lnTo>
                    <a:pt x="621603" y="392562"/>
                  </a:lnTo>
                  <a:lnTo>
                    <a:pt x="620802" y="392644"/>
                  </a:lnTo>
                  <a:lnTo>
                    <a:pt x="617107" y="396033"/>
                  </a:lnTo>
                  <a:lnTo>
                    <a:pt x="617565" y="400000"/>
                  </a:lnTo>
                  <a:lnTo>
                    <a:pt x="610352" y="404091"/>
                  </a:lnTo>
                  <a:lnTo>
                    <a:pt x="608142" y="409527"/>
                  </a:lnTo>
                  <a:lnTo>
                    <a:pt x="607322" y="414375"/>
                  </a:lnTo>
                  <a:lnTo>
                    <a:pt x="607134" y="419242"/>
                  </a:lnTo>
                  <a:lnTo>
                    <a:pt x="601086" y="421086"/>
                  </a:lnTo>
                  <a:lnTo>
                    <a:pt x="594882" y="410338"/>
                  </a:lnTo>
                  <a:lnTo>
                    <a:pt x="598819" y="405534"/>
                  </a:lnTo>
                  <a:lnTo>
                    <a:pt x="594448" y="397328"/>
                  </a:lnTo>
                  <a:lnTo>
                    <a:pt x="590322" y="399200"/>
                  </a:lnTo>
                  <a:lnTo>
                    <a:pt x="582928" y="403828"/>
                  </a:lnTo>
                  <a:lnTo>
                    <a:pt x="577376" y="409694"/>
                  </a:lnTo>
                  <a:lnTo>
                    <a:pt x="569920" y="409383"/>
                  </a:lnTo>
                  <a:lnTo>
                    <a:pt x="569002" y="403531"/>
                  </a:lnTo>
                  <a:lnTo>
                    <a:pt x="565450" y="398281"/>
                  </a:lnTo>
                  <a:lnTo>
                    <a:pt x="565193" y="397901"/>
                  </a:lnTo>
                  <a:lnTo>
                    <a:pt x="557770" y="400598"/>
                  </a:lnTo>
                  <a:lnTo>
                    <a:pt x="557454" y="400362"/>
                  </a:lnTo>
                  <a:lnTo>
                    <a:pt x="553738" y="397595"/>
                  </a:lnTo>
                  <a:lnTo>
                    <a:pt x="552244" y="391904"/>
                  </a:lnTo>
                  <a:lnTo>
                    <a:pt x="545638" y="389185"/>
                  </a:lnTo>
                  <a:lnTo>
                    <a:pt x="536654" y="397674"/>
                  </a:lnTo>
                  <a:lnTo>
                    <a:pt x="532231" y="403401"/>
                  </a:lnTo>
                  <a:lnTo>
                    <a:pt x="525815" y="407404"/>
                  </a:lnTo>
                  <a:lnTo>
                    <a:pt x="516814" y="404006"/>
                  </a:lnTo>
                  <a:lnTo>
                    <a:pt x="516708" y="402413"/>
                  </a:lnTo>
                  <a:lnTo>
                    <a:pt x="516432" y="398288"/>
                  </a:lnTo>
                  <a:lnTo>
                    <a:pt x="516891" y="389964"/>
                  </a:lnTo>
                  <a:lnTo>
                    <a:pt x="510822" y="389496"/>
                  </a:lnTo>
                  <a:lnTo>
                    <a:pt x="502762" y="388878"/>
                  </a:lnTo>
                  <a:lnTo>
                    <a:pt x="500952" y="383156"/>
                  </a:lnTo>
                  <a:lnTo>
                    <a:pt x="500788" y="376221"/>
                  </a:lnTo>
                  <a:lnTo>
                    <a:pt x="498161" y="370016"/>
                  </a:lnTo>
                  <a:lnTo>
                    <a:pt x="496621" y="371712"/>
                  </a:lnTo>
                  <a:lnTo>
                    <a:pt x="493499" y="375150"/>
                  </a:lnTo>
                  <a:lnTo>
                    <a:pt x="487623" y="373645"/>
                  </a:lnTo>
                  <a:lnTo>
                    <a:pt x="477853" y="371453"/>
                  </a:lnTo>
                  <a:lnTo>
                    <a:pt x="473120" y="370212"/>
                  </a:lnTo>
                  <a:lnTo>
                    <a:pt x="469599" y="373851"/>
                  </a:lnTo>
                  <a:lnTo>
                    <a:pt x="468026" y="379289"/>
                  </a:lnTo>
                  <a:lnTo>
                    <a:pt x="467085" y="379696"/>
                  </a:lnTo>
                  <a:lnTo>
                    <a:pt x="461754" y="381997"/>
                  </a:lnTo>
                  <a:lnTo>
                    <a:pt x="456160" y="378269"/>
                  </a:lnTo>
                  <a:lnTo>
                    <a:pt x="450963" y="371627"/>
                  </a:lnTo>
                  <a:lnTo>
                    <a:pt x="447509" y="370784"/>
                  </a:lnTo>
                  <a:lnTo>
                    <a:pt x="443554" y="369818"/>
                  </a:lnTo>
                  <a:lnTo>
                    <a:pt x="439239" y="373785"/>
                  </a:lnTo>
                  <a:lnTo>
                    <a:pt x="434334" y="374129"/>
                  </a:lnTo>
                  <a:lnTo>
                    <a:pt x="427054" y="371129"/>
                  </a:lnTo>
                  <a:lnTo>
                    <a:pt x="420240" y="370656"/>
                  </a:lnTo>
                  <a:lnTo>
                    <a:pt x="413106" y="365358"/>
                  </a:lnTo>
                  <a:lnTo>
                    <a:pt x="411846" y="365251"/>
                  </a:lnTo>
                  <a:lnTo>
                    <a:pt x="406579" y="364801"/>
                  </a:lnTo>
                  <a:lnTo>
                    <a:pt x="400778" y="365806"/>
                  </a:lnTo>
                  <a:lnTo>
                    <a:pt x="393203" y="364877"/>
                  </a:lnTo>
                  <a:lnTo>
                    <a:pt x="387171" y="364318"/>
                  </a:lnTo>
                  <a:lnTo>
                    <a:pt x="384770" y="351918"/>
                  </a:lnTo>
                  <a:lnTo>
                    <a:pt x="383719" y="350507"/>
                  </a:lnTo>
                  <a:lnTo>
                    <a:pt x="378081" y="342924"/>
                  </a:lnTo>
                  <a:lnTo>
                    <a:pt x="370250" y="336694"/>
                  </a:lnTo>
                  <a:lnTo>
                    <a:pt x="365627" y="336103"/>
                  </a:lnTo>
                  <a:lnTo>
                    <a:pt x="363033" y="343804"/>
                  </a:lnTo>
                  <a:lnTo>
                    <a:pt x="357778" y="341843"/>
                  </a:lnTo>
                  <a:lnTo>
                    <a:pt x="357357" y="341796"/>
                  </a:lnTo>
                  <a:lnTo>
                    <a:pt x="345996" y="340512"/>
                  </a:lnTo>
                  <a:lnTo>
                    <a:pt x="344401" y="344632"/>
                  </a:lnTo>
                  <a:lnTo>
                    <a:pt x="334391" y="343882"/>
                  </a:lnTo>
                  <a:lnTo>
                    <a:pt x="327275" y="337144"/>
                  </a:lnTo>
                  <a:lnTo>
                    <a:pt x="321735" y="330604"/>
                  </a:lnTo>
                  <a:lnTo>
                    <a:pt x="319257" y="328228"/>
                  </a:lnTo>
                  <a:lnTo>
                    <a:pt x="310209" y="319541"/>
                  </a:lnTo>
                  <a:lnTo>
                    <a:pt x="303141" y="321486"/>
                  </a:lnTo>
                  <a:lnTo>
                    <a:pt x="302856" y="321564"/>
                  </a:lnTo>
                  <a:lnTo>
                    <a:pt x="302856" y="298391"/>
                  </a:lnTo>
                  <a:lnTo>
                    <a:pt x="302856" y="263028"/>
                  </a:lnTo>
                  <a:lnTo>
                    <a:pt x="302856" y="243973"/>
                  </a:lnTo>
                  <a:lnTo>
                    <a:pt x="302855" y="214077"/>
                  </a:lnTo>
                  <a:lnTo>
                    <a:pt x="302855" y="189529"/>
                  </a:lnTo>
                  <a:lnTo>
                    <a:pt x="302855" y="156820"/>
                  </a:lnTo>
                  <a:lnTo>
                    <a:pt x="302855" y="135049"/>
                  </a:lnTo>
                  <a:lnTo>
                    <a:pt x="302854" y="79621"/>
                  </a:lnTo>
                  <a:lnTo>
                    <a:pt x="302516" y="79621"/>
                  </a:lnTo>
                  <a:lnTo>
                    <a:pt x="271510" y="79564"/>
                  </a:lnTo>
                  <a:lnTo>
                    <a:pt x="247784" y="79466"/>
                  </a:lnTo>
                  <a:lnTo>
                    <a:pt x="243095" y="79439"/>
                  </a:lnTo>
                  <a:lnTo>
                    <a:pt x="213675" y="79154"/>
                  </a:lnTo>
                  <a:lnTo>
                    <a:pt x="206613" y="79096"/>
                  </a:lnTo>
                  <a:lnTo>
                    <a:pt x="193394" y="78972"/>
                  </a:lnTo>
                  <a:lnTo>
                    <a:pt x="139037" y="78061"/>
                  </a:lnTo>
                  <a:lnTo>
                    <a:pt x="118593" y="77626"/>
                  </a:lnTo>
                  <a:lnTo>
                    <a:pt x="97836" y="77099"/>
                  </a:lnTo>
                  <a:lnTo>
                    <a:pt x="84711" y="76739"/>
                  </a:lnTo>
                  <a:lnTo>
                    <a:pt x="0" y="74129"/>
                  </a:lnTo>
                  <a:lnTo>
                    <a:pt x="445" y="6136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817116" y="2550994"/>
              <a:ext cx="584173" cy="497477"/>
            </a:xfrm>
            <a:custGeom>
              <a:avLst/>
              <a:pathLst>
                <a:path w="584173" h="497477">
                  <a:moveTo>
                    <a:pt x="6735" y="292175"/>
                  </a:moveTo>
                  <a:lnTo>
                    <a:pt x="14295" y="283706"/>
                  </a:lnTo>
                  <a:lnTo>
                    <a:pt x="14438" y="283474"/>
                  </a:lnTo>
                  <a:lnTo>
                    <a:pt x="20378" y="273899"/>
                  </a:lnTo>
                  <a:lnTo>
                    <a:pt x="24344" y="266486"/>
                  </a:lnTo>
                  <a:lnTo>
                    <a:pt x="27075" y="261079"/>
                  </a:lnTo>
                  <a:lnTo>
                    <a:pt x="29157" y="257208"/>
                  </a:lnTo>
                  <a:lnTo>
                    <a:pt x="28880" y="253996"/>
                  </a:lnTo>
                  <a:lnTo>
                    <a:pt x="32961" y="251312"/>
                  </a:lnTo>
                  <a:lnTo>
                    <a:pt x="39695" y="244266"/>
                  </a:lnTo>
                  <a:lnTo>
                    <a:pt x="46324" y="234525"/>
                  </a:lnTo>
                  <a:lnTo>
                    <a:pt x="48687" y="230004"/>
                  </a:lnTo>
                  <a:lnTo>
                    <a:pt x="52864" y="222007"/>
                  </a:lnTo>
                  <a:lnTo>
                    <a:pt x="59203" y="208576"/>
                  </a:lnTo>
                  <a:lnTo>
                    <a:pt x="61098" y="204560"/>
                  </a:lnTo>
                  <a:lnTo>
                    <a:pt x="68065" y="187809"/>
                  </a:lnTo>
                  <a:lnTo>
                    <a:pt x="72302" y="176362"/>
                  </a:lnTo>
                  <a:lnTo>
                    <a:pt x="73206" y="172624"/>
                  </a:lnTo>
                  <a:lnTo>
                    <a:pt x="73432" y="171688"/>
                  </a:lnTo>
                  <a:lnTo>
                    <a:pt x="78845" y="160754"/>
                  </a:lnTo>
                  <a:lnTo>
                    <a:pt x="81209" y="153132"/>
                  </a:lnTo>
                  <a:lnTo>
                    <a:pt x="85923" y="141759"/>
                  </a:lnTo>
                  <a:lnTo>
                    <a:pt x="87938" y="135478"/>
                  </a:lnTo>
                  <a:lnTo>
                    <a:pt x="89854" y="126796"/>
                  </a:lnTo>
                  <a:lnTo>
                    <a:pt x="91541" y="123683"/>
                  </a:lnTo>
                  <a:lnTo>
                    <a:pt x="97081" y="114217"/>
                  </a:lnTo>
                  <a:lnTo>
                    <a:pt x="100514" y="105983"/>
                  </a:lnTo>
                  <a:lnTo>
                    <a:pt x="100596" y="105787"/>
                  </a:lnTo>
                  <a:lnTo>
                    <a:pt x="105381" y="97677"/>
                  </a:lnTo>
                  <a:lnTo>
                    <a:pt x="107473" y="91359"/>
                  </a:lnTo>
                  <a:lnTo>
                    <a:pt x="109815" y="85887"/>
                  </a:lnTo>
                  <a:lnTo>
                    <a:pt x="110620" y="79540"/>
                  </a:lnTo>
                  <a:lnTo>
                    <a:pt x="114058" y="72492"/>
                  </a:lnTo>
                  <a:lnTo>
                    <a:pt x="114687" y="66925"/>
                  </a:lnTo>
                  <a:lnTo>
                    <a:pt x="118510" y="60770"/>
                  </a:lnTo>
                  <a:lnTo>
                    <a:pt x="121681" y="52271"/>
                  </a:lnTo>
                  <a:lnTo>
                    <a:pt x="122934" y="48080"/>
                  </a:lnTo>
                  <a:lnTo>
                    <a:pt x="122480" y="43224"/>
                  </a:lnTo>
                  <a:lnTo>
                    <a:pt x="123333" y="40941"/>
                  </a:lnTo>
                  <a:lnTo>
                    <a:pt x="125100" y="36212"/>
                  </a:lnTo>
                  <a:lnTo>
                    <a:pt x="126668" y="29788"/>
                  </a:lnTo>
                  <a:lnTo>
                    <a:pt x="126146" y="25848"/>
                  </a:lnTo>
                  <a:lnTo>
                    <a:pt x="130404" y="24158"/>
                  </a:lnTo>
                  <a:lnTo>
                    <a:pt x="132670" y="18542"/>
                  </a:lnTo>
                  <a:lnTo>
                    <a:pt x="133601" y="9085"/>
                  </a:lnTo>
                  <a:lnTo>
                    <a:pt x="130196" y="2543"/>
                  </a:lnTo>
                  <a:lnTo>
                    <a:pt x="133833" y="0"/>
                  </a:lnTo>
                  <a:lnTo>
                    <a:pt x="137466" y="6597"/>
                  </a:lnTo>
                  <a:lnTo>
                    <a:pt x="142263" y="6842"/>
                  </a:lnTo>
                  <a:lnTo>
                    <a:pt x="147738" y="6508"/>
                  </a:lnTo>
                  <a:lnTo>
                    <a:pt x="149467" y="9387"/>
                  </a:lnTo>
                  <a:lnTo>
                    <a:pt x="153673" y="8018"/>
                  </a:lnTo>
                  <a:lnTo>
                    <a:pt x="158521" y="8302"/>
                  </a:lnTo>
                  <a:lnTo>
                    <a:pt x="161676" y="6297"/>
                  </a:lnTo>
                  <a:lnTo>
                    <a:pt x="166057" y="6660"/>
                  </a:lnTo>
                  <a:lnTo>
                    <a:pt x="168130" y="11173"/>
                  </a:lnTo>
                  <a:lnTo>
                    <a:pt x="166656" y="15358"/>
                  </a:lnTo>
                  <a:lnTo>
                    <a:pt x="169303" y="19621"/>
                  </a:lnTo>
                  <a:lnTo>
                    <a:pt x="169765" y="19774"/>
                  </a:lnTo>
                  <a:lnTo>
                    <a:pt x="174794" y="21434"/>
                  </a:lnTo>
                  <a:lnTo>
                    <a:pt x="179598" y="20327"/>
                  </a:lnTo>
                  <a:lnTo>
                    <a:pt x="182868" y="19570"/>
                  </a:lnTo>
                  <a:lnTo>
                    <a:pt x="185832" y="20822"/>
                  </a:lnTo>
                  <a:lnTo>
                    <a:pt x="191246" y="27451"/>
                  </a:lnTo>
                  <a:lnTo>
                    <a:pt x="193004" y="30798"/>
                  </a:lnTo>
                  <a:lnTo>
                    <a:pt x="196010" y="33744"/>
                  </a:lnTo>
                  <a:lnTo>
                    <a:pt x="197111" y="40808"/>
                  </a:lnTo>
                  <a:lnTo>
                    <a:pt x="198280" y="46355"/>
                  </a:lnTo>
                  <a:lnTo>
                    <a:pt x="197171" y="50719"/>
                  </a:lnTo>
                  <a:lnTo>
                    <a:pt x="197612" y="55227"/>
                  </a:lnTo>
                  <a:lnTo>
                    <a:pt x="196990" y="56667"/>
                  </a:lnTo>
                  <a:lnTo>
                    <a:pt x="195461" y="60202"/>
                  </a:lnTo>
                  <a:lnTo>
                    <a:pt x="196227" y="65370"/>
                  </a:lnTo>
                  <a:lnTo>
                    <a:pt x="195124" y="68009"/>
                  </a:lnTo>
                  <a:lnTo>
                    <a:pt x="193379" y="72183"/>
                  </a:lnTo>
                  <a:lnTo>
                    <a:pt x="194019" y="74123"/>
                  </a:lnTo>
                  <a:lnTo>
                    <a:pt x="194669" y="76091"/>
                  </a:lnTo>
                  <a:lnTo>
                    <a:pt x="199561" y="80869"/>
                  </a:lnTo>
                  <a:lnTo>
                    <a:pt x="208199" y="85957"/>
                  </a:lnTo>
                  <a:lnTo>
                    <a:pt x="210991" y="88679"/>
                  </a:lnTo>
                  <a:lnTo>
                    <a:pt x="214898" y="88611"/>
                  </a:lnTo>
                  <a:lnTo>
                    <a:pt x="217196" y="91961"/>
                  </a:lnTo>
                  <a:lnTo>
                    <a:pt x="221338" y="93533"/>
                  </a:lnTo>
                  <a:lnTo>
                    <a:pt x="222310" y="93261"/>
                  </a:lnTo>
                  <a:lnTo>
                    <a:pt x="227046" y="91934"/>
                  </a:lnTo>
                  <a:lnTo>
                    <a:pt x="232245" y="92855"/>
                  </a:lnTo>
                  <a:lnTo>
                    <a:pt x="239096" y="91663"/>
                  </a:lnTo>
                  <a:lnTo>
                    <a:pt x="243018" y="89963"/>
                  </a:lnTo>
                  <a:lnTo>
                    <a:pt x="244982" y="89609"/>
                  </a:lnTo>
                  <a:lnTo>
                    <a:pt x="246584" y="89320"/>
                  </a:lnTo>
                  <a:lnTo>
                    <a:pt x="249439" y="87098"/>
                  </a:lnTo>
                  <a:lnTo>
                    <a:pt x="253214" y="86856"/>
                  </a:lnTo>
                  <a:lnTo>
                    <a:pt x="257588" y="89314"/>
                  </a:lnTo>
                  <a:lnTo>
                    <a:pt x="261972" y="89472"/>
                  </a:lnTo>
                  <a:lnTo>
                    <a:pt x="270832" y="89862"/>
                  </a:lnTo>
                  <a:lnTo>
                    <a:pt x="271326" y="90261"/>
                  </a:lnTo>
                  <a:lnTo>
                    <a:pt x="275852" y="93906"/>
                  </a:lnTo>
                  <a:lnTo>
                    <a:pt x="276782" y="94653"/>
                  </a:lnTo>
                  <a:lnTo>
                    <a:pt x="282342" y="95125"/>
                  </a:lnTo>
                  <a:lnTo>
                    <a:pt x="289050" y="100216"/>
                  </a:lnTo>
                  <a:lnTo>
                    <a:pt x="289454" y="106580"/>
                  </a:lnTo>
                  <a:lnTo>
                    <a:pt x="293497" y="106751"/>
                  </a:lnTo>
                  <a:lnTo>
                    <a:pt x="296568" y="104513"/>
                  </a:lnTo>
                  <a:lnTo>
                    <a:pt x="305487" y="106096"/>
                  </a:lnTo>
                  <a:lnTo>
                    <a:pt x="307144" y="107350"/>
                  </a:lnTo>
                  <a:lnTo>
                    <a:pt x="308157" y="108115"/>
                  </a:lnTo>
                  <a:lnTo>
                    <a:pt x="311307" y="106203"/>
                  </a:lnTo>
                  <a:lnTo>
                    <a:pt x="322643" y="104958"/>
                  </a:lnTo>
                  <a:lnTo>
                    <a:pt x="325401" y="103733"/>
                  </a:lnTo>
                  <a:lnTo>
                    <a:pt x="326715" y="103149"/>
                  </a:lnTo>
                  <a:lnTo>
                    <a:pt x="329439" y="103802"/>
                  </a:lnTo>
                  <a:lnTo>
                    <a:pt x="333622" y="109381"/>
                  </a:lnTo>
                  <a:lnTo>
                    <a:pt x="334691" y="109675"/>
                  </a:lnTo>
                  <a:lnTo>
                    <a:pt x="339912" y="111108"/>
                  </a:lnTo>
                  <a:lnTo>
                    <a:pt x="347966" y="111093"/>
                  </a:lnTo>
                  <a:lnTo>
                    <a:pt x="352497" y="111817"/>
                  </a:lnTo>
                  <a:lnTo>
                    <a:pt x="357885" y="108673"/>
                  </a:lnTo>
                  <a:lnTo>
                    <a:pt x="362569" y="108727"/>
                  </a:lnTo>
                  <a:lnTo>
                    <a:pt x="367551" y="107457"/>
                  </a:lnTo>
                  <a:lnTo>
                    <a:pt x="369931" y="106849"/>
                  </a:lnTo>
                  <a:lnTo>
                    <a:pt x="376287" y="107139"/>
                  </a:lnTo>
                  <a:lnTo>
                    <a:pt x="380553" y="107330"/>
                  </a:lnTo>
                  <a:lnTo>
                    <a:pt x="388985" y="108565"/>
                  </a:lnTo>
                  <a:lnTo>
                    <a:pt x="394689" y="103983"/>
                  </a:lnTo>
                  <a:lnTo>
                    <a:pt x="396613" y="103902"/>
                  </a:lnTo>
                  <a:lnTo>
                    <a:pt x="401367" y="106926"/>
                  </a:lnTo>
                  <a:lnTo>
                    <a:pt x="404970" y="107162"/>
                  </a:lnTo>
                  <a:lnTo>
                    <a:pt x="409351" y="107444"/>
                  </a:lnTo>
                  <a:lnTo>
                    <a:pt x="416399" y="107430"/>
                  </a:lnTo>
                  <a:lnTo>
                    <a:pt x="424360" y="110060"/>
                  </a:lnTo>
                  <a:lnTo>
                    <a:pt x="428929" y="108718"/>
                  </a:lnTo>
                  <a:lnTo>
                    <a:pt x="434437" y="106102"/>
                  </a:lnTo>
                  <a:lnTo>
                    <a:pt x="453622" y="110614"/>
                  </a:lnTo>
                  <a:lnTo>
                    <a:pt x="472850" y="115188"/>
                  </a:lnTo>
                  <a:lnTo>
                    <a:pt x="495873" y="120565"/>
                  </a:lnTo>
                  <a:lnTo>
                    <a:pt x="497073" y="120842"/>
                  </a:lnTo>
                  <a:lnTo>
                    <a:pt x="513223" y="124541"/>
                  </a:lnTo>
                  <a:lnTo>
                    <a:pt x="520321" y="126242"/>
                  </a:lnTo>
                  <a:lnTo>
                    <a:pt x="527985" y="128066"/>
                  </a:lnTo>
                  <a:lnTo>
                    <a:pt x="535809" y="129914"/>
                  </a:lnTo>
                  <a:lnTo>
                    <a:pt x="563093" y="135943"/>
                  </a:lnTo>
                  <a:lnTo>
                    <a:pt x="564197" y="139675"/>
                  </a:lnTo>
                  <a:lnTo>
                    <a:pt x="564891" y="144700"/>
                  </a:lnTo>
                  <a:lnTo>
                    <a:pt x="567594" y="150614"/>
                  </a:lnTo>
                  <a:lnTo>
                    <a:pt x="568117" y="151755"/>
                  </a:lnTo>
                  <a:lnTo>
                    <a:pt x="571056" y="153711"/>
                  </a:lnTo>
                  <a:lnTo>
                    <a:pt x="574653" y="158665"/>
                  </a:lnTo>
                  <a:lnTo>
                    <a:pt x="579122" y="159935"/>
                  </a:lnTo>
                  <a:lnTo>
                    <a:pt x="581876" y="164716"/>
                  </a:lnTo>
                  <a:lnTo>
                    <a:pt x="581342" y="169608"/>
                  </a:lnTo>
                  <a:lnTo>
                    <a:pt x="584173" y="176429"/>
                  </a:lnTo>
                  <a:lnTo>
                    <a:pt x="580775" y="180383"/>
                  </a:lnTo>
                  <a:lnTo>
                    <a:pt x="573051" y="190497"/>
                  </a:lnTo>
                  <a:lnTo>
                    <a:pt x="565151" y="201032"/>
                  </a:lnTo>
                  <a:lnTo>
                    <a:pt x="563259" y="204936"/>
                  </a:lnTo>
                  <a:lnTo>
                    <a:pt x="562662" y="206168"/>
                  </a:lnTo>
                  <a:lnTo>
                    <a:pt x="556271" y="218168"/>
                  </a:lnTo>
                  <a:lnTo>
                    <a:pt x="553721" y="221139"/>
                  </a:lnTo>
                  <a:lnTo>
                    <a:pt x="549185" y="224547"/>
                  </a:lnTo>
                  <a:lnTo>
                    <a:pt x="547107" y="229055"/>
                  </a:lnTo>
                  <a:lnTo>
                    <a:pt x="547724" y="233912"/>
                  </a:lnTo>
                  <a:lnTo>
                    <a:pt x="544591" y="238786"/>
                  </a:lnTo>
                  <a:lnTo>
                    <a:pt x="542490" y="241193"/>
                  </a:lnTo>
                  <a:lnTo>
                    <a:pt x="538759" y="245461"/>
                  </a:lnTo>
                  <a:lnTo>
                    <a:pt x="532947" y="247096"/>
                  </a:lnTo>
                  <a:lnTo>
                    <a:pt x="529282" y="249128"/>
                  </a:lnTo>
                  <a:lnTo>
                    <a:pt x="525744" y="255502"/>
                  </a:lnTo>
                  <a:lnTo>
                    <a:pt x="520845" y="263446"/>
                  </a:lnTo>
                  <a:lnTo>
                    <a:pt x="518639" y="266180"/>
                  </a:lnTo>
                  <a:lnTo>
                    <a:pt x="514023" y="269363"/>
                  </a:lnTo>
                  <a:lnTo>
                    <a:pt x="513705" y="274257"/>
                  </a:lnTo>
                  <a:lnTo>
                    <a:pt x="511210" y="277154"/>
                  </a:lnTo>
                  <a:lnTo>
                    <a:pt x="512288" y="280316"/>
                  </a:lnTo>
                  <a:lnTo>
                    <a:pt x="513263" y="283524"/>
                  </a:lnTo>
                  <a:lnTo>
                    <a:pt x="511369" y="286170"/>
                  </a:lnTo>
                  <a:lnTo>
                    <a:pt x="510892" y="286836"/>
                  </a:lnTo>
                  <a:lnTo>
                    <a:pt x="513320" y="290162"/>
                  </a:lnTo>
                  <a:lnTo>
                    <a:pt x="516850" y="289149"/>
                  </a:lnTo>
                  <a:lnTo>
                    <a:pt x="520042" y="293668"/>
                  </a:lnTo>
                  <a:lnTo>
                    <a:pt x="525636" y="295017"/>
                  </a:lnTo>
                  <a:lnTo>
                    <a:pt x="525260" y="298881"/>
                  </a:lnTo>
                  <a:lnTo>
                    <a:pt x="529023" y="301075"/>
                  </a:lnTo>
                  <a:lnTo>
                    <a:pt x="528985" y="303457"/>
                  </a:lnTo>
                  <a:lnTo>
                    <a:pt x="528830" y="303578"/>
                  </a:lnTo>
                  <a:lnTo>
                    <a:pt x="522423" y="308600"/>
                  </a:lnTo>
                  <a:lnTo>
                    <a:pt x="523941" y="314239"/>
                  </a:lnTo>
                  <a:lnTo>
                    <a:pt x="521602" y="318150"/>
                  </a:lnTo>
                  <a:lnTo>
                    <a:pt x="518897" y="325867"/>
                  </a:lnTo>
                  <a:lnTo>
                    <a:pt x="518007" y="327041"/>
                  </a:lnTo>
                  <a:lnTo>
                    <a:pt x="514452" y="331727"/>
                  </a:lnTo>
                  <a:lnTo>
                    <a:pt x="511587" y="344739"/>
                  </a:lnTo>
                  <a:lnTo>
                    <a:pt x="509907" y="352379"/>
                  </a:lnTo>
                  <a:lnTo>
                    <a:pt x="499125" y="404269"/>
                  </a:lnTo>
                  <a:lnTo>
                    <a:pt x="495056" y="424061"/>
                  </a:lnTo>
                  <a:lnTo>
                    <a:pt x="487003" y="463045"/>
                  </a:lnTo>
                  <a:lnTo>
                    <a:pt x="479973" y="497477"/>
                  </a:lnTo>
                  <a:lnTo>
                    <a:pt x="468520" y="494985"/>
                  </a:lnTo>
                  <a:lnTo>
                    <a:pt x="454760" y="492117"/>
                  </a:lnTo>
                  <a:lnTo>
                    <a:pt x="440060" y="488979"/>
                  </a:lnTo>
                  <a:lnTo>
                    <a:pt x="423411" y="485297"/>
                  </a:lnTo>
                  <a:lnTo>
                    <a:pt x="401816" y="480552"/>
                  </a:lnTo>
                  <a:lnTo>
                    <a:pt x="381587" y="476051"/>
                  </a:lnTo>
                  <a:lnTo>
                    <a:pt x="363265" y="472033"/>
                  </a:lnTo>
                  <a:lnTo>
                    <a:pt x="348338" y="468391"/>
                  </a:lnTo>
                  <a:lnTo>
                    <a:pt x="334575" y="465149"/>
                  </a:lnTo>
                  <a:lnTo>
                    <a:pt x="326905" y="463226"/>
                  </a:lnTo>
                  <a:lnTo>
                    <a:pt x="324527" y="462627"/>
                  </a:lnTo>
                  <a:lnTo>
                    <a:pt x="300359" y="456478"/>
                  </a:lnTo>
                  <a:lnTo>
                    <a:pt x="282232" y="452116"/>
                  </a:lnTo>
                  <a:lnTo>
                    <a:pt x="270177" y="449061"/>
                  </a:lnTo>
                  <a:lnTo>
                    <a:pt x="249062" y="443723"/>
                  </a:lnTo>
                  <a:lnTo>
                    <a:pt x="236450" y="440456"/>
                  </a:lnTo>
                  <a:lnTo>
                    <a:pt x="224073" y="437227"/>
                  </a:lnTo>
                  <a:lnTo>
                    <a:pt x="213842" y="434533"/>
                  </a:lnTo>
                  <a:lnTo>
                    <a:pt x="199729" y="430352"/>
                  </a:lnTo>
                  <a:lnTo>
                    <a:pt x="187321" y="427049"/>
                  </a:lnTo>
                  <a:lnTo>
                    <a:pt x="186802" y="426897"/>
                  </a:lnTo>
                  <a:lnTo>
                    <a:pt x="171909" y="422527"/>
                  </a:lnTo>
                  <a:lnTo>
                    <a:pt x="160725" y="419180"/>
                  </a:lnTo>
                  <a:lnTo>
                    <a:pt x="144053" y="414274"/>
                  </a:lnTo>
                  <a:lnTo>
                    <a:pt x="131795" y="410628"/>
                  </a:lnTo>
                  <a:lnTo>
                    <a:pt x="117976" y="406629"/>
                  </a:lnTo>
                  <a:lnTo>
                    <a:pt x="98321" y="401395"/>
                  </a:lnTo>
                  <a:lnTo>
                    <a:pt x="82283" y="396815"/>
                  </a:lnTo>
                  <a:lnTo>
                    <a:pt x="75867" y="394326"/>
                  </a:lnTo>
                  <a:lnTo>
                    <a:pt x="70212" y="393070"/>
                  </a:lnTo>
                  <a:lnTo>
                    <a:pt x="62464" y="391340"/>
                  </a:lnTo>
                  <a:lnTo>
                    <a:pt x="56845" y="389418"/>
                  </a:lnTo>
                  <a:lnTo>
                    <a:pt x="51287" y="387994"/>
                  </a:lnTo>
                  <a:lnTo>
                    <a:pt x="42204" y="385652"/>
                  </a:lnTo>
                  <a:lnTo>
                    <a:pt x="31477" y="382354"/>
                  </a:lnTo>
                  <a:lnTo>
                    <a:pt x="19842" y="378747"/>
                  </a:lnTo>
                  <a:lnTo>
                    <a:pt x="6234" y="374326"/>
                  </a:lnTo>
                  <a:lnTo>
                    <a:pt x="3657" y="368928"/>
                  </a:lnTo>
                  <a:lnTo>
                    <a:pt x="1405" y="366049"/>
                  </a:lnTo>
                  <a:lnTo>
                    <a:pt x="633" y="359758"/>
                  </a:lnTo>
                  <a:lnTo>
                    <a:pt x="1373" y="355010"/>
                  </a:lnTo>
                  <a:lnTo>
                    <a:pt x="1144" y="350404"/>
                  </a:lnTo>
                  <a:lnTo>
                    <a:pt x="0" y="347760"/>
                  </a:lnTo>
                  <a:lnTo>
                    <a:pt x="1543" y="342683"/>
                  </a:lnTo>
                  <a:lnTo>
                    <a:pt x="1761" y="338407"/>
                  </a:lnTo>
                  <a:lnTo>
                    <a:pt x="3504" y="330322"/>
                  </a:lnTo>
                  <a:lnTo>
                    <a:pt x="8489" y="322131"/>
                  </a:lnTo>
                  <a:lnTo>
                    <a:pt x="9910" y="316946"/>
                  </a:lnTo>
                  <a:lnTo>
                    <a:pt x="10745" y="311301"/>
                  </a:lnTo>
                  <a:lnTo>
                    <a:pt x="8811" y="308947"/>
                  </a:lnTo>
                  <a:lnTo>
                    <a:pt x="9338" y="307733"/>
                  </a:lnTo>
                  <a:lnTo>
                    <a:pt x="6596" y="30248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881562" y="3032233"/>
              <a:ext cx="420169" cy="294446"/>
            </a:xfrm>
            <a:custGeom>
              <a:avLst/>
              <a:pathLst>
                <a:path w="420169" h="294446">
                  <a:moveTo>
                    <a:pt x="22074" y="189359"/>
                  </a:moveTo>
                  <a:lnTo>
                    <a:pt x="17636" y="169984"/>
                  </a:lnTo>
                  <a:lnTo>
                    <a:pt x="17470" y="169264"/>
                  </a:lnTo>
                  <a:lnTo>
                    <a:pt x="15447" y="160453"/>
                  </a:lnTo>
                  <a:lnTo>
                    <a:pt x="10139" y="137716"/>
                  </a:lnTo>
                  <a:lnTo>
                    <a:pt x="9927" y="136810"/>
                  </a:lnTo>
                  <a:lnTo>
                    <a:pt x="6390" y="121707"/>
                  </a:lnTo>
                  <a:lnTo>
                    <a:pt x="2660" y="105773"/>
                  </a:lnTo>
                  <a:lnTo>
                    <a:pt x="0" y="94434"/>
                  </a:lnTo>
                  <a:lnTo>
                    <a:pt x="11059" y="86214"/>
                  </a:lnTo>
                  <a:lnTo>
                    <a:pt x="20785" y="76422"/>
                  </a:lnTo>
                  <a:lnTo>
                    <a:pt x="21193" y="73019"/>
                  </a:lnTo>
                  <a:lnTo>
                    <a:pt x="23781" y="70188"/>
                  </a:lnTo>
                  <a:lnTo>
                    <a:pt x="28400" y="69973"/>
                  </a:lnTo>
                  <a:lnTo>
                    <a:pt x="33670" y="64470"/>
                  </a:lnTo>
                  <a:lnTo>
                    <a:pt x="38179" y="60701"/>
                  </a:lnTo>
                  <a:lnTo>
                    <a:pt x="42765" y="56302"/>
                  </a:lnTo>
                  <a:lnTo>
                    <a:pt x="45756" y="68568"/>
                  </a:lnTo>
                  <a:lnTo>
                    <a:pt x="48672" y="80271"/>
                  </a:lnTo>
                  <a:lnTo>
                    <a:pt x="58410" y="77805"/>
                  </a:lnTo>
                  <a:lnTo>
                    <a:pt x="67359" y="75521"/>
                  </a:lnTo>
                  <a:lnTo>
                    <a:pt x="93897" y="68521"/>
                  </a:lnTo>
                  <a:lnTo>
                    <a:pt x="98938" y="67174"/>
                  </a:lnTo>
                  <a:lnTo>
                    <a:pt x="103072" y="66060"/>
                  </a:lnTo>
                  <a:lnTo>
                    <a:pt x="123817" y="60414"/>
                  </a:lnTo>
                  <a:lnTo>
                    <a:pt x="142401" y="55420"/>
                  </a:lnTo>
                  <a:lnTo>
                    <a:pt x="144779" y="54776"/>
                  </a:lnTo>
                  <a:lnTo>
                    <a:pt x="148944" y="53616"/>
                  </a:lnTo>
                  <a:lnTo>
                    <a:pt x="160194" y="50465"/>
                  </a:lnTo>
                  <a:lnTo>
                    <a:pt x="173002" y="46964"/>
                  </a:lnTo>
                  <a:lnTo>
                    <a:pt x="178265" y="45458"/>
                  </a:lnTo>
                  <a:lnTo>
                    <a:pt x="187229" y="42880"/>
                  </a:lnTo>
                  <a:lnTo>
                    <a:pt x="225760" y="31602"/>
                  </a:lnTo>
                  <a:lnTo>
                    <a:pt x="228437" y="30823"/>
                  </a:lnTo>
                  <a:lnTo>
                    <a:pt x="230923" y="30099"/>
                  </a:lnTo>
                  <a:lnTo>
                    <a:pt x="254520" y="23160"/>
                  </a:lnTo>
                  <a:lnTo>
                    <a:pt x="260646" y="21440"/>
                  </a:lnTo>
                  <a:lnTo>
                    <a:pt x="280831" y="15340"/>
                  </a:lnTo>
                  <a:lnTo>
                    <a:pt x="283358" y="14570"/>
                  </a:lnTo>
                  <a:lnTo>
                    <a:pt x="298327" y="9978"/>
                  </a:lnTo>
                  <a:lnTo>
                    <a:pt x="322941" y="2260"/>
                  </a:lnTo>
                  <a:lnTo>
                    <a:pt x="323322" y="2139"/>
                  </a:lnTo>
                  <a:lnTo>
                    <a:pt x="330912" y="296"/>
                  </a:lnTo>
                  <a:lnTo>
                    <a:pt x="332129" y="0"/>
                  </a:lnTo>
                  <a:lnTo>
                    <a:pt x="336463" y="3006"/>
                  </a:lnTo>
                  <a:lnTo>
                    <a:pt x="339920" y="7851"/>
                  </a:lnTo>
                  <a:lnTo>
                    <a:pt x="345143" y="8365"/>
                  </a:lnTo>
                  <a:lnTo>
                    <a:pt x="348332" y="8569"/>
                  </a:lnTo>
                  <a:lnTo>
                    <a:pt x="350600" y="8713"/>
                  </a:lnTo>
                  <a:lnTo>
                    <a:pt x="354095" y="11290"/>
                  </a:lnTo>
                  <a:lnTo>
                    <a:pt x="356744" y="15207"/>
                  </a:lnTo>
                  <a:lnTo>
                    <a:pt x="359936" y="24803"/>
                  </a:lnTo>
                  <a:lnTo>
                    <a:pt x="361140" y="28073"/>
                  </a:lnTo>
                  <a:lnTo>
                    <a:pt x="362046" y="30534"/>
                  </a:lnTo>
                  <a:lnTo>
                    <a:pt x="368045" y="36157"/>
                  </a:lnTo>
                  <a:lnTo>
                    <a:pt x="375019" y="37867"/>
                  </a:lnTo>
                  <a:lnTo>
                    <a:pt x="381458" y="38099"/>
                  </a:lnTo>
                  <a:lnTo>
                    <a:pt x="384320" y="37526"/>
                  </a:lnTo>
                  <a:lnTo>
                    <a:pt x="385733" y="37242"/>
                  </a:lnTo>
                  <a:lnTo>
                    <a:pt x="390114" y="42393"/>
                  </a:lnTo>
                  <a:lnTo>
                    <a:pt x="386388" y="45242"/>
                  </a:lnTo>
                  <a:lnTo>
                    <a:pt x="384019" y="50248"/>
                  </a:lnTo>
                  <a:lnTo>
                    <a:pt x="382521" y="57295"/>
                  </a:lnTo>
                  <a:lnTo>
                    <a:pt x="382357" y="59529"/>
                  </a:lnTo>
                  <a:lnTo>
                    <a:pt x="382000" y="64382"/>
                  </a:lnTo>
                  <a:lnTo>
                    <a:pt x="378400" y="69876"/>
                  </a:lnTo>
                  <a:lnTo>
                    <a:pt x="378312" y="70327"/>
                  </a:lnTo>
                  <a:lnTo>
                    <a:pt x="378053" y="71655"/>
                  </a:lnTo>
                  <a:lnTo>
                    <a:pt x="377418" y="74909"/>
                  </a:lnTo>
                  <a:lnTo>
                    <a:pt x="374979" y="79771"/>
                  </a:lnTo>
                  <a:lnTo>
                    <a:pt x="371955" y="84417"/>
                  </a:lnTo>
                  <a:lnTo>
                    <a:pt x="372977" y="85518"/>
                  </a:lnTo>
                  <a:lnTo>
                    <a:pt x="375633" y="88376"/>
                  </a:lnTo>
                  <a:lnTo>
                    <a:pt x="378787" y="91302"/>
                  </a:lnTo>
                  <a:lnTo>
                    <a:pt x="378093" y="95021"/>
                  </a:lnTo>
                  <a:lnTo>
                    <a:pt x="378476" y="100467"/>
                  </a:lnTo>
                  <a:lnTo>
                    <a:pt x="374716" y="104233"/>
                  </a:lnTo>
                  <a:lnTo>
                    <a:pt x="374993" y="108777"/>
                  </a:lnTo>
                  <a:lnTo>
                    <a:pt x="377115" y="115568"/>
                  </a:lnTo>
                  <a:lnTo>
                    <a:pt x="377983" y="118062"/>
                  </a:lnTo>
                  <a:lnTo>
                    <a:pt x="378476" y="119481"/>
                  </a:lnTo>
                  <a:lnTo>
                    <a:pt x="379173" y="121484"/>
                  </a:lnTo>
                  <a:lnTo>
                    <a:pt x="382252" y="119903"/>
                  </a:lnTo>
                  <a:lnTo>
                    <a:pt x="386744" y="121107"/>
                  </a:lnTo>
                  <a:lnTo>
                    <a:pt x="389541" y="126629"/>
                  </a:lnTo>
                  <a:lnTo>
                    <a:pt x="389681" y="129097"/>
                  </a:lnTo>
                  <a:lnTo>
                    <a:pt x="391638" y="132222"/>
                  </a:lnTo>
                  <a:lnTo>
                    <a:pt x="394002" y="132678"/>
                  </a:lnTo>
                  <a:lnTo>
                    <a:pt x="397685" y="131858"/>
                  </a:lnTo>
                  <a:lnTo>
                    <a:pt x="400326" y="135086"/>
                  </a:lnTo>
                  <a:lnTo>
                    <a:pt x="401946" y="136244"/>
                  </a:lnTo>
                  <a:lnTo>
                    <a:pt x="404192" y="137849"/>
                  </a:lnTo>
                  <a:lnTo>
                    <a:pt x="408236" y="140217"/>
                  </a:lnTo>
                  <a:lnTo>
                    <a:pt x="411298" y="142679"/>
                  </a:lnTo>
                  <a:lnTo>
                    <a:pt x="416536" y="145083"/>
                  </a:lnTo>
                  <a:lnTo>
                    <a:pt x="417692" y="146054"/>
                  </a:lnTo>
                  <a:lnTo>
                    <a:pt x="420169" y="148328"/>
                  </a:lnTo>
                  <a:lnTo>
                    <a:pt x="417785" y="151373"/>
                  </a:lnTo>
                  <a:lnTo>
                    <a:pt x="414242" y="153013"/>
                  </a:lnTo>
                  <a:lnTo>
                    <a:pt x="412857" y="157455"/>
                  </a:lnTo>
                  <a:lnTo>
                    <a:pt x="408749" y="160090"/>
                  </a:lnTo>
                  <a:lnTo>
                    <a:pt x="406646" y="162876"/>
                  </a:lnTo>
                  <a:lnTo>
                    <a:pt x="405786" y="164014"/>
                  </a:lnTo>
                  <a:lnTo>
                    <a:pt x="402332" y="169477"/>
                  </a:lnTo>
                  <a:lnTo>
                    <a:pt x="399183" y="172995"/>
                  </a:lnTo>
                  <a:lnTo>
                    <a:pt x="398574" y="174939"/>
                  </a:lnTo>
                  <a:lnTo>
                    <a:pt x="398683" y="175269"/>
                  </a:lnTo>
                  <a:lnTo>
                    <a:pt x="399498" y="177729"/>
                  </a:lnTo>
                  <a:lnTo>
                    <a:pt x="400035" y="179351"/>
                  </a:lnTo>
                  <a:lnTo>
                    <a:pt x="399606" y="179688"/>
                  </a:lnTo>
                  <a:lnTo>
                    <a:pt x="397147" y="181621"/>
                  </a:lnTo>
                  <a:lnTo>
                    <a:pt x="395686" y="183575"/>
                  </a:lnTo>
                  <a:lnTo>
                    <a:pt x="395189" y="184237"/>
                  </a:lnTo>
                  <a:lnTo>
                    <a:pt x="392968" y="185527"/>
                  </a:lnTo>
                  <a:lnTo>
                    <a:pt x="390755" y="186810"/>
                  </a:lnTo>
                  <a:lnTo>
                    <a:pt x="387646" y="188042"/>
                  </a:lnTo>
                  <a:lnTo>
                    <a:pt x="384184" y="193083"/>
                  </a:lnTo>
                  <a:lnTo>
                    <a:pt x="383954" y="193418"/>
                  </a:lnTo>
                  <a:lnTo>
                    <a:pt x="378913" y="192381"/>
                  </a:lnTo>
                  <a:lnTo>
                    <a:pt x="372793" y="193325"/>
                  </a:lnTo>
                  <a:lnTo>
                    <a:pt x="372232" y="193668"/>
                  </a:lnTo>
                  <a:lnTo>
                    <a:pt x="371338" y="194213"/>
                  </a:lnTo>
                  <a:lnTo>
                    <a:pt x="367162" y="196761"/>
                  </a:lnTo>
                  <a:lnTo>
                    <a:pt x="364324" y="200413"/>
                  </a:lnTo>
                  <a:lnTo>
                    <a:pt x="362802" y="204158"/>
                  </a:lnTo>
                  <a:lnTo>
                    <a:pt x="362343" y="207715"/>
                  </a:lnTo>
                  <a:lnTo>
                    <a:pt x="361366" y="208014"/>
                  </a:lnTo>
                  <a:lnTo>
                    <a:pt x="338468" y="215017"/>
                  </a:lnTo>
                  <a:lnTo>
                    <a:pt x="332010" y="216972"/>
                  </a:lnTo>
                  <a:lnTo>
                    <a:pt x="331601" y="217096"/>
                  </a:lnTo>
                  <a:lnTo>
                    <a:pt x="319750" y="220650"/>
                  </a:lnTo>
                  <a:lnTo>
                    <a:pt x="309796" y="223609"/>
                  </a:lnTo>
                  <a:lnTo>
                    <a:pt x="301310" y="226116"/>
                  </a:lnTo>
                  <a:lnTo>
                    <a:pt x="300111" y="226469"/>
                  </a:lnTo>
                  <a:lnTo>
                    <a:pt x="295395" y="227884"/>
                  </a:lnTo>
                  <a:lnTo>
                    <a:pt x="281900" y="231908"/>
                  </a:lnTo>
                  <a:lnTo>
                    <a:pt x="281352" y="232066"/>
                  </a:lnTo>
                  <a:lnTo>
                    <a:pt x="266905" y="236216"/>
                  </a:lnTo>
                  <a:lnTo>
                    <a:pt x="265383" y="236651"/>
                  </a:lnTo>
                  <a:lnTo>
                    <a:pt x="250826" y="240798"/>
                  </a:lnTo>
                  <a:lnTo>
                    <a:pt x="250153" y="240989"/>
                  </a:lnTo>
                  <a:lnTo>
                    <a:pt x="230218" y="246472"/>
                  </a:lnTo>
                  <a:lnTo>
                    <a:pt x="209745" y="252059"/>
                  </a:lnTo>
                  <a:lnTo>
                    <a:pt x="208205" y="252481"/>
                  </a:lnTo>
                  <a:lnTo>
                    <a:pt x="191946" y="256902"/>
                  </a:lnTo>
                  <a:lnTo>
                    <a:pt x="189434" y="257579"/>
                  </a:lnTo>
                  <a:lnTo>
                    <a:pt x="166525" y="263693"/>
                  </a:lnTo>
                  <a:lnTo>
                    <a:pt x="160866" y="265201"/>
                  </a:lnTo>
                  <a:lnTo>
                    <a:pt x="152840" y="267329"/>
                  </a:lnTo>
                  <a:lnTo>
                    <a:pt x="145008" y="269393"/>
                  </a:lnTo>
                  <a:lnTo>
                    <a:pt x="121826" y="275552"/>
                  </a:lnTo>
                  <a:lnTo>
                    <a:pt x="116193" y="277032"/>
                  </a:lnTo>
                  <a:lnTo>
                    <a:pt x="96955" y="281952"/>
                  </a:lnTo>
                  <a:lnTo>
                    <a:pt x="86735" y="284494"/>
                  </a:lnTo>
                  <a:lnTo>
                    <a:pt x="75994" y="287143"/>
                  </a:lnTo>
                  <a:lnTo>
                    <a:pt x="52788" y="292864"/>
                  </a:lnTo>
                  <a:lnTo>
                    <a:pt x="46197" y="294446"/>
                  </a:lnTo>
                  <a:lnTo>
                    <a:pt x="41348" y="273089"/>
                  </a:lnTo>
                  <a:lnTo>
                    <a:pt x="40254" y="268281"/>
                  </a:lnTo>
                  <a:lnTo>
                    <a:pt x="37354" y="255577"/>
                  </a:lnTo>
                  <a:lnTo>
                    <a:pt x="33653" y="239400"/>
                  </a:lnTo>
                  <a:lnTo>
                    <a:pt x="32484" y="234298"/>
                  </a:lnTo>
                  <a:lnTo>
                    <a:pt x="30902" y="227406"/>
                  </a:lnTo>
                  <a:lnTo>
                    <a:pt x="27612" y="213092"/>
                  </a:lnTo>
                  <a:lnTo>
                    <a:pt x="23219" y="194261"/>
                  </a:lnTo>
                  <a:lnTo>
                    <a:pt x="22205" y="18992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405376" y="3879848"/>
              <a:ext cx="579294" cy="678898"/>
            </a:xfrm>
            <a:custGeom>
              <a:avLst/>
              <a:pathLst>
                <a:path w="579294" h="678898">
                  <a:moveTo>
                    <a:pt x="2932" y="467025"/>
                  </a:moveTo>
                  <a:lnTo>
                    <a:pt x="2436" y="464321"/>
                  </a:lnTo>
                  <a:lnTo>
                    <a:pt x="7038" y="461535"/>
                  </a:lnTo>
                  <a:lnTo>
                    <a:pt x="12335" y="454738"/>
                  </a:lnTo>
                  <a:lnTo>
                    <a:pt x="13985" y="452485"/>
                  </a:lnTo>
                  <a:lnTo>
                    <a:pt x="17355" y="453892"/>
                  </a:lnTo>
                  <a:lnTo>
                    <a:pt x="22201" y="453949"/>
                  </a:lnTo>
                  <a:lnTo>
                    <a:pt x="26418" y="453997"/>
                  </a:lnTo>
                  <a:lnTo>
                    <a:pt x="29647" y="451504"/>
                  </a:lnTo>
                  <a:lnTo>
                    <a:pt x="30551" y="450805"/>
                  </a:lnTo>
                  <a:lnTo>
                    <a:pt x="37311" y="444996"/>
                  </a:lnTo>
                  <a:lnTo>
                    <a:pt x="38774" y="438933"/>
                  </a:lnTo>
                  <a:lnTo>
                    <a:pt x="37898" y="436362"/>
                  </a:lnTo>
                  <a:lnTo>
                    <a:pt x="38267" y="431034"/>
                  </a:lnTo>
                  <a:lnTo>
                    <a:pt x="36378" y="424987"/>
                  </a:lnTo>
                  <a:lnTo>
                    <a:pt x="35839" y="424754"/>
                  </a:lnTo>
                  <a:lnTo>
                    <a:pt x="30783" y="422562"/>
                  </a:lnTo>
                  <a:lnTo>
                    <a:pt x="25856" y="422318"/>
                  </a:lnTo>
                  <a:lnTo>
                    <a:pt x="22102" y="420892"/>
                  </a:lnTo>
                  <a:lnTo>
                    <a:pt x="20009" y="413024"/>
                  </a:lnTo>
                  <a:lnTo>
                    <a:pt x="23352" y="407573"/>
                  </a:lnTo>
                  <a:lnTo>
                    <a:pt x="24650" y="399914"/>
                  </a:lnTo>
                  <a:lnTo>
                    <a:pt x="25401" y="397227"/>
                  </a:lnTo>
                  <a:lnTo>
                    <a:pt x="21520" y="392929"/>
                  </a:lnTo>
                  <a:lnTo>
                    <a:pt x="23501" y="389338"/>
                  </a:lnTo>
                  <a:lnTo>
                    <a:pt x="24450" y="383575"/>
                  </a:lnTo>
                  <a:lnTo>
                    <a:pt x="23303" y="380207"/>
                  </a:lnTo>
                  <a:lnTo>
                    <a:pt x="28180" y="379584"/>
                  </a:lnTo>
                  <a:lnTo>
                    <a:pt x="31761" y="379716"/>
                  </a:lnTo>
                  <a:lnTo>
                    <a:pt x="32489" y="378638"/>
                  </a:lnTo>
                  <a:lnTo>
                    <a:pt x="36328" y="372944"/>
                  </a:lnTo>
                  <a:lnTo>
                    <a:pt x="43932" y="367403"/>
                  </a:lnTo>
                  <a:lnTo>
                    <a:pt x="44423" y="361425"/>
                  </a:lnTo>
                  <a:lnTo>
                    <a:pt x="45698" y="355526"/>
                  </a:lnTo>
                  <a:lnTo>
                    <a:pt x="48047" y="352430"/>
                  </a:lnTo>
                  <a:lnTo>
                    <a:pt x="49244" y="349725"/>
                  </a:lnTo>
                  <a:lnTo>
                    <a:pt x="49183" y="345112"/>
                  </a:lnTo>
                  <a:lnTo>
                    <a:pt x="48900" y="337562"/>
                  </a:lnTo>
                  <a:lnTo>
                    <a:pt x="50846" y="333832"/>
                  </a:lnTo>
                  <a:lnTo>
                    <a:pt x="51177" y="329837"/>
                  </a:lnTo>
                  <a:lnTo>
                    <a:pt x="49277" y="326403"/>
                  </a:lnTo>
                  <a:lnTo>
                    <a:pt x="52047" y="323677"/>
                  </a:lnTo>
                  <a:lnTo>
                    <a:pt x="57871" y="318700"/>
                  </a:lnTo>
                  <a:lnTo>
                    <a:pt x="60135" y="315563"/>
                  </a:lnTo>
                  <a:lnTo>
                    <a:pt x="61227" y="311705"/>
                  </a:lnTo>
                  <a:lnTo>
                    <a:pt x="61643" y="310233"/>
                  </a:lnTo>
                  <a:lnTo>
                    <a:pt x="63940" y="308538"/>
                  </a:lnTo>
                  <a:lnTo>
                    <a:pt x="69522" y="306943"/>
                  </a:lnTo>
                  <a:lnTo>
                    <a:pt x="75018" y="304289"/>
                  </a:lnTo>
                  <a:lnTo>
                    <a:pt x="81017" y="303060"/>
                  </a:lnTo>
                  <a:lnTo>
                    <a:pt x="86527" y="298087"/>
                  </a:lnTo>
                  <a:lnTo>
                    <a:pt x="90348" y="296553"/>
                  </a:lnTo>
                  <a:lnTo>
                    <a:pt x="90904" y="291792"/>
                  </a:lnTo>
                  <a:lnTo>
                    <a:pt x="90940" y="291487"/>
                  </a:lnTo>
                  <a:lnTo>
                    <a:pt x="88720" y="286761"/>
                  </a:lnTo>
                  <a:lnTo>
                    <a:pt x="81457" y="279248"/>
                  </a:lnTo>
                  <a:lnTo>
                    <a:pt x="75907" y="272870"/>
                  </a:lnTo>
                  <a:lnTo>
                    <a:pt x="72023" y="272166"/>
                  </a:lnTo>
                  <a:lnTo>
                    <a:pt x="73185" y="264992"/>
                  </a:lnTo>
                  <a:lnTo>
                    <a:pt x="70317" y="257342"/>
                  </a:lnTo>
                  <a:lnTo>
                    <a:pt x="68353" y="244682"/>
                  </a:lnTo>
                  <a:lnTo>
                    <a:pt x="66629" y="240630"/>
                  </a:lnTo>
                  <a:lnTo>
                    <a:pt x="60553" y="229482"/>
                  </a:lnTo>
                  <a:lnTo>
                    <a:pt x="56384" y="222327"/>
                  </a:lnTo>
                  <a:lnTo>
                    <a:pt x="57996" y="214782"/>
                  </a:lnTo>
                  <a:lnTo>
                    <a:pt x="58675" y="208337"/>
                  </a:lnTo>
                  <a:lnTo>
                    <a:pt x="60566" y="201235"/>
                  </a:lnTo>
                  <a:lnTo>
                    <a:pt x="61936" y="195543"/>
                  </a:lnTo>
                  <a:lnTo>
                    <a:pt x="63768" y="195929"/>
                  </a:lnTo>
                  <a:lnTo>
                    <a:pt x="66408" y="194419"/>
                  </a:lnTo>
                  <a:lnTo>
                    <a:pt x="67256" y="180768"/>
                  </a:lnTo>
                  <a:lnTo>
                    <a:pt x="66255" y="164169"/>
                  </a:lnTo>
                  <a:lnTo>
                    <a:pt x="63649" y="159245"/>
                  </a:lnTo>
                  <a:lnTo>
                    <a:pt x="65072" y="151122"/>
                  </a:lnTo>
                  <a:lnTo>
                    <a:pt x="66802" y="144336"/>
                  </a:lnTo>
                  <a:lnTo>
                    <a:pt x="67423" y="141900"/>
                  </a:lnTo>
                  <a:lnTo>
                    <a:pt x="64961" y="136929"/>
                  </a:lnTo>
                  <a:lnTo>
                    <a:pt x="65699" y="127870"/>
                  </a:lnTo>
                  <a:lnTo>
                    <a:pt x="66549" y="118985"/>
                  </a:lnTo>
                  <a:lnTo>
                    <a:pt x="70416" y="114028"/>
                  </a:lnTo>
                  <a:lnTo>
                    <a:pt x="68374" y="109569"/>
                  </a:lnTo>
                  <a:lnTo>
                    <a:pt x="66405" y="104511"/>
                  </a:lnTo>
                  <a:lnTo>
                    <a:pt x="66546" y="97157"/>
                  </a:lnTo>
                  <a:lnTo>
                    <a:pt x="67484" y="91070"/>
                  </a:lnTo>
                  <a:lnTo>
                    <a:pt x="67562" y="90569"/>
                  </a:lnTo>
                  <a:lnTo>
                    <a:pt x="68784" y="87006"/>
                  </a:lnTo>
                  <a:lnTo>
                    <a:pt x="75099" y="86677"/>
                  </a:lnTo>
                  <a:lnTo>
                    <a:pt x="78895" y="84704"/>
                  </a:lnTo>
                  <a:lnTo>
                    <a:pt x="83959" y="84412"/>
                  </a:lnTo>
                  <a:lnTo>
                    <a:pt x="89220" y="85408"/>
                  </a:lnTo>
                  <a:lnTo>
                    <a:pt x="91005" y="88128"/>
                  </a:lnTo>
                  <a:lnTo>
                    <a:pt x="94311" y="89038"/>
                  </a:lnTo>
                  <a:lnTo>
                    <a:pt x="97417" y="87418"/>
                  </a:lnTo>
                  <a:lnTo>
                    <a:pt x="101293" y="88387"/>
                  </a:lnTo>
                  <a:lnTo>
                    <a:pt x="103740" y="92728"/>
                  </a:lnTo>
                  <a:lnTo>
                    <a:pt x="104825" y="97928"/>
                  </a:lnTo>
                  <a:lnTo>
                    <a:pt x="108340" y="101591"/>
                  </a:lnTo>
                  <a:lnTo>
                    <a:pt x="112990" y="104633"/>
                  </a:lnTo>
                  <a:lnTo>
                    <a:pt x="118573" y="104588"/>
                  </a:lnTo>
                  <a:lnTo>
                    <a:pt x="120240" y="101682"/>
                  </a:lnTo>
                  <a:lnTo>
                    <a:pt x="124752" y="94808"/>
                  </a:lnTo>
                  <a:lnTo>
                    <a:pt x="130610" y="87723"/>
                  </a:lnTo>
                  <a:lnTo>
                    <a:pt x="131745" y="79570"/>
                  </a:lnTo>
                  <a:lnTo>
                    <a:pt x="132755" y="73416"/>
                  </a:lnTo>
                  <a:lnTo>
                    <a:pt x="137283" y="43110"/>
                  </a:lnTo>
                  <a:lnTo>
                    <a:pt x="141273" y="17105"/>
                  </a:lnTo>
                  <a:lnTo>
                    <a:pt x="143905" y="0"/>
                  </a:lnTo>
                  <a:lnTo>
                    <a:pt x="151226" y="1282"/>
                  </a:lnTo>
                  <a:lnTo>
                    <a:pt x="237813" y="15350"/>
                  </a:lnTo>
                  <a:lnTo>
                    <a:pt x="243650" y="16252"/>
                  </a:lnTo>
                  <a:lnTo>
                    <a:pt x="249697" y="17181"/>
                  </a:lnTo>
                  <a:lnTo>
                    <a:pt x="274386" y="20921"/>
                  </a:lnTo>
                  <a:lnTo>
                    <a:pt x="274953" y="21006"/>
                  </a:lnTo>
                  <a:lnTo>
                    <a:pt x="290664" y="23333"/>
                  </a:lnTo>
                  <a:lnTo>
                    <a:pt x="372801" y="35041"/>
                  </a:lnTo>
                  <a:lnTo>
                    <a:pt x="373423" y="35126"/>
                  </a:lnTo>
                  <a:lnTo>
                    <a:pt x="384514" y="36752"/>
                  </a:lnTo>
                  <a:lnTo>
                    <a:pt x="386913" y="37050"/>
                  </a:lnTo>
                  <a:lnTo>
                    <a:pt x="402980" y="39021"/>
                  </a:lnTo>
                  <a:lnTo>
                    <a:pt x="430501" y="42541"/>
                  </a:lnTo>
                  <a:lnTo>
                    <a:pt x="454884" y="46226"/>
                  </a:lnTo>
                  <a:lnTo>
                    <a:pt x="495837" y="51263"/>
                  </a:lnTo>
                  <a:lnTo>
                    <a:pt x="539967" y="56299"/>
                  </a:lnTo>
                  <a:lnTo>
                    <a:pt x="579294" y="60673"/>
                  </a:lnTo>
                  <a:lnTo>
                    <a:pt x="577913" y="74278"/>
                  </a:lnTo>
                  <a:lnTo>
                    <a:pt x="569654" y="157057"/>
                  </a:lnTo>
                  <a:lnTo>
                    <a:pt x="568407" y="169545"/>
                  </a:lnTo>
                  <a:lnTo>
                    <a:pt x="567069" y="182970"/>
                  </a:lnTo>
                  <a:lnTo>
                    <a:pt x="564192" y="211973"/>
                  </a:lnTo>
                  <a:lnTo>
                    <a:pt x="561466" y="239342"/>
                  </a:lnTo>
                  <a:lnTo>
                    <a:pt x="559499" y="259886"/>
                  </a:lnTo>
                  <a:lnTo>
                    <a:pt x="557251" y="283452"/>
                  </a:lnTo>
                  <a:lnTo>
                    <a:pt x="553201" y="324978"/>
                  </a:lnTo>
                  <a:lnTo>
                    <a:pt x="552598" y="331188"/>
                  </a:lnTo>
                  <a:lnTo>
                    <a:pt x="545791" y="401824"/>
                  </a:lnTo>
                  <a:lnTo>
                    <a:pt x="544758" y="412475"/>
                  </a:lnTo>
                  <a:lnTo>
                    <a:pt x="540880" y="452567"/>
                  </a:lnTo>
                  <a:lnTo>
                    <a:pt x="538810" y="474474"/>
                  </a:lnTo>
                  <a:lnTo>
                    <a:pt x="534390" y="521501"/>
                  </a:lnTo>
                  <a:lnTo>
                    <a:pt x="530759" y="559773"/>
                  </a:lnTo>
                  <a:lnTo>
                    <a:pt x="527222" y="597061"/>
                  </a:lnTo>
                  <a:lnTo>
                    <a:pt x="524236" y="628374"/>
                  </a:lnTo>
                  <a:lnTo>
                    <a:pt x="519501" y="678898"/>
                  </a:lnTo>
                  <a:lnTo>
                    <a:pt x="477766" y="674280"/>
                  </a:lnTo>
                  <a:lnTo>
                    <a:pt x="446309" y="670654"/>
                  </a:lnTo>
                  <a:lnTo>
                    <a:pt x="387204" y="663744"/>
                  </a:lnTo>
                  <a:lnTo>
                    <a:pt x="329566" y="656579"/>
                  </a:lnTo>
                  <a:lnTo>
                    <a:pt x="303396" y="642929"/>
                  </a:lnTo>
                  <a:lnTo>
                    <a:pt x="214500" y="595585"/>
                  </a:lnTo>
                  <a:lnTo>
                    <a:pt x="128993" y="549508"/>
                  </a:lnTo>
                  <a:lnTo>
                    <a:pt x="92452" y="529376"/>
                  </a:lnTo>
                  <a:lnTo>
                    <a:pt x="0" y="477573"/>
                  </a:lnTo>
                  <a:lnTo>
                    <a:pt x="666" y="474510"/>
                  </a:lnTo>
                  <a:lnTo>
                    <a:pt x="2591" y="471717"/>
                  </a:lnTo>
                  <a:lnTo>
                    <a:pt x="1124" y="4699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98089" y="2929372"/>
              <a:ext cx="4155" cy="5187"/>
            </a:xfrm>
            <a:custGeom>
              <a:avLst/>
              <a:pathLst>
                <a:path w="4155" h="5187">
                  <a:moveTo>
                    <a:pt x="0" y="4704"/>
                  </a:moveTo>
                  <a:lnTo>
                    <a:pt x="159" y="862"/>
                  </a:lnTo>
                  <a:lnTo>
                    <a:pt x="1725" y="0"/>
                  </a:lnTo>
                  <a:lnTo>
                    <a:pt x="3114" y="2742"/>
                  </a:lnTo>
                  <a:lnTo>
                    <a:pt x="4155" y="4081"/>
                  </a:lnTo>
                  <a:lnTo>
                    <a:pt x="1636" y="518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78559" y="2890503"/>
              <a:ext cx="31642" cy="39711"/>
            </a:xfrm>
            <a:custGeom>
              <a:avLst/>
              <a:pathLst>
                <a:path w="31642" h="39711">
                  <a:moveTo>
                    <a:pt x="9124" y="39186"/>
                  </a:moveTo>
                  <a:lnTo>
                    <a:pt x="9424" y="37277"/>
                  </a:lnTo>
                  <a:lnTo>
                    <a:pt x="8351" y="34562"/>
                  </a:lnTo>
                  <a:lnTo>
                    <a:pt x="9721" y="33815"/>
                  </a:lnTo>
                  <a:lnTo>
                    <a:pt x="8412" y="29538"/>
                  </a:lnTo>
                  <a:lnTo>
                    <a:pt x="7069" y="25160"/>
                  </a:lnTo>
                  <a:lnTo>
                    <a:pt x="4961" y="19078"/>
                  </a:lnTo>
                  <a:lnTo>
                    <a:pt x="3517" y="15236"/>
                  </a:lnTo>
                  <a:lnTo>
                    <a:pt x="0" y="5781"/>
                  </a:lnTo>
                  <a:lnTo>
                    <a:pt x="6477" y="3122"/>
                  </a:lnTo>
                  <a:lnTo>
                    <a:pt x="7002" y="2906"/>
                  </a:lnTo>
                  <a:lnTo>
                    <a:pt x="8066" y="2467"/>
                  </a:lnTo>
                  <a:lnTo>
                    <a:pt x="10124" y="1620"/>
                  </a:lnTo>
                  <a:lnTo>
                    <a:pt x="14049" y="0"/>
                  </a:lnTo>
                  <a:lnTo>
                    <a:pt x="14610" y="1597"/>
                  </a:lnTo>
                  <a:lnTo>
                    <a:pt x="15157" y="3157"/>
                  </a:lnTo>
                  <a:lnTo>
                    <a:pt x="16129" y="5952"/>
                  </a:lnTo>
                  <a:lnTo>
                    <a:pt x="17571" y="5403"/>
                  </a:lnTo>
                  <a:lnTo>
                    <a:pt x="18582" y="8314"/>
                  </a:lnTo>
                  <a:lnTo>
                    <a:pt x="19752" y="10524"/>
                  </a:lnTo>
                  <a:lnTo>
                    <a:pt x="20250" y="10624"/>
                  </a:lnTo>
                  <a:lnTo>
                    <a:pt x="22578" y="11089"/>
                  </a:lnTo>
                  <a:lnTo>
                    <a:pt x="25414" y="13348"/>
                  </a:lnTo>
                  <a:lnTo>
                    <a:pt x="26110" y="13903"/>
                  </a:lnTo>
                  <a:lnTo>
                    <a:pt x="28504" y="13805"/>
                  </a:lnTo>
                  <a:lnTo>
                    <a:pt x="29045" y="15678"/>
                  </a:lnTo>
                  <a:lnTo>
                    <a:pt x="29308" y="16589"/>
                  </a:lnTo>
                  <a:lnTo>
                    <a:pt x="31642" y="21347"/>
                  </a:lnTo>
                  <a:lnTo>
                    <a:pt x="31162" y="22150"/>
                  </a:lnTo>
                  <a:lnTo>
                    <a:pt x="29818" y="24153"/>
                  </a:lnTo>
                  <a:lnTo>
                    <a:pt x="27613" y="23727"/>
                  </a:lnTo>
                  <a:lnTo>
                    <a:pt x="26146" y="23928"/>
                  </a:lnTo>
                  <a:lnTo>
                    <a:pt x="25821" y="26000"/>
                  </a:lnTo>
                  <a:lnTo>
                    <a:pt x="24513" y="26521"/>
                  </a:lnTo>
                  <a:lnTo>
                    <a:pt x="23041" y="26545"/>
                  </a:lnTo>
                  <a:lnTo>
                    <a:pt x="22157" y="27119"/>
                  </a:lnTo>
                  <a:lnTo>
                    <a:pt x="21796" y="27354"/>
                  </a:lnTo>
                  <a:lnTo>
                    <a:pt x="21639" y="29885"/>
                  </a:lnTo>
                  <a:lnTo>
                    <a:pt x="21276" y="31959"/>
                  </a:lnTo>
                  <a:lnTo>
                    <a:pt x="18770" y="32803"/>
                  </a:lnTo>
                  <a:lnTo>
                    <a:pt x="16595" y="34272"/>
                  </a:lnTo>
                  <a:lnTo>
                    <a:pt x="14329" y="36384"/>
                  </a:lnTo>
                  <a:lnTo>
                    <a:pt x="11606" y="37984"/>
                  </a:lnTo>
                  <a:lnTo>
                    <a:pt x="9216" y="397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679755" y="3964224"/>
              <a:ext cx="529478" cy="396123"/>
            </a:xfrm>
            <a:custGeom>
              <a:avLst/>
              <a:pathLst>
                <a:path w="529478" h="396123">
                  <a:moveTo>
                    <a:pt x="0" y="106275"/>
                  </a:moveTo>
                  <a:lnTo>
                    <a:pt x="2780" y="101581"/>
                  </a:lnTo>
                  <a:lnTo>
                    <a:pt x="1681" y="97782"/>
                  </a:lnTo>
                  <a:lnTo>
                    <a:pt x="5020" y="92658"/>
                  </a:lnTo>
                  <a:lnTo>
                    <a:pt x="7704" y="88050"/>
                  </a:lnTo>
                  <a:lnTo>
                    <a:pt x="12384" y="82938"/>
                  </a:lnTo>
                  <a:lnTo>
                    <a:pt x="17808" y="76456"/>
                  </a:lnTo>
                  <a:lnTo>
                    <a:pt x="18801" y="72200"/>
                  </a:lnTo>
                  <a:lnTo>
                    <a:pt x="19409" y="65998"/>
                  </a:lnTo>
                  <a:lnTo>
                    <a:pt x="29284" y="60472"/>
                  </a:lnTo>
                  <a:lnTo>
                    <a:pt x="40225" y="54329"/>
                  </a:lnTo>
                  <a:lnTo>
                    <a:pt x="51487" y="48036"/>
                  </a:lnTo>
                  <a:lnTo>
                    <a:pt x="53829" y="48053"/>
                  </a:lnTo>
                  <a:lnTo>
                    <a:pt x="55504" y="48064"/>
                  </a:lnTo>
                  <a:lnTo>
                    <a:pt x="60732" y="40893"/>
                  </a:lnTo>
                  <a:lnTo>
                    <a:pt x="71536" y="35687"/>
                  </a:lnTo>
                  <a:lnTo>
                    <a:pt x="76037" y="33513"/>
                  </a:lnTo>
                  <a:lnTo>
                    <a:pt x="83549" y="29000"/>
                  </a:lnTo>
                  <a:lnTo>
                    <a:pt x="87564" y="24788"/>
                  </a:lnTo>
                  <a:lnTo>
                    <a:pt x="93730" y="23978"/>
                  </a:lnTo>
                  <a:lnTo>
                    <a:pt x="97954" y="23421"/>
                  </a:lnTo>
                  <a:lnTo>
                    <a:pt x="99864" y="23168"/>
                  </a:lnTo>
                  <a:lnTo>
                    <a:pt x="108195" y="21607"/>
                  </a:lnTo>
                  <a:lnTo>
                    <a:pt x="119756" y="19426"/>
                  </a:lnTo>
                  <a:lnTo>
                    <a:pt x="126703" y="18109"/>
                  </a:lnTo>
                  <a:lnTo>
                    <a:pt x="134104" y="16833"/>
                  </a:lnTo>
                  <a:lnTo>
                    <a:pt x="144098" y="15100"/>
                  </a:lnTo>
                  <a:lnTo>
                    <a:pt x="155283" y="13146"/>
                  </a:lnTo>
                  <a:lnTo>
                    <a:pt x="184092" y="8045"/>
                  </a:lnTo>
                  <a:lnTo>
                    <a:pt x="197442" y="5814"/>
                  </a:lnTo>
                  <a:lnTo>
                    <a:pt x="201606" y="5113"/>
                  </a:lnTo>
                  <a:lnTo>
                    <a:pt x="231653" y="0"/>
                  </a:lnTo>
                  <a:lnTo>
                    <a:pt x="231777" y="304"/>
                  </a:lnTo>
                  <a:lnTo>
                    <a:pt x="232996" y="3283"/>
                  </a:lnTo>
                  <a:lnTo>
                    <a:pt x="232088" y="10135"/>
                  </a:lnTo>
                  <a:lnTo>
                    <a:pt x="234566" y="13398"/>
                  </a:lnTo>
                  <a:lnTo>
                    <a:pt x="244000" y="2778"/>
                  </a:lnTo>
                  <a:lnTo>
                    <a:pt x="247857" y="6231"/>
                  </a:lnTo>
                  <a:lnTo>
                    <a:pt x="256662" y="14103"/>
                  </a:lnTo>
                  <a:lnTo>
                    <a:pt x="264520" y="21114"/>
                  </a:lnTo>
                  <a:lnTo>
                    <a:pt x="265952" y="35850"/>
                  </a:lnTo>
                  <a:lnTo>
                    <a:pt x="290700" y="30902"/>
                  </a:lnTo>
                  <a:lnTo>
                    <a:pt x="315935" y="25422"/>
                  </a:lnTo>
                  <a:lnTo>
                    <a:pt x="341444" y="19804"/>
                  </a:lnTo>
                  <a:lnTo>
                    <a:pt x="357107" y="16241"/>
                  </a:lnTo>
                  <a:lnTo>
                    <a:pt x="357390" y="16176"/>
                  </a:lnTo>
                  <a:lnTo>
                    <a:pt x="381601" y="10609"/>
                  </a:lnTo>
                  <a:lnTo>
                    <a:pt x="383444" y="10182"/>
                  </a:lnTo>
                  <a:lnTo>
                    <a:pt x="410640" y="27035"/>
                  </a:lnTo>
                  <a:lnTo>
                    <a:pt x="412109" y="27942"/>
                  </a:lnTo>
                  <a:lnTo>
                    <a:pt x="423846" y="35176"/>
                  </a:lnTo>
                  <a:lnTo>
                    <a:pt x="456093" y="56010"/>
                  </a:lnTo>
                  <a:lnTo>
                    <a:pt x="460902" y="59103"/>
                  </a:lnTo>
                  <a:lnTo>
                    <a:pt x="494380" y="80075"/>
                  </a:lnTo>
                  <a:lnTo>
                    <a:pt x="515206" y="93104"/>
                  </a:lnTo>
                  <a:lnTo>
                    <a:pt x="519735" y="95929"/>
                  </a:lnTo>
                  <a:lnTo>
                    <a:pt x="529478" y="102120"/>
                  </a:lnTo>
                  <a:lnTo>
                    <a:pt x="516687" y="109996"/>
                  </a:lnTo>
                  <a:lnTo>
                    <a:pt x="507555" y="119010"/>
                  </a:lnTo>
                  <a:lnTo>
                    <a:pt x="499884" y="129498"/>
                  </a:lnTo>
                  <a:lnTo>
                    <a:pt x="493865" y="139953"/>
                  </a:lnTo>
                  <a:lnTo>
                    <a:pt x="489775" y="150087"/>
                  </a:lnTo>
                  <a:lnTo>
                    <a:pt x="487375" y="156016"/>
                  </a:lnTo>
                  <a:lnTo>
                    <a:pt x="482870" y="163884"/>
                  </a:lnTo>
                  <a:lnTo>
                    <a:pt x="479761" y="175463"/>
                  </a:lnTo>
                  <a:lnTo>
                    <a:pt x="479085" y="185994"/>
                  </a:lnTo>
                  <a:lnTo>
                    <a:pt x="479676" y="197914"/>
                  </a:lnTo>
                  <a:lnTo>
                    <a:pt x="481428" y="201713"/>
                  </a:lnTo>
                  <a:lnTo>
                    <a:pt x="478296" y="209396"/>
                  </a:lnTo>
                  <a:lnTo>
                    <a:pt x="473024" y="215519"/>
                  </a:lnTo>
                  <a:lnTo>
                    <a:pt x="471496" y="217292"/>
                  </a:lnTo>
                  <a:lnTo>
                    <a:pt x="467977" y="220845"/>
                  </a:lnTo>
                  <a:lnTo>
                    <a:pt x="468085" y="226173"/>
                  </a:lnTo>
                  <a:lnTo>
                    <a:pt x="467107" y="232314"/>
                  </a:lnTo>
                  <a:lnTo>
                    <a:pt x="460116" y="232920"/>
                  </a:lnTo>
                  <a:lnTo>
                    <a:pt x="454107" y="236279"/>
                  </a:lnTo>
                  <a:lnTo>
                    <a:pt x="449017" y="232940"/>
                  </a:lnTo>
                  <a:lnTo>
                    <a:pt x="443611" y="238176"/>
                  </a:lnTo>
                  <a:lnTo>
                    <a:pt x="441795" y="243238"/>
                  </a:lnTo>
                  <a:lnTo>
                    <a:pt x="446978" y="248106"/>
                  </a:lnTo>
                  <a:lnTo>
                    <a:pt x="444400" y="252592"/>
                  </a:lnTo>
                  <a:lnTo>
                    <a:pt x="435697" y="261171"/>
                  </a:lnTo>
                  <a:lnTo>
                    <a:pt x="433573" y="267678"/>
                  </a:lnTo>
                  <a:lnTo>
                    <a:pt x="424837" y="275154"/>
                  </a:lnTo>
                  <a:lnTo>
                    <a:pt x="420331" y="280495"/>
                  </a:lnTo>
                  <a:lnTo>
                    <a:pt x="419918" y="287392"/>
                  </a:lnTo>
                  <a:lnTo>
                    <a:pt x="412179" y="295281"/>
                  </a:lnTo>
                  <a:lnTo>
                    <a:pt x="409623" y="300454"/>
                  </a:lnTo>
                  <a:lnTo>
                    <a:pt x="401518" y="302749"/>
                  </a:lnTo>
                  <a:lnTo>
                    <a:pt x="394526" y="307767"/>
                  </a:lnTo>
                  <a:lnTo>
                    <a:pt x="390892" y="312892"/>
                  </a:lnTo>
                  <a:lnTo>
                    <a:pt x="385269" y="316346"/>
                  </a:lnTo>
                  <a:lnTo>
                    <a:pt x="384744" y="316907"/>
                  </a:lnTo>
                  <a:lnTo>
                    <a:pt x="376768" y="325407"/>
                  </a:lnTo>
                  <a:lnTo>
                    <a:pt x="368887" y="328283"/>
                  </a:lnTo>
                  <a:lnTo>
                    <a:pt x="362642" y="326508"/>
                  </a:lnTo>
                  <a:lnTo>
                    <a:pt x="362247" y="328207"/>
                  </a:lnTo>
                  <a:lnTo>
                    <a:pt x="361506" y="331388"/>
                  </a:lnTo>
                  <a:lnTo>
                    <a:pt x="365749" y="337209"/>
                  </a:lnTo>
                  <a:lnTo>
                    <a:pt x="369163" y="341120"/>
                  </a:lnTo>
                  <a:lnTo>
                    <a:pt x="368187" y="347900"/>
                  </a:lnTo>
                  <a:lnTo>
                    <a:pt x="360134" y="355085"/>
                  </a:lnTo>
                  <a:lnTo>
                    <a:pt x="354341" y="358246"/>
                  </a:lnTo>
                  <a:lnTo>
                    <a:pt x="348656" y="357158"/>
                  </a:lnTo>
                  <a:lnTo>
                    <a:pt x="340247" y="354521"/>
                  </a:lnTo>
                  <a:lnTo>
                    <a:pt x="335548" y="360044"/>
                  </a:lnTo>
                  <a:lnTo>
                    <a:pt x="340456" y="362522"/>
                  </a:lnTo>
                  <a:lnTo>
                    <a:pt x="347954" y="367355"/>
                  </a:lnTo>
                  <a:lnTo>
                    <a:pt x="343755" y="375893"/>
                  </a:lnTo>
                  <a:lnTo>
                    <a:pt x="335211" y="384666"/>
                  </a:lnTo>
                  <a:lnTo>
                    <a:pt x="330469" y="387119"/>
                  </a:lnTo>
                  <a:lnTo>
                    <a:pt x="330066" y="390041"/>
                  </a:lnTo>
                  <a:lnTo>
                    <a:pt x="329224" y="396123"/>
                  </a:lnTo>
                  <a:lnTo>
                    <a:pt x="322386" y="394571"/>
                  </a:lnTo>
                  <a:lnTo>
                    <a:pt x="314413" y="390576"/>
                  </a:lnTo>
                  <a:lnTo>
                    <a:pt x="311422" y="393493"/>
                  </a:lnTo>
                  <a:lnTo>
                    <a:pt x="302571" y="391646"/>
                  </a:lnTo>
                  <a:lnTo>
                    <a:pt x="300312" y="383586"/>
                  </a:lnTo>
                  <a:lnTo>
                    <a:pt x="296000" y="377853"/>
                  </a:lnTo>
                  <a:lnTo>
                    <a:pt x="295094" y="376647"/>
                  </a:lnTo>
                  <a:lnTo>
                    <a:pt x="296878" y="371067"/>
                  </a:lnTo>
                  <a:lnTo>
                    <a:pt x="294864" y="363679"/>
                  </a:lnTo>
                  <a:lnTo>
                    <a:pt x="289237" y="358231"/>
                  </a:lnTo>
                  <a:lnTo>
                    <a:pt x="286253" y="355340"/>
                  </a:lnTo>
                  <a:lnTo>
                    <a:pt x="284915" y="348455"/>
                  </a:lnTo>
                  <a:lnTo>
                    <a:pt x="274294" y="340243"/>
                  </a:lnTo>
                  <a:lnTo>
                    <a:pt x="273217" y="340089"/>
                  </a:lnTo>
                  <a:lnTo>
                    <a:pt x="268067" y="339351"/>
                  </a:lnTo>
                  <a:lnTo>
                    <a:pt x="260859" y="335905"/>
                  </a:lnTo>
                  <a:lnTo>
                    <a:pt x="259595" y="335299"/>
                  </a:lnTo>
                  <a:lnTo>
                    <a:pt x="258753" y="329067"/>
                  </a:lnTo>
                  <a:lnTo>
                    <a:pt x="254585" y="318524"/>
                  </a:lnTo>
                  <a:lnTo>
                    <a:pt x="254408" y="317869"/>
                  </a:lnTo>
                  <a:lnTo>
                    <a:pt x="251426" y="306877"/>
                  </a:lnTo>
                  <a:lnTo>
                    <a:pt x="245095" y="299361"/>
                  </a:lnTo>
                  <a:lnTo>
                    <a:pt x="240140" y="294310"/>
                  </a:lnTo>
                  <a:lnTo>
                    <a:pt x="238092" y="285195"/>
                  </a:lnTo>
                  <a:lnTo>
                    <a:pt x="232866" y="282430"/>
                  </a:lnTo>
                  <a:lnTo>
                    <a:pt x="225681" y="278621"/>
                  </a:lnTo>
                  <a:lnTo>
                    <a:pt x="224033" y="278361"/>
                  </a:lnTo>
                  <a:lnTo>
                    <a:pt x="219140" y="277590"/>
                  </a:lnTo>
                  <a:lnTo>
                    <a:pt x="207584" y="273645"/>
                  </a:lnTo>
                  <a:lnTo>
                    <a:pt x="205665" y="267941"/>
                  </a:lnTo>
                  <a:lnTo>
                    <a:pt x="205397" y="267145"/>
                  </a:lnTo>
                  <a:lnTo>
                    <a:pt x="195575" y="264188"/>
                  </a:lnTo>
                  <a:lnTo>
                    <a:pt x="195444" y="263480"/>
                  </a:lnTo>
                  <a:lnTo>
                    <a:pt x="194089" y="256195"/>
                  </a:lnTo>
                  <a:lnTo>
                    <a:pt x="183854" y="253106"/>
                  </a:lnTo>
                  <a:lnTo>
                    <a:pt x="183551" y="244170"/>
                  </a:lnTo>
                  <a:lnTo>
                    <a:pt x="181604" y="237604"/>
                  </a:lnTo>
                  <a:lnTo>
                    <a:pt x="173941" y="235075"/>
                  </a:lnTo>
                  <a:lnTo>
                    <a:pt x="170351" y="231184"/>
                  </a:lnTo>
                  <a:lnTo>
                    <a:pt x="168719" y="229415"/>
                  </a:lnTo>
                  <a:lnTo>
                    <a:pt x="159162" y="224687"/>
                  </a:lnTo>
                  <a:lnTo>
                    <a:pt x="158211" y="224588"/>
                  </a:lnTo>
                  <a:lnTo>
                    <a:pt x="152862" y="224031"/>
                  </a:lnTo>
                  <a:lnTo>
                    <a:pt x="147687" y="218853"/>
                  </a:lnTo>
                  <a:lnTo>
                    <a:pt x="145229" y="215344"/>
                  </a:lnTo>
                  <a:lnTo>
                    <a:pt x="141716" y="210324"/>
                  </a:lnTo>
                  <a:lnTo>
                    <a:pt x="130468" y="200788"/>
                  </a:lnTo>
                  <a:lnTo>
                    <a:pt x="117988" y="197142"/>
                  </a:lnTo>
                  <a:lnTo>
                    <a:pt x="107611" y="189977"/>
                  </a:lnTo>
                  <a:lnTo>
                    <a:pt x="102747" y="189877"/>
                  </a:lnTo>
                  <a:lnTo>
                    <a:pt x="101824" y="188573"/>
                  </a:lnTo>
                  <a:lnTo>
                    <a:pt x="97503" y="182461"/>
                  </a:lnTo>
                  <a:lnTo>
                    <a:pt x="97059" y="181953"/>
                  </a:lnTo>
                  <a:lnTo>
                    <a:pt x="90368" y="174285"/>
                  </a:lnTo>
                  <a:lnTo>
                    <a:pt x="81076" y="167282"/>
                  </a:lnTo>
                  <a:lnTo>
                    <a:pt x="77290" y="159070"/>
                  </a:lnTo>
                  <a:lnTo>
                    <a:pt x="75637" y="155483"/>
                  </a:lnTo>
                  <a:lnTo>
                    <a:pt x="71463" y="150532"/>
                  </a:lnTo>
                  <a:lnTo>
                    <a:pt x="70663" y="149583"/>
                  </a:lnTo>
                  <a:lnTo>
                    <a:pt x="64625" y="142521"/>
                  </a:lnTo>
                  <a:lnTo>
                    <a:pt x="61690" y="137660"/>
                  </a:lnTo>
                  <a:lnTo>
                    <a:pt x="56624" y="129114"/>
                  </a:lnTo>
                  <a:lnTo>
                    <a:pt x="50893" y="128919"/>
                  </a:lnTo>
                  <a:lnTo>
                    <a:pt x="44167" y="131479"/>
                  </a:lnTo>
                  <a:lnTo>
                    <a:pt x="43787" y="131623"/>
                  </a:lnTo>
                  <a:lnTo>
                    <a:pt x="37676" y="130097"/>
                  </a:lnTo>
                  <a:lnTo>
                    <a:pt x="37393" y="129914"/>
                  </a:lnTo>
                  <a:lnTo>
                    <a:pt x="31647" y="126212"/>
                  </a:lnTo>
                  <a:lnTo>
                    <a:pt x="30874" y="125581"/>
                  </a:lnTo>
                  <a:lnTo>
                    <a:pt x="24226" y="120149"/>
                  </a:lnTo>
                  <a:lnTo>
                    <a:pt x="16664" y="118775"/>
                  </a:lnTo>
                  <a:lnTo>
                    <a:pt x="9883" y="115480"/>
                  </a:lnTo>
                  <a:lnTo>
                    <a:pt x="2613" y="111981"/>
                  </a:lnTo>
                  <a:lnTo>
                    <a:pt x="2371" y="111452"/>
                  </a:lnTo>
                  <a:lnTo>
                    <a:pt x="651" y="1076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722262" y="2881151"/>
              <a:ext cx="505048" cy="314569"/>
            </a:xfrm>
            <a:custGeom>
              <a:avLst/>
              <a:pathLst>
                <a:path w="505048" h="314569">
                  <a:moveTo>
                    <a:pt x="8622" y="85615"/>
                  </a:moveTo>
                  <a:lnTo>
                    <a:pt x="9812" y="85576"/>
                  </a:lnTo>
                  <a:lnTo>
                    <a:pt x="10329" y="74145"/>
                  </a:lnTo>
                  <a:lnTo>
                    <a:pt x="10716" y="66201"/>
                  </a:lnTo>
                  <a:lnTo>
                    <a:pt x="11259" y="55080"/>
                  </a:lnTo>
                  <a:lnTo>
                    <a:pt x="11872" y="41083"/>
                  </a:lnTo>
                  <a:lnTo>
                    <a:pt x="12166" y="35017"/>
                  </a:lnTo>
                  <a:lnTo>
                    <a:pt x="12998" y="17657"/>
                  </a:lnTo>
                  <a:lnTo>
                    <a:pt x="13447" y="7288"/>
                  </a:lnTo>
                  <a:lnTo>
                    <a:pt x="13503" y="5727"/>
                  </a:lnTo>
                  <a:lnTo>
                    <a:pt x="13710" y="0"/>
                  </a:lnTo>
                  <a:lnTo>
                    <a:pt x="37869" y="1161"/>
                  </a:lnTo>
                  <a:lnTo>
                    <a:pt x="52062" y="1781"/>
                  </a:lnTo>
                  <a:lnTo>
                    <a:pt x="65661" y="2349"/>
                  </a:lnTo>
                  <a:lnTo>
                    <a:pt x="79682" y="2898"/>
                  </a:lnTo>
                  <a:lnTo>
                    <a:pt x="83024" y="3023"/>
                  </a:lnTo>
                  <a:lnTo>
                    <a:pt x="86909" y="3166"/>
                  </a:lnTo>
                  <a:lnTo>
                    <a:pt x="97931" y="3547"/>
                  </a:lnTo>
                  <a:lnTo>
                    <a:pt x="107606" y="3867"/>
                  </a:lnTo>
                  <a:lnTo>
                    <a:pt x="121605" y="4310"/>
                  </a:lnTo>
                  <a:lnTo>
                    <a:pt x="136735" y="4743"/>
                  </a:lnTo>
                  <a:lnTo>
                    <a:pt x="142319" y="4890"/>
                  </a:lnTo>
                  <a:lnTo>
                    <a:pt x="155153" y="5204"/>
                  </a:lnTo>
                  <a:lnTo>
                    <a:pt x="170076" y="5541"/>
                  </a:lnTo>
                  <a:lnTo>
                    <a:pt x="182149" y="5760"/>
                  </a:lnTo>
                  <a:lnTo>
                    <a:pt x="198402" y="6019"/>
                  </a:lnTo>
                  <a:lnTo>
                    <a:pt x="220082" y="6290"/>
                  </a:lnTo>
                  <a:lnTo>
                    <a:pt x="235825" y="6424"/>
                  </a:lnTo>
                  <a:lnTo>
                    <a:pt x="236607" y="6431"/>
                  </a:lnTo>
                  <a:lnTo>
                    <a:pt x="249515" y="6527"/>
                  </a:lnTo>
                  <a:lnTo>
                    <a:pt x="258449" y="6623"/>
                  </a:lnTo>
                  <a:lnTo>
                    <a:pt x="275559" y="6700"/>
                  </a:lnTo>
                  <a:lnTo>
                    <a:pt x="285748" y="6744"/>
                  </a:lnTo>
                  <a:lnTo>
                    <a:pt x="292473" y="6699"/>
                  </a:lnTo>
                  <a:lnTo>
                    <a:pt x="300078" y="6723"/>
                  </a:lnTo>
                  <a:lnTo>
                    <a:pt x="309217" y="6663"/>
                  </a:lnTo>
                  <a:lnTo>
                    <a:pt x="325073" y="6520"/>
                  </a:lnTo>
                  <a:lnTo>
                    <a:pt x="330559" y="6477"/>
                  </a:lnTo>
                  <a:lnTo>
                    <a:pt x="348251" y="6343"/>
                  </a:lnTo>
                  <a:lnTo>
                    <a:pt x="354477" y="6281"/>
                  </a:lnTo>
                  <a:lnTo>
                    <a:pt x="367741" y="6193"/>
                  </a:lnTo>
                  <a:lnTo>
                    <a:pt x="389375" y="5751"/>
                  </a:lnTo>
                  <a:lnTo>
                    <a:pt x="393300" y="5671"/>
                  </a:lnTo>
                  <a:lnTo>
                    <a:pt x="395144" y="5632"/>
                  </a:lnTo>
                  <a:lnTo>
                    <a:pt x="407831" y="5348"/>
                  </a:lnTo>
                  <a:lnTo>
                    <a:pt x="422571" y="4932"/>
                  </a:lnTo>
                  <a:lnTo>
                    <a:pt x="442329" y="4256"/>
                  </a:lnTo>
                  <a:lnTo>
                    <a:pt x="451518" y="3915"/>
                  </a:lnTo>
                  <a:lnTo>
                    <a:pt x="484100" y="2685"/>
                  </a:lnTo>
                  <a:lnTo>
                    <a:pt x="483830" y="8437"/>
                  </a:lnTo>
                  <a:lnTo>
                    <a:pt x="483086" y="13485"/>
                  </a:lnTo>
                  <a:lnTo>
                    <a:pt x="480486" y="16790"/>
                  </a:lnTo>
                  <a:lnTo>
                    <a:pt x="478013" y="21313"/>
                  </a:lnTo>
                  <a:lnTo>
                    <a:pt x="473558" y="24280"/>
                  </a:lnTo>
                  <a:lnTo>
                    <a:pt x="468611" y="28770"/>
                  </a:lnTo>
                  <a:lnTo>
                    <a:pt x="467126" y="31974"/>
                  </a:lnTo>
                  <a:lnTo>
                    <a:pt x="467701" y="34252"/>
                  </a:lnTo>
                  <a:lnTo>
                    <a:pt x="468268" y="34943"/>
                  </a:lnTo>
                  <a:lnTo>
                    <a:pt x="471889" y="39341"/>
                  </a:lnTo>
                  <a:lnTo>
                    <a:pt x="474537" y="44418"/>
                  </a:lnTo>
                  <a:lnTo>
                    <a:pt x="476701" y="48115"/>
                  </a:lnTo>
                  <a:lnTo>
                    <a:pt x="479041" y="50438"/>
                  </a:lnTo>
                  <a:lnTo>
                    <a:pt x="482711" y="50478"/>
                  </a:lnTo>
                  <a:lnTo>
                    <a:pt x="486321" y="52318"/>
                  </a:lnTo>
                  <a:lnTo>
                    <a:pt x="488923" y="53152"/>
                  </a:lnTo>
                  <a:lnTo>
                    <a:pt x="491528" y="55699"/>
                  </a:lnTo>
                  <a:lnTo>
                    <a:pt x="492397" y="57425"/>
                  </a:lnTo>
                  <a:lnTo>
                    <a:pt x="493255" y="59125"/>
                  </a:lnTo>
                  <a:lnTo>
                    <a:pt x="493423" y="62624"/>
                  </a:lnTo>
                  <a:lnTo>
                    <a:pt x="494687" y="88971"/>
                  </a:lnTo>
                  <a:lnTo>
                    <a:pt x="495430" y="104497"/>
                  </a:lnTo>
                  <a:lnTo>
                    <a:pt x="496183" y="120240"/>
                  </a:lnTo>
                  <a:lnTo>
                    <a:pt x="496561" y="128166"/>
                  </a:lnTo>
                  <a:lnTo>
                    <a:pt x="497352" y="144748"/>
                  </a:lnTo>
                  <a:lnTo>
                    <a:pt x="497978" y="159515"/>
                  </a:lnTo>
                  <a:lnTo>
                    <a:pt x="499305" y="190904"/>
                  </a:lnTo>
                  <a:lnTo>
                    <a:pt x="500435" y="217768"/>
                  </a:lnTo>
                  <a:lnTo>
                    <a:pt x="500640" y="222460"/>
                  </a:lnTo>
                  <a:lnTo>
                    <a:pt x="491093" y="222861"/>
                  </a:lnTo>
                  <a:lnTo>
                    <a:pt x="492147" y="225610"/>
                  </a:lnTo>
                  <a:lnTo>
                    <a:pt x="491646" y="228841"/>
                  </a:lnTo>
                  <a:lnTo>
                    <a:pt x="496599" y="233024"/>
                  </a:lnTo>
                  <a:lnTo>
                    <a:pt x="496567" y="236505"/>
                  </a:lnTo>
                  <a:lnTo>
                    <a:pt x="496344" y="240786"/>
                  </a:lnTo>
                  <a:lnTo>
                    <a:pt x="493193" y="241729"/>
                  </a:lnTo>
                  <a:lnTo>
                    <a:pt x="494621" y="244706"/>
                  </a:lnTo>
                  <a:lnTo>
                    <a:pt x="495059" y="245617"/>
                  </a:lnTo>
                  <a:lnTo>
                    <a:pt x="497191" y="247910"/>
                  </a:lnTo>
                  <a:lnTo>
                    <a:pt x="500253" y="247770"/>
                  </a:lnTo>
                  <a:lnTo>
                    <a:pt x="501653" y="254745"/>
                  </a:lnTo>
                  <a:lnTo>
                    <a:pt x="503054" y="257350"/>
                  </a:lnTo>
                  <a:lnTo>
                    <a:pt x="502334" y="260221"/>
                  </a:lnTo>
                  <a:lnTo>
                    <a:pt x="501989" y="261594"/>
                  </a:lnTo>
                  <a:lnTo>
                    <a:pt x="498568" y="264243"/>
                  </a:lnTo>
                  <a:lnTo>
                    <a:pt x="499950" y="267338"/>
                  </a:lnTo>
                  <a:lnTo>
                    <a:pt x="498233" y="269896"/>
                  </a:lnTo>
                  <a:lnTo>
                    <a:pt x="499621" y="271489"/>
                  </a:lnTo>
                  <a:lnTo>
                    <a:pt x="497022" y="274933"/>
                  </a:lnTo>
                  <a:lnTo>
                    <a:pt x="497155" y="276193"/>
                  </a:lnTo>
                  <a:lnTo>
                    <a:pt x="497442" y="278908"/>
                  </a:lnTo>
                  <a:lnTo>
                    <a:pt x="494976" y="283614"/>
                  </a:lnTo>
                  <a:lnTo>
                    <a:pt x="492241" y="288109"/>
                  </a:lnTo>
                  <a:lnTo>
                    <a:pt x="492250" y="292975"/>
                  </a:lnTo>
                  <a:lnTo>
                    <a:pt x="494586" y="296266"/>
                  </a:lnTo>
                  <a:lnTo>
                    <a:pt x="499069" y="300323"/>
                  </a:lnTo>
                  <a:lnTo>
                    <a:pt x="502480" y="307407"/>
                  </a:lnTo>
                  <a:lnTo>
                    <a:pt x="502704" y="307872"/>
                  </a:lnTo>
                  <a:lnTo>
                    <a:pt x="501785" y="311424"/>
                  </a:lnTo>
                  <a:lnTo>
                    <a:pt x="502848" y="312075"/>
                  </a:lnTo>
                  <a:lnTo>
                    <a:pt x="505048" y="313696"/>
                  </a:lnTo>
                  <a:lnTo>
                    <a:pt x="501359" y="314569"/>
                  </a:lnTo>
                  <a:lnTo>
                    <a:pt x="499668" y="312153"/>
                  </a:lnTo>
                  <a:lnTo>
                    <a:pt x="493931" y="312768"/>
                  </a:lnTo>
                  <a:lnTo>
                    <a:pt x="492758" y="310915"/>
                  </a:lnTo>
                  <a:lnTo>
                    <a:pt x="490565" y="307445"/>
                  </a:lnTo>
                  <a:lnTo>
                    <a:pt x="487067" y="304207"/>
                  </a:lnTo>
                  <a:lnTo>
                    <a:pt x="487645" y="299170"/>
                  </a:lnTo>
                  <a:lnTo>
                    <a:pt x="482279" y="299036"/>
                  </a:lnTo>
                  <a:lnTo>
                    <a:pt x="480595" y="295863"/>
                  </a:lnTo>
                  <a:lnTo>
                    <a:pt x="480209" y="295705"/>
                  </a:lnTo>
                  <a:lnTo>
                    <a:pt x="473493" y="292965"/>
                  </a:lnTo>
                  <a:lnTo>
                    <a:pt x="469615" y="293950"/>
                  </a:lnTo>
                  <a:lnTo>
                    <a:pt x="466194" y="291180"/>
                  </a:lnTo>
                  <a:lnTo>
                    <a:pt x="465563" y="290668"/>
                  </a:lnTo>
                  <a:lnTo>
                    <a:pt x="458467" y="290062"/>
                  </a:lnTo>
                  <a:lnTo>
                    <a:pt x="456168" y="288361"/>
                  </a:lnTo>
                  <a:lnTo>
                    <a:pt x="452839" y="285893"/>
                  </a:lnTo>
                  <a:lnTo>
                    <a:pt x="451154" y="282964"/>
                  </a:lnTo>
                  <a:lnTo>
                    <a:pt x="446863" y="281974"/>
                  </a:lnTo>
                  <a:lnTo>
                    <a:pt x="444300" y="282943"/>
                  </a:lnTo>
                  <a:lnTo>
                    <a:pt x="439242" y="282197"/>
                  </a:lnTo>
                  <a:lnTo>
                    <a:pt x="436971" y="284067"/>
                  </a:lnTo>
                  <a:lnTo>
                    <a:pt x="434789" y="283776"/>
                  </a:lnTo>
                  <a:lnTo>
                    <a:pt x="432723" y="283500"/>
                  </a:lnTo>
                  <a:lnTo>
                    <a:pt x="427194" y="283441"/>
                  </a:lnTo>
                  <a:lnTo>
                    <a:pt x="424807" y="283911"/>
                  </a:lnTo>
                  <a:lnTo>
                    <a:pt x="420479" y="284759"/>
                  </a:lnTo>
                  <a:lnTo>
                    <a:pt x="413795" y="283658"/>
                  </a:lnTo>
                  <a:lnTo>
                    <a:pt x="410026" y="283116"/>
                  </a:lnTo>
                  <a:lnTo>
                    <a:pt x="408800" y="284273"/>
                  </a:lnTo>
                  <a:lnTo>
                    <a:pt x="407058" y="289184"/>
                  </a:lnTo>
                  <a:lnTo>
                    <a:pt x="404128" y="291905"/>
                  </a:lnTo>
                  <a:lnTo>
                    <a:pt x="398504" y="292533"/>
                  </a:lnTo>
                  <a:lnTo>
                    <a:pt x="393788" y="288639"/>
                  </a:lnTo>
                  <a:lnTo>
                    <a:pt x="390848" y="285854"/>
                  </a:lnTo>
                  <a:lnTo>
                    <a:pt x="390545" y="285757"/>
                  </a:lnTo>
                  <a:lnTo>
                    <a:pt x="385246" y="284066"/>
                  </a:lnTo>
                  <a:lnTo>
                    <a:pt x="382033" y="282881"/>
                  </a:lnTo>
                  <a:lnTo>
                    <a:pt x="380144" y="281881"/>
                  </a:lnTo>
                  <a:lnTo>
                    <a:pt x="374902" y="279100"/>
                  </a:lnTo>
                  <a:lnTo>
                    <a:pt x="371701" y="278183"/>
                  </a:lnTo>
                  <a:lnTo>
                    <a:pt x="368703" y="275136"/>
                  </a:lnTo>
                  <a:lnTo>
                    <a:pt x="367346" y="271993"/>
                  </a:lnTo>
                  <a:lnTo>
                    <a:pt x="344231" y="272396"/>
                  </a:lnTo>
                  <a:lnTo>
                    <a:pt x="317341" y="272711"/>
                  </a:lnTo>
                  <a:lnTo>
                    <a:pt x="298842" y="272851"/>
                  </a:lnTo>
                  <a:lnTo>
                    <a:pt x="277937" y="272932"/>
                  </a:lnTo>
                  <a:lnTo>
                    <a:pt x="254887" y="272942"/>
                  </a:lnTo>
                  <a:lnTo>
                    <a:pt x="201826" y="272594"/>
                  </a:lnTo>
                  <a:lnTo>
                    <a:pt x="186770" y="272358"/>
                  </a:lnTo>
                  <a:lnTo>
                    <a:pt x="130250" y="271098"/>
                  </a:lnTo>
                  <a:lnTo>
                    <a:pt x="108687" y="270461"/>
                  </a:lnTo>
                  <a:lnTo>
                    <a:pt x="83334" y="269617"/>
                  </a:lnTo>
                  <a:lnTo>
                    <a:pt x="69551" y="269108"/>
                  </a:lnTo>
                  <a:lnTo>
                    <a:pt x="38123" y="267816"/>
                  </a:lnTo>
                  <a:lnTo>
                    <a:pt x="36209" y="267735"/>
                  </a:lnTo>
                  <a:lnTo>
                    <a:pt x="0" y="266075"/>
                  </a:lnTo>
                  <a:lnTo>
                    <a:pt x="1227" y="239939"/>
                  </a:lnTo>
                  <a:lnTo>
                    <a:pt x="2006" y="222947"/>
                  </a:lnTo>
                  <a:lnTo>
                    <a:pt x="2112" y="220641"/>
                  </a:lnTo>
                  <a:lnTo>
                    <a:pt x="2342" y="215646"/>
                  </a:lnTo>
                  <a:lnTo>
                    <a:pt x="3624" y="188998"/>
                  </a:lnTo>
                  <a:lnTo>
                    <a:pt x="4913" y="163009"/>
                  </a:lnTo>
                  <a:lnTo>
                    <a:pt x="5090" y="159457"/>
                  </a:lnTo>
                  <a:lnTo>
                    <a:pt x="5403" y="153168"/>
                  </a:lnTo>
                  <a:lnTo>
                    <a:pt x="6825" y="124158"/>
                  </a:lnTo>
                  <a:lnTo>
                    <a:pt x="7360" y="1132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965369" y="3800760"/>
              <a:ext cx="853106" cy="352705"/>
            </a:xfrm>
            <a:custGeom>
              <a:avLst/>
              <a:pathLst>
                <a:path w="853106" h="352705">
                  <a:moveTo>
                    <a:pt x="457" y="348412"/>
                  </a:moveTo>
                  <a:lnTo>
                    <a:pt x="3987" y="346531"/>
                  </a:lnTo>
                  <a:lnTo>
                    <a:pt x="10934" y="344386"/>
                  </a:lnTo>
                  <a:lnTo>
                    <a:pt x="12028" y="339046"/>
                  </a:lnTo>
                  <a:lnTo>
                    <a:pt x="13742" y="334049"/>
                  </a:lnTo>
                  <a:lnTo>
                    <a:pt x="21096" y="334536"/>
                  </a:lnTo>
                  <a:lnTo>
                    <a:pt x="19520" y="328802"/>
                  </a:lnTo>
                  <a:lnTo>
                    <a:pt x="19669" y="323809"/>
                  </a:lnTo>
                  <a:lnTo>
                    <a:pt x="18553" y="317954"/>
                  </a:lnTo>
                  <a:lnTo>
                    <a:pt x="11105" y="315675"/>
                  </a:lnTo>
                  <a:lnTo>
                    <a:pt x="15337" y="311340"/>
                  </a:lnTo>
                  <a:lnTo>
                    <a:pt x="18058" y="303489"/>
                  </a:lnTo>
                  <a:lnTo>
                    <a:pt x="14877" y="297854"/>
                  </a:lnTo>
                  <a:lnTo>
                    <a:pt x="19038" y="295678"/>
                  </a:lnTo>
                  <a:lnTo>
                    <a:pt x="21756" y="296363"/>
                  </a:lnTo>
                  <a:lnTo>
                    <a:pt x="23587" y="290768"/>
                  </a:lnTo>
                  <a:lnTo>
                    <a:pt x="20598" y="286102"/>
                  </a:lnTo>
                  <a:lnTo>
                    <a:pt x="20708" y="279190"/>
                  </a:lnTo>
                  <a:lnTo>
                    <a:pt x="28996" y="279308"/>
                  </a:lnTo>
                  <a:lnTo>
                    <a:pt x="30158" y="276783"/>
                  </a:lnTo>
                  <a:lnTo>
                    <a:pt x="30765" y="270610"/>
                  </a:lnTo>
                  <a:lnTo>
                    <a:pt x="36275" y="267536"/>
                  </a:lnTo>
                  <a:lnTo>
                    <a:pt x="33631" y="264745"/>
                  </a:lnTo>
                  <a:lnTo>
                    <a:pt x="27069" y="259815"/>
                  </a:lnTo>
                  <a:lnTo>
                    <a:pt x="30479" y="251781"/>
                  </a:lnTo>
                  <a:lnTo>
                    <a:pt x="35894" y="252067"/>
                  </a:lnTo>
                  <a:lnTo>
                    <a:pt x="42280" y="246794"/>
                  </a:lnTo>
                  <a:lnTo>
                    <a:pt x="49476" y="242483"/>
                  </a:lnTo>
                  <a:lnTo>
                    <a:pt x="48308" y="237718"/>
                  </a:lnTo>
                  <a:lnTo>
                    <a:pt x="48646" y="234329"/>
                  </a:lnTo>
                  <a:lnTo>
                    <a:pt x="56086" y="230690"/>
                  </a:lnTo>
                  <a:lnTo>
                    <a:pt x="55756" y="229474"/>
                  </a:lnTo>
                  <a:lnTo>
                    <a:pt x="55192" y="227394"/>
                  </a:lnTo>
                  <a:lnTo>
                    <a:pt x="51261" y="224509"/>
                  </a:lnTo>
                  <a:lnTo>
                    <a:pt x="45771" y="218396"/>
                  </a:lnTo>
                  <a:lnTo>
                    <a:pt x="49658" y="215363"/>
                  </a:lnTo>
                  <a:lnTo>
                    <a:pt x="50044" y="207358"/>
                  </a:lnTo>
                  <a:lnTo>
                    <a:pt x="53533" y="204215"/>
                  </a:lnTo>
                  <a:lnTo>
                    <a:pt x="58286" y="199515"/>
                  </a:lnTo>
                  <a:lnTo>
                    <a:pt x="54358" y="193906"/>
                  </a:lnTo>
                  <a:lnTo>
                    <a:pt x="53931" y="193660"/>
                  </a:lnTo>
                  <a:lnTo>
                    <a:pt x="46718" y="189480"/>
                  </a:lnTo>
                  <a:lnTo>
                    <a:pt x="47875" y="186342"/>
                  </a:lnTo>
                  <a:lnTo>
                    <a:pt x="55757" y="186673"/>
                  </a:lnTo>
                  <a:lnTo>
                    <a:pt x="60097" y="181041"/>
                  </a:lnTo>
                  <a:lnTo>
                    <a:pt x="53767" y="177806"/>
                  </a:lnTo>
                  <a:lnTo>
                    <a:pt x="54429" y="173371"/>
                  </a:lnTo>
                  <a:lnTo>
                    <a:pt x="60076" y="172500"/>
                  </a:lnTo>
                  <a:lnTo>
                    <a:pt x="62348" y="172149"/>
                  </a:lnTo>
                  <a:lnTo>
                    <a:pt x="63115" y="167741"/>
                  </a:lnTo>
                  <a:lnTo>
                    <a:pt x="59248" y="162865"/>
                  </a:lnTo>
                  <a:lnTo>
                    <a:pt x="60811" y="157296"/>
                  </a:lnTo>
                  <a:lnTo>
                    <a:pt x="58430" y="152970"/>
                  </a:lnTo>
                  <a:lnTo>
                    <a:pt x="70832" y="151265"/>
                  </a:lnTo>
                  <a:lnTo>
                    <a:pt x="78139" y="150038"/>
                  </a:lnTo>
                  <a:lnTo>
                    <a:pt x="91693" y="147744"/>
                  </a:lnTo>
                  <a:lnTo>
                    <a:pt x="116873" y="144890"/>
                  </a:lnTo>
                  <a:lnTo>
                    <a:pt x="130088" y="143157"/>
                  </a:lnTo>
                  <a:lnTo>
                    <a:pt x="130842" y="143057"/>
                  </a:lnTo>
                  <a:lnTo>
                    <a:pt x="131902" y="142918"/>
                  </a:lnTo>
                  <a:lnTo>
                    <a:pt x="162453" y="138824"/>
                  </a:lnTo>
                  <a:lnTo>
                    <a:pt x="162904" y="138762"/>
                  </a:lnTo>
                  <a:lnTo>
                    <a:pt x="165229" y="138464"/>
                  </a:lnTo>
                  <a:lnTo>
                    <a:pt x="202023" y="133649"/>
                  </a:lnTo>
                  <a:lnTo>
                    <a:pt x="209517" y="132389"/>
                  </a:lnTo>
                  <a:lnTo>
                    <a:pt x="209809" y="132340"/>
                  </a:lnTo>
                  <a:lnTo>
                    <a:pt x="210639" y="125562"/>
                  </a:lnTo>
                  <a:lnTo>
                    <a:pt x="207101" y="115926"/>
                  </a:lnTo>
                  <a:lnTo>
                    <a:pt x="204807" y="110117"/>
                  </a:lnTo>
                  <a:lnTo>
                    <a:pt x="210776" y="109400"/>
                  </a:lnTo>
                  <a:lnTo>
                    <a:pt x="227432" y="108698"/>
                  </a:lnTo>
                  <a:lnTo>
                    <a:pt x="227580" y="112602"/>
                  </a:lnTo>
                  <a:lnTo>
                    <a:pt x="243627" y="109778"/>
                  </a:lnTo>
                  <a:lnTo>
                    <a:pt x="248978" y="108830"/>
                  </a:lnTo>
                  <a:lnTo>
                    <a:pt x="278615" y="103928"/>
                  </a:lnTo>
                  <a:lnTo>
                    <a:pt x="279809" y="103729"/>
                  </a:lnTo>
                  <a:lnTo>
                    <a:pt x="302118" y="99965"/>
                  </a:lnTo>
                  <a:lnTo>
                    <a:pt x="307586" y="99033"/>
                  </a:lnTo>
                  <a:lnTo>
                    <a:pt x="332584" y="94725"/>
                  </a:lnTo>
                  <a:lnTo>
                    <a:pt x="337591" y="93789"/>
                  </a:lnTo>
                  <a:lnTo>
                    <a:pt x="353379" y="90816"/>
                  </a:lnTo>
                  <a:lnTo>
                    <a:pt x="358070" y="91525"/>
                  </a:lnTo>
                  <a:lnTo>
                    <a:pt x="359210" y="91697"/>
                  </a:lnTo>
                  <a:lnTo>
                    <a:pt x="363334" y="89158"/>
                  </a:lnTo>
                  <a:lnTo>
                    <a:pt x="373135" y="88100"/>
                  </a:lnTo>
                  <a:lnTo>
                    <a:pt x="394095" y="85800"/>
                  </a:lnTo>
                  <a:lnTo>
                    <a:pt x="406675" y="84394"/>
                  </a:lnTo>
                  <a:lnTo>
                    <a:pt x="417494" y="83243"/>
                  </a:lnTo>
                  <a:lnTo>
                    <a:pt x="427867" y="82126"/>
                  </a:lnTo>
                  <a:lnTo>
                    <a:pt x="436509" y="80897"/>
                  </a:lnTo>
                  <a:lnTo>
                    <a:pt x="442252" y="80075"/>
                  </a:lnTo>
                  <a:lnTo>
                    <a:pt x="466908" y="76490"/>
                  </a:lnTo>
                  <a:lnTo>
                    <a:pt x="472082" y="75191"/>
                  </a:lnTo>
                  <a:lnTo>
                    <a:pt x="486079" y="71657"/>
                  </a:lnTo>
                  <a:lnTo>
                    <a:pt x="486595" y="71526"/>
                  </a:lnTo>
                  <a:lnTo>
                    <a:pt x="488045" y="71306"/>
                  </a:lnTo>
                  <a:lnTo>
                    <a:pt x="506261" y="68518"/>
                  </a:lnTo>
                  <a:lnTo>
                    <a:pt x="518631" y="67302"/>
                  </a:lnTo>
                  <a:lnTo>
                    <a:pt x="521785" y="66989"/>
                  </a:lnTo>
                  <a:lnTo>
                    <a:pt x="537939" y="65223"/>
                  </a:lnTo>
                  <a:lnTo>
                    <a:pt x="538635" y="65116"/>
                  </a:lnTo>
                  <a:lnTo>
                    <a:pt x="566786" y="60725"/>
                  </a:lnTo>
                  <a:lnTo>
                    <a:pt x="590855" y="56680"/>
                  </a:lnTo>
                  <a:lnTo>
                    <a:pt x="594296" y="56096"/>
                  </a:lnTo>
                  <a:lnTo>
                    <a:pt x="618416" y="51782"/>
                  </a:lnTo>
                  <a:lnTo>
                    <a:pt x="624167" y="50910"/>
                  </a:lnTo>
                  <a:lnTo>
                    <a:pt x="627842" y="50350"/>
                  </a:lnTo>
                  <a:lnTo>
                    <a:pt x="648373" y="46818"/>
                  </a:lnTo>
                  <a:lnTo>
                    <a:pt x="649493" y="44222"/>
                  </a:lnTo>
                  <a:lnTo>
                    <a:pt x="669910" y="40322"/>
                  </a:lnTo>
                  <a:lnTo>
                    <a:pt x="689560" y="36519"/>
                  </a:lnTo>
                  <a:lnTo>
                    <a:pt x="718854" y="30887"/>
                  </a:lnTo>
                  <a:lnTo>
                    <a:pt x="734304" y="27872"/>
                  </a:lnTo>
                  <a:lnTo>
                    <a:pt x="756401" y="23049"/>
                  </a:lnTo>
                  <a:lnTo>
                    <a:pt x="768573" y="20366"/>
                  </a:lnTo>
                  <a:lnTo>
                    <a:pt x="787885" y="16319"/>
                  </a:lnTo>
                  <a:lnTo>
                    <a:pt x="792958" y="15248"/>
                  </a:lnTo>
                  <a:lnTo>
                    <a:pt x="799895" y="13778"/>
                  </a:lnTo>
                  <a:lnTo>
                    <a:pt x="802733" y="13167"/>
                  </a:lnTo>
                  <a:lnTo>
                    <a:pt x="823842" y="8587"/>
                  </a:lnTo>
                  <a:lnTo>
                    <a:pt x="824435" y="5575"/>
                  </a:lnTo>
                  <a:lnTo>
                    <a:pt x="834037" y="3646"/>
                  </a:lnTo>
                  <a:lnTo>
                    <a:pt x="852034" y="0"/>
                  </a:lnTo>
                  <a:lnTo>
                    <a:pt x="849588" y="3667"/>
                  </a:lnTo>
                  <a:lnTo>
                    <a:pt x="848660" y="10597"/>
                  </a:lnTo>
                  <a:lnTo>
                    <a:pt x="850880" y="19133"/>
                  </a:lnTo>
                  <a:lnTo>
                    <a:pt x="848371" y="26843"/>
                  </a:lnTo>
                  <a:lnTo>
                    <a:pt x="849864" y="29603"/>
                  </a:lnTo>
                  <a:lnTo>
                    <a:pt x="853106" y="35595"/>
                  </a:lnTo>
                  <a:lnTo>
                    <a:pt x="846737" y="36680"/>
                  </a:lnTo>
                  <a:lnTo>
                    <a:pt x="840151" y="37316"/>
                  </a:lnTo>
                  <a:lnTo>
                    <a:pt x="833789" y="44658"/>
                  </a:lnTo>
                  <a:lnTo>
                    <a:pt x="833124" y="46724"/>
                  </a:lnTo>
                  <a:lnTo>
                    <a:pt x="832096" y="49915"/>
                  </a:lnTo>
                  <a:lnTo>
                    <a:pt x="830432" y="55070"/>
                  </a:lnTo>
                  <a:lnTo>
                    <a:pt x="826132" y="69600"/>
                  </a:lnTo>
                  <a:lnTo>
                    <a:pt x="821329" y="73087"/>
                  </a:lnTo>
                  <a:lnTo>
                    <a:pt x="816738" y="74254"/>
                  </a:lnTo>
                  <a:lnTo>
                    <a:pt x="814575" y="70564"/>
                  </a:lnTo>
                  <a:lnTo>
                    <a:pt x="806939" y="69239"/>
                  </a:lnTo>
                  <a:lnTo>
                    <a:pt x="806163" y="70086"/>
                  </a:lnTo>
                  <a:lnTo>
                    <a:pt x="802241" y="74360"/>
                  </a:lnTo>
                  <a:lnTo>
                    <a:pt x="798883" y="74313"/>
                  </a:lnTo>
                  <a:lnTo>
                    <a:pt x="794384" y="77673"/>
                  </a:lnTo>
                  <a:lnTo>
                    <a:pt x="788862" y="83013"/>
                  </a:lnTo>
                  <a:lnTo>
                    <a:pt x="788363" y="84484"/>
                  </a:lnTo>
                  <a:lnTo>
                    <a:pt x="785181" y="93849"/>
                  </a:lnTo>
                  <a:lnTo>
                    <a:pt x="781395" y="97855"/>
                  </a:lnTo>
                  <a:lnTo>
                    <a:pt x="777045" y="102450"/>
                  </a:lnTo>
                  <a:lnTo>
                    <a:pt x="771205" y="101002"/>
                  </a:lnTo>
                  <a:lnTo>
                    <a:pt x="771514" y="94202"/>
                  </a:lnTo>
                  <a:lnTo>
                    <a:pt x="770220" y="93014"/>
                  </a:lnTo>
                  <a:lnTo>
                    <a:pt x="767338" y="90369"/>
                  </a:lnTo>
                  <a:lnTo>
                    <a:pt x="758645" y="97931"/>
                  </a:lnTo>
                  <a:lnTo>
                    <a:pt x="753778" y="102305"/>
                  </a:lnTo>
                  <a:lnTo>
                    <a:pt x="753923" y="107541"/>
                  </a:lnTo>
                  <a:lnTo>
                    <a:pt x="751699" y="111684"/>
                  </a:lnTo>
                  <a:lnTo>
                    <a:pt x="746641" y="109677"/>
                  </a:lnTo>
                  <a:lnTo>
                    <a:pt x="743627" y="112074"/>
                  </a:lnTo>
                  <a:lnTo>
                    <a:pt x="742088" y="113298"/>
                  </a:lnTo>
                  <a:lnTo>
                    <a:pt x="744422" y="119641"/>
                  </a:lnTo>
                  <a:lnTo>
                    <a:pt x="741722" y="126369"/>
                  </a:lnTo>
                  <a:lnTo>
                    <a:pt x="739515" y="130983"/>
                  </a:lnTo>
                  <a:lnTo>
                    <a:pt x="738625" y="132841"/>
                  </a:lnTo>
                  <a:lnTo>
                    <a:pt x="731408" y="133662"/>
                  </a:lnTo>
                  <a:lnTo>
                    <a:pt x="726753" y="136135"/>
                  </a:lnTo>
                  <a:lnTo>
                    <a:pt x="720531" y="139063"/>
                  </a:lnTo>
                  <a:lnTo>
                    <a:pt x="717685" y="144579"/>
                  </a:lnTo>
                  <a:lnTo>
                    <a:pt x="712112" y="146918"/>
                  </a:lnTo>
                  <a:lnTo>
                    <a:pt x="712057" y="147074"/>
                  </a:lnTo>
                  <a:lnTo>
                    <a:pt x="711462" y="148762"/>
                  </a:lnTo>
                  <a:lnTo>
                    <a:pt x="709216" y="155125"/>
                  </a:lnTo>
                  <a:lnTo>
                    <a:pt x="704068" y="155809"/>
                  </a:lnTo>
                  <a:lnTo>
                    <a:pt x="697647" y="163520"/>
                  </a:lnTo>
                  <a:lnTo>
                    <a:pt x="694701" y="165187"/>
                  </a:lnTo>
                  <a:lnTo>
                    <a:pt x="690941" y="171139"/>
                  </a:lnTo>
                  <a:lnTo>
                    <a:pt x="681751" y="172449"/>
                  </a:lnTo>
                  <a:lnTo>
                    <a:pt x="675076" y="173595"/>
                  </a:lnTo>
                  <a:lnTo>
                    <a:pt x="674095" y="173855"/>
                  </a:lnTo>
                  <a:lnTo>
                    <a:pt x="663151" y="176748"/>
                  </a:lnTo>
                  <a:lnTo>
                    <a:pt x="656288" y="183666"/>
                  </a:lnTo>
                  <a:lnTo>
                    <a:pt x="650338" y="190760"/>
                  </a:lnTo>
                  <a:lnTo>
                    <a:pt x="646924" y="193190"/>
                  </a:lnTo>
                  <a:lnTo>
                    <a:pt x="646391" y="193569"/>
                  </a:lnTo>
                  <a:lnTo>
                    <a:pt x="645054" y="194519"/>
                  </a:lnTo>
                  <a:lnTo>
                    <a:pt x="641086" y="201156"/>
                  </a:lnTo>
                  <a:lnTo>
                    <a:pt x="643317" y="205374"/>
                  </a:lnTo>
                  <a:lnTo>
                    <a:pt x="640712" y="208904"/>
                  </a:lnTo>
                  <a:lnTo>
                    <a:pt x="643349" y="215231"/>
                  </a:lnTo>
                  <a:lnTo>
                    <a:pt x="642857" y="215801"/>
                  </a:lnTo>
                  <a:lnTo>
                    <a:pt x="636837" y="222772"/>
                  </a:lnTo>
                  <a:lnTo>
                    <a:pt x="628696" y="225200"/>
                  </a:lnTo>
                  <a:lnTo>
                    <a:pt x="623459" y="222508"/>
                  </a:lnTo>
                  <a:lnTo>
                    <a:pt x="618284" y="229010"/>
                  </a:lnTo>
                  <a:lnTo>
                    <a:pt x="618385" y="231694"/>
                  </a:lnTo>
                  <a:lnTo>
                    <a:pt x="619416" y="259722"/>
                  </a:lnTo>
                  <a:lnTo>
                    <a:pt x="600196" y="263374"/>
                  </a:lnTo>
                  <a:lnTo>
                    <a:pt x="588635" y="265481"/>
                  </a:lnTo>
                  <a:lnTo>
                    <a:pt x="577750" y="267527"/>
                  </a:lnTo>
                  <a:lnTo>
                    <a:pt x="572775" y="268449"/>
                  </a:lnTo>
                  <a:lnTo>
                    <a:pt x="569214" y="269108"/>
                  </a:lnTo>
                  <a:lnTo>
                    <a:pt x="563988" y="270072"/>
                  </a:lnTo>
                  <a:lnTo>
                    <a:pt x="552102" y="272299"/>
                  </a:lnTo>
                  <a:lnTo>
                    <a:pt x="551806" y="272355"/>
                  </a:lnTo>
                  <a:lnTo>
                    <a:pt x="545091" y="273606"/>
                  </a:lnTo>
                  <a:lnTo>
                    <a:pt x="522496" y="277867"/>
                  </a:lnTo>
                  <a:lnTo>
                    <a:pt x="521211" y="278108"/>
                  </a:lnTo>
                  <a:lnTo>
                    <a:pt x="512349" y="279876"/>
                  </a:lnTo>
                  <a:lnTo>
                    <a:pt x="510189" y="280306"/>
                  </a:lnTo>
                  <a:lnTo>
                    <a:pt x="500970" y="281829"/>
                  </a:lnTo>
                  <a:lnTo>
                    <a:pt x="487470" y="284041"/>
                  </a:lnTo>
                  <a:lnTo>
                    <a:pt x="459811" y="288456"/>
                  </a:lnTo>
                  <a:lnTo>
                    <a:pt x="414522" y="295489"/>
                  </a:lnTo>
                  <a:lnTo>
                    <a:pt x="413749" y="295618"/>
                  </a:lnTo>
                  <a:lnTo>
                    <a:pt x="398370" y="298174"/>
                  </a:lnTo>
                  <a:lnTo>
                    <a:pt x="365721" y="303241"/>
                  </a:lnTo>
                  <a:lnTo>
                    <a:pt x="360265" y="303989"/>
                  </a:lnTo>
                  <a:lnTo>
                    <a:pt x="321440" y="309209"/>
                  </a:lnTo>
                  <a:lnTo>
                    <a:pt x="320825" y="309290"/>
                  </a:lnTo>
                  <a:lnTo>
                    <a:pt x="320061" y="309396"/>
                  </a:lnTo>
                  <a:lnTo>
                    <a:pt x="299244" y="312259"/>
                  </a:lnTo>
                  <a:lnTo>
                    <a:pt x="280458" y="314799"/>
                  </a:lnTo>
                  <a:lnTo>
                    <a:pt x="278496" y="315062"/>
                  </a:lnTo>
                  <a:lnTo>
                    <a:pt x="254975" y="318259"/>
                  </a:lnTo>
                  <a:lnTo>
                    <a:pt x="241192" y="320214"/>
                  </a:lnTo>
                  <a:lnTo>
                    <a:pt x="239626" y="320435"/>
                  </a:lnTo>
                  <a:lnTo>
                    <a:pt x="218566" y="323157"/>
                  </a:lnTo>
                  <a:lnTo>
                    <a:pt x="219065" y="324681"/>
                  </a:lnTo>
                  <a:lnTo>
                    <a:pt x="213051" y="325547"/>
                  </a:lnTo>
                  <a:lnTo>
                    <a:pt x="202118" y="327035"/>
                  </a:lnTo>
                  <a:lnTo>
                    <a:pt x="200358" y="327274"/>
                  </a:lnTo>
                  <a:lnTo>
                    <a:pt x="191086" y="328523"/>
                  </a:lnTo>
                  <a:lnTo>
                    <a:pt x="158240" y="333076"/>
                  </a:lnTo>
                  <a:lnTo>
                    <a:pt x="154459" y="333586"/>
                  </a:lnTo>
                  <a:lnTo>
                    <a:pt x="134318" y="336276"/>
                  </a:lnTo>
                  <a:lnTo>
                    <a:pt x="133341" y="336406"/>
                  </a:lnTo>
                  <a:lnTo>
                    <a:pt x="115515" y="338782"/>
                  </a:lnTo>
                  <a:lnTo>
                    <a:pt x="99485" y="340888"/>
                  </a:lnTo>
                  <a:lnTo>
                    <a:pt x="90941" y="341998"/>
                  </a:lnTo>
                  <a:lnTo>
                    <a:pt x="69207" y="344663"/>
                  </a:lnTo>
                  <a:lnTo>
                    <a:pt x="62703" y="345450"/>
                  </a:lnTo>
                  <a:lnTo>
                    <a:pt x="60861" y="345672"/>
                  </a:lnTo>
                  <a:lnTo>
                    <a:pt x="53492" y="346556"/>
                  </a:lnTo>
                  <a:lnTo>
                    <a:pt x="0" y="35270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56190" y="4194955"/>
              <a:ext cx="1055112" cy="993071"/>
            </a:xfrm>
            <a:custGeom>
              <a:avLst/>
              <a:pathLst>
                <a:path w="1055112" h="993071">
                  <a:moveTo>
                    <a:pt x="1261" y="411912"/>
                  </a:moveTo>
                  <a:lnTo>
                    <a:pt x="1089" y="406547"/>
                  </a:lnTo>
                  <a:lnTo>
                    <a:pt x="2201" y="403899"/>
                  </a:lnTo>
                  <a:lnTo>
                    <a:pt x="10538" y="404508"/>
                  </a:lnTo>
                  <a:lnTo>
                    <a:pt x="21454" y="405290"/>
                  </a:lnTo>
                  <a:lnTo>
                    <a:pt x="35536" y="406273"/>
                  </a:lnTo>
                  <a:lnTo>
                    <a:pt x="51714" y="407407"/>
                  </a:lnTo>
                  <a:lnTo>
                    <a:pt x="71465" y="408739"/>
                  </a:lnTo>
                  <a:lnTo>
                    <a:pt x="119087" y="411928"/>
                  </a:lnTo>
                  <a:lnTo>
                    <a:pt x="137908" y="413035"/>
                  </a:lnTo>
                  <a:lnTo>
                    <a:pt x="143550" y="413357"/>
                  </a:lnTo>
                  <a:lnTo>
                    <a:pt x="159865" y="414262"/>
                  </a:lnTo>
                  <a:lnTo>
                    <a:pt x="209334" y="416801"/>
                  </a:lnTo>
                  <a:lnTo>
                    <a:pt x="212876" y="416964"/>
                  </a:lnTo>
                  <a:lnTo>
                    <a:pt x="233449" y="417875"/>
                  </a:lnTo>
                  <a:lnTo>
                    <a:pt x="265145" y="419157"/>
                  </a:lnTo>
                  <a:lnTo>
                    <a:pt x="286106" y="419924"/>
                  </a:lnTo>
                  <a:lnTo>
                    <a:pt x="286359" y="411863"/>
                  </a:lnTo>
                  <a:lnTo>
                    <a:pt x="286528" y="406464"/>
                  </a:lnTo>
                  <a:lnTo>
                    <a:pt x="287614" y="371316"/>
                  </a:lnTo>
                  <a:lnTo>
                    <a:pt x="287802" y="365184"/>
                  </a:lnTo>
                  <a:lnTo>
                    <a:pt x="288207" y="352231"/>
                  </a:lnTo>
                  <a:lnTo>
                    <a:pt x="288565" y="340820"/>
                  </a:lnTo>
                  <a:lnTo>
                    <a:pt x="289002" y="330592"/>
                  </a:lnTo>
                  <a:lnTo>
                    <a:pt x="290041" y="306347"/>
                  </a:lnTo>
                  <a:lnTo>
                    <a:pt x="290829" y="290578"/>
                  </a:lnTo>
                  <a:lnTo>
                    <a:pt x="291678" y="273595"/>
                  </a:lnTo>
                  <a:lnTo>
                    <a:pt x="292850" y="249905"/>
                  </a:lnTo>
                  <a:lnTo>
                    <a:pt x="293912" y="226148"/>
                  </a:lnTo>
                  <a:lnTo>
                    <a:pt x="294559" y="205309"/>
                  </a:lnTo>
                  <a:lnTo>
                    <a:pt x="294588" y="204366"/>
                  </a:lnTo>
                  <a:lnTo>
                    <a:pt x="294782" y="198130"/>
                  </a:lnTo>
                  <a:lnTo>
                    <a:pt x="295576" y="175705"/>
                  </a:lnTo>
                  <a:lnTo>
                    <a:pt x="295986" y="163794"/>
                  </a:lnTo>
                  <a:lnTo>
                    <a:pt x="296617" y="144484"/>
                  </a:lnTo>
                  <a:lnTo>
                    <a:pt x="297200" y="126684"/>
                  </a:lnTo>
                  <a:lnTo>
                    <a:pt x="297325" y="123095"/>
                  </a:lnTo>
                  <a:lnTo>
                    <a:pt x="298753" y="82056"/>
                  </a:lnTo>
                  <a:lnTo>
                    <a:pt x="299128" y="71129"/>
                  </a:lnTo>
                  <a:lnTo>
                    <a:pt x="300144" y="41619"/>
                  </a:lnTo>
                  <a:lnTo>
                    <a:pt x="301444" y="0"/>
                  </a:lnTo>
                  <a:lnTo>
                    <a:pt x="304427" y="111"/>
                  </a:lnTo>
                  <a:lnTo>
                    <a:pt x="367886" y="2066"/>
                  </a:lnTo>
                  <a:lnTo>
                    <a:pt x="377718" y="2335"/>
                  </a:lnTo>
                  <a:lnTo>
                    <a:pt x="393267" y="2730"/>
                  </a:lnTo>
                  <a:lnTo>
                    <a:pt x="408582" y="3056"/>
                  </a:lnTo>
                  <a:lnTo>
                    <a:pt x="449302" y="3738"/>
                  </a:lnTo>
                  <a:lnTo>
                    <a:pt x="459205" y="3831"/>
                  </a:lnTo>
                  <a:lnTo>
                    <a:pt x="464495" y="3875"/>
                  </a:lnTo>
                  <a:lnTo>
                    <a:pt x="486534" y="4088"/>
                  </a:lnTo>
                  <a:lnTo>
                    <a:pt x="490046" y="4109"/>
                  </a:lnTo>
                  <a:lnTo>
                    <a:pt x="507820" y="4182"/>
                  </a:lnTo>
                  <a:lnTo>
                    <a:pt x="531047" y="4224"/>
                  </a:lnTo>
                  <a:lnTo>
                    <a:pt x="531301" y="4224"/>
                  </a:lnTo>
                  <a:lnTo>
                    <a:pt x="531301" y="45746"/>
                  </a:lnTo>
                  <a:lnTo>
                    <a:pt x="531301" y="62056"/>
                  </a:lnTo>
                  <a:lnTo>
                    <a:pt x="531301" y="86558"/>
                  </a:lnTo>
                  <a:lnTo>
                    <a:pt x="531302" y="104947"/>
                  </a:lnTo>
                  <a:lnTo>
                    <a:pt x="531302" y="127343"/>
                  </a:lnTo>
                  <a:lnTo>
                    <a:pt x="531302" y="141618"/>
                  </a:lnTo>
                  <a:lnTo>
                    <a:pt x="531302" y="168109"/>
                  </a:lnTo>
                  <a:lnTo>
                    <a:pt x="531302" y="185468"/>
                  </a:lnTo>
                  <a:lnTo>
                    <a:pt x="531515" y="185409"/>
                  </a:lnTo>
                  <a:lnTo>
                    <a:pt x="536811" y="183952"/>
                  </a:lnTo>
                  <a:lnTo>
                    <a:pt x="543588" y="190460"/>
                  </a:lnTo>
                  <a:lnTo>
                    <a:pt x="545445" y="192240"/>
                  </a:lnTo>
                  <a:lnTo>
                    <a:pt x="549595" y="197139"/>
                  </a:lnTo>
                  <a:lnTo>
                    <a:pt x="554925" y="202187"/>
                  </a:lnTo>
                  <a:lnTo>
                    <a:pt x="562424" y="202748"/>
                  </a:lnTo>
                  <a:lnTo>
                    <a:pt x="563619" y="199662"/>
                  </a:lnTo>
                  <a:lnTo>
                    <a:pt x="572130" y="200624"/>
                  </a:lnTo>
                  <a:lnTo>
                    <a:pt x="572445" y="200659"/>
                  </a:lnTo>
                  <a:lnTo>
                    <a:pt x="576381" y="202129"/>
                  </a:lnTo>
                  <a:lnTo>
                    <a:pt x="578325" y="196359"/>
                  </a:lnTo>
                  <a:lnTo>
                    <a:pt x="581788" y="196802"/>
                  </a:lnTo>
                  <a:lnTo>
                    <a:pt x="587655" y="201469"/>
                  </a:lnTo>
                  <a:lnTo>
                    <a:pt x="591878" y="207149"/>
                  </a:lnTo>
                  <a:lnTo>
                    <a:pt x="592665" y="208207"/>
                  </a:lnTo>
                  <a:lnTo>
                    <a:pt x="594464" y="217496"/>
                  </a:lnTo>
                  <a:lnTo>
                    <a:pt x="598982" y="217914"/>
                  </a:lnTo>
                  <a:lnTo>
                    <a:pt x="604657" y="218610"/>
                  </a:lnTo>
                  <a:lnTo>
                    <a:pt x="609003" y="217858"/>
                  </a:lnTo>
                  <a:lnTo>
                    <a:pt x="612948" y="218194"/>
                  </a:lnTo>
                  <a:lnTo>
                    <a:pt x="613892" y="218274"/>
                  </a:lnTo>
                  <a:lnTo>
                    <a:pt x="619236" y="222243"/>
                  </a:lnTo>
                  <a:lnTo>
                    <a:pt x="624341" y="222598"/>
                  </a:lnTo>
                  <a:lnTo>
                    <a:pt x="629795" y="224845"/>
                  </a:lnTo>
                  <a:lnTo>
                    <a:pt x="633469" y="224588"/>
                  </a:lnTo>
                  <a:lnTo>
                    <a:pt x="636701" y="221616"/>
                  </a:lnTo>
                  <a:lnTo>
                    <a:pt x="639664" y="222340"/>
                  </a:lnTo>
                  <a:lnTo>
                    <a:pt x="642251" y="222971"/>
                  </a:lnTo>
                  <a:lnTo>
                    <a:pt x="646144" y="227947"/>
                  </a:lnTo>
                  <a:lnTo>
                    <a:pt x="650335" y="230739"/>
                  </a:lnTo>
                  <a:lnTo>
                    <a:pt x="654328" y="229015"/>
                  </a:lnTo>
                  <a:lnTo>
                    <a:pt x="655034" y="228710"/>
                  </a:lnTo>
                  <a:lnTo>
                    <a:pt x="656212" y="224637"/>
                  </a:lnTo>
                  <a:lnTo>
                    <a:pt x="658849" y="221911"/>
                  </a:lnTo>
                  <a:lnTo>
                    <a:pt x="662395" y="222840"/>
                  </a:lnTo>
                  <a:lnTo>
                    <a:pt x="669714" y="224482"/>
                  </a:lnTo>
                  <a:lnTo>
                    <a:pt x="674116" y="225610"/>
                  </a:lnTo>
                  <a:lnTo>
                    <a:pt x="676455" y="223034"/>
                  </a:lnTo>
                  <a:lnTo>
                    <a:pt x="677608" y="221764"/>
                  </a:lnTo>
                  <a:lnTo>
                    <a:pt x="679576" y="226413"/>
                  </a:lnTo>
                  <a:lnTo>
                    <a:pt x="679699" y="231607"/>
                  </a:lnTo>
                  <a:lnTo>
                    <a:pt x="681055" y="235894"/>
                  </a:lnTo>
                  <a:lnTo>
                    <a:pt x="687093" y="236357"/>
                  </a:lnTo>
                  <a:lnTo>
                    <a:pt x="691639" y="236708"/>
                  </a:lnTo>
                  <a:lnTo>
                    <a:pt x="691295" y="242943"/>
                  </a:lnTo>
                  <a:lnTo>
                    <a:pt x="691502" y="246033"/>
                  </a:lnTo>
                  <a:lnTo>
                    <a:pt x="691582" y="247227"/>
                  </a:lnTo>
                  <a:lnTo>
                    <a:pt x="698325" y="249772"/>
                  </a:lnTo>
                  <a:lnTo>
                    <a:pt x="703131" y="246774"/>
                  </a:lnTo>
                  <a:lnTo>
                    <a:pt x="706444" y="242483"/>
                  </a:lnTo>
                  <a:lnTo>
                    <a:pt x="713174" y="236124"/>
                  </a:lnTo>
                  <a:lnTo>
                    <a:pt x="718123" y="238161"/>
                  </a:lnTo>
                  <a:lnTo>
                    <a:pt x="719242" y="242424"/>
                  </a:lnTo>
                  <a:lnTo>
                    <a:pt x="722025" y="244497"/>
                  </a:lnTo>
                  <a:lnTo>
                    <a:pt x="722262" y="244674"/>
                  </a:lnTo>
                  <a:lnTo>
                    <a:pt x="727823" y="242654"/>
                  </a:lnTo>
                  <a:lnTo>
                    <a:pt x="728015" y="242938"/>
                  </a:lnTo>
                  <a:lnTo>
                    <a:pt x="730676" y="246871"/>
                  </a:lnTo>
                  <a:lnTo>
                    <a:pt x="731364" y="251254"/>
                  </a:lnTo>
                  <a:lnTo>
                    <a:pt x="736949" y="251488"/>
                  </a:lnTo>
                  <a:lnTo>
                    <a:pt x="741108" y="247093"/>
                  </a:lnTo>
                  <a:lnTo>
                    <a:pt x="746648" y="243626"/>
                  </a:lnTo>
                  <a:lnTo>
                    <a:pt x="749739" y="242224"/>
                  </a:lnTo>
                  <a:lnTo>
                    <a:pt x="753013" y="248371"/>
                  </a:lnTo>
                  <a:lnTo>
                    <a:pt x="750064" y="251970"/>
                  </a:lnTo>
                  <a:lnTo>
                    <a:pt x="754711" y="260021"/>
                  </a:lnTo>
                  <a:lnTo>
                    <a:pt x="759242" y="258640"/>
                  </a:lnTo>
                  <a:lnTo>
                    <a:pt x="759383" y="254994"/>
                  </a:lnTo>
                  <a:lnTo>
                    <a:pt x="759997" y="251362"/>
                  </a:lnTo>
                  <a:lnTo>
                    <a:pt x="761652" y="247290"/>
                  </a:lnTo>
                  <a:lnTo>
                    <a:pt x="767056" y="244226"/>
                  </a:lnTo>
                  <a:lnTo>
                    <a:pt x="766713" y="241254"/>
                  </a:lnTo>
                  <a:lnTo>
                    <a:pt x="769481" y="238716"/>
                  </a:lnTo>
                  <a:lnTo>
                    <a:pt x="770080" y="238654"/>
                  </a:lnTo>
                  <a:lnTo>
                    <a:pt x="770881" y="238571"/>
                  </a:lnTo>
                  <a:lnTo>
                    <a:pt x="773148" y="238337"/>
                  </a:lnTo>
                  <a:lnTo>
                    <a:pt x="773912" y="242444"/>
                  </a:lnTo>
                  <a:lnTo>
                    <a:pt x="777726" y="247512"/>
                  </a:lnTo>
                  <a:lnTo>
                    <a:pt x="782061" y="245325"/>
                  </a:lnTo>
                  <a:lnTo>
                    <a:pt x="783515" y="247784"/>
                  </a:lnTo>
                  <a:lnTo>
                    <a:pt x="788580" y="248557"/>
                  </a:lnTo>
                  <a:lnTo>
                    <a:pt x="790804" y="244265"/>
                  </a:lnTo>
                  <a:lnTo>
                    <a:pt x="792408" y="240463"/>
                  </a:lnTo>
                  <a:lnTo>
                    <a:pt x="797616" y="243400"/>
                  </a:lnTo>
                  <a:lnTo>
                    <a:pt x="797980" y="243606"/>
                  </a:lnTo>
                  <a:lnTo>
                    <a:pt x="797927" y="248256"/>
                  </a:lnTo>
                  <a:lnTo>
                    <a:pt x="799530" y="249296"/>
                  </a:lnTo>
                  <a:lnTo>
                    <a:pt x="803371" y="249232"/>
                  </a:lnTo>
                  <a:lnTo>
                    <a:pt x="805212" y="253329"/>
                  </a:lnTo>
                  <a:lnTo>
                    <a:pt x="810340" y="252500"/>
                  </a:lnTo>
                  <a:lnTo>
                    <a:pt x="813037" y="255542"/>
                  </a:lnTo>
                  <a:lnTo>
                    <a:pt x="815012" y="258332"/>
                  </a:lnTo>
                  <a:lnTo>
                    <a:pt x="816382" y="260265"/>
                  </a:lnTo>
                  <a:lnTo>
                    <a:pt x="820600" y="256272"/>
                  </a:lnTo>
                  <a:lnTo>
                    <a:pt x="822831" y="252930"/>
                  </a:lnTo>
                  <a:lnTo>
                    <a:pt x="826686" y="254789"/>
                  </a:lnTo>
                  <a:lnTo>
                    <a:pt x="830871" y="249693"/>
                  </a:lnTo>
                  <a:lnTo>
                    <a:pt x="832426" y="246689"/>
                  </a:lnTo>
                  <a:lnTo>
                    <a:pt x="839245" y="245482"/>
                  </a:lnTo>
                  <a:lnTo>
                    <a:pt x="849162" y="241878"/>
                  </a:lnTo>
                  <a:lnTo>
                    <a:pt x="852944" y="242747"/>
                  </a:lnTo>
                  <a:lnTo>
                    <a:pt x="856287" y="242905"/>
                  </a:lnTo>
                  <a:lnTo>
                    <a:pt x="858193" y="242995"/>
                  </a:lnTo>
                  <a:lnTo>
                    <a:pt x="860553" y="241572"/>
                  </a:lnTo>
                  <a:lnTo>
                    <a:pt x="864527" y="239175"/>
                  </a:lnTo>
                  <a:lnTo>
                    <a:pt x="869758" y="237987"/>
                  </a:lnTo>
                  <a:lnTo>
                    <a:pt x="874844" y="235730"/>
                  </a:lnTo>
                  <a:lnTo>
                    <a:pt x="878493" y="235557"/>
                  </a:lnTo>
                  <a:lnTo>
                    <a:pt x="881141" y="239301"/>
                  </a:lnTo>
                  <a:lnTo>
                    <a:pt x="887302" y="240530"/>
                  </a:lnTo>
                  <a:lnTo>
                    <a:pt x="894729" y="240227"/>
                  </a:lnTo>
                  <a:lnTo>
                    <a:pt x="897972" y="239483"/>
                  </a:lnTo>
                  <a:lnTo>
                    <a:pt x="900063" y="239002"/>
                  </a:lnTo>
                  <a:lnTo>
                    <a:pt x="902149" y="234027"/>
                  </a:lnTo>
                  <a:lnTo>
                    <a:pt x="904122" y="230900"/>
                  </a:lnTo>
                  <a:lnTo>
                    <a:pt x="909731" y="232778"/>
                  </a:lnTo>
                  <a:lnTo>
                    <a:pt x="910244" y="232950"/>
                  </a:lnTo>
                  <a:lnTo>
                    <a:pt x="914645" y="235645"/>
                  </a:lnTo>
                  <a:lnTo>
                    <a:pt x="918630" y="239366"/>
                  </a:lnTo>
                  <a:lnTo>
                    <a:pt x="923749" y="240028"/>
                  </a:lnTo>
                  <a:lnTo>
                    <a:pt x="927244" y="243729"/>
                  </a:lnTo>
                  <a:lnTo>
                    <a:pt x="930328" y="246745"/>
                  </a:lnTo>
                  <a:lnTo>
                    <a:pt x="935254" y="249896"/>
                  </a:lnTo>
                  <a:lnTo>
                    <a:pt x="941111" y="248734"/>
                  </a:lnTo>
                  <a:lnTo>
                    <a:pt x="943926" y="251104"/>
                  </a:lnTo>
                  <a:lnTo>
                    <a:pt x="945331" y="252287"/>
                  </a:lnTo>
                  <a:lnTo>
                    <a:pt x="952101" y="255030"/>
                  </a:lnTo>
                  <a:lnTo>
                    <a:pt x="956635" y="255071"/>
                  </a:lnTo>
                  <a:lnTo>
                    <a:pt x="960330" y="259330"/>
                  </a:lnTo>
                  <a:lnTo>
                    <a:pt x="963614" y="257618"/>
                  </a:lnTo>
                  <a:lnTo>
                    <a:pt x="969174" y="262931"/>
                  </a:lnTo>
                  <a:lnTo>
                    <a:pt x="971666" y="263862"/>
                  </a:lnTo>
                  <a:lnTo>
                    <a:pt x="974371" y="264531"/>
                  </a:lnTo>
                  <a:lnTo>
                    <a:pt x="975545" y="263458"/>
                  </a:lnTo>
                  <a:lnTo>
                    <a:pt x="978275" y="263519"/>
                  </a:lnTo>
                  <a:lnTo>
                    <a:pt x="983287" y="262036"/>
                  </a:lnTo>
                  <a:lnTo>
                    <a:pt x="985300" y="262470"/>
                  </a:lnTo>
                  <a:lnTo>
                    <a:pt x="987543" y="260297"/>
                  </a:lnTo>
                  <a:lnTo>
                    <a:pt x="990786" y="261430"/>
                  </a:lnTo>
                  <a:lnTo>
                    <a:pt x="996326" y="261560"/>
                  </a:lnTo>
                  <a:lnTo>
                    <a:pt x="998737" y="263340"/>
                  </a:lnTo>
                  <a:lnTo>
                    <a:pt x="999444" y="274110"/>
                  </a:lnTo>
                  <a:lnTo>
                    <a:pt x="1000049" y="283924"/>
                  </a:lnTo>
                  <a:lnTo>
                    <a:pt x="1000402" y="289444"/>
                  </a:lnTo>
                  <a:lnTo>
                    <a:pt x="1001063" y="299780"/>
                  </a:lnTo>
                  <a:lnTo>
                    <a:pt x="1001859" y="312922"/>
                  </a:lnTo>
                  <a:lnTo>
                    <a:pt x="1002653" y="325788"/>
                  </a:lnTo>
                  <a:lnTo>
                    <a:pt x="1003132" y="333576"/>
                  </a:lnTo>
                  <a:lnTo>
                    <a:pt x="1003730" y="343302"/>
                  </a:lnTo>
                  <a:lnTo>
                    <a:pt x="1004466" y="355293"/>
                  </a:lnTo>
                  <a:lnTo>
                    <a:pt x="1005473" y="371303"/>
                  </a:lnTo>
                  <a:lnTo>
                    <a:pt x="1005641" y="373977"/>
                  </a:lnTo>
                  <a:lnTo>
                    <a:pt x="1006600" y="389568"/>
                  </a:lnTo>
                  <a:lnTo>
                    <a:pt x="1006932" y="394977"/>
                  </a:lnTo>
                  <a:lnTo>
                    <a:pt x="1007826" y="408519"/>
                  </a:lnTo>
                  <a:lnTo>
                    <a:pt x="1008889" y="409633"/>
                  </a:lnTo>
                  <a:lnTo>
                    <a:pt x="1013342" y="414300"/>
                  </a:lnTo>
                  <a:lnTo>
                    <a:pt x="1018959" y="417013"/>
                  </a:lnTo>
                  <a:lnTo>
                    <a:pt x="1021744" y="421381"/>
                  </a:lnTo>
                  <a:lnTo>
                    <a:pt x="1023958" y="424850"/>
                  </a:lnTo>
                  <a:lnTo>
                    <a:pt x="1028571" y="434310"/>
                  </a:lnTo>
                  <a:lnTo>
                    <a:pt x="1027954" y="441660"/>
                  </a:lnTo>
                  <a:lnTo>
                    <a:pt x="1026716" y="445141"/>
                  </a:lnTo>
                  <a:lnTo>
                    <a:pt x="1030849" y="450343"/>
                  </a:lnTo>
                  <a:lnTo>
                    <a:pt x="1035942" y="452146"/>
                  </a:lnTo>
                  <a:lnTo>
                    <a:pt x="1034261" y="455576"/>
                  </a:lnTo>
                  <a:lnTo>
                    <a:pt x="1038665" y="459018"/>
                  </a:lnTo>
                  <a:lnTo>
                    <a:pt x="1041350" y="463801"/>
                  </a:lnTo>
                  <a:lnTo>
                    <a:pt x="1041205" y="470731"/>
                  </a:lnTo>
                  <a:lnTo>
                    <a:pt x="1046402" y="474239"/>
                  </a:lnTo>
                  <a:lnTo>
                    <a:pt x="1047789" y="481314"/>
                  </a:lnTo>
                  <a:lnTo>
                    <a:pt x="1047937" y="481295"/>
                  </a:lnTo>
                  <a:lnTo>
                    <a:pt x="1051798" y="480802"/>
                  </a:lnTo>
                  <a:lnTo>
                    <a:pt x="1053195" y="480623"/>
                  </a:lnTo>
                  <a:lnTo>
                    <a:pt x="1053121" y="485930"/>
                  </a:lnTo>
                  <a:lnTo>
                    <a:pt x="1054320" y="493050"/>
                  </a:lnTo>
                  <a:lnTo>
                    <a:pt x="1053911" y="497115"/>
                  </a:lnTo>
                  <a:lnTo>
                    <a:pt x="1053328" y="501023"/>
                  </a:lnTo>
                  <a:lnTo>
                    <a:pt x="1055112" y="504867"/>
                  </a:lnTo>
                  <a:lnTo>
                    <a:pt x="1053486" y="509384"/>
                  </a:lnTo>
                  <a:lnTo>
                    <a:pt x="1053208" y="510157"/>
                  </a:lnTo>
                  <a:lnTo>
                    <a:pt x="1052743" y="516397"/>
                  </a:lnTo>
                  <a:lnTo>
                    <a:pt x="1049212" y="522682"/>
                  </a:lnTo>
                  <a:lnTo>
                    <a:pt x="1048570" y="528195"/>
                  </a:lnTo>
                  <a:lnTo>
                    <a:pt x="1044418" y="533611"/>
                  </a:lnTo>
                  <a:lnTo>
                    <a:pt x="1044674" y="536637"/>
                  </a:lnTo>
                  <a:lnTo>
                    <a:pt x="1041313" y="541339"/>
                  </a:lnTo>
                  <a:lnTo>
                    <a:pt x="1043086" y="544798"/>
                  </a:lnTo>
                  <a:lnTo>
                    <a:pt x="1044137" y="551857"/>
                  </a:lnTo>
                  <a:lnTo>
                    <a:pt x="1041411" y="554612"/>
                  </a:lnTo>
                  <a:lnTo>
                    <a:pt x="1040861" y="555168"/>
                  </a:lnTo>
                  <a:lnTo>
                    <a:pt x="1040030" y="561489"/>
                  </a:lnTo>
                  <a:lnTo>
                    <a:pt x="1044669" y="566230"/>
                  </a:lnTo>
                  <a:lnTo>
                    <a:pt x="1044537" y="569183"/>
                  </a:lnTo>
                  <a:lnTo>
                    <a:pt x="1044459" y="570934"/>
                  </a:lnTo>
                  <a:lnTo>
                    <a:pt x="1045538" y="575644"/>
                  </a:lnTo>
                  <a:lnTo>
                    <a:pt x="1046002" y="581322"/>
                  </a:lnTo>
                  <a:lnTo>
                    <a:pt x="1046218" y="586757"/>
                  </a:lnTo>
                  <a:lnTo>
                    <a:pt x="1046047" y="586954"/>
                  </a:lnTo>
                  <a:lnTo>
                    <a:pt x="1043376" y="590016"/>
                  </a:lnTo>
                  <a:lnTo>
                    <a:pt x="1038309" y="596632"/>
                  </a:lnTo>
                  <a:lnTo>
                    <a:pt x="1036807" y="602353"/>
                  </a:lnTo>
                  <a:lnTo>
                    <a:pt x="1035139" y="604548"/>
                  </a:lnTo>
                  <a:lnTo>
                    <a:pt x="1033607" y="606563"/>
                  </a:lnTo>
                  <a:lnTo>
                    <a:pt x="1029235" y="611412"/>
                  </a:lnTo>
                  <a:lnTo>
                    <a:pt x="1032608" y="615024"/>
                  </a:lnTo>
                  <a:lnTo>
                    <a:pt x="1035081" y="618356"/>
                  </a:lnTo>
                  <a:lnTo>
                    <a:pt x="1037336" y="621314"/>
                  </a:lnTo>
                  <a:lnTo>
                    <a:pt x="1035490" y="622528"/>
                  </a:lnTo>
                  <a:lnTo>
                    <a:pt x="1027229" y="622809"/>
                  </a:lnTo>
                  <a:lnTo>
                    <a:pt x="1019531" y="624372"/>
                  </a:lnTo>
                  <a:lnTo>
                    <a:pt x="1011104" y="628167"/>
                  </a:lnTo>
                  <a:lnTo>
                    <a:pt x="995691" y="636129"/>
                  </a:lnTo>
                  <a:lnTo>
                    <a:pt x="994353" y="636818"/>
                  </a:lnTo>
                  <a:lnTo>
                    <a:pt x="983931" y="642171"/>
                  </a:lnTo>
                  <a:lnTo>
                    <a:pt x="976387" y="646135"/>
                  </a:lnTo>
                  <a:lnTo>
                    <a:pt x="970357" y="649965"/>
                  </a:lnTo>
                  <a:lnTo>
                    <a:pt x="965663" y="655992"/>
                  </a:lnTo>
                  <a:lnTo>
                    <a:pt x="966545" y="659449"/>
                  </a:lnTo>
                  <a:lnTo>
                    <a:pt x="960108" y="664698"/>
                  </a:lnTo>
                  <a:lnTo>
                    <a:pt x="942363" y="677948"/>
                  </a:lnTo>
                  <a:lnTo>
                    <a:pt x="935352" y="685094"/>
                  </a:lnTo>
                  <a:lnTo>
                    <a:pt x="934555" y="685905"/>
                  </a:lnTo>
                  <a:lnTo>
                    <a:pt x="929274" y="690314"/>
                  </a:lnTo>
                  <a:lnTo>
                    <a:pt x="920910" y="699054"/>
                  </a:lnTo>
                  <a:lnTo>
                    <a:pt x="914139" y="705716"/>
                  </a:lnTo>
                  <a:lnTo>
                    <a:pt x="909432" y="706646"/>
                  </a:lnTo>
                  <a:lnTo>
                    <a:pt x="903985" y="710118"/>
                  </a:lnTo>
                  <a:lnTo>
                    <a:pt x="897375" y="714321"/>
                  </a:lnTo>
                  <a:lnTo>
                    <a:pt x="889667" y="719276"/>
                  </a:lnTo>
                  <a:lnTo>
                    <a:pt x="879275" y="726207"/>
                  </a:lnTo>
                  <a:lnTo>
                    <a:pt x="863928" y="734057"/>
                  </a:lnTo>
                  <a:lnTo>
                    <a:pt x="848122" y="742758"/>
                  </a:lnTo>
                  <a:lnTo>
                    <a:pt x="837200" y="750526"/>
                  </a:lnTo>
                  <a:lnTo>
                    <a:pt x="833170" y="753833"/>
                  </a:lnTo>
                  <a:lnTo>
                    <a:pt x="832210" y="754621"/>
                  </a:lnTo>
                  <a:lnTo>
                    <a:pt x="828042" y="760751"/>
                  </a:lnTo>
                  <a:lnTo>
                    <a:pt x="812558" y="770173"/>
                  </a:lnTo>
                  <a:lnTo>
                    <a:pt x="805416" y="775852"/>
                  </a:lnTo>
                  <a:lnTo>
                    <a:pt x="799514" y="781094"/>
                  </a:lnTo>
                  <a:lnTo>
                    <a:pt x="794649" y="785975"/>
                  </a:lnTo>
                  <a:lnTo>
                    <a:pt x="791854" y="788776"/>
                  </a:lnTo>
                  <a:lnTo>
                    <a:pt x="782406" y="800469"/>
                  </a:lnTo>
                  <a:lnTo>
                    <a:pt x="779213" y="807239"/>
                  </a:lnTo>
                  <a:lnTo>
                    <a:pt x="779121" y="807434"/>
                  </a:lnTo>
                  <a:lnTo>
                    <a:pt x="775400" y="812066"/>
                  </a:lnTo>
                  <a:lnTo>
                    <a:pt x="771372" y="818620"/>
                  </a:lnTo>
                  <a:lnTo>
                    <a:pt x="765639" y="829962"/>
                  </a:lnTo>
                  <a:lnTo>
                    <a:pt x="764821" y="831826"/>
                  </a:lnTo>
                  <a:lnTo>
                    <a:pt x="762094" y="838030"/>
                  </a:lnTo>
                  <a:lnTo>
                    <a:pt x="759035" y="845866"/>
                  </a:lnTo>
                  <a:lnTo>
                    <a:pt x="755917" y="856102"/>
                  </a:lnTo>
                  <a:lnTo>
                    <a:pt x="755106" y="859823"/>
                  </a:lnTo>
                  <a:lnTo>
                    <a:pt x="754226" y="863851"/>
                  </a:lnTo>
                  <a:lnTo>
                    <a:pt x="752919" y="880090"/>
                  </a:lnTo>
                  <a:lnTo>
                    <a:pt x="754317" y="896217"/>
                  </a:lnTo>
                  <a:lnTo>
                    <a:pt x="758478" y="913125"/>
                  </a:lnTo>
                  <a:lnTo>
                    <a:pt x="761702" y="922420"/>
                  </a:lnTo>
                  <a:lnTo>
                    <a:pt x="764796" y="931326"/>
                  </a:lnTo>
                  <a:lnTo>
                    <a:pt x="767269" y="939768"/>
                  </a:lnTo>
                  <a:lnTo>
                    <a:pt x="770104" y="949430"/>
                  </a:lnTo>
                  <a:lnTo>
                    <a:pt x="773894" y="969974"/>
                  </a:lnTo>
                  <a:lnTo>
                    <a:pt x="774639" y="975968"/>
                  </a:lnTo>
                  <a:lnTo>
                    <a:pt x="775294" y="980252"/>
                  </a:lnTo>
                  <a:lnTo>
                    <a:pt x="774405" y="982327"/>
                  </a:lnTo>
                  <a:lnTo>
                    <a:pt x="770075" y="981366"/>
                  </a:lnTo>
                  <a:lnTo>
                    <a:pt x="764134" y="983908"/>
                  </a:lnTo>
                  <a:lnTo>
                    <a:pt x="758933" y="985206"/>
                  </a:lnTo>
                  <a:lnTo>
                    <a:pt x="756618" y="987189"/>
                  </a:lnTo>
                  <a:lnTo>
                    <a:pt x="757197" y="990278"/>
                  </a:lnTo>
                  <a:lnTo>
                    <a:pt x="756168" y="992970"/>
                  </a:lnTo>
                  <a:lnTo>
                    <a:pt x="751909" y="993071"/>
                  </a:lnTo>
                  <a:lnTo>
                    <a:pt x="749079" y="989548"/>
                  </a:lnTo>
                  <a:lnTo>
                    <a:pt x="745475" y="989584"/>
                  </a:lnTo>
                  <a:lnTo>
                    <a:pt x="741449" y="985998"/>
                  </a:lnTo>
                  <a:lnTo>
                    <a:pt x="738026" y="984443"/>
                  </a:lnTo>
                  <a:lnTo>
                    <a:pt x="732636" y="978226"/>
                  </a:lnTo>
                  <a:lnTo>
                    <a:pt x="728071" y="976788"/>
                  </a:lnTo>
                  <a:lnTo>
                    <a:pt x="722778" y="976121"/>
                  </a:lnTo>
                  <a:lnTo>
                    <a:pt x="719622" y="974064"/>
                  </a:lnTo>
                  <a:lnTo>
                    <a:pt x="713899" y="973971"/>
                  </a:lnTo>
                  <a:lnTo>
                    <a:pt x="713136" y="973958"/>
                  </a:lnTo>
                  <a:lnTo>
                    <a:pt x="706887" y="973963"/>
                  </a:lnTo>
                  <a:lnTo>
                    <a:pt x="701191" y="973701"/>
                  </a:lnTo>
                  <a:lnTo>
                    <a:pt x="698816" y="975845"/>
                  </a:lnTo>
                  <a:lnTo>
                    <a:pt x="695301" y="974615"/>
                  </a:lnTo>
                  <a:lnTo>
                    <a:pt x="694363" y="974286"/>
                  </a:lnTo>
                  <a:lnTo>
                    <a:pt x="689379" y="974703"/>
                  </a:lnTo>
                  <a:lnTo>
                    <a:pt x="685315" y="974755"/>
                  </a:lnTo>
                  <a:lnTo>
                    <a:pt x="680870" y="973277"/>
                  </a:lnTo>
                  <a:lnTo>
                    <a:pt x="676191" y="969949"/>
                  </a:lnTo>
                  <a:lnTo>
                    <a:pt x="668980" y="965659"/>
                  </a:lnTo>
                  <a:lnTo>
                    <a:pt x="664162" y="961925"/>
                  </a:lnTo>
                  <a:lnTo>
                    <a:pt x="658943" y="960567"/>
                  </a:lnTo>
                  <a:lnTo>
                    <a:pt x="652720" y="958780"/>
                  </a:lnTo>
                  <a:lnTo>
                    <a:pt x="651264" y="958095"/>
                  </a:lnTo>
                  <a:lnTo>
                    <a:pt x="649523" y="957275"/>
                  </a:lnTo>
                  <a:lnTo>
                    <a:pt x="646067" y="958816"/>
                  </a:lnTo>
                  <a:lnTo>
                    <a:pt x="642229" y="956129"/>
                  </a:lnTo>
                  <a:lnTo>
                    <a:pt x="635258" y="950590"/>
                  </a:lnTo>
                  <a:lnTo>
                    <a:pt x="632877" y="946653"/>
                  </a:lnTo>
                  <a:lnTo>
                    <a:pt x="625769" y="947843"/>
                  </a:lnTo>
                  <a:lnTo>
                    <a:pt x="620001" y="944536"/>
                  </a:lnTo>
                  <a:lnTo>
                    <a:pt x="613688" y="942940"/>
                  </a:lnTo>
                  <a:lnTo>
                    <a:pt x="609472" y="944426"/>
                  </a:lnTo>
                  <a:lnTo>
                    <a:pt x="606993" y="941696"/>
                  </a:lnTo>
                  <a:lnTo>
                    <a:pt x="608589" y="936987"/>
                  </a:lnTo>
                  <a:lnTo>
                    <a:pt x="607432" y="934836"/>
                  </a:lnTo>
                  <a:lnTo>
                    <a:pt x="601753" y="930308"/>
                  </a:lnTo>
                  <a:lnTo>
                    <a:pt x="601279" y="928478"/>
                  </a:lnTo>
                  <a:lnTo>
                    <a:pt x="599205" y="920463"/>
                  </a:lnTo>
                  <a:lnTo>
                    <a:pt x="598446" y="914144"/>
                  </a:lnTo>
                  <a:lnTo>
                    <a:pt x="595560" y="908288"/>
                  </a:lnTo>
                  <a:lnTo>
                    <a:pt x="593306" y="903218"/>
                  </a:lnTo>
                  <a:lnTo>
                    <a:pt x="588177" y="899874"/>
                  </a:lnTo>
                  <a:lnTo>
                    <a:pt x="585418" y="895341"/>
                  </a:lnTo>
                  <a:lnTo>
                    <a:pt x="583170" y="890404"/>
                  </a:lnTo>
                  <a:lnTo>
                    <a:pt x="578105" y="886396"/>
                  </a:lnTo>
                  <a:lnTo>
                    <a:pt x="578476" y="878907"/>
                  </a:lnTo>
                  <a:lnTo>
                    <a:pt x="579476" y="874054"/>
                  </a:lnTo>
                  <a:lnTo>
                    <a:pt x="578157" y="868115"/>
                  </a:lnTo>
                  <a:lnTo>
                    <a:pt x="576823" y="864518"/>
                  </a:lnTo>
                  <a:lnTo>
                    <a:pt x="576610" y="863945"/>
                  </a:lnTo>
                  <a:lnTo>
                    <a:pt x="574521" y="861502"/>
                  </a:lnTo>
                  <a:lnTo>
                    <a:pt x="570997" y="860492"/>
                  </a:lnTo>
                  <a:lnTo>
                    <a:pt x="574503" y="850616"/>
                  </a:lnTo>
                  <a:lnTo>
                    <a:pt x="573847" y="846994"/>
                  </a:lnTo>
                  <a:lnTo>
                    <a:pt x="573622" y="842455"/>
                  </a:lnTo>
                  <a:lnTo>
                    <a:pt x="571030" y="842618"/>
                  </a:lnTo>
                  <a:lnTo>
                    <a:pt x="570844" y="835081"/>
                  </a:lnTo>
                  <a:lnTo>
                    <a:pt x="568587" y="831929"/>
                  </a:lnTo>
                  <a:lnTo>
                    <a:pt x="562889" y="830085"/>
                  </a:lnTo>
                  <a:lnTo>
                    <a:pt x="556153" y="828216"/>
                  </a:lnTo>
                  <a:lnTo>
                    <a:pt x="551608" y="822470"/>
                  </a:lnTo>
                  <a:lnTo>
                    <a:pt x="547983" y="820189"/>
                  </a:lnTo>
                  <a:lnTo>
                    <a:pt x="544361" y="816762"/>
                  </a:lnTo>
                  <a:lnTo>
                    <a:pt x="541578" y="812541"/>
                  </a:lnTo>
                  <a:lnTo>
                    <a:pt x="539347" y="807823"/>
                  </a:lnTo>
                  <a:lnTo>
                    <a:pt x="538248" y="803865"/>
                  </a:lnTo>
                  <a:lnTo>
                    <a:pt x="537013" y="799253"/>
                  </a:lnTo>
                  <a:lnTo>
                    <a:pt x="532594" y="797120"/>
                  </a:lnTo>
                  <a:lnTo>
                    <a:pt x="528929" y="789477"/>
                  </a:lnTo>
                  <a:lnTo>
                    <a:pt x="525021" y="784673"/>
                  </a:lnTo>
                  <a:lnTo>
                    <a:pt x="516757" y="779599"/>
                  </a:lnTo>
                  <a:lnTo>
                    <a:pt x="514830" y="777966"/>
                  </a:lnTo>
                  <a:lnTo>
                    <a:pt x="508987" y="773008"/>
                  </a:lnTo>
                  <a:lnTo>
                    <a:pt x="507334" y="768287"/>
                  </a:lnTo>
                  <a:lnTo>
                    <a:pt x="504611" y="762615"/>
                  </a:lnTo>
                  <a:lnTo>
                    <a:pt x="503240" y="756574"/>
                  </a:lnTo>
                  <a:lnTo>
                    <a:pt x="500654" y="751919"/>
                  </a:lnTo>
                  <a:lnTo>
                    <a:pt x="498954" y="748333"/>
                  </a:lnTo>
                  <a:lnTo>
                    <a:pt x="498275" y="742771"/>
                  </a:lnTo>
                  <a:lnTo>
                    <a:pt x="494016" y="738932"/>
                  </a:lnTo>
                  <a:lnTo>
                    <a:pt x="489736" y="734714"/>
                  </a:lnTo>
                  <a:lnTo>
                    <a:pt x="489233" y="729625"/>
                  </a:lnTo>
                  <a:lnTo>
                    <a:pt x="487069" y="725291"/>
                  </a:lnTo>
                  <a:lnTo>
                    <a:pt x="486856" y="721334"/>
                  </a:lnTo>
                  <a:lnTo>
                    <a:pt x="483468" y="718501"/>
                  </a:lnTo>
                  <a:lnTo>
                    <a:pt x="479327" y="712198"/>
                  </a:lnTo>
                  <a:lnTo>
                    <a:pt x="477718" y="707232"/>
                  </a:lnTo>
                  <a:lnTo>
                    <a:pt x="476667" y="700313"/>
                  </a:lnTo>
                  <a:lnTo>
                    <a:pt x="475787" y="695474"/>
                  </a:lnTo>
                  <a:lnTo>
                    <a:pt x="475512" y="693962"/>
                  </a:lnTo>
                  <a:lnTo>
                    <a:pt x="471163" y="691201"/>
                  </a:lnTo>
                  <a:lnTo>
                    <a:pt x="467453" y="687512"/>
                  </a:lnTo>
                  <a:lnTo>
                    <a:pt x="465592" y="681992"/>
                  </a:lnTo>
                  <a:lnTo>
                    <a:pt x="465084" y="681513"/>
                  </a:lnTo>
                  <a:lnTo>
                    <a:pt x="461248" y="677891"/>
                  </a:lnTo>
                  <a:lnTo>
                    <a:pt x="458125" y="674476"/>
                  </a:lnTo>
                  <a:lnTo>
                    <a:pt x="449197" y="669217"/>
                  </a:lnTo>
                  <a:lnTo>
                    <a:pt x="443965" y="660303"/>
                  </a:lnTo>
                  <a:lnTo>
                    <a:pt x="437606" y="658840"/>
                  </a:lnTo>
                  <a:lnTo>
                    <a:pt x="433107" y="654435"/>
                  </a:lnTo>
                  <a:lnTo>
                    <a:pt x="427988" y="654358"/>
                  </a:lnTo>
                  <a:lnTo>
                    <a:pt x="423886" y="648946"/>
                  </a:lnTo>
                  <a:lnTo>
                    <a:pt x="423813" y="643108"/>
                  </a:lnTo>
                  <a:lnTo>
                    <a:pt x="418919" y="640864"/>
                  </a:lnTo>
                  <a:lnTo>
                    <a:pt x="416265" y="633939"/>
                  </a:lnTo>
                  <a:lnTo>
                    <a:pt x="411952" y="631861"/>
                  </a:lnTo>
                  <a:lnTo>
                    <a:pt x="407875" y="631335"/>
                  </a:lnTo>
                  <a:lnTo>
                    <a:pt x="403127" y="628454"/>
                  </a:lnTo>
                  <a:lnTo>
                    <a:pt x="395447" y="631055"/>
                  </a:lnTo>
                  <a:lnTo>
                    <a:pt x="390553" y="630727"/>
                  </a:lnTo>
                  <a:lnTo>
                    <a:pt x="386680" y="629609"/>
                  </a:lnTo>
                  <a:lnTo>
                    <a:pt x="382772" y="628477"/>
                  </a:lnTo>
                  <a:lnTo>
                    <a:pt x="377364" y="628003"/>
                  </a:lnTo>
                  <a:lnTo>
                    <a:pt x="369938" y="626600"/>
                  </a:lnTo>
                  <a:lnTo>
                    <a:pt x="365354" y="626946"/>
                  </a:lnTo>
                  <a:lnTo>
                    <a:pt x="361079" y="628293"/>
                  </a:lnTo>
                  <a:lnTo>
                    <a:pt x="357639" y="627702"/>
                  </a:lnTo>
                  <a:lnTo>
                    <a:pt x="353918" y="625090"/>
                  </a:lnTo>
                  <a:lnTo>
                    <a:pt x="348561" y="622718"/>
                  </a:lnTo>
                  <a:lnTo>
                    <a:pt x="342578" y="619387"/>
                  </a:lnTo>
                  <a:lnTo>
                    <a:pt x="341147" y="619859"/>
                  </a:lnTo>
                  <a:lnTo>
                    <a:pt x="338570" y="620708"/>
                  </a:lnTo>
                  <a:lnTo>
                    <a:pt x="336866" y="624561"/>
                  </a:lnTo>
                  <a:lnTo>
                    <a:pt x="334827" y="629604"/>
                  </a:lnTo>
                  <a:lnTo>
                    <a:pt x="328617" y="628105"/>
                  </a:lnTo>
                  <a:lnTo>
                    <a:pt x="325028" y="627956"/>
                  </a:lnTo>
                  <a:lnTo>
                    <a:pt x="321812" y="630462"/>
                  </a:lnTo>
                  <a:lnTo>
                    <a:pt x="316728" y="630699"/>
                  </a:lnTo>
                  <a:lnTo>
                    <a:pt x="311424" y="631460"/>
                  </a:lnTo>
                  <a:lnTo>
                    <a:pt x="309935" y="637157"/>
                  </a:lnTo>
                  <a:lnTo>
                    <a:pt x="306104" y="642113"/>
                  </a:lnTo>
                  <a:lnTo>
                    <a:pt x="302724" y="648091"/>
                  </a:lnTo>
                  <a:lnTo>
                    <a:pt x="300072" y="651184"/>
                  </a:lnTo>
                  <a:lnTo>
                    <a:pt x="298038" y="658376"/>
                  </a:lnTo>
                  <a:lnTo>
                    <a:pt x="298450" y="662546"/>
                  </a:lnTo>
                  <a:lnTo>
                    <a:pt x="294429" y="666828"/>
                  </a:lnTo>
                  <a:lnTo>
                    <a:pt x="292678" y="672811"/>
                  </a:lnTo>
                  <a:lnTo>
                    <a:pt x="294183" y="677090"/>
                  </a:lnTo>
                  <a:lnTo>
                    <a:pt x="290213" y="681692"/>
                  </a:lnTo>
                  <a:lnTo>
                    <a:pt x="283700" y="684211"/>
                  </a:lnTo>
                  <a:lnTo>
                    <a:pt x="280236" y="689500"/>
                  </a:lnTo>
                  <a:lnTo>
                    <a:pt x="276825" y="690989"/>
                  </a:lnTo>
                  <a:lnTo>
                    <a:pt x="274675" y="696382"/>
                  </a:lnTo>
                  <a:lnTo>
                    <a:pt x="272366" y="700459"/>
                  </a:lnTo>
                  <a:lnTo>
                    <a:pt x="264028" y="699281"/>
                  </a:lnTo>
                  <a:lnTo>
                    <a:pt x="259582" y="699988"/>
                  </a:lnTo>
                  <a:lnTo>
                    <a:pt x="253005" y="696318"/>
                  </a:lnTo>
                  <a:lnTo>
                    <a:pt x="244782" y="691542"/>
                  </a:lnTo>
                  <a:lnTo>
                    <a:pt x="239876" y="686308"/>
                  </a:lnTo>
                  <a:lnTo>
                    <a:pt x="234373" y="683362"/>
                  </a:lnTo>
                  <a:lnTo>
                    <a:pt x="228838" y="681209"/>
                  </a:lnTo>
                  <a:lnTo>
                    <a:pt x="223577" y="679076"/>
                  </a:lnTo>
                  <a:lnTo>
                    <a:pt x="218496" y="672715"/>
                  </a:lnTo>
                  <a:lnTo>
                    <a:pt x="218103" y="672537"/>
                  </a:lnTo>
                  <a:lnTo>
                    <a:pt x="212983" y="670208"/>
                  </a:lnTo>
                  <a:lnTo>
                    <a:pt x="203274" y="668453"/>
                  </a:lnTo>
                  <a:lnTo>
                    <a:pt x="196777" y="664907"/>
                  </a:lnTo>
                  <a:lnTo>
                    <a:pt x="189713" y="659701"/>
                  </a:lnTo>
                  <a:lnTo>
                    <a:pt x="186781" y="655561"/>
                  </a:lnTo>
                  <a:lnTo>
                    <a:pt x="183057" y="650283"/>
                  </a:lnTo>
                  <a:lnTo>
                    <a:pt x="176667" y="645940"/>
                  </a:lnTo>
                  <a:lnTo>
                    <a:pt x="171614" y="643944"/>
                  </a:lnTo>
                  <a:lnTo>
                    <a:pt x="165191" y="637977"/>
                  </a:lnTo>
                  <a:lnTo>
                    <a:pt x="158307" y="630879"/>
                  </a:lnTo>
                  <a:lnTo>
                    <a:pt x="156573" y="622000"/>
                  </a:lnTo>
                  <a:lnTo>
                    <a:pt x="152512" y="614895"/>
                  </a:lnTo>
                  <a:lnTo>
                    <a:pt x="148433" y="608467"/>
                  </a:lnTo>
                  <a:lnTo>
                    <a:pt x="147696" y="601085"/>
                  </a:lnTo>
                  <a:lnTo>
                    <a:pt x="146329" y="597819"/>
                  </a:lnTo>
                  <a:lnTo>
                    <a:pt x="147661" y="590150"/>
                  </a:lnTo>
                  <a:lnTo>
                    <a:pt x="147241" y="580398"/>
                  </a:lnTo>
                  <a:lnTo>
                    <a:pt x="144378" y="575795"/>
                  </a:lnTo>
                  <a:lnTo>
                    <a:pt x="142834" y="571825"/>
                  </a:lnTo>
                  <a:lnTo>
                    <a:pt x="138036" y="565099"/>
                  </a:lnTo>
                  <a:lnTo>
                    <a:pt x="135259" y="563085"/>
                  </a:lnTo>
                  <a:lnTo>
                    <a:pt x="134724" y="556695"/>
                  </a:lnTo>
                  <a:lnTo>
                    <a:pt x="133485" y="549494"/>
                  </a:lnTo>
                  <a:lnTo>
                    <a:pt x="130926" y="542852"/>
                  </a:lnTo>
                  <a:lnTo>
                    <a:pt x="127112" y="542127"/>
                  </a:lnTo>
                  <a:lnTo>
                    <a:pt x="126493" y="540362"/>
                  </a:lnTo>
                  <a:lnTo>
                    <a:pt x="125034" y="536196"/>
                  </a:lnTo>
                  <a:lnTo>
                    <a:pt x="120142" y="534631"/>
                  </a:lnTo>
                  <a:lnTo>
                    <a:pt x="117381" y="531428"/>
                  </a:lnTo>
                  <a:lnTo>
                    <a:pt x="112548" y="527583"/>
                  </a:lnTo>
                  <a:lnTo>
                    <a:pt x="108024" y="523159"/>
                  </a:lnTo>
                  <a:lnTo>
                    <a:pt x="100309" y="521252"/>
                  </a:lnTo>
                  <a:lnTo>
                    <a:pt x="94063" y="517504"/>
                  </a:lnTo>
                  <a:lnTo>
                    <a:pt x="93810" y="514133"/>
                  </a:lnTo>
                  <a:lnTo>
                    <a:pt x="86936" y="508629"/>
                  </a:lnTo>
                  <a:lnTo>
                    <a:pt x="81569" y="503904"/>
                  </a:lnTo>
                  <a:lnTo>
                    <a:pt x="80019" y="499588"/>
                  </a:lnTo>
                  <a:lnTo>
                    <a:pt x="76492" y="493465"/>
                  </a:lnTo>
                  <a:lnTo>
                    <a:pt x="70067" y="489510"/>
                  </a:lnTo>
                  <a:lnTo>
                    <a:pt x="65090" y="486329"/>
                  </a:lnTo>
                  <a:lnTo>
                    <a:pt x="63579" y="482928"/>
                  </a:lnTo>
                  <a:lnTo>
                    <a:pt x="58015" y="474484"/>
                  </a:lnTo>
                  <a:lnTo>
                    <a:pt x="52622" y="471302"/>
                  </a:lnTo>
                  <a:lnTo>
                    <a:pt x="51634" y="466937"/>
                  </a:lnTo>
                  <a:lnTo>
                    <a:pt x="48348" y="464551"/>
                  </a:lnTo>
                  <a:lnTo>
                    <a:pt x="47691" y="464074"/>
                  </a:lnTo>
                  <a:lnTo>
                    <a:pt x="41672" y="463068"/>
                  </a:lnTo>
                  <a:lnTo>
                    <a:pt x="34339" y="457166"/>
                  </a:lnTo>
                  <a:lnTo>
                    <a:pt x="29766" y="451501"/>
                  </a:lnTo>
                  <a:lnTo>
                    <a:pt x="26524" y="446715"/>
                  </a:lnTo>
                  <a:lnTo>
                    <a:pt x="25049" y="441154"/>
                  </a:lnTo>
                  <a:lnTo>
                    <a:pt x="22429" y="436350"/>
                  </a:lnTo>
                  <a:lnTo>
                    <a:pt x="20256" y="432361"/>
                  </a:lnTo>
                  <a:lnTo>
                    <a:pt x="16681" y="428234"/>
                  </a:lnTo>
                  <a:lnTo>
                    <a:pt x="12751" y="427228"/>
                  </a:lnTo>
                  <a:lnTo>
                    <a:pt x="11319" y="428223"/>
                  </a:lnTo>
                  <a:lnTo>
                    <a:pt x="8050" y="424671"/>
                  </a:lnTo>
                  <a:lnTo>
                    <a:pt x="3996" y="421486"/>
                  </a:lnTo>
                  <a:lnTo>
                    <a:pt x="0" y="4157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622833" y="3313004"/>
              <a:ext cx="386642" cy="486158"/>
            </a:xfrm>
            <a:custGeom>
              <a:avLst/>
              <a:pathLst>
                <a:path w="386642" h="486158">
                  <a:moveTo>
                    <a:pt x="8182" y="384353"/>
                  </a:moveTo>
                  <a:lnTo>
                    <a:pt x="10187" y="371994"/>
                  </a:lnTo>
                  <a:lnTo>
                    <a:pt x="12206" y="360162"/>
                  </a:lnTo>
                  <a:lnTo>
                    <a:pt x="15906" y="336740"/>
                  </a:lnTo>
                  <a:lnTo>
                    <a:pt x="17300" y="327873"/>
                  </a:lnTo>
                  <a:lnTo>
                    <a:pt x="19460" y="314334"/>
                  </a:lnTo>
                  <a:lnTo>
                    <a:pt x="21816" y="299580"/>
                  </a:lnTo>
                  <a:lnTo>
                    <a:pt x="23328" y="290445"/>
                  </a:lnTo>
                  <a:lnTo>
                    <a:pt x="26252" y="272825"/>
                  </a:lnTo>
                  <a:lnTo>
                    <a:pt x="27968" y="261704"/>
                  </a:lnTo>
                  <a:lnTo>
                    <a:pt x="35103" y="218414"/>
                  </a:lnTo>
                  <a:lnTo>
                    <a:pt x="35704" y="214663"/>
                  </a:lnTo>
                  <a:lnTo>
                    <a:pt x="39243" y="192631"/>
                  </a:lnTo>
                  <a:lnTo>
                    <a:pt x="40876" y="182830"/>
                  </a:lnTo>
                  <a:lnTo>
                    <a:pt x="43678" y="166037"/>
                  </a:lnTo>
                  <a:lnTo>
                    <a:pt x="43952" y="164369"/>
                  </a:lnTo>
                  <a:lnTo>
                    <a:pt x="48005" y="139720"/>
                  </a:lnTo>
                  <a:lnTo>
                    <a:pt x="49448" y="131186"/>
                  </a:lnTo>
                  <a:lnTo>
                    <a:pt x="52911" y="111017"/>
                  </a:lnTo>
                  <a:lnTo>
                    <a:pt x="56962" y="87059"/>
                  </a:lnTo>
                  <a:lnTo>
                    <a:pt x="60026" y="68859"/>
                  </a:lnTo>
                  <a:lnTo>
                    <a:pt x="64244" y="43998"/>
                  </a:lnTo>
                  <a:lnTo>
                    <a:pt x="68099" y="21040"/>
                  </a:lnTo>
                  <a:lnTo>
                    <a:pt x="71503" y="0"/>
                  </a:lnTo>
                  <a:lnTo>
                    <a:pt x="85895" y="2944"/>
                  </a:lnTo>
                  <a:lnTo>
                    <a:pt x="106758" y="6042"/>
                  </a:lnTo>
                  <a:lnTo>
                    <a:pt x="122815" y="8435"/>
                  </a:lnTo>
                  <a:lnTo>
                    <a:pt x="138981" y="10874"/>
                  </a:lnTo>
                  <a:lnTo>
                    <a:pt x="161829" y="14304"/>
                  </a:lnTo>
                  <a:lnTo>
                    <a:pt x="186693" y="18063"/>
                  </a:lnTo>
                  <a:lnTo>
                    <a:pt x="193529" y="19300"/>
                  </a:lnTo>
                  <a:lnTo>
                    <a:pt x="196744" y="19878"/>
                  </a:lnTo>
                  <a:lnTo>
                    <a:pt x="220065" y="23151"/>
                  </a:lnTo>
                  <a:lnTo>
                    <a:pt x="235863" y="25382"/>
                  </a:lnTo>
                  <a:lnTo>
                    <a:pt x="238232" y="25712"/>
                  </a:lnTo>
                  <a:lnTo>
                    <a:pt x="244571" y="26500"/>
                  </a:lnTo>
                  <a:lnTo>
                    <a:pt x="265882" y="29379"/>
                  </a:lnTo>
                  <a:lnTo>
                    <a:pt x="261070" y="66479"/>
                  </a:lnTo>
                  <a:lnTo>
                    <a:pt x="260907" y="67735"/>
                  </a:lnTo>
                  <a:lnTo>
                    <a:pt x="258499" y="85747"/>
                  </a:lnTo>
                  <a:lnTo>
                    <a:pt x="257246" y="95339"/>
                  </a:lnTo>
                  <a:lnTo>
                    <a:pt x="254339" y="117648"/>
                  </a:lnTo>
                  <a:lnTo>
                    <a:pt x="265884" y="119247"/>
                  </a:lnTo>
                  <a:lnTo>
                    <a:pt x="287857" y="122221"/>
                  </a:lnTo>
                  <a:lnTo>
                    <a:pt x="315556" y="125653"/>
                  </a:lnTo>
                  <a:lnTo>
                    <a:pt x="320404" y="126233"/>
                  </a:lnTo>
                  <a:lnTo>
                    <a:pt x="323570" y="126610"/>
                  </a:lnTo>
                  <a:lnTo>
                    <a:pt x="342487" y="128821"/>
                  </a:lnTo>
                  <a:lnTo>
                    <a:pt x="373331" y="132142"/>
                  </a:lnTo>
                  <a:lnTo>
                    <a:pt x="386642" y="133660"/>
                  </a:lnTo>
                  <a:lnTo>
                    <a:pt x="385118" y="149057"/>
                  </a:lnTo>
                  <a:lnTo>
                    <a:pt x="383607" y="163465"/>
                  </a:lnTo>
                  <a:lnTo>
                    <a:pt x="383524" y="164258"/>
                  </a:lnTo>
                  <a:lnTo>
                    <a:pt x="379357" y="202215"/>
                  </a:lnTo>
                  <a:lnTo>
                    <a:pt x="378954" y="205897"/>
                  </a:lnTo>
                  <a:lnTo>
                    <a:pt x="376155" y="232850"/>
                  </a:lnTo>
                  <a:lnTo>
                    <a:pt x="374165" y="251747"/>
                  </a:lnTo>
                  <a:lnTo>
                    <a:pt x="372659" y="266082"/>
                  </a:lnTo>
                  <a:lnTo>
                    <a:pt x="371449" y="277627"/>
                  </a:lnTo>
                  <a:lnTo>
                    <a:pt x="369233" y="298818"/>
                  </a:lnTo>
                  <a:lnTo>
                    <a:pt x="362972" y="353902"/>
                  </a:lnTo>
                  <a:lnTo>
                    <a:pt x="360940" y="373671"/>
                  </a:lnTo>
                  <a:lnTo>
                    <a:pt x="361210" y="383567"/>
                  </a:lnTo>
                  <a:lnTo>
                    <a:pt x="361103" y="384593"/>
                  </a:lnTo>
                  <a:lnTo>
                    <a:pt x="358612" y="408533"/>
                  </a:lnTo>
                  <a:lnTo>
                    <a:pt x="354999" y="443412"/>
                  </a:lnTo>
                  <a:lnTo>
                    <a:pt x="350599" y="486158"/>
                  </a:lnTo>
                  <a:lnTo>
                    <a:pt x="318931" y="482636"/>
                  </a:lnTo>
                  <a:lnTo>
                    <a:pt x="283395" y="478580"/>
                  </a:lnTo>
                  <a:lnTo>
                    <a:pt x="250416" y="474524"/>
                  </a:lnTo>
                  <a:lnTo>
                    <a:pt x="230782" y="471556"/>
                  </a:lnTo>
                  <a:lnTo>
                    <a:pt x="208621" y="468722"/>
                  </a:lnTo>
                  <a:lnTo>
                    <a:pt x="195683" y="467135"/>
                  </a:lnTo>
                  <a:lnTo>
                    <a:pt x="193751" y="466895"/>
                  </a:lnTo>
                  <a:lnTo>
                    <a:pt x="184820" y="465586"/>
                  </a:lnTo>
                  <a:lnTo>
                    <a:pt x="184319" y="465517"/>
                  </a:lnTo>
                  <a:lnTo>
                    <a:pt x="118178" y="456089"/>
                  </a:lnTo>
                  <a:lnTo>
                    <a:pt x="105526" y="454215"/>
                  </a:lnTo>
                  <a:lnTo>
                    <a:pt x="105070" y="454147"/>
                  </a:lnTo>
                  <a:lnTo>
                    <a:pt x="85189" y="451136"/>
                  </a:lnTo>
                  <a:lnTo>
                    <a:pt x="80320" y="450387"/>
                  </a:lnTo>
                  <a:lnTo>
                    <a:pt x="75619" y="449661"/>
                  </a:lnTo>
                  <a:lnTo>
                    <a:pt x="5895" y="438333"/>
                  </a:lnTo>
                  <a:lnTo>
                    <a:pt x="0" y="437300"/>
                  </a:lnTo>
                  <a:lnTo>
                    <a:pt x="1126" y="429578"/>
                  </a:lnTo>
                  <a:lnTo>
                    <a:pt x="3802" y="412405"/>
                  </a:lnTo>
                  <a:lnTo>
                    <a:pt x="6610" y="39422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65687" y="3499213"/>
              <a:ext cx="36237" cy="97424"/>
            </a:xfrm>
            <a:custGeom>
              <a:avLst/>
              <a:pathLst>
                <a:path w="36237" h="97424">
                  <a:moveTo>
                    <a:pt x="975" y="81475"/>
                  </a:moveTo>
                  <a:lnTo>
                    <a:pt x="1563" y="73702"/>
                  </a:lnTo>
                  <a:lnTo>
                    <a:pt x="453" y="66738"/>
                  </a:lnTo>
                  <a:lnTo>
                    <a:pt x="57" y="56897"/>
                  </a:lnTo>
                  <a:lnTo>
                    <a:pt x="0" y="55499"/>
                  </a:lnTo>
                  <a:lnTo>
                    <a:pt x="1176" y="48297"/>
                  </a:lnTo>
                  <a:lnTo>
                    <a:pt x="2226" y="41504"/>
                  </a:lnTo>
                  <a:lnTo>
                    <a:pt x="4314" y="36432"/>
                  </a:lnTo>
                  <a:lnTo>
                    <a:pt x="2876" y="32829"/>
                  </a:lnTo>
                  <a:lnTo>
                    <a:pt x="7880" y="28929"/>
                  </a:lnTo>
                  <a:lnTo>
                    <a:pt x="9316" y="25322"/>
                  </a:lnTo>
                  <a:lnTo>
                    <a:pt x="4252" y="21669"/>
                  </a:lnTo>
                  <a:lnTo>
                    <a:pt x="9091" y="15703"/>
                  </a:lnTo>
                  <a:lnTo>
                    <a:pt x="11107" y="10927"/>
                  </a:lnTo>
                  <a:lnTo>
                    <a:pt x="36237" y="0"/>
                  </a:lnTo>
                  <a:lnTo>
                    <a:pt x="32998" y="13695"/>
                  </a:lnTo>
                  <a:lnTo>
                    <a:pt x="31217" y="18399"/>
                  </a:lnTo>
                  <a:lnTo>
                    <a:pt x="26807" y="18070"/>
                  </a:lnTo>
                  <a:lnTo>
                    <a:pt x="24298" y="22379"/>
                  </a:lnTo>
                  <a:lnTo>
                    <a:pt x="22113" y="31134"/>
                  </a:lnTo>
                  <a:lnTo>
                    <a:pt x="21470" y="39470"/>
                  </a:lnTo>
                  <a:lnTo>
                    <a:pt x="21252" y="44698"/>
                  </a:lnTo>
                  <a:lnTo>
                    <a:pt x="22903" y="48848"/>
                  </a:lnTo>
                  <a:lnTo>
                    <a:pt x="20335" y="57006"/>
                  </a:lnTo>
                  <a:lnTo>
                    <a:pt x="21247" y="58299"/>
                  </a:lnTo>
                  <a:lnTo>
                    <a:pt x="22108" y="59518"/>
                  </a:lnTo>
                  <a:lnTo>
                    <a:pt x="19750" y="67769"/>
                  </a:lnTo>
                  <a:lnTo>
                    <a:pt x="19632" y="71413"/>
                  </a:lnTo>
                  <a:lnTo>
                    <a:pt x="17608" y="75687"/>
                  </a:lnTo>
                  <a:lnTo>
                    <a:pt x="17698" y="80451"/>
                  </a:lnTo>
                  <a:lnTo>
                    <a:pt x="17468" y="85653"/>
                  </a:lnTo>
                  <a:lnTo>
                    <a:pt x="13783" y="93976"/>
                  </a:lnTo>
                  <a:lnTo>
                    <a:pt x="11356" y="97424"/>
                  </a:lnTo>
                  <a:lnTo>
                    <a:pt x="8528" y="97237"/>
                  </a:lnTo>
                  <a:lnTo>
                    <a:pt x="5095" y="8982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43192" y="3433036"/>
              <a:ext cx="551991" cy="342176"/>
            </a:xfrm>
            <a:custGeom>
              <a:avLst/>
              <a:pathLst>
                <a:path w="551991" h="342176">
                  <a:moveTo>
                    <a:pt x="3812" y="338339"/>
                  </a:moveTo>
                  <a:lnTo>
                    <a:pt x="9531" y="334225"/>
                  </a:lnTo>
                  <a:lnTo>
                    <a:pt x="14252" y="333264"/>
                  </a:lnTo>
                  <a:lnTo>
                    <a:pt x="15996" y="332908"/>
                  </a:lnTo>
                  <a:lnTo>
                    <a:pt x="19256" y="330355"/>
                  </a:lnTo>
                  <a:lnTo>
                    <a:pt x="29261" y="324578"/>
                  </a:lnTo>
                  <a:lnTo>
                    <a:pt x="36115" y="321669"/>
                  </a:lnTo>
                  <a:lnTo>
                    <a:pt x="36769" y="316605"/>
                  </a:lnTo>
                  <a:lnTo>
                    <a:pt x="38632" y="311152"/>
                  </a:lnTo>
                  <a:lnTo>
                    <a:pt x="43168" y="310522"/>
                  </a:lnTo>
                  <a:lnTo>
                    <a:pt x="50901" y="305672"/>
                  </a:lnTo>
                  <a:lnTo>
                    <a:pt x="51475" y="304157"/>
                  </a:lnTo>
                  <a:lnTo>
                    <a:pt x="52386" y="301752"/>
                  </a:lnTo>
                  <a:lnTo>
                    <a:pt x="51192" y="297043"/>
                  </a:lnTo>
                  <a:lnTo>
                    <a:pt x="54415" y="293295"/>
                  </a:lnTo>
                  <a:lnTo>
                    <a:pt x="58734" y="290813"/>
                  </a:lnTo>
                  <a:lnTo>
                    <a:pt x="60166" y="287359"/>
                  </a:lnTo>
                  <a:lnTo>
                    <a:pt x="58947" y="282595"/>
                  </a:lnTo>
                  <a:lnTo>
                    <a:pt x="68872" y="272659"/>
                  </a:lnTo>
                  <a:lnTo>
                    <a:pt x="69309" y="272221"/>
                  </a:lnTo>
                  <a:lnTo>
                    <a:pt x="69597" y="271988"/>
                  </a:lnTo>
                  <a:lnTo>
                    <a:pt x="76229" y="266611"/>
                  </a:lnTo>
                  <a:lnTo>
                    <a:pt x="82473" y="263280"/>
                  </a:lnTo>
                  <a:lnTo>
                    <a:pt x="84811" y="259875"/>
                  </a:lnTo>
                  <a:lnTo>
                    <a:pt x="85094" y="259464"/>
                  </a:lnTo>
                  <a:lnTo>
                    <a:pt x="91341" y="251105"/>
                  </a:lnTo>
                  <a:lnTo>
                    <a:pt x="104815" y="232957"/>
                  </a:lnTo>
                  <a:lnTo>
                    <a:pt x="107813" y="234708"/>
                  </a:lnTo>
                  <a:lnTo>
                    <a:pt x="105165" y="240678"/>
                  </a:lnTo>
                  <a:lnTo>
                    <a:pt x="109159" y="243008"/>
                  </a:lnTo>
                  <a:lnTo>
                    <a:pt x="109952" y="245701"/>
                  </a:lnTo>
                  <a:lnTo>
                    <a:pt x="113638" y="250233"/>
                  </a:lnTo>
                  <a:lnTo>
                    <a:pt x="117730" y="253691"/>
                  </a:lnTo>
                  <a:lnTo>
                    <a:pt x="123214" y="253440"/>
                  </a:lnTo>
                  <a:lnTo>
                    <a:pt x="125970" y="255844"/>
                  </a:lnTo>
                  <a:lnTo>
                    <a:pt x="126374" y="256037"/>
                  </a:lnTo>
                  <a:lnTo>
                    <a:pt x="131311" y="258392"/>
                  </a:lnTo>
                  <a:lnTo>
                    <a:pt x="139543" y="256146"/>
                  </a:lnTo>
                  <a:lnTo>
                    <a:pt x="141173" y="254211"/>
                  </a:lnTo>
                  <a:lnTo>
                    <a:pt x="144153" y="250993"/>
                  </a:lnTo>
                  <a:lnTo>
                    <a:pt x="147685" y="248280"/>
                  </a:lnTo>
                  <a:lnTo>
                    <a:pt x="151063" y="241271"/>
                  </a:lnTo>
                  <a:lnTo>
                    <a:pt x="162624" y="248242"/>
                  </a:lnTo>
                  <a:lnTo>
                    <a:pt x="169706" y="242520"/>
                  </a:lnTo>
                  <a:lnTo>
                    <a:pt x="177491" y="238737"/>
                  </a:lnTo>
                  <a:lnTo>
                    <a:pt x="178531" y="238372"/>
                  </a:lnTo>
                  <a:lnTo>
                    <a:pt x="182751" y="236887"/>
                  </a:lnTo>
                  <a:lnTo>
                    <a:pt x="188076" y="232949"/>
                  </a:lnTo>
                  <a:lnTo>
                    <a:pt x="183784" y="229355"/>
                  </a:lnTo>
                  <a:lnTo>
                    <a:pt x="184360" y="225845"/>
                  </a:lnTo>
                  <a:lnTo>
                    <a:pt x="184882" y="225609"/>
                  </a:lnTo>
                  <a:lnTo>
                    <a:pt x="186284" y="224977"/>
                  </a:lnTo>
                  <a:lnTo>
                    <a:pt x="191936" y="228519"/>
                  </a:lnTo>
                  <a:lnTo>
                    <a:pt x="198485" y="223040"/>
                  </a:lnTo>
                  <a:lnTo>
                    <a:pt x="205708" y="215641"/>
                  </a:lnTo>
                  <a:lnTo>
                    <a:pt x="211866" y="218451"/>
                  </a:lnTo>
                  <a:lnTo>
                    <a:pt x="212254" y="218628"/>
                  </a:lnTo>
                  <a:lnTo>
                    <a:pt x="216082" y="214310"/>
                  </a:lnTo>
                  <a:lnTo>
                    <a:pt x="222171" y="205866"/>
                  </a:lnTo>
                  <a:lnTo>
                    <a:pt x="221841" y="201345"/>
                  </a:lnTo>
                  <a:lnTo>
                    <a:pt x="225126" y="196926"/>
                  </a:lnTo>
                  <a:lnTo>
                    <a:pt x="219203" y="192753"/>
                  </a:lnTo>
                  <a:lnTo>
                    <a:pt x="219310" y="192501"/>
                  </a:lnTo>
                  <a:lnTo>
                    <a:pt x="220843" y="188888"/>
                  </a:lnTo>
                  <a:lnTo>
                    <a:pt x="222340" y="182631"/>
                  </a:lnTo>
                  <a:lnTo>
                    <a:pt x="222774" y="178369"/>
                  </a:lnTo>
                  <a:lnTo>
                    <a:pt x="226230" y="171693"/>
                  </a:lnTo>
                  <a:lnTo>
                    <a:pt x="230250" y="164838"/>
                  </a:lnTo>
                  <a:lnTo>
                    <a:pt x="231282" y="163074"/>
                  </a:lnTo>
                  <a:lnTo>
                    <a:pt x="234232" y="155155"/>
                  </a:lnTo>
                  <a:lnTo>
                    <a:pt x="234480" y="153279"/>
                  </a:lnTo>
                  <a:lnTo>
                    <a:pt x="235095" y="148607"/>
                  </a:lnTo>
                  <a:lnTo>
                    <a:pt x="235184" y="141735"/>
                  </a:lnTo>
                  <a:lnTo>
                    <a:pt x="238725" y="136245"/>
                  </a:lnTo>
                  <a:lnTo>
                    <a:pt x="241704" y="132304"/>
                  </a:lnTo>
                  <a:lnTo>
                    <a:pt x="242232" y="131604"/>
                  </a:lnTo>
                  <a:lnTo>
                    <a:pt x="240256" y="128272"/>
                  </a:lnTo>
                  <a:lnTo>
                    <a:pt x="244157" y="123262"/>
                  </a:lnTo>
                  <a:lnTo>
                    <a:pt x="245701" y="115833"/>
                  </a:lnTo>
                  <a:lnTo>
                    <a:pt x="244934" y="112981"/>
                  </a:lnTo>
                  <a:lnTo>
                    <a:pt x="245463" y="108405"/>
                  </a:lnTo>
                  <a:lnTo>
                    <a:pt x="245162" y="100880"/>
                  </a:lnTo>
                  <a:lnTo>
                    <a:pt x="253262" y="102440"/>
                  </a:lnTo>
                  <a:lnTo>
                    <a:pt x="259794" y="109833"/>
                  </a:lnTo>
                  <a:lnTo>
                    <a:pt x="267723" y="110637"/>
                  </a:lnTo>
                  <a:lnTo>
                    <a:pt x="271958" y="110380"/>
                  </a:lnTo>
                  <a:lnTo>
                    <a:pt x="272929" y="110321"/>
                  </a:lnTo>
                  <a:lnTo>
                    <a:pt x="276247" y="104029"/>
                  </a:lnTo>
                  <a:lnTo>
                    <a:pt x="276345" y="103466"/>
                  </a:lnTo>
                  <a:lnTo>
                    <a:pt x="277172" y="98712"/>
                  </a:lnTo>
                  <a:lnTo>
                    <a:pt x="278721" y="90879"/>
                  </a:lnTo>
                  <a:lnTo>
                    <a:pt x="281787" y="85077"/>
                  </a:lnTo>
                  <a:lnTo>
                    <a:pt x="281466" y="82269"/>
                  </a:lnTo>
                  <a:lnTo>
                    <a:pt x="282040" y="75382"/>
                  </a:lnTo>
                  <a:lnTo>
                    <a:pt x="283573" y="71467"/>
                  </a:lnTo>
                  <a:lnTo>
                    <a:pt x="284318" y="67353"/>
                  </a:lnTo>
                  <a:lnTo>
                    <a:pt x="294824" y="71885"/>
                  </a:lnTo>
                  <a:lnTo>
                    <a:pt x="296627" y="64980"/>
                  </a:lnTo>
                  <a:lnTo>
                    <a:pt x="298552" y="58533"/>
                  </a:lnTo>
                  <a:lnTo>
                    <a:pt x="304049" y="54038"/>
                  </a:lnTo>
                  <a:lnTo>
                    <a:pt x="306957" y="47890"/>
                  </a:lnTo>
                  <a:lnTo>
                    <a:pt x="310361" y="44479"/>
                  </a:lnTo>
                  <a:lnTo>
                    <a:pt x="311392" y="40059"/>
                  </a:lnTo>
                  <a:lnTo>
                    <a:pt x="312234" y="36435"/>
                  </a:lnTo>
                  <a:lnTo>
                    <a:pt x="317061" y="28524"/>
                  </a:lnTo>
                  <a:lnTo>
                    <a:pt x="315422" y="26236"/>
                  </a:lnTo>
                  <a:lnTo>
                    <a:pt x="315894" y="21295"/>
                  </a:lnTo>
                  <a:lnTo>
                    <a:pt x="315244" y="17797"/>
                  </a:lnTo>
                  <a:lnTo>
                    <a:pt x="317668" y="9866"/>
                  </a:lnTo>
                  <a:lnTo>
                    <a:pt x="316646" y="4863"/>
                  </a:lnTo>
                  <a:lnTo>
                    <a:pt x="314702" y="0"/>
                  </a:lnTo>
                  <a:lnTo>
                    <a:pt x="324336" y="4528"/>
                  </a:lnTo>
                  <a:lnTo>
                    <a:pt x="327750" y="6128"/>
                  </a:lnTo>
                  <a:lnTo>
                    <a:pt x="340416" y="12109"/>
                  </a:lnTo>
                  <a:lnTo>
                    <a:pt x="357230" y="20006"/>
                  </a:lnTo>
                  <a:lnTo>
                    <a:pt x="357686" y="16436"/>
                  </a:lnTo>
                  <a:lnTo>
                    <a:pt x="358390" y="10469"/>
                  </a:lnTo>
                  <a:lnTo>
                    <a:pt x="360218" y="1213"/>
                  </a:lnTo>
                  <a:lnTo>
                    <a:pt x="363110" y="725"/>
                  </a:lnTo>
                  <a:lnTo>
                    <a:pt x="363909" y="590"/>
                  </a:lnTo>
                  <a:lnTo>
                    <a:pt x="369496" y="454"/>
                  </a:lnTo>
                  <a:lnTo>
                    <a:pt x="372384" y="1800"/>
                  </a:lnTo>
                  <a:lnTo>
                    <a:pt x="376841" y="3229"/>
                  </a:lnTo>
                  <a:lnTo>
                    <a:pt x="380064" y="5398"/>
                  </a:lnTo>
                  <a:lnTo>
                    <a:pt x="379074" y="8819"/>
                  </a:lnTo>
                  <a:lnTo>
                    <a:pt x="377270" y="11669"/>
                  </a:lnTo>
                  <a:lnTo>
                    <a:pt x="378287" y="15201"/>
                  </a:lnTo>
                  <a:lnTo>
                    <a:pt x="381246" y="15818"/>
                  </a:lnTo>
                  <a:lnTo>
                    <a:pt x="383187" y="18069"/>
                  </a:lnTo>
                  <a:lnTo>
                    <a:pt x="390459" y="17365"/>
                  </a:lnTo>
                  <a:lnTo>
                    <a:pt x="391666" y="17346"/>
                  </a:lnTo>
                  <a:lnTo>
                    <a:pt x="392601" y="17332"/>
                  </a:lnTo>
                  <a:lnTo>
                    <a:pt x="393997" y="17311"/>
                  </a:lnTo>
                  <a:lnTo>
                    <a:pt x="398785" y="18336"/>
                  </a:lnTo>
                  <a:lnTo>
                    <a:pt x="399649" y="21994"/>
                  </a:lnTo>
                  <a:lnTo>
                    <a:pt x="403263" y="22676"/>
                  </a:lnTo>
                  <a:lnTo>
                    <a:pt x="404814" y="22374"/>
                  </a:lnTo>
                  <a:lnTo>
                    <a:pt x="407122" y="21924"/>
                  </a:lnTo>
                  <a:lnTo>
                    <a:pt x="409635" y="24049"/>
                  </a:lnTo>
                  <a:lnTo>
                    <a:pt x="412339" y="26143"/>
                  </a:lnTo>
                  <a:lnTo>
                    <a:pt x="416640" y="28346"/>
                  </a:lnTo>
                  <a:lnTo>
                    <a:pt x="417274" y="30721"/>
                  </a:lnTo>
                  <a:lnTo>
                    <a:pt x="418446" y="35113"/>
                  </a:lnTo>
                  <a:lnTo>
                    <a:pt x="418579" y="35676"/>
                  </a:lnTo>
                  <a:lnTo>
                    <a:pt x="419391" y="39125"/>
                  </a:lnTo>
                  <a:lnTo>
                    <a:pt x="419575" y="39908"/>
                  </a:lnTo>
                  <a:lnTo>
                    <a:pt x="419407" y="42625"/>
                  </a:lnTo>
                  <a:lnTo>
                    <a:pt x="417636" y="43172"/>
                  </a:lnTo>
                  <a:lnTo>
                    <a:pt x="417309" y="43669"/>
                  </a:lnTo>
                  <a:lnTo>
                    <a:pt x="414882" y="47363"/>
                  </a:lnTo>
                  <a:lnTo>
                    <a:pt x="415945" y="50753"/>
                  </a:lnTo>
                  <a:lnTo>
                    <a:pt x="409570" y="52560"/>
                  </a:lnTo>
                  <a:lnTo>
                    <a:pt x="408039" y="52993"/>
                  </a:lnTo>
                  <a:lnTo>
                    <a:pt x="406440" y="60405"/>
                  </a:lnTo>
                  <a:lnTo>
                    <a:pt x="406657" y="66072"/>
                  </a:lnTo>
                  <a:lnTo>
                    <a:pt x="406781" y="69348"/>
                  </a:lnTo>
                  <a:lnTo>
                    <a:pt x="409076" y="76647"/>
                  </a:lnTo>
                  <a:lnTo>
                    <a:pt x="412059" y="78839"/>
                  </a:lnTo>
                  <a:lnTo>
                    <a:pt x="413785" y="80107"/>
                  </a:lnTo>
                  <a:lnTo>
                    <a:pt x="420477" y="76979"/>
                  </a:lnTo>
                  <a:lnTo>
                    <a:pt x="425016" y="75032"/>
                  </a:lnTo>
                  <a:lnTo>
                    <a:pt x="427947" y="73492"/>
                  </a:lnTo>
                  <a:lnTo>
                    <a:pt x="430520" y="75694"/>
                  </a:lnTo>
                  <a:lnTo>
                    <a:pt x="430777" y="78152"/>
                  </a:lnTo>
                  <a:lnTo>
                    <a:pt x="433337" y="79658"/>
                  </a:lnTo>
                  <a:lnTo>
                    <a:pt x="433905" y="79991"/>
                  </a:lnTo>
                  <a:lnTo>
                    <a:pt x="436837" y="82077"/>
                  </a:lnTo>
                  <a:lnTo>
                    <a:pt x="437211" y="84742"/>
                  </a:lnTo>
                  <a:lnTo>
                    <a:pt x="441119" y="85235"/>
                  </a:lnTo>
                  <a:lnTo>
                    <a:pt x="446820" y="86787"/>
                  </a:lnTo>
                  <a:lnTo>
                    <a:pt x="452928" y="85143"/>
                  </a:lnTo>
                  <a:lnTo>
                    <a:pt x="457478" y="84353"/>
                  </a:lnTo>
                  <a:lnTo>
                    <a:pt x="462501" y="83639"/>
                  </a:lnTo>
                  <a:lnTo>
                    <a:pt x="464301" y="86786"/>
                  </a:lnTo>
                  <a:lnTo>
                    <a:pt x="469699" y="89072"/>
                  </a:lnTo>
                  <a:lnTo>
                    <a:pt x="472134" y="91223"/>
                  </a:lnTo>
                  <a:lnTo>
                    <a:pt x="473940" y="92817"/>
                  </a:lnTo>
                  <a:lnTo>
                    <a:pt x="479301" y="95073"/>
                  </a:lnTo>
                  <a:lnTo>
                    <a:pt x="487854" y="96564"/>
                  </a:lnTo>
                  <a:lnTo>
                    <a:pt x="494430" y="98981"/>
                  </a:lnTo>
                  <a:lnTo>
                    <a:pt x="494777" y="104238"/>
                  </a:lnTo>
                  <a:lnTo>
                    <a:pt x="491662" y="108814"/>
                  </a:lnTo>
                  <a:lnTo>
                    <a:pt x="493269" y="115453"/>
                  </a:lnTo>
                  <a:lnTo>
                    <a:pt x="493318" y="119044"/>
                  </a:lnTo>
                  <a:lnTo>
                    <a:pt x="493333" y="120147"/>
                  </a:lnTo>
                  <a:lnTo>
                    <a:pt x="497998" y="123802"/>
                  </a:lnTo>
                  <a:lnTo>
                    <a:pt x="498088" y="126723"/>
                  </a:lnTo>
                  <a:lnTo>
                    <a:pt x="498174" y="129536"/>
                  </a:lnTo>
                  <a:lnTo>
                    <a:pt x="499270" y="131270"/>
                  </a:lnTo>
                  <a:lnTo>
                    <a:pt x="501341" y="134547"/>
                  </a:lnTo>
                  <a:lnTo>
                    <a:pt x="504676" y="140570"/>
                  </a:lnTo>
                  <a:lnTo>
                    <a:pt x="505928" y="144662"/>
                  </a:lnTo>
                  <a:lnTo>
                    <a:pt x="505614" y="150978"/>
                  </a:lnTo>
                  <a:lnTo>
                    <a:pt x="497801" y="147128"/>
                  </a:lnTo>
                  <a:lnTo>
                    <a:pt x="495420" y="145784"/>
                  </a:lnTo>
                  <a:lnTo>
                    <a:pt x="494880" y="146262"/>
                  </a:lnTo>
                  <a:lnTo>
                    <a:pt x="492804" y="148099"/>
                  </a:lnTo>
                  <a:lnTo>
                    <a:pt x="497937" y="153465"/>
                  </a:lnTo>
                  <a:lnTo>
                    <a:pt x="500580" y="156259"/>
                  </a:lnTo>
                  <a:lnTo>
                    <a:pt x="500061" y="158391"/>
                  </a:lnTo>
                  <a:lnTo>
                    <a:pt x="499450" y="160893"/>
                  </a:lnTo>
                  <a:lnTo>
                    <a:pt x="503530" y="163078"/>
                  </a:lnTo>
                  <a:lnTo>
                    <a:pt x="503885" y="163268"/>
                  </a:lnTo>
                  <a:lnTo>
                    <a:pt x="507234" y="166865"/>
                  </a:lnTo>
                  <a:lnTo>
                    <a:pt x="509051" y="168650"/>
                  </a:lnTo>
                  <a:lnTo>
                    <a:pt x="511264" y="170822"/>
                  </a:lnTo>
                  <a:lnTo>
                    <a:pt x="510950" y="178852"/>
                  </a:lnTo>
                  <a:lnTo>
                    <a:pt x="513122" y="180465"/>
                  </a:lnTo>
                  <a:lnTo>
                    <a:pt x="514335" y="181366"/>
                  </a:lnTo>
                  <a:lnTo>
                    <a:pt x="520519" y="182692"/>
                  </a:lnTo>
                  <a:lnTo>
                    <a:pt x="521489" y="182681"/>
                  </a:lnTo>
                  <a:lnTo>
                    <a:pt x="528123" y="182606"/>
                  </a:lnTo>
                  <a:lnTo>
                    <a:pt x="530779" y="180008"/>
                  </a:lnTo>
                  <a:lnTo>
                    <a:pt x="534149" y="179525"/>
                  </a:lnTo>
                  <a:lnTo>
                    <a:pt x="539468" y="189592"/>
                  </a:lnTo>
                  <a:lnTo>
                    <a:pt x="544812" y="198302"/>
                  </a:lnTo>
                  <a:lnTo>
                    <a:pt x="548416" y="203076"/>
                  </a:lnTo>
                  <a:lnTo>
                    <a:pt x="551991" y="209646"/>
                  </a:lnTo>
                  <a:lnTo>
                    <a:pt x="540891" y="212992"/>
                  </a:lnTo>
                  <a:lnTo>
                    <a:pt x="534240" y="214973"/>
                  </a:lnTo>
                  <a:lnTo>
                    <a:pt x="520947" y="218908"/>
                  </a:lnTo>
                  <a:lnTo>
                    <a:pt x="508529" y="222535"/>
                  </a:lnTo>
                  <a:lnTo>
                    <a:pt x="505009" y="223558"/>
                  </a:lnTo>
                  <a:lnTo>
                    <a:pt x="491309" y="227515"/>
                  </a:lnTo>
                  <a:lnTo>
                    <a:pt x="478929" y="231547"/>
                  </a:lnTo>
                  <a:lnTo>
                    <a:pt x="468149" y="234617"/>
                  </a:lnTo>
                  <a:lnTo>
                    <a:pt x="461669" y="236453"/>
                  </a:lnTo>
                  <a:lnTo>
                    <a:pt x="459861" y="236963"/>
                  </a:lnTo>
                  <a:lnTo>
                    <a:pt x="452260" y="239119"/>
                  </a:lnTo>
                  <a:lnTo>
                    <a:pt x="420713" y="247948"/>
                  </a:lnTo>
                  <a:lnTo>
                    <a:pt x="419495" y="248291"/>
                  </a:lnTo>
                  <a:lnTo>
                    <a:pt x="410208" y="250893"/>
                  </a:lnTo>
                  <a:lnTo>
                    <a:pt x="399952" y="253747"/>
                  </a:lnTo>
                  <a:lnTo>
                    <a:pt x="393876" y="255429"/>
                  </a:lnTo>
                  <a:lnTo>
                    <a:pt x="380509" y="259155"/>
                  </a:lnTo>
                  <a:lnTo>
                    <a:pt x="371146" y="261744"/>
                  </a:lnTo>
                  <a:lnTo>
                    <a:pt x="367451" y="262761"/>
                  </a:lnTo>
                  <a:lnTo>
                    <a:pt x="351676" y="266869"/>
                  </a:lnTo>
                  <a:lnTo>
                    <a:pt x="347300" y="268000"/>
                  </a:lnTo>
                  <a:lnTo>
                    <a:pt x="337034" y="270640"/>
                  </a:lnTo>
                  <a:lnTo>
                    <a:pt x="323216" y="274251"/>
                  </a:lnTo>
                  <a:lnTo>
                    <a:pt x="317573" y="275716"/>
                  </a:lnTo>
                  <a:lnTo>
                    <a:pt x="308791" y="277983"/>
                  </a:lnTo>
                  <a:lnTo>
                    <a:pt x="299843" y="280278"/>
                  </a:lnTo>
                  <a:lnTo>
                    <a:pt x="296981" y="281009"/>
                  </a:lnTo>
                  <a:lnTo>
                    <a:pt x="296769" y="281062"/>
                  </a:lnTo>
                  <a:lnTo>
                    <a:pt x="282552" y="284559"/>
                  </a:lnTo>
                  <a:lnTo>
                    <a:pt x="260452" y="289922"/>
                  </a:lnTo>
                  <a:lnTo>
                    <a:pt x="258603" y="290362"/>
                  </a:lnTo>
                  <a:lnTo>
                    <a:pt x="241474" y="294403"/>
                  </a:lnTo>
                  <a:lnTo>
                    <a:pt x="231701" y="296169"/>
                  </a:lnTo>
                  <a:lnTo>
                    <a:pt x="231075" y="296283"/>
                  </a:lnTo>
                  <a:lnTo>
                    <a:pt x="218760" y="298509"/>
                  </a:lnTo>
                  <a:lnTo>
                    <a:pt x="212118" y="299697"/>
                  </a:lnTo>
                  <a:lnTo>
                    <a:pt x="202532" y="301991"/>
                  </a:lnTo>
                  <a:lnTo>
                    <a:pt x="198175" y="303028"/>
                  </a:lnTo>
                  <a:lnTo>
                    <a:pt x="186719" y="305201"/>
                  </a:lnTo>
                  <a:lnTo>
                    <a:pt x="178480" y="306645"/>
                  </a:lnTo>
                  <a:lnTo>
                    <a:pt x="165872" y="309129"/>
                  </a:lnTo>
                  <a:lnTo>
                    <a:pt x="155396" y="311172"/>
                  </a:lnTo>
                  <a:lnTo>
                    <a:pt x="142620" y="313270"/>
                  </a:lnTo>
                  <a:lnTo>
                    <a:pt x="144363" y="310656"/>
                  </a:lnTo>
                  <a:lnTo>
                    <a:pt x="131536" y="313256"/>
                  </a:lnTo>
                  <a:lnTo>
                    <a:pt x="124692" y="314630"/>
                  </a:lnTo>
                  <a:lnTo>
                    <a:pt x="124269" y="316777"/>
                  </a:lnTo>
                  <a:lnTo>
                    <a:pt x="109223" y="320042"/>
                  </a:lnTo>
                  <a:lnTo>
                    <a:pt x="107201" y="320477"/>
                  </a:lnTo>
                  <a:lnTo>
                    <a:pt x="102256" y="321525"/>
                  </a:lnTo>
                  <a:lnTo>
                    <a:pt x="98640" y="322288"/>
                  </a:lnTo>
                  <a:lnTo>
                    <a:pt x="84875" y="325173"/>
                  </a:lnTo>
                  <a:lnTo>
                    <a:pt x="76200" y="327085"/>
                  </a:lnTo>
                  <a:lnTo>
                    <a:pt x="60450" y="330523"/>
                  </a:lnTo>
                  <a:lnTo>
                    <a:pt x="49437" y="332672"/>
                  </a:lnTo>
                  <a:lnTo>
                    <a:pt x="28558" y="336686"/>
                  </a:lnTo>
                  <a:lnTo>
                    <a:pt x="14552" y="339397"/>
                  </a:lnTo>
                  <a:lnTo>
                    <a:pt x="0" y="34217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29648" y="2550921"/>
              <a:ext cx="110278" cy="213922"/>
            </a:xfrm>
            <a:custGeom>
              <a:avLst/>
              <a:pathLst>
                <a:path w="110278" h="213922">
                  <a:moveTo>
                    <a:pt x="20290" y="109768"/>
                  </a:moveTo>
                  <a:lnTo>
                    <a:pt x="19657" y="104031"/>
                  </a:lnTo>
                  <a:lnTo>
                    <a:pt x="20479" y="98142"/>
                  </a:lnTo>
                  <a:lnTo>
                    <a:pt x="21580" y="95336"/>
                  </a:lnTo>
                  <a:lnTo>
                    <a:pt x="21381" y="94898"/>
                  </a:lnTo>
                  <a:lnTo>
                    <a:pt x="19770" y="91352"/>
                  </a:lnTo>
                  <a:lnTo>
                    <a:pt x="17951" y="87848"/>
                  </a:lnTo>
                  <a:lnTo>
                    <a:pt x="18015" y="85548"/>
                  </a:lnTo>
                  <a:lnTo>
                    <a:pt x="17970" y="80449"/>
                  </a:lnTo>
                  <a:lnTo>
                    <a:pt x="15134" y="75548"/>
                  </a:lnTo>
                  <a:lnTo>
                    <a:pt x="12173" y="73144"/>
                  </a:lnTo>
                  <a:lnTo>
                    <a:pt x="10851" y="72070"/>
                  </a:lnTo>
                  <a:lnTo>
                    <a:pt x="10547" y="71822"/>
                  </a:lnTo>
                  <a:lnTo>
                    <a:pt x="7917" y="68139"/>
                  </a:lnTo>
                  <a:lnTo>
                    <a:pt x="7096" y="61299"/>
                  </a:lnTo>
                  <a:lnTo>
                    <a:pt x="6171" y="57141"/>
                  </a:lnTo>
                  <a:lnTo>
                    <a:pt x="6068" y="52656"/>
                  </a:lnTo>
                  <a:lnTo>
                    <a:pt x="3716" y="51334"/>
                  </a:lnTo>
                  <a:lnTo>
                    <a:pt x="2128" y="49186"/>
                  </a:lnTo>
                  <a:lnTo>
                    <a:pt x="2724" y="43620"/>
                  </a:lnTo>
                  <a:lnTo>
                    <a:pt x="995" y="39560"/>
                  </a:lnTo>
                  <a:lnTo>
                    <a:pt x="0" y="36340"/>
                  </a:lnTo>
                  <a:lnTo>
                    <a:pt x="8112" y="33316"/>
                  </a:lnTo>
                  <a:lnTo>
                    <a:pt x="15874" y="30405"/>
                  </a:lnTo>
                  <a:lnTo>
                    <a:pt x="21951" y="28294"/>
                  </a:lnTo>
                  <a:lnTo>
                    <a:pt x="41177" y="21645"/>
                  </a:lnTo>
                  <a:lnTo>
                    <a:pt x="42780" y="21253"/>
                  </a:lnTo>
                  <a:lnTo>
                    <a:pt x="43973" y="20961"/>
                  </a:lnTo>
                  <a:lnTo>
                    <a:pt x="53966" y="17531"/>
                  </a:lnTo>
                  <a:lnTo>
                    <a:pt x="71473" y="11003"/>
                  </a:lnTo>
                  <a:lnTo>
                    <a:pt x="77275" y="8765"/>
                  </a:lnTo>
                  <a:lnTo>
                    <a:pt x="78113" y="8432"/>
                  </a:lnTo>
                  <a:lnTo>
                    <a:pt x="89175" y="4007"/>
                  </a:lnTo>
                  <a:lnTo>
                    <a:pt x="93548" y="2251"/>
                  </a:lnTo>
                  <a:lnTo>
                    <a:pt x="99370" y="0"/>
                  </a:lnTo>
                  <a:lnTo>
                    <a:pt x="98801" y="3550"/>
                  </a:lnTo>
                  <a:lnTo>
                    <a:pt x="102639" y="7834"/>
                  </a:lnTo>
                  <a:lnTo>
                    <a:pt x="102020" y="10838"/>
                  </a:lnTo>
                  <a:lnTo>
                    <a:pt x="101591" y="17742"/>
                  </a:lnTo>
                  <a:lnTo>
                    <a:pt x="100195" y="23447"/>
                  </a:lnTo>
                  <a:lnTo>
                    <a:pt x="104812" y="29020"/>
                  </a:lnTo>
                  <a:lnTo>
                    <a:pt x="107663" y="31318"/>
                  </a:lnTo>
                  <a:lnTo>
                    <a:pt x="109407" y="34975"/>
                  </a:lnTo>
                  <a:lnTo>
                    <a:pt x="107964" y="38322"/>
                  </a:lnTo>
                  <a:lnTo>
                    <a:pt x="109712" y="41777"/>
                  </a:lnTo>
                  <a:lnTo>
                    <a:pt x="107034" y="45716"/>
                  </a:lnTo>
                  <a:lnTo>
                    <a:pt x="105972" y="50360"/>
                  </a:lnTo>
                  <a:lnTo>
                    <a:pt x="102542" y="53214"/>
                  </a:lnTo>
                  <a:lnTo>
                    <a:pt x="101810" y="53822"/>
                  </a:lnTo>
                  <a:lnTo>
                    <a:pt x="100940" y="58321"/>
                  </a:lnTo>
                  <a:lnTo>
                    <a:pt x="100051" y="59113"/>
                  </a:lnTo>
                  <a:lnTo>
                    <a:pt x="98272" y="60697"/>
                  </a:lnTo>
                  <a:lnTo>
                    <a:pt x="94485" y="62065"/>
                  </a:lnTo>
                  <a:lnTo>
                    <a:pt x="91729" y="64227"/>
                  </a:lnTo>
                  <a:lnTo>
                    <a:pt x="90247" y="67700"/>
                  </a:lnTo>
                  <a:lnTo>
                    <a:pt x="91083" y="71401"/>
                  </a:lnTo>
                  <a:lnTo>
                    <a:pt x="92406" y="76427"/>
                  </a:lnTo>
                  <a:lnTo>
                    <a:pt x="93512" y="78247"/>
                  </a:lnTo>
                  <a:lnTo>
                    <a:pt x="96021" y="82378"/>
                  </a:lnTo>
                  <a:lnTo>
                    <a:pt x="95809" y="88549"/>
                  </a:lnTo>
                  <a:lnTo>
                    <a:pt x="94731" y="92738"/>
                  </a:lnTo>
                  <a:lnTo>
                    <a:pt x="96505" y="95874"/>
                  </a:lnTo>
                  <a:lnTo>
                    <a:pt x="95091" y="103141"/>
                  </a:lnTo>
                  <a:lnTo>
                    <a:pt x="96145" y="108555"/>
                  </a:lnTo>
                  <a:lnTo>
                    <a:pt x="95562" y="111889"/>
                  </a:lnTo>
                  <a:lnTo>
                    <a:pt x="95342" y="113143"/>
                  </a:lnTo>
                  <a:lnTo>
                    <a:pt x="92965" y="117514"/>
                  </a:lnTo>
                  <a:lnTo>
                    <a:pt x="93561" y="127238"/>
                  </a:lnTo>
                  <a:lnTo>
                    <a:pt x="93412" y="127541"/>
                  </a:lnTo>
                  <a:lnTo>
                    <a:pt x="91736" y="130945"/>
                  </a:lnTo>
                  <a:lnTo>
                    <a:pt x="93856" y="137338"/>
                  </a:lnTo>
                  <a:lnTo>
                    <a:pt x="95598" y="148290"/>
                  </a:lnTo>
                  <a:lnTo>
                    <a:pt x="97352" y="151415"/>
                  </a:lnTo>
                  <a:lnTo>
                    <a:pt x="97839" y="156290"/>
                  </a:lnTo>
                  <a:lnTo>
                    <a:pt x="97998" y="158945"/>
                  </a:lnTo>
                  <a:lnTo>
                    <a:pt x="98089" y="160474"/>
                  </a:lnTo>
                  <a:lnTo>
                    <a:pt x="99004" y="164936"/>
                  </a:lnTo>
                  <a:lnTo>
                    <a:pt x="99135" y="165574"/>
                  </a:lnTo>
                  <a:lnTo>
                    <a:pt x="101873" y="170518"/>
                  </a:lnTo>
                  <a:lnTo>
                    <a:pt x="101508" y="174409"/>
                  </a:lnTo>
                  <a:lnTo>
                    <a:pt x="103550" y="177204"/>
                  </a:lnTo>
                  <a:lnTo>
                    <a:pt x="101877" y="181064"/>
                  </a:lnTo>
                  <a:lnTo>
                    <a:pt x="100002" y="182862"/>
                  </a:lnTo>
                  <a:lnTo>
                    <a:pt x="101577" y="187349"/>
                  </a:lnTo>
                  <a:lnTo>
                    <a:pt x="101047" y="190347"/>
                  </a:lnTo>
                  <a:lnTo>
                    <a:pt x="103625" y="194866"/>
                  </a:lnTo>
                  <a:lnTo>
                    <a:pt x="108279" y="197060"/>
                  </a:lnTo>
                  <a:lnTo>
                    <a:pt x="110278" y="199391"/>
                  </a:lnTo>
                  <a:lnTo>
                    <a:pt x="90290" y="205654"/>
                  </a:lnTo>
                  <a:lnTo>
                    <a:pt x="87152" y="206663"/>
                  </a:lnTo>
                  <a:lnTo>
                    <a:pt x="83407" y="207863"/>
                  </a:lnTo>
                  <a:lnTo>
                    <a:pt x="78120" y="209552"/>
                  </a:lnTo>
                  <a:lnTo>
                    <a:pt x="64340" y="213922"/>
                  </a:lnTo>
                  <a:lnTo>
                    <a:pt x="61410" y="209999"/>
                  </a:lnTo>
                  <a:lnTo>
                    <a:pt x="61278" y="207266"/>
                  </a:lnTo>
                  <a:lnTo>
                    <a:pt x="61180" y="206936"/>
                  </a:lnTo>
                  <a:lnTo>
                    <a:pt x="58663" y="198447"/>
                  </a:lnTo>
                  <a:lnTo>
                    <a:pt x="56470" y="191064"/>
                  </a:lnTo>
                  <a:lnTo>
                    <a:pt x="49950" y="168737"/>
                  </a:lnTo>
                  <a:lnTo>
                    <a:pt x="48800" y="164814"/>
                  </a:lnTo>
                  <a:lnTo>
                    <a:pt x="44886" y="151051"/>
                  </a:lnTo>
                  <a:lnTo>
                    <a:pt x="40789" y="148100"/>
                  </a:lnTo>
                  <a:lnTo>
                    <a:pt x="37716" y="145514"/>
                  </a:lnTo>
                  <a:lnTo>
                    <a:pt x="35451" y="151404"/>
                  </a:lnTo>
                  <a:lnTo>
                    <a:pt x="33017" y="149539"/>
                  </a:lnTo>
                  <a:lnTo>
                    <a:pt x="32034" y="144635"/>
                  </a:lnTo>
                  <a:lnTo>
                    <a:pt x="32112" y="140991"/>
                  </a:lnTo>
                  <a:lnTo>
                    <a:pt x="32498" y="136087"/>
                  </a:lnTo>
                  <a:lnTo>
                    <a:pt x="32620" y="134524"/>
                  </a:lnTo>
                  <a:lnTo>
                    <a:pt x="29860" y="132155"/>
                  </a:lnTo>
                  <a:lnTo>
                    <a:pt x="29185" y="131576"/>
                  </a:lnTo>
                  <a:lnTo>
                    <a:pt x="28549" y="126661"/>
                  </a:lnTo>
                  <a:lnTo>
                    <a:pt x="25248" y="123012"/>
                  </a:lnTo>
                  <a:lnTo>
                    <a:pt x="23846" y="119464"/>
                  </a:lnTo>
                  <a:lnTo>
                    <a:pt x="23188" y="116524"/>
                  </a:lnTo>
                  <a:lnTo>
                    <a:pt x="20659" y="11465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078110" y="2276422"/>
              <a:ext cx="24580" cy="29787"/>
            </a:xfrm>
            <a:custGeom>
              <a:avLst/>
              <a:pathLst>
                <a:path w="24580" h="29787">
                  <a:moveTo>
                    <a:pt x="490" y="3692"/>
                  </a:moveTo>
                  <a:lnTo>
                    <a:pt x="9169" y="4947"/>
                  </a:lnTo>
                  <a:lnTo>
                    <a:pt x="12193" y="4072"/>
                  </a:lnTo>
                  <a:lnTo>
                    <a:pt x="15606" y="38"/>
                  </a:lnTo>
                  <a:lnTo>
                    <a:pt x="17874" y="0"/>
                  </a:lnTo>
                  <a:lnTo>
                    <a:pt x="22747" y="5292"/>
                  </a:lnTo>
                  <a:lnTo>
                    <a:pt x="24580" y="12763"/>
                  </a:lnTo>
                  <a:lnTo>
                    <a:pt x="20460" y="16334"/>
                  </a:lnTo>
                  <a:lnTo>
                    <a:pt x="20867" y="19996"/>
                  </a:lnTo>
                  <a:lnTo>
                    <a:pt x="19231" y="23990"/>
                  </a:lnTo>
                  <a:lnTo>
                    <a:pt x="16711" y="25334"/>
                  </a:lnTo>
                  <a:lnTo>
                    <a:pt x="16152" y="29787"/>
                  </a:lnTo>
                  <a:lnTo>
                    <a:pt x="12373" y="29540"/>
                  </a:lnTo>
                  <a:lnTo>
                    <a:pt x="10184" y="27058"/>
                  </a:lnTo>
                  <a:lnTo>
                    <a:pt x="5095" y="23844"/>
                  </a:lnTo>
                  <a:lnTo>
                    <a:pt x="1048" y="18818"/>
                  </a:lnTo>
                  <a:lnTo>
                    <a:pt x="0" y="1137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978342" y="2262813"/>
              <a:ext cx="418426" cy="310275"/>
            </a:xfrm>
            <a:custGeom>
              <a:avLst/>
              <a:pathLst>
                <a:path w="418426" h="310275">
                  <a:moveTo>
                    <a:pt x="19065" y="16716"/>
                  </a:moveTo>
                  <a:lnTo>
                    <a:pt x="22785" y="17533"/>
                  </a:lnTo>
                  <a:lnTo>
                    <a:pt x="27174" y="22094"/>
                  </a:lnTo>
                  <a:lnTo>
                    <a:pt x="33694" y="30017"/>
                  </a:lnTo>
                  <a:lnTo>
                    <a:pt x="39683" y="33618"/>
                  </a:lnTo>
                  <a:lnTo>
                    <a:pt x="45952" y="39653"/>
                  </a:lnTo>
                  <a:lnTo>
                    <a:pt x="47548" y="43458"/>
                  </a:lnTo>
                  <a:lnTo>
                    <a:pt x="55672" y="47461"/>
                  </a:lnTo>
                  <a:lnTo>
                    <a:pt x="63304" y="49665"/>
                  </a:lnTo>
                  <a:lnTo>
                    <a:pt x="66123" y="50550"/>
                  </a:lnTo>
                  <a:lnTo>
                    <a:pt x="71934" y="53304"/>
                  </a:lnTo>
                  <a:lnTo>
                    <a:pt x="76767" y="57074"/>
                  </a:lnTo>
                  <a:lnTo>
                    <a:pt x="82917" y="59845"/>
                  </a:lnTo>
                  <a:lnTo>
                    <a:pt x="86815" y="60657"/>
                  </a:lnTo>
                  <a:lnTo>
                    <a:pt x="92912" y="57666"/>
                  </a:lnTo>
                  <a:lnTo>
                    <a:pt x="95564" y="63122"/>
                  </a:lnTo>
                  <a:lnTo>
                    <a:pt x="97990" y="66366"/>
                  </a:lnTo>
                  <a:lnTo>
                    <a:pt x="101097" y="66627"/>
                  </a:lnTo>
                  <a:lnTo>
                    <a:pt x="103143" y="66298"/>
                  </a:lnTo>
                  <a:lnTo>
                    <a:pt x="107616" y="65575"/>
                  </a:lnTo>
                  <a:lnTo>
                    <a:pt x="111482" y="65988"/>
                  </a:lnTo>
                  <a:lnTo>
                    <a:pt x="113681" y="70003"/>
                  </a:lnTo>
                  <a:lnTo>
                    <a:pt x="111512" y="76644"/>
                  </a:lnTo>
                  <a:lnTo>
                    <a:pt x="110549" y="79969"/>
                  </a:lnTo>
                  <a:lnTo>
                    <a:pt x="111898" y="84722"/>
                  </a:lnTo>
                  <a:lnTo>
                    <a:pt x="112803" y="84818"/>
                  </a:lnTo>
                  <a:lnTo>
                    <a:pt x="113732" y="84916"/>
                  </a:lnTo>
                  <a:lnTo>
                    <a:pt x="116496" y="83568"/>
                  </a:lnTo>
                  <a:lnTo>
                    <a:pt x="118228" y="82721"/>
                  </a:lnTo>
                  <a:lnTo>
                    <a:pt x="119090" y="80533"/>
                  </a:lnTo>
                  <a:lnTo>
                    <a:pt x="116625" y="76912"/>
                  </a:lnTo>
                  <a:lnTo>
                    <a:pt x="118904" y="70921"/>
                  </a:lnTo>
                  <a:lnTo>
                    <a:pt x="118353" y="66350"/>
                  </a:lnTo>
                  <a:lnTo>
                    <a:pt x="115105" y="62851"/>
                  </a:lnTo>
                  <a:lnTo>
                    <a:pt x="114574" y="57125"/>
                  </a:lnTo>
                  <a:lnTo>
                    <a:pt x="118132" y="53558"/>
                  </a:lnTo>
                  <a:lnTo>
                    <a:pt x="122383" y="46684"/>
                  </a:lnTo>
                  <a:lnTo>
                    <a:pt x="122557" y="46402"/>
                  </a:lnTo>
                  <a:lnTo>
                    <a:pt x="122759" y="41404"/>
                  </a:lnTo>
                  <a:lnTo>
                    <a:pt x="125930" y="37883"/>
                  </a:lnTo>
                  <a:lnTo>
                    <a:pt x="127657" y="33524"/>
                  </a:lnTo>
                  <a:lnTo>
                    <a:pt x="127537" y="28719"/>
                  </a:lnTo>
                  <a:lnTo>
                    <a:pt x="127382" y="22230"/>
                  </a:lnTo>
                  <a:lnTo>
                    <a:pt x="128443" y="16939"/>
                  </a:lnTo>
                  <a:lnTo>
                    <a:pt x="128959" y="12996"/>
                  </a:lnTo>
                  <a:lnTo>
                    <a:pt x="126953" y="8624"/>
                  </a:lnTo>
                  <a:lnTo>
                    <a:pt x="126942" y="3741"/>
                  </a:lnTo>
                  <a:lnTo>
                    <a:pt x="131514" y="0"/>
                  </a:lnTo>
                  <a:lnTo>
                    <a:pt x="156641" y="7407"/>
                  </a:lnTo>
                  <a:lnTo>
                    <a:pt x="164213" y="9636"/>
                  </a:lnTo>
                  <a:lnTo>
                    <a:pt x="181355" y="14953"/>
                  </a:lnTo>
                  <a:lnTo>
                    <a:pt x="199115" y="19757"/>
                  </a:lnTo>
                  <a:lnTo>
                    <a:pt x="212572" y="23363"/>
                  </a:lnTo>
                  <a:lnTo>
                    <a:pt x="226263" y="27179"/>
                  </a:lnTo>
                  <a:lnTo>
                    <a:pt x="232994" y="29036"/>
                  </a:lnTo>
                  <a:lnTo>
                    <a:pt x="250024" y="33550"/>
                  </a:lnTo>
                  <a:lnTo>
                    <a:pt x="268776" y="38580"/>
                  </a:lnTo>
                  <a:lnTo>
                    <a:pt x="296061" y="45500"/>
                  </a:lnTo>
                  <a:lnTo>
                    <a:pt x="312425" y="49594"/>
                  </a:lnTo>
                  <a:lnTo>
                    <a:pt x="327294" y="53246"/>
                  </a:lnTo>
                  <a:lnTo>
                    <a:pt x="359521" y="60955"/>
                  </a:lnTo>
                  <a:lnTo>
                    <a:pt x="369384" y="63258"/>
                  </a:lnTo>
                  <a:lnTo>
                    <a:pt x="389343" y="67810"/>
                  </a:lnTo>
                  <a:lnTo>
                    <a:pt x="398307" y="69878"/>
                  </a:lnTo>
                  <a:lnTo>
                    <a:pt x="406486" y="71747"/>
                  </a:lnTo>
                  <a:lnTo>
                    <a:pt x="418426" y="74435"/>
                  </a:lnTo>
                  <a:lnTo>
                    <a:pt x="415730" y="86323"/>
                  </a:lnTo>
                  <a:lnTo>
                    <a:pt x="412382" y="101116"/>
                  </a:lnTo>
                  <a:lnTo>
                    <a:pt x="408225" y="119365"/>
                  </a:lnTo>
                  <a:lnTo>
                    <a:pt x="402758" y="142537"/>
                  </a:lnTo>
                  <a:lnTo>
                    <a:pt x="401377" y="148735"/>
                  </a:lnTo>
                  <a:lnTo>
                    <a:pt x="400196" y="154041"/>
                  </a:lnTo>
                  <a:lnTo>
                    <a:pt x="395998" y="172937"/>
                  </a:lnTo>
                  <a:lnTo>
                    <a:pt x="389705" y="201777"/>
                  </a:lnTo>
                  <a:lnTo>
                    <a:pt x="387892" y="210116"/>
                  </a:lnTo>
                  <a:lnTo>
                    <a:pt x="386118" y="218282"/>
                  </a:lnTo>
                  <a:lnTo>
                    <a:pt x="385648" y="220427"/>
                  </a:lnTo>
                  <a:lnTo>
                    <a:pt x="375669" y="266160"/>
                  </a:lnTo>
                  <a:lnTo>
                    <a:pt x="374482" y="271623"/>
                  </a:lnTo>
                  <a:lnTo>
                    <a:pt x="373873" y="275228"/>
                  </a:lnTo>
                  <a:lnTo>
                    <a:pt x="373659" y="276497"/>
                  </a:lnTo>
                  <a:lnTo>
                    <a:pt x="371252" y="280588"/>
                  </a:lnTo>
                  <a:lnTo>
                    <a:pt x="373892" y="285288"/>
                  </a:lnTo>
                  <a:lnTo>
                    <a:pt x="374808" y="289564"/>
                  </a:lnTo>
                  <a:lnTo>
                    <a:pt x="373980" y="293769"/>
                  </a:lnTo>
                  <a:lnTo>
                    <a:pt x="375584" y="296466"/>
                  </a:lnTo>
                  <a:lnTo>
                    <a:pt x="374489" y="298559"/>
                  </a:lnTo>
                  <a:lnTo>
                    <a:pt x="371031" y="302518"/>
                  </a:lnTo>
                  <a:lnTo>
                    <a:pt x="372737" y="304841"/>
                  </a:lnTo>
                  <a:lnTo>
                    <a:pt x="373068" y="310275"/>
                  </a:lnTo>
                  <a:lnTo>
                    <a:pt x="349579" y="305085"/>
                  </a:lnTo>
                  <a:lnTo>
                    <a:pt x="342844" y="303493"/>
                  </a:lnTo>
                  <a:lnTo>
                    <a:pt x="336247" y="301923"/>
                  </a:lnTo>
                  <a:lnTo>
                    <a:pt x="330136" y="300459"/>
                  </a:lnTo>
                  <a:lnTo>
                    <a:pt x="316233" y="297275"/>
                  </a:lnTo>
                  <a:lnTo>
                    <a:pt x="315200" y="297036"/>
                  </a:lnTo>
                  <a:lnTo>
                    <a:pt x="295380" y="292407"/>
                  </a:lnTo>
                  <a:lnTo>
                    <a:pt x="278827" y="288469"/>
                  </a:lnTo>
                  <a:lnTo>
                    <a:pt x="262304" y="284588"/>
                  </a:lnTo>
                  <a:lnTo>
                    <a:pt x="257570" y="286837"/>
                  </a:lnTo>
                  <a:lnTo>
                    <a:pt x="253636" y="287992"/>
                  </a:lnTo>
                  <a:lnTo>
                    <a:pt x="246782" y="285728"/>
                  </a:lnTo>
                  <a:lnTo>
                    <a:pt x="240715" y="285741"/>
                  </a:lnTo>
                  <a:lnTo>
                    <a:pt x="236943" y="285497"/>
                  </a:lnTo>
                  <a:lnTo>
                    <a:pt x="233842" y="285295"/>
                  </a:lnTo>
                  <a:lnTo>
                    <a:pt x="229749" y="282691"/>
                  </a:lnTo>
                  <a:lnTo>
                    <a:pt x="228093" y="282761"/>
                  </a:lnTo>
                  <a:lnTo>
                    <a:pt x="223183" y="286705"/>
                  </a:lnTo>
                  <a:lnTo>
                    <a:pt x="215924" y="285642"/>
                  </a:lnTo>
                  <a:lnTo>
                    <a:pt x="212251" y="285478"/>
                  </a:lnTo>
                  <a:lnTo>
                    <a:pt x="206779" y="285228"/>
                  </a:lnTo>
                  <a:lnTo>
                    <a:pt x="204730" y="285752"/>
                  </a:lnTo>
                  <a:lnTo>
                    <a:pt x="200442" y="286845"/>
                  </a:lnTo>
                  <a:lnTo>
                    <a:pt x="196409" y="286799"/>
                  </a:lnTo>
                  <a:lnTo>
                    <a:pt x="191771" y="289505"/>
                  </a:lnTo>
                  <a:lnTo>
                    <a:pt x="187871" y="288882"/>
                  </a:lnTo>
                  <a:lnTo>
                    <a:pt x="180937" y="288895"/>
                  </a:lnTo>
                  <a:lnTo>
                    <a:pt x="176442" y="287661"/>
                  </a:lnTo>
                  <a:lnTo>
                    <a:pt x="175522" y="287408"/>
                  </a:lnTo>
                  <a:lnTo>
                    <a:pt x="171921" y="282605"/>
                  </a:lnTo>
                  <a:lnTo>
                    <a:pt x="169576" y="282043"/>
                  </a:lnTo>
                  <a:lnTo>
                    <a:pt x="168445" y="282545"/>
                  </a:lnTo>
                  <a:lnTo>
                    <a:pt x="166070" y="283600"/>
                  </a:lnTo>
                  <a:lnTo>
                    <a:pt x="156312" y="284672"/>
                  </a:lnTo>
                  <a:lnTo>
                    <a:pt x="153600" y="286318"/>
                  </a:lnTo>
                  <a:lnTo>
                    <a:pt x="152728" y="285659"/>
                  </a:lnTo>
                  <a:lnTo>
                    <a:pt x="151301" y="284580"/>
                  </a:lnTo>
                  <a:lnTo>
                    <a:pt x="143623" y="283217"/>
                  </a:lnTo>
                  <a:lnTo>
                    <a:pt x="140979" y="285143"/>
                  </a:lnTo>
                  <a:lnTo>
                    <a:pt x="137498" y="284997"/>
                  </a:lnTo>
                  <a:lnTo>
                    <a:pt x="137151" y="279518"/>
                  </a:lnTo>
                  <a:lnTo>
                    <a:pt x="131376" y="275135"/>
                  </a:lnTo>
                  <a:lnTo>
                    <a:pt x="126589" y="274729"/>
                  </a:lnTo>
                  <a:lnTo>
                    <a:pt x="125789" y="274086"/>
                  </a:lnTo>
                  <a:lnTo>
                    <a:pt x="121893" y="270948"/>
                  </a:lnTo>
                  <a:lnTo>
                    <a:pt x="121467" y="270605"/>
                  </a:lnTo>
                  <a:lnTo>
                    <a:pt x="113840" y="270269"/>
                  </a:lnTo>
                  <a:lnTo>
                    <a:pt x="110066" y="270133"/>
                  </a:lnTo>
                  <a:lnTo>
                    <a:pt x="106300" y="268017"/>
                  </a:lnTo>
                  <a:lnTo>
                    <a:pt x="103051" y="268225"/>
                  </a:lnTo>
                  <a:lnTo>
                    <a:pt x="100593" y="270138"/>
                  </a:lnTo>
                  <a:lnTo>
                    <a:pt x="99214" y="270387"/>
                  </a:lnTo>
                  <a:lnTo>
                    <a:pt x="97523" y="270692"/>
                  </a:lnTo>
                  <a:lnTo>
                    <a:pt x="94147" y="272155"/>
                  </a:lnTo>
                  <a:lnTo>
                    <a:pt x="88249" y="273181"/>
                  </a:lnTo>
                  <a:lnTo>
                    <a:pt x="83773" y="272388"/>
                  </a:lnTo>
                  <a:lnTo>
                    <a:pt x="79696" y="273531"/>
                  </a:lnTo>
                  <a:lnTo>
                    <a:pt x="78860" y="273765"/>
                  </a:lnTo>
                  <a:lnTo>
                    <a:pt x="75294" y="272411"/>
                  </a:lnTo>
                  <a:lnTo>
                    <a:pt x="73316" y="269527"/>
                  </a:lnTo>
                  <a:lnTo>
                    <a:pt x="69952" y="269586"/>
                  </a:lnTo>
                  <a:lnTo>
                    <a:pt x="67549" y="267243"/>
                  </a:lnTo>
                  <a:lnTo>
                    <a:pt x="60112" y="262862"/>
                  </a:lnTo>
                  <a:lnTo>
                    <a:pt x="55900" y="258749"/>
                  </a:lnTo>
                  <a:lnTo>
                    <a:pt x="55341" y="257055"/>
                  </a:lnTo>
                  <a:lnTo>
                    <a:pt x="54790" y="255385"/>
                  </a:lnTo>
                  <a:lnTo>
                    <a:pt x="56292" y="251792"/>
                  </a:lnTo>
                  <a:lnTo>
                    <a:pt x="57242" y="249520"/>
                  </a:lnTo>
                  <a:lnTo>
                    <a:pt x="56583" y="245071"/>
                  </a:lnTo>
                  <a:lnTo>
                    <a:pt x="57899" y="242027"/>
                  </a:lnTo>
                  <a:lnTo>
                    <a:pt x="58435" y="240788"/>
                  </a:lnTo>
                  <a:lnTo>
                    <a:pt x="58054" y="236908"/>
                  </a:lnTo>
                  <a:lnTo>
                    <a:pt x="59009" y="233150"/>
                  </a:lnTo>
                  <a:lnTo>
                    <a:pt x="58003" y="228375"/>
                  </a:lnTo>
                  <a:lnTo>
                    <a:pt x="57055" y="222294"/>
                  </a:lnTo>
                  <a:lnTo>
                    <a:pt x="54468" y="219758"/>
                  </a:lnTo>
                  <a:lnTo>
                    <a:pt x="52954" y="216876"/>
                  </a:lnTo>
                  <a:lnTo>
                    <a:pt x="48293" y="211170"/>
                  </a:lnTo>
                  <a:lnTo>
                    <a:pt x="45741" y="210092"/>
                  </a:lnTo>
                  <a:lnTo>
                    <a:pt x="42927" y="210744"/>
                  </a:lnTo>
                  <a:lnTo>
                    <a:pt x="38791" y="211697"/>
                  </a:lnTo>
                  <a:lnTo>
                    <a:pt x="34461" y="210267"/>
                  </a:lnTo>
                  <a:lnTo>
                    <a:pt x="34063" y="210136"/>
                  </a:lnTo>
                  <a:lnTo>
                    <a:pt x="31785" y="206466"/>
                  </a:lnTo>
                  <a:lnTo>
                    <a:pt x="33054" y="202863"/>
                  </a:lnTo>
                  <a:lnTo>
                    <a:pt x="31270" y="198978"/>
                  </a:lnTo>
                  <a:lnTo>
                    <a:pt x="27498" y="198666"/>
                  </a:lnTo>
                  <a:lnTo>
                    <a:pt x="21342" y="196125"/>
                  </a:lnTo>
                  <a:lnTo>
                    <a:pt x="20619" y="192670"/>
                  </a:lnTo>
                  <a:lnTo>
                    <a:pt x="18882" y="193306"/>
                  </a:lnTo>
                  <a:lnTo>
                    <a:pt x="16856" y="194046"/>
                  </a:lnTo>
                  <a:lnTo>
                    <a:pt x="14637" y="192643"/>
                  </a:lnTo>
                  <a:lnTo>
                    <a:pt x="9999" y="194887"/>
                  </a:lnTo>
                  <a:lnTo>
                    <a:pt x="8379" y="193903"/>
                  </a:lnTo>
                  <a:lnTo>
                    <a:pt x="6786" y="190754"/>
                  </a:lnTo>
                  <a:lnTo>
                    <a:pt x="6345" y="189404"/>
                  </a:lnTo>
                  <a:lnTo>
                    <a:pt x="0" y="189450"/>
                  </a:lnTo>
                  <a:lnTo>
                    <a:pt x="2253" y="185133"/>
                  </a:lnTo>
                  <a:lnTo>
                    <a:pt x="6615" y="172484"/>
                  </a:lnTo>
                  <a:lnTo>
                    <a:pt x="9248" y="161745"/>
                  </a:lnTo>
                  <a:lnTo>
                    <a:pt x="14999" y="163067"/>
                  </a:lnTo>
                  <a:lnTo>
                    <a:pt x="17791" y="160880"/>
                  </a:lnTo>
                  <a:lnTo>
                    <a:pt x="16101" y="156878"/>
                  </a:lnTo>
                  <a:lnTo>
                    <a:pt x="11160" y="153555"/>
                  </a:lnTo>
                  <a:lnTo>
                    <a:pt x="11764" y="148767"/>
                  </a:lnTo>
                  <a:lnTo>
                    <a:pt x="11934" y="147424"/>
                  </a:lnTo>
                  <a:lnTo>
                    <a:pt x="12317" y="139550"/>
                  </a:lnTo>
                  <a:lnTo>
                    <a:pt x="10673" y="137275"/>
                  </a:lnTo>
                  <a:lnTo>
                    <a:pt x="12880" y="132228"/>
                  </a:lnTo>
                  <a:lnTo>
                    <a:pt x="15834" y="119392"/>
                  </a:lnTo>
                  <a:lnTo>
                    <a:pt x="15850" y="118036"/>
                  </a:lnTo>
                  <a:lnTo>
                    <a:pt x="16537" y="108701"/>
                  </a:lnTo>
                  <a:lnTo>
                    <a:pt x="13980" y="102128"/>
                  </a:lnTo>
                  <a:lnTo>
                    <a:pt x="16592" y="87944"/>
                  </a:lnTo>
                  <a:lnTo>
                    <a:pt x="16772" y="86975"/>
                  </a:lnTo>
                  <a:lnTo>
                    <a:pt x="17505" y="74928"/>
                  </a:lnTo>
                  <a:lnTo>
                    <a:pt x="16368" y="68169"/>
                  </a:lnTo>
                  <a:lnTo>
                    <a:pt x="14668" y="61703"/>
                  </a:lnTo>
                  <a:lnTo>
                    <a:pt x="12076" y="57179"/>
                  </a:lnTo>
                  <a:lnTo>
                    <a:pt x="11638" y="56412"/>
                  </a:lnTo>
                  <a:lnTo>
                    <a:pt x="11189" y="49803"/>
                  </a:lnTo>
                  <a:lnTo>
                    <a:pt x="12654" y="43108"/>
                  </a:lnTo>
                  <a:lnTo>
                    <a:pt x="13802" y="39303"/>
                  </a:lnTo>
                  <a:lnTo>
                    <a:pt x="13437" y="34573"/>
                  </a:lnTo>
                  <a:lnTo>
                    <a:pt x="16663" y="29995"/>
                  </a:lnTo>
                  <a:lnTo>
                    <a:pt x="19630" y="244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85277" y="4007549"/>
              <a:ext cx="15454" cy="14454"/>
            </a:xfrm>
            <a:custGeom>
              <a:avLst/>
              <a:pathLst>
                <a:path w="15454" h="14454">
                  <a:moveTo>
                    <a:pt x="0" y="5"/>
                  </a:moveTo>
                  <a:lnTo>
                    <a:pt x="6272" y="0"/>
                  </a:lnTo>
                  <a:lnTo>
                    <a:pt x="11563" y="6589"/>
                  </a:lnTo>
                  <a:lnTo>
                    <a:pt x="15454" y="11449"/>
                  </a:lnTo>
                  <a:lnTo>
                    <a:pt x="12630" y="14454"/>
                  </a:lnTo>
                  <a:lnTo>
                    <a:pt x="10167" y="12457"/>
                  </a:lnTo>
                  <a:lnTo>
                    <a:pt x="5247" y="10952"/>
                  </a:lnTo>
                  <a:lnTo>
                    <a:pt x="4865" y="7830"/>
                  </a:lnTo>
                  <a:lnTo>
                    <a:pt x="1251" y="255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976781" y="4036172"/>
              <a:ext cx="13451" cy="17693"/>
            </a:xfrm>
            <a:custGeom>
              <a:avLst/>
              <a:pathLst>
                <a:path w="13451" h="17693">
                  <a:moveTo>
                    <a:pt x="2875" y="0"/>
                  </a:moveTo>
                  <a:lnTo>
                    <a:pt x="5149" y="4317"/>
                  </a:lnTo>
                  <a:lnTo>
                    <a:pt x="9217" y="11140"/>
                  </a:lnTo>
                  <a:lnTo>
                    <a:pt x="13451" y="17158"/>
                  </a:lnTo>
                  <a:lnTo>
                    <a:pt x="9173" y="17693"/>
                  </a:lnTo>
                  <a:lnTo>
                    <a:pt x="6282" y="14008"/>
                  </a:lnTo>
                  <a:lnTo>
                    <a:pt x="2216" y="7074"/>
                  </a:lnTo>
                  <a:lnTo>
                    <a:pt x="0" y="66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928573" y="4006582"/>
              <a:ext cx="8174" cy="6678"/>
            </a:xfrm>
            <a:custGeom>
              <a:avLst/>
              <a:pathLst>
                <a:path w="8174" h="6678">
                  <a:moveTo>
                    <a:pt x="0" y="1010"/>
                  </a:moveTo>
                  <a:lnTo>
                    <a:pt x="4155" y="0"/>
                  </a:lnTo>
                  <a:lnTo>
                    <a:pt x="8174" y="3809"/>
                  </a:lnTo>
                  <a:lnTo>
                    <a:pt x="7528" y="6288"/>
                  </a:lnTo>
                  <a:lnTo>
                    <a:pt x="5419" y="6678"/>
                  </a:lnTo>
                  <a:lnTo>
                    <a:pt x="1199" y="44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920992" y="3951443"/>
              <a:ext cx="29935" cy="11107"/>
            </a:xfrm>
            <a:custGeom>
              <a:avLst/>
              <a:pathLst>
                <a:path w="29935" h="11107">
                  <a:moveTo>
                    <a:pt x="0" y="85"/>
                  </a:moveTo>
                  <a:lnTo>
                    <a:pt x="3385" y="0"/>
                  </a:lnTo>
                  <a:lnTo>
                    <a:pt x="9485" y="2995"/>
                  </a:lnTo>
                  <a:lnTo>
                    <a:pt x="18945" y="4959"/>
                  </a:lnTo>
                  <a:lnTo>
                    <a:pt x="24177" y="6158"/>
                  </a:lnTo>
                  <a:lnTo>
                    <a:pt x="25709" y="6508"/>
                  </a:lnTo>
                  <a:lnTo>
                    <a:pt x="29935" y="7734"/>
                  </a:lnTo>
                  <a:lnTo>
                    <a:pt x="29308" y="11080"/>
                  </a:lnTo>
                  <a:lnTo>
                    <a:pt x="27672" y="11107"/>
                  </a:lnTo>
                  <a:lnTo>
                    <a:pt x="22458" y="9750"/>
                  </a:lnTo>
                  <a:lnTo>
                    <a:pt x="18839" y="8804"/>
                  </a:lnTo>
                  <a:lnTo>
                    <a:pt x="12771" y="8193"/>
                  </a:lnTo>
                  <a:lnTo>
                    <a:pt x="9224" y="9178"/>
                  </a:lnTo>
                  <a:lnTo>
                    <a:pt x="5200" y="7981"/>
                  </a:lnTo>
                  <a:lnTo>
                    <a:pt x="1231" y="5813"/>
                  </a:lnTo>
                  <a:lnTo>
                    <a:pt x="1645" y="290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91336" y="3944326"/>
              <a:ext cx="24899" cy="15258"/>
            </a:xfrm>
            <a:custGeom>
              <a:avLst/>
              <a:pathLst>
                <a:path w="24899" h="15258">
                  <a:moveTo>
                    <a:pt x="5360" y="0"/>
                  </a:moveTo>
                  <a:lnTo>
                    <a:pt x="11911" y="2960"/>
                  </a:lnTo>
                  <a:lnTo>
                    <a:pt x="17258" y="6438"/>
                  </a:lnTo>
                  <a:lnTo>
                    <a:pt x="21813" y="6737"/>
                  </a:lnTo>
                  <a:lnTo>
                    <a:pt x="24899" y="11234"/>
                  </a:lnTo>
                  <a:lnTo>
                    <a:pt x="24890" y="14120"/>
                  </a:lnTo>
                  <a:lnTo>
                    <a:pt x="20358" y="14966"/>
                  </a:lnTo>
                  <a:lnTo>
                    <a:pt x="16163" y="15258"/>
                  </a:lnTo>
                  <a:lnTo>
                    <a:pt x="13508" y="12359"/>
                  </a:lnTo>
                  <a:lnTo>
                    <a:pt x="12777" y="10164"/>
                  </a:lnTo>
                  <a:lnTo>
                    <a:pt x="4323" y="5651"/>
                  </a:lnTo>
                  <a:lnTo>
                    <a:pt x="0" y="2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93611" y="3367903"/>
              <a:ext cx="446738" cy="732350"/>
            </a:xfrm>
            <a:custGeom>
              <a:avLst/>
              <a:pathLst>
                <a:path w="446738" h="732350">
                  <a:moveTo>
                    <a:pt x="3481" y="95236"/>
                  </a:moveTo>
                  <a:lnTo>
                    <a:pt x="10585" y="86386"/>
                  </a:lnTo>
                  <a:lnTo>
                    <a:pt x="20121" y="76191"/>
                  </a:lnTo>
                  <a:lnTo>
                    <a:pt x="25715" y="67513"/>
                  </a:lnTo>
                  <a:lnTo>
                    <a:pt x="26485" y="63521"/>
                  </a:lnTo>
                  <a:lnTo>
                    <a:pt x="25816" y="60556"/>
                  </a:lnTo>
                  <a:lnTo>
                    <a:pt x="26338" y="57038"/>
                  </a:lnTo>
                  <a:lnTo>
                    <a:pt x="29300" y="54305"/>
                  </a:lnTo>
                  <a:lnTo>
                    <a:pt x="32625" y="48332"/>
                  </a:lnTo>
                  <a:lnTo>
                    <a:pt x="36916" y="38807"/>
                  </a:lnTo>
                  <a:lnTo>
                    <a:pt x="37183" y="37093"/>
                  </a:lnTo>
                  <a:lnTo>
                    <a:pt x="38068" y="31438"/>
                  </a:lnTo>
                  <a:lnTo>
                    <a:pt x="37986" y="25622"/>
                  </a:lnTo>
                  <a:lnTo>
                    <a:pt x="38213" y="19947"/>
                  </a:lnTo>
                  <a:lnTo>
                    <a:pt x="38072" y="18509"/>
                  </a:lnTo>
                  <a:lnTo>
                    <a:pt x="36455" y="17490"/>
                  </a:lnTo>
                  <a:lnTo>
                    <a:pt x="34960" y="13010"/>
                  </a:lnTo>
                  <a:lnTo>
                    <a:pt x="37214" y="9840"/>
                  </a:lnTo>
                  <a:lnTo>
                    <a:pt x="39805" y="3886"/>
                  </a:lnTo>
                  <a:lnTo>
                    <a:pt x="40523" y="0"/>
                  </a:lnTo>
                  <a:lnTo>
                    <a:pt x="50485" y="3236"/>
                  </a:lnTo>
                  <a:lnTo>
                    <a:pt x="59002" y="5876"/>
                  </a:lnTo>
                  <a:lnTo>
                    <a:pt x="66855" y="8291"/>
                  </a:lnTo>
                  <a:lnTo>
                    <a:pt x="73504" y="10005"/>
                  </a:lnTo>
                  <a:lnTo>
                    <a:pt x="77573" y="11047"/>
                  </a:lnTo>
                  <a:lnTo>
                    <a:pt x="81686" y="12455"/>
                  </a:lnTo>
                  <a:lnTo>
                    <a:pt x="87359" y="13721"/>
                  </a:lnTo>
                  <a:lnTo>
                    <a:pt x="91499" y="14640"/>
                  </a:lnTo>
                  <a:lnTo>
                    <a:pt x="96195" y="16462"/>
                  </a:lnTo>
                  <a:lnTo>
                    <a:pt x="107936" y="19815"/>
                  </a:lnTo>
                  <a:lnTo>
                    <a:pt x="122324" y="23647"/>
                  </a:lnTo>
                  <a:lnTo>
                    <a:pt x="132452" y="26577"/>
                  </a:lnTo>
                  <a:lnTo>
                    <a:pt x="141414" y="29243"/>
                  </a:lnTo>
                  <a:lnTo>
                    <a:pt x="153619" y="32835"/>
                  </a:lnTo>
                  <a:lnTo>
                    <a:pt x="161806" y="35285"/>
                  </a:lnTo>
                  <a:lnTo>
                    <a:pt x="172709" y="38485"/>
                  </a:lnTo>
                  <a:lnTo>
                    <a:pt x="173089" y="38595"/>
                  </a:lnTo>
                  <a:lnTo>
                    <a:pt x="182172" y="41014"/>
                  </a:lnTo>
                  <a:lnTo>
                    <a:pt x="192503" y="44074"/>
                  </a:lnTo>
                  <a:lnTo>
                    <a:pt x="199993" y="46046"/>
                  </a:lnTo>
                  <a:lnTo>
                    <a:pt x="209054" y="48410"/>
                  </a:lnTo>
                  <a:lnTo>
                    <a:pt x="218287" y="50802"/>
                  </a:lnTo>
                  <a:lnTo>
                    <a:pt x="233744" y="54709"/>
                  </a:lnTo>
                  <a:lnTo>
                    <a:pt x="242569" y="56946"/>
                  </a:lnTo>
                  <a:lnTo>
                    <a:pt x="240656" y="64861"/>
                  </a:lnTo>
                  <a:lnTo>
                    <a:pt x="236631" y="81822"/>
                  </a:lnTo>
                  <a:lnTo>
                    <a:pt x="229672" y="110578"/>
                  </a:lnTo>
                  <a:lnTo>
                    <a:pt x="224694" y="131640"/>
                  </a:lnTo>
                  <a:lnTo>
                    <a:pt x="222504" y="141253"/>
                  </a:lnTo>
                  <a:lnTo>
                    <a:pt x="216322" y="167735"/>
                  </a:lnTo>
                  <a:lnTo>
                    <a:pt x="213240" y="180626"/>
                  </a:lnTo>
                  <a:lnTo>
                    <a:pt x="210577" y="191866"/>
                  </a:lnTo>
                  <a:lnTo>
                    <a:pt x="206836" y="207339"/>
                  </a:lnTo>
                  <a:lnTo>
                    <a:pt x="203911" y="219471"/>
                  </a:lnTo>
                  <a:lnTo>
                    <a:pt x="202400" y="225667"/>
                  </a:lnTo>
                  <a:lnTo>
                    <a:pt x="200332" y="234159"/>
                  </a:lnTo>
                  <a:lnTo>
                    <a:pt x="199927" y="235825"/>
                  </a:lnTo>
                  <a:lnTo>
                    <a:pt x="198088" y="244168"/>
                  </a:lnTo>
                  <a:lnTo>
                    <a:pt x="197314" y="247683"/>
                  </a:lnTo>
                  <a:lnTo>
                    <a:pt x="196654" y="250684"/>
                  </a:lnTo>
                  <a:lnTo>
                    <a:pt x="195662" y="255194"/>
                  </a:lnTo>
                  <a:lnTo>
                    <a:pt x="199560" y="260798"/>
                  </a:lnTo>
                  <a:lnTo>
                    <a:pt x="212384" y="279229"/>
                  </a:lnTo>
                  <a:lnTo>
                    <a:pt x="212477" y="279362"/>
                  </a:lnTo>
                  <a:lnTo>
                    <a:pt x="222881" y="294278"/>
                  </a:lnTo>
                  <a:lnTo>
                    <a:pt x="224977" y="297264"/>
                  </a:lnTo>
                  <a:lnTo>
                    <a:pt x="230045" y="304505"/>
                  </a:lnTo>
                  <a:lnTo>
                    <a:pt x="238554" y="316583"/>
                  </a:lnTo>
                  <a:lnTo>
                    <a:pt x="257196" y="343166"/>
                  </a:lnTo>
                  <a:lnTo>
                    <a:pt x="260242" y="347532"/>
                  </a:lnTo>
                  <a:lnTo>
                    <a:pt x="277318" y="371765"/>
                  </a:lnTo>
                  <a:lnTo>
                    <a:pt x="285318" y="383080"/>
                  </a:lnTo>
                  <a:lnTo>
                    <a:pt x="291837" y="392237"/>
                  </a:lnTo>
                  <a:lnTo>
                    <a:pt x="310519" y="418621"/>
                  </a:lnTo>
                  <a:lnTo>
                    <a:pt x="313924" y="423423"/>
                  </a:lnTo>
                  <a:lnTo>
                    <a:pt x="321076" y="433461"/>
                  </a:lnTo>
                  <a:lnTo>
                    <a:pt x="343460" y="464881"/>
                  </a:lnTo>
                  <a:lnTo>
                    <a:pt x="348398" y="471841"/>
                  </a:lnTo>
                  <a:lnTo>
                    <a:pt x="360888" y="489255"/>
                  </a:lnTo>
                  <a:lnTo>
                    <a:pt x="369813" y="501725"/>
                  </a:lnTo>
                  <a:lnTo>
                    <a:pt x="371905" y="504636"/>
                  </a:lnTo>
                  <a:lnTo>
                    <a:pt x="380799" y="516949"/>
                  </a:lnTo>
                  <a:lnTo>
                    <a:pt x="391740" y="532197"/>
                  </a:lnTo>
                  <a:lnTo>
                    <a:pt x="396301" y="538502"/>
                  </a:lnTo>
                  <a:lnTo>
                    <a:pt x="402817" y="547541"/>
                  </a:lnTo>
                  <a:lnTo>
                    <a:pt x="408112" y="554834"/>
                  </a:lnTo>
                  <a:lnTo>
                    <a:pt x="412473" y="560897"/>
                  </a:lnTo>
                  <a:lnTo>
                    <a:pt x="419058" y="570008"/>
                  </a:lnTo>
                  <a:lnTo>
                    <a:pt x="426901" y="580854"/>
                  </a:lnTo>
                  <a:lnTo>
                    <a:pt x="426484" y="584816"/>
                  </a:lnTo>
                  <a:lnTo>
                    <a:pt x="425492" y="589455"/>
                  </a:lnTo>
                  <a:lnTo>
                    <a:pt x="428055" y="593855"/>
                  </a:lnTo>
                  <a:lnTo>
                    <a:pt x="431791" y="600709"/>
                  </a:lnTo>
                  <a:lnTo>
                    <a:pt x="432851" y="603200"/>
                  </a:lnTo>
                  <a:lnTo>
                    <a:pt x="434058" y="610984"/>
                  </a:lnTo>
                  <a:lnTo>
                    <a:pt x="435822" y="615688"/>
                  </a:lnTo>
                  <a:lnTo>
                    <a:pt x="435107" y="620098"/>
                  </a:lnTo>
                  <a:lnTo>
                    <a:pt x="437495" y="620531"/>
                  </a:lnTo>
                  <a:lnTo>
                    <a:pt x="440908" y="624453"/>
                  </a:lnTo>
                  <a:lnTo>
                    <a:pt x="445374" y="629072"/>
                  </a:lnTo>
                  <a:lnTo>
                    <a:pt x="446738" y="631978"/>
                  </a:lnTo>
                  <a:lnTo>
                    <a:pt x="446716" y="632165"/>
                  </a:lnTo>
                  <a:lnTo>
                    <a:pt x="446374" y="635092"/>
                  </a:lnTo>
                  <a:lnTo>
                    <a:pt x="444025" y="636035"/>
                  </a:lnTo>
                  <a:lnTo>
                    <a:pt x="440637" y="639093"/>
                  </a:lnTo>
                  <a:lnTo>
                    <a:pt x="436949" y="639848"/>
                  </a:lnTo>
                  <a:lnTo>
                    <a:pt x="433570" y="641481"/>
                  </a:lnTo>
                  <a:lnTo>
                    <a:pt x="430138" y="642461"/>
                  </a:lnTo>
                  <a:lnTo>
                    <a:pt x="428726" y="643503"/>
                  </a:lnTo>
                  <a:lnTo>
                    <a:pt x="428470" y="644408"/>
                  </a:lnTo>
                  <a:lnTo>
                    <a:pt x="427798" y="646781"/>
                  </a:lnTo>
                  <a:lnTo>
                    <a:pt x="426406" y="648709"/>
                  </a:lnTo>
                  <a:lnTo>
                    <a:pt x="422825" y="651769"/>
                  </a:lnTo>
                  <a:lnTo>
                    <a:pt x="421123" y="653445"/>
                  </a:lnTo>
                  <a:lnTo>
                    <a:pt x="422291" y="655556"/>
                  </a:lnTo>
                  <a:lnTo>
                    <a:pt x="422087" y="658013"/>
                  </a:lnTo>
                  <a:lnTo>
                    <a:pt x="420891" y="660306"/>
                  </a:lnTo>
                  <a:lnTo>
                    <a:pt x="421065" y="664948"/>
                  </a:lnTo>
                  <a:lnTo>
                    <a:pt x="421102" y="667784"/>
                  </a:lnTo>
                  <a:lnTo>
                    <a:pt x="420367" y="669447"/>
                  </a:lnTo>
                  <a:lnTo>
                    <a:pt x="418922" y="671351"/>
                  </a:lnTo>
                  <a:lnTo>
                    <a:pt x="418138" y="674978"/>
                  </a:lnTo>
                  <a:lnTo>
                    <a:pt x="417836" y="678653"/>
                  </a:lnTo>
                  <a:lnTo>
                    <a:pt x="413161" y="682060"/>
                  </a:lnTo>
                  <a:lnTo>
                    <a:pt x="410800" y="685561"/>
                  </a:lnTo>
                  <a:lnTo>
                    <a:pt x="410353" y="686224"/>
                  </a:lnTo>
                  <a:lnTo>
                    <a:pt x="408151" y="686143"/>
                  </a:lnTo>
                  <a:lnTo>
                    <a:pt x="405153" y="686526"/>
                  </a:lnTo>
                  <a:lnTo>
                    <a:pt x="405858" y="688597"/>
                  </a:lnTo>
                  <a:lnTo>
                    <a:pt x="405274" y="692140"/>
                  </a:lnTo>
                  <a:lnTo>
                    <a:pt x="404057" y="694347"/>
                  </a:lnTo>
                  <a:lnTo>
                    <a:pt x="406442" y="696990"/>
                  </a:lnTo>
                  <a:lnTo>
                    <a:pt x="405981" y="698642"/>
                  </a:lnTo>
                  <a:lnTo>
                    <a:pt x="405183" y="703351"/>
                  </a:lnTo>
                  <a:lnTo>
                    <a:pt x="403127" y="706703"/>
                  </a:lnTo>
                  <a:lnTo>
                    <a:pt x="404414" y="711541"/>
                  </a:lnTo>
                  <a:lnTo>
                    <a:pt x="406722" y="712417"/>
                  </a:lnTo>
                  <a:lnTo>
                    <a:pt x="409752" y="712567"/>
                  </a:lnTo>
                  <a:lnTo>
                    <a:pt x="412860" y="713915"/>
                  </a:lnTo>
                  <a:lnTo>
                    <a:pt x="413192" y="714058"/>
                  </a:lnTo>
                  <a:lnTo>
                    <a:pt x="414353" y="717776"/>
                  </a:lnTo>
                  <a:lnTo>
                    <a:pt x="414126" y="721052"/>
                  </a:lnTo>
                  <a:lnTo>
                    <a:pt x="414665" y="722633"/>
                  </a:lnTo>
                  <a:lnTo>
                    <a:pt x="413765" y="726360"/>
                  </a:lnTo>
                  <a:lnTo>
                    <a:pt x="409609" y="729932"/>
                  </a:lnTo>
                  <a:lnTo>
                    <a:pt x="409053" y="730361"/>
                  </a:lnTo>
                  <a:lnTo>
                    <a:pt x="407068" y="731894"/>
                  </a:lnTo>
                  <a:lnTo>
                    <a:pt x="404475" y="731865"/>
                  </a:lnTo>
                  <a:lnTo>
                    <a:pt x="401496" y="731830"/>
                  </a:lnTo>
                  <a:lnTo>
                    <a:pt x="399424" y="730965"/>
                  </a:lnTo>
                  <a:lnTo>
                    <a:pt x="398409" y="732350"/>
                  </a:lnTo>
                  <a:lnTo>
                    <a:pt x="382423" y="730835"/>
                  </a:lnTo>
                  <a:lnTo>
                    <a:pt x="356018" y="728286"/>
                  </a:lnTo>
                  <a:lnTo>
                    <a:pt x="322937" y="725085"/>
                  </a:lnTo>
                  <a:lnTo>
                    <a:pt x="319547" y="724764"/>
                  </a:lnTo>
                  <a:lnTo>
                    <a:pt x="294817" y="722348"/>
                  </a:lnTo>
                  <a:lnTo>
                    <a:pt x="289893" y="721889"/>
                  </a:lnTo>
                  <a:lnTo>
                    <a:pt x="277024" y="720591"/>
                  </a:lnTo>
                  <a:lnTo>
                    <a:pt x="276796" y="720568"/>
                  </a:lnTo>
                  <a:lnTo>
                    <a:pt x="261546" y="719080"/>
                  </a:lnTo>
                  <a:lnTo>
                    <a:pt x="261755" y="715578"/>
                  </a:lnTo>
                  <a:lnTo>
                    <a:pt x="261890" y="713321"/>
                  </a:lnTo>
                  <a:lnTo>
                    <a:pt x="260725" y="709416"/>
                  </a:lnTo>
                  <a:lnTo>
                    <a:pt x="259369" y="707973"/>
                  </a:lnTo>
                  <a:lnTo>
                    <a:pt x="256384" y="708703"/>
                  </a:lnTo>
                  <a:lnTo>
                    <a:pt x="256244" y="706558"/>
                  </a:lnTo>
                  <a:lnTo>
                    <a:pt x="257297" y="700784"/>
                  </a:lnTo>
                  <a:lnTo>
                    <a:pt x="256272" y="698138"/>
                  </a:lnTo>
                  <a:lnTo>
                    <a:pt x="256413" y="696974"/>
                  </a:lnTo>
                  <a:lnTo>
                    <a:pt x="257018" y="696279"/>
                  </a:lnTo>
                  <a:lnTo>
                    <a:pt x="257604" y="696544"/>
                  </a:lnTo>
                  <a:lnTo>
                    <a:pt x="258100" y="695950"/>
                  </a:lnTo>
                  <a:lnTo>
                    <a:pt x="258684" y="693264"/>
                  </a:lnTo>
                  <a:lnTo>
                    <a:pt x="258644" y="690539"/>
                  </a:lnTo>
                  <a:lnTo>
                    <a:pt x="258572" y="685503"/>
                  </a:lnTo>
                  <a:lnTo>
                    <a:pt x="257636" y="679711"/>
                  </a:lnTo>
                  <a:lnTo>
                    <a:pt x="255921" y="674185"/>
                  </a:lnTo>
                  <a:lnTo>
                    <a:pt x="252541" y="666572"/>
                  </a:lnTo>
                  <a:lnTo>
                    <a:pt x="248082" y="658941"/>
                  </a:lnTo>
                  <a:lnTo>
                    <a:pt x="245667" y="656949"/>
                  </a:lnTo>
                  <a:lnTo>
                    <a:pt x="243604" y="652799"/>
                  </a:lnTo>
                  <a:lnTo>
                    <a:pt x="239999" y="650663"/>
                  </a:lnTo>
                  <a:lnTo>
                    <a:pt x="239670" y="649013"/>
                  </a:lnTo>
                  <a:lnTo>
                    <a:pt x="239098" y="648208"/>
                  </a:lnTo>
                  <a:lnTo>
                    <a:pt x="235695" y="643409"/>
                  </a:lnTo>
                  <a:lnTo>
                    <a:pt x="234524" y="641685"/>
                  </a:lnTo>
                  <a:lnTo>
                    <a:pt x="230147" y="638531"/>
                  </a:lnTo>
                  <a:lnTo>
                    <a:pt x="226721" y="634416"/>
                  </a:lnTo>
                  <a:lnTo>
                    <a:pt x="222828" y="628346"/>
                  </a:lnTo>
                  <a:lnTo>
                    <a:pt x="221569" y="627104"/>
                  </a:lnTo>
                  <a:lnTo>
                    <a:pt x="220722" y="626268"/>
                  </a:lnTo>
                  <a:lnTo>
                    <a:pt x="217702" y="626791"/>
                  </a:lnTo>
                  <a:lnTo>
                    <a:pt x="214786" y="627593"/>
                  </a:lnTo>
                  <a:lnTo>
                    <a:pt x="213168" y="628037"/>
                  </a:lnTo>
                  <a:lnTo>
                    <a:pt x="210072" y="626727"/>
                  </a:lnTo>
                  <a:lnTo>
                    <a:pt x="209296" y="625976"/>
                  </a:lnTo>
                  <a:lnTo>
                    <a:pt x="208265" y="624977"/>
                  </a:lnTo>
                  <a:lnTo>
                    <a:pt x="206013" y="624229"/>
                  </a:lnTo>
                  <a:lnTo>
                    <a:pt x="204773" y="621266"/>
                  </a:lnTo>
                  <a:lnTo>
                    <a:pt x="207028" y="619716"/>
                  </a:lnTo>
                  <a:lnTo>
                    <a:pt x="207056" y="614207"/>
                  </a:lnTo>
                  <a:lnTo>
                    <a:pt x="205546" y="607968"/>
                  </a:lnTo>
                  <a:lnTo>
                    <a:pt x="203185" y="603546"/>
                  </a:lnTo>
                  <a:lnTo>
                    <a:pt x="203092" y="603372"/>
                  </a:lnTo>
                  <a:lnTo>
                    <a:pt x="198651" y="601577"/>
                  </a:lnTo>
                  <a:lnTo>
                    <a:pt x="194435" y="601029"/>
                  </a:lnTo>
                  <a:lnTo>
                    <a:pt x="190838" y="600296"/>
                  </a:lnTo>
                  <a:lnTo>
                    <a:pt x="187142" y="601599"/>
                  </a:lnTo>
                  <a:lnTo>
                    <a:pt x="184877" y="598795"/>
                  </a:lnTo>
                  <a:lnTo>
                    <a:pt x="180144" y="596845"/>
                  </a:lnTo>
                  <a:lnTo>
                    <a:pt x="179604" y="596622"/>
                  </a:lnTo>
                  <a:lnTo>
                    <a:pt x="173891" y="592371"/>
                  </a:lnTo>
                  <a:lnTo>
                    <a:pt x="171776" y="591598"/>
                  </a:lnTo>
                  <a:lnTo>
                    <a:pt x="166267" y="585654"/>
                  </a:lnTo>
                  <a:lnTo>
                    <a:pt x="165379" y="581862"/>
                  </a:lnTo>
                  <a:lnTo>
                    <a:pt x="165282" y="580254"/>
                  </a:lnTo>
                  <a:lnTo>
                    <a:pt x="165210" y="579070"/>
                  </a:lnTo>
                  <a:lnTo>
                    <a:pt x="163192" y="577014"/>
                  </a:lnTo>
                  <a:lnTo>
                    <a:pt x="160411" y="573203"/>
                  </a:lnTo>
                  <a:lnTo>
                    <a:pt x="156519" y="568604"/>
                  </a:lnTo>
                  <a:lnTo>
                    <a:pt x="155668" y="568071"/>
                  </a:lnTo>
                  <a:lnTo>
                    <a:pt x="152701" y="566210"/>
                  </a:lnTo>
                  <a:lnTo>
                    <a:pt x="148728" y="563491"/>
                  </a:lnTo>
                  <a:lnTo>
                    <a:pt x="144877" y="563457"/>
                  </a:lnTo>
                  <a:lnTo>
                    <a:pt x="143374" y="563995"/>
                  </a:lnTo>
                  <a:lnTo>
                    <a:pt x="139505" y="561633"/>
                  </a:lnTo>
                  <a:lnTo>
                    <a:pt x="136801" y="560997"/>
                  </a:lnTo>
                  <a:lnTo>
                    <a:pt x="134634" y="560962"/>
                  </a:lnTo>
                  <a:lnTo>
                    <a:pt x="129843" y="557304"/>
                  </a:lnTo>
                  <a:lnTo>
                    <a:pt x="125829" y="555142"/>
                  </a:lnTo>
                  <a:lnTo>
                    <a:pt x="121108" y="553169"/>
                  </a:lnTo>
                  <a:lnTo>
                    <a:pt x="112755" y="551309"/>
                  </a:lnTo>
                  <a:lnTo>
                    <a:pt x="103970" y="550774"/>
                  </a:lnTo>
                  <a:lnTo>
                    <a:pt x="101843" y="544946"/>
                  </a:lnTo>
                  <a:lnTo>
                    <a:pt x="100049" y="543111"/>
                  </a:lnTo>
                  <a:lnTo>
                    <a:pt x="98576" y="541753"/>
                  </a:lnTo>
                  <a:lnTo>
                    <a:pt x="96308" y="541389"/>
                  </a:lnTo>
                  <a:lnTo>
                    <a:pt x="95460" y="539288"/>
                  </a:lnTo>
                  <a:lnTo>
                    <a:pt x="99455" y="532531"/>
                  </a:lnTo>
                  <a:lnTo>
                    <a:pt x="99333" y="529802"/>
                  </a:lnTo>
                  <a:lnTo>
                    <a:pt x="98826" y="529160"/>
                  </a:lnTo>
                  <a:lnTo>
                    <a:pt x="101466" y="521429"/>
                  </a:lnTo>
                  <a:lnTo>
                    <a:pt x="98899" y="517571"/>
                  </a:lnTo>
                  <a:lnTo>
                    <a:pt x="101055" y="513148"/>
                  </a:lnTo>
                  <a:lnTo>
                    <a:pt x="102813" y="509541"/>
                  </a:lnTo>
                  <a:lnTo>
                    <a:pt x="103700" y="506599"/>
                  </a:lnTo>
                  <a:lnTo>
                    <a:pt x="104044" y="503508"/>
                  </a:lnTo>
                  <a:lnTo>
                    <a:pt x="102380" y="501043"/>
                  </a:lnTo>
                  <a:lnTo>
                    <a:pt x="100634" y="498996"/>
                  </a:lnTo>
                  <a:lnTo>
                    <a:pt x="98163" y="499457"/>
                  </a:lnTo>
                  <a:lnTo>
                    <a:pt x="93987" y="495318"/>
                  </a:lnTo>
                  <a:lnTo>
                    <a:pt x="91969" y="491762"/>
                  </a:lnTo>
                  <a:lnTo>
                    <a:pt x="93586" y="488934"/>
                  </a:lnTo>
                  <a:lnTo>
                    <a:pt x="95521" y="484767"/>
                  </a:lnTo>
                  <a:lnTo>
                    <a:pt x="95367" y="479867"/>
                  </a:lnTo>
                  <a:lnTo>
                    <a:pt x="91943" y="477341"/>
                  </a:lnTo>
                  <a:lnTo>
                    <a:pt x="90498" y="476678"/>
                  </a:lnTo>
                  <a:lnTo>
                    <a:pt x="89524" y="476231"/>
                  </a:lnTo>
                  <a:lnTo>
                    <a:pt x="85334" y="467371"/>
                  </a:lnTo>
                  <a:lnTo>
                    <a:pt x="83530" y="462440"/>
                  </a:lnTo>
                  <a:lnTo>
                    <a:pt x="78420" y="458913"/>
                  </a:lnTo>
                  <a:lnTo>
                    <a:pt x="76903" y="455248"/>
                  </a:lnTo>
                  <a:lnTo>
                    <a:pt x="77045" y="450388"/>
                  </a:lnTo>
                  <a:lnTo>
                    <a:pt x="76461" y="449388"/>
                  </a:lnTo>
                  <a:lnTo>
                    <a:pt x="74075" y="445291"/>
                  </a:lnTo>
                  <a:lnTo>
                    <a:pt x="71791" y="441812"/>
                  </a:lnTo>
                  <a:lnTo>
                    <a:pt x="71858" y="435880"/>
                  </a:lnTo>
                  <a:lnTo>
                    <a:pt x="70145" y="432336"/>
                  </a:lnTo>
                  <a:lnTo>
                    <a:pt x="68067" y="431026"/>
                  </a:lnTo>
                  <a:lnTo>
                    <a:pt x="66752" y="425440"/>
                  </a:lnTo>
                  <a:lnTo>
                    <a:pt x="64747" y="420258"/>
                  </a:lnTo>
                  <a:lnTo>
                    <a:pt x="60497" y="414790"/>
                  </a:lnTo>
                  <a:lnTo>
                    <a:pt x="58287" y="413179"/>
                  </a:lnTo>
                  <a:lnTo>
                    <a:pt x="56014" y="408278"/>
                  </a:lnTo>
                  <a:lnTo>
                    <a:pt x="56706" y="402077"/>
                  </a:lnTo>
                  <a:lnTo>
                    <a:pt x="56184" y="395461"/>
                  </a:lnTo>
                  <a:lnTo>
                    <a:pt x="56253" y="388641"/>
                  </a:lnTo>
                  <a:lnTo>
                    <a:pt x="59519" y="385880"/>
                  </a:lnTo>
                  <a:lnTo>
                    <a:pt x="62438" y="388318"/>
                  </a:lnTo>
                  <a:lnTo>
                    <a:pt x="65999" y="384232"/>
                  </a:lnTo>
                  <a:lnTo>
                    <a:pt x="68444" y="378229"/>
                  </a:lnTo>
                  <a:lnTo>
                    <a:pt x="69326" y="375818"/>
                  </a:lnTo>
                  <a:lnTo>
                    <a:pt x="68788" y="373219"/>
                  </a:lnTo>
                  <a:lnTo>
                    <a:pt x="67535" y="367143"/>
                  </a:lnTo>
                  <a:lnTo>
                    <a:pt x="65848" y="364054"/>
                  </a:lnTo>
                  <a:lnTo>
                    <a:pt x="63545" y="363252"/>
                  </a:lnTo>
                  <a:lnTo>
                    <a:pt x="59299" y="363525"/>
                  </a:lnTo>
                  <a:lnTo>
                    <a:pt x="55292" y="362092"/>
                  </a:lnTo>
                  <a:lnTo>
                    <a:pt x="51055" y="356840"/>
                  </a:lnTo>
                  <a:lnTo>
                    <a:pt x="49213" y="352201"/>
                  </a:lnTo>
                  <a:lnTo>
                    <a:pt x="48435" y="349926"/>
                  </a:lnTo>
                  <a:lnTo>
                    <a:pt x="48004" y="349568"/>
                  </a:lnTo>
                  <a:lnTo>
                    <a:pt x="46694" y="348477"/>
                  </a:lnTo>
                  <a:lnTo>
                    <a:pt x="46082" y="346287"/>
                  </a:lnTo>
                  <a:lnTo>
                    <a:pt x="44063" y="342682"/>
                  </a:lnTo>
                  <a:lnTo>
                    <a:pt x="43982" y="338335"/>
                  </a:lnTo>
                  <a:lnTo>
                    <a:pt x="46343" y="332746"/>
                  </a:lnTo>
                  <a:lnTo>
                    <a:pt x="46567" y="330141"/>
                  </a:lnTo>
                  <a:lnTo>
                    <a:pt x="45820" y="325616"/>
                  </a:lnTo>
                  <a:lnTo>
                    <a:pt x="46131" y="323896"/>
                  </a:lnTo>
                  <a:lnTo>
                    <a:pt x="44193" y="321179"/>
                  </a:lnTo>
                  <a:lnTo>
                    <a:pt x="43506" y="318938"/>
                  </a:lnTo>
                  <a:lnTo>
                    <a:pt x="44357" y="315307"/>
                  </a:lnTo>
                  <a:lnTo>
                    <a:pt x="46056" y="313240"/>
                  </a:lnTo>
                  <a:lnTo>
                    <a:pt x="46958" y="309714"/>
                  </a:lnTo>
                  <a:lnTo>
                    <a:pt x="47309" y="308343"/>
                  </a:lnTo>
                  <a:lnTo>
                    <a:pt x="47476" y="306856"/>
                  </a:lnTo>
                  <a:lnTo>
                    <a:pt x="47962" y="302542"/>
                  </a:lnTo>
                  <a:lnTo>
                    <a:pt x="50847" y="301249"/>
                  </a:lnTo>
                  <a:lnTo>
                    <a:pt x="54366" y="301896"/>
                  </a:lnTo>
                  <a:lnTo>
                    <a:pt x="54771" y="303062"/>
                  </a:lnTo>
                  <a:lnTo>
                    <a:pt x="54348" y="306627"/>
                  </a:lnTo>
                  <a:lnTo>
                    <a:pt x="55203" y="307505"/>
                  </a:lnTo>
                  <a:lnTo>
                    <a:pt x="54706" y="308390"/>
                  </a:lnTo>
                  <a:lnTo>
                    <a:pt x="53156" y="308430"/>
                  </a:lnTo>
                  <a:lnTo>
                    <a:pt x="52970" y="308434"/>
                  </a:lnTo>
                  <a:lnTo>
                    <a:pt x="52731" y="316489"/>
                  </a:lnTo>
                  <a:lnTo>
                    <a:pt x="58103" y="320404"/>
                  </a:lnTo>
                  <a:lnTo>
                    <a:pt x="61108" y="325042"/>
                  </a:lnTo>
                  <a:lnTo>
                    <a:pt x="63410" y="324464"/>
                  </a:lnTo>
                  <a:lnTo>
                    <a:pt x="64419" y="324211"/>
                  </a:lnTo>
                  <a:lnTo>
                    <a:pt x="63633" y="320256"/>
                  </a:lnTo>
                  <a:lnTo>
                    <a:pt x="64173" y="316250"/>
                  </a:lnTo>
                  <a:lnTo>
                    <a:pt x="64104" y="314315"/>
                  </a:lnTo>
                  <a:lnTo>
                    <a:pt x="62015" y="311568"/>
                  </a:lnTo>
                  <a:lnTo>
                    <a:pt x="60630" y="309230"/>
                  </a:lnTo>
                  <a:lnTo>
                    <a:pt x="60975" y="307298"/>
                  </a:lnTo>
                  <a:lnTo>
                    <a:pt x="58246" y="304981"/>
                  </a:lnTo>
                  <a:lnTo>
                    <a:pt x="57731" y="302539"/>
                  </a:lnTo>
                  <a:lnTo>
                    <a:pt x="59595" y="301625"/>
                  </a:lnTo>
                  <a:lnTo>
                    <a:pt x="59398" y="297070"/>
                  </a:lnTo>
                  <a:lnTo>
                    <a:pt x="59352" y="296001"/>
                  </a:lnTo>
                  <a:lnTo>
                    <a:pt x="57035" y="295610"/>
                  </a:lnTo>
                  <a:lnTo>
                    <a:pt x="55510" y="291619"/>
                  </a:lnTo>
                  <a:lnTo>
                    <a:pt x="58832" y="290957"/>
                  </a:lnTo>
                  <a:lnTo>
                    <a:pt x="59267" y="288975"/>
                  </a:lnTo>
                  <a:lnTo>
                    <a:pt x="61713" y="289490"/>
                  </a:lnTo>
                  <a:lnTo>
                    <a:pt x="65406" y="287609"/>
                  </a:lnTo>
                  <a:lnTo>
                    <a:pt x="65226" y="286931"/>
                  </a:lnTo>
                  <a:lnTo>
                    <a:pt x="64323" y="283519"/>
                  </a:lnTo>
                  <a:lnTo>
                    <a:pt x="60297" y="279692"/>
                  </a:lnTo>
                  <a:lnTo>
                    <a:pt x="60069" y="279730"/>
                  </a:lnTo>
                  <a:lnTo>
                    <a:pt x="54884" y="280604"/>
                  </a:lnTo>
                  <a:lnTo>
                    <a:pt x="54726" y="280631"/>
                  </a:lnTo>
                  <a:lnTo>
                    <a:pt x="53021" y="285517"/>
                  </a:lnTo>
                  <a:lnTo>
                    <a:pt x="54780" y="288554"/>
                  </a:lnTo>
                  <a:lnTo>
                    <a:pt x="52462" y="289985"/>
                  </a:lnTo>
                  <a:lnTo>
                    <a:pt x="51820" y="292973"/>
                  </a:lnTo>
                  <a:lnTo>
                    <a:pt x="53277" y="295392"/>
                  </a:lnTo>
                  <a:lnTo>
                    <a:pt x="54120" y="298502"/>
                  </a:lnTo>
                  <a:lnTo>
                    <a:pt x="50359" y="299286"/>
                  </a:lnTo>
                  <a:lnTo>
                    <a:pt x="47670" y="298278"/>
                  </a:lnTo>
                  <a:lnTo>
                    <a:pt x="45162" y="294406"/>
                  </a:lnTo>
                  <a:lnTo>
                    <a:pt x="41759" y="291220"/>
                  </a:lnTo>
                  <a:lnTo>
                    <a:pt x="40309" y="291713"/>
                  </a:lnTo>
                  <a:lnTo>
                    <a:pt x="38372" y="288215"/>
                  </a:lnTo>
                  <a:lnTo>
                    <a:pt x="36897" y="284886"/>
                  </a:lnTo>
                  <a:lnTo>
                    <a:pt x="34574" y="281389"/>
                  </a:lnTo>
                  <a:lnTo>
                    <a:pt x="30607" y="279179"/>
                  </a:lnTo>
                  <a:lnTo>
                    <a:pt x="28160" y="281272"/>
                  </a:lnTo>
                  <a:lnTo>
                    <a:pt x="26461" y="280005"/>
                  </a:lnTo>
                  <a:lnTo>
                    <a:pt x="30933" y="273534"/>
                  </a:lnTo>
                  <a:lnTo>
                    <a:pt x="32388" y="269511"/>
                  </a:lnTo>
                  <a:lnTo>
                    <a:pt x="31762" y="264950"/>
                  </a:lnTo>
                  <a:lnTo>
                    <a:pt x="32423" y="262616"/>
                  </a:lnTo>
                  <a:lnTo>
                    <a:pt x="31936" y="260787"/>
                  </a:lnTo>
                  <a:lnTo>
                    <a:pt x="29477" y="259910"/>
                  </a:lnTo>
                  <a:lnTo>
                    <a:pt x="29347" y="257334"/>
                  </a:lnTo>
                  <a:lnTo>
                    <a:pt x="29447" y="253443"/>
                  </a:lnTo>
                  <a:lnTo>
                    <a:pt x="26842" y="246705"/>
                  </a:lnTo>
                  <a:lnTo>
                    <a:pt x="23272" y="243106"/>
                  </a:lnTo>
                  <a:lnTo>
                    <a:pt x="20098" y="238313"/>
                  </a:lnTo>
                  <a:lnTo>
                    <a:pt x="19760" y="235996"/>
                  </a:lnTo>
                  <a:lnTo>
                    <a:pt x="16956" y="227866"/>
                  </a:lnTo>
                  <a:lnTo>
                    <a:pt x="14044" y="224008"/>
                  </a:lnTo>
                  <a:lnTo>
                    <a:pt x="13193" y="221932"/>
                  </a:lnTo>
                  <a:lnTo>
                    <a:pt x="12182" y="219464"/>
                  </a:lnTo>
                  <a:lnTo>
                    <a:pt x="9664" y="215470"/>
                  </a:lnTo>
                  <a:lnTo>
                    <a:pt x="9119" y="213271"/>
                  </a:lnTo>
                  <a:lnTo>
                    <a:pt x="7317" y="209841"/>
                  </a:lnTo>
                  <a:lnTo>
                    <a:pt x="6956" y="206763"/>
                  </a:lnTo>
                  <a:lnTo>
                    <a:pt x="10263" y="203036"/>
                  </a:lnTo>
                  <a:lnTo>
                    <a:pt x="10614" y="195742"/>
                  </a:lnTo>
                  <a:lnTo>
                    <a:pt x="9645" y="190592"/>
                  </a:lnTo>
                  <a:lnTo>
                    <a:pt x="9414" y="184995"/>
                  </a:lnTo>
                  <a:lnTo>
                    <a:pt x="9740" y="178727"/>
                  </a:lnTo>
                  <a:lnTo>
                    <a:pt x="11837" y="173256"/>
                  </a:lnTo>
                  <a:lnTo>
                    <a:pt x="16172" y="166995"/>
                  </a:lnTo>
                  <a:lnTo>
                    <a:pt x="16646" y="162249"/>
                  </a:lnTo>
                  <a:lnTo>
                    <a:pt x="17284" y="157982"/>
                  </a:lnTo>
                  <a:lnTo>
                    <a:pt x="16178" y="154876"/>
                  </a:lnTo>
                  <a:lnTo>
                    <a:pt x="17091" y="147392"/>
                  </a:lnTo>
                  <a:lnTo>
                    <a:pt x="14906" y="144525"/>
                  </a:lnTo>
                  <a:lnTo>
                    <a:pt x="13677" y="139925"/>
                  </a:lnTo>
                  <a:lnTo>
                    <a:pt x="11690" y="133697"/>
                  </a:lnTo>
                  <a:lnTo>
                    <a:pt x="11388" y="132748"/>
                  </a:lnTo>
                  <a:lnTo>
                    <a:pt x="9916" y="131730"/>
                  </a:lnTo>
                  <a:lnTo>
                    <a:pt x="10091" y="127710"/>
                  </a:lnTo>
                  <a:lnTo>
                    <a:pt x="8208" y="124431"/>
                  </a:lnTo>
                  <a:lnTo>
                    <a:pt x="6126" y="122781"/>
                  </a:lnTo>
                  <a:lnTo>
                    <a:pt x="3684" y="118196"/>
                  </a:lnTo>
                  <a:lnTo>
                    <a:pt x="672" y="113005"/>
                  </a:lnTo>
                  <a:lnTo>
                    <a:pt x="0" y="111584"/>
                  </a:lnTo>
                  <a:lnTo>
                    <a:pt x="1837" y="107121"/>
                  </a:lnTo>
                  <a:lnTo>
                    <a:pt x="2064" y="104090"/>
                  </a:lnTo>
                  <a:lnTo>
                    <a:pt x="1110" y="992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034496" y="2823880"/>
              <a:ext cx="7917" cy="13545"/>
            </a:xfrm>
            <a:custGeom>
              <a:avLst/>
              <a:pathLst>
                <a:path w="7917" h="13545">
                  <a:moveTo>
                    <a:pt x="334" y="3365"/>
                  </a:moveTo>
                  <a:lnTo>
                    <a:pt x="5667" y="0"/>
                  </a:lnTo>
                  <a:lnTo>
                    <a:pt x="7917" y="2822"/>
                  </a:lnTo>
                  <a:lnTo>
                    <a:pt x="5137" y="8409"/>
                  </a:lnTo>
                  <a:lnTo>
                    <a:pt x="4055" y="13545"/>
                  </a:lnTo>
                  <a:lnTo>
                    <a:pt x="0" y="9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94689" y="2720722"/>
              <a:ext cx="15747" cy="12310"/>
            </a:xfrm>
            <a:custGeom>
              <a:avLst/>
              <a:pathLst>
                <a:path w="15747" h="12310">
                  <a:moveTo>
                    <a:pt x="0" y="3383"/>
                  </a:moveTo>
                  <a:lnTo>
                    <a:pt x="1976" y="2153"/>
                  </a:lnTo>
                  <a:lnTo>
                    <a:pt x="6903" y="0"/>
                  </a:lnTo>
                  <a:lnTo>
                    <a:pt x="12175" y="879"/>
                  </a:lnTo>
                  <a:lnTo>
                    <a:pt x="13287" y="2416"/>
                  </a:lnTo>
                  <a:lnTo>
                    <a:pt x="15747" y="6881"/>
                  </a:lnTo>
                  <a:lnTo>
                    <a:pt x="15298" y="9123"/>
                  </a:lnTo>
                  <a:lnTo>
                    <a:pt x="14072" y="10985"/>
                  </a:lnTo>
                  <a:lnTo>
                    <a:pt x="9136" y="12310"/>
                  </a:lnTo>
                  <a:lnTo>
                    <a:pt x="6231" y="8460"/>
                  </a:lnTo>
                  <a:lnTo>
                    <a:pt x="4083" y="6228"/>
                  </a:lnTo>
                  <a:lnTo>
                    <a:pt x="725" y="516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84620" y="2726948"/>
              <a:ext cx="350251" cy="374877"/>
            </a:xfrm>
            <a:custGeom>
              <a:avLst/>
              <a:pathLst>
                <a:path w="350251" h="374877">
                  <a:moveTo>
                    <a:pt x="33" y="125414"/>
                  </a:moveTo>
                  <a:lnTo>
                    <a:pt x="500" y="119361"/>
                  </a:lnTo>
                  <a:lnTo>
                    <a:pt x="2087" y="118013"/>
                  </a:lnTo>
                  <a:lnTo>
                    <a:pt x="2895" y="117327"/>
                  </a:lnTo>
                  <a:lnTo>
                    <a:pt x="5388" y="112584"/>
                  </a:lnTo>
                  <a:lnTo>
                    <a:pt x="6039" y="108687"/>
                  </a:lnTo>
                  <a:lnTo>
                    <a:pt x="7908" y="104414"/>
                  </a:lnTo>
                  <a:lnTo>
                    <a:pt x="11387" y="100655"/>
                  </a:lnTo>
                  <a:lnTo>
                    <a:pt x="15623" y="98419"/>
                  </a:lnTo>
                  <a:lnTo>
                    <a:pt x="17469" y="96226"/>
                  </a:lnTo>
                  <a:lnTo>
                    <a:pt x="21694" y="95592"/>
                  </a:lnTo>
                  <a:lnTo>
                    <a:pt x="22808" y="93005"/>
                  </a:lnTo>
                  <a:lnTo>
                    <a:pt x="25985" y="91240"/>
                  </a:lnTo>
                  <a:lnTo>
                    <a:pt x="28397" y="91338"/>
                  </a:lnTo>
                  <a:lnTo>
                    <a:pt x="28889" y="88201"/>
                  </a:lnTo>
                  <a:lnTo>
                    <a:pt x="31279" y="86088"/>
                  </a:lnTo>
                  <a:lnTo>
                    <a:pt x="30617" y="79122"/>
                  </a:lnTo>
                  <a:lnTo>
                    <a:pt x="29924" y="71840"/>
                  </a:lnTo>
                  <a:lnTo>
                    <a:pt x="28563" y="57295"/>
                  </a:lnTo>
                  <a:lnTo>
                    <a:pt x="27946" y="50713"/>
                  </a:lnTo>
                  <a:lnTo>
                    <a:pt x="26586" y="36636"/>
                  </a:lnTo>
                  <a:lnTo>
                    <a:pt x="31559" y="36027"/>
                  </a:lnTo>
                  <a:lnTo>
                    <a:pt x="32593" y="33341"/>
                  </a:lnTo>
                  <a:lnTo>
                    <a:pt x="34574" y="30066"/>
                  </a:lnTo>
                  <a:lnTo>
                    <a:pt x="37024" y="29583"/>
                  </a:lnTo>
                  <a:lnTo>
                    <a:pt x="40064" y="31310"/>
                  </a:lnTo>
                  <a:lnTo>
                    <a:pt x="42138" y="31447"/>
                  </a:lnTo>
                  <a:lnTo>
                    <a:pt x="45409" y="33148"/>
                  </a:lnTo>
                  <a:lnTo>
                    <a:pt x="49648" y="32070"/>
                  </a:lnTo>
                  <a:lnTo>
                    <a:pt x="53492" y="31681"/>
                  </a:lnTo>
                  <a:lnTo>
                    <a:pt x="63118" y="26907"/>
                  </a:lnTo>
                  <a:lnTo>
                    <a:pt x="67000" y="24569"/>
                  </a:lnTo>
                  <a:lnTo>
                    <a:pt x="68316" y="24432"/>
                  </a:lnTo>
                  <a:lnTo>
                    <a:pt x="70624" y="24189"/>
                  </a:lnTo>
                  <a:lnTo>
                    <a:pt x="76022" y="20881"/>
                  </a:lnTo>
                  <a:lnTo>
                    <a:pt x="78865" y="19853"/>
                  </a:lnTo>
                  <a:lnTo>
                    <a:pt x="81234" y="17162"/>
                  </a:lnTo>
                  <a:lnTo>
                    <a:pt x="84466" y="15955"/>
                  </a:lnTo>
                  <a:lnTo>
                    <a:pt x="86764" y="13161"/>
                  </a:lnTo>
                  <a:lnTo>
                    <a:pt x="89490" y="14734"/>
                  </a:lnTo>
                  <a:lnTo>
                    <a:pt x="91376" y="12381"/>
                  </a:lnTo>
                  <a:lnTo>
                    <a:pt x="93751" y="11313"/>
                  </a:lnTo>
                  <a:lnTo>
                    <a:pt x="96546" y="8998"/>
                  </a:lnTo>
                  <a:lnTo>
                    <a:pt x="99180" y="6786"/>
                  </a:lnTo>
                  <a:lnTo>
                    <a:pt x="98365" y="2066"/>
                  </a:lnTo>
                  <a:lnTo>
                    <a:pt x="101897" y="0"/>
                  </a:lnTo>
                  <a:lnTo>
                    <a:pt x="106344" y="2832"/>
                  </a:lnTo>
                  <a:lnTo>
                    <a:pt x="109233" y="4524"/>
                  </a:lnTo>
                  <a:lnTo>
                    <a:pt x="113151" y="7850"/>
                  </a:lnTo>
                  <a:lnTo>
                    <a:pt x="110784" y="14165"/>
                  </a:lnTo>
                  <a:lnTo>
                    <a:pt x="107791" y="19394"/>
                  </a:lnTo>
                  <a:lnTo>
                    <a:pt x="106906" y="21676"/>
                  </a:lnTo>
                  <a:lnTo>
                    <a:pt x="108910" y="24876"/>
                  </a:lnTo>
                  <a:lnTo>
                    <a:pt x="105727" y="28737"/>
                  </a:lnTo>
                  <a:lnTo>
                    <a:pt x="105120" y="32298"/>
                  </a:lnTo>
                  <a:lnTo>
                    <a:pt x="104035" y="34526"/>
                  </a:lnTo>
                  <a:lnTo>
                    <a:pt x="105831" y="34749"/>
                  </a:lnTo>
                  <a:lnTo>
                    <a:pt x="107421" y="34945"/>
                  </a:lnTo>
                  <a:lnTo>
                    <a:pt x="111080" y="31722"/>
                  </a:lnTo>
                  <a:lnTo>
                    <a:pt x="112960" y="30752"/>
                  </a:lnTo>
                  <a:lnTo>
                    <a:pt x="115017" y="28701"/>
                  </a:lnTo>
                  <a:lnTo>
                    <a:pt x="115599" y="24727"/>
                  </a:lnTo>
                  <a:lnTo>
                    <a:pt x="120305" y="28167"/>
                  </a:lnTo>
                  <a:lnTo>
                    <a:pt x="126514" y="32574"/>
                  </a:lnTo>
                  <a:lnTo>
                    <a:pt x="127476" y="32346"/>
                  </a:lnTo>
                  <a:lnTo>
                    <a:pt x="129892" y="31772"/>
                  </a:lnTo>
                  <a:lnTo>
                    <a:pt x="134098" y="33661"/>
                  </a:lnTo>
                  <a:lnTo>
                    <a:pt x="135169" y="33141"/>
                  </a:lnTo>
                  <a:lnTo>
                    <a:pt x="137274" y="35645"/>
                  </a:lnTo>
                  <a:lnTo>
                    <a:pt x="140253" y="33618"/>
                  </a:lnTo>
                  <a:lnTo>
                    <a:pt x="143259" y="36181"/>
                  </a:lnTo>
                  <a:lnTo>
                    <a:pt x="147525" y="37267"/>
                  </a:lnTo>
                  <a:lnTo>
                    <a:pt x="151606" y="43524"/>
                  </a:lnTo>
                  <a:lnTo>
                    <a:pt x="154652" y="50262"/>
                  </a:lnTo>
                  <a:lnTo>
                    <a:pt x="166072" y="51979"/>
                  </a:lnTo>
                  <a:lnTo>
                    <a:pt x="183440" y="54534"/>
                  </a:lnTo>
                  <a:lnTo>
                    <a:pt x="216169" y="59146"/>
                  </a:lnTo>
                  <a:lnTo>
                    <a:pt x="222451" y="61861"/>
                  </a:lnTo>
                  <a:lnTo>
                    <a:pt x="226111" y="63438"/>
                  </a:lnTo>
                  <a:lnTo>
                    <a:pt x="233684" y="66689"/>
                  </a:lnTo>
                  <a:lnTo>
                    <a:pt x="237776" y="65627"/>
                  </a:lnTo>
                  <a:lnTo>
                    <a:pt x="241209" y="66237"/>
                  </a:lnTo>
                  <a:lnTo>
                    <a:pt x="241457" y="66281"/>
                  </a:lnTo>
                  <a:lnTo>
                    <a:pt x="242981" y="68134"/>
                  </a:lnTo>
                  <a:lnTo>
                    <a:pt x="245550" y="67654"/>
                  </a:lnTo>
                  <a:lnTo>
                    <a:pt x="246366" y="65446"/>
                  </a:lnTo>
                  <a:lnTo>
                    <a:pt x="250179" y="64414"/>
                  </a:lnTo>
                  <a:lnTo>
                    <a:pt x="257428" y="66877"/>
                  </a:lnTo>
                  <a:lnTo>
                    <a:pt x="258997" y="65628"/>
                  </a:lnTo>
                  <a:lnTo>
                    <a:pt x="263477" y="67730"/>
                  </a:lnTo>
                  <a:lnTo>
                    <a:pt x="267086" y="66891"/>
                  </a:lnTo>
                  <a:lnTo>
                    <a:pt x="271231" y="67634"/>
                  </a:lnTo>
                  <a:lnTo>
                    <a:pt x="275163" y="69176"/>
                  </a:lnTo>
                  <a:lnTo>
                    <a:pt x="278141" y="72714"/>
                  </a:lnTo>
                  <a:lnTo>
                    <a:pt x="275275" y="77746"/>
                  </a:lnTo>
                  <a:lnTo>
                    <a:pt x="277272" y="79401"/>
                  </a:lnTo>
                  <a:lnTo>
                    <a:pt x="280256" y="80139"/>
                  </a:lnTo>
                  <a:lnTo>
                    <a:pt x="280779" y="80268"/>
                  </a:lnTo>
                  <a:lnTo>
                    <a:pt x="283668" y="78734"/>
                  </a:lnTo>
                  <a:lnTo>
                    <a:pt x="285739" y="81106"/>
                  </a:lnTo>
                  <a:lnTo>
                    <a:pt x="290907" y="81108"/>
                  </a:lnTo>
                  <a:lnTo>
                    <a:pt x="294026" y="83376"/>
                  </a:lnTo>
                  <a:lnTo>
                    <a:pt x="295894" y="84732"/>
                  </a:lnTo>
                  <a:lnTo>
                    <a:pt x="297669" y="86993"/>
                  </a:lnTo>
                  <a:lnTo>
                    <a:pt x="295399" y="89111"/>
                  </a:lnTo>
                  <a:lnTo>
                    <a:pt x="298691" y="92370"/>
                  </a:lnTo>
                  <a:lnTo>
                    <a:pt x="298570" y="95320"/>
                  </a:lnTo>
                  <a:lnTo>
                    <a:pt x="298227" y="99667"/>
                  </a:lnTo>
                  <a:lnTo>
                    <a:pt x="298792" y="103986"/>
                  </a:lnTo>
                  <a:lnTo>
                    <a:pt x="296733" y="106775"/>
                  </a:lnTo>
                  <a:lnTo>
                    <a:pt x="296832" y="111125"/>
                  </a:lnTo>
                  <a:lnTo>
                    <a:pt x="296951" y="114533"/>
                  </a:lnTo>
                  <a:lnTo>
                    <a:pt x="300623" y="113924"/>
                  </a:lnTo>
                  <a:lnTo>
                    <a:pt x="303496" y="113362"/>
                  </a:lnTo>
                  <a:lnTo>
                    <a:pt x="305704" y="110562"/>
                  </a:lnTo>
                  <a:lnTo>
                    <a:pt x="308780" y="111376"/>
                  </a:lnTo>
                  <a:lnTo>
                    <a:pt x="308866" y="115843"/>
                  </a:lnTo>
                  <a:lnTo>
                    <a:pt x="307204" y="122182"/>
                  </a:lnTo>
                  <a:lnTo>
                    <a:pt x="306046" y="126478"/>
                  </a:lnTo>
                  <a:lnTo>
                    <a:pt x="309377" y="129944"/>
                  </a:lnTo>
                  <a:lnTo>
                    <a:pt x="312689" y="133209"/>
                  </a:lnTo>
                  <a:lnTo>
                    <a:pt x="316230" y="133610"/>
                  </a:lnTo>
                  <a:lnTo>
                    <a:pt x="314791" y="138118"/>
                  </a:lnTo>
                  <a:lnTo>
                    <a:pt x="315401" y="143864"/>
                  </a:lnTo>
                  <a:lnTo>
                    <a:pt x="311546" y="144683"/>
                  </a:lnTo>
                  <a:lnTo>
                    <a:pt x="307806" y="146238"/>
                  </a:lnTo>
                  <a:lnTo>
                    <a:pt x="304957" y="147420"/>
                  </a:lnTo>
                  <a:lnTo>
                    <a:pt x="303541" y="150170"/>
                  </a:lnTo>
                  <a:lnTo>
                    <a:pt x="304474" y="154333"/>
                  </a:lnTo>
                  <a:lnTo>
                    <a:pt x="303717" y="155834"/>
                  </a:lnTo>
                  <a:lnTo>
                    <a:pt x="301274" y="159541"/>
                  </a:lnTo>
                  <a:lnTo>
                    <a:pt x="299876" y="165104"/>
                  </a:lnTo>
                  <a:lnTo>
                    <a:pt x="297842" y="168476"/>
                  </a:lnTo>
                  <a:lnTo>
                    <a:pt x="297538" y="172155"/>
                  </a:lnTo>
                  <a:lnTo>
                    <a:pt x="297440" y="173334"/>
                  </a:lnTo>
                  <a:lnTo>
                    <a:pt x="298318" y="177880"/>
                  </a:lnTo>
                  <a:lnTo>
                    <a:pt x="296258" y="181323"/>
                  </a:lnTo>
                  <a:lnTo>
                    <a:pt x="298784" y="183797"/>
                  </a:lnTo>
                  <a:lnTo>
                    <a:pt x="302558" y="184044"/>
                  </a:lnTo>
                  <a:lnTo>
                    <a:pt x="304664" y="179930"/>
                  </a:lnTo>
                  <a:lnTo>
                    <a:pt x="306128" y="176778"/>
                  </a:lnTo>
                  <a:lnTo>
                    <a:pt x="311164" y="173376"/>
                  </a:lnTo>
                  <a:lnTo>
                    <a:pt x="311800" y="172047"/>
                  </a:lnTo>
                  <a:lnTo>
                    <a:pt x="312392" y="170809"/>
                  </a:lnTo>
                  <a:lnTo>
                    <a:pt x="312907" y="169885"/>
                  </a:lnTo>
                  <a:lnTo>
                    <a:pt x="313752" y="168367"/>
                  </a:lnTo>
                  <a:lnTo>
                    <a:pt x="313289" y="165762"/>
                  </a:lnTo>
                  <a:lnTo>
                    <a:pt x="316742" y="158888"/>
                  </a:lnTo>
                  <a:lnTo>
                    <a:pt x="319889" y="153865"/>
                  </a:lnTo>
                  <a:lnTo>
                    <a:pt x="322777" y="152933"/>
                  </a:lnTo>
                  <a:lnTo>
                    <a:pt x="323553" y="151772"/>
                  </a:lnTo>
                  <a:lnTo>
                    <a:pt x="327377" y="149761"/>
                  </a:lnTo>
                  <a:lnTo>
                    <a:pt x="329867" y="145239"/>
                  </a:lnTo>
                  <a:lnTo>
                    <a:pt x="332172" y="138103"/>
                  </a:lnTo>
                  <a:lnTo>
                    <a:pt x="335474" y="131773"/>
                  </a:lnTo>
                  <a:lnTo>
                    <a:pt x="335896" y="124354"/>
                  </a:lnTo>
                  <a:lnTo>
                    <a:pt x="339512" y="123279"/>
                  </a:lnTo>
                  <a:lnTo>
                    <a:pt x="342145" y="119710"/>
                  </a:lnTo>
                  <a:lnTo>
                    <a:pt x="342263" y="115648"/>
                  </a:lnTo>
                  <a:lnTo>
                    <a:pt x="344764" y="112175"/>
                  </a:lnTo>
                  <a:lnTo>
                    <a:pt x="347044" y="111255"/>
                  </a:lnTo>
                  <a:lnTo>
                    <a:pt x="349450" y="111597"/>
                  </a:lnTo>
                  <a:lnTo>
                    <a:pt x="350251" y="116892"/>
                  </a:lnTo>
                  <a:lnTo>
                    <a:pt x="346977" y="120884"/>
                  </a:lnTo>
                  <a:lnTo>
                    <a:pt x="347584" y="125235"/>
                  </a:lnTo>
                  <a:lnTo>
                    <a:pt x="347314" y="130046"/>
                  </a:lnTo>
                  <a:lnTo>
                    <a:pt x="343742" y="136338"/>
                  </a:lnTo>
                  <a:lnTo>
                    <a:pt x="341727" y="142183"/>
                  </a:lnTo>
                  <a:lnTo>
                    <a:pt x="341500" y="147539"/>
                  </a:lnTo>
                  <a:lnTo>
                    <a:pt x="338096" y="152597"/>
                  </a:lnTo>
                  <a:lnTo>
                    <a:pt x="336380" y="158162"/>
                  </a:lnTo>
                  <a:lnTo>
                    <a:pt x="334302" y="166689"/>
                  </a:lnTo>
                  <a:lnTo>
                    <a:pt x="333337" y="170633"/>
                  </a:lnTo>
                  <a:lnTo>
                    <a:pt x="331241" y="174805"/>
                  </a:lnTo>
                  <a:lnTo>
                    <a:pt x="329805" y="185772"/>
                  </a:lnTo>
                  <a:lnTo>
                    <a:pt x="328866" y="197308"/>
                  </a:lnTo>
                  <a:lnTo>
                    <a:pt x="328823" y="197838"/>
                  </a:lnTo>
                  <a:lnTo>
                    <a:pt x="331014" y="202751"/>
                  </a:lnTo>
                  <a:lnTo>
                    <a:pt x="332498" y="206724"/>
                  </a:lnTo>
                  <a:lnTo>
                    <a:pt x="331216" y="211295"/>
                  </a:lnTo>
                  <a:lnTo>
                    <a:pt x="327942" y="214196"/>
                  </a:lnTo>
                  <a:lnTo>
                    <a:pt x="325336" y="218855"/>
                  </a:lnTo>
                  <a:lnTo>
                    <a:pt x="324188" y="228944"/>
                  </a:lnTo>
                  <a:lnTo>
                    <a:pt x="323341" y="235375"/>
                  </a:lnTo>
                  <a:lnTo>
                    <a:pt x="323128" y="236988"/>
                  </a:lnTo>
                  <a:lnTo>
                    <a:pt x="324497" y="242187"/>
                  </a:lnTo>
                  <a:lnTo>
                    <a:pt x="326607" y="245549"/>
                  </a:lnTo>
                  <a:lnTo>
                    <a:pt x="326689" y="249336"/>
                  </a:lnTo>
                  <a:lnTo>
                    <a:pt x="327351" y="252940"/>
                  </a:lnTo>
                  <a:lnTo>
                    <a:pt x="323758" y="263443"/>
                  </a:lnTo>
                  <a:lnTo>
                    <a:pt x="323954" y="265126"/>
                  </a:lnTo>
                  <a:lnTo>
                    <a:pt x="324445" y="269344"/>
                  </a:lnTo>
                  <a:lnTo>
                    <a:pt x="322460" y="275805"/>
                  </a:lnTo>
                  <a:lnTo>
                    <a:pt x="320938" y="285690"/>
                  </a:lnTo>
                  <a:lnTo>
                    <a:pt x="321867" y="294995"/>
                  </a:lnTo>
                  <a:lnTo>
                    <a:pt x="321910" y="295413"/>
                  </a:lnTo>
                  <a:lnTo>
                    <a:pt x="322485" y="300984"/>
                  </a:lnTo>
                  <a:lnTo>
                    <a:pt x="325078" y="305848"/>
                  </a:lnTo>
                  <a:lnTo>
                    <a:pt x="324119" y="310144"/>
                  </a:lnTo>
                  <a:lnTo>
                    <a:pt x="325848" y="312463"/>
                  </a:lnTo>
                  <a:lnTo>
                    <a:pt x="328227" y="315651"/>
                  </a:lnTo>
                  <a:lnTo>
                    <a:pt x="329775" y="322885"/>
                  </a:lnTo>
                  <a:lnTo>
                    <a:pt x="330788" y="323966"/>
                  </a:lnTo>
                  <a:lnTo>
                    <a:pt x="334816" y="328260"/>
                  </a:lnTo>
                  <a:lnTo>
                    <a:pt x="334729" y="335456"/>
                  </a:lnTo>
                  <a:lnTo>
                    <a:pt x="334093" y="338330"/>
                  </a:lnTo>
                  <a:lnTo>
                    <a:pt x="333617" y="340476"/>
                  </a:lnTo>
                  <a:lnTo>
                    <a:pt x="334497" y="345880"/>
                  </a:lnTo>
                  <a:lnTo>
                    <a:pt x="336350" y="353058"/>
                  </a:lnTo>
                  <a:lnTo>
                    <a:pt x="311845" y="356363"/>
                  </a:lnTo>
                  <a:lnTo>
                    <a:pt x="310768" y="356505"/>
                  </a:lnTo>
                  <a:lnTo>
                    <a:pt x="305386" y="357312"/>
                  </a:lnTo>
                  <a:lnTo>
                    <a:pt x="295149" y="358830"/>
                  </a:lnTo>
                  <a:lnTo>
                    <a:pt x="292984" y="359148"/>
                  </a:lnTo>
                  <a:lnTo>
                    <a:pt x="280689" y="360987"/>
                  </a:lnTo>
                  <a:lnTo>
                    <a:pt x="276434" y="361531"/>
                  </a:lnTo>
                  <a:lnTo>
                    <a:pt x="266358" y="362804"/>
                  </a:lnTo>
                  <a:lnTo>
                    <a:pt x="260050" y="363591"/>
                  </a:lnTo>
                  <a:lnTo>
                    <a:pt x="258539" y="363770"/>
                  </a:lnTo>
                  <a:lnTo>
                    <a:pt x="240161" y="365916"/>
                  </a:lnTo>
                  <a:lnTo>
                    <a:pt x="237967" y="366168"/>
                  </a:lnTo>
                  <a:lnTo>
                    <a:pt x="232310" y="366812"/>
                  </a:lnTo>
                  <a:lnTo>
                    <a:pt x="211088" y="369222"/>
                  </a:lnTo>
                  <a:lnTo>
                    <a:pt x="205609" y="369830"/>
                  </a:lnTo>
                  <a:lnTo>
                    <a:pt x="187322" y="371895"/>
                  </a:lnTo>
                  <a:lnTo>
                    <a:pt x="174813" y="373434"/>
                  </a:lnTo>
                  <a:lnTo>
                    <a:pt x="174159" y="373514"/>
                  </a:lnTo>
                  <a:lnTo>
                    <a:pt x="161463" y="374877"/>
                  </a:lnTo>
                  <a:lnTo>
                    <a:pt x="158983" y="369377"/>
                  </a:lnTo>
                  <a:lnTo>
                    <a:pt x="156785" y="365395"/>
                  </a:lnTo>
                  <a:lnTo>
                    <a:pt x="153973" y="364092"/>
                  </a:lnTo>
                  <a:lnTo>
                    <a:pt x="147102" y="363234"/>
                  </a:lnTo>
                  <a:lnTo>
                    <a:pt x="144281" y="362745"/>
                  </a:lnTo>
                  <a:lnTo>
                    <a:pt x="141451" y="362252"/>
                  </a:lnTo>
                  <a:lnTo>
                    <a:pt x="136475" y="359772"/>
                  </a:lnTo>
                  <a:lnTo>
                    <a:pt x="132685" y="355441"/>
                  </a:lnTo>
                  <a:lnTo>
                    <a:pt x="130161" y="348171"/>
                  </a:lnTo>
                  <a:lnTo>
                    <a:pt x="127406" y="345132"/>
                  </a:lnTo>
                  <a:lnTo>
                    <a:pt x="125689" y="339208"/>
                  </a:lnTo>
                  <a:lnTo>
                    <a:pt x="125366" y="338250"/>
                  </a:lnTo>
                  <a:lnTo>
                    <a:pt x="123953" y="334055"/>
                  </a:lnTo>
                  <a:lnTo>
                    <a:pt x="123567" y="330571"/>
                  </a:lnTo>
                  <a:lnTo>
                    <a:pt x="123061" y="326009"/>
                  </a:lnTo>
                  <a:lnTo>
                    <a:pt x="125212" y="322401"/>
                  </a:lnTo>
                  <a:lnTo>
                    <a:pt x="127633" y="318106"/>
                  </a:lnTo>
                  <a:lnTo>
                    <a:pt x="129142" y="315216"/>
                  </a:lnTo>
                  <a:lnTo>
                    <a:pt x="125598" y="310540"/>
                  </a:lnTo>
                  <a:lnTo>
                    <a:pt x="122513" y="309080"/>
                  </a:lnTo>
                  <a:lnTo>
                    <a:pt x="118967" y="306169"/>
                  </a:lnTo>
                  <a:lnTo>
                    <a:pt x="119188" y="303652"/>
                  </a:lnTo>
                  <a:lnTo>
                    <a:pt x="118358" y="302350"/>
                  </a:lnTo>
                  <a:lnTo>
                    <a:pt x="116763" y="299848"/>
                  </a:lnTo>
                  <a:lnTo>
                    <a:pt x="117204" y="295591"/>
                  </a:lnTo>
                  <a:lnTo>
                    <a:pt x="115713" y="290296"/>
                  </a:lnTo>
                  <a:lnTo>
                    <a:pt x="114177" y="287447"/>
                  </a:lnTo>
                  <a:lnTo>
                    <a:pt x="112356" y="282020"/>
                  </a:lnTo>
                  <a:lnTo>
                    <a:pt x="112812" y="276961"/>
                  </a:lnTo>
                  <a:lnTo>
                    <a:pt x="113177" y="272900"/>
                  </a:lnTo>
                  <a:lnTo>
                    <a:pt x="109877" y="266974"/>
                  </a:lnTo>
                  <a:lnTo>
                    <a:pt x="109625" y="266520"/>
                  </a:lnTo>
                  <a:lnTo>
                    <a:pt x="105046" y="261537"/>
                  </a:lnTo>
                  <a:lnTo>
                    <a:pt x="100470" y="256333"/>
                  </a:lnTo>
                  <a:lnTo>
                    <a:pt x="99298" y="254998"/>
                  </a:lnTo>
                  <a:lnTo>
                    <a:pt x="91956" y="253843"/>
                  </a:lnTo>
                  <a:lnTo>
                    <a:pt x="91086" y="253705"/>
                  </a:lnTo>
                  <a:lnTo>
                    <a:pt x="86278" y="251047"/>
                  </a:lnTo>
                  <a:lnTo>
                    <a:pt x="81443" y="246053"/>
                  </a:lnTo>
                  <a:lnTo>
                    <a:pt x="75244" y="243684"/>
                  </a:lnTo>
                  <a:lnTo>
                    <a:pt x="72733" y="241139"/>
                  </a:lnTo>
                  <a:lnTo>
                    <a:pt x="70158" y="238526"/>
                  </a:lnTo>
                  <a:lnTo>
                    <a:pt x="68024" y="231364"/>
                  </a:lnTo>
                  <a:lnTo>
                    <a:pt x="64819" y="227951"/>
                  </a:lnTo>
                  <a:lnTo>
                    <a:pt x="57231" y="225097"/>
                  </a:lnTo>
                  <a:lnTo>
                    <a:pt x="55566" y="224469"/>
                  </a:lnTo>
                  <a:lnTo>
                    <a:pt x="48050" y="222528"/>
                  </a:lnTo>
                  <a:lnTo>
                    <a:pt x="47208" y="221861"/>
                  </a:lnTo>
                  <a:lnTo>
                    <a:pt x="44230" y="219501"/>
                  </a:lnTo>
                  <a:lnTo>
                    <a:pt x="42435" y="215219"/>
                  </a:lnTo>
                  <a:lnTo>
                    <a:pt x="42254" y="215130"/>
                  </a:lnTo>
                  <a:lnTo>
                    <a:pt x="39436" y="213731"/>
                  </a:lnTo>
                  <a:lnTo>
                    <a:pt x="37186" y="213998"/>
                  </a:lnTo>
                  <a:lnTo>
                    <a:pt x="28079" y="213201"/>
                  </a:lnTo>
                  <a:lnTo>
                    <a:pt x="23706" y="210624"/>
                  </a:lnTo>
                  <a:lnTo>
                    <a:pt x="18445" y="204617"/>
                  </a:lnTo>
                  <a:lnTo>
                    <a:pt x="16159" y="202665"/>
                  </a:lnTo>
                  <a:lnTo>
                    <a:pt x="12211" y="199287"/>
                  </a:lnTo>
                  <a:lnTo>
                    <a:pt x="11372" y="198568"/>
                  </a:lnTo>
                  <a:lnTo>
                    <a:pt x="12912" y="191147"/>
                  </a:lnTo>
                  <a:lnTo>
                    <a:pt x="12947" y="190499"/>
                  </a:lnTo>
                  <a:lnTo>
                    <a:pt x="13313" y="183726"/>
                  </a:lnTo>
                  <a:lnTo>
                    <a:pt x="12045" y="176989"/>
                  </a:lnTo>
                  <a:lnTo>
                    <a:pt x="9294" y="173599"/>
                  </a:lnTo>
                  <a:lnTo>
                    <a:pt x="9999" y="172676"/>
                  </a:lnTo>
                  <a:lnTo>
                    <a:pt x="12627" y="169236"/>
                  </a:lnTo>
                  <a:lnTo>
                    <a:pt x="10448" y="162511"/>
                  </a:lnTo>
                  <a:lnTo>
                    <a:pt x="10385" y="161254"/>
                  </a:lnTo>
                  <a:lnTo>
                    <a:pt x="10069" y="154938"/>
                  </a:lnTo>
                  <a:lnTo>
                    <a:pt x="10787" y="153931"/>
                  </a:lnTo>
                  <a:lnTo>
                    <a:pt x="13388" y="150282"/>
                  </a:lnTo>
                  <a:lnTo>
                    <a:pt x="15316" y="145052"/>
                  </a:lnTo>
                  <a:lnTo>
                    <a:pt x="15684" y="141471"/>
                  </a:lnTo>
                  <a:lnTo>
                    <a:pt x="13067" y="138801"/>
                  </a:lnTo>
                  <a:lnTo>
                    <a:pt x="10237" y="134536"/>
                  </a:lnTo>
                  <a:lnTo>
                    <a:pt x="8299" y="132014"/>
                  </a:lnTo>
                  <a:lnTo>
                    <a:pt x="5640" y="131799"/>
                  </a:lnTo>
                  <a:lnTo>
                    <a:pt x="887" y="131328"/>
                  </a:lnTo>
                  <a:lnTo>
                    <a:pt x="0" y="12585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698662" y="3301144"/>
              <a:ext cx="389122" cy="401898"/>
            </a:xfrm>
            <a:custGeom>
              <a:avLst/>
              <a:pathLst>
                <a:path w="389122" h="401898">
                  <a:moveTo>
                    <a:pt x="4394" y="309014"/>
                  </a:moveTo>
                  <a:lnTo>
                    <a:pt x="4748" y="304385"/>
                  </a:lnTo>
                  <a:lnTo>
                    <a:pt x="4820" y="303438"/>
                  </a:lnTo>
                  <a:lnTo>
                    <a:pt x="4199" y="295827"/>
                  </a:lnTo>
                  <a:lnTo>
                    <a:pt x="1318" y="293086"/>
                  </a:lnTo>
                  <a:lnTo>
                    <a:pt x="0" y="284503"/>
                  </a:lnTo>
                  <a:lnTo>
                    <a:pt x="3215" y="285829"/>
                  </a:lnTo>
                  <a:lnTo>
                    <a:pt x="7423" y="283738"/>
                  </a:lnTo>
                  <a:lnTo>
                    <a:pt x="12457" y="281231"/>
                  </a:lnTo>
                  <a:lnTo>
                    <a:pt x="17881" y="279159"/>
                  </a:lnTo>
                  <a:lnTo>
                    <a:pt x="22509" y="276484"/>
                  </a:lnTo>
                  <a:lnTo>
                    <a:pt x="23152" y="270917"/>
                  </a:lnTo>
                  <a:lnTo>
                    <a:pt x="22659" y="263642"/>
                  </a:lnTo>
                  <a:lnTo>
                    <a:pt x="23173" y="261271"/>
                  </a:lnTo>
                  <a:lnTo>
                    <a:pt x="23535" y="259597"/>
                  </a:lnTo>
                  <a:lnTo>
                    <a:pt x="28306" y="258785"/>
                  </a:lnTo>
                  <a:lnTo>
                    <a:pt x="31671" y="256109"/>
                  </a:lnTo>
                  <a:lnTo>
                    <a:pt x="29630" y="250657"/>
                  </a:lnTo>
                  <a:lnTo>
                    <a:pt x="25994" y="239819"/>
                  </a:lnTo>
                  <a:lnTo>
                    <a:pt x="24379" y="235290"/>
                  </a:lnTo>
                  <a:lnTo>
                    <a:pt x="27947" y="231971"/>
                  </a:lnTo>
                  <a:lnTo>
                    <a:pt x="28393" y="222525"/>
                  </a:lnTo>
                  <a:lnTo>
                    <a:pt x="30187" y="215743"/>
                  </a:lnTo>
                  <a:lnTo>
                    <a:pt x="30676" y="213891"/>
                  </a:lnTo>
                  <a:lnTo>
                    <a:pt x="33754" y="208370"/>
                  </a:lnTo>
                  <a:lnTo>
                    <a:pt x="36414" y="206428"/>
                  </a:lnTo>
                  <a:lnTo>
                    <a:pt x="42782" y="209204"/>
                  </a:lnTo>
                  <a:lnTo>
                    <a:pt x="47928" y="215417"/>
                  </a:lnTo>
                  <a:lnTo>
                    <a:pt x="53591" y="212266"/>
                  </a:lnTo>
                  <a:lnTo>
                    <a:pt x="57166" y="207434"/>
                  </a:lnTo>
                  <a:lnTo>
                    <a:pt x="54295" y="201187"/>
                  </a:lnTo>
                  <a:lnTo>
                    <a:pt x="52051" y="196647"/>
                  </a:lnTo>
                  <a:lnTo>
                    <a:pt x="56463" y="193335"/>
                  </a:lnTo>
                  <a:lnTo>
                    <a:pt x="57023" y="192914"/>
                  </a:lnTo>
                  <a:lnTo>
                    <a:pt x="54500" y="184872"/>
                  </a:lnTo>
                  <a:lnTo>
                    <a:pt x="54377" y="184479"/>
                  </a:lnTo>
                  <a:lnTo>
                    <a:pt x="56410" y="180979"/>
                  </a:lnTo>
                  <a:lnTo>
                    <a:pt x="57049" y="179879"/>
                  </a:lnTo>
                  <a:lnTo>
                    <a:pt x="58587" y="173222"/>
                  </a:lnTo>
                  <a:lnTo>
                    <a:pt x="63991" y="171812"/>
                  </a:lnTo>
                  <a:lnTo>
                    <a:pt x="68078" y="170785"/>
                  </a:lnTo>
                  <a:lnTo>
                    <a:pt x="67265" y="164651"/>
                  </a:lnTo>
                  <a:lnTo>
                    <a:pt x="71021" y="158876"/>
                  </a:lnTo>
                  <a:lnTo>
                    <a:pt x="74131" y="153991"/>
                  </a:lnTo>
                  <a:lnTo>
                    <a:pt x="78137" y="154767"/>
                  </a:lnTo>
                  <a:lnTo>
                    <a:pt x="80751" y="159135"/>
                  </a:lnTo>
                  <a:lnTo>
                    <a:pt x="82794" y="159012"/>
                  </a:lnTo>
                  <a:lnTo>
                    <a:pt x="84787" y="158892"/>
                  </a:lnTo>
                  <a:lnTo>
                    <a:pt x="92023" y="152092"/>
                  </a:lnTo>
                  <a:lnTo>
                    <a:pt x="96357" y="146362"/>
                  </a:lnTo>
                  <a:lnTo>
                    <a:pt x="100735" y="143178"/>
                  </a:lnTo>
                  <a:lnTo>
                    <a:pt x="101144" y="142118"/>
                  </a:lnTo>
                  <a:lnTo>
                    <a:pt x="103693" y="135495"/>
                  </a:lnTo>
                  <a:lnTo>
                    <a:pt x="106243" y="131603"/>
                  </a:lnTo>
                  <a:lnTo>
                    <a:pt x="112413" y="122159"/>
                  </a:lnTo>
                  <a:lnTo>
                    <a:pt x="117595" y="114452"/>
                  </a:lnTo>
                  <a:lnTo>
                    <a:pt x="119384" y="108329"/>
                  </a:lnTo>
                  <a:lnTo>
                    <a:pt x="118720" y="107626"/>
                  </a:lnTo>
                  <a:lnTo>
                    <a:pt x="114753" y="103428"/>
                  </a:lnTo>
                  <a:lnTo>
                    <a:pt x="117585" y="98397"/>
                  </a:lnTo>
                  <a:lnTo>
                    <a:pt x="116506" y="93306"/>
                  </a:lnTo>
                  <a:lnTo>
                    <a:pt x="116505" y="92973"/>
                  </a:lnTo>
                  <a:lnTo>
                    <a:pt x="116479" y="84999"/>
                  </a:lnTo>
                  <a:lnTo>
                    <a:pt x="118942" y="80754"/>
                  </a:lnTo>
                  <a:lnTo>
                    <a:pt x="120461" y="78005"/>
                  </a:lnTo>
                  <a:lnTo>
                    <a:pt x="119053" y="71016"/>
                  </a:lnTo>
                  <a:lnTo>
                    <a:pt x="118021" y="65898"/>
                  </a:lnTo>
                  <a:lnTo>
                    <a:pt x="118799" y="57404"/>
                  </a:lnTo>
                  <a:lnTo>
                    <a:pt x="118945" y="56724"/>
                  </a:lnTo>
                  <a:lnTo>
                    <a:pt x="119726" y="53065"/>
                  </a:lnTo>
                  <a:lnTo>
                    <a:pt x="121401" y="45196"/>
                  </a:lnTo>
                  <a:lnTo>
                    <a:pt x="123230" y="38642"/>
                  </a:lnTo>
                  <a:lnTo>
                    <a:pt x="119111" y="30153"/>
                  </a:lnTo>
                  <a:lnTo>
                    <a:pt x="119217" y="29000"/>
                  </a:lnTo>
                  <a:lnTo>
                    <a:pt x="119779" y="22879"/>
                  </a:lnTo>
                  <a:lnTo>
                    <a:pt x="116492" y="15093"/>
                  </a:lnTo>
                  <a:lnTo>
                    <a:pt x="111156" y="9176"/>
                  </a:lnTo>
                  <a:lnTo>
                    <a:pt x="113576" y="4239"/>
                  </a:lnTo>
                  <a:lnTo>
                    <a:pt x="117275" y="3857"/>
                  </a:lnTo>
                  <a:lnTo>
                    <a:pt x="122011" y="0"/>
                  </a:lnTo>
                  <a:lnTo>
                    <a:pt x="126098" y="17778"/>
                  </a:lnTo>
                  <a:lnTo>
                    <a:pt x="128062" y="26337"/>
                  </a:lnTo>
                  <a:lnTo>
                    <a:pt x="129514" y="32674"/>
                  </a:lnTo>
                  <a:lnTo>
                    <a:pt x="134111" y="52766"/>
                  </a:lnTo>
                  <a:lnTo>
                    <a:pt x="137713" y="68545"/>
                  </a:lnTo>
                  <a:lnTo>
                    <a:pt x="139071" y="74516"/>
                  </a:lnTo>
                  <a:lnTo>
                    <a:pt x="145093" y="101041"/>
                  </a:lnTo>
                  <a:lnTo>
                    <a:pt x="153280" y="99078"/>
                  </a:lnTo>
                  <a:lnTo>
                    <a:pt x="182102" y="91972"/>
                  </a:lnTo>
                  <a:lnTo>
                    <a:pt x="195443" y="88681"/>
                  </a:lnTo>
                  <a:lnTo>
                    <a:pt x="208136" y="85524"/>
                  </a:lnTo>
                  <a:lnTo>
                    <a:pt x="232030" y="79413"/>
                  </a:lnTo>
                  <a:lnTo>
                    <a:pt x="236540" y="100352"/>
                  </a:lnTo>
                  <a:lnTo>
                    <a:pt x="241290" y="120994"/>
                  </a:lnTo>
                  <a:lnTo>
                    <a:pt x="244702" y="136255"/>
                  </a:lnTo>
                  <a:lnTo>
                    <a:pt x="249357" y="132474"/>
                  </a:lnTo>
                  <a:lnTo>
                    <a:pt x="253965" y="125473"/>
                  </a:lnTo>
                  <a:lnTo>
                    <a:pt x="258992" y="120489"/>
                  </a:lnTo>
                  <a:lnTo>
                    <a:pt x="260337" y="118204"/>
                  </a:lnTo>
                  <a:lnTo>
                    <a:pt x="266369" y="107925"/>
                  </a:lnTo>
                  <a:lnTo>
                    <a:pt x="270733" y="98435"/>
                  </a:lnTo>
                  <a:lnTo>
                    <a:pt x="272714" y="97871"/>
                  </a:lnTo>
                  <a:lnTo>
                    <a:pt x="275353" y="97118"/>
                  </a:lnTo>
                  <a:lnTo>
                    <a:pt x="282819" y="99026"/>
                  </a:lnTo>
                  <a:lnTo>
                    <a:pt x="282937" y="94395"/>
                  </a:lnTo>
                  <a:lnTo>
                    <a:pt x="288555" y="84212"/>
                  </a:lnTo>
                  <a:lnTo>
                    <a:pt x="292905" y="73195"/>
                  </a:lnTo>
                  <a:lnTo>
                    <a:pt x="296353" y="75635"/>
                  </a:lnTo>
                  <a:lnTo>
                    <a:pt x="300478" y="80837"/>
                  </a:lnTo>
                  <a:lnTo>
                    <a:pt x="305120" y="80942"/>
                  </a:lnTo>
                  <a:lnTo>
                    <a:pt x="310863" y="81067"/>
                  </a:lnTo>
                  <a:lnTo>
                    <a:pt x="321147" y="78769"/>
                  </a:lnTo>
                  <a:lnTo>
                    <a:pt x="321762" y="78631"/>
                  </a:lnTo>
                  <a:lnTo>
                    <a:pt x="322618" y="74004"/>
                  </a:lnTo>
                  <a:lnTo>
                    <a:pt x="325577" y="66324"/>
                  </a:lnTo>
                  <a:lnTo>
                    <a:pt x="329565" y="64507"/>
                  </a:lnTo>
                  <a:lnTo>
                    <a:pt x="331135" y="63791"/>
                  </a:lnTo>
                  <a:lnTo>
                    <a:pt x="337650" y="58749"/>
                  </a:lnTo>
                  <a:lnTo>
                    <a:pt x="349136" y="54162"/>
                  </a:lnTo>
                  <a:lnTo>
                    <a:pt x="355082" y="58452"/>
                  </a:lnTo>
                  <a:lnTo>
                    <a:pt x="357358" y="60091"/>
                  </a:lnTo>
                  <a:lnTo>
                    <a:pt x="363869" y="57552"/>
                  </a:lnTo>
                  <a:lnTo>
                    <a:pt x="372412" y="57570"/>
                  </a:lnTo>
                  <a:lnTo>
                    <a:pt x="374656" y="64154"/>
                  </a:lnTo>
                  <a:lnTo>
                    <a:pt x="376434" y="66615"/>
                  </a:lnTo>
                  <a:lnTo>
                    <a:pt x="378201" y="69061"/>
                  </a:lnTo>
                  <a:lnTo>
                    <a:pt x="385134" y="75822"/>
                  </a:lnTo>
                  <a:lnTo>
                    <a:pt x="386020" y="81268"/>
                  </a:lnTo>
                  <a:lnTo>
                    <a:pt x="389122" y="84150"/>
                  </a:lnTo>
                  <a:lnTo>
                    <a:pt x="386862" y="95585"/>
                  </a:lnTo>
                  <a:lnTo>
                    <a:pt x="385994" y="102958"/>
                  </a:lnTo>
                  <a:lnTo>
                    <a:pt x="385415" y="107362"/>
                  </a:lnTo>
                  <a:lnTo>
                    <a:pt x="364621" y="97595"/>
                  </a:lnTo>
                  <a:lnTo>
                    <a:pt x="349007" y="90222"/>
                  </a:lnTo>
                  <a:lnTo>
                    <a:pt x="344789" y="88245"/>
                  </a:lnTo>
                  <a:lnTo>
                    <a:pt x="332885" y="82650"/>
                  </a:lnTo>
                  <a:lnTo>
                    <a:pt x="335288" y="88659"/>
                  </a:lnTo>
                  <a:lnTo>
                    <a:pt x="336550" y="94840"/>
                  </a:lnTo>
                  <a:lnTo>
                    <a:pt x="333556" y="104639"/>
                  </a:lnTo>
                  <a:lnTo>
                    <a:pt x="334359" y="108960"/>
                  </a:lnTo>
                  <a:lnTo>
                    <a:pt x="333775" y="115066"/>
                  </a:lnTo>
                  <a:lnTo>
                    <a:pt x="335800" y="117892"/>
                  </a:lnTo>
                  <a:lnTo>
                    <a:pt x="329836" y="127667"/>
                  </a:lnTo>
                  <a:lnTo>
                    <a:pt x="328796" y="132144"/>
                  </a:lnTo>
                  <a:lnTo>
                    <a:pt x="327523" y="137606"/>
                  </a:lnTo>
                  <a:lnTo>
                    <a:pt x="323317" y="141819"/>
                  </a:lnTo>
                  <a:lnTo>
                    <a:pt x="319723" y="149415"/>
                  </a:lnTo>
                  <a:lnTo>
                    <a:pt x="312932" y="154969"/>
                  </a:lnTo>
                  <a:lnTo>
                    <a:pt x="310553" y="162934"/>
                  </a:lnTo>
                  <a:lnTo>
                    <a:pt x="308327" y="171466"/>
                  </a:lnTo>
                  <a:lnTo>
                    <a:pt x="295346" y="165866"/>
                  </a:lnTo>
                  <a:lnTo>
                    <a:pt x="294425" y="170949"/>
                  </a:lnTo>
                  <a:lnTo>
                    <a:pt x="292531" y="175787"/>
                  </a:lnTo>
                  <a:lnTo>
                    <a:pt x="291823" y="184295"/>
                  </a:lnTo>
                  <a:lnTo>
                    <a:pt x="292218" y="187764"/>
                  </a:lnTo>
                  <a:lnTo>
                    <a:pt x="288431" y="194933"/>
                  </a:lnTo>
                  <a:lnTo>
                    <a:pt x="286517" y="204611"/>
                  </a:lnTo>
                  <a:lnTo>
                    <a:pt x="285496" y="210484"/>
                  </a:lnTo>
                  <a:lnTo>
                    <a:pt x="285374" y="211180"/>
                  </a:lnTo>
                  <a:lnTo>
                    <a:pt x="281275" y="218954"/>
                  </a:lnTo>
                  <a:lnTo>
                    <a:pt x="280074" y="219028"/>
                  </a:lnTo>
                  <a:lnTo>
                    <a:pt x="274842" y="219344"/>
                  </a:lnTo>
                  <a:lnTo>
                    <a:pt x="265046" y="218351"/>
                  </a:lnTo>
                  <a:lnTo>
                    <a:pt x="256976" y="209217"/>
                  </a:lnTo>
                  <a:lnTo>
                    <a:pt x="246968" y="207290"/>
                  </a:lnTo>
                  <a:lnTo>
                    <a:pt x="247340" y="216587"/>
                  </a:lnTo>
                  <a:lnTo>
                    <a:pt x="246686" y="222241"/>
                  </a:lnTo>
                  <a:lnTo>
                    <a:pt x="247633" y="225764"/>
                  </a:lnTo>
                  <a:lnTo>
                    <a:pt x="245727" y="234942"/>
                  </a:lnTo>
                  <a:lnTo>
                    <a:pt x="240907" y="241133"/>
                  </a:lnTo>
                  <a:lnTo>
                    <a:pt x="243348" y="245250"/>
                  </a:lnTo>
                  <a:lnTo>
                    <a:pt x="242695" y="246115"/>
                  </a:lnTo>
                  <a:lnTo>
                    <a:pt x="239015" y="250983"/>
                  </a:lnTo>
                  <a:lnTo>
                    <a:pt x="234640" y="257767"/>
                  </a:lnTo>
                  <a:lnTo>
                    <a:pt x="234530" y="266257"/>
                  </a:lnTo>
                  <a:lnTo>
                    <a:pt x="233770" y="272029"/>
                  </a:lnTo>
                  <a:lnTo>
                    <a:pt x="233464" y="274347"/>
                  </a:lnTo>
                  <a:lnTo>
                    <a:pt x="229819" y="284131"/>
                  </a:lnTo>
                  <a:lnTo>
                    <a:pt x="228544" y="286310"/>
                  </a:lnTo>
                  <a:lnTo>
                    <a:pt x="223577" y="294780"/>
                  </a:lnTo>
                  <a:lnTo>
                    <a:pt x="219307" y="303028"/>
                  </a:lnTo>
                  <a:lnTo>
                    <a:pt x="218771" y="308295"/>
                  </a:lnTo>
                  <a:lnTo>
                    <a:pt x="216921" y="316025"/>
                  </a:lnTo>
                  <a:lnTo>
                    <a:pt x="215027" y="320489"/>
                  </a:lnTo>
                  <a:lnTo>
                    <a:pt x="214895" y="320800"/>
                  </a:lnTo>
                  <a:lnTo>
                    <a:pt x="222312" y="326025"/>
                  </a:lnTo>
                  <a:lnTo>
                    <a:pt x="218154" y="331415"/>
                  </a:lnTo>
                  <a:lnTo>
                    <a:pt x="218563" y="337001"/>
                  </a:lnTo>
                  <a:lnTo>
                    <a:pt x="211039" y="347433"/>
                  </a:lnTo>
                  <a:lnTo>
                    <a:pt x="206310" y="352769"/>
                  </a:lnTo>
                  <a:lnTo>
                    <a:pt x="205830" y="352550"/>
                  </a:lnTo>
                  <a:lnTo>
                    <a:pt x="198222" y="349078"/>
                  </a:lnTo>
                  <a:lnTo>
                    <a:pt x="189298" y="358220"/>
                  </a:lnTo>
                  <a:lnTo>
                    <a:pt x="181206" y="364989"/>
                  </a:lnTo>
                  <a:lnTo>
                    <a:pt x="174224" y="360613"/>
                  </a:lnTo>
                  <a:lnTo>
                    <a:pt x="172426" y="361424"/>
                  </a:lnTo>
                  <a:lnTo>
                    <a:pt x="171846" y="361686"/>
                  </a:lnTo>
                  <a:lnTo>
                    <a:pt x="171134" y="366022"/>
                  </a:lnTo>
                  <a:lnTo>
                    <a:pt x="176438" y="370463"/>
                  </a:lnTo>
                  <a:lnTo>
                    <a:pt x="169858" y="375329"/>
                  </a:lnTo>
                  <a:lnTo>
                    <a:pt x="164644" y="377163"/>
                  </a:lnTo>
                  <a:lnTo>
                    <a:pt x="163360" y="377615"/>
                  </a:lnTo>
                  <a:lnTo>
                    <a:pt x="153741" y="382288"/>
                  </a:lnTo>
                  <a:lnTo>
                    <a:pt x="144991" y="389357"/>
                  </a:lnTo>
                  <a:lnTo>
                    <a:pt x="130707" y="380744"/>
                  </a:lnTo>
                  <a:lnTo>
                    <a:pt x="126533" y="389405"/>
                  </a:lnTo>
                  <a:lnTo>
                    <a:pt x="122170" y="392756"/>
                  </a:lnTo>
                  <a:lnTo>
                    <a:pt x="118488" y="396733"/>
                  </a:lnTo>
                  <a:lnTo>
                    <a:pt x="116474" y="399124"/>
                  </a:lnTo>
                  <a:lnTo>
                    <a:pt x="106304" y="401898"/>
                  </a:lnTo>
                  <a:lnTo>
                    <a:pt x="100204" y="398989"/>
                  </a:lnTo>
                  <a:lnTo>
                    <a:pt x="99704" y="398750"/>
                  </a:lnTo>
                  <a:lnTo>
                    <a:pt x="96299" y="395779"/>
                  </a:lnTo>
                  <a:lnTo>
                    <a:pt x="89524" y="396090"/>
                  </a:lnTo>
                  <a:lnTo>
                    <a:pt x="84468" y="391817"/>
                  </a:lnTo>
                  <a:lnTo>
                    <a:pt x="79914" y="386218"/>
                  </a:lnTo>
                  <a:lnTo>
                    <a:pt x="78934" y="382891"/>
                  </a:lnTo>
                  <a:lnTo>
                    <a:pt x="74000" y="380012"/>
                  </a:lnTo>
                  <a:lnTo>
                    <a:pt x="77271" y="372636"/>
                  </a:lnTo>
                  <a:lnTo>
                    <a:pt x="73567" y="370473"/>
                  </a:lnTo>
                  <a:lnTo>
                    <a:pt x="65082" y="371568"/>
                  </a:lnTo>
                  <a:lnTo>
                    <a:pt x="57264" y="367439"/>
                  </a:lnTo>
                  <a:lnTo>
                    <a:pt x="48650" y="362638"/>
                  </a:lnTo>
                  <a:lnTo>
                    <a:pt x="41853" y="360300"/>
                  </a:lnTo>
                  <a:lnTo>
                    <a:pt x="38406" y="354153"/>
                  </a:lnTo>
                  <a:lnTo>
                    <a:pt x="37469" y="352480"/>
                  </a:lnTo>
                  <a:lnTo>
                    <a:pt x="32910" y="348910"/>
                  </a:lnTo>
                  <a:lnTo>
                    <a:pt x="29537" y="344877"/>
                  </a:lnTo>
                  <a:lnTo>
                    <a:pt x="27143" y="342013"/>
                  </a:lnTo>
                  <a:lnTo>
                    <a:pt x="20214" y="338362"/>
                  </a:lnTo>
                  <a:lnTo>
                    <a:pt x="20443" y="335825"/>
                  </a:lnTo>
                  <a:lnTo>
                    <a:pt x="20848" y="331323"/>
                  </a:lnTo>
                  <a:lnTo>
                    <a:pt x="11674" y="323355"/>
                  </a:lnTo>
                  <a:lnTo>
                    <a:pt x="3488" y="3168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84998" y="2857677"/>
              <a:ext cx="737057" cy="603322"/>
            </a:xfrm>
            <a:custGeom>
              <a:avLst/>
              <a:pathLst>
                <a:path w="737057" h="603322">
                  <a:moveTo>
                    <a:pt x="68408" y="17945"/>
                  </a:moveTo>
                  <a:lnTo>
                    <a:pt x="72084" y="0"/>
                  </a:lnTo>
                  <a:lnTo>
                    <a:pt x="96653" y="3122"/>
                  </a:lnTo>
                  <a:lnTo>
                    <a:pt x="104013" y="5562"/>
                  </a:lnTo>
                  <a:lnTo>
                    <a:pt x="140213" y="9368"/>
                  </a:lnTo>
                  <a:lnTo>
                    <a:pt x="171507" y="12776"/>
                  </a:lnTo>
                  <a:lnTo>
                    <a:pt x="190146" y="15106"/>
                  </a:lnTo>
                  <a:lnTo>
                    <a:pt x="211410" y="17708"/>
                  </a:lnTo>
                  <a:lnTo>
                    <a:pt x="256166" y="22456"/>
                  </a:lnTo>
                  <a:lnTo>
                    <a:pt x="259982" y="23744"/>
                  </a:lnTo>
                  <a:lnTo>
                    <a:pt x="301869" y="28338"/>
                  </a:lnTo>
                  <a:lnTo>
                    <a:pt x="313355" y="29557"/>
                  </a:lnTo>
                  <a:lnTo>
                    <a:pt x="337349" y="31923"/>
                  </a:lnTo>
                  <a:lnTo>
                    <a:pt x="361257" y="34205"/>
                  </a:lnTo>
                  <a:lnTo>
                    <a:pt x="369425" y="35014"/>
                  </a:lnTo>
                  <a:lnTo>
                    <a:pt x="422748" y="40079"/>
                  </a:lnTo>
                  <a:lnTo>
                    <a:pt x="466766" y="44715"/>
                  </a:lnTo>
                  <a:lnTo>
                    <a:pt x="526358" y="49854"/>
                  </a:lnTo>
                  <a:lnTo>
                    <a:pt x="549170" y="51073"/>
                  </a:lnTo>
                  <a:lnTo>
                    <a:pt x="566070" y="51933"/>
                  </a:lnTo>
                  <a:lnTo>
                    <a:pt x="639720" y="56923"/>
                  </a:lnTo>
                  <a:lnTo>
                    <a:pt x="643383" y="57153"/>
                  </a:lnTo>
                  <a:lnTo>
                    <a:pt x="644623" y="57230"/>
                  </a:lnTo>
                  <a:lnTo>
                    <a:pt x="737057" y="62808"/>
                  </a:lnTo>
                  <a:lnTo>
                    <a:pt x="735168" y="104224"/>
                  </a:lnTo>
                  <a:lnTo>
                    <a:pt x="734367" y="120505"/>
                  </a:lnTo>
                  <a:lnTo>
                    <a:pt x="732238" y="163932"/>
                  </a:lnTo>
                  <a:lnTo>
                    <a:pt x="731770" y="173347"/>
                  </a:lnTo>
                  <a:lnTo>
                    <a:pt x="731506" y="178664"/>
                  </a:lnTo>
                  <a:lnTo>
                    <a:pt x="729576" y="217569"/>
                  </a:lnTo>
                  <a:lnTo>
                    <a:pt x="727656" y="257460"/>
                  </a:lnTo>
                  <a:lnTo>
                    <a:pt x="727312" y="264938"/>
                  </a:lnTo>
                  <a:lnTo>
                    <a:pt x="727154" y="268390"/>
                  </a:lnTo>
                  <a:lnTo>
                    <a:pt x="725987" y="293827"/>
                  </a:lnTo>
                  <a:lnTo>
                    <a:pt x="724150" y="332952"/>
                  </a:lnTo>
                  <a:lnTo>
                    <a:pt x="721772" y="382956"/>
                  </a:lnTo>
                  <a:lnTo>
                    <a:pt x="721639" y="385546"/>
                  </a:lnTo>
                  <a:lnTo>
                    <a:pt x="720862" y="400666"/>
                  </a:lnTo>
                  <a:lnTo>
                    <a:pt x="719259" y="434480"/>
                  </a:lnTo>
                  <a:lnTo>
                    <a:pt x="717743" y="466080"/>
                  </a:lnTo>
                  <a:lnTo>
                    <a:pt x="717645" y="468053"/>
                  </a:lnTo>
                  <a:lnTo>
                    <a:pt x="716863" y="483775"/>
                  </a:lnTo>
                  <a:lnTo>
                    <a:pt x="715667" y="509152"/>
                  </a:lnTo>
                  <a:lnTo>
                    <a:pt x="715131" y="520532"/>
                  </a:lnTo>
                  <a:lnTo>
                    <a:pt x="714822" y="527213"/>
                  </a:lnTo>
                  <a:lnTo>
                    <a:pt x="713753" y="550347"/>
                  </a:lnTo>
                  <a:lnTo>
                    <a:pt x="712995" y="565899"/>
                  </a:lnTo>
                  <a:lnTo>
                    <a:pt x="711872" y="588036"/>
                  </a:lnTo>
                  <a:lnTo>
                    <a:pt x="711135" y="603322"/>
                  </a:lnTo>
                  <a:lnTo>
                    <a:pt x="665836" y="600916"/>
                  </a:lnTo>
                  <a:lnTo>
                    <a:pt x="629254" y="599347"/>
                  </a:lnTo>
                  <a:lnTo>
                    <a:pt x="620265" y="598809"/>
                  </a:lnTo>
                  <a:lnTo>
                    <a:pt x="586219" y="596681"/>
                  </a:lnTo>
                  <a:lnTo>
                    <a:pt x="493097" y="590247"/>
                  </a:lnTo>
                  <a:lnTo>
                    <a:pt x="490343" y="590041"/>
                  </a:lnTo>
                  <a:lnTo>
                    <a:pt x="479793" y="589171"/>
                  </a:lnTo>
                  <a:lnTo>
                    <a:pt x="424904" y="584429"/>
                  </a:lnTo>
                  <a:lnTo>
                    <a:pt x="378373" y="580124"/>
                  </a:lnTo>
                  <a:lnTo>
                    <a:pt x="373324" y="579641"/>
                  </a:lnTo>
                  <a:lnTo>
                    <a:pt x="317267" y="574672"/>
                  </a:lnTo>
                  <a:lnTo>
                    <a:pt x="283486" y="571495"/>
                  </a:lnTo>
                  <a:lnTo>
                    <a:pt x="202312" y="562854"/>
                  </a:lnTo>
                  <a:lnTo>
                    <a:pt x="181957" y="560532"/>
                  </a:lnTo>
                  <a:lnTo>
                    <a:pt x="134792" y="555454"/>
                  </a:lnTo>
                  <a:lnTo>
                    <a:pt x="105865" y="552073"/>
                  </a:lnTo>
                  <a:lnTo>
                    <a:pt x="101024" y="551497"/>
                  </a:lnTo>
                  <a:lnTo>
                    <a:pt x="93610" y="550610"/>
                  </a:lnTo>
                  <a:lnTo>
                    <a:pt x="51253" y="545361"/>
                  </a:lnTo>
                  <a:lnTo>
                    <a:pt x="17654" y="540814"/>
                  </a:lnTo>
                  <a:lnTo>
                    <a:pt x="0" y="538368"/>
                  </a:lnTo>
                  <a:lnTo>
                    <a:pt x="4445" y="504254"/>
                  </a:lnTo>
                  <a:lnTo>
                    <a:pt x="6362" y="489587"/>
                  </a:lnTo>
                  <a:lnTo>
                    <a:pt x="10044" y="462043"/>
                  </a:lnTo>
                  <a:lnTo>
                    <a:pt x="10292" y="460123"/>
                  </a:lnTo>
                  <a:lnTo>
                    <a:pt x="17650" y="403392"/>
                  </a:lnTo>
                  <a:lnTo>
                    <a:pt x="23785" y="356602"/>
                  </a:lnTo>
                  <a:lnTo>
                    <a:pt x="26868" y="334499"/>
                  </a:lnTo>
                  <a:lnTo>
                    <a:pt x="30788" y="306455"/>
                  </a:lnTo>
                  <a:lnTo>
                    <a:pt x="35079" y="273926"/>
                  </a:lnTo>
                  <a:lnTo>
                    <a:pt x="36056" y="266533"/>
                  </a:lnTo>
                  <a:lnTo>
                    <a:pt x="36998" y="259409"/>
                  </a:lnTo>
                  <a:lnTo>
                    <a:pt x="41331" y="226674"/>
                  </a:lnTo>
                  <a:lnTo>
                    <a:pt x="44603" y="201738"/>
                  </a:lnTo>
                  <a:lnTo>
                    <a:pt x="47909" y="176607"/>
                  </a:lnTo>
                  <a:lnTo>
                    <a:pt x="51871" y="146944"/>
                  </a:lnTo>
                  <a:lnTo>
                    <a:pt x="53167" y="136841"/>
                  </a:lnTo>
                  <a:lnTo>
                    <a:pt x="55441" y="119154"/>
                  </a:lnTo>
                  <a:lnTo>
                    <a:pt x="60122" y="84168"/>
                  </a:lnTo>
                  <a:lnTo>
                    <a:pt x="61952" y="70838"/>
                  </a:lnTo>
                  <a:lnTo>
                    <a:pt x="64123" y="50471"/>
                  </a:lnTo>
                  <a:lnTo>
                    <a:pt x="64870" y="44911"/>
                  </a:lnTo>
                  <a:lnTo>
                    <a:pt x="65939" y="369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126763" y="3461320"/>
              <a:ext cx="578134" cy="443846"/>
            </a:xfrm>
            <a:custGeom>
              <a:avLst/>
              <a:pathLst>
                <a:path w="578134" h="443846">
                  <a:moveTo>
                    <a:pt x="14236" y="253379"/>
                  </a:moveTo>
                  <a:lnTo>
                    <a:pt x="21438" y="190010"/>
                  </a:lnTo>
                  <a:lnTo>
                    <a:pt x="23987" y="165630"/>
                  </a:lnTo>
                  <a:lnTo>
                    <a:pt x="25380" y="152348"/>
                  </a:lnTo>
                  <a:lnTo>
                    <a:pt x="27112" y="135856"/>
                  </a:lnTo>
                  <a:lnTo>
                    <a:pt x="29401" y="114116"/>
                  </a:lnTo>
                  <a:lnTo>
                    <a:pt x="32622" y="83106"/>
                  </a:lnTo>
                  <a:lnTo>
                    <a:pt x="33086" y="78870"/>
                  </a:lnTo>
                  <a:lnTo>
                    <a:pt x="37880" y="35202"/>
                  </a:lnTo>
                  <a:lnTo>
                    <a:pt x="37975" y="34289"/>
                  </a:lnTo>
                  <a:lnTo>
                    <a:pt x="39714" y="17713"/>
                  </a:lnTo>
                  <a:lnTo>
                    <a:pt x="41467" y="0"/>
                  </a:lnTo>
                  <a:lnTo>
                    <a:pt x="102539" y="6500"/>
                  </a:lnTo>
                  <a:lnTo>
                    <a:pt x="127955" y="8891"/>
                  </a:lnTo>
                  <a:lnTo>
                    <a:pt x="170131" y="12630"/>
                  </a:lnTo>
                  <a:lnTo>
                    <a:pt x="173929" y="12993"/>
                  </a:lnTo>
                  <a:lnTo>
                    <a:pt x="208937" y="16232"/>
                  </a:lnTo>
                  <a:lnTo>
                    <a:pt x="250234" y="19800"/>
                  </a:lnTo>
                  <a:lnTo>
                    <a:pt x="258171" y="20454"/>
                  </a:lnTo>
                  <a:lnTo>
                    <a:pt x="260243" y="20609"/>
                  </a:lnTo>
                  <a:lnTo>
                    <a:pt x="330326" y="25451"/>
                  </a:lnTo>
                  <a:lnTo>
                    <a:pt x="355920" y="27050"/>
                  </a:lnTo>
                  <a:lnTo>
                    <a:pt x="362682" y="27456"/>
                  </a:lnTo>
                  <a:lnTo>
                    <a:pt x="390205" y="28636"/>
                  </a:lnTo>
                  <a:lnTo>
                    <a:pt x="424287" y="30446"/>
                  </a:lnTo>
                  <a:lnTo>
                    <a:pt x="461124" y="32119"/>
                  </a:lnTo>
                  <a:lnTo>
                    <a:pt x="475823" y="32719"/>
                  </a:lnTo>
                  <a:lnTo>
                    <a:pt x="499338" y="33607"/>
                  </a:lnTo>
                  <a:lnTo>
                    <a:pt x="531859" y="34741"/>
                  </a:lnTo>
                  <a:lnTo>
                    <a:pt x="534352" y="34821"/>
                  </a:lnTo>
                  <a:lnTo>
                    <a:pt x="539291" y="34976"/>
                  </a:lnTo>
                  <a:lnTo>
                    <a:pt x="578134" y="36046"/>
                  </a:lnTo>
                  <a:lnTo>
                    <a:pt x="577542" y="61777"/>
                  </a:lnTo>
                  <a:lnTo>
                    <a:pt x="577416" y="67074"/>
                  </a:lnTo>
                  <a:lnTo>
                    <a:pt x="576790" y="93285"/>
                  </a:lnTo>
                  <a:lnTo>
                    <a:pt x="576569" y="102524"/>
                  </a:lnTo>
                  <a:lnTo>
                    <a:pt x="576543" y="103628"/>
                  </a:lnTo>
                  <a:lnTo>
                    <a:pt x="575700" y="137748"/>
                  </a:lnTo>
                  <a:lnTo>
                    <a:pt x="575296" y="156480"/>
                  </a:lnTo>
                  <a:lnTo>
                    <a:pt x="574808" y="181404"/>
                  </a:lnTo>
                  <a:lnTo>
                    <a:pt x="574796" y="182002"/>
                  </a:lnTo>
                  <a:lnTo>
                    <a:pt x="574411" y="201788"/>
                  </a:lnTo>
                  <a:lnTo>
                    <a:pt x="573977" y="226263"/>
                  </a:lnTo>
                  <a:lnTo>
                    <a:pt x="573823" y="235023"/>
                  </a:lnTo>
                  <a:lnTo>
                    <a:pt x="573066" y="270569"/>
                  </a:lnTo>
                  <a:lnTo>
                    <a:pt x="572888" y="278949"/>
                  </a:lnTo>
                  <a:lnTo>
                    <a:pt x="572391" y="302415"/>
                  </a:lnTo>
                  <a:lnTo>
                    <a:pt x="572144" y="314177"/>
                  </a:lnTo>
                  <a:lnTo>
                    <a:pt x="572130" y="314822"/>
                  </a:lnTo>
                  <a:lnTo>
                    <a:pt x="571812" y="330013"/>
                  </a:lnTo>
                  <a:lnTo>
                    <a:pt x="571125" y="368086"/>
                  </a:lnTo>
                  <a:lnTo>
                    <a:pt x="571098" y="369577"/>
                  </a:lnTo>
                  <a:lnTo>
                    <a:pt x="570913" y="377668"/>
                  </a:lnTo>
                  <a:lnTo>
                    <a:pt x="570320" y="403595"/>
                  </a:lnTo>
                  <a:lnTo>
                    <a:pt x="570016" y="416910"/>
                  </a:lnTo>
                  <a:lnTo>
                    <a:pt x="569666" y="432317"/>
                  </a:lnTo>
                  <a:lnTo>
                    <a:pt x="569507" y="439579"/>
                  </a:lnTo>
                  <a:lnTo>
                    <a:pt x="569385" y="443846"/>
                  </a:lnTo>
                  <a:lnTo>
                    <a:pt x="543866" y="443033"/>
                  </a:lnTo>
                  <a:lnTo>
                    <a:pt x="515920" y="442126"/>
                  </a:lnTo>
                  <a:lnTo>
                    <a:pt x="504209" y="441287"/>
                  </a:lnTo>
                  <a:lnTo>
                    <a:pt x="491155" y="440781"/>
                  </a:lnTo>
                  <a:lnTo>
                    <a:pt x="484317" y="440557"/>
                  </a:lnTo>
                  <a:lnTo>
                    <a:pt x="431585" y="438602"/>
                  </a:lnTo>
                  <a:lnTo>
                    <a:pt x="409209" y="437776"/>
                  </a:lnTo>
                  <a:lnTo>
                    <a:pt x="382243" y="436683"/>
                  </a:lnTo>
                  <a:lnTo>
                    <a:pt x="350230" y="434960"/>
                  </a:lnTo>
                  <a:lnTo>
                    <a:pt x="318600" y="432899"/>
                  </a:lnTo>
                  <a:lnTo>
                    <a:pt x="315813" y="432724"/>
                  </a:lnTo>
                  <a:lnTo>
                    <a:pt x="310487" y="432385"/>
                  </a:lnTo>
                  <a:lnTo>
                    <a:pt x="307982" y="432224"/>
                  </a:lnTo>
                  <a:lnTo>
                    <a:pt x="294315" y="431328"/>
                  </a:lnTo>
                  <a:lnTo>
                    <a:pt x="284992" y="430717"/>
                  </a:lnTo>
                  <a:lnTo>
                    <a:pt x="270144" y="429722"/>
                  </a:lnTo>
                  <a:lnTo>
                    <a:pt x="269981" y="429711"/>
                  </a:lnTo>
                  <a:lnTo>
                    <a:pt x="247291" y="428168"/>
                  </a:lnTo>
                  <a:lnTo>
                    <a:pt x="246572" y="428119"/>
                  </a:lnTo>
                  <a:lnTo>
                    <a:pt x="219184" y="426217"/>
                  </a:lnTo>
                  <a:lnTo>
                    <a:pt x="208364" y="425435"/>
                  </a:lnTo>
                  <a:lnTo>
                    <a:pt x="176379" y="423022"/>
                  </a:lnTo>
                  <a:lnTo>
                    <a:pt x="175830" y="422189"/>
                  </a:lnTo>
                  <a:lnTo>
                    <a:pt x="131692" y="418430"/>
                  </a:lnTo>
                  <a:lnTo>
                    <a:pt x="126755" y="417990"/>
                  </a:lnTo>
                  <a:lnTo>
                    <a:pt x="84659" y="414091"/>
                  </a:lnTo>
                  <a:lnTo>
                    <a:pt x="53953" y="411124"/>
                  </a:lnTo>
                  <a:lnTo>
                    <a:pt x="34419" y="409164"/>
                  </a:lnTo>
                  <a:lnTo>
                    <a:pt x="0" y="405541"/>
                  </a:lnTo>
                  <a:lnTo>
                    <a:pt x="5063" y="356363"/>
                  </a:lnTo>
                  <a:lnTo>
                    <a:pt x="9219" y="316235"/>
                  </a:lnTo>
                  <a:lnTo>
                    <a:pt x="12085" y="288693"/>
                  </a:lnTo>
                  <a:lnTo>
                    <a:pt x="12208" y="287512"/>
                  </a:lnTo>
                  <a:lnTo>
                    <a:pt x="11897" y="27612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49609" y="2925075"/>
              <a:ext cx="76048" cy="80362"/>
            </a:xfrm>
            <a:custGeom>
              <a:avLst/>
              <a:pathLst>
                <a:path w="76048" h="80362">
                  <a:moveTo>
                    <a:pt x="6880" y="75140"/>
                  </a:moveTo>
                  <a:lnTo>
                    <a:pt x="14524" y="65934"/>
                  </a:lnTo>
                  <a:lnTo>
                    <a:pt x="10463" y="62441"/>
                  </a:lnTo>
                  <a:lnTo>
                    <a:pt x="9517" y="58569"/>
                  </a:lnTo>
                  <a:lnTo>
                    <a:pt x="9380" y="58009"/>
                  </a:lnTo>
                  <a:lnTo>
                    <a:pt x="8523" y="54505"/>
                  </a:lnTo>
                  <a:lnTo>
                    <a:pt x="7335" y="49830"/>
                  </a:lnTo>
                  <a:lnTo>
                    <a:pt x="6055" y="44802"/>
                  </a:lnTo>
                  <a:lnTo>
                    <a:pt x="5758" y="43637"/>
                  </a:lnTo>
                  <a:lnTo>
                    <a:pt x="5402" y="42251"/>
                  </a:lnTo>
                  <a:lnTo>
                    <a:pt x="3206" y="33729"/>
                  </a:lnTo>
                  <a:lnTo>
                    <a:pt x="0" y="21486"/>
                  </a:lnTo>
                  <a:lnTo>
                    <a:pt x="9902" y="18351"/>
                  </a:lnTo>
                  <a:lnTo>
                    <a:pt x="13927" y="17120"/>
                  </a:lnTo>
                  <a:lnTo>
                    <a:pt x="16789" y="16242"/>
                  </a:lnTo>
                  <a:lnTo>
                    <a:pt x="18875" y="15599"/>
                  </a:lnTo>
                  <a:lnTo>
                    <a:pt x="24098" y="13860"/>
                  </a:lnTo>
                  <a:lnTo>
                    <a:pt x="24734" y="13647"/>
                  </a:lnTo>
                  <a:lnTo>
                    <a:pt x="26832" y="15195"/>
                  </a:lnTo>
                  <a:lnTo>
                    <a:pt x="28116" y="14516"/>
                  </a:lnTo>
                  <a:lnTo>
                    <a:pt x="28407" y="14362"/>
                  </a:lnTo>
                  <a:lnTo>
                    <a:pt x="29010" y="12168"/>
                  </a:lnTo>
                  <a:lnTo>
                    <a:pt x="33981" y="10737"/>
                  </a:lnTo>
                  <a:lnTo>
                    <a:pt x="36965" y="9466"/>
                  </a:lnTo>
                  <a:lnTo>
                    <a:pt x="45055" y="6709"/>
                  </a:lnTo>
                  <a:lnTo>
                    <a:pt x="49346" y="5263"/>
                  </a:lnTo>
                  <a:lnTo>
                    <a:pt x="52017" y="4359"/>
                  </a:lnTo>
                  <a:lnTo>
                    <a:pt x="57708" y="2424"/>
                  </a:lnTo>
                  <a:lnTo>
                    <a:pt x="63129" y="590"/>
                  </a:lnTo>
                  <a:lnTo>
                    <a:pt x="64868" y="0"/>
                  </a:lnTo>
                  <a:lnTo>
                    <a:pt x="65206" y="800"/>
                  </a:lnTo>
                  <a:lnTo>
                    <a:pt x="69129" y="11345"/>
                  </a:lnTo>
                  <a:lnTo>
                    <a:pt x="70748" y="15654"/>
                  </a:lnTo>
                  <a:lnTo>
                    <a:pt x="73091" y="22416"/>
                  </a:lnTo>
                  <a:lnTo>
                    <a:pt x="74588" y="27296"/>
                  </a:lnTo>
                  <a:lnTo>
                    <a:pt x="76048" y="32066"/>
                  </a:lnTo>
                  <a:lnTo>
                    <a:pt x="74520" y="32899"/>
                  </a:lnTo>
                  <a:lnTo>
                    <a:pt x="75717" y="35927"/>
                  </a:lnTo>
                  <a:lnTo>
                    <a:pt x="75382" y="38056"/>
                  </a:lnTo>
                  <a:lnTo>
                    <a:pt x="74098" y="37563"/>
                  </a:lnTo>
                  <a:lnTo>
                    <a:pt x="71505" y="38897"/>
                  </a:lnTo>
                  <a:lnTo>
                    <a:pt x="69232" y="40499"/>
                  </a:lnTo>
                  <a:lnTo>
                    <a:pt x="66485" y="41654"/>
                  </a:lnTo>
                  <a:lnTo>
                    <a:pt x="65217" y="42991"/>
                  </a:lnTo>
                  <a:lnTo>
                    <a:pt x="62335" y="43062"/>
                  </a:lnTo>
                  <a:lnTo>
                    <a:pt x="61293" y="44345"/>
                  </a:lnTo>
                  <a:lnTo>
                    <a:pt x="60879" y="44764"/>
                  </a:lnTo>
                  <a:lnTo>
                    <a:pt x="59437" y="46222"/>
                  </a:lnTo>
                  <a:lnTo>
                    <a:pt x="57337" y="47130"/>
                  </a:lnTo>
                  <a:lnTo>
                    <a:pt x="56149" y="48484"/>
                  </a:lnTo>
                  <a:lnTo>
                    <a:pt x="55109" y="47870"/>
                  </a:lnTo>
                  <a:lnTo>
                    <a:pt x="52683" y="49228"/>
                  </a:lnTo>
                  <a:lnTo>
                    <a:pt x="50573" y="50945"/>
                  </a:lnTo>
                  <a:lnTo>
                    <a:pt x="50142" y="51295"/>
                  </a:lnTo>
                  <a:lnTo>
                    <a:pt x="47857" y="51027"/>
                  </a:lnTo>
                  <a:lnTo>
                    <a:pt x="45733" y="51961"/>
                  </a:lnTo>
                  <a:lnTo>
                    <a:pt x="44670" y="53459"/>
                  </a:lnTo>
                  <a:lnTo>
                    <a:pt x="42060" y="54703"/>
                  </a:lnTo>
                  <a:lnTo>
                    <a:pt x="40648" y="53803"/>
                  </a:lnTo>
                  <a:lnTo>
                    <a:pt x="37346" y="56277"/>
                  </a:lnTo>
                  <a:lnTo>
                    <a:pt x="36359" y="56232"/>
                  </a:lnTo>
                  <a:lnTo>
                    <a:pt x="34969" y="56167"/>
                  </a:lnTo>
                  <a:lnTo>
                    <a:pt x="33918" y="57554"/>
                  </a:lnTo>
                  <a:lnTo>
                    <a:pt x="33442" y="58180"/>
                  </a:lnTo>
                  <a:lnTo>
                    <a:pt x="32586" y="60082"/>
                  </a:lnTo>
                  <a:lnTo>
                    <a:pt x="30511" y="61536"/>
                  </a:lnTo>
                  <a:lnTo>
                    <a:pt x="30192" y="63439"/>
                  </a:lnTo>
                  <a:lnTo>
                    <a:pt x="30086" y="64067"/>
                  </a:lnTo>
                  <a:lnTo>
                    <a:pt x="29354" y="64730"/>
                  </a:lnTo>
                  <a:lnTo>
                    <a:pt x="27585" y="64949"/>
                  </a:lnTo>
                  <a:lnTo>
                    <a:pt x="26346" y="65103"/>
                  </a:lnTo>
                  <a:lnTo>
                    <a:pt x="24723" y="68062"/>
                  </a:lnTo>
                  <a:lnTo>
                    <a:pt x="24447" y="68206"/>
                  </a:lnTo>
                  <a:lnTo>
                    <a:pt x="23433" y="68732"/>
                  </a:lnTo>
                  <a:lnTo>
                    <a:pt x="22194" y="69375"/>
                  </a:lnTo>
                  <a:lnTo>
                    <a:pt x="20676" y="70249"/>
                  </a:lnTo>
                  <a:lnTo>
                    <a:pt x="21693" y="70986"/>
                  </a:lnTo>
                  <a:lnTo>
                    <a:pt x="20876" y="72883"/>
                  </a:lnTo>
                  <a:lnTo>
                    <a:pt x="19697" y="73918"/>
                  </a:lnTo>
                  <a:lnTo>
                    <a:pt x="17836" y="74330"/>
                  </a:lnTo>
                  <a:lnTo>
                    <a:pt x="16153" y="75649"/>
                  </a:lnTo>
                  <a:lnTo>
                    <a:pt x="14768" y="77415"/>
                  </a:lnTo>
                  <a:lnTo>
                    <a:pt x="13465" y="77905"/>
                  </a:lnTo>
                  <a:lnTo>
                    <a:pt x="11579" y="80362"/>
                  </a:lnTo>
                  <a:lnTo>
                    <a:pt x="11181" y="79384"/>
                  </a:lnTo>
                  <a:lnTo>
                    <a:pt x="10941" y="78650"/>
                  </a:lnTo>
                  <a:lnTo>
                    <a:pt x="8174" y="7625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93531" y="3267748"/>
              <a:ext cx="81558" cy="125137"/>
            </a:xfrm>
            <a:custGeom>
              <a:avLst/>
              <a:pathLst>
                <a:path w="81558" h="125137">
                  <a:moveTo>
                    <a:pt x="981" y="15414"/>
                  </a:moveTo>
                  <a:lnTo>
                    <a:pt x="1443" y="11839"/>
                  </a:lnTo>
                  <a:lnTo>
                    <a:pt x="2973" y="8074"/>
                  </a:lnTo>
                  <a:lnTo>
                    <a:pt x="5825" y="4403"/>
                  </a:lnTo>
                  <a:lnTo>
                    <a:pt x="10131" y="1776"/>
                  </a:lnTo>
                  <a:lnTo>
                    <a:pt x="10922" y="1293"/>
                  </a:lnTo>
                  <a:lnTo>
                    <a:pt x="11487" y="948"/>
                  </a:lnTo>
                  <a:lnTo>
                    <a:pt x="17638" y="0"/>
                  </a:lnTo>
                  <a:lnTo>
                    <a:pt x="22706" y="1042"/>
                  </a:lnTo>
                  <a:lnTo>
                    <a:pt x="20693" y="5138"/>
                  </a:lnTo>
                  <a:lnTo>
                    <a:pt x="20782" y="9991"/>
                  </a:lnTo>
                  <a:lnTo>
                    <a:pt x="19391" y="13199"/>
                  </a:lnTo>
                  <a:lnTo>
                    <a:pt x="18695" y="17151"/>
                  </a:lnTo>
                  <a:lnTo>
                    <a:pt x="17525" y="19184"/>
                  </a:lnTo>
                  <a:lnTo>
                    <a:pt x="19408" y="21847"/>
                  </a:lnTo>
                  <a:lnTo>
                    <a:pt x="21937" y="22792"/>
                  </a:lnTo>
                  <a:lnTo>
                    <a:pt x="22028" y="26866"/>
                  </a:lnTo>
                  <a:lnTo>
                    <a:pt x="22941" y="30152"/>
                  </a:lnTo>
                  <a:lnTo>
                    <a:pt x="19101" y="33157"/>
                  </a:lnTo>
                  <a:lnTo>
                    <a:pt x="21531" y="36273"/>
                  </a:lnTo>
                  <a:lnTo>
                    <a:pt x="26157" y="39741"/>
                  </a:lnTo>
                  <a:lnTo>
                    <a:pt x="27666" y="40951"/>
                  </a:lnTo>
                  <a:lnTo>
                    <a:pt x="31086" y="43691"/>
                  </a:lnTo>
                  <a:lnTo>
                    <a:pt x="36821" y="48259"/>
                  </a:lnTo>
                  <a:lnTo>
                    <a:pt x="39663" y="54707"/>
                  </a:lnTo>
                  <a:lnTo>
                    <a:pt x="40200" y="59789"/>
                  </a:lnTo>
                  <a:lnTo>
                    <a:pt x="42867" y="66241"/>
                  </a:lnTo>
                  <a:lnTo>
                    <a:pt x="47530" y="68432"/>
                  </a:lnTo>
                  <a:lnTo>
                    <a:pt x="51653" y="74091"/>
                  </a:lnTo>
                  <a:lnTo>
                    <a:pt x="52147" y="74769"/>
                  </a:lnTo>
                  <a:lnTo>
                    <a:pt x="52699" y="77079"/>
                  </a:lnTo>
                  <a:lnTo>
                    <a:pt x="59273" y="81644"/>
                  </a:lnTo>
                  <a:lnTo>
                    <a:pt x="65541" y="84876"/>
                  </a:lnTo>
                  <a:lnTo>
                    <a:pt x="68787" y="84547"/>
                  </a:lnTo>
                  <a:lnTo>
                    <a:pt x="70024" y="82793"/>
                  </a:lnTo>
                  <a:lnTo>
                    <a:pt x="73777" y="91293"/>
                  </a:lnTo>
                  <a:lnTo>
                    <a:pt x="79057" y="105034"/>
                  </a:lnTo>
                  <a:lnTo>
                    <a:pt x="81558" y="112418"/>
                  </a:lnTo>
                  <a:lnTo>
                    <a:pt x="72366" y="115328"/>
                  </a:lnTo>
                  <a:lnTo>
                    <a:pt x="61824" y="118480"/>
                  </a:lnTo>
                  <a:lnTo>
                    <a:pt x="52482" y="121253"/>
                  </a:lnTo>
                  <a:lnTo>
                    <a:pt x="37843" y="125137"/>
                  </a:lnTo>
                  <a:lnTo>
                    <a:pt x="35346" y="117983"/>
                  </a:lnTo>
                  <a:lnTo>
                    <a:pt x="34804" y="116421"/>
                  </a:lnTo>
                  <a:lnTo>
                    <a:pt x="32563" y="109955"/>
                  </a:lnTo>
                  <a:lnTo>
                    <a:pt x="26685" y="93115"/>
                  </a:lnTo>
                  <a:lnTo>
                    <a:pt x="17197" y="65982"/>
                  </a:lnTo>
                  <a:lnTo>
                    <a:pt x="14057" y="57014"/>
                  </a:lnTo>
                  <a:lnTo>
                    <a:pt x="12537" y="52675"/>
                  </a:lnTo>
                  <a:lnTo>
                    <a:pt x="10083" y="45672"/>
                  </a:lnTo>
                  <a:lnTo>
                    <a:pt x="0" y="1571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503840" y="5722018"/>
              <a:ext cx="7356" cy="7158"/>
            </a:xfrm>
            <a:custGeom>
              <a:avLst/>
              <a:pathLst>
                <a:path w="7356" h="7158">
                  <a:moveTo>
                    <a:pt x="379" y="1037"/>
                  </a:moveTo>
                  <a:lnTo>
                    <a:pt x="3164" y="0"/>
                  </a:lnTo>
                  <a:lnTo>
                    <a:pt x="4531" y="53"/>
                  </a:lnTo>
                  <a:lnTo>
                    <a:pt x="7356" y="3753"/>
                  </a:lnTo>
                  <a:lnTo>
                    <a:pt x="6122" y="6203"/>
                  </a:lnTo>
                  <a:lnTo>
                    <a:pt x="3557" y="7158"/>
                  </a:lnTo>
                  <a:lnTo>
                    <a:pt x="1156" y="5455"/>
                  </a:lnTo>
                  <a:lnTo>
                    <a:pt x="0" y="35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99355" y="5463726"/>
              <a:ext cx="65165" cy="63177"/>
            </a:xfrm>
            <a:custGeom>
              <a:avLst/>
              <a:pathLst>
                <a:path w="65165" h="63177">
                  <a:moveTo>
                    <a:pt x="971" y="24123"/>
                  </a:moveTo>
                  <a:lnTo>
                    <a:pt x="2819" y="21187"/>
                  </a:lnTo>
                  <a:lnTo>
                    <a:pt x="3550" y="17698"/>
                  </a:lnTo>
                  <a:lnTo>
                    <a:pt x="4168" y="14739"/>
                  </a:lnTo>
                  <a:lnTo>
                    <a:pt x="3739" y="12788"/>
                  </a:lnTo>
                  <a:lnTo>
                    <a:pt x="1470" y="9170"/>
                  </a:lnTo>
                  <a:lnTo>
                    <a:pt x="783" y="6624"/>
                  </a:lnTo>
                  <a:lnTo>
                    <a:pt x="0" y="4747"/>
                  </a:lnTo>
                  <a:lnTo>
                    <a:pt x="1164" y="2975"/>
                  </a:lnTo>
                  <a:lnTo>
                    <a:pt x="5066" y="2211"/>
                  </a:lnTo>
                  <a:lnTo>
                    <a:pt x="9840" y="0"/>
                  </a:lnTo>
                  <a:lnTo>
                    <a:pt x="11001" y="362"/>
                  </a:lnTo>
                  <a:lnTo>
                    <a:pt x="13934" y="2346"/>
                  </a:lnTo>
                  <a:lnTo>
                    <a:pt x="14902" y="2282"/>
                  </a:lnTo>
                  <a:lnTo>
                    <a:pt x="16744" y="2158"/>
                  </a:lnTo>
                  <a:lnTo>
                    <a:pt x="19377" y="3459"/>
                  </a:lnTo>
                  <a:lnTo>
                    <a:pt x="21774" y="5733"/>
                  </a:lnTo>
                  <a:lnTo>
                    <a:pt x="20490" y="6531"/>
                  </a:lnTo>
                  <a:lnTo>
                    <a:pt x="22125" y="8077"/>
                  </a:lnTo>
                  <a:lnTo>
                    <a:pt x="23116" y="9013"/>
                  </a:lnTo>
                  <a:lnTo>
                    <a:pt x="29912" y="11388"/>
                  </a:lnTo>
                  <a:lnTo>
                    <a:pt x="35473" y="15133"/>
                  </a:lnTo>
                  <a:lnTo>
                    <a:pt x="37616" y="19446"/>
                  </a:lnTo>
                  <a:lnTo>
                    <a:pt x="39523" y="18967"/>
                  </a:lnTo>
                  <a:lnTo>
                    <a:pt x="43392" y="22763"/>
                  </a:lnTo>
                  <a:lnTo>
                    <a:pt x="48569" y="24883"/>
                  </a:lnTo>
                  <a:lnTo>
                    <a:pt x="46805" y="27779"/>
                  </a:lnTo>
                  <a:lnTo>
                    <a:pt x="52052" y="31571"/>
                  </a:lnTo>
                  <a:lnTo>
                    <a:pt x="54266" y="31168"/>
                  </a:lnTo>
                  <a:lnTo>
                    <a:pt x="57326" y="34344"/>
                  </a:lnTo>
                  <a:lnTo>
                    <a:pt x="57630" y="37958"/>
                  </a:lnTo>
                  <a:lnTo>
                    <a:pt x="60002" y="40602"/>
                  </a:lnTo>
                  <a:lnTo>
                    <a:pt x="62446" y="45847"/>
                  </a:lnTo>
                  <a:lnTo>
                    <a:pt x="64993" y="49879"/>
                  </a:lnTo>
                  <a:lnTo>
                    <a:pt x="65165" y="52719"/>
                  </a:lnTo>
                  <a:lnTo>
                    <a:pt x="65064" y="54286"/>
                  </a:lnTo>
                  <a:lnTo>
                    <a:pt x="62167" y="56024"/>
                  </a:lnTo>
                  <a:lnTo>
                    <a:pt x="60181" y="55438"/>
                  </a:lnTo>
                  <a:lnTo>
                    <a:pt x="58517" y="56548"/>
                  </a:lnTo>
                  <a:lnTo>
                    <a:pt x="56611" y="55853"/>
                  </a:lnTo>
                  <a:lnTo>
                    <a:pt x="55166" y="54894"/>
                  </a:lnTo>
                  <a:lnTo>
                    <a:pt x="52860" y="56147"/>
                  </a:lnTo>
                  <a:lnTo>
                    <a:pt x="50470" y="58648"/>
                  </a:lnTo>
                  <a:lnTo>
                    <a:pt x="51113" y="62209"/>
                  </a:lnTo>
                  <a:lnTo>
                    <a:pt x="49372" y="63093"/>
                  </a:lnTo>
                  <a:lnTo>
                    <a:pt x="46333" y="63177"/>
                  </a:lnTo>
                  <a:lnTo>
                    <a:pt x="45121" y="61121"/>
                  </a:lnTo>
                  <a:lnTo>
                    <a:pt x="43655" y="60355"/>
                  </a:lnTo>
                  <a:lnTo>
                    <a:pt x="41363" y="59567"/>
                  </a:lnTo>
                  <a:lnTo>
                    <a:pt x="37168" y="56699"/>
                  </a:lnTo>
                  <a:lnTo>
                    <a:pt x="34658" y="55016"/>
                  </a:lnTo>
                  <a:lnTo>
                    <a:pt x="32911" y="53051"/>
                  </a:lnTo>
                  <a:lnTo>
                    <a:pt x="30919" y="51075"/>
                  </a:lnTo>
                  <a:lnTo>
                    <a:pt x="30672" y="49010"/>
                  </a:lnTo>
                  <a:lnTo>
                    <a:pt x="29179" y="46661"/>
                  </a:lnTo>
                  <a:lnTo>
                    <a:pt x="27752" y="46418"/>
                  </a:lnTo>
                  <a:lnTo>
                    <a:pt x="26637" y="47486"/>
                  </a:lnTo>
                  <a:lnTo>
                    <a:pt x="25065" y="47748"/>
                  </a:lnTo>
                  <a:lnTo>
                    <a:pt x="22988" y="47100"/>
                  </a:lnTo>
                  <a:lnTo>
                    <a:pt x="22466" y="45667"/>
                  </a:lnTo>
                  <a:lnTo>
                    <a:pt x="19356" y="45749"/>
                  </a:lnTo>
                  <a:lnTo>
                    <a:pt x="20728" y="49555"/>
                  </a:lnTo>
                  <a:lnTo>
                    <a:pt x="19102" y="49583"/>
                  </a:lnTo>
                  <a:lnTo>
                    <a:pt x="17131" y="46967"/>
                  </a:lnTo>
                  <a:lnTo>
                    <a:pt x="17400" y="44067"/>
                  </a:lnTo>
                  <a:lnTo>
                    <a:pt x="16482" y="41803"/>
                  </a:lnTo>
                  <a:lnTo>
                    <a:pt x="14319" y="40889"/>
                  </a:lnTo>
                  <a:lnTo>
                    <a:pt x="12244" y="41667"/>
                  </a:lnTo>
                  <a:lnTo>
                    <a:pt x="11534" y="37768"/>
                  </a:lnTo>
                  <a:lnTo>
                    <a:pt x="11216" y="35526"/>
                  </a:lnTo>
                  <a:lnTo>
                    <a:pt x="10305" y="32660"/>
                  </a:lnTo>
                  <a:lnTo>
                    <a:pt x="10716" y="29116"/>
                  </a:lnTo>
                  <a:lnTo>
                    <a:pt x="8462" y="27389"/>
                  </a:lnTo>
                  <a:lnTo>
                    <a:pt x="7564" y="25241"/>
                  </a:lnTo>
                  <a:lnTo>
                    <a:pt x="3840" y="26348"/>
                  </a:lnTo>
                  <a:lnTo>
                    <a:pt x="2341" y="264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74266" y="5435325"/>
              <a:ext cx="42797" cy="60633"/>
            </a:xfrm>
            <a:custGeom>
              <a:avLst/>
              <a:pathLst>
                <a:path w="42797" h="60633">
                  <a:moveTo>
                    <a:pt x="0" y="18060"/>
                  </a:moveTo>
                  <a:lnTo>
                    <a:pt x="1423" y="13976"/>
                  </a:lnTo>
                  <a:lnTo>
                    <a:pt x="3099" y="13340"/>
                  </a:lnTo>
                  <a:lnTo>
                    <a:pt x="3701" y="11940"/>
                  </a:lnTo>
                  <a:lnTo>
                    <a:pt x="6404" y="12405"/>
                  </a:lnTo>
                  <a:lnTo>
                    <a:pt x="8503" y="14956"/>
                  </a:lnTo>
                  <a:lnTo>
                    <a:pt x="10655" y="16246"/>
                  </a:lnTo>
                  <a:lnTo>
                    <a:pt x="11548" y="13884"/>
                  </a:lnTo>
                  <a:lnTo>
                    <a:pt x="8448" y="9629"/>
                  </a:lnTo>
                  <a:lnTo>
                    <a:pt x="4566" y="8047"/>
                  </a:lnTo>
                  <a:lnTo>
                    <a:pt x="4655" y="5801"/>
                  </a:lnTo>
                  <a:lnTo>
                    <a:pt x="6835" y="3711"/>
                  </a:lnTo>
                  <a:lnTo>
                    <a:pt x="10434" y="3359"/>
                  </a:lnTo>
                  <a:lnTo>
                    <a:pt x="15335" y="2801"/>
                  </a:lnTo>
                  <a:lnTo>
                    <a:pt x="20262" y="2351"/>
                  </a:lnTo>
                  <a:lnTo>
                    <a:pt x="20607" y="2184"/>
                  </a:lnTo>
                  <a:lnTo>
                    <a:pt x="25089" y="0"/>
                  </a:lnTo>
                  <a:lnTo>
                    <a:pt x="29086" y="2002"/>
                  </a:lnTo>
                  <a:lnTo>
                    <a:pt x="32935" y="6290"/>
                  </a:lnTo>
                  <a:lnTo>
                    <a:pt x="35683" y="6330"/>
                  </a:lnTo>
                  <a:lnTo>
                    <a:pt x="37946" y="8380"/>
                  </a:lnTo>
                  <a:lnTo>
                    <a:pt x="41539" y="9307"/>
                  </a:lnTo>
                  <a:lnTo>
                    <a:pt x="42797" y="11706"/>
                  </a:lnTo>
                  <a:lnTo>
                    <a:pt x="42530" y="14617"/>
                  </a:lnTo>
                  <a:lnTo>
                    <a:pt x="40287" y="17499"/>
                  </a:lnTo>
                  <a:lnTo>
                    <a:pt x="37278" y="18068"/>
                  </a:lnTo>
                  <a:lnTo>
                    <a:pt x="35009" y="19298"/>
                  </a:lnTo>
                  <a:lnTo>
                    <a:pt x="33087" y="23313"/>
                  </a:lnTo>
                  <a:lnTo>
                    <a:pt x="30420" y="24131"/>
                  </a:lnTo>
                  <a:lnTo>
                    <a:pt x="28052" y="25491"/>
                  </a:lnTo>
                  <a:lnTo>
                    <a:pt x="27110" y="26031"/>
                  </a:lnTo>
                  <a:lnTo>
                    <a:pt x="23107" y="28408"/>
                  </a:lnTo>
                  <a:lnTo>
                    <a:pt x="20388" y="32093"/>
                  </a:lnTo>
                  <a:lnTo>
                    <a:pt x="21348" y="35166"/>
                  </a:lnTo>
                  <a:lnTo>
                    <a:pt x="21193" y="37375"/>
                  </a:lnTo>
                  <a:lnTo>
                    <a:pt x="22005" y="39582"/>
                  </a:lnTo>
                  <a:lnTo>
                    <a:pt x="21424" y="41940"/>
                  </a:lnTo>
                  <a:lnTo>
                    <a:pt x="22324" y="43205"/>
                  </a:lnTo>
                  <a:lnTo>
                    <a:pt x="22551" y="45764"/>
                  </a:lnTo>
                  <a:lnTo>
                    <a:pt x="21350" y="46451"/>
                  </a:lnTo>
                  <a:lnTo>
                    <a:pt x="19717" y="46844"/>
                  </a:lnTo>
                  <a:lnTo>
                    <a:pt x="20082" y="49850"/>
                  </a:lnTo>
                  <a:lnTo>
                    <a:pt x="21352" y="51517"/>
                  </a:lnTo>
                  <a:lnTo>
                    <a:pt x="22148" y="54550"/>
                  </a:lnTo>
                  <a:lnTo>
                    <a:pt x="20819" y="56983"/>
                  </a:lnTo>
                  <a:lnTo>
                    <a:pt x="20340" y="58755"/>
                  </a:lnTo>
                  <a:lnTo>
                    <a:pt x="19646" y="60633"/>
                  </a:lnTo>
                  <a:lnTo>
                    <a:pt x="18339" y="59549"/>
                  </a:lnTo>
                  <a:lnTo>
                    <a:pt x="16268" y="56458"/>
                  </a:lnTo>
                  <a:lnTo>
                    <a:pt x="18134" y="55752"/>
                  </a:lnTo>
                  <a:lnTo>
                    <a:pt x="18233" y="50406"/>
                  </a:lnTo>
                  <a:lnTo>
                    <a:pt x="15274" y="46875"/>
                  </a:lnTo>
                  <a:lnTo>
                    <a:pt x="12729" y="42135"/>
                  </a:lnTo>
                  <a:lnTo>
                    <a:pt x="11076" y="38914"/>
                  </a:lnTo>
                  <a:lnTo>
                    <a:pt x="11176" y="35958"/>
                  </a:lnTo>
                  <a:lnTo>
                    <a:pt x="10154" y="34033"/>
                  </a:lnTo>
                  <a:lnTo>
                    <a:pt x="9849" y="29960"/>
                  </a:lnTo>
                  <a:lnTo>
                    <a:pt x="8482" y="29368"/>
                  </a:lnTo>
                  <a:lnTo>
                    <a:pt x="6808" y="30150"/>
                  </a:lnTo>
                  <a:lnTo>
                    <a:pt x="6102" y="27257"/>
                  </a:lnTo>
                  <a:lnTo>
                    <a:pt x="3663" y="25974"/>
                  </a:lnTo>
                  <a:lnTo>
                    <a:pt x="158" y="200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36868" y="5394783"/>
              <a:ext cx="42736" cy="53621"/>
            </a:xfrm>
            <a:custGeom>
              <a:avLst/>
              <a:pathLst>
                <a:path w="42736" h="53621">
                  <a:moveTo>
                    <a:pt x="0" y="0"/>
                  </a:moveTo>
                  <a:lnTo>
                    <a:pt x="2727" y="1096"/>
                  </a:lnTo>
                  <a:lnTo>
                    <a:pt x="5424" y="3252"/>
                  </a:lnTo>
                  <a:lnTo>
                    <a:pt x="7405" y="5048"/>
                  </a:lnTo>
                  <a:lnTo>
                    <a:pt x="8025" y="5915"/>
                  </a:lnTo>
                  <a:lnTo>
                    <a:pt x="9347" y="7761"/>
                  </a:lnTo>
                  <a:lnTo>
                    <a:pt x="11072" y="6533"/>
                  </a:lnTo>
                  <a:lnTo>
                    <a:pt x="14332" y="5733"/>
                  </a:lnTo>
                  <a:lnTo>
                    <a:pt x="17472" y="5557"/>
                  </a:lnTo>
                  <a:lnTo>
                    <a:pt x="18838" y="4490"/>
                  </a:lnTo>
                  <a:lnTo>
                    <a:pt x="20862" y="4557"/>
                  </a:lnTo>
                  <a:lnTo>
                    <a:pt x="21463" y="6625"/>
                  </a:lnTo>
                  <a:lnTo>
                    <a:pt x="22919" y="7457"/>
                  </a:lnTo>
                  <a:lnTo>
                    <a:pt x="24821" y="9086"/>
                  </a:lnTo>
                  <a:lnTo>
                    <a:pt x="28018" y="11654"/>
                  </a:lnTo>
                  <a:lnTo>
                    <a:pt x="31815" y="15206"/>
                  </a:lnTo>
                  <a:lnTo>
                    <a:pt x="34046" y="20151"/>
                  </a:lnTo>
                  <a:lnTo>
                    <a:pt x="37193" y="22454"/>
                  </a:lnTo>
                  <a:lnTo>
                    <a:pt x="37699" y="24238"/>
                  </a:lnTo>
                  <a:lnTo>
                    <a:pt x="37995" y="28204"/>
                  </a:lnTo>
                  <a:lnTo>
                    <a:pt x="40072" y="32945"/>
                  </a:lnTo>
                  <a:lnTo>
                    <a:pt x="42736" y="34508"/>
                  </a:lnTo>
                  <a:lnTo>
                    <a:pt x="42273" y="36683"/>
                  </a:lnTo>
                  <a:lnTo>
                    <a:pt x="41595" y="37151"/>
                  </a:lnTo>
                  <a:lnTo>
                    <a:pt x="38711" y="36710"/>
                  </a:lnTo>
                  <a:lnTo>
                    <a:pt x="36858" y="39302"/>
                  </a:lnTo>
                  <a:lnTo>
                    <a:pt x="36248" y="43526"/>
                  </a:lnTo>
                  <a:lnTo>
                    <a:pt x="34740" y="46531"/>
                  </a:lnTo>
                  <a:lnTo>
                    <a:pt x="33490" y="48121"/>
                  </a:lnTo>
                  <a:lnTo>
                    <a:pt x="33790" y="49332"/>
                  </a:lnTo>
                  <a:lnTo>
                    <a:pt x="32979" y="50902"/>
                  </a:lnTo>
                  <a:lnTo>
                    <a:pt x="32347" y="52685"/>
                  </a:lnTo>
                  <a:lnTo>
                    <a:pt x="31018" y="53621"/>
                  </a:lnTo>
                  <a:lnTo>
                    <a:pt x="28108" y="50695"/>
                  </a:lnTo>
                  <a:lnTo>
                    <a:pt x="25824" y="45372"/>
                  </a:lnTo>
                  <a:lnTo>
                    <a:pt x="24833" y="37671"/>
                  </a:lnTo>
                  <a:lnTo>
                    <a:pt x="21977" y="33777"/>
                  </a:lnTo>
                  <a:lnTo>
                    <a:pt x="17273" y="27441"/>
                  </a:lnTo>
                  <a:lnTo>
                    <a:pt x="15418" y="23623"/>
                  </a:lnTo>
                  <a:lnTo>
                    <a:pt x="11904" y="17447"/>
                  </a:lnTo>
                  <a:lnTo>
                    <a:pt x="8900" y="11785"/>
                  </a:lnTo>
                  <a:lnTo>
                    <a:pt x="5620" y="8424"/>
                  </a:lnTo>
                  <a:lnTo>
                    <a:pt x="1371" y="337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08869" y="5406728"/>
              <a:ext cx="71061" cy="78070"/>
            </a:xfrm>
            <a:custGeom>
              <a:avLst/>
              <a:pathLst>
                <a:path w="71061" h="78070">
                  <a:moveTo>
                    <a:pt x="383" y="17065"/>
                  </a:moveTo>
                  <a:lnTo>
                    <a:pt x="0" y="14411"/>
                  </a:lnTo>
                  <a:lnTo>
                    <a:pt x="1642" y="12820"/>
                  </a:lnTo>
                  <a:lnTo>
                    <a:pt x="2786" y="10659"/>
                  </a:lnTo>
                  <a:lnTo>
                    <a:pt x="735" y="6499"/>
                  </a:lnTo>
                  <a:lnTo>
                    <a:pt x="2767" y="5722"/>
                  </a:lnTo>
                  <a:lnTo>
                    <a:pt x="4938" y="4212"/>
                  </a:lnTo>
                  <a:lnTo>
                    <a:pt x="7735" y="2530"/>
                  </a:lnTo>
                  <a:lnTo>
                    <a:pt x="11256" y="1918"/>
                  </a:lnTo>
                  <a:lnTo>
                    <a:pt x="12794" y="0"/>
                  </a:lnTo>
                  <a:lnTo>
                    <a:pt x="15138" y="1684"/>
                  </a:lnTo>
                  <a:lnTo>
                    <a:pt x="20611" y="2475"/>
                  </a:lnTo>
                  <a:lnTo>
                    <a:pt x="26397" y="3545"/>
                  </a:lnTo>
                  <a:lnTo>
                    <a:pt x="30022" y="2453"/>
                  </a:lnTo>
                  <a:lnTo>
                    <a:pt x="34153" y="3195"/>
                  </a:lnTo>
                  <a:lnTo>
                    <a:pt x="36540" y="7753"/>
                  </a:lnTo>
                  <a:lnTo>
                    <a:pt x="35506" y="10007"/>
                  </a:lnTo>
                  <a:lnTo>
                    <a:pt x="38353" y="13792"/>
                  </a:lnTo>
                  <a:lnTo>
                    <a:pt x="38842" y="14439"/>
                  </a:lnTo>
                  <a:lnTo>
                    <a:pt x="45594" y="24333"/>
                  </a:lnTo>
                  <a:lnTo>
                    <a:pt x="47688" y="29638"/>
                  </a:lnTo>
                  <a:lnTo>
                    <a:pt x="48836" y="34350"/>
                  </a:lnTo>
                  <a:lnTo>
                    <a:pt x="56122" y="45247"/>
                  </a:lnTo>
                  <a:lnTo>
                    <a:pt x="58282" y="47956"/>
                  </a:lnTo>
                  <a:lnTo>
                    <a:pt x="60582" y="51630"/>
                  </a:lnTo>
                  <a:lnTo>
                    <a:pt x="62902" y="55246"/>
                  </a:lnTo>
                  <a:lnTo>
                    <a:pt x="64411" y="58104"/>
                  </a:lnTo>
                  <a:lnTo>
                    <a:pt x="65574" y="61652"/>
                  </a:lnTo>
                  <a:lnTo>
                    <a:pt x="65145" y="63280"/>
                  </a:lnTo>
                  <a:lnTo>
                    <a:pt x="67074" y="66266"/>
                  </a:lnTo>
                  <a:lnTo>
                    <a:pt x="68911" y="70338"/>
                  </a:lnTo>
                  <a:lnTo>
                    <a:pt x="70253" y="73616"/>
                  </a:lnTo>
                  <a:lnTo>
                    <a:pt x="70972" y="76581"/>
                  </a:lnTo>
                  <a:lnTo>
                    <a:pt x="71061" y="78070"/>
                  </a:lnTo>
                  <a:lnTo>
                    <a:pt x="68372" y="77119"/>
                  </a:lnTo>
                  <a:lnTo>
                    <a:pt x="66771" y="76125"/>
                  </a:lnTo>
                  <a:lnTo>
                    <a:pt x="65054" y="73736"/>
                  </a:lnTo>
                  <a:lnTo>
                    <a:pt x="62530" y="72334"/>
                  </a:lnTo>
                  <a:lnTo>
                    <a:pt x="59920" y="69726"/>
                  </a:lnTo>
                  <a:lnTo>
                    <a:pt x="56625" y="66660"/>
                  </a:lnTo>
                  <a:lnTo>
                    <a:pt x="53997" y="64219"/>
                  </a:lnTo>
                  <a:lnTo>
                    <a:pt x="51623" y="61587"/>
                  </a:lnTo>
                  <a:lnTo>
                    <a:pt x="50963" y="62472"/>
                  </a:lnTo>
                  <a:lnTo>
                    <a:pt x="48028" y="60751"/>
                  </a:lnTo>
                  <a:lnTo>
                    <a:pt x="46262" y="59925"/>
                  </a:lnTo>
                  <a:lnTo>
                    <a:pt x="43786" y="60346"/>
                  </a:lnTo>
                  <a:lnTo>
                    <a:pt x="40845" y="58194"/>
                  </a:lnTo>
                  <a:lnTo>
                    <a:pt x="41390" y="56772"/>
                  </a:lnTo>
                  <a:lnTo>
                    <a:pt x="41628" y="55453"/>
                  </a:lnTo>
                  <a:lnTo>
                    <a:pt x="41540" y="53019"/>
                  </a:lnTo>
                  <a:lnTo>
                    <a:pt x="42173" y="48959"/>
                  </a:lnTo>
                  <a:lnTo>
                    <a:pt x="39129" y="47847"/>
                  </a:lnTo>
                  <a:lnTo>
                    <a:pt x="36116" y="47380"/>
                  </a:lnTo>
                  <a:lnTo>
                    <a:pt x="36373" y="50164"/>
                  </a:lnTo>
                  <a:lnTo>
                    <a:pt x="36258" y="51947"/>
                  </a:lnTo>
                  <a:lnTo>
                    <a:pt x="32530" y="54486"/>
                  </a:lnTo>
                  <a:lnTo>
                    <a:pt x="31768" y="54479"/>
                  </a:lnTo>
                  <a:lnTo>
                    <a:pt x="30606" y="50714"/>
                  </a:lnTo>
                  <a:lnTo>
                    <a:pt x="31883" y="48242"/>
                  </a:lnTo>
                  <a:lnTo>
                    <a:pt x="31221" y="46430"/>
                  </a:lnTo>
                  <a:lnTo>
                    <a:pt x="29478" y="46976"/>
                  </a:lnTo>
                  <a:lnTo>
                    <a:pt x="27843" y="45186"/>
                  </a:lnTo>
                  <a:lnTo>
                    <a:pt x="27581" y="42379"/>
                  </a:lnTo>
                  <a:lnTo>
                    <a:pt x="26517" y="40920"/>
                  </a:lnTo>
                  <a:lnTo>
                    <a:pt x="24411" y="37600"/>
                  </a:lnTo>
                  <a:lnTo>
                    <a:pt x="22505" y="35931"/>
                  </a:lnTo>
                  <a:lnTo>
                    <a:pt x="19426" y="34532"/>
                  </a:lnTo>
                  <a:lnTo>
                    <a:pt x="17909" y="33145"/>
                  </a:lnTo>
                  <a:lnTo>
                    <a:pt x="16258" y="33639"/>
                  </a:lnTo>
                  <a:lnTo>
                    <a:pt x="13609" y="31474"/>
                  </a:lnTo>
                  <a:lnTo>
                    <a:pt x="12420" y="29120"/>
                  </a:lnTo>
                  <a:lnTo>
                    <a:pt x="9933" y="25969"/>
                  </a:lnTo>
                  <a:lnTo>
                    <a:pt x="7544" y="23964"/>
                  </a:lnTo>
                  <a:lnTo>
                    <a:pt x="5387" y="23797"/>
                  </a:lnTo>
                  <a:lnTo>
                    <a:pt x="4183" y="22218"/>
                  </a:lnTo>
                  <a:lnTo>
                    <a:pt x="1836" y="216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160839" y="5399965"/>
              <a:ext cx="4212" cy="8020"/>
            </a:xfrm>
            <a:custGeom>
              <a:avLst/>
              <a:pathLst>
                <a:path w="4212" h="8020">
                  <a:moveTo>
                    <a:pt x="0" y="4536"/>
                  </a:moveTo>
                  <a:lnTo>
                    <a:pt x="1763" y="0"/>
                  </a:lnTo>
                  <a:lnTo>
                    <a:pt x="4212" y="812"/>
                  </a:lnTo>
                  <a:lnTo>
                    <a:pt x="3400" y="3025"/>
                  </a:lnTo>
                  <a:lnTo>
                    <a:pt x="2480" y="6479"/>
                  </a:lnTo>
                  <a:lnTo>
                    <a:pt x="93" y="80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134341" y="5453382"/>
              <a:ext cx="5313" cy="4525"/>
            </a:xfrm>
            <a:custGeom>
              <a:avLst/>
              <a:pathLst>
                <a:path w="5313" h="4525">
                  <a:moveTo>
                    <a:pt x="0" y="1714"/>
                  </a:moveTo>
                  <a:lnTo>
                    <a:pt x="2146" y="173"/>
                  </a:lnTo>
                  <a:lnTo>
                    <a:pt x="3760" y="0"/>
                  </a:lnTo>
                  <a:lnTo>
                    <a:pt x="5313" y="1534"/>
                  </a:lnTo>
                  <a:lnTo>
                    <a:pt x="4726" y="3775"/>
                  </a:lnTo>
                  <a:lnTo>
                    <a:pt x="2061" y="4525"/>
                  </a:lnTo>
                  <a:lnTo>
                    <a:pt x="1345" y="412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118567" y="5485899"/>
              <a:ext cx="61097" cy="93528"/>
            </a:xfrm>
            <a:custGeom>
              <a:avLst/>
              <a:pathLst>
                <a:path w="61097" h="93528">
                  <a:moveTo>
                    <a:pt x="0" y="63800"/>
                  </a:moveTo>
                  <a:lnTo>
                    <a:pt x="1535" y="59982"/>
                  </a:lnTo>
                  <a:lnTo>
                    <a:pt x="2857" y="56684"/>
                  </a:lnTo>
                  <a:lnTo>
                    <a:pt x="4694" y="53613"/>
                  </a:lnTo>
                  <a:lnTo>
                    <a:pt x="7049" y="52427"/>
                  </a:lnTo>
                  <a:lnTo>
                    <a:pt x="9456" y="50077"/>
                  </a:lnTo>
                  <a:lnTo>
                    <a:pt x="11469" y="48930"/>
                  </a:lnTo>
                  <a:lnTo>
                    <a:pt x="15995" y="48809"/>
                  </a:lnTo>
                  <a:lnTo>
                    <a:pt x="17209" y="46842"/>
                  </a:lnTo>
                  <a:lnTo>
                    <a:pt x="16486" y="41568"/>
                  </a:lnTo>
                  <a:lnTo>
                    <a:pt x="19542" y="38318"/>
                  </a:lnTo>
                  <a:lnTo>
                    <a:pt x="20793" y="37526"/>
                  </a:lnTo>
                  <a:lnTo>
                    <a:pt x="22444" y="37826"/>
                  </a:lnTo>
                  <a:lnTo>
                    <a:pt x="25297" y="36165"/>
                  </a:lnTo>
                  <a:lnTo>
                    <a:pt x="24656" y="34767"/>
                  </a:lnTo>
                  <a:lnTo>
                    <a:pt x="25531" y="33037"/>
                  </a:lnTo>
                  <a:lnTo>
                    <a:pt x="27909" y="34604"/>
                  </a:lnTo>
                  <a:lnTo>
                    <a:pt x="29557" y="32150"/>
                  </a:lnTo>
                  <a:lnTo>
                    <a:pt x="27799" y="29895"/>
                  </a:lnTo>
                  <a:lnTo>
                    <a:pt x="26498" y="29098"/>
                  </a:lnTo>
                  <a:lnTo>
                    <a:pt x="27498" y="26811"/>
                  </a:lnTo>
                  <a:lnTo>
                    <a:pt x="28322" y="25167"/>
                  </a:lnTo>
                  <a:lnTo>
                    <a:pt x="30222" y="23943"/>
                  </a:lnTo>
                  <a:lnTo>
                    <a:pt x="30423" y="21803"/>
                  </a:lnTo>
                  <a:lnTo>
                    <a:pt x="32346" y="19278"/>
                  </a:lnTo>
                  <a:lnTo>
                    <a:pt x="33327" y="16930"/>
                  </a:lnTo>
                  <a:lnTo>
                    <a:pt x="35720" y="15103"/>
                  </a:lnTo>
                  <a:lnTo>
                    <a:pt x="36297" y="12234"/>
                  </a:lnTo>
                  <a:lnTo>
                    <a:pt x="38304" y="11484"/>
                  </a:lnTo>
                  <a:lnTo>
                    <a:pt x="39189" y="9100"/>
                  </a:lnTo>
                  <a:lnTo>
                    <a:pt x="41161" y="8427"/>
                  </a:lnTo>
                  <a:lnTo>
                    <a:pt x="40171" y="5134"/>
                  </a:lnTo>
                  <a:lnTo>
                    <a:pt x="40918" y="2378"/>
                  </a:lnTo>
                  <a:lnTo>
                    <a:pt x="42022" y="1416"/>
                  </a:lnTo>
                  <a:lnTo>
                    <a:pt x="44322" y="1174"/>
                  </a:lnTo>
                  <a:lnTo>
                    <a:pt x="46342" y="0"/>
                  </a:lnTo>
                  <a:lnTo>
                    <a:pt x="47012" y="2177"/>
                  </a:lnTo>
                  <a:lnTo>
                    <a:pt x="46318" y="5320"/>
                  </a:lnTo>
                  <a:lnTo>
                    <a:pt x="44870" y="7640"/>
                  </a:lnTo>
                  <a:lnTo>
                    <a:pt x="44181" y="9999"/>
                  </a:lnTo>
                  <a:lnTo>
                    <a:pt x="44810" y="12451"/>
                  </a:lnTo>
                  <a:lnTo>
                    <a:pt x="46351" y="13040"/>
                  </a:lnTo>
                  <a:lnTo>
                    <a:pt x="47301" y="12718"/>
                  </a:lnTo>
                  <a:lnTo>
                    <a:pt x="48030" y="11141"/>
                  </a:lnTo>
                  <a:lnTo>
                    <a:pt x="47595" y="9732"/>
                  </a:lnTo>
                  <a:lnTo>
                    <a:pt x="48742" y="9339"/>
                  </a:lnTo>
                  <a:lnTo>
                    <a:pt x="50662" y="11491"/>
                  </a:lnTo>
                  <a:lnTo>
                    <a:pt x="52678" y="10298"/>
                  </a:lnTo>
                  <a:lnTo>
                    <a:pt x="53724" y="11482"/>
                  </a:lnTo>
                  <a:lnTo>
                    <a:pt x="56180" y="12051"/>
                  </a:lnTo>
                  <a:lnTo>
                    <a:pt x="60296" y="15372"/>
                  </a:lnTo>
                  <a:lnTo>
                    <a:pt x="61097" y="17671"/>
                  </a:lnTo>
                  <a:lnTo>
                    <a:pt x="59919" y="19812"/>
                  </a:lnTo>
                  <a:lnTo>
                    <a:pt x="56071" y="19636"/>
                  </a:lnTo>
                  <a:lnTo>
                    <a:pt x="54587" y="21461"/>
                  </a:lnTo>
                  <a:lnTo>
                    <a:pt x="51326" y="22494"/>
                  </a:lnTo>
                  <a:lnTo>
                    <a:pt x="49033" y="23524"/>
                  </a:lnTo>
                  <a:lnTo>
                    <a:pt x="46606" y="23392"/>
                  </a:lnTo>
                  <a:lnTo>
                    <a:pt x="45809" y="25156"/>
                  </a:lnTo>
                  <a:lnTo>
                    <a:pt x="43208" y="27000"/>
                  </a:lnTo>
                  <a:lnTo>
                    <a:pt x="40984" y="28718"/>
                  </a:lnTo>
                  <a:lnTo>
                    <a:pt x="42204" y="30522"/>
                  </a:lnTo>
                  <a:lnTo>
                    <a:pt x="41877" y="33047"/>
                  </a:lnTo>
                  <a:lnTo>
                    <a:pt x="40918" y="34748"/>
                  </a:lnTo>
                  <a:lnTo>
                    <a:pt x="41483" y="36571"/>
                  </a:lnTo>
                  <a:lnTo>
                    <a:pt x="42434" y="37538"/>
                  </a:lnTo>
                  <a:lnTo>
                    <a:pt x="43779" y="35467"/>
                  </a:lnTo>
                  <a:lnTo>
                    <a:pt x="44530" y="33392"/>
                  </a:lnTo>
                  <a:lnTo>
                    <a:pt x="46961" y="33323"/>
                  </a:lnTo>
                  <a:lnTo>
                    <a:pt x="48637" y="30211"/>
                  </a:lnTo>
                  <a:lnTo>
                    <a:pt x="49025" y="31421"/>
                  </a:lnTo>
                  <a:lnTo>
                    <a:pt x="51387" y="32584"/>
                  </a:lnTo>
                  <a:lnTo>
                    <a:pt x="51299" y="36367"/>
                  </a:lnTo>
                  <a:lnTo>
                    <a:pt x="54633" y="37914"/>
                  </a:lnTo>
                  <a:lnTo>
                    <a:pt x="53010" y="40232"/>
                  </a:lnTo>
                  <a:lnTo>
                    <a:pt x="50005" y="41522"/>
                  </a:lnTo>
                  <a:lnTo>
                    <a:pt x="51551" y="44023"/>
                  </a:lnTo>
                  <a:lnTo>
                    <a:pt x="53362" y="45231"/>
                  </a:lnTo>
                  <a:lnTo>
                    <a:pt x="56821" y="45365"/>
                  </a:lnTo>
                  <a:lnTo>
                    <a:pt x="57054" y="46701"/>
                  </a:lnTo>
                  <a:lnTo>
                    <a:pt x="55260" y="50010"/>
                  </a:lnTo>
                  <a:lnTo>
                    <a:pt x="54213" y="52885"/>
                  </a:lnTo>
                  <a:lnTo>
                    <a:pt x="56310" y="56465"/>
                  </a:lnTo>
                  <a:lnTo>
                    <a:pt x="55011" y="58548"/>
                  </a:lnTo>
                  <a:lnTo>
                    <a:pt x="51058" y="54860"/>
                  </a:lnTo>
                  <a:lnTo>
                    <a:pt x="48836" y="54475"/>
                  </a:lnTo>
                  <a:lnTo>
                    <a:pt x="48568" y="57586"/>
                  </a:lnTo>
                  <a:lnTo>
                    <a:pt x="48283" y="60365"/>
                  </a:lnTo>
                  <a:lnTo>
                    <a:pt x="47081" y="62427"/>
                  </a:lnTo>
                  <a:lnTo>
                    <a:pt x="44437" y="63503"/>
                  </a:lnTo>
                  <a:lnTo>
                    <a:pt x="41683" y="64239"/>
                  </a:lnTo>
                  <a:lnTo>
                    <a:pt x="41974" y="67410"/>
                  </a:lnTo>
                  <a:lnTo>
                    <a:pt x="43660" y="68235"/>
                  </a:lnTo>
                  <a:lnTo>
                    <a:pt x="43406" y="69775"/>
                  </a:lnTo>
                  <a:lnTo>
                    <a:pt x="39896" y="71519"/>
                  </a:lnTo>
                  <a:lnTo>
                    <a:pt x="37208" y="74695"/>
                  </a:lnTo>
                  <a:lnTo>
                    <a:pt x="35959" y="76799"/>
                  </a:lnTo>
                  <a:lnTo>
                    <a:pt x="34363" y="77766"/>
                  </a:lnTo>
                  <a:lnTo>
                    <a:pt x="32386" y="73503"/>
                  </a:lnTo>
                  <a:lnTo>
                    <a:pt x="30503" y="73476"/>
                  </a:lnTo>
                  <a:lnTo>
                    <a:pt x="28592" y="75396"/>
                  </a:lnTo>
                  <a:lnTo>
                    <a:pt x="29745" y="77740"/>
                  </a:lnTo>
                  <a:lnTo>
                    <a:pt x="30412" y="82608"/>
                  </a:lnTo>
                  <a:lnTo>
                    <a:pt x="29009" y="82796"/>
                  </a:lnTo>
                  <a:lnTo>
                    <a:pt x="27025" y="84496"/>
                  </a:lnTo>
                  <a:lnTo>
                    <a:pt x="25422" y="85833"/>
                  </a:lnTo>
                  <a:lnTo>
                    <a:pt x="24037" y="86367"/>
                  </a:lnTo>
                  <a:lnTo>
                    <a:pt x="22907" y="88837"/>
                  </a:lnTo>
                  <a:lnTo>
                    <a:pt x="21474" y="90209"/>
                  </a:lnTo>
                  <a:lnTo>
                    <a:pt x="20756" y="92846"/>
                  </a:lnTo>
                  <a:lnTo>
                    <a:pt x="17702" y="93528"/>
                  </a:lnTo>
                  <a:lnTo>
                    <a:pt x="17916" y="90720"/>
                  </a:lnTo>
                  <a:lnTo>
                    <a:pt x="13337" y="86385"/>
                  </a:lnTo>
                  <a:lnTo>
                    <a:pt x="12789" y="83136"/>
                  </a:lnTo>
                  <a:lnTo>
                    <a:pt x="10387" y="81097"/>
                  </a:lnTo>
                  <a:lnTo>
                    <a:pt x="7479" y="79847"/>
                  </a:lnTo>
                  <a:lnTo>
                    <a:pt x="6937" y="74045"/>
                  </a:lnTo>
                  <a:lnTo>
                    <a:pt x="4677" y="68374"/>
                  </a:lnTo>
                  <a:lnTo>
                    <a:pt x="2371" y="67358"/>
                  </a:lnTo>
                  <a:lnTo>
                    <a:pt x="63" y="673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121974" y="5582191"/>
              <a:ext cx="21200" cy="11359"/>
            </a:xfrm>
            <a:custGeom>
              <a:avLst/>
              <a:pathLst>
                <a:path w="21200" h="11359">
                  <a:moveTo>
                    <a:pt x="0" y="10728"/>
                  </a:moveTo>
                  <a:lnTo>
                    <a:pt x="2545" y="5832"/>
                  </a:lnTo>
                  <a:lnTo>
                    <a:pt x="6493" y="1626"/>
                  </a:lnTo>
                  <a:lnTo>
                    <a:pt x="13389" y="649"/>
                  </a:lnTo>
                  <a:lnTo>
                    <a:pt x="15955" y="0"/>
                  </a:lnTo>
                  <a:lnTo>
                    <a:pt x="17824" y="1880"/>
                  </a:lnTo>
                  <a:lnTo>
                    <a:pt x="21200" y="1809"/>
                  </a:lnTo>
                  <a:lnTo>
                    <a:pt x="21181" y="3298"/>
                  </a:lnTo>
                  <a:lnTo>
                    <a:pt x="18429" y="5980"/>
                  </a:lnTo>
                  <a:lnTo>
                    <a:pt x="12736" y="5936"/>
                  </a:lnTo>
                  <a:lnTo>
                    <a:pt x="6683" y="6275"/>
                  </a:lnTo>
                  <a:lnTo>
                    <a:pt x="4661" y="7744"/>
                  </a:lnTo>
                  <a:lnTo>
                    <a:pt x="2333" y="113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103975" y="5616925"/>
              <a:ext cx="4658" cy="7590"/>
            </a:xfrm>
            <a:custGeom>
              <a:avLst/>
              <a:pathLst>
                <a:path w="4658" h="7590">
                  <a:moveTo>
                    <a:pt x="0" y="5163"/>
                  </a:moveTo>
                  <a:lnTo>
                    <a:pt x="1230" y="3079"/>
                  </a:lnTo>
                  <a:lnTo>
                    <a:pt x="2839" y="0"/>
                  </a:lnTo>
                  <a:lnTo>
                    <a:pt x="4658" y="607"/>
                  </a:lnTo>
                  <a:lnTo>
                    <a:pt x="4435" y="3653"/>
                  </a:lnTo>
                  <a:lnTo>
                    <a:pt x="4438" y="6275"/>
                  </a:lnTo>
                  <a:lnTo>
                    <a:pt x="4001" y="7590"/>
                  </a:lnTo>
                  <a:lnTo>
                    <a:pt x="974" y="73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79985" y="5611068"/>
              <a:ext cx="2925" cy="4776"/>
            </a:xfrm>
            <a:custGeom>
              <a:avLst/>
              <a:pathLst>
                <a:path w="2925" h="4776">
                  <a:moveTo>
                    <a:pt x="0" y="1048"/>
                  </a:moveTo>
                  <a:lnTo>
                    <a:pt x="1081" y="0"/>
                  </a:lnTo>
                  <a:lnTo>
                    <a:pt x="2802" y="1431"/>
                  </a:lnTo>
                  <a:lnTo>
                    <a:pt x="2925" y="3603"/>
                  </a:lnTo>
                  <a:lnTo>
                    <a:pt x="1551" y="4776"/>
                  </a:lnTo>
                  <a:lnTo>
                    <a:pt x="192" y="35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480065" y="5729241"/>
              <a:ext cx="19015" cy="21944"/>
            </a:xfrm>
            <a:custGeom>
              <a:avLst/>
              <a:pathLst>
                <a:path w="19015" h="21944">
                  <a:moveTo>
                    <a:pt x="243" y="733"/>
                  </a:moveTo>
                  <a:lnTo>
                    <a:pt x="1933" y="0"/>
                  </a:lnTo>
                  <a:lnTo>
                    <a:pt x="7779" y="5095"/>
                  </a:lnTo>
                  <a:lnTo>
                    <a:pt x="13045" y="14203"/>
                  </a:lnTo>
                  <a:lnTo>
                    <a:pt x="14989" y="17784"/>
                  </a:lnTo>
                  <a:lnTo>
                    <a:pt x="17936" y="18994"/>
                  </a:lnTo>
                  <a:lnTo>
                    <a:pt x="19015" y="21944"/>
                  </a:lnTo>
                  <a:lnTo>
                    <a:pt x="13272" y="21184"/>
                  </a:lnTo>
                  <a:lnTo>
                    <a:pt x="8845" y="14042"/>
                  </a:lnTo>
                  <a:lnTo>
                    <a:pt x="7084" y="9451"/>
                  </a:lnTo>
                  <a:lnTo>
                    <a:pt x="5846" y="7670"/>
                  </a:lnTo>
                  <a:lnTo>
                    <a:pt x="3487" y="6932"/>
                  </a:lnTo>
                  <a:lnTo>
                    <a:pt x="0" y="25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064602" y="5588913"/>
              <a:ext cx="7954" cy="3536"/>
            </a:xfrm>
            <a:custGeom>
              <a:avLst/>
              <a:pathLst>
                <a:path w="7954" h="3536">
                  <a:moveTo>
                    <a:pt x="703" y="1616"/>
                  </a:moveTo>
                  <a:lnTo>
                    <a:pt x="3248" y="0"/>
                  </a:lnTo>
                  <a:lnTo>
                    <a:pt x="5157" y="667"/>
                  </a:lnTo>
                  <a:lnTo>
                    <a:pt x="7954" y="2373"/>
                  </a:lnTo>
                  <a:lnTo>
                    <a:pt x="6395" y="3411"/>
                  </a:lnTo>
                  <a:lnTo>
                    <a:pt x="3576" y="3103"/>
                  </a:lnTo>
                  <a:lnTo>
                    <a:pt x="0" y="35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001284" y="5651510"/>
              <a:ext cx="24981" cy="19489"/>
            </a:xfrm>
            <a:custGeom>
              <a:avLst/>
              <a:pathLst>
                <a:path w="24981" h="19489">
                  <a:moveTo>
                    <a:pt x="0" y="17231"/>
                  </a:moveTo>
                  <a:lnTo>
                    <a:pt x="1129" y="11463"/>
                  </a:lnTo>
                  <a:lnTo>
                    <a:pt x="1044" y="7768"/>
                  </a:lnTo>
                  <a:lnTo>
                    <a:pt x="2099" y="5305"/>
                  </a:lnTo>
                  <a:lnTo>
                    <a:pt x="4661" y="3781"/>
                  </a:lnTo>
                  <a:lnTo>
                    <a:pt x="8105" y="0"/>
                  </a:lnTo>
                  <a:lnTo>
                    <a:pt x="8828" y="1624"/>
                  </a:lnTo>
                  <a:lnTo>
                    <a:pt x="9665" y="4896"/>
                  </a:lnTo>
                  <a:lnTo>
                    <a:pt x="13109" y="4634"/>
                  </a:lnTo>
                  <a:lnTo>
                    <a:pt x="16436" y="1292"/>
                  </a:lnTo>
                  <a:lnTo>
                    <a:pt x="17383" y="4245"/>
                  </a:lnTo>
                  <a:lnTo>
                    <a:pt x="21361" y="10694"/>
                  </a:lnTo>
                  <a:lnTo>
                    <a:pt x="24981" y="16667"/>
                  </a:lnTo>
                  <a:lnTo>
                    <a:pt x="23492" y="19040"/>
                  </a:lnTo>
                  <a:lnTo>
                    <a:pt x="22597" y="18991"/>
                  </a:lnTo>
                  <a:lnTo>
                    <a:pt x="19074" y="15601"/>
                  </a:lnTo>
                  <a:lnTo>
                    <a:pt x="17478" y="11681"/>
                  </a:lnTo>
                  <a:lnTo>
                    <a:pt x="14345" y="11290"/>
                  </a:lnTo>
                  <a:lnTo>
                    <a:pt x="11475" y="10018"/>
                  </a:lnTo>
                  <a:lnTo>
                    <a:pt x="10138" y="11824"/>
                  </a:lnTo>
                  <a:lnTo>
                    <a:pt x="5089" y="12207"/>
                  </a:lnTo>
                  <a:lnTo>
                    <a:pt x="3523" y="14904"/>
                  </a:lnTo>
                  <a:lnTo>
                    <a:pt x="738" y="194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86079" y="5643390"/>
              <a:ext cx="16628" cy="15998"/>
            </a:xfrm>
            <a:custGeom>
              <a:avLst/>
              <a:pathLst>
                <a:path w="16628" h="15998">
                  <a:moveTo>
                    <a:pt x="0" y="6746"/>
                  </a:moveTo>
                  <a:lnTo>
                    <a:pt x="1019" y="4366"/>
                  </a:lnTo>
                  <a:lnTo>
                    <a:pt x="3809" y="2885"/>
                  </a:lnTo>
                  <a:lnTo>
                    <a:pt x="7851" y="3924"/>
                  </a:lnTo>
                  <a:lnTo>
                    <a:pt x="12049" y="1246"/>
                  </a:lnTo>
                  <a:lnTo>
                    <a:pt x="13699" y="0"/>
                  </a:lnTo>
                  <a:lnTo>
                    <a:pt x="16628" y="568"/>
                  </a:lnTo>
                  <a:lnTo>
                    <a:pt x="16403" y="3944"/>
                  </a:lnTo>
                  <a:lnTo>
                    <a:pt x="12987" y="7398"/>
                  </a:lnTo>
                  <a:lnTo>
                    <a:pt x="12290" y="9777"/>
                  </a:lnTo>
                  <a:lnTo>
                    <a:pt x="9209" y="8087"/>
                  </a:lnTo>
                  <a:lnTo>
                    <a:pt x="7882" y="9594"/>
                  </a:lnTo>
                  <a:lnTo>
                    <a:pt x="9019" y="13019"/>
                  </a:lnTo>
                  <a:lnTo>
                    <a:pt x="8221" y="15424"/>
                  </a:lnTo>
                  <a:lnTo>
                    <a:pt x="5071" y="14036"/>
                  </a:lnTo>
                  <a:lnTo>
                    <a:pt x="3214" y="14453"/>
                  </a:lnTo>
                  <a:lnTo>
                    <a:pt x="1240" y="15998"/>
                  </a:lnTo>
                  <a:lnTo>
                    <a:pt x="576" y="120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976867" y="5488678"/>
              <a:ext cx="8470" cy="12249"/>
            </a:xfrm>
            <a:custGeom>
              <a:avLst/>
              <a:pathLst>
                <a:path w="8470" h="12249">
                  <a:moveTo>
                    <a:pt x="0" y="8291"/>
                  </a:moveTo>
                  <a:lnTo>
                    <a:pt x="433" y="5220"/>
                  </a:lnTo>
                  <a:lnTo>
                    <a:pt x="3367" y="3197"/>
                  </a:lnTo>
                  <a:lnTo>
                    <a:pt x="7987" y="0"/>
                  </a:lnTo>
                  <a:lnTo>
                    <a:pt x="8470" y="1719"/>
                  </a:lnTo>
                  <a:lnTo>
                    <a:pt x="4293" y="10857"/>
                  </a:lnTo>
                  <a:lnTo>
                    <a:pt x="2569" y="12110"/>
                  </a:lnTo>
                  <a:lnTo>
                    <a:pt x="110" y="122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972317" y="5654563"/>
              <a:ext cx="2794" cy="2898"/>
            </a:xfrm>
            <a:custGeom>
              <a:avLst/>
              <a:pathLst>
                <a:path w="2794" h="2898">
                  <a:moveTo>
                    <a:pt x="531" y="200"/>
                  </a:moveTo>
                  <a:lnTo>
                    <a:pt x="2158" y="0"/>
                  </a:lnTo>
                  <a:lnTo>
                    <a:pt x="2794" y="90"/>
                  </a:lnTo>
                  <a:lnTo>
                    <a:pt x="2563" y="2898"/>
                  </a:lnTo>
                  <a:lnTo>
                    <a:pt x="0" y="19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966405" y="5652195"/>
              <a:ext cx="4056" cy="3325"/>
            </a:xfrm>
            <a:custGeom>
              <a:avLst/>
              <a:pathLst>
                <a:path w="4056" h="3325">
                  <a:moveTo>
                    <a:pt x="0" y="983"/>
                  </a:moveTo>
                  <a:lnTo>
                    <a:pt x="4056" y="0"/>
                  </a:lnTo>
                  <a:lnTo>
                    <a:pt x="3293" y="2972"/>
                  </a:lnTo>
                  <a:lnTo>
                    <a:pt x="208" y="33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939778" y="5686664"/>
              <a:ext cx="12456" cy="8014"/>
            </a:xfrm>
            <a:custGeom>
              <a:avLst/>
              <a:pathLst>
                <a:path w="12456" h="8014">
                  <a:moveTo>
                    <a:pt x="321" y="0"/>
                  </a:moveTo>
                  <a:lnTo>
                    <a:pt x="6612" y="3072"/>
                  </a:lnTo>
                  <a:lnTo>
                    <a:pt x="12456" y="5375"/>
                  </a:lnTo>
                  <a:lnTo>
                    <a:pt x="11448" y="6908"/>
                  </a:lnTo>
                  <a:lnTo>
                    <a:pt x="9600" y="8014"/>
                  </a:lnTo>
                  <a:lnTo>
                    <a:pt x="6154" y="6701"/>
                  </a:lnTo>
                  <a:lnTo>
                    <a:pt x="2501" y="6454"/>
                  </a:lnTo>
                  <a:lnTo>
                    <a:pt x="0" y="39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873920" y="5697555"/>
              <a:ext cx="20187" cy="8050"/>
            </a:xfrm>
            <a:custGeom>
              <a:avLst/>
              <a:pathLst>
                <a:path w="20187" h="8050">
                  <a:moveTo>
                    <a:pt x="0" y="6955"/>
                  </a:moveTo>
                  <a:lnTo>
                    <a:pt x="3245" y="5613"/>
                  </a:lnTo>
                  <a:lnTo>
                    <a:pt x="7776" y="4285"/>
                  </a:lnTo>
                  <a:lnTo>
                    <a:pt x="11149" y="3812"/>
                  </a:lnTo>
                  <a:lnTo>
                    <a:pt x="14358" y="3858"/>
                  </a:lnTo>
                  <a:lnTo>
                    <a:pt x="17367" y="1223"/>
                  </a:lnTo>
                  <a:lnTo>
                    <a:pt x="18731" y="0"/>
                  </a:lnTo>
                  <a:lnTo>
                    <a:pt x="20187" y="205"/>
                  </a:lnTo>
                  <a:lnTo>
                    <a:pt x="18927" y="3106"/>
                  </a:lnTo>
                  <a:lnTo>
                    <a:pt x="15606" y="7371"/>
                  </a:lnTo>
                  <a:lnTo>
                    <a:pt x="12414" y="6618"/>
                  </a:lnTo>
                  <a:lnTo>
                    <a:pt x="7594" y="7855"/>
                  </a:lnTo>
                  <a:lnTo>
                    <a:pt x="1114" y="80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861669" y="5692701"/>
              <a:ext cx="17568" cy="11683"/>
            </a:xfrm>
            <a:custGeom>
              <a:avLst/>
              <a:pathLst>
                <a:path w="17568" h="11683">
                  <a:moveTo>
                    <a:pt x="1263" y="4402"/>
                  </a:moveTo>
                  <a:lnTo>
                    <a:pt x="3734" y="2949"/>
                  </a:lnTo>
                  <a:lnTo>
                    <a:pt x="5929" y="3419"/>
                  </a:lnTo>
                  <a:lnTo>
                    <a:pt x="11800" y="0"/>
                  </a:lnTo>
                  <a:lnTo>
                    <a:pt x="15327" y="447"/>
                  </a:lnTo>
                  <a:lnTo>
                    <a:pt x="17568" y="5193"/>
                  </a:lnTo>
                  <a:lnTo>
                    <a:pt x="13554" y="8806"/>
                  </a:lnTo>
                  <a:lnTo>
                    <a:pt x="7865" y="10334"/>
                  </a:lnTo>
                  <a:lnTo>
                    <a:pt x="5660" y="11683"/>
                  </a:lnTo>
                  <a:lnTo>
                    <a:pt x="5035" y="10402"/>
                  </a:lnTo>
                  <a:lnTo>
                    <a:pt x="1531" y="10970"/>
                  </a:lnTo>
                  <a:lnTo>
                    <a:pt x="0" y="71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847015" y="5406872"/>
              <a:ext cx="37780" cy="31741"/>
            </a:xfrm>
            <a:custGeom>
              <a:avLst/>
              <a:pathLst>
                <a:path w="37780" h="31741">
                  <a:moveTo>
                    <a:pt x="0" y="7918"/>
                  </a:moveTo>
                  <a:lnTo>
                    <a:pt x="2423" y="6622"/>
                  </a:lnTo>
                  <a:lnTo>
                    <a:pt x="6559" y="7168"/>
                  </a:lnTo>
                  <a:lnTo>
                    <a:pt x="10016" y="8395"/>
                  </a:lnTo>
                  <a:lnTo>
                    <a:pt x="11944" y="8834"/>
                  </a:lnTo>
                  <a:lnTo>
                    <a:pt x="12686" y="7086"/>
                  </a:lnTo>
                  <a:lnTo>
                    <a:pt x="12298" y="6149"/>
                  </a:lnTo>
                  <a:lnTo>
                    <a:pt x="14984" y="3737"/>
                  </a:lnTo>
                  <a:lnTo>
                    <a:pt x="16911" y="4351"/>
                  </a:lnTo>
                  <a:lnTo>
                    <a:pt x="18436" y="2538"/>
                  </a:lnTo>
                  <a:lnTo>
                    <a:pt x="19708" y="1398"/>
                  </a:lnTo>
                  <a:lnTo>
                    <a:pt x="21976" y="3269"/>
                  </a:lnTo>
                  <a:lnTo>
                    <a:pt x="24731" y="2011"/>
                  </a:lnTo>
                  <a:lnTo>
                    <a:pt x="26732" y="0"/>
                  </a:lnTo>
                  <a:lnTo>
                    <a:pt x="27437" y="3321"/>
                  </a:lnTo>
                  <a:lnTo>
                    <a:pt x="28613" y="5688"/>
                  </a:lnTo>
                  <a:lnTo>
                    <a:pt x="31807" y="4917"/>
                  </a:lnTo>
                  <a:lnTo>
                    <a:pt x="35762" y="7712"/>
                  </a:lnTo>
                  <a:lnTo>
                    <a:pt x="34729" y="10217"/>
                  </a:lnTo>
                  <a:lnTo>
                    <a:pt x="35406" y="12067"/>
                  </a:lnTo>
                  <a:lnTo>
                    <a:pt x="34492" y="13583"/>
                  </a:lnTo>
                  <a:lnTo>
                    <a:pt x="35531" y="15535"/>
                  </a:lnTo>
                  <a:lnTo>
                    <a:pt x="34493" y="18149"/>
                  </a:lnTo>
                  <a:lnTo>
                    <a:pt x="35896" y="20458"/>
                  </a:lnTo>
                  <a:lnTo>
                    <a:pt x="37780" y="23735"/>
                  </a:lnTo>
                  <a:lnTo>
                    <a:pt x="36637" y="25728"/>
                  </a:lnTo>
                  <a:lnTo>
                    <a:pt x="34018" y="26614"/>
                  </a:lnTo>
                  <a:lnTo>
                    <a:pt x="32770" y="25696"/>
                  </a:lnTo>
                  <a:lnTo>
                    <a:pt x="30896" y="26937"/>
                  </a:lnTo>
                  <a:lnTo>
                    <a:pt x="28328" y="26575"/>
                  </a:lnTo>
                  <a:lnTo>
                    <a:pt x="26124" y="27831"/>
                  </a:lnTo>
                  <a:lnTo>
                    <a:pt x="25944" y="30781"/>
                  </a:lnTo>
                  <a:lnTo>
                    <a:pt x="23682" y="31741"/>
                  </a:lnTo>
                  <a:lnTo>
                    <a:pt x="22195" y="28713"/>
                  </a:lnTo>
                  <a:lnTo>
                    <a:pt x="20437" y="27245"/>
                  </a:lnTo>
                  <a:lnTo>
                    <a:pt x="17374" y="26526"/>
                  </a:lnTo>
                  <a:lnTo>
                    <a:pt x="14355" y="24684"/>
                  </a:lnTo>
                  <a:lnTo>
                    <a:pt x="11827" y="22739"/>
                  </a:lnTo>
                  <a:lnTo>
                    <a:pt x="9070" y="19949"/>
                  </a:lnTo>
                  <a:lnTo>
                    <a:pt x="6581" y="18582"/>
                  </a:lnTo>
                  <a:lnTo>
                    <a:pt x="3530" y="15708"/>
                  </a:lnTo>
                  <a:lnTo>
                    <a:pt x="1446" y="14227"/>
                  </a:lnTo>
                  <a:lnTo>
                    <a:pt x="1477" y="114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479091" y="5713460"/>
              <a:ext cx="3672" cy="4573"/>
            </a:xfrm>
            <a:custGeom>
              <a:avLst/>
              <a:pathLst>
                <a:path w="3672" h="4573">
                  <a:moveTo>
                    <a:pt x="939" y="0"/>
                  </a:moveTo>
                  <a:lnTo>
                    <a:pt x="2937" y="1447"/>
                  </a:lnTo>
                  <a:lnTo>
                    <a:pt x="3672" y="2778"/>
                  </a:lnTo>
                  <a:lnTo>
                    <a:pt x="1980" y="4573"/>
                  </a:lnTo>
                  <a:lnTo>
                    <a:pt x="1068" y="4403"/>
                  </a:lnTo>
                  <a:lnTo>
                    <a:pt x="0" y="7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818591" y="5703441"/>
              <a:ext cx="43865" cy="33258"/>
            </a:xfrm>
            <a:custGeom>
              <a:avLst/>
              <a:pathLst>
                <a:path w="43865" h="33258">
                  <a:moveTo>
                    <a:pt x="1519" y="28834"/>
                  </a:moveTo>
                  <a:lnTo>
                    <a:pt x="3948" y="26666"/>
                  </a:lnTo>
                  <a:lnTo>
                    <a:pt x="6478" y="26704"/>
                  </a:lnTo>
                  <a:lnTo>
                    <a:pt x="9809" y="24771"/>
                  </a:lnTo>
                  <a:lnTo>
                    <a:pt x="11955" y="24640"/>
                  </a:lnTo>
                  <a:lnTo>
                    <a:pt x="14207" y="23583"/>
                  </a:lnTo>
                  <a:lnTo>
                    <a:pt x="16473" y="21705"/>
                  </a:lnTo>
                  <a:lnTo>
                    <a:pt x="17778" y="20579"/>
                  </a:lnTo>
                  <a:lnTo>
                    <a:pt x="17208" y="17974"/>
                  </a:lnTo>
                  <a:lnTo>
                    <a:pt x="18547" y="16851"/>
                  </a:lnTo>
                  <a:lnTo>
                    <a:pt x="19458" y="15433"/>
                  </a:lnTo>
                  <a:lnTo>
                    <a:pt x="20247" y="13543"/>
                  </a:lnTo>
                  <a:lnTo>
                    <a:pt x="21160" y="11427"/>
                  </a:lnTo>
                  <a:lnTo>
                    <a:pt x="18974" y="9127"/>
                  </a:lnTo>
                  <a:lnTo>
                    <a:pt x="17945" y="7764"/>
                  </a:lnTo>
                  <a:lnTo>
                    <a:pt x="18018" y="5917"/>
                  </a:lnTo>
                  <a:lnTo>
                    <a:pt x="20763" y="2555"/>
                  </a:lnTo>
                  <a:lnTo>
                    <a:pt x="24473" y="911"/>
                  </a:lnTo>
                  <a:lnTo>
                    <a:pt x="27802" y="0"/>
                  </a:lnTo>
                  <a:lnTo>
                    <a:pt x="30162" y="278"/>
                  </a:lnTo>
                  <a:lnTo>
                    <a:pt x="31490" y="2949"/>
                  </a:lnTo>
                  <a:lnTo>
                    <a:pt x="33365" y="4796"/>
                  </a:lnTo>
                  <a:lnTo>
                    <a:pt x="35115" y="3488"/>
                  </a:lnTo>
                  <a:lnTo>
                    <a:pt x="37084" y="1500"/>
                  </a:lnTo>
                  <a:lnTo>
                    <a:pt x="39300" y="2855"/>
                  </a:lnTo>
                  <a:lnTo>
                    <a:pt x="40245" y="2537"/>
                  </a:lnTo>
                  <a:lnTo>
                    <a:pt x="41540" y="2100"/>
                  </a:lnTo>
                  <a:lnTo>
                    <a:pt x="43865" y="3631"/>
                  </a:lnTo>
                  <a:lnTo>
                    <a:pt x="41773" y="5023"/>
                  </a:lnTo>
                  <a:lnTo>
                    <a:pt x="40557" y="5831"/>
                  </a:lnTo>
                  <a:lnTo>
                    <a:pt x="39555" y="7556"/>
                  </a:lnTo>
                  <a:lnTo>
                    <a:pt x="37878" y="7745"/>
                  </a:lnTo>
                  <a:lnTo>
                    <a:pt x="35776" y="10348"/>
                  </a:lnTo>
                  <a:lnTo>
                    <a:pt x="37412" y="11532"/>
                  </a:lnTo>
                  <a:lnTo>
                    <a:pt x="40792" y="9560"/>
                  </a:lnTo>
                  <a:lnTo>
                    <a:pt x="42880" y="8926"/>
                  </a:lnTo>
                  <a:lnTo>
                    <a:pt x="43240" y="10201"/>
                  </a:lnTo>
                  <a:lnTo>
                    <a:pt x="42186" y="14560"/>
                  </a:lnTo>
                  <a:lnTo>
                    <a:pt x="39612" y="15279"/>
                  </a:lnTo>
                  <a:lnTo>
                    <a:pt x="37736" y="16803"/>
                  </a:lnTo>
                  <a:lnTo>
                    <a:pt x="34679" y="18086"/>
                  </a:lnTo>
                  <a:lnTo>
                    <a:pt x="33077" y="20578"/>
                  </a:lnTo>
                  <a:lnTo>
                    <a:pt x="31281" y="22889"/>
                  </a:lnTo>
                  <a:lnTo>
                    <a:pt x="29412" y="24725"/>
                  </a:lnTo>
                  <a:lnTo>
                    <a:pt x="27104" y="26648"/>
                  </a:lnTo>
                  <a:lnTo>
                    <a:pt x="23943" y="26852"/>
                  </a:lnTo>
                  <a:lnTo>
                    <a:pt x="21101" y="26598"/>
                  </a:lnTo>
                  <a:lnTo>
                    <a:pt x="19116" y="26591"/>
                  </a:lnTo>
                  <a:lnTo>
                    <a:pt x="16881" y="26926"/>
                  </a:lnTo>
                  <a:lnTo>
                    <a:pt x="13760" y="28862"/>
                  </a:lnTo>
                  <a:lnTo>
                    <a:pt x="13328" y="30202"/>
                  </a:lnTo>
                  <a:lnTo>
                    <a:pt x="10641" y="30121"/>
                  </a:lnTo>
                  <a:lnTo>
                    <a:pt x="8842" y="32752"/>
                  </a:lnTo>
                  <a:lnTo>
                    <a:pt x="7603" y="32208"/>
                  </a:lnTo>
                  <a:lnTo>
                    <a:pt x="5536" y="33258"/>
                  </a:lnTo>
                  <a:lnTo>
                    <a:pt x="2490" y="31832"/>
                  </a:lnTo>
                  <a:lnTo>
                    <a:pt x="0" y="299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863877" y="4911161"/>
              <a:ext cx="834581" cy="778965"/>
            </a:xfrm>
            <a:custGeom>
              <a:avLst/>
              <a:pathLst>
                <a:path w="834581" h="778965">
                  <a:moveTo>
                    <a:pt x="0" y="249159"/>
                  </a:moveTo>
                  <a:lnTo>
                    <a:pt x="2966" y="246242"/>
                  </a:lnTo>
                  <a:lnTo>
                    <a:pt x="8887" y="244011"/>
                  </a:lnTo>
                  <a:lnTo>
                    <a:pt x="15624" y="240274"/>
                  </a:lnTo>
                  <a:lnTo>
                    <a:pt x="25163" y="233638"/>
                  </a:lnTo>
                  <a:lnTo>
                    <a:pt x="38338" y="226022"/>
                  </a:lnTo>
                  <a:lnTo>
                    <a:pt x="49474" y="220354"/>
                  </a:lnTo>
                  <a:lnTo>
                    <a:pt x="59637" y="216636"/>
                  </a:lnTo>
                  <a:lnTo>
                    <a:pt x="66740" y="214769"/>
                  </a:lnTo>
                  <a:lnTo>
                    <a:pt x="76083" y="215192"/>
                  </a:lnTo>
                  <a:lnTo>
                    <a:pt x="79525" y="217067"/>
                  </a:lnTo>
                  <a:lnTo>
                    <a:pt x="77244" y="219636"/>
                  </a:lnTo>
                  <a:lnTo>
                    <a:pt x="75830" y="222380"/>
                  </a:lnTo>
                  <a:lnTo>
                    <a:pt x="74405" y="224479"/>
                  </a:lnTo>
                  <a:lnTo>
                    <a:pt x="74450" y="228274"/>
                  </a:lnTo>
                  <a:lnTo>
                    <a:pt x="74346" y="230490"/>
                  </a:lnTo>
                  <a:lnTo>
                    <a:pt x="72845" y="231973"/>
                  </a:lnTo>
                  <a:lnTo>
                    <a:pt x="72839" y="233584"/>
                  </a:lnTo>
                  <a:lnTo>
                    <a:pt x="74330" y="237933"/>
                  </a:lnTo>
                  <a:lnTo>
                    <a:pt x="75960" y="239965"/>
                  </a:lnTo>
                  <a:lnTo>
                    <a:pt x="79381" y="239057"/>
                  </a:lnTo>
                  <a:lnTo>
                    <a:pt x="81436" y="239246"/>
                  </a:lnTo>
                  <a:lnTo>
                    <a:pt x="85089" y="240727"/>
                  </a:lnTo>
                  <a:lnTo>
                    <a:pt x="87637" y="240116"/>
                  </a:lnTo>
                  <a:lnTo>
                    <a:pt x="91792" y="239802"/>
                  </a:lnTo>
                  <a:lnTo>
                    <a:pt x="93760" y="242291"/>
                  </a:lnTo>
                  <a:lnTo>
                    <a:pt x="97105" y="242075"/>
                  </a:lnTo>
                  <a:lnTo>
                    <a:pt x="98592" y="242987"/>
                  </a:lnTo>
                  <a:lnTo>
                    <a:pt x="101974" y="241009"/>
                  </a:lnTo>
                  <a:lnTo>
                    <a:pt x="106812" y="243881"/>
                  </a:lnTo>
                  <a:lnTo>
                    <a:pt x="108000" y="241575"/>
                  </a:lnTo>
                  <a:lnTo>
                    <a:pt x="110978" y="236961"/>
                  </a:lnTo>
                  <a:lnTo>
                    <a:pt x="112239" y="234097"/>
                  </a:lnTo>
                  <a:lnTo>
                    <a:pt x="113360" y="233110"/>
                  </a:lnTo>
                  <a:lnTo>
                    <a:pt x="115719" y="233562"/>
                  </a:lnTo>
                  <a:lnTo>
                    <a:pt x="115977" y="235033"/>
                  </a:lnTo>
                  <a:lnTo>
                    <a:pt x="117970" y="235707"/>
                  </a:lnTo>
                  <a:lnTo>
                    <a:pt x="121435" y="234766"/>
                  </a:lnTo>
                  <a:lnTo>
                    <a:pt x="120049" y="230976"/>
                  </a:lnTo>
                  <a:lnTo>
                    <a:pt x="116330" y="228339"/>
                  </a:lnTo>
                  <a:lnTo>
                    <a:pt x="112226" y="226831"/>
                  </a:lnTo>
                  <a:lnTo>
                    <a:pt x="110261" y="226757"/>
                  </a:lnTo>
                  <a:lnTo>
                    <a:pt x="106463" y="228711"/>
                  </a:lnTo>
                  <a:lnTo>
                    <a:pt x="107661" y="223681"/>
                  </a:lnTo>
                  <a:lnTo>
                    <a:pt x="107634" y="221271"/>
                  </a:lnTo>
                  <a:lnTo>
                    <a:pt x="104206" y="215916"/>
                  </a:lnTo>
                  <a:lnTo>
                    <a:pt x="103283" y="212835"/>
                  </a:lnTo>
                  <a:lnTo>
                    <a:pt x="100579" y="210855"/>
                  </a:lnTo>
                  <a:lnTo>
                    <a:pt x="98172" y="209959"/>
                  </a:lnTo>
                  <a:lnTo>
                    <a:pt x="96566" y="204411"/>
                  </a:lnTo>
                  <a:lnTo>
                    <a:pt x="97438" y="202397"/>
                  </a:lnTo>
                  <a:lnTo>
                    <a:pt x="99478" y="200371"/>
                  </a:lnTo>
                  <a:lnTo>
                    <a:pt x="99557" y="199002"/>
                  </a:lnTo>
                  <a:lnTo>
                    <a:pt x="96939" y="197990"/>
                  </a:lnTo>
                  <a:lnTo>
                    <a:pt x="93581" y="198078"/>
                  </a:lnTo>
                  <a:lnTo>
                    <a:pt x="91028" y="196097"/>
                  </a:lnTo>
                  <a:lnTo>
                    <a:pt x="86554" y="194280"/>
                  </a:lnTo>
                  <a:lnTo>
                    <a:pt x="82029" y="192413"/>
                  </a:lnTo>
                  <a:lnTo>
                    <a:pt x="80338" y="191468"/>
                  </a:lnTo>
                  <a:lnTo>
                    <a:pt x="80177" y="186767"/>
                  </a:lnTo>
                  <a:lnTo>
                    <a:pt x="78954" y="177045"/>
                  </a:lnTo>
                  <a:lnTo>
                    <a:pt x="76975" y="169848"/>
                  </a:lnTo>
                  <a:lnTo>
                    <a:pt x="74201" y="165586"/>
                  </a:lnTo>
                  <a:lnTo>
                    <a:pt x="70282" y="161715"/>
                  </a:lnTo>
                  <a:lnTo>
                    <a:pt x="62792" y="151207"/>
                  </a:lnTo>
                  <a:lnTo>
                    <a:pt x="59433" y="146397"/>
                  </a:lnTo>
                  <a:lnTo>
                    <a:pt x="58778" y="145899"/>
                  </a:lnTo>
                  <a:lnTo>
                    <a:pt x="54683" y="142760"/>
                  </a:lnTo>
                  <a:lnTo>
                    <a:pt x="52017" y="141482"/>
                  </a:lnTo>
                  <a:lnTo>
                    <a:pt x="50656" y="139847"/>
                  </a:lnTo>
                  <a:lnTo>
                    <a:pt x="49447" y="135904"/>
                  </a:lnTo>
                  <a:lnTo>
                    <a:pt x="46531" y="132300"/>
                  </a:lnTo>
                  <a:lnTo>
                    <a:pt x="42521" y="129617"/>
                  </a:lnTo>
                  <a:lnTo>
                    <a:pt x="38986" y="128911"/>
                  </a:lnTo>
                  <a:lnTo>
                    <a:pt x="43155" y="126327"/>
                  </a:lnTo>
                  <a:lnTo>
                    <a:pt x="47333" y="125217"/>
                  </a:lnTo>
                  <a:lnTo>
                    <a:pt x="48542" y="121679"/>
                  </a:lnTo>
                  <a:lnTo>
                    <a:pt x="49960" y="117534"/>
                  </a:lnTo>
                  <a:lnTo>
                    <a:pt x="51262" y="112415"/>
                  </a:lnTo>
                  <a:lnTo>
                    <a:pt x="51812" y="105607"/>
                  </a:lnTo>
                  <a:lnTo>
                    <a:pt x="56178" y="106450"/>
                  </a:lnTo>
                  <a:lnTo>
                    <a:pt x="61980" y="107827"/>
                  </a:lnTo>
                  <a:lnTo>
                    <a:pt x="70295" y="107607"/>
                  </a:lnTo>
                  <a:lnTo>
                    <a:pt x="76972" y="106761"/>
                  </a:lnTo>
                  <a:lnTo>
                    <a:pt x="81067" y="106607"/>
                  </a:lnTo>
                  <a:lnTo>
                    <a:pt x="86237" y="103894"/>
                  </a:lnTo>
                  <a:lnTo>
                    <a:pt x="92053" y="98729"/>
                  </a:lnTo>
                  <a:lnTo>
                    <a:pt x="97775" y="90794"/>
                  </a:lnTo>
                  <a:lnTo>
                    <a:pt x="99750" y="85195"/>
                  </a:lnTo>
                  <a:lnTo>
                    <a:pt x="100677" y="76795"/>
                  </a:lnTo>
                  <a:lnTo>
                    <a:pt x="102447" y="71141"/>
                  </a:lnTo>
                  <a:lnTo>
                    <a:pt x="104068" y="67210"/>
                  </a:lnTo>
                  <a:lnTo>
                    <a:pt x="107429" y="62675"/>
                  </a:lnTo>
                  <a:lnTo>
                    <a:pt x="112268" y="55119"/>
                  </a:lnTo>
                  <a:lnTo>
                    <a:pt x="115577" y="50561"/>
                  </a:lnTo>
                  <a:lnTo>
                    <a:pt x="122035" y="45239"/>
                  </a:lnTo>
                  <a:lnTo>
                    <a:pt x="126042" y="46732"/>
                  </a:lnTo>
                  <a:lnTo>
                    <a:pt x="130096" y="47266"/>
                  </a:lnTo>
                  <a:lnTo>
                    <a:pt x="137014" y="43952"/>
                  </a:lnTo>
                  <a:lnTo>
                    <a:pt x="145941" y="35940"/>
                  </a:lnTo>
                  <a:lnTo>
                    <a:pt x="151185" y="29346"/>
                  </a:lnTo>
                  <a:lnTo>
                    <a:pt x="154485" y="25401"/>
                  </a:lnTo>
                  <a:lnTo>
                    <a:pt x="161212" y="21869"/>
                  </a:lnTo>
                  <a:lnTo>
                    <a:pt x="161818" y="24539"/>
                  </a:lnTo>
                  <a:lnTo>
                    <a:pt x="165314" y="25761"/>
                  </a:lnTo>
                  <a:lnTo>
                    <a:pt x="169134" y="25700"/>
                  </a:lnTo>
                  <a:lnTo>
                    <a:pt x="172026" y="24593"/>
                  </a:lnTo>
                  <a:lnTo>
                    <a:pt x="176607" y="24045"/>
                  </a:lnTo>
                  <a:lnTo>
                    <a:pt x="180293" y="22047"/>
                  </a:lnTo>
                  <a:lnTo>
                    <a:pt x="185200" y="17393"/>
                  </a:lnTo>
                  <a:lnTo>
                    <a:pt x="188713" y="11915"/>
                  </a:lnTo>
                  <a:lnTo>
                    <a:pt x="192566" y="5259"/>
                  </a:lnTo>
                  <a:lnTo>
                    <a:pt x="193927" y="3071"/>
                  </a:lnTo>
                  <a:lnTo>
                    <a:pt x="197233" y="0"/>
                  </a:lnTo>
                  <a:lnTo>
                    <a:pt x="197659" y="2566"/>
                  </a:lnTo>
                  <a:lnTo>
                    <a:pt x="200573" y="4168"/>
                  </a:lnTo>
                  <a:lnTo>
                    <a:pt x="203708" y="4878"/>
                  </a:lnTo>
                  <a:lnTo>
                    <a:pt x="204054" y="7513"/>
                  </a:lnTo>
                  <a:lnTo>
                    <a:pt x="206071" y="7028"/>
                  </a:lnTo>
                  <a:lnTo>
                    <a:pt x="210188" y="7858"/>
                  </a:lnTo>
                  <a:lnTo>
                    <a:pt x="211052" y="11031"/>
                  </a:lnTo>
                  <a:lnTo>
                    <a:pt x="210863" y="12631"/>
                  </a:lnTo>
                  <a:lnTo>
                    <a:pt x="208505" y="14896"/>
                  </a:lnTo>
                  <a:lnTo>
                    <a:pt x="207716" y="16505"/>
                  </a:lnTo>
                  <a:lnTo>
                    <a:pt x="205120" y="17547"/>
                  </a:lnTo>
                  <a:lnTo>
                    <a:pt x="204714" y="19680"/>
                  </a:lnTo>
                  <a:lnTo>
                    <a:pt x="205407" y="22670"/>
                  </a:lnTo>
                  <a:lnTo>
                    <a:pt x="208034" y="23565"/>
                  </a:lnTo>
                  <a:lnTo>
                    <a:pt x="210624" y="22732"/>
                  </a:lnTo>
                  <a:lnTo>
                    <a:pt x="211422" y="20927"/>
                  </a:lnTo>
                  <a:lnTo>
                    <a:pt x="211073" y="18439"/>
                  </a:lnTo>
                  <a:lnTo>
                    <a:pt x="213123" y="15901"/>
                  </a:lnTo>
                  <a:lnTo>
                    <a:pt x="214529" y="11953"/>
                  </a:lnTo>
                  <a:lnTo>
                    <a:pt x="217273" y="8795"/>
                  </a:lnTo>
                  <a:lnTo>
                    <a:pt x="218860" y="9594"/>
                  </a:lnTo>
                  <a:lnTo>
                    <a:pt x="223757" y="14774"/>
                  </a:lnTo>
                  <a:lnTo>
                    <a:pt x="223396" y="17762"/>
                  </a:lnTo>
                  <a:lnTo>
                    <a:pt x="223908" y="23059"/>
                  </a:lnTo>
                  <a:lnTo>
                    <a:pt x="225855" y="22702"/>
                  </a:lnTo>
                  <a:lnTo>
                    <a:pt x="227776" y="23032"/>
                  </a:lnTo>
                  <a:lnTo>
                    <a:pt x="230031" y="24871"/>
                  </a:lnTo>
                  <a:lnTo>
                    <a:pt x="233215" y="19742"/>
                  </a:lnTo>
                  <a:lnTo>
                    <a:pt x="236280" y="19629"/>
                  </a:lnTo>
                  <a:lnTo>
                    <a:pt x="239557" y="19080"/>
                  </a:lnTo>
                  <a:lnTo>
                    <a:pt x="242088" y="17405"/>
                  </a:lnTo>
                  <a:lnTo>
                    <a:pt x="244683" y="17622"/>
                  </a:lnTo>
                  <a:lnTo>
                    <a:pt x="246702" y="18787"/>
                  </a:lnTo>
                  <a:lnTo>
                    <a:pt x="249541" y="18621"/>
                  </a:lnTo>
                  <a:lnTo>
                    <a:pt x="253318" y="19343"/>
                  </a:lnTo>
                  <a:lnTo>
                    <a:pt x="256126" y="20633"/>
                  </a:lnTo>
                  <a:lnTo>
                    <a:pt x="256599" y="21925"/>
                  </a:lnTo>
                  <a:lnTo>
                    <a:pt x="254545" y="24449"/>
                  </a:lnTo>
                  <a:lnTo>
                    <a:pt x="254574" y="26574"/>
                  </a:lnTo>
                  <a:lnTo>
                    <a:pt x="252926" y="27375"/>
                  </a:lnTo>
                  <a:lnTo>
                    <a:pt x="253587" y="30362"/>
                  </a:lnTo>
                  <a:lnTo>
                    <a:pt x="255514" y="30847"/>
                  </a:lnTo>
                  <a:lnTo>
                    <a:pt x="258573" y="31357"/>
                  </a:lnTo>
                  <a:lnTo>
                    <a:pt x="260045" y="32180"/>
                  </a:lnTo>
                  <a:lnTo>
                    <a:pt x="263950" y="32478"/>
                  </a:lnTo>
                  <a:lnTo>
                    <a:pt x="263534" y="34544"/>
                  </a:lnTo>
                  <a:lnTo>
                    <a:pt x="263608" y="37610"/>
                  </a:lnTo>
                  <a:lnTo>
                    <a:pt x="266913" y="37484"/>
                  </a:lnTo>
                  <a:lnTo>
                    <a:pt x="269883" y="38536"/>
                  </a:lnTo>
                  <a:lnTo>
                    <a:pt x="271665" y="39482"/>
                  </a:lnTo>
                  <a:lnTo>
                    <a:pt x="273674" y="36582"/>
                  </a:lnTo>
                  <a:lnTo>
                    <a:pt x="275229" y="35159"/>
                  </a:lnTo>
                  <a:lnTo>
                    <a:pt x="276862" y="34852"/>
                  </a:lnTo>
                  <a:lnTo>
                    <a:pt x="280003" y="33620"/>
                  </a:lnTo>
                  <a:lnTo>
                    <a:pt x="282067" y="34359"/>
                  </a:lnTo>
                  <a:lnTo>
                    <a:pt x="283776" y="36024"/>
                  </a:lnTo>
                  <a:lnTo>
                    <a:pt x="286882" y="34653"/>
                  </a:lnTo>
                  <a:lnTo>
                    <a:pt x="289535" y="31026"/>
                  </a:lnTo>
                  <a:lnTo>
                    <a:pt x="291342" y="31350"/>
                  </a:lnTo>
                  <a:lnTo>
                    <a:pt x="295146" y="29887"/>
                  </a:lnTo>
                  <a:lnTo>
                    <a:pt x="299209" y="30776"/>
                  </a:lnTo>
                  <a:lnTo>
                    <a:pt x="302939" y="32899"/>
                  </a:lnTo>
                  <a:lnTo>
                    <a:pt x="306586" y="32178"/>
                  </a:lnTo>
                  <a:lnTo>
                    <a:pt x="309557" y="34949"/>
                  </a:lnTo>
                  <a:lnTo>
                    <a:pt x="309914" y="36971"/>
                  </a:lnTo>
                  <a:lnTo>
                    <a:pt x="311567" y="37119"/>
                  </a:lnTo>
                  <a:lnTo>
                    <a:pt x="313442" y="34807"/>
                  </a:lnTo>
                  <a:lnTo>
                    <a:pt x="316998" y="35761"/>
                  </a:lnTo>
                  <a:lnTo>
                    <a:pt x="318473" y="36463"/>
                  </a:lnTo>
                  <a:lnTo>
                    <a:pt x="320226" y="39523"/>
                  </a:lnTo>
                  <a:lnTo>
                    <a:pt x="325090" y="40077"/>
                  </a:lnTo>
                  <a:lnTo>
                    <a:pt x="327787" y="38728"/>
                  </a:lnTo>
                  <a:lnTo>
                    <a:pt x="329080" y="40869"/>
                  </a:lnTo>
                  <a:lnTo>
                    <a:pt x="331533" y="40777"/>
                  </a:lnTo>
                  <a:lnTo>
                    <a:pt x="332808" y="38781"/>
                  </a:lnTo>
                  <a:lnTo>
                    <a:pt x="338134" y="37747"/>
                  </a:lnTo>
                  <a:lnTo>
                    <a:pt x="343637" y="37892"/>
                  </a:lnTo>
                  <a:lnTo>
                    <a:pt x="345490" y="38365"/>
                  </a:lnTo>
                  <a:lnTo>
                    <a:pt x="347421" y="36793"/>
                  </a:lnTo>
                  <a:lnTo>
                    <a:pt x="351260" y="39736"/>
                  </a:lnTo>
                  <a:lnTo>
                    <a:pt x="354239" y="41277"/>
                  </a:lnTo>
                  <a:lnTo>
                    <a:pt x="358228" y="42492"/>
                  </a:lnTo>
                  <a:lnTo>
                    <a:pt x="362291" y="42841"/>
                  </a:lnTo>
                  <a:lnTo>
                    <a:pt x="363742" y="41812"/>
                  </a:lnTo>
                  <a:lnTo>
                    <a:pt x="365543" y="41998"/>
                  </a:lnTo>
                  <a:lnTo>
                    <a:pt x="368127" y="38259"/>
                  </a:lnTo>
                  <a:lnTo>
                    <a:pt x="370583" y="37067"/>
                  </a:lnTo>
                  <a:lnTo>
                    <a:pt x="375174" y="32893"/>
                  </a:lnTo>
                  <a:lnTo>
                    <a:pt x="380587" y="30527"/>
                  </a:lnTo>
                  <a:lnTo>
                    <a:pt x="381988" y="30802"/>
                  </a:lnTo>
                  <a:lnTo>
                    <a:pt x="383796" y="29146"/>
                  </a:lnTo>
                  <a:lnTo>
                    <a:pt x="388270" y="30906"/>
                  </a:lnTo>
                  <a:lnTo>
                    <a:pt x="392213" y="32001"/>
                  </a:lnTo>
                  <a:lnTo>
                    <a:pt x="397079" y="34621"/>
                  </a:lnTo>
                  <a:lnTo>
                    <a:pt x="398124" y="36266"/>
                  </a:lnTo>
                  <a:lnTo>
                    <a:pt x="400629" y="36515"/>
                  </a:lnTo>
                  <a:lnTo>
                    <a:pt x="404328" y="38223"/>
                  </a:lnTo>
                  <a:lnTo>
                    <a:pt x="409063" y="39161"/>
                  </a:lnTo>
                  <a:lnTo>
                    <a:pt x="413961" y="42155"/>
                  </a:lnTo>
                  <a:lnTo>
                    <a:pt x="417211" y="41735"/>
                  </a:lnTo>
                  <a:lnTo>
                    <a:pt x="420550" y="42561"/>
                  </a:lnTo>
                  <a:lnTo>
                    <a:pt x="431765" y="92579"/>
                  </a:lnTo>
                  <a:lnTo>
                    <a:pt x="459202" y="208348"/>
                  </a:lnTo>
                  <a:lnTo>
                    <a:pt x="503470" y="379164"/>
                  </a:lnTo>
                  <a:lnTo>
                    <a:pt x="521626" y="444599"/>
                  </a:lnTo>
                  <a:lnTo>
                    <a:pt x="522672" y="448298"/>
                  </a:lnTo>
                  <a:lnTo>
                    <a:pt x="533062" y="448846"/>
                  </a:lnTo>
                  <a:lnTo>
                    <a:pt x="533239" y="444717"/>
                  </a:lnTo>
                  <a:lnTo>
                    <a:pt x="544524" y="446936"/>
                  </a:lnTo>
                  <a:lnTo>
                    <a:pt x="548340" y="438328"/>
                  </a:lnTo>
                  <a:lnTo>
                    <a:pt x="560311" y="433425"/>
                  </a:lnTo>
                  <a:lnTo>
                    <a:pt x="560851" y="434841"/>
                  </a:lnTo>
                  <a:lnTo>
                    <a:pt x="561602" y="445627"/>
                  </a:lnTo>
                  <a:lnTo>
                    <a:pt x="565935" y="448507"/>
                  </a:lnTo>
                  <a:lnTo>
                    <a:pt x="574061" y="449827"/>
                  </a:lnTo>
                  <a:lnTo>
                    <a:pt x="576859" y="454425"/>
                  </a:lnTo>
                  <a:lnTo>
                    <a:pt x="578595" y="455710"/>
                  </a:lnTo>
                  <a:lnTo>
                    <a:pt x="605740" y="470048"/>
                  </a:lnTo>
                  <a:lnTo>
                    <a:pt x="611639" y="480073"/>
                  </a:lnTo>
                  <a:lnTo>
                    <a:pt x="612238" y="483661"/>
                  </a:lnTo>
                  <a:lnTo>
                    <a:pt x="613823" y="482936"/>
                  </a:lnTo>
                  <a:lnTo>
                    <a:pt x="616218" y="477592"/>
                  </a:lnTo>
                  <a:lnTo>
                    <a:pt x="622413" y="468702"/>
                  </a:lnTo>
                  <a:lnTo>
                    <a:pt x="622877" y="467569"/>
                  </a:lnTo>
                  <a:lnTo>
                    <a:pt x="627782" y="465346"/>
                  </a:lnTo>
                  <a:lnTo>
                    <a:pt x="628207" y="460615"/>
                  </a:lnTo>
                  <a:lnTo>
                    <a:pt x="628314" y="459415"/>
                  </a:lnTo>
                  <a:lnTo>
                    <a:pt x="625443" y="451916"/>
                  </a:lnTo>
                  <a:lnTo>
                    <a:pt x="628018" y="451604"/>
                  </a:lnTo>
                  <a:lnTo>
                    <a:pt x="629382" y="447469"/>
                  </a:lnTo>
                  <a:lnTo>
                    <a:pt x="628802" y="446067"/>
                  </a:lnTo>
                  <a:lnTo>
                    <a:pt x="625906" y="445266"/>
                  </a:lnTo>
                  <a:lnTo>
                    <a:pt x="628515" y="442289"/>
                  </a:lnTo>
                  <a:lnTo>
                    <a:pt x="633057" y="439326"/>
                  </a:lnTo>
                  <a:lnTo>
                    <a:pt x="636525" y="434822"/>
                  </a:lnTo>
                  <a:lnTo>
                    <a:pt x="640326" y="429849"/>
                  </a:lnTo>
                  <a:lnTo>
                    <a:pt x="646845" y="432103"/>
                  </a:lnTo>
                  <a:lnTo>
                    <a:pt x="647697" y="433332"/>
                  </a:lnTo>
                  <a:lnTo>
                    <a:pt x="650338" y="434210"/>
                  </a:lnTo>
                  <a:lnTo>
                    <a:pt x="653029" y="435970"/>
                  </a:lnTo>
                  <a:lnTo>
                    <a:pt x="654466" y="439667"/>
                  </a:lnTo>
                  <a:lnTo>
                    <a:pt x="654481" y="442208"/>
                  </a:lnTo>
                  <a:lnTo>
                    <a:pt x="656280" y="443415"/>
                  </a:lnTo>
                  <a:lnTo>
                    <a:pt x="656465" y="445071"/>
                  </a:lnTo>
                  <a:lnTo>
                    <a:pt x="658859" y="447207"/>
                  </a:lnTo>
                  <a:lnTo>
                    <a:pt x="664620" y="446351"/>
                  </a:lnTo>
                  <a:lnTo>
                    <a:pt x="666471" y="448790"/>
                  </a:lnTo>
                  <a:lnTo>
                    <a:pt x="669298" y="450147"/>
                  </a:lnTo>
                  <a:lnTo>
                    <a:pt x="671029" y="449417"/>
                  </a:lnTo>
                  <a:lnTo>
                    <a:pt x="674604" y="452393"/>
                  </a:lnTo>
                  <a:lnTo>
                    <a:pt x="675134" y="455011"/>
                  </a:lnTo>
                  <a:lnTo>
                    <a:pt x="676844" y="454948"/>
                  </a:lnTo>
                  <a:lnTo>
                    <a:pt x="677527" y="456725"/>
                  </a:lnTo>
                  <a:lnTo>
                    <a:pt x="680134" y="458583"/>
                  </a:lnTo>
                  <a:lnTo>
                    <a:pt x="690648" y="460311"/>
                  </a:lnTo>
                  <a:lnTo>
                    <a:pt x="695543" y="464019"/>
                  </a:lnTo>
                  <a:lnTo>
                    <a:pt x="705133" y="468480"/>
                  </a:lnTo>
                  <a:lnTo>
                    <a:pt x="704182" y="470970"/>
                  </a:lnTo>
                  <a:lnTo>
                    <a:pt x="708559" y="474593"/>
                  </a:lnTo>
                  <a:lnTo>
                    <a:pt x="714081" y="477993"/>
                  </a:lnTo>
                  <a:lnTo>
                    <a:pt x="718747" y="483217"/>
                  </a:lnTo>
                  <a:lnTo>
                    <a:pt x="725771" y="487673"/>
                  </a:lnTo>
                  <a:lnTo>
                    <a:pt x="730526" y="492230"/>
                  </a:lnTo>
                  <a:lnTo>
                    <a:pt x="734462" y="495471"/>
                  </a:lnTo>
                  <a:lnTo>
                    <a:pt x="738200" y="498529"/>
                  </a:lnTo>
                  <a:lnTo>
                    <a:pt x="744966" y="502984"/>
                  </a:lnTo>
                  <a:lnTo>
                    <a:pt x="749780" y="507253"/>
                  </a:lnTo>
                  <a:lnTo>
                    <a:pt x="749428" y="513329"/>
                  </a:lnTo>
                  <a:lnTo>
                    <a:pt x="756983" y="511931"/>
                  </a:lnTo>
                  <a:lnTo>
                    <a:pt x="758439" y="519102"/>
                  </a:lnTo>
                  <a:lnTo>
                    <a:pt x="758590" y="519843"/>
                  </a:lnTo>
                  <a:lnTo>
                    <a:pt x="765249" y="520105"/>
                  </a:lnTo>
                  <a:lnTo>
                    <a:pt x="765556" y="522508"/>
                  </a:lnTo>
                  <a:lnTo>
                    <a:pt x="769738" y="527957"/>
                  </a:lnTo>
                  <a:lnTo>
                    <a:pt x="774938" y="524891"/>
                  </a:lnTo>
                  <a:lnTo>
                    <a:pt x="778688" y="526299"/>
                  </a:lnTo>
                  <a:lnTo>
                    <a:pt x="786804" y="527252"/>
                  </a:lnTo>
                  <a:lnTo>
                    <a:pt x="789341" y="528073"/>
                  </a:lnTo>
                  <a:lnTo>
                    <a:pt x="795874" y="526595"/>
                  </a:lnTo>
                  <a:lnTo>
                    <a:pt x="797900" y="526978"/>
                  </a:lnTo>
                  <a:lnTo>
                    <a:pt x="801845" y="528726"/>
                  </a:lnTo>
                  <a:lnTo>
                    <a:pt x="805704" y="528184"/>
                  </a:lnTo>
                  <a:lnTo>
                    <a:pt x="808482" y="531706"/>
                  </a:lnTo>
                  <a:lnTo>
                    <a:pt x="810492" y="531361"/>
                  </a:lnTo>
                  <a:lnTo>
                    <a:pt x="813175" y="531506"/>
                  </a:lnTo>
                  <a:lnTo>
                    <a:pt x="815846" y="529160"/>
                  </a:lnTo>
                  <a:lnTo>
                    <a:pt x="820340" y="533001"/>
                  </a:lnTo>
                  <a:lnTo>
                    <a:pt x="821642" y="536169"/>
                  </a:lnTo>
                  <a:lnTo>
                    <a:pt x="821901" y="540637"/>
                  </a:lnTo>
                  <a:lnTo>
                    <a:pt x="821385" y="541745"/>
                  </a:lnTo>
                  <a:lnTo>
                    <a:pt x="821925" y="543660"/>
                  </a:lnTo>
                  <a:lnTo>
                    <a:pt x="822366" y="545224"/>
                  </a:lnTo>
                  <a:lnTo>
                    <a:pt x="824067" y="546598"/>
                  </a:lnTo>
                  <a:lnTo>
                    <a:pt x="826177" y="551402"/>
                  </a:lnTo>
                  <a:lnTo>
                    <a:pt x="828337" y="553903"/>
                  </a:lnTo>
                  <a:lnTo>
                    <a:pt x="830533" y="555871"/>
                  </a:lnTo>
                  <a:lnTo>
                    <a:pt x="832666" y="559320"/>
                  </a:lnTo>
                  <a:lnTo>
                    <a:pt x="834270" y="560299"/>
                  </a:lnTo>
                  <a:lnTo>
                    <a:pt x="834581" y="562010"/>
                  </a:lnTo>
                  <a:lnTo>
                    <a:pt x="833807" y="566175"/>
                  </a:lnTo>
                  <a:lnTo>
                    <a:pt x="834023" y="570227"/>
                  </a:lnTo>
                  <a:lnTo>
                    <a:pt x="834425" y="573979"/>
                  </a:lnTo>
                  <a:lnTo>
                    <a:pt x="833865" y="579473"/>
                  </a:lnTo>
                  <a:lnTo>
                    <a:pt x="831821" y="586007"/>
                  </a:lnTo>
                  <a:lnTo>
                    <a:pt x="830069" y="588504"/>
                  </a:lnTo>
                  <a:lnTo>
                    <a:pt x="831016" y="589971"/>
                  </a:lnTo>
                  <a:lnTo>
                    <a:pt x="830161" y="591517"/>
                  </a:lnTo>
                  <a:lnTo>
                    <a:pt x="828319" y="590622"/>
                  </a:lnTo>
                  <a:lnTo>
                    <a:pt x="826506" y="589981"/>
                  </a:lnTo>
                  <a:lnTo>
                    <a:pt x="825718" y="591318"/>
                  </a:lnTo>
                  <a:lnTo>
                    <a:pt x="825151" y="591439"/>
                  </a:lnTo>
                  <a:lnTo>
                    <a:pt x="822972" y="590648"/>
                  </a:lnTo>
                  <a:lnTo>
                    <a:pt x="821116" y="587615"/>
                  </a:lnTo>
                  <a:lnTo>
                    <a:pt x="819930" y="585877"/>
                  </a:lnTo>
                  <a:lnTo>
                    <a:pt x="818820" y="584387"/>
                  </a:lnTo>
                  <a:lnTo>
                    <a:pt x="817595" y="583936"/>
                  </a:lnTo>
                  <a:lnTo>
                    <a:pt x="817011" y="581846"/>
                  </a:lnTo>
                  <a:lnTo>
                    <a:pt x="815782" y="580185"/>
                  </a:lnTo>
                  <a:lnTo>
                    <a:pt x="814387" y="579485"/>
                  </a:lnTo>
                  <a:lnTo>
                    <a:pt x="812759" y="578068"/>
                  </a:lnTo>
                  <a:lnTo>
                    <a:pt x="812083" y="577001"/>
                  </a:lnTo>
                  <a:lnTo>
                    <a:pt x="810501" y="577479"/>
                  </a:lnTo>
                  <a:lnTo>
                    <a:pt x="811533" y="581400"/>
                  </a:lnTo>
                  <a:lnTo>
                    <a:pt x="812775" y="583998"/>
                  </a:lnTo>
                  <a:lnTo>
                    <a:pt x="812554" y="586762"/>
                  </a:lnTo>
                  <a:lnTo>
                    <a:pt x="813484" y="588733"/>
                  </a:lnTo>
                  <a:lnTo>
                    <a:pt x="815002" y="589011"/>
                  </a:lnTo>
                  <a:lnTo>
                    <a:pt x="814712" y="591778"/>
                  </a:lnTo>
                  <a:lnTo>
                    <a:pt x="813217" y="592893"/>
                  </a:lnTo>
                  <a:lnTo>
                    <a:pt x="810162" y="592541"/>
                  </a:lnTo>
                  <a:lnTo>
                    <a:pt x="808237" y="591808"/>
                  </a:lnTo>
                  <a:lnTo>
                    <a:pt x="805938" y="592893"/>
                  </a:lnTo>
                  <a:lnTo>
                    <a:pt x="805042" y="592568"/>
                  </a:lnTo>
                  <a:lnTo>
                    <a:pt x="804594" y="591020"/>
                  </a:lnTo>
                  <a:lnTo>
                    <a:pt x="804317" y="590061"/>
                  </a:lnTo>
                  <a:lnTo>
                    <a:pt x="802834" y="589242"/>
                  </a:lnTo>
                  <a:lnTo>
                    <a:pt x="803093" y="586480"/>
                  </a:lnTo>
                  <a:lnTo>
                    <a:pt x="802395" y="585906"/>
                  </a:lnTo>
                  <a:lnTo>
                    <a:pt x="800435" y="586282"/>
                  </a:lnTo>
                  <a:lnTo>
                    <a:pt x="798839" y="586586"/>
                  </a:lnTo>
                  <a:lnTo>
                    <a:pt x="795770" y="584619"/>
                  </a:lnTo>
                  <a:lnTo>
                    <a:pt x="793339" y="581311"/>
                  </a:lnTo>
                  <a:lnTo>
                    <a:pt x="791068" y="575905"/>
                  </a:lnTo>
                  <a:lnTo>
                    <a:pt x="790629" y="574357"/>
                  </a:lnTo>
                  <a:lnTo>
                    <a:pt x="787062" y="574022"/>
                  </a:lnTo>
                  <a:lnTo>
                    <a:pt x="782966" y="573401"/>
                  </a:lnTo>
                  <a:lnTo>
                    <a:pt x="780776" y="572597"/>
                  </a:lnTo>
                  <a:lnTo>
                    <a:pt x="779565" y="570898"/>
                  </a:lnTo>
                  <a:lnTo>
                    <a:pt x="777800" y="568418"/>
                  </a:lnTo>
                  <a:lnTo>
                    <a:pt x="775804" y="566393"/>
                  </a:lnTo>
                  <a:lnTo>
                    <a:pt x="777840" y="563004"/>
                  </a:lnTo>
                  <a:lnTo>
                    <a:pt x="778045" y="559772"/>
                  </a:lnTo>
                  <a:lnTo>
                    <a:pt x="775003" y="559046"/>
                  </a:lnTo>
                  <a:lnTo>
                    <a:pt x="772515" y="559949"/>
                  </a:lnTo>
                  <a:lnTo>
                    <a:pt x="772901" y="563354"/>
                  </a:lnTo>
                  <a:lnTo>
                    <a:pt x="770798" y="563019"/>
                  </a:lnTo>
                  <a:lnTo>
                    <a:pt x="768253" y="560417"/>
                  </a:lnTo>
                  <a:lnTo>
                    <a:pt x="765327" y="556376"/>
                  </a:lnTo>
                  <a:lnTo>
                    <a:pt x="763929" y="559219"/>
                  </a:lnTo>
                  <a:lnTo>
                    <a:pt x="759822" y="556704"/>
                  </a:lnTo>
                  <a:lnTo>
                    <a:pt x="757721" y="552503"/>
                  </a:lnTo>
                  <a:lnTo>
                    <a:pt x="754629" y="552896"/>
                  </a:lnTo>
                  <a:lnTo>
                    <a:pt x="753872" y="553178"/>
                  </a:lnTo>
                  <a:lnTo>
                    <a:pt x="752347" y="552614"/>
                  </a:lnTo>
                  <a:lnTo>
                    <a:pt x="751072" y="551733"/>
                  </a:lnTo>
                  <a:lnTo>
                    <a:pt x="749242" y="551618"/>
                  </a:lnTo>
                  <a:lnTo>
                    <a:pt x="748100" y="551395"/>
                  </a:lnTo>
                  <a:lnTo>
                    <a:pt x="747838" y="550763"/>
                  </a:lnTo>
                  <a:lnTo>
                    <a:pt x="747825" y="550179"/>
                  </a:lnTo>
                  <a:lnTo>
                    <a:pt x="748180" y="546037"/>
                  </a:lnTo>
                  <a:lnTo>
                    <a:pt x="749596" y="544489"/>
                  </a:lnTo>
                  <a:lnTo>
                    <a:pt x="752000" y="543810"/>
                  </a:lnTo>
                  <a:lnTo>
                    <a:pt x="755290" y="541611"/>
                  </a:lnTo>
                  <a:lnTo>
                    <a:pt x="756223" y="537919"/>
                  </a:lnTo>
                  <a:lnTo>
                    <a:pt x="757266" y="535722"/>
                  </a:lnTo>
                  <a:lnTo>
                    <a:pt x="754265" y="533500"/>
                  </a:lnTo>
                  <a:lnTo>
                    <a:pt x="752825" y="531037"/>
                  </a:lnTo>
                  <a:lnTo>
                    <a:pt x="752552" y="530589"/>
                  </a:lnTo>
                  <a:lnTo>
                    <a:pt x="751539" y="528922"/>
                  </a:lnTo>
                  <a:lnTo>
                    <a:pt x="744763" y="527219"/>
                  </a:lnTo>
                  <a:lnTo>
                    <a:pt x="740209" y="522617"/>
                  </a:lnTo>
                  <a:lnTo>
                    <a:pt x="738277" y="520799"/>
                  </a:lnTo>
                  <a:lnTo>
                    <a:pt x="732861" y="521419"/>
                  </a:lnTo>
                  <a:lnTo>
                    <a:pt x="730156" y="520178"/>
                  </a:lnTo>
                  <a:lnTo>
                    <a:pt x="728986" y="521884"/>
                  </a:lnTo>
                  <a:lnTo>
                    <a:pt x="725111" y="521356"/>
                  </a:lnTo>
                  <a:lnTo>
                    <a:pt x="722024" y="518683"/>
                  </a:lnTo>
                  <a:lnTo>
                    <a:pt x="722109" y="515591"/>
                  </a:lnTo>
                  <a:lnTo>
                    <a:pt x="721388" y="512820"/>
                  </a:lnTo>
                  <a:lnTo>
                    <a:pt x="718680" y="508930"/>
                  </a:lnTo>
                  <a:lnTo>
                    <a:pt x="717597" y="506619"/>
                  </a:lnTo>
                  <a:lnTo>
                    <a:pt x="714645" y="505588"/>
                  </a:lnTo>
                  <a:lnTo>
                    <a:pt x="712685" y="504207"/>
                  </a:lnTo>
                  <a:lnTo>
                    <a:pt x="711634" y="500366"/>
                  </a:lnTo>
                  <a:lnTo>
                    <a:pt x="709473" y="497819"/>
                  </a:lnTo>
                  <a:lnTo>
                    <a:pt x="709281" y="497591"/>
                  </a:lnTo>
                  <a:lnTo>
                    <a:pt x="703811" y="493040"/>
                  </a:lnTo>
                  <a:lnTo>
                    <a:pt x="697502" y="489659"/>
                  </a:lnTo>
                  <a:lnTo>
                    <a:pt x="695401" y="486205"/>
                  </a:lnTo>
                  <a:lnTo>
                    <a:pt x="693195" y="484883"/>
                  </a:lnTo>
                  <a:lnTo>
                    <a:pt x="691406" y="485751"/>
                  </a:lnTo>
                  <a:lnTo>
                    <a:pt x="688293" y="486542"/>
                  </a:lnTo>
                  <a:lnTo>
                    <a:pt x="686139" y="486564"/>
                  </a:lnTo>
                  <a:lnTo>
                    <a:pt x="682356" y="487213"/>
                  </a:lnTo>
                  <a:lnTo>
                    <a:pt x="677528" y="482294"/>
                  </a:lnTo>
                  <a:lnTo>
                    <a:pt x="672609" y="481186"/>
                  </a:lnTo>
                  <a:lnTo>
                    <a:pt x="670107" y="482536"/>
                  </a:lnTo>
                  <a:lnTo>
                    <a:pt x="669281" y="482980"/>
                  </a:lnTo>
                  <a:lnTo>
                    <a:pt x="671236" y="485790"/>
                  </a:lnTo>
                  <a:lnTo>
                    <a:pt x="672685" y="488316"/>
                  </a:lnTo>
                  <a:lnTo>
                    <a:pt x="671873" y="489463"/>
                  </a:lnTo>
                  <a:lnTo>
                    <a:pt x="673644" y="493192"/>
                  </a:lnTo>
                  <a:lnTo>
                    <a:pt x="670141" y="492878"/>
                  </a:lnTo>
                  <a:lnTo>
                    <a:pt x="668407" y="493309"/>
                  </a:lnTo>
                  <a:lnTo>
                    <a:pt x="664696" y="490018"/>
                  </a:lnTo>
                  <a:lnTo>
                    <a:pt x="663889" y="490541"/>
                  </a:lnTo>
                  <a:lnTo>
                    <a:pt x="662072" y="491716"/>
                  </a:lnTo>
                  <a:lnTo>
                    <a:pt x="659967" y="492855"/>
                  </a:lnTo>
                  <a:lnTo>
                    <a:pt x="657198" y="490491"/>
                  </a:lnTo>
                  <a:lnTo>
                    <a:pt x="653503" y="492755"/>
                  </a:lnTo>
                  <a:lnTo>
                    <a:pt x="650945" y="493840"/>
                  </a:lnTo>
                  <a:lnTo>
                    <a:pt x="650072" y="496001"/>
                  </a:lnTo>
                  <a:lnTo>
                    <a:pt x="647299" y="498458"/>
                  </a:lnTo>
                  <a:lnTo>
                    <a:pt x="643912" y="500385"/>
                  </a:lnTo>
                  <a:lnTo>
                    <a:pt x="641439" y="500666"/>
                  </a:lnTo>
                  <a:lnTo>
                    <a:pt x="641363" y="502554"/>
                  </a:lnTo>
                  <a:lnTo>
                    <a:pt x="642051" y="503858"/>
                  </a:lnTo>
                  <a:lnTo>
                    <a:pt x="641967" y="505199"/>
                  </a:lnTo>
                  <a:lnTo>
                    <a:pt x="639654" y="506034"/>
                  </a:lnTo>
                  <a:lnTo>
                    <a:pt x="638498" y="503893"/>
                  </a:lnTo>
                  <a:lnTo>
                    <a:pt x="634909" y="503239"/>
                  </a:lnTo>
                  <a:lnTo>
                    <a:pt x="632964" y="501411"/>
                  </a:lnTo>
                  <a:lnTo>
                    <a:pt x="630896" y="500593"/>
                  </a:lnTo>
                  <a:lnTo>
                    <a:pt x="629080" y="501609"/>
                  </a:lnTo>
                  <a:lnTo>
                    <a:pt x="624882" y="500554"/>
                  </a:lnTo>
                  <a:lnTo>
                    <a:pt x="621881" y="499822"/>
                  </a:lnTo>
                  <a:lnTo>
                    <a:pt x="616036" y="497463"/>
                  </a:lnTo>
                  <a:lnTo>
                    <a:pt x="613959" y="497271"/>
                  </a:lnTo>
                  <a:lnTo>
                    <a:pt x="612676" y="495454"/>
                  </a:lnTo>
                  <a:lnTo>
                    <a:pt x="608223" y="493052"/>
                  </a:lnTo>
                  <a:lnTo>
                    <a:pt x="605276" y="491628"/>
                  </a:lnTo>
                  <a:lnTo>
                    <a:pt x="605158" y="490893"/>
                  </a:lnTo>
                  <a:lnTo>
                    <a:pt x="604918" y="489394"/>
                  </a:lnTo>
                  <a:lnTo>
                    <a:pt x="603745" y="487820"/>
                  </a:lnTo>
                  <a:lnTo>
                    <a:pt x="600364" y="485676"/>
                  </a:lnTo>
                  <a:lnTo>
                    <a:pt x="596035" y="483682"/>
                  </a:lnTo>
                  <a:lnTo>
                    <a:pt x="592756" y="483102"/>
                  </a:lnTo>
                  <a:lnTo>
                    <a:pt x="586156" y="482565"/>
                  </a:lnTo>
                  <a:lnTo>
                    <a:pt x="581564" y="480482"/>
                  </a:lnTo>
                  <a:lnTo>
                    <a:pt x="578703" y="479604"/>
                  </a:lnTo>
                  <a:lnTo>
                    <a:pt x="575058" y="479049"/>
                  </a:lnTo>
                  <a:lnTo>
                    <a:pt x="570279" y="478326"/>
                  </a:lnTo>
                  <a:lnTo>
                    <a:pt x="566650" y="477570"/>
                  </a:lnTo>
                  <a:lnTo>
                    <a:pt x="561222" y="475628"/>
                  </a:lnTo>
                  <a:lnTo>
                    <a:pt x="555404" y="473485"/>
                  </a:lnTo>
                  <a:lnTo>
                    <a:pt x="556813" y="469360"/>
                  </a:lnTo>
                  <a:lnTo>
                    <a:pt x="559760" y="467468"/>
                  </a:lnTo>
                  <a:lnTo>
                    <a:pt x="558823" y="464653"/>
                  </a:lnTo>
                  <a:lnTo>
                    <a:pt x="556930" y="459947"/>
                  </a:lnTo>
                  <a:lnTo>
                    <a:pt x="553363" y="460590"/>
                  </a:lnTo>
                  <a:lnTo>
                    <a:pt x="551857" y="462572"/>
                  </a:lnTo>
                  <a:lnTo>
                    <a:pt x="548208" y="465976"/>
                  </a:lnTo>
                  <a:lnTo>
                    <a:pt x="546521" y="467494"/>
                  </a:lnTo>
                  <a:lnTo>
                    <a:pt x="545787" y="470006"/>
                  </a:lnTo>
                  <a:lnTo>
                    <a:pt x="542184" y="470630"/>
                  </a:lnTo>
                  <a:lnTo>
                    <a:pt x="534054" y="471889"/>
                  </a:lnTo>
                  <a:lnTo>
                    <a:pt x="531111" y="471737"/>
                  </a:lnTo>
                  <a:lnTo>
                    <a:pt x="525579" y="470567"/>
                  </a:lnTo>
                  <a:lnTo>
                    <a:pt x="520076" y="469623"/>
                  </a:lnTo>
                  <a:lnTo>
                    <a:pt x="517531" y="467821"/>
                  </a:lnTo>
                  <a:lnTo>
                    <a:pt x="514849" y="466910"/>
                  </a:lnTo>
                  <a:lnTo>
                    <a:pt x="511986" y="467781"/>
                  </a:lnTo>
                  <a:lnTo>
                    <a:pt x="507843" y="466782"/>
                  </a:lnTo>
                  <a:lnTo>
                    <a:pt x="504627" y="467086"/>
                  </a:lnTo>
                  <a:lnTo>
                    <a:pt x="496685" y="467208"/>
                  </a:lnTo>
                  <a:lnTo>
                    <a:pt x="489959" y="468069"/>
                  </a:lnTo>
                  <a:lnTo>
                    <a:pt x="486670" y="469184"/>
                  </a:lnTo>
                  <a:lnTo>
                    <a:pt x="483661" y="471049"/>
                  </a:lnTo>
                  <a:lnTo>
                    <a:pt x="479718" y="472615"/>
                  </a:lnTo>
                  <a:lnTo>
                    <a:pt x="472688" y="475545"/>
                  </a:lnTo>
                  <a:lnTo>
                    <a:pt x="469762" y="477592"/>
                  </a:lnTo>
                  <a:lnTo>
                    <a:pt x="467665" y="479295"/>
                  </a:lnTo>
                  <a:lnTo>
                    <a:pt x="465155" y="478701"/>
                  </a:lnTo>
                  <a:lnTo>
                    <a:pt x="463899" y="477690"/>
                  </a:lnTo>
                  <a:lnTo>
                    <a:pt x="462122" y="475492"/>
                  </a:lnTo>
                  <a:lnTo>
                    <a:pt x="460376" y="475109"/>
                  </a:lnTo>
                  <a:lnTo>
                    <a:pt x="457336" y="477104"/>
                  </a:lnTo>
                  <a:lnTo>
                    <a:pt x="455115" y="475030"/>
                  </a:lnTo>
                  <a:lnTo>
                    <a:pt x="452241" y="474348"/>
                  </a:lnTo>
                  <a:lnTo>
                    <a:pt x="449942" y="473704"/>
                  </a:lnTo>
                  <a:lnTo>
                    <a:pt x="444125" y="474081"/>
                  </a:lnTo>
                  <a:lnTo>
                    <a:pt x="442952" y="471585"/>
                  </a:lnTo>
                  <a:lnTo>
                    <a:pt x="439972" y="470840"/>
                  </a:lnTo>
                  <a:lnTo>
                    <a:pt x="439238" y="472128"/>
                  </a:lnTo>
                  <a:lnTo>
                    <a:pt x="436693" y="472043"/>
                  </a:lnTo>
                  <a:lnTo>
                    <a:pt x="433749" y="470833"/>
                  </a:lnTo>
                  <a:lnTo>
                    <a:pt x="431424" y="472998"/>
                  </a:lnTo>
                  <a:lnTo>
                    <a:pt x="428969" y="474343"/>
                  </a:lnTo>
                  <a:lnTo>
                    <a:pt x="424613" y="473125"/>
                  </a:lnTo>
                  <a:lnTo>
                    <a:pt x="421072" y="472225"/>
                  </a:lnTo>
                  <a:lnTo>
                    <a:pt x="419257" y="473686"/>
                  </a:lnTo>
                  <a:lnTo>
                    <a:pt x="417192" y="474934"/>
                  </a:lnTo>
                  <a:lnTo>
                    <a:pt x="416557" y="475517"/>
                  </a:lnTo>
                  <a:lnTo>
                    <a:pt x="413393" y="476761"/>
                  </a:lnTo>
                  <a:lnTo>
                    <a:pt x="411698" y="478650"/>
                  </a:lnTo>
                  <a:lnTo>
                    <a:pt x="409794" y="481568"/>
                  </a:lnTo>
                  <a:lnTo>
                    <a:pt x="408897" y="481683"/>
                  </a:lnTo>
                  <a:lnTo>
                    <a:pt x="407692" y="480250"/>
                  </a:lnTo>
                  <a:lnTo>
                    <a:pt x="403055" y="480736"/>
                  </a:lnTo>
                  <a:lnTo>
                    <a:pt x="401928" y="483338"/>
                  </a:lnTo>
                  <a:lnTo>
                    <a:pt x="399416" y="487063"/>
                  </a:lnTo>
                  <a:lnTo>
                    <a:pt x="397652" y="490377"/>
                  </a:lnTo>
                  <a:lnTo>
                    <a:pt x="395996" y="494973"/>
                  </a:lnTo>
                  <a:lnTo>
                    <a:pt x="397211" y="497224"/>
                  </a:lnTo>
                  <a:lnTo>
                    <a:pt x="394963" y="498070"/>
                  </a:lnTo>
                  <a:lnTo>
                    <a:pt x="394991" y="500254"/>
                  </a:lnTo>
                  <a:lnTo>
                    <a:pt x="396858" y="501206"/>
                  </a:lnTo>
                  <a:lnTo>
                    <a:pt x="394754" y="503303"/>
                  </a:lnTo>
                  <a:lnTo>
                    <a:pt x="392107" y="504969"/>
                  </a:lnTo>
                  <a:lnTo>
                    <a:pt x="389823" y="506449"/>
                  </a:lnTo>
                  <a:lnTo>
                    <a:pt x="387780" y="508348"/>
                  </a:lnTo>
                  <a:lnTo>
                    <a:pt x="386520" y="507677"/>
                  </a:lnTo>
                  <a:lnTo>
                    <a:pt x="386411" y="505232"/>
                  </a:lnTo>
                  <a:lnTo>
                    <a:pt x="387329" y="503438"/>
                  </a:lnTo>
                  <a:lnTo>
                    <a:pt x="384510" y="499956"/>
                  </a:lnTo>
                  <a:lnTo>
                    <a:pt x="381582" y="500845"/>
                  </a:lnTo>
                  <a:lnTo>
                    <a:pt x="378590" y="502378"/>
                  </a:lnTo>
                  <a:lnTo>
                    <a:pt x="378929" y="500277"/>
                  </a:lnTo>
                  <a:lnTo>
                    <a:pt x="376545" y="498082"/>
                  </a:lnTo>
                  <a:lnTo>
                    <a:pt x="375180" y="500937"/>
                  </a:lnTo>
                  <a:lnTo>
                    <a:pt x="373917" y="503123"/>
                  </a:lnTo>
                  <a:lnTo>
                    <a:pt x="370850" y="504634"/>
                  </a:lnTo>
                  <a:lnTo>
                    <a:pt x="370484" y="504343"/>
                  </a:lnTo>
                  <a:lnTo>
                    <a:pt x="369494" y="503552"/>
                  </a:lnTo>
                  <a:lnTo>
                    <a:pt x="367121" y="503622"/>
                  </a:lnTo>
                  <a:lnTo>
                    <a:pt x="366134" y="505118"/>
                  </a:lnTo>
                  <a:lnTo>
                    <a:pt x="364324" y="504110"/>
                  </a:lnTo>
                  <a:lnTo>
                    <a:pt x="362340" y="504996"/>
                  </a:lnTo>
                  <a:lnTo>
                    <a:pt x="360348" y="504137"/>
                  </a:lnTo>
                  <a:lnTo>
                    <a:pt x="358547" y="505838"/>
                  </a:lnTo>
                  <a:lnTo>
                    <a:pt x="358015" y="509014"/>
                  </a:lnTo>
                  <a:lnTo>
                    <a:pt x="356084" y="511029"/>
                  </a:lnTo>
                  <a:lnTo>
                    <a:pt x="353605" y="508334"/>
                  </a:lnTo>
                  <a:lnTo>
                    <a:pt x="351894" y="511005"/>
                  </a:lnTo>
                  <a:lnTo>
                    <a:pt x="351815" y="513539"/>
                  </a:lnTo>
                  <a:lnTo>
                    <a:pt x="353855" y="514421"/>
                  </a:lnTo>
                  <a:lnTo>
                    <a:pt x="353884" y="517375"/>
                  </a:lnTo>
                  <a:lnTo>
                    <a:pt x="351632" y="516494"/>
                  </a:lnTo>
                  <a:lnTo>
                    <a:pt x="349630" y="518115"/>
                  </a:lnTo>
                  <a:lnTo>
                    <a:pt x="349829" y="521276"/>
                  </a:lnTo>
                  <a:lnTo>
                    <a:pt x="347361" y="518755"/>
                  </a:lnTo>
                  <a:lnTo>
                    <a:pt x="345827" y="519452"/>
                  </a:lnTo>
                  <a:lnTo>
                    <a:pt x="344529" y="522498"/>
                  </a:lnTo>
                  <a:lnTo>
                    <a:pt x="342296" y="526274"/>
                  </a:lnTo>
                  <a:lnTo>
                    <a:pt x="339836" y="530829"/>
                  </a:lnTo>
                  <a:lnTo>
                    <a:pt x="339786" y="532780"/>
                  </a:lnTo>
                  <a:lnTo>
                    <a:pt x="338657" y="534120"/>
                  </a:lnTo>
                  <a:lnTo>
                    <a:pt x="338500" y="536809"/>
                  </a:lnTo>
                  <a:lnTo>
                    <a:pt x="337546" y="536898"/>
                  </a:lnTo>
                  <a:lnTo>
                    <a:pt x="336005" y="533512"/>
                  </a:lnTo>
                  <a:lnTo>
                    <a:pt x="335327" y="532043"/>
                  </a:lnTo>
                  <a:lnTo>
                    <a:pt x="333673" y="532817"/>
                  </a:lnTo>
                  <a:lnTo>
                    <a:pt x="333474" y="535566"/>
                  </a:lnTo>
                  <a:lnTo>
                    <a:pt x="332514" y="539449"/>
                  </a:lnTo>
                  <a:lnTo>
                    <a:pt x="331739" y="540185"/>
                  </a:lnTo>
                  <a:lnTo>
                    <a:pt x="329350" y="538773"/>
                  </a:lnTo>
                  <a:lnTo>
                    <a:pt x="327618" y="540218"/>
                  </a:lnTo>
                  <a:lnTo>
                    <a:pt x="328392" y="541819"/>
                  </a:lnTo>
                  <a:lnTo>
                    <a:pt x="327472" y="543564"/>
                  </a:lnTo>
                  <a:lnTo>
                    <a:pt x="326283" y="544160"/>
                  </a:lnTo>
                  <a:lnTo>
                    <a:pt x="323728" y="545202"/>
                  </a:lnTo>
                  <a:lnTo>
                    <a:pt x="320246" y="545281"/>
                  </a:lnTo>
                  <a:lnTo>
                    <a:pt x="319088" y="545321"/>
                  </a:lnTo>
                  <a:lnTo>
                    <a:pt x="316228" y="544797"/>
                  </a:lnTo>
                  <a:lnTo>
                    <a:pt x="317691" y="549522"/>
                  </a:lnTo>
                  <a:lnTo>
                    <a:pt x="313113" y="552288"/>
                  </a:lnTo>
                  <a:lnTo>
                    <a:pt x="308619" y="550405"/>
                  </a:lnTo>
                  <a:lnTo>
                    <a:pt x="306896" y="546804"/>
                  </a:lnTo>
                  <a:lnTo>
                    <a:pt x="305142" y="544685"/>
                  </a:lnTo>
                  <a:lnTo>
                    <a:pt x="305192" y="541625"/>
                  </a:lnTo>
                  <a:lnTo>
                    <a:pt x="306355" y="537962"/>
                  </a:lnTo>
                  <a:lnTo>
                    <a:pt x="309095" y="535407"/>
                  </a:lnTo>
                  <a:lnTo>
                    <a:pt x="313520" y="532239"/>
                  </a:lnTo>
                  <a:lnTo>
                    <a:pt x="317169" y="529431"/>
                  </a:lnTo>
                  <a:lnTo>
                    <a:pt x="319372" y="526470"/>
                  </a:lnTo>
                  <a:lnTo>
                    <a:pt x="317044" y="523742"/>
                  </a:lnTo>
                  <a:lnTo>
                    <a:pt x="314172" y="526401"/>
                  </a:lnTo>
                  <a:lnTo>
                    <a:pt x="310113" y="527032"/>
                  </a:lnTo>
                  <a:lnTo>
                    <a:pt x="307708" y="525557"/>
                  </a:lnTo>
                  <a:lnTo>
                    <a:pt x="304659" y="522155"/>
                  </a:lnTo>
                  <a:lnTo>
                    <a:pt x="305383" y="518595"/>
                  </a:lnTo>
                  <a:lnTo>
                    <a:pt x="306115" y="515117"/>
                  </a:lnTo>
                  <a:lnTo>
                    <a:pt x="306399" y="510847"/>
                  </a:lnTo>
                  <a:lnTo>
                    <a:pt x="308167" y="506452"/>
                  </a:lnTo>
                  <a:lnTo>
                    <a:pt x="311311" y="500787"/>
                  </a:lnTo>
                  <a:lnTo>
                    <a:pt x="311626" y="496871"/>
                  </a:lnTo>
                  <a:lnTo>
                    <a:pt x="311484" y="493403"/>
                  </a:lnTo>
                  <a:lnTo>
                    <a:pt x="312641" y="492565"/>
                  </a:lnTo>
                  <a:lnTo>
                    <a:pt x="312487" y="487576"/>
                  </a:lnTo>
                  <a:lnTo>
                    <a:pt x="311665" y="484686"/>
                  </a:lnTo>
                  <a:lnTo>
                    <a:pt x="310276" y="481506"/>
                  </a:lnTo>
                  <a:lnTo>
                    <a:pt x="308610" y="478224"/>
                  </a:lnTo>
                  <a:lnTo>
                    <a:pt x="309284" y="477090"/>
                  </a:lnTo>
                  <a:lnTo>
                    <a:pt x="311282" y="475137"/>
                  </a:lnTo>
                  <a:lnTo>
                    <a:pt x="315195" y="473758"/>
                  </a:lnTo>
                  <a:lnTo>
                    <a:pt x="318171" y="470290"/>
                  </a:lnTo>
                  <a:lnTo>
                    <a:pt x="321473" y="465894"/>
                  </a:lnTo>
                  <a:lnTo>
                    <a:pt x="325131" y="462099"/>
                  </a:lnTo>
                  <a:lnTo>
                    <a:pt x="326960" y="460511"/>
                  </a:lnTo>
                  <a:lnTo>
                    <a:pt x="328242" y="460864"/>
                  </a:lnTo>
                  <a:lnTo>
                    <a:pt x="331996" y="465930"/>
                  </a:lnTo>
                  <a:lnTo>
                    <a:pt x="333776" y="466150"/>
                  </a:lnTo>
                  <a:lnTo>
                    <a:pt x="336344" y="466253"/>
                  </a:lnTo>
                  <a:lnTo>
                    <a:pt x="337653" y="463224"/>
                  </a:lnTo>
                  <a:lnTo>
                    <a:pt x="338403" y="461839"/>
                  </a:lnTo>
                  <a:lnTo>
                    <a:pt x="340287" y="459963"/>
                  </a:lnTo>
                  <a:lnTo>
                    <a:pt x="340846" y="459405"/>
                  </a:lnTo>
                  <a:lnTo>
                    <a:pt x="338113" y="456869"/>
                  </a:lnTo>
                  <a:lnTo>
                    <a:pt x="334241" y="454630"/>
                  </a:lnTo>
                  <a:lnTo>
                    <a:pt x="332949" y="454262"/>
                  </a:lnTo>
                  <a:lnTo>
                    <a:pt x="329102" y="455972"/>
                  </a:lnTo>
                  <a:lnTo>
                    <a:pt x="329619" y="454267"/>
                  </a:lnTo>
                  <a:lnTo>
                    <a:pt x="329574" y="452864"/>
                  </a:lnTo>
                  <a:lnTo>
                    <a:pt x="329476" y="449820"/>
                  </a:lnTo>
                  <a:lnTo>
                    <a:pt x="325183" y="451141"/>
                  </a:lnTo>
                  <a:lnTo>
                    <a:pt x="322823" y="450392"/>
                  </a:lnTo>
                  <a:lnTo>
                    <a:pt x="319982" y="451002"/>
                  </a:lnTo>
                  <a:lnTo>
                    <a:pt x="317273" y="453137"/>
                  </a:lnTo>
                  <a:lnTo>
                    <a:pt x="315148" y="454285"/>
                  </a:lnTo>
                  <a:lnTo>
                    <a:pt x="314549" y="455102"/>
                  </a:lnTo>
                  <a:lnTo>
                    <a:pt x="313275" y="456835"/>
                  </a:lnTo>
                  <a:lnTo>
                    <a:pt x="312249" y="460545"/>
                  </a:lnTo>
                  <a:lnTo>
                    <a:pt x="311567" y="462355"/>
                  </a:lnTo>
                  <a:lnTo>
                    <a:pt x="309884" y="462893"/>
                  </a:lnTo>
                  <a:lnTo>
                    <a:pt x="308119" y="464523"/>
                  </a:lnTo>
                  <a:lnTo>
                    <a:pt x="305477" y="464851"/>
                  </a:lnTo>
                  <a:lnTo>
                    <a:pt x="303325" y="467234"/>
                  </a:lnTo>
                  <a:lnTo>
                    <a:pt x="301238" y="470342"/>
                  </a:lnTo>
                  <a:lnTo>
                    <a:pt x="299916" y="472849"/>
                  </a:lnTo>
                  <a:lnTo>
                    <a:pt x="300619" y="474745"/>
                  </a:lnTo>
                  <a:lnTo>
                    <a:pt x="302542" y="478080"/>
                  </a:lnTo>
                  <a:lnTo>
                    <a:pt x="302410" y="479109"/>
                  </a:lnTo>
                  <a:lnTo>
                    <a:pt x="298668" y="479090"/>
                  </a:lnTo>
                  <a:lnTo>
                    <a:pt x="296134" y="482242"/>
                  </a:lnTo>
                  <a:lnTo>
                    <a:pt x="294611" y="486217"/>
                  </a:lnTo>
                  <a:lnTo>
                    <a:pt x="292275" y="488369"/>
                  </a:lnTo>
                  <a:lnTo>
                    <a:pt x="291194" y="491485"/>
                  </a:lnTo>
                  <a:lnTo>
                    <a:pt x="292111" y="494094"/>
                  </a:lnTo>
                  <a:lnTo>
                    <a:pt x="293608" y="494845"/>
                  </a:lnTo>
                  <a:lnTo>
                    <a:pt x="290947" y="497405"/>
                  </a:lnTo>
                  <a:lnTo>
                    <a:pt x="290546" y="500114"/>
                  </a:lnTo>
                  <a:lnTo>
                    <a:pt x="288149" y="502540"/>
                  </a:lnTo>
                  <a:lnTo>
                    <a:pt x="287612" y="504226"/>
                  </a:lnTo>
                  <a:lnTo>
                    <a:pt x="287726" y="505896"/>
                  </a:lnTo>
                  <a:lnTo>
                    <a:pt x="288613" y="508372"/>
                  </a:lnTo>
                  <a:lnTo>
                    <a:pt x="288444" y="511406"/>
                  </a:lnTo>
                  <a:lnTo>
                    <a:pt x="286709" y="515311"/>
                  </a:lnTo>
                  <a:lnTo>
                    <a:pt x="286517" y="517533"/>
                  </a:lnTo>
                  <a:lnTo>
                    <a:pt x="283428" y="519989"/>
                  </a:lnTo>
                  <a:lnTo>
                    <a:pt x="281182" y="519957"/>
                  </a:lnTo>
                  <a:lnTo>
                    <a:pt x="280572" y="522370"/>
                  </a:lnTo>
                  <a:lnTo>
                    <a:pt x="280829" y="526000"/>
                  </a:lnTo>
                  <a:lnTo>
                    <a:pt x="280400" y="528792"/>
                  </a:lnTo>
                  <a:lnTo>
                    <a:pt x="278425" y="530734"/>
                  </a:lnTo>
                  <a:lnTo>
                    <a:pt x="276756" y="531933"/>
                  </a:lnTo>
                  <a:lnTo>
                    <a:pt x="275348" y="532402"/>
                  </a:lnTo>
                  <a:lnTo>
                    <a:pt x="273187" y="532154"/>
                  </a:lnTo>
                  <a:lnTo>
                    <a:pt x="270429" y="532737"/>
                  </a:lnTo>
                  <a:lnTo>
                    <a:pt x="270366" y="534271"/>
                  </a:lnTo>
                  <a:lnTo>
                    <a:pt x="270048" y="536195"/>
                  </a:lnTo>
                  <a:lnTo>
                    <a:pt x="267814" y="536579"/>
                  </a:lnTo>
                  <a:lnTo>
                    <a:pt x="266251" y="537179"/>
                  </a:lnTo>
                  <a:lnTo>
                    <a:pt x="267947" y="540673"/>
                  </a:lnTo>
                  <a:lnTo>
                    <a:pt x="267095" y="542325"/>
                  </a:lnTo>
                  <a:lnTo>
                    <a:pt x="264697" y="542831"/>
                  </a:lnTo>
                  <a:lnTo>
                    <a:pt x="263455" y="543828"/>
                  </a:lnTo>
                  <a:lnTo>
                    <a:pt x="262007" y="544921"/>
                  </a:lnTo>
                  <a:lnTo>
                    <a:pt x="261593" y="547618"/>
                  </a:lnTo>
                  <a:lnTo>
                    <a:pt x="259833" y="549609"/>
                  </a:lnTo>
                  <a:lnTo>
                    <a:pt x="259769" y="552884"/>
                  </a:lnTo>
                  <a:lnTo>
                    <a:pt x="259300" y="554960"/>
                  </a:lnTo>
                  <a:lnTo>
                    <a:pt x="259364" y="557221"/>
                  </a:lnTo>
                  <a:lnTo>
                    <a:pt x="262099" y="559298"/>
                  </a:lnTo>
                  <a:lnTo>
                    <a:pt x="264928" y="559443"/>
                  </a:lnTo>
                  <a:lnTo>
                    <a:pt x="267844" y="558734"/>
                  </a:lnTo>
                  <a:lnTo>
                    <a:pt x="269925" y="558393"/>
                  </a:lnTo>
                  <a:lnTo>
                    <a:pt x="272410" y="561521"/>
                  </a:lnTo>
                  <a:lnTo>
                    <a:pt x="274922" y="561469"/>
                  </a:lnTo>
                  <a:lnTo>
                    <a:pt x="277005" y="563269"/>
                  </a:lnTo>
                  <a:lnTo>
                    <a:pt x="278733" y="565063"/>
                  </a:lnTo>
                  <a:lnTo>
                    <a:pt x="280135" y="566773"/>
                  </a:lnTo>
                  <a:lnTo>
                    <a:pt x="279620" y="567393"/>
                  </a:lnTo>
                  <a:lnTo>
                    <a:pt x="278191" y="569112"/>
                  </a:lnTo>
                  <a:lnTo>
                    <a:pt x="277894" y="572767"/>
                  </a:lnTo>
                  <a:lnTo>
                    <a:pt x="277154" y="574384"/>
                  </a:lnTo>
                  <a:lnTo>
                    <a:pt x="274952" y="575650"/>
                  </a:lnTo>
                  <a:lnTo>
                    <a:pt x="274356" y="577884"/>
                  </a:lnTo>
                  <a:lnTo>
                    <a:pt x="271512" y="579662"/>
                  </a:lnTo>
                  <a:lnTo>
                    <a:pt x="268895" y="579776"/>
                  </a:lnTo>
                  <a:lnTo>
                    <a:pt x="267884" y="582215"/>
                  </a:lnTo>
                  <a:lnTo>
                    <a:pt x="267761" y="585162"/>
                  </a:lnTo>
                  <a:lnTo>
                    <a:pt x="266239" y="585558"/>
                  </a:lnTo>
                  <a:lnTo>
                    <a:pt x="265009" y="588094"/>
                  </a:lnTo>
                  <a:lnTo>
                    <a:pt x="267105" y="590138"/>
                  </a:lnTo>
                  <a:lnTo>
                    <a:pt x="265368" y="592078"/>
                  </a:lnTo>
                  <a:lnTo>
                    <a:pt x="265092" y="595444"/>
                  </a:lnTo>
                  <a:lnTo>
                    <a:pt x="264525" y="598689"/>
                  </a:lnTo>
                  <a:lnTo>
                    <a:pt x="263228" y="602429"/>
                  </a:lnTo>
                  <a:lnTo>
                    <a:pt x="260851" y="604586"/>
                  </a:lnTo>
                  <a:lnTo>
                    <a:pt x="258025" y="606639"/>
                  </a:lnTo>
                  <a:lnTo>
                    <a:pt x="255912" y="608368"/>
                  </a:lnTo>
                  <a:lnTo>
                    <a:pt x="251951" y="609459"/>
                  </a:lnTo>
                  <a:lnTo>
                    <a:pt x="249396" y="608590"/>
                  </a:lnTo>
                  <a:lnTo>
                    <a:pt x="246239" y="610182"/>
                  </a:lnTo>
                  <a:lnTo>
                    <a:pt x="244413" y="612431"/>
                  </a:lnTo>
                  <a:lnTo>
                    <a:pt x="245888" y="614584"/>
                  </a:lnTo>
                  <a:lnTo>
                    <a:pt x="245287" y="616431"/>
                  </a:lnTo>
                  <a:lnTo>
                    <a:pt x="241594" y="618655"/>
                  </a:lnTo>
                  <a:lnTo>
                    <a:pt x="241610" y="621657"/>
                  </a:lnTo>
                  <a:lnTo>
                    <a:pt x="240284" y="623769"/>
                  </a:lnTo>
                  <a:lnTo>
                    <a:pt x="236709" y="621962"/>
                  </a:lnTo>
                  <a:lnTo>
                    <a:pt x="234364" y="621381"/>
                  </a:lnTo>
                  <a:lnTo>
                    <a:pt x="234617" y="625486"/>
                  </a:lnTo>
                  <a:lnTo>
                    <a:pt x="234427" y="626960"/>
                  </a:lnTo>
                  <a:lnTo>
                    <a:pt x="232433" y="628172"/>
                  </a:lnTo>
                  <a:lnTo>
                    <a:pt x="232598" y="632012"/>
                  </a:lnTo>
                  <a:lnTo>
                    <a:pt x="228599" y="632982"/>
                  </a:lnTo>
                  <a:lnTo>
                    <a:pt x="225711" y="633639"/>
                  </a:lnTo>
                  <a:lnTo>
                    <a:pt x="226772" y="636982"/>
                  </a:lnTo>
                  <a:lnTo>
                    <a:pt x="225062" y="637640"/>
                  </a:lnTo>
                  <a:lnTo>
                    <a:pt x="222174" y="637595"/>
                  </a:lnTo>
                  <a:lnTo>
                    <a:pt x="219184" y="639865"/>
                  </a:lnTo>
                  <a:lnTo>
                    <a:pt x="220011" y="642772"/>
                  </a:lnTo>
                  <a:lnTo>
                    <a:pt x="220216" y="646809"/>
                  </a:lnTo>
                  <a:lnTo>
                    <a:pt x="220672" y="649804"/>
                  </a:lnTo>
                  <a:lnTo>
                    <a:pt x="220517" y="650019"/>
                  </a:lnTo>
                  <a:lnTo>
                    <a:pt x="218481" y="652843"/>
                  </a:lnTo>
                  <a:lnTo>
                    <a:pt x="217872" y="655238"/>
                  </a:lnTo>
                  <a:lnTo>
                    <a:pt x="216594" y="659179"/>
                  </a:lnTo>
                  <a:lnTo>
                    <a:pt x="214585" y="658884"/>
                  </a:lnTo>
                  <a:lnTo>
                    <a:pt x="213113" y="659293"/>
                  </a:lnTo>
                  <a:lnTo>
                    <a:pt x="210705" y="663560"/>
                  </a:lnTo>
                  <a:lnTo>
                    <a:pt x="208138" y="662685"/>
                  </a:lnTo>
                  <a:lnTo>
                    <a:pt x="206030" y="664449"/>
                  </a:lnTo>
                  <a:lnTo>
                    <a:pt x="205322" y="666614"/>
                  </a:lnTo>
                  <a:lnTo>
                    <a:pt x="203076" y="669931"/>
                  </a:lnTo>
                  <a:lnTo>
                    <a:pt x="200521" y="668433"/>
                  </a:lnTo>
                  <a:lnTo>
                    <a:pt x="197869" y="669788"/>
                  </a:lnTo>
                  <a:lnTo>
                    <a:pt x="195245" y="671055"/>
                  </a:lnTo>
                  <a:lnTo>
                    <a:pt x="194668" y="673402"/>
                  </a:lnTo>
                  <a:lnTo>
                    <a:pt x="197421" y="676032"/>
                  </a:lnTo>
                  <a:lnTo>
                    <a:pt x="196503" y="677292"/>
                  </a:lnTo>
                  <a:lnTo>
                    <a:pt x="194009" y="677215"/>
                  </a:lnTo>
                  <a:lnTo>
                    <a:pt x="192468" y="677835"/>
                  </a:lnTo>
                  <a:lnTo>
                    <a:pt x="191306" y="675885"/>
                  </a:lnTo>
                  <a:lnTo>
                    <a:pt x="189589" y="675155"/>
                  </a:lnTo>
                  <a:lnTo>
                    <a:pt x="186794" y="676551"/>
                  </a:lnTo>
                  <a:lnTo>
                    <a:pt x="188155" y="680003"/>
                  </a:lnTo>
                  <a:lnTo>
                    <a:pt x="189521" y="682362"/>
                  </a:lnTo>
                  <a:lnTo>
                    <a:pt x="188541" y="685059"/>
                  </a:lnTo>
                  <a:lnTo>
                    <a:pt x="186125" y="684242"/>
                  </a:lnTo>
                  <a:lnTo>
                    <a:pt x="182613" y="685126"/>
                  </a:lnTo>
                  <a:lnTo>
                    <a:pt x="179878" y="684992"/>
                  </a:lnTo>
                  <a:lnTo>
                    <a:pt x="178949" y="684340"/>
                  </a:lnTo>
                  <a:lnTo>
                    <a:pt x="176995" y="685048"/>
                  </a:lnTo>
                  <a:lnTo>
                    <a:pt x="175594" y="686935"/>
                  </a:lnTo>
                  <a:lnTo>
                    <a:pt x="174681" y="690910"/>
                  </a:lnTo>
                  <a:lnTo>
                    <a:pt x="176408" y="691107"/>
                  </a:lnTo>
                  <a:lnTo>
                    <a:pt x="179382" y="691920"/>
                  </a:lnTo>
                  <a:lnTo>
                    <a:pt x="181313" y="692843"/>
                  </a:lnTo>
                  <a:lnTo>
                    <a:pt x="183582" y="695677"/>
                  </a:lnTo>
                  <a:lnTo>
                    <a:pt x="179957" y="698475"/>
                  </a:lnTo>
                  <a:lnTo>
                    <a:pt x="177977" y="700335"/>
                  </a:lnTo>
                  <a:lnTo>
                    <a:pt x="177724" y="703558"/>
                  </a:lnTo>
                  <a:lnTo>
                    <a:pt x="177102" y="706817"/>
                  </a:lnTo>
                  <a:lnTo>
                    <a:pt x="175333" y="707566"/>
                  </a:lnTo>
                  <a:lnTo>
                    <a:pt x="172310" y="706978"/>
                  </a:lnTo>
                  <a:lnTo>
                    <a:pt x="172074" y="708649"/>
                  </a:lnTo>
                  <a:lnTo>
                    <a:pt x="169860" y="708689"/>
                  </a:lnTo>
                  <a:lnTo>
                    <a:pt x="166416" y="709181"/>
                  </a:lnTo>
                  <a:lnTo>
                    <a:pt x="161925" y="710981"/>
                  </a:lnTo>
                  <a:lnTo>
                    <a:pt x="162383" y="714648"/>
                  </a:lnTo>
                  <a:lnTo>
                    <a:pt x="155534" y="720343"/>
                  </a:lnTo>
                  <a:lnTo>
                    <a:pt x="152413" y="722185"/>
                  </a:lnTo>
                  <a:lnTo>
                    <a:pt x="151837" y="723833"/>
                  </a:lnTo>
                  <a:lnTo>
                    <a:pt x="151622" y="724446"/>
                  </a:lnTo>
                  <a:lnTo>
                    <a:pt x="148849" y="727004"/>
                  </a:lnTo>
                  <a:lnTo>
                    <a:pt x="147987" y="727172"/>
                  </a:lnTo>
                  <a:lnTo>
                    <a:pt x="147253" y="725102"/>
                  </a:lnTo>
                  <a:lnTo>
                    <a:pt x="149046" y="723196"/>
                  </a:lnTo>
                  <a:lnTo>
                    <a:pt x="148944" y="718817"/>
                  </a:lnTo>
                  <a:lnTo>
                    <a:pt x="149875" y="716392"/>
                  </a:lnTo>
                  <a:lnTo>
                    <a:pt x="148569" y="714778"/>
                  </a:lnTo>
                  <a:lnTo>
                    <a:pt x="146432" y="714188"/>
                  </a:lnTo>
                  <a:lnTo>
                    <a:pt x="144760" y="716509"/>
                  </a:lnTo>
                  <a:lnTo>
                    <a:pt x="142671" y="716502"/>
                  </a:lnTo>
                  <a:lnTo>
                    <a:pt x="140621" y="717035"/>
                  </a:lnTo>
                  <a:lnTo>
                    <a:pt x="140035" y="720294"/>
                  </a:lnTo>
                  <a:lnTo>
                    <a:pt x="138448" y="722169"/>
                  </a:lnTo>
                  <a:lnTo>
                    <a:pt x="135050" y="724045"/>
                  </a:lnTo>
                  <a:lnTo>
                    <a:pt x="132500" y="725843"/>
                  </a:lnTo>
                  <a:lnTo>
                    <a:pt x="130971" y="729056"/>
                  </a:lnTo>
                  <a:lnTo>
                    <a:pt x="131064" y="730282"/>
                  </a:lnTo>
                  <a:lnTo>
                    <a:pt x="129760" y="731774"/>
                  </a:lnTo>
                  <a:lnTo>
                    <a:pt x="126568" y="730024"/>
                  </a:lnTo>
                  <a:lnTo>
                    <a:pt x="126375" y="732459"/>
                  </a:lnTo>
                  <a:lnTo>
                    <a:pt x="123706" y="732830"/>
                  </a:lnTo>
                  <a:lnTo>
                    <a:pt x="122366" y="731845"/>
                  </a:lnTo>
                  <a:lnTo>
                    <a:pt x="119089" y="731856"/>
                  </a:lnTo>
                  <a:lnTo>
                    <a:pt x="116766" y="734809"/>
                  </a:lnTo>
                  <a:lnTo>
                    <a:pt x="112785" y="737209"/>
                  </a:lnTo>
                  <a:lnTo>
                    <a:pt x="107323" y="736997"/>
                  </a:lnTo>
                  <a:lnTo>
                    <a:pt x="106622" y="735792"/>
                  </a:lnTo>
                  <a:lnTo>
                    <a:pt x="107378" y="733247"/>
                  </a:lnTo>
                  <a:lnTo>
                    <a:pt x="107503" y="730654"/>
                  </a:lnTo>
                  <a:lnTo>
                    <a:pt x="109569" y="727311"/>
                  </a:lnTo>
                  <a:lnTo>
                    <a:pt x="109092" y="724609"/>
                  </a:lnTo>
                  <a:lnTo>
                    <a:pt x="106996" y="724318"/>
                  </a:lnTo>
                  <a:lnTo>
                    <a:pt x="104566" y="724928"/>
                  </a:lnTo>
                  <a:lnTo>
                    <a:pt x="102987" y="727656"/>
                  </a:lnTo>
                  <a:lnTo>
                    <a:pt x="102074" y="729767"/>
                  </a:lnTo>
                  <a:lnTo>
                    <a:pt x="102544" y="734684"/>
                  </a:lnTo>
                  <a:lnTo>
                    <a:pt x="100521" y="738282"/>
                  </a:lnTo>
                  <a:lnTo>
                    <a:pt x="98587" y="741128"/>
                  </a:lnTo>
                  <a:lnTo>
                    <a:pt x="99803" y="745325"/>
                  </a:lnTo>
                  <a:lnTo>
                    <a:pt x="102165" y="746395"/>
                  </a:lnTo>
                  <a:lnTo>
                    <a:pt x="105600" y="748766"/>
                  </a:lnTo>
                  <a:lnTo>
                    <a:pt x="106285" y="750532"/>
                  </a:lnTo>
                  <a:lnTo>
                    <a:pt x="102951" y="749899"/>
                  </a:lnTo>
                  <a:lnTo>
                    <a:pt x="100578" y="751073"/>
                  </a:lnTo>
                  <a:lnTo>
                    <a:pt x="97806" y="748808"/>
                  </a:lnTo>
                  <a:lnTo>
                    <a:pt x="96604" y="748238"/>
                  </a:lnTo>
                  <a:lnTo>
                    <a:pt x="94370" y="749946"/>
                  </a:lnTo>
                  <a:lnTo>
                    <a:pt x="92784" y="748588"/>
                  </a:lnTo>
                  <a:lnTo>
                    <a:pt x="91137" y="750210"/>
                  </a:lnTo>
                  <a:lnTo>
                    <a:pt x="90499" y="751950"/>
                  </a:lnTo>
                  <a:lnTo>
                    <a:pt x="90197" y="755008"/>
                  </a:lnTo>
                  <a:lnTo>
                    <a:pt x="90276" y="758748"/>
                  </a:lnTo>
                  <a:lnTo>
                    <a:pt x="89232" y="760590"/>
                  </a:lnTo>
                  <a:lnTo>
                    <a:pt x="87659" y="760790"/>
                  </a:lnTo>
                  <a:lnTo>
                    <a:pt x="85710" y="757998"/>
                  </a:lnTo>
                  <a:lnTo>
                    <a:pt x="85498" y="756430"/>
                  </a:lnTo>
                  <a:lnTo>
                    <a:pt x="85893" y="751484"/>
                  </a:lnTo>
                  <a:lnTo>
                    <a:pt x="84506" y="750736"/>
                  </a:lnTo>
                  <a:lnTo>
                    <a:pt x="82240" y="752858"/>
                  </a:lnTo>
                  <a:lnTo>
                    <a:pt x="81833" y="754352"/>
                  </a:lnTo>
                  <a:lnTo>
                    <a:pt x="78991" y="754890"/>
                  </a:lnTo>
                  <a:lnTo>
                    <a:pt x="76038" y="756255"/>
                  </a:lnTo>
                  <a:lnTo>
                    <a:pt x="74133" y="755107"/>
                  </a:lnTo>
                  <a:lnTo>
                    <a:pt x="72947" y="753065"/>
                  </a:lnTo>
                  <a:lnTo>
                    <a:pt x="70552" y="756091"/>
                  </a:lnTo>
                  <a:lnTo>
                    <a:pt x="68591" y="757878"/>
                  </a:lnTo>
                  <a:lnTo>
                    <a:pt x="66132" y="759953"/>
                  </a:lnTo>
                  <a:lnTo>
                    <a:pt x="63813" y="761185"/>
                  </a:lnTo>
                  <a:lnTo>
                    <a:pt x="65540" y="762804"/>
                  </a:lnTo>
                  <a:lnTo>
                    <a:pt x="67852" y="762980"/>
                  </a:lnTo>
                  <a:lnTo>
                    <a:pt x="70652" y="765967"/>
                  </a:lnTo>
                  <a:lnTo>
                    <a:pt x="71456" y="769029"/>
                  </a:lnTo>
                  <a:lnTo>
                    <a:pt x="67004" y="767478"/>
                  </a:lnTo>
                  <a:lnTo>
                    <a:pt x="62985" y="768164"/>
                  </a:lnTo>
                  <a:lnTo>
                    <a:pt x="58707" y="769608"/>
                  </a:lnTo>
                  <a:lnTo>
                    <a:pt x="53181" y="768731"/>
                  </a:lnTo>
                  <a:lnTo>
                    <a:pt x="47586" y="768990"/>
                  </a:lnTo>
                  <a:lnTo>
                    <a:pt x="42365" y="771106"/>
                  </a:lnTo>
                  <a:lnTo>
                    <a:pt x="40465" y="773241"/>
                  </a:lnTo>
                  <a:lnTo>
                    <a:pt x="40114" y="775963"/>
                  </a:lnTo>
                  <a:lnTo>
                    <a:pt x="37634" y="777908"/>
                  </a:lnTo>
                  <a:lnTo>
                    <a:pt x="33229" y="778965"/>
                  </a:lnTo>
                  <a:lnTo>
                    <a:pt x="30748" y="778665"/>
                  </a:lnTo>
                  <a:lnTo>
                    <a:pt x="27935" y="776757"/>
                  </a:lnTo>
                  <a:lnTo>
                    <a:pt x="26923" y="773544"/>
                  </a:lnTo>
                  <a:lnTo>
                    <a:pt x="25960" y="771915"/>
                  </a:lnTo>
                  <a:lnTo>
                    <a:pt x="25870" y="769731"/>
                  </a:lnTo>
                  <a:lnTo>
                    <a:pt x="27890" y="768001"/>
                  </a:lnTo>
                  <a:lnTo>
                    <a:pt x="30812" y="767026"/>
                  </a:lnTo>
                  <a:lnTo>
                    <a:pt x="32412" y="764482"/>
                  </a:lnTo>
                  <a:lnTo>
                    <a:pt x="34748" y="758979"/>
                  </a:lnTo>
                  <a:lnTo>
                    <a:pt x="34769" y="755701"/>
                  </a:lnTo>
                  <a:lnTo>
                    <a:pt x="38108" y="754159"/>
                  </a:lnTo>
                  <a:lnTo>
                    <a:pt x="40279" y="756098"/>
                  </a:lnTo>
                  <a:lnTo>
                    <a:pt x="43559" y="754572"/>
                  </a:lnTo>
                  <a:lnTo>
                    <a:pt x="45581" y="752919"/>
                  </a:lnTo>
                  <a:lnTo>
                    <a:pt x="48535" y="752438"/>
                  </a:lnTo>
                  <a:lnTo>
                    <a:pt x="50873" y="749979"/>
                  </a:lnTo>
                  <a:lnTo>
                    <a:pt x="53715" y="749354"/>
                  </a:lnTo>
                  <a:lnTo>
                    <a:pt x="59554" y="750326"/>
                  </a:lnTo>
                  <a:lnTo>
                    <a:pt x="61907" y="754416"/>
                  </a:lnTo>
                  <a:lnTo>
                    <a:pt x="63927" y="753593"/>
                  </a:lnTo>
                  <a:lnTo>
                    <a:pt x="65381" y="750948"/>
                  </a:lnTo>
                  <a:lnTo>
                    <a:pt x="64525" y="746594"/>
                  </a:lnTo>
                  <a:lnTo>
                    <a:pt x="68797" y="744305"/>
                  </a:lnTo>
                  <a:lnTo>
                    <a:pt x="71153" y="744742"/>
                  </a:lnTo>
                  <a:lnTo>
                    <a:pt x="75155" y="743677"/>
                  </a:lnTo>
                  <a:lnTo>
                    <a:pt x="74206" y="741141"/>
                  </a:lnTo>
                  <a:lnTo>
                    <a:pt x="76208" y="739040"/>
                  </a:lnTo>
                  <a:lnTo>
                    <a:pt x="80158" y="734867"/>
                  </a:lnTo>
                  <a:lnTo>
                    <a:pt x="81878" y="731489"/>
                  </a:lnTo>
                  <a:lnTo>
                    <a:pt x="86423" y="725258"/>
                  </a:lnTo>
                  <a:lnTo>
                    <a:pt x="89718" y="720436"/>
                  </a:lnTo>
                  <a:lnTo>
                    <a:pt x="91973" y="718727"/>
                  </a:lnTo>
                  <a:lnTo>
                    <a:pt x="93561" y="716833"/>
                  </a:lnTo>
                  <a:lnTo>
                    <a:pt x="97034" y="714943"/>
                  </a:lnTo>
                  <a:lnTo>
                    <a:pt x="99078" y="712283"/>
                  </a:lnTo>
                  <a:lnTo>
                    <a:pt x="101277" y="711756"/>
                  </a:lnTo>
                  <a:lnTo>
                    <a:pt x="107273" y="709529"/>
                  </a:lnTo>
                  <a:lnTo>
                    <a:pt x="113978" y="706938"/>
                  </a:lnTo>
                  <a:lnTo>
                    <a:pt x="118400" y="706435"/>
                  </a:lnTo>
                  <a:lnTo>
                    <a:pt x="122042" y="706439"/>
                  </a:lnTo>
                  <a:lnTo>
                    <a:pt x="122086" y="709979"/>
                  </a:lnTo>
                  <a:lnTo>
                    <a:pt x="122609" y="712806"/>
                  </a:lnTo>
                  <a:lnTo>
                    <a:pt x="127970" y="713831"/>
                  </a:lnTo>
                  <a:lnTo>
                    <a:pt x="129249" y="713566"/>
                  </a:lnTo>
                  <a:lnTo>
                    <a:pt x="130343" y="711356"/>
                  </a:lnTo>
                  <a:lnTo>
                    <a:pt x="128486" y="709392"/>
                  </a:lnTo>
                  <a:lnTo>
                    <a:pt x="127148" y="708329"/>
                  </a:lnTo>
                  <a:lnTo>
                    <a:pt x="129301" y="703983"/>
                  </a:lnTo>
                  <a:lnTo>
                    <a:pt x="130960" y="697949"/>
                  </a:lnTo>
                  <a:lnTo>
                    <a:pt x="131282" y="694639"/>
                  </a:lnTo>
                  <a:lnTo>
                    <a:pt x="134893" y="691523"/>
                  </a:lnTo>
                  <a:lnTo>
                    <a:pt x="136543" y="689054"/>
                  </a:lnTo>
                  <a:lnTo>
                    <a:pt x="140119" y="686737"/>
                  </a:lnTo>
                  <a:lnTo>
                    <a:pt x="143520" y="682357"/>
                  </a:lnTo>
                  <a:lnTo>
                    <a:pt x="150018" y="678454"/>
                  </a:lnTo>
                  <a:lnTo>
                    <a:pt x="156915" y="673111"/>
                  </a:lnTo>
                  <a:lnTo>
                    <a:pt x="162267" y="668254"/>
                  </a:lnTo>
                  <a:lnTo>
                    <a:pt x="164146" y="669716"/>
                  </a:lnTo>
                  <a:lnTo>
                    <a:pt x="165102" y="670458"/>
                  </a:lnTo>
                  <a:lnTo>
                    <a:pt x="167562" y="670272"/>
                  </a:lnTo>
                  <a:lnTo>
                    <a:pt x="169522" y="669525"/>
                  </a:lnTo>
                  <a:lnTo>
                    <a:pt x="169636" y="667818"/>
                  </a:lnTo>
                  <a:lnTo>
                    <a:pt x="168570" y="664878"/>
                  </a:lnTo>
                  <a:lnTo>
                    <a:pt x="168519" y="661329"/>
                  </a:lnTo>
                  <a:lnTo>
                    <a:pt x="171465" y="654626"/>
                  </a:lnTo>
                  <a:lnTo>
                    <a:pt x="175793" y="647597"/>
                  </a:lnTo>
                  <a:lnTo>
                    <a:pt x="177702" y="645687"/>
                  </a:lnTo>
                  <a:lnTo>
                    <a:pt x="180866" y="643924"/>
                  </a:lnTo>
                  <a:lnTo>
                    <a:pt x="183914" y="638320"/>
                  </a:lnTo>
                  <a:lnTo>
                    <a:pt x="187244" y="634915"/>
                  </a:lnTo>
                  <a:lnTo>
                    <a:pt x="189274" y="634049"/>
                  </a:lnTo>
                  <a:lnTo>
                    <a:pt x="189013" y="631939"/>
                  </a:lnTo>
                  <a:lnTo>
                    <a:pt x="188317" y="629784"/>
                  </a:lnTo>
                  <a:lnTo>
                    <a:pt x="188600" y="625340"/>
                  </a:lnTo>
                  <a:lnTo>
                    <a:pt x="189164" y="620017"/>
                  </a:lnTo>
                  <a:lnTo>
                    <a:pt x="189518" y="609877"/>
                  </a:lnTo>
                  <a:lnTo>
                    <a:pt x="190220" y="607093"/>
                  </a:lnTo>
                  <a:lnTo>
                    <a:pt x="191687" y="603852"/>
                  </a:lnTo>
                  <a:lnTo>
                    <a:pt x="190049" y="601157"/>
                  </a:lnTo>
                  <a:lnTo>
                    <a:pt x="189898" y="596571"/>
                  </a:lnTo>
                  <a:lnTo>
                    <a:pt x="190895" y="591761"/>
                  </a:lnTo>
                  <a:lnTo>
                    <a:pt x="194286" y="587721"/>
                  </a:lnTo>
                  <a:lnTo>
                    <a:pt x="195823" y="585304"/>
                  </a:lnTo>
                  <a:lnTo>
                    <a:pt x="197777" y="582222"/>
                  </a:lnTo>
                  <a:lnTo>
                    <a:pt x="199185" y="579412"/>
                  </a:lnTo>
                  <a:lnTo>
                    <a:pt x="200369" y="574902"/>
                  </a:lnTo>
                  <a:lnTo>
                    <a:pt x="199806" y="573704"/>
                  </a:lnTo>
                  <a:lnTo>
                    <a:pt x="198097" y="573646"/>
                  </a:lnTo>
                  <a:lnTo>
                    <a:pt x="197634" y="573630"/>
                  </a:lnTo>
                  <a:lnTo>
                    <a:pt x="195985" y="574550"/>
                  </a:lnTo>
                  <a:lnTo>
                    <a:pt x="191983" y="576768"/>
                  </a:lnTo>
                  <a:lnTo>
                    <a:pt x="188183" y="579449"/>
                  </a:lnTo>
                  <a:lnTo>
                    <a:pt x="183890" y="581819"/>
                  </a:lnTo>
                  <a:lnTo>
                    <a:pt x="176302" y="586167"/>
                  </a:lnTo>
                  <a:lnTo>
                    <a:pt x="174306" y="586009"/>
                  </a:lnTo>
                  <a:lnTo>
                    <a:pt x="172051" y="583990"/>
                  </a:lnTo>
                  <a:lnTo>
                    <a:pt x="170904" y="580214"/>
                  </a:lnTo>
                  <a:lnTo>
                    <a:pt x="169848" y="579241"/>
                  </a:lnTo>
                  <a:lnTo>
                    <a:pt x="166753" y="577813"/>
                  </a:lnTo>
                  <a:lnTo>
                    <a:pt x="167595" y="575284"/>
                  </a:lnTo>
                  <a:lnTo>
                    <a:pt x="165359" y="572858"/>
                  </a:lnTo>
                  <a:lnTo>
                    <a:pt x="162283" y="575087"/>
                  </a:lnTo>
                  <a:lnTo>
                    <a:pt x="161912" y="577840"/>
                  </a:lnTo>
                  <a:lnTo>
                    <a:pt x="162229" y="580179"/>
                  </a:lnTo>
                  <a:lnTo>
                    <a:pt x="160599" y="582898"/>
                  </a:lnTo>
                  <a:lnTo>
                    <a:pt x="161451" y="586065"/>
                  </a:lnTo>
                  <a:lnTo>
                    <a:pt x="164416" y="592614"/>
                  </a:lnTo>
                  <a:lnTo>
                    <a:pt x="162594" y="596102"/>
                  </a:lnTo>
                  <a:lnTo>
                    <a:pt x="160772" y="596945"/>
                  </a:lnTo>
                  <a:lnTo>
                    <a:pt x="156752" y="595533"/>
                  </a:lnTo>
                  <a:lnTo>
                    <a:pt x="152859" y="587309"/>
                  </a:lnTo>
                  <a:lnTo>
                    <a:pt x="148680" y="579505"/>
                  </a:lnTo>
                  <a:lnTo>
                    <a:pt x="145964" y="576769"/>
                  </a:lnTo>
                  <a:lnTo>
                    <a:pt x="143567" y="576262"/>
                  </a:lnTo>
                  <a:lnTo>
                    <a:pt x="144404" y="574429"/>
                  </a:lnTo>
                  <a:lnTo>
                    <a:pt x="144036" y="572268"/>
                  </a:lnTo>
                  <a:lnTo>
                    <a:pt x="141990" y="572381"/>
                  </a:lnTo>
                  <a:lnTo>
                    <a:pt x="141288" y="574860"/>
                  </a:lnTo>
                  <a:lnTo>
                    <a:pt x="140398" y="577257"/>
                  </a:lnTo>
                  <a:lnTo>
                    <a:pt x="137979" y="579300"/>
                  </a:lnTo>
                  <a:lnTo>
                    <a:pt x="136393" y="576739"/>
                  </a:lnTo>
                  <a:lnTo>
                    <a:pt x="132698" y="575333"/>
                  </a:lnTo>
                  <a:lnTo>
                    <a:pt x="130905" y="573712"/>
                  </a:lnTo>
                  <a:lnTo>
                    <a:pt x="128932" y="571268"/>
                  </a:lnTo>
                  <a:lnTo>
                    <a:pt x="130308" y="569403"/>
                  </a:lnTo>
                  <a:lnTo>
                    <a:pt x="128939" y="565890"/>
                  </a:lnTo>
                  <a:lnTo>
                    <a:pt x="124763" y="568600"/>
                  </a:lnTo>
                  <a:lnTo>
                    <a:pt x="120257" y="572716"/>
                  </a:lnTo>
                  <a:lnTo>
                    <a:pt x="118341" y="576944"/>
                  </a:lnTo>
                  <a:lnTo>
                    <a:pt x="117274" y="574652"/>
                  </a:lnTo>
                  <a:lnTo>
                    <a:pt x="114533" y="575942"/>
                  </a:lnTo>
                  <a:lnTo>
                    <a:pt x="113890" y="576389"/>
                  </a:lnTo>
                  <a:lnTo>
                    <a:pt x="112992" y="577011"/>
                  </a:lnTo>
                  <a:lnTo>
                    <a:pt x="109844" y="579186"/>
                  </a:lnTo>
                  <a:lnTo>
                    <a:pt x="107373" y="580746"/>
                  </a:lnTo>
                  <a:lnTo>
                    <a:pt x="107340" y="580910"/>
                  </a:lnTo>
                  <a:lnTo>
                    <a:pt x="106664" y="584277"/>
                  </a:lnTo>
                  <a:lnTo>
                    <a:pt x="102853" y="586733"/>
                  </a:lnTo>
                  <a:lnTo>
                    <a:pt x="98532" y="589364"/>
                  </a:lnTo>
                  <a:lnTo>
                    <a:pt x="97445" y="586537"/>
                  </a:lnTo>
                  <a:lnTo>
                    <a:pt x="92606" y="586634"/>
                  </a:lnTo>
                  <a:lnTo>
                    <a:pt x="89510" y="584614"/>
                  </a:lnTo>
                  <a:lnTo>
                    <a:pt x="93311" y="582874"/>
                  </a:lnTo>
                  <a:lnTo>
                    <a:pt x="96964" y="580871"/>
                  </a:lnTo>
                  <a:lnTo>
                    <a:pt x="98226" y="575743"/>
                  </a:lnTo>
                  <a:lnTo>
                    <a:pt x="97390" y="568991"/>
                  </a:lnTo>
                  <a:lnTo>
                    <a:pt x="95146" y="564213"/>
                  </a:lnTo>
                  <a:lnTo>
                    <a:pt x="93329" y="560424"/>
                  </a:lnTo>
                  <a:lnTo>
                    <a:pt x="92258" y="556683"/>
                  </a:lnTo>
                  <a:lnTo>
                    <a:pt x="93455" y="552828"/>
                  </a:lnTo>
                  <a:lnTo>
                    <a:pt x="96503" y="548575"/>
                  </a:lnTo>
                  <a:lnTo>
                    <a:pt x="97739" y="546963"/>
                  </a:lnTo>
                  <a:lnTo>
                    <a:pt x="99584" y="545969"/>
                  </a:lnTo>
                  <a:lnTo>
                    <a:pt x="98126" y="542440"/>
                  </a:lnTo>
                  <a:lnTo>
                    <a:pt x="96044" y="538521"/>
                  </a:lnTo>
                  <a:lnTo>
                    <a:pt x="95820" y="536251"/>
                  </a:lnTo>
                  <a:lnTo>
                    <a:pt x="92547" y="529134"/>
                  </a:lnTo>
                  <a:lnTo>
                    <a:pt x="91299" y="525827"/>
                  </a:lnTo>
                  <a:lnTo>
                    <a:pt x="90621" y="523607"/>
                  </a:lnTo>
                  <a:lnTo>
                    <a:pt x="88924" y="519427"/>
                  </a:lnTo>
                  <a:lnTo>
                    <a:pt x="86059" y="514180"/>
                  </a:lnTo>
                  <a:lnTo>
                    <a:pt x="84446" y="513767"/>
                  </a:lnTo>
                  <a:lnTo>
                    <a:pt x="83526" y="515768"/>
                  </a:lnTo>
                  <a:lnTo>
                    <a:pt x="83450" y="518142"/>
                  </a:lnTo>
                  <a:lnTo>
                    <a:pt x="83569" y="520504"/>
                  </a:lnTo>
                  <a:lnTo>
                    <a:pt x="82954" y="522880"/>
                  </a:lnTo>
                  <a:lnTo>
                    <a:pt x="80740" y="522979"/>
                  </a:lnTo>
                  <a:lnTo>
                    <a:pt x="78373" y="522844"/>
                  </a:lnTo>
                  <a:lnTo>
                    <a:pt x="76869" y="524544"/>
                  </a:lnTo>
                  <a:lnTo>
                    <a:pt x="74354" y="525614"/>
                  </a:lnTo>
                  <a:lnTo>
                    <a:pt x="69252" y="528256"/>
                  </a:lnTo>
                  <a:lnTo>
                    <a:pt x="63306" y="529532"/>
                  </a:lnTo>
                  <a:lnTo>
                    <a:pt x="56792" y="529777"/>
                  </a:lnTo>
                  <a:lnTo>
                    <a:pt x="53529" y="529170"/>
                  </a:lnTo>
                  <a:lnTo>
                    <a:pt x="49423" y="526934"/>
                  </a:lnTo>
                  <a:lnTo>
                    <a:pt x="48045" y="522701"/>
                  </a:lnTo>
                  <a:lnTo>
                    <a:pt x="48709" y="521480"/>
                  </a:lnTo>
                  <a:lnTo>
                    <a:pt x="49728" y="520191"/>
                  </a:lnTo>
                  <a:lnTo>
                    <a:pt x="46945" y="517422"/>
                  </a:lnTo>
                  <a:lnTo>
                    <a:pt x="44223" y="514814"/>
                  </a:lnTo>
                  <a:lnTo>
                    <a:pt x="42268" y="509919"/>
                  </a:lnTo>
                  <a:lnTo>
                    <a:pt x="40275" y="508104"/>
                  </a:lnTo>
                  <a:lnTo>
                    <a:pt x="38805" y="505123"/>
                  </a:lnTo>
                  <a:lnTo>
                    <a:pt x="37209" y="505100"/>
                  </a:lnTo>
                  <a:lnTo>
                    <a:pt x="33146" y="502126"/>
                  </a:lnTo>
                  <a:lnTo>
                    <a:pt x="30438" y="497972"/>
                  </a:lnTo>
                  <a:lnTo>
                    <a:pt x="31717" y="496824"/>
                  </a:lnTo>
                  <a:lnTo>
                    <a:pt x="32846" y="496438"/>
                  </a:lnTo>
                  <a:lnTo>
                    <a:pt x="34172" y="493930"/>
                  </a:lnTo>
                  <a:lnTo>
                    <a:pt x="33603" y="493199"/>
                  </a:lnTo>
                  <a:lnTo>
                    <a:pt x="31421" y="493489"/>
                  </a:lnTo>
                  <a:lnTo>
                    <a:pt x="29383" y="494875"/>
                  </a:lnTo>
                  <a:lnTo>
                    <a:pt x="27685" y="494664"/>
                  </a:lnTo>
                  <a:lnTo>
                    <a:pt x="25933" y="494127"/>
                  </a:lnTo>
                  <a:lnTo>
                    <a:pt x="24907" y="491981"/>
                  </a:lnTo>
                  <a:lnTo>
                    <a:pt x="26055" y="490674"/>
                  </a:lnTo>
                  <a:lnTo>
                    <a:pt x="29377" y="489642"/>
                  </a:lnTo>
                  <a:lnTo>
                    <a:pt x="32260" y="486466"/>
                  </a:lnTo>
                  <a:lnTo>
                    <a:pt x="33932" y="485940"/>
                  </a:lnTo>
                  <a:lnTo>
                    <a:pt x="33682" y="483775"/>
                  </a:lnTo>
                  <a:lnTo>
                    <a:pt x="33152" y="482427"/>
                  </a:lnTo>
                  <a:lnTo>
                    <a:pt x="33548" y="479416"/>
                  </a:lnTo>
                  <a:lnTo>
                    <a:pt x="32671" y="475804"/>
                  </a:lnTo>
                  <a:lnTo>
                    <a:pt x="32242" y="475166"/>
                  </a:lnTo>
                  <a:lnTo>
                    <a:pt x="30664" y="472807"/>
                  </a:lnTo>
                  <a:lnTo>
                    <a:pt x="31985" y="471193"/>
                  </a:lnTo>
                  <a:lnTo>
                    <a:pt x="33636" y="469089"/>
                  </a:lnTo>
                  <a:lnTo>
                    <a:pt x="32120" y="467396"/>
                  </a:lnTo>
                  <a:lnTo>
                    <a:pt x="31022" y="464613"/>
                  </a:lnTo>
                  <a:lnTo>
                    <a:pt x="28679" y="463496"/>
                  </a:lnTo>
                  <a:lnTo>
                    <a:pt x="27214" y="467536"/>
                  </a:lnTo>
                  <a:lnTo>
                    <a:pt x="25768" y="467209"/>
                  </a:lnTo>
                  <a:lnTo>
                    <a:pt x="23903" y="466585"/>
                  </a:lnTo>
                  <a:lnTo>
                    <a:pt x="22372" y="464305"/>
                  </a:lnTo>
                  <a:lnTo>
                    <a:pt x="22819" y="460154"/>
                  </a:lnTo>
                  <a:lnTo>
                    <a:pt x="23177" y="457835"/>
                  </a:lnTo>
                  <a:lnTo>
                    <a:pt x="20066" y="456023"/>
                  </a:lnTo>
                  <a:lnTo>
                    <a:pt x="19193" y="456084"/>
                  </a:lnTo>
                  <a:lnTo>
                    <a:pt x="17780" y="451423"/>
                  </a:lnTo>
                  <a:lnTo>
                    <a:pt x="18742" y="450219"/>
                  </a:lnTo>
                  <a:lnTo>
                    <a:pt x="20488" y="449537"/>
                  </a:lnTo>
                  <a:lnTo>
                    <a:pt x="21500" y="447804"/>
                  </a:lnTo>
                  <a:lnTo>
                    <a:pt x="19341" y="445429"/>
                  </a:lnTo>
                  <a:lnTo>
                    <a:pt x="18508" y="444347"/>
                  </a:lnTo>
                  <a:lnTo>
                    <a:pt x="16755" y="444919"/>
                  </a:lnTo>
                  <a:lnTo>
                    <a:pt x="15104" y="446916"/>
                  </a:lnTo>
                  <a:lnTo>
                    <a:pt x="13738" y="445808"/>
                  </a:lnTo>
                  <a:lnTo>
                    <a:pt x="12896" y="441261"/>
                  </a:lnTo>
                  <a:lnTo>
                    <a:pt x="14664" y="436041"/>
                  </a:lnTo>
                  <a:lnTo>
                    <a:pt x="16618" y="434288"/>
                  </a:lnTo>
                  <a:lnTo>
                    <a:pt x="15966" y="432006"/>
                  </a:lnTo>
                  <a:lnTo>
                    <a:pt x="19057" y="430714"/>
                  </a:lnTo>
                  <a:lnTo>
                    <a:pt x="21604" y="432094"/>
                  </a:lnTo>
                  <a:lnTo>
                    <a:pt x="24851" y="431454"/>
                  </a:lnTo>
                  <a:lnTo>
                    <a:pt x="24746" y="430174"/>
                  </a:lnTo>
                  <a:lnTo>
                    <a:pt x="23277" y="425883"/>
                  </a:lnTo>
                  <a:lnTo>
                    <a:pt x="23422" y="421532"/>
                  </a:lnTo>
                  <a:lnTo>
                    <a:pt x="25309" y="417817"/>
                  </a:lnTo>
                  <a:lnTo>
                    <a:pt x="29906" y="411635"/>
                  </a:lnTo>
                  <a:lnTo>
                    <a:pt x="34020" y="405318"/>
                  </a:lnTo>
                  <a:lnTo>
                    <a:pt x="37630" y="401248"/>
                  </a:lnTo>
                  <a:lnTo>
                    <a:pt x="38727" y="397822"/>
                  </a:lnTo>
                  <a:lnTo>
                    <a:pt x="40626" y="395210"/>
                  </a:lnTo>
                  <a:lnTo>
                    <a:pt x="43062" y="394188"/>
                  </a:lnTo>
                  <a:lnTo>
                    <a:pt x="42794" y="391047"/>
                  </a:lnTo>
                  <a:lnTo>
                    <a:pt x="42773" y="388516"/>
                  </a:lnTo>
                  <a:lnTo>
                    <a:pt x="44286" y="384108"/>
                  </a:lnTo>
                  <a:lnTo>
                    <a:pt x="47076" y="378860"/>
                  </a:lnTo>
                  <a:lnTo>
                    <a:pt x="48833" y="374797"/>
                  </a:lnTo>
                  <a:lnTo>
                    <a:pt x="52192" y="370924"/>
                  </a:lnTo>
                  <a:lnTo>
                    <a:pt x="56650" y="369049"/>
                  </a:lnTo>
                  <a:lnTo>
                    <a:pt x="59311" y="368775"/>
                  </a:lnTo>
                  <a:lnTo>
                    <a:pt x="62544" y="370904"/>
                  </a:lnTo>
                  <a:lnTo>
                    <a:pt x="65332" y="371549"/>
                  </a:lnTo>
                  <a:lnTo>
                    <a:pt x="67278" y="375050"/>
                  </a:lnTo>
                  <a:lnTo>
                    <a:pt x="68862" y="375440"/>
                  </a:lnTo>
                  <a:lnTo>
                    <a:pt x="72570" y="380248"/>
                  </a:lnTo>
                  <a:lnTo>
                    <a:pt x="77502" y="379629"/>
                  </a:lnTo>
                  <a:lnTo>
                    <a:pt x="80148" y="376931"/>
                  </a:lnTo>
                  <a:lnTo>
                    <a:pt x="81625" y="375444"/>
                  </a:lnTo>
                  <a:lnTo>
                    <a:pt x="82180" y="373093"/>
                  </a:lnTo>
                  <a:lnTo>
                    <a:pt x="83999" y="372786"/>
                  </a:lnTo>
                  <a:lnTo>
                    <a:pt x="86385" y="370025"/>
                  </a:lnTo>
                  <a:lnTo>
                    <a:pt x="87882" y="368286"/>
                  </a:lnTo>
                  <a:lnTo>
                    <a:pt x="90021" y="364119"/>
                  </a:lnTo>
                  <a:lnTo>
                    <a:pt x="91393" y="362105"/>
                  </a:lnTo>
                  <a:lnTo>
                    <a:pt x="87729" y="358045"/>
                  </a:lnTo>
                  <a:lnTo>
                    <a:pt x="85160" y="356011"/>
                  </a:lnTo>
                  <a:lnTo>
                    <a:pt x="87468" y="353947"/>
                  </a:lnTo>
                  <a:lnTo>
                    <a:pt x="90893" y="353716"/>
                  </a:lnTo>
                  <a:lnTo>
                    <a:pt x="93414" y="358149"/>
                  </a:lnTo>
                  <a:lnTo>
                    <a:pt x="96645" y="359614"/>
                  </a:lnTo>
                  <a:lnTo>
                    <a:pt x="98186" y="362815"/>
                  </a:lnTo>
                  <a:lnTo>
                    <a:pt x="103845" y="362208"/>
                  </a:lnTo>
                  <a:lnTo>
                    <a:pt x="108541" y="362623"/>
                  </a:lnTo>
                  <a:lnTo>
                    <a:pt x="112818" y="361395"/>
                  </a:lnTo>
                  <a:lnTo>
                    <a:pt x="115080" y="358157"/>
                  </a:lnTo>
                  <a:lnTo>
                    <a:pt x="120643" y="349486"/>
                  </a:lnTo>
                  <a:lnTo>
                    <a:pt x="121061" y="345993"/>
                  </a:lnTo>
                  <a:lnTo>
                    <a:pt x="118842" y="338085"/>
                  </a:lnTo>
                  <a:lnTo>
                    <a:pt x="118207" y="334921"/>
                  </a:lnTo>
                  <a:lnTo>
                    <a:pt x="118063" y="327783"/>
                  </a:lnTo>
                  <a:lnTo>
                    <a:pt x="114405" y="321967"/>
                  </a:lnTo>
                  <a:lnTo>
                    <a:pt x="112971" y="319385"/>
                  </a:lnTo>
                  <a:lnTo>
                    <a:pt x="108721" y="318058"/>
                  </a:lnTo>
                  <a:lnTo>
                    <a:pt x="109524" y="314227"/>
                  </a:lnTo>
                  <a:lnTo>
                    <a:pt x="111008" y="312380"/>
                  </a:lnTo>
                  <a:lnTo>
                    <a:pt x="114314" y="314881"/>
                  </a:lnTo>
                  <a:lnTo>
                    <a:pt x="118032" y="312950"/>
                  </a:lnTo>
                  <a:lnTo>
                    <a:pt x="121693" y="309463"/>
                  </a:lnTo>
                  <a:lnTo>
                    <a:pt x="122026" y="304950"/>
                  </a:lnTo>
                  <a:lnTo>
                    <a:pt x="119521" y="300002"/>
                  </a:lnTo>
                  <a:lnTo>
                    <a:pt x="117087" y="297733"/>
                  </a:lnTo>
                  <a:lnTo>
                    <a:pt x="116208" y="296373"/>
                  </a:lnTo>
                  <a:lnTo>
                    <a:pt x="114767" y="297006"/>
                  </a:lnTo>
                  <a:lnTo>
                    <a:pt x="112662" y="299396"/>
                  </a:lnTo>
                  <a:lnTo>
                    <a:pt x="111684" y="301985"/>
                  </a:lnTo>
                  <a:lnTo>
                    <a:pt x="109162" y="302791"/>
                  </a:lnTo>
                  <a:lnTo>
                    <a:pt x="106976" y="301617"/>
                  </a:lnTo>
                  <a:lnTo>
                    <a:pt x="104677" y="302766"/>
                  </a:lnTo>
                  <a:lnTo>
                    <a:pt x="102733" y="304512"/>
                  </a:lnTo>
                  <a:lnTo>
                    <a:pt x="99493" y="305112"/>
                  </a:lnTo>
                  <a:lnTo>
                    <a:pt x="97192" y="305935"/>
                  </a:lnTo>
                  <a:lnTo>
                    <a:pt x="96242" y="308341"/>
                  </a:lnTo>
                  <a:lnTo>
                    <a:pt x="90616" y="312108"/>
                  </a:lnTo>
                  <a:lnTo>
                    <a:pt x="89359" y="314398"/>
                  </a:lnTo>
                  <a:lnTo>
                    <a:pt x="88590" y="318720"/>
                  </a:lnTo>
                  <a:lnTo>
                    <a:pt x="86025" y="320979"/>
                  </a:lnTo>
                  <a:lnTo>
                    <a:pt x="85105" y="316127"/>
                  </a:lnTo>
                  <a:lnTo>
                    <a:pt x="84914" y="313185"/>
                  </a:lnTo>
                  <a:lnTo>
                    <a:pt x="83568" y="311113"/>
                  </a:lnTo>
                  <a:lnTo>
                    <a:pt x="81867" y="312067"/>
                  </a:lnTo>
                  <a:lnTo>
                    <a:pt x="81850" y="313988"/>
                  </a:lnTo>
                  <a:lnTo>
                    <a:pt x="80590" y="315766"/>
                  </a:lnTo>
                  <a:lnTo>
                    <a:pt x="79682" y="318298"/>
                  </a:lnTo>
                  <a:lnTo>
                    <a:pt x="77856" y="314708"/>
                  </a:lnTo>
                  <a:lnTo>
                    <a:pt x="75181" y="311308"/>
                  </a:lnTo>
                  <a:lnTo>
                    <a:pt x="70510" y="308895"/>
                  </a:lnTo>
                  <a:lnTo>
                    <a:pt x="68008" y="308398"/>
                  </a:lnTo>
                  <a:lnTo>
                    <a:pt x="65378" y="309269"/>
                  </a:lnTo>
                  <a:lnTo>
                    <a:pt x="62389" y="308388"/>
                  </a:lnTo>
                  <a:lnTo>
                    <a:pt x="59560" y="308269"/>
                  </a:lnTo>
                  <a:lnTo>
                    <a:pt x="55146" y="309932"/>
                  </a:lnTo>
                  <a:lnTo>
                    <a:pt x="50303" y="312588"/>
                  </a:lnTo>
                  <a:lnTo>
                    <a:pt x="46814" y="312948"/>
                  </a:lnTo>
                  <a:lnTo>
                    <a:pt x="41920" y="310228"/>
                  </a:lnTo>
                  <a:lnTo>
                    <a:pt x="32934" y="306400"/>
                  </a:lnTo>
                  <a:lnTo>
                    <a:pt x="25853" y="303479"/>
                  </a:lnTo>
                  <a:lnTo>
                    <a:pt x="23120" y="299946"/>
                  </a:lnTo>
                  <a:lnTo>
                    <a:pt x="22479" y="294984"/>
                  </a:lnTo>
                  <a:lnTo>
                    <a:pt x="22768" y="293054"/>
                  </a:lnTo>
                  <a:lnTo>
                    <a:pt x="24303" y="290667"/>
                  </a:lnTo>
                  <a:lnTo>
                    <a:pt x="24039" y="289182"/>
                  </a:lnTo>
                  <a:lnTo>
                    <a:pt x="21785" y="285470"/>
                  </a:lnTo>
                  <a:lnTo>
                    <a:pt x="20062" y="283564"/>
                  </a:lnTo>
                  <a:lnTo>
                    <a:pt x="19590" y="281791"/>
                  </a:lnTo>
                  <a:lnTo>
                    <a:pt x="17166" y="276819"/>
                  </a:lnTo>
                  <a:lnTo>
                    <a:pt x="17671" y="276289"/>
                  </a:lnTo>
                  <a:lnTo>
                    <a:pt x="21902" y="277492"/>
                  </a:lnTo>
                  <a:lnTo>
                    <a:pt x="24771" y="275943"/>
                  </a:lnTo>
                  <a:lnTo>
                    <a:pt x="25633" y="272823"/>
                  </a:lnTo>
                  <a:lnTo>
                    <a:pt x="27632" y="271207"/>
                  </a:lnTo>
                  <a:lnTo>
                    <a:pt x="26302" y="269022"/>
                  </a:lnTo>
                  <a:lnTo>
                    <a:pt x="23727" y="267862"/>
                  </a:lnTo>
                  <a:lnTo>
                    <a:pt x="21105" y="267638"/>
                  </a:lnTo>
                  <a:lnTo>
                    <a:pt x="18744" y="266009"/>
                  </a:lnTo>
                  <a:lnTo>
                    <a:pt x="16051" y="264464"/>
                  </a:lnTo>
                  <a:lnTo>
                    <a:pt x="11388" y="263160"/>
                  </a:lnTo>
                  <a:lnTo>
                    <a:pt x="9370" y="262149"/>
                  </a:lnTo>
                  <a:lnTo>
                    <a:pt x="6321" y="258068"/>
                  </a:lnTo>
                  <a:lnTo>
                    <a:pt x="3845" y="255351"/>
                  </a:lnTo>
                  <a:lnTo>
                    <a:pt x="769" y="2533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2413" y="5721043"/>
              <a:ext cx="38004" cy="33580"/>
            </a:xfrm>
            <a:custGeom>
              <a:avLst/>
              <a:pathLst>
                <a:path w="38004" h="33580">
                  <a:moveTo>
                    <a:pt x="0" y="32108"/>
                  </a:moveTo>
                  <a:lnTo>
                    <a:pt x="6188" y="27863"/>
                  </a:lnTo>
                  <a:lnTo>
                    <a:pt x="8365" y="26159"/>
                  </a:lnTo>
                  <a:lnTo>
                    <a:pt x="10938" y="22784"/>
                  </a:lnTo>
                  <a:lnTo>
                    <a:pt x="12855" y="21701"/>
                  </a:lnTo>
                  <a:lnTo>
                    <a:pt x="12515" y="18154"/>
                  </a:lnTo>
                  <a:lnTo>
                    <a:pt x="13655" y="15372"/>
                  </a:lnTo>
                  <a:lnTo>
                    <a:pt x="18287" y="11137"/>
                  </a:lnTo>
                  <a:lnTo>
                    <a:pt x="21592" y="12551"/>
                  </a:lnTo>
                  <a:lnTo>
                    <a:pt x="22294" y="9960"/>
                  </a:lnTo>
                  <a:lnTo>
                    <a:pt x="23042" y="6553"/>
                  </a:lnTo>
                  <a:lnTo>
                    <a:pt x="24479" y="3084"/>
                  </a:lnTo>
                  <a:lnTo>
                    <a:pt x="27084" y="1268"/>
                  </a:lnTo>
                  <a:lnTo>
                    <a:pt x="32289" y="0"/>
                  </a:lnTo>
                  <a:lnTo>
                    <a:pt x="34956" y="2185"/>
                  </a:lnTo>
                  <a:lnTo>
                    <a:pt x="38004" y="2701"/>
                  </a:lnTo>
                  <a:lnTo>
                    <a:pt x="37476" y="4759"/>
                  </a:lnTo>
                  <a:lnTo>
                    <a:pt x="36221" y="6721"/>
                  </a:lnTo>
                  <a:lnTo>
                    <a:pt x="36513" y="8719"/>
                  </a:lnTo>
                  <a:lnTo>
                    <a:pt x="33595" y="10459"/>
                  </a:lnTo>
                  <a:lnTo>
                    <a:pt x="30264" y="12555"/>
                  </a:lnTo>
                  <a:lnTo>
                    <a:pt x="25168" y="14778"/>
                  </a:lnTo>
                  <a:lnTo>
                    <a:pt x="23926" y="17267"/>
                  </a:lnTo>
                  <a:lnTo>
                    <a:pt x="22123" y="19834"/>
                  </a:lnTo>
                  <a:lnTo>
                    <a:pt x="20936" y="22243"/>
                  </a:lnTo>
                  <a:lnTo>
                    <a:pt x="16998" y="23936"/>
                  </a:lnTo>
                  <a:lnTo>
                    <a:pt x="15090" y="25667"/>
                  </a:lnTo>
                  <a:lnTo>
                    <a:pt x="13333" y="28186"/>
                  </a:lnTo>
                  <a:lnTo>
                    <a:pt x="10981" y="27850"/>
                  </a:lnTo>
                  <a:lnTo>
                    <a:pt x="7036" y="30965"/>
                  </a:lnTo>
                  <a:lnTo>
                    <a:pt x="2850" y="32883"/>
                  </a:lnTo>
                  <a:lnTo>
                    <a:pt x="549" y="335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781677" y="5572511"/>
              <a:ext cx="7936" cy="5346"/>
            </a:xfrm>
            <a:custGeom>
              <a:avLst/>
              <a:pathLst>
                <a:path w="7936" h="5346">
                  <a:moveTo>
                    <a:pt x="0" y="0"/>
                  </a:moveTo>
                  <a:lnTo>
                    <a:pt x="4517" y="1250"/>
                  </a:lnTo>
                  <a:lnTo>
                    <a:pt x="7636" y="1637"/>
                  </a:lnTo>
                  <a:lnTo>
                    <a:pt x="7936" y="3631"/>
                  </a:lnTo>
                  <a:lnTo>
                    <a:pt x="4876" y="5346"/>
                  </a:lnTo>
                  <a:lnTo>
                    <a:pt x="2580" y="48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59506" y="5737173"/>
              <a:ext cx="14025" cy="16116"/>
            </a:xfrm>
            <a:custGeom>
              <a:avLst/>
              <a:pathLst>
                <a:path w="14025" h="16116">
                  <a:moveTo>
                    <a:pt x="1114" y="12728"/>
                  </a:moveTo>
                  <a:lnTo>
                    <a:pt x="3393" y="6781"/>
                  </a:lnTo>
                  <a:lnTo>
                    <a:pt x="5076" y="5847"/>
                  </a:lnTo>
                  <a:lnTo>
                    <a:pt x="9127" y="8172"/>
                  </a:lnTo>
                  <a:lnTo>
                    <a:pt x="11625" y="5293"/>
                  </a:lnTo>
                  <a:lnTo>
                    <a:pt x="10438" y="958"/>
                  </a:lnTo>
                  <a:lnTo>
                    <a:pt x="12283" y="0"/>
                  </a:lnTo>
                  <a:lnTo>
                    <a:pt x="13792" y="2947"/>
                  </a:lnTo>
                  <a:lnTo>
                    <a:pt x="14025" y="6883"/>
                  </a:lnTo>
                  <a:lnTo>
                    <a:pt x="13718" y="10929"/>
                  </a:lnTo>
                  <a:lnTo>
                    <a:pt x="12595" y="14845"/>
                  </a:lnTo>
                  <a:lnTo>
                    <a:pt x="9802" y="13751"/>
                  </a:lnTo>
                  <a:lnTo>
                    <a:pt x="6520" y="13392"/>
                  </a:lnTo>
                  <a:lnTo>
                    <a:pt x="3239" y="16082"/>
                  </a:lnTo>
                  <a:lnTo>
                    <a:pt x="0" y="161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770648" y="5542627"/>
              <a:ext cx="6458" cy="5162"/>
            </a:xfrm>
            <a:custGeom>
              <a:avLst/>
              <a:pathLst>
                <a:path w="6458" h="5162">
                  <a:moveTo>
                    <a:pt x="281" y="709"/>
                  </a:moveTo>
                  <a:lnTo>
                    <a:pt x="2956" y="0"/>
                  </a:lnTo>
                  <a:lnTo>
                    <a:pt x="6458" y="389"/>
                  </a:lnTo>
                  <a:lnTo>
                    <a:pt x="6401" y="3280"/>
                  </a:lnTo>
                  <a:lnTo>
                    <a:pt x="2818" y="5162"/>
                  </a:lnTo>
                  <a:lnTo>
                    <a:pt x="0" y="31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43443" y="5751945"/>
              <a:ext cx="7990" cy="6853"/>
            </a:xfrm>
            <a:custGeom>
              <a:avLst/>
              <a:pathLst>
                <a:path w="7990" h="6853">
                  <a:moveTo>
                    <a:pt x="820" y="2268"/>
                  </a:moveTo>
                  <a:lnTo>
                    <a:pt x="4607" y="0"/>
                  </a:lnTo>
                  <a:lnTo>
                    <a:pt x="7990" y="1406"/>
                  </a:lnTo>
                  <a:lnTo>
                    <a:pt x="6430" y="5505"/>
                  </a:lnTo>
                  <a:lnTo>
                    <a:pt x="3919" y="5371"/>
                  </a:lnTo>
                  <a:lnTo>
                    <a:pt x="1268" y="6853"/>
                  </a:lnTo>
                  <a:lnTo>
                    <a:pt x="0" y="57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31620" y="5757353"/>
              <a:ext cx="2902" cy="4512"/>
            </a:xfrm>
            <a:custGeom>
              <a:avLst/>
              <a:pathLst>
                <a:path w="2902" h="4512">
                  <a:moveTo>
                    <a:pt x="0" y="1386"/>
                  </a:moveTo>
                  <a:lnTo>
                    <a:pt x="1490" y="0"/>
                  </a:lnTo>
                  <a:lnTo>
                    <a:pt x="2902" y="1586"/>
                  </a:lnTo>
                  <a:lnTo>
                    <a:pt x="1938" y="4512"/>
                  </a:lnTo>
                  <a:lnTo>
                    <a:pt x="72" y="3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783370" y="5234253"/>
              <a:ext cx="55445" cy="46877"/>
            </a:xfrm>
            <a:custGeom>
              <a:avLst/>
              <a:pathLst>
                <a:path w="55445" h="46877">
                  <a:moveTo>
                    <a:pt x="898" y="9653"/>
                  </a:moveTo>
                  <a:lnTo>
                    <a:pt x="2158" y="7272"/>
                  </a:lnTo>
                  <a:lnTo>
                    <a:pt x="2765" y="2821"/>
                  </a:lnTo>
                  <a:lnTo>
                    <a:pt x="4369" y="0"/>
                  </a:lnTo>
                  <a:lnTo>
                    <a:pt x="6676" y="430"/>
                  </a:lnTo>
                  <a:lnTo>
                    <a:pt x="6632" y="3751"/>
                  </a:lnTo>
                  <a:lnTo>
                    <a:pt x="6759" y="6142"/>
                  </a:lnTo>
                  <a:lnTo>
                    <a:pt x="10702" y="9190"/>
                  </a:lnTo>
                  <a:lnTo>
                    <a:pt x="16663" y="12929"/>
                  </a:lnTo>
                  <a:lnTo>
                    <a:pt x="18429" y="12477"/>
                  </a:lnTo>
                  <a:lnTo>
                    <a:pt x="23571" y="9496"/>
                  </a:lnTo>
                  <a:lnTo>
                    <a:pt x="25847" y="8824"/>
                  </a:lnTo>
                  <a:lnTo>
                    <a:pt x="28372" y="9461"/>
                  </a:lnTo>
                  <a:lnTo>
                    <a:pt x="29610" y="10589"/>
                  </a:lnTo>
                  <a:lnTo>
                    <a:pt x="30861" y="13236"/>
                  </a:lnTo>
                  <a:lnTo>
                    <a:pt x="32203" y="14113"/>
                  </a:lnTo>
                  <a:lnTo>
                    <a:pt x="32502" y="17727"/>
                  </a:lnTo>
                  <a:lnTo>
                    <a:pt x="32789" y="20757"/>
                  </a:lnTo>
                  <a:lnTo>
                    <a:pt x="35258" y="22828"/>
                  </a:lnTo>
                  <a:lnTo>
                    <a:pt x="38779" y="24073"/>
                  </a:lnTo>
                  <a:lnTo>
                    <a:pt x="40115" y="26281"/>
                  </a:lnTo>
                  <a:lnTo>
                    <a:pt x="41795" y="27935"/>
                  </a:lnTo>
                  <a:lnTo>
                    <a:pt x="48434" y="30067"/>
                  </a:lnTo>
                  <a:lnTo>
                    <a:pt x="51110" y="30878"/>
                  </a:lnTo>
                  <a:lnTo>
                    <a:pt x="55445" y="33394"/>
                  </a:lnTo>
                  <a:lnTo>
                    <a:pt x="53753" y="36815"/>
                  </a:lnTo>
                  <a:lnTo>
                    <a:pt x="51715" y="39497"/>
                  </a:lnTo>
                  <a:lnTo>
                    <a:pt x="49838" y="39937"/>
                  </a:lnTo>
                  <a:lnTo>
                    <a:pt x="47618" y="37652"/>
                  </a:lnTo>
                  <a:lnTo>
                    <a:pt x="44761" y="37366"/>
                  </a:lnTo>
                  <a:lnTo>
                    <a:pt x="40622" y="39426"/>
                  </a:lnTo>
                  <a:lnTo>
                    <a:pt x="38574" y="40907"/>
                  </a:lnTo>
                  <a:lnTo>
                    <a:pt x="37494" y="42951"/>
                  </a:lnTo>
                  <a:lnTo>
                    <a:pt x="37325" y="45298"/>
                  </a:lnTo>
                  <a:lnTo>
                    <a:pt x="35778" y="46877"/>
                  </a:lnTo>
                  <a:lnTo>
                    <a:pt x="33754" y="45425"/>
                  </a:lnTo>
                  <a:lnTo>
                    <a:pt x="33746" y="41487"/>
                  </a:lnTo>
                  <a:lnTo>
                    <a:pt x="32488" y="38262"/>
                  </a:lnTo>
                  <a:lnTo>
                    <a:pt x="29833" y="35013"/>
                  </a:lnTo>
                  <a:lnTo>
                    <a:pt x="27483" y="33682"/>
                  </a:lnTo>
                  <a:lnTo>
                    <a:pt x="26081" y="33520"/>
                  </a:lnTo>
                  <a:lnTo>
                    <a:pt x="25775" y="30625"/>
                  </a:lnTo>
                  <a:lnTo>
                    <a:pt x="24035" y="26674"/>
                  </a:lnTo>
                  <a:lnTo>
                    <a:pt x="20311" y="22959"/>
                  </a:lnTo>
                  <a:lnTo>
                    <a:pt x="16461" y="20161"/>
                  </a:lnTo>
                  <a:lnTo>
                    <a:pt x="13448" y="19187"/>
                  </a:lnTo>
                  <a:lnTo>
                    <a:pt x="10383" y="19926"/>
                  </a:lnTo>
                  <a:lnTo>
                    <a:pt x="9100" y="21013"/>
                  </a:lnTo>
                  <a:lnTo>
                    <a:pt x="5986" y="23139"/>
                  </a:lnTo>
                  <a:lnTo>
                    <a:pt x="4428" y="21958"/>
                  </a:lnTo>
                  <a:lnTo>
                    <a:pt x="2196" y="19956"/>
                  </a:lnTo>
                  <a:lnTo>
                    <a:pt x="744" y="18404"/>
                  </a:lnTo>
                  <a:lnTo>
                    <a:pt x="0" y="132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697938" y="5758222"/>
              <a:ext cx="8691" cy="5976"/>
            </a:xfrm>
            <a:custGeom>
              <a:avLst/>
              <a:pathLst>
                <a:path w="8691" h="5976">
                  <a:moveTo>
                    <a:pt x="924" y="3121"/>
                  </a:moveTo>
                  <a:lnTo>
                    <a:pt x="2779" y="1083"/>
                  </a:lnTo>
                  <a:lnTo>
                    <a:pt x="5299" y="0"/>
                  </a:lnTo>
                  <a:lnTo>
                    <a:pt x="8209" y="1751"/>
                  </a:lnTo>
                  <a:lnTo>
                    <a:pt x="8691" y="3568"/>
                  </a:lnTo>
                  <a:lnTo>
                    <a:pt x="5700" y="5493"/>
                  </a:lnTo>
                  <a:lnTo>
                    <a:pt x="2804" y="5976"/>
                  </a:lnTo>
                  <a:lnTo>
                    <a:pt x="0" y="58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472423" y="5718288"/>
              <a:ext cx="3792" cy="5370"/>
            </a:xfrm>
            <a:custGeom>
              <a:avLst/>
              <a:pathLst>
                <a:path w="3792" h="5370">
                  <a:moveTo>
                    <a:pt x="0" y="0"/>
                  </a:moveTo>
                  <a:lnTo>
                    <a:pt x="3041" y="882"/>
                  </a:lnTo>
                  <a:lnTo>
                    <a:pt x="3792" y="3352"/>
                  </a:lnTo>
                  <a:lnTo>
                    <a:pt x="3291" y="5370"/>
                  </a:lnTo>
                  <a:lnTo>
                    <a:pt x="984" y="36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36679" y="5370177"/>
              <a:ext cx="14967" cy="22592"/>
            </a:xfrm>
            <a:custGeom>
              <a:avLst/>
              <a:pathLst>
                <a:path w="14967" h="22592">
                  <a:moveTo>
                    <a:pt x="1373" y="0"/>
                  </a:moveTo>
                  <a:lnTo>
                    <a:pt x="3742" y="5403"/>
                  </a:lnTo>
                  <a:lnTo>
                    <a:pt x="4344" y="9742"/>
                  </a:lnTo>
                  <a:lnTo>
                    <a:pt x="9469" y="15965"/>
                  </a:lnTo>
                  <a:lnTo>
                    <a:pt x="12499" y="18077"/>
                  </a:lnTo>
                  <a:lnTo>
                    <a:pt x="14967" y="20848"/>
                  </a:lnTo>
                  <a:lnTo>
                    <a:pt x="14380" y="22592"/>
                  </a:lnTo>
                  <a:lnTo>
                    <a:pt x="11297" y="21075"/>
                  </a:lnTo>
                  <a:lnTo>
                    <a:pt x="7233" y="19144"/>
                  </a:lnTo>
                  <a:lnTo>
                    <a:pt x="2884" y="12565"/>
                  </a:lnTo>
                  <a:lnTo>
                    <a:pt x="0" y="9370"/>
                  </a:lnTo>
                  <a:lnTo>
                    <a:pt x="217" y="19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630638" y="5747824"/>
              <a:ext cx="59139" cy="22938"/>
            </a:xfrm>
            <a:custGeom>
              <a:avLst/>
              <a:pathLst>
                <a:path w="59139" h="22938">
                  <a:moveTo>
                    <a:pt x="794" y="10175"/>
                  </a:moveTo>
                  <a:lnTo>
                    <a:pt x="7633" y="10141"/>
                  </a:lnTo>
                  <a:lnTo>
                    <a:pt x="11362" y="9318"/>
                  </a:lnTo>
                  <a:lnTo>
                    <a:pt x="15585" y="10401"/>
                  </a:lnTo>
                  <a:lnTo>
                    <a:pt x="19700" y="9814"/>
                  </a:lnTo>
                  <a:lnTo>
                    <a:pt x="22216" y="7907"/>
                  </a:lnTo>
                  <a:lnTo>
                    <a:pt x="22887" y="3277"/>
                  </a:lnTo>
                  <a:lnTo>
                    <a:pt x="26276" y="1228"/>
                  </a:lnTo>
                  <a:lnTo>
                    <a:pt x="30030" y="0"/>
                  </a:lnTo>
                  <a:lnTo>
                    <a:pt x="32765" y="1935"/>
                  </a:lnTo>
                  <a:lnTo>
                    <a:pt x="34457" y="5776"/>
                  </a:lnTo>
                  <a:lnTo>
                    <a:pt x="32555" y="9206"/>
                  </a:lnTo>
                  <a:lnTo>
                    <a:pt x="32675" y="14102"/>
                  </a:lnTo>
                  <a:lnTo>
                    <a:pt x="35730" y="14498"/>
                  </a:lnTo>
                  <a:lnTo>
                    <a:pt x="41820" y="15558"/>
                  </a:lnTo>
                  <a:lnTo>
                    <a:pt x="44952" y="15620"/>
                  </a:lnTo>
                  <a:lnTo>
                    <a:pt x="48557" y="18822"/>
                  </a:lnTo>
                  <a:lnTo>
                    <a:pt x="53603" y="19042"/>
                  </a:lnTo>
                  <a:lnTo>
                    <a:pt x="59139" y="21092"/>
                  </a:lnTo>
                  <a:lnTo>
                    <a:pt x="58163" y="22938"/>
                  </a:lnTo>
                  <a:lnTo>
                    <a:pt x="53384" y="22896"/>
                  </a:lnTo>
                  <a:lnTo>
                    <a:pt x="47756" y="22417"/>
                  </a:lnTo>
                  <a:lnTo>
                    <a:pt x="44790" y="21936"/>
                  </a:lnTo>
                  <a:lnTo>
                    <a:pt x="40407" y="19554"/>
                  </a:lnTo>
                  <a:lnTo>
                    <a:pt x="37251" y="19423"/>
                  </a:lnTo>
                  <a:lnTo>
                    <a:pt x="35291" y="18694"/>
                  </a:lnTo>
                  <a:lnTo>
                    <a:pt x="30483" y="16529"/>
                  </a:lnTo>
                  <a:lnTo>
                    <a:pt x="26161" y="14706"/>
                  </a:lnTo>
                  <a:lnTo>
                    <a:pt x="23549" y="14469"/>
                  </a:lnTo>
                  <a:lnTo>
                    <a:pt x="22574" y="17513"/>
                  </a:lnTo>
                  <a:lnTo>
                    <a:pt x="19048" y="15543"/>
                  </a:lnTo>
                  <a:lnTo>
                    <a:pt x="14453" y="15845"/>
                  </a:lnTo>
                  <a:lnTo>
                    <a:pt x="10677" y="14340"/>
                  </a:lnTo>
                  <a:lnTo>
                    <a:pt x="7593" y="14188"/>
                  </a:lnTo>
                  <a:lnTo>
                    <a:pt x="4147" y="13119"/>
                  </a:lnTo>
                  <a:lnTo>
                    <a:pt x="0" y="122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87334" y="5749706"/>
              <a:ext cx="40615" cy="19219"/>
            </a:xfrm>
            <a:custGeom>
              <a:avLst/>
              <a:pathLst>
                <a:path w="40615" h="19219">
                  <a:moveTo>
                    <a:pt x="1413" y="14523"/>
                  </a:moveTo>
                  <a:lnTo>
                    <a:pt x="2912" y="9646"/>
                  </a:lnTo>
                  <a:lnTo>
                    <a:pt x="6450" y="8946"/>
                  </a:lnTo>
                  <a:lnTo>
                    <a:pt x="7145" y="7436"/>
                  </a:lnTo>
                  <a:lnTo>
                    <a:pt x="6338" y="4364"/>
                  </a:lnTo>
                  <a:lnTo>
                    <a:pt x="7471" y="2818"/>
                  </a:lnTo>
                  <a:lnTo>
                    <a:pt x="9303" y="3401"/>
                  </a:lnTo>
                  <a:lnTo>
                    <a:pt x="12449" y="2416"/>
                  </a:lnTo>
                  <a:lnTo>
                    <a:pt x="12913" y="4833"/>
                  </a:lnTo>
                  <a:lnTo>
                    <a:pt x="12498" y="6913"/>
                  </a:lnTo>
                  <a:lnTo>
                    <a:pt x="11555" y="9895"/>
                  </a:lnTo>
                  <a:lnTo>
                    <a:pt x="15223" y="9998"/>
                  </a:lnTo>
                  <a:lnTo>
                    <a:pt x="18241" y="10280"/>
                  </a:lnTo>
                  <a:lnTo>
                    <a:pt x="21684" y="10732"/>
                  </a:lnTo>
                  <a:lnTo>
                    <a:pt x="22196" y="7728"/>
                  </a:lnTo>
                  <a:lnTo>
                    <a:pt x="22143" y="5276"/>
                  </a:lnTo>
                  <a:lnTo>
                    <a:pt x="21842" y="2041"/>
                  </a:lnTo>
                  <a:lnTo>
                    <a:pt x="23665" y="0"/>
                  </a:lnTo>
                  <a:lnTo>
                    <a:pt x="25904" y="989"/>
                  </a:lnTo>
                  <a:lnTo>
                    <a:pt x="26835" y="3309"/>
                  </a:lnTo>
                  <a:lnTo>
                    <a:pt x="29369" y="7383"/>
                  </a:lnTo>
                  <a:lnTo>
                    <a:pt x="31294" y="8151"/>
                  </a:lnTo>
                  <a:lnTo>
                    <a:pt x="34845" y="8876"/>
                  </a:lnTo>
                  <a:lnTo>
                    <a:pt x="40205" y="9352"/>
                  </a:lnTo>
                  <a:lnTo>
                    <a:pt x="40615" y="11386"/>
                  </a:lnTo>
                  <a:lnTo>
                    <a:pt x="35114" y="11824"/>
                  </a:lnTo>
                  <a:lnTo>
                    <a:pt x="31358" y="11532"/>
                  </a:lnTo>
                  <a:lnTo>
                    <a:pt x="26663" y="13793"/>
                  </a:lnTo>
                  <a:lnTo>
                    <a:pt x="25536" y="15635"/>
                  </a:lnTo>
                  <a:lnTo>
                    <a:pt x="21412" y="16098"/>
                  </a:lnTo>
                  <a:lnTo>
                    <a:pt x="18006" y="16484"/>
                  </a:lnTo>
                  <a:lnTo>
                    <a:pt x="13551" y="15991"/>
                  </a:lnTo>
                  <a:lnTo>
                    <a:pt x="11490" y="16764"/>
                  </a:lnTo>
                  <a:lnTo>
                    <a:pt x="8485" y="17872"/>
                  </a:lnTo>
                  <a:lnTo>
                    <a:pt x="6790" y="19219"/>
                  </a:lnTo>
                  <a:lnTo>
                    <a:pt x="4456" y="18767"/>
                  </a:lnTo>
                  <a:lnTo>
                    <a:pt x="1096" y="19034"/>
                  </a:lnTo>
                  <a:lnTo>
                    <a:pt x="0" y="179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570248" y="5750735"/>
              <a:ext cx="17502" cy="11488"/>
            </a:xfrm>
            <a:custGeom>
              <a:avLst/>
              <a:pathLst>
                <a:path w="17502" h="11488">
                  <a:moveTo>
                    <a:pt x="1190" y="5726"/>
                  </a:moveTo>
                  <a:lnTo>
                    <a:pt x="5728" y="5774"/>
                  </a:lnTo>
                  <a:lnTo>
                    <a:pt x="10164" y="6694"/>
                  </a:lnTo>
                  <a:lnTo>
                    <a:pt x="12411" y="6117"/>
                  </a:lnTo>
                  <a:lnTo>
                    <a:pt x="13799" y="1394"/>
                  </a:lnTo>
                  <a:lnTo>
                    <a:pt x="14459" y="0"/>
                  </a:lnTo>
                  <a:lnTo>
                    <a:pt x="16417" y="904"/>
                  </a:lnTo>
                  <a:lnTo>
                    <a:pt x="17502" y="3021"/>
                  </a:lnTo>
                  <a:lnTo>
                    <a:pt x="15751" y="5836"/>
                  </a:lnTo>
                  <a:lnTo>
                    <a:pt x="14890" y="10896"/>
                  </a:lnTo>
                  <a:lnTo>
                    <a:pt x="12668" y="11321"/>
                  </a:lnTo>
                  <a:lnTo>
                    <a:pt x="10468" y="11488"/>
                  </a:lnTo>
                  <a:lnTo>
                    <a:pt x="8780" y="10226"/>
                  </a:lnTo>
                  <a:lnTo>
                    <a:pt x="5350" y="9906"/>
                  </a:lnTo>
                  <a:lnTo>
                    <a:pt x="1053" y="10015"/>
                  </a:lnTo>
                  <a:lnTo>
                    <a:pt x="0" y="73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558749" y="5745052"/>
              <a:ext cx="14776" cy="16430"/>
            </a:xfrm>
            <a:custGeom>
              <a:avLst/>
              <a:pathLst>
                <a:path w="14776" h="16430">
                  <a:moveTo>
                    <a:pt x="944" y="0"/>
                  </a:moveTo>
                  <a:lnTo>
                    <a:pt x="3632" y="156"/>
                  </a:lnTo>
                  <a:lnTo>
                    <a:pt x="6974" y="1378"/>
                  </a:lnTo>
                  <a:lnTo>
                    <a:pt x="8106" y="4838"/>
                  </a:lnTo>
                  <a:lnTo>
                    <a:pt x="11252" y="5975"/>
                  </a:lnTo>
                  <a:lnTo>
                    <a:pt x="14776" y="6642"/>
                  </a:lnTo>
                  <a:lnTo>
                    <a:pt x="13590" y="8857"/>
                  </a:lnTo>
                  <a:lnTo>
                    <a:pt x="10809" y="9424"/>
                  </a:lnTo>
                  <a:lnTo>
                    <a:pt x="8625" y="11699"/>
                  </a:lnTo>
                  <a:lnTo>
                    <a:pt x="7413" y="12912"/>
                  </a:lnTo>
                  <a:lnTo>
                    <a:pt x="5843" y="16430"/>
                  </a:lnTo>
                  <a:lnTo>
                    <a:pt x="2724" y="13867"/>
                  </a:lnTo>
                  <a:lnTo>
                    <a:pt x="1285" y="11117"/>
                  </a:lnTo>
                  <a:lnTo>
                    <a:pt x="3013" y="10345"/>
                  </a:lnTo>
                  <a:lnTo>
                    <a:pt x="4877" y="10391"/>
                  </a:lnTo>
                  <a:lnTo>
                    <a:pt x="4997" y="7242"/>
                  </a:lnTo>
                  <a:lnTo>
                    <a:pt x="2965" y="5337"/>
                  </a:lnTo>
                  <a:lnTo>
                    <a:pt x="0" y="16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540345" y="5754312"/>
              <a:ext cx="8545" cy="3596"/>
            </a:xfrm>
            <a:custGeom>
              <a:avLst/>
              <a:pathLst>
                <a:path w="8545" h="3596">
                  <a:moveTo>
                    <a:pt x="0" y="913"/>
                  </a:moveTo>
                  <a:lnTo>
                    <a:pt x="5564" y="0"/>
                  </a:lnTo>
                  <a:lnTo>
                    <a:pt x="8545" y="1715"/>
                  </a:lnTo>
                  <a:lnTo>
                    <a:pt x="7400" y="3596"/>
                  </a:lnTo>
                  <a:lnTo>
                    <a:pt x="3579" y="3424"/>
                  </a:lnTo>
                  <a:lnTo>
                    <a:pt x="1379" y="24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541726" y="5742972"/>
              <a:ext cx="3988" cy="4903"/>
            </a:xfrm>
            <a:custGeom>
              <a:avLst/>
              <a:pathLst>
                <a:path w="3988" h="4903">
                  <a:moveTo>
                    <a:pt x="901" y="0"/>
                  </a:moveTo>
                  <a:lnTo>
                    <a:pt x="3361" y="133"/>
                  </a:lnTo>
                  <a:lnTo>
                    <a:pt x="3988" y="3616"/>
                  </a:lnTo>
                  <a:lnTo>
                    <a:pt x="2273" y="4903"/>
                  </a:lnTo>
                  <a:lnTo>
                    <a:pt x="0" y="25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531224" y="5761579"/>
              <a:ext cx="6968" cy="7935"/>
            </a:xfrm>
            <a:custGeom>
              <a:avLst/>
              <a:pathLst>
                <a:path w="6968" h="7935">
                  <a:moveTo>
                    <a:pt x="0" y="4821"/>
                  </a:moveTo>
                  <a:lnTo>
                    <a:pt x="5378" y="0"/>
                  </a:lnTo>
                  <a:lnTo>
                    <a:pt x="6839" y="1970"/>
                  </a:lnTo>
                  <a:lnTo>
                    <a:pt x="6968" y="4101"/>
                  </a:lnTo>
                  <a:lnTo>
                    <a:pt x="2300" y="6937"/>
                  </a:lnTo>
                  <a:lnTo>
                    <a:pt x="731" y="793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471195" y="5706980"/>
              <a:ext cx="3013" cy="3924"/>
            </a:xfrm>
            <a:custGeom>
              <a:avLst/>
              <a:pathLst>
                <a:path w="3013" h="3924">
                  <a:moveTo>
                    <a:pt x="682" y="0"/>
                  </a:moveTo>
                  <a:lnTo>
                    <a:pt x="2189" y="277"/>
                  </a:lnTo>
                  <a:lnTo>
                    <a:pt x="3013" y="2078"/>
                  </a:lnTo>
                  <a:lnTo>
                    <a:pt x="2627" y="3924"/>
                  </a:lnTo>
                  <a:lnTo>
                    <a:pt x="597" y="3834"/>
                  </a:lnTo>
                  <a:lnTo>
                    <a:pt x="0" y="15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448527" y="5698062"/>
              <a:ext cx="13826" cy="12018"/>
            </a:xfrm>
            <a:custGeom>
              <a:avLst/>
              <a:pathLst>
                <a:path w="13826" h="12018">
                  <a:moveTo>
                    <a:pt x="1216" y="6744"/>
                  </a:moveTo>
                  <a:lnTo>
                    <a:pt x="3653" y="7098"/>
                  </a:lnTo>
                  <a:lnTo>
                    <a:pt x="5334" y="6036"/>
                  </a:lnTo>
                  <a:lnTo>
                    <a:pt x="7842" y="5494"/>
                  </a:lnTo>
                  <a:lnTo>
                    <a:pt x="9887" y="3174"/>
                  </a:lnTo>
                  <a:lnTo>
                    <a:pt x="12105" y="0"/>
                  </a:lnTo>
                  <a:lnTo>
                    <a:pt x="13557" y="1280"/>
                  </a:lnTo>
                  <a:lnTo>
                    <a:pt x="13826" y="3312"/>
                  </a:lnTo>
                  <a:lnTo>
                    <a:pt x="11631" y="5593"/>
                  </a:lnTo>
                  <a:lnTo>
                    <a:pt x="10497" y="6464"/>
                  </a:lnTo>
                  <a:lnTo>
                    <a:pt x="10939" y="9173"/>
                  </a:lnTo>
                  <a:lnTo>
                    <a:pt x="10414" y="10382"/>
                  </a:lnTo>
                  <a:lnTo>
                    <a:pt x="8002" y="9422"/>
                  </a:lnTo>
                  <a:lnTo>
                    <a:pt x="5964" y="8160"/>
                  </a:lnTo>
                  <a:lnTo>
                    <a:pt x="4776" y="9114"/>
                  </a:lnTo>
                  <a:lnTo>
                    <a:pt x="3556" y="10367"/>
                  </a:lnTo>
                  <a:lnTo>
                    <a:pt x="2626" y="12018"/>
                  </a:lnTo>
                  <a:lnTo>
                    <a:pt x="1803" y="9895"/>
                  </a:lnTo>
                  <a:lnTo>
                    <a:pt x="0" y="829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380716" y="5630286"/>
              <a:ext cx="7130" cy="7158"/>
            </a:xfrm>
            <a:custGeom>
              <a:avLst/>
              <a:pathLst>
                <a:path w="7130" h="7158">
                  <a:moveTo>
                    <a:pt x="1415" y="0"/>
                  </a:moveTo>
                  <a:lnTo>
                    <a:pt x="5570" y="3825"/>
                  </a:lnTo>
                  <a:lnTo>
                    <a:pt x="7130" y="4939"/>
                  </a:lnTo>
                  <a:lnTo>
                    <a:pt x="6996" y="7158"/>
                  </a:lnTo>
                  <a:lnTo>
                    <a:pt x="2877" y="5074"/>
                  </a:lnTo>
                  <a:lnTo>
                    <a:pt x="0" y="9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365135" y="5639872"/>
              <a:ext cx="11465" cy="8558"/>
            </a:xfrm>
            <a:custGeom>
              <a:avLst/>
              <a:pathLst>
                <a:path w="11465" h="8558">
                  <a:moveTo>
                    <a:pt x="3422" y="170"/>
                  </a:moveTo>
                  <a:lnTo>
                    <a:pt x="6174" y="1090"/>
                  </a:lnTo>
                  <a:lnTo>
                    <a:pt x="8590" y="0"/>
                  </a:lnTo>
                  <a:lnTo>
                    <a:pt x="11465" y="2160"/>
                  </a:lnTo>
                  <a:lnTo>
                    <a:pt x="8946" y="4760"/>
                  </a:lnTo>
                  <a:lnTo>
                    <a:pt x="9473" y="7196"/>
                  </a:lnTo>
                  <a:lnTo>
                    <a:pt x="8523" y="8558"/>
                  </a:lnTo>
                  <a:lnTo>
                    <a:pt x="6828" y="7729"/>
                  </a:lnTo>
                  <a:lnTo>
                    <a:pt x="4832" y="4873"/>
                  </a:lnTo>
                  <a:lnTo>
                    <a:pt x="3233" y="5308"/>
                  </a:lnTo>
                  <a:lnTo>
                    <a:pt x="0" y="14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352291" y="5606824"/>
              <a:ext cx="20940" cy="16886"/>
            </a:xfrm>
            <a:custGeom>
              <a:avLst/>
              <a:pathLst>
                <a:path w="20940" h="16886">
                  <a:moveTo>
                    <a:pt x="542" y="110"/>
                  </a:moveTo>
                  <a:lnTo>
                    <a:pt x="5290" y="0"/>
                  </a:lnTo>
                  <a:lnTo>
                    <a:pt x="8652" y="1574"/>
                  </a:lnTo>
                  <a:lnTo>
                    <a:pt x="15726" y="6178"/>
                  </a:lnTo>
                  <a:lnTo>
                    <a:pt x="18017" y="9722"/>
                  </a:lnTo>
                  <a:lnTo>
                    <a:pt x="20940" y="15121"/>
                  </a:lnTo>
                  <a:lnTo>
                    <a:pt x="20407" y="16886"/>
                  </a:lnTo>
                  <a:lnTo>
                    <a:pt x="17274" y="15343"/>
                  </a:lnTo>
                  <a:lnTo>
                    <a:pt x="15764" y="13493"/>
                  </a:lnTo>
                  <a:lnTo>
                    <a:pt x="14229" y="15476"/>
                  </a:lnTo>
                  <a:lnTo>
                    <a:pt x="12540" y="15047"/>
                  </a:lnTo>
                  <a:lnTo>
                    <a:pt x="10055" y="13547"/>
                  </a:lnTo>
                  <a:lnTo>
                    <a:pt x="7912" y="13959"/>
                  </a:lnTo>
                  <a:lnTo>
                    <a:pt x="6165" y="11624"/>
                  </a:lnTo>
                  <a:lnTo>
                    <a:pt x="5585" y="9545"/>
                  </a:lnTo>
                  <a:lnTo>
                    <a:pt x="6083" y="7018"/>
                  </a:lnTo>
                  <a:lnTo>
                    <a:pt x="4673" y="4442"/>
                  </a:lnTo>
                  <a:lnTo>
                    <a:pt x="2899" y="3078"/>
                  </a:lnTo>
                  <a:lnTo>
                    <a:pt x="0" y="31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6011071" y="5131927"/>
              <a:ext cx="43161" cy="28980"/>
            </a:xfrm>
            <a:custGeom>
              <a:avLst/>
              <a:pathLst>
                <a:path w="43161" h="28980">
                  <a:moveTo>
                    <a:pt x="0" y="26981"/>
                  </a:moveTo>
                  <a:lnTo>
                    <a:pt x="3558" y="18755"/>
                  </a:lnTo>
                  <a:lnTo>
                    <a:pt x="9108" y="13526"/>
                  </a:lnTo>
                  <a:lnTo>
                    <a:pt x="15468" y="8897"/>
                  </a:lnTo>
                  <a:lnTo>
                    <a:pt x="16243" y="6996"/>
                  </a:lnTo>
                  <a:lnTo>
                    <a:pt x="25437" y="0"/>
                  </a:lnTo>
                  <a:lnTo>
                    <a:pt x="37134" y="2627"/>
                  </a:lnTo>
                  <a:lnTo>
                    <a:pt x="43161" y="8500"/>
                  </a:lnTo>
                  <a:lnTo>
                    <a:pt x="35917" y="13264"/>
                  </a:lnTo>
                  <a:lnTo>
                    <a:pt x="31435" y="15484"/>
                  </a:lnTo>
                  <a:lnTo>
                    <a:pt x="27859" y="14559"/>
                  </a:lnTo>
                  <a:lnTo>
                    <a:pt x="22393" y="17619"/>
                  </a:lnTo>
                  <a:lnTo>
                    <a:pt x="16670" y="21319"/>
                  </a:lnTo>
                  <a:lnTo>
                    <a:pt x="10089" y="25750"/>
                  </a:lnTo>
                  <a:lnTo>
                    <a:pt x="260" y="289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95012" y="5158536"/>
              <a:ext cx="11357" cy="9889"/>
            </a:xfrm>
            <a:custGeom>
              <a:avLst/>
              <a:pathLst>
                <a:path w="11357" h="9889">
                  <a:moveTo>
                    <a:pt x="423" y="5892"/>
                  </a:moveTo>
                  <a:lnTo>
                    <a:pt x="2340" y="2178"/>
                  </a:lnTo>
                  <a:lnTo>
                    <a:pt x="11357" y="0"/>
                  </a:lnTo>
                  <a:lnTo>
                    <a:pt x="8612" y="8155"/>
                  </a:lnTo>
                  <a:lnTo>
                    <a:pt x="0" y="98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81365" y="5159751"/>
              <a:ext cx="7771" cy="8505"/>
            </a:xfrm>
            <a:custGeom>
              <a:avLst/>
              <a:pathLst>
                <a:path w="7771" h="8505">
                  <a:moveTo>
                    <a:pt x="0" y="4785"/>
                  </a:moveTo>
                  <a:lnTo>
                    <a:pt x="2800" y="0"/>
                  </a:lnTo>
                  <a:lnTo>
                    <a:pt x="7771" y="1834"/>
                  </a:lnTo>
                  <a:lnTo>
                    <a:pt x="7444" y="6906"/>
                  </a:lnTo>
                  <a:lnTo>
                    <a:pt x="1297" y="85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85574" y="4625731"/>
              <a:ext cx="641224" cy="512699"/>
            </a:xfrm>
            <a:custGeom>
              <a:avLst/>
              <a:pathLst>
                <a:path w="641224" h="512699">
                  <a:moveTo>
                    <a:pt x="2274" y="64564"/>
                  </a:moveTo>
                  <a:lnTo>
                    <a:pt x="1273" y="60674"/>
                  </a:lnTo>
                  <a:lnTo>
                    <a:pt x="7178" y="59801"/>
                  </a:lnTo>
                  <a:lnTo>
                    <a:pt x="14153" y="58732"/>
                  </a:lnTo>
                  <a:lnTo>
                    <a:pt x="22606" y="57450"/>
                  </a:lnTo>
                  <a:lnTo>
                    <a:pt x="33731" y="55730"/>
                  </a:lnTo>
                  <a:lnTo>
                    <a:pt x="51215" y="53190"/>
                  </a:lnTo>
                  <a:lnTo>
                    <a:pt x="58350" y="52120"/>
                  </a:lnTo>
                  <a:lnTo>
                    <a:pt x="61796" y="51619"/>
                  </a:lnTo>
                  <a:lnTo>
                    <a:pt x="69051" y="50558"/>
                  </a:lnTo>
                  <a:lnTo>
                    <a:pt x="78335" y="49187"/>
                  </a:lnTo>
                  <a:lnTo>
                    <a:pt x="91336" y="47181"/>
                  </a:lnTo>
                  <a:lnTo>
                    <a:pt x="93096" y="46907"/>
                  </a:lnTo>
                  <a:lnTo>
                    <a:pt x="106302" y="44810"/>
                  </a:lnTo>
                  <a:lnTo>
                    <a:pt x="110352" y="44161"/>
                  </a:lnTo>
                  <a:lnTo>
                    <a:pt x="117607" y="42992"/>
                  </a:lnTo>
                  <a:lnTo>
                    <a:pt x="128106" y="41284"/>
                  </a:lnTo>
                  <a:lnTo>
                    <a:pt x="138762" y="39346"/>
                  </a:lnTo>
                  <a:lnTo>
                    <a:pt x="157397" y="35965"/>
                  </a:lnTo>
                  <a:lnTo>
                    <a:pt x="158115" y="35833"/>
                  </a:lnTo>
                  <a:lnTo>
                    <a:pt x="169582" y="33723"/>
                  </a:lnTo>
                  <a:lnTo>
                    <a:pt x="183449" y="31211"/>
                  </a:lnTo>
                  <a:lnTo>
                    <a:pt x="191942" y="29723"/>
                  </a:lnTo>
                  <a:lnTo>
                    <a:pt x="194073" y="29343"/>
                  </a:lnTo>
                  <a:lnTo>
                    <a:pt x="194118" y="31424"/>
                  </a:lnTo>
                  <a:lnTo>
                    <a:pt x="196294" y="34578"/>
                  </a:lnTo>
                  <a:lnTo>
                    <a:pt x="200619" y="38960"/>
                  </a:lnTo>
                  <a:lnTo>
                    <a:pt x="201309" y="42784"/>
                  </a:lnTo>
                  <a:lnTo>
                    <a:pt x="203317" y="47900"/>
                  </a:lnTo>
                  <a:lnTo>
                    <a:pt x="208172" y="52388"/>
                  </a:lnTo>
                  <a:lnTo>
                    <a:pt x="211944" y="51877"/>
                  </a:lnTo>
                  <a:lnTo>
                    <a:pt x="237296" y="48782"/>
                  </a:lnTo>
                  <a:lnTo>
                    <a:pt x="244307" y="47845"/>
                  </a:lnTo>
                  <a:lnTo>
                    <a:pt x="251427" y="46886"/>
                  </a:lnTo>
                  <a:lnTo>
                    <a:pt x="263426" y="45250"/>
                  </a:lnTo>
                  <a:lnTo>
                    <a:pt x="266513" y="44857"/>
                  </a:lnTo>
                  <a:lnTo>
                    <a:pt x="272223" y="44125"/>
                  </a:lnTo>
                  <a:lnTo>
                    <a:pt x="286178" y="42315"/>
                  </a:lnTo>
                  <a:lnTo>
                    <a:pt x="291959" y="41569"/>
                  </a:lnTo>
                  <a:lnTo>
                    <a:pt x="301839" y="40283"/>
                  </a:lnTo>
                  <a:lnTo>
                    <a:pt x="310200" y="39182"/>
                  </a:lnTo>
                  <a:lnTo>
                    <a:pt x="320854" y="37852"/>
                  </a:lnTo>
                  <a:lnTo>
                    <a:pt x="324477" y="37396"/>
                  </a:lnTo>
                  <a:lnTo>
                    <a:pt x="337412" y="35749"/>
                  </a:lnTo>
                  <a:lnTo>
                    <a:pt x="337800" y="35700"/>
                  </a:lnTo>
                  <a:lnTo>
                    <a:pt x="356814" y="33171"/>
                  </a:lnTo>
                  <a:lnTo>
                    <a:pt x="370865" y="31297"/>
                  </a:lnTo>
                  <a:lnTo>
                    <a:pt x="378760" y="30230"/>
                  </a:lnTo>
                  <a:lnTo>
                    <a:pt x="388066" y="28960"/>
                  </a:lnTo>
                  <a:lnTo>
                    <a:pt x="391117" y="28624"/>
                  </a:lnTo>
                  <a:lnTo>
                    <a:pt x="406171" y="26940"/>
                  </a:lnTo>
                  <a:lnTo>
                    <a:pt x="406041" y="30845"/>
                  </a:lnTo>
                  <a:lnTo>
                    <a:pt x="408858" y="34379"/>
                  </a:lnTo>
                  <a:lnTo>
                    <a:pt x="408932" y="38798"/>
                  </a:lnTo>
                  <a:lnTo>
                    <a:pt x="412031" y="43123"/>
                  </a:lnTo>
                  <a:lnTo>
                    <a:pt x="414831" y="42997"/>
                  </a:lnTo>
                  <a:lnTo>
                    <a:pt x="418467" y="42460"/>
                  </a:lnTo>
                  <a:lnTo>
                    <a:pt x="421585" y="41122"/>
                  </a:lnTo>
                  <a:lnTo>
                    <a:pt x="422314" y="40809"/>
                  </a:lnTo>
                  <a:lnTo>
                    <a:pt x="421709" y="37991"/>
                  </a:lnTo>
                  <a:lnTo>
                    <a:pt x="422044" y="33992"/>
                  </a:lnTo>
                  <a:lnTo>
                    <a:pt x="421470" y="26655"/>
                  </a:lnTo>
                  <a:lnTo>
                    <a:pt x="420569" y="20569"/>
                  </a:lnTo>
                  <a:lnTo>
                    <a:pt x="417239" y="16484"/>
                  </a:lnTo>
                  <a:lnTo>
                    <a:pt x="417233" y="13206"/>
                  </a:lnTo>
                  <a:lnTo>
                    <a:pt x="417000" y="8065"/>
                  </a:lnTo>
                  <a:lnTo>
                    <a:pt x="419221" y="4438"/>
                  </a:lnTo>
                  <a:lnTo>
                    <a:pt x="422386" y="77"/>
                  </a:lnTo>
                  <a:lnTo>
                    <a:pt x="425218" y="6"/>
                  </a:lnTo>
                  <a:lnTo>
                    <a:pt x="425494" y="0"/>
                  </a:lnTo>
                  <a:lnTo>
                    <a:pt x="428417" y="1871"/>
                  </a:lnTo>
                  <a:lnTo>
                    <a:pt x="432880" y="1153"/>
                  </a:lnTo>
                  <a:lnTo>
                    <a:pt x="436459" y="1822"/>
                  </a:lnTo>
                  <a:lnTo>
                    <a:pt x="439133" y="3398"/>
                  </a:lnTo>
                  <a:lnTo>
                    <a:pt x="443918" y="2803"/>
                  </a:lnTo>
                  <a:lnTo>
                    <a:pt x="446734" y="3530"/>
                  </a:lnTo>
                  <a:lnTo>
                    <a:pt x="452223" y="3579"/>
                  </a:lnTo>
                  <a:lnTo>
                    <a:pt x="454558" y="2375"/>
                  </a:lnTo>
                  <a:lnTo>
                    <a:pt x="456114" y="2071"/>
                  </a:lnTo>
                  <a:lnTo>
                    <a:pt x="460967" y="2183"/>
                  </a:lnTo>
                  <a:lnTo>
                    <a:pt x="462384" y="2913"/>
                  </a:lnTo>
                  <a:lnTo>
                    <a:pt x="462791" y="11483"/>
                  </a:lnTo>
                  <a:lnTo>
                    <a:pt x="464715" y="18048"/>
                  </a:lnTo>
                  <a:lnTo>
                    <a:pt x="465354" y="19369"/>
                  </a:lnTo>
                  <a:lnTo>
                    <a:pt x="465723" y="20130"/>
                  </a:lnTo>
                  <a:lnTo>
                    <a:pt x="467080" y="21141"/>
                  </a:lnTo>
                  <a:lnTo>
                    <a:pt x="469007" y="28021"/>
                  </a:lnTo>
                  <a:lnTo>
                    <a:pt x="470420" y="33067"/>
                  </a:lnTo>
                  <a:lnTo>
                    <a:pt x="473444" y="40167"/>
                  </a:lnTo>
                  <a:lnTo>
                    <a:pt x="485178" y="67683"/>
                  </a:lnTo>
                  <a:lnTo>
                    <a:pt x="487065" y="70124"/>
                  </a:lnTo>
                  <a:lnTo>
                    <a:pt x="488673" y="75204"/>
                  </a:lnTo>
                  <a:lnTo>
                    <a:pt x="489659" y="78321"/>
                  </a:lnTo>
                  <a:lnTo>
                    <a:pt x="494926" y="87318"/>
                  </a:lnTo>
                  <a:lnTo>
                    <a:pt x="500257" y="96414"/>
                  </a:lnTo>
                  <a:lnTo>
                    <a:pt x="506828" y="106383"/>
                  </a:lnTo>
                  <a:lnTo>
                    <a:pt x="512937" y="115636"/>
                  </a:lnTo>
                  <a:lnTo>
                    <a:pt x="518398" y="123486"/>
                  </a:lnTo>
                  <a:lnTo>
                    <a:pt x="521517" y="127963"/>
                  </a:lnTo>
                  <a:lnTo>
                    <a:pt x="527267" y="134129"/>
                  </a:lnTo>
                  <a:lnTo>
                    <a:pt x="539317" y="148253"/>
                  </a:lnTo>
                  <a:lnTo>
                    <a:pt x="545136" y="154427"/>
                  </a:lnTo>
                  <a:lnTo>
                    <a:pt x="552989" y="162741"/>
                  </a:lnTo>
                  <a:lnTo>
                    <a:pt x="559050" y="168504"/>
                  </a:lnTo>
                  <a:lnTo>
                    <a:pt x="565712" y="179304"/>
                  </a:lnTo>
                  <a:lnTo>
                    <a:pt x="561778" y="184538"/>
                  </a:lnTo>
                  <a:lnTo>
                    <a:pt x="561542" y="191221"/>
                  </a:lnTo>
                  <a:lnTo>
                    <a:pt x="563010" y="197903"/>
                  </a:lnTo>
                  <a:lnTo>
                    <a:pt x="565368" y="204471"/>
                  </a:lnTo>
                  <a:lnTo>
                    <a:pt x="570640" y="214777"/>
                  </a:lnTo>
                  <a:lnTo>
                    <a:pt x="581235" y="229123"/>
                  </a:lnTo>
                  <a:lnTo>
                    <a:pt x="588024" y="238295"/>
                  </a:lnTo>
                  <a:lnTo>
                    <a:pt x="594321" y="249539"/>
                  </a:lnTo>
                  <a:lnTo>
                    <a:pt x="596053" y="252720"/>
                  </a:lnTo>
                  <a:lnTo>
                    <a:pt x="603704" y="266768"/>
                  </a:lnTo>
                  <a:lnTo>
                    <a:pt x="609822" y="275752"/>
                  </a:lnTo>
                  <a:lnTo>
                    <a:pt x="614735" y="282957"/>
                  </a:lnTo>
                  <a:lnTo>
                    <a:pt x="616793" y="287626"/>
                  </a:lnTo>
                  <a:lnTo>
                    <a:pt x="619089" y="290576"/>
                  </a:lnTo>
                  <a:lnTo>
                    <a:pt x="623304" y="298666"/>
                  </a:lnTo>
                  <a:lnTo>
                    <a:pt x="627912" y="307504"/>
                  </a:lnTo>
                  <a:lnTo>
                    <a:pt x="630407" y="314732"/>
                  </a:lnTo>
                  <a:lnTo>
                    <a:pt x="630446" y="314983"/>
                  </a:lnTo>
                  <a:lnTo>
                    <a:pt x="631665" y="322940"/>
                  </a:lnTo>
                  <a:lnTo>
                    <a:pt x="632719" y="328365"/>
                  </a:lnTo>
                  <a:lnTo>
                    <a:pt x="633141" y="332095"/>
                  </a:lnTo>
                  <a:lnTo>
                    <a:pt x="633217" y="337400"/>
                  </a:lnTo>
                  <a:lnTo>
                    <a:pt x="633684" y="344691"/>
                  </a:lnTo>
                  <a:lnTo>
                    <a:pt x="634271" y="353941"/>
                  </a:lnTo>
                  <a:lnTo>
                    <a:pt x="634666" y="360223"/>
                  </a:lnTo>
                  <a:lnTo>
                    <a:pt x="635363" y="373933"/>
                  </a:lnTo>
                  <a:lnTo>
                    <a:pt x="635390" y="374472"/>
                  </a:lnTo>
                  <a:lnTo>
                    <a:pt x="636739" y="384103"/>
                  </a:lnTo>
                  <a:lnTo>
                    <a:pt x="637456" y="389231"/>
                  </a:lnTo>
                  <a:lnTo>
                    <a:pt x="639607" y="397400"/>
                  </a:lnTo>
                  <a:lnTo>
                    <a:pt x="639409" y="402378"/>
                  </a:lnTo>
                  <a:lnTo>
                    <a:pt x="639259" y="403888"/>
                  </a:lnTo>
                  <a:lnTo>
                    <a:pt x="638524" y="411226"/>
                  </a:lnTo>
                  <a:lnTo>
                    <a:pt x="636519" y="409949"/>
                  </a:lnTo>
                  <a:lnTo>
                    <a:pt x="631737" y="406836"/>
                  </a:lnTo>
                  <a:lnTo>
                    <a:pt x="630047" y="413809"/>
                  </a:lnTo>
                  <a:lnTo>
                    <a:pt x="627991" y="418283"/>
                  </a:lnTo>
                  <a:lnTo>
                    <a:pt x="628176" y="424822"/>
                  </a:lnTo>
                  <a:lnTo>
                    <a:pt x="628118" y="425416"/>
                  </a:lnTo>
                  <a:lnTo>
                    <a:pt x="627519" y="431497"/>
                  </a:lnTo>
                  <a:lnTo>
                    <a:pt x="630765" y="437493"/>
                  </a:lnTo>
                  <a:lnTo>
                    <a:pt x="636130" y="433401"/>
                  </a:lnTo>
                  <a:lnTo>
                    <a:pt x="639150" y="423902"/>
                  </a:lnTo>
                  <a:lnTo>
                    <a:pt x="641224" y="429546"/>
                  </a:lnTo>
                  <a:lnTo>
                    <a:pt x="637796" y="440107"/>
                  </a:lnTo>
                  <a:lnTo>
                    <a:pt x="637318" y="441574"/>
                  </a:lnTo>
                  <a:lnTo>
                    <a:pt x="630689" y="458493"/>
                  </a:lnTo>
                  <a:lnTo>
                    <a:pt x="622236" y="474056"/>
                  </a:lnTo>
                  <a:lnTo>
                    <a:pt x="612188" y="488117"/>
                  </a:lnTo>
                  <a:lnTo>
                    <a:pt x="589884" y="507074"/>
                  </a:lnTo>
                  <a:lnTo>
                    <a:pt x="579696" y="512699"/>
                  </a:lnTo>
                  <a:lnTo>
                    <a:pt x="575541" y="509978"/>
                  </a:lnTo>
                  <a:lnTo>
                    <a:pt x="583237" y="502805"/>
                  </a:lnTo>
                  <a:lnTo>
                    <a:pt x="597053" y="492759"/>
                  </a:lnTo>
                  <a:lnTo>
                    <a:pt x="613215" y="475408"/>
                  </a:lnTo>
                  <a:lnTo>
                    <a:pt x="619230" y="466214"/>
                  </a:lnTo>
                  <a:lnTo>
                    <a:pt x="619549" y="460714"/>
                  </a:lnTo>
                  <a:lnTo>
                    <a:pt x="619290" y="456948"/>
                  </a:lnTo>
                  <a:lnTo>
                    <a:pt x="615530" y="457215"/>
                  </a:lnTo>
                  <a:lnTo>
                    <a:pt x="607368" y="460582"/>
                  </a:lnTo>
                  <a:lnTo>
                    <a:pt x="603238" y="464747"/>
                  </a:lnTo>
                  <a:lnTo>
                    <a:pt x="600419" y="465827"/>
                  </a:lnTo>
                  <a:lnTo>
                    <a:pt x="594819" y="463654"/>
                  </a:lnTo>
                  <a:lnTo>
                    <a:pt x="591357" y="465177"/>
                  </a:lnTo>
                  <a:lnTo>
                    <a:pt x="590056" y="465748"/>
                  </a:lnTo>
                  <a:lnTo>
                    <a:pt x="587393" y="469261"/>
                  </a:lnTo>
                  <a:lnTo>
                    <a:pt x="580319" y="472227"/>
                  </a:lnTo>
                  <a:lnTo>
                    <a:pt x="574932" y="473993"/>
                  </a:lnTo>
                  <a:lnTo>
                    <a:pt x="569112" y="469584"/>
                  </a:lnTo>
                  <a:lnTo>
                    <a:pt x="565951" y="464710"/>
                  </a:lnTo>
                  <a:lnTo>
                    <a:pt x="566446" y="456908"/>
                  </a:lnTo>
                  <a:lnTo>
                    <a:pt x="565444" y="450507"/>
                  </a:lnTo>
                  <a:lnTo>
                    <a:pt x="559221" y="443245"/>
                  </a:lnTo>
                  <a:lnTo>
                    <a:pt x="555317" y="435767"/>
                  </a:lnTo>
                  <a:lnTo>
                    <a:pt x="550378" y="430243"/>
                  </a:lnTo>
                  <a:lnTo>
                    <a:pt x="544802" y="428797"/>
                  </a:lnTo>
                  <a:lnTo>
                    <a:pt x="541562" y="423015"/>
                  </a:lnTo>
                  <a:lnTo>
                    <a:pt x="536630" y="421725"/>
                  </a:lnTo>
                  <a:lnTo>
                    <a:pt x="534107" y="421064"/>
                  </a:lnTo>
                  <a:lnTo>
                    <a:pt x="521922" y="416854"/>
                  </a:lnTo>
                  <a:lnTo>
                    <a:pt x="520183" y="418679"/>
                  </a:lnTo>
                  <a:lnTo>
                    <a:pt x="517972" y="420996"/>
                  </a:lnTo>
                  <a:lnTo>
                    <a:pt x="513011" y="417577"/>
                  </a:lnTo>
                  <a:lnTo>
                    <a:pt x="511200" y="413934"/>
                  </a:lnTo>
                  <a:lnTo>
                    <a:pt x="509305" y="410121"/>
                  </a:lnTo>
                  <a:lnTo>
                    <a:pt x="503122" y="397992"/>
                  </a:lnTo>
                  <a:lnTo>
                    <a:pt x="497813" y="383587"/>
                  </a:lnTo>
                  <a:lnTo>
                    <a:pt x="497625" y="383391"/>
                  </a:lnTo>
                  <a:lnTo>
                    <a:pt x="490125" y="375565"/>
                  </a:lnTo>
                  <a:lnTo>
                    <a:pt x="487349" y="374758"/>
                  </a:lnTo>
                  <a:lnTo>
                    <a:pt x="482928" y="375710"/>
                  </a:lnTo>
                  <a:lnTo>
                    <a:pt x="478639" y="379258"/>
                  </a:lnTo>
                  <a:lnTo>
                    <a:pt x="474444" y="378872"/>
                  </a:lnTo>
                  <a:lnTo>
                    <a:pt x="469696" y="376321"/>
                  </a:lnTo>
                  <a:lnTo>
                    <a:pt x="462919" y="366682"/>
                  </a:lnTo>
                  <a:lnTo>
                    <a:pt x="460066" y="358657"/>
                  </a:lnTo>
                  <a:lnTo>
                    <a:pt x="459207" y="353675"/>
                  </a:lnTo>
                  <a:lnTo>
                    <a:pt x="457521" y="351150"/>
                  </a:lnTo>
                  <a:lnTo>
                    <a:pt x="453936" y="345779"/>
                  </a:lnTo>
                  <a:lnTo>
                    <a:pt x="448457" y="339148"/>
                  </a:lnTo>
                  <a:lnTo>
                    <a:pt x="440141" y="329062"/>
                  </a:lnTo>
                  <a:lnTo>
                    <a:pt x="430969" y="315456"/>
                  </a:lnTo>
                  <a:lnTo>
                    <a:pt x="424195" y="308474"/>
                  </a:lnTo>
                  <a:lnTo>
                    <a:pt x="420734" y="305557"/>
                  </a:lnTo>
                  <a:lnTo>
                    <a:pt x="416719" y="302167"/>
                  </a:lnTo>
                  <a:lnTo>
                    <a:pt x="411473" y="294922"/>
                  </a:lnTo>
                  <a:lnTo>
                    <a:pt x="413276" y="294750"/>
                  </a:lnTo>
                  <a:lnTo>
                    <a:pt x="418648" y="294180"/>
                  </a:lnTo>
                  <a:lnTo>
                    <a:pt x="422664" y="286916"/>
                  </a:lnTo>
                  <a:lnTo>
                    <a:pt x="424383" y="282193"/>
                  </a:lnTo>
                  <a:lnTo>
                    <a:pt x="424824" y="280980"/>
                  </a:lnTo>
                  <a:lnTo>
                    <a:pt x="426470" y="276444"/>
                  </a:lnTo>
                  <a:lnTo>
                    <a:pt x="429015" y="274383"/>
                  </a:lnTo>
                  <a:lnTo>
                    <a:pt x="431848" y="269810"/>
                  </a:lnTo>
                  <a:lnTo>
                    <a:pt x="429961" y="266483"/>
                  </a:lnTo>
                  <a:lnTo>
                    <a:pt x="426650" y="266048"/>
                  </a:lnTo>
                  <a:lnTo>
                    <a:pt x="421392" y="264832"/>
                  </a:lnTo>
                  <a:lnTo>
                    <a:pt x="420618" y="266063"/>
                  </a:lnTo>
                  <a:lnTo>
                    <a:pt x="419364" y="268056"/>
                  </a:lnTo>
                  <a:lnTo>
                    <a:pt x="417130" y="271770"/>
                  </a:lnTo>
                  <a:lnTo>
                    <a:pt x="417628" y="275843"/>
                  </a:lnTo>
                  <a:lnTo>
                    <a:pt x="415991" y="279042"/>
                  </a:lnTo>
                  <a:lnTo>
                    <a:pt x="414588" y="282487"/>
                  </a:lnTo>
                  <a:lnTo>
                    <a:pt x="413046" y="286272"/>
                  </a:lnTo>
                  <a:lnTo>
                    <a:pt x="411075" y="287760"/>
                  </a:lnTo>
                  <a:lnTo>
                    <a:pt x="409736" y="282233"/>
                  </a:lnTo>
                  <a:lnTo>
                    <a:pt x="408395" y="277832"/>
                  </a:lnTo>
                  <a:lnTo>
                    <a:pt x="404182" y="273345"/>
                  </a:lnTo>
                  <a:lnTo>
                    <a:pt x="399000" y="268838"/>
                  </a:lnTo>
                  <a:lnTo>
                    <a:pt x="398259" y="261657"/>
                  </a:lnTo>
                  <a:lnTo>
                    <a:pt x="398052" y="254358"/>
                  </a:lnTo>
                  <a:lnTo>
                    <a:pt x="395155" y="247654"/>
                  </a:lnTo>
                  <a:lnTo>
                    <a:pt x="393519" y="241812"/>
                  </a:lnTo>
                  <a:lnTo>
                    <a:pt x="393473" y="241648"/>
                  </a:lnTo>
                  <a:lnTo>
                    <a:pt x="399730" y="234176"/>
                  </a:lnTo>
                  <a:lnTo>
                    <a:pt x="401052" y="226761"/>
                  </a:lnTo>
                  <a:lnTo>
                    <a:pt x="402265" y="218095"/>
                  </a:lnTo>
                  <a:lnTo>
                    <a:pt x="402577" y="216868"/>
                  </a:lnTo>
                  <a:lnTo>
                    <a:pt x="403791" y="212092"/>
                  </a:lnTo>
                  <a:lnTo>
                    <a:pt x="403551" y="206792"/>
                  </a:lnTo>
                  <a:lnTo>
                    <a:pt x="401562" y="200321"/>
                  </a:lnTo>
                  <a:lnTo>
                    <a:pt x="400481" y="194190"/>
                  </a:lnTo>
                  <a:lnTo>
                    <a:pt x="400457" y="194055"/>
                  </a:lnTo>
                  <a:lnTo>
                    <a:pt x="396794" y="192560"/>
                  </a:lnTo>
                  <a:lnTo>
                    <a:pt x="395589" y="185772"/>
                  </a:lnTo>
                  <a:lnTo>
                    <a:pt x="393575" y="181760"/>
                  </a:lnTo>
                  <a:lnTo>
                    <a:pt x="395890" y="176376"/>
                  </a:lnTo>
                  <a:lnTo>
                    <a:pt x="392557" y="172807"/>
                  </a:lnTo>
                  <a:lnTo>
                    <a:pt x="389480" y="169227"/>
                  </a:lnTo>
                  <a:lnTo>
                    <a:pt x="389111" y="168797"/>
                  </a:lnTo>
                  <a:lnTo>
                    <a:pt x="388397" y="164725"/>
                  </a:lnTo>
                  <a:lnTo>
                    <a:pt x="382936" y="161866"/>
                  </a:lnTo>
                  <a:lnTo>
                    <a:pt x="384575" y="160152"/>
                  </a:lnTo>
                  <a:lnTo>
                    <a:pt x="381818" y="156816"/>
                  </a:lnTo>
                  <a:lnTo>
                    <a:pt x="374144" y="157430"/>
                  </a:lnTo>
                  <a:lnTo>
                    <a:pt x="368821" y="157683"/>
                  </a:lnTo>
                  <a:lnTo>
                    <a:pt x="368064" y="162503"/>
                  </a:lnTo>
                  <a:lnTo>
                    <a:pt x="365204" y="162588"/>
                  </a:lnTo>
                  <a:lnTo>
                    <a:pt x="362320" y="157306"/>
                  </a:lnTo>
                  <a:lnTo>
                    <a:pt x="361911" y="152867"/>
                  </a:lnTo>
                  <a:lnTo>
                    <a:pt x="359151" y="151563"/>
                  </a:lnTo>
                  <a:lnTo>
                    <a:pt x="354500" y="150705"/>
                  </a:lnTo>
                  <a:lnTo>
                    <a:pt x="354178" y="150646"/>
                  </a:lnTo>
                  <a:lnTo>
                    <a:pt x="352958" y="146075"/>
                  </a:lnTo>
                  <a:lnTo>
                    <a:pt x="350228" y="142209"/>
                  </a:lnTo>
                  <a:lnTo>
                    <a:pt x="346821" y="139448"/>
                  </a:lnTo>
                  <a:lnTo>
                    <a:pt x="342683" y="139841"/>
                  </a:lnTo>
                  <a:lnTo>
                    <a:pt x="341263" y="137380"/>
                  </a:lnTo>
                  <a:lnTo>
                    <a:pt x="333464" y="134086"/>
                  </a:lnTo>
                  <a:lnTo>
                    <a:pt x="332181" y="127936"/>
                  </a:lnTo>
                  <a:lnTo>
                    <a:pt x="330505" y="122010"/>
                  </a:lnTo>
                  <a:lnTo>
                    <a:pt x="330401" y="121645"/>
                  </a:lnTo>
                  <a:lnTo>
                    <a:pt x="324851" y="120245"/>
                  </a:lnTo>
                  <a:lnTo>
                    <a:pt x="320458" y="118926"/>
                  </a:lnTo>
                  <a:lnTo>
                    <a:pt x="316160" y="114069"/>
                  </a:lnTo>
                  <a:lnTo>
                    <a:pt x="312046" y="108702"/>
                  </a:lnTo>
                  <a:lnTo>
                    <a:pt x="307135" y="104191"/>
                  </a:lnTo>
                  <a:lnTo>
                    <a:pt x="298140" y="100737"/>
                  </a:lnTo>
                  <a:lnTo>
                    <a:pt x="286619" y="97431"/>
                  </a:lnTo>
                  <a:lnTo>
                    <a:pt x="281390" y="93976"/>
                  </a:lnTo>
                  <a:lnTo>
                    <a:pt x="280667" y="93498"/>
                  </a:lnTo>
                  <a:lnTo>
                    <a:pt x="275948" y="93927"/>
                  </a:lnTo>
                  <a:lnTo>
                    <a:pt x="274999" y="94307"/>
                  </a:lnTo>
                  <a:lnTo>
                    <a:pt x="271475" y="95717"/>
                  </a:lnTo>
                  <a:lnTo>
                    <a:pt x="267659" y="97968"/>
                  </a:lnTo>
                  <a:lnTo>
                    <a:pt x="265347" y="97373"/>
                  </a:lnTo>
                  <a:lnTo>
                    <a:pt x="259615" y="100873"/>
                  </a:lnTo>
                  <a:lnTo>
                    <a:pt x="254556" y="106094"/>
                  </a:lnTo>
                  <a:lnTo>
                    <a:pt x="256624" y="109152"/>
                  </a:lnTo>
                  <a:lnTo>
                    <a:pt x="257024" y="109745"/>
                  </a:lnTo>
                  <a:lnTo>
                    <a:pt x="258116" y="112946"/>
                  </a:lnTo>
                  <a:lnTo>
                    <a:pt x="257329" y="115468"/>
                  </a:lnTo>
                  <a:lnTo>
                    <a:pt x="251648" y="115963"/>
                  </a:lnTo>
                  <a:lnTo>
                    <a:pt x="247881" y="114749"/>
                  </a:lnTo>
                  <a:lnTo>
                    <a:pt x="243164" y="116882"/>
                  </a:lnTo>
                  <a:lnTo>
                    <a:pt x="240344" y="119360"/>
                  </a:lnTo>
                  <a:lnTo>
                    <a:pt x="242301" y="125862"/>
                  </a:lnTo>
                  <a:lnTo>
                    <a:pt x="239692" y="128467"/>
                  </a:lnTo>
                  <a:lnTo>
                    <a:pt x="233344" y="131639"/>
                  </a:lnTo>
                  <a:lnTo>
                    <a:pt x="227933" y="138860"/>
                  </a:lnTo>
                  <a:lnTo>
                    <a:pt x="220905" y="143323"/>
                  </a:lnTo>
                  <a:lnTo>
                    <a:pt x="209121" y="151463"/>
                  </a:lnTo>
                  <a:lnTo>
                    <a:pt x="199967" y="148132"/>
                  </a:lnTo>
                  <a:lnTo>
                    <a:pt x="194942" y="146926"/>
                  </a:lnTo>
                  <a:lnTo>
                    <a:pt x="191778" y="146164"/>
                  </a:lnTo>
                  <a:lnTo>
                    <a:pt x="185057" y="149216"/>
                  </a:lnTo>
                  <a:lnTo>
                    <a:pt x="180047" y="141351"/>
                  </a:lnTo>
                  <a:lnTo>
                    <a:pt x="177972" y="134317"/>
                  </a:lnTo>
                  <a:lnTo>
                    <a:pt x="179384" y="127173"/>
                  </a:lnTo>
                  <a:lnTo>
                    <a:pt x="179012" y="126963"/>
                  </a:lnTo>
                  <a:lnTo>
                    <a:pt x="175929" y="125214"/>
                  </a:lnTo>
                  <a:lnTo>
                    <a:pt x="171150" y="125029"/>
                  </a:lnTo>
                  <a:lnTo>
                    <a:pt x="164031" y="120489"/>
                  </a:lnTo>
                  <a:lnTo>
                    <a:pt x="161466" y="118288"/>
                  </a:lnTo>
                  <a:lnTo>
                    <a:pt x="153799" y="116005"/>
                  </a:lnTo>
                  <a:lnTo>
                    <a:pt x="144230" y="110430"/>
                  </a:lnTo>
                  <a:lnTo>
                    <a:pt x="129301" y="104926"/>
                  </a:lnTo>
                  <a:lnTo>
                    <a:pt x="128979" y="104807"/>
                  </a:lnTo>
                  <a:lnTo>
                    <a:pt x="121847" y="103087"/>
                  </a:lnTo>
                  <a:lnTo>
                    <a:pt x="114805" y="101846"/>
                  </a:lnTo>
                  <a:lnTo>
                    <a:pt x="111446" y="101252"/>
                  </a:lnTo>
                  <a:lnTo>
                    <a:pt x="97964" y="100430"/>
                  </a:lnTo>
                  <a:lnTo>
                    <a:pt x="96831" y="100360"/>
                  </a:lnTo>
                  <a:lnTo>
                    <a:pt x="80114" y="101596"/>
                  </a:lnTo>
                  <a:lnTo>
                    <a:pt x="67774" y="104547"/>
                  </a:lnTo>
                  <a:lnTo>
                    <a:pt x="63990" y="105447"/>
                  </a:lnTo>
                  <a:lnTo>
                    <a:pt x="59012" y="107258"/>
                  </a:lnTo>
                  <a:lnTo>
                    <a:pt x="41743" y="113505"/>
                  </a:lnTo>
                  <a:lnTo>
                    <a:pt x="36321" y="115021"/>
                  </a:lnTo>
                  <a:lnTo>
                    <a:pt x="33444" y="115823"/>
                  </a:lnTo>
                  <a:lnTo>
                    <a:pt x="29540" y="116198"/>
                  </a:lnTo>
                  <a:lnTo>
                    <a:pt x="22235" y="119093"/>
                  </a:lnTo>
                  <a:lnTo>
                    <a:pt x="15022" y="121614"/>
                  </a:lnTo>
                  <a:lnTo>
                    <a:pt x="19293" y="115402"/>
                  </a:lnTo>
                  <a:lnTo>
                    <a:pt x="20191" y="110083"/>
                  </a:lnTo>
                  <a:lnTo>
                    <a:pt x="24713" y="106480"/>
                  </a:lnTo>
                  <a:lnTo>
                    <a:pt x="20885" y="105232"/>
                  </a:lnTo>
                  <a:lnTo>
                    <a:pt x="18090" y="101236"/>
                  </a:lnTo>
                  <a:lnTo>
                    <a:pt x="18619" y="97403"/>
                  </a:lnTo>
                  <a:lnTo>
                    <a:pt x="20294" y="92404"/>
                  </a:lnTo>
                  <a:lnTo>
                    <a:pt x="19792" y="87839"/>
                  </a:lnTo>
                  <a:lnTo>
                    <a:pt x="16259" y="85246"/>
                  </a:lnTo>
                  <a:lnTo>
                    <a:pt x="9687" y="82203"/>
                  </a:lnTo>
                  <a:lnTo>
                    <a:pt x="7978" y="79889"/>
                  </a:lnTo>
                  <a:lnTo>
                    <a:pt x="0" y="724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45267" y="4127966"/>
              <a:ext cx="385571" cy="393148"/>
            </a:xfrm>
            <a:custGeom>
              <a:avLst/>
              <a:pathLst>
                <a:path w="385571" h="393148">
                  <a:moveTo>
                    <a:pt x="0" y="34424"/>
                  </a:moveTo>
                  <a:lnTo>
                    <a:pt x="9244" y="32909"/>
                  </a:lnTo>
                  <a:lnTo>
                    <a:pt x="15557" y="31866"/>
                  </a:lnTo>
                  <a:lnTo>
                    <a:pt x="17036" y="31572"/>
                  </a:lnTo>
                  <a:lnTo>
                    <a:pt x="23104" y="30361"/>
                  </a:lnTo>
                  <a:lnTo>
                    <a:pt x="23984" y="30196"/>
                  </a:lnTo>
                  <a:lnTo>
                    <a:pt x="39457" y="27278"/>
                  </a:lnTo>
                  <a:lnTo>
                    <a:pt x="44055" y="26421"/>
                  </a:lnTo>
                  <a:lnTo>
                    <a:pt x="44258" y="26383"/>
                  </a:lnTo>
                  <a:lnTo>
                    <a:pt x="52397" y="24858"/>
                  </a:lnTo>
                  <a:lnTo>
                    <a:pt x="55976" y="24198"/>
                  </a:lnTo>
                  <a:lnTo>
                    <a:pt x="58414" y="23747"/>
                  </a:lnTo>
                  <a:lnTo>
                    <a:pt x="61821" y="23115"/>
                  </a:lnTo>
                  <a:lnTo>
                    <a:pt x="69275" y="21714"/>
                  </a:lnTo>
                  <a:lnTo>
                    <a:pt x="77191" y="20271"/>
                  </a:lnTo>
                  <a:lnTo>
                    <a:pt x="90353" y="17770"/>
                  </a:lnTo>
                  <a:lnTo>
                    <a:pt x="103888" y="15241"/>
                  </a:lnTo>
                  <a:lnTo>
                    <a:pt x="112614" y="13594"/>
                  </a:lnTo>
                  <a:lnTo>
                    <a:pt x="117458" y="12673"/>
                  </a:lnTo>
                  <a:lnTo>
                    <a:pt x="139692" y="8407"/>
                  </a:lnTo>
                  <a:lnTo>
                    <a:pt x="144627" y="7233"/>
                  </a:lnTo>
                  <a:lnTo>
                    <a:pt x="149248" y="6130"/>
                  </a:lnTo>
                  <a:lnTo>
                    <a:pt x="160400" y="3452"/>
                  </a:lnTo>
                  <a:lnTo>
                    <a:pt x="175336" y="0"/>
                  </a:lnTo>
                  <a:lnTo>
                    <a:pt x="174945" y="4131"/>
                  </a:lnTo>
                  <a:lnTo>
                    <a:pt x="174282" y="6971"/>
                  </a:lnTo>
                  <a:lnTo>
                    <a:pt x="170662" y="11297"/>
                  </a:lnTo>
                  <a:lnTo>
                    <a:pt x="167539" y="14708"/>
                  </a:lnTo>
                  <a:lnTo>
                    <a:pt x="165748" y="17783"/>
                  </a:lnTo>
                  <a:lnTo>
                    <a:pt x="163519" y="21203"/>
                  </a:lnTo>
                  <a:lnTo>
                    <a:pt x="164253" y="23738"/>
                  </a:lnTo>
                  <a:lnTo>
                    <a:pt x="162397" y="26871"/>
                  </a:lnTo>
                  <a:lnTo>
                    <a:pt x="162832" y="27821"/>
                  </a:lnTo>
                  <a:lnTo>
                    <a:pt x="163980" y="30325"/>
                  </a:lnTo>
                  <a:lnTo>
                    <a:pt x="164141" y="30678"/>
                  </a:lnTo>
                  <a:lnTo>
                    <a:pt x="168993" y="33014"/>
                  </a:lnTo>
                  <a:lnTo>
                    <a:pt x="173518" y="35212"/>
                  </a:lnTo>
                  <a:lnTo>
                    <a:pt x="178565" y="36129"/>
                  </a:lnTo>
                  <a:lnTo>
                    <a:pt x="183001" y="39754"/>
                  </a:lnTo>
                  <a:lnTo>
                    <a:pt x="183518" y="40176"/>
                  </a:lnTo>
                  <a:lnTo>
                    <a:pt x="187352" y="42647"/>
                  </a:lnTo>
                  <a:lnTo>
                    <a:pt x="187541" y="42768"/>
                  </a:lnTo>
                  <a:lnTo>
                    <a:pt x="191619" y="43787"/>
                  </a:lnTo>
                  <a:lnTo>
                    <a:pt x="191872" y="43691"/>
                  </a:lnTo>
                  <a:lnTo>
                    <a:pt x="196361" y="41982"/>
                  </a:lnTo>
                  <a:lnTo>
                    <a:pt x="200186" y="42113"/>
                  </a:lnTo>
                  <a:lnTo>
                    <a:pt x="203566" y="47816"/>
                  </a:lnTo>
                  <a:lnTo>
                    <a:pt x="205525" y="51060"/>
                  </a:lnTo>
                  <a:lnTo>
                    <a:pt x="209555" y="55772"/>
                  </a:lnTo>
                  <a:lnTo>
                    <a:pt x="210088" y="56405"/>
                  </a:lnTo>
                  <a:lnTo>
                    <a:pt x="212874" y="59709"/>
                  </a:lnTo>
                  <a:lnTo>
                    <a:pt x="213977" y="62104"/>
                  </a:lnTo>
                  <a:lnTo>
                    <a:pt x="216503" y="67584"/>
                  </a:lnTo>
                  <a:lnTo>
                    <a:pt x="222705" y="72257"/>
                  </a:lnTo>
                  <a:lnTo>
                    <a:pt x="227170" y="77374"/>
                  </a:lnTo>
                  <a:lnTo>
                    <a:pt x="227466" y="77714"/>
                  </a:lnTo>
                  <a:lnTo>
                    <a:pt x="230350" y="81792"/>
                  </a:lnTo>
                  <a:lnTo>
                    <a:pt x="230966" y="82663"/>
                  </a:lnTo>
                  <a:lnTo>
                    <a:pt x="234212" y="82729"/>
                  </a:lnTo>
                  <a:lnTo>
                    <a:pt x="241137" y="87511"/>
                  </a:lnTo>
                  <a:lnTo>
                    <a:pt x="249465" y="89944"/>
                  </a:lnTo>
                  <a:lnTo>
                    <a:pt x="256971" y="96308"/>
                  </a:lnTo>
                  <a:lnTo>
                    <a:pt x="259316" y="99658"/>
                  </a:lnTo>
                  <a:lnTo>
                    <a:pt x="260956" y="102000"/>
                  </a:lnTo>
                  <a:lnTo>
                    <a:pt x="264410" y="105455"/>
                  </a:lnTo>
                  <a:lnTo>
                    <a:pt x="267980" y="105827"/>
                  </a:lnTo>
                  <a:lnTo>
                    <a:pt x="268615" y="105893"/>
                  </a:lnTo>
                  <a:lnTo>
                    <a:pt x="274992" y="109048"/>
                  </a:lnTo>
                  <a:lnTo>
                    <a:pt x="276081" y="110229"/>
                  </a:lnTo>
                  <a:lnTo>
                    <a:pt x="278477" y="112825"/>
                  </a:lnTo>
                  <a:lnTo>
                    <a:pt x="283591" y="114513"/>
                  </a:lnTo>
                  <a:lnTo>
                    <a:pt x="284890" y="118895"/>
                  </a:lnTo>
                  <a:lnTo>
                    <a:pt x="285093" y="124858"/>
                  </a:lnTo>
                  <a:lnTo>
                    <a:pt x="291923" y="126920"/>
                  </a:lnTo>
                  <a:lnTo>
                    <a:pt x="292827" y="131781"/>
                  </a:lnTo>
                  <a:lnTo>
                    <a:pt x="292915" y="132254"/>
                  </a:lnTo>
                  <a:lnTo>
                    <a:pt x="299469" y="134227"/>
                  </a:lnTo>
                  <a:lnTo>
                    <a:pt x="299648" y="134759"/>
                  </a:lnTo>
                  <a:lnTo>
                    <a:pt x="300929" y="138565"/>
                  </a:lnTo>
                  <a:lnTo>
                    <a:pt x="308641" y="141198"/>
                  </a:lnTo>
                  <a:lnTo>
                    <a:pt x="311906" y="141713"/>
                  </a:lnTo>
                  <a:lnTo>
                    <a:pt x="313006" y="141886"/>
                  </a:lnTo>
                  <a:lnTo>
                    <a:pt x="317801" y="144427"/>
                  </a:lnTo>
                  <a:lnTo>
                    <a:pt x="321288" y="146273"/>
                  </a:lnTo>
                  <a:lnTo>
                    <a:pt x="322655" y="152356"/>
                  </a:lnTo>
                  <a:lnTo>
                    <a:pt x="325962" y="155727"/>
                  </a:lnTo>
                  <a:lnTo>
                    <a:pt x="330187" y="160743"/>
                  </a:lnTo>
                  <a:lnTo>
                    <a:pt x="332177" y="168078"/>
                  </a:lnTo>
                  <a:lnTo>
                    <a:pt x="332295" y="168515"/>
                  </a:lnTo>
                  <a:lnTo>
                    <a:pt x="335076" y="175551"/>
                  </a:lnTo>
                  <a:lnTo>
                    <a:pt x="335638" y="179710"/>
                  </a:lnTo>
                  <a:lnTo>
                    <a:pt x="336482" y="180114"/>
                  </a:lnTo>
                  <a:lnTo>
                    <a:pt x="341292" y="182414"/>
                  </a:lnTo>
                  <a:lnTo>
                    <a:pt x="344729" y="182907"/>
                  </a:lnTo>
                  <a:lnTo>
                    <a:pt x="345448" y="183009"/>
                  </a:lnTo>
                  <a:lnTo>
                    <a:pt x="352536" y="188489"/>
                  </a:lnTo>
                  <a:lnTo>
                    <a:pt x="353428" y="193084"/>
                  </a:lnTo>
                  <a:lnTo>
                    <a:pt x="355420" y="195014"/>
                  </a:lnTo>
                  <a:lnTo>
                    <a:pt x="359175" y="198649"/>
                  </a:lnTo>
                  <a:lnTo>
                    <a:pt x="360519" y="203580"/>
                  </a:lnTo>
                  <a:lnTo>
                    <a:pt x="359329" y="207304"/>
                  </a:lnTo>
                  <a:lnTo>
                    <a:pt x="359933" y="208108"/>
                  </a:lnTo>
                  <a:lnTo>
                    <a:pt x="362810" y="211934"/>
                  </a:lnTo>
                  <a:lnTo>
                    <a:pt x="364319" y="217313"/>
                  </a:lnTo>
                  <a:lnTo>
                    <a:pt x="370225" y="218546"/>
                  </a:lnTo>
                  <a:lnTo>
                    <a:pt x="372221" y="216599"/>
                  </a:lnTo>
                  <a:lnTo>
                    <a:pt x="377542" y="219265"/>
                  </a:lnTo>
                  <a:lnTo>
                    <a:pt x="382105" y="220300"/>
                  </a:lnTo>
                  <a:lnTo>
                    <a:pt x="385344" y="220487"/>
                  </a:lnTo>
                  <a:lnTo>
                    <a:pt x="385571" y="223653"/>
                  </a:lnTo>
                  <a:lnTo>
                    <a:pt x="381785" y="228504"/>
                  </a:lnTo>
                  <a:lnTo>
                    <a:pt x="380123" y="231639"/>
                  </a:lnTo>
                  <a:lnTo>
                    <a:pt x="376801" y="237428"/>
                  </a:lnTo>
                  <a:lnTo>
                    <a:pt x="374890" y="241801"/>
                  </a:lnTo>
                  <a:lnTo>
                    <a:pt x="372837" y="246869"/>
                  </a:lnTo>
                  <a:lnTo>
                    <a:pt x="369592" y="251051"/>
                  </a:lnTo>
                  <a:lnTo>
                    <a:pt x="369455" y="252166"/>
                  </a:lnTo>
                  <a:lnTo>
                    <a:pt x="369335" y="253145"/>
                  </a:lnTo>
                  <a:lnTo>
                    <a:pt x="371037" y="259607"/>
                  </a:lnTo>
                  <a:lnTo>
                    <a:pt x="369277" y="266032"/>
                  </a:lnTo>
                  <a:lnTo>
                    <a:pt x="369420" y="267458"/>
                  </a:lnTo>
                  <a:lnTo>
                    <a:pt x="369616" y="269427"/>
                  </a:lnTo>
                  <a:lnTo>
                    <a:pt x="367874" y="274667"/>
                  </a:lnTo>
                  <a:lnTo>
                    <a:pt x="365548" y="280405"/>
                  </a:lnTo>
                  <a:lnTo>
                    <a:pt x="364912" y="285308"/>
                  </a:lnTo>
                  <a:lnTo>
                    <a:pt x="367029" y="289054"/>
                  </a:lnTo>
                  <a:lnTo>
                    <a:pt x="366932" y="289907"/>
                  </a:lnTo>
                  <a:lnTo>
                    <a:pt x="366408" y="294514"/>
                  </a:lnTo>
                  <a:lnTo>
                    <a:pt x="365416" y="298143"/>
                  </a:lnTo>
                  <a:lnTo>
                    <a:pt x="361924" y="305137"/>
                  </a:lnTo>
                  <a:lnTo>
                    <a:pt x="359628" y="306642"/>
                  </a:lnTo>
                  <a:lnTo>
                    <a:pt x="360543" y="311135"/>
                  </a:lnTo>
                  <a:lnTo>
                    <a:pt x="360045" y="316250"/>
                  </a:lnTo>
                  <a:lnTo>
                    <a:pt x="361047" y="318337"/>
                  </a:lnTo>
                  <a:lnTo>
                    <a:pt x="361555" y="319395"/>
                  </a:lnTo>
                  <a:lnTo>
                    <a:pt x="362925" y="325296"/>
                  </a:lnTo>
                  <a:lnTo>
                    <a:pt x="361760" y="333301"/>
                  </a:lnTo>
                  <a:lnTo>
                    <a:pt x="361124" y="338032"/>
                  </a:lnTo>
                  <a:lnTo>
                    <a:pt x="363264" y="342930"/>
                  </a:lnTo>
                  <a:lnTo>
                    <a:pt x="358411" y="342819"/>
                  </a:lnTo>
                  <a:lnTo>
                    <a:pt x="356855" y="343123"/>
                  </a:lnTo>
                  <a:lnTo>
                    <a:pt x="354520" y="344327"/>
                  </a:lnTo>
                  <a:lnTo>
                    <a:pt x="349031" y="344278"/>
                  </a:lnTo>
                  <a:lnTo>
                    <a:pt x="346216" y="343551"/>
                  </a:lnTo>
                  <a:lnTo>
                    <a:pt x="341431" y="344146"/>
                  </a:lnTo>
                  <a:lnTo>
                    <a:pt x="338756" y="342570"/>
                  </a:lnTo>
                  <a:lnTo>
                    <a:pt x="335177" y="341901"/>
                  </a:lnTo>
                  <a:lnTo>
                    <a:pt x="330714" y="342619"/>
                  </a:lnTo>
                  <a:lnTo>
                    <a:pt x="327791" y="340747"/>
                  </a:lnTo>
                  <a:lnTo>
                    <a:pt x="327515" y="340754"/>
                  </a:lnTo>
                  <a:lnTo>
                    <a:pt x="324683" y="340825"/>
                  </a:lnTo>
                  <a:lnTo>
                    <a:pt x="321519" y="345186"/>
                  </a:lnTo>
                  <a:lnTo>
                    <a:pt x="319297" y="348813"/>
                  </a:lnTo>
                  <a:lnTo>
                    <a:pt x="319530" y="353954"/>
                  </a:lnTo>
                  <a:lnTo>
                    <a:pt x="319536" y="357232"/>
                  </a:lnTo>
                  <a:lnTo>
                    <a:pt x="322867" y="361316"/>
                  </a:lnTo>
                  <a:lnTo>
                    <a:pt x="323768" y="367403"/>
                  </a:lnTo>
                  <a:lnTo>
                    <a:pt x="324341" y="374739"/>
                  </a:lnTo>
                  <a:lnTo>
                    <a:pt x="324006" y="378739"/>
                  </a:lnTo>
                  <a:lnTo>
                    <a:pt x="324611" y="381557"/>
                  </a:lnTo>
                  <a:lnTo>
                    <a:pt x="323883" y="381870"/>
                  </a:lnTo>
                  <a:lnTo>
                    <a:pt x="320765" y="383208"/>
                  </a:lnTo>
                  <a:lnTo>
                    <a:pt x="317128" y="383745"/>
                  </a:lnTo>
                  <a:lnTo>
                    <a:pt x="314328" y="383871"/>
                  </a:lnTo>
                  <a:lnTo>
                    <a:pt x="311229" y="379546"/>
                  </a:lnTo>
                  <a:lnTo>
                    <a:pt x="311155" y="375126"/>
                  </a:lnTo>
                  <a:lnTo>
                    <a:pt x="308339" y="371593"/>
                  </a:lnTo>
                  <a:lnTo>
                    <a:pt x="308468" y="367688"/>
                  </a:lnTo>
                  <a:lnTo>
                    <a:pt x="293414" y="369371"/>
                  </a:lnTo>
                  <a:lnTo>
                    <a:pt x="290347" y="369710"/>
                  </a:lnTo>
                  <a:lnTo>
                    <a:pt x="281057" y="370978"/>
                  </a:lnTo>
                  <a:lnTo>
                    <a:pt x="273162" y="372045"/>
                  </a:lnTo>
                  <a:lnTo>
                    <a:pt x="259111" y="373919"/>
                  </a:lnTo>
                  <a:lnTo>
                    <a:pt x="240098" y="376447"/>
                  </a:lnTo>
                  <a:lnTo>
                    <a:pt x="239709" y="376497"/>
                  </a:lnTo>
                  <a:lnTo>
                    <a:pt x="226774" y="378143"/>
                  </a:lnTo>
                  <a:lnTo>
                    <a:pt x="223152" y="378600"/>
                  </a:lnTo>
                  <a:lnTo>
                    <a:pt x="212497" y="379929"/>
                  </a:lnTo>
                  <a:lnTo>
                    <a:pt x="204136" y="381030"/>
                  </a:lnTo>
                  <a:lnTo>
                    <a:pt x="194256" y="382317"/>
                  </a:lnTo>
                  <a:lnTo>
                    <a:pt x="188475" y="383062"/>
                  </a:lnTo>
                  <a:lnTo>
                    <a:pt x="174521" y="384873"/>
                  </a:lnTo>
                  <a:lnTo>
                    <a:pt x="168810" y="385605"/>
                  </a:lnTo>
                  <a:lnTo>
                    <a:pt x="165723" y="385998"/>
                  </a:lnTo>
                  <a:lnTo>
                    <a:pt x="153725" y="387633"/>
                  </a:lnTo>
                  <a:lnTo>
                    <a:pt x="146604" y="388593"/>
                  </a:lnTo>
                  <a:lnTo>
                    <a:pt x="139593" y="389530"/>
                  </a:lnTo>
                  <a:lnTo>
                    <a:pt x="114241" y="392625"/>
                  </a:lnTo>
                  <a:lnTo>
                    <a:pt x="110377" y="393148"/>
                  </a:lnTo>
                  <a:lnTo>
                    <a:pt x="105614" y="388647"/>
                  </a:lnTo>
                  <a:lnTo>
                    <a:pt x="103606" y="383531"/>
                  </a:lnTo>
                  <a:lnTo>
                    <a:pt x="102916" y="379708"/>
                  </a:lnTo>
                  <a:lnTo>
                    <a:pt x="98591" y="375325"/>
                  </a:lnTo>
                  <a:lnTo>
                    <a:pt x="96415" y="372172"/>
                  </a:lnTo>
                  <a:lnTo>
                    <a:pt x="96370" y="370091"/>
                  </a:lnTo>
                  <a:lnTo>
                    <a:pt x="95021" y="365659"/>
                  </a:lnTo>
                  <a:lnTo>
                    <a:pt x="94015" y="363901"/>
                  </a:lnTo>
                  <a:lnTo>
                    <a:pt x="92514" y="361274"/>
                  </a:lnTo>
                  <a:lnTo>
                    <a:pt x="86178" y="355476"/>
                  </a:lnTo>
                  <a:lnTo>
                    <a:pt x="85188" y="349277"/>
                  </a:lnTo>
                  <a:lnTo>
                    <a:pt x="86072" y="345902"/>
                  </a:lnTo>
                  <a:lnTo>
                    <a:pt x="85964" y="344718"/>
                  </a:lnTo>
                  <a:lnTo>
                    <a:pt x="85860" y="343587"/>
                  </a:lnTo>
                  <a:lnTo>
                    <a:pt x="84985" y="340098"/>
                  </a:lnTo>
                  <a:lnTo>
                    <a:pt x="86040" y="333860"/>
                  </a:lnTo>
                  <a:lnTo>
                    <a:pt x="85141" y="330747"/>
                  </a:lnTo>
                  <a:lnTo>
                    <a:pt x="85937" y="326085"/>
                  </a:lnTo>
                  <a:lnTo>
                    <a:pt x="86327" y="323794"/>
                  </a:lnTo>
                  <a:lnTo>
                    <a:pt x="84800" y="321751"/>
                  </a:lnTo>
                  <a:lnTo>
                    <a:pt x="84135" y="317503"/>
                  </a:lnTo>
                  <a:lnTo>
                    <a:pt x="78203" y="311942"/>
                  </a:lnTo>
                  <a:lnTo>
                    <a:pt x="78193" y="308612"/>
                  </a:lnTo>
                  <a:lnTo>
                    <a:pt x="77316" y="306087"/>
                  </a:lnTo>
                  <a:lnTo>
                    <a:pt x="76816" y="304645"/>
                  </a:lnTo>
                  <a:lnTo>
                    <a:pt x="75112" y="299730"/>
                  </a:lnTo>
                  <a:lnTo>
                    <a:pt x="76438" y="294714"/>
                  </a:lnTo>
                  <a:lnTo>
                    <a:pt x="78844" y="287746"/>
                  </a:lnTo>
                  <a:lnTo>
                    <a:pt x="78830" y="285582"/>
                  </a:lnTo>
                  <a:lnTo>
                    <a:pt x="78788" y="279363"/>
                  </a:lnTo>
                  <a:lnTo>
                    <a:pt x="78772" y="277143"/>
                  </a:lnTo>
                  <a:lnTo>
                    <a:pt x="77272" y="273107"/>
                  </a:lnTo>
                  <a:lnTo>
                    <a:pt x="81068" y="268061"/>
                  </a:lnTo>
                  <a:lnTo>
                    <a:pt x="85555" y="264288"/>
                  </a:lnTo>
                  <a:lnTo>
                    <a:pt x="86139" y="263140"/>
                  </a:lnTo>
                  <a:lnTo>
                    <a:pt x="87751" y="259970"/>
                  </a:lnTo>
                  <a:lnTo>
                    <a:pt x="82524" y="257143"/>
                  </a:lnTo>
                  <a:lnTo>
                    <a:pt x="78294" y="255174"/>
                  </a:lnTo>
                  <a:lnTo>
                    <a:pt x="79734" y="252572"/>
                  </a:lnTo>
                  <a:lnTo>
                    <a:pt x="79690" y="251177"/>
                  </a:lnTo>
                  <a:lnTo>
                    <a:pt x="79512" y="245562"/>
                  </a:lnTo>
                  <a:lnTo>
                    <a:pt x="76617" y="240394"/>
                  </a:lnTo>
                  <a:lnTo>
                    <a:pt x="76478" y="240145"/>
                  </a:lnTo>
                  <a:lnTo>
                    <a:pt x="75860" y="239041"/>
                  </a:lnTo>
                  <a:lnTo>
                    <a:pt x="70505" y="234746"/>
                  </a:lnTo>
                  <a:lnTo>
                    <a:pt x="69720" y="232680"/>
                  </a:lnTo>
                  <a:lnTo>
                    <a:pt x="68148" y="228543"/>
                  </a:lnTo>
                  <a:lnTo>
                    <a:pt x="65313" y="222630"/>
                  </a:lnTo>
                  <a:lnTo>
                    <a:pt x="64284" y="220937"/>
                  </a:lnTo>
                  <a:lnTo>
                    <a:pt x="60641" y="214939"/>
                  </a:lnTo>
                  <a:lnTo>
                    <a:pt x="58481" y="212254"/>
                  </a:lnTo>
                  <a:lnTo>
                    <a:pt x="58239" y="211516"/>
                  </a:lnTo>
                  <a:lnTo>
                    <a:pt x="51716" y="191604"/>
                  </a:lnTo>
                  <a:lnTo>
                    <a:pt x="51129" y="189807"/>
                  </a:lnTo>
                  <a:lnTo>
                    <a:pt x="42983" y="164817"/>
                  </a:lnTo>
                  <a:lnTo>
                    <a:pt x="41489" y="160230"/>
                  </a:lnTo>
                  <a:lnTo>
                    <a:pt x="40206" y="156290"/>
                  </a:lnTo>
                  <a:lnTo>
                    <a:pt x="36830" y="145963"/>
                  </a:lnTo>
                  <a:lnTo>
                    <a:pt x="33688" y="136343"/>
                  </a:lnTo>
                  <a:lnTo>
                    <a:pt x="30028" y="125139"/>
                  </a:lnTo>
                  <a:lnTo>
                    <a:pt x="28320" y="119909"/>
                  </a:lnTo>
                  <a:lnTo>
                    <a:pt x="25173" y="110124"/>
                  </a:lnTo>
                  <a:lnTo>
                    <a:pt x="23979" y="106410"/>
                  </a:lnTo>
                  <a:lnTo>
                    <a:pt x="19425" y="92934"/>
                  </a:lnTo>
                  <a:lnTo>
                    <a:pt x="14107" y="77176"/>
                  </a:lnTo>
                  <a:lnTo>
                    <a:pt x="12694" y="73044"/>
                  </a:lnTo>
                  <a:lnTo>
                    <a:pt x="10844" y="67630"/>
                  </a:lnTo>
                  <a:lnTo>
                    <a:pt x="9841" y="64694"/>
                  </a:lnTo>
                  <a:lnTo>
                    <a:pt x="6235" y="54130"/>
                  </a:lnTo>
                  <a:lnTo>
                    <a:pt x="3244" y="44871"/>
                  </a:lnTo>
                  <a:lnTo>
                    <a:pt x="1517" y="395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458278" y="5303278"/>
              <a:ext cx="105893" cy="120342"/>
            </a:xfrm>
            <a:custGeom>
              <a:avLst/>
              <a:pathLst>
                <a:path w="105893" h="120342">
                  <a:moveTo>
                    <a:pt x="553" y="42339"/>
                  </a:moveTo>
                  <a:lnTo>
                    <a:pt x="3625" y="39293"/>
                  </a:lnTo>
                  <a:lnTo>
                    <a:pt x="5622" y="36541"/>
                  </a:lnTo>
                  <a:lnTo>
                    <a:pt x="7785" y="36113"/>
                  </a:lnTo>
                  <a:lnTo>
                    <a:pt x="10145" y="33633"/>
                  </a:lnTo>
                  <a:lnTo>
                    <a:pt x="11449" y="29777"/>
                  </a:lnTo>
                  <a:lnTo>
                    <a:pt x="13913" y="26722"/>
                  </a:lnTo>
                  <a:lnTo>
                    <a:pt x="15750" y="25623"/>
                  </a:lnTo>
                  <a:lnTo>
                    <a:pt x="15713" y="21845"/>
                  </a:lnTo>
                  <a:lnTo>
                    <a:pt x="13193" y="18485"/>
                  </a:lnTo>
                  <a:lnTo>
                    <a:pt x="9098" y="12878"/>
                  </a:lnTo>
                  <a:lnTo>
                    <a:pt x="7411" y="8087"/>
                  </a:lnTo>
                  <a:lnTo>
                    <a:pt x="7391" y="1243"/>
                  </a:lnTo>
                  <a:lnTo>
                    <a:pt x="10237" y="0"/>
                  </a:lnTo>
                  <a:lnTo>
                    <a:pt x="14912" y="1826"/>
                  </a:lnTo>
                  <a:lnTo>
                    <a:pt x="20381" y="4915"/>
                  </a:lnTo>
                  <a:lnTo>
                    <a:pt x="23461" y="7828"/>
                  </a:lnTo>
                  <a:lnTo>
                    <a:pt x="29443" y="11578"/>
                  </a:lnTo>
                  <a:lnTo>
                    <a:pt x="33047" y="14292"/>
                  </a:lnTo>
                  <a:lnTo>
                    <a:pt x="36157" y="13864"/>
                  </a:lnTo>
                  <a:lnTo>
                    <a:pt x="41005" y="15675"/>
                  </a:lnTo>
                  <a:lnTo>
                    <a:pt x="51056" y="20374"/>
                  </a:lnTo>
                  <a:lnTo>
                    <a:pt x="61379" y="25554"/>
                  </a:lnTo>
                  <a:lnTo>
                    <a:pt x="70931" y="32774"/>
                  </a:lnTo>
                  <a:lnTo>
                    <a:pt x="74937" y="36536"/>
                  </a:lnTo>
                  <a:lnTo>
                    <a:pt x="78658" y="40392"/>
                  </a:lnTo>
                  <a:lnTo>
                    <a:pt x="79353" y="47333"/>
                  </a:lnTo>
                  <a:lnTo>
                    <a:pt x="80362" y="51609"/>
                  </a:lnTo>
                  <a:lnTo>
                    <a:pt x="83630" y="50746"/>
                  </a:lnTo>
                  <a:lnTo>
                    <a:pt x="86841" y="50956"/>
                  </a:lnTo>
                  <a:lnTo>
                    <a:pt x="89604" y="55340"/>
                  </a:lnTo>
                  <a:lnTo>
                    <a:pt x="90969" y="60428"/>
                  </a:lnTo>
                  <a:lnTo>
                    <a:pt x="93611" y="63034"/>
                  </a:lnTo>
                  <a:lnTo>
                    <a:pt x="102183" y="68312"/>
                  </a:lnTo>
                  <a:lnTo>
                    <a:pt x="105603" y="70140"/>
                  </a:lnTo>
                  <a:lnTo>
                    <a:pt x="105893" y="72723"/>
                  </a:lnTo>
                  <a:lnTo>
                    <a:pt x="101860" y="78416"/>
                  </a:lnTo>
                  <a:lnTo>
                    <a:pt x="97022" y="82665"/>
                  </a:lnTo>
                  <a:lnTo>
                    <a:pt x="91445" y="86801"/>
                  </a:lnTo>
                  <a:lnTo>
                    <a:pt x="84371" y="89999"/>
                  </a:lnTo>
                  <a:lnTo>
                    <a:pt x="80860" y="91760"/>
                  </a:lnTo>
                  <a:lnTo>
                    <a:pt x="77147" y="92220"/>
                  </a:lnTo>
                  <a:lnTo>
                    <a:pt x="72110" y="90796"/>
                  </a:lnTo>
                  <a:lnTo>
                    <a:pt x="68418" y="92652"/>
                  </a:lnTo>
                  <a:lnTo>
                    <a:pt x="65106" y="96119"/>
                  </a:lnTo>
                  <a:lnTo>
                    <a:pt x="62732" y="96668"/>
                  </a:lnTo>
                  <a:lnTo>
                    <a:pt x="58238" y="100717"/>
                  </a:lnTo>
                  <a:lnTo>
                    <a:pt x="54159" y="101716"/>
                  </a:lnTo>
                  <a:lnTo>
                    <a:pt x="50989" y="107518"/>
                  </a:lnTo>
                  <a:lnTo>
                    <a:pt x="48936" y="112784"/>
                  </a:lnTo>
                  <a:lnTo>
                    <a:pt x="47538" y="115956"/>
                  </a:lnTo>
                  <a:lnTo>
                    <a:pt x="45951" y="118367"/>
                  </a:lnTo>
                  <a:lnTo>
                    <a:pt x="43484" y="120342"/>
                  </a:lnTo>
                  <a:lnTo>
                    <a:pt x="38278" y="115509"/>
                  </a:lnTo>
                  <a:lnTo>
                    <a:pt x="31031" y="111197"/>
                  </a:lnTo>
                  <a:lnTo>
                    <a:pt x="24476" y="108825"/>
                  </a:lnTo>
                  <a:lnTo>
                    <a:pt x="20909" y="103153"/>
                  </a:lnTo>
                  <a:lnTo>
                    <a:pt x="19983" y="96116"/>
                  </a:lnTo>
                  <a:lnTo>
                    <a:pt x="19678" y="89173"/>
                  </a:lnTo>
                  <a:lnTo>
                    <a:pt x="20090" y="85664"/>
                  </a:lnTo>
                  <a:lnTo>
                    <a:pt x="19595" y="81344"/>
                  </a:lnTo>
                  <a:lnTo>
                    <a:pt x="16997" y="75293"/>
                  </a:lnTo>
                  <a:lnTo>
                    <a:pt x="15187" y="71821"/>
                  </a:lnTo>
                  <a:lnTo>
                    <a:pt x="12541" y="68794"/>
                  </a:lnTo>
                  <a:lnTo>
                    <a:pt x="10138" y="62584"/>
                  </a:lnTo>
                  <a:lnTo>
                    <a:pt x="8711" y="57931"/>
                  </a:lnTo>
                  <a:lnTo>
                    <a:pt x="6643" y="54769"/>
                  </a:lnTo>
                  <a:lnTo>
                    <a:pt x="3976" y="53960"/>
                  </a:lnTo>
                  <a:lnTo>
                    <a:pt x="3365" y="52248"/>
                  </a:lnTo>
                  <a:lnTo>
                    <a:pt x="0" y="4664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91529" y="5231847"/>
              <a:ext cx="60216" cy="41328"/>
            </a:xfrm>
            <a:custGeom>
              <a:avLst/>
              <a:pathLst>
                <a:path w="60216" h="41328">
                  <a:moveTo>
                    <a:pt x="0" y="8994"/>
                  </a:moveTo>
                  <a:lnTo>
                    <a:pt x="841" y="3825"/>
                  </a:lnTo>
                  <a:lnTo>
                    <a:pt x="5260" y="0"/>
                  </a:lnTo>
                  <a:lnTo>
                    <a:pt x="10006" y="1390"/>
                  </a:lnTo>
                  <a:lnTo>
                    <a:pt x="14308" y="7121"/>
                  </a:lnTo>
                  <a:lnTo>
                    <a:pt x="18037" y="12362"/>
                  </a:lnTo>
                  <a:lnTo>
                    <a:pt x="24142" y="11275"/>
                  </a:lnTo>
                  <a:lnTo>
                    <a:pt x="29500" y="8986"/>
                  </a:lnTo>
                  <a:lnTo>
                    <a:pt x="36935" y="10286"/>
                  </a:lnTo>
                  <a:lnTo>
                    <a:pt x="41378" y="14631"/>
                  </a:lnTo>
                  <a:lnTo>
                    <a:pt x="46793" y="17701"/>
                  </a:lnTo>
                  <a:lnTo>
                    <a:pt x="53344" y="22618"/>
                  </a:lnTo>
                  <a:lnTo>
                    <a:pt x="58105" y="24262"/>
                  </a:lnTo>
                  <a:lnTo>
                    <a:pt x="60216" y="28904"/>
                  </a:lnTo>
                  <a:lnTo>
                    <a:pt x="59451" y="32901"/>
                  </a:lnTo>
                  <a:lnTo>
                    <a:pt x="56450" y="35602"/>
                  </a:lnTo>
                  <a:lnTo>
                    <a:pt x="49899" y="38425"/>
                  </a:lnTo>
                  <a:lnTo>
                    <a:pt x="43340" y="37876"/>
                  </a:lnTo>
                  <a:lnTo>
                    <a:pt x="37695" y="40280"/>
                  </a:lnTo>
                  <a:lnTo>
                    <a:pt x="30320" y="41328"/>
                  </a:lnTo>
                  <a:lnTo>
                    <a:pt x="25659" y="39256"/>
                  </a:lnTo>
                  <a:lnTo>
                    <a:pt x="23993" y="34057"/>
                  </a:lnTo>
                  <a:lnTo>
                    <a:pt x="21814" y="26819"/>
                  </a:lnTo>
                  <a:lnTo>
                    <a:pt x="21296" y="25265"/>
                  </a:lnTo>
                  <a:lnTo>
                    <a:pt x="19932" y="21933"/>
                  </a:lnTo>
                  <a:lnTo>
                    <a:pt x="17188" y="20962"/>
                  </a:lnTo>
                  <a:lnTo>
                    <a:pt x="14861" y="22632"/>
                  </a:lnTo>
                  <a:lnTo>
                    <a:pt x="13397" y="21845"/>
                  </a:lnTo>
                  <a:lnTo>
                    <a:pt x="6705" y="18245"/>
                  </a:lnTo>
                  <a:lnTo>
                    <a:pt x="1333" y="117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95956" y="5269678"/>
              <a:ext cx="13311" cy="8241"/>
            </a:xfrm>
            <a:custGeom>
              <a:avLst/>
              <a:pathLst>
                <a:path w="13311" h="8241">
                  <a:moveTo>
                    <a:pt x="2259" y="3340"/>
                  </a:moveTo>
                  <a:lnTo>
                    <a:pt x="6716" y="714"/>
                  </a:lnTo>
                  <a:lnTo>
                    <a:pt x="10132" y="0"/>
                  </a:lnTo>
                  <a:lnTo>
                    <a:pt x="12396" y="2344"/>
                  </a:lnTo>
                  <a:lnTo>
                    <a:pt x="13311" y="7015"/>
                  </a:lnTo>
                  <a:lnTo>
                    <a:pt x="9707" y="8139"/>
                  </a:lnTo>
                  <a:lnTo>
                    <a:pt x="3061" y="8241"/>
                  </a:lnTo>
                  <a:lnTo>
                    <a:pt x="0" y="55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362452" y="5237982"/>
              <a:ext cx="21434" cy="17565"/>
            </a:xfrm>
            <a:custGeom>
              <a:avLst/>
              <a:pathLst>
                <a:path w="21434" h="17565">
                  <a:moveTo>
                    <a:pt x="0" y="1116"/>
                  </a:moveTo>
                  <a:lnTo>
                    <a:pt x="3799" y="0"/>
                  </a:lnTo>
                  <a:lnTo>
                    <a:pt x="9732" y="887"/>
                  </a:lnTo>
                  <a:lnTo>
                    <a:pt x="15315" y="4032"/>
                  </a:lnTo>
                  <a:lnTo>
                    <a:pt x="18607" y="7030"/>
                  </a:lnTo>
                  <a:lnTo>
                    <a:pt x="21434" y="11049"/>
                  </a:lnTo>
                  <a:lnTo>
                    <a:pt x="19664" y="15807"/>
                  </a:lnTo>
                  <a:lnTo>
                    <a:pt x="15671" y="17214"/>
                  </a:lnTo>
                  <a:lnTo>
                    <a:pt x="14206" y="17562"/>
                  </a:lnTo>
                  <a:lnTo>
                    <a:pt x="9476" y="17565"/>
                  </a:lnTo>
                  <a:lnTo>
                    <a:pt x="7148" y="13789"/>
                  </a:lnTo>
                  <a:lnTo>
                    <a:pt x="6465" y="9281"/>
                  </a:lnTo>
                  <a:lnTo>
                    <a:pt x="4593" y="6677"/>
                  </a:lnTo>
                  <a:lnTo>
                    <a:pt x="287" y="36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339927" y="5209939"/>
              <a:ext cx="48085" cy="18322"/>
            </a:xfrm>
            <a:custGeom>
              <a:avLst/>
              <a:pathLst>
                <a:path w="48085" h="18322">
                  <a:moveTo>
                    <a:pt x="2083" y="5861"/>
                  </a:moveTo>
                  <a:lnTo>
                    <a:pt x="4023" y="3748"/>
                  </a:lnTo>
                  <a:lnTo>
                    <a:pt x="2676" y="0"/>
                  </a:lnTo>
                  <a:lnTo>
                    <a:pt x="7484" y="984"/>
                  </a:lnTo>
                  <a:lnTo>
                    <a:pt x="13664" y="3088"/>
                  </a:lnTo>
                  <a:lnTo>
                    <a:pt x="20923" y="4640"/>
                  </a:lnTo>
                  <a:lnTo>
                    <a:pt x="22895" y="3947"/>
                  </a:lnTo>
                  <a:lnTo>
                    <a:pt x="25212" y="3132"/>
                  </a:lnTo>
                  <a:lnTo>
                    <a:pt x="26928" y="3282"/>
                  </a:lnTo>
                  <a:lnTo>
                    <a:pt x="30795" y="7391"/>
                  </a:lnTo>
                  <a:lnTo>
                    <a:pt x="31058" y="7417"/>
                  </a:lnTo>
                  <a:lnTo>
                    <a:pt x="37247" y="8025"/>
                  </a:lnTo>
                  <a:lnTo>
                    <a:pt x="45199" y="7944"/>
                  </a:lnTo>
                  <a:lnTo>
                    <a:pt x="48085" y="9718"/>
                  </a:lnTo>
                  <a:lnTo>
                    <a:pt x="46181" y="13722"/>
                  </a:lnTo>
                  <a:lnTo>
                    <a:pt x="41597" y="17238"/>
                  </a:lnTo>
                  <a:lnTo>
                    <a:pt x="35726" y="18322"/>
                  </a:lnTo>
                  <a:lnTo>
                    <a:pt x="29313" y="16313"/>
                  </a:lnTo>
                  <a:lnTo>
                    <a:pt x="23194" y="13788"/>
                  </a:lnTo>
                  <a:lnTo>
                    <a:pt x="18632" y="12261"/>
                  </a:lnTo>
                  <a:lnTo>
                    <a:pt x="11392" y="12630"/>
                  </a:lnTo>
                  <a:lnTo>
                    <a:pt x="4870" y="12327"/>
                  </a:lnTo>
                  <a:lnTo>
                    <a:pt x="0" y="106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256826" y="5161176"/>
              <a:ext cx="53202" cy="42095"/>
            </a:xfrm>
            <a:custGeom>
              <a:avLst/>
              <a:pathLst>
                <a:path w="53202" h="42095">
                  <a:moveTo>
                    <a:pt x="3611" y="9324"/>
                  </a:moveTo>
                  <a:lnTo>
                    <a:pt x="12161" y="9949"/>
                  </a:lnTo>
                  <a:lnTo>
                    <a:pt x="15424" y="6637"/>
                  </a:lnTo>
                  <a:lnTo>
                    <a:pt x="17340" y="3031"/>
                  </a:lnTo>
                  <a:lnTo>
                    <a:pt x="21666" y="227"/>
                  </a:lnTo>
                  <a:lnTo>
                    <a:pt x="23522" y="0"/>
                  </a:lnTo>
                  <a:lnTo>
                    <a:pt x="27689" y="5840"/>
                  </a:lnTo>
                  <a:lnTo>
                    <a:pt x="32269" y="12983"/>
                  </a:lnTo>
                  <a:lnTo>
                    <a:pt x="35992" y="17343"/>
                  </a:lnTo>
                  <a:lnTo>
                    <a:pt x="35959" y="22906"/>
                  </a:lnTo>
                  <a:lnTo>
                    <a:pt x="38782" y="25511"/>
                  </a:lnTo>
                  <a:lnTo>
                    <a:pt x="42541" y="24024"/>
                  </a:lnTo>
                  <a:lnTo>
                    <a:pt x="45956" y="24538"/>
                  </a:lnTo>
                  <a:lnTo>
                    <a:pt x="46397" y="29504"/>
                  </a:lnTo>
                  <a:lnTo>
                    <a:pt x="47979" y="33600"/>
                  </a:lnTo>
                  <a:lnTo>
                    <a:pt x="53202" y="38022"/>
                  </a:lnTo>
                  <a:lnTo>
                    <a:pt x="52989" y="38399"/>
                  </a:lnTo>
                  <a:lnTo>
                    <a:pt x="51801" y="40504"/>
                  </a:lnTo>
                  <a:lnTo>
                    <a:pt x="49832" y="42095"/>
                  </a:lnTo>
                  <a:lnTo>
                    <a:pt x="45069" y="40408"/>
                  </a:lnTo>
                  <a:lnTo>
                    <a:pt x="43367" y="41366"/>
                  </a:lnTo>
                  <a:lnTo>
                    <a:pt x="41051" y="41808"/>
                  </a:lnTo>
                  <a:lnTo>
                    <a:pt x="37419" y="39094"/>
                  </a:lnTo>
                  <a:lnTo>
                    <a:pt x="34042" y="36830"/>
                  </a:lnTo>
                  <a:lnTo>
                    <a:pt x="29074" y="35811"/>
                  </a:lnTo>
                  <a:lnTo>
                    <a:pt x="26553" y="35263"/>
                  </a:lnTo>
                  <a:lnTo>
                    <a:pt x="23152" y="35505"/>
                  </a:lnTo>
                  <a:lnTo>
                    <a:pt x="18241" y="35912"/>
                  </a:lnTo>
                  <a:lnTo>
                    <a:pt x="18110" y="35923"/>
                  </a:lnTo>
                  <a:lnTo>
                    <a:pt x="16909" y="35881"/>
                  </a:lnTo>
                  <a:lnTo>
                    <a:pt x="14321" y="31486"/>
                  </a:lnTo>
                  <a:lnTo>
                    <a:pt x="13141" y="28813"/>
                  </a:lnTo>
                  <a:lnTo>
                    <a:pt x="9692" y="25773"/>
                  </a:lnTo>
                  <a:lnTo>
                    <a:pt x="9152" y="23447"/>
                  </a:lnTo>
                  <a:lnTo>
                    <a:pt x="4511" y="17898"/>
                  </a:lnTo>
                  <a:lnTo>
                    <a:pt x="4294" y="14680"/>
                  </a:lnTo>
                  <a:lnTo>
                    <a:pt x="0" y="93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131598" y="5100843"/>
              <a:ext cx="38714" cy="33139"/>
            </a:xfrm>
            <a:custGeom>
              <a:avLst/>
              <a:pathLst>
                <a:path w="38714" h="33139">
                  <a:moveTo>
                    <a:pt x="0" y="12140"/>
                  </a:moveTo>
                  <a:lnTo>
                    <a:pt x="2802" y="9614"/>
                  </a:lnTo>
                  <a:lnTo>
                    <a:pt x="3622" y="5961"/>
                  </a:lnTo>
                  <a:lnTo>
                    <a:pt x="5457" y="4482"/>
                  </a:lnTo>
                  <a:lnTo>
                    <a:pt x="12599" y="1670"/>
                  </a:lnTo>
                  <a:lnTo>
                    <a:pt x="14855" y="0"/>
                  </a:lnTo>
                  <a:lnTo>
                    <a:pt x="17833" y="535"/>
                  </a:lnTo>
                  <a:lnTo>
                    <a:pt x="20633" y="2494"/>
                  </a:lnTo>
                  <a:lnTo>
                    <a:pt x="22235" y="396"/>
                  </a:lnTo>
                  <a:lnTo>
                    <a:pt x="26803" y="1807"/>
                  </a:lnTo>
                  <a:lnTo>
                    <a:pt x="29030" y="970"/>
                  </a:lnTo>
                  <a:lnTo>
                    <a:pt x="32457" y="3032"/>
                  </a:lnTo>
                  <a:lnTo>
                    <a:pt x="36653" y="6292"/>
                  </a:lnTo>
                  <a:lnTo>
                    <a:pt x="38714" y="11863"/>
                  </a:lnTo>
                  <a:lnTo>
                    <a:pt x="37231" y="17125"/>
                  </a:lnTo>
                  <a:lnTo>
                    <a:pt x="36107" y="18732"/>
                  </a:lnTo>
                  <a:lnTo>
                    <a:pt x="36631" y="22541"/>
                  </a:lnTo>
                  <a:lnTo>
                    <a:pt x="36645" y="26804"/>
                  </a:lnTo>
                  <a:lnTo>
                    <a:pt x="33176" y="29805"/>
                  </a:lnTo>
                  <a:lnTo>
                    <a:pt x="28789" y="33139"/>
                  </a:lnTo>
                  <a:lnTo>
                    <a:pt x="22085" y="30959"/>
                  </a:lnTo>
                  <a:lnTo>
                    <a:pt x="18196" y="29684"/>
                  </a:lnTo>
                  <a:lnTo>
                    <a:pt x="15899" y="29445"/>
                  </a:lnTo>
                  <a:lnTo>
                    <a:pt x="11820" y="25250"/>
                  </a:lnTo>
                  <a:lnTo>
                    <a:pt x="6944" y="22207"/>
                  </a:lnTo>
                  <a:lnTo>
                    <a:pt x="3046" y="20244"/>
                  </a:lnTo>
                  <a:lnTo>
                    <a:pt x="149" y="162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96421" y="5115478"/>
              <a:ext cx="14508" cy="18633"/>
            </a:xfrm>
            <a:custGeom>
              <a:avLst/>
              <a:pathLst>
                <a:path w="14508" h="18633">
                  <a:moveTo>
                    <a:pt x="0" y="14967"/>
                  </a:moveTo>
                  <a:lnTo>
                    <a:pt x="1046" y="8557"/>
                  </a:lnTo>
                  <a:lnTo>
                    <a:pt x="3573" y="5952"/>
                  </a:lnTo>
                  <a:lnTo>
                    <a:pt x="7907" y="4210"/>
                  </a:lnTo>
                  <a:lnTo>
                    <a:pt x="8973" y="3091"/>
                  </a:lnTo>
                  <a:lnTo>
                    <a:pt x="9469" y="291"/>
                  </a:lnTo>
                  <a:lnTo>
                    <a:pt x="12648" y="0"/>
                  </a:lnTo>
                  <a:lnTo>
                    <a:pt x="13790" y="767"/>
                  </a:lnTo>
                  <a:lnTo>
                    <a:pt x="14508" y="2220"/>
                  </a:lnTo>
                  <a:lnTo>
                    <a:pt x="13117" y="3550"/>
                  </a:lnTo>
                  <a:lnTo>
                    <a:pt x="12180" y="6671"/>
                  </a:lnTo>
                  <a:lnTo>
                    <a:pt x="12975" y="9541"/>
                  </a:lnTo>
                  <a:lnTo>
                    <a:pt x="9518" y="10788"/>
                  </a:lnTo>
                  <a:lnTo>
                    <a:pt x="7047" y="11242"/>
                  </a:lnTo>
                  <a:lnTo>
                    <a:pt x="5724" y="12924"/>
                  </a:lnTo>
                  <a:lnTo>
                    <a:pt x="4726" y="14957"/>
                  </a:lnTo>
                  <a:lnTo>
                    <a:pt x="3795" y="18633"/>
                  </a:lnTo>
                  <a:lnTo>
                    <a:pt x="1748" y="174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70324" y="3156831"/>
              <a:ext cx="422940" cy="277332"/>
            </a:xfrm>
            <a:custGeom>
              <a:avLst/>
              <a:pathLst>
                <a:path w="422940" h="277332">
                  <a:moveTo>
                    <a:pt x="1109" y="88479"/>
                  </a:moveTo>
                  <a:lnTo>
                    <a:pt x="3750" y="84138"/>
                  </a:lnTo>
                  <a:lnTo>
                    <a:pt x="6132" y="79593"/>
                  </a:lnTo>
                  <a:lnTo>
                    <a:pt x="5855" y="76971"/>
                  </a:lnTo>
                  <a:lnTo>
                    <a:pt x="5726" y="75754"/>
                  </a:lnTo>
                  <a:lnTo>
                    <a:pt x="8236" y="72428"/>
                  </a:lnTo>
                  <a:lnTo>
                    <a:pt x="6896" y="70889"/>
                  </a:lnTo>
                  <a:lnTo>
                    <a:pt x="8554" y="68418"/>
                  </a:lnTo>
                  <a:lnTo>
                    <a:pt x="7219" y="65429"/>
                  </a:lnTo>
                  <a:lnTo>
                    <a:pt x="10523" y="62871"/>
                  </a:lnTo>
                  <a:lnTo>
                    <a:pt x="10856" y="61545"/>
                  </a:lnTo>
                  <a:lnTo>
                    <a:pt x="11552" y="58772"/>
                  </a:lnTo>
                  <a:lnTo>
                    <a:pt x="10199" y="56256"/>
                  </a:lnTo>
                  <a:lnTo>
                    <a:pt x="8846" y="49520"/>
                  </a:lnTo>
                  <a:lnTo>
                    <a:pt x="5889" y="49655"/>
                  </a:lnTo>
                  <a:lnTo>
                    <a:pt x="3830" y="47441"/>
                  </a:lnTo>
                  <a:lnTo>
                    <a:pt x="3407" y="46561"/>
                  </a:lnTo>
                  <a:lnTo>
                    <a:pt x="2028" y="43686"/>
                  </a:lnTo>
                  <a:lnTo>
                    <a:pt x="5072" y="42776"/>
                  </a:lnTo>
                  <a:lnTo>
                    <a:pt x="5286" y="38641"/>
                  </a:lnTo>
                  <a:lnTo>
                    <a:pt x="5318" y="35279"/>
                  </a:lnTo>
                  <a:lnTo>
                    <a:pt x="534" y="31239"/>
                  </a:lnTo>
                  <a:lnTo>
                    <a:pt x="1018" y="28118"/>
                  </a:lnTo>
                  <a:lnTo>
                    <a:pt x="0" y="25463"/>
                  </a:lnTo>
                  <a:lnTo>
                    <a:pt x="9220" y="25076"/>
                  </a:lnTo>
                  <a:lnTo>
                    <a:pt x="25345" y="24353"/>
                  </a:lnTo>
                  <a:lnTo>
                    <a:pt x="34542" y="23929"/>
                  </a:lnTo>
                  <a:lnTo>
                    <a:pt x="46705" y="23342"/>
                  </a:lnTo>
                  <a:lnTo>
                    <a:pt x="48383" y="23259"/>
                  </a:lnTo>
                  <a:lnTo>
                    <a:pt x="70371" y="22063"/>
                  </a:lnTo>
                  <a:lnTo>
                    <a:pt x="72418" y="21942"/>
                  </a:lnTo>
                  <a:lnTo>
                    <a:pt x="76632" y="21692"/>
                  </a:lnTo>
                  <a:lnTo>
                    <a:pt x="87561" y="21025"/>
                  </a:lnTo>
                  <a:lnTo>
                    <a:pt x="106550" y="19899"/>
                  </a:lnTo>
                  <a:lnTo>
                    <a:pt x="109103" y="19743"/>
                  </a:lnTo>
                  <a:lnTo>
                    <a:pt x="110347" y="19664"/>
                  </a:lnTo>
                  <a:lnTo>
                    <a:pt x="136367" y="17960"/>
                  </a:lnTo>
                  <a:lnTo>
                    <a:pt x="139669" y="17734"/>
                  </a:lnTo>
                  <a:lnTo>
                    <a:pt x="148682" y="17130"/>
                  </a:lnTo>
                  <a:lnTo>
                    <a:pt x="166195" y="15912"/>
                  </a:lnTo>
                  <a:lnTo>
                    <a:pt x="186541" y="14369"/>
                  </a:lnTo>
                  <a:lnTo>
                    <a:pt x="191074" y="14014"/>
                  </a:lnTo>
                  <a:lnTo>
                    <a:pt x="196085" y="13615"/>
                  </a:lnTo>
                  <a:lnTo>
                    <a:pt x="213029" y="12228"/>
                  </a:lnTo>
                  <a:lnTo>
                    <a:pt x="224364" y="11271"/>
                  </a:lnTo>
                  <a:lnTo>
                    <a:pt x="225931" y="11137"/>
                  </a:lnTo>
                  <a:lnTo>
                    <a:pt x="235650" y="10294"/>
                  </a:lnTo>
                  <a:lnTo>
                    <a:pt x="255641" y="8434"/>
                  </a:lnTo>
                  <a:lnTo>
                    <a:pt x="262208" y="7817"/>
                  </a:lnTo>
                  <a:lnTo>
                    <a:pt x="279225" y="6180"/>
                  </a:lnTo>
                  <a:lnTo>
                    <a:pt x="285466" y="5575"/>
                  </a:lnTo>
                  <a:lnTo>
                    <a:pt x="301525" y="3984"/>
                  </a:lnTo>
                  <a:lnTo>
                    <a:pt x="307483" y="3380"/>
                  </a:lnTo>
                  <a:lnTo>
                    <a:pt x="314999" y="2608"/>
                  </a:lnTo>
                  <a:lnTo>
                    <a:pt x="322540" y="1822"/>
                  </a:lnTo>
                  <a:lnTo>
                    <a:pt x="339741" y="0"/>
                  </a:lnTo>
                  <a:lnTo>
                    <a:pt x="339283" y="4413"/>
                  </a:lnTo>
                  <a:lnTo>
                    <a:pt x="340936" y="7006"/>
                  </a:lnTo>
                  <a:lnTo>
                    <a:pt x="341797" y="8357"/>
                  </a:lnTo>
                  <a:lnTo>
                    <a:pt x="341568" y="10966"/>
                  </a:lnTo>
                  <a:lnTo>
                    <a:pt x="345244" y="13983"/>
                  </a:lnTo>
                  <a:lnTo>
                    <a:pt x="348443" y="15497"/>
                  </a:lnTo>
                  <a:lnTo>
                    <a:pt x="352117" y="20345"/>
                  </a:lnTo>
                  <a:lnTo>
                    <a:pt x="350551" y="23340"/>
                  </a:lnTo>
                  <a:lnTo>
                    <a:pt x="348042" y="27794"/>
                  </a:lnTo>
                  <a:lnTo>
                    <a:pt x="345812" y="31533"/>
                  </a:lnTo>
                  <a:lnTo>
                    <a:pt x="346337" y="36263"/>
                  </a:lnTo>
                  <a:lnTo>
                    <a:pt x="346737" y="39875"/>
                  </a:lnTo>
                  <a:lnTo>
                    <a:pt x="348202" y="44224"/>
                  </a:lnTo>
                  <a:lnTo>
                    <a:pt x="348536" y="45217"/>
                  </a:lnTo>
                  <a:lnTo>
                    <a:pt x="350317" y="51358"/>
                  </a:lnTo>
                  <a:lnTo>
                    <a:pt x="353172" y="54509"/>
                  </a:lnTo>
                  <a:lnTo>
                    <a:pt x="355790" y="62046"/>
                  </a:lnTo>
                  <a:lnTo>
                    <a:pt x="359719" y="66535"/>
                  </a:lnTo>
                  <a:lnTo>
                    <a:pt x="364877" y="69107"/>
                  </a:lnTo>
                  <a:lnTo>
                    <a:pt x="367811" y="69618"/>
                  </a:lnTo>
                  <a:lnTo>
                    <a:pt x="370736" y="70125"/>
                  </a:lnTo>
                  <a:lnTo>
                    <a:pt x="377858" y="71015"/>
                  </a:lnTo>
                  <a:lnTo>
                    <a:pt x="380774" y="72365"/>
                  </a:lnTo>
                  <a:lnTo>
                    <a:pt x="383052" y="76493"/>
                  </a:lnTo>
                  <a:lnTo>
                    <a:pt x="385624" y="82195"/>
                  </a:lnTo>
                  <a:lnTo>
                    <a:pt x="385732" y="85403"/>
                  </a:lnTo>
                  <a:lnTo>
                    <a:pt x="389571" y="87110"/>
                  </a:lnTo>
                  <a:lnTo>
                    <a:pt x="391266" y="87685"/>
                  </a:lnTo>
                  <a:lnTo>
                    <a:pt x="394671" y="90435"/>
                  </a:lnTo>
                  <a:lnTo>
                    <a:pt x="397005" y="92049"/>
                  </a:lnTo>
                  <a:lnTo>
                    <a:pt x="399683" y="93898"/>
                  </a:lnTo>
                  <a:lnTo>
                    <a:pt x="401921" y="96902"/>
                  </a:lnTo>
                  <a:lnTo>
                    <a:pt x="401454" y="100631"/>
                  </a:lnTo>
                  <a:lnTo>
                    <a:pt x="403780" y="103787"/>
                  </a:lnTo>
                  <a:lnTo>
                    <a:pt x="408148" y="106439"/>
                  </a:lnTo>
                  <a:lnTo>
                    <a:pt x="409722" y="107098"/>
                  </a:lnTo>
                  <a:lnTo>
                    <a:pt x="412872" y="108415"/>
                  </a:lnTo>
                  <a:lnTo>
                    <a:pt x="417088" y="110147"/>
                  </a:lnTo>
                  <a:lnTo>
                    <a:pt x="420494" y="113502"/>
                  </a:lnTo>
                  <a:lnTo>
                    <a:pt x="421019" y="119251"/>
                  </a:lnTo>
                  <a:lnTo>
                    <a:pt x="421335" y="119858"/>
                  </a:lnTo>
                  <a:lnTo>
                    <a:pt x="422940" y="122932"/>
                  </a:lnTo>
                  <a:lnTo>
                    <a:pt x="422480" y="128083"/>
                  </a:lnTo>
                  <a:lnTo>
                    <a:pt x="422484" y="128817"/>
                  </a:lnTo>
                  <a:lnTo>
                    <a:pt x="422507" y="132873"/>
                  </a:lnTo>
                  <a:lnTo>
                    <a:pt x="421850" y="136400"/>
                  </a:lnTo>
                  <a:lnTo>
                    <a:pt x="422230" y="139233"/>
                  </a:lnTo>
                  <a:lnTo>
                    <a:pt x="418539" y="142249"/>
                  </a:lnTo>
                  <a:lnTo>
                    <a:pt x="418165" y="142555"/>
                  </a:lnTo>
                  <a:lnTo>
                    <a:pt x="414530" y="146300"/>
                  </a:lnTo>
                  <a:lnTo>
                    <a:pt x="414592" y="147497"/>
                  </a:lnTo>
                  <a:lnTo>
                    <a:pt x="414746" y="150448"/>
                  </a:lnTo>
                  <a:lnTo>
                    <a:pt x="413621" y="153250"/>
                  </a:lnTo>
                  <a:lnTo>
                    <a:pt x="414095" y="158998"/>
                  </a:lnTo>
                  <a:lnTo>
                    <a:pt x="412690" y="160837"/>
                  </a:lnTo>
                  <a:lnTo>
                    <a:pt x="409503" y="162683"/>
                  </a:lnTo>
                  <a:lnTo>
                    <a:pt x="406932" y="166453"/>
                  </a:lnTo>
                  <a:lnTo>
                    <a:pt x="403617" y="167192"/>
                  </a:lnTo>
                  <a:lnTo>
                    <a:pt x="399883" y="167906"/>
                  </a:lnTo>
                  <a:lnTo>
                    <a:pt x="397108" y="170981"/>
                  </a:lnTo>
                  <a:lnTo>
                    <a:pt x="392032" y="174227"/>
                  </a:lnTo>
                  <a:lnTo>
                    <a:pt x="386517" y="175015"/>
                  </a:lnTo>
                  <a:lnTo>
                    <a:pt x="381296" y="176012"/>
                  </a:lnTo>
                  <a:lnTo>
                    <a:pt x="377823" y="178630"/>
                  </a:lnTo>
                  <a:lnTo>
                    <a:pt x="375004" y="178309"/>
                  </a:lnTo>
                  <a:lnTo>
                    <a:pt x="371088" y="179308"/>
                  </a:lnTo>
                  <a:lnTo>
                    <a:pt x="369163" y="184312"/>
                  </a:lnTo>
                  <a:lnTo>
                    <a:pt x="369009" y="186920"/>
                  </a:lnTo>
                  <a:lnTo>
                    <a:pt x="368878" y="187463"/>
                  </a:lnTo>
                  <a:lnTo>
                    <a:pt x="367048" y="195015"/>
                  </a:lnTo>
                  <a:lnTo>
                    <a:pt x="369509" y="197879"/>
                  </a:lnTo>
                  <a:lnTo>
                    <a:pt x="372556" y="201793"/>
                  </a:lnTo>
                  <a:lnTo>
                    <a:pt x="375439" y="201792"/>
                  </a:lnTo>
                  <a:lnTo>
                    <a:pt x="378570" y="205975"/>
                  </a:lnTo>
                  <a:lnTo>
                    <a:pt x="379250" y="209273"/>
                  </a:lnTo>
                  <a:lnTo>
                    <a:pt x="379301" y="209519"/>
                  </a:lnTo>
                  <a:lnTo>
                    <a:pt x="380198" y="213871"/>
                  </a:lnTo>
                  <a:lnTo>
                    <a:pt x="380348" y="219592"/>
                  </a:lnTo>
                  <a:lnTo>
                    <a:pt x="378556" y="223476"/>
                  </a:lnTo>
                  <a:lnTo>
                    <a:pt x="375074" y="227708"/>
                  </a:lnTo>
                  <a:lnTo>
                    <a:pt x="372330" y="232164"/>
                  </a:lnTo>
                  <a:lnTo>
                    <a:pt x="372790" y="235753"/>
                  </a:lnTo>
                  <a:lnTo>
                    <a:pt x="371703" y="240666"/>
                  </a:lnTo>
                  <a:lnTo>
                    <a:pt x="371771" y="242913"/>
                  </a:lnTo>
                  <a:lnTo>
                    <a:pt x="371842" y="245258"/>
                  </a:lnTo>
                  <a:lnTo>
                    <a:pt x="367804" y="248813"/>
                  </a:lnTo>
                  <a:lnTo>
                    <a:pt x="363784" y="249147"/>
                  </a:lnTo>
                  <a:lnTo>
                    <a:pt x="357951" y="251954"/>
                  </a:lnTo>
                  <a:lnTo>
                    <a:pt x="355946" y="254881"/>
                  </a:lnTo>
                  <a:lnTo>
                    <a:pt x="355031" y="259199"/>
                  </a:lnTo>
                  <a:lnTo>
                    <a:pt x="356997" y="261108"/>
                  </a:lnTo>
                  <a:lnTo>
                    <a:pt x="356712" y="266268"/>
                  </a:lnTo>
                  <a:lnTo>
                    <a:pt x="357637" y="270828"/>
                  </a:lnTo>
                  <a:lnTo>
                    <a:pt x="354742" y="272963"/>
                  </a:lnTo>
                  <a:lnTo>
                    <a:pt x="349334" y="271446"/>
                  </a:lnTo>
                  <a:lnTo>
                    <a:pt x="347677" y="268902"/>
                  </a:lnTo>
                  <a:lnTo>
                    <a:pt x="344481" y="266757"/>
                  </a:lnTo>
                  <a:lnTo>
                    <a:pt x="341208" y="263661"/>
                  </a:lnTo>
                  <a:lnTo>
                    <a:pt x="340173" y="260336"/>
                  </a:lnTo>
                  <a:lnTo>
                    <a:pt x="336640" y="259654"/>
                  </a:lnTo>
                  <a:lnTo>
                    <a:pt x="335455" y="257319"/>
                  </a:lnTo>
                  <a:lnTo>
                    <a:pt x="333183" y="255365"/>
                  </a:lnTo>
                  <a:lnTo>
                    <a:pt x="332278" y="254587"/>
                  </a:lnTo>
                  <a:lnTo>
                    <a:pt x="318476" y="256616"/>
                  </a:lnTo>
                  <a:lnTo>
                    <a:pt x="318224" y="256649"/>
                  </a:lnTo>
                  <a:lnTo>
                    <a:pt x="302651" y="258639"/>
                  </a:lnTo>
                  <a:lnTo>
                    <a:pt x="291387" y="259985"/>
                  </a:lnTo>
                  <a:lnTo>
                    <a:pt x="284605" y="260785"/>
                  </a:lnTo>
                  <a:lnTo>
                    <a:pt x="272475" y="262264"/>
                  </a:lnTo>
                  <a:lnTo>
                    <a:pt x="269260" y="262652"/>
                  </a:lnTo>
                  <a:lnTo>
                    <a:pt x="267418" y="262835"/>
                  </a:lnTo>
                  <a:lnTo>
                    <a:pt x="252433" y="264303"/>
                  </a:lnTo>
                  <a:lnTo>
                    <a:pt x="242170" y="265517"/>
                  </a:lnTo>
                  <a:lnTo>
                    <a:pt x="239631" y="265814"/>
                  </a:lnTo>
                  <a:lnTo>
                    <a:pt x="225786" y="267156"/>
                  </a:lnTo>
                  <a:lnTo>
                    <a:pt x="223873" y="267321"/>
                  </a:lnTo>
                  <a:lnTo>
                    <a:pt x="211807" y="268343"/>
                  </a:lnTo>
                  <a:lnTo>
                    <a:pt x="209132" y="268566"/>
                  </a:lnTo>
                  <a:lnTo>
                    <a:pt x="197436" y="269635"/>
                  </a:lnTo>
                  <a:lnTo>
                    <a:pt x="193034" y="270030"/>
                  </a:lnTo>
                  <a:lnTo>
                    <a:pt x="181499" y="271119"/>
                  </a:lnTo>
                  <a:lnTo>
                    <a:pt x="176503" y="271582"/>
                  </a:lnTo>
                  <a:lnTo>
                    <a:pt x="167164" y="272321"/>
                  </a:lnTo>
                  <a:lnTo>
                    <a:pt x="161971" y="272725"/>
                  </a:lnTo>
                  <a:lnTo>
                    <a:pt x="151348" y="273498"/>
                  </a:lnTo>
                  <a:lnTo>
                    <a:pt x="147199" y="273794"/>
                  </a:lnTo>
                  <a:lnTo>
                    <a:pt x="140693" y="274132"/>
                  </a:lnTo>
                  <a:lnTo>
                    <a:pt x="128234" y="274758"/>
                  </a:lnTo>
                  <a:lnTo>
                    <a:pt x="121940" y="275044"/>
                  </a:lnTo>
                  <a:lnTo>
                    <a:pt x="111726" y="275493"/>
                  </a:lnTo>
                  <a:lnTo>
                    <a:pt x="102884" y="275884"/>
                  </a:lnTo>
                  <a:lnTo>
                    <a:pt x="94043" y="276260"/>
                  </a:lnTo>
                  <a:lnTo>
                    <a:pt x="91501" y="276363"/>
                  </a:lnTo>
                  <a:lnTo>
                    <a:pt x="80938" y="276778"/>
                  </a:lnTo>
                  <a:lnTo>
                    <a:pt x="65518" y="277332"/>
                  </a:lnTo>
                  <a:lnTo>
                    <a:pt x="66568" y="275691"/>
                  </a:lnTo>
                  <a:lnTo>
                    <a:pt x="64148" y="271451"/>
                  </a:lnTo>
                  <a:lnTo>
                    <a:pt x="59779" y="269108"/>
                  </a:lnTo>
                  <a:lnTo>
                    <a:pt x="56730" y="264567"/>
                  </a:lnTo>
                  <a:lnTo>
                    <a:pt x="60130" y="260244"/>
                  </a:lnTo>
                  <a:lnTo>
                    <a:pt x="59402" y="254875"/>
                  </a:lnTo>
                  <a:lnTo>
                    <a:pt x="61246" y="251190"/>
                  </a:lnTo>
                  <a:lnTo>
                    <a:pt x="60669" y="250234"/>
                  </a:lnTo>
                  <a:lnTo>
                    <a:pt x="59299" y="247963"/>
                  </a:lnTo>
                  <a:lnTo>
                    <a:pt x="59719" y="243774"/>
                  </a:lnTo>
                  <a:lnTo>
                    <a:pt x="57055" y="239971"/>
                  </a:lnTo>
                  <a:lnTo>
                    <a:pt x="56978" y="236876"/>
                  </a:lnTo>
                  <a:lnTo>
                    <a:pt x="56910" y="234198"/>
                  </a:lnTo>
                  <a:lnTo>
                    <a:pt x="56417" y="230621"/>
                  </a:lnTo>
                  <a:lnTo>
                    <a:pt x="56713" y="227492"/>
                  </a:lnTo>
                  <a:lnTo>
                    <a:pt x="56935" y="225138"/>
                  </a:lnTo>
                  <a:lnTo>
                    <a:pt x="53472" y="225547"/>
                  </a:lnTo>
                  <a:lnTo>
                    <a:pt x="53428" y="224936"/>
                  </a:lnTo>
                  <a:lnTo>
                    <a:pt x="53136" y="220877"/>
                  </a:lnTo>
                  <a:lnTo>
                    <a:pt x="54360" y="217291"/>
                  </a:lnTo>
                  <a:lnTo>
                    <a:pt x="51846" y="213578"/>
                  </a:lnTo>
                  <a:lnTo>
                    <a:pt x="51443" y="209410"/>
                  </a:lnTo>
                  <a:lnTo>
                    <a:pt x="51455" y="207670"/>
                  </a:lnTo>
                  <a:lnTo>
                    <a:pt x="51494" y="201915"/>
                  </a:lnTo>
                  <a:lnTo>
                    <a:pt x="47484" y="200888"/>
                  </a:lnTo>
                  <a:lnTo>
                    <a:pt x="46608" y="197685"/>
                  </a:lnTo>
                  <a:lnTo>
                    <a:pt x="45733" y="194482"/>
                  </a:lnTo>
                  <a:lnTo>
                    <a:pt x="40871" y="196098"/>
                  </a:lnTo>
                  <a:lnTo>
                    <a:pt x="39998" y="193264"/>
                  </a:lnTo>
                  <a:lnTo>
                    <a:pt x="38073" y="188773"/>
                  </a:lnTo>
                  <a:lnTo>
                    <a:pt x="38284" y="183949"/>
                  </a:lnTo>
                  <a:lnTo>
                    <a:pt x="38483" y="183243"/>
                  </a:lnTo>
                  <a:lnTo>
                    <a:pt x="39625" y="179195"/>
                  </a:lnTo>
                  <a:lnTo>
                    <a:pt x="40839" y="172944"/>
                  </a:lnTo>
                  <a:lnTo>
                    <a:pt x="37827" y="168948"/>
                  </a:lnTo>
                  <a:lnTo>
                    <a:pt x="36495" y="166759"/>
                  </a:lnTo>
                  <a:lnTo>
                    <a:pt x="34223" y="163022"/>
                  </a:lnTo>
                  <a:lnTo>
                    <a:pt x="35689" y="157306"/>
                  </a:lnTo>
                  <a:lnTo>
                    <a:pt x="29593" y="153391"/>
                  </a:lnTo>
                  <a:lnTo>
                    <a:pt x="26304" y="151391"/>
                  </a:lnTo>
                  <a:lnTo>
                    <a:pt x="26305" y="145589"/>
                  </a:lnTo>
                  <a:lnTo>
                    <a:pt x="20999" y="141175"/>
                  </a:lnTo>
                  <a:lnTo>
                    <a:pt x="21497" y="136952"/>
                  </a:lnTo>
                  <a:lnTo>
                    <a:pt x="21540" y="136594"/>
                  </a:lnTo>
                  <a:lnTo>
                    <a:pt x="21386" y="132589"/>
                  </a:lnTo>
                  <a:lnTo>
                    <a:pt x="20294" y="131231"/>
                  </a:lnTo>
                  <a:lnTo>
                    <a:pt x="16465" y="126458"/>
                  </a:lnTo>
                  <a:lnTo>
                    <a:pt x="15945" y="120056"/>
                  </a:lnTo>
                  <a:lnTo>
                    <a:pt x="17718" y="115536"/>
                  </a:lnTo>
                  <a:lnTo>
                    <a:pt x="13478" y="113191"/>
                  </a:lnTo>
                  <a:lnTo>
                    <a:pt x="11352" y="111625"/>
                  </a:lnTo>
                  <a:lnTo>
                    <a:pt x="10326" y="110997"/>
                  </a:lnTo>
                  <a:lnTo>
                    <a:pt x="11214" y="107566"/>
                  </a:lnTo>
                  <a:lnTo>
                    <a:pt x="10997" y="107117"/>
                  </a:lnTo>
                  <a:lnTo>
                    <a:pt x="7703" y="100275"/>
                  </a:lnTo>
                  <a:lnTo>
                    <a:pt x="3373" y="96357"/>
                  </a:lnTo>
                  <a:lnTo>
                    <a:pt x="1117" y="931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462088" y="2443652"/>
              <a:ext cx="409731" cy="667184"/>
            </a:xfrm>
            <a:custGeom>
              <a:avLst/>
              <a:pathLst>
                <a:path w="409731" h="667184">
                  <a:moveTo>
                    <a:pt x="29546" y="392696"/>
                  </a:moveTo>
                  <a:lnTo>
                    <a:pt x="31906" y="389957"/>
                  </a:lnTo>
                  <a:lnTo>
                    <a:pt x="32207" y="385327"/>
                  </a:lnTo>
                  <a:lnTo>
                    <a:pt x="36573" y="382317"/>
                  </a:lnTo>
                  <a:lnTo>
                    <a:pt x="38660" y="379731"/>
                  </a:lnTo>
                  <a:lnTo>
                    <a:pt x="43294" y="372216"/>
                  </a:lnTo>
                  <a:lnTo>
                    <a:pt x="46641" y="366187"/>
                  </a:lnTo>
                  <a:lnTo>
                    <a:pt x="50107" y="364265"/>
                  </a:lnTo>
                  <a:lnTo>
                    <a:pt x="55604" y="362718"/>
                  </a:lnTo>
                  <a:lnTo>
                    <a:pt x="59133" y="358681"/>
                  </a:lnTo>
                  <a:lnTo>
                    <a:pt x="61121" y="356405"/>
                  </a:lnTo>
                  <a:lnTo>
                    <a:pt x="64085" y="351794"/>
                  </a:lnTo>
                  <a:lnTo>
                    <a:pt x="63501" y="347200"/>
                  </a:lnTo>
                  <a:lnTo>
                    <a:pt x="65466" y="342937"/>
                  </a:lnTo>
                  <a:lnTo>
                    <a:pt x="69806" y="339657"/>
                  </a:lnTo>
                  <a:lnTo>
                    <a:pt x="72169" y="336903"/>
                  </a:lnTo>
                  <a:lnTo>
                    <a:pt x="78214" y="325552"/>
                  </a:lnTo>
                  <a:lnTo>
                    <a:pt x="78779" y="324387"/>
                  </a:lnTo>
                  <a:lnTo>
                    <a:pt x="80568" y="320694"/>
                  </a:lnTo>
                  <a:lnTo>
                    <a:pt x="88041" y="310729"/>
                  </a:lnTo>
                  <a:lnTo>
                    <a:pt x="95347" y="301162"/>
                  </a:lnTo>
                  <a:lnTo>
                    <a:pt x="98561" y="297422"/>
                  </a:lnTo>
                  <a:lnTo>
                    <a:pt x="95883" y="290971"/>
                  </a:lnTo>
                  <a:lnTo>
                    <a:pt x="96388" y="286343"/>
                  </a:lnTo>
                  <a:lnTo>
                    <a:pt x="93783" y="281821"/>
                  </a:lnTo>
                  <a:lnTo>
                    <a:pt x="89556" y="280620"/>
                  </a:lnTo>
                  <a:lnTo>
                    <a:pt x="86153" y="275933"/>
                  </a:lnTo>
                  <a:lnTo>
                    <a:pt x="83373" y="274083"/>
                  </a:lnTo>
                  <a:lnTo>
                    <a:pt x="82879" y="273004"/>
                  </a:lnTo>
                  <a:lnTo>
                    <a:pt x="80323" y="267410"/>
                  </a:lnTo>
                  <a:lnTo>
                    <a:pt x="79666" y="262657"/>
                  </a:lnTo>
                  <a:lnTo>
                    <a:pt x="78622" y="259128"/>
                  </a:lnTo>
                  <a:lnTo>
                    <a:pt x="78258" y="253157"/>
                  </a:lnTo>
                  <a:lnTo>
                    <a:pt x="76383" y="250605"/>
                  </a:lnTo>
                  <a:lnTo>
                    <a:pt x="80184" y="246254"/>
                  </a:lnTo>
                  <a:lnTo>
                    <a:pt x="81387" y="243955"/>
                  </a:lnTo>
                  <a:lnTo>
                    <a:pt x="79624" y="240992"/>
                  </a:lnTo>
                  <a:lnTo>
                    <a:pt x="80533" y="236372"/>
                  </a:lnTo>
                  <a:lnTo>
                    <a:pt x="79528" y="231674"/>
                  </a:lnTo>
                  <a:lnTo>
                    <a:pt x="76627" y="226509"/>
                  </a:lnTo>
                  <a:lnTo>
                    <a:pt x="79271" y="222015"/>
                  </a:lnTo>
                  <a:lnTo>
                    <a:pt x="79506" y="220620"/>
                  </a:lnTo>
                  <a:lnTo>
                    <a:pt x="80175" y="216659"/>
                  </a:lnTo>
                  <a:lnTo>
                    <a:pt x="81479" y="210657"/>
                  </a:lnTo>
                  <a:lnTo>
                    <a:pt x="92445" y="160407"/>
                  </a:lnTo>
                  <a:lnTo>
                    <a:pt x="92961" y="158051"/>
                  </a:lnTo>
                  <a:lnTo>
                    <a:pt x="94910" y="149078"/>
                  </a:lnTo>
                  <a:lnTo>
                    <a:pt x="96902" y="139916"/>
                  </a:lnTo>
                  <a:lnTo>
                    <a:pt x="103816" y="108228"/>
                  </a:lnTo>
                  <a:lnTo>
                    <a:pt x="108428" y="87466"/>
                  </a:lnTo>
                  <a:lnTo>
                    <a:pt x="109726" y="81636"/>
                  </a:lnTo>
                  <a:lnTo>
                    <a:pt x="111244" y="74826"/>
                  </a:lnTo>
                  <a:lnTo>
                    <a:pt x="117250" y="49366"/>
                  </a:lnTo>
                  <a:lnTo>
                    <a:pt x="121819" y="29315"/>
                  </a:lnTo>
                  <a:lnTo>
                    <a:pt x="125497" y="13061"/>
                  </a:lnTo>
                  <a:lnTo>
                    <a:pt x="128459" y="0"/>
                  </a:lnTo>
                  <a:lnTo>
                    <a:pt x="143803" y="3267"/>
                  </a:lnTo>
                  <a:lnTo>
                    <a:pt x="162754" y="7295"/>
                  </a:lnTo>
                  <a:lnTo>
                    <a:pt x="183337" y="11513"/>
                  </a:lnTo>
                  <a:lnTo>
                    <a:pt x="174324" y="54356"/>
                  </a:lnTo>
                  <a:lnTo>
                    <a:pt x="173949" y="56142"/>
                  </a:lnTo>
                  <a:lnTo>
                    <a:pt x="170877" y="70868"/>
                  </a:lnTo>
                  <a:lnTo>
                    <a:pt x="169195" y="78919"/>
                  </a:lnTo>
                  <a:lnTo>
                    <a:pt x="167559" y="86755"/>
                  </a:lnTo>
                  <a:lnTo>
                    <a:pt x="165305" y="97493"/>
                  </a:lnTo>
                  <a:lnTo>
                    <a:pt x="165635" y="98930"/>
                  </a:lnTo>
                  <a:lnTo>
                    <a:pt x="165879" y="99991"/>
                  </a:lnTo>
                  <a:lnTo>
                    <a:pt x="168579" y="107280"/>
                  </a:lnTo>
                  <a:lnTo>
                    <a:pt x="170974" y="112700"/>
                  </a:lnTo>
                  <a:lnTo>
                    <a:pt x="173650" y="115758"/>
                  </a:lnTo>
                  <a:lnTo>
                    <a:pt x="173277" y="120519"/>
                  </a:lnTo>
                  <a:lnTo>
                    <a:pt x="178548" y="127334"/>
                  </a:lnTo>
                  <a:lnTo>
                    <a:pt x="177097" y="130794"/>
                  </a:lnTo>
                  <a:lnTo>
                    <a:pt x="178963" y="133970"/>
                  </a:lnTo>
                  <a:lnTo>
                    <a:pt x="176593" y="137714"/>
                  </a:lnTo>
                  <a:lnTo>
                    <a:pt x="176072" y="141514"/>
                  </a:lnTo>
                  <a:lnTo>
                    <a:pt x="179930" y="146843"/>
                  </a:lnTo>
                  <a:lnTo>
                    <a:pt x="176146" y="148282"/>
                  </a:lnTo>
                  <a:lnTo>
                    <a:pt x="174455" y="151475"/>
                  </a:lnTo>
                  <a:lnTo>
                    <a:pt x="181180" y="157358"/>
                  </a:lnTo>
                  <a:lnTo>
                    <a:pt x="182966" y="162442"/>
                  </a:lnTo>
                  <a:lnTo>
                    <a:pt x="185995" y="165655"/>
                  </a:lnTo>
                  <a:lnTo>
                    <a:pt x="191400" y="168473"/>
                  </a:lnTo>
                  <a:lnTo>
                    <a:pt x="193844" y="169782"/>
                  </a:lnTo>
                  <a:lnTo>
                    <a:pt x="195082" y="174139"/>
                  </a:lnTo>
                  <a:lnTo>
                    <a:pt x="196596" y="177573"/>
                  </a:lnTo>
                  <a:lnTo>
                    <a:pt x="199714" y="182080"/>
                  </a:lnTo>
                  <a:lnTo>
                    <a:pt x="202531" y="188858"/>
                  </a:lnTo>
                  <a:lnTo>
                    <a:pt x="204770" y="192785"/>
                  </a:lnTo>
                  <a:lnTo>
                    <a:pt x="206240" y="197579"/>
                  </a:lnTo>
                  <a:lnTo>
                    <a:pt x="209697" y="201688"/>
                  </a:lnTo>
                  <a:lnTo>
                    <a:pt x="211374" y="203677"/>
                  </a:lnTo>
                  <a:lnTo>
                    <a:pt x="209688" y="207483"/>
                  </a:lnTo>
                  <a:lnTo>
                    <a:pt x="212432" y="213017"/>
                  </a:lnTo>
                  <a:lnTo>
                    <a:pt x="217192" y="216863"/>
                  </a:lnTo>
                  <a:lnTo>
                    <a:pt x="217883" y="220553"/>
                  </a:lnTo>
                  <a:lnTo>
                    <a:pt x="221901" y="221179"/>
                  </a:lnTo>
                  <a:lnTo>
                    <a:pt x="223066" y="222143"/>
                  </a:lnTo>
                  <a:lnTo>
                    <a:pt x="225701" y="224322"/>
                  </a:lnTo>
                  <a:lnTo>
                    <a:pt x="225127" y="229100"/>
                  </a:lnTo>
                  <a:lnTo>
                    <a:pt x="226821" y="229911"/>
                  </a:lnTo>
                  <a:lnTo>
                    <a:pt x="229264" y="231081"/>
                  </a:lnTo>
                  <a:lnTo>
                    <a:pt x="234868" y="231683"/>
                  </a:lnTo>
                  <a:lnTo>
                    <a:pt x="240617" y="230966"/>
                  </a:lnTo>
                  <a:lnTo>
                    <a:pt x="241868" y="232422"/>
                  </a:lnTo>
                  <a:lnTo>
                    <a:pt x="242623" y="233299"/>
                  </a:lnTo>
                  <a:lnTo>
                    <a:pt x="240907" y="239154"/>
                  </a:lnTo>
                  <a:lnTo>
                    <a:pt x="238615" y="244947"/>
                  </a:lnTo>
                  <a:lnTo>
                    <a:pt x="235439" y="245212"/>
                  </a:lnTo>
                  <a:lnTo>
                    <a:pt x="235147" y="252904"/>
                  </a:lnTo>
                  <a:lnTo>
                    <a:pt x="232531" y="254629"/>
                  </a:lnTo>
                  <a:lnTo>
                    <a:pt x="230780" y="261116"/>
                  </a:lnTo>
                  <a:lnTo>
                    <a:pt x="229628" y="264199"/>
                  </a:lnTo>
                  <a:lnTo>
                    <a:pt x="228546" y="267272"/>
                  </a:lnTo>
                  <a:lnTo>
                    <a:pt x="227780" y="272765"/>
                  </a:lnTo>
                  <a:lnTo>
                    <a:pt x="223605" y="272555"/>
                  </a:lnTo>
                  <a:lnTo>
                    <a:pt x="222542" y="276145"/>
                  </a:lnTo>
                  <a:lnTo>
                    <a:pt x="225731" y="279241"/>
                  </a:lnTo>
                  <a:lnTo>
                    <a:pt x="223479" y="284783"/>
                  </a:lnTo>
                  <a:lnTo>
                    <a:pt x="225141" y="288819"/>
                  </a:lnTo>
                  <a:lnTo>
                    <a:pt x="227033" y="291567"/>
                  </a:lnTo>
                  <a:lnTo>
                    <a:pt x="225600" y="295764"/>
                  </a:lnTo>
                  <a:lnTo>
                    <a:pt x="226629" y="298548"/>
                  </a:lnTo>
                  <a:lnTo>
                    <a:pt x="224137" y="300499"/>
                  </a:lnTo>
                  <a:lnTo>
                    <a:pt x="218216" y="301147"/>
                  </a:lnTo>
                  <a:lnTo>
                    <a:pt x="214624" y="305488"/>
                  </a:lnTo>
                  <a:lnTo>
                    <a:pt x="217155" y="311101"/>
                  </a:lnTo>
                  <a:lnTo>
                    <a:pt x="216632" y="315743"/>
                  </a:lnTo>
                  <a:lnTo>
                    <a:pt x="214180" y="316937"/>
                  </a:lnTo>
                  <a:lnTo>
                    <a:pt x="213349" y="320689"/>
                  </a:lnTo>
                  <a:lnTo>
                    <a:pt x="213870" y="322702"/>
                  </a:lnTo>
                  <a:lnTo>
                    <a:pt x="214504" y="325146"/>
                  </a:lnTo>
                  <a:lnTo>
                    <a:pt x="217237" y="327002"/>
                  </a:lnTo>
                  <a:lnTo>
                    <a:pt x="221731" y="332387"/>
                  </a:lnTo>
                  <a:lnTo>
                    <a:pt x="226905" y="334397"/>
                  </a:lnTo>
                  <a:lnTo>
                    <a:pt x="229432" y="329755"/>
                  </a:lnTo>
                  <a:lnTo>
                    <a:pt x="233473" y="329789"/>
                  </a:lnTo>
                  <a:lnTo>
                    <a:pt x="240564" y="325844"/>
                  </a:lnTo>
                  <a:lnTo>
                    <a:pt x="245412" y="322248"/>
                  </a:lnTo>
                  <a:lnTo>
                    <a:pt x="246013" y="318604"/>
                  </a:lnTo>
                  <a:lnTo>
                    <a:pt x="248719" y="318679"/>
                  </a:lnTo>
                  <a:lnTo>
                    <a:pt x="249838" y="320483"/>
                  </a:lnTo>
                  <a:lnTo>
                    <a:pt x="252220" y="324319"/>
                  </a:lnTo>
                  <a:lnTo>
                    <a:pt x="254158" y="326483"/>
                  </a:lnTo>
                  <a:lnTo>
                    <a:pt x="257115" y="328912"/>
                  </a:lnTo>
                  <a:lnTo>
                    <a:pt x="256167" y="335775"/>
                  </a:lnTo>
                  <a:lnTo>
                    <a:pt x="258110" y="339887"/>
                  </a:lnTo>
                  <a:lnTo>
                    <a:pt x="257118" y="344431"/>
                  </a:lnTo>
                  <a:lnTo>
                    <a:pt x="258349" y="348440"/>
                  </a:lnTo>
                  <a:lnTo>
                    <a:pt x="257268" y="353573"/>
                  </a:lnTo>
                  <a:lnTo>
                    <a:pt x="261093" y="362285"/>
                  </a:lnTo>
                  <a:lnTo>
                    <a:pt x="264093" y="372251"/>
                  </a:lnTo>
                  <a:lnTo>
                    <a:pt x="267545" y="375372"/>
                  </a:lnTo>
                  <a:lnTo>
                    <a:pt x="270522" y="379489"/>
                  </a:lnTo>
                  <a:lnTo>
                    <a:pt x="270629" y="384154"/>
                  </a:lnTo>
                  <a:lnTo>
                    <a:pt x="269175" y="388658"/>
                  </a:lnTo>
                  <a:lnTo>
                    <a:pt x="267001" y="392087"/>
                  </a:lnTo>
                  <a:lnTo>
                    <a:pt x="269190" y="398522"/>
                  </a:lnTo>
                  <a:lnTo>
                    <a:pt x="271832" y="399653"/>
                  </a:lnTo>
                  <a:lnTo>
                    <a:pt x="275927" y="403525"/>
                  </a:lnTo>
                  <a:lnTo>
                    <a:pt x="279580" y="402002"/>
                  </a:lnTo>
                  <a:lnTo>
                    <a:pt x="285814" y="408202"/>
                  </a:lnTo>
                  <a:lnTo>
                    <a:pt x="286870" y="413362"/>
                  </a:lnTo>
                  <a:lnTo>
                    <a:pt x="288927" y="420731"/>
                  </a:lnTo>
                  <a:lnTo>
                    <a:pt x="287483" y="425117"/>
                  </a:lnTo>
                  <a:lnTo>
                    <a:pt x="289984" y="430753"/>
                  </a:lnTo>
                  <a:lnTo>
                    <a:pt x="289333" y="434796"/>
                  </a:lnTo>
                  <a:lnTo>
                    <a:pt x="291989" y="440110"/>
                  </a:lnTo>
                  <a:lnTo>
                    <a:pt x="295749" y="443946"/>
                  </a:lnTo>
                  <a:lnTo>
                    <a:pt x="299467" y="442333"/>
                  </a:lnTo>
                  <a:lnTo>
                    <a:pt x="299800" y="442189"/>
                  </a:lnTo>
                  <a:lnTo>
                    <a:pt x="299893" y="439094"/>
                  </a:lnTo>
                  <a:lnTo>
                    <a:pt x="306382" y="435100"/>
                  </a:lnTo>
                  <a:lnTo>
                    <a:pt x="308107" y="435031"/>
                  </a:lnTo>
                  <a:lnTo>
                    <a:pt x="314446" y="437097"/>
                  </a:lnTo>
                  <a:lnTo>
                    <a:pt x="322198" y="439284"/>
                  </a:lnTo>
                  <a:lnTo>
                    <a:pt x="327045" y="442869"/>
                  </a:lnTo>
                  <a:lnTo>
                    <a:pt x="329862" y="436143"/>
                  </a:lnTo>
                  <a:lnTo>
                    <a:pt x="334847" y="433397"/>
                  </a:lnTo>
                  <a:lnTo>
                    <a:pt x="338477" y="436163"/>
                  </a:lnTo>
                  <a:lnTo>
                    <a:pt x="344212" y="438362"/>
                  </a:lnTo>
                  <a:lnTo>
                    <a:pt x="349917" y="438407"/>
                  </a:lnTo>
                  <a:lnTo>
                    <a:pt x="360302" y="437623"/>
                  </a:lnTo>
                  <a:lnTo>
                    <a:pt x="363484" y="442725"/>
                  </a:lnTo>
                  <a:lnTo>
                    <a:pt x="370466" y="439455"/>
                  </a:lnTo>
                  <a:lnTo>
                    <a:pt x="375780" y="440499"/>
                  </a:lnTo>
                  <a:lnTo>
                    <a:pt x="379093" y="441147"/>
                  </a:lnTo>
                  <a:lnTo>
                    <a:pt x="382120" y="439131"/>
                  </a:lnTo>
                  <a:lnTo>
                    <a:pt x="386394" y="431213"/>
                  </a:lnTo>
                  <a:lnTo>
                    <a:pt x="387323" y="429904"/>
                  </a:lnTo>
                  <a:lnTo>
                    <a:pt x="388742" y="427903"/>
                  </a:lnTo>
                  <a:lnTo>
                    <a:pt x="392462" y="425373"/>
                  </a:lnTo>
                  <a:lnTo>
                    <a:pt x="392896" y="425782"/>
                  </a:lnTo>
                  <a:lnTo>
                    <a:pt x="395847" y="428563"/>
                  </a:lnTo>
                  <a:lnTo>
                    <a:pt x="398536" y="433911"/>
                  </a:lnTo>
                  <a:lnTo>
                    <a:pt x="400733" y="438186"/>
                  </a:lnTo>
                  <a:lnTo>
                    <a:pt x="401555" y="442519"/>
                  </a:lnTo>
                  <a:lnTo>
                    <a:pt x="404639" y="446481"/>
                  </a:lnTo>
                  <a:lnTo>
                    <a:pt x="405425" y="450308"/>
                  </a:lnTo>
                  <a:lnTo>
                    <a:pt x="409731" y="452633"/>
                  </a:lnTo>
                  <a:lnTo>
                    <a:pt x="408550" y="461234"/>
                  </a:lnTo>
                  <a:lnTo>
                    <a:pt x="405530" y="483805"/>
                  </a:lnTo>
                  <a:lnTo>
                    <a:pt x="404063" y="495216"/>
                  </a:lnTo>
                  <a:lnTo>
                    <a:pt x="403227" y="501734"/>
                  </a:lnTo>
                  <a:lnTo>
                    <a:pt x="400671" y="520871"/>
                  </a:lnTo>
                  <a:lnTo>
                    <a:pt x="398538" y="537085"/>
                  </a:lnTo>
                  <a:lnTo>
                    <a:pt x="396427" y="553173"/>
                  </a:lnTo>
                  <a:lnTo>
                    <a:pt x="393632" y="574292"/>
                  </a:lnTo>
                  <a:lnTo>
                    <a:pt x="393024" y="578888"/>
                  </a:lnTo>
                  <a:lnTo>
                    <a:pt x="392394" y="583658"/>
                  </a:lnTo>
                  <a:lnTo>
                    <a:pt x="389625" y="604645"/>
                  </a:lnTo>
                  <a:lnTo>
                    <a:pt x="387096" y="622738"/>
                  </a:lnTo>
                  <a:lnTo>
                    <a:pt x="385107" y="636997"/>
                  </a:lnTo>
                  <a:lnTo>
                    <a:pt x="381149" y="667184"/>
                  </a:lnTo>
                  <a:lnTo>
                    <a:pt x="360125" y="664344"/>
                  </a:lnTo>
                  <a:lnTo>
                    <a:pt x="353872" y="663566"/>
                  </a:lnTo>
                  <a:lnTo>
                    <a:pt x="351534" y="663240"/>
                  </a:lnTo>
                  <a:lnTo>
                    <a:pt x="335949" y="661040"/>
                  </a:lnTo>
                  <a:lnTo>
                    <a:pt x="312936" y="657810"/>
                  </a:lnTo>
                  <a:lnTo>
                    <a:pt x="309769" y="657240"/>
                  </a:lnTo>
                  <a:lnTo>
                    <a:pt x="303025" y="656020"/>
                  </a:lnTo>
                  <a:lnTo>
                    <a:pt x="278496" y="652312"/>
                  </a:lnTo>
                  <a:lnTo>
                    <a:pt x="255905" y="648920"/>
                  </a:lnTo>
                  <a:lnTo>
                    <a:pt x="240007" y="646522"/>
                  </a:lnTo>
                  <a:lnTo>
                    <a:pt x="224165" y="644161"/>
                  </a:lnTo>
                  <a:lnTo>
                    <a:pt x="203583" y="641104"/>
                  </a:lnTo>
                  <a:lnTo>
                    <a:pt x="189385" y="638200"/>
                  </a:lnTo>
                  <a:lnTo>
                    <a:pt x="174085" y="635473"/>
                  </a:lnTo>
                  <a:lnTo>
                    <a:pt x="153936" y="631842"/>
                  </a:lnTo>
                  <a:lnTo>
                    <a:pt x="134867" y="627873"/>
                  </a:lnTo>
                  <a:lnTo>
                    <a:pt x="126014" y="626343"/>
                  </a:lnTo>
                  <a:lnTo>
                    <a:pt x="108447" y="623260"/>
                  </a:lnTo>
                  <a:lnTo>
                    <a:pt x="88651" y="619338"/>
                  </a:lnTo>
                  <a:lnTo>
                    <a:pt x="73141" y="616360"/>
                  </a:lnTo>
                  <a:lnTo>
                    <a:pt x="43828" y="610441"/>
                  </a:lnTo>
                  <a:lnTo>
                    <a:pt x="25268" y="606623"/>
                  </a:lnTo>
                  <a:lnTo>
                    <a:pt x="504" y="601208"/>
                  </a:lnTo>
                  <a:lnTo>
                    <a:pt x="0" y="601097"/>
                  </a:lnTo>
                  <a:lnTo>
                    <a:pt x="6650" y="568528"/>
                  </a:lnTo>
                  <a:lnTo>
                    <a:pt x="14267" y="531654"/>
                  </a:lnTo>
                  <a:lnTo>
                    <a:pt x="18116" y="512933"/>
                  </a:lnTo>
                  <a:lnTo>
                    <a:pt x="28314" y="463851"/>
                  </a:lnTo>
                  <a:lnTo>
                    <a:pt x="29903" y="456625"/>
                  </a:lnTo>
                  <a:lnTo>
                    <a:pt x="32613" y="444316"/>
                  </a:lnTo>
                  <a:lnTo>
                    <a:pt x="35976" y="439883"/>
                  </a:lnTo>
                  <a:lnTo>
                    <a:pt x="36817" y="438773"/>
                  </a:lnTo>
                  <a:lnTo>
                    <a:pt x="39376" y="431474"/>
                  </a:lnTo>
                  <a:lnTo>
                    <a:pt x="41588" y="427775"/>
                  </a:lnTo>
                  <a:lnTo>
                    <a:pt x="40152" y="422441"/>
                  </a:lnTo>
                  <a:lnTo>
                    <a:pt x="46213" y="417691"/>
                  </a:lnTo>
                  <a:lnTo>
                    <a:pt x="46360" y="417576"/>
                  </a:lnTo>
                  <a:lnTo>
                    <a:pt x="46396" y="415323"/>
                  </a:lnTo>
                  <a:lnTo>
                    <a:pt x="42836" y="413248"/>
                  </a:lnTo>
                  <a:lnTo>
                    <a:pt x="43192" y="409593"/>
                  </a:lnTo>
                  <a:lnTo>
                    <a:pt x="37900" y="408317"/>
                  </a:lnTo>
                  <a:lnTo>
                    <a:pt x="34881" y="404043"/>
                  </a:lnTo>
                  <a:lnTo>
                    <a:pt x="31542" y="405001"/>
                  </a:lnTo>
                  <a:lnTo>
                    <a:pt x="29246" y="401855"/>
                  </a:lnTo>
                  <a:lnTo>
                    <a:pt x="29697" y="401225"/>
                  </a:lnTo>
                  <a:lnTo>
                    <a:pt x="31488" y="398722"/>
                  </a:lnTo>
                  <a:lnTo>
                    <a:pt x="30566" y="3956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47240" y="3290253"/>
              <a:ext cx="283013" cy="490086"/>
            </a:xfrm>
            <a:custGeom>
              <a:avLst/>
              <a:pathLst>
                <a:path w="283013" h="490086">
                  <a:moveTo>
                    <a:pt x="123" y="229475"/>
                  </a:moveTo>
                  <a:lnTo>
                    <a:pt x="324" y="225189"/>
                  </a:lnTo>
                  <a:lnTo>
                    <a:pt x="411" y="223315"/>
                  </a:lnTo>
                  <a:lnTo>
                    <a:pt x="1498" y="218591"/>
                  </a:lnTo>
                  <a:lnTo>
                    <a:pt x="4340" y="213387"/>
                  </a:lnTo>
                  <a:lnTo>
                    <a:pt x="7234" y="211253"/>
                  </a:lnTo>
                  <a:lnTo>
                    <a:pt x="6310" y="206692"/>
                  </a:lnTo>
                  <a:lnTo>
                    <a:pt x="6595" y="201532"/>
                  </a:lnTo>
                  <a:lnTo>
                    <a:pt x="4629" y="199624"/>
                  </a:lnTo>
                  <a:lnTo>
                    <a:pt x="5543" y="195305"/>
                  </a:lnTo>
                  <a:lnTo>
                    <a:pt x="7549" y="192378"/>
                  </a:lnTo>
                  <a:lnTo>
                    <a:pt x="13382" y="189571"/>
                  </a:lnTo>
                  <a:lnTo>
                    <a:pt x="17494" y="189155"/>
                  </a:lnTo>
                  <a:lnTo>
                    <a:pt x="21439" y="185682"/>
                  </a:lnTo>
                  <a:lnTo>
                    <a:pt x="21369" y="183337"/>
                  </a:lnTo>
                  <a:lnTo>
                    <a:pt x="21301" y="181090"/>
                  </a:lnTo>
                  <a:lnTo>
                    <a:pt x="22388" y="176177"/>
                  </a:lnTo>
                  <a:lnTo>
                    <a:pt x="21928" y="172589"/>
                  </a:lnTo>
                  <a:lnTo>
                    <a:pt x="24672" y="168132"/>
                  </a:lnTo>
                  <a:lnTo>
                    <a:pt x="28153" y="163900"/>
                  </a:lnTo>
                  <a:lnTo>
                    <a:pt x="29946" y="160016"/>
                  </a:lnTo>
                  <a:lnTo>
                    <a:pt x="29796" y="154295"/>
                  </a:lnTo>
                  <a:lnTo>
                    <a:pt x="28898" y="149944"/>
                  </a:lnTo>
                  <a:lnTo>
                    <a:pt x="28848" y="149698"/>
                  </a:lnTo>
                  <a:lnTo>
                    <a:pt x="28168" y="146399"/>
                  </a:lnTo>
                  <a:lnTo>
                    <a:pt x="25036" y="142216"/>
                  </a:lnTo>
                  <a:lnTo>
                    <a:pt x="22154" y="142218"/>
                  </a:lnTo>
                  <a:lnTo>
                    <a:pt x="19107" y="138303"/>
                  </a:lnTo>
                  <a:lnTo>
                    <a:pt x="16646" y="135440"/>
                  </a:lnTo>
                  <a:lnTo>
                    <a:pt x="18491" y="127825"/>
                  </a:lnTo>
                  <a:lnTo>
                    <a:pt x="18607" y="127344"/>
                  </a:lnTo>
                  <a:lnTo>
                    <a:pt x="18760" y="124737"/>
                  </a:lnTo>
                  <a:lnTo>
                    <a:pt x="20685" y="119732"/>
                  </a:lnTo>
                  <a:lnTo>
                    <a:pt x="24602" y="118733"/>
                  </a:lnTo>
                  <a:lnTo>
                    <a:pt x="27421" y="119054"/>
                  </a:lnTo>
                  <a:lnTo>
                    <a:pt x="30894" y="116436"/>
                  </a:lnTo>
                  <a:lnTo>
                    <a:pt x="36115" y="115439"/>
                  </a:lnTo>
                  <a:lnTo>
                    <a:pt x="41629" y="114651"/>
                  </a:lnTo>
                  <a:lnTo>
                    <a:pt x="46706" y="111405"/>
                  </a:lnTo>
                  <a:lnTo>
                    <a:pt x="49481" y="108330"/>
                  </a:lnTo>
                  <a:lnTo>
                    <a:pt x="53214" y="107616"/>
                  </a:lnTo>
                  <a:lnTo>
                    <a:pt x="56530" y="106878"/>
                  </a:lnTo>
                  <a:lnTo>
                    <a:pt x="59101" y="103107"/>
                  </a:lnTo>
                  <a:lnTo>
                    <a:pt x="62287" y="101261"/>
                  </a:lnTo>
                  <a:lnTo>
                    <a:pt x="63693" y="99422"/>
                  </a:lnTo>
                  <a:lnTo>
                    <a:pt x="63219" y="93674"/>
                  </a:lnTo>
                  <a:lnTo>
                    <a:pt x="64343" y="90872"/>
                  </a:lnTo>
                  <a:lnTo>
                    <a:pt x="64190" y="87921"/>
                  </a:lnTo>
                  <a:lnTo>
                    <a:pt x="64128" y="86724"/>
                  </a:lnTo>
                  <a:lnTo>
                    <a:pt x="67762" y="82979"/>
                  </a:lnTo>
                  <a:lnTo>
                    <a:pt x="68137" y="82673"/>
                  </a:lnTo>
                  <a:lnTo>
                    <a:pt x="71828" y="79657"/>
                  </a:lnTo>
                  <a:lnTo>
                    <a:pt x="71448" y="76824"/>
                  </a:lnTo>
                  <a:lnTo>
                    <a:pt x="72105" y="73297"/>
                  </a:lnTo>
                  <a:lnTo>
                    <a:pt x="72082" y="69241"/>
                  </a:lnTo>
                  <a:lnTo>
                    <a:pt x="72078" y="68507"/>
                  </a:lnTo>
                  <a:lnTo>
                    <a:pt x="72538" y="63357"/>
                  </a:lnTo>
                  <a:lnTo>
                    <a:pt x="70933" y="60282"/>
                  </a:lnTo>
                  <a:lnTo>
                    <a:pt x="70616" y="59676"/>
                  </a:lnTo>
                  <a:lnTo>
                    <a:pt x="70092" y="53926"/>
                  </a:lnTo>
                  <a:lnTo>
                    <a:pt x="66685" y="50571"/>
                  </a:lnTo>
                  <a:lnTo>
                    <a:pt x="62470" y="48840"/>
                  </a:lnTo>
                  <a:lnTo>
                    <a:pt x="59320" y="47522"/>
                  </a:lnTo>
                  <a:lnTo>
                    <a:pt x="57746" y="46863"/>
                  </a:lnTo>
                  <a:lnTo>
                    <a:pt x="53378" y="44211"/>
                  </a:lnTo>
                  <a:lnTo>
                    <a:pt x="51052" y="41056"/>
                  </a:lnTo>
                  <a:lnTo>
                    <a:pt x="51519" y="37327"/>
                  </a:lnTo>
                  <a:lnTo>
                    <a:pt x="49280" y="34322"/>
                  </a:lnTo>
                  <a:lnTo>
                    <a:pt x="46603" y="32473"/>
                  </a:lnTo>
                  <a:lnTo>
                    <a:pt x="44269" y="30859"/>
                  </a:lnTo>
                  <a:lnTo>
                    <a:pt x="40864" y="28109"/>
                  </a:lnTo>
                  <a:lnTo>
                    <a:pt x="39168" y="27535"/>
                  </a:lnTo>
                  <a:lnTo>
                    <a:pt x="35330" y="25828"/>
                  </a:lnTo>
                  <a:lnTo>
                    <a:pt x="35222" y="22619"/>
                  </a:lnTo>
                  <a:lnTo>
                    <a:pt x="48383" y="21206"/>
                  </a:lnTo>
                  <a:lnTo>
                    <a:pt x="49061" y="21123"/>
                  </a:lnTo>
                  <a:lnTo>
                    <a:pt x="62029" y="19528"/>
                  </a:lnTo>
                  <a:lnTo>
                    <a:pt x="80988" y="17387"/>
                  </a:lnTo>
                  <a:lnTo>
                    <a:pt x="86667" y="16757"/>
                  </a:lnTo>
                  <a:lnTo>
                    <a:pt x="108668" y="14258"/>
                  </a:lnTo>
                  <a:lnTo>
                    <a:pt x="114532" y="13590"/>
                  </a:lnTo>
                  <a:lnTo>
                    <a:pt x="116807" y="13329"/>
                  </a:lnTo>
                  <a:lnTo>
                    <a:pt x="135859" y="11105"/>
                  </a:lnTo>
                  <a:lnTo>
                    <a:pt x="137426" y="10919"/>
                  </a:lnTo>
                  <a:lnTo>
                    <a:pt x="143966" y="10103"/>
                  </a:lnTo>
                  <a:lnTo>
                    <a:pt x="154412" y="8783"/>
                  </a:lnTo>
                  <a:lnTo>
                    <a:pt x="158825" y="8219"/>
                  </a:lnTo>
                  <a:lnTo>
                    <a:pt x="171569" y="6313"/>
                  </a:lnTo>
                  <a:lnTo>
                    <a:pt x="173813" y="5983"/>
                  </a:lnTo>
                  <a:lnTo>
                    <a:pt x="184426" y="4410"/>
                  </a:lnTo>
                  <a:lnTo>
                    <a:pt x="190005" y="3573"/>
                  </a:lnTo>
                  <a:lnTo>
                    <a:pt x="191121" y="3425"/>
                  </a:lnTo>
                  <a:lnTo>
                    <a:pt x="216526" y="0"/>
                  </a:lnTo>
                  <a:lnTo>
                    <a:pt x="217246" y="6205"/>
                  </a:lnTo>
                  <a:lnTo>
                    <a:pt x="216881" y="11488"/>
                  </a:lnTo>
                  <a:lnTo>
                    <a:pt x="216754" y="16826"/>
                  </a:lnTo>
                  <a:lnTo>
                    <a:pt x="216890" y="17137"/>
                  </a:lnTo>
                  <a:lnTo>
                    <a:pt x="220093" y="24464"/>
                  </a:lnTo>
                  <a:lnTo>
                    <a:pt x="220149" y="24594"/>
                  </a:lnTo>
                  <a:lnTo>
                    <a:pt x="223462" y="29033"/>
                  </a:lnTo>
                  <a:lnTo>
                    <a:pt x="224914" y="30966"/>
                  </a:lnTo>
                  <a:lnTo>
                    <a:pt x="228829" y="34456"/>
                  </a:lnTo>
                  <a:lnTo>
                    <a:pt x="229350" y="34919"/>
                  </a:lnTo>
                  <a:lnTo>
                    <a:pt x="230800" y="38825"/>
                  </a:lnTo>
                  <a:lnTo>
                    <a:pt x="233461" y="45007"/>
                  </a:lnTo>
                  <a:lnTo>
                    <a:pt x="235272" y="49208"/>
                  </a:lnTo>
                  <a:lnTo>
                    <a:pt x="235820" y="49716"/>
                  </a:lnTo>
                  <a:lnTo>
                    <a:pt x="236165" y="50036"/>
                  </a:lnTo>
                  <a:lnTo>
                    <a:pt x="236198" y="50816"/>
                  </a:lnTo>
                  <a:lnTo>
                    <a:pt x="236195" y="52017"/>
                  </a:lnTo>
                  <a:lnTo>
                    <a:pt x="236737" y="53539"/>
                  </a:lnTo>
                  <a:lnTo>
                    <a:pt x="236963" y="54176"/>
                  </a:lnTo>
                  <a:lnTo>
                    <a:pt x="238443" y="56455"/>
                  </a:lnTo>
                  <a:lnTo>
                    <a:pt x="241110" y="60557"/>
                  </a:lnTo>
                  <a:lnTo>
                    <a:pt x="243260" y="61803"/>
                  </a:lnTo>
                  <a:lnTo>
                    <a:pt x="243783" y="63248"/>
                  </a:lnTo>
                  <a:lnTo>
                    <a:pt x="243996" y="63838"/>
                  </a:lnTo>
                  <a:lnTo>
                    <a:pt x="244203" y="65193"/>
                  </a:lnTo>
                  <a:lnTo>
                    <a:pt x="246437" y="80672"/>
                  </a:lnTo>
                  <a:lnTo>
                    <a:pt x="247168" y="85827"/>
                  </a:lnTo>
                  <a:lnTo>
                    <a:pt x="249282" y="100758"/>
                  </a:lnTo>
                  <a:lnTo>
                    <a:pt x="250973" y="112187"/>
                  </a:lnTo>
                  <a:lnTo>
                    <a:pt x="252780" y="124421"/>
                  </a:lnTo>
                  <a:lnTo>
                    <a:pt x="252968" y="125676"/>
                  </a:lnTo>
                  <a:lnTo>
                    <a:pt x="254456" y="135611"/>
                  </a:lnTo>
                  <a:lnTo>
                    <a:pt x="256461" y="149358"/>
                  </a:lnTo>
                  <a:lnTo>
                    <a:pt x="259000" y="166810"/>
                  </a:lnTo>
                  <a:lnTo>
                    <a:pt x="259519" y="170643"/>
                  </a:lnTo>
                  <a:lnTo>
                    <a:pt x="259688" y="171887"/>
                  </a:lnTo>
                  <a:lnTo>
                    <a:pt x="262342" y="191510"/>
                  </a:lnTo>
                  <a:lnTo>
                    <a:pt x="263568" y="200409"/>
                  </a:lnTo>
                  <a:lnTo>
                    <a:pt x="264633" y="208146"/>
                  </a:lnTo>
                  <a:lnTo>
                    <a:pt x="265195" y="212240"/>
                  </a:lnTo>
                  <a:lnTo>
                    <a:pt x="266796" y="223378"/>
                  </a:lnTo>
                  <a:lnTo>
                    <a:pt x="269504" y="242272"/>
                  </a:lnTo>
                  <a:lnTo>
                    <a:pt x="270243" y="247254"/>
                  </a:lnTo>
                  <a:lnTo>
                    <a:pt x="271911" y="258523"/>
                  </a:lnTo>
                  <a:lnTo>
                    <a:pt x="272010" y="259192"/>
                  </a:lnTo>
                  <a:lnTo>
                    <a:pt x="273518" y="269713"/>
                  </a:lnTo>
                  <a:lnTo>
                    <a:pt x="270498" y="270839"/>
                  </a:lnTo>
                  <a:lnTo>
                    <a:pt x="269365" y="273438"/>
                  </a:lnTo>
                  <a:lnTo>
                    <a:pt x="270402" y="278016"/>
                  </a:lnTo>
                  <a:lnTo>
                    <a:pt x="270634" y="279037"/>
                  </a:lnTo>
                  <a:lnTo>
                    <a:pt x="272182" y="282017"/>
                  </a:lnTo>
                  <a:lnTo>
                    <a:pt x="268489" y="286502"/>
                  </a:lnTo>
                  <a:lnTo>
                    <a:pt x="268737" y="287253"/>
                  </a:lnTo>
                  <a:lnTo>
                    <a:pt x="270293" y="291973"/>
                  </a:lnTo>
                  <a:lnTo>
                    <a:pt x="274376" y="295295"/>
                  </a:lnTo>
                  <a:lnTo>
                    <a:pt x="274624" y="300183"/>
                  </a:lnTo>
                  <a:lnTo>
                    <a:pt x="278317" y="302249"/>
                  </a:lnTo>
                  <a:lnTo>
                    <a:pt x="279234" y="307793"/>
                  </a:lnTo>
                  <a:lnTo>
                    <a:pt x="279184" y="307955"/>
                  </a:lnTo>
                  <a:lnTo>
                    <a:pt x="278305" y="310771"/>
                  </a:lnTo>
                  <a:lnTo>
                    <a:pt x="279404" y="312650"/>
                  </a:lnTo>
                  <a:lnTo>
                    <a:pt x="280635" y="314756"/>
                  </a:lnTo>
                  <a:lnTo>
                    <a:pt x="283013" y="320481"/>
                  </a:lnTo>
                  <a:lnTo>
                    <a:pt x="280863" y="327898"/>
                  </a:lnTo>
                  <a:lnTo>
                    <a:pt x="276305" y="331957"/>
                  </a:lnTo>
                  <a:lnTo>
                    <a:pt x="275737" y="336550"/>
                  </a:lnTo>
                  <a:lnTo>
                    <a:pt x="275288" y="338553"/>
                  </a:lnTo>
                  <a:lnTo>
                    <a:pt x="274763" y="340889"/>
                  </a:lnTo>
                  <a:lnTo>
                    <a:pt x="275561" y="343350"/>
                  </a:lnTo>
                  <a:lnTo>
                    <a:pt x="271903" y="346729"/>
                  </a:lnTo>
                  <a:lnTo>
                    <a:pt x="270613" y="350837"/>
                  </a:lnTo>
                  <a:lnTo>
                    <a:pt x="270134" y="352387"/>
                  </a:lnTo>
                  <a:lnTo>
                    <a:pt x="268755" y="356835"/>
                  </a:lnTo>
                  <a:lnTo>
                    <a:pt x="265996" y="362864"/>
                  </a:lnTo>
                  <a:lnTo>
                    <a:pt x="261266" y="366976"/>
                  </a:lnTo>
                  <a:lnTo>
                    <a:pt x="257536" y="370277"/>
                  </a:lnTo>
                  <a:lnTo>
                    <a:pt x="257536" y="370905"/>
                  </a:lnTo>
                  <a:lnTo>
                    <a:pt x="257537" y="373771"/>
                  </a:lnTo>
                  <a:lnTo>
                    <a:pt x="261361" y="377266"/>
                  </a:lnTo>
                  <a:lnTo>
                    <a:pt x="259612" y="382106"/>
                  </a:lnTo>
                  <a:lnTo>
                    <a:pt x="258328" y="386220"/>
                  </a:lnTo>
                  <a:lnTo>
                    <a:pt x="255754" y="388791"/>
                  </a:lnTo>
                  <a:lnTo>
                    <a:pt x="257555" y="394636"/>
                  </a:lnTo>
                  <a:lnTo>
                    <a:pt x="256696" y="400926"/>
                  </a:lnTo>
                  <a:lnTo>
                    <a:pt x="255719" y="403281"/>
                  </a:lnTo>
                  <a:lnTo>
                    <a:pt x="255304" y="404281"/>
                  </a:lnTo>
                  <a:lnTo>
                    <a:pt x="258650" y="408815"/>
                  </a:lnTo>
                  <a:lnTo>
                    <a:pt x="257153" y="414030"/>
                  </a:lnTo>
                  <a:lnTo>
                    <a:pt x="252705" y="418684"/>
                  </a:lnTo>
                  <a:lnTo>
                    <a:pt x="251301" y="422665"/>
                  </a:lnTo>
                  <a:lnTo>
                    <a:pt x="254103" y="429241"/>
                  </a:lnTo>
                  <a:lnTo>
                    <a:pt x="254185" y="429434"/>
                  </a:lnTo>
                  <a:lnTo>
                    <a:pt x="258764" y="432672"/>
                  </a:lnTo>
                  <a:lnTo>
                    <a:pt x="259460" y="434752"/>
                  </a:lnTo>
                  <a:lnTo>
                    <a:pt x="259920" y="436124"/>
                  </a:lnTo>
                  <a:lnTo>
                    <a:pt x="253659" y="438868"/>
                  </a:lnTo>
                  <a:lnTo>
                    <a:pt x="245269" y="441326"/>
                  </a:lnTo>
                  <a:lnTo>
                    <a:pt x="240533" y="446204"/>
                  </a:lnTo>
                  <a:lnTo>
                    <a:pt x="236387" y="445337"/>
                  </a:lnTo>
                  <a:lnTo>
                    <a:pt x="236210" y="445300"/>
                  </a:lnTo>
                  <a:lnTo>
                    <a:pt x="233202" y="447610"/>
                  </a:lnTo>
                  <a:lnTo>
                    <a:pt x="232431" y="453093"/>
                  </a:lnTo>
                  <a:lnTo>
                    <a:pt x="231064" y="457572"/>
                  </a:lnTo>
                  <a:lnTo>
                    <a:pt x="234806" y="463296"/>
                  </a:lnTo>
                  <a:lnTo>
                    <a:pt x="238827" y="468932"/>
                  </a:lnTo>
                  <a:lnTo>
                    <a:pt x="238031" y="473567"/>
                  </a:lnTo>
                  <a:lnTo>
                    <a:pt x="236192" y="476502"/>
                  </a:lnTo>
                  <a:lnTo>
                    <a:pt x="235663" y="476588"/>
                  </a:lnTo>
                  <a:lnTo>
                    <a:pt x="235204" y="476662"/>
                  </a:lnTo>
                  <a:lnTo>
                    <a:pt x="232374" y="477121"/>
                  </a:lnTo>
                  <a:lnTo>
                    <a:pt x="230153" y="475945"/>
                  </a:lnTo>
                  <a:lnTo>
                    <a:pt x="226358" y="473933"/>
                  </a:lnTo>
                  <a:lnTo>
                    <a:pt x="220350" y="472249"/>
                  </a:lnTo>
                  <a:lnTo>
                    <a:pt x="216125" y="471629"/>
                  </a:lnTo>
                  <a:lnTo>
                    <a:pt x="210017" y="468771"/>
                  </a:lnTo>
                  <a:lnTo>
                    <a:pt x="203293" y="467039"/>
                  </a:lnTo>
                  <a:lnTo>
                    <a:pt x="202893" y="466990"/>
                  </a:lnTo>
                  <a:lnTo>
                    <a:pt x="198274" y="467878"/>
                  </a:lnTo>
                  <a:lnTo>
                    <a:pt x="194713" y="471487"/>
                  </a:lnTo>
                  <a:lnTo>
                    <a:pt x="192385" y="476003"/>
                  </a:lnTo>
                  <a:lnTo>
                    <a:pt x="188312" y="482413"/>
                  </a:lnTo>
                  <a:lnTo>
                    <a:pt x="188436" y="482583"/>
                  </a:lnTo>
                  <a:lnTo>
                    <a:pt x="191611" y="486941"/>
                  </a:lnTo>
                  <a:lnTo>
                    <a:pt x="191708" y="490086"/>
                  </a:lnTo>
                  <a:lnTo>
                    <a:pt x="187327" y="489977"/>
                  </a:lnTo>
                  <a:lnTo>
                    <a:pt x="182729" y="488308"/>
                  </a:lnTo>
                  <a:lnTo>
                    <a:pt x="179093" y="487592"/>
                  </a:lnTo>
                  <a:lnTo>
                    <a:pt x="175402" y="486863"/>
                  </a:lnTo>
                  <a:lnTo>
                    <a:pt x="173071" y="481821"/>
                  </a:lnTo>
                  <a:lnTo>
                    <a:pt x="167235" y="475095"/>
                  </a:lnTo>
                  <a:lnTo>
                    <a:pt x="165576" y="469564"/>
                  </a:lnTo>
                  <a:lnTo>
                    <a:pt x="164645" y="469013"/>
                  </a:lnTo>
                  <a:lnTo>
                    <a:pt x="162077" y="467492"/>
                  </a:lnTo>
                  <a:lnTo>
                    <a:pt x="163151" y="463583"/>
                  </a:lnTo>
                  <a:lnTo>
                    <a:pt x="164481" y="462560"/>
                  </a:lnTo>
                  <a:lnTo>
                    <a:pt x="167447" y="460277"/>
                  </a:lnTo>
                  <a:lnTo>
                    <a:pt x="167077" y="455807"/>
                  </a:lnTo>
                  <a:lnTo>
                    <a:pt x="163359" y="451085"/>
                  </a:lnTo>
                  <a:lnTo>
                    <a:pt x="159880" y="445950"/>
                  </a:lnTo>
                  <a:lnTo>
                    <a:pt x="160314" y="443335"/>
                  </a:lnTo>
                  <a:lnTo>
                    <a:pt x="160479" y="442338"/>
                  </a:lnTo>
                  <a:lnTo>
                    <a:pt x="160629" y="441427"/>
                  </a:lnTo>
                  <a:lnTo>
                    <a:pt x="159312" y="437638"/>
                  </a:lnTo>
                  <a:lnTo>
                    <a:pt x="157529" y="431576"/>
                  </a:lnTo>
                  <a:lnTo>
                    <a:pt x="152498" y="429821"/>
                  </a:lnTo>
                  <a:lnTo>
                    <a:pt x="146877" y="427364"/>
                  </a:lnTo>
                  <a:lnTo>
                    <a:pt x="145187" y="424323"/>
                  </a:lnTo>
                  <a:lnTo>
                    <a:pt x="144368" y="422848"/>
                  </a:lnTo>
                  <a:lnTo>
                    <a:pt x="138107" y="420036"/>
                  </a:lnTo>
                  <a:lnTo>
                    <a:pt x="132898" y="416374"/>
                  </a:lnTo>
                  <a:lnTo>
                    <a:pt x="128289" y="419866"/>
                  </a:lnTo>
                  <a:lnTo>
                    <a:pt x="127518" y="419131"/>
                  </a:lnTo>
                  <a:lnTo>
                    <a:pt x="124320" y="416077"/>
                  </a:lnTo>
                  <a:lnTo>
                    <a:pt x="125176" y="411800"/>
                  </a:lnTo>
                  <a:lnTo>
                    <a:pt x="121487" y="411935"/>
                  </a:lnTo>
                  <a:lnTo>
                    <a:pt x="116083" y="408603"/>
                  </a:lnTo>
                  <a:lnTo>
                    <a:pt x="112665" y="405920"/>
                  </a:lnTo>
                  <a:lnTo>
                    <a:pt x="106991" y="403357"/>
                  </a:lnTo>
                  <a:lnTo>
                    <a:pt x="105913" y="402869"/>
                  </a:lnTo>
                  <a:lnTo>
                    <a:pt x="103269" y="400242"/>
                  </a:lnTo>
                  <a:lnTo>
                    <a:pt x="98008" y="396126"/>
                  </a:lnTo>
                  <a:lnTo>
                    <a:pt x="94655" y="391701"/>
                  </a:lnTo>
                  <a:lnTo>
                    <a:pt x="93248" y="384215"/>
                  </a:lnTo>
                  <a:lnTo>
                    <a:pt x="94284" y="379323"/>
                  </a:lnTo>
                  <a:lnTo>
                    <a:pt x="94841" y="378424"/>
                  </a:lnTo>
                  <a:lnTo>
                    <a:pt x="97848" y="373555"/>
                  </a:lnTo>
                  <a:lnTo>
                    <a:pt x="98487" y="368414"/>
                  </a:lnTo>
                  <a:lnTo>
                    <a:pt x="98968" y="366404"/>
                  </a:lnTo>
                  <a:lnTo>
                    <a:pt x="99240" y="365263"/>
                  </a:lnTo>
                  <a:lnTo>
                    <a:pt x="99540" y="364006"/>
                  </a:lnTo>
                  <a:lnTo>
                    <a:pt x="103264" y="357690"/>
                  </a:lnTo>
                  <a:lnTo>
                    <a:pt x="103010" y="353456"/>
                  </a:lnTo>
                  <a:lnTo>
                    <a:pt x="101804" y="351176"/>
                  </a:lnTo>
                  <a:lnTo>
                    <a:pt x="100437" y="347951"/>
                  </a:lnTo>
                  <a:lnTo>
                    <a:pt x="102928" y="343556"/>
                  </a:lnTo>
                  <a:lnTo>
                    <a:pt x="105898" y="340289"/>
                  </a:lnTo>
                  <a:lnTo>
                    <a:pt x="105768" y="336471"/>
                  </a:lnTo>
                  <a:lnTo>
                    <a:pt x="100110" y="333541"/>
                  </a:lnTo>
                  <a:lnTo>
                    <a:pt x="97270" y="332066"/>
                  </a:lnTo>
                  <a:lnTo>
                    <a:pt x="94075" y="331699"/>
                  </a:lnTo>
                  <a:lnTo>
                    <a:pt x="92535" y="331521"/>
                  </a:lnTo>
                  <a:lnTo>
                    <a:pt x="85633" y="329104"/>
                  </a:lnTo>
                  <a:lnTo>
                    <a:pt x="81899" y="329418"/>
                  </a:lnTo>
                  <a:lnTo>
                    <a:pt x="80761" y="329513"/>
                  </a:lnTo>
                  <a:lnTo>
                    <a:pt x="79063" y="334229"/>
                  </a:lnTo>
                  <a:lnTo>
                    <a:pt x="75681" y="338101"/>
                  </a:lnTo>
                  <a:lnTo>
                    <a:pt x="72961" y="338036"/>
                  </a:lnTo>
                  <a:lnTo>
                    <a:pt x="68360" y="334582"/>
                  </a:lnTo>
                  <a:lnTo>
                    <a:pt x="67935" y="333361"/>
                  </a:lnTo>
                  <a:lnTo>
                    <a:pt x="66478" y="329183"/>
                  </a:lnTo>
                  <a:lnTo>
                    <a:pt x="63323" y="323394"/>
                  </a:lnTo>
                  <a:lnTo>
                    <a:pt x="65085" y="319097"/>
                  </a:lnTo>
                  <a:lnTo>
                    <a:pt x="62815" y="314933"/>
                  </a:lnTo>
                  <a:lnTo>
                    <a:pt x="61104" y="308685"/>
                  </a:lnTo>
                  <a:lnTo>
                    <a:pt x="60362" y="305973"/>
                  </a:lnTo>
                  <a:lnTo>
                    <a:pt x="52188" y="299453"/>
                  </a:lnTo>
                  <a:lnTo>
                    <a:pt x="45265" y="295027"/>
                  </a:lnTo>
                  <a:lnTo>
                    <a:pt x="45110" y="294928"/>
                  </a:lnTo>
                  <a:lnTo>
                    <a:pt x="37918" y="291527"/>
                  </a:lnTo>
                  <a:lnTo>
                    <a:pt x="35760" y="287700"/>
                  </a:lnTo>
                  <a:lnTo>
                    <a:pt x="32956" y="284131"/>
                  </a:lnTo>
                  <a:lnTo>
                    <a:pt x="29681" y="283859"/>
                  </a:lnTo>
                  <a:lnTo>
                    <a:pt x="27536" y="280031"/>
                  </a:lnTo>
                  <a:lnTo>
                    <a:pt x="26902" y="279549"/>
                  </a:lnTo>
                  <a:lnTo>
                    <a:pt x="20072" y="274342"/>
                  </a:lnTo>
                  <a:lnTo>
                    <a:pt x="17913" y="272773"/>
                  </a:lnTo>
                  <a:lnTo>
                    <a:pt x="13400" y="269486"/>
                  </a:lnTo>
                  <a:lnTo>
                    <a:pt x="13352" y="266882"/>
                  </a:lnTo>
                  <a:lnTo>
                    <a:pt x="13306" y="264354"/>
                  </a:lnTo>
                  <a:lnTo>
                    <a:pt x="10595" y="261688"/>
                  </a:lnTo>
                  <a:lnTo>
                    <a:pt x="7837" y="259833"/>
                  </a:lnTo>
                  <a:lnTo>
                    <a:pt x="7774" y="254373"/>
                  </a:lnTo>
                  <a:lnTo>
                    <a:pt x="6899" y="251065"/>
                  </a:lnTo>
                  <a:lnTo>
                    <a:pt x="3147" y="245048"/>
                  </a:lnTo>
                  <a:lnTo>
                    <a:pt x="1738" y="240017"/>
                  </a:lnTo>
                  <a:lnTo>
                    <a:pt x="0" y="2320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81390" y="3329090"/>
              <a:ext cx="218806" cy="378810"/>
            </a:xfrm>
            <a:custGeom>
              <a:avLst/>
              <a:pathLst>
                <a:path w="218806" h="378810">
                  <a:moveTo>
                    <a:pt x="11515" y="372344"/>
                  </a:moveTo>
                  <a:lnTo>
                    <a:pt x="12492" y="369988"/>
                  </a:lnTo>
                  <a:lnTo>
                    <a:pt x="13351" y="363699"/>
                  </a:lnTo>
                  <a:lnTo>
                    <a:pt x="11550" y="357854"/>
                  </a:lnTo>
                  <a:lnTo>
                    <a:pt x="14124" y="355283"/>
                  </a:lnTo>
                  <a:lnTo>
                    <a:pt x="15408" y="351169"/>
                  </a:lnTo>
                  <a:lnTo>
                    <a:pt x="17157" y="346329"/>
                  </a:lnTo>
                  <a:lnTo>
                    <a:pt x="13333" y="342834"/>
                  </a:lnTo>
                  <a:lnTo>
                    <a:pt x="13332" y="339968"/>
                  </a:lnTo>
                  <a:lnTo>
                    <a:pt x="13332" y="339340"/>
                  </a:lnTo>
                  <a:lnTo>
                    <a:pt x="17062" y="336039"/>
                  </a:lnTo>
                  <a:lnTo>
                    <a:pt x="21792" y="331927"/>
                  </a:lnTo>
                  <a:lnTo>
                    <a:pt x="24552" y="325898"/>
                  </a:lnTo>
                  <a:lnTo>
                    <a:pt x="25930" y="321450"/>
                  </a:lnTo>
                  <a:lnTo>
                    <a:pt x="26409" y="319900"/>
                  </a:lnTo>
                  <a:lnTo>
                    <a:pt x="27699" y="315791"/>
                  </a:lnTo>
                  <a:lnTo>
                    <a:pt x="31357" y="312413"/>
                  </a:lnTo>
                  <a:lnTo>
                    <a:pt x="30559" y="309952"/>
                  </a:lnTo>
                  <a:lnTo>
                    <a:pt x="31084" y="307616"/>
                  </a:lnTo>
                  <a:lnTo>
                    <a:pt x="31533" y="305613"/>
                  </a:lnTo>
                  <a:lnTo>
                    <a:pt x="32101" y="301020"/>
                  </a:lnTo>
                  <a:lnTo>
                    <a:pt x="36659" y="296961"/>
                  </a:lnTo>
                  <a:lnTo>
                    <a:pt x="38809" y="289544"/>
                  </a:lnTo>
                  <a:lnTo>
                    <a:pt x="36432" y="283818"/>
                  </a:lnTo>
                  <a:lnTo>
                    <a:pt x="35200" y="281713"/>
                  </a:lnTo>
                  <a:lnTo>
                    <a:pt x="34101" y="279834"/>
                  </a:lnTo>
                  <a:lnTo>
                    <a:pt x="34980" y="277018"/>
                  </a:lnTo>
                  <a:lnTo>
                    <a:pt x="35030" y="276856"/>
                  </a:lnTo>
                  <a:lnTo>
                    <a:pt x="34113" y="271312"/>
                  </a:lnTo>
                  <a:lnTo>
                    <a:pt x="30420" y="269245"/>
                  </a:lnTo>
                  <a:lnTo>
                    <a:pt x="30172" y="264357"/>
                  </a:lnTo>
                  <a:lnTo>
                    <a:pt x="26089" y="261035"/>
                  </a:lnTo>
                  <a:lnTo>
                    <a:pt x="24533" y="256316"/>
                  </a:lnTo>
                  <a:lnTo>
                    <a:pt x="24285" y="255564"/>
                  </a:lnTo>
                  <a:lnTo>
                    <a:pt x="27978" y="251080"/>
                  </a:lnTo>
                  <a:lnTo>
                    <a:pt x="26430" y="248100"/>
                  </a:lnTo>
                  <a:lnTo>
                    <a:pt x="26198" y="247079"/>
                  </a:lnTo>
                  <a:lnTo>
                    <a:pt x="25161" y="242501"/>
                  </a:lnTo>
                  <a:lnTo>
                    <a:pt x="26294" y="239902"/>
                  </a:lnTo>
                  <a:lnTo>
                    <a:pt x="29314" y="238776"/>
                  </a:lnTo>
                  <a:lnTo>
                    <a:pt x="27806" y="228255"/>
                  </a:lnTo>
                  <a:lnTo>
                    <a:pt x="27707" y="227585"/>
                  </a:lnTo>
                  <a:lnTo>
                    <a:pt x="26039" y="216317"/>
                  </a:lnTo>
                  <a:lnTo>
                    <a:pt x="25300" y="211335"/>
                  </a:lnTo>
                  <a:lnTo>
                    <a:pt x="22592" y="192441"/>
                  </a:lnTo>
                  <a:lnTo>
                    <a:pt x="20991" y="181303"/>
                  </a:lnTo>
                  <a:lnTo>
                    <a:pt x="20429" y="177209"/>
                  </a:lnTo>
                  <a:lnTo>
                    <a:pt x="19364" y="169472"/>
                  </a:lnTo>
                  <a:lnTo>
                    <a:pt x="18138" y="160573"/>
                  </a:lnTo>
                  <a:lnTo>
                    <a:pt x="15484" y="140950"/>
                  </a:lnTo>
                  <a:lnTo>
                    <a:pt x="15315" y="139706"/>
                  </a:lnTo>
                  <a:lnTo>
                    <a:pt x="14796" y="135873"/>
                  </a:lnTo>
                  <a:lnTo>
                    <a:pt x="12257" y="118421"/>
                  </a:lnTo>
                  <a:lnTo>
                    <a:pt x="10252" y="104674"/>
                  </a:lnTo>
                  <a:lnTo>
                    <a:pt x="8764" y="94739"/>
                  </a:lnTo>
                  <a:lnTo>
                    <a:pt x="8576" y="93483"/>
                  </a:lnTo>
                  <a:lnTo>
                    <a:pt x="6769" y="81250"/>
                  </a:lnTo>
                  <a:lnTo>
                    <a:pt x="5077" y="69810"/>
                  </a:lnTo>
                  <a:lnTo>
                    <a:pt x="2964" y="54889"/>
                  </a:lnTo>
                  <a:lnTo>
                    <a:pt x="2233" y="49735"/>
                  </a:lnTo>
                  <a:lnTo>
                    <a:pt x="0" y="34256"/>
                  </a:lnTo>
                  <a:lnTo>
                    <a:pt x="3885" y="36803"/>
                  </a:lnTo>
                  <a:lnTo>
                    <a:pt x="7219" y="34927"/>
                  </a:lnTo>
                  <a:lnTo>
                    <a:pt x="11221" y="39503"/>
                  </a:lnTo>
                  <a:lnTo>
                    <a:pt x="18028" y="39254"/>
                  </a:lnTo>
                  <a:lnTo>
                    <a:pt x="20409" y="38121"/>
                  </a:lnTo>
                  <a:lnTo>
                    <a:pt x="26363" y="35282"/>
                  </a:lnTo>
                  <a:lnTo>
                    <a:pt x="32336" y="32170"/>
                  </a:lnTo>
                  <a:lnTo>
                    <a:pt x="37880" y="27568"/>
                  </a:lnTo>
                  <a:lnTo>
                    <a:pt x="39262" y="26419"/>
                  </a:lnTo>
                  <a:lnTo>
                    <a:pt x="44221" y="22661"/>
                  </a:lnTo>
                  <a:lnTo>
                    <a:pt x="52253" y="21382"/>
                  </a:lnTo>
                  <a:lnTo>
                    <a:pt x="56079" y="20769"/>
                  </a:lnTo>
                  <a:lnTo>
                    <a:pt x="63506" y="19547"/>
                  </a:lnTo>
                  <a:lnTo>
                    <a:pt x="64945" y="19309"/>
                  </a:lnTo>
                  <a:lnTo>
                    <a:pt x="82603" y="16294"/>
                  </a:lnTo>
                  <a:lnTo>
                    <a:pt x="93078" y="14532"/>
                  </a:lnTo>
                  <a:lnTo>
                    <a:pt x="110445" y="11563"/>
                  </a:lnTo>
                  <a:lnTo>
                    <a:pt x="118859" y="10061"/>
                  </a:lnTo>
                  <a:lnTo>
                    <a:pt x="142346" y="5792"/>
                  </a:lnTo>
                  <a:lnTo>
                    <a:pt x="146136" y="5092"/>
                  </a:lnTo>
                  <a:lnTo>
                    <a:pt x="148439" y="4668"/>
                  </a:lnTo>
                  <a:lnTo>
                    <a:pt x="172159" y="232"/>
                  </a:lnTo>
                  <a:lnTo>
                    <a:pt x="173386" y="0"/>
                  </a:lnTo>
                  <a:lnTo>
                    <a:pt x="174376" y="5534"/>
                  </a:lnTo>
                  <a:lnTo>
                    <a:pt x="177039" y="19839"/>
                  </a:lnTo>
                  <a:lnTo>
                    <a:pt x="178706" y="28811"/>
                  </a:lnTo>
                  <a:lnTo>
                    <a:pt x="178990" y="30341"/>
                  </a:lnTo>
                  <a:lnTo>
                    <a:pt x="181154" y="42187"/>
                  </a:lnTo>
                  <a:lnTo>
                    <a:pt x="181443" y="43772"/>
                  </a:lnTo>
                  <a:lnTo>
                    <a:pt x="183505" y="55082"/>
                  </a:lnTo>
                  <a:lnTo>
                    <a:pt x="185575" y="66470"/>
                  </a:lnTo>
                  <a:lnTo>
                    <a:pt x="186621" y="72232"/>
                  </a:lnTo>
                  <a:lnTo>
                    <a:pt x="189659" y="89000"/>
                  </a:lnTo>
                  <a:lnTo>
                    <a:pt x="192042" y="102458"/>
                  </a:lnTo>
                  <a:lnTo>
                    <a:pt x="193117" y="108535"/>
                  </a:lnTo>
                  <a:lnTo>
                    <a:pt x="195303" y="121414"/>
                  </a:lnTo>
                  <a:lnTo>
                    <a:pt x="195905" y="125106"/>
                  </a:lnTo>
                  <a:lnTo>
                    <a:pt x="197736" y="136345"/>
                  </a:lnTo>
                  <a:lnTo>
                    <a:pt x="198763" y="142657"/>
                  </a:lnTo>
                  <a:lnTo>
                    <a:pt x="200227" y="151489"/>
                  </a:lnTo>
                  <a:lnTo>
                    <a:pt x="201489" y="159111"/>
                  </a:lnTo>
                  <a:lnTo>
                    <a:pt x="204207" y="175569"/>
                  </a:lnTo>
                  <a:lnTo>
                    <a:pt x="206513" y="189294"/>
                  </a:lnTo>
                  <a:lnTo>
                    <a:pt x="207177" y="193247"/>
                  </a:lnTo>
                  <a:lnTo>
                    <a:pt x="209062" y="204499"/>
                  </a:lnTo>
                  <a:lnTo>
                    <a:pt x="210276" y="211990"/>
                  </a:lnTo>
                  <a:lnTo>
                    <a:pt x="211366" y="218729"/>
                  </a:lnTo>
                  <a:lnTo>
                    <a:pt x="213200" y="229233"/>
                  </a:lnTo>
                  <a:lnTo>
                    <a:pt x="210916" y="232093"/>
                  </a:lnTo>
                  <a:lnTo>
                    <a:pt x="208875" y="234763"/>
                  </a:lnTo>
                  <a:lnTo>
                    <a:pt x="210496" y="236346"/>
                  </a:lnTo>
                  <a:lnTo>
                    <a:pt x="212823" y="238617"/>
                  </a:lnTo>
                  <a:lnTo>
                    <a:pt x="214536" y="241814"/>
                  </a:lnTo>
                  <a:lnTo>
                    <a:pt x="212143" y="245919"/>
                  </a:lnTo>
                  <a:lnTo>
                    <a:pt x="213137" y="246319"/>
                  </a:lnTo>
                  <a:lnTo>
                    <a:pt x="215642" y="247328"/>
                  </a:lnTo>
                  <a:lnTo>
                    <a:pt x="218806" y="248079"/>
                  </a:lnTo>
                  <a:lnTo>
                    <a:pt x="218332" y="250215"/>
                  </a:lnTo>
                  <a:lnTo>
                    <a:pt x="218156" y="251005"/>
                  </a:lnTo>
                  <a:lnTo>
                    <a:pt x="218483" y="256701"/>
                  </a:lnTo>
                  <a:lnTo>
                    <a:pt x="215480" y="256890"/>
                  </a:lnTo>
                  <a:lnTo>
                    <a:pt x="208605" y="259244"/>
                  </a:lnTo>
                  <a:lnTo>
                    <a:pt x="204983" y="261645"/>
                  </a:lnTo>
                  <a:lnTo>
                    <a:pt x="201831" y="263731"/>
                  </a:lnTo>
                  <a:lnTo>
                    <a:pt x="197495" y="268626"/>
                  </a:lnTo>
                  <a:lnTo>
                    <a:pt x="194904" y="269791"/>
                  </a:lnTo>
                  <a:lnTo>
                    <a:pt x="193791" y="269118"/>
                  </a:lnTo>
                  <a:lnTo>
                    <a:pt x="190955" y="267401"/>
                  </a:lnTo>
                  <a:lnTo>
                    <a:pt x="188222" y="266232"/>
                  </a:lnTo>
                  <a:lnTo>
                    <a:pt x="184487" y="267467"/>
                  </a:lnTo>
                  <a:lnTo>
                    <a:pt x="183944" y="267647"/>
                  </a:lnTo>
                  <a:lnTo>
                    <a:pt x="179929" y="268179"/>
                  </a:lnTo>
                  <a:lnTo>
                    <a:pt x="177014" y="270708"/>
                  </a:lnTo>
                  <a:lnTo>
                    <a:pt x="178468" y="275255"/>
                  </a:lnTo>
                  <a:lnTo>
                    <a:pt x="179516" y="280494"/>
                  </a:lnTo>
                  <a:lnTo>
                    <a:pt x="180007" y="281474"/>
                  </a:lnTo>
                  <a:lnTo>
                    <a:pt x="181641" y="284735"/>
                  </a:lnTo>
                  <a:lnTo>
                    <a:pt x="180785" y="286881"/>
                  </a:lnTo>
                  <a:lnTo>
                    <a:pt x="178300" y="289086"/>
                  </a:lnTo>
                  <a:lnTo>
                    <a:pt x="177164" y="292472"/>
                  </a:lnTo>
                  <a:lnTo>
                    <a:pt x="171439" y="295058"/>
                  </a:lnTo>
                  <a:lnTo>
                    <a:pt x="169633" y="298343"/>
                  </a:lnTo>
                  <a:lnTo>
                    <a:pt x="169316" y="301836"/>
                  </a:lnTo>
                  <a:lnTo>
                    <a:pt x="169024" y="305039"/>
                  </a:lnTo>
                  <a:lnTo>
                    <a:pt x="167172" y="309578"/>
                  </a:lnTo>
                  <a:lnTo>
                    <a:pt x="163013" y="312752"/>
                  </a:lnTo>
                  <a:lnTo>
                    <a:pt x="159935" y="312390"/>
                  </a:lnTo>
                  <a:lnTo>
                    <a:pt x="158404" y="312209"/>
                  </a:lnTo>
                  <a:lnTo>
                    <a:pt x="157418" y="316215"/>
                  </a:lnTo>
                  <a:lnTo>
                    <a:pt x="154406" y="321288"/>
                  </a:lnTo>
                  <a:lnTo>
                    <a:pt x="154447" y="322040"/>
                  </a:lnTo>
                  <a:lnTo>
                    <a:pt x="154771" y="328096"/>
                  </a:lnTo>
                  <a:lnTo>
                    <a:pt x="154738" y="335414"/>
                  </a:lnTo>
                  <a:lnTo>
                    <a:pt x="152940" y="336941"/>
                  </a:lnTo>
                  <a:lnTo>
                    <a:pt x="151449" y="338205"/>
                  </a:lnTo>
                  <a:lnTo>
                    <a:pt x="150173" y="339517"/>
                  </a:lnTo>
                  <a:lnTo>
                    <a:pt x="148014" y="341734"/>
                  </a:lnTo>
                  <a:lnTo>
                    <a:pt x="143262" y="339118"/>
                  </a:lnTo>
                  <a:lnTo>
                    <a:pt x="135585" y="339262"/>
                  </a:lnTo>
                  <a:lnTo>
                    <a:pt x="129663" y="333456"/>
                  </a:lnTo>
                  <a:lnTo>
                    <a:pt x="126123" y="329708"/>
                  </a:lnTo>
                  <a:lnTo>
                    <a:pt x="121963" y="332418"/>
                  </a:lnTo>
                  <a:lnTo>
                    <a:pt x="119294" y="336216"/>
                  </a:lnTo>
                  <a:lnTo>
                    <a:pt x="117264" y="340144"/>
                  </a:lnTo>
                  <a:lnTo>
                    <a:pt x="116203" y="340544"/>
                  </a:lnTo>
                  <a:lnTo>
                    <a:pt x="113983" y="341381"/>
                  </a:lnTo>
                  <a:lnTo>
                    <a:pt x="114678" y="347480"/>
                  </a:lnTo>
                  <a:lnTo>
                    <a:pt x="116610" y="352954"/>
                  </a:lnTo>
                  <a:lnTo>
                    <a:pt x="110411" y="353622"/>
                  </a:lnTo>
                  <a:lnTo>
                    <a:pt x="110070" y="358453"/>
                  </a:lnTo>
                  <a:lnTo>
                    <a:pt x="107771" y="357758"/>
                  </a:lnTo>
                  <a:lnTo>
                    <a:pt x="106920" y="357500"/>
                  </a:lnTo>
                  <a:lnTo>
                    <a:pt x="102275" y="356189"/>
                  </a:lnTo>
                  <a:lnTo>
                    <a:pt x="97525" y="351295"/>
                  </a:lnTo>
                  <a:lnTo>
                    <a:pt x="94901" y="348117"/>
                  </a:lnTo>
                  <a:lnTo>
                    <a:pt x="94734" y="348240"/>
                  </a:lnTo>
                  <a:lnTo>
                    <a:pt x="90828" y="351103"/>
                  </a:lnTo>
                  <a:lnTo>
                    <a:pt x="87760" y="354761"/>
                  </a:lnTo>
                  <a:lnTo>
                    <a:pt x="84478" y="356100"/>
                  </a:lnTo>
                  <a:lnTo>
                    <a:pt x="82339" y="356971"/>
                  </a:lnTo>
                  <a:lnTo>
                    <a:pt x="80676" y="361182"/>
                  </a:lnTo>
                  <a:lnTo>
                    <a:pt x="80270" y="365457"/>
                  </a:lnTo>
                  <a:lnTo>
                    <a:pt x="77766" y="371143"/>
                  </a:lnTo>
                  <a:lnTo>
                    <a:pt x="75096" y="368053"/>
                  </a:lnTo>
                  <a:lnTo>
                    <a:pt x="71770" y="365552"/>
                  </a:lnTo>
                  <a:lnTo>
                    <a:pt x="66326" y="364100"/>
                  </a:lnTo>
                  <a:lnTo>
                    <a:pt x="65195" y="363558"/>
                  </a:lnTo>
                  <a:lnTo>
                    <a:pt x="62679" y="362352"/>
                  </a:lnTo>
                  <a:lnTo>
                    <a:pt x="60610" y="361359"/>
                  </a:lnTo>
                  <a:lnTo>
                    <a:pt x="54251" y="359103"/>
                  </a:lnTo>
                  <a:lnTo>
                    <a:pt x="52335" y="360359"/>
                  </a:lnTo>
                  <a:lnTo>
                    <a:pt x="49939" y="361929"/>
                  </a:lnTo>
                  <a:lnTo>
                    <a:pt x="45454" y="362147"/>
                  </a:lnTo>
                  <a:lnTo>
                    <a:pt x="41881" y="365038"/>
                  </a:lnTo>
                  <a:lnTo>
                    <a:pt x="41262" y="369273"/>
                  </a:lnTo>
                  <a:lnTo>
                    <a:pt x="37411" y="369496"/>
                  </a:lnTo>
                  <a:lnTo>
                    <a:pt x="34937" y="367467"/>
                  </a:lnTo>
                  <a:lnTo>
                    <a:pt x="34115" y="366792"/>
                  </a:lnTo>
                  <a:lnTo>
                    <a:pt x="28565" y="369104"/>
                  </a:lnTo>
                  <a:lnTo>
                    <a:pt x="23624" y="365785"/>
                  </a:lnTo>
                  <a:lnTo>
                    <a:pt x="20425" y="367411"/>
                  </a:lnTo>
                  <a:lnTo>
                    <a:pt x="20274" y="368166"/>
                  </a:lnTo>
                  <a:lnTo>
                    <a:pt x="19746" y="370799"/>
                  </a:lnTo>
                  <a:lnTo>
                    <a:pt x="22710" y="375038"/>
                  </a:lnTo>
                  <a:lnTo>
                    <a:pt x="20851" y="377788"/>
                  </a:lnTo>
                  <a:lnTo>
                    <a:pt x="18594" y="378810"/>
                  </a:lnTo>
                  <a:lnTo>
                    <a:pt x="14446" y="377878"/>
                  </a:lnTo>
                  <a:lnTo>
                    <a:pt x="11100" y="3733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93018" y="3620118"/>
              <a:ext cx="518900" cy="270479"/>
            </a:xfrm>
            <a:custGeom>
              <a:avLst/>
              <a:pathLst>
                <a:path w="518900" h="270479">
                  <a:moveTo>
                    <a:pt x="5415" y="6927"/>
                  </a:moveTo>
                  <a:lnTo>
                    <a:pt x="20117" y="7285"/>
                  </a:lnTo>
                  <a:lnTo>
                    <a:pt x="39528" y="7709"/>
                  </a:lnTo>
                  <a:lnTo>
                    <a:pt x="48316" y="7868"/>
                  </a:lnTo>
                  <a:lnTo>
                    <a:pt x="54142" y="7965"/>
                  </a:lnTo>
                  <a:lnTo>
                    <a:pt x="56154" y="7998"/>
                  </a:lnTo>
                  <a:lnTo>
                    <a:pt x="71803" y="8242"/>
                  </a:lnTo>
                  <a:lnTo>
                    <a:pt x="91995" y="8464"/>
                  </a:lnTo>
                  <a:lnTo>
                    <a:pt x="93335" y="8480"/>
                  </a:lnTo>
                  <a:lnTo>
                    <a:pt x="110869" y="8653"/>
                  </a:lnTo>
                  <a:lnTo>
                    <a:pt x="129853" y="8745"/>
                  </a:lnTo>
                  <a:lnTo>
                    <a:pt x="130911" y="8748"/>
                  </a:lnTo>
                  <a:lnTo>
                    <a:pt x="155318" y="8762"/>
                  </a:lnTo>
                  <a:lnTo>
                    <a:pt x="167719" y="8687"/>
                  </a:lnTo>
                  <a:lnTo>
                    <a:pt x="167915" y="8686"/>
                  </a:lnTo>
                  <a:lnTo>
                    <a:pt x="176189" y="8621"/>
                  </a:lnTo>
                  <a:lnTo>
                    <a:pt x="197799" y="8441"/>
                  </a:lnTo>
                  <a:lnTo>
                    <a:pt x="204064" y="8374"/>
                  </a:lnTo>
                  <a:lnTo>
                    <a:pt x="205308" y="8359"/>
                  </a:lnTo>
                  <a:lnTo>
                    <a:pt x="228122" y="8038"/>
                  </a:lnTo>
                  <a:lnTo>
                    <a:pt x="235663" y="7911"/>
                  </a:lnTo>
                  <a:lnTo>
                    <a:pt x="242983" y="7786"/>
                  </a:lnTo>
                  <a:lnTo>
                    <a:pt x="258414" y="7489"/>
                  </a:lnTo>
                  <a:lnTo>
                    <a:pt x="271670" y="7201"/>
                  </a:lnTo>
                  <a:lnTo>
                    <a:pt x="281326" y="6973"/>
                  </a:lnTo>
                  <a:lnTo>
                    <a:pt x="288712" y="6788"/>
                  </a:lnTo>
                  <a:lnTo>
                    <a:pt x="291681" y="6711"/>
                  </a:lnTo>
                  <a:lnTo>
                    <a:pt x="315870" y="6023"/>
                  </a:lnTo>
                  <a:lnTo>
                    <a:pt x="318992" y="5931"/>
                  </a:lnTo>
                  <a:lnTo>
                    <a:pt x="343091" y="5154"/>
                  </a:lnTo>
                  <a:lnTo>
                    <a:pt x="349299" y="4927"/>
                  </a:lnTo>
                  <a:lnTo>
                    <a:pt x="352149" y="4820"/>
                  </a:lnTo>
                  <a:lnTo>
                    <a:pt x="356703" y="4654"/>
                  </a:lnTo>
                  <a:lnTo>
                    <a:pt x="379175" y="3776"/>
                  </a:lnTo>
                  <a:lnTo>
                    <a:pt x="379592" y="3759"/>
                  </a:lnTo>
                  <a:lnTo>
                    <a:pt x="394614" y="3120"/>
                  </a:lnTo>
                  <a:lnTo>
                    <a:pt x="400288" y="2876"/>
                  </a:lnTo>
                  <a:lnTo>
                    <a:pt x="409001" y="2445"/>
                  </a:lnTo>
                  <a:lnTo>
                    <a:pt x="409898" y="2403"/>
                  </a:lnTo>
                  <a:lnTo>
                    <a:pt x="424784" y="1685"/>
                  </a:lnTo>
                  <a:lnTo>
                    <a:pt x="425021" y="1674"/>
                  </a:lnTo>
                  <a:lnTo>
                    <a:pt x="454755" y="116"/>
                  </a:lnTo>
                  <a:lnTo>
                    <a:pt x="456868" y="0"/>
                  </a:lnTo>
                  <a:lnTo>
                    <a:pt x="462296" y="4605"/>
                  </a:lnTo>
                  <a:lnTo>
                    <a:pt x="468464" y="8476"/>
                  </a:lnTo>
                  <a:lnTo>
                    <a:pt x="472708" y="11173"/>
                  </a:lnTo>
                  <a:lnTo>
                    <a:pt x="476735" y="7813"/>
                  </a:lnTo>
                  <a:lnTo>
                    <a:pt x="478427" y="7607"/>
                  </a:lnTo>
                  <a:lnTo>
                    <a:pt x="481217" y="7265"/>
                  </a:lnTo>
                  <a:lnTo>
                    <a:pt x="482884" y="9279"/>
                  </a:lnTo>
                  <a:lnTo>
                    <a:pt x="486474" y="13416"/>
                  </a:lnTo>
                  <a:lnTo>
                    <a:pt x="486559" y="13920"/>
                  </a:lnTo>
                  <a:lnTo>
                    <a:pt x="487254" y="18050"/>
                  </a:lnTo>
                  <a:lnTo>
                    <a:pt x="488097" y="20050"/>
                  </a:lnTo>
                  <a:lnTo>
                    <a:pt x="485615" y="22433"/>
                  </a:lnTo>
                  <a:lnTo>
                    <a:pt x="480805" y="22806"/>
                  </a:lnTo>
                  <a:lnTo>
                    <a:pt x="480974" y="26009"/>
                  </a:lnTo>
                  <a:lnTo>
                    <a:pt x="476699" y="29197"/>
                  </a:lnTo>
                  <a:lnTo>
                    <a:pt x="476451" y="32643"/>
                  </a:lnTo>
                  <a:lnTo>
                    <a:pt x="476333" y="34273"/>
                  </a:lnTo>
                  <a:lnTo>
                    <a:pt x="474439" y="35991"/>
                  </a:lnTo>
                  <a:lnTo>
                    <a:pt x="472070" y="38127"/>
                  </a:lnTo>
                  <a:lnTo>
                    <a:pt x="473661" y="39841"/>
                  </a:lnTo>
                  <a:lnTo>
                    <a:pt x="476652" y="43060"/>
                  </a:lnTo>
                  <a:lnTo>
                    <a:pt x="481480" y="47480"/>
                  </a:lnTo>
                  <a:lnTo>
                    <a:pt x="482680" y="49058"/>
                  </a:lnTo>
                  <a:lnTo>
                    <a:pt x="484077" y="50894"/>
                  </a:lnTo>
                  <a:lnTo>
                    <a:pt x="488004" y="51290"/>
                  </a:lnTo>
                  <a:lnTo>
                    <a:pt x="487066" y="57362"/>
                  </a:lnTo>
                  <a:lnTo>
                    <a:pt x="490763" y="61493"/>
                  </a:lnTo>
                  <a:lnTo>
                    <a:pt x="493050" y="64157"/>
                  </a:lnTo>
                  <a:lnTo>
                    <a:pt x="494992" y="67159"/>
                  </a:lnTo>
                  <a:lnTo>
                    <a:pt x="495535" y="67541"/>
                  </a:lnTo>
                  <a:lnTo>
                    <a:pt x="499082" y="70034"/>
                  </a:lnTo>
                  <a:lnTo>
                    <a:pt x="503174" y="68540"/>
                  </a:lnTo>
                  <a:lnTo>
                    <a:pt x="507136" y="70707"/>
                  </a:lnTo>
                  <a:lnTo>
                    <a:pt x="508630" y="70706"/>
                  </a:lnTo>
                  <a:lnTo>
                    <a:pt x="509310" y="70706"/>
                  </a:lnTo>
                  <a:lnTo>
                    <a:pt x="508489" y="74394"/>
                  </a:lnTo>
                  <a:lnTo>
                    <a:pt x="508604" y="76456"/>
                  </a:lnTo>
                  <a:lnTo>
                    <a:pt x="508826" y="80439"/>
                  </a:lnTo>
                  <a:lnTo>
                    <a:pt x="509127" y="85867"/>
                  </a:lnTo>
                  <a:lnTo>
                    <a:pt x="509803" y="97595"/>
                  </a:lnTo>
                  <a:lnTo>
                    <a:pt x="510337" y="106876"/>
                  </a:lnTo>
                  <a:lnTo>
                    <a:pt x="510349" y="107102"/>
                  </a:lnTo>
                  <a:lnTo>
                    <a:pt x="511503" y="129810"/>
                  </a:lnTo>
                  <a:lnTo>
                    <a:pt x="511980" y="137549"/>
                  </a:lnTo>
                  <a:lnTo>
                    <a:pt x="512789" y="150695"/>
                  </a:lnTo>
                  <a:lnTo>
                    <a:pt x="513636" y="166177"/>
                  </a:lnTo>
                  <a:lnTo>
                    <a:pt x="513746" y="168181"/>
                  </a:lnTo>
                  <a:lnTo>
                    <a:pt x="513980" y="172472"/>
                  </a:lnTo>
                  <a:lnTo>
                    <a:pt x="515347" y="199095"/>
                  </a:lnTo>
                  <a:lnTo>
                    <a:pt x="515396" y="199888"/>
                  </a:lnTo>
                  <a:lnTo>
                    <a:pt x="515500" y="201588"/>
                  </a:lnTo>
                  <a:lnTo>
                    <a:pt x="516790" y="222713"/>
                  </a:lnTo>
                  <a:lnTo>
                    <a:pt x="517023" y="226783"/>
                  </a:lnTo>
                  <a:lnTo>
                    <a:pt x="517151" y="229025"/>
                  </a:lnTo>
                  <a:lnTo>
                    <a:pt x="518036" y="244540"/>
                  </a:lnTo>
                  <a:lnTo>
                    <a:pt x="518590" y="253540"/>
                  </a:lnTo>
                  <a:lnTo>
                    <a:pt x="518900" y="258578"/>
                  </a:lnTo>
                  <a:lnTo>
                    <a:pt x="512286" y="259009"/>
                  </a:lnTo>
                  <a:lnTo>
                    <a:pt x="492570" y="260156"/>
                  </a:lnTo>
                  <a:lnTo>
                    <a:pt x="491710" y="260208"/>
                  </a:lnTo>
                  <a:lnTo>
                    <a:pt x="487112" y="260483"/>
                  </a:lnTo>
                  <a:lnTo>
                    <a:pt x="469730" y="261490"/>
                  </a:lnTo>
                  <a:lnTo>
                    <a:pt x="463785" y="261820"/>
                  </a:lnTo>
                  <a:lnTo>
                    <a:pt x="455779" y="262255"/>
                  </a:lnTo>
                  <a:lnTo>
                    <a:pt x="452206" y="262446"/>
                  </a:lnTo>
                  <a:lnTo>
                    <a:pt x="437323" y="263216"/>
                  </a:lnTo>
                  <a:lnTo>
                    <a:pt x="427451" y="263706"/>
                  </a:lnTo>
                  <a:lnTo>
                    <a:pt x="424927" y="263830"/>
                  </a:lnTo>
                  <a:lnTo>
                    <a:pt x="422375" y="263954"/>
                  </a:lnTo>
                  <a:lnTo>
                    <a:pt x="407237" y="264668"/>
                  </a:lnTo>
                  <a:lnTo>
                    <a:pt x="387489" y="265562"/>
                  </a:lnTo>
                  <a:lnTo>
                    <a:pt x="385722" y="265633"/>
                  </a:lnTo>
                  <a:lnTo>
                    <a:pt x="370053" y="266234"/>
                  </a:lnTo>
                  <a:lnTo>
                    <a:pt x="345538" y="267131"/>
                  </a:lnTo>
                  <a:lnTo>
                    <a:pt x="342249" y="267246"/>
                  </a:lnTo>
                  <a:lnTo>
                    <a:pt x="325671" y="267798"/>
                  </a:lnTo>
                  <a:lnTo>
                    <a:pt x="320260" y="267965"/>
                  </a:lnTo>
                  <a:lnTo>
                    <a:pt x="298845" y="268580"/>
                  </a:lnTo>
                  <a:lnTo>
                    <a:pt x="296496" y="268647"/>
                  </a:lnTo>
                  <a:lnTo>
                    <a:pt x="279506" y="269099"/>
                  </a:lnTo>
                  <a:lnTo>
                    <a:pt x="274847" y="269213"/>
                  </a:lnTo>
                  <a:lnTo>
                    <a:pt x="258406" y="269584"/>
                  </a:lnTo>
                  <a:lnTo>
                    <a:pt x="257922" y="269594"/>
                  </a:lnTo>
                  <a:lnTo>
                    <a:pt x="244594" y="269791"/>
                  </a:lnTo>
                  <a:lnTo>
                    <a:pt x="227303" y="270002"/>
                  </a:lnTo>
                  <a:lnTo>
                    <a:pt x="212732" y="270184"/>
                  </a:lnTo>
                  <a:lnTo>
                    <a:pt x="203701" y="270279"/>
                  </a:lnTo>
                  <a:lnTo>
                    <a:pt x="184290" y="270435"/>
                  </a:lnTo>
                  <a:lnTo>
                    <a:pt x="180850" y="270448"/>
                  </a:lnTo>
                  <a:lnTo>
                    <a:pt x="174912" y="270465"/>
                  </a:lnTo>
                  <a:lnTo>
                    <a:pt x="166761" y="270479"/>
                  </a:lnTo>
                  <a:lnTo>
                    <a:pt x="143155" y="270403"/>
                  </a:lnTo>
                  <a:lnTo>
                    <a:pt x="142640" y="270404"/>
                  </a:lnTo>
                  <a:lnTo>
                    <a:pt x="136562" y="270413"/>
                  </a:lnTo>
                  <a:lnTo>
                    <a:pt x="104169" y="270354"/>
                  </a:lnTo>
                  <a:lnTo>
                    <a:pt x="98529" y="270363"/>
                  </a:lnTo>
                  <a:lnTo>
                    <a:pt x="82981" y="270360"/>
                  </a:lnTo>
                  <a:lnTo>
                    <a:pt x="76699" y="270325"/>
                  </a:lnTo>
                  <a:lnTo>
                    <a:pt x="68238" y="270268"/>
                  </a:lnTo>
                  <a:lnTo>
                    <a:pt x="58095" y="270184"/>
                  </a:lnTo>
                  <a:lnTo>
                    <a:pt x="38944" y="270009"/>
                  </a:lnTo>
                  <a:lnTo>
                    <a:pt x="34053" y="269948"/>
                  </a:lnTo>
                  <a:lnTo>
                    <a:pt x="9775" y="269586"/>
                  </a:lnTo>
                  <a:lnTo>
                    <a:pt x="981" y="269429"/>
                  </a:lnTo>
                  <a:lnTo>
                    <a:pt x="0" y="269411"/>
                  </a:lnTo>
                  <a:lnTo>
                    <a:pt x="104" y="265752"/>
                  </a:lnTo>
                  <a:lnTo>
                    <a:pt x="241" y="259524"/>
                  </a:lnTo>
                  <a:lnTo>
                    <a:pt x="541" y="246313"/>
                  </a:lnTo>
                  <a:lnTo>
                    <a:pt x="801" y="234894"/>
                  </a:lnTo>
                  <a:lnTo>
                    <a:pt x="1310" y="212662"/>
                  </a:lnTo>
                  <a:lnTo>
                    <a:pt x="1469" y="205724"/>
                  </a:lnTo>
                  <a:lnTo>
                    <a:pt x="1492" y="204445"/>
                  </a:lnTo>
                  <a:lnTo>
                    <a:pt x="2081" y="171797"/>
                  </a:lnTo>
                  <a:lnTo>
                    <a:pt x="2354" y="158770"/>
                  </a:lnTo>
                  <a:lnTo>
                    <a:pt x="2366" y="158218"/>
                  </a:lnTo>
                  <a:lnTo>
                    <a:pt x="2578" y="148132"/>
                  </a:lnTo>
                  <a:lnTo>
                    <a:pt x="3004" y="128009"/>
                  </a:lnTo>
                  <a:lnTo>
                    <a:pt x="3156" y="120823"/>
                  </a:lnTo>
                  <a:lnTo>
                    <a:pt x="3806" y="90342"/>
                  </a:lnTo>
                  <a:lnTo>
                    <a:pt x="3938" y="82830"/>
                  </a:lnTo>
                  <a:lnTo>
                    <a:pt x="4309" y="61842"/>
                  </a:lnTo>
                  <a:lnTo>
                    <a:pt x="4640" y="44875"/>
                  </a:lnTo>
                  <a:lnTo>
                    <a:pt x="4650" y="44363"/>
                  </a:lnTo>
                  <a:lnTo>
                    <a:pt x="5068" y="229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132946" y="3606635"/>
              <a:ext cx="508094" cy="281384"/>
            </a:xfrm>
            <a:custGeom>
              <a:avLst/>
              <a:pathLst>
                <a:path w="508094" h="281384">
                  <a:moveTo>
                    <a:pt x="1521" y="274790"/>
                  </a:moveTo>
                  <a:lnTo>
                    <a:pt x="6139" y="274935"/>
                  </a:lnTo>
                  <a:lnTo>
                    <a:pt x="11155" y="274644"/>
                  </a:lnTo>
                  <a:lnTo>
                    <a:pt x="12582" y="269188"/>
                  </a:lnTo>
                  <a:lnTo>
                    <a:pt x="16141" y="268588"/>
                  </a:lnTo>
                  <a:lnTo>
                    <a:pt x="16325" y="268557"/>
                  </a:lnTo>
                  <a:lnTo>
                    <a:pt x="19982" y="272165"/>
                  </a:lnTo>
                  <a:lnTo>
                    <a:pt x="23662" y="272423"/>
                  </a:lnTo>
                  <a:lnTo>
                    <a:pt x="25043" y="267291"/>
                  </a:lnTo>
                  <a:lnTo>
                    <a:pt x="26412" y="264854"/>
                  </a:lnTo>
                  <a:lnTo>
                    <a:pt x="27003" y="263799"/>
                  </a:lnTo>
                  <a:lnTo>
                    <a:pt x="23869" y="259436"/>
                  </a:lnTo>
                  <a:lnTo>
                    <a:pt x="26623" y="255614"/>
                  </a:lnTo>
                  <a:lnTo>
                    <a:pt x="26378" y="252976"/>
                  </a:lnTo>
                  <a:lnTo>
                    <a:pt x="26355" y="252730"/>
                  </a:lnTo>
                  <a:lnTo>
                    <a:pt x="26321" y="247626"/>
                  </a:lnTo>
                  <a:lnTo>
                    <a:pt x="27741" y="243501"/>
                  </a:lnTo>
                  <a:lnTo>
                    <a:pt x="28389" y="238761"/>
                  </a:lnTo>
                  <a:lnTo>
                    <a:pt x="28549" y="237587"/>
                  </a:lnTo>
                  <a:lnTo>
                    <a:pt x="25937" y="235797"/>
                  </a:lnTo>
                  <a:lnTo>
                    <a:pt x="25840" y="232653"/>
                  </a:lnTo>
                  <a:lnTo>
                    <a:pt x="22665" y="228294"/>
                  </a:lnTo>
                  <a:lnTo>
                    <a:pt x="22541" y="228125"/>
                  </a:lnTo>
                  <a:lnTo>
                    <a:pt x="26614" y="221714"/>
                  </a:lnTo>
                  <a:lnTo>
                    <a:pt x="28942" y="217198"/>
                  </a:lnTo>
                  <a:lnTo>
                    <a:pt x="32503" y="213589"/>
                  </a:lnTo>
                  <a:lnTo>
                    <a:pt x="37243" y="212678"/>
                  </a:lnTo>
                  <a:lnTo>
                    <a:pt x="37522" y="212750"/>
                  </a:lnTo>
                  <a:lnTo>
                    <a:pt x="44246" y="214482"/>
                  </a:lnTo>
                  <a:lnTo>
                    <a:pt x="50354" y="217340"/>
                  </a:lnTo>
                  <a:lnTo>
                    <a:pt x="54579" y="217961"/>
                  </a:lnTo>
                  <a:lnTo>
                    <a:pt x="60587" y="219644"/>
                  </a:lnTo>
                  <a:lnTo>
                    <a:pt x="64381" y="221656"/>
                  </a:lnTo>
                  <a:lnTo>
                    <a:pt x="66603" y="222833"/>
                  </a:lnTo>
                  <a:lnTo>
                    <a:pt x="69432" y="222374"/>
                  </a:lnTo>
                  <a:lnTo>
                    <a:pt x="69892" y="222299"/>
                  </a:lnTo>
                  <a:lnTo>
                    <a:pt x="70421" y="222213"/>
                  </a:lnTo>
                  <a:lnTo>
                    <a:pt x="72259" y="219279"/>
                  </a:lnTo>
                  <a:lnTo>
                    <a:pt x="73056" y="214644"/>
                  </a:lnTo>
                  <a:lnTo>
                    <a:pt x="69035" y="209008"/>
                  </a:lnTo>
                  <a:lnTo>
                    <a:pt x="65293" y="203284"/>
                  </a:lnTo>
                  <a:lnTo>
                    <a:pt x="66660" y="198804"/>
                  </a:lnTo>
                  <a:lnTo>
                    <a:pt x="67430" y="193322"/>
                  </a:lnTo>
                  <a:lnTo>
                    <a:pt x="70439" y="191011"/>
                  </a:lnTo>
                  <a:lnTo>
                    <a:pt x="70616" y="191048"/>
                  </a:lnTo>
                  <a:lnTo>
                    <a:pt x="74765" y="191916"/>
                  </a:lnTo>
                  <a:lnTo>
                    <a:pt x="79498" y="187038"/>
                  </a:lnTo>
                  <a:lnTo>
                    <a:pt x="87888" y="184579"/>
                  </a:lnTo>
                  <a:lnTo>
                    <a:pt x="94149" y="181836"/>
                  </a:lnTo>
                  <a:lnTo>
                    <a:pt x="93689" y="180464"/>
                  </a:lnTo>
                  <a:lnTo>
                    <a:pt x="92993" y="178384"/>
                  </a:lnTo>
                  <a:lnTo>
                    <a:pt x="88414" y="175145"/>
                  </a:lnTo>
                  <a:lnTo>
                    <a:pt x="88332" y="174953"/>
                  </a:lnTo>
                  <a:lnTo>
                    <a:pt x="85530" y="168376"/>
                  </a:lnTo>
                  <a:lnTo>
                    <a:pt x="86934" y="164396"/>
                  </a:lnTo>
                  <a:lnTo>
                    <a:pt x="91382" y="159742"/>
                  </a:lnTo>
                  <a:lnTo>
                    <a:pt x="92879" y="154526"/>
                  </a:lnTo>
                  <a:lnTo>
                    <a:pt x="97027" y="155458"/>
                  </a:lnTo>
                  <a:lnTo>
                    <a:pt x="99284" y="154436"/>
                  </a:lnTo>
                  <a:lnTo>
                    <a:pt x="101143" y="151687"/>
                  </a:lnTo>
                  <a:lnTo>
                    <a:pt x="98179" y="147448"/>
                  </a:lnTo>
                  <a:lnTo>
                    <a:pt x="98707" y="144815"/>
                  </a:lnTo>
                  <a:lnTo>
                    <a:pt x="98858" y="144060"/>
                  </a:lnTo>
                  <a:lnTo>
                    <a:pt x="102056" y="142433"/>
                  </a:lnTo>
                  <a:lnTo>
                    <a:pt x="106998" y="145753"/>
                  </a:lnTo>
                  <a:lnTo>
                    <a:pt x="112548" y="143441"/>
                  </a:lnTo>
                  <a:lnTo>
                    <a:pt x="113370" y="144115"/>
                  </a:lnTo>
                  <a:lnTo>
                    <a:pt x="115844" y="146144"/>
                  </a:lnTo>
                  <a:lnTo>
                    <a:pt x="119695" y="145922"/>
                  </a:lnTo>
                  <a:lnTo>
                    <a:pt x="120313" y="141686"/>
                  </a:lnTo>
                  <a:lnTo>
                    <a:pt x="123887" y="138795"/>
                  </a:lnTo>
                  <a:lnTo>
                    <a:pt x="128371" y="138577"/>
                  </a:lnTo>
                  <a:lnTo>
                    <a:pt x="130768" y="137008"/>
                  </a:lnTo>
                  <a:lnTo>
                    <a:pt x="132684" y="135752"/>
                  </a:lnTo>
                  <a:lnTo>
                    <a:pt x="139042" y="138008"/>
                  </a:lnTo>
                  <a:lnTo>
                    <a:pt x="141112" y="139001"/>
                  </a:lnTo>
                  <a:lnTo>
                    <a:pt x="143627" y="140207"/>
                  </a:lnTo>
                  <a:lnTo>
                    <a:pt x="144759" y="140748"/>
                  </a:lnTo>
                  <a:lnTo>
                    <a:pt x="150203" y="142201"/>
                  </a:lnTo>
                  <a:lnTo>
                    <a:pt x="153529" y="144702"/>
                  </a:lnTo>
                  <a:lnTo>
                    <a:pt x="156199" y="147792"/>
                  </a:lnTo>
                  <a:lnTo>
                    <a:pt x="158702" y="142106"/>
                  </a:lnTo>
                  <a:lnTo>
                    <a:pt x="159109" y="137830"/>
                  </a:lnTo>
                  <a:lnTo>
                    <a:pt x="160772" y="133620"/>
                  </a:lnTo>
                  <a:lnTo>
                    <a:pt x="162911" y="132749"/>
                  </a:lnTo>
                  <a:lnTo>
                    <a:pt x="166192" y="131410"/>
                  </a:lnTo>
                  <a:lnTo>
                    <a:pt x="169260" y="127752"/>
                  </a:lnTo>
                  <a:lnTo>
                    <a:pt x="173167" y="124888"/>
                  </a:lnTo>
                  <a:lnTo>
                    <a:pt x="173334" y="124766"/>
                  </a:lnTo>
                  <a:lnTo>
                    <a:pt x="175958" y="127944"/>
                  </a:lnTo>
                  <a:lnTo>
                    <a:pt x="180707" y="132837"/>
                  </a:lnTo>
                  <a:lnTo>
                    <a:pt x="185352" y="134149"/>
                  </a:lnTo>
                  <a:lnTo>
                    <a:pt x="186204" y="134407"/>
                  </a:lnTo>
                  <a:lnTo>
                    <a:pt x="188503" y="135102"/>
                  </a:lnTo>
                  <a:lnTo>
                    <a:pt x="188844" y="130271"/>
                  </a:lnTo>
                  <a:lnTo>
                    <a:pt x="195043" y="129603"/>
                  </a:lnTo>
                  <a:lnTo>
                    <a:pt x="193111" y="124128"/>
                  </a:lnTo>
                  <a:lnTo>
                    <a:pt x="192416" y="118030"/>
                  </a:lnTo>
                  <a:lnTo>
                    <a:pt x="194636" y="117193"/>
                  </a:lnTo>
                  <a:lnTo>
                    <a:pt x="195697" y="116792"/>
                  </a:lnTo>
                  <a:lnTo>
                    <a:pt x="197754" y="112826"/>
                  </a:lnTo>
                  <a:lnTo>
                    <a:pt x="200395" y="109067"/>
                  </a:lnTo>
                  <a:lnTo>
                    <a:pt x="204555" y="106357"/>
                  </a:lnTo>
                  <a:lnTo>
                    <a:pt x="208096" y="110104"/>
                  </a:lnTo>
                  <a:lnTo>
                    <a:pt x="214018" y="115910"/>
                  </a:lnTo>
                  <a:lnTo>
                    <a:pt x="221694" y="115767"/>
                  </a:lnTo>
                  <a:lnTo>
                    <a:pt x="226447" y="118382"/>
                  </a:lnTo>
                  <a:lnTo>
                    <a:pt x="228605" y="116166"/>
                  </a:lnTo>
                  <a:lnTo>
                    <a:pt x="229882" y="114854"/>
                  </a:lnTo>
                  <a:lnTo>
                    <a:pt x="231372" y="113590"/>
                  </a:lnTo>
                  <a:lnTo>
                    <a:pt x="233171" y="112063"/>
                  </a:lnTo>
                  <a:lnTo>
                    <a:pt x="233203" y="104744"/>
                  </a:lnTo>
                  <a:lnTo>
                    <a:pt x="232879" y="98688"/>
                  </a:lnTo>
                  <a:lnTo>
                    <a:pt x="232839" y="97936"/>
                  </a:lnTo>
                  <a:lnTo>
                    <a:pt x="235851" y="92864"/>
                  </a:lnTo>
                  <a:lnTo>
                    <a:pt x="236837" y="88858"/>
                  </a:lnTo>
                  <a:lnTo>
                    <a:pt x="238368" y="89039"/>
                  </a:lnTo>
                  <a:lnTo>
                    <a:pt x="241446" y="89401"/>
                  </a:lnTo>
                  <a:lnTo>
                    <a:pt x="245605" y="86226"/>
                  </a:lnTo>
                  <a:lnTo>
                    <a:pt x="247456" y="81688"/>
                  </a:lnTo>
                  <a:lnTo>
                    <a:pt x="247748" y="78485"/>
                  </a:lnTo>
                  <a:lnTo>
                    <a:pt x="248066" y="74992"/>
                  </a:lnTo>
                  <a:lnTo>
                    <a:pt x="249872" y="71707"/>
                  </a:lnTo>
                  <a:lnTo>
                    <a:pt x="255597" y="69120"/>
                  </a:lnTo>
                  <a:lnTo>
                    <a:pt x="256733" y="65734"/>
                  </a:lnTo>
                  <a:lnTo>
                    <a:pt x="259225" y="63511"/>
                  </a:lnTo>
                  <a:lnTo>
                    <a:pt x="260074" y="61384"/>
                  </a:lnTo>
                  <a:lnTo>
                    <a:pt x="258439" y="58123"/>
                  </a:lnTo>
                  <a:lnTo>
                    <a:pt x="257948" y="57143"/>
                  </a:lnTo>
                  <a:lnTo>
                    <a:pt x="256901" y="51904"/>
                  </a:lnTo>
                  <a:lnTo>
                    <a:pt x="255447" y="47357"/>
                  </a:lnTo>
                  <a:lnTo>
                    <a:pt x="258362" y="44827"/>
                  </a:lnTo>
                  <a:lnTo>
                    <a:pt x="262376" y="44296"/>
                  </a:lnTo>
                  <a:lnTo>
                    <a:pt x="262919" y="44116"/>
                  </a:lnTo>
                  <a:lnTo>
                    <a:pt x="266654" y="42880"/>
                  </a:lnTo>
                  <a:lnTo>
                    <a:pt x="269388" y="44050"/>
                  </a:lnTo>
                  <a:lnTo>
                    <a:pt x="272223" y="45766"/>
                  </a:lnTo>
                  <a:lnTo>
                    <a:pt x="273336" y="46440"/>
                  </a:lnTo>
                  <a:lnTo>
                    <a:pt x="275928" y="45275"/>
                  </a:lnTo>
                  <a:lnTo>
                    <a:pt x="280264" y="40380"/>
                  </a:lnTo>
                  <a:lnTo>
                    <a:pt x="283416" y="38294"/>
                  </a:lnTo>
                  <a:lnTo>
                    <a:pt x="287038" y="35893"/>
                  </a:lnTo>
                  <a:lnTo>
                    <a:pt x="293913" y="33539"/>
                  </a:lnTo>
                  <a:lnTo>
                    <a:pt x="296916" y="33350"/>
                  </a:lnTo>
                  <a:lnTo>
                    <a:pt x="296589" y="27654"/>
                  </a:lnTo>
                  <a:lnTo>
                    <a:pt x="296764" y="26864"/>
                  </a:lnTo>
                  <a:lnTo>
                    <a:pt x="297239" y="24727"/>
                  </a:lnTo>
                  <a:lnTo>
                    <a:pt x="294075" y="23976"/>
                  </a:lnTo>
                  <a:lnTo>
                    <a:pt x="291570" y="22968"/>
                  </a:lnTo>
                  <a:lnTo>
                    <a:pt x="290576" y="22567"/>
                  </a:lnTo>
                  <a:lnTo>
                    <a:pt x="292969" y="18463"/>
                  </a:lnTo>
                  <a:lnTo>
                    <a:pt x="291256" y="15266"/>
                  </a:lnTo>
                  <a:lnTo>
                    <a:pt x="288929" y="12995"/>
                  </a:lnTo>
                  <a:lnTo>
                    <a:pt x="287308" y="11412"/>
                  </a:lnTo>
                  <a:lnTo>
                    <a:pt x="289349" y="8742"/>
                  </a:lnTo>
                  <a:lnTo>
                    <a:pt x="291633" y="5882"/>
                  </a:lnTo>
                  <a:lnTo>
                    <a:pt x="295613" y="1409"/>
                  </a:lnTo>
                  <a:lnTo>
                    <a:pt x="298274" y="2221"/>
                  </a:lnTo>
                  <a:lnTo>
                    <a:pt x="298444" y="2366"/>
                  </a:lnTo>
                  <a:lnTo>
                    <a:pt x="301241" y="4730"/>
                  </a:lnTo>
                  <a:lnTo>
                    <a:pt x="305212" y="5759"/>
                  </a:lnTo>
                  <a:lnTo>
                    <a:pt x="306228" y="6022"/>
                  </a:lnTo>
                  <a:lnTo>
                    <a:pt x="309622" y="3052"/>
                  </a:lnTo>
                  <a:lnTo>
                    <a:pt x="312530" y="2286"/>
                  </a:lnTo>
                  <a:lnTo>
                    <a:pt x="313368" y="2065"/>
                  </a:lnTo>
                  <a:lnTo>
                    <a:pt x="313998" y="670"/>
                  </a:lnTo>
                  <a:lnTo>
                    <a:pt x="315175" y="0"/>
                  </a:lnTo>
                  <a:lnTo>
                    <a:pt x="316403" y="416"/>
                  </a:lnTo>
                  <a:lnTo>
                    <a:pt x="317691" y="2891"/>
                  </a:lnTo>
                  <a:lnTo>
                    <a:pt x="320397" y="5727"/>
                  </a:lnTo>
                  <a:lnTo>
                    <a:pt x="325634" y="6408"/>
                  </a:lnTo>
                  <a:lnTo>
                    <a:pt x="326096" y="6933"/>
                  </a:lnTo>
                  <a:lnTo>
                    <a:pt x="328168" y="9290"/>
                  </a:lnTo>
                  <a:lnTo>
                    <a:pt x="329299" y="12097"/>
                  </a:lnTo>
                  <a:lnTo>
                    <a:pt x="334200" y="17870"/>
                  </a:lnTo>
                  <a:lnTo>
                    <a:pt x="334279" y="18370"/>
                  </a:lnTo>
                  <a:lnTo>
                    <a:pt x="334714" y="21144"/>
                  </a:lnTo>
                  <a:lnTo>
                    <a:pt x="335389" y="22165"/>
                  </a:lnTo>
                  <a:lnTo>
                    <a:pt x="336646" y="24068"/>
                  </a:lnTo>
                  <a:lnTo>
                    <a:pt x="342087" y="24461"/>
                  </a:lnTo>
                  <a:lnTo>
                    <a:pt x="347933" y="24936"/>
                  </a:lnTo>
                  <a:lnTo>
                    <a:pt x="352538" y="22631"/>
                  </a:lnTo>
                  <a:lnTo>
                    <a:pt x="356092" y="23050"/>
                  </a:lnTo>
                  <a:lnTo>
                    <a:pt x="357812" y="23362"/>
                  </a:lnTo>
                  <a:lnTo>
                    <a:pt x="361549" y="24039"/>
                  </a:lnTo>
                  <a:lnTo>
                    <a:pt x="363317" y="26853"/>
                  </a:lnTo>
                  <a:lnTo>
                    <a:pt x="367002" y="27941"/>
                  </a:lnTo>
                  <a:lnTo>
                    <a:pt x="368366" y="31018"/>
                  </a:lnTo>
                  <a:lnTo>
                    <a:pt x="373111" y="31869"/>
                  </a:lnTo>
                  <a:lnTo>
                    <a:pt x="374999" y="32206"/>
                  </a:lnTo>
                  <a:lnTo>
                    <a:pt x="376979" y="30756"/>
                  </a:lnTo>
                  <a:lnTo>
                    <a:pt x="377221" y="30579"/>
                  </a:lnTo>
                  <a:lnTo>
                    <a:pt x="377710" y="27253"/>
                  </a:lnTo>
                  <a:lnTo>
                    <a:pt x="383579" y="24041"/>
                  </a:lnTo>
                  <a:lnTo>
                    <a:pt x="390304" y="25606"/>
                  </a:lnTo>
                  <a:lnTo>
                    <a:pt x="394704" y="25415"/>
                  </a:lnTo>
                  <a:lnTo>
                    <a:pt x="399057" y="27992"/>
                  </a:lnTo>
                  <a:lnTo>
                    <a:pt x="401710" y="29548"/>
                  </a:lnTo>
                  <a:lnTo>
                    <a:pt x="402964" y="28048"/>
                  </a:lnTo>
                  <a:lnTo>
                    <a:pt x="404359" y="26379"/>
                  </a:lnTo>
                  <a:lnTo>
                    <a:pt x="408953" y="26178"/>
                  </a:lnTo>
                  <a:lnTo>
                    <a:pt x="411531" y="23856"/>
                  </a:lnTo>
                  <a:lnTo>
                    <a:pt x="412113" y="20921"/>
                  </a:lnTo>
                  <a:lnTo>
                    <a:pt x="416163" y="16799"/>
                  </a:lnTo>
                  <a:lnTo>
                    <a:pt x="416818" y="15898"/>
                  </a:lnTo>
                  <a:lnTo>
                    <a:pt x="417829" y="14506"/>
                  </a:lnTo>
                  <a:lnTo>
                    <a:pt x="422172" y="12413"/>
                  </a:lnTo>
                  <a:lnTo>
                    <a:pt x="425541" y="10560"/>
                  </a:lnTo>
                  <a:lnTo>
                    <a:pt x="427374" y="13551"/>
                  </a:lnTo>
                  <a:lnTo>
                    <a:pt x="428158" y="16986"/>
                  </a:lnTo>
                  <a:lnTo>
                    <a:pt x="430620" y="23082"/>
                  </a:lnTo>
                  <a:lnTo>
                    <a:pt x="433809" y="25273"/>
                  </a:lnTo>
                  <a:lnTo>
                    <a:pt x="434725" y="25902"/>
                  </a:lnTo>
                  <a:lnTo>
                    <a:pt x="439833" y="25321"/>
                  </a:lnTo>
                  <a:lnTo>
                    <a:pt x="443821" y="28245"/>
                  </a:lnTo>
                  <a:lnTo>
                    <a:pt x="444726" y="28750"/>
                  </a:lnTo>
                  <a:lnTo>
                    <a:pt x="448290" y="30735"/>
                  </a:lnTo>
                  <a:lnTo>
                    <a:pt x="450888" y="35135"/>
                  </a:lnTo>
                  <a:lnTo>
                    <a:pt x="451913" y="41808"/>
                  </a:lnTo>
                  <a:lnTo>
                    <a:pt x="454153" y="43940"/>
                  </a:lnTo>
                  <a:lnTo>
                    <a:pt x="454636" y="49859"/>
                  </a:lnTo>
                  <a:lnTo>
                    <a:pt x="454580" y="50595"/>
                  </a:lnTo>
                  <a:lnTo>
                    <a:pt x="454305" y="54194"/>
                  </a:lnTo>
                  <a:lnTo>
                    <a:pt x="453601" y="60274"/>
                  </a:lnTo>
                  <a:lnTo>
                    <a:pt x="459966" y="65346"/>
                  </a:lnTo>
                  <a:lnTo>
                    <a:pt x="467099" y="71542"/>
                  </a:lnTo>
                  <a:lnTo>
                    <a:pt x="466785" y="75042"/>
                  </a:lnTo>
                  <a:lnTo>
                    <a:pt x="466606" y="77016"/>
                  </a:lnTo>
                  <a:lnTo>
                    <a:pt x="471995" y="79854"/>
                  </a:lnTo>
                  <a:lnTo>
                    <a:pt x="473856" y="82081"/>
                  </a:lnTo>
                  <a:lnTo>
                    <a:pt x="476479" y="85218"/>
                  </a:lnTo>
                  <a:lnTo>
                    <a:pt x="480024" y="87994"/>
                  </a:lnTo>
                  <a:lnTo>
                    <a:pt x="480753" y="89294"/>
                  </a:lnTo>
                  <a:lnTo>
                    <a:pt x="483433" y="94074"/>
                  </a:lnTo>
                  <a:lnTo>
                    <a:pt x="488718" y="95892"/>
                  </a:lnTo>
                  <a:lnTo>
                    <a:pt x="495417" y="99625"/>
                  </a:lnTo>
                  <a:lnTo>
                    <a:pt x="501496" y="102836"/>
                  </a:lnTo>
                  <a:lnTo>
                    <a:pt x="508094" y="101985"/>
                  </a:lnTo>
                  <a:lnTo>
                    <a:pt x="495149" y="119420"/>
                  </a:lnTo>
                  <a:lnTo>
                    <a:pt x="489147" y="127450"/>
                  </a:lnTo>
                  <a:lnTo>
                    <a:pt x="488876" y="127846"/>
                  </a:lnTo>
                  <a:lnTo>
                    <a:pt x="486629" y="131117"/>
                  </a:lnTo>
                  <a:lnTo>
                    <a:pt x="480631" y="134317"/>
                  </a:lnTo>
                  <a:lnTo>
                    <a:pt x="474259" y="139483"/>
                  </a:lnTo>
                  <a:lnTo>
                    <a:pt x="473982" y="139707"/>
                  </a:lnTo>
                  <a:lnTo>
                    <a:pt x="473562" y="140128"/>
                  </a:lnTo>
                  <a:lnTo>
                    <a:pt x="464027" y="149673"/>
                  </a:lnTo>
                  <a:lnTo>
                    <a:pt x="465198" y="154251"/>
                  </a:lnTo>
                  <a:lnTo>
                    <a:pt x="463822" y="157569"/>
                  </a:lnTo>
                  <a:lnTo>
                    <a:pt x="459673" y="159953"/>
                  </a:lnTo>
                  <a:lnTo>
                    <a:pt x="456576" y="163554"/>
                  </a:lnTo>
                  <a:lnTo>
                    <a:pt x="457724" y="168078"/>
                  </a:lnTo>
                  <a:lnTo>
                    <a:pt x="456849" y="170389"/>
                  </a:lnTo>
                  <a:lnTo>
                    <a:pt x="456297" y="171845"/>
                  </a:lnTo>
                  <a:lnTo>
                    <a:pt x="448868" y="176504"/>
                  </a:lnTo>
                  <a:lnTo>
                    <a:pt x="444510" y="177109"/>
                  </a:lnTo>
                  <a:lnTo>
                    <a:pt x="442720" y="182348"/>
                  </a:lnTo>
                  <a:lnTo>
                    <a:pt x="442091" y="187214"/>
                  </a:lnTo>
                  <a:lnTo>
                    <a:pt x="435506" y="190008"/>
                  </a:lnTo>
                  <a:lnTo>
                    <a:pt x="425894" y="195558"/>
                  </a:lnTo>
                  <a:lnTo>
                    <a:pt x="422762" y="198011"/>
                  </a:lnTo>
                  <a:lnTo>
                    <a:pt x="421087" y="198353"/>
                  </a:lnTo>
                  <a:lnTo>
                    <a:pt x="416552" y="199276"/>
                  </a:lnTo>
                  <a:lnTo>
                    <a:pt x="411057" y="203229"/>
                  </a:lnTo>
                  <a:lnTo>
                    <a:pt x="407394" y="206915"/>
                  </a:lnTo>
                  <a:lnTo>
                    <a:pt x="406627" y="208694"/>
                  </a:lnTo>
                  <a:lnTo>
                    <a:pt x="392568" y="211112"/>
                  </a:lnTo>
                  <a:lnTo>
                    <a:pt x="390051" y="211495"/>
                  </a:lnTo>
                  <a:lnTo>
                    <a:pt x="386098" y="212095"/>
                  </a:lnTo>
                  <a:lnTo>
                    <a:pt x="369587" y="215048"/>
                  </a:lnTo>
                  <a:lnTo>
                    <a:pt x="367240" y="215447"/>
                  </a:lnTo>
                  <a:lnTo>
                    <a:pt x="350759" y="218217"/>
                  </a:lnTo>
                  <a:lnTo>
                    <a:pt x="331481" y="221223"/>
                  </a:lnTo>
                  <a:lnTo>
                    <a:pt x="331001" y="221297"/>
                  </a:lnTo>
                  <a:lnTo>
                    <a:pt x="319943" y="222506"/>
                  </a:lnTo>
                  <a:lnTo>
                    <a:pt x="317783" y="222720"/>
                  </a:lnTo>
                  <a:lnTo>
                    <a:pt x="309312" y="223553"/>
                  </a:lnTo>
                  <a:lnTo>
                    <a:pt x="296838" y="225462"/>
                  </a:lnTo>
                  <a:lnTo>
                    <a:pt x="295845" y="225613"/>
                  </a:lnTo>
                  <a:lnTo>
                    <a:pt x="295492" y="225703"/>
                  </a:lnTo>
                  <a:lnTo>
                    <a:pt x="285907" y="228122"/>
                  </a:lnTo>
                  <a:lnTo>
                    <a:pt x="282365" y="229012"/>
                  </a:lnTo>
                  <a:lnTo>
                    <a:pt x="265480" y="231467"/>
                  </a:lnTo>
                  <a:lnTo>
                    <a:pt x="261548" y="232030"/>
                  </a:lnTo>
                  <a:lnTo>
                    <a:pt x="255630" y="232871"/>
                  </a:lnTo>
                  <a:lnTo>
                    <a:pt x="248527" y="233636"/>
                  </a:lnTo>
                  <a:lnTo>
                    <a:pt x="241118" y="234424"/>
                  </a:lnTo>
                  <a:lnTo>
                    <a:pt x="232504" y="235387"/>
                  </a:lnTo>
                  <a:lnTo>
                    <a:pt x="218150" y="236962"/>
                  </a:lnTo>
                  <a:lnTo>
                    <a:pt x="211439" y="237687"/>
                  </a:lnTo>
                  <a:lnTo>
                    <a:pt x="208615" y="239426"/>
                  </a:lnTo>
                  <a:lnTo>
                    <a:pt x="207834" y="239308"/>
                  </a:lnTo>
                  <a:lnTo>
                    <a:pt x="204623" y="238822"/>
                  </a:lnTo>
                  <a:lnTo>
                    <a:pt x="193811" y="240858"/>
                  </a:lnTo>
                  <a:lnTo>
                    <a:pt x="190382" y="241499"/>
                  </a:lnTo>
                  <a:lnTo>
                    <a:pt x="173264" y="244449"/>
                  </a:lnTo>
                  <a:lnTo>
                    <a:pt x="169520" y="245087"/>
                  </a:lnTo>
                  <a:lnTo>
                    <a:pt x="154243" y="247664"/>
                  </a:lnTo>
                  <a:lnTo>
                    <a:pt x="153426" y="247801"/>
                  </a:lnTo>
                  <a:lnTo>
                    <a:pt x="133131" y="251157"/>
                  </a:lnTo>
                  <a:lnTo>
                    <a:pt x="129467" y="251807"/>
                  </a:lnTo>
                  <a:lnTo>
                    <a:pt x="118478" y="253741"/>
                  </a:lnTo>
                  <a:lnTo>
                    <a:pt x="118377" y="251068"/>
                  </a:lnTo>
                  <a:lnTo>
                    <a:pt x="106971" y="251548"/>
                  </a:lnTo>
                  <a:lnTo>
                    <a:pt x="102884" y="252039"/>
                  </a:lnTo>
                  <a:lnTo>
                    <a:pt x="104455" y="256017"/>
                  </a:lnTo>
                  <a:lnTo>
                    <a:pt x="106878" y="262616"/>
                  </a:lnTo>
                  <a:lnTo>
                    <a:pt x="106309" y="267257"/>
                  </a:lnTo>
                  <a:lnTo>
                    <a:pt x="106109" y="267290"/>
                  </a:lnTo>
                  <a:lnTo>
                    <a:pt x="100978" y="268153"/>
                  </a:lnTo>
                  <a:lnTo>
                    <a:pt x="75782" y="271450"/>
                  </a:lnTo>
                  <a:lnTo>
                    <a:pt x="74190" y="271655"/>
                  </a:lnTo>
                  <a:lnTo>
                    <a:pt x="73881" y="271697"/>
                  </a:lnTo>
                  <a:lnTo>
                    <a:pt x="52960" y="274500"/>
                  </a:lnTo>
                  <a:lnTo>
                    <a:pt x="52234" y="274596"/>
                  </a:lnTo>
                  <a:lnTo>
                    <a:pt x="51718" y="274664"/>
                  </a:lnTo>
                  <a:lnTo>
                    <a:pt x="42669" y="275851"/>
                  </a:lnTo>
                  <a:lnTo>
                    <a:pt x="25426" y="277805"/>
                  </a:lnTo>
                  <a:lnTo>
                    <a:pt x="16145" y="279376"/>
                  </a:lnTo>
                  <a:lnTo>
                    <a:pt x="11141" y="280216"/>
                  </a:lnTo>
                  <a:lnTo>
                    <a:pt x="2649" y="281384"/>
                  </a:lnTo>
                  <a:lnTo>
                    <a:pt x="0" y="2781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89172" y="4503136"/>
              <a:ext cx="405011" cy="339782"/>
            </a:xfrm>
            <a:custGeom>
              <a:avLst/>
              <a:pathLst>
                <a:path w="405011" h="339782">
                  <a:moveTo>
                    <a:pt x="1742" y="45306"/>
                  </a:moveTo>
                  <a:lnTo>
                    <a:pt x="1185" y="36245"/>
                  </a:lnTo>
                  <a:lnTo>
                    <a:pt x="739" y="28992"/>
                  </a:lnTo>
                  <a:lnTo>
                    <a:pt x="0" y="17007"/>
                  </a:lnTo>
                  <a:lnTo>
                    <a:pt x="16765" y="15799"/>
                  </a:lnTo>
                  <a:lnTo>
                    <a:pt x="17314" y="15758"/>
                  </a:lnTo>
                  <a:lnTo>
                    <a:pt x="23469" y="15303"/>
                  </a:lnTo>
                  <a:lnTo>
                    <a:pt x="38320" y="14254"/>
                  </a:lnTo>
                  <a:lnTo>
                    <a:pt x="40554" y="14093"/>
                  </a:lnTo>
                  <a:lnTo>
                    <a:pt x="48880" y="13487"/>
                  </a:lnTo>
                  <a:lnTo>
                    <a:pt x="59042" y="12708"/>
                  </a:lnTo>
                  <a:lnTo>
                    <a:pt x="62068" y="12472"/>
                  </a:lnTo>
                  <a:lnTo>
                    <a:pt x="77377" y="11293"/>
                  </a:lnTo>
                  <a:lnTo>
                    <a:pt x="78671" y="11191"/>
                  </a:lnTo>
                  <a:lnTo>
                    <a:pt x="96846" y="9915"/>
                  </a:lnTo>
                  <a:lnTo>
                    <a:pt x="113149" y="8690"/>
                  </a:lnTo>
                  <a:lnTo>
                    <a:pt x="133587" y="7125"/>
                  </a:lnTo>
                  <a:lnTo>
                    <a:pt x="144868" y="6136"/>
                  </a:lnTo>
                  <a:lnTo>
                    <a:pt x="159072" y="4862"/>
                  </a:lnTo>
                  <a:lnTo>
                    <a:pt x="187347" y="2232"/>
                  </a:lnTo>
                  <a:lnTo>
                    <a:pt x="189457" y="2037"/>
                  </a:lnTo>
                  <a:lnTo>
                    <a:pt x="191248" y="1870"/>
                  </a:lnTo>
                  <a:lnTo>
                    <a:pt x="203800" y="690"/>
                  </a:lnTo>
                  <a:lnTo>
                    <a:pt x="211013" y="0"/>
                  </a:lnTo>
                  <a:lnTo>
                    <a:pt x="213519" y="1800"/>
                  </a:lnTo>
                  <a:lnTo>
                    <a:pt x="218425" y="5021"/>
                  </a:lnTo>
                  <a:lnTo>
                    <a:pt x="218929" y="9269"/>
                  </a:lnTo>
                  <a:lnTo>
                    <a:pt x="214315" y="13222"/>
                  </a:lnTo>
                  <a:lnTo>
                    <a:pt x="212862" y="16566"/>
                  </a:lnTo>
                  <a:lnTo>
                    <a:pt x="213449" y="19690"/>
                  </a:lnTo>
                  <a:lnTo>
                    <a:pt x="216963" y="22477"/>
                  </a:lnTo>
                  <a:lnTo>
                    <a:pt x="221237" y="23288"/>
                  </a:lnTo>
                  <a:lnTo>
                    <a:pt x="218493" y="27098"/>
                  </a:lnTo>
                  <a:lnTo>
                    <a:pt x="220584" y="34277"/>
                  </a:lnTo>
                  <a:lnTo>
                    <a:pt x="222529" y="35961"/>
                  </a:lnTo>
                  <a:lnTo>
                    <a:pt x="223069" y="36454"/>
                  </a:lnTo>
                  <a:lnTo>
                    <a:pt x="226278" y="41030"/>
                  </a:lnTo>
                  <a:lnTo>
                    <a:pt x="222688" y="41778"/>
                  </a:lnTo>
                  <a:lnTo>
                    <a:pt x="223839" y="48119"/>
                  </a:lnTo>
                  <a:lnTo>
                    <a:pt x="230353" y="48624"/>
                  </a:lnTo>
                  <a:lnTo>
                    <a:pt x="229417" y="55109"/>
                  </a:lnTo>
                  <a:lnTo>
                    <a:pt x="234325" y="55435"/>
                  </a:lnTo>
                  <a:lnTo>
                    <a:pt x="232832" y="60716"/>
                  </a:lnTo>
                  <a:lnTo>
                    <a:pt x="230182" y="67013"/>
                  </a:lnTo>
                  <a:lnTo>
                    <a:pt x="221569" y="68485"/>
                  </a:lnTo>
                  <a:lnTo>
                    <a:pt x="227469" y="76623"/>
                  </a:lnTo>
                  <a:lnTo>
                    <a:pt x="227876" y="77185"/>
                  </a:lnTo>
                  <a:lnTo>
                    <a:pt x="224994" y="81926"/>
                  </a:lnTo>
                  <a:lnTo>
                    <a:pt x="225080" y="84258"/>
                  </a:lnTo>
                  <a:lnTo>
                    <a:pt x="222657" y="87691"/>
                  </a:lnTo>
                  <a:lnTo>
                    <a:pt x="218320" y="89346"/>
                  </a:lnTo>
                  <a:lnTo>
                    <a:pt x="218461" y="93979"/>
                  </a:lnTo>
                  <a:lnTo>
                    <a:pt x="214808" y="98128"/>
                  </a:lnTo>
                  <a:lnTo>
                    <a:pt x="214187" y="98814"/>
                  </a:lnTo>
                  <a:lnTo>
                    <a:pt x="211043" y="102286"/>
                  </a:lnTo>
                  <a:lnTo>
                    <a:pt x="206846" y="101909"/>
                  </a:lnTo>
                  <a:lnTo>
                    <a:pt x="206154" y="105777"/>
                  </a:lnTo>
                  <a:lnTo>
                    <a:pt x="209450" y="109946"/>
                  </a:lnTo>
                  <a:lnTo>
                    <a:pt x="209609" y="110147"/>
                  </a:lnTo>
                  <a:lnTo>
                    <a:pt x="205074" y="111728"/>
                  </a:lnTo>
                  <a:lnTo>
                    <a:pt x="204644" y="119480"/>
                  </a:lnTo>
                  <a:lnTo>
                    <a:pt x="199755" y="122047"/>
                  </a:lnTo>
                  <a:lnTo>
                    <a:pt x="200471" y="124839"/>
                  </a:lnTo>
                  <a:lnTo>
                    <a:pt x="202265" y="128273"/>
                  </a:lnTo>
                  <a:lnTo>
                    <a:pt x="198479" y="129689"/>
                  </a:lnTo>
                  <a:lnTo>
                    <a:pt x="196696" y="132997"/>
                  </a:lnTo>
                  <a:lnTo>
                    <a:pt x="197646" y="138092"/>
                  </a:lnTo>
                  <a:lnTo>
                    <a:pt x="196368" y="142465"/>
                  </a:lnTo>
                  <a:lnTo>
                    <a:pt x="196475" y="146984"/>
                  </a:lnTo>
                  <a:lnTo>
                    <a:pt x="198855" y="150825"/>
                  </a:lnTo>
                  <a:lnTo>
                    <a:pt x="194941" y="153829"/>
                  </a:lnTo>
                  <a:lnTo>
                    <a:pt x="190621" y="153714"/>
                  </a:lnTo>
                  <a:lnTo>
                    <a:pt x="189146" y="156771"/>
                  </a:lnTo>
                  <a:lnTo>
                    <a:pt x="193508" y="159897"/>
                  </a:lnTo>
                  <a:lnTo>
                    <a:pt x="193449" y="160051"/>
                  </a:lnTo>
                  <a:lnTo>
                    <a:pt x="191558" y="165045"/>
                  </a:lnTo>
                  <a:lnTo>
                    <a:pt x="193911" y="168777"/>
                  </a:lnTo>
                  <a:lnTo>
                    <a:pt x="196792" y="172152"/>
                  </a:lnTo>
                  <a:lnTo>
                    <a:pt x="192027" y="176492"/>
                  </a:lnTo>
                  <a:lnTo>
                    <a:pt x="191417" y="177047"/>
                  </a:lnTo>
                  <a:lnTo>
                    <a:pt x="222379" y="173976"/>
                  </a:lnTo>
                  <a:lnTo>
                    <a:pt x="225971" y="173604"/>
                  </a:lnTo>
                  <a:lnTo>
                    <a:pt x="234666" y="172695"/>
                  </a:lnTo>
                  <a:lnTo>
                    <a:pt x="252221" y="170825"/>
                  </a:lnTo>
                  <a:lnTo>
                    <a:pt x="257244" y="170280"/>
                  </a:lnTo>
                  <a:lnTo>
                    <a:pt x="271590" y="168686"/>
                  </a:lnTo>
                  <a:lnTo>
                    <a:pt x="273059" y="168521"/>
                  </a:lnTo>
                  <a:lnTo>
                    <a:pt x="288148" y="166807"/>
                  </a:lnTo>
                  <a:lnTo>
                    <a:pt x="294617" y="166049"/>
                  </a:lnTo>
                  <a:lnTo>
                    <a:pt x="321698" y="162803"/>
                  </a:lnTo>
                  <a:lnTo>
                    <a:pt x="326304" y="162242"/>
                  </a:lnTo>
                  <a:lnTo>
                    <a:pt x="334360" y="161262"/>
                  </a:lnTo>
                  <a:lnTo>
                    <a:pt x="333521" y="169180"/>
                  </a:lnTo>
                  <a:lnTo>
                    <a:pt x="331222" y="177547"/>
                  </a:lnTo>
                  <a:lnTo>
                    <a:pt x="328703" y="185994"/>
                  </a:lnTo>
                  <a:lnTo>
                    <a:pt x="329980" y="190946"/>
                  </a:lnTo>
                  <a:lnTo>
                    <a:pt x="330522" y="193049"/>
                  </a:lnTo>
                  <a:lnTo>
                    <a:pt x="333608" y="200768"/>
                  </a:lnTo>
                  <a:lnTo>
                    <a:pt x="340218" y="206449"/>
                  </a:lnTo>
                  <a:lnTo>
                    <a:pt x="341372" y="208362"/>
                  </a:lnTo>
                  <a:lnTo>
                    <a:pt x="343341" y="211625"/>
                  </a:lnTo>
                  <a:lnTo>
                    <a:pt x="347621" y="220354"/>
                  </a:lnTo>
                  <a:lnTo>
                    <a:pt x="350438" y="227982"/>
                  </a:lnTo>
                  <a:lnTo>
                    <a:pt x="357038" y="230357"/>
                  </a:lnTo>
                  <a:lnTo>
                    <a:pt x="351295" y="234371"/>
                  </a:lnTo>
                  <a:lnTo>
                    <a:pt x="347593" y="236951"/>
                  </a:lnTo>
                  <a:lnTo>
                    <a:pt x="345949" y="240850"/>
                  </a:lnTo>
                  <a:lnTo>
                    <a:pt x="338748" y="244387"/>
                  </a:lnTo>
                  <a:lnTo>
                    <a:pt x="334254" y="247275"/>
                  </a:lnTo>
                  <a:lnTo>
                    <a:pt x="334254" y="247452"/>
                  </a:lnTo>
                  <a:lnTo>
                    <a:pt x="334256" y="253012"/>
                  </a:lnTo>
                  <a:lnTo>
                    <a:pt x="338705" y="254121"/>
                  </a:lnTo>
                  <a:lnTo>
                    <a:pt x="342763" y="255067"/>
                  </a:lnTo>
                  <a:lnTo>
                    <a:pt x="346368" y="258442"/>
                  </a:lnTo>
                  <a:lnTo>
                    <a:pt x="350601" y="258850"/>
                  </a:lnTo>
                  <a:lnTo>
                    <a:pt x="354150" y="256867"/>
                  </a:lnTo>
                  <a:lnTo>
                    <a:pt x="355033" y="247820"/>
                  </a:lnTo>
                  <a:lnTo>
                    <a:pt x="360596" y="242141"/>
                  </a:lnTo>
                  <a:lnTo>
                    <a:pt x="364152" y="239958"/>
                  </a:lnTo>
                  <a:lnTo>
                    <a:pt x="371910" y="239157"/>
                  </a:lnTo>
                  <a:lnTo>
                    <a:pt x="374569" y="235995"/>
                  </a:lnTo>
                  <a:lnTo>
                    <a:pt x="379443" y="231592"/>
                  </a:lnTo>
                  <a:lnTo>
                    <a:pt x="383076" y="229877"/>
                  </a:lnTo>
                  <a:lnTo>
                    <a:pt x="383677" y="237271"/>
                  </a:lnTo>
                  <a:lnTo>
                    <a:pt x="382071" y="243630"/>
                  </a:lnTo>
                  <a:lnTo>
                    <a:pt x="381527" y="249647"/>
                  </a:lnTo>
                  <a:lnTo>
                    <a:pt x="381585" y="253872"/>
                  </a:lnTo>
                  <a:lnTo>
                    <a:pt x="377951" y="260796"/>
                  </a:lnTo>
                  <a:lnTo>
                    <a:pt x="380061" y="264615"/>
                  </a:lnTo>
                  <a:lnTo>
                    <a:pt x="370219" y="264590"/>
                  </a:lnTo>
                  <a:lnTo>
                    <a:pt x="370658" y="272294"/>
                  </a:lnTo>
                  <a:lnTo>
                    <a:pt x="366253" y="275461"/>
                  </a:lnTo>
                  <a:lnTo>
                    <a:pt x="363728" y="277367"/>
                  </a:lnTo>
                  <a:lnTo>
                    <a:pt x="363459" y="277570"/>
                  </a:lnTo>
                  <a:lnTo>
                    <a:pt x="360994" y="276379"/>
                  </a:lnTo>
                  <a:lnTo>
                    <a:pt x="356252" y="280296"/>
                  </a:lnTo>
                  <a:lnTo>
                    <a:pt x="359690" y="285689"/>
                  </a:lnTo>
                  <a:lnTo>
                    <a:pt x="359751" y="290026"/>
                  </a:lnTo>
                  <a:lnTo>
                    <a:pt x="363129" y="294811"/>
                  </a:lnTo>
                  <a:lnTo>
                    <a:pt x="367174" y="296794"/>
                  </a:lnTo>
                  <a:lnTo>
                    <a:pt x="375092" y="297085"/>
                  </a:lnTo>
                  <a:lnTo>
                    <a:pt x="380295" y="296769"/>
                  </a:lnTo>
                  <a:lnTo>
                    <a:pt x="384888" y="300668"/>
                  </a:lnTo>
                  <a:lnTo>
                    <a:pt x="389195" y="299471"/>
                  </a:lnTo>
                  <a:lnTo>
                    <a:pt x="394822" y="304450"/>
                  </a:lnTo>
                  <a:lnTo>
                    <a:pt x="396720" y="309436"/>
                  </a:lnTo>
                  <a:lnTo>
                    <a:pt x="403672" y="308938"/>
                  </a:lnTo>
                  <a:lnTo>
                    <a:pt x="405011" y="312983"/>
                  </a:lnTo>
                  <a:lnTo>
                    <a:pt x="401722" y="320058"/>
                  </a:lnTo>
                  <a:lnTo>
                    <a:pt x="398064" y="321972"/>
                  </a:lnTo>
                  <a:lnTo>
                    <a:pt x="396006" y="326111"/>
                  </a:lnTo>
                  <a:lnTo>
                    <a:pt x="396806" y="329334"/>
                  </a:lnTo>
                  <a:lnTo>
                    <a:pt x="390732" y="327397"/>
                  </a:lnTo>
                  <a:lnTo>
                    <a:pt x="387299" y="324694"/>
                  </a:lnTo>
                  <a:lnTo>
                    <a:pt x="382945" y="329435"/>
                  </a:lnTo>
                  <a:lnTo>
                    <a:pt x="377591" y="336767"/>
                  </a:lnTo>
                  <a:lnTo>
                    <a:pt x="376654" y="329623"/>
                  </a:lnTo>
                  <a:lnTo>
                    <a:pt x="379406" y="324493"/>
                  </a:lnTo>
                  <a:lnTo>
                    <a:pt x="376696" y="320310"/>
                  </a:lnTo>
                  <a:lnTo>
                    <a:pt x="373231" y="318513"/>
                  </a:lnTo>
                  <a:lnTo>
                    <a:pt x="368834" y="313285"/>
                  </a:lnTo>
                  <a:lnTo>
                    <a:pt x="362359" y="311672"/>
                  </a:lnTo>
                  <a:lnTo>
                    <a:pt x="359064" y="311240"/>
                  </a:lnTo>
                  <a:lnTo>
                    <a:pt x="356209" y="308222"/>
                  </a:lnTo>
                  <a:lnTo>
                    <a:pt x="349496" y="307845"/>
                  </a:lnTo>
                  <a:lnTo>
                    <a:pt x="340487" y="307620"/>
                  </a:lnTo>
                  <a:lnTo>
                    <a:pt x="337475" y="308996"/>
                  </a:lnTo>
                  <a:lnTo>
                    <a:pt x="336128" y="310381"/>
                  </a:lnTo>
                  <a:lnTo>
                    <a:pt x="332361" y="314249"/>
                  </a:lnTo>
                  <a:lnTo>
                    <a:pt x="325161" y="321193"/>
                  </a:lnTo>
                  <a:lnTo>
                    <a:pt x="322929" y="323125"/>
                  </a:lnTo>
                  <a:lnTo>
                    <a:pt x="320582" y="325154"/>
                  </a:lnTo>
                  <a:lnTo>
                    <a:pt x="313362" y="331138"/>
                  </a:lnTo>
                  <a:lnTo>
                    <a:pt x="305018" y="333930"/>
                  </a:lnTo>
                  <a:lnTo>
                    <a:pt x="299346" y="335029"/>
                  </a:lnTo>
                  <a:lnTo>
                    <a:pt x="296831" y="335515"/>
                  </a:lnTo>
                  <a:lnTo>
                    <a:pt x="293335" y="335664"/>
                  </a:lnTo>
                  <a:lnTo>
                    <a:pt x="280789" y="337122"/>
                  </a:lnTo>
                  <a:lnTo>
                    <a:pt x="273556" y="339438"/>
                  </a:lnTo>
                  <a:lnTo>
                    <a:pt x="268625" y="339782"/>
                  </a:lnTo>
                  <a:lnTo>
                    <a:pt x="264282" y="339028"/>
                  </a:lnTo>
                  <a:lnTo>
                    <a:pt x="263161" y="334894"/>
                  </a:lnTo>
                  <a:lnTo>
                    <a:pt x="257800" y="330450"/>
                  </a:lnTo>
                  <a:lnTo>
                    <a:pt x="253292" y="330301"/>
                  </a:lnTo>
                  <a:lnTo>
                    <a:pt x="245969" y="329471"/>
                  </a:lnTo>
                  <a:lnTo>
                    <a:pt x="240835" y="327351"/>
                  </a:lnTo>
                  <a:lnTo>
                    <a:pt x="231388" y="325725"/>
                  </a:lnTo>
                  <a:lnTo>
                    <a:pt x="226725" y="321753"/>
                  </a:lnTo>
                  <a:lnTo>
                    <a:pt x="230947" y="318626"/>
                  </a:lnTo>
                  <a:lnTo>
                    <a:pt x="231503" y="315823"/>
                  </a:lnTo>
                  <a:lnTo>
                    <a:pt x="226109" y="313739"/>
                  </a:lnTo>
                  <a:lnTo>
                    <a:pt x="223611" y="311452"/>
                  </a:lnTo>
                  <a:lnTo>
                    <a:pt x="224693" y="309273"/>
                  </a:lnTo>
                  <a:lnTo>
                    <a:pt x="220737" y="305081"/>
                  </a:lnTo>
                  <a:lnTo>
                    <a:pt x="215849" y="307930"/>
                  </a:lnTo>
                  <a:lnTo>
                    <a:pt x="213759" y="305597"/>
                  </a:lnTo>
                  <a:lnTo>
                    <a:pt x="210061" y="303137"/>
                  </a:lnTo>
                  <a:lnTo>
                    <a:pt x="209324" y="300219"/>
                  </a:lnTo>
                  <a:lnTo>
                    <a:pt x="208774" y="297794"/>
                  </a:lnTo>
                  <a:lnTo>
                    <a:pt x="204075" y="295048"/>
                  </a:lnTo>
                  <a:lnTo>
                    <a:pt x="200753" y="295416"/>
                  </a:lnTo>
                  <a:lnTo>
                    <a:pt x="201788" y="289341"/>
                  </a:lnTo>
                  <a:lnTo>
                    <a:pt x="198161" y="285636"/>
                  </a:lnTo>
                  <a:lnTo>
                    <a:pt x="192799" y="285842"/>
                  </a:lnTo>
                  <a:lnTo>
                    <a:pt x="187574" y="288453"/>
                  </a:lnTo>
                  <a:lnTo>
                    <a:pt x="184308" y="290691"/>
                  </a:lnTo>
                  <a:lnTo>
                    <a:pt x="183832" y="293829"/>
                  </a:lnTo>
                  <a:lnTo>
                    <a:pt x="183294" y="297372"/>
                  </a:lnTo>
                  <a:lnTo>
                    <a:pt x="188811" y="299578"/>
                  </a:lnTo>
                  <a:lnTo>
                    <a:pt x="196061" y="301204"/>
                  </a:lnTo>
                  <a:lnTo>
                    <a:pt x="192253" y="308442"/>
                  </a:lnTo>
                  <a:lnTo>
                    <a:pt x="188298" y="310247"/>
                  </a:lnTo>
                  <a:lnTo>
                    <a:pt x="180836" y="307068"/>
                  </a:lnTo>
                  <a:lnTo>
                    <a:pt x="171703" y="303203"/>
                  </a:lnTo>
                  <a:lnTo>
                    <a:pt x="170701" y="302877"/>
                  </a:lnTo>
                  <a:lnTo>
                    <a:pt x="168997" y="302321"/>
                  </a:lnTo>
                  <a:lnTo>
                    <a:pt x="161846" y="303326"/>
                  </a:lnTo>
                  <a:lnTo>
                    <a:pt x="155012" y="307618"/>
                  </a:lnTo>
                  <a:lnTo>
                    <a:pt x="149597" y="308784"/>
                  </a:lnTo>
                  <a:lnTo>
                    <a:pt x="142899" y="307985"/>
                  </a:lnTo>
                  <a:lnTo>
                    <a:pt x="137947" y="307234"/>
                  </a:lnTo>
                  <a:lnTo>
                    <a:pt x="130634" y="306447"/>
                  </a:lnTo>
                  <a:lnTo>
                    <a:pt x="126896" y="305777"/>
                  </a:lnTo>
                  <a:lnTo>
                    <a:pt x="121574" y="304819"/>
                  </a:lnTo>
                  <a:lnTo>
                    <a:pt x="106197" y="299556"/>
                  </a:lnTo>
                  <a:lnTo>
                    <a:pt x="97309" y="296495"/>
                  </a:lnTo>
                  <a:lnTo>
                    <a:pt x="89913" y="294892"/>
                  </a:lnTo>
                  <a:lnTo>
                    <a:pt x="83024" y="293582"/>
                  </a:lnTo>
                  <a:lnTo>
                    <a:pt x="73955" y="293893"/>
                  </a:lnTo>
                  <a:lnTo>
                    <a:pt x="65193" y="295236"/>
                  </a:lnTo>
                  <a:lnTo>
                    <a:pt x="55505" y="296319"/>
                  </a:lnTo>
                  <a:lnTo>
                    <a:pt x="40131" y="299790"/>
                  </a:lnTo>
                  <a:lnTo>
                    <a:pt x="35871" y="301928"/>
                  </a:lnTo>
                  <a:lnTo>
                    <a:pt x="33046" y="304269"/>
                  </a:lnTo>
                  <a:lnTo>
                    <a:pt x="30945" y="301514"/>
                  </a:lnTo>
                  <a:lnTo>
                    <a:pt x="28641" y="298410"/>
                  </a:lnTo>
                  <a:lnTo>
                    <a:pt x="25500" y="295046"/>
                  </a:lnTo>
                  <a:lnTo>
                    <a:pt x="29572" y="290530"/>
                  </a:lnTo>
                  <a:lnTo>
                    <a:pt x="30999" y="288653"/>
                  </a:lnTo>
                  <a:lnTo>
                    <a:pt x="32553" y="286608"/>
                  </a:lnTo>
                  <a:lnTo>
                    <a:pt x="33952" y="281279"/>
                  </a:lnTo>
                  <a:lnTo>
                    <a:pt x="38672" y="275116"/>
                  </a:lnTo>
                  <a:lnTo>
                    <a:pt x="41159" y="272264"/>
                  </a:lnTo>
                  <a:lnTo>
                    <a:pt x="41319" y="272081"/>
                  </a:lnTo>
                  <a:lnTo>
                    <a:pt x="41118" y="267018"/>
                  </a:lnTo>
                  <a:lnTo>
                    <a:pt x="40686" y="261729"/>
                  </a:lnTo>
                  <a:lnTo>
                    <a:pt x="39680" y="257342"/>
                  </a:lnTo>
                  <a:lnTo>
                    <a:pt x="39753" y="255710"/>
                  </a:lnTo>
                  <a:lnTo>
                    <a:pt x="39876" y="252960"/>
                  </a:lnTo>
                  <a:lnTo>
                    <a:pt x="35555" y="248544"/>
                  </a:lnTo>
                  <a:lnTo>
                    <a:pt x="36329" y="242655"/>
                  </a:lnTo>
                  <a:lnTo>
                    <a:pt x="36842" y="242138"/>
                  </a:lnTo>
                  <a:lnTo>
                    <a:pt x="39381" y="239571"/>
                  </a:lnTo>
                  <a:lnTo>
                    <a:pt x="38402" y="232996"/>
                  </a:lnTo>
                  <a:lnTo>
                    <a:pt x="36750" y="229774"/>
                  </a:lnTo>
                  <a:lnTo>
                    <a:pt x="39881" y="225394"/>
                  </a:lnTo>
                  <a:lnTo>
                    <a:pt x="39643" y="222575"/>
                  </a:lnTo>
                  <a:lnTo>
                    <a:pt x="43510" y="217531"/>
                  </a:lnTo>
                  <a:lnTo>
                    <a:pt x="44108" y="212395"/>
                  </a:lnTo>
                  <a:lnTo>
                    <a:pt x="47397" y="206541"/>
                  </a:lnTo>
                  <a:lnTo>
                    <a:pt x="47830" y="200728"/>
                  </a:lnTo>
                  <a:lnTo>
                    <a:pt x="48089" y="200009"/>
                  </a:lnTo>
                  <a:lnTo>
                    <a:pt x="49604" y="195801"/>
                  </a:lnTo>
                  <a:lnTo>
                    <a:pt x="47942" y="192221"/>
                  </a:lnTo>
                  <a:lnTo>
                    <a:pt x="48485" y="188580"/>
                  </a:lnTo>
                  <a:lnTo>
                    <a:pt x="48866" y="184794"/>
                  </a:lnTo>
                  <a:lnTo>
                    <a:pt x="47750" y="178161"/>
                  </a:lnTo>
                  <a:lnTo>
                    <a:pt x="47818" y="173218"/>
                  </a:lnTo>
                  <a:lnTo>
                    <a:pt x="46517" y="173385"/>
                  </a:lnTo>
                  <a:lnTo>
                    <a:pt x="42920" y="173844"/>
                  </a:lnTo>
                  <a:lnTo>
                    <a:pt x="42782" y="173862"/>
                  </a:lnTo>
                  <a:lnTo>
                    <a:pt x="41490" y="167272"/>
                  </a:lnTo>
                  <a:lnTo>
                    <a:pt x="36649" y="164004"/>
                  </a:lnTo>
                  <a:lnTo>
                    <a:pt x="36784" y="157548"/>
                  </a:lnTo>
                  <a:lnTo>
                    <a:pt x="34284" y="153093"/>
                  </a:lnTo>
                  <a:lnTo>
                    <a:pt x="30182" y="149887"/>
                  </a:lnTo>
                  <a:lnTo>
                    <a:pt x="31748" y="146692"/>
                  </a:lnTo>
                  <a:lnTo>
                    <a:pt x="27003" y="145013"/>
                  </a:lnTo>
                  <a:lnTo>
                    <a:pt x="23153" y="140167"/>
                  </a:lnTo>
                  <a:lnTo>
                    <a:pt x="24306" y="136925"/>
                  </a:lnTo>
                  <a:lnTo>
                    <a:pt x="24881" y="130078"/>
                  </a:lnTo>
                  <a:lnTo>
                    <a:pt x="20584" y="121266"/>
                  </a:lnTo>
                  <a:lnTo>
                    <a:pt x="18522" y="118035"/>
                  </a:lnTo>
                  <a:lnTo>
                    <a:pt x="15927" y="113966"/>
                  </a:lnTo>
                  <a:lnTo>
                    <a:pt x="10696" y="111439"/>
                  </a:lnTo>
                  <a:lnTo>
                    <a:pt x="6547" y="107092"/>
                  </a:lnTo>
                  <a:lnTo>
                    <a:pt x="5558" y="106054"/>
                  </a:lnTo>
                  <a:lnTo>
                    <a:pt x="4725" y="93440"/>
                  </a:lnTo>
                  <a:lnTo>
                    <a:pt x="4415" y="88402"/>
                  </a:lnTo>
                  <a:lnTo>
                    <a:pt x="3523" y="73879"/>
                  </a:lnTo>
                  <a:lnTo>
                    <a:pt x="3366" y="71388"/>
                  </a:lnTo>
                  <a:lnTo>
                    <a:pt x="2428" y="564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48512" y="4197803"/>
              <a:ext cx="280509" cy="435683"/>
            </a:xfrm>
            <a:custGeom>
              <a:avLst/>
              <a:pathLst>
                <a:path w="280509" h="435683">
                  <a:moveTo>
                    <a:pt x="13777" y="298687"/>
                  </a:moveTo>
                  <a:lnTo>
                    <a:pt x="13376" y="295291"/>
                  </a:lnTo>
                  <a:lnTo>
                    <a:pt x="13119" y="269478"/>
                  </a:lnTo>
                  <a:lnTo>
                    <a:pt x="13097" y="267505"/>
                  </a:lnTo>
                  <a:lnTo>
                    <a:pt x="13005" y="262378"/>
                  </a:lnTo>
                  <a:lnTo>
                    <a:pt x="12565" y="238775"/>
                  </a:lnTo>
                  <a:lnTo>
                    <a:pt x="12335" y="227062"/>
                  </a:lnTo>
                  <a:lnTo>
                    <a:pt x="11948" y="208030"/>
                  </a:lnTo>
                  <a:lnTo>
                    <a:pt x="11834" y="202577"/>
                  </a:lnTo>
                  <a:lnTo>
                    <a:pt x="11469" y="185677"/>
                  </a:lnTo>
                  <a:lnTo>
                    <a:pt x="11288" y="176542"/>
                  </a:lnTo>
                  <a:lnTo>
                    <a:pt x="10843" y="155001"/>
                  </a:lnTo>
                  <a:lnTo>
                    <a:pt x="10530" y="140552"/>
                  </a:lnTo>
                  <a:lnTo>
                    <a:pt x="10473" y="136502"/>
                  </a:lnTo>
                  <a:lnTo>
                    <a:pt x="10057" y="108984"/>
                  </a:lnTo>
                  <a:lnTo>
                    <a:pt x="10014" y="106509"/>
                  </a:lnTo>
                  <a:lnTo>
                    <a:pt x="9639" y="85921"/>
                  </a:lnTo>
                  <a:lnTo>
                    <a:pt x="9401" y="73453"/>
                  </a:lnTo>
                  <a:lnTo>
                    <a:pt x="9196" y="63034"/>
                  </a:lnTo>
                  <a:lnTo>
                    <a:pt x="9124" y="59437"/>
                  </a:lnTo>
                  <a:lnTo>
                    <a:pt x="8739" y="35752"/>
                  </a:lnTo>
                  <a:lnTo>
                    <a:pt x="4375" y="33711"/>
                  </a:lnTo>
                  <a:lnTo>
                    <a:pt x="341" y="27829"/>
                  </a:lnTo>
                  <a:lnTo>
                    <a:pt x="0" y="26785"/>
                  </a:lnTo>
                  <a:lnTo>
                    <a:pt x="14421" y="24921"/>
                  </a:lnTo>
                  <a:lnTo>
                    <a:pt x="15493" y="24770"/>
                  </a:lnTo>
                  <a:lnTo>
                    <a:pt x="24931" y="23431"/>
                  </a:lnTo>
                  <a:lnTo>
                    <a:pt x="41038" y="21242"/>
                  </a:lnTo>
                  <a:lnTo>
                    <a:pt x="42382" y="21062"/>
                  </a:lnTo>
                  <a:lnTo>
                    <a:pt x="55246" y="19323"/>
                  </a:lnTo>
                  <a:lnTo>
                    <a:pt x="69501" y="17362"/>
                  </a:lnTo>
                  <a:lnTo>
                    <a:pt x="70024" y="17289"/>
                  </a:lnTo>
                  <a:lnTo>
                    <a:pt x="70445" y="17234"/>
                  </a:lnTo>
                  <a:lnTo>
                    <a:pt x="97032" y="13659"/>
                  </a:lnTo>
                  <a:lnTo>
                    <a:pt x="100769" y="13147"/>
                  </a:lnTo>
                  <a:lnTo>
                    <a:pt x="123125" y="9678"/>
                  </a:lnTo>
                  <a:lnTo>
                    <a:pt x="133656" y="7927"/>
                  </a:lnTo>
                  <a:lnTo>
                    <a:pt x="134185" y="7839"/>
                  </a:lnTo>
                  <a:lnTo>
                    <a:pt x="165198" y="3023"/>
                  </a:lnTo>
                  <a:lnTo>
                    <a:pt x="184139" y="0"/>
                  </a:lnTo>
                  <a:lnTo>
                    <a:pt x="185656" y="5098"/>
                  </a:lnTo>
                  <a:lnTo>
                    <a:pt x="187383" y="10447"/>
                  </a:lnTo>
                  <a:lnTo>
                    <a:pt x="190375" y="19706"/>
                  </a:lnTo>
                  <a:lnTo>
                    <a:pt x="193980" y="30269"/>
                  </a:lnTo>
                  <a:lnTo>
                    <a:pt x="194983" y="33205"/>
                  </a:lnTo>
                  <a:lnTo>
                    <a:pt x="196833" y="38620"/>
                  </a:lnTo>
                  <a:lnTo>
                    <a:pt x="198246" y="42752"/>
                  </a:lnTo>
                  <a:lnTo>
                    <a:pt x="203565" y="58510"/>
                  </a:lnTo>
                  <a:lnTo>
                    <a:pt x="208119" y="71986"/>
                  </a:lnTo>
                  <a:lnTo>
                    <a:pt x="209313" y="75700"/>
                  </a:lnTo>
                  <a:lnTo>
                    <a:pt x="212460" y="85485"/>
                  </a:lnTo>
                  <a:lnTo>
                    <a:pt x="214167" y="90715"/>
                  </a:lnTo>
                  <a:lnTo>
                    <a:pt x="217827" y="101919"/>
                  </a:lnTo>
                  <a:lnTo>
                    <a:pt x="220969" y="111539"/>
                  </a:lnTo>
                  <a:lnTo>
                    <a:pt x="224345" y="121865"/>
                  </a:lnTo>
                  <a:lnTo>
                    <a:pt x="225628" y="125806"/>
                  </a:lnTo>
                  <a:lnTo>
                    <a:pt x="227122" y="130393"/>
                  </a:lnTo>
                  <a:lnTo>
                    <a:pt x="235268" y="155383"/>
                  </a:lnTo>
                  <a:lnTo>
                    <a:pt x="235855" y="157180"/>
                  </a:lnTo>
                  <a:lnTo>
                    <a:pt x="242378" y="177091"/>
                  </a:lnTo>
                  <a:lnTo>
                    <a:pt x="242620" y="177829"/>
                  </a:lnTo>
                  <a:lnTo>
                    <a:pt x="244780" y="180515"/>
                  </a:lnTo>
                  <a:lnTo>
                    <a:pt x="248423" y="186513"/>
                  </a:lnTo>
                  <a:lnTo>
                    <a:pt x="249452" y="188206"/>
                  </a:lnTo>
                  <a:lnTo>
                    <a:pt x="252287" y="194119"/>
                  </a:lnTo>
                  <a:lnTo>
                    <a:pt x="253859" y="198256"/>
                  </a:lnTo>
                  <a:lnTo>
                    <a:pt x="254645" y="200322"/>
                  </a:lnTo>
                  <a:lnTo>
                    <a:pt x="259999" y="204617"/>
                  </a:lnTo>
                  <a:lnTo>
                    <a:pt x="260617" y="205721"/>
                  </a:lnTo>
                  <a:lnTo>
                    <a:pt x="260756" y="205969"/>
                  </a:lnTo>
                  <a:lnTo>
                    <a:pt x="263652" y="211137"/>
                  </a:lnTo>
                  <a:lnTo>
                    <a:pt x="263829" y="216752"/>
                  </a:lnTo>
                  <a:lnTo>
                    <a:pt x="263873" y="218148"/>
                  </a:lnTo>
                  <a:lnTo>
                    <a:pt x="262433" y="220750"/>
                  </a:lnTo>
                  <a:lnTo>
                    <a:pt x="266664" y="222719"/>
                  </a:lnTo>
                  <a:lnTo>
                    <a:pt x="271890" y="225546"/>
                  </a:lnTo>
                  <a:lnTo>
                    <a:pt x="270278" y="228715"/>
                  </a:lnTo>
                  <a:lnTo>
                    <a:pt x="269694" y="229864"/>
                  </a:lnTo>
                  <a:lnTo>
                    <a:pt x="265207" y="233637"/>
                  </a:lnTo>
                  <a:lnTo>
                    <a:pt x="261412" y="238683"/>
                  </a:lnTo>
                  <a:lnTo>
                    <a:pt x="262911" y="242719"/>
                  </a:lnTo>
                  <a:lnTo>
                    <a:pt x="262927" y="244939"/>
                  </a:lnTo>
                  <a:lnTo>
                    <a:pt x="262970" y="251158"/>
                  </a:lnTo>
                  <a:lnTo>
                    <a:pt x="262984" y="253322"/>
                  </a:lnTo>
                  <a:lnTo>
                    <a:pt x="260577" y="260290"/>
                  </a:lnTo>
                  <a:lnTo>
                    <a:pt x="259251" y="265306"/>
                  </a:lnTo>
                  <a:lnTo>
                    <a:pt x="260955" y="270221"/>
                  </a:lnTo>
                  <a:lnTo>
                    <a:pt x="261456" y="271663"/>
                  </a:lnTo>
                  <a:lnTo>
                    <a:pt x="262332" y="274188"/>
                  </a:lnTo>
                  <a:lnTo>
                    <a:pt x="262342" y="277518"/>
                  </a:lnTo>
                  <a:lnTo>
                    <a:pt x="268274" y="283079"/>
                  </a:lnTo>
                  <a:lnTo>
                    <a:pt x="268940" y="287327"/>
                  </a:lnTo>
                  <a:lnTo>
                    <a:pt x="270467" y="289369"/>
                  </a:lnTo>
                  <a:lnTo>
                    <a:pt x="270076" y="291661"/>
                  </a:lnTo>
                  <a:lnTo>
                    <a:pt x="269280" y="296323"/>
                  </a:lnTo>
                  <a:lnTo>
                    <a:pt x="270179" y="299436"/>
                  </a:lnTo>
                  <a:lnTo>
                    <a:pt x="269124" y="305674"/>
                  </a:lnTo>
                  <a:lnTo>
                    <a:pt x="269999" y="309163"/>
                  </a:lnTo>
                  <a:lnTo>
                    <a:pt x="270103" y="310294"/>
                  </a:lnTo>
                  <a:lnTo>
                    <a:pt x="270211" y="311478"/>
                  </a:lnTo>
                  <a:lnTo>
                    <a:pt x="269327" y="314853"/>
                  </a:lnTo>
                  <a:lnTo>
                    <a:pt x="270317" y="321052"/>
                  </a:lnTo>
                  <a:lnTo>
                    <a:pt x="276654" y="326850"/>
                  </a:lnTo>
                  <a:lnTo>
                    <a:pt x="278154" y="329476"/>
                  </a:lnTo>
                  <a:lnTo>
                    <a:pt x="279160" y="331235"/>
                  </a:lnTo>
                  <a:lnTo>
                    <a:pt x="280509" y="335667"/>
                  </a:lnTo>
                  <a:lnTo>
                    <a:pt x="278378" y="336046"/>
                  </a:lnTo>
                  <a:lnTo>
                    <a:pt x="269885" y="337535"/>
                  </a:lnTo>
                  <a:lnTo>
                    <a:pt x="256018" y="340046"/>
                  </a:lnTo>
                  <a:lnTo>
                    <a:pt x="244551" y="342157"/>
                  </a:lnTo>
                  <a:lnTo>
                    <a:pt x="243833" y="342288"/>
                  </a:lnTo>
                  <a:lnTo>
                    <a:pt x="225198" y="345669"/>
                  </a:lnTo>
                  <a:lnTo>
                    <a:pt x="214543" y="347608"/>
                  </a:lnTo>
                  <a:lnTo>
                    <a:pt x="204043" y="349315"/>
                  </a:lnTo>
                  <a:lnTo>
                    <a:pt x="196788" y="350484"/>
                  </a:lnTo>
                  <a:lnTo>
                    <a:pt x="192738" y="351133"/>
                  </a:lnTo>
                  <a:lnTo>
                    <a:pt x="179533" y="353231"/>
                  </a:lnTo>
                  <a:lnTo>
                    <a:pt x="177773" y="353504"/>
                  </a:lnTo>
                  <a:lnTo>
                    <a:pt x="164772" y="355511"/>
                  </a:lnTo>
                  <a:lnTo>
                    <a:pt x="155487" y="356881"/>
                  </a:lnTo>
                  <a:lnTo>
                    <a:pt x="148232" y="357942"/>
                  </a:lnTo>
                  <a:lnTo>
                    <a:pt x="144786" y="358443"/>
                  </a:lnTo>
                  <a:lnTo>
                    <a:pt x="137652" y="359514"/>
                  </a:lnTo>
                  <a:lnTo>
                    <a:pt x="120093" y="362065"/>
                  </a:lnTo>
                  <a:lnTo>
                    <a:pt x="109043" y="363773"/>
                  </a:lnTo>
                  <a:lnTo>
                    <a:pt x="100590" y="365056"/>
                  </a:lnTo>
                  <a:lnTo>
                    <a:pt x="93614" y="366125"/>
                  </a:lnTo>
                  <a:lnTo>
                    <a:pt x="87702" y="366999"/>
                  </a:lnTo>
                  <a:lnTo>
                    <a:pt x="88710" y="370888"/>
                  </a:lnTo>
                  <a:lnTo>
                    <a:pt x="86436" y="378735"/>
                  </a:lnTo>
                  <a:lnTo>
                    <a:pt x="94415" y="386212"/>
                  </a:lnTo>
                  <a:lnTo>
                    <a:pt x="96123" y="388526"/>
                  </a:lnTo>
                  <a:lnTo>
                    <a:pt x="102695" y="391569"/>
                  </a:lnTo>
                  <a:lnTo>
                    <a:pt x="106229" y="394163"/>
                  </a:lnTo>
                  <a:lnTo>
                    <a:pt x="106730" y="398727"/>
                  </a:lnTo>
                  <a:lnTo>
                    <a:pt x="105056" y="403727"/>
                  </a:lnTo>
                  <a:lnTo>
                    <a:pt x="104526" y="407560"/>
                  </a:lnTo>
                  <a:lnTo>
                    <a:pt x="107321" y="411555"/>
                  </a:lnTo>
                  <a:lnTo>
                    <a:pt x="111149" y="412803"/>
                  </a:lnTo>
                  <a:lnTo>
                    <a:pt x="106627" y="416406"/>
                  </a:lnTo>
                  <a:lnTo>
                    <a:pt x="105729" y="421726"/>
                  </a:lnTo>
                  <a:lnTo>
                    <a:pt x="101458" y="427938"/>
                  </a:lnTo>
                  <a:lnTo>
                    <a:pt x="91377" y="432095"/>
                  </a:lnTo>
                  <a:lnTo>
                    <a:pt x="79427" y="435683"/>
                  </a:lnTo>
                  <a:lnTo>
                    <a:pt x="73724" y="435533"/>
                  </a:lnTo>
                  <a:lnTo>
                    <a:pt x="79820" y="431112"/>
                  </a:lnTo>
                  <a:lnTo>
                    <a:pt x="80086" y="427180"/>
                  </a:lnTo>
                  <a:lnTo>
                    <a:pt x="74336" y="422800"/>
                  </a:lnTo>
                  <a:lnTo>
                    <a:pt x="69995" y="417916"/>
                  </a:lnTo>
                  <a:lnTo>
                    <a:pt x="68124" y="414565"/>
                  </a:lnTo>
                  <a:lnTo>
                    <a:pt x="69832" y="408753"/>
                  </a:lnTo>
                  <a:lnTo>
                    <a:pt x="68474" y="405873"/>
                  </a:lnTo>
                  <a:lnTo>
                    <a:pt x="66569" y="400283"/>
                  </a:lnTo>
                  <a:lnTo>
                    <a:pt x="60376" y="398392"/>
                  </a:lnTo>
                  <a:lnTo>
                    <a:pt x="56850" y="402331"/>
                  </a:lnTo>
                  <a:lnTo>
                    <a:pt x="57218" y="407243"/>
                  </a:lnTo>
                  <a:lnTo>
                    <a:pt x="56398" y="411038"/>
                  </a:lnTo>
                  <a:lnTo>
                    <a:pt x="55205" y="415186"/>
                  </a:lnTo>
                  <a:lnTo>
                    <a:pt x="56077" y="423748"/>
                  </a:lnTo>
                  <a:lnTo>
                    <a:pt x="54619" y="431062"/>
                  </a:lnTo>
                  <a:lnTo>
                    <a:pt x="50142" y="431635"/>
                  </a:lnTo>
                  <a:lnTo>
                    <a:pt x="45497" y="432476"/>
                  </a:lnTo>
                  <a:lnTo>
                    <a:pt x="40946" y="428719"/>
                  </a:lnTo>
                  <a:lnTo>
                    <a:pt x="36816" y="427608"/>
                  </a:lnTo>
                  <a:lnTo>
                    <a:pt x="34672" y="429526"/>
                  </a:lnTo>
                  <a:lnTo>
                    <a:pt x="32261" y="414613"/>
                  </a:lnTo>
                  <a:lnTo>
                    <a:pt x="29745" y="398441"/>
                  </a:lnTo>
                  <a:lnTo>
                    <a:pt x="29691" y="398113"/>
                  </a:lnTo>
                  <a:lnTo>
                    <a:pt x="28995" y="393824"/>
                  </a:lnTo>
                  <a:lnTo>
                    <a:pt x="26033" y="375582"/>
                  </a:lnTo>
                  <a:lnTo>
                    <a:pt x="24415" y="365629"/>
                  </a:lnTo>
                  <a:lnTo>
                    <a:pt x="20068" y="339296"/>
                  </a:lnTo>
                  <a:lnTo>
                    <a:pt x="19862" y="338047"/>
                  </a:lnTo>
                  <a:lnTo>
                    <a:pt x="17230" y="322103"/>
                  </a:lnTo>
                  <a:lnTo>
                    <a:pt x="16147" y="315556"/>
                  </a:lnTo>
                  <a:lnTo>
                    <a:pt x="14829" y="3075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83961" y="2873354"/>
              <a:ext cx="20397" cy="15730"/>
            </a:xfrm>
            <a:custGeom>
              <a:avLst/>
              <a:pathLst>
                <a:path w="20397" h="15730">
                  <a:moveTo>
                    <a:pt x="0" y="12096"/>
                  </a:moveTo>
                  <a:lnTo>
                    <a:pt x="4831" y="9897"/>
                  </a:lnTo>
                  <a:lnTo>
                    <a:pt x="11560" y="6720"/>
                  </a:lnTo>
                  <a:lnTo>
                    <a:pt x="11173" y="0"/>
                  </a:lnTo>
                  <a:lnTo>
                    <a:pt x="16035" y="1219"/>
                  </a:lnTo>
                  <a:lnTo>
                    <a:pt x="20397" y="8479"/>
                  </a:lnTo>
                  <a:lnTo>
                    <a:pt x="17890" y="11997"/>
                  </a:lnTo>
                  <a:lnTo>
                    <a:pt x="12875" y="13690"/>
                  </a:lnTo>
                  <a:lnTo>
                    <a:pt x="5727" y="157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48968" y="2878769"/>
              <a:ext cx="23273" cy="24333"/>
            </a:xfrm>
            <a:custGeom>
              <a:avLst/>
              <a:pathLst>
                <a:path w="23273" h="24333">
                  <a:moveTo>
                    <a:pt x="0" y="16077"/>
                  </a:moveTo>
                  <a:lnTo>
                    <a:pt x="4227" y="13298"/>
                  </a:lnTo>
                  <a:lnTo>
                    <a:pt x="6255" y="5351"/>
                  </a:lnTo>
                  <a:lnTo>
                    <a:pt x="10050" y="0"/>
                  </a:lnTo>
                  <a:lnTo>
                    <a:pt x="13962" y="1287"/>
                  </a:lnTo>
                  <a:lnTo>
                    <a:pt x="18243" y="2299"/>
                  </a:lnTo>
                  <a:lnTo>
                    <a:pt x="20366" y="2026"/>
                  </a:lnTo>
                  <a:lnTo>
                    <a:pt x="23273" y="7122"/>
                  </a:lnTo>
                  <a:lnTo>
                    <a:pt x="15612" y="10503"/>
                  </a:lnTo>
                  <a:lnTo>
                    <a:pt x="8784" y="13723"/>
                  </a:lnTo>
                  <a:lnTo>
                    <a:pt x="5412" y="18722"/>
                  </a:lnTo>
                  <a:lnTo>
                    <a:pt x="3792" y="24333"/>
                  </a:lnTo>
                  <a:lnTo>
                    <a:pt x="1110" y="191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62692" y="2767829"/>
              <a:ext cx="232621" cy="126814"/>
            </a:xfrm>
            <a:custGeom>
              <a:avLst/>
              <a:pathLst>
                <a:path w="232621" h="126814">
                  <a:moveTo>
                    <a:pt x="3487" y="124168"/>
                  </a:moveTo>
                  <a:lnTo>
                    <a:pt x="1269" y="85322"/>
                  </a:lnTo>
                  <a:lnTo>
                    <a:pt x="0" y="63686"/>
                  </a:lnTo>
                  <a:lnTo>
                    <a:pt x="14615" y="59052"/>
                  </a:lnTo>
                  <a:lnTo>
                    <a:pt x="20224" y="57260"/>
                  </a:lnTo>
                  <a:lnTo>
                    <a:pt x="24195" y="55986"/>
                  </a:lnTo>
                  <a:lnTo>
                    <a:pt x="27524" y="54916"/>
                  </a:lnTo>
                  <a:lnTo>
                    <a:pt x="48724" y="48274"/>
                  </a:lnTo>
                  <a:lnTo>
                    <a:pt x="59323" y="44911"/>
                  </a:lnTo>
                  <a:lnTo>
                    <a:pt x="68888" y="41853"/>
                  </a:lnTo>
                  <a:lnTo>
                    <a:pt x="69701" y="41592"/>
                  </a:lnTo>
                  <a:lnTo>
                    <a:pt x="80675" y="38050"/>
                  </a:lnTo>
                  <a:lnTo>
                    <a:pt x="82498" y="37459"/>
                  </a:lnTo>
                  <a:lnTo>
                    <a:pt x="91711" y="34459"/>
                  </a:lnTo>
                  <a:lnTo>
                    <a:pt x="98291" y="32248"/>
                  </a:lnTo>
                  <a:lnTo>
                    <a:pt x="115360" y="26513"/>
                  </a:lnTo>
                  <a:lnTo>
                    <a:pt x="118813" y="25325"/>
                  </a:lnTo>
                  <a:lnTo>
                    <a:pt x="119956" y="21165"/>
                  </a:lnTo>
                  <a:lnTo>
                    <a:pt x="120527" y="20935"/>
                  </a:lnTo>
                  <a:lnTo>
                    <a:pt x="124260" y="19427"/>
                  </a:lnTo>
                  <a:lnTo>
                    <a:pt x="122420" y="15094"/>
                  </a:lnTo>
                  <a:lnTo>
                    <a:pt x="123830" y="12212"/>
                  </a:lnTo>
                  <a:lnTo>
                    <a:pt x="125907" y="11765"/>
                  </a:lnTo>
                  <a:lnTo>
                    <a:pt x="129158" y="11063"/>
                  </a:lnTo>
                  <a:lnTo>
                    <a:pt x="129328" y="8650"/>
                  </a:lnTo>
                  <a:lnTo>
                    <a:pt x="129520" y="5920"/>
                  </a:lnTo>
                  <a:lnTo>
                    <a:pt x="133039" y="3640"/>
                  </a:lnTo>
                  <a:lnTo>
                    <a:pt x="134674" y="1537"/>
                  </a:lnTo>
                  <a:lnTo>
                    <a:pt x="139000" y="1241"/>
                  </a:lnTo>
                  <a:lnTo>
                    <a:pt x="141735" y="0"/>
                  </a:lnTo>
                  <a:lnTo>
                    <a:pt x="145186" y="7264"/>
                  </a:lnTo>
                  <a:lnTo>
                    <a:pt x="149272" y="12409"/>
                  </a:lnTo>
                  <a:lnTo>
                    <a:pt x="153035" y="14898"/>
                  </a:lnTo>
                  <a:lnTo>
                    <a:pt x="156105" y="14406"/>
                  </a:lnTo>
                  <a:lnTo>
                    <a:pt x="157438" y="11319"/>
                  </a:lnTo>
                  <a:lnTo>
                    <a:pt x="160310" y="11323"/>
                  </a:lnTo>
                  <a:lnTo>
                    <a:pt x="162109" y="14682"/>
                  </a:lnTo>
                  <a:lnTo>
                    <a:pt x="160123" y="20464"/>
                  </a:lnTo>
                  <a:lnTo>
                    <a:pt x="157676" y="21868"/>
                  </a:lnTo>
                  <a:lnTo>
                    <a:pt x="151906" y="25584"/>
                  </a:lnTo>
                  <a:lnTo>
                    <a:pt x="149619" y="27542"/>
                  </a:lnTo>
                  <a:lnTo>
                    <a:pt x="152158" y="32234"/>
                  </a:lnTo>
                  <a:lnTo>
                    <a:pt x="149773" y="35071"/>
                  </a:lnTo>
                  <a:lnTo>
                    <a:pt x="149464" y="39220"/>
                  </a:lnTo>
                  <a:lnTo>
                    <a:pt x="147034" y="40357"/>
                  </a:lnTo>
                  <a:lnTo>
                    <a:pt x="145427" y="41109"/>
                  </a:lnTo>
                  <a:lnTo>
                    <a:pt x="145567" y="41413"/>
                  </a:lnTo>
                  <a:lnTo>
                    <a:pt x="147948" y="46609"/>
                  </a:lnTo>
                  <a:lnTo>
                    <a:pt x="147934" y="46757"/>
                  </a:lnTo>
                  <a:lnTo>
                    <a:pt x="147830" y="47826"/>
                  </a:lnTo>
                  <a:lnTo>
                    <a:pt x="147618" y="50017"/>
                  </a:lnTo>
                  <a:lnTo>
                    <a:pt x="148151" y="50602"/>
                  </a:lnTo>
                  <a:lnTo>
                    <a:pt x="151019" y="53750"/>
                  </a:lnTo>
                  <a:lnTo>
                    <a:pt x="151718" y="52139"/>
                  </a:lnTo>
                  <a:lnTo>
                    <a:pt x="152866" y="49490"/>
                  </a:lnTo>
                  <a:lnTo>
                    <a:pt x="155174" y="49086"/>
                  </a:lnTo>
                  <a:lnTo>
                    <a:pt x="157941" y="51101"/>
                  </a:lnTo>
                  <a:lnTo>
                    <a:pt x="158954" y="51046"/>
                  </a:lnTo>
                  <a:lnTo>
                    <a:pt x="162086" y="50876"/>
                  </a:lnTo>
                  <a:lnTo>
                    <a:pt x="162670" y="51153"/>
                  </a:lnTo>
                  <a:lnTo>
                    <a:pt x="166842" y="53130"/>
                  </a:lnTo>
                  <a:lnTo>
                    <a:pt x="171885" y="58587"/>
                  </a:lnTo>
                  <a:lnTo>
                    <a:pt x="176228" y="61800"/>
                  </a:lnTo>
                  <a:lnTo>
                    <a:pt x="176954" y="64908"/>
                  </a:lnTo>
                  <a:lnTo>
                    <a:pt x="176112" y="69065"/>
                  </a:lnTo>
                  <a:lnTo>
                    <a:pt x="178439" y="72434"/>
                  </a:lnTo>
                  <a:lnTo>
                    <a:pt x="182284" y="72842"/>
                  </a:lnTo>
                  <a:lnTo>
                    <a:pt x="183474" y="71500"/>
                  </a:lnTo>
                  <a:lnTo>
                    <a:pt x="186700" y="73413"/>
                  </a:lnTo>
                  <a:lnTo>
                    <a:pt x="189696" y="77766"/>
                  </a:lnTo>
                  <a:lnTo>
                    <a:pt x="190067" y="81705"/>
                  </a:lnTo>
                  <a:lnTo>
                    <a:pt x="190468" y="81941"/>
                  </a:lnTo>
                  <a:lnTo>
                    <a:pt x="194143" y="84106"/>
                  </a:lnTo>
                  <a:lnTo>
                    <a:pt x="197912" y="84641"/>
                  </a:lnTo>
                  <a:lnTo>
                    <a:pt x="205485" y="83301"/>
                  </a:lnTo>
                  <a:lnTo>
                    <a:pt x="209017" y="83324"/>
                  </a:lnTo>
                  <a:lnTo>
                    <a:pt x="211725" y="80209"/>
                  </a:lnTo>
                  <a:lnTo>
                    <a:pt x="216870" y="76685"/>
                  </a:lnTo>
                  <a:lnTo>
                    <a:pt x="221809" y="72027"/>
                  </a:lnTo>
                  <a:lnTo>
                    <a:pt x="222408" y="69775"/>
                  </a:lnTo>
                  <a:lnTo>
                    <a:pt x="220926" y="66179"/>
                  </a:lnTo>
                  <a:lnTo>
                    <a:pt x="216177" y="64951"/>
                  </a:lnTo>
                  <a:lnTo>
                    <a:pt x="214232" y="60599"/>
                  </a:lnTo>
                  <a:lnTo>
                    <a:pt x="211399" y="54723"/>
                  </a:lnTo>
                  <a:lnTo>
                    <a:pt x="206966" y="55081"/>
                  </a:lnTo>
                  <a:lnTo>
                    <a:pt x="204780" y="56561"/>
                  </a:lnTo>
                  <a:lnTo>
                    <a:pt x="200197" y="54195"/>
                  </a:lnTo>
                  <a:lnTo>
                    <a:pt x="202965" y="51341"/>
                  </a:lnTo>
                  <a:lnTo>
                    <a:pt x="205637" y="49286"/>
                  </a:lnTo>
                  <a:lnTo>
                    <a:pt x="211829" y="49538"/>
                  </a:lnTo>
                  <a:lnTo>
                    <a:pt x="217127" y="53684"/>
                  </a:lnTo>
                  <a:lnTo>
                    <a:pt x="220560" y="59395"/>
                  </a:lnTo>
                  <a:lnTo>
                    <a:pt x="226433" y="68101"/>
                  </a:lnTo>
                  <a:lnTo>
                    <a:pt x="230509" y="77710"/>
                  </a:lnTo>
                  <a:lnTo>
                    <a:pt x="232456" y="83520"/>
                  </a:lnTo>
                  <a:lnTo>
                    <a:pt x="232621" y="90273"/>
                  </a:lnTo>
                  <a:lnTo>
                    <a:pt x="230068" y="91962"/>
                  </a:lnTo>
                  <a:lnTo>
                    <a:pt x="227704" y="85667"/>
                  </a:lnTo>
                  <a:lnTo>
                    <a:pt x="226416" y="81242"/>
                  </a:lnTo>
                  <a:lnTo>
                    <a:pt x="223718" y="82945"/>
                  </a:lnTo>
                  <a:lnTo>
                    <a:pt x="217983" y="86567"/>
                  </a:lnTo>
                  <a:lnTo>
                    <a:pt x="212317" y="91887"/>
                  </a:lnTo>
                  <a:lnTo>
                    <a:pt x="208817" y="92040"/>
                  </a:lnTo>
                  <a:lnTo>
                    <a:pt x="204806" y="95891"/>
                  </a:lnTo>
                  <a:lnTo>
                    <a:pt x="202560" y="98145"/>
                  </a:lnTo>
                  <a:lnTo>
                    <a:pt x="201702" y="101641"/>
                  </a:lnTo>
                  <a:lnTo>
                    <a:pt x="196990" y="104425"/>
                  </a:lnTo>
                  <a:lnTo>
                    <a:pt x="192185" y="109054"/>
                  </a:lnTo>
                  <a:lnTo>
                    <a:pt x="191466" y="109908"/>
                  </a:lnTo>
                  <a:lnTo>
                    <a:pt x="188328" y="113632"/>
                  </a:lnTo>
                  <a:lnTo>
                    <a:pt x="186144" y="118259"/>
                  </a:lnTo>
                  <a:lnTo>
                    <a:pt x="182694" y="121523"/>
                  </a:lnTo>
                  <a:lnTo>
                    <a:pt x="177693" y="124992"/>
                  </a:lnTo>
                  <a:lnTo>
                    <a:pt x="177159" y="120885"/>
                  </a:lnTo>
                  <a:lnTo>
                    <a:pt x="183618" y="114365"/>
                  </a:lnTo>
                  <a:lnTo>
                    <a:pt x="187126" y="108697"/>
                  </a:lnTo>
                  <a:lnTo>
                    <a:pt x="188335" y="106738"/>
                  </a:lnTo>
                  <a:lnTo>
                    <a:pt x="187202" y="103042"/>
                  </a:lnTo>
                  <a:lnTo>
                    <a:pt x="185621" y="102561"/>
                  </a:lnTo>
                  <a:lnTo>
                    <a:pt x="181821" y="101401"/>
                  </a:lnTo>
                  <a:lnTo>
                    <a:pt x="180699" y="105627"/>
                  </a:lnTo>
                  <a:lnTo>
                    <a:pt x="180175" y="107598"/>
                  </a:lnTo>
                  <a:lnTo>
                    <a:pt x="178162" y="107940"/>
                  </a:lnTo>
                  <a:lnTo>
                    <a:pt x="175029" y="110103"/>
                  </a:lnTo>
                  <a:lnTo>
                    <a:pt x="174219" y="113911"/>
                  </a:lnTo>
                  <a:lnTo>
                    <a:pt x="172700" y="117333"/>
                  </a:lnTo>
                  <a:lnTo>
                    <a:pt x="169778" y="119482"/>
                  </a:lnTo>
                  <a:lnTo>
                    <a:pt x="166447" y="119770"/>
                  </a:lnTo>
                  <a:lnTo>
                    <a:pt x="164687" y="121554"/>
                  </a:lnTo>
                  <a:lnTo>
                    <a:pt x="160571" y="113161"/>
                  </a:lnTo>
                  <a:lnTo>
                    <a:pt x="160107" y="111554"/>
                  </a:lnTo>
                  <a:lnTo>
                    <a:pt x="159153" y="108251"/>
                  </a:lnTo>
                  <a:lnTo>
                    <a:pt x="154930" y="108422"/>
                  </a:lnTo>
                  <a:lnTo>
                    <a:pt x="153701" y="107445"/>
                  </a:lnTo>
                  <a:lnTo>
                    <a:pt x="148698" y="103460"/>
                  </a:lnTo>
                  <a:lnTo>
                    <a:pt x="144593" y="102639"/>
                  </a:lnTo>
                  <a:lnTo>
                    <a:pt x="143714" y="102463"/>
                  </a:lnTo>
                  <a:lnTo>
                    <a:pt x="141651" y="98566"/>
                  </a:lnTo>
                  <a:lnTo>
                    <a:pt x="139867" y="93429"/>
                  </a:lnTo>
                  <a:lnTo>
                    <a:pt x="137324" y="94399"/>
                  </a:lnTo>
                  <a:lnTo>
                    <a:pt x="135609" y="89469"/>
                  </a:lnTo>
                  <a:lnTo>
                    <a:pt x="134644" y="86716"/>
                  </a:lnTo>
                  <a:lnTo>
                    <a:pt x="133655" y="83899"/>
                  </a:lnTo>
                  <a:lnTo>
                    <a:pt x="126731" y="86757"/>
                  </a:lnTo>
                  <a:lnTo>
                    <a:pt x="123101" y="88251"/>
                  </a:lnTo>
                  <a:lnTo>
                    <a:pt x="121224" y="89025"/>
                  </a:lnTo>
                  <a:lnTo>
                    <a:pt x="120299" y="89407"/>
                  </a:lnTo>
                  <a:lnTo>
                    <a:pt x="108873" y="94098"/>
                  </a:lnTo>
                  <a:lnTo>
                    <a:pt x="108340" y="92832"/>
                  </a:lnTo>
                  <a:lnTo>
                    <a:pt x="105589" y="93766"/>
                  </a:lnTo>
                  <a:lnTo>
                    <a:pt x="97015" y="96666"/>
                  </a:lnTo>
                  <a:lnTo>
                    <a:pt x="88015" y="99726"/>
                  </a:lnTo>
                  <a:lnTo>
                    <a:pt x="83791" y="101156"/>
                  </a:lnTo>
                  <a:lnTo>
                    <a:pt x="77005" y="103443"/>
                  </a:lnTo>
                  <a:lnTo>
                    <a:pt x="64210" y="107804"/>
                  </a:lnTo>
                  <a:lnTo>
                    <a:pt x="59491" y="109813"/>
                  </a:lnTo>
                  <a:lnTo>
                    <a:pt x="51628" y="112076"/>
                  </a:lnTo>
                  <a:lnTo>
                    <a:pt x="50675" y="115546"/>
                  </a:lnTo>
                  <a:lnTo>
                    <a:pt x="50214" y="115790"/>
                  </a:lnTo>
                  <a:lnTo>
                    <a:pt x="48185" y="116863"/>
                  </a:lnTo>
                  <a:lnTo>
                    <a:pt x="44866" y="114416"/>
                  </a:lnTo>
                  <a:lnTo>
                    <a:pt x="43860" y="114752"/>
                  </a:lnTo>
                  <a:lnTo>
                    <a:pt x="35599" y="117504"/>
                  </a:lnTo>
                  <a:lnTo>
                    <a:pt x="32300" y="118519"/>
                  </a:lnTo>
                  <a:lnTo>
                    <a:pt x="27775" y="119909"/>
                  </a:lnTo>
                  <a:lnTo>
                    <a:pt x="21410" y="121855"/>
                  </a:lnTo>
                  <a:lnTo>
                    <a:pt x="5748" y="126814"/>
                  </a:lnTo>
                  <a:lnTo>
                    <a:pt x="5491" y="1265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83452" y="3456094"/>
              <a:ext cx="6069" cy="7920"/>
            </a:xfrm>
            <a:custGeom>
              <a:avLst/>
              <a:pathLst>
                <a:path w="6069" h="7920">
                  <a:moveTo>
                    <a:pt x="0" y="1713"/>
                  </a:moveTo>
                  <a:lnTo>
                    <a:pt x="2282" y="0"/>
                  </a:lnTo>
                  <a:lnTo>
                    <a:pt x="4807" y="2163"/>
                  </a:lnTo>
                  <a:lnTo>
                    <a:pt x="6069" y="7920"/>
                  </a:lnTo>
                  <a:lnTo>
                    <a:pt x="1655" y="78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23038" y="3308848"/>
              <a:ext cx="315869" cy="155154"/>
            </a:xfrm>
            <a:custGeom>
              <a:avLst/>
              <a:pathLst>
                <a:path w="315869" h="155154">
                  <a:moveTo>
                    <a:pt x="7200" y="98989"/>
                  </a:moveTo>
                  <a:lnTo>
                    <a:pt x="3506" y="82938"/>
                  </a:lnTo>
                  <a:lnTo>
                    <a:pt x="0" y="66656"/>
                  </a:lnTo>
                  <a:lnTo>
                    <a:pt x="5439" y="65227"/>
                  </a:lnTo>
                  <a:lnTo>
                    <a:pt x="27829" y="59279"/>
                  </a:lnTo>
                  <a:lnTo>
                    <a:pt x="35393" y="57285"/>
                  </a:lnTo>
                  <a:lnTo>
                    <a:pt x="43144" y="55230"/>
                  </a:lnTo>
                  <a:lnTo>
                    <a:pt x="48609" y="53773"/>
                  </a:lnTo>
                  <a:lnTo>
                    <a:pt x="70735" y="47869"/>
                  </a:lnTo>
                  <a:lnTo>
                    <a:pt x="73176" y="47211"/>
                  </a:lnTo>
                  <a:lnTo>
                    <a:pt x="88863" y="42945"/>
                  </a:lnTo>
                  <a:lnTo>
                    <a:pt x="90351" y="42538"/>
                  </a:lnTo>
                  <a:lnTo>
                    <a:pt x="110123" y="37142"/>
                  </a:lnTo>
                  <a:lnTo>
                    <a:pt x="129385" y="31844"/>
                  </a:lnTo>
                  <a:lnTo>
                    <a:pt x="130027" y="31662"/>
                  </a:lnTo>
                  <a:lnTo>
                    <a:pt x="144086" y="27656"/>
                  </a:lnTo>
                  <a:lnTo>
                    <a:pt x="145556" y="27236"/>
                  </a:lnTo>
                  <a:lnTo>
                    <a:pt x="159508" y="23229"/>
                  </a:lnTo>
                  <a:lnTo>
                    <a:pt x="160037" y="23076"/>
                  </a:lnTo>
                  <a:lnTo>
                    <a:pt x="173070" y="19190"/>
                  </a:lnTo>
                  <a:lnTo>
                    <a:pt x="177625" y="17823"/>
                  </a:lnTo>
                  <a:lnTo>
                    <a:pt x="178784" y="17482"/>
                  </a:lnTo>
                  <a:lnTo>
                    <a:pt x="186980" y="15061"/>
                  </a:lnTo>
                  <a:lnTo>
                    <a:pt x="196593" y="12203"/>
                  </a:lnTo>
                  <a:lnTo>
                    <a:pt x="208038" y="8770"/>
                  </a:lnTo>
                  <a:lnTo>
                    <a:pt x="208447" y="8647"/>
                  </a:lnTo>
                  <a:lnTo>
                    <a:pt x="214670" y="6763"/>
                  </a:lnTo>
                  <a:lnTo>
                    <a:pt x="236785" y="0"/>
                  </a:lnTo>
                  <a:lnTo>
                    <a:pt x="246477" y="28793"/>
                  </a:lnTo>
                  <a:lnTo>
                    <a:pt x="248830" y="35508"/>
                  </a:lnTo>
                  <a:lnTo>
                    <a:pt x="250290" y="39676"/>
                  </a:lnTo>
                  <a:lnTo>
                    <a:pt x="253307" y="48292"/>
                  </a:lnTo>
                  <a:lnTo>
                    <a:pt x="262423" y="74361"/>
                  </a:lnTo>
                  <a:lnTo>
                    <a:pt x="268072" y="90543"/>
                  </a:lnTo>
                  <a:lnTo>
                    <a:pt x="270223" y="96751"/>
                  </a:lnTo>
                  <a:lnTo>
                    <a:pt x="270743" y="98252"/>
                  </a:lnTo>
                  <a:lnTo>
                    <a:pt x="273143" y="105125"/>
                  </a:lnTo>
                  <a:lnTo>
                    <a:pt x="287207" y="101394"/>
                  </a:lnTo>
                  <a:lnTo>
                    <a:pt x="296182" y="98729"/>
                  </a:lnTo>
                  <a:lnTo>
                    <a:pt x="306311" y="95701"/>
                  </a:lnTo>
                  <a:lnTo>
                    <a:pt x="315141" y="92906"/>
                  </a:lnTo>
                  <a:lnTo>
                    <a:pt x="315869" y="104403"/>
                  </a:lnTo>
                  <a:lnTo>
                    <a:pt x="315049" y="105838"/>
                  </a:lnTo>
                  <a:lnTo>
                    <a:pt x="314645" y="114368"/>
                  </a:lnTo>
                  <a:lnTo>
                    <a:pt x="314615" y="122725"/>
                  </a:lnTo>
                  <a:lnTo>
                    <a:pt x="314370" y="125939"/>
                  </a:lnTo>
                  <a:lnTo>
                    <a:pt x="312873" y="132752"/>
                  </a:lnTo>
                  <a:lnTo>
                    <a:pt x="288730" y="143250"/>
                  </a:lnTo>
                  <a:lnTo>
                    <a:pt x="286793" y="147839"/>
                  </a:lnTo>
                  <a:lnTo>
                    <a:pt x="282846" y="147156"/>
                  </a:lnTo>
                  <a:lnTo>
                    <a:pt x="278817" y="148264"/>
                  </a:lnTo>
                  <a:lnTo>
                    <a:pt x="275060" y="154396"/>
                  </a:lnTo>
                  <a:lnTo>
                    <a:pt x="273002" y="155154"/>
                  </a:lnTo>
                  <a:lnTo>
                    <a:pt x="271241" y="150385"/>
                  </a:lnTo>
                  <a:lnTo>
                    <a:pt x="272443" y="144111"/>
                  </a:lnTo>
                  <a:lnTo>
                    <a:pt x="271851" y="142327"/>
                  </a:lnTo>
                  <a:lnTo>
                    <a:pt x="270569" y="138960"/>
                  </a:lnTo>
                  <a:lnTo>
                    <a:pt x="265238" y="138436"/>
                  </a:lnTo>
                  <a:lnTo>
                    <a:pt x="263418" y="133206"/>
                  </a:lnTo>
                  <a:lnTo>
                    <a:pt x="268199" y="130491"/>
                  </a:lnTo>
                  <a:lnTo>
                    <a:pt x="267015" y="129116"/>
                  </a:lnTo>
                  <a:lnTo>
                    <a:pt x="265653" y="127532"/>
                  </a:lnTo>
                  <a:lnTo>
                    <a:pt x="263241" y="127814"/>
                  </a:lnTo>
                  <a:lnTo>
                    <a:pt x="261822" y="127980"/>
                  </a:lnTo>
                  <a:lnTo>
                    <a:pt x="255531" y="129345"/>
                  </a:lnTo>
                  <a:lnTo>
                    <a:pt x="257563" y="134939"/>
                  </a:lnTo>
                  <a:lnTo>
                    <a:pt x="260398" y="140079"/>
                  </a:lnTo>
                  <a:lnTo>
                    <a:pt x="261844" y="143783"/>
                  </a:lnTo>
                  <a:lnTo>
                    <a:pt x="258824" y="143813"/>
                  </a:lnTo>
                  <a:lnTo>
                    <a:pt x="254867" y="141473"/>
                  </a:lnTo>
                  <a:lnTo>
                    <a:pt x="253743" y="135606"/>
                  </a:lnTo>
                  <a:lnTo>
                    <a:pt x="249763" y="133167"/>
                  </a:lnTo>
                  <a:lnTo>
                    <a:pt x="242697" y="128529"/>
                  </a:lnTo>
                  <a:lnTo>
                    <a:pt x="239640" y="127680"/>
                  </a:lnTo>
                  <a:lnTo>
                    <a:pt x="239270" y="124351"/>
                  </a:lnTo>
                  <a:lnTo>
                    <a:pt x="236332" y="121476"/>
                  </a:lnTo>
                  <a:lnTo>
                    <a:pt x="230632" y="114991"/>
                  </a:lnTo>
                  <a:lnTo>
                    <a:pt x="233309" y="109639"/>
                  </a:lnTo>
                  <a:lnTo>
                    <a:pt x="231856" y="107564"/>
                  </a:lnTo>
                  <a:lnTo>
                    <a:pt x="231596" y="103934"/>
                  </a:lnTo>
                  <a:lnTo>
                    <a:pt x="234633" y="102615"/>
                  </a:lnTo>
                  <a:lnTo>
                    <a:pt x="236535" y="102347"/>
                  </a:lnTo>
                  <a:lnTo>
                    <a:pt x="238989" y="101662"/>
                  </a:lnTo>
                  <a:lnTo>
                    <a:pt x="237966" y="99153"/>
                  </a:lnTo>
                  <a:lnTo>
                    <a:pt x="236883" y="96500"/>
                  </a:lnTo>
                  <a:lnTo>
                    <a:pt x="235309" y="97198"/>
                  </a:lnTo>
                  <a:lnTo>
                    <a:pt x="231837" y="94371"/>
                  </a:lnTo>
                  <a:lnTo>
                    <a:pt x="229487" y="95084"/>
                  </a:lnTo>
                  <a:lnTo>
                    <a:pt x="227192" y="98837"/>
                  </a:lnTo>
                  <a:lnTo>
                    <a:pt x="225371" y="98742"/>
                  </a:lnTo>
                  <a:lnTo>
                    <a:pt x="224829" y="94853"/>
                  </a:lnTo>
                  <a:lnTo>
                    <a:pt x="220981" y="93548"/>
                  </a:lnTo>
                  <a:lnTo>
                    <a:pt x="220941" y="90685"/>
                  </a:lnTo>
                  <a:lnTo>
                    <a:pt x="225253" y="88619"/>
                  </a:lnTo>
                  <a:lnTo>
                    <a:pt x="226463" y="83212"/>
                  </a:lnTo>
                  <a:lnTo>
                    <a:pt x="230765" y="85547"/>
                  </a:lnTo>
                  <a:lnTo>
                    <a:pt x="232187" y="83532"/>
                  </a:lnTo>
                  <a:lnTo>
                    <a:pt x="231202" y="81430"/>
                  </a:lnTo>
                  <a:lnTo>
                    <a:pt x="229805" y="78450"/>
                  </a:lnTo>
                  <a:lnTo>
                    <a:pt x="229060" y="75396"/>
                  </a:lnTo>
                  <a:lnTo>
                    <a:pt x="226012" y="76320"/>
                  </a:lnTo>
                  <a:lnTo>
                    <a:pt x="222073" y="79052"/>
                  </a:lnTo>
                  <a:lnTo>
                    <a:pt x="222226" y="83698"/>
                  </a:lnTo>
                  <a:lnTo>
                    <a:pt x="219724" y="85340"/>
                  </a:lnTo>
                  <a:lnTo>
                    <a:pt x="218593" y="77528"/>
                  </a:lnTo>
                  <a:lnTo>
                    <a:pt x="219571" y="71065"/>
                  </a:lnTo>
                  <a:lnTo>
                    <a:pt x="220113" y="67846"/>
                  </a:lnTo>
                  <a:lnTo>
                    <a:pt x="222747" y="68079"/>
                  </a:lnTo>
                  <a:lnTo>
                    <a:pt x="225129" y="68289"/>
                  </a:lnTo>
                  <a:lnTo>
                    <a:pt x="223309" y="62137"/>
                  </a:lnTo>
                  <a:lnTo>
                    <a:pt x="221807" y="59994"/>
                  </a:lnTo>
                  <a:lnTo>
                    <a:pt x="219129" y="58390"/>
                  </a:lnTo>
                  <a:lnTo>
                    <a:pt x="219816" y="51971"/>
                  </a:lnTo>
                  <a:lnTo>
                    <a:pt x="220539" y="46565"/>
                  </a:lnTo>
                  <a:lnTo>
                    <a:pt x="222012" y="43467"/>
                  </a:lnTo>
                  <a:lnTo>
                    <a:pt x="222290" y="39962"/>
                  </a:lnTo>
                  <a:lnTo>
                    <a:pt x="224583" y="35928"/>
                  </a:lnTo>
                  <a:lnTo>
                    <a:pt x="227359" y="33665"/>
                  </a:lnTo>
                  <a:lnTo>
                    <a:pt x="228521" y="32717"/>
                  </a:lnTo>
                  <a:lnTo>
                    <a:pt x="230221" y="30335"/>
                  </a:lnTo>
                  <a:lnTo>
                    <a:pt x="228954" y="27167"/>
                  </a:lnTo>
                  <a:lnTo>
                    <a:pt x="227343" y="27698"/>
                  </a:lnTo>
                  <a:lnTo>
                    <a:pt x="225863" y="28186"/>
                  </a:lnTo>
                  <a:lnTo>
                    <a:pt x="221501" y="33816"/>
                  </a:lnTo>
                  <a:lnTo>
                    <a:pt x="217753" y="39773"/>
                  </a:lnTo>
                  <a:lnTo>
                    <a:pt x="214316" y="45549"/>
                  </a:lnTo>
                  <a:lnTo>
                    <a:pt x="213128" y="48498"/>
                  </a:lnTo>
                  <a:lnTo>
                    <a:pt x="212112" y="51014"/>
                  </a:lnTo>
                  <a:lnTo>
                    <a:pt x="210205" y="52769"/>
                  </a:lnTo>
                  <a:lnTo>
                    <a:pt x="209585" y="53339"/>
                  </a:lnTo>
                  <a:lnTo>
                    <a:pt x="208275" y="56115"/>
                  </a:lnTo>
                  <a:lnTo>
                    <a:pt x="205811" y="56828"/>
                  </a:lnTo>
                  <a:lnTo>
                    <a:pt x="203589" y="57587"/>
                  </a:lnTo>
                  <a:lnTo>
                    <a:pt x="203355" y="58163"/>
                  </a:lnTo>
                  <a:lnTo>
                    <a:pt x="202449" y="60394"/>
                  </a:lnTo>
                  <a:lnTo>
                    <a:pt x="209783" y="62464"/>
                  </a:lnTo>
                  <a:lnTo>
                    <a:pt x="211394" y="66602"/>
                  </a:lnTo>
                  <a:lnTo>
                    <a:pt x="212406" y="69917"/>
                  </a:lnTo>
                  <a:lnTo>
                    <a:pt x="214822" y="72024"/>
                  </a:lnTo>
                  <a:lnTo>
                    <a:pt x="211939" y="75497"/>
                  </a:lnTo>
                  <a:lnTo>
                    <a:pt x="211109" y="78157"/>
                  </a:lnTo>
                  <a:lnTo>
                    <a:pt x="212824" y="79063"/>
                  </a:lnTo>
                  <a:lnTo>
                    <a:pt x="212367" y="82273"/>
                  </a:lnTo>
                  <a:lnTo>
                    <a:pt x="212184" y="82779"/>
                  </a:lnTo>
                  <a:lnTo>
                    <a:pt x="211517" y="84617"/>
                  </a:lnTo>
                  <a:lnTo>
                    <a:pt x="210596" y="87978"/>
                  </a:lnTo>
                  <a:lnTo>
                    <a:pt x="212637" y="88518"/>
                  </a:lnTo>
                  <a:lnTo>
                    <a:pt x="211429" y="93619"/>
                  </a:lnTo>
                  <a:lnTo>
                    <a:pt x="210077" y="96831"/>
                  </a:lnTo>
                  <a:lnTo>
                    <a:pt x="212896" y="98929"/>
                  </a:lnTo>
                  <a:lnTo>
                    <a:pt x="213137" y="99930"/>
                  </a:lnTo>
                  <a:lnTo>
                    <a:pt x="214145" y="104115"/>
                  </a:lnTo>
                  <a:lnTo>
                    <a:pt x="216402" y="107867"/>
                  </a:lnTo>
                  <a:lnTo>
                    <a:pt x="217762" y="114494"/>
                  </a:lnTo>
                  <a:lnTo>
                    <a:pt x="220674" y="118801"/>
                  </a:lnTo>
                  <a:lnTo>
                    <a:pt x="224325" y="121432"/>
                  </a:lnTo>
                  <a:lnTo>
                    <a:pt x="229298" y="124820"/>
                  </a:lnTo>
                  <a:lnTo>
                    <a:pt x="230365" y="127093"/>
                  </a:lnTo>
                  <a:lnTo>
                    <a:pt x="230460" y="130863"/>
                  </a:lnTo>
                  <a:lnTo>
                    <a:pt x="230479" y="131635"/>
                  </a:lnTo>
                  <a:lnTo>
                    <a:pt x="232681" y="132364"/>
                  </a:lnTo>
                  <a:lnTo>
                    <a:pt x="232801" y="137531"/>
                  </a:lnTo>
                  <a:lnTo>
                    <a:pt x="236779" y="141999"/>
                  </a:lnTo>
                  <a:lnTo>
                    <a:pt x="239879" y="144732"/>
                  </a:lnTo>
                  <a:lnTo>
                    <a:pt x="240082" y="148252"/>
                  </a:lnTo>
                  <a:lnTo>
                    <a:pt x="242101" y="153419"/>
                  </a:lnTo>
                  <a:lnTo>
                    <a:pt x="237855" y="150726"/>
                  </a:lnTo>
                  <a:lnTo>
                    <a:pt x="233101" y="148478"/>
                  </a:lnTo>
                  <a:lnTo>
                    <a:pt x="229869" y="149753"/>
                  </a:lnTo>
                  <a:lnTo>
                    <a:pt x="225134" y="147742"/>
                  </a:lnTo>
                  <a:lnTo>
                    <a:pt x="220447" y="143505"/>
                  </a:lnTo>
                  <a:lnTo>
                    <a:pt x="214569" y="143375"/>
                  </a:lnTo>
                  <a:lnTo>
                    <a:pt x="210194" y="144575"/>
                  </a:lnTo>
                  <a:lnTo>
                    <a:pt x="205497" y="144379"/>
                  </a:lnTo>
                  <a:lnTo>
                    <a:pt x="203981" y="144267"/>
                  </a:lnTo>
                  <a:lnTo>
                    <a:pt x="201302" y="144069"/>
                  </a:lnTo>
                  <a:lnTo>
                    <a:pt x="196559" y="141559"/>
                  </a:lnTo>
                  <a:lnTo>
                    <a:pt x="192261" y="139504"/>
                  </a:lnTo>
                  <a:lnTo>
                    <a:pt x="188872" y="133649"/>
                  </a:lnTo>
                  <a:lnTo>
                    <a:pt x="187377" y="131917"/>
                  </a:lnTo>
                  <a:lnTo>
                    <a:pt x="183985" y="134801"/>
                  </a:lnTo>
                  <a:lnTo>
                    <a:pt x="181175" y="136894"/>
                  </a:lnTo>
                  <a:lnTo>
                    <a:pt x="176100" y="141086"/>
                  </a:lnTo>
                  <a:lnTo>
                    <a:pt x="171681" y="137300"/>
                  </a:lnTo>
                  <a:lnTo>
                    <a:pt x="170269" y="128327"/>
                  </a:lnTo>
                  <a:lnTo>
                    <a:pt x="172972" y="121852"/>
                  </a:lnTo>
                  <a:lnTo>
                    <a:pt x="176229" y="119670"/>
                  </a:lnTo>
                  <a:lnTo>
                    <a:pt x="175693" y="117934"/>
                  </a:lnTo>
                  <a:lnTo>
                    <a:pt x="174671" y="114677"/>
                  </a:lnTo>
                  <a:lnTo>
                    <a:pt x="177003" y="111128"/>
                  </a:lnTo>
                  <a:lnTo>
                    <a:pt x="177317" y="110650"/>
                  </a:lnTo>
                  <a:lnTo>
                    <a:pt x="179019" y="110125"/>
                  </a:lnTo>
                  <a:lnTo>
                    <a:pt x="179180" y="107515"/>
                  </a:lnTo>
                  <a:lnTo>
                    <a:pt x="179003" y="106762"/>
                  </a:lnTo>
                  <a:lnTo>
                    <a:pt x="178223" y="103449"/>
                  </a:lnTo>
                  <a:lnTo>
                    <a:pt x="178095" y="102908"/>
                  </a:lnTo>
                  <a:lnTo>
                    <a:pt x="180914" y="97868"/>
                  </a:lnTo>
                  <a:lnTo>
                    <a:pt x="184211" y="91872"/>
                  </a:lnTo>
                  <a:lnTo>
                    <a:pt x="176521" y="87439"/>
                  </a:lnTo>
                  <a:lnTo>
                    <a:pt x="173348" y="85605"/>
                  </a:lnTo>
                  <a:lnTo>
                    <a:pt x="169627" y="92276"/>
                  </a:lnTo>
                  <a:lnTo>
                    <a:pt x="167216" y="90237"/>
                  </a:lnTo>
                  <a:lnTo>
                    <a:pt x="164998" y="90669"/>
                  </a:lnTo>
                  <a:lnTo>
                    <a:pt x="163508" y="90960"/>
                  </a:lnTo>
                  <a:lnTo>
                    <a:pt x="160037" y="90304"/>
                  </a:lnTo>
                  <a:lnTo>
                    <a:pt x="159206" y="86790"/>
                  </a:lnTo>
                  <a:lnTo>
                    <a:pt x="154606" y="85805"/>
                  </a:lnTo>
                  <a:lnTo>
                    <a:pt x="153265" y="85825"/>
                  </a:lnTo>
                  <a:lnTo>
                    <a:pt x="152366" y="85839"/>
                  </a:lnTo>
                  <a:lnTo>
                    <a:pt x="151207" y="85856"/>
                  </a:lnTo>
                  <a:lnTo>
                    <a:pt x="144221" y="86533"/>
                  </a:lnTo>
                  <a:lnTo>
                    <a:pt x="142356" y="84371"/>
                  </a:lnTo>
                  <a:lnTo>
                    <a:pt x="139513" y="83777"/>
                  </a:lnTo>
                  <a:lnTo>
                    <a:pt x="138536" y="80385"/>
                  </a:lnTo>
                  <a:lnTo>
                    <a:pt x="140269" y="77646"/>
                  </a:lnTo>
                  <a:lnTo>
                    <a:pt x="141205" y="74349"/>
                  </a:lnTo>
                  <a:lnTo>
                    <a:pt x="138123" y="72276"/>
                  </a:lnTo>
                  <a:lnTo>
                    <a:pt x="133842" y="70903"/>
                  </a:lnTo>
                  <a:lnTo>
                    <a:pt x="131068" y="69610"/>
                  </a:lnTo>
                  <a:lnTo>
                    <a:pt x="125700" y="69741"/>
                  </a:lnTo>
                  <a:lnTo>
                    <a:pt x="124932" y="69871"/>
                  </a:lnTo>
                  <a:lnTo>
                    <a:pt x="122154" y="70339"/>
                  </a:lnTo>
                  <a:lnTo>
                    <a:pt x="119742" y="68098"/>
                  </a:lnTo>
                  <a:lnTo>
                    <a:pt x="119053" y="63864"/>
                  </a:lnTo>
                  <a:lnTo>
                    <a:pt x="113662" y="58606"/>
                  </a:lnTo>
                  <a:lnTo>
                    <a:pt x="112287" y="56704"/>
                  </a:lnTo>
                  <a:lnTo>
                    <a:pt x="110905" y="54791"/>
                  </a:lnTo>
                  <a:lnTo>
                    <a:pt x="109160" y="49671"/>
                  </a:lnTo>
                  <a:lnTo>
                    <a:pt x="102517" y="49657"/>
                  </a:lnTo>
                  <a:lnTo>
                    <a:pt x="97454" y="51632"/>
                  </a:lnTo>
                  <a:lnTo>
                    <a:pt x="95684" y="50357"/>
                  </a:lnTo>
                  <a:lnTo>
                    <a:pt x="91061" y="47021"/>
                  </a:lnTo>
                  <a:lnTo>
                    <a:pt x="82129" y="50588"/>
                  </a:lnTo>
                  <a:lnTo>
                    <a:pt x="77063" y="54508"/>
                  </a:lnTo>
                  <a:lnTo>
                    <a:pt x="75842" y="55065"/>
                  </a:lnTo>
                  <a:lnTo>
                    <a:pt x="72741" y="56478"/>
                  </a:lnTo>
                  <a:lnTo>
                    <a:pt x="70440" y="62450"/>
                  </a:lnTo>
                  <a:lnTo>
                    <a:pt x="69774" y="66048"/>
                  </a:lnTo>
                  <a:lnTo>
                    <a:pt x="69296" y="66155"/>
                  </a:lnTo>
                  <a:lnTo>
                    <a:pt x="61299" y="67942"/>
                  </a:lnTo>
                  <a:lnTo>
                    <a:pt x="56834" y="67845"/>
                  </a:lnTo>
                  <a:lnTo>
                    <a:pt x="53224" y="67763"/>
                  </a:lnTo>
                  <a:lnTo>
                    <a:pt x="50017" y="63718"/>
                  </a:lnTo>
                  <a:lnTo>
                    <a:pt x="47336" y="61821"/>
                  </a:lnTo>
                  <a:lnTo>
                    <a:pt x="43953" y="70388"/>
                  </a:lnTo>
                  <a:lnTo>
                    <a:pt x="39585" y="78306"/>
                  </a:lnTo>
                  <a:lnTo>
                    <a:pt x="39492" y="81907"/>
                  </a:lnTo>
                  <a:lnTo>
                    <a:pt x="33687" y="80424"/>
                  </a:lnTo>
                  <a:lnTo>
                    <a:pt x="31635" y="81009"/>
                  </a:lnTo>
                  <a:lnTo>
                    <a:pt x="30095" y="81448"/>
                  </a:lnTo>
                  <a:lnTo>
                    <a:pt x="26701" y="88827"/>
                  </a:lnTo>
                  <a:lnTo>
                    <a:pt x="22011" y="96820"/>
                  </a:lnTo>
                  <a:lnTo>
                    <a:pt x="20965" y="98597"/>
                  </a:lnTo>
                  <a:lnTo>
                    <a:pt x="17056" y="102472"/>
                  </a:lnTo>
                  <a:lnTo>
                    <a:pt x="13473" y="107916"/>
                  </a:lnTo>
                  <a:lnTo>
                    <a:pt x="9853" y="1108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89264" y="2508740"/>
              <a:ext cx="5451" cy="8663"/>
            </a:xfrm>
            <a:custGeom>
              <a:avLst/>
              <a:pathLst>
                <a:path w="5451" h="8663">
                  <a:moveTo>
                    <a:pt x="0" y="2764"/>
                  </a:moveTo>
                  <a:lnTo>
                    <a:pt x="2184" y="0"/>
                  </a:lnTo>
                  <a:lnTo>
                    <a:pt x="5451" y="3919"/>
                  </a:lnTo>
                  <a:lnTo>
                    <a:pt x="4696" y="8663"/>
                  </a:lnTo>
                  <a:lnTo>
                    <a:pt x="463" y="738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521304" y="2210491"/>
              <a:ext cx="247668" cy="410762"/>
            </a:xfrm>
            <a:custGeom>
              <a:avLst/>
              <a:pathLst>
                <a:path w="247668" h="410762">
                  <a:moveTo>
                    <a:pt x="0" y="232431"/>
                  </a:moveTo>
                  <a:lnTo>
                    <a:pt x="2382" y="230900"/>
                  </a:lnTo>
                  <a:lnTo>
                    <a:pt x="2800" y="227619"/>
                  </a:lnTo>
                  <a:lnTo>
                    <a:pt x="6789" y="227337"/>
                  </a:lnTo>
                  <a:lnTo>
                    <a:pt x="9991" y="229458"/>
                  </a:lnTo>
                  <a:lnTo>
                    <a:pt x="12855" y="233772"/>
                  </a:lnTo>
                  <a:lnTo>
                    <a:pt x="15735" y="233100"/>
                  </a:lnTo>
                  <a:lnTo>
                    <a:pt x="15160" y="229777"/>
                  </a:lnTo>
                  <a:lnTo>
                    <a:pt x="14926" y="228427"/>
                  </a:lnTo>
                  <a:lnTo>
                    <a:pt x="15351" y="225915"/>
                  </a:lnTo>
                  <a:lnTo>
                    <a:pt x="13807" y="223677"/>
                  </a:lnTo>
                  <a:lnTo>
                    <a:pt x="13454" y="220472"/>
                  </a:lnTo>
                  <a:lnTo>
                    <a:pt x="11621" y="218925"/>
                  </a:lnTo>
                  <a:lnTo>
                    <a:pt x="13140" y="215398"/>
                  </a:lnTo>
                  <a:lnTo>
                    <a:pt x="14686" y="215063"/>
                  </a:lnTo>
                  <a:lnTo>
                    <a:pt x="17035" y="216908"/>
                  </a:lnTo>
                  <a:lnTo>
                    <a:pt x="20117" y="216181"/>
                  </a:lnTo>
                  <a:lnTo>
                    <a:pt x="22894" y="216120"/>
                  </a:lnTo>
                  <a:lnTo>
                    <a:pt x="21456" y="212471"/>
                  </a:lnTo>
                  <a:lnTo>
                    <a:pt x="18467" y="211299"/>
                  </a:lnTo>
                  <a:lnTo>
                    <a:pt x="13920" y="207552"/>
                  </a:lnTo>
                  <a:lnTo>
                    <a:pt x="14211" y="202335"/>
                  </a:lnTo>
                  <a:lnTo>
                    <a:pt x="15301" y="198655"/>
                  </a:lnTo>
                  <a:lnTo>
                    <a:pt x="17545" y="194688"/>
                  </a:lnTo>
                  <a:lnTo>
                    <a:pt x="18520" y="190751"/>
                  </a:lnTo>
                  <a:lnTo>
                    <a:pt x="23292" y="185419"/>
                  </a:lnTo>
                  <a:lnTo>
                    <a:pt x="25849" y="181467"/>
                  </a:lnTo>
                  <a:lnTo>
                    <a:pt x="22423" y="177928"/>
                  </a:lnTo>
                  <a:lnTo>
                    <a:pt x="22775" y="175658"/>
                  </a:lnTo>
                  <a:lnTo>
                    <a:pt x="25054" y="170430"/>
                  </a:lnTo>
                  <a:lnTo>
                    <a:pt x="27801" y="165809"/>
                  </a:lnTo>
                  <a:lnTo>
                    <a:pt x="26808" y="162152"/>
                  </a:lnTo>
                  <a:lnTo>
                    <a:pt x="25146" y="159994"/>
                  </a:lnTo>
                  <a:lnTo>
                    <a:pt x="22531" y="161114"/>
                  </a:lnTo>
                  <a:lnTo>
                    <a:pt x="21894" y="157822"/>
                  </a:lnTo>
                  <a:lnTo>
                    <a:pt x="20440" y="156480"/>
                  </a:lnTo>
                  <a:lnTo>
                    <a:pt x="19690" y="152742"/>
                  </a:lnTo>
                  <a:lnTo>
                    <a:pt x="20656" y="148570"/>
                  </a:lnTo>
                  <a:lnTo>
                    <a:pt x="20796" y="144524"/>
                  </a:lnTo>
                  <a:lnTo>
                    <a:pt x="16572" y="142091"/>
                  </a:lnTo>
                  <a:lnTo>
                    <a:pt x="16580" y="136298"/>
                  </a:lnTo>
                  <a:lnTo>
                    <a:pt x="16616" y="132654"/>
                  </a:lnTo>
                  <a:lnTo>
                    <a:pt x="17606" y="130783"/>
                  </a:lnTo>
                  <a:lnTo>
                    <a:pt x="16498" y="128220"/>
                  </a:lnTo>
                  <a:lnTo>
                    <a:pt x="18079" y="124751"/>
                  </a:lnTo>
                  <a:lnTo>
                    <a:pt x="19679" y="121886"/>
                  </a:lnTo>
                  <a:lnTo>
                    <a:pt x="20935" y="118866"/>
                  </a:lnTo>
                  <a:lnTo>
                    <a:pt x="21787" y="116734"/>
                  </a:lnTo>
                  <a:lnTo>
                    <a:pt x="18784" y="104138"/>
                  </a:lnTo>
                  <a:lnTo>
                    <a:pt x="16235" y="93511"/>
                  </a:lnTo>
                  <a:lnTo>
                    <a:pt x="20082" y="74726"/>
                  </a:lnTo>
                  <a:lnTo>
                    <a:pt x="25489" y="48524"/>
                  </a:lnTo>
                  <a:lnTo>
                    <a:pt x="28185" y="35400"/>
                  </a:lnTo>
                  <a:lnTo>
                    <a:pt x="33003" y="13469"/>
                  </a:lnTo>
                  <a:lnTo>
                    <a:pt x="36635" y="12541"/>
                  </a:lnTo>
                  <a:lnTo>
                    <a:pt x="39713" y="12717"/>
                  </a:lnTo>
                  <a:lnTo>
                    <a:pt x="43867" y="12290"/>
                  </a:lnTo>
                  <a:lnTo>
                    <a:pt x="44588" y="16257"/>
                  </a:lnTo>
                  <a:lnTo>
                    <a:pt x="49821" y="26859"/>
                  </a:lnTo>
                  <a:lnTo>
                    <a:pt x="54883" y="27853"/>
                  </a:lnTo>
                  <a:lnTo>
                    <a:pt x="59563" y="29179"/>
                  </a:lnTo>
                  <a:lnTo>
                    <a:pt x="63521" y="23885"/>
                  </a:lnTo>
                  <a:lnTo>
                    <a:pt x="69459" y="18794"/>
                  </a:lnTo>
                  <a:lnTo>
                    <a:pt x="73036" y="16613"/>
                  </a:lnTo>
                  <a:lnTo>
                    <a:pt x="72789" y="13595"/>
                  </a:lnTo>
                  <a:lnTo>
                    <a:pt x="76626" y="10511"/>
                  </a:lnTo>
                  <a:lnTo>
                    <a:pt x="79524" y="10290"/>
                  </a:lnTo>
                  <a:lnTo>
                    <a:pt x="83825" y="7840"/>
                  </a:lnTo>
                  <a:lnTo>
                    <a:pt x="82163" y="5199"/>
                  </a:lnTo>
                  <a:lnTo>
                    <a:pt x="82384" y="2327"/>
                  </a:lnTo>
                  <a:lnTo>
                    <a:pt x="87350" y="365"/>
                  </a:lnTo>
                  <a:lnTo>
                    <a:pt x="91327" y="0"/>
                  </a:lnTo>
                  <a:lnTo>
                    <a:pt x="94929" y="928"/>
                  </a:lnTo>
                  <a:lnTo>
                    <a:pt x="100164" y="2737"/>
                  </a:lnTo>
                  <a:lnTo>
                    <a:pt x="106575" y="5191"/>
                  </a:lnTo>
                  <a:lnTo>
                    <a:pt x="109784" y="5895"/>
                  </a:lnTo>
                  <a:lnTo>
                    <a:pt x="115865" y="10749"/>
                  </a:lnTo>
                  <a:lnTo>
                    <a:pt x="123038" y="12753"/>
                  </a:lnTo>
                  <a:lnTo>
                    <a:pt x="132532" y="34911"/>
                  </a:lnTo>
                  <a:lnTo>
                    <a:pt x="139357" y="50678"/>
                  </a:lnTo>
                  <a:lnTo>
                    <a:pt x="150937" y="76925"/>
                  </a:lnTo>
                  <a:lnTo>
                    <a:pt x="159399" y="96621"/>
                  </a:lnTo>
                  <a:lnTo>
                    <a:pt x="162901" y="104828"/>
                  </a:lnTo>
                  <a:lnTo>
                    <a:pt x="165219" y="105782"/>
                  </a:lnTo>
                  <a:lnTo>
                    <a:pt x="163987" y="111033"/>
                  </a:lnTo>
                  <a:lnTo>
                    <a:pt x="167525" y="113311"/>
                  </a:lnTo>
                  <a:lnTo>
                    <a:pt x="167025" y="118225"/>
                  </a:lnTo>
                  <a:lnTo>
                    <a:pt x="169960" y="121839"/>
                  </a:lnTo>
                  <a:lnTo>
                    <a:pt x="170625" y="126723"/>
                  </a:lnTo>
                  <a:lnTo>
                    <a:pt x="175672" y="124372"/>
                  </a:lnTo>
                  <a:lnTo>
                    <a:pt x="179273" y="127496"/>
                  </a:lnTo>
                  <a:lnTo>
                    <a:pt x="182001" y="127227"/>
                  </a:lnTo>
                  <a:lnTo>
                    <a:pt x="188222" y="127015"/>
                  </a:lnTo>
                  <a:lnTo>
                    <a:pt x="192265" y="124332"/>
                  </a:lnTo>
                  <a:lnTo>
                    <a:pt x="195141" y="126224"/>
                  </a:lnTo>
                  <a:lnTo>
                    <a:pt x="197929" y="131818"/>
                  </a:lnTo>
                  <a:lnTo>
                    <a:pt x="194827" y="133651"/>
                  </a:lnTo>
                  <a:lnTo>
                    <a:pt x="195990" y="137542"/>
                  </a:lnTo>
                  <a:lnTo>
                    <a:pt x="201855" y="142565"/>
                  </a:lnTo>
                  <a:lnTo>
                    <a:pt x="202566" y="149383"/>
                  </a:lnTo>
                  <a:lnTo>
                    <a:pt x="202595" y="152501"/>
                  </a:lnTo>
                  <a:lnTo>
                    <a:pt x="205013" y="154066"/>
                  </a:lnTo>
                  <a:lnTo>
                    <a:pt x="211510" y="159660"/>
                  </a:lnTo>
                  <a:lnTo>
                    <a:pt x="215306" y="160755"/>
                  </a:lnTo>
                  <a:lnTo>
                    <a:pt x="216877" y="158007"/>
                  </a:lnTo>
                  <a:lnTo>
                    <a:pt x="216829" y="153705"/>
                  </a:lnTo>
                  <a:lnTo>
                    <a:pt x="221223" y="153667"/>
                  </a:lnTo>
                  <a:lnTo>
                    <a:pt x="223878" y="153315"/>
                  </a:lnTo>
                  <a:lnTo>
                    <a:pt x="228344" y="156249"/>
                  </a:lnTo>
                  <a:lnTo>
                    <a:pt x="231065" y="159284"/>
                  </a:lnTo>
                  <a:lnTo>
                    <a:pt x="232916" y="162270"/>
                  </a:lnTo>
                  <a:lnTo>
                    <a:pt x="238745" y="168408"/>
                  </a:lnTo>
                  <a:lnTo>
                    <a:pt x="242794" y="170169"/>
                  </a:lnTo>
                  <a:lnTo>
                    <a:pt x="244167" y="174830"/>
                  </a:lnTo>
                  <a:lnTo>
                    <a:pt x="247668" y="176359"/>
                  </a:lnTo>
                  <a:lnTo>
                    <a:pt x="245156" y="182284"/>
                  </a:lnTo>
                  <a:lnTo>
                    <a:pt x="243444" y="185608"/>
                  </a:lnTo>
                  <a:lnTo>
                    <a:pt x="242284" y="189619"/>
                  </a:lnTo>
                  <a:lnTo>
                    <a:pt x="240856" y="194541"/>
                  </a:lnTo>
                  <a:lnTo>
                    <a:pt x="238128" y="198177"/>
                  </a:lnTo>
                  <a:lnTo>
                    <a:pt x="236142" y="202749"/>
                  </a:lnTo>
                  <a:lnTo>
                    <a:pt x="231083" y="202513"/>
                  </a:lnTo>
                  <a:lnTo>
                    <a:pt x="230127" y="205078"/>
                  </a:lnTo>
                  <a:lnTo>
                    <a:pt x="227439" y="206487"/>
                  </a:lnTo>
                  <a:lnTo>
                    <a:pt x="226541" y="211177"/>
                  </a:lnTo>
                  <a:lnTo>
                    <a:pt x="226480" y="215692"/>
                  </a:lnTo>
                  <a:lnTo>
                    <a:pt x="228619" y="217959"/>
                  </a:lnTo>
                  <a:lnTo>
                    <a:pt x="225965" y="223763"/>
                  </a:lnTo>
                  <a:lnTo>
                    <a:pt x="220893" y="220357"/>
                  </a:lnTo>
                  <a:lnTo>
                    <a:pt x="218540" y="217622"/>
                  </a:lnTo>
                  <a:lnTo>
                    <a:pt x="216351" y="220891"/>
                  </a:lnTo>
                  <a:lnTo>
                    <a:pt x="211719" y="223604"/>
                  </a:lnTo>
                  <a:lnTo>
                    <a:pt x="210251" y="227159"/>
                  </a:lnTo>
                  <a:lnTo>
                    <a:pt x="210822" y="231295"/>
                  </a:lnTo>
                  <a:lnTo>
                    <a:pt x="209180" y="234462"/>
                  </a:lnTo>
                  <a:lnTo>
                    <a:pt x="206520" y="233954"/>
                  </a:lnTo>
                  <a:lnTo>
                    <a:pt x="206250" y="234475"/>
                  </a:lnTo>
                  <a:lnTo>
                    <a:pt x="204953" y="236969"/>
                  </a:lnTo>
                  <a:lnTo>
                    <a:pt x="202866" y="237557"/>
                  </a:lnTo>
                  <a:lnTo>
                    <a:pt x="202881" y="243311"/>
                  </a:lnTo>
                  <a:lnTo>
                    <a:pt x="198679" y="241861"/>
                  </a:lnTo>
                  <a:lnTo>
                    <a:pt x="196679" y="240517"/>
                  </a:lnTo>
                  <a:lnTo>
                    <a:pt x="193543" y="243145"/>
                  </a:lnTo>
                  <a:lnTo>
                    <a:pt x="195946" y="246510"/>
                  </a:lnTo>
                  <a:lnTo>
                    <a:pt x="195640" y="248741"/>
                  </a:lnTo>
                  <a:lnTo>
                    <a:pt x="194850" y="252921"/>
                  </a:lnTo>
                  <a:lnTo>
                    <a:pt x="199344" y="254965"/>
                  </a:lnTo>
                  <a:lnTo>
                    <a:pt x="191565" y="257421"/>
                  </a:lnTo>
                  <a:lnTo>
                    <a:pt x="192354" y="260724"/>
                  </a:lnTo>
                  <a:lnTo>
                    <a:pt x="194420" y="268495"/>
                  </a:lnTo>
                  <a:lnTo>
                    <a:pt x="188032" y="270374"/>
                  </a:lnTo>
                  <a:lnTo>
                    <a:pt x="184919" y="273277"/>
                  </a:lnTo>
                  <a:lnTo>
                    <a:pt x="183628" y="274773"/>
                  </a:lnTo>
                  <a:lnTo>
                    <a:pt x="181236" y="277542"/>
                  </a:lnTo>
                  <a:lnTo>
                    <a:pt x="181389" y="283404"/>
                  </a:lnTo>
                  <a:lnTo>
                    <a:pt x="179320" y="284877"/>
                  </a:lnTo>
                  <a:lnTo>
                    <a:pt x="176226" y="279186"/>
                  </a:lnTo>
                  <a:lnTo>
                    <a:pt x="170560" y="283350"/>
                  </a:lnTo>
                  <a:lnTo>
                    <a:pt x="166236" y="288269"/>
                  </a:lnTo>
                  <a:lnTo>
                    <a:pt x="162769" y="284711"/>
                  </a:lnTo>
                  <a:lnTo>
                    <a:pt x="159312" y="281046"/>
                  </a:lnTo>
                  <a:lnTo>
                    <a:pt x="161017" y="277531"/>
                  </a:lnTo>
                  <a:lnTo>
                    <a:pt x="159107" y="276363"/>
                  </a:lnTo>
                  <a:lnTo>
                    <a:pt x="155479" y="274142"/>
                  </a:lnTo>
                  <a:lnTo>
                    <a:pt x="151161" y="274807"/>
                  </a:lnTo>
                  <a:lnTo>
                    <a:pt x="149968" y="274989"/>
                  </a:lnTo>
                  <a:lnTo>
                    <a:pt x="151178" y="280460"/>
                  </a:lnTo>
                  <a:lnTo>
                    <a:pt x="151328" y="284391"/>
                  </a:lnTo>
                  <a:lnTo>
                    <a:pt x="155485" y="287569"/>
                  </a:lnTo>
                  <a:lnTo>
                    <a:pt x="154696" y="291668"/>
                  </a:lnTo>
                  <a:lnTo>
                    <a:pt x="157166" y="293860"/>
                  </a:lnTo>
                  <a:lnTo>
                    <a:pt x="156336" y="297343"/>
                  </a:lnTo>
                  <a:lnTo>
                    <a:pt x="153141" y="298426"/>
                  </a:lnTo>
                  <a:lnTo>
                    <a:pt x="150628" y="299378"/>
                  </a:lnTo>
                  <a:lnTo>
                    <a:pt x="150254" y="304864"/>
                  </a:lnTo>
                  <a:lnTo>
                    <a:pt x="148626" y="305780"/>
                  </a:lnTo>
                  <a:lnTo>
                    <a:pt x="147766" y="309897"/>
                  </a:lnTo>
                  <a:lnTo>
                    <a:pt x="146145" y="312754"/>
                  </a:lnTo>
                  <a:lnTo>
                    <a:pt x="142255" y="308488"/>
                  </a:lnTo>
                  <a:lnTo>
                    <a:pt x="139937" y="306953"/>
                  </a:lnTo>
                  <a:lnTo>
                    <a:pt x="138793" y="306194"/>
                  </a:lnTo>
                  <a:lnTo>
                    <a:pt x="138217" y="309628"/>
                  </a:lnTo>
                  <a:lnTo>
                    <a:pt x="137732" y="311120"/>
                  </a:lnTo>
                  <a:lnTo>
                    <a:pt x="136291" y="318592"/>
                  </a:lnTo>
                  <a:lnTo>
                    <a:pt x="133339" y="319437"/>
                  </a:lnTo>
                  <a:lnTo>
                    <a:pt x="132425" y="321533"/>
                  </a:lnTo>
                  <a:lnTo>
                    <a:pt x="128889" y="324832"/>
                  </a:lnTo>
                  <a:lnTo>
                    <a:pt x="126545" y="326516"/>
                  </a:lnTo>
                  <a:lnTo>
                    <a:pt x="125437" y="327312"/>
                  </a:lnTo>
                  <a:lnTo>
                    <a:pt x="124844" y="332192"/>
                  </a:lnTo>
                  <a:lnTo>
                    <a:pt x="122272" y="334733"/>
                  </a:lnTo>
                  <a:lnTo>
                    <a:pt x="121613" y="337559"/>
                  </a:lnTo>
                  <a:lnTo>
                    <a:pt x="120256" y="337771"/>
                  </a:lnTo>
                  <a:lnTo>
                    <a:pt x="118135" y="333439"/>
                  </a:lnTo>
                  <a:lnTo>
                    <a:pt x="116438" y="333389"/>
                  </a:lnTo>
                  <a:lnTo>
                    <a:pt x="114543" y="333332"/>
                  </a:lnTo>
                  <a:lnTo>
                    <a:pt x="111582" y="337446"/>
                  </a:lnTo>
                  <a:lnTo>
                    <a:pt x="111636" y="340672"/>
                  </a:lnTo>
                  <a:lnTo>
                    <a:pt x="107483" y="341999"/>
                  </a:lnTo>
                  <a:lnTo>
                    <a:pt x="107354" y="346010"/>
                  </a:lnTo>
                  <a:lnTo>
                    <a:pt x="103087" y="347426"/>
                  </a:lnTo>
                  <a:lnTo>
                    <a:pt x="102710" y="350394"/>
                  </a:lnTo>
                  <a:lnTo>
                    <a:pt x="102706" y="355054"/>
                  </a:lnTo>
                  <a:lnTo>
                    <a:pt x="104560" y="358050"/>
                  </a:lnTo>
                  <a:lnTo>
                    <a:pt x="102836" y="360444"/>
                  </a:lnTo>
                  <a:lnTo>
                    <a:pt x="98830" y="363198"/>
                  </a:lnTo>
                  <a:lnTo>
                    <a:pt x="97781" y="363530"/>
                  </a:lnTo>
                  <a:lnTo>
                    <a:pt x="96442" y="363952"/>
                  </a:lnTo>
                  <a:lnTo>
                    <a:pt x="96330" y="368011"/>
                  </a:lnTo>
                  <a:lnTo>
                    <a:pt x="100604" y="369051"/>
                  </a:lnTo>
                  <a:lnTo>
                    <a:pt x="98718" y="374131"/>
                  </a:lnTo>
                  <a:lnTo>
                    <a:pt x="98425" y="379173"/>
                  </a:lnTo>
                  <a:lnTo>
                    <a:pt x="96172" y="382034"/>
                  </a:lnTo>
                  <a:lnTo>
                    <a:pt x="93038" y="382894"/>
                  </a:lnTo>
                  <a:lnTo>
                    <a:pt x="91610" y="385557"/>
                  </a:lnTo>
                  <a:lnTo>
                    <a:pt x="91369" y="390574"/>
                  </a:lnTo>
                  <a:lnTo>
                    <a:pt x="93399" y="394375"/>
                  </a:lnTo>
                  <a:lnTo>
                    <a:pt x="93994" y="399696"/>
                  </a:lnTo>
                  <a:lnTo>
                    <a:pt x="93337" y="402698"/>
                  </a:lnTo>
                  <a:lnTo>
                    <a:pt x="92572" y="408538"/>
                  </a:lnTo>
                  <a:lnTo>
                    <a:pt x="90851" y="410762"/>
                  </a:lnTo>
                  <a:lnTo>
                    <a:pt x="87151" y="410273"/>
                  </a:lnTo>
                  <a:lnTo>
                    <a:pt x="82131" y="408098"/>
                  </a:lnTo>
                  <a:lnTo>
                    <a:pt x="81451" y="407803"/>
                  </a:lnTo>
                  <a:lnTo>
                    <a:pt x="80108" y="403516"/>
                  </a:lnTo>
                  <a:lnTo>
                    <a:pt x="79650" y="400125"/>
                  </a:lnTo>
                  <a:lnTo>
                    <a:pt x="74560" y="397058"/>
                  </a:lnTo>
                  <a:lnTo>
                    <a:pt x="69896" y="393662"/>
                  </a:lnTo>
                  <a:lnTo>
                    <a:pt x="64807" y="390736"/>
                  </a:lnTo>
                  <a:lnTo>
                    <a:pt x="64141" y="385958"/>
                  </a:lnTo>
                  <a:lnTo>
                    <a:pt x="62490" y="378949"/>
                  </a:lnTo>
                  <a:lnTo>
                    <a:pt x="61039" y="376618"/>
                  </a:lnTo>
                  <a:lnTo>
                    <a:pt x="59606" y="374317"/>
                  </a:lnTo>
                  <a:lnTo>
                    <a:pt x="55093" y="363640"/>
                  </a:lnTo>
                  <a:lnTo>
                    <a:pt x="51983" y="356098"/>
                  </a:lnTo>
                  <a:lnTo>
                    <a:pt x="50418" y="352307"/>
                  </a:lnTo>
                  <a:lnTo>
                    <a:pt x="42012" y="331447"/>
                  </a:lnTo>
                  <a:lnTo>
                    <a:pt x="36511" y="317806"/>
                  </a:lnTo>
                  <a:lnTo>
                    <a:pt x="35625" y="315672"/>
                  </a:lnTo>
                  <a:lnTo>
                    <a:pt x="35048" y="314283"/>
                  </a:lnTo>
                  <a:lnTo>
                    <a:pt x="28295" y="298054"/>
                  </a:lnTo>
                  <a:lnTo>
                    <a:pt x="20242" y="278693"/>
                  </a:lnTo>
                  <a:lnTo>
                    <a:pt x="10915" y="2572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76357" y="2736087"/>
              <a:ext cx="19001" cy="12570"/>
            </a:xfrm>
            <a:custGeom>
              <a:avLst/>
              <a:pathLst>
                <a:path w="19001" h="12570">
                  <a:moveTo>
                    <a:pt x="1465" y="0"/>
                  </a:moveTo>
                  <a:lnTo>
                    <a:pt x="8415" y="4538"/>
                  </a:lnTo>
                  <a:lnTo>
                    <a:pt x="14740" y="5865"/>
                  </a:lnTo>
                  <a:lnTo>
                    <a:pt x="19001" y="7522"/>
                  </a:lnTo>
                  <a:lnTo>
                    <a:pt x="17489" y="11781"/>
                  </a:lnTo>
                  <a:lnTo>
                    <a:pt x="12071" y="12570"/>
                  </a:lnTo>
                  <a:lnTo>
                    <a:pt x="4637" y="7228"/>
                  </a:lnTo>
                  <a:lnTo>
                    <a:pt x="0" y="34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215680" y="2751118"/>
              <a:ext cx="19070" cy="23364"/>
            </a:xfrm>
            <a:custGeom>
              <a:avLst/>
              <a:pathLst>
                <a:path w="19070" h="23364">
                  <a:moveTo>
                    <a:pt x="0" y="10736"/>
                  </a:moveTo>
                  <a:lnTo>
                    <a:pt x="2875" y="9592"/>
                  </a:lnTo>
                  <a:lnTo>
                    <a:pt x="9126" y="733"/>
                  </a:lnTo>
                  <a:lnTo>
                    <a:pt x="19070" y="0"/>
                  </a:lnTo>
                  <a:lnTo>
                    <a:pt x="18876" y="4365"/>
                  </a:lnTo>
                  <a:lnTo>
                    <a:pt x="13699" y="20699"/>
                  </a:lnTo>
                  <a:lnTo>
                    <a:pt x="10943" y="23364"/>
                  </a:lnTo>
                  <a:lnTo>
                    <a:pt x="7065" y="22836"/>
                  </a:lnTo>
                  <a:lnTo>
                    <a:pt x="898" y="140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99562" y="2815294"/>
              <a:ext cx="10405" cy="15033"/>
            </a:xfrm>
            <a:custGeom>
              <a:avLst/>
              <a:pathLst>
                <a:path w="10405" h="15033">
                  <a:moveTo>
                    <a:pt x="408" y="11057"/>
                  </a:moveTo>
                  <a:lnTo>
                    <a:pt x="4331" y="0"/>
                  </a:lnTo>
                  <a:lnTo>
                    <a:pt x="7785" y="151"/>
                  </a:lnTo>
                  <a:lnTo>
                    <a:pt x="10405" y="2520"/>
                  </a:lnTo>
                  <a:lnTo>
                    <a:pt x="9878" y="7654"/>
                  </a:lnTo>
                  <a:lnTo>
                    <a:pt x="4630" y="15033"/>
                  </a:lnTo>
                  <a:lnTo>
                    <a:pt x="0" y="147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91342" y="2746948"/>
              <a:ext cx="272175" cy="370479"/>
            </a:xfrm>
            <a:custGeom>
              <a:avLst/>
              <a:pathLst>
                <a:path w="272175" h="370479">
                  <a:moveTo>
                    <a:pt x="12536" y="370479"/>
                  </a:moveTo>
                  <a:lnTo>
                    <a:pt x="19942" y="362597"/>
                  </a:lnTo>
                  <a:lnTo>
                    <a:pt x="24904" y="354419"/>
                  </a:lnTo>
                  <a:lnTo>
                    <a:pt x="27694" y="343287"/>
                  </a:lnTo>
                  <a:lnTo>
                    <a:pt x="28759" y="339013"/>
                  </a:lnTo>
                  <a:lnTo>
                    <a:pt x="30296" y="334327"/>
                  </a:lnTo>
                  <a:lnTo>
                    <a:pt x="35123" y="323857"/>
                  </a:lnTo>
                  <a:lnTo>
                    <a:pt x="35612" y="322792"/>
                  </a:lnTo>
                  <a:lnTo>
                    <a:pt x="38175" y="309880"/>
                  </a:lnTo>
                  <a:lnTo>
                    <a:pt x="38294" y="307660"/>
                  </a:lnTo>
                  <a:lnTo>
                    <a:pt x="38871" y="296833"/>
                  </a:lnTo>
                  <a:lnTo>
                    <a:pt x="38251" y="287610"/>
                  </a:lnTo>
                  <a:lnTo>
                    <a:pt x="37712" y="277223"/>
                  </a:lnTo>
                  <a:lnTo>
                    <a:pt x="37630" y="276814"/>
                  </a:lnTo>
                  <a:lnTo>
                    <a:pt x="35577" y="266732"/>
                  </a:lnTo>
                  <a:lnTo>
                    <a:pt x="33331" y="257922"/>
                  </a:lnTo>
                  <a:lnTo>
                    <a:pt x="30181" y="250003"/>
                  </a:lnTo>
                  <a:lnTo>
                    <a:pt x="28469" y="247187"/>
                  </a:lnTo>
                  <a:lnTo>
                    <a:pt x="24715" y="241003"/>
                  </a:lnTo>
                  <a:lnTo>
                    <a:pt x="22011" y="237038"/>
                  </a:lnTo>
                  <a:lnTo>
                    <a:pt x="16936" y="229582"/>
                  </a:lnTo>
                  <a:lnTo>
                    <a:pt x="13046" y="221921"/>
                  </a:lnTo>
                  <a:lnTo>
                    <a:pt x="11549" y="218590"/>
                  </a:lnTo>
                  <a:lnTo>
                    <a:pt x="9954" y="215037"/>
                  </a:lnTo>
                  <a:lnTo>
                    <a:pt x="5716" y="208806"/>
                  </a:lnTo>
                  <a:lnTo>
                    <a:pt x="4287" y="204502"/>
                  </a:lnTo>
                  <a:lnTo>
                    <a:pt x="5410" y="199511"/>
                  </a:lnTo>
                  <a:lnTo>
                    <a:pt x="8411" y="192523"/>
                  </a:lnTo>
                  <a:lnTo>
                    <a:pt x="8321" y="188283"/>
                  </a:lnTo>
                  <a:lnTo>
                    <a:pt x="8281" y="186397"/>
                  </a:lnTo>
                  <a:lnTo>
                    <a:pt x="6134" y="179883"/>
                  </a:lnTo>
                  <a:lnTo>
                    <a:pt x="4433" y="175469"/>
                  </a:lnTo>
                  <a:lnTo>
                    <a:pt x="1318" y="171467"/>
                  </a:lnTo>
                  <a:lnTo>
                    <a:pt x="0" y="168471"/>
                  </a:lnTo>
                  <a:lnTo>
                    <a:pt x="4344" y="162256"/>
                  </a:lnTo>
                  <a:lnTo>
                    <a:pt x="6081" y="156723"/>
                  </a:lnTo>
                  <a:lnTo>
                    <a:pt x="7572" y="151958"/>
                  </a:lnTo>
                  <a:lnTo>
                    <a:pt x="10975" y="141069"/>
                  </a:lnTo>
                  <a:lnTo>
                    <a:pt x="11188" y="136082"/>
                  </a:lnTo>
                  <a:lnTo>
                    <a:pt x="10169" y="128962"/>
                  </a:lnTo>
                  <a:lnTo>
                    <a:pt x="10378" y="125786"/>
                  </a:lnTo>
                  <a:lnTo>
                    <a:pt x="10662" y="121428"/>
                  </a:lnTo>
                  <a:lnTo>
                    <a:pt x="7434" y="114748"/>
                  </a:lnTo>
                  <a:lnTo>
                    <a:pt x="7017" y="110286"/>
                  </a:lnTo>
                  <a:lnTo>
                    <a:pt x="11963" y="106839"/>
                  </a:lnTo>
                  <a:lnTo>
                    <a:pt x="16095" y="104937"/>
                  </a:lnTo>
                  <a:lnTo>
                    <a:pt x="16197" y="101641"/>
                  </a:lnTo>
                  <a:lnTo>
                    <a:pt x="16314" y="97776"/>
                  </a:lnTo>
                  <a:lnTo>
                    <a:pt x="15407" y="89970"/>
                  </a:lnTo>
                  <a:lnTo>
                    <a:pt x="20255" y="89554"/>
                  </a:lnTo>
                  <a:lnTo>
                    <a:pt x="22259" y="83623"/>
                  </a:lnTo>
                  <a:lnTo>
                    <a:pt x="27411" y="85440"/>
                  </a:lnTo>
                  <a:lnTo>
                    <a:pt x="31283" y="81207"/>
                  </a:lnTo>
                  <a:lnTo>
                    <a:pt x="32220" y="74511"/>
                  </a:lnTo>
                  <a:lnTo>
                    <a:pt x="35535" y="70222"/>
                  </a:lnTo>
                  <a:lnTo>
                    <a:pt x="37225" y="62949"/>
                  </a:lnTo>
                  <a:lnTo>
                    <a:pt x="41558" y="58613"/>
                  </a:lnTo>
                  <a:lnTo>
                    <a:pt x="43263" y="61289"/>
                  </a:lnTo>
                  <a:lnTo>
                    <a:pt x="43247" y="73201"/>
                  </a:lnTo>
                  <a:lnTo>
                    <a:pt x="44170" y="74513"/>
                  </a:lnTo>
                  <a:lnTo>
                    <a:pt x="47120" y="78705"/>
                  </a:lnTo>
                  <a:lnTo>
                    <a:pt x="49568" y="76739"/>
                  </a:lnTo>
                  <a:lnTo>
                    <a:pt x="51818" y="74045"/>
                  </a:lnTo>
                  <a:lnTo>
                    <a:pt x="54422" y="70922"/>
                  </a:lnTo>
                  <a:lnTo>
                    <a:pt x="54393" y="65999"/>
                  </a:lnTo>
                  <a:lnTo>
                    <a:pt x="52316" y="59310"/>
                  </a:lnTo>
                  <a:lnTo>
                    <a:pt x="52053" y="56971"/>
                  </a:lnTo>
                  <a:lnTo>
                    <a:pt x="51432" y="51450"/>
                  </a:lnTo>
                  <a:lnTo>
                    <a:pt x="55330" y="46666"/>
                  </a:lnTo>
                  <a:lnTo>
                    <a:pt x="60526" y="41755"/>
                  </a:lnTo>
                  <a:lnTo>
                    <a:pt x="66533" y="40413"/>
                  </a:lnTo>
                  <a:lnTo>
                    <a:pt x="68995" y="39861"/>
                  </a:lnTo>
                  <a:lnTo>
                    <a:pt x="74549" y="37751"/>
                  </a:lnTo>
                  <a:lnTo>
                    <a:pt x="76769" y="34311"/>
                  </a:lnTo>
                  <a:lnTo>
                    <a:pt x="72371" y="33395"/>
                  </a:lnTo>
                  <a:lnTo>
                    <a:pt x="68655" y="33443"/>
                  </a:lnTo>
                  <a:lnTo>
                    <a:pt x="63188" y="26891"/>
                  </a:lnTo>
                  <a:lnTo>
                    <a:pt x="61797" y="22921"/>
                  </a:lnTo>
                  <a:lnTo>
                    <a:pt x="64142" y="16189"/>
                  </a:lnTo>
                  <a:lnTo>
                    <a:pt x="68790" y="11130"/>
                  </a:lnTo>
                  <a:lnTo>
                    <a:pt x="64986" y="5243"/>
                  </a:lnTo>
                  <a:lnTo>
                    <a:pt x="73917" y="4284"/>
                  </a:lnTo>
                  <a:lnTo>
                    <a:pt x="78917" y="0"/>
                  </a:lnTo>
                  <a:lnTo>
                    <a:pt x="81476" y="293"/>
                  </a:lnTo>
                  <a:lnTo>
                    <a:pt x="82319" y="390"/>
                  </a:lnTo>
                  <a:lnTo>
                    <a:pt x="93503" y="5284"/>
                  </a:lnTo>
                  <a:lnTo>
                    <a:pt x="99743" y="8191"/>
                  </a:lnTo>
                  <a:lnTo>
                    <a:pt x="102320" y="6162"/>
                  </a:lnTo>
                  <a:lnTo>
                    <a:pt x="107419" y="5606"/>
                  </a:lnTo>
                  <a:lnTo>
                    <a:pt x="115143" y="7485"/>
                  </a:lnTo>
                  <a:lnTo>
                    <a:pt x="116110" y="7719"/>
                  </a:lnTo>
                  <a:lnTo>
                    <a:pt x="121369" y="12470"/>
                  </a:lnTo>
                  <a:lnTo>
                    <a:pt x="124218" y="17209"/>
                  </a:lnTo>
                  <a:lnTo>
                    <a:pt x="130152" y="16563"/>
                  </a:lnTo>
                  <a:lnTo>
                    <a:pt x="135554" y="15948"/>
                  </a:lnTo>
                  <a:lnTo>
                    <a:pt x="140492" y="19466"/>
                  </a:lnTo>
                  <a:lnTo>
                    <a:pt x="149798" y="21056"/>
                  </a:lnTo>
                  <a:lnTo>
                    <a:pt x="156431" y="23601"/>
                  </a:lnTo>
                  <a:lnTo>
                    <a:pt x="162976" y="21942"/>
                  </a:lnTo>
                  <a:lnTo>
                    <a:pt x="170640" y="27664"/>
                  </a:lnTo>
                  <a:lnTo>
                    <a:pt x="170236" y="31970"/>
                  </a:lnTo>
                  <a:lnTo>
                    <a:pt x="171835" y="33433"/>
                  </a:lnTo>
                  <a:lnTo>
                    <a:pt x="177192" y="38328"/>
                  </a:lnTo>
                  <a:lnTo>
                    <a:pt x="182228" y="47419"/>
                  </a:lnTo>
                  <a:lnTo>
                    <a:pt x="177496" y="47098"/>
                  </a:lnTo>
                  <a:lnTo>
                    <a:pt x="173436" y="45365"/>
                  </a:lnTo>
                  <a:lnTo>
                    <a:pt x="171209" y="47564"/>
                  </a:lnTo>
                  <a:lnTo>
                    <a:pt x="172492" y="51874"/>
                  </a:lnTo>
                  <a:lnTo>
                    <a:pt x="173362" y="57000"/>
                  </a:lnTo>
                  <a:lnTo>
                    <a:pt x="179519" y="60615"/>
                  </a:lnTo>
                  <a:lnTo>
                    <a:pt x="181566" y="60686"/>
                  </a:lnTo>
                  <a:lnTo>
                    <a:pt x="182214" y="62522"/>
                  </a:lnTo>
                  <a:lnTo>
                    <a:pt x="185169" y="70882"/>
                  </a:lnTo>
                  <a:lnTo>
                    <a:pt x="187623" y="76569"/>
                  </a:lnTo>
                  <a:lnTo>
                    <a:pt x="186783" y="83982"/>
                  </a:lnTo>
                  <a:lnTo>
                    <a:pt x="188364" y="92356"/>
                  </a:lnTo>
                  <a:lnTo>
                    <a:pt x="188781" y="94568"/>
                  </a:lnTo>
                  <a:lnTo>
                    <a:pt x="190326" y="107983"/>
                  </a:lnTo>
                  <a:lnTo>
                    <a:pt x="186930" y="111483"/>
                  </a:lnTo>
                  <a:lnTo>
                    <a:pt x="185082" y="115140"/>
                  </a:lnTo>
                  <a:lnTo>
                    <a:pt x="180146" y="116507"/>
                  </a:lnTo>
                  <a:lnTo>
                    <a:pt x="179432" y="125443"/>
                  </a:lnTo>
                  <a:lnTo>
                    <a:pt x="179376" y="126139"/>
                  </a:lnTo>
                  <a:lnTo>
                    <a:pt x="180106" y="134876"/>
                  </a:lnTo>
                  <a:lnTo>
                    <a:pt x="174611" y="137833"/>
                  </a:lnTo>
                  <a:lnTo>
                    <a:pt x="174605" y="142099"/>
                  </a:lnTo>
                  <a:lnTo>
                    <a:pt x="168864" y="143584"/>
                  </a:lnTo>
                  <a:lnTo>
                    <a:pt x="164285" y="146714"/>
                  </a:lnTo>
                  <a:lnTo>
                    <a:pt x="163219" y="151612"/>
                  </a:lnTo>
                  <a:lnTo>
                    <a:pt x="162908" y="153036"/>
                  </a:lnTo>
                  <a:lnTo>
                    <a:pt x="163731" y="163268"/>
                  </a:lnTo>
                  <a:lnTo>
                    <a:pt x="163312" y="167106"/>
                  </a:lnTo>
                  <a:lnTo>
                    <a:pt x="166732" y="172016"/>
                  </a:lnTo>
                  <a:lnTo>
                    <a:pt x="172357" y="170773"/>
                  </a:lnTo>
                  <a:lnTo>
                    <a:pt x="178577" y="174024"/>
                  </a:lnTo>
                  <a:lnTo>
                    <a:pt x="180899" y="175496"/>
                  </a:lnTo>
                  <a:lnTo>
                    <a:pt x="182080" y="176245"/>
                  </a:lnTo>
                  <a:lnTo>
                    <a:pt x="190136" y="161759"/>
                  </a:lnTo>
                  <a:lnTo>
                    <a:pt x="190321" y="160696"/>
                  </a:lnTo>
                  <a:lnTo>
                    <a:pt x="191105" y="156188"/>
                  </a:lnTo>
                  <a:lnTo>
                    <a:pt x="192383" y="147705"/>
                  </a:lnTo>
                  <a:lnTo>
                    <a:pt x="193338" y="144409"/>
                  </a:lnTo>
                  <a:lnTo>
                    <a:pt x="200665" y="141240"/>
                  </a:lnTo>
                  <a:lnTo>
                    <a:pt x="201308" y="137920"/>
                  </a:lnTo>
                  <a:lnTo>
                    <a:pt x="208707" y="134595"/>
                  </a:lnTo>
                  <a:lnTo>
                    <a:pt x="213702" y="131507"/>
                  </a:lnTo>
                  <a:lnTo>
                    <a:pt x="214514" y="128688"/>
                  </a:lnTo>
                  <a:lnTo>
                    <a:pt x="219921" y="125354"/>
                  </a:lnTo>
                  <a:lnTo>
                    <a:pt x="229043" y="127530"/>
                  </a:lnTo>
                  <a:lnTo>
                    <a:pt x="235508" y="132869"/>
                  </a:lnTo>
                  <a:lnTo>
                    <a:pt x="242315" y="141902"/>
                  </a:lnTo>
                  <a:lnTo>
                    <a:pt x="245307" y="149470"/>
                  </a:lnTo>
                  <a:lnTo>
                    <a:pt x="246566" y="153629"/>
                  </a:lnTo>
                  <a:lnTo>
                    <a:pt x="249346" y="162819"/>
                  </a:lnTo>
                  <a:lnTo>
                    <a:pt x="255582" y="175757"/>
                  </a:lnTo>
                  <a:lnTo>
                    <a:pt x="260238" y="192451"/>
                  </a:lnTo>
                  <a:lnTo>
                    <a:pt x="262329" y="197075"/>
                  </a:lnTo>
                  <a:lnTo>
                    <a:pt x="264784" y="202501"/>
                  </a:lnTo>
                  <a:lnTo>
                    <a:pt x="270912" y="209869"/>
                  </a:lnTo>
                  <a:lnTo>
                    <a:pt x="271110" y="214642"/>
                  </a:lnTo>
                  <a:lnTo>
                    <a:pt x="269726" y="220750"/>
                  </a:lnTo>
                  <a:lnTo>
                    <a:pt x="272175" y="231501"/>
                  </a:lnTo>
                  <a:lnTo>
                    <a:pt x="271800" y="242788"/>
                  </a:lnTo>
                  <a:lnTo>
                    <a:pt x="268683" y="250952"/>
                  </a:lnTo>
                  <a:lnTo>
                    <a:pt x="263310" y="254981"/>
                  </a:lnTo>
                  <a:lnTo>
                    <a:pt x="259821" y="246852"/>
                  </a:lnTo>
                  <a:lnTo>
                    <a:pt x="263262" y="242500"/>
                  </a:lnTo>
                  <a:lnTo>
                    <a:pt x="258747" y="242198"/>
                  </a:lnTo>
                  <a:lnTo>
                    <a:pt x="253753" y="247404"/>
                  </a:lnTo>
                  <a:lnTo>
                    <a:pt x="256471" y="249467"/>
                  </a:lnTo>
                  <a:lnTo>
                    <a:pt x="257740" y="252394"/>
                  </a:lnTo>
                  <a:lnTo>
                    <a:pt x="251671" y="255719"/>
                  </a:lnTo>
                  <a:lnTo>
                    <a:pt x="252601" y="263694"/>
                  </a:lnTo>
                  <a:lnTo>
                    <a:pt x="250989" y="272910"/>
                  </a:lnTo>
                  <a:lnTo>
                    <a:pt x="247273" y="275463"/>
                  </a:lnTo>
                  <a:lnTo>
                    <a:pt x="241230" y="280539"/>
                  </a:lnTo>
                  <a:lnTo>
                    <a:pt x="240970" y="288605"/>
                  </a:lnTo>
                  <a:lnTo>
                    <a:pt x="240892" y="290961"/>
                  </a:lnTo>
                  <a:lnTo>
                    <a:pt x="242429" y="298405"/>
                  </a:lnTo>
                  <a:lnTo>
                    <a:pt x="239768" y="302184"/>
                  </a:lnTo>
                  <a:lnTo>
                    <a:pt x="239504" y="303955"/>
                  </a:lnTo>
                  <a:lnTo>
                    <a:pt x="238889" y="308078"/>
                  </a:lnTo>
                  <a:lnTo>
                    <a:pt x="236415" y="313034"/>
                  </a:lnTo>
                  <a:lnTo>
                    <a:pt x="233079" y="314991"/>
                  </a:lnTo>
                  <a:lnTo>
                    <a:pt x="232868" y="319068"/>
                  </a:lnTo>
                  <a:lnTo>
                    <a:pt x="229864" y="322109"/>
                  </a:lnTo>
                  <a:lnTo>
                    <a:pt x="227736" y="326519"/>
                  </a:lnTo>
                  <a:lnTo>
                    <a:pt x="230012" y="332134"/>
                  </a:lnTo>
                  <a:lnTo>
                    <a:pt x="228258" y="333220"/>
                  </a:lnTo>
                  <a:lnTo>
                    <a:pt x="208737" y="338015"/>
                  </a:lnTo>
                  <a:lnTo>
                    <a:pt x="201331" y="339804"/>
                  </a:lnTo>
                  <a:lnTo>
                    <a:pt x="185270" y="343645"/>
                  </a:lnTo>
                  <a:lnTo>
                    <a:pt x="170960" y="346977"/>
                  </a:lnTo>
                  <a:lnTo>
                    <a:pt x="168481" y="347550"/>
                  </a:lnTo>
                  <a:lnTo>
                    <a:pt x="166040" y="348113"/>
                  </a:lnTo>
                  <a:lnTo>
                    <a:pt x="142690" y="353353"/>
                  </a:lnTo>
                  <a:lnTo>
                    <a:pt x="141700" y="347818"/>
                  </a:lnTo>
                  <a:lnTo>
                    <a:pt x="140473" y="348051"/>
                  </a:lnTo>
                  <a:lnTo>
                    <a:pt x="116753" y="352486"/>
                  </a:lnTo>
                  <a:lnTo>
                    <a:pt x="114450" y="352911"/>
                  </a:lnTo>
                  <a:lnTo>
                    <a:pt x="110660" y="353610"/>
                  </a:lnTo>
                  <a:lnTo>
                    <a:pt x="87173" y="357879"/>
                  </a:lnTo>
                  <a:lnTo>
                    <a:pt x="78757" y="359382"/>
                  </a:lnTo>
                  <a:lnTo>
                    <a:pt x="61392" y="362351"/>
                  </a:lnTo>
                  <a:lnTo>
                    <a:pt x="50915" y="364113"/>
                  </a:lnTo>
                  <a:lnTo>
                    <a:pt x="33259" y="367128"/>
                  </a:lnTo>
                  <a:lnTo>
                    <a:pt x="31820" y="367366"/>
                  </a:lnTo>
                  <a:lnTo>
                    <a:pt x="24394" y="368588"/>
                  </a:lnTo>
                  <a:lnTo>
                    <a:pt x="20567" y="3692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76978" y="2574011"/>
              <a:ext cx="44164" cy="39489"/>
            </a:xfrm>
            <a:custGeom>
              <a:avLst/>
              <a:pathLst>
                <a:path w="44164" h="39489">
                  <a:moveTo>
                    <a:pt x="1577" y="32704"/>
                  </a:moveTo>
                  <a:lnTo>
                    <a:pt x="3694" y="30034"/>
                  </a:lnTo>
                  <a:lnTo>
                    <a:pt x="12295" y="23770"/>
                  </a:lnTo>
                  <a:lnTo>
                    <a:pt x="16434" y="20802"/>
                  </a:lnTo>
                  <a:lnTo>
                    <a:pt x="18970" y="19105"/>
                  </a:lnTo>
                  <a:lnTo>
                    <a:pt x="23171" y="16547"/>
                  </a:lnTo>
                  <a:lnTo>
                    <a:pt x="27675" y="11937"/>
                  </a:lnTo>
                  <a:lnTo>
                    <a:pt x="32632" y="7125"/>
                  </a:lnTo>
                  <a:lnTo>
                    <a:pt x="37177" y="4117"/>
                  </a:lnTo>
                  <a:lnTo>
                    <a:pt x="43722" y="0"/>
                  </a:lnTo>
                  <a:lnTo>
                    <a:pt x="44164" y="3818"/>
                  </a:lnTo>
                  <a:lnTo>
                    <a:pt x="37914" y="10449"/>
                  </a:lnTo>
                  <a:lnTo>
                    <a:pt x="37043" y="16002"/>
                  </a:lnTo>
                  <a:lnTo>
                    <a:pt x="29578" y="21109"/>
                  </a:lnTo>
                  <a:lnTo>
                    <a:pt x="22189" y="24792"/>
                  </a:lnTo>
                  <a:lnTo>
                    <a:pt x="20328" y="30767"/>
                  </a:lnTo>
                  <a:lnTo>
                    <a:pt x="12457" y="35835"/>
                  </a:lnTo>
                  <a:lnTo>
                    <a:pt x="6277" y="39489"/>
                  </a:lnTo>
                  <a:lnTo>
                    <a:pt x="3405" y="37564"/>
                  </a:lnTo>
                  <a:lnTo>
                    <a:pt x="0" y="357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923415" y="2632416"/>
              <a:ext cx="419931" cy="203913"/>
            </a:xfrm>
            <a:custGeom>
              <a:avLst/>
              <a:pathLst>
                <a:path w="419931" h="203913">
                  <a:moveTo>
                    <a:pt x="0" y="99757"/>
                  </a:moveTo>
                  <a:lnTo>
                    <a:pt x="4944" y="95490"/>
                  </a:lnTo>
                  <a:lnTo>
                    <a:pt x="10118" y="93384"/>
                  </a:lnTo>
                  <a:lnTo>
                    <a:pt x="21061" y="88171"/>
                  </a:lnTo>
                  <a:lnTo>
                    <a:pt x="27799" y="80970"/>
                  </a:lnTo>
                  <a:lnTo>
                    <a:pt x="29542" y="78530"/>
                  </a:lnTo>
                  <a:lnTo>
                    <a:pt x="32213" y="74786"/>
                  </a:lnTo>
                  <a:lnTo>
                    <a:pt x="38525" y="71651"/>
                  </a:lnTo>
                  <a:lnTo>
                    <a:pt x="43198" y="71493"/>
                  </a:lnTo>
                  <a:lnTo>
                    <a:pt x="47409" y="70369"/>
                  </a:lnTo>
                  <a:lnTo>
                    <a:pt x="51478" y="68973"/>
                  </a:lnTo>
                  <a:lnTo>
                    <a:pt x="56412" y="68111"/>
                  </a:lnTo>
                  <a:lnTo>
                    <a:pt x="66658" y="60645"/>
                  </a:lnTo>
                  <a:lnTo>
                    <a:pt x="70830" y="53725"/>
                  </a:lnTo>
                  <a:lnTo>
                    <a:pt x="77329" y="51394"/>
                  </a:lnTo>
                  <a:lnTo>
                    <a:pt x="81333" y="50190"/>
                  </a:lnTo>
                  <a:lnTo>
                    <a:pt x="82559" y="47801"/>
                  </a:lnTo>
                  <a:lnTo>
                    <a:pt x="82976" y="46986"/>
                  </a:lnTo>
                  <a:lnTo>
                    <a:pt x="84338" y="41632"/>
                  </a:lnTo>
                  <a:lnTo>
                    <a:pt x="88199" y="37481"/>
                  </a:lnTo>
                  <a:lnTo>
                    <a:pt x="94166" y="31027"/>
                  </a:lnTo>
                  <a:lnTo>
                    <a:pt x="100417" y="26813"/>
                  </a:lnTo>
                  <a:lnTo>
                    <a:pt x="104075" y="22414"/>
                  </a:lnTo>
                  <a:lnTo>
                    <a:pt x="104692" y="21671"/>
                  </a:lnTo>
                  <a:lnTo>
                    <a:pt x="108497" y="14243"/>
                  </a:lnTo>
                  <a:lnTo>
                    <a:pt x="115625" y="8663"/>
                  </a:lnTo>
                  <a:lnTo>
                    <a:pt x="119210" y="5799"/>
                  </a:lnTo>
                  <a:lnTo>
                    <a:pt x="126668" y="2893"/>
                  </a:lnTo>
                  <a:lnTo>
                    <a:pt x="135621" y="672"/>
                  </a:lnTo>
                  <a:lnTo>
                    <a:pt x="143149" y="0"/>
                  </a:lnTo>
                  <a:lnTo>
                    <a:pt x="150438" y="432"/>
                  </a:lnTo>
                  <a:lnTo>
                    <a:pt x="156027" y="2358"/>
                  </a:lnTo>
                  <a:lnTo>
                    <a:pt x="155746" y="5549"/>
                  </a:lnTo>
                  <a:lnTo>
                    <a:pt x="144300" y="7015"/>
                  </a:lnTo>
                  <a:lnTo>
                    <a:pt x="136089" y="8456"/>
                  </a:lnTo>
                  <a:lnTo>
                    <a:pt x="136711" y="13161"/>
                  </a:lnTo>
                  <a:lnTo>
                    <a:pt x="132836" y="16373"/>
                  </a:lnTo>
                  <a:lnTo>
                    <a:pt x="128733" y="20970"/>
                  </a:lnTo>
                  <a:lnTo>
                    <a:pt x="123720" y="26334"/>
                  </a:lnTo>
                  <a:lnTo>
                    <a:pt x="123479" y="27213"/>
                  </a:lnTo>
                  <a:lnTo>
                    <a:pt x="121954" y="32777"/>
                  </a:lnTo>
                  <a:lnTo>
                    <a:pt x="116841" y="38749"/>
                  </a:lnTo>
                  <a:lnTo>
                    <a:pt x="115141" y="45722"/>
                  </a:lnTo>
                  <a:lnTo>
                    <a:pt x="112778" y="51602"/>
                  </a:lnTo>
                  <a:lnTo>
                    <a:pt x="112071" y="53356"/>
                  </a:lnTo>
                  <a:lnTo>
                    <a:pt x="111669" y="59853"/>
                  </a:lnTo>
                  <a:lnTo>
                    <a:pt x="117597" y="57068"/>
                  </a:lnTo>
                  <a:lnTo>
                    <a:pt x="124412" y="50989"/>
                  </a:lnTo>
                  <a:lnTo>
                    <a:pt x="129857" y="46899"/>
                  </a:lnTo>
                  <a:lnTo>
                    <a:pt x="135106" y="50373"/>
                  </a:lnTo>
                  <a:lnTo>
                    <a:pt x="136337" y="50286"/>
                  </a:lnTo>
                  <a:lnTo>
                    <a:pt x="144923" y="49673"/>
                  </a:lnTo>
                  <a:lnTo>
                    <a:pt x="152627" y="51413"/>
                  </a:lnTo>
                  <a:lnTo>
                    <a:pt x="158384" y="53625"/>
                  </a:lnTo>
                  <a:lnTo>
                    <a:pt x="164595" y="57870"/>
                  </a:lnTo>
                  <a:lnTo>
                    <a:pt x="166752" y="63073"/>
                  </a:lnTo>
                  <a:lnTo>
                    <a:pt x="171895" y="68737"/>
                  </a:lnTo>
                  <a:lnTo>
                    <a:pt x="179997" y="73438"/>
                  </a:lnTo>
                  <a:lnTo>
                    <a:pt x="181886" y="79593"/>
                  </a:lnTo>
                  <a:lnTo>
                    <a:pt x="193369" y="78618"/>
                  </a:lnTo>
                  <a:lnTo>
                    <a:pt x="196721" y="77311"/>
                  </a:lnTo>
                  <a:lnTo>
                    <a:pt x="204675" y="74199"/>
                  </a:lnTo>
                  <a:lnTo>
                    <a:pt x="209871" y="78712"/>
                  </a:lnTo>
                  <a:lnTo>
                    <a:pt x="215599" y="79227"/>
                  </a:lnTo>
                  <a:lnTo>
                    <a:pt x="218769" y="76083"/>
                  </a:lnTo>
                  <a:lnTo>
                    <a:pt x="220885" y="68982"/>
                  </a:lnTo>
                  <a:lnTo>
                    <a:pt x="225228" y="70146"/>
                  </a:lnTo>
                  <a:lnTo>
                    <a:pt x="230023" y="73449"/>
                  </a:lnTo>
                  <a:lnTo>
                    <a:pt x="234845" y="66894"/>
                  </a:lnTo>
                  <a:lnTo>
                    <a:pt x="249337" y="55311"/>
                  </a:lnTo>
                  <a:lnTo>
                    <a:pt x="251975" y="53165"/>
                  </a:lnTo>
                  <a:lnTo>
                    <a:pt x="260389" y="51617"/>
                  </a:lnTo>
                  <a:lnTo>
                    <a:pt x="267858" y="49141"/>
                  </a:lnTo>
                  <a:lnTo>
                    <a:pt x="269206" y="48693"/>
                  </a:lnTo>
                  <a:lnTo>
                    <a:pt x="290423" y="45599"/>
                  </a:lnTo>
                  <a:lnTo>
                    <a:pt x="302461" y="36862"/>
                  </a:lnTo>
                  <a:lnTo>
                    <a:pt x="303536" y="36454"/>
                  </a:lnTo>
                  <a:lnTo>
                    <a:pt x="307205" y="35059"/>
                  </a:lnTo>
                  <a:lnTo>
                    <a:pt x="319254" y="31956"/>
                  </a:lnTo>
                  <a:lnTo>
                    <a:pt x="317137" y="41085"/>
                  </a:lnTo>
                  <a:lnTo>
                    <a:pt x="319185" y="51534"/>
                  </a:lnTo>
                  <a:lnTo>
                    <a:pt x="323864" y="57562"/>
                  </a:lnTo>
                  <a:lnTo>
                    <a:pt x="331173" y="57599"/>
                  </a:lnTo>
                  <a:lnTo>
                    <a:pt x="340792" y="53290"/>
                  </a:lnTo>
                  <a:lnTo>
                    <a:pt x="345456" y="55149"/>
                  </a:lnTo>
                  <a:lnTo>
                    <a:pt x="352469" y="55245"/>
                  </a:lnTo>
                  <a:lnTo>
                    <a:pt x="353879" y="52620"/>
                  </a:lnTo>
                  <a:lnTo>
                    <a:pt x="355732" y="49168"/>
                  </a:lnTo>
                  <a:lnTo>
                    <a:pt x="363345" y="48398"/>
                  </a:lnTo>
                  <a:lnTo>
                    <a:pt x="368357" y="43179"/>
                  </a:lnTo>
                  <a:lnTo>
                    <a:pt x="373190" y="44204"/>
                  </a:lnTo>
                  <a:lnTo>
                    <a:pt x="373599" y="48372"/>
                  </a:lnTo>
                  <a:lnTo>
                    <a:pt x="374484" y="56961"/>
                  </a:lnTo>
                  <a:lnTo>
                    <a:pt x="378914" y="66429"/>
                  </a:lnTo>
                  <a:lnTo>
                    <a:pt x="378570" y="67866"/>
                  </a:lnTo>
                  <a:lnTo>
                    <a:pt x="379330" y="73723"/>
                  </a:lnTo>
                  <a:lnTo>
                    <a:pt x="385287" y="76323"/>
                  </a:lnTo>
                  <a:lnTo>
                    <a:pt x="389263" y="80004"/>
                  </a:lnTo>
                  <a:lnTo>
                    <a:pt x="395375" y="82297"/>
                  </a:lnTo>
                  <a:lnTo>
                    <a:pt x="398133" y="75777"/>
                  </a:lnTo>
                  <a:lnTo>
                    <a:pt x="403934" y="75255"/>
                  </a:lnTo>
                  <a:lnTo>
                    <a:pt x="411281" y="74714"/>
                  </a:lnTo>
                  <a:lnTo>
                    <a:pt x="419931" y="81332"/>
                  </a:lnTo>
                  <a:lnTo>
                    <a:pt x="418618" y="88561"/>
                  </a:lnTo>
                  <a:lnTo>
                    <a:pt x="415311" y="89494"/>
                  </a:lnTo>
                  <a:lnTo>
                    <a:pt x="410368" y="87871"/>
                  </a:lnTo>
                  <a:lnTo>
                    <a:pt x="402020" y="90299"/>
                  </a:lnTo>
                  <a:lnTo>
                    <a:pt x="395026" y="89217"/>
                  </a:lnTo>
                  <a:lnTo>
                    <a:pt x="384914" y="90800"/>
                  </a:lnTo>
                  <a:lnTo>
                    <a:pt x="382918" y="91463"/>
                  </a:lnTo>
                  <a:lnTo>
                    <a:pt x="374805" y="94147"/>
                  </a:lnTo>
                  <a:lnTo>
                    <a:pt x="368012" y="97652"/>
                  </a:lnTo>
                  <a:lnTo>
                    <a:pt x="361067" y="94923"/>
                  </a:lnTo>
                  <a:lnTo>
                    <a:pt x="356408" y="98523"/>
                  </a:lnTo>
                  <a:lnTo>
                    <a:pt x="352474" y="98993"/>
                  </a:lnTo>
                  <a:lnTo>
                    <a:pt x="347199" y="103945"/>
                  </a:lnTo>
                  <a:lnTo>
                    <a:pt x="349811" y="108656"/>
                  </a:lnTo>
                  <a:lnTo>
                    <a:pt x="344507" y="108782"/>
                  </a:lnTo>
                  <a:lnTo>
                    <a:pt x="335906" y="103997"/>
                  </a:lnTo>
                  <a:lnTo>
                    <a:pt x="329556" y="98465"/>
                  </a:lnTo>
                  <a:lnTo>
                    <a:pt x="320021" y="96281"/>
                  </a:lnTo>
                  <a:lnTo>
                    <a:pt x="312993" y="96251"/>
                  </a:lnTo>
                  <a:lnTo>
                    <a:pt x="305907" y="96113"/>
                  </a:lnTo>
                  <a:lnTo>
                    <a:pt x="296480" y="98062"/>
                  </a:lnTo>
                  <a:lnTo>
                    <a:pt x="291583" y="107499"/>
                  </a:lnTo>
                  <a:lnTo>
                    <a:pt x="289056" y="110053"/>
                  </a:lnTo>
                  <a:lnTo>
                    <a:pt x="282006" y="109544"/>
                  </a:lnTo>
                  <a:lnTo>
                    <a:pt x="279208" y="112939"/>
                  </a:lnTo>
                  <a:lnTo>
                    <a:pt x="276784" y="115876"/>
                  </a:lnTo>
                  <a:lnTo>
                    <a:pt x="266650" y="113579"/>
                  </a:lnTo>
                  <a:lnTo>
                    <a:pt x="254723" y="117726"/>
                  </a:lnTo>
                  <a:lnTo>
                    <a:pt x="252082" y="127779"/>
                  </a:lnTo>
                  <a:lnTo>
                    <a:pt x="247753" y="135055"/>
                  </a:lnTo>
                  <a:lnTo>
                    <a:pt x="246697" y="136164"/>
                  </a:lnTo>
                  <a:lnTo>
                    <a:pt x="242428" y="140633"/>
                  </a:lnTo>
                  <a:lnTo>
                    <a:pt x="239170" y="148963"/>
                  </a:lnTo>
                  <a:lnTo>
                    <a:pt x="239111" y="155953"/>
                  </a:lnTo>
                  <a:lnTo>
                    <a:pt x="233583" y="150756"/>
                  </a:lnTo>
                  <a:lnTo>
                    <a:pt x="232859" y="143771"/>
                  </a:lnTo>
                  <a:lnTo>
                    <a:pt x="235725" y="139584"/>
                  </a:lnTo>
                  <a:lnTo>
                    <a:pt x="227043" y="134035"/>
                  </a:lnTo>
                  <a:lnTo>
                    <a:pt x="224397" y="142387"/>
                  </a:lnTo>
                  <a:lnTo>
                    <a:pt x="217569" y="147911"/>
                  </a:lnTo>
                  <a:lnTo>
                    <a:pt x="210547" y="144969"/>
                  </a:lnTo>
                  <a:lnTo>
                    <a:pt x="205231" y="150887"/>
                  </a:lnTo>
                  <a:lnTo>
                    <a:pt x="201894" y="161333"/>
                  </a:lnTo>
                  <a:lnTo>
                    <a:pt x="200437" y="165870"/>
                  </a:lnTo>
                  <a:lnTo>
                    <a:pt x="197977" y="174589"/>
                  </a:lnTo>
                  <a:lnTo>
                    <a:pt x="192891" y="187312"/>
                  </a:lnTo>
                  <a:lnTo>
                    <a:pt x="188918" y="195184"/>
                  </a:lnTo>
                  <a:lnTo>
                    <a:pt x="187705" y="203913"/>
                  </a:lnTo>
                  <a:lnTo>
                    <a:pt x="184034" y="203497"/>
                  </a:lnTo>
                  <a:lnTo>
                    <a:pt x="180600" y="200112"/>
                  </a:lnTo>
                  <a:lnTo>
                    <a:pt x="177147" y="196519"/>
                  </a:lnTo>
                  <a:lnTo>
                    <a:pt x="178348" y="192065"/>
                  </a:lnTo>
                  <a:lnTo>
                    <a:pt x="180071" y="185494"/>
                  </a:lnTo>
                  <a:lnTo>
                    <a:pt x="179982" y="180863"/>
                  </a:lnTo>
                  <a:lnTo>
                    <a:pt x="176793" y="180019"/>
                  </a:lnTo>
                  <a:lnTo>
                    <a:pt x="174503" y="182922"/>
                  </a:lnTo>
                  <a:lnTo>
                    <a:pt x="171525" y="183504"/>
                  </a:lnTo>
                  <a:lnTo>
                    <a:pt x="167719" y="184136"/>
                  </a:lnTo>
                  <a:lnTo>
                    <a:pt x="167595" y="180603"/>
                  </a:lnTo>
                  <a:lnTo>
                    <a:pt x="167492" y="176093"/>
                  </a:lnTo>
                  <a:lnTo>
                    <a:pt x="169627" y="173202"/>
                  </a:lnTo>
                  <a:lnTo>
                    <a:pt x="169041" y="168724"/>
                  </a:lnTo>
                  <a:lnTo>
                    <a:pt x="169396" y="164218"/>
                  </a:lnTo>
                  <a:lnTo>
                    <a:pt x="169522" y="161159"/>
                  </a:lnTo>
                  <a:lnTo>
                    <a:pt x="166109" y="157781"/>
                  </a:lnTo>
                  <a:lnTo>
                    <a:pt x="168463" y="155585"/>
                  </a:lnTo>
                  <a:lnTo>
                    <a:pt x="166622" y="153241"/>
                  </a:lnTo>
                  <a:lnTo>
                    <a:pt x="164686" y="151835"/>
                  </a:lnTo>
                  <a:lnTo>
                    <a:pt x="161452" y="149484"/>
                  </a:lnTo>
                  <a:lnTo>
                    <a:pt x="156094" y="149482"/>
                  </a:lnTo>
                  <a:lnTo>
                    <a:pt x="153947" y="147023"/>
                  </a:lnTo>
                  <a:lnTo>
                    <a:pt x="150953" y="148614"/>
                  </a:lnTo>
                  <a:lnTo>
                    <a:pt x="150411" y="148480"/>
                  </a:lnTo>
                  <a:lnTo>
                    <a:pt x="147317" y="147714"/>
                  </a:lnTo>
                  <a:lnTo>
                    <a:pt x="145247" y="145998"/>
                  </a:lnTo>
                  <a:lnTo>
                    <a:pt x="148218" y="140782"/>
                  </a:lnTo>
                  <a:lnTo>
                    <a:pt x="145033" y="137076"/>
                  </a:lnTo>
                  <a:lnTo>
                    <a:pt x="141054" y="135515"/>
                  </a:lnTo>
                  <a:lnTo>
                    <a:pt x="136758" y="134745"/>
                  </a:lnTo>
                  <a:lnTo>
                    <a:pt x="133016" y="135615"/>
                  </a:lnTo>
                  <a:lnTo>
                    <a:pt x="128372" y="133436"/>
                  </a:lnTo>
                  <a:lnTo>
                    <a:pt x="126745" y="134731"/>
                  </a:lnTo>
                  <a:lnTo>
                    <a:pt x="119230" y="132178"/>
                  </a:lnTo>
                  <a:lnTo>
                    <a:pt x="115277" y="133248"/>
                  </a:lnTo>
                  <a:lnTo>
                    <a:pt x="114431" y="135536"/>
                  </a:lnTo>
                  <a:lnTo>
                    <a:pt x="111768" y="136034"/>
                  </a:lnTo>
                  <a:lnTo>
                    <a:pt x="110188" y="134113"/>
                  </a:lnTo>
                  <a:lnTo>
                    <a:pt x="109930" y="134068"/>
                  </a:lnTo>
                  <a:lnTo>
                    <a:pt x="106371" y="133435"/>
                  </a:lnTo>
                  <a:lnTo>
                    <a:pt x="102130" y="134536"/>
                  </a:lnTo>
                  <a:lnTo>
                    <a:pt x="94278" y="131166"/>
                  </a:lnTo>
                  <a:lnTo>
                    <a:pt x="90484" y="129531"/>
                  </a:lnTo>
                  <a:lnTo>
                    <a:pt x="83972" y="126716"/>
                  </a:lnTo>
                  <a:lnTo>
                    <a:pt x="50042" y="121935"/>
                  </a:lnTo>
                  <a:lnTo>
                    <a:pt x="32036" y="119286"/>
                  </a:lnTo>
                  <a:lnTo>
                    <a:pt x="20198" y="117506"/>
                  </a:lnTo>
                  <a:lnTo>
                    <a:pt x="17040" y="110521"/>
                  </a:lnTo>
                  <a:lnTo>
                    <a:pt x="12808" y="104035"/>
                  </a:lnTo>
                  <a:lnTo>
                    <a:pt x="8386" y="102908"/>
                  </a:lnTo>
                  <a:lnTo>
                    <a:pt x="5270" y="100251"/>
                  </a:lnTo>
                  <a:lnTo>
                    <a:pt x="2182" y="1023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92324" y="2485363"/>
              <a:ext cx="453327" cy="517421"/>
            </a:xfrm>
            <a:custGeom>
              <a:avLst/>
              <a:pathLst>
                <a:path w="453327" h="517421">
                  <a:moveTo>
                    <a:pt x="0" y="39126"/>
                  </a:moveTo>
                  <a:lnTo>
                    <a:pt x="17080" y="38561"/>
                  </a:lnTo>
                  <a:lnTo>
                    <a:pt x="47184" y="37300"/>
                  </a:lnTo>
                  <a:lnTo>
                    <a:pt x="71808" y="36121"/>
                  </a:lnTo>
                  <a:lnTo>
                    <a:pt x="108127" y="34247"/>
                  </a:lnTo>
                  <a:lnTo>
                    <a:pt x="109333" y="34174"/>
                  </a:lnTo>
                  <a:lnTo>
                    <a:pt x="118840" y="33592"/>
                  </a:lnTo>
                  <a:lnTo>
                    <a:pt x="117832" y="17387"/>
                  </a:lnTo>
                  <a:lnTo>
                    <a:pt x="117145" y="6543"/>
                  </a:lnTo>
                  <a:lnTo>
                    <a:pt x="116732" y="0"/>
                  </a:lnTo>
                  <a:lnTo>
                    <a:pt x="122295" y="2385"/>
                  </a:lnTo>
                  <a:lnTo>
                    <a:pt x="126153" y="767"/>
                  </a:lnTo>
                  <a:lnTo>
                    <a:pt x="128244" y="654"/>
                  </a:lnTo>
                  <a:lnTo>
                    <a:pt x="132633" y="3478"/>
                  </a:lnTo>
                  <a:lnTo>
                    <a:pt x="136241" y="4312"/>
                  </a:lnTo>
                  <a:lnTo>
                    <a:pt x="137950" y="13540"/>
                  </a:lnTo>
                  <a:lnTo>
                    <a:pt x="139791" y="21235"/>
                  </a:lnTo>
                  <a:lnTo>
                    <a:pt x="141311" y="23344"/>
                  </a:lnTo>
                  <a:lnTo>
                    <a:pt x="143703" y="31912"/>
                  </a:lnTo>
                  <a:lnTo>
                    <a:pt x="146453" y="41890"/>
                  </a:lnTo>
                  <a:lnTo>
                    <a:pt x="146566" y="45718"/>
                  </a:lnTo>
                  <a:lnTo>
                    <a:pt x="146376" y="50176"/>
                  </a:lnTo>
                  <a:lnTo>
                    <a:pt x="151016" y="54415"/>
                  </a:lnTo>
                  <a:lnTo>
                    <a:pt x="157576" y="57208"/>
                  </a:lnTo>
                  <a:lnTo>
                    <a:pt x="161203" y="57609"/>
                  </a:lnTo>
                  <a:lnTo>
                    <a:pt x="162113" y="57072"/>
                  </a:lnTo>
                  <a:lnTo>
                    <a:pt x="164404" y="55717"/>
                  </a:lnTo>
                  <a:lnTo>
                    <a:pt x="170602" y="55861"/>
                  </a:lnTo>
                  <a:lnTo>
                    <a:pt x="172503" y="57629"/>
                  </a:lnTo>
                  <a:lnTo>
                    <a:pt x="172736" y="59994"/>
                  </a:lnTo>
                  <a:lnTo>
                    <a:pt x="181966" y="60426"/>
                  </a:lnTo>
                  <a:lnTo>
                    <a:pt x="191502" y="60798"/>
                  </a:lnTo>
                  <a:lnTo>
                    <a:pt x="196291" y="60590"/>
                  </a:lnTo>
                  <a:lnTo>
                    <a:pt x="198933" y="65564"/>
                  </a:lnTo>
                  <a:lnTo>
                    <a:pt x="198668" y="69423"/>
                  </a:lnTo>
                  <a:lnTo>
                    <a:pt x="206847" y="69675"/>
                  </a:lnTo>
                  <a:lnTo>
                    <a:pt x="213243" y="68057"/>
                  </a:lnTo>
                  <a:lnTo>
                    <a:pt x="218570" y="66152"/>
                  </a:lnTo>
                  <a:lnTo>
                    <a:pt x="218414" y="62120"/>
                  </a:lnTo>
                  <a:lnTo>
                    <a:pt x="223676" y="60519"/>
                  </a:lnTo>
                  <a:lnTo>
                    <a:pt x="224874" y="58530"/>
                  </a:lnTo>
                  <a:lnTo>
                    <a:pt x="232811" y="56468"/>
                  </a:lnTo>
                  <a:lnTo>
                    <a:pt x="236682" y="57675"/>
                  </a:lnTo>
                  <a:lnTo>
                    <a:pt x="239765" y="57242"/>
                  </a:lnTo>
                  <a:lnTo>
                    <a:pt x="247412" y="56160"/>
                  </a:lnTo>
                  <a:lnTo>
                    <a:pt x="251165" y="59035"/>
                  </a:lnTo>
                  <a:lnTo>
                    <a:pt x="261204" y="63009"/>
                  </a:lnTo>
                  <a:lnTo>
                    <a:pt x="266534" y="62203"/>
                  </a:lnTo>
                  <a:lnTo>
                    <a:pt x="267041" y="65195"/>
                  </a:lnTo>
                  <a:lnTo>
                    <a:pt x="265886" y="68931"/>
                  </a:lnTo>
                  <a:lnTo>
                    <a:pt x="270799" y="70765"/>
                  </a:lnTo>
                  <a:lnTo>
                    <a:pt x="274237" y="69785"/>
                  </a:lnTo>
                  <a:lnTo>
                    <a:pt x="277904" y="72433"/>
                  </a:lnTo>
                  <a:lnTo>
                    <a:pt x="277646" y="77934"/>
                  </a:lnTo>
                  <a:lnTo>
                    <a:pt x="281226" y="82544"/>
                  </a:lnTo>
                  <a:lnTo>
                    <a:pt x="284593" y="88826"/>
                  </a:lnTo>
                  <a:lnTo>
                    <a:pt x="287574" y="86759"/>
                  </a:lnTo>
                  <a:lnTo>
                    <a:pt x="288348" y="83383"/>
                  </a:lnTo>
                  <a:lnTo>
                    <a:pt x="287966" y="79393"/>
                  </a:lnTo>
                  <a:lnTo>
                    <a:pt x="289611" y="76513"/>
                  </a:lnTo>
                  <a:lnTo>
                    <a:pt x="295316" y="75220"/>
                  </a:lnTo>
                  <a:lnTo>
                    <a:pt x="301524" y="74961"/>
                  </a:lnTo>
                  <a:lnTo>
                    <a:pt x="305043" y="77934"/>
                  </a:lnTo>
                  <a:lnTo>
                    <a:pt x="306823" y="84219"/>
                  </a:lnTo>
                  <a:lnTo>
                    <a:pt x="311963" y="84585"/>
                  </a:lnTo>
                  <a:lnTo>
                    <a:pt x="317817" y="86789"/>
                  </a:lnTo>
                  <a:lnTo>
                    <a:pt x="318800" y="87158"/>
                  </a:lnTo>
                  <a:lnTo>
                    <a:pt x="322645" y="86874"/>
                  </a:lnTo>
                  <a:lnTo>
                    <a:pt x="324693" y="93676"/>
                  </a:lnTo>
                  <a:lnTo>
                    <a:pt x="332509" y="93825"/>
                  </a:lnTo>
                  <a:lnTo>
                    <a:pt x="334001" y="98503"/>
                  </a:lnTo>
                  <a:lnTo>
                    <a:pt x="338338" y="96852"/>
                  </a:lnTo>
                  <a:lnTo>
                    <a:pt x="345784" y="95795"/>
                  </a:lnTo>
                  <a:lnTo>
                    <a:pt x="350654" y="93989"/>
                  </a:lnTo>
                  <a:lnTo>
                    <a:pt x="355541" y="88486"/>
                  </a:lnTo>
                  <a:lnTo>
                    <a:pt x="362024" y="83447"/>
                  </a:lnTo>
                  <a:lnTo>
                    <a:pt x="362181" y="83335"/>
                  </a:lnTo>
                  <a:lnTo>
                    <a:pt x="368975" y="78442"/>
                  </a:lnTo>
                  <a:lnTo>
                    <a:pt x="372560" y="77480"/>
                  </a:lnTo>
                  <a:lnTo>
                    <a:pt x="375513" y="82928"/>
                  </a:lnTo>
                  <a:lnTo>
                    <a:pt x="377720" y="87568"/>
                  </a:lnTo>
                  <a:lnTo>
                    <a:pt x="382172" y="89358"/>
                  </a:lnTo>
                  <a:lnTo>
                    <a:pt x="389852" y="86107"/>
                  </a:lnTo>
                  <a:lnTo>
                    <a:pt x="395527" y="86887"/>
                  </a:lnTo>
                  <a:lnTo>
                    <a:pt x="404444" y="86008"/>
                  </a:lnTo>
                  <a:lnTo>
                    <a:pt x="414817" y="83994"/>
                  </a:lnTo>
                  <a:lnTo>
                    <a:pt x="421249" y="85355"/>
                  </a:lnTo>
                  <a:lnTo>
                    <a:pt x="425251" y="90780"/>
                  </a:lnTo>
                  <a:lnTo>
                    <a:pt x="431688" y="92648"/>
                  </a:lnTo>
                  <a:lnTo>
                    <a:pt x="438184" y="88864"/>
                  </a:lnTo>
                  <a:lnTo>
                    <a:pt x="445506" y="88954"/>
                  </a:lnTo>
                  <a:lnTo>
                    <a:pt x="453327" y="87658"/>
                  </a:lnTo>
                  <a:lnTo>
                    <a:pt x="449987" y="91602"/>
                  </a:lnTo>
                  <a:lnTo>
                    <a:pt x="444148" y="94452"/>
                  </a:lnTo>
                  <a:lnTo>
                    <a:pt x="440071" y="97897"/>
                  </a:lnTo>
                  <a:lnTo>
                    <a:pt x="437131" y="100643"/>
                  </a:lnTo>
                  <a:lnTo>
                    <a:pt x="429914" y="104150"/>
                  </a:lnTo>
                  <a:lnTo>
                    <a:pt x="427328" y="107261"/>
                  </a:lnTo>
                  <a:lnTo>
                    <a:pt x="421866" y="109659"/>
                  </a:lnTo>
                  <a:lnTo>
                    <a:pt x="415507" y="113357"/>
                  </a:lnTo>
                  <a:lnTo>
                    <a:pt x="407870" y="116441"/>
                  </a:lnTo>
                  <a:lnTo>
                    <a:pt x="402367" y="118749"/>
                  </a:lnTo>
                  <a:lnTo>
                    <a:pt x="395966" y="122344"/>
                  </a:lnTo>
                  <a:lnTo>
                    <a:pt x="389999" y="127180"/>
                  </a:lnTo>
                  <a:lnTo>
                    <a:pt x="385187" y="130547"/>
                  </a:lnTo>
                  <a:lnTo>
                    <a:pt x="378143" y="137301"/>
                  </a:lnTo>
                  <a:lnTo>
                    <a:pt x="370003" y="146321"/>
                  </a:lnTo>
                  <a:lnTo>
                    <a:pt x="363566" y="154391"/>
                  </a:lnTo>
                  <a:lnTo>
                    <a:pt x="357772" y="164022"/>
                  </a:lnTo>
                  <a:lnTo>
                    <a:pt x="351324" y="172818"/>
                  </a:lnTo>
                  <a:lnTo>
                    <a:pt x="347656" y="177447"/>
                  </a:lnTo>
                  <a:lnTo>
                    <a:pt x="341219" y="182463"/>
                  </a:lnTo>
                  <a:lnTo>
                    <a:pt x="337626" y="188418"/>
                  </a:lnTo>
                  <a:lnTo>
                    <a:pt x="332551" y="192784"/>
                  </a:lnTo>
                  <a:lnTo>
                    <a:pt x="329526" y="196641"/>
                  </a:lnTo>
                  <a:lnTo>
                    <a:pt x="328865" y="197483"/>
                  </a:lnTo>
                  <a:lnTo>
                    <a:pt x="323339" y="201781"/>
                  </a:lnTo>
                  <a:lnTo>
                    <a:pt x="317502" y="207423"/>
                  </a:lnTo>
                  <a:lnTo>
                    <a:pt x="314870" y="210294"/>
                  </a:lnTo>
                  <a:lnTo>
                    <a:pt x="318510" y="218507"/>
                  </a:lnTo>
                  <a:lnTo>
                    <a:pt x="316359" y="218366"/>
                  </a:lnTo>
                  <a:lnTo>
                    <a:pt x="313208" y="216575"/>
                  </a:lnTo>
                  <a:lnTo>
                    <a:pt x="310668" y="217075"/>
                  </a:lnTo>
                  <a:lnTo>
                    <a:pt x="308615" y="220471"/>
                  </a:lnTo>
                  <a:lnTo>
                    <a:pt x="307542" y="223256"/>
                  </a:lnTo>
                  <a:lnTo>
                    <a:pt x="302387" y="223886"/>
                  </a:lnTo>
                  <a:lnTo>
                    <a:pt x="303797" y="238480"/>
                  </a:lnTo>
                  <a:lnTo>
                    <a:pt x="304437" y="245303"/>
                  </a:lnTo>
                  <a:lnTo>
                    <a:pt x="305848" y="260382"/>
                  </a:lnTo>
                  <a:lnTo>
                    <a:pt x="306566" y="267932"/>
                  </a:lnTo>
                  <a:lnTo>
                    <a:pt x="307253" y="275153"/>
                  </a:lnTo>
                  <a:lnTo>
                    <a:pt x="304775" y="277343"/>
                  </a:lnTo>
                  <a:lnTo>
                    <a:pt x="304264" y="280595"/>
                  </a:lnTo>
                  <a:lnTo>
                    <a:pt x="301764" y="280494"/>
                  </a:lnTo>
                  <a:lnTo>
                    <a:pt x="298471" y="282324"/>
                  </a:lnTo>
                  <a:lnTo>
                    <a:pt x="297315" y="285006"/>
                  </a:lnTo>
                  <a:lnTo>
                    <a:pt x="292935" y="285663"/>
                  </a:lnTo>
                  <a:lnTo>
                    <a:pt x="291021" y="287937"/>
                  </a:lnTo>
                  <a:lnTo>
                    <a:pt x="286630" y="290255"/>
                  </a:lnTo>
                  <a:lnTo>
                    <a:pt x="283023" y="294151"/>
                  </a:lnTo>
                  <a:lnTo>
                    <a:pt x="281086" y="298582"/>
                  </a:lnTo>
                  <a:lnTo>
                    <a:pt x="280411" y="302622"/>
                  </a:lnTo>
                  <a:lnTo>
                    <a:pt x="277827" y="307538"/>
                  </a:lnTo>
                  <a:lnTo>
                    <a:pt x="276989" y="308249"/>
                  </a:lnTo>
                  <a:lnTo>
                    <a:pt x="275343" y="309647"/>
                  </a:lnTo>
                  <a:lnTo>
                    <a:pt x="274860" y="315922"/>
                  </a:lnTo>
                  <a:lnTo>
                    <a:pt x="274825" y="316376"/>
                  </a:lnTo>
                  <a:lnTo>
                    <a:pt x="275745" y="322053"/>
                  </a:lnTo>
                  <a:lnTo>
                    <a:pt x="280673" y="322542"/>
                  </a:lnTo>
                  <a:lnTo>
                    <a:pt x="283429" y="322764"/>
                  </a:lnTo>
                  <a:lnTo>
                    <a:pt x="285438" y="325379"/>
                  </a:lnTo>
                  <a:lnTo>
                    <a:pt x="288372" y="329801"/>
                  </a:lnTo>
                  <a:lnTo>
                    <a:pt x="291085" y="332569"/>
                  </a:lnTo>
                  <a:lnTo>
                    <a:pt x="290703" y="336281"/>
                  </a:lnTo>
                  <a:lnTo>
                    <a:pt x="288704" y="341703"/>
                  </a:lnTo>
                  <a:lnTo>
                    <a:pt x="286009" y="345486"/>
                  </a:lnTo>
                  <a:lnTo>
                    <a:pt x="285264" y="346529"/>
                  </a:lnTo>
                  <a:lnTo>
                    <a:pt x="285592" y="353077"/>
                  </a:lnTo>
                  <a:lnTo>
                    <a:pt x="285657" y="354381"/>
                  </a:lnTo>
                  <a:lnTo>
                    <a:pt x="287915" y="361352"/>
                  </a:lnTo>
                  <a:lnTo>
                    <a:pt x="285192" y="364919"/>
                  </a:lnTo>
                  <a:lnTo>
                    <a:pt x="284460" y="365875"/>
                  </a:lnTo>
                  <a:lnTo>
                    <a:pt x="287313" y="369389"/>
                  </a:lnTo>
                  <a:lnTo>
                    <a:pt x="288627" y="376374"/>
                  </a:lnTo>
                  <a:lnTo>
                    <a:pt x="288246" y="383437"/>
                  </a:lnTo>
                  <a:lnTo>
                    <a:pt x="288212" y="384067"/>
                  </a:lnTo>
                  <a:lnTo>
                    <a:pt x="286614" y="391760"/>
                  </a:lnTo>
                  <a:lnTo>
                    <a:pt x="287485" y="392506"/>
                  </a:lnTo>
                  <a:lnTo>
                    <a:pt x="291577" y="396008"/>
                  </a:lnTo>
                  <a:lnTo>
                    <a:pt x="293947" y="398032"/>
                  </a:lnTo>
                  <a:lnTo>
                    <a:pt x="299401" y="404259"/>
                  </a:lnTo>
                  <a:lnTo>
                    <a:pt x="303935" y="406931"/>
                  </a:lnTo>
                  <a:lnTo>
                    <a:pt x="313376" y="407757"/>
                  </a:lnTo>
                  <a:lnTo>
                    <a:pt x="315708" y="407480"/>
                  </a:lnTo>
                  <a:lnTo>
                    <a:pt x="318630" y="408930"/>
                  </a:lnTo>
                  <a:lnTo>
                    <a:pt x="318817" y="409023"/>
                  </a:lnTo>
                  <a:lnTo>
                    <a:pt x="320679" y="413462"/>
                  </a:lnTo>
                  <a:lnTo>
                    <a:pt x="323766" y="415909"/>
                  </a:lnTo>
                  <a:lnTo>
                    <a:pt x="324639" y="416600"/>
                  </a:lnTo>
                  <a:lnTo>
                    <a:pt x="332431" y="418612"/>
                  </a:lnTo>
                  <a:lnTo>
                    <a:pt x="334157" y="419263"/>
                  </a:lnTo>
                  <a:lnTo>
                    <a:pt x="342023" y="422222"/>
                  </a:lnTo>
                  <a:lnTo>
                    <a:pt x="345346" y="425760"/>
                  </a:lnTo>
                  <a:lnTo>
                    <a:pt x="347558" y="433185"/>
                  </a:lnTo>
                  <a:lnTo>
                    <a:pt x="350228" y="435895"/>
                  </a:lnTo>
                  <a:lnTo>
                    <a:pt x="352831" y="438532"/>
                  </a:lnTo>
                  <a:lnTo>
                    <a:pt x="359257" y="440989"/>
                  </a:lnTo>
                  <a:lnTo>
                    <a:pt x="364270" y="446166"/>
                  </a:lnTo>
                  <a:lnTo>
                    <a:pt x="369254" y="448921"/>
                  </a:lnTo>
                  <a:lnTo>
                    <a:pt x="370156" y="449064"/>
                  </a:lnTo>
                  <a:lnTo>
                    <a:pt x="377767" y="450261"/>
                  </a:lnTo>
                  <a:lnTo>
                    <a:pt x="378982" y="451646"/>
                  </a:lnTo>
                  <a:lnTo>
                    <a:pt x="383727" y="457041"/>
                  </a:lnTo>
                  <a:lnTo>
                    <a:pt x="388473" y="462206"/>
                  </a:lnTo>
                  <a:lnTo>
                    <a:pt x="388735" y="462677"/>
                  </a:lnTo>
                  <a:lnTo>
                    <a:pt x="392155" y="468820"/>
                  </a:lnTo>
                  <a:lnTo>
                    <a:pt x="391777" y="473030"/>
                  </a:lnTo>
                  <a:lnTo>
                    <a:pt x="391304" y="478276"/>
                  </a:lnTo>
                  <a:lnTo>
                    <a:pt x="393193" y="483902"/>
                  </a:lnTo>
                  <a:lnTo>
                    <a:pt x="394785" y="486855"/>
                  </a:lnTo>
                  <a:lnTo>
                    <a:pt x="396331" y="492344"/>
                  </a:lnTo>
                  <a:lnTo>
                    <a:pt x="379130" y="494167"/>
                  </a:lnTo>
                  <a:lnTo>
                    <a:pt x="371589" y="494952"/>
                  </a:lnTo>
                  <a:lnTo>
                    <a:pt x="364074" y="495725"/>
                  </a:lnTo>
                  <a:lnTo>
                    <a:pt x="358115" y="496329"/>
                  </a:lnTo>
                  <a:lnTo>
                    <a:pt x="342057" y="497920"/>
                  </a:lnTo>
                  <a:lnTo>
                    <a:pt x="335816" y="498524"/>
                  </a:lnTo>
                  <a:lnTo>
                    <a:pt x="318798" y="500162"/>
                  </a:lnTo>
                  <a:lnTo>
                    <a:pt x="312229" y="500779"/>
                  </a:lnTo>
                  <a:lnTo>
                    <a:pt x="292240" y="502639"/>
                  </a:lnTo>
                  <a:lnTo>
                    <a:pt x="282522" y="503482"/>
                  </a:lnTo>
                  <a:lnTo>
                    <a:pt x="280954" y="503616"/>
                  </a:lnTo>
                  <a:lnTo>
                    <a:pt x="269619" y="504573"/>
                  </a:lnTo>
                  <a:lnTo>
                    <a:pt x="252675" y="505960"/>
                  </a:lnTo>
                  <a:lnTo>
                    <a:pt x="247665" y="506359"/>
                  </a:lnTo>
                  <a:lnTo>
                    <a:pt x="243132" y="506714"/>
                  </a:lnTo>
                  <a:lnTo>
                    <a:pt x="222785" y="508257"/>
                  </a:lnTo>
                  <a:lnTo>
                    <a:pt x="205272" y="509475"/>
                  </a:lnTo>
                  <a:lnTo>
                    <a:pt x="196259" y="510079"/>
                  </a:lnTo>
                  <a:lnTo>
                    <a:pt x="192957" y="510305"/>
                  </a:lnTo>
                  <a:lnTo>
                    <a:pt x="166937" y="512009"/>
                  </a:lnTo>
                  <a:lnTo>
                    <a:pt x="165693" y="512087"/>
                  </a:lnTo>
                  <a:lnTo>
                    <a:pt x="163141" y="512244"/>
                  </a:lnTo>
                  <a:lnTo>
                    <a:pt x="144151" y="513370"/>
                  </a:lnTo>
                  <a:lnTo>
                    <a:pt x="133223" y="514036"/>
                  </a:lnTo>
                  <a:lnTo>
                    <a:pt x="129008" y="514287"/>
                  </a:lnTo>
                  <a:lnTo>
                    <a:pt x="126961" y="514408"/>
                  </a:lnTo>
                  <a:lnTo>
                    <a:pt x="104973" y="515604"/>
                  </a:lnTo>
                  <a:lnTo>
                    <a:pt x="103295" y="515687"/>
                  </a:lnTo>
                  <a:lnTo>
                    <a:pt x="91132" y="516274"/>
                  </a:lnTo>
                  <a:lnTo>
                    <a:pt x="81935" y="516698"/>
                  </a:lnTo>
                  <a:lnTo>
                    <a:pt x="65810" y="517421"/>
                  </a:lnTo>
                  <a:lnTo>
                    <a:pt x="65612" y="512890"/>
                  </a:lnTo>
                  <a:lnTo>
                    <a:pt x="64521" y="486945"/>
                  </a:lnTo>
                  <a:lnTo>
                    <a:pt x="63240" y="456627"/>
                  </a:lnTo>
                  <a:lnTo>
                    <a:pt x="62635" y="442367"/>
                  </a:lnTo>
                  <a:lnTo>
                    <a:pt x="61871" y="426352"/>
                  </a:lnTo>
                  <a:lnTo>
                    <a:pt x="61506" y="418698"/>
                  </a:lnTo>
                  <a:lnTo>
                    <a:pt x="60779" y="403493"/>
                  </a:lnTo>
                  <a:lnTo>
                    <a:pt x="60061" y="388499"/>
                  </a:lnTo>
                  <a:lnTo>
                    <a:pt x="58840" y="363052"/>
                  </a:lnTo>
                  <a:lnTo>
                    <a:pt x="58678" y="359674"/>
                  </a:lnTo>
                  <a:lnTo>
                    <a:pt x="57850" y="358031"/>
                  </a:lnTo>
                  <a:lnTo>
                    <a:pt x="57010" y="356365"/>
                  </a:lnTo>
                  <a:lnTo>
                    <a:pt x="54494" y="353905"/>
                  </a:lnTo>
                  <a:lnTo>
                    <a:pt x="51981" y="353099"/>
                  </a:lnTo>
                  <a:lnTo>
                    <a:pt x="48494" y="351322"/>
                  </a:lnTo>
                  <a:lnTo>
                    <a:pt x="44951" y="351283"/>
                  </a:lnTo>
                  <a:lnTo>
                    <a:pt x="42690" y="349040"/>
                  </a:lnTo>
                  <a:lnTo>
                    <a:pt x="40600" y="345470"/>
                  </a:lnTo>
                  <a:lnTo>
                    <a:pt x="38043" y="340566"/>
                  </a:lnTo>
                  <a:lnTo>
                    <a:pt x="34546" y="336319"/>
                  </a:lnTo>
                  <a:lnTo>
                    <a:pt x="33998" y="335651"/>
                  </a:lnTo>
                  <a:lnTo>
                    <a:pt x="33443" y="333451"/>
                  </a:lnTo>
                  <a:lnTo>
                    <a:pt x="34877" y="330357"/>
                  </a:lnTo>
                  <a:lnTo>
                    <a:pt x="39655" y="326020"/>
                  </a:lnTo>
                  <a:lnTo>
                    <a:pt x="43957" y="323155"/>
                  </a:lnTo>
                  <a:lnTo>
                    <a:pt x="46346" y="318787"/>
                  </a:lnTo>
                  <a:lnTo>
                    <a:pt x="48857" y="315595"/>
                  </a:lnTo>
                  <a:lnTo>
                    <a:pt x="49575" y="310720"/>
                  </a:lnTo>
                  <a:lnTo>
                    <a:pt x="49836" y="305164"/>
                  </a:lnTo>
                  <a:lnTo>
                    <a:pt x="48889" y="298094"/>
                  </a:lnTo>
                  <a:lnTo>
                    <a:pt x="48964" y="297624"/>
                  </a:lnTo>
                  <a:lnTo>
                    <a:pt x="49832" y="292157"/>
                  </a:lnTo>
                  <a:lnTo>
                    <a:pt x="46835" y="280402"/>
                  </a:lnTo>
                  <a:lnTo>
                    <a:pt x="46139" y="271712"/>
                  </a:lnTo>
                  <a:lnTo>
                    <a:pt x="43208" y="268430"/>
                  </a:lnTo>
                  <a:lnTo>
                    <a:pt x="39209" y="261880"/>
                  </a:lnTo>
                  <a:lnTo>
                    <a:pt x="36616" y="250560"/>
                  </a:lnTo>
                  <a:lnTo>
                    <a:pt x="33910" y="245105"/>
                  </a:lnTo>
                  <a:lnTo>
                    <a:pt x="33600" y="244480"/>
                  </a:lnTo>
                  <a:lnTo>
                    <a:pt x="33623" y="239589"/>
                  </a:lnTo>
                  <a:lnTo>
                    <a:pt x="33205" y="232194"/>
                  </a:lnTo>
                  <a:lnTo>
                    <a:pt x="34208" y="220356"/>
                  </a:lnTo>
                  <a:lnTo>
                    <a:pt x="29720" y="212002"/>
                  </a:lnTo>
                  <a:lnTo>
                    <a:pt x="30329" y="205766"/>
                  </a:lnTo>
                  <a:lnTo>
                    <a:pt x="29640" y="199727"/>
                  </a:lnTo>
                  <a:lnTo>
                    <a:pt x="28773" y="192117"/>
                  </a:lnTo>
                  <a:lnTo>
                    <a:pt x="28386" y="188722"/>
                  </a:lnTo>
                  <a:lnTo>
                    <a:pt x="26793" y="174493"/>
                  </a:lnTo>
                  <a:lnTo>
                    <a:pt x="26678" y="169365"/>
                  </a:lnTo>
                  <a:lnTo>
                    <a:pt x="26534" y="163003"/>
                  </a:lnTo>
                  <a:lnTo>
                    <a:pt x="24599" y="156346"/>
                  </a:lnTo>
                  <a:lnTo>
                    <a:pt x="23866" y="154355"/>
                  </a:lnTo>
                  <a:lnTo>
                    <a:pt x="21558" y="148084"/>
                  </a:lnTo>
                  <a:lnTo>
                    <a:pt x="17241" y="139550"/>
                  </a:lnTo>
                  <a:lnTo>
                    <a:pt x="14544" y="131882"/>
                  </a:lnTo>
                  <a:lnTo>
                    <a:pt x="12389" y="123834"/>
                  </a:lnTo>
                  <a:lnTo>
                    <a:pt x="10039" y="118230"/>
                  </a:lnTo>
                  <a:lnTo>
                    <a:pt x="7393" y="111579"/>
                  </a:lnTo>
                  <a:lnTo>
                    <a:pt x="7431" y="111170"/>
                  </a:lnTo>
                  <a:lnTo>
                    <a:pt x="7595" y="109375"/>
                  </a:lnTo>
                  <a:lnTo>
                    <a:pt x="8108" y="103753"/>
                  </a:lnTo>
                  <a:lnTo>
                    <a:pt x="7342" y="96197"/>
                  </a:lnTo>
                  <a:lnTo>
                    <a:pt x="6992" y="88699"/>
                  </a:lnTo>
                  <a:lnTo>
                    <a:pt x="6088" y="79838"/>
                  </a:lnTo>
                  <a:lnTo>
                    <a:pt x="6120" y="79099"/>
                  </a:lnTo>
                  <a:lnTo>
                    <a:pt x="6132" y="78824"/>
                  </a:lnTo>
                  <a:lnTo>
                    <a:pt x="6281" y="75337"/>
                  </a:lnTo>
                  <a:lnTo>
                    <a:pt x="8485" y="67900"/>
                  </a:lnTo>
                  <a:lnTo>
                    <a:pt x="7111" y="63959"/>
                  </a:lnTo>
                  <a:lnTo>
                    <a:pt x="5115" y="58875"/>
                  </a:lnTo>
                  <a:lnTo>
                    <a:pt x="2812" y="50656"/>
                  </a:lnTo>
                  <a:lnTo>
                    <a:pt x="240" y="439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88318" y="3545877"/>
              <a:ext cx="479204" cy="391189"/>
            </a:xfrm>
            <a:custGeom>
              <a:avLst/>
              <a:pathLst>
                <a:path w="479204" h="391189">
                  <a:moveTo>
                    <a:pt x="0" y="22745"/>
                  </a:moveTo>
                  <a:lnTo>
                    <a:pt x="15420" y="22190"/>
                  </a:lnTo>
                  <a:lnTo>
                    <a:pt x="25982" y="21776"/>
                  </a:lnTo>
                  <a:lnTo>
                    <a:pt x="28525" y="21673"/>
                  </a:lnTo>
                  <a:lnTo>
                    <a:pt x="37366" y="21296"/>
                  </a:lnTo>
                  <a:lnTo>
                    <a:pt x="46208" y="20906"/>
                  </a:lnTo>
                  <a:lnTo>
                    <a:pt x="56422" y="20457"/>
                  </a:lnTo>
                  <a:lnTo>
                    <a:pt x="62716" y="20171"/>
                  </a:lnTo>
                  <a:lnTo>
                    <a:pt x="75175" y="19545"/>
                  </a:lnTo>
                  <a:lnTo>
                    <a:pt x="81681" y="19206"/>
                  </a:lnTo>
                  <a:lnTo>
                    <a:pt x="85829" y="18910"/>
                  </a:lnTo>
                  <a:lnTo>
                    <a:pt x="96453" y="18138"/>
                  </a:lnTo>
                  <a:lnTo>
                    <a:pt x="101646" y="17734"/>
                  </a:lnTo>
                  <a:lnTo>
                    <a:pt x="110985" y="16995"/>
                  </a:lnTo>
                  <a:lnTo>
                    <a:pt x="115981" y="16531"/>
                  </a:lnTo>
                  <a:lnTo>
                    <a:pt x="127516" y="15443"/>
                  </a:lnTo>
                  <a:lnTo>
                    <a:pt x="131917" y="15047"/>
                  </a:lnTo>
                  <a:lnTo>
                    <a:pt x="143614" y="13978"/>
                  </a:lnTo>
                  <a:lnTo>
                    <a:pt x="146289" y="13756"/>
                  </a:lnTo>
                  <a:lnTo>
                    <a:pt x="158354" y="12733"/>
                  </a:lnTo>
                  <a:lnTo>
                    <a:pt x="160268" y="12569"/>
                  </a:lnTo>
                  <a:lnTo>
                    <a:pt x="174112" y="11227"/>
                  </a:lnTo>
                  <a:lnTo>
                    <a:pt x="176651" y="10929"/>
                  </a:lnTo>
                  <a:lnTo>
                    <a:pt x="186914" y="9715"/>
                  </a:lnTo>
                  <a:lnTo>
                    <a:pt x="201900" y="8248"/>
                  </a:lnTo>
                  <a:lnTo>
                    <a:pt x="203742" y="8064"/>
                  </a:lnTo>
                  <a:lnTo>
                    <a:pt x="206956" y="7677"/>
                  </a:lnTo>
                  <a:lnTo>
                    <a:pt x="219087" y="6198"/>
                  </a:lnTo>
                  <a:lnTo>
                    <a:pt x="225869" y="5398"/>
                  </a:lnTo>
                  <a:lnTo>
                    <a:pt x="237133" y="4051"/>
                  </a:lnTo>
                  <a:lnTo>
                    <a:pt x="252706" y="2061"/>
                  </a:lnTo>
                  <a:lnTo>
                    <a:pt x="252958" y="2029"/>
                  </a:lnTo>
                  <a:lnTo>
                    <a:pt x="266759" y="0"/>
                  </a:lnTo>
                  <a:lnTo>
                    <a:pt x="267664" y="778"/>
                  </a:lnTo>
                  <a:lnTo>
                    <a:pt x="269936" y="2731"/>
                  </a:lnTo>
                  <a:lnTo>
                    <a:pt x="271122" y="5067"/>
                  </a:lnTo>
                  <a:lnTo>
                    <a:pt x="274654" y="5749"/>
                  </a:lnTo>
                  <a:lnTo>
                    <a:pt x="275690" y="9073"/>
                  </a:lnTo>
                  <a:lnTo>
                    <a:pt x="278963" y="12169"/>
                  </a:lnTo>
                  <a:lnTo>
                    <a:pt x="282159" y="14315"/>
                  </a:lnTo>
                  <a:lnTo>
                    <a:pt x="283816" y="16859"/>
                  </a:lnTo>
                  <a:lnTo>
                    <a:pt x="289224" y="18376"/>
                  </a:lnTo>
                  <a:lnTo>
                    <a:pt x="286382" y="23579"/>
                  </a:lnTo>
                  <a:lnTo>
                    <a:pt x="285295" y="28304"/>
                  </a:lnTo>
                  <a:lnTo>
                    <a:pt x="285207" y="30177"/>
                  </a:lnTo>
                  <a:lnTo>
                    <a:pt x="285007" y="34463"/>
                  </a:lnTo>
                  <a:lnTo>
                    <a:pt x="284883" y="37086"/>
                  </a:lnTo>
                  <a:lnTo>
                    <a:pt x="286622" y="45006"/>
                  </a:lnTo>
                  <a:lnTo>
                    <a:pt x="288031" y="50037"/>
                  </a:lnTo>
                  <a:lnTo>
                    <a:pt x="291810" y="56154"/>
                  </a:lnTo>
                  <a:lnTo>
                    <a:pt x="292658" y="59361"/>
                  </a:lnTo>
                  <a:lnTo>
                    <a:pt x="292720" y="64821"/>
                  </a:lnTo>
                  <a:lnTo>
                    <a:pt x="295478" y="66676"/>
                  </a:lnTo>
                  <a:lnTo>
                    <a:pt x="298190" y="69342"/>
                  </a:lnTo>
                  <a:lnTo>
                    <a:pt x="298236" y="71870"/>
                  </a:lnTo>
                  <a:lnTo>
                    <a:pt x="298283" y="74474"/>
                  </a:lnTo>
                  <a:lnTo>
                    <a:pt x="302797" y="77761"/>
                  </a:lnTo>
                  <a:lnTo>
                    <a:pt x="304956" y="79331"/>
                  </a:lnTo>
                  <a:lnTo>
                    <a:pt x="311786" y="84538"/>
                  </a:lnTo>
                  <a:lnTo>
                    <a:pt x="312420" y="85020"/>
                  </a:lnTo>
                  <a:lnTo>
                    <a:pt x="314565" y="88848"/>
                  </a:lnTo>
                  <a:lnTo>
                    <a:pt x="317840" y="89120"/>
                  </a:lnTo>
                  <a:lnTo>
                    <a:pt x="320644" y="92688"/>
                  </a:lnTo>
                  <a:lnTo>
                    <a:pt x="322802" y="96515"/>
                  </a:lnTo>
                  <a:lnTo>
                    <a:pt x="329994" y="99916"/>
                  </a:lnTo>
                  <a:lnTo>
                    <a:pt x="330149" y="100016"/>
                  </a:lnTo>
                  <a:lnTo>
                    <a:pt x="337072" y="104441"/>
                  </a:lnTo>
                  <a:lnTo>
                    <a:pt x="345246" y="110962"/>
                  </a:lnTo>
                  <a:lnTo>
                    <a:pt x="345988" y="113674"/>
                  </a:lnTo>
                  <a:lnTo>
                    <a:pt x="347699" y="119921"/>
                  </a:lnTo>
                  <a:lnTo>
                    <a:pt x="349969" y="124086"/>
                  </a:lnTo>
                  <a:lnTo>
                    <a:pt x="348207" y="128382"/>
                  </a:lnTo>
                  <a:lnTo>
                    <a:pt x="351362" y="134171"/>
                  </a:lnTo>
                  <a:lnTo>
                    <a:pt x="352818" y="138349"/>
                  </a:lnTo>
                  <a:lnTo>
                    <a:pt x="353244" y="139570"/>
                  </a:lnTo>
                  <a:lnTo>
                    <a:pt x="357845" y="143024"/>
                  </a:lnTo>
                  <a:lnTo>
                    <a:pt x="360564" y="143089"/>
                  </a:lnTo>
                  <a:lnTo>
                    <a:pt x="363947" y="139217"/>
                  </a:lnTo>
                  <a:lnTo>
                    <a:pt x="365645" y="134501"/>
                  </a:lnTo>
                  <a:lnTo>
                    <a:pt x="366783" y="134406"/>
                  </a:lnTo>
                  <a:lnTo>
                    <a:pt x="370517" y="134093"/>
                  </a:lnTo>
                  <a:lnTo>
                    <a:pt x="377419" y="136510"/>
                  </a:lnTo>
                  <a:lnTo>
                    <a:pt x="378959" y="136687"/>
                  </a:lnTo>
                  <a:lnTo>
                    <a:pt x="382154" y="137054"/>
                  </a:lnTo>
                  <a:lnTo>
                    <a:pt x="384994" y="138529"/>
                  </a:lnTo>
                  <a:lnTo>
                    <a:pt x="390652" y="141460"/>
                  </a:lnTo>
                  <a:lnTo>
                    <a:pt x="390782" y="145277"/>
                  </a:lnTo>
                  <a:lnTo>
                    <a:pt x="387792" y="148579"/>
                  </a:lnTo>
                  <a:lnTo>
                    <a:pt x="385321" y="152940"/>
                  </a:lnTo>
                  <a:lnTo>
                    <a:pt x="386688" y="156165"/>
                  </a:lnTo>
                  <a:lnTo>
                    <a:pt x="387914" y="158483"/>
                  </a:lnTo>
                  <a:lnTo>
                    <a:pt x="388148" y="162678"/>
                  </a:lnTo>
                  <a:lnTo>
                    <a:pt x="384424" y="168995"/>
                  </a:lnTo>
                  <a:lnTo>
                    <a:pt x="384124" y="170251"/>
                  </a:lnTo>
                  <a:lnTo>
                    <a:pt x="383852" y="171392"/>
                  </a:lnTo>
                  <a:lnTo>
                    <a:pt x="383371" y="173402"/>
                  </a:lnTo>
                  <a:lnTo>
                    <a:pt x="382732" y="178544"/>
                  </a:lnTo>
                  <a:lnTo>
                    <a:pt x="379725" y="183412"/>
                  </a:lnTo>
                  <a:lnTo>
                    <a:pt x="379168" y="184311"/>
                  </a:lnTo>
                  <a:lnTo>
                    <a:pt x="378132" y="189203"/>
                  </a:lnTo>
                  <a:lnTo>
                    <a:pt x="379539" y="196689"/>
                  </a:lnTo>
                  <a:lnTo>
                    <a:pt x="382892" y="201114"/>
                  </a:lnTo>
                  <a:lnTo>
                    <a:pt x="388173" y="205246"/>
                  </a:lnTo>
                  <a:lnTo>
                    <a:pt x="390796" y="207857"/>
                  </a:lnTo>
                  <a:lnTo>
                    <a:pt x="391875" y="208345"/>
                  </a:lnTo>
                  <a:lnTo>
                    <a:pt x="397549" y="210909"/>
                  </a:lnTo>
                  <a:lnTo>
                    <a:pt x="400967" y="213592"/>
                  </a:lnTo>
                  <a:lnTo>
                    <a:pt x="406371" y="216924"/>
                  </a:lnTo>
                  <a:lnTo>
                    <a:pt x="410060" y="216789"/>
                  </a:lnTo>
                  <a:lnTo>
                    <a:pt x="409204" y="221065"/>
                  </a:lnTo>
                  <a:lnTo>
                    <a:pt x="412402" y="224119"/>
                  </a:lnTo>
                  <a:lnTo>
                    <a:pt x="413173" y="224855"/>
                  </a:lnTo>
                  <a:lnTo>
                    <a:pt x="417782" y="221362"/>
                  </a:lnTo>
                  <a:lnTo>
                    <a:pt x="422991" y="225025"/>
                  </a:lnTo>
                  <a:lnTo>
                    <a:pt x="429252" y="227837"/>
                  </a:lnTo>
                  <a:lnTo>
                    <a:pt x="430071" y="229311"/>
                  </a:lnTo>
                  <a:lnTo>
                    <a:pt x="431761" y="232353"/>
                  </a:lnTo>
                  <a:lnTo>
                    <a:pt x="437382" y="234810"/>
                  </a:lnTo>
                  <a:lnTo>
                    <a:pt x="442412" y="236564"/>
                  </a:lnTo>
                  <a:lnTo>
                    <a:pt x="444196" y="242627"/>
                  </a:lnTo>
                  <a:lnTo>
                    <a:pt x="445513" y="246416"/>
                  </a:lnTo>
                  <a:lnTo>
                    <a:pt x="445363" y="247326"/>
                  </a:lnTo>
                  <a:lnTo>
                    <a:pt x="445198" y="248324"/>
                  </a:lnTo>
                  <a:lnTo>
                    <a:pt x="444764" y="250939"/>
                  </a:lnTo>
                  <a:lnTo>
                    <a:pt x="448243" y="256074"/>
                  </a:lnTo>
                  <a:lnTo>
                    <a:pt x="451961" y="260795"/>
                  </a:lnTo>
                  <a:lnTo>
                    <a:pt x="452331" y="265266"/>
                  </a:lnTo>
                  <a:lnTo>
                    <a:pt x="449365" y="267549"/>
                  </a:lnTo>
                  <a:lnTo>
                    <a:pt x="448034" y="268571"/>
                  </a:lnTo>
                  <a:lnTo>
                    <a:pt x="446961" y="272480"/>
                  </a:lnTo>
                  <a:lnTo>
                    <a:pt x="449529" y="274001"/>
                  </a:lnTo>
                  <a:lnTo>
                    <a:pt x="450460" y="274552"/>
                  </a:lnTo>
                  <a:lnTo>
                    <a:pt x="452118" y="280084"/>
                  </a:lnTo>
                  <a:lnTo>
                    <a:pt x="457955" y="286810"/>
                  </a:lnTo>
                  <a:lnTo>
                    <a:pt x="460285" y="291851"/>
                  </a:lnTo>
                  <a:lnTo>
                    <a:pt x="463976" y="292580"/>
                  </a:lnTo>
                  <a:lnTo>
                    <a:pt x="467613" y="293296"/>
                  </a:lnTo>
                  <a:lnTo>
                    <a:pt x="472211" y="294966"/>
                  </a:lnTo>
                  <a:lnTo>
                    <a:pt x="476592" y="295074"/>
                  </a:lnTo>
                  <a:lnTo>
                    <a:pt x="479204" y="296864"/>
                  </a:lnTo>
                  <a:lnTo>
                    <a:pt x="479044" y="298038"/>
                  </a:lnTo>
                  <a:lnTo>
                    <a:pt x="478396" y="302777"/>
                  </a:lnTo>
                  <a:lnTo>
                    <a:pt x="476976" y="306903"/>
                  </a:lnTo>
                  <a:lnTo>
                    <a:pt x="477010" y="312007"/>
                  </a:lnTo>
                  <a:lnTo>
                    <a:pt x="477033" y="312253"/>
                  </a:lnTo>
                  <a:lnTo>
                    <a:pt x="477278" y="314891"/>
                  </a:lnTo>
                  <a:lnTo>
                    <a:pt x="474524" y="318713"/>
                  </a:lnTo>
                  <a:lnTo>
                    <a:pt x="477658" y="323076"/>
                  </a:lnTo>
                  <a:lnTo>
                    <a:pt x="477067" y="324131"/>
                  </a:lnTo>
                  <a:lnTo>
                    <a:pt x="475698" y="326568"/>
                  </a:lnTo>
                  <a:lnTo>
                    <a:pt x="474317" y="331700"/>
                  </a:lnTo>
                  <a:lnTo>
                    <a:pt x="470637" y="331442"/>
                  </a:lnTo>
                  <a:lnTo>
                    <a:pt x="466980" y="327834"/>
                  </a:lnTo>
                  <a:lnTo>
                    <a:pt x="466796" y="327865"/>
                  </a:lnTo>
                  <a:lnTo>
                    <a:pt x="463237" y="328465"/>
                  </a:lnTo>
                  <a:lnTo>
                    <a:pt x="461810" y="333921"/>
                  </a:lnTo>
                  <a:lnTo>
                    <a:pt x="456794" y="334212"/>
                  </a:lnTo>
                  <a:lnTo>
                    <a:pt x="452176" y="334067"/>
                  </a:lnTo>
                  <a:lnTo>
                    <a:pt x="450655" y="337461"/>
                  </a:lnTo>
                  <a:lnTo>
                    <a:pt x="453304" y="340661"/>
                  </a:lnTo>
                  <a:lnTo>
                    <a:pt x="454934" y="343623"/>
                  </a:lnTo>
                  <a:lnTo>
                    <a:pt x="453863" y="347436"/>
                  </a:lnTo>
                  <a:lnTo>
                    <a:pt x="456512" y="350776"/>
                  </a:lnTo>
                  <a:lnTo>
                    <a:pt x="455987" y="353794"/>
                  </a:lnTo>
                  <a:lnTo>
                    <a:pt x="454431" y="354034"/>
                  </a:lnTo>
                  <a:lnTo>
                    <a:pt x="450563" y="354631"/>
                  </a:lnTo>
                  <a:lnTo>
                    <a:pt x="450110" y="357668"/>
                  </a:lnTo>
                  <a:lnTo>
                    <a:pt x="454445" y="359883"/>
                  </a:lnTo>
                  <a:lnTo>
                    <a:pt x="451473" y="363740"/>
                  </a:lnTo>
                  <a:lnTo>
                    <a:pt x="446075" y="363513"/>
                  </a:lnTo>
                  <a:lnTo>
                    <a:pt x="445283" y="365661"/>
                  </a:lnTo>
                  <a:lnTo>
                    <a:pt x="450223" y="368524"/>
                  </a:lnTo>
                  <a:lnTo>
                    <a:pt x="450515" y="368693"/>
                  </a:lnTo>
                  <a:lnTo>
                    <a:pt x="453205" y="372534"/>
                  </a:lnTo>
                  <a:lnTo>
                    <a:pt x="449950" y="375752"/>
                  </a:lnTo>
                  <a:lnTo>
                    <a:pt x="447561" y="377905"/>
                  </a:lnTo>
                  <a:lnTo>
                    <a:pt x="447296" y="383386"/>
                  </a:lnTo>
                  <a:lnTo>
                    <a:pt x="444635" y="385462"/>
                  </a:lnTo>
                  <a:lnTo>
                    <a:pt x="432838" y="387008"/>
                  </a:lnTo>
                  <a:lnTo>
                    <a:pt x="428752" y="387530"/>
                  </a:lnTo>
                  <a:lnTo>
                    <a:pt x="418607" y="388815"/>
                  </a:lnTo>
                  <a:lnTo>
                    <a:pt x="405600" y="390482"/>
                  </a:lnTo>
                  <a:lnTo>
                    <a:pt x="400006" y="391189"/>
                  </a:lnTo>
                  <a:lnTo>
                    <a:pt x="401602" y="386501"/>
                  </a:lnTo>
                  <a:lnTo>
                    <a:pt x="404148" y="380426"/>
                  </a:lnTo>
                  <a:lnTo>
                    <a:pt x="408037" y="377644"/>
                  </a:lnTo>
                  <a:lnTo>
                    <a:pt x="408681" y="373591"/>
                  </a:lnTo>
                  <a:lnTo>
                    <a:pt x="410745" y="372099"/>
                  </a:lnTo>
                  <a:lnTo>
                    <a:pt x="412929" y="370518"/>
                  </a:lnTo>
                  <a:lnTo>
                    <a:pt x="415319" y="365710"/>
                  </a:lnTo>
                  <a:lnTo>
                    <a:pt x="418533" y="362039"/>
                  </a:lnTo>
                  <a:lnTo>
                    <a:pt x="418055" y="357363"/>
                  </a:lnTo>
                  <a:lnTo>
                    <a:pt x="417595" y="354838"/>
                  </a:lnTo>
                  <a:lnTo>
                    <a:pt x="412786" y="352877"/>
                  </a:lnTo>
                  <a:lnTo>
                    <a:pt x="411641" y="349076"/>
                  </a:lnTo>
                  <a:lnTo>
                    <a:pt x="410436" y="346102"/>
                  </a:lnTo>
                  <a:lnTo>
                    <a:pt x="405761" y="346599"/>
                  </a:lnTo>
                  <a:lnTo>
                    <a:pt x="386612" y="348596"/>
                  </a:lnTo>
                  <a:lnTo>
                    <a:pt x="380911" y="349238"/>
                  </a:lnTo>
                  <a:lnTo>
                    <a:pt x="367668" y="350709"/>
                  </a:lnTo>
                  <a:lnTo>
                    <a:pt x="366385" y="350853"/>
                  </a:lnTo>
                  <a:lnTo>
                    <a:pt x="350034" y="352668"/>
                  </a:lnTo>
                  <a:lnTo>
                    <a:pt x="342444" y="353501"/>
                  </a:lnTo>
                  <a:lnTo>
                    <a:pt x="322978" y="355593"/>
                  </a:lnTo>
                  <a:lnTo>
                    <a:pt x="322841" y="355606"/>
                  </a:lnTo>
                  <a:lnTo>
                    <a:pt x="319818" y="355880"/>
                  </a:lnTo>
                  <a:lnTo>
                    <a:pt x="306328" y="357086"/>
                  </a:lnTo>
                  <a:lnTo>
                    <a:pt x="304247" y="357300"/>
                  </a:lnTo>
                  <a:lnTo>
                    <a:pt x="282309" y="359514"/>
                  </a:lnTo>
                  <a:lnTo>
                    <a:pt x="272886" y="360429"/>
                  </a:lnTo>
                  <a:lnTo>
                    <a:pt x="270791" y="360630"/>
                  </a:lnTo>
                  <a:lnTo>
                    <a:pt x="256786" y="361957"/>
                  </a:lnTo>
                  <a:lnTo>
                    <a:pt x="244252" y="363055"/>
                  </a:lnTo>
                  <a:lnTo>
                    <a:pt x="241791" y="363267"/>
                  </a:lnTo>
                  <a:lnTo>
                    <a:pt x="227208" y="364557"/>
                  </a:lnTo>
                  <a:lnTo>
                    <a:pt x="222543" y="364962"/>
                  </a:lnTo>
                  <a:lnTo>
                    <a:pt x="221483" y="365053"/>
                  </a:lnTo>
                  <a:lnTo>
                    <a:pt x="202415" y="366663"/>
                  </a:lnTo>
                  <a:lnTo>
                    <a:pt x="190694" y="367576"/>
                  </a:lnTo>
                  <a:lnTo>
                    <a:pt x="189132" y="367696"/>
                  </a:lnTo>
                  <a:lnTo>
                    <a:pt x="181297" y="368292"/>
                  </a:lnTo>
                  <a:lnTo>
                    <a:pt x="170262" y="369118"/>
                  </a:lnTo>
                  <a:lnTo>
                    <a:pt x="162127" y="369715"/>
                  </a:lnTo>
                  <a:lnTo>
                    <a:pt x="150443" y="370604"/>
                  </a:lnTo>
                  <a:lnTo>
                    <a:pt x="143951" y="371088"/>
                  </a:lnTo>
                  <a:lnTo>
                    <a:pt x="135674" y="371655"/>
                  </a:lnTo>
                  <a:lnTo>
                    <a:pt x="115723" y="372975"/>
                  </a:lnTo>
                  <a:lnTo>
                    <a:pt x="97695" y="374174"/>
                  </a:lnTo>
                  <a:lnTo>
                    <a:pt x="97120" y="364325"/>
                  </a:lnTo>
                  <a:lnTo>
                    <a:pt x="96823" y="359512"/>
                  </a:lnTo>
                  <a:lnTo>
                    <a:pt x="96292" y="350930"/>
                  </a:lnTo>
                  <a:lnTo>
                    <a:pt x="95115" y="330708"/>
                  </a:lnTo>
                  <a:lnTo>
                    <a:pt x="94805" y="325670"/>
                  </a:lnTo>
                  <a:lnTo>
                    <a:pt x="94251" y="316670"/>
                  </a:lnTo>
                  <a:lnTo>
                    <a:pt x="93366" y="301155"/>
                  </a:lnTo>
                  <a:lnTo>
                    <a:pt x="93238" y="298912"/>
                  </a:lnTo>
                  <a:lnTo>
                    <a:pt x="93005" y="294843"/>
                  </a:lnTo>
                  <a:lnTo>
                    <a:pt x="91715" y="273718"/>
                  </a:lnTo>
                  <a:lnTo>
                    <a:pt x="91611" y="272017"/>
                  </a:lnTo>
                  <a:lnTo>
                    <a:pt x="91563" y="271225"/>
                  </a:lnTo>
                  <a:lnTo>
                    <a:pt x="90195" y="244601"/>
                  </a:lnTo>
                  <a:lnTo>
                    <a:pt x="89961" y="240310"/>
                  </a:lnTo>
                  <a:lnTo>
                    <a:pt x="89851" y="238307"/>
                  </a:lnTo>
                  <a:lnTo>
                    <a:pt x="89004" y="222825"/>
                  </a:lnTo>
                  <a:lnTo>
                    <a:pt x="88195" y="209678"/>
                  </a:lnTo>
                  <a:lnTo>
                    <a:pt x="87718" y="201937"/>
                  </a:lnTo>
                  <a:lnTo>
                    <a:pt x="86564" y="179232"/>
                  </a:lnTo>
                  <a:lnTo>
                    <a:pt x="86552" y="179005"/>
                  </a:lnTo>
                  <a:lnTo>
                    <a:pt x="86018" y="169725"/>
                  </a:lnTo>
                  <a:lnTo>
                    <a:pt x="85342" y="157997"/>
                  </a:lnTo>
                  <a:lnTo>
                    <a:pt x="85041" y="152569"/>
                  </a:lnTo>
                  <a:lnTo>
                    <a:pt x="84819" y="148586"/>
                  </a:lnTo>
                  <a:lnTo>
                    <a:pt x="84704" y="146524"/>
                  </a:lnTo>
                  <a:lnTo>
                    <a:pt x="85525" y="142835"/>
                  </a:lnTo>
                  <a:lnTo>
                    <a:pt x="84845" y="142836"/>
                  </a:lnTo>
                  <a:lnTo>
                    <a:pt x="83351" y="142837"/>
                  </a:lnTo>
                  <a:lnTo>
                    <a:pt x="79389" y="140669"/>
                  </a:lnTo>
                  <a:lnTo>
                    <a:pt x="75297" y="142163"/>
                  </a:lnTo>
                  <a:lnTo>
                    <a:pt x="71750" y="139671"/>
                  </a:lnTo>
                  <a:lnTo>
                    <a:pt x="71207" y="139289"/>
                  </a:lnTo>
                  <a:lnTo>
                    <a:pt x="69265" y="136287"/>
                  </a:lnTo>
                  <a:lnTo>
                    <a:pt x="66978" y="133622"/>
                  </a:lnTo>
                  <a:lnTo>
                    <a:pt x="63281" y="129492"/>
                  </a:lnTo>
                  <a:lnTo>
                    <a:pt x="64219" y="123420"/>
                  </a:lnTo>
                  <a:lnTo>
                    <a:pt x="60292" y="123023"/>
                  </a:lnTo>
                  <a:lnTo>
                    <a:pt x="58895" y="121187"/>
                  </a:lnTo>
                  <a:lnTo>
                    <a:pt x="57695" y="119610"/>
                  </a:lnTo>
                  <a:lnTo>
                    <a:pt x="52867" y="115190"/>
                  </a:lnTo>
                  <a:lnTo>
                    <a:pt x="49876" y="111971"/>
                  </a:lnTo>
                  <a:lnTo>
                    <a:pt x="48285" y="110256"/>
                  </a:lnTo>
                  <a:lnTo>
                    <a:pt x="50654" y="108120"/>
                  </a:lnTo>
                  <a:lnTo>
                    <a:pt x="52548" y="106402"/>
                  </a:lnTo>
                  <a:lnTo>
                    <a:pt x="52666" y="104773"/>
                  </a:lnTo>
                  <a:lnTo>
                    <a:pt x="52914" y="101326"/>
                  </a:lnTo>
                  <a:lnTo>
                    <a:pt x="57189" y="98138"/>
                  </a:lnTo>
                  <a:lnTo>
                    <a:pt x="57020" y="94935"/>
                  </a:lnTo>
                  <a:lnTo>
                    <a:pt x="61831" y="94563"/>
                  </a:lnTo>
                  <a:lnTo>
                    <a:pt x="64312" y="92180"/>
                  </a:lnTo>
                  <a:lnTo>
                    <a:pt x="63469" y="90179"/>
                  </a:lnTo>
                  <a:lnTo>
                    <a:pt x="62774" y="86049"/>
                  </a:lnTo>
                  <a:lnTo>
                    <a:pt x="62689" y="85545"/>
                  </a:lnTo>
                  <a:lnTo>
                    <a:pt x="59100" y="81408"/>
                  </a:lnTo>
                  <a:lnTo>
                    <a:pt x="57432" y="79394"/>
                  </a:lnTo>
                  <a:lnTo>
                    <a:pt x="54642" y="79736"/>
                  </a:lnTo>
                  <a:lnTo>
                    <a:pt x="52950" y="79943"/>
                  </a:lnTo>
                  <a:lnTo>
                    <a:pt x="48923" y="83302"/>
                  </a:lnTo>
                  <a:lnTo>
                    <a:pt x="44679" y="80605"/>
                  </a:lnTo>
                  <a:lnTo>
                    <a:pt x="38511" y="76734"/>
                  </a:lnTo>
                  <a:lnTo>
                    <a:pt x="33083" y="72129"/>
                  </a:lnTo>
                  <a:lnTo>
                    <a:pt x="30239" y="69728"/>
                  </a:lnTo>
                  <a:lnTo>
                    <a:pt x="27965" y="70046"/>
                  </a:lnTo>
                  <a:lnTo>
                    <a:pt x="25645" y="66441"/>
                  </a:lnTo>
                  <a:lnTo>
                    <a:pt x="26836" y="63013"/>
                  </a:lnTo>
                  <a:lnTo>
                    <a:pt x="24153" y="60297"/>
                  </a:lnTo>
                  <a:lnTo>
                    <a:pt x="20677" y="56334"/>
                  </a:lnTo>
                  <a:lnTo>
                    <a:pt x="21024" y="52157"/>
                  </a:lnTo>
                  <a:lnTo>
                    <a:pt x="15950" y="50423"/>
                  </a:lnTo>
                  <a:lnTo>
                    <a:pt x="15886" y="50101"/>
                  </a:lnTo>
                  <a:lnTo>
                    <a:pt x="15858" y="49960"/>
                  </a:lnTo>
                  <a:lnTo>
                    <a:pt x="15398" y="47646"/>
                  </a:lnTo>
                  <a:lnTo>
                    <a:pt x="12295" y="46182"/>
                  </a:lnTo>
                  <a:lnTo>
                    <a:pt x="8573" y="45262"/>
                  </a:lnTo>
                  <a:lnTo>
                    <a:pt x="9225" y="41396"/>
                  </a:lnTo>
                  <a:lnTo>
                    <a:pt x="8536" y="38831"/>
                  </a:lnTo>
                  <a:lnTo>
                    <a:pt x="5920" y="33091"/>
                  </a:lnTo>
                  <a:lnTo>
                    <a:pt x="5100" y="30490"/>
                  </a:lnTo>
                  <a:lnTo>
                    <a:pt x="3804" y="27922"/>
                  </a:lnTo>
                  <a:lnTo>
                    <a:pt x="3655" y="27627"/>
                  </a:lnTo>
                  <a:lnTo>
                    <a:pt x="820" y="278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914251" y="4224336"/>
              <a:ext cx="251163" cy="428920"/>
            </a:xfrm>
            <a:custGeom>
              <a:avLst/>
              <a:pathLst>
                <a:path w="251163" h="428920">
                  <a:moveTo>
                    <a:pt x="1475" y="352277"/>
                  </a:moveTo>
                  <a:lnTo>
                    <a:pt x="5795" y="352392"/>
                  </a:lnTo>
                  <a:lnTo>
                    <a:pt x="9709" y="349387"/>
                  </a:lnTo>
                  <a:lnTo>
                    <a:pt x="7329" y="345547"/>
                  </a:lnTo>
                  <a:lnTo>
                    <a:pt x="7221" y="341027"/>
                  </a:lnTo>
                  <a:lnTo>
                    <a:pt x="8499" y="336655"/>
                  </a:lnTo>
                  <a:lnTo>
                    <a:pt x="7550" y="331560"/>
                  </a:lnTo>
                  <a:lnTo>
                    <a:pt x="9333" y="328252"/>
                  </a:lnTo>
                  <a:lnTo>
                    <a:pt x="13119" y="326836"/>
                  </a:lnTo>
                  <a:lnTo>
                    <a:pt x="11324" y="323401"/>
                  </a:lnTo>
                  <a:lnTo>
                    <a:pt x="10609" y="320610"/>
                  </a:lnTo>
                  <a:lnTo>
                    <a:pt x="15498" y="318043"/>
                  </a:lnTo>
                  <a:lnTo>
                    <a:pt x="15985" y="310270"/>
                  </a:lnTo>
                  <a:lnTo>
                    <a:pt x="20463" y="308709"/>
                  </a:lnTo>
                  <a:lnTo>
                    <a:pt x="20304" y="308509"/>
                  </a:lnTo>
                  <a:lnTo>
                    <a:pt x="17008" y="304340"/>
                  </a:lnTo>
                  <a:lnTo>
                    <a:pt x="17700" y="300472"/>
                  </a:lnTo>
                  <a:lnTo>
                    <a:pt x="21896" y="300849"/>
                  </a:lnTo>
                  <a:lnTo>
                    <a:pt x="25041" y="297377"/>
                  </a:lnTo>
                  <a:lnTo>
                    <a:pt x="25662" y="296691"/>
                  </a:lnTo>
                  <a:lnTo>
                    <a:pt x="29315" y="292542"/>
                  </a:lnTo>
                  <a:lnTo>
                    <a:pt x="29173" y="287909"/>
                  </a:lnTo>
                  <a:lnTo>
                    <a:pt x="33511" y="286254"/>
                  </a:lnTo>
                  <a:lnTo>
                    <a:pt x="35934" y="282821"/>
                  </a:lnTo>
                  <a:lnTo>
                    <a:pt x="35848" y="280488"/>
                  </a:lnTo>
                  <a:lnTo>
                    <a:pt x="38730" y="275747"/>
                  </a:lnTo>
                  <a:lnTo>
                    <a:pt x="38322" y="275186"/>
                  </a:lnTo>
                  <a:lnTo>
                    <a:pt x="32423" y="267048"/>
                  </a:lnTo>
                  <a:lnTo>
                    <a:pt x="41036" y="265575"/>
                  </a:lnTo>
                  <a:lnTo>
                    <a:pt x="43686" y="259279"/>
                  </a:lnTo>
                  <a:lnTo>
                    <a:pt x="45179" y="253998"/>
                  </a:lnTo>
                  <a:lnTo>
                    <a:pt x="40271" y="253672"/>
                  </a:lnTo>
                  <a:lnTo>
                    <a:pt x="41207" y="247187"/>
                  </a:lnTo>
                  <a:lnTo>
                    <a:pt x="34693" y="246682"/>
                  </a:lnTo>
                  <a:lnTo>
                    <a:pt x="33541" y="240341"/>
                  </a:lnTo>
                  <a:lnTo>
                    <a:pt x="37132" y="239593"/>
                  </a:lnTo>
                  <a:lnTo>
                    <a:pt x="33875" y="234950"/>
                  </a:lnTo>
                  <a:lnTo>
                    <a:pt x="33383" y="234524"/>
                  </a:lnTo>
                  <a:lnTo>
                    <a:pt x="31438" y="232840"/>
                  </a:lnTo>
                  <a:lnTo>
                    <a:pt x="29347" y="225661"/>
                  </a:lnTo>
                  <a:lnTo>
                    <a:pt x="32091" y="221851"/>
                  </a:lnTo>
                  <a:lnTo>
                    <a:pt x="27816" y="221040"/>
                  </a:lnTo>
                  <a:lnTo>
                    <a:pt x="24302" y="218253"/>
                  </a:lnTo>
                  <a:lnTo>
                    <a:pt x="23715" y="215128"/>
                  </a:lnTo>
                  <a:lnTo>
                    <a:pt x="25168" y="211785"/>
                  </a:lnTo>
                  <a:lnTo>
                    <a:pt x="29782" y="207832"/>
                  </a:lnTo>
                  <a:lnTo>
                    <a:pt x="29279" y="203584"/>
                  </a:lnTo>
                  <a:lnTo>
                    <a:pt x="24372" y="200363"/>
                  </a:lnTo>
                  <a:lnTo>
                    <a:pt x="21867" y="198562"/>
                  </a:lnTo>
                  <a:lnTo>
                    <a:pt x="22283" y="197895"/>
                  </a:lnTo>
                  <a:lnTo>
                    <a:pt x="24807" y="193846"/>
                  </a:lnTo>
                  <a:lnTo>
                    <a:pt x="20036" y="190509"/>
                  </a:lnTo>
                  <a:lnTo>
                    <a:pt x="21776" y="187116"/>
                  </a:lnTo>
                  <a:lnTo>
                    <a:pt x="25362" y="187047"/>
                  </a:lnTo>
                  <a:lnTo>
                    <a:pt x="26422" y="182627"/>
                  </a:lnTo>
                  <a:lnTo>
                    <a:pt x="27144" y="177995"/>
                  </a:lnTo>
                  <a:lnTo>
                    <a:pt x="25543" y="174601"/>
                  </a:lnTo>
                  <a:lnTo>
                    <a:pt x="22617" y="174330"/>
                  </a:lnTo>
                  <a:lnTo>
                    <a:pt x="20848" y="168501"/>
                  </a:lnTo>
                  <a:lnTo>
                    <a:pt x="22565" y="164460"/>
                  </a:lnTo>
                  <a:lnTo>
                    <a:pt x="19823" y="161768"/>
                  </a:lnTo>
                  <a:lnTo>
                    <a:pt x="17784" y="158904"/>
                  </a:lnTo>
                  <a:lnTo>
                    <a:pt x="16259" y="156379"/>
                  </a:lnTo>
                  <a:lnTo>
                    <a:pt x="14055" y="153422"/>
                  </a:lnTo>
                  <a:lnTo>
                    <a:pt x="14598" y="151948"/>
                  </a:lnTo>
                  <a:lnTo>
                    <a:pt x="15623" y="149164"/>
                  </a:lnTo>
                  <a:lnTo>
                    <a:pt x="19560" y="145718"/>
                  </a:lnTo>
                  <a:lnTo>
                    <a:pt x="15793" y="142594"/>
                  </a:lnTo>
                  <a:lnTo>
                    <a:pt x="21330" y="141189"/>
                  </a:lnTo>
                  <a:lnTo>
                    <a:pt x="22749" y="136326"/>
                  </a:lnTo>
                  <a:lnTo>
                    <a:pt x="17559" y="134006"/>
                  </a:lnTo>
                  <a:lnTo>
                    <a:pt x="19641" y="131387"/>
                  </a:lnTo>
                  <a:lnTo>
                    <a:pt x="21510" y="131029"/>
                  </a:lnTo>
                  <a:lnTo>
                    <a:pt x="25870" y="131686"/>
                  </a:lnTo>
                  <a:lnTo>
                    <a:pt x="25640" y="128007"/>
                  </a:lnTo>
                  <a:lnTo>
                    <a:pt x="23488" y="126639"/>
                  </a:lnTo>
                  <a:lnTo>
                    <a:pt x="22441" y="122082"/>
                  </a:lnTo>
                  <a:lnTo>
                    <a:pt x="24714" y="119173"/>
                  </a:lnTo>
                  <a:lnTo>
                    <a:pt x="23727" y="116146"/>
                  </a:lnTo>
                  <a:lnTo>
                    <a:pt x="19770" y="115025"/>
                  </a:lnTo>
                  <a:lnTo>
                    <a:pt x="22491" y="112659"/>
                  </a:lnTo>
                  <a:lnTo>
                    <a:pt x="25693" y="113026"/>
                  </a:lnTo>
                  <a:lnTo>
                    <a:pt x="27312" y="110831"/>
                  </a:lnTo>
                  <a:lnTo>
                    <a:pt x="29856" y="108988"/>
                  </a:lnTo>
                  <a:lnTo>
                    <a:pt x="33412" y="107835"/>
                  </a:lnTo>
                  <a:lnTo>
                    <a:pt x="34324" y="103779"/>
                  </a:lnTo>
                  <a:lnTo>
                    <a:pt x="32216" y="102025"/>
                  </a:lnTo>
                  <a:lnTo>
                    <a:pt x="28832" y="101100"/>
                  </a:lnTo>
                  <a:lnTo>
                    <a:pt x="28880" y="100478"/>
                  </a:lnTo>
                  <a:lnTo>
                    <a:pt x="28905" y="100156"/>
                  </a:lnTo>
                  <a:lnTo>
                    <a:pt x="29100" y="97623"/>
                  </a:lnTo>
                  <a:lnTo>
                    <a:pt x="32148" y="96227"/>
                  </a:lnTo>
                  <a:lnTo>
                    <a:pt x="32794" y="94107"/>
                  </a:lnTo>
                  <a:lnTo>
                    <a:pt x="31604" y="90730"/>
                  </a:lnTo>
                  <a:lnTo>
                    <a:pt x="35436" y="89288"/>
                  </a:lnTo>
                  <a:lnTo>
                    <a:pt x="37025" y="85320"/>
                  </a:lnTo>
                  <a:lnTo>
                    <a:pt x="41271" y="83996"/>
                  </a:lnTo>
                  <a:lnTo>
                    <a:pt x="39915" y="79452"/>
                  </a:lnTo>
                  <a:lnTo>
                    <a:pt x="42324" y="77314"/>
                  </a:lnTo>
                  <a:lnTo>
                    <a:pt x="47510" y="79235"/>
                  </a:lnTo>
                  <a:lnTo>
                    <a:pt x="48461" y="74913"/>
                  </a:lnTo>
                  <a:lnTo>
                    <a:pt x="52936" y="71674"/>
                  </a:lnTo>
                  <a:lnTo>
                    <a:pt x="51954" y="67955"/>
                  </a:lnTo>
                  <a:lnTo>
                    <a:pt x="52410" y="62115"/>
                  </a:lnTo>
                  <a:lnTo>
                    <a:pt x="53474" y="58206"/>
                  </a:lnTo>
                  <a:lnTo>
                    <a:pt x="50336" y="54382"/>
                  </a:lnTo>
                  <a:lnTo>
                    <a:pt x="51083" y="52903"/>
                  </a:lnTo>
                  <a:lnTo>
                    <a:pt x="52573" y="49949"/>
                  </a:lnTo>
                  <a:lnTo>
                    <a:pt x="52528" y="46567"/>
                  </a:lnTo>
                  <a:lnTo>
                    <a:pt x="54880" y="40823"/>
                  </a:lnTo>
                  <a:lnTo>
                    <a:pt x="56950" y="38461"/>
                  </a:lnTo>
                  <a:lnTo>
                    <a:pt x="57237" y="34387"/>
                  </a:lnTo>
                  <a:lnTo>
                    <a:pt x="61220" y="33904"/>
                  </a:lnTo>
                  <a:lnTo>
                    <a:pt x="61674" y="33849"/>
                  </a:lnTo>
                  <a:lnTo>
                    <a:pt x="67641" y="29973"/>
                  </a:lnTo>
                  <a:lnTo>
                    <a:pt x="67776" y="29858"/>
                  </a:lnTo>
                  <a:lnTo>
                    <a:pt x="71841" y="26363"/>
                  </a:lnTo>
                  <a:lnTo>
                    <a:pt x="71967" y="23692"/>
                  </a:lnTo>
                  <a:lnTo>
                    <a:pt x="66820" y="19190"/>
                  </a:lnTo>
                  <a:lnTo>
                    <a:pt x="103451" y="14979"/>
                  </a:lnTo>
                  <a:lnTo>
                    <a:pt x="108497" y="14374"/>
                  </a:lnTo>
                  <a:lnTo>
                    <a:pt x="109758" y="14222"/>
                  </a:lnTo>
                  <a:lnTo>
                    <a:pt x="114212" y="13683"/>
                  </a:lnTo>
                  <a:lnTo>
                    <a:pt x="129095" y="11858"/>
                  </a:lnTo>
                  <a:lnTo>
                    <a:pt x="134945" y="11098"/>
                  </a:lnTo>
                  <a:lnTo>
                    <a:pt x="145922" y="9656"/>
                  </a:lnTo>
                  <a:lnTo>
                    <a:pt x="158129" y="8028"/>
                  </a:lnTo>
                  <a:lnTo>
                    <a:pt x="158798" y="7940"/>
                  </a:lnTo>
                  <a:lnTo>
                    <a:pt x="172591" y="6098"/>
                  </a:lnTo>
                  <a:lnTo>
                    <a:pt x="175180" y="5749"/>
                  </a:lnTo>
                  <a:lnTo>
                    <a:pt x="197671" y="2630"/>
                  </a:lnTo>
                  <a:lnTo>
                    <a:pt x="204021" y="1775"/>
                  </a:lnTo>
                  <a:lnTo>
                    <a:pt x="205226" y="1612"/>
                  </a:lnTo>
                  <a:lnTo>
                    <a:pt x="212713" y="593"/>
                  </a:lnTo>
                  <a:lnTo>
                    <a:pt x="216831" y="0"/>
                  </a:lnTo>
                  <a:lnTo>
                    <a:pt x="220865" y="5882"/>
                  </a:lnTo>
                  <a:lnTo>
                    <a:pt x="225229" y="7923"/>
                  </a:lnTo>
                  <a:lnTo>
                    <a:pt x="225614" y="31608"/>
                  </a:lnTo>
                  <a:lnTo>
                    <a:pt x="225686" y="35205"/>
                  </a:lnTo>
                  <a:lnTo>
                    <a:pt x="225891" y="45624"/>
                  </a:lnTo>
                  <a:lnTo>
                    <a:pt x="226129" y="58091"/>
                  </a:lnTo>
                  <a:lnTo>
                    <a:pt x="226504" y="78680"/>
                  </a:lnTo>
                  <a:lnTo>
                    <a:pt x="226547" y="81155"/>
                  </a:lnTo>
                  <a:lnTo>
                    <a:pt x="226963" y="108673"/>
                  </a:lnTo>
                  <a:lnTo>
                    <a:pt x="227021" y="112722"/>
                  </a:lnTo>
                  <a:lnTo>
                    <a:pt x="227333" y="127172"/>
                  </a:lnTo>
                  <a:lnTo>
                    <a:pt x="227778" y="148713"/>
                  </a:lnTo>
                  <a:lnTo>
                    <a:pt x="227960" y="157847"/>
                  </a:lnTo>
                  <a:lnTo>
                    <a:pt x="228324" y="174748"/>
                  </a:lnTo>
                  <a:lnTo>
                    <a:pt x="228438" y="180201"/>
                  </a:lnTo>
                  <a:lnTo>
                    <a:pt x="228825" y="199233"/>
                  </a:lnTo>
                  <a:lnTo>
                    <a:pt x="229055" y="210946"/>
                  </a:lnTo>
                  <a:lnTo>
                    <a:pt x="229495" y="234549"/>
                  </a:lnTo>
                  <a:lnTo>
                    <a:pt x="229588" y="239676"/>
                  </a:lnTo>
                  <a:lnTo>
                    <a:pt x="229609" y="241649"/>
                  </a:lnTo>
                  <a:lnTo>
                    <a:pt x="229866" y="267462"/>
                  </a:lnTo>
                  <a:lnTo>
                    <a:pt x="230268" y="270858"/>
                  </a:lnTo>
                  <a:lnTo>
                    <a:pt x="231319" y="279765"/>
                  </a:lnTo>
                  <a:lnTo>
                    <a:pt x="232637" y="287727"/>
                  </a:lnTo>
                  <a:lnTo>
                    <a:pt x="233721" y="294274"/>
                  </a:lnTo>
                  <a:lnTo>
                    <a:pt x="236352" y="310218"/>
                  </a:lnTo>
                  <a:lnTo>
                    <a:pt x="236558" y="311467"/>
                  </a:lnTo>
                  <a:lnTo>
                    <a:pt x="240905" y="337800"/>
                  </a:lnTo>
                  <a:lnTo>
                    <a:pt x="242523" y="347753"/>
                  </a:lnTo>
                  <a:lnTo>
                    <a:pt x="245485" y="365995"/>
                  </a:lnTo>
                  <a:lnTo>
                    <a:pt x="246181" y="370284"/>
                  </a:lnTo>
                  <a:lnTo>
                    <a:pt x="246235" y="370612"/>
                  </a:lnTo>
                  <a:lnTo>
                    <a:pt x="248752" y="386784"/>
                  </a:lnTo>
                  <a:lnTo>
                    <a:pt x="251163" y="401697"/>
                  </a:lnTo>
                  <a:lnTo>
                    <a:pt x="250315" y="404204"/>
                  </a:lnTo>
                  <a:lnTo>
                    <a:pt x="247510" y="404089"/>
                  </a:lnTo>
                  <a:lnTo>
                    <a:pt x="245877" y="406738"/>
                  </a:lnTo>
                  <a:lnTo>
                    <a:pt x="241872" y="405518"/>
                  </a:lnTo>
                  <a:lnTo>
                    <a:pt x="237491" y="406893"/>
                  </a:lnTo>
                  <a:lnTo>
                    <a:pt x="234929" y="405229"/>
                  </a:lnTo>
                  <a:lnTo>
                    <a:pt x="231028" y="405033"/>
                  </a:lnTo>
                  <a:lnTo>
                    <a:pt x="228443" y="406986"/>
                  </a:lnTo>
                  <a:lnTo>
                    <a:pt x="224918" y="407106"/>
                  </a:lnTo>
                  <a:lnTo>
                    <a:pt x="220808" y="406800"/>
                  </a:lnTo>
                  <a:lnTo>
                    <a:pt x="219390" y="406693"/>
                  </a:lnTo>
                  <a:lnTo>
                    <a:pt x="213421" y="404597"/>
                  </a:lnTo>
                  <a:lnTo>
                    <a:pt x="207633" y="405572"/>
                  </a:lnTo>
                  <a:lnTo>
                    <a:pt x="199421" y="408609"/>
                  </a:lnTo>
                  <a:lnTo>
                    <a:pt x="191968" y="412780"/>
                  </a:lnTo>
                  <a:lnTo>
                    <a:pt x="184083" y="415833"/>
                  </a:lnTo>
                  <a:lnTo>
                    <a:pt x="183168" y="416262"/>
                  </a:lnTo>
                  <a:lnTo>
                    <a:pt x="180426" y="417547"/>
                  </a:lnTo>
                  <a:lnTo>
                    <a:pt x="174842" y="422418"/>
                  </a:lnTo>
                  <a:lnTo>
                    <a:pt x="173485" y="426107"/>
                  </a:lnTo>
                  <a:lnTo>
                    <a:pt x="171468" y="427538"/>
                  </a:lnTo>
                  <a:lnTo>
                    <a:pt x="167892" y="428920"/>
                  </a:lnTo>
                  <a:lnTo>
                    <a:pt x="161292" y="426545"/>
                  </a:lnTo>
                  <a:lnTo>
                    <a:pt x="158475" y="418917"/>
                  </a:lnTo>
                  <a:lnTo>
                    <a:pt x="154194" y="410187"/>
                  </a:lnTo>
                  <a:lnTo>
                    <a:pt x="152226" y="406925"/>
                  </a:lnTo>
                  <a:lnTo>
                    <a:pt x="151072" y="405012"/>
                  </a:lnTo>
                  <a:lnTo>
                    <a:pt x="144462" y="399331"/>
                  </a:lnTo>
                  <a:lnTo>
                    <a:pt x="141376" y="391612"/>
                  </a:lnTo>
                  <a:lnTo>
                    <a:pt x="140833" y="389508"/>
                  </a:lnTo>
                  <a:lnTo>
                    <a:pt x="139557" y="384557"/>
                  </a:lnTo>
                  <a:lnTo>
                    <a:pt x="142076" y="376110"/>
                  </a:lnTo>
                  <a:lnTo>
                    <a:pt x="144374" y="367743"/>
                  </a:lnTo>
                  <a:lnTo>
                    <a:pt x="145215" y="359814"/>
                  </a:lnTo>
                  <a:lnTo>
                    <a:pt x="137158" y="360804"/>
                  </a:lnTo>
                  <a:lnTo>
                    <a:pt x="132551" y="361366"/>
                  </a:lnTo>
                  <a:lnTo>
                    <a:pt x="105471" y="364611"/>
                  </a:lnTo>
                  <a:lnTo>
                    <a:pt x="98905" y="365380"/>
                  </a:lnTo>
                  <a:lnTo>
                    <a:pt x="83913" y="367084"/>
                  </a:lnTo>
                  <a:lnTo>
                    <a:pt x="82444" y="367249"/>
                  </a:lnTo>
                  <a:lnTo>
                    <a:pt x="68098" y="368843"/>
                  </a:lnTo>
                  <a:lnTo>
                    <a:pt x="63075" y="369387"/>
                  </a:lnTo>
                  <a:lnTo>
                    <a:pt x="45520" y="371258"/>
                  </a:lnTo>
                  <a:lnTo>
                    <a:pt x="36825" y="372167"/>
                  </a:lnTo>
                  <a:lnTo>
                    <a:pt x="33233" y="372539"/>
                  </a:lnTo>
                  <a:lnTo>
                    <a:pt x="2271" y="375609"/>
                  </a:lnTo>
                  <a:lnTo>
                    <a:pt x="2881" y="375054"/>
                  </a:lnTo>
                  <a:lnTo>
                    <a:pt x="7646" y="370715"/>
                  </a:lnTo>
                  <a:lnTo>
                    <a:pt x="4765" y="367339"/>
                  </a:lnTo>
                  <a:lnTo>
                    <a:pt x="2411" y="363607"/>
                  </a:lnTo>
                  <a:lnTo>
                    <a:pt x="4303" y="358613"/>
                  </a:lnTo>
                  <a:lnTo>
                    <a:pt x="4361" y="358460"/>
                  </a:lnTo>
                  <a:lnTo>
                    <a:pt x="0" y="3553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725253" y="2420089"/>
              <a:ext cx="698449" cy="441120"/>
            </a:xfrm>
            <a:custGeom>
              <a:avLst/>
              <a:pathLst>
                <a:path w="698449" h="441120">
                  <a:moveTo>
                    <a:pt x="18031" y="0"/>
                  </a:moveTo>
                  <a:lnTo>
                    <a:pt x="48684" y="6221"/>
                  </a:lnTo>
                  <a:lnTo>
                    <a:pt x="65072" y="9576"/>
                  </a:lnTo>
                  <a:lnTo>
                    <a:pt x="92056" y="14624"/>
                  </a:lnTo>
                  <a:lnTo>
                    <a:pt x="94799" y="15128"/>
                  </a:lnTo>
                  <a:lnTo>
                    <a:pt x="111778" y="18222"/>
                  </a:lnTo>
                  <a:lnTo>
                    <a:pt x="122749" y="20374"/>
                  </a:lnTo>
                  <a:lnTo>
                    <a:pt x="129041" y="21540"/>
                  </a:lnTo>
                  <a:lnTo>
                    <a:pt x="138068" y="23196"/>
                  </a:lnTo>
                  <a:lnTo>
                    <a:pt x="150118" y="25427"/>
                  </a:lnTo>
                  <a:lnTo>
                    <a:pt x="167983" y="28429"/>
                  </a:lnTo>
                  <a:lnTo>
                    <a:pt x="182607" y="30906"/>
                  </a:lnTo>
                  <a:lnTo>
                    <a:pt x="234699" y="39259"/>
                  </a:lnTo>
                  <a:lnTo>
                    <a:pt x="237504" y="39691"/>
                  </a:lnTo>
                  <a:lnTo>
                    <a:pt x="253867" y="42262"/>
                  </a:lnTo>
                  <a:lnTo>
                    <a:pt x="273837" y="45322"/>
                  </a:lnTo>
                  <a:lnTo>
                    <a:pt x="286914" y="47189"/>
                  </a:lnTo>
                  <a:lnTo>
                    <a:pt x="301982" y="49291"/>
                  </a:lnTo>
                  <a:lnTo>
                    <a:pt x="316771" y="51289"/>
                  </a:lnTo>
                  <a:lnTo>
                    <a:pt x="328765" y="52873"/>
                  </a:lnTo>
                  <a:lnTo>
                    <a:pt x="334076" y="53508"/>
                  </a:lnTo>
                  <a:lnTo>
                    <a:pt x="349201" y="55476"/>
                  </a:lnTo>
                  <a:lnTo>
                    <a:pt x="387315" y="60119"/>
                  </a:lnTo>
                  <a:lnTo>
                    <a:pt x="387950" y="60197"/>
                  </a:lnTo>
                  <a:lnTo>
                    <a:pt x="401522" y="61841"/>
                  </a:lnTo>
                  <a:lnTo>
                    <a:pt x="415732" y="63550"/>
                  </a:lnTo>
                  <a:lnTo>
                    <a:pt x="441769" y="66424"/>
                  </a:lnTo>
                  <a:lnTo>
                    <a:pt x="459243" y="68260"/>
                  </a:lnTo>
                  <a:lnTo>
                    <a:pt x="489542" y="71281"/>
                  </a:lnTo>
                  <a:lnTo>
                    <a:pt x="504572" y="72762"/>
                  </a:lnTo>
                  <a:lnTo>
                    <a:pt x="508994" y="73117"/>
                  </a:lnTo>
                  <a:lnTo>
                    <a:pt x="519476" y="74088"/>
                  </a:lnTo>
                  <a:lnTo>
                    <a:pt x="551564" y="76908"/>
                  </a:lnTo>
                  <a:lnTo>
                    <a:pt x="573468" y="78695"/>
                  </a:lnTo>
                  <a:lnTo>
                    <a:pt x="580432" y="79249"/>
                  </a:lnTo>
                  <a:lnTo>
                    <a:pt x="583947" y="79525"/>
                  </a:lnTo>
                  <a:lnTo>
                    <a:pt x="599649" y="80657"/>
                  </a:lnTo>
                  <a:lnTo>
                    <a:pt x="623654" y="82363"/>
                  </a:lnTo>
                  <a:lnTo>
                    <a:pt x="628841" y="82697"/>
                  </a:lnTo>
                  <a:lnTo>
                    <a:pt x="640710" y="83492"/>
                  </a:lnTo>
                  <a:lnTo>
                    <a:pt x="651127" y="84164"/>
                  </a:lnTo>
                  <a:lnTo>
                    <a:pt x="670120" y="85241"/>
                  </a:lnTo>
                  <a:lnTo>
                    <a:pt x="698449" y="86742"/>
                  </a:lnTo>
                  <a:lnTo>
                    <a:pt x="697741" y="100041"/>
                  </a:lnTo>
                  <a:lnTo>
                    <a:pt x="696811" y="118663"/>
                  </a:lnTo>
                  <a:lnTo>
                    <a:pt x="696204" y="130856"/>
                  </a:lnTo>
                  <a:lnTo>
                    <a:pt x="695771" y="140003"/>
                  </a:lnTo>
                  <a:lnTo>
                    <a:pt x="695161" y="152906"/>
                  </a:lnTo>
                  <a:lnTo>
                    <a:pt x="694141" y="174313"/>
                  </a:lnTo>
                  <a:lnTo>
                    <a:pt x="694040" y="176457"/>
                  </a:lnTo>
                  <a:lnTo>
                    <a:pt x="693369" y="191140"/>
                  </a:lnTo>
                  <a:lnTo>
                    <a:pt x="692377" y="208587"/>
                  </a:lnTo>
                  <a:lnTo>
                    <a:pt x="691387" y="226571"/>
                  </a:lnTo>
                  <a:lnTo>
                    <a:pt x="691074" y="232251"/>
                  </a:lnTo>
                  <a:lnTo>
                    <a:pt x="691066" y="232410"/>
                  </a:lnTo>
                  <a:lnTo>
                    <a:pt x="690188" y="250098"/>
                  </a:lnTo>
                  <a:lnTo>
                    <a:pt x="689277" y="266984"/>
                  </a:lnTo>
                  <a:lnTo>
                    <a:pt x="688293" y="286182"/>
                  </a:lnTo>
                  <a:lnTo>
                    <a:pt x="687982" y="292498"/>
                  </a:lnTo>
                  <a:lnTo>
                    <a:pt x="687549" y="301281"/>
                  </a:lnTo>
                  <a:lnTo>
                    <a:pt x="687416" y="303993"/>
                  </a:lnTo>
                  <a:lnTo>
                    <a:pt x="686568" y="320157"/>
                  </a:lnTo>
                  <a:lnTo>
                    <a:pt x="686371" y="324037"/>
                  </a:lnTo>
                  <a:lnTo>
                    <a:pt x="684891" y="353253"/>
                  </a:lnTo>
                  <a:lnTo>
                    <a:pt x="684691" y="358784"/>
                  </a:lnTo>
                  <a:lnTo>
                    <a:pt x="684637" y="360292"/>
                  </a:lnTo>
                  <a:lnTo>
                    <a:pt x="684203" y="370306"/>
                  </a:lnTo>
                  <a:lnTo>
                    <a:pt x="683399" y="387072"/>
                  </a:lnTo>
                  <a:lnTo>
                    <a:pt x="683116" y="392931"/>
                  </a:lnTo>
                  <a:lnTo>
                    <a:pt x="682524" y="406449"/>
                  </a:lnTo>
                  <a:lnTo>
                    <a:pt x="681999" y="417189"/>
                  </a:lnTo>
                  <a:lnTo>
                    <a:pt x="681626" y="424862"/>
                  </a:lnTo>
                  <a:lnTo>
                    <a:pt x="681126" y="435902"/>
                  </a:lnTo>
                  <a:lnTo>
                    <a:pt x="679977" y="435940"/>
                  </a:lnTo>
                  <a:lnTo>
                    <a:pt x="620342" y="432341"/>
                  </a:lnTo>
                  <a:lnTo>
                    <a:pt x="619542" y="432291"/>
                  </a:lnTo>
                  <a:lnTo>
                    <a:pt x="617179" y="432143"/>
                  </a:lnTo>
                  <a:lnTo>
                    <a:pt x="569663" y="428923"/>
                  </a:lnTo>
                  <a:lnTo>
                    <a:pt x="558759" y="428369"/>
                  </a:lnTo>
                  <a:lnTo>
                    <a:pt x="544034" y="427581"/>
                  </a:lnTo>
                  <a:lnTo>
                    <a:pt x="505595" y="424267"/>
                  </a:lnTo>
                  <a:lnTo>
                    <a:pt x="477196" y="421276"/>
                  </a:lnTo>
                  <a:lnTo>
                    <a:pt x="442795" y="418008"/>
                  </a:lnTo>
                  <a:lnTo>
                    <a:pt x="437525" y="417486"/>
                  </a:lnTo>
                  <a:lnTo>
                    <a:pt x="422100" y="416014"/>
                  </a:lnTo>
                  <a:lnTo>
                    <a:pt x="406621" y="414487"/>
                  </a:lnTo>
                  <a:lnTo>
                    <a:pt x="399210" y="413701"/>
                  </a:lnTo>
                  <a:lnTo>
                    <a:pt x="372186" y="410737"/>
                  </a:lnTo>
                  <a:lnTo>
                    <a:pt x="369724" y="409906"/>
                  </a:lnTo>
                  <a:lnTo>
                    <a:pt x="340850" y="406843"/>
                  </a:lnTo>
                  <a:lnTo>
                    <a:pt x="327131" y="405164"/>
                  </a:lnTo>
                  <a:lnTo>
                    <a:pt x="315106" y="403661"/>
                  </a:lnTo>
                  <a:lnTo>
                    <a:pt x="294916" y="401462"/>
                  </a:lnTo>
                  <a:lnTo>
                    <a:pt x="271561" y="399007"/>
                  </a:lnTo>
                  <a:lnTo>
                    <a:pt x="266813" y="397433"/>
                  </a:lnTo>
                  <a:lnTo>
                    <a:pt x="250954" y="395458"/>
                  </a:lnTo>
                  <a:lnTo>
                    <a:pt x="248590" y="406996"/>
                  </a:lnTo>
                  <a:lnTo>
                    <a:pt x="246997" y="419266"/>
                  </a:lnTo>
                  <a:lnTo>
                    <a:pt x="246308" y="424393"/>
                  </a:lnTo>
                  <a:lnTo>
                    <a:pt x="245826" y="427980"/>
                  </a:lnTo>
                  <a:lnTo>
                    <a:pt x="244425" y="441120"/>
                  </a:lnTo>
                  <a:lnTo>
                    <a:pt x="240119" y="438795"/>
                  </a:lnTo>
                  <a:lnTo>
                    <a:pt x="239333" y="434967"/>
                  </a:lnTo>
                  <a:lnTo>
                    <a:pt x="236250" y="431006"/>
                  </a:lnTo>
                  <a:lnTo>
                    <a:pt x="235427" y="426673"/>
                  </a:lnTo>
                  <a:lnTo>
                    <a:pt x="233230" y="422397"/>
                  </a:lnTo>
                  <a:lnTo>
                    <a:pt x="230542" y="417050"/>
                  </a:lnTo>
                  <a:lnTo>
                    <a:pt x="227590" y="414269"/>
                  </a:lnTo>
                  <a:lnTo>
                    <a:pt x="227156" y="413860"/>
                  </a:lnTo>
                  <a:lnTo>
                    <a:pt x="223436" y="416390"/>
                  </a:lnTo>
                  <a:lnTo>
                    <a:pt x="222017" y="418390"/>
                  </a:lnTo>
                  <a:lnTo>
                    <a:pt x="221088" y="419700"/>
                  </a:lnTo>
                  <a:lnTo>
                    <a:pt x="216814" y="427618"/>
                  </a:lnTo>
                  <a:lnTo>
                    <a:pt x="213787" y="429634"/>
                  </a:lnTo>
                  <a:lnTo>
                    <a:pt x="210474" y="428986"/>
                  </a:lnTo>
                  <a:lnTo>
                    <a:pt x="205161" y="427942"/>
                  </a:lnTo>
                  <a:lnTo>
                    <a:pt x="198179" y="431212"/>
                  </a:lnTo>
                  <a:lnTo>
                    <a:pt x="194996" y="426110"/>
                  </a:lnTo>
                  <a:lnTo>
                    <a:pt x="184611" y="426894"/>
                  </a:lnTo>
                  <a:lnTo>
                    <a:pt x="178906" y="426849"/>
                  </a:lnTo>
                  <a:lnTo>
                    <a:pt x="173171" y="424650"/>
                  </a:lnTo>
                  <a:lnTo>
                    <a:pt x="169541" y="421884"/>
                  </a:lnTo>
                  <a:lnTo>
                    <a:pt x="164556" y="424630"/>
                  </a:lnTo>
                  <a:lnTo>
                    <a:pt x="161739" y="431356"/>
                  </a:lnTo>
                  <a:lnTo>
                    <a:pt x="156892" y="427771"/>
                  </a:lnTo>
                  <a:lnTo>
                    <a:pt x="149140" y="425584"/>
                  </a:lnTo>
                  <a:lnTo>
                    <a:pt x="142801" y="423518"/>
                  </a:lnTo>
                  <a:lnTo>
                    <a:pt x="141076" y="423586"/>
                  </a:lnTo>
                  <a:lnTo>
                    <a:pt x="134587" y="427581"/>
                  </a:lnTo>
                  <a:lnTo>
                    <a:pt x="134494" y="430675"/>
                  </a:lnTo>
                  <a:lnTo>
                    <a:pt x="134161" y="430820"/>
                  </a:lnTo>
                  <a:lnTo>
                    <a:pt x="130443" y="432433"/>
                  </a:lnTo>
                  <a:lnTo>
                    <a:pt x="126683" y="428597"/>
                  </a:lnTo>
                  <a:lnTo>
                    <a:pt x="124028" y="423283"/>
                  </a:lnTo>
                  <a:lnTo>
                    <a:pt x="124678" y="419240"/>
                  </a:lnTo>
                  <a:lnTo>
                    <a:pt x="122177" y="413604"/>
                  </a:lnTo>
                  <a:lnTo>
                    <a:pt x="123621" y="409218"/>
                  </a:lnTo>
                  <a:lnTo>
                    <a:pt x="121564" y="401849"/>
                  </a:lnTo>
                  <a:lnTo>
                    <a:pt x="120509" y="396688"/>
                  </a:lnTo>
                  <a:lnTo>
                    <a:pt x="114274" y="390489"/>
                  </a:lnTo>
                  <a:lnTo>
                    <a:pt x="110621" y="392011"/>
                  </a:lnTo>
                  <a:lnTo>
                    <a:pt x="106527" y="388140"/>
                  </a:lnTo>
                  <a:lnTo>
                    <a:pt x="103885" y="387009"/>
                  </a:lnTo>
                  <a:lnTo>
                    <a:pt x="101695" y="380574"/>
                  </a:lnTo>
                  <a:lnTo>
                    <a:pt x="103869" y="377145"/>
                  </a:lnTo>
                  <a:lnTo>
                    <a:pt x="105324" y="372641"/>
                  </a:lnTo>
                  <a:lnTo>
                    <a:pt x="105216" y="367976"/>
                  </a:lnTo>
                  <a:lnTo>
                    <a:pt x="102239" y="363859"/>
                  </a:lnTo>
                  <a:lnTo>
                    <a:pt x="98788" y="360738"/>
                  </a:lnTo>
                  <a:lnTo>
                    <a:pt x="95787" y="350772"/>
                  </a:lnTo>
                  <a:lnTo>
                    <a:pt x="91962" y="342060"/>
                  </a:lnTo>
                  <a:lnTo>
                    <a:pt x="93043" y="336927"/>
                  </a:lnTo>
                  <a:lnTo>
                    <a:pt x="91812" y="332918"/>
                  </a:lnTo>
                  <a:lnTo>
                    <a:pt x="92805" y="328374"/>
                  </a:lnTo>
                  <a:lnTo>
                    <a:pt x="90861" y="324262"/>
                  </a:lnTo>
                  <a:lnTo>
                    <a:pt x="91809" y="317398"/>
                  </a:lnTo>
                  <a:lnTo>
                    <a:pt x="88852" y="314970"/>
                  </a:lnTo>
                  <a:lnTo>
                    <a:pt x="86914" y="312806"/>
                  </a:lnTo>
                  <a:lnTo>
                    <a:pt x="84532" y="308970"/>
                  </a:lnTo>
                  <a:lnTo>
                    <a:pt x="83414" y="307166"/>
                  </a:lnTo>
                  <a:lnTo>
                    <a:pt x="80707" y="307091"/>
                  </a:lnTo>
                  <a:lnTo>
                    <a:pt x="80106" y="310735"/>
                  </a:lnTo>
                  <a:lnTo>
                    <a:pt x="75259" y="314331"/>
                  </a:lnTo>
                  <a:lnTo>
                    <a:pt x="68167" y="318276"/>
                  </a:lnTo>
                  <a:lnTo>
                    <a:pt x="64126" y="318242"/>
                  </a:lnTo>
                  <a:lnTo>
                    <a:pt x="61599" y="322884"/>
                  </a:lnTo>
                  <a:lnTo>
                    <a:pt x="56425" y="320873"/>
                  </a:lnTo>
                  <a:lnTo>
                    <a:pt x="51931" y="315489"/>
                  </a:lnTo>
                  <a:lnTo>
                    <a:pt x="49198" y="313632"/>
                  </a:lnTo>
                  <a:lnTo>
                    <a:pt x="48564" y="311189"/>
                  </a:lnTo>
                  <a:lnTo>
                    <a:pt x="48043" y="309176"/>
                  </a:lnTo>
                  <a:lnTo>
                    <a:pt x="48874" y="305424"/>
                  </a:lnTo>
                  <a:lnTo>
                    <a:pt x="51326" y="304230"/>
                  </a:lnTo>
                  <a:lnTo>
                    <a:pt x="51849" y="299588"/>
                  </a:lnTo>
                  <a:lnTo>
                    <a:pt x="49318" y="293975"/>
                  </a:lnTo>
                  <a:lnTo>
                    <a:pt x="52910" y="289634"/>
                  </a:lnTo>
                  <a:lnTo>
                    <a:pt x="58831" y="288986"/>
                  </a:lnTo>
                  <a:lnTo>
                    <a:pt x="61323" y="287035"/>
                  </a:lnTo>
                  <a:lnTo>
                    <a:pt x="60294" y="284251"/>
                  </a:lnTo>
                  <a:lnTo>
                    <a:pt x="61728" y="280054"/>
                  </a:lnTo>
                  <a:lnTo>
                    <a:pt x="59835" y="277306"/>
                  </a:lnTo>
                  <a:lnTo>
                    <a:pt x="58173" y="273270"/>
                  </a:lnTo>
                  <a:lnTo>
                    <a:pt x="60425" y="267728"/>
                  </a:lnTo>
                  <a:lnTo>
                    <a:pt x="57236" y="264632"/>
                  </a:lnTo>
                  <a:lnTo>
                    <a:pt x="58299" y="261042"/>
                  </a:lnTo>
                  <a:lnTo>
                    <a:pt x="62474" y="261252"/>
                  </a:lnTo>
                  <a:lnTo>
                    <a:pt x="63240" y="255759"/>
                  </a:lnTo>
                  <a:lnTo>
                    <a:pt x="64322" y="252686"/>
                  </a:lnTo>
                  <a:lnTo>
                    <a:pt x="65474" y="249603"/>
                  </a:lnTo>
                  <a:lnTo>
                    <a:pt x="67226" y="243116"/>
                  </a:lnTo>
                  <a:lnTo>
                    <a:pt x="69841" y="241391"/>
                  </a:lnTo>
                  <a:lnTo>
                    <a:pt x="70134" y="233699"/>
                  </a:lnTo>
                  <a:lnTo>
                    <a:pt x="73309" y="233434"/>
                  </a:lnTo>
                  <a:lnTo>
                    <a:pt x="75601" y="227641"/>
                  </a:lnTo>
                  <a:lnTo>
                    <a:pt x="77317" y="221786"/>
                  </a:lnTo>
                  <a:lnTo>
                    <a:pt x="76562" y="220909"/>
                  </a:lnTo>
                  <a:lnTo>
                    <a:pt x="75312" y="219453"/>
                  </a:lnTo>
                  <a:lnTo>
                    <a:pt x="69562" y="220170"/>
                  </a:lnTo>
                  <a:lnTo>
                    <a:pt x="63958" y="219568"/>
                  </a:lnTo>
                  <a:lnTo>
                    <a:pt x="61515" y="218398"/>
                  </a:lnTo>
                  <a:lnTo>
                    <a:pt x="59821" y="217586"/>
                  </a:lnTo>
                  <a:lnTo>
                    <a:pt x="60395" y="212809"/>
                  </a:lnTo>
                  <a:lnTo>
                    <a:pt x="57760" y="210630"/>
                  </a:lnTo>
                  <a:lnTo>
                    <a:pt x="56595" y="209665"/>
                  </a:lnTo>
                  <a:lnTo>
                    <a:pt x="52577" y="209040"/>
                  </a:lnTo>
                  <a:lnTo>
                    <a:pt x="51886" y="205350"/>
                  </a:lnTo>
                  <a:lnTo>
                    <a:pt x="47126" y="201504"/>
                  </a:lnTo>
                  <a:lnTo>
                    <a:pt x="44382" y="195970"/>
                  </a:lnTo>
                  <a:lnTo>
                    <a:pt x="46068" y="192163"/>
                  </a:lnTo>
                  <a:lnTo>
                    <a:pt x="44392" y="190175"/>
                  </a:lnTo>
                  <a:lnTo>
                    <a:pt x="40934" y="186066"/>
                  </a:lnTo>
                  <a:lnTo>
                    <a:pt x="39465" y="181272"/>
                  </a:lnTo>
                  <a:lnTo>
                    <a:pt x="37225" y="177345"/>
                  </a:lnTo>
                  <a:lnTo>
                    <a:pt x="34408" y="170567"/>
                  </a:lnTo>
                  <a:lnTo>
                    <a:pt x="31290" y="166060"/>
                  </a:lnTo>
                  <a:lnTo>
                    <a:pt x="29776" y="162626"/>
                  </a:lnTo>
                  <a:lnTo>
                    <a:pt x="28538" y="158269"/>
                  </a:lnTo>
                  <a:lnTo>
                    <a:pt x="26094" y="156960"/>
                  </a:lnTo>
                  <a:lnTo>
                    <a:pt x="20689" y="154142"/>
                  </a:lnTo>
                  <a:lnTo>
                    <a:pt x="17660" y="150929"/>
                  </a:lnTo>
                  <a:lnTo>
                    <a:pt x="15874" y="145845"/>
                  </a:lnTo>
                  <a:lnTo>
                    <a:pt x="9150" y="139962"/>
                  </a:lnTo>
                  <a:lnTo>
                    <a:pt x="10840" y="136769"/>
                  </a:lnTo>
                  <a:lnTo>
                    <a:pt x="14624" y="135330"/>
                  </a:lnTo>
                  <a:lnTo>
                    <a:pt x="10766" y="130001"/>
                  </a:lnTo>
                  <a:lnTo>
                    <a:pt x="11287" y="126201"/>
                  </a:lnTo>
                  <a:lnTo>
                    <a:pt x="13657" y="122457"/>
                  </a:lnTo>
                  <a:lnTo>
                    <a:pt x="11791" y="119281"/>
                  </a:lnTo>
                  <a:lnTo>
                    <a:pt x="13242" y="115821"/>
                  </a:lnTo>
                  <a:lnTo>
                    <a:pt x="7971" y="109006"/>
                  </a:lnTo>
                  <a:lnTo>
                    <a:pt x="8344" y="104245"/>
                  </a:lnTo>
                  <a:lnTo>
                    <a:pt x="5668" y="101187"/>
                  </a:lnTo>
                  <a:lnTo>
                    <a:pt x="3273" y="95767"/>
                  </a:lnTo>
                  <a:lnTo>
                    <a:pt x="573" y="88478"/>
                  </a:lnTo>
                  <a:lnTo>
                    <a:pt x="329" y="87417"/>
                  </a:lnTo>
                  <a:lnTo>
                    <a:pt x="0" y="85980"/>
                  </a:lnTo>
                  <a:lnTo>
                    <a:pt x="2253" y="75242"/>
                  </a:lnTo>
                  <a:lnTo>
                    <a:pt x="3889" y="67406"/>
                  </a:lnTo>
                  <a:lnTo>
                    <a:pt x="5571" y="59355"/>
                  </a:lnTo>
                  <a:lnTo>
                    <a:pt x="8644" y="44629"/>
                  </a:lnTo>
                  <a:lnTo>
                    <a:pt x="9018" y="428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99945" y="3736313"/>
              <a:ext cx="604492" cy="281223"/>
            </a:xfrm>
            <a:custGeom>
              <a:avLst/>
              <a:pathLst>
                <a:path w="604492" h="281223">
                  <a:moveTo>
                    <a:pt x="68" y="255703"/>
                  </a:moveTo>
                  <a:lnTo>
                    <a:pt x="0" y="253864"/>
                  </a:lnTo>
                  <a:lnTo>
                    <a:pt x="3543" y="249412"/>
                  </a:lnTo>
                  <a:lnTo>
                    <a:pt x="7129" y="251255"/>
                  </a:lnTo>
                  <a:lnTo>
                    <a:pt x="12704" y="249593"/>
                  </a:lnTo>
                  <a:lnTo>
                    <a:pt x="16827" y="244819"/>
                  </a:lnTo>
                  <a:lnTo>
                    <a:pt x="17163" y="244429"/>
                  </a:lnTo>
                  <a:lnTo>
                    <a:pt x="15358" y="240097"/>
                  </a:lnTo>
                  <a:lnTo>
                    <a:pt x="17141" y="237679"/>
                  </a:lnTo>
                  <a:lnTo>
                    <a:pt x="15613" y="234791"/>
                  </a:lnTo>
                  <a:lnTo>
                    <a:pt x="18331" y="230246"/>
                  </a:lnTo>
                  <a:lnTo>
                    <a:pt x="19246" y="229595"/>
                  </a:lnTo>
                  <a:lnTo>
                    <a:pt x="19611" y="229336"/>
                  </a:lnTo>
                  <a:lnTo>
                    <a:pt x="21949" y="227672"/>
                  </a:lnTo>
                  <a:lnTo>
                    <a:pt x="26024" y="222814"/>
                  </a:lnTo>
                  <a:lnTo>
                    <a:pt x="30723" y="218077"/>
                  </a:lnTo>
                  <a:lnTo>
                    <a:pt x="38218" y="216096"/>
                  </a:lnTo>
                  <a:lnTo>
                    <a:pt x="38889" y="215918"/>
                  </a:lnTo>
                  <a:lnTo>
                    <a:pt x="43460" y="215133"/>
                  </a:lnTo>
                  <a:lnTo>
                    <a:pt x="49753" y="214236"/>
                  </a:lnTo>
                  <a:lnTo>
                    <a:pt x="52328" y="210160"/>
                  </a:lnTo>
                  <a:lnTo>
                    <a:pt x="54346" y="209019"/>
                  </a:lnTo>
                  <a:lnTo>
                    <a:pt x="58742" y="203738"/>
                  </a:lnTo>
                  <a:lnTo>
                    <a:pt x="62268" y="203270"/>
                  </a:lnTo>
                  <a:lnTo>
                    <a:pt x="63806" y="198913"/>
                  </a:lnTo>
                  <a:lnTo>
                    <a:pt x="64251" y="197650"/>
                  </a:lnTo>
                  <a:lnTo>
                    <a:pt x="68067" y="196048"/>
                  </a:lnTo>
                  <a:lnTo>
                    <a:pt x="70016" y="192271"/>
                  </a:lnTo>
                  <a:lnTo>
                    <a:pt x="74276" y="190266"/>
                  </a:lnTo>
                  <a:lnTo>
                    <a:pt x="77464" y="188573"/>
                  </a:lnTo>
                  <a:lnTo>
                    <a:pt x="82406" y="188011"/>
                  </a:lnTo>
                  <a:lnTo>
                    <a:pt x="83015" y="186738"/>
                  </a:lnTo>
                  <a:lnTo>
                    <a:pt x="84527" y="183579"/>
                  </a:lnTo>
                  <a:lnTo>
                    <a:pt x="86376" y="178972"/>
                  </a:lnTo>
                  <a:lnTo>
                    <a:pt x="84777" y="174628"/>
                  </a:lnTo>
                  <a:lnTo>
                    <a:pt x="85831" y="173790"/>
                  </a:lnTo>
                  <a:lnTo>
                    <a:pt x="87895" y="172148"/>
                  </a:lnTo>
                  <a:lnTo>
                    <a:pt x="91359" y="173522"/>
                  </a:lnTo>
                  <a:lnTo>
                    <a:pt x="92882" y="170686"/>
                  </a:lnTo>
                  <a:lnTo>
                    <a:pt x="92783" y="167100"/>
                  </a:lnTo>
                  <a:lnTo>
                    <a:pt x="96115" y="164105"/>
                  </a:lnTo>
                  <a:lnTo>
                    <a:pt x="102068" y="158927"/>
                  </a:lnTo>
                  <a:lnTo>
                    <a:pt x="104041" y="160738"/>
                  </a:lnTo>
                  <a:lnTo>
                    <a:pt x="104928" y="161551"/>
                  </a:lnTo>
                  <a:lnTo>
                    <a:pt x="104716" y="166208"/>
                  </a:lnTo>
                  <a:lnTo>
                    <a:pt x="108715" y="167200"/>
                  </a:lnTo>
                  <a:lnTo>
                    <a:pt x="111694" y="164053"/>
                  </a:lnTo>
                  <a:lnTo>
                    <a:pt x="114286" y="161309"/>
                  </a:lnTo>
                  <a:lnTo>
                    <a:pt x="116466" y="154897"/>
                  </a:lnTo>
                  <a:lnTo>
                    <a:pt x="116807" y="153890"/>
                  </a:lnTo>
                  <a:lnTo>
                    <a:pt x="120588" y="150233"/>
                  </a:lnTo>
                  <a:lnTo>
                    <a:pt x="123669" y="147932"/>
                  </a:lnTo>
                  <a:lnTo>
                    <a:pt x="125969" y="147964"/>
                  </a:lnTo>
                  <a:lnTo>
                    <a:pt x="128654" y="145037"/>
                  </a:lnTo>
                  <a:lnTo>
                    <a:pt x="129186" y="144457"/>
                  </a:lnTo>
                  <a:lnTo>
                    <a:pt x="134415" y="145365"/>
                  </a:lnTo>
                  <a:lnTo>
                    <a:pt x="135896" y="147891"/>
                  </a:lnTo>
                  <a:lnTo>
                    <a:pt x="139109" y="147075"/>
                  </a:lnTo>
                  <a:lnTo>
                    <a:pt x="142329" y="144705"/>
                  </a:lnTo>
                  <a:lnTo>
                    <a:pt x="145273" y="134755"/>
                  </a:lnTo>
                  <a:lnTo>
                    <a:pt x="146413" y="131224"/>
                  </a:lnTo>
                  <a:lnTo>
                    <a:pt x="147117" y="129039"/>
                  </a:lnTo>
                  <a:lnTo>
                    <a:pt x="147572" y="127625"/>
                  </a:lnTo>
                  <a:lnTo>
                    <a:pt x="151929" y="122598"/>
                  </a:lnTo>
                  <a:lnTo>
                    <a:pt x="156439" y="122161"/>
                  </a:lnTo>
                  <a:lnTo>
                    <a:pt x="160800" y="121418"/>
                  </a:lnTo>
                  <a:lnTo>
                    <a:pt x="158580" y="117316"/>
                  </a:lnTo>
                  <a:lnTo>
                    <a:pt x="157558" y="115426"/>
                  </a:lnTo>
                  <a:lnTo>
                    <a:pt x="159276" y="110146"/>
                  </a:lnTo>
                  <a:lnTo>
                    <a:pt x="157756" y="104301"/>
                  </a:lnTo>
                  <a:lnTo>
                    <a:pt x="158391" y="99555"/>
                  </a:lnTo>
                  <a:lnTo>
                    <a:pt x="170665" y="97540"/>
                  </a:lnTo>
                  <a:lnTo>
                    <a:pt x="180731" y="95577"/>
                  </a:lnTo>
                  <a:lnTo>
                    <a:pt x="192843" y="93189"/>
                  </a:lnTo>
                  <a:lnTo>
                    <a:pt x="200759" y="91802"/>
                  </a:lnTo>
                  <a:lnTo>
                    <a:pt x="211769" y="89714"/>
                  </a:lnTo>
                  <a:lnTo>
                    <a:pt x="215951" y="88719"/>
                  </a:lnTo>
                  <a:lnTo>
                    <a:pt x="225161" y="86515"/>
                  </a:lnTo>
                  <a:lnTo>
                    <a:pt x="231541" y="85373"/>
                  </a:lnTo>
                  <a:lnTo>
                    <a:pt x="243373" y="83235"/>
                  </a:lnTo>
                  <a:lnTo>
                    <a:pt x="243975" y="83126"/>
                  </a:lnTo>
                  <a:lnTo>
                    <a:pt x="253364" y="81428"/>
                  </a:lnTo>
                  <a:lnTo>
                    <a:pt x="269820" y="77546"/>
                  </a:lnTo>
                  <a:lnTo>
                    <a:pt x="271601" y="77123"/>
                  </a:lnTo>
                  <a:lnTo>
                    <a:pt x="292829" y="71971"/>
                  </a:lnTo>
                  <a:lnTo>
                    <a:pt x="306488" y="68611"/>
                  </a:lnTo>
                  <a:lnTo>
                    <a:pt x="306691" y="68561"/>
                  </a:lnTo>
                  <a:lnTo>
                    <a:pt x="309441" y="67858"/>
                  </a:lnTo>
                  <a:lnTo>
                    <a:pt x="318037" y="65653"/>
                  </a:lnTo>
                  <a:lnTo>
                    <a:pt x="326475" y="63475"/>
                  </a:lnTo>
                  <a:lnTo>
                    <a:pt x="331896" y="62068"/>
                  </a:lnTo>
                  <a:lnTo>
                    <a:pt x="345172" y="58598"/>
                  </a:lnTo>
                  <a:lnTo>
                    <a:pt x="355035" y="56062"/>
                  </a:lnTo>
                  <a:lnTo>
                    <a:pt x="359239" y="54976"/>
                  </a:lnTo>
                  <a:lnTo>
                    <a:pt x="374395" y="51029"/>
                  </a:lnTo>
                  <a:lnTo>
                    <a:pt x="377944" y="50052"/>
                  </a:lnTo>
                  <a:lnTo>
                    <a:pt x="386940" y="47564"/>
                  </a:lnTo>
                  <a:lnTo>
                    <a:pt x="399782" y="43985"/>
                  </a:lnTo>
                  <a:lnTo>
                    <a:pt x="405619" y="42369"/>
                  </a:lnTo>
                  <a:lnTo>
                    <a:pt x="415473" y="39627"/>
                  </a:lnTo>
                  <a:lnTo>
                    <a:pt x="424395" y="37127"/>
                  </a:lnTo>
                  <a:lnTo>
                    <a:pt x="425565" y="36798"/>
                  </a:lnTo>
                  <a:lnTo>
                    <a:pt x="455874" y="28315"/>
                  </a:lnTo>
                  <a:lnTo>
                    <a:pt x="463176" y="26244"/>
                  </a:lnTo>
                  <a:lnTo>
                    <a:pt x="464913" y="25753"/>
                  </a:lnTo>
                  <a:lnTo>
                    <a:pt x="471138" y="23990"/>
                  </a:lnTo>
                  <a:lnTo>
                    <a:pt x="481601" y="21006"/>
                  </a:lnTo>
                  <a:lnTo>
                    <a:pt x="493389" y="17167"/>
                  </a:lnTo>
                  <a:lnTo>
                    <a:pt x="506551" y="13365"/>
                  </a:lnTo>
                  <a:lnTo>
                    <a:pt x="509933" y="12382"/>
                  </a:lnTo>
                  <a:lnTo>
                    <a:pt x="521869" y="8896"/>
                  </a:lnTo>
                  <a:lnTo>
                    <a:pt x="534635" y="5118"/>
                  </a:lnTo>
                  <a:lnTo>
                    <a:pt x="541024" y="3214"/>
                  </a:lnTo>
                  <a:lnTo>
                    <a:pt x="551688" y="0"/>
                  </a:lnTo>
                  <a:lnTo>
                    <a:pt x="556262" y="9259"/>
                  </a:lnTo>
                  <a:lnTo>
                    <a:pt x="562394" y="20682"/>
                  </a:lnTo>
                  <a:lnTo>
                    <a:pt x="565458" y="25108"/>
                  </a:lnTo>
                  <a:lnTo>
                    <a:pt x="571689" y="34098"/>
                  </a:lnTo>
                  <a:lnTo>
                    <a:pt x="577847" y="40797"/>
                  </a:lnTo>
                  <a:lnTo>
                    <a:pt x="587432" y="52320"/>
                  </a:lnTo>
                  <a:lnTo>
                    <a:pt x="593023" y="59274"/>
                  </a:lnTo>
                  <a:lnTo>
                    <a:pt x="595503" y="62245"/>
                  </a:lnTo>
                  <a:lnTo>
                    <a:pt x="601068" y="72667"/>
                  </a:lnTo>
                  <a:lnTo>
                    <a:pt x="603876" y="90635"/>
                  </a:lnTo>
                  <a:lnTo>
                    <a:pt x="604492" y="105672"/>
                  </a:lnTo>
                  <a:lnTo>
                    <a:pt x="597698" y="108239"/>
                  </a:lnTo>
                  <a:lnTo>
                    <a:pt x="590729" y="113516"/>
                  </a:lnTo>
                  <a:lnTo>
                    <a:pt x="590218" y="113902"/>
                  </a:lnTo>
                  <a:lnTo>
                    <a:pt x="581091" y="122451"/>
                  </a:lnTo>
                  <a:lnTo>
                    <a:pt x="575555" y="129386"/>
                  </a:lnTo>
                  <a:lnTo>
                    <a:pt x="568729" y="138179"/>
                  </a:lnTo>
                  <a:lnTo>
                    <a:pt x="564001" y="147107"/>
                  </a:lnTo>
                  <a:lnTo>
                    <a:pt x="559892" y="153172"/>
                  </a:lnTo>
                  <a:lnTo>
                    <a:pt x="556128" y="160462"/>
                  </a:lnTo>
                  <a:lnTo>
                    <a:pt x="553292" y="167694"/>
                  </a:lnTo>
                  <a:lnTo>
                    <a:pt x="550153" y="180100"/>
                  </a:lnTo>
                  <a:lnTo>
                    <a:pt x="548064" y="177080"/>
                  </a:lnTo>
                  <a:lnTo>
                    <a:pt x="542642" y="174599"/>
                  </a:lnTo>
                  <a:lnTo>
                    <a:pt x="534678" y="174683"/>
                  </a:lnTo>
                  <a:lnTo>
                    <a:pt x="522642" y="179382"/>
                  </a:lnTo>
                  <a:lnTo>
                    <a:pt x="509356" y="187214"/>
                  </a:lnTo>
                  <a:lnTo>
                    <a:pt x="507820" y="188116"/>
                  </a:lnTo>
                  <a:lnTo>
                    <a:pt x="501594" y="193997"/>
                  </a:lnTo>
                  <a:lnTo>
                    <a:pt x="497055" y="199990"/>
                  </a:lnTo>
                  <a:lnTo>
                    <a:pt x="488690" y="208152"/>
                  </a:lnTo>
                  <a:lnTo>
                    <a:pt x="485776" y="212045"/>
                  </a:lnTo>
                  <a:lnTo>
                    <a:pt x="479084" y="220958"/>
                  </a:lnTo>
                  <a:lnTo>
                    <a:pt x="475064" y="228354"/>
                  </a:lnTo>
                  <a:lnTo>
                    <a:pt x="472470" y="233112"/>
                  </a:lnTo>
                  <a:lnTo>
                    <a:pt x="469632" y="241420"/>
                  </a:lnTo>
                  <a:lnTo>
                    <a:pt x="468242" y="253085"/>
                  </a:lnTo>
                  <a:lnTo>
                    <a:pt x="467491" y="259323"/>
                  </a:lnTo>
                  <a:lnTo>
                    <a:pt x="467178" y="264050"/>
                  </a:lnTo>
                  <a:lnTo>
                    <a:pt x="466763" y="270259"/>
                  </a:lnTo>
                  <a:lnTo>
                    <a:pt x="463399" y="270675"/>
                  </a:lnTo>
                  <a:lnTo>
                    <a:pt x="461971" y="268375"/>
                  </a:lnTo>
                  <a:lnTo>
                    <a:pt x="453230" y="268548"/>
                  </a:lnTo>
                  <a:lnTo>
                    <a:pt x="443497" y="271118"/>
                  </a:lnTo>
                  <a:lnTo>
                    <a:pt x="436164" y="273998"/>
                  </a:lnTo>
                  <a:lnTo>
                    <a:pt x="426167" y="281223"/>
                  </a:lnTo>
                  <a:lnTo>
                    <a:pt x="419665" y="277091"/>
                  </a:lnTo>
                  <a:lnTo>
                    <a:pt x="416642" y="275206"/>
                  </a:lnTo>
                  <a:lnTo>
                    <a:pt x="402744" y="266511"/>
                  </a:lnTo>
                  <a:lnTo>
                    <a:pt x="380395" y="252511"/>
                  </a:lnTo>
                  <a:lnTo>
                    <a:pt x="377193" y="250452"/>
                  </a:lnTo>
                  <a:lnTo>
                    <a:pt x="355673" y="236548"/>
                  </a:lnTo>
                  <a:lnTo>
                    <a:pt x="347840" y="231720"/>
                  </a:lnTo>
                  <a:lnTo>
                    <a:pt x="346860" y="231115"/>
                  </a:lnTo>
                  <a:lnTo>
                    <a:pt x="328711" y="219868"/>
                  </a:lnTo>
                  <a:lnTo>
                    <a:pt x="327481" y="220153"/>
                  </a:lnTo>
                  <a:lnTo>
                    <a:pt x="311324" y="223868"/>
                  </a:lnTo>
                  <a:lnTo>
                    <a:pt x="311135" y="223911"/>
                  </a:lnTo>
                  <a:lnTo>
                    <a:pt x="300682" y="226289"/>
                  </a:lnTo>
                  <a:lnTo>
                    <a:pt x="283659" y="230039"/>
                  </a:lnTo>
                  <a:lnTo>
                    <a:pt x="266815" y="233696"/>
                  </a:lnTo>
                  <a:lnTo>
                    <a:pt x="250303" y="236997"/>
                  </a:lnTo>
                  <a:lnTo>
                    <a:pt x="249347" y="227164"/>
                  </a:lnTo>
                  <a:lnTo>
                    <a:pt x="244103" y="222485"/>
                  </a:lnTo>
                  <a:lnTo>
                    <a:pt x="238227" y="217232"/>
                  </a:lnTo>
                  <a:lnTo>
                    <a:pt x="235653" y="214927"/>
                  </a:lnTo>
                  <a:lnTo>
                    <a:pt x="229357" y="222014"/>
                  </a:lnTo>
                  <a:lnTo>
                    <a:pt x="227703" y="219837"/>
                  </a:lnTo>
                  <a:lnTo>
                    <a:pt x="228310" y="215264"/>
                  </a:lnTo>
                  <a:lnTo>
                    <a:pt x="227496" y="213276"/>
                  </a:lnTo>
                  <a:lnTo>
                    <a:pt x="227413" y="213073"/>
                  </a:lnTo>
                  <a:lnTo>
                    <a:pt x="207361" y="216485"/>
                  </a:lnTo>
                  <a:lnTo>
                    <a:pt x="204582" y="216953"/>
                  </a:lnTo>
                  <a:lnTo>
                    <a:pt x="195673" y="218442"/>
                  </a:lnTo>
                  <a:lnTo>
                    <a:pt x="176447" y="221846"/>
                  </a:lnTo>
                  <a:lnTo>
                    <a:pt x="168984" y="223150"/>
                  </a:lnTo>
                  <a:lnTo>
                    <a:pt x="162314" y="224306"/>
                  </a:lnTo>
                  <a:lnTo>
                    <a:pt x="157375" y="225158"/>
                  </a:lnTo>
                  <a:lnTo>
                    <a:pt x="152739" y="226037"/>
                  </a:lnTo>
                  <a:lnTo>
                    <a:pt x="145024" y="227492"/>
                  </a:lnTo>
                  <a:lnTo>
                    <a:pt x="139464" y="228534"/>
                  </a:lnTo>
                  <a:lnTo>
                    <a:pt x="138189" y="228703"/>
                  </a:lnTo>
                  <a:lnTo>
                    <a:pt x="135370" y="229075"/>
                  </a:lnTo>
                  <a:lnTo>
                    <a:pt x="131255" y="229616"/>
                  </a:lnTo>
                  <a:lnTo>
                    <a:pt x="128576" y="232426"/>
                  </a:lnTo>
                  <a:lnTo>
                    <a:pt x="123563" y="235438"/>
                  </a:lnTo>
                  <a:lnTo>
                    <a:pt x="120559" y="236889"/>
                  </a:lnTo>
                  <a:lnTo>
                    <a:pt x="113349" y="240363"/>
                  </a:lnTo>
                  <a:lnTo>
                    <a:pt x="109860" y="245149"/>
                  </a:lnTo>
                  <a:lnTo>
                    <a:pt x="108742" y="245141"/>
                  </a:lnTo>
                  <a:lnTo>
                    <a:pt x="107179" y="245129"/>
                  </a:lnTo>
                  <a:lnTo>
                    <a:pt x="99660" y="249332"/>
                  </a:lnTo>
                  <a:lnTo>
                    <a:pt x="92362" y="253429"/>
                  </a:lnTo>
                  <a:lnTo>
                    <a:pt x="85758" y="257124"/>
                  </a:lnTo>
                  <a:lnTo>
                    <a:pt x="70822" y="260577"/>
                  </a:lnTo>
                  <a:lnTo>
                    <a:pt x="59670" y="263255"/>
                  </a:lnTo>
                  <a:lnTo>
                    <a:pt x="55049" y="264358"/>
                  </a:lnTo>
                  <a:lnTo>
                    <a:pt x="50114" y="265532"/>
                  </a:lnTo>
                  <a:lnTo>
                    <a:pt x="27865" y="269801"/>
                  </a:lnTo>
                  <a:lnTo>
                    <a:pt x="23036" y="270719"/>
                  </a:lnTo>
                  <a:lnTo>
                    <a:pt x="14310" y="272366"/>
                  </a:lnTo>
                  <a:lnTo>
                    <a:pt x="775" y="2748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719816" y="2500507"/>
              <a:ext cx="454297" cy="273023"/>
            </a:xfrm>
            <a:custGeom>
              <a:avLst/>
              <a:pathLst>
                <a:path w="454297" h="273023">
                  <a:moveTo>
                    <a:pt x="13558" y="0"/>
                  </a:moveTo>
                  <a:lnTo>
                    <a:pt x="52109" y="1880"/>
                  </a:lnTo>
                  <a:lnTo>
                    <a:pt x="77118" y="2837"/>
                  </a:lnTo>
                  <a:lnTo>
                    <a:pt x="82189" y="3014"/>
                  </a:lnTo>
                  <a:lnTo>
                    <a:pt x="118489" y="4247"/>
                  </a:lnTo>
                  <a:lnTo>
                    <a:pt x="129712" y="4528"/>
                  </a:lnTo>
                  <a:lnTo>
                    <a:pt x="152401" y="5011"/>
                  </a:lnTo>
                  <a:lnTo>
                    <a:pt x="159791" y="5158"/>
                  </a:lnTo>
                  <a:lnTo>
                    <a:pt x="181069" y="5514"/>
                  </a:lnTo>
                  <a:lnTo>
                    <a:pt x="220850" y="5875"/>
                  </a:lnTo>
                  <a:lnTo>
                    <a:pt x="235133" y="5945"/>
                  </a:lnTo>
                  <a:lnTo>
                    <a:pt x="250549" y="5970"/>
                  </a:lnTo>
                  <a:lnTo>
                    <a:pt x="272799" y="5873"/>
                  </a:lnTo>
                  <a:lnTo>
                    <a:pt x="281383" y="5806"/>
                  </a:lnTo>
                  <a:lnTo>
                    <a:pt x="302957" y="5531"/>
                  </a:lnTo>
                  <a:lnTo>
                    <a:pt x="310456" y="5411"/>
                  </a:lnTo>
                  <a:lnTo>
                    <a:pt x="363142" y="4332"/>
                  </a:lnTo>
                  <a:lnTo>
                    <a:pt x="373130" y="4059"/>
                  </a:lnTo>
                  <a:lnTo>
                    <a:pt x="404461" y="3066"/>
                  </a:lnTo>
                  <a:lnTo>
                    <a:pt x="404701" y="7847"/>
                  </a:lnTo>
                  <a:lnTo>
                    <a:pt x="407273" y="14595"/>
                  </a:lnTo>
                  <a:lnTo>
                    <a:pt x="409577" y="22814"/>
                  </a:lnTo>
                  <a:lnTo>
                    <a:pt x="411572" y="27899"/>
                  </a:lnTo>
                  <a:lnTo>
                    <a:pt x="412946" y="31839"/>
                  </a:lnTo>
                  <a:lnTo>
                    <a:pt x="410743" y="39276"/>
                  </a:lnTo>
                  <a:lnTo>
                    <a:pt x="410593" y="42763"/>
                  </a:lnTo>
                  <a:lnTo>
                    <a:pt x="410581" y="43039"/>
                  </a:lnTo>
                  <a:lnTo>
                    <a:pt x="410549" y="43777"/>
                  </a:lnTo>
                  <a:lnTo>
                    <a:pt x="411453" y="52639"/>
                  </a:lnTo>
                  <a:lnTo>
                    <a:pt x="411803" y="60137"/>
                  </a:lnTo>
                  <a:lnTo>
                    <a:pt x="412569" y="67692"/>
                  </a:lnTo>
                  <a:lnTo>
                    <a:pt x="412056" y="73314"/>
                  </a:lnTo>
                  <a:lnTo>
                    <a:pt x="411892" y="75109"/>
                  </a:lnTo>
                  <a:lnTo>
                    <a:pt x="411854" y="75518"/>
                  </a:lnTo>
                  <a:lnTo>
                    <a:pt x="414500" y="82170"/>
                  </a:lnTo>
                  <a:lnTo>
                    <a:pt x="416850" y="87773"/>
                  </a:lnTo>
                  <a:lnTo>
                    <a:pt x="419006" y="95821"/>
                  </a:lnTo>
                  <a:lnTo>
                    <a:pt x="421702" y="103489"/>
                  </a:lnTo>
                  <a:lnTo>
                    <a:pt x="426019" y="112024"/>
                  </a:lnTo>
                  <a:lnTo>
                    <a:pt x="428327" y="118295"/>
                  </a:lnTo>
                  <a:lnTo>
                    <a:pt x="429061" y="120286"/>
                  </a:lnTo>
                  <a:lnTo>
                    <a:pt x="430995" y="126942"/>
                  </a:lnTo>
                  <a:lnTo>
                    <a:pt x="431139" y="133304"/>
                  </a:lnTo>
                  <a:lnTo>
                    <a:pt x="431255" y="138433"/>
                  </a:lnTo>
                  <a:lnTo>
                    <a:pt x="432848" y="152662"/>
                  </a:lnTo>
                  <a:lnTo>
                    <a:pt x="433234" y="156056"/>
                  </a:lnTo>
                  <a:lnTo>
                    <a:pt x="434101" y="163667"/>
                  </a:lnTo>
                  <a:lnTo>
                    <a:pt x="434790" y="169706"/>
                  </a:lnTo>
                  <a:lnTo>
                    <a:pt x="434182" y="175941"/>
                  </a:lnTo>
                  <a:lnTo>
                    <a:pt x="438669" y="184295"/>
                  </a:lnTo>
                  <a:lnTo>
                    <a:pt x="437667" y="196133"/>
                  </a:lnTo>
                  <a:lnTo>
                    <a:pt x="438084" y="203528"/>
                  </a:lnTo>
                  <a:lnTo>
                    <a:pt x="438110" y="208516"/>
                  </a:lnTo>
                  <a:lnTo>
                    <a:pt x="438371" y="209044"/>
                  </a:lnTo>
                  <a:lnTo>
                    <a:pt x="441077" y="214499"/>
                  </a:lnTo>
                  <a:lnTo>
                    <a:pt x="443670" y="225819"/>
                  </a:lnTo>
                  <a:lnTo>
                    <a:pt x="447670" y="232369"/>
                  </a:lnTo>
                  <a:lnTo>
                    <a:pt x="450601" y="235652"/>
                  </a:lnTo>
                  <a:lnTo>
                    <a:pt x="451296" y="244341"/>
                  </a:lnTo>
                  <a:lnTo>
                    <a:pt x="454294" y="256096"/>
                  </a:lnTo>
                  <a:lnTo>
                    <a:pt x="453425" y="261563"/>
                  </a:lnTo>
                  <a:lnTo>
                    <a:pt x="453350" y="262034"/>
                  </a:lnTo>
                  <a:lnTo>
                    <a:pt x="454297" y="269103"/>
                  </a:lnTo>
                  <a:lnTo>
                    <a:pt x="422830" y="270291"/>
                  </a:lnTo>
                  <a:lnTo>
                    <a:pt x="413955" y="270620"/>
                  </a:lnTo>
                  <a:lnTo>
                    <a:pt x="394873" y="271274"/>
                  </a:lnTo>
                  <a:lnTo>
                    <a:pt x="380637" y="271675"/>
                  </a:lnTo>
                  <a:lnTo>
                    <a:pt x="368385" y="271950"/>
                  </a:lnTo>
                  <a:lnTo>
                    <a:pt x="366604" y="271987"/>
                  </a:lnTo>
                  <a:lnTo>
                    <a:pt x="362813" y="272065"/>
                  </a:lnTo>
                  <a:lnTo>
                    <a:pt x="341919" y="272492"/>
                  </a:lnTo>
                  <a:lnTo>
                    <a:pt x="329109" y="272576"/>
                  </a:lnTo>
                  <a:lnTo>
                    <a:pt x="323095" y="272636"/>
                  </a:lnTo>
                  <a:lnTo>
                    <a:pt x="306002" y="272765"/>
                  </a:lnTo>
                  <a:lnTo>
                    <a:pt x="300710" y="272807"/>
                  </a:lnTo>
                  <a:lnTo>
                    <a:pt x="285397" y="272945"/>
                  </a:lnTo>
                  <a:lnTo>
                    <a:pt x="276571" y="273003"/>
                  </a:lnTo>
                  <a:lnTo>
                    <a:pt x="269226" y="272980"/>
                  </a:lnTo>
                  <a:lnTo>
                    <a:pt x="262731" y="273023"/>
                  </a:lnTo>
                  <a:lnTo>
                    <a:pt x="252876" y="272981"/>
                  </a:lnTo>
                  <a:lnTo>
                    <a:pt x="236366" y="272907"/>
                  </a:lnTo>
                  <a:lnTo>
                    <a:pt x="227738" y="272814"/>
                  </a:lnTo>
                  <a:lnTo>
                    <a:pt x="215271" y="272721"/>
                  </a:lnTo>
                  <a:lnTo>
                    <a:pt x="214506" y="272715"/>
                  </a:lnTo>
                  <a:lnTo>
                    <a:pt x="199311" y="272585"/>
                  </a:lnTo>
                  <a:lnTo>
                    <a:pt x="178373" y="272323"/>
                  </a:lnTo>
                  <a:lnTo>
                    <a:pt x="162676" y="272074"/>
                  </a:lnTo>
                  <a:lnTo>
                    <a:pt x="151016" y="271862"/>
                  </a:lnTo>
                  <a:lnTo>
                    <a:pt x="136603" y="271536"/>
                  </a:lnTo>
                  <a:lnTo>
                    <a:pt x="124090" y="271230"/>
                  </a:lnTo>
                  <a:lnTo>
                    <a:pt x="118815" y="271091"/>
                  </a:lnTo>
                  <a:lnTo>
                    <a:pt x="104203" y="270673"/>
                  </a:lnTo>
                  <a:lnTo>
                    <a:pt x="90683" y="270245"/>
                  </a:lnTo>
                  <a:lnTo>
                    <a:pt x="81339" y="269936"/>
                  </a:lnTo>
                  <a:lnTo>
                    <a:pt x="70694" y="269568"/>
                  </a:lnTo>
                  <a:lnTo>
                    <a:pt x="66942" y="269430"/>
                  </a:lnTo>
                  <a:lnTo>
                    <a:pt x="63715" y="269309"/>
                  </a:lnTo>
                  <a:lnTo>
                    <a:pt x="50173" y="268779"/>
                  </a:lnTo>
                  <a:lnTo>
                    <a:pt x="37039" y="268230"/>
                  </a:lnTo>
                  <a:lnTo>
                    <a:pt x="23332" y="267631"/>
                  </a:lnTo>
                  <a:lnTo>
                    <a:pt x="0" y="266510"/>
                  </a:lnTo>
                  <a:lnTo>
                    <a:pt x="1479" y="237295"/>
                  </a:lnTo>
                  <a:lnTo>
                    <a:pt x="1676" y="233414"/>
                  </a:lnTo>
                  <a:lnTo>
                    <a:pt x="2524" y="217250"/>
                  </a:lnTo>
                  <a:lnTo>
                    <a:pt x="2658" y="214539"/>
                  </a:lnTo>
                  <a:lnTo>
                    <a:pt x="3090" y="205755"/>
                  </a:lnTo>
                  <a:lnTo>
                    <a:pt x="3401" y="199439"/>
                  </a:lnTo>
                  <a:lnTo>
                    <a:pt x="4385" y="180241"/>
                  </a:lnTo>
                  <a:lnTo>
                    <a:pt x="5296" y="163356"/>
                  </a:lnTo>
                  <a:lnTo>
                    <a:pt x="6175" y="145667"/>
                  </a:lnTo>
                  <a:lnTo>
                    <a:pt x="6183" y="145508"/>
                  </a:lnTo>
                  <a:lnTo>
                    <a:pt x="6495" y="139829"/>
                  </a:lnTo>
                  <a:lnTo>
                    <a:pt x="7486" y="121844"/>
                  </a:lnTo>
                  <a:lnTo>
                    <a:pt x="8478" y="104397"/>
                  </a:lnTo>
                  <a:lnTo>
                    <a:pt x="9148" y="89714"/>
                  </a:lnTo>
                  <a:lnTo>
                    <a:pt x="9250" y="87569"/>
                  </a:lnTo>
                  <a:lnTo>
                    <a:pt x="10269" y="66164"/>
                  </a:lnTo>
                  <a:lnTo>
                    <a:pt x="10879" y="53260"/>
                  </a:lnTo>
                  <a:lnTo>
                    <a:pt x="11312" y="44113"/>
                  </a:lnTo>
                  <a:lnTo>
                    <a:pt x="11919" y="31920"/>
                  </a:lnTo>
                  <a:lnTo>
                    <a:pt x="12849" y="132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608200" y="4033473"/>
              <a:ext cx="354003" cy="327712"/>
            </a:xfrm>
            <a:custGeom>
              <a:avLst/>
              <a:pathLst>
                <a:path w="354003" h="327712">
                  <a:moveTo>
                    <a:pt x="0" y="28072"/>
                  </a:moveTo>
                  <a:lnTo>
                    <a:pt x="18027" y="26872"/>
                  </a:lnTo>
                  <a:lnTo>
                    <a:pt x="37979" y="25553"/>
                  </a:lnTo>
                  <a:lnTo>
                    <a:pt x="46256" y="24985"/>
                  </a:lnTo>
                  <a:lnTo>
                    <a:pt x="52748" y="24501"/>
                  </a:lnTo>
                  <a:lnTo>
                    <a:pt x="64432" y="23612"/>
                  </a:lnTo>
                  <a:lnTo>
                    <a:pt x="72566" y="23016"/>
                  </a:lnTo>
                  <a:lnTo>
                    <a:pt x="83602" y="22189"/>
                  </a:lnTo>
                  <a:lnTo>
                    <a:pt x="91437" y="21594"/>
                  </a:lnTo>
                  <a:lnTo>
                    <a:pt x="92998" y="21474"/>
                  </a:lnTo>
                  <a:lnTo>
                    <a:pt x="104720" y="20560"/>
                  </a:lnTo>
                  <a:lnTo>
                    <a:pt x="123787" y="18951"/>
                  </a:lnTo>
                  <a:lnTo>
                    <a:pt x="124848" y="18859"/>
                  </a:lnTo>
                  <a:lnTo>
                    <a:pt x="129512" y="18455"/>
                  </a:lnTo>
                  <a:lnTo>
                    <a:pt x="144096" y="17165"/>
                  </a:lnTo>
                  <a:lnTo>
                    <a:pt x="146556" y="16952"/>
                  </a:lnTo>
                  <a:lnTo>
                    <a:pt x="159091" y="15854"/>
                  </a:lnTo>
                  <a:lnTo>
                    <a:pt x="173096" y="14528"/>
                  </a:lnTo>
                  <a:lnTo>
                    <a:pt x="175191" y="14326"/>
                  </a:lnTo>
                  <a:lnTo>
                    <a:pt x="184614" y="13411"/>
                  </a:lnTo>
                  <a:lnTo>
                    <a:pt x="206552" y="11197"/>
                  </a:lnTo>
                  <a:lnTo>
                    <a:pt x="208633" y="10983"/>
                  </a:lnTo>
                  <a:lnTo>
                    <a:pt x="222123" y="9778"/>
                  </a:lnTo>
                  <a:lnTo>
                    <a:pt x="225146" y="9503"/>
                  </a:lnTo>
                  <a:lnTo>
                    <a:pt x="225283" y="9491"/>
                  </a:lnTo>
                  <a:lnTo>
                    <a:pt x="244749" y="7399"/>
                  </a:lnTo>
                  <a:lnTo>
                    <a:pt x="252338" y="6565"/>
                  </a:lnTo>
                  <a:lnTo>
                    <a:pt x="268690" y="4751"/>
                  </a:lnTo>
                  <a:lnTo>
                    <a:pt x="269972" y="4606"/>
                  </a:lnTo>
                  <a:lnTo>
                    <a:pt x="283215" y="3136"/>
                  </a:lnTo>
                  <a:lnTo>
                    <a:pt x="288917" y="2493"/>
                  </a:lnTo>
                  <a:lnTo>
                    <a:pt x="308065" y="497"/>
                  </a:lnTo>
                  <a:lnTo>
                    <a:pt x="312741" y="0"/>
                  </a:lnTo>
                  <a:lnTo>
                    <a:pt x="313945" y="2974"/>
                  </a:lnTo>
                  <a:lnTo>
                    <a:pt x="315091" y="6775"/>
                  </a:lnTo>
                  <a:lnTo>
                    <a:pt x="319900" y="8735"/>
                  </a:lnTo>
                  <a:lnTo>
                    <a:pt x="320360" y="11260"/>
                  </a:lnTo>
                  <a:lnTo>
                    <a:pt x="320838" y="15937"/>
                  </a:lnTo>
                  <a:lnTo>
                    <a:pt x="317624" y="19608"/>
                  </a:lnTo>
                  <a:lnTo>
                    <a:pt x="315234" y="24416"/>
                  </a:lnTo>
                  <a:lnTo>
                    <a:pt x="313049" y="25997"/>
                  </a:lnTo>
                  <a:lnTo>
                    <a:pt x="310985" y="27489"/>
                  </a:lnTo>
                  <a:lnTo>
                    <a:pt x="310342" y="31541"/>
                  </a:lnTo>
                  <a:lnTo>
                    <a:pt x="306453" y="34323"/>
                  </a:lnTo>
                  <a:lnTo>
                    <a:pt x="303907" y="40399"/>
                  </a:lnTo>
                  <a:lnTo>
                    <a:pt x="302311" y="45087"/>
                  </a:lnTo>
                  <a:lnTo>
                    <a:pt x="307905" y="44379"/>
                  </a:lnTo>
                  <a:lnTo>
                    <a:pt x="320912" y="42713"/>
                  </a:lnTo>
                  <a:lnTo>
                    <a:pt x="331057" y="41428"/>
                  </a:lnTo>
                  <a:lnTo>
                    <a:pt x="335143" y="40905"/>
                  </a:lnTo>
                  <a:lnTo>
                    <a:pt x="346939" y="39360"/>
                  </a:lnTo>
                  <a:lnTo>
                    <a:pt x="350699" y="43547"/>
                  </a:lnTo>
                  <a:lnTo>
                    <a:pt x="353391" y="45522"/>
                  </a:lnTo>
                  <a:lnTo>
                    <a:pt x="353777" y="46946"/>
                  </a:lnTo>
                  <a:lnTo>
                    <a:pt x="354003" y="47779"/>
                  </a:lnTo>
                  <a:lnTo>
                    <a:pt x="348908" y="50271"/>
                  </a:lnTo>
                  <a:lnTo>
                    <a:pt x="348677" y="52592"/>
                  </a:lnTo>
                  <a:lnTo>
                    <a:pt x="349477" y="55855"/>
                  </a:lnTo>
                  <a:lnTo>
                    <a:pt x="344549" y="58807"/>
                  </a:lnTo>
                  <a:lnTo>
                    <a:pt x="340176" y="62418"/>
                  </a:lnTo>
                  <a:lnTo>
                    <a:pt x="336468" y="62222"/>
                  </a:lnTo>
                  <a:lnTo>
                    <a:pt x="334133" y="67723"/>
                  </a:lnTo>
                  <a:lnTo>
                    <a:pt x="338626" y="71099"/>
                  </a:lnTo>
                  <a:lnTo>
                    <a:pt x="340437" y="73011"/>
                  </a:lnTo>
                  <a:lnTo>
                    <a:pt x="336664" y="75115"/>
                  </a:lnTo>
                  <a:lnTo>
                    <a:pt x="336248" y="79342"/>
                  </a:lnTo>
                  <a:lnTo>
                    <a:pt x="335452" y="81072"/>
                  </a:lnTo>
                  <a:lnTo>
                    <a:pt x="329777" y="80991"/>
                  </a:lnTo>
                  <a:lnTo>
                    <a:pt x="329702" y="85724"/>
                  </a:lnTo>
                  <a:lnTo>
                    <a:pt x="331748" y="88919"/>
                  </a:lnTo>
                  <a:lnTo>
                    <a:pt x="330495" y="92751"/>
                  </a:lnTo>
                  <a:lnTo>
                    <a:pt x="328634" y="92281"/>
                  </a:lnTo>
                  <a:lnTo>
                    <a:pt x="325784" y="93771"/>
                  </a:lnTo>
                  <a:lnTo>
                    <a:pt x="327963" y="97630"/>
                  </a:lnTo>
                  <a:lnTo>
                    <a:pt x="326099" y="103006"/>
                  </a:lnTo>
                  <a:lnTo>
                    <a:pt x="323201" y="105975"/>
                  </a:lnTo>
                  <a:lnTo>
                    <a:pt x="328302" y="107536"/>
                  </a:lnTo>
                  <a:lnTo>
                    <a:pt x="329065" y="111545"/>
                  </a:lnTo>
                  <a:lnTo>
                    <a:pt x="328963" y="114963"/>
                  </a:lnTo>
                  <a:lnTo>
                    <a:pt x="330043" y="118890"/>
                  </a:lnTo>
                  <a:lnTo>
                    <a:pt x="325007" y="118557"/>
                  </a:lnTo>
                  <a:lnTo>
                    <a:pt x="323833" y="121979"/>
                  </a:lnTo>
                  <a:lnTo>
                    <a:pt x="323084" y="125635"/>
                  </a:lnTo>
                  <a:lnTo>
                    <a:pt x="318327" y="127104"/>
                  </a:lnTo>
                  <a:lnTo>
                    <a:pt x="315910" y="128392"/>
                  </a:lnTo>
                  <a:lnTo>
                    <a:pt x="315596" y="131332"/>
                  </a:lnTo>
                  <a:lnTo>
                    <a:pt x="320743" y="135835"/>
                  </a:lnTo>
                  <a:lnTo>
                    <a:pt x="320617" y="138505"/>
                  </a:lnTo>
                  <a:lnTo>
                    <a:pt x="316552" y="142000"/>
                  </a:lnTo>
                  <a:lnTo>
                    <a:pt x="316417" y="142116"/>
                  </a:lnTo>
                  <a:lnTo>
                    <a:pt x="310450" y="145991"/>
                  </a:lnTo>
                  <a:lnTo>
                    <a:pt x="309996" y="146046"/>
                  </a:lnTo>
                  <a:lnTo>
                    <a:pt x="306013" y="146529"/>
                  </a:lnTo>
                  <a:lnTo>
                    <a:pt x="305726" y="150603"/>
                  </a:lnTo>
                  <a:lnTo>
                    <a:pt x="303656" y="152965"/>
                  </a:lnTo>
                  <a:lnTo>
                    <a:pt x="301304" y="158709"/>
                  </a:lnTo>
                  <a:lnTo>
                    <a:pt x="301349" y="162091"/>
                  </a:lnTo>
                  <a:lnTo>
                    <a:pt x="299859" y="165045"/>
                  </a:lnTo>
                  <a:lnTo>
                    <a:pt x="299112" y="166524"/>
                  </a:lnTo>
                  <a:lnTo>
                    <a:pt x="302250" y="170349"/>
                  </a:lnTo>
                  <a:lnTo>
                    <a:pt x="301182" y="174304"/>
                  </a:lnTo>
                  <a:lnTo>
                    <a:pt x="300730" y="180097"/>
                  </a:lnTo>
                  <a:lnTo>
                    <a:pt x="301712" y="183816"/>
                  </a:lnTo>
                  <a:lnTo>
                    <a:pt x="297237" y="187056"/>
                  </a:lnTo>
                  <a:lnTo>
                    <a:pt x="296286" y="191377"/>
                  </a:lnTo>
                  <a:lnTo>
                    <a:pt x="291100" y="189456"/>
                  </a:lnTo>
                  <a:lnTo>
                    <a:pt x="288691" y="191594"/>
                  </a:lnTo>
                  <a:lnTo>
                    <a:pt x="290046" y="196138"/>
                  </a:lnTo>
                  <a:lnTo>
                    <a:pt x="285801" y="197462"/>
                  </a:lnTo>
                  <a:lnTo>
                    <a:pt x="284212" y="201430"/>
                  </a:lnTo>
                  <a:lnTo>
                    <a:pt x="280380" y="202872"/>
                  </a:lnTo>
                  <a:lnTo>
                    <a:pt x="281570" y="206249"/>
                  </a:lnTo>
                  <a:lnTo>
                    <a:pt x="280924" y="208369"/>
                  </a:lnTo>
                  <a:lnTo>
                    <a:pt x="277876" y="209765"/>
                  </a:lnTo>
                  <a:lnTo>
                    <a:pt x="277681" y="212298"/>
                  </a:lnTo>
                  <a:lnTo>
                    <a:pt x="277656" y="212620"/>
                  </a:lnTo>
                  <a:lnTo>
                    <a:pt x="277608" y="213242"/>
                  </a:lnTo>
                  <a:lnTo>
                    <a:pt x="280992" y="214167"/>
                  </a:lnTo>
                  <a:lnTo>
                    <a:pt x="283100" y="215922"/>
                  </a:lnTo>
                  <a:lnTo>
                    <a:pt x="282188" y="219977"/>
                  </a:lnTo>
                  <a:lnTo>
                    <a:pt x="278632" y="221130"/>
                  </a:lnTo>
                  <a:lnTo>
                    <a:pt x="276088" y="222973"/>
                  </a:lnTo>
                  <a:lnTo>
                    <a:pt x="274469" y="225168"/>
                  </a:lnTo>
                  <a:lnTo>
                    <a:pt x="271267" y="224801"/>
                  </a:lnTo>
                  <a:lnTo>
                    <a:pt x="268546" y="227167"/>
                  </a:lnTo>
                  <a:lnTo>
                    <a:pt x="272503" y="228288"/>
                  </a:lnTo>
                  <a:lnTo>
                    <a:pt x="273490" y="231316"/>
                  </a:lnTo>
                  <a:lnTo>
                    <a:pt x="271217" y="234224"/>
                  </a:lnTo>
                  <a:lnTo>
                    <a:pt x="272264" y="238781"/>
                  </a:lnTo>
                  <a:lnTo>
                    <a:pt x="274416" y="240149"/>
                  </a:lnTo>
                  <a:lnTo>
                    <a:pt x="274646" y="243829"/>
                  </a:lnTo>
                  <a:lnTo>
                    <a:pt x="270286" y="243172"/>
                  </a:lnTo>
                  <a:lnTo>
                    <a:pt x="268417" y="243529"/>
                  </a:lnTo>
                  <a:lnTo>
                    <a:pt x="266335" y="246148"/>
                  </a:lnTo>
                  <a:lnTo>
                    <a:pt x="271525" y="248468"/>
                  </a:lnTo>
                  <a:lnTo>
                    <a:pt x="270106" y="253331"/>
                  </a:lnTo>
                  <a:lnTo>
                    <a:pt x="264569" y="254736"/>
                  </a:lnTo>
                  <a:lnTo>
                    <a:pt x="268336" y="257860"/>
                  </a:lnTo>
                  <a:lnTo>
                    <a:pt x="264399" y="261306"/>
                  </a:lnTo>
                  <a:lnTo>
                    <a:pt x="263374" y="264090"/>
                  </a:lnTo>
                  <a:lnTo>
                    <a:pt x="262832" y="265565"/>
                  </a:lnTo>
                  <a:lnTo>
                    <a:pt x="265035" y="268522"/>
                  </a:lnTo>
                  <a:lnTo>
                    <a:pt x="266560" y="271046"/>
                  </a:lnTo>
                  <a:lnTo>
                    <a:pt x="268599" y="273910"/>
                  </a:lnTo>
                  <a:lnTo>
                    <a:pt x="271341" y="276603"/>
                  </a:lnTo>
                  <a:lnTo>
                    <a:pt x="269624" y="280644"/>
                  </a:lnTo>
                  <a:lnTo>
                    <a:pt x="271393" y="286472"/>
                  </a:lnTo>
                  <a:lnTo>
                    <a:pt x="274319" y="286743"/>
                  </a:lnTo>
                  <a:lnTo>
                    <a:pt x="275920" y="290137"/>
                  </a:lnTo>
                  <a:lnTo>
                    <a:pt x="275198" y="294769"/>
                  </a:lnTo>
                  <a:lnTo>
                    <a:pt x="274138" y="299189"/>
                  </a:lnTo>
                  <a:lnTo>
                    <a:pt x="270552" y="299258"/>
                  </a:lnTo>
                  <a:lnTo>
                    <a:pt x="268812" y="302651"/>
                  </a:lnTo>
                  <a:lnTo>
                    <a:pt x="273583" y="305988"/>
                  </a:lnTo>
                  <a:lnTo>
                    <a:pt x="271059" y="310037"/>
                  </a:lnTo>
                  <a:lnTo>
                    <a:pt x="270643" y="310704"/>
                  </a:lnTo>
                  <a:lnTo>
                    <a:pt x="263430" y="311394"/>
                  </a:lnTo>
                  <a:lnTo>
                    <a:pt x="250878" y="312575"/>
                  </a:lnTo>
                  <a:lnTo>
                    <a:pt x="249087" y="312742"/>
                  </a:lnTo>
                  <a:lnTo>
                    <a:pt x="246977" y="312937"/>
                  </a:lnTo>
                  <a:lnTo>
                    <a:pt x="218701" y="315567"/>
                  </a:lnTo>
                  <a:lnTo>
                    <a:pt x="204492" y="316841"/>
                  </a:lnTo>
                  <a:lnTo>
                    <a:pt x="193217" y="317830"/>
                  </a:lnTo>
                  <a:lnTo>
                    <a:pt x="172779" y="319394"/>
                  </a:lnTo>
                  <a:lnTo>
                    <a:pt x="156388" y="320626"/>
                  </a:lnTo>
                  <a:lnTo>
                    <a:pt x="138300" y="321896"/>
                  </a:lnTo>
                  <a:lnTo>
                    <a:pt x="137006" y="321997"/>
                  </a:lnTo>
                  <a:lnTo>
                    <a:pt x="121698" y="323177"/>
                  </a:lnTo>
                  <a:lnTo>
                    <a:pt x="118672" y="323413"/>
                  </a:lnTo>
                  <a:lnTo>
                    <a:pt x="108509" y="324192"/>
                  </a:lnTo>
                  <a:lnTo>
                    <a:pt x="100184" y="324798"/>
                  </a:lnTo>
                  <a:lnTo>
                    <a:pt x="97950" y="324959"/>
                  </a:lnTo>
                  <a:lnTo>
                    <a:pt x="83099" y="326008"/>
                  </a:lnTo>
                  <a:lnTo>
                    <a:pt x="76944" y="326463"/>
                  </a:lnTo>
                  <a:lnTo>
                    <a:pt x="76395" y="326504"/>
                  </a:lnTo>
                  <a:lnTo>
                    <a:pt x="59629" y="327712"/>
                  </a:lnTo>
                  <a:lnTo>
                    <a:pt x="58888" y="315470"/>
                  </a:lnTo>
                  <a:lnTo>
                    <a:pt x="58272" y="305843"/>
                  </a:lnTo>
                  <a:lnTo>
                    <a:pt x="57943" y="300701"/>
                  </a:lnTo>
                  <a:lnTo>
                    <a:pt x="57379" y="291559"/>
                  </a:lnTo>
                  <a:lnTo>
                    <a:pt x="56721" y="281527"/>
                  </a:lnTo>
                  <a:lnTo>
                    <a:pt x="54475" y="279869"/>
                  </a:lnTo>
                  <a:lnTo>
                    <a:pt x="49315" y="279748"/>
                  </a:lnTo>
                  <a:lnTo>
                    <a:pt x="46294" y="278692"/>
                  </a:lnTo>
                  <a:lnTo>
                    <a:pt x="44204" y="280717"/>
                  </a:lnTo>
                  <a:lnTo>
                    <a:pt x="42330" y="280312"/>
                  </a:lnTo>
                  <a:lnTo>
                    <a:pt x="37661" y="281693"/>
                  </a:lnTo>
                  <a:lnTo>
                    <a:pt x="35118" y="281637"/>
                  </a:lnTo>
                  <a:lnTo>
                    <a:pt x="34024" y="282636"/>
                  </a:lnTo>
                  <a:lnTo>
                    <a:pt x="31505" y="282013"/>
                  </a:lnTo>
                  <a:lnTo>
                    <a:pt x="29184" y="281146"/>
                  </a:lnTo>
                  <a:lnTo>
                    <a:pt x="24004" y="276197"/>
                  </a:lnTo>
                  <a:lnTo>
                    <a:pt x="23536" y="263054"/>
                  </a:lnTo>
                  <a:lnTo>
                    <a:pt x="23102" y="249848"/>
                  </a:lnTo>
                  <a:lnTo>
                    <a:pt x="22874" y="242991"/>
                  </a:lnTo>
                  <a:lnTo>
                    <a:pt x="22352" y="228157"/>
                  </a:lnTo>
                  <a:lnTo>
                    <a:pt x="21830" y="213421"/>
                  </a:lnTo>
                  <a:lnTo>
                    <a:pt x="21380" y="200550"/>
                  </a:lnTo>
                  <a:lnTo>
                    <a:pt x="20991" y="189456"/>
                  </a:lnTo>
                  <a:lnTo>
                    <a:pt x="20730" y="181273"/>
                  </a:lnTo>
                  <a:lnTo>
                    <a:pt x="20280" y="167203"/>
                  </a:lnTo>
                  <a:lnTo>
                    <a:pt x="20166" y="163413"/>
                  </a:lnTo>
                  <a:lnTo>
                    <a:pt x="19341" y="136186"/>
                  </a:lnTo>
                  <a:lnTo>
                    <a:pt x="19264" y="133644"/>
                  </a:lnTo>
                  <a:lnTo>
                    <a:pt x="19046" y="125480"/>
                  </a:lnTo>
                  <a:lnTo>
                    <a:pt x="18770" y="123937"/>
                  </a:lnTo>
                  <a:lnTo>
                    <a:pt x="18691" y="123493"/>
                  </a:lnTo>
                  <a:lnTo>
                    <a:pt x="17087" y="114512"/>
                  </a:lnTo>
                  <a:lnTo>
                    <a:pt x="14682" y="102290"/>
                  </a:lnTo>
                  <a:lnTo>
                    <a:pt x="12639" y="91886"/>
                  </a:lnTo>
                  <a:lnTo>
                    <a:pt x="12486" y="91106"/>
                  </a:lnTo>
                  <a:lnTo>
                    <a:pt x="8689" y="72184"/>
                  </a:lnTo>
                  <a:lnTo>
                    <a:pt x="6698" y="62336"/>
                  </a:lnTo>
                  <a:lnTo>
                    <a:pt x="5656" y="57177"/>
                  </a:lnTo>
                  <a:lnTo>
                    <a:pt x="3257" y="452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744504" y="3251420"/>
              <a:ext cx="581291" cy="268279"/>
            </a:xfrm>
            <a:custGeom>
              <a:avLst/>
              <a:pathLst>
                <a:path w="581291" h="268279">
                  <a:moveTo>
                    <a:pt x="475" y="164570"/>
                  </a:moveTo>
                  <a:lnTo>
                    <a:pt x="1199" y="150288"/>
                  </a:lnTo>
                  <a:lnTo>
                    <a:pt x="1689" y="140247"/>
                  </a:lnTo>
                  <a:lnTo>
                    <a:pt x="2378" y="125330"/>
                  </a:lnTo>
                  <a:lnTo>
                    <a:pt x="2577" y="121019"/>
                  </a:lnTo>
                  <a:lnTo>
                    <a:pt x="2923" y="113678"/>
                  </a:lnTo>
                  <a:lnTo>
                    <a:pt x="3695" y="97305"/>
                  </a:lnTo>
                  <a:lnTo>
                    <a:pt x="4199" y="87162"/>
                  </a:lnTo>
                  <a:lnTo>
                    <a:pt x="4263" y="85889"/>
                  </a:lnTo>
                  <a:lnTo>
                    <a:pt x="5241" y="65502"/>
                  </a:lnTo>
                  <a:lnTo>
                    <a:pt x="6275" y="43686"/>
                  </a:lnTo>
                  <a:lnTo>
                    <a:pt x="6776" y="33931"/>
                  </a:lnTo>
                  <a:lnTo>
                    <a:pt x="6862" y="32260"/>
                  </a:lnTo>
                  <a:lnTo>
                    <a:pt x="8396" y="0"/>
                  </a:lnTo>
                  <a:lnTo>
                    <a:pt x="43367" y="1603"/>
                  </a:lnTo>
                  <a:lnTo>
                    <a:pt x="45215" y="1681"/>
                  </a:lnTo>
                  <a:lnTo>
                    <a:pt x="75568" y="2929"/>
                  </a:lnTo>
                  <a:lnTo>
                    <a:pt x="88879" y="3421"/>
                  </a:lnTo>
                  <a:lnTo>
                    <a:pt x="113365" y="4236"/>
                  </a:lnTo>
                  <a:lnTo>
                    <a:pt x="134195" y="4851"/>
                  </a:lnTo>
                  <a:lnTo>
                    <a:pt x="188778" y="6067"/>
                  </a:lnTo>
                  <a:lnTo>
                    <a:pt x="203318" y="6295"/>
                  </a:lnTo>
                  <a:lnTo>
                    <a:pt x="254564" y="6632"/>
                  </a:lnTo>
                  <a:lnTo>
                    <a:pt x="276825" y="6622"/>
                  </a:lnTo>
                  <a:lnTo>
                    <a:pt x="297016" y="6543"/>
                  </a:lnTo>
                  <a:lnTo>
                    <a:pt x="314881" y="6409"/>
                  </a:lnTo>
                  <a:lnTo>
                    <a:pt x="340851" y="6104"/>
                  </a:lnTo>
                  <a:lnTo>
                    <a:pt x="363176" y="5715"/>
                  </a:lnTo>
                  <a:lnTo>
                    <a:pt x="364486" y="8751"/>
                  </a:lnTo>
                  <a:lnTo>
                    <a:pt x="367381" y="11694"/>
                  </a:lnTo>
                  <a:lnTo>
                    <a:pt x="370473" y="12579"/>
                  </a:lnTo>
                  <a:lnTo>
                    <a:pt x="375536" y="15265"/>
                  </a:lnTo>
                  <a:lnTo>
                    <a:pt x="377360" y="16231"/>
                  </a:lnTo>
                  <a:lnTo>
                    <a:pt x="380463" y="17375"/>
                  </a:lnTo>
                  <a:lnTo>
                    <a:pt x="385581" y="19008"/>
                  </a:lnTo>
                  <a:lnTo>
                    <a:pt x="385873" y="19101"/>
                  </a:lnTo>
                  <a:lnTo>
                    <a:pt x="388713" y="21792"/>
                  </a:lnTo>
                  <a:lnTo>
                    <a:pt x="393268" y="25552"/>
                  </a:lnTo>
                  <a:lnTo>
                    <a:pt x="398699" y="24946"/>
                  </a:lnTo>
                  <a:lnTo>
                    <a:pt x="401529" y="22318"/>
                  </a:lnTo>
                  <a:lnTo>
                    <a:pt x="403211" y="17575"/>
                  </a:lnTo>
                  <a:lnTo>
                    <a:pt x="404396" y="16458"/>
                  </a:lnTo>
                  <a:lnTo>
                    <a:pt x="408036" y="16981"/>
                  </a:lnTo>
                  <a:lnTo>
                    <a:pt x="414491" y="18044"/>
                  </a:lnTo>
                  <a:lnTo>
                    <a:pt x="418671" y="17225"/>
                  </a:lnTo>
                  <a:lnTo>
                    <a:pt x="420976" y="16772"/>
                  </a:lnTo>
                  <a:lnTo>
                    <a:pt x="426316" y="16829"/>
                  </a:lnTo>
                  <a:lnTo>
                    <a:pt x="428312" y="17095"/>
                  </a:lnTo>
                  <a:lnTo>
                    <a:pt x="430418" y="17376"/>
                  </a:lnTo>
                  <a:lnTo>
                    <a:pt x="432612" y="15570"/>
                  </a:lnTo>
                  <a:lnTo>
                    <a:pt x="437497" y="16291"/>
                  </a:lnTo>
                  <a:lnTo>
                    <a:pt x="439972" y="15355"/>
                  </a:lnTo>
                  <a:lnTo>
                    <a:pt x="444117" y="16311"/>
                  </a:lnTo>
                  <a:lnTo>
                    <a:pt x="445744" y="19140"/>
                  </a:lnTo>
                  <a:lnTo>
                    <a:pt x="448959" y="21523"/>
                  </a:lnTo>
                  <a:lnTo>
                    <a:pt x="451180" y="23166"/>
                  </a:lnTo>
                  <a:lnTo>
                    <a:pt x="458033" y="23751"/>
                  </a:lnTo>
                  <a:lnTo>
                    <a:pt x="458642" y="24245"/>
                  </a:lnTo>
                  <a:lnTo>
                    <a:pt x="461946" y="26920"/>
                  </a:lnTo>
                  <a:lnTo>
                    <a:pt x="465692" y="25970"/>
                  </a:lnTo>
                  <a:lnTo>
                    <a:pt x="472177" y="28616"/>
                  </a:lnTo>
                  <a:lnTo>
                    <a:pt x="472551" y="28768"/>
                  </a:lnTo>
                  <a:lnTo>
                    <a:pt x="474177" y="31832"/>
                  </a:lnTo>
                  <a:lnTo>
                    <a:pt x="479360" y="31962"/>
                  </a:lnTo>
                  <a:lnTo>
                    <a:pt x="478801" y="36827"/>
                  </a:lnTo>
                  <a:lnTo>
                    <a:pt x="482179" y="39954"/>
                  </a:lnTo>
                  <a:lnTo>
                    <a:pt x="484298" y="43306"/>
                  </a:lnTo>
                  <a:lnTo>
                    <a:pt x="485431" y="45096"/>
                  </a:lnTo>
                  <a:lnTo>
                    <a:pt x="490971" y="44501"/>
                  </a:lnTo>
                  <a:lnTo>
                    <a:pt x="492604" y="46834"/>
                  </a:lnTo>
                  <a:lnTo>
                    <a:pt x="496167" y="45992"/>
                  </a:lnTo>
                  <a:lnTo>
                    <a:pt x="500408" y="48336"/>
                  </a:lnTo>
                  <a:lnTo>
                    <a:pt x="498634" y="52856"/>
                  </a:lnTo>
                  <a:lnTo>
                    <a:pt x="499154" y="59259"/>
                  </a:lnTo>
                  <a:lnTo>
                    <a:pt x="502984" y="64031"/>
                  </a:lnTo>
                  <a:lnTo>
                    <a:pt x="504075" y="65389"/>
                  </a:lnTo>
                  <a:lnTo>
                    <a:pt x="504229" y="69395"/>
                  </a:lnTo>
                  <a:lnTo>
                    <a:pt x="504187" y="69753"/>
                  </a:lnTo>
                  <a:lnTo>
                    <a:pt x="503688" y="73976"/>
                  </a:lnTo>
                  <a:lnTo>
                    <a:pt x="508995" y="78390"/>
                  </a:lnTo>
                  <a:lnTo>
                    <a:pt x="508993" y="84192"/>
                  </a:lnTo>
                  <a:lnTo>
                    <a:pt x="512282" y="86191"/>
                  </a:lnTo>
                  <a:lnTo>
                    <a:pt x="518379" y="90107"/>
                  </a:lnTo>
                  <a:lnTo>
                    <a:pt x="516912" y="95822"/>
                  </a:lnTo>
                  <a:lnTo>
                    <a:pt x="519184" y="99560"/>
                  </a:lnTo>
                  <a:lnTo>
                    <a:pt x="520517" y="101749"/>
                  </a:lnTo>
                  <a:lnTo>
                    <a:pt x="523529" y="105745"/>
                  </a:lnTo>
                  <a:lnTo>
                    <a:pt x="522314" y="111996"/>
                  </a:lnTo>
                  <a:lnTo>
                    <a:pt x="521173" y="116044"/>
                  </a:lnTo>
                  <a:lnTo>
                    <a:pt x="520974" y="116749"/>
                  </a:lnTo>
                  <a:lnTo>
                    <a:pt x="520762" y="121573"/>
                  </a:lnTo>
                  <a:lnTo>
                    <a:pt x="522688" y="126065"/>
                  </a:lnTo>
                  <a:lnTo>
                    <a:pt x="523560" y="128899"/>
                  </a:lnTo>
                  <a:lnTo>
                    <a:pt x="528422" y="127283"/>
                  </a:lnTo>
                  <a:lnTo>
                    <a:pt x="529297" y="130486"/>
                  </a:lnTo>
                  <a:lnTo>
                    <a:pt x="530173" y="133688"/>
                  </a:lnTo>
                  <a:lnTo>
                    <a:pt x="534184" y="134716"/>
                  </a:lnTo>
                  <a:lnTo>
                    <a:pt x="534144" y="140470"/>
                  </a:lnTo>
                  <a:lnTo>
                    <a:pt x="534132" y="142210"/>
                  </a:lnTo>
                  <a:lnTo>
                    <a:pt x="534535" y="146379"/>
                  </a:lnTo>
                  <a:lnTo>
                    <a:pt x="537049" y="150092"/>
                  </a:lnTo>
                  <a:lnTo>
                    <a:pt x="535825" y="153678"/>
                  </a:lnTo>
                  <a:lnTo>
                    <a:pt x="536117" y="157736"/>
                  </a:lnTo>
                  <a:lnTo>
                    <a:pt x="536162" y="158348"/>
                  </a:lnTo>
                  <a:lnTo>
                    <a:pt x="539625" y="157939"/>
                  </a:lnTo>
                  <a:lnTo>
                    <a:pt x="539402" y="160293"/>
                  </a:lnTo>
                  <a:lnTo>
                    <a:pt x="539107" y="163421"/>
                  </a:lnTo>
                  <a:lnTo>
                    <a:pt x="539600" y="166998"/>
                  </a:lnTo>
                  <a:lnTo>
                    <a:pt x="539667" y="169676"/>
                  </a:lnTo>
                  <a:lnTo>
                    <a:pt x="539745" y="172771"/>
                  </a:lnTo>
                  <a:lnTo>
                    <a:pt x="542409" y="176574"/>
                  </a:lnTo>
                  <a:lnTo>
                    <a:pt x="541989" y="180763"/>
                  </a:lnTo>
                  <a:lnTo>
                    <a:pt x="543359" y="183034"/>
                  </a:lnTo>
                  <a:lnTo>
                    <a:pt x="543936" y="183990"/>
                  </a:lnTo>
                  <a:lnTo>
                    <a:pt x="542091" y="187676"/>
                  </a:lnTo>
                  <a:lnTo>
                    <a:pt x="542829" y="193111"/>
                  </a:lnTo>
                  <a:lnTo>
                    <a:pt x="539420" y="197367"/>
                  </a:lnTo>
                  <a:lnTo>
                    <a:pt x="542468" y="201909"/>
                  </a:lnTo>
                  <a:lnTo>
                    <a:pt x="546838" y="204251"/>
                  </a:lnTo>
                  <a:lnTo>
                    <a:pt x="549257" y="208492"/>
                  </a:lnTo>
                  <a:lnTo>
                    <a:pt x="548207" y="210133"/>
                  </a:lnTo>
                  <a:lnTo>
                    <a:pt x="549028" y="215268"/>
                  </a:lnTo>
                  <a:lnTo>
                    <a:pt x="551863" y="215015"/>
                  </a:lnTo>
                  <a:lnTo>
                    <a:pt x="552012" y="215309"/>
                  </a:lnTo>
                  <a:lnTo>
                    <a:pt x="553308" y="217878"/>
                  </a:lnTo>
                  <a:lnTo>
                    <a:pt x="554128" y="220479"/>
                  </a:lnTo>
                  <a:lnTo>
                    <a:pt x="556744" y="226219"/>
                  </a:lnTo>
                  <a:lnTo>
                    <a:pt x="557433" y="228784"/>
                  </a:lnTo>
                  <a:lnTo>
                    <a:pt x="556781" y="232650"/>
                  </a:lnTo>
                  <a:lnTo>
                    <a:pt x="560503" y="233570"/>
                  </a:lnTo>
                  <a:lnTo>
                    <a:pt x="563605" y="235034"/>
                  </a:lnTo>
                  <a:lnTo>
                    <a:pt x="564066" y="237348"/>
                  </a:lnTo>
                  <a:lnTo>
                    <a:pt x="564094" y="237489"/>
                  </a:lnTo>
                  <a:lnTo>
                    <a:pt x="564158" y="237811"/>
                  </a:lnTo>
                  <a:lnTo>
                    <a:pt x="569232" y="239545"/>
                  </a:lnTo>
                  <a:lnTo>
                    <a:pt x="568885" y="243722"/>
                  </a:lnTo>
                  <a:lnTo>
                    <a:pt x="572361" y="247685"/>
                  </a:lnTo>
                  <a:lnTo>
                    <a:pt x="575044" y="250401"/>
                  </a:lnTo>
                  <a:lnTo>
                    <a:pt x="573852" y="253829"/>
                  </a:lnTo>
                  <a:lnTo>
                    <a:pt x="576173" y="257434"/>
                  </a:lnTo>
                  <a:lnTo>
                    <a:pt x="578447" y="257115"/>
                  </a:lnTo>
                  <a:lnTo>
                    <a:pt x="581291" y="259517"/>
                  </a:lnTo>
                  <a:lnTo>
                    <a:pt x="579178" y="259634"/>
                  </a:lnTo>
                  <a:lnTo>
                    <a:pt x="549444" y="261191"/>
                  </a:lnTo>
                  <a:lnTo>
                    <a:pt x="549207" y="261203"/>
                  </a:lnTo>
                  <a:lnTo>
                    <a:pt x="534321" y="261920"/>
                  </a:lnTo>
                  <a:lnTo>
                    <a:pt x="533424" y="261962"/>
                  </a:lnTo>
                  <a:lnTo>
                    <a:pt x="524711" y="262393"/>
                  </a:lnTo>
                  <a:lnTo>
                    <a:pt x="519035" y="262637"/>
                  </a:lnTo>
                  <a:lnTo>
                    <a:pt x="504015" y="263276"/>
                  </a:lnTo>
                  <a:lnTo>
                    <a:pt x="503598" y="263293"/>
                  </a:lnTo>
                  <a:lnTo>
                    <a:pt x="481126" y="264171"/>
                  </a:lnTo>
                  <a:lnTo>
                    <a:pt x="476572" y="264338"/>
                  </a:lnTo>
                  <a:lnTo>
                    <a:pt x="473722" y="264444"/>
                  </a:lnTo>
                  <a:lnTo>
                    <a:pt x="467514" y="264671"/>
                  </a:lnTo>
                  <a:lnTo>
                    <a:pt x="443415" y="265448"/>
                  </a:lnTo>
                  <a:lnTo>
                    <a:pt x="440293" y="265541"/>
                  </a:lnTo>
                  <a:lnTo>
                    <a:pt x="416104" y="266229"/>
                  </a:lnTo>
                  <a:lnTo>
                    <a:pt x="413135" y="266306"/>
                  </a:lnTo>
                  <a:lnTo>
                    <a:pt x="405749" y="266491"/>
                  </a:lnTo>
                  <a:lnTo>
                    <a:pt x="396093" y="266718"/>
                  </a:lnTo>
                  <a:lnTo>
                    <a:pt x="382837" y="267007"/>
                  </a:lnTo>
                  <a:lnTo>
                    <a:pt x="367406" y="267303"/>
                  </a:lnTo>
                  <a:lnTo>
                    <a:pt x="360086" y="267429"/>
                  </a:lnTo>
                  <a:lnTo>
                    <a:pt x="352545" y="267556"/>
                  </a:lnTo>
                  <a:lnTo>
                    <a:pt x="329731" y="267876"/>
                  </a:lnTo>
                  <a:lnTo>
                    <a:pt x="328487" y="267891"/>
                  </a:lnTo>
                  <a:lnTo>
                    <a:pt x="322222" y="267959"/>
                  </a:lnTo>
                  <a:lnTo>
                    <a:pt x="300612" y="268138"/>
                  </a:lnTo>
                  <a:lnTo>
                    <a:pt x="292338" y="268203"/>
                  </a:lnTo>
                  <a:lnTo>
                    <a:pt x="292142" y="268205"/>
                  </a:lnTo>
                  <a:lnTo>
                    <a:pt x="279741" y="268279"/>
                  </a:lnTo>
                  <a:lnTo>
                    <a:pt x="255334" y="268266"/>
                  </a:lnTo>
                  <a:lnTo>
                    <a:pt x="254276" y="268263"/>
                  </a:lnTo>
                  <a:lnTo>
                    <a:pt x="235292" y="268170"/>
                  </a:lnTo>
                  <a:lnTo>
                    <a:pt x="217758" y="267997"/>
                  </a:lnTo>
                  <a:lnTo>
                    <a:pt x="216418" y="267982"/>
                  </a:lnTo>
                  <a:lnTo>
                    <a:pt x="196226" y="267759"/>
                  </a:lnTo>
                  <a:lnTo>
                    <a:pt x="180577" y="267515"/>
                  </a:lnTo>
                  <a:lnTo>
                    <a:pt x="178565" y="267483"/>
                  </a:lnTo>
                  <a:lnTo>
                    <a:pt x="172739" y="267385"/>
                  </a:lnTo>
                  <a:lnTo>
                    <a:pt x="163951" y="267226"/>
                  </a:lnTo>
                  <a:lnTo>
                    <a:pt x="144540" y="266802"/>
                  </a:lnTo>
                  <a:lnTo>
                    <a:pt x="129838" y="266445"/>
                  </a:lnTo>
                  <a:lnTo>
                    <a:pt x="130561" y="237186"/>
                  </a:lnTo>
                  <a:lnTo>
                    <a:pt x="130584" y="236240"/>
                  </a:lnTo>
                  <a:lnTo>
                    <a:pt x="130772" y="228317"/>
                  </a:lnTo>
                  <a:lnTo>
                    <a:pt x="131309" y="205841"/>
                  </a:lnTo>
                  <a:lnTo>
                    <a:pt x="131418" y="201298"/>
                  </a:lnTo>
                  <a:lnTo>
                    <a:pt x="131918" y="179234"/>
                  </a:lnTo>
                  <a:lnTo>
                    <a:pt x="98617" y="178317"/>
                  </a:lnTo>
                  <a:lnTo>
                    <a:pt x="94382" y="178183"/>
                  </a:lnTo>
                  <a:lnTo>
                    <a:pt x="92244" y="178115"/>
                  </a:lnTo>
                  <a:lnTo>
                    <a:pt x="64357" y="177143"/>
                  </a:lnTo>
                  <a:lnTo>
                    <a:pt x="44193" y="176381"/>
                  </a:lnTo>
                  <a:lnTo>
                    <a:pt x="31538" y="175865"/>
                  </a:lnTo>
                  <a:lnTo>
                    <a:pt x="0" y="1744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53043" y="2512160"/>
              <a:ext cx="115233" cy="244789"/>
            </a:xfrm>
            <a:custGeom>
              <a:avLst/>
              <a:pathLst>
                <a:path w="115233" h="244789">
                  <a:moveTo>
                    <a:pt x="11454" y="235196"/>
                  </a:moveTo>
                  <a:lnTo>
                    <a:pt x="12016" y="232016"/>
                  </a:lnTo>
                  <a:lnTo>
                    <a:pt x="10346" y="227257"/>
                  </a:lnTo>
                  <a:lnTo>
                    <a:pt x="12335" y="225350"/>
                  </a:lnTo>
                  <a:lnTo>
                    <a:pt x="14109" y="221256"/>
                  </a:lnTo>
                  <a:lnTo>
                    <a:pt x="11943" y="218292"/>
                  </a:lnTo>
                  <a:lnTo>
                    <a:pt x="12330" y="214164"/>
                  </a:lnTo>
                  <a:lnTo>
                    <a:pt x="9426" y="208921"/>
                  </a:lnTo>
                  <a:lnTo>
                    <a:pt x="9288" y="208244"/>
                  </a:lnTo>
                  <a:lnTo>
                    <a:pt x="8316" y="203511"/>
                  </a:lnTo>
                  <a:lnTo>
                    <a:pt x="8220" y="201889"/>
                  </a:lnTo>
                  <a:lnTo>
                    <a:pt x="8051" y="199073"/>
                  </a:lnTo>
                  <a:lnTo>
                    <a:pt x="7536" y="193903"/>
                  </a:lnTo>
                  <a:lnTo>
                    <a:pt x="5674" y="190588"/>
                  </a:lnTo>
                  <a:lnTo>
                    <a:pt x="3827" y="178972"/>
                  </a:lnTo>
                  <a:lnTo>
                    <a:pt x="1578" y="172192"/>
                  </a:lnTo>
                  <a:lnTo>
                    <a:pt x="3356" y="168581"/>
                  </a:lnTo>
                  <a:lnTo>
                    <a:pt x="3514" y="168260"/>
                  </a:lnTo>
                  <a:lnTo>
                    <a:pt x="2882" y="157945"/>
                  </a:lnTo>
                  <a:lnTo>
                    <a:pt x="5403" y="153310"/>
                  </a:lnTo>
                  <a:lnTo>
                    <a:pt x="5636" y="151980"/>
                  </a:lnTo>
                  <a:lnTo>
                    <a:pt x="6255" y="148443"/>
                  </a:lnTo>
                  <a:lnTo>
                    <a:pt x="5137" y="142701"/>
                  </a:lnTo>
                  <a:lnTo>
                    <a:pt x="6636" y="134993"/>
                  </a:lnTo>
                  <a:lnTo>
                    <a:pt x="4755" y="131666"/>
                  </a:lnTo>
                  <a:lnTo>
                    <a:pt x="5899" y="127223"/>
                  </a:lnTo>
                  <a:lnTo>
                    <a:pt x="6124" y="120678"/>
                  </a:lnTo>
                  <a:lnTo>
                    <a:pt x="3462" y="116297"/>
                  </a:lnTo>
                  <a:lnTo>
                    <a:pt x="2290" y="114366"/>
                  </a:lnTo>
                  <a:lnTo>
                    <a:pt x="886" y="109035"/>
                  </a:lnTo>
                  <a:lnTo>
                    <a:pt x="0" y="105109"/>
                  </a:lnTo>
                  <a:lnTo>
                    <a:pt x="1571" y="101427"/>
                  </a:lnTo>
                  <a:lnTo>
                    <a:pt x="4494" y="99133"/>
                  </a:lnTo>
                  <a:lnTo>
                    <a:pt x="8510" y="97683"/>
                  </a:lnTo>
                  <a:lnTo>
                    <a:pt x="10398" y="96002"/>
                  </a:lnTo>
                  <a:lnTo>
                    <a:pt x="11341" y="95162"/>
                  </a:lnTo>
                  <a:lnTo>
                    <a:pt x="12263" y="90391"/>
                  </a:lnTo>
                  <a:lnTo>
                    <a:pt x="13040" y="89745"/>
                  </a:lnTo>
                  <a:lnTo>
                    <a:pt x="16678" y="86719"/>
                  </a:lnTo>
                  <a:lnTo>
                    <a:pt x="17804" y="81792"/>
                  </a:lnTo>
                  <a:lnTo>
                    <a:pt x="20645" y="77614"/>
                  </a:lnTo>
                  <a:lnTo>
                    <a:pt x="18791" y="73950"/>
                  </a:lnTo>
                  <a:lnTo>
                    <a:pt x="20322" y="70400"/>
                  </a:lnTo>
                  <a:lnTo>
                    <a:pt x="18472" y="66521"/>
                  </a:lnTo>
                  <a:lnTo>
                    <a:pt x="15448" y="64084"/>
                  </a:lnTo>
                  <a:lnTo>
                    <a:pt x="10551" y="58172"/>
                  </a:lnTo>
                  <a:lnTo>
                    <a:pt x="12031" y="52122"/>
                  </a:lnTo>
                  <a:lnTo>
                    <a:pt x="12487" y="44799"/>
                  </a:lnTo>
                  <a:lnTo>
                    <a:pt x="13143" y="41613"/>
                  </a:lnTo>
                  <a:lnTo>
                    <a:pt x="9072" y="37069"/>
                  </a:lnTo>
                  <a:lnTo>
                    <a:pt x="9676" y="33303"/>
                  </a:lnTo>
                  <a:lnTo>
                    <a:pt x="8118" y="28562"/>
                  </a:lnTo>
                  <a:lnTo>
                    <a:pt x="9746" y="24217"/>
                  </a:lnTo>
                  <a:lnTo>
                    <a:pt x="9552" y="18463"/>
                  </a:lnTo>
                  <a:lnTo>
                    <a:pt x="9468" y="15874"/>
                  </a:lnTo>
                  <a:lnTo>
                    <a:pt x="6353" y="13181"/>
                  </a:lnTo>
                  <a:lnTo>
                    <a:pt x="9823" y="8942"/>
                  </a:lnTo>
                  <a:lnTo>
                    <a:pt x="13194" y="4611"/>
                  </a:lnTo>
                  <a:lnTo>
                    <a:pt x="16452" y="6578"/>
                  </a:lnTo>
                  <a:lnTo>
                    <a:pt x="20790" y="7490"/>
                  </a:lnTo>
                  <a:lnTo>
                    <a:pt x="23174" y="6397"/>
                  </a:lnTo>
                  <a:lnTo>
                    <a:pt x="23663" y="2482"/>
                  </a:lnTo>
                  <a:lnTo>
                    <a:pt x="24381" y="0"/>
                  </a:lnTo>
                  <a:lnTo>
                    <a:pt x="35297" y="24814"/>
                  </a:lnTo>
                  <a:lnTo>
                    <a:pt x="44624" y="46261"/>
                  </a:lnTo>
                  <a:lnTo>
                    <a:pt x="52677" y="65623"/>
                  </a:lnTo>
                  <a:lnTo>
                    <a:pt x="59430" y="81852"/>
                  </a:lnTo>
                  <a:lnTo>
                    <a:pt x="60007" y="83241"/>
                  </a:lnTo>
                  <a:lnTo>
                    <a:pt x="60893" y="85375"/>
                  </a:lnTo>
                  <a:lnTo>
                    <a:pt x="66394" y="99015"/>
                  </a:lnTo>
                  <a:lnTo>
                    <a:pt x="74800" y="119875"/>
                  </a:lnTo>
                  <a:lnTo>
                    <a:pt x="76365" y="123667"/>
                  </a:lnTo>
                  <a:lnTo>
                    <a:pt x="79475" y="131209"/>
                  </a:lnTo>
                  <a:lnTo>
                    <a:pt x="83988" y="141885"/>
                  </a:lnTo>
                  <a:lnTo>
                    <a:pt x="85421" y="144187"/>
                  </a:lnTo>
                  <a:lnTo>
                    <a:pt x="86872" y="146518"/>
                  </a:lnTo>
                  <a:lnTo>
                    <a:pt x="88523" y="153527"/>
                  </a:lnTo>
                  <a:lnTo>
                    <a:pt x="89189" y="158304"/>
                  </a:lnTo>
                  <a:lnTo>
                    <a:pt x="94278" y="161230"/>
                  </a:lnTo>
                  <a:lnTo>
                    <a:pt x="98942" y="164626"/>
                  </a:lnTo>
                  <a:lnTo>
                    <a:pt x="104032" y="167693"/>
                  </a:lnTo>
                  <a:lnTo>
                    <a:pt x="104490" y="171084"/>
                  </a:lnTo>
                  <a:lnTo>
                    <a:pt x="105833" y="175372"/>
                  </a:lnTo>
                  <a:lnTo>
                    <a:pt x="106513" y="175667"/>
                  </a:lnTo>
                  <a:lnTo>
                    <a:pt x="111533" y="177842"/>
                  </a:lnTo>
                  <a:lnTo>
                    <a:pt x="115233" y="178331"/>
                  </a:lnTo>
                  <a:lnTo>
                    <a:pt x="114824" y="183012"/>
                  </a:lnTo>
                  <a:lnTo>
                    <a:pt x="114196" y="186754"/>
                  </a:lnTo>
                  <a:lnTo>
                    <a:pt x="113779" y="191762"/>
                  </a:lnTo>
                  <a:lnTo>
                    <a:pt x="113852" y="192486"/>
                  </a:lnTo>
                  <a:lnTo>
                    <a:pt x="114061" y="194568"/>
                  </a:lnTo>
                  <a:lnTo>
                    <a:pt x="114256" y="196515"/>
                  </a:lnTo>
                  <a:lnTo>
                    <a:pt x="111521" y="197756"/>
                  </a:lnTo>
                  <a:lnTo>
                    <a:pt x="107195" y="198052"/>
                  </a:lnTo>
                  <a:lnTo>
                    <a:pt x="105560" y="200156"/>
                  </a:lnTo>
                  <a:lnTo>
                    <a:pt x="102041" y="202435"/>
                  </a:lnTo>
                  <a:lnTo>
                    <a:pt x="101850" y="205165"/>
                  </a:lnTo>
                  <a:lnTo>
                    <a:pt x="101679" y="207578"/>
                  </a:lnTo>
                  <a:lnTo>
                    <a:pt x="98428" y="208280"/>
                  </a:lnTo>
                  <a:lnTo>
                    <a:pt x="96351" y="208727"/>
                  </a:lnTo>
                  <a:lnTo>
                    <a:pt x="94941" y="211609"/>
                  </a:lnTo>
                  <a:lnTo>
                    <a:pt x="96781" y="215942"/>
                  </a:lnTo>
                  <a:lnTo>
                    <a:pt x="93048" y="217450"/>
                  </a:lnTo>
                  <a:lnTo>
                    <a:pt x="92448" y="217692"/>
                  </a:lnTo>
                  <a:lnTo>
                    <a:pt x="91334" y="221840"/>
                  </a:lnTo>
                  <a:lnTo>
                    <a:pt x="87881" y="223028"/>
                  </a:lnTo>
                  <a:lnTo>
                    <a:pt x="70812" y="228763"/>
                  </a:lnTo>
                  <a:lnTo>
                    <a:pt x="64232" y="230974"/>
                  </a:lnTo>
                  <a:lnTo>
                    <a:pt x="55019" y="233974"/>
                  </a:lnTo>
                  <a:lnTo>
                    <a:pt x="53196" y="234565"/>
                  </a:lnTo>
                  <a:lnTo>
                    <a:pt x="42222" y="238107"/>
                  </a:lnTo>
                  <a:lnTo>
                    <a:pt x="41409" y="238368"/>
                  </a:lnTo>
                  <a:lnTo>
                    <a:pt x="31844" y="241426"/>
                  </a:lnTo>
                  <a:lnTo>
                    <a:pt x="21245" y="244789"/>
                  </a:lnTo>
                  <a:lnTo>
                    <a:pt x="19125" y="242317"/>
                  </a:lnTo>
                  <a:lnTo>
                    <a:pt x="14188" y="2399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317052" y="3082292"/>
              <a:ext cx="95921" cy="210388"/>
            </a:xfrm>
            <a:custGeom>
              <a:avLst/>
              <a:pathLst>
                <a:path w="95921" h="210388">
                  <a:moveTo>
                    <a:pt x="6610" y="163288"/>
                  </a:moveTo>
                  <a:lnTo>
                    <a:pt x="7734" y="161334"/>
                  </a:lnTo>
                  <a:lnTo>
                    <a:pt x="8403" y="157538"/>
                  </a:lnTo>
                  <a:lnTo>
                    <a:pt x="9739" y="154456"/>
                  </a:lnTo>
                  <a:lnTo>
                    <a:pt x="9654" y="149794"/>
                  </a:lnTo>
                  <a:lnTo>
                    <a:pt x="11588" y="145858"/>
                  </a:lnTo>
                  <a:lnTo>
                    <a:pt x="11810" y="145535"/>
                  </a:lnTo>
                  <a:lnTo>
                    <a:pt x="15154" y="140666"/>
                  </a:lnTo>
                  <a:lnTo>
                    <a:pt x="18157" y="139476"/>
                  </a:lnTo>
                  <a:lnTo>
                    <a:pt x="20294" y="138237"/>
                  </a:lnTo>
                  <a:lnTo>
                    <a:pt x="22439" y="136992"/>
                  </a:lnTo>
                  <a:lnTo>
                    <a:pt x="22918" y="136352"/>
                  </a:lnTo>
                  <a:lnTo>
                    <a:pt x="24330" y="134465"/>
                  </a:lnTo>
                  <a:lnTo>
                    <a:pt x="26704" y="132598"/>
                  </a:lnTo>
                  <a:lnTo>
                    <a:pt x="27119" y="132272"/>
                  </a:lnTo>
                  <a:lnTo>
                    <a:pt x="26600" y="130706"/>
                  </a:lnTo>
                  <a:lnTo>
                    <a:pt x="25813" y="128330"/>
                  </a:lnTo>
                  <a:lnTo>
                    <a:pt x="25708" y="128012"/>
                  </a:lnTo>
                  <a:lnTo>
                    <a:pt x="26297" y="126134"/>
                  </a:lnTo>
                  <a:lnTo>
                    <a:pt x="29428" y="122636"/>
                  </a:lnTo>
                  <a:lnTo>
                    <a:pt x="32673" y="117460"/>
                  </a:lnTo>
                  <a:lnTo>
                    <a:pt x="33504" y="116361"/>
                  </a:lnTo>
                  <a:lnTo>
                    <a:pt x="35535" y="113670"/>
                  </a:lnTo>
                  <a:lnTo>
                    <a:pt x="39503" y="111125"/>
                  </a:lnTo>
                  <a:lnTo>
                    <a:pt x="40840" y="106835"/>
                  </a:lnTo>
                  <a:lnTo>
                    <a:pt x="44262" y="105252"/>
                  </a:lnTo>
                  <a:lnTo>
                    <a:pt x="46652" y="102198"/>
                  </a:lnTo>
                  <a:lnTo>
                    <a:pt x="44172" y="100115"/>
                  </a:lnTo>
                  <a:lnTo>
                    <a:pt x="43056" y="99176"/>
                  </a:lnTo>
                  <a:lnTo>
                    <a:pt x="37996" y="96855"/>
                  </a:lnTo>
                  <a:lnTo>
                    <a:pt x="35040" y="94478"/>
                  </a:lnTo>
                  <a:lnTo>
                    <a:pt x="31134" y="92190"/>
                  </a:lnTo>
                  <a:lnTo>
                    <a:pt x="28965" y="90641"/>
                  </a:lnTo>
                  <a:lnTo>
                    <a:pt x="27400" y="89522"/>
                  </a:lnTo>
                  <a:lnTo>
                    <a:pt x="24849" y="86405"/>
                  </a:lnTo>
                  <a:lnTo>
                    <a:pt x="21293" y="87197"/>
                  </a:lnTo>
                  <a:lnTo>
                    <a:pt x="19009" y="86756"/>
                  </a:lnTo>
                  <a:lnTo>
                    <a:pt x="17119" y="83738"/>
                  </a:lnTo>
                  <a:lnTo>
                    <a:pt x="16984" y="81354"/>
                  </a:lnTo>
                  <a:lnTo>
                    <a:pt x="14282" y="76021"/>
                  </a:lnTo>
                  <a:lnTo>
                    <a:pt x="9944" y="74858"/>
                  </a:lnTo>
                  <a:lnTo>
                    <a:pt x="6970" y="76385"/>
                  </a:lnTo>
                  <a:lnTo>
                    <a:pt x="6298" y="74451"/>
                  </a:lnTo>
                  <a:lnTo>
                    <a:pt x="5821" y="73081"/>
                  </a:lnTo>
                  <a:lnTo>
                    <a:pt x="4983" y="70671"/>
                  </a:lnTo>
                  <a:lnTo>
                    <a:pt x="2933" y="64113"/>
                  </a:lnTo>
                  <a:lnTo>
                    <a:pt x="2666" y="59725"/>
                  </a:lnTo>
                  <a:lnTo>
                    <a:pt x="6298" y="56087"/>
                  </a:lnTo>
                  <a:lnTo>
                    <a:pt x="5928" y="50827"/>
                  </a:lnTo>
                  <a:lnTo>
                    <a:pt x="6598" y="47236"/>
                  </a:lnTo>
                  <a:lnTo>
                    <a:pt x="3552" y="44410"/>
                  </a:lnTo>
                  <a:lnTo>
                    <a:pt x="987" y="41650"/>
                  </a:lnTo>
                  <a:lnTo>
                    <a:pt x="0" y="40587"/>
                  </a:lnTo>
                  <a:lnTo>
                    <a:pt x="2920" y="36099"/>
                  </a:lnTo>
                  <a:lnTo>
                    <a:pt x="5276" y="31404"/>
                  </a:lnTo>
                  <a:lnTo>
                    <a:pt x="5889" y="28261"/>
                  </a:lnTo>
                  <a:lnTo>
                    <a:pt x="6139" y="26978"/>
                  </a:lnTo>
                  <a:lnTo>
                    <a:pt x="6224" y="26543"/>
                  </a:lnTo>
                  <a:lnTo>
                    <a:pt x="9701" y="21237"/>
                  </a:lnTo>
                  <a:lnTo>
                    <a:pt x="10046" y="16549"/>
                  </a:lnTo>
                  <a:lnTo>
                    <a:pt x="10204" y="14392"/>
                  </a:lnTo>
                  <a:lnTo>
                    <a:pt x="11651" y="7587"/>
                  </a:lnTo>
                  <a:lnTo>
                    <a:pt x="13939" y="2751"/>
                  </a:lnTo>
                  <a:lnTo>
                    <a:pt x="17537" y="0"/>
                  </a:lnTo>
                  <a:lnTo>
                    <a:pt x="35021" y="4439"/>
                  </a:lnTo>
                  <a:lnTo>
                    <a:pt x="41760" y="6317"/>
                  </a:lnTo>
                  <a:lnTo>
                    <a:pt x="46604" y="7661"/>
                  </a:lnTo>
                  <a:lnTo>
                    <a:pt x="51554" y="8789"/>
                  </a:lnTo>
                  <a:lnTo>
                    <a:pt x="53226" y="9157"/>
                  </a:lnTo>
                  <a:lnTo>
                    <a:pt x="65711" y="11885"/>
                  </a:lnTo>
                  <a:lnTo>
                    <a:pt x="76440" y="14062"/>
                  </a:lnTo>
                  <a:lnTo>
                    <a:pt x="76827" y="18188"/>
                  </a:lnTo>
                  <a:lnTo>
                    <a:pt x="76879" y="21236"/>
                  </a:lnTo>
                  <a:lnTo>
                    <a:pt x="76935" y="24563"/>
                  </a:lnTo>
                  <a:lnTo>
                    <a:pt x="76947" y="25299"/>
                  </a:lnTo>
                  <a:lnTo>
                    <a:pt x="76847" y="26494"/>
                  </a:lnTo>
                  <a:lnTo>
                    <a:pt x="76727" y="27908"/>
                  </a:lnTo>
                  <a:lnTo>
                    <a:pt x="76549" y="30010"/>
                  </a:lnTo>
                  <a:lnTo>
                    <a:pt x="76510" y="30471"/>
                  </a:lnTo>
                  <a:lnTo>
                    <a:pt x="76432" y="30906"/>
                  </a:lnTo>
                  <a:lnTo>
                    <a:pt x="76095" y="32764"/>
                  </a:lnTo>
                  <a:lnTo>
                    <a:pt x="75359" y="36821"/>
                  </a:lnTo>
                  <a:lnTo>
                    <a:pt x="75300" y="37891"/>
                  </a:lnTo>
                  <a:lnTo>
                    <a:pt x="75196" y="39755"/>
                  </a:lnTo>
                  <a:lnTo>
                    <a:pt x="75010" y="43090"/>
                  </a:lnTo>
                  <a:lnTo>
                    <a:pt x="74266" y="45206"/>
                  </a:lnTo>
                  <a:lnTo>
                    <a:pt x="74143" y="45555"/>
                  </a:lnTo>
                  <a:lnTo>
                    <a:pt x="73570" y="47184"/>
                  </a:lnTo>
                  <a:lnTo>
                    <a:pt x="69148" y="49163"/>
                  </a:lnTo>
                  <a:lnTo>
                    <a:pt x="68517" y="49445"/>
                  </a:lnTo>
                  <a:lnTo>
                    <a:pt x="66921" y="51310"/>
                  </a:lnTo>
                  <a:lnTo>
                    <a:pt x="67825" y="54563"/>
                  </a:lnTo>
                  <a:lnTo>
                    <a:pt x="67891" y="57708"/>
                  </a:lnTo>
                  <a:lnTo>
                    <a:pt x="66223" y="59517"/>
                  </a:lnTo>
                  <a:lnTo>
                    <a:pt x="66618" y="63348"/>
                  </a:lnTo>
                  <a:lnTo>
                    <a:pt x="67516" y="66558"/>
                  </a:lnTo>
                  <a:lnTo>
                    <a:pt x="70259" y="67145"/>
                  </a:lnTo>
                  <a:lnTo>
                    <a:pt x="71619" y="67436"/>
                  </a:lnTo>
                  <a:lnTo>
                    <a:pt x="74508" y="65844"/>
                  </a:lnTo>
                  <a:lnTo>
                    <a:pt x="77655" y="65154"/>
                  </a:lnTo>
                  <a:lnTo>
                    <a:pt x="82078" y="66001"/>
                  </a:lnTo>
                  <a:lnTo>
                    <a:pt x="82493" y="60995"/>
                  </a:lnTo>
                  <a:lnTo>
                    <a:pt x="83686" y="60094"/>
                  </a:lnTo>
                  <a:lnTo>
                    <a:pt x="86778" y="65405"/>
                  </a:lnTo>
                  <a:lnTo>
                    <a:pt x="88711" y="70390"/>
                  </a:lnTo>
                  <a:lnTo>
                    <a:pt x="89861" y="76389"/>
                  </a:lnTo>
                  <a:lnTo>
                    <a:pt x="90422" y="83997"/>
                  </a:lnTo>
                  <a:lnTo>
                    <a:pt x="90904" y="90606"/>
                  </a:lnTo>
                  <a:lnTo>
                    <a:pt x="91130" y="92412"/>
                  </a:lnTo>
                  <a:lnTo>
                    <a:pt x="92502" y="103432"/>
                  </a:lnTo>
                  <a:lnTo>
                    <a:pt x="93420" y="109302"/>
                  </a:lnTo>
                  <a:lnTo>
                    <a:pt x="93444" y="109456"/>
                  </a:lnTo>
                  <a:lnTo>
                    <a:pt x="95452" y="119109"/>
                  </a:lnTo>
                  <a:lnTo>
                    <a:pt x="95518" y="119655"/>
                  </a:lnTo>
                  <a:lnTo>
                    <a:pt x="95921" y="123024"/>
                  </a:lnTo>
                  <a:lnTo>
                    <a:pt x="93636" y="135951"/>
                  </a:lnTo>
                  <a:lnTo>
                    <a:pt x="90267" y="147955"/>
                  </a:lnTo>
                  <a:lnTo>
                    <a:pt x="90350" y="150331"/>
                  </a:lnTo>
                  <a:lnTo>
                    <a:pt x="90383" y="151282"/>
                  </a:lnTo>
                  <a:lnTo>
                    <a:pt x="88172" y="158445"/>
                  </a:lnTo>
                  <a:lnTo>
                    <a:pt x="86312" y="162872"/>
                  </a:lnTo>
                  <a:lnTo>
                    <a:pt x="80555" y="169096"/>
                  </a:lnTo>
                  <a:lnTo>
                    <a:pt x="79693" y="170653"/>
                  </a:lnTo>
                  <a:lnTo>
                    <a:pt x="77865" y="173950"/>
                  </a:lnTo>
                  <a:lnTo>
                    <a:pt x="75158" y="180270"/>
                  </a:lnTo>
                  <a:lnTo>
                    <a:pt x="74379" y="183502"/>
                  </a:lnTo>
                  <a:lnTo>
                    <a:pt x="73137" y="189456"/>
                  </a:lnTo>
                  <a:lnTo>
                    <a:pt x="74100" y="190708"/>
                  </a:lnTo>
                  <a:lnTo>
                    <a:pt x="71425" y="198956"/>
                  </a:lnTo>
                  <a:lnTo>
                    <a:pt x="70481" y="202693"/>
                  </a:lnTo>
                  <a:lnTo>
                    <a:pt x="67984" y="207701"/>
                  </a:lnTo>
                  <a:lnTo>
                    <a:pt x="63841" y="210116"/>
                  </a:lnTo>
                  <a:lnTo>
                    <a:pt x="61556" y="210388"/>
                  </a:lnTo>
                  <a:lnTo>
                    <a:pt x="60645" y="204405"/>
                  </a:lnTo>
                  <a:lnTo>
                    <a:pt x="61826" y="196062"/>
                  </a:lnTo>
                  <a:lnTo>
                    <a:pt x="61568" y="190947"/>
                  </a:lnTo>
                  <a:lnTo>
                    <a:pt x="59558" y="188689"/>
                  </a:lnTo>
                  <a:lnTo>
                    <a:pt x="58877" y="188744"/>
                  </a:lnTo>
                  <a:lnTo>
                    <a:pt x="53216" y="189194"/>
                  </a:lnTo>
                  <a:lnTo>
                    <a:pt x="49395" y="188188"/>
                  </a:lnTo>
                  <a:lnTo>
                    <a:pt x="46797" y="189416"/>
                  </a:lnTo>
                  <a:lnTo>
                    <a:pt x="44573" y="192789"/>
                  </a:lnTo>
                  <a:lnTo>
                    <a:pt x="41652" y="189949"/>
                  </a:lnTo>
                  <a:lnTo>
                    <a:pt x="37732" y="187469"/>
                  </a:lnTo>
                  <a:lnTo>
                    <a:pt x="35132" y="186165"/>
                  </a:lnTo>
                  <a:lnTo>
                    <a:pt x="32351" y="186434"/>
                  </a:lnTo>
                  <a:lnTo>
                    <a:pt x="28717" y="183853"/>
                  </a:lnTo>
                  <a:lnTo>
                    <a:pt x="26500" y="183128"/>
                  </a:lnTo>
                  <a:lnTo>
                    <a:pt x="22930" y="181318"/>
                  </a:lnTo>
                  <a:lnTo>
                    <a:pt x="21563" y="180874"/>
                  </a:lnTo>
                  <a:lnTo>
                    <a:pt x="19621" y="180243"/>
                  </a:lnTo>
                  <a:lnTo>
                    <a:pt x="17270" y="177593"/>
                  </a:lnTo>
                  <a:lnTo>
                    <a:pt x="12194" y="177171"/>
                  </a:lnTo>
                  <a:lnTo>
                    <a:pt x="11814" y="173825"/>
                  </a:lnTo>
                  <a:lnTo>
                    <a:pt x="10936" y="170669"/>
                  </a:lnTo>
                  <a:lnTo>
                    <a:pt x="10849" y="166754"/>
                  </a:lnTo>
                  <a:lnTo>
                    <a:pt x="8420" y="16584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91583" y="4022330"/>
              <a:ext cx="468673" cy="497384"/>
            </a:xfrm>
            <a:custGeom>
              <a:avLst/>
              <a:pathLst>
                <a:path w="468673" h="497384">
                  <a:moveTo>
                    <a:pt x="3760" y="450995"/>
                  </a:moveTo>
                  <a:lnTo>
                    <a:pt x="6133" y="426120"/>
                  </a:lnTo>
                  <a:lnTo>
                    <a:pt x="8943" y="396497"/>
                  </a:lnTo>
                  <a:lnTo>
                    <a:pt x="11829" y="366073"/>
                  </a:lnTo>
                  <a:lnTo>
                    <a:pt x="15339" y="328728"/>
                  </a:lnTo>
                  <a:lnTo>
                    <a:pt x="16983" y="311330"/>
                  </a:lnTo>
                  <a:lnTo>
                    <a:pt x="20064" y="279480"/>
                  </a:lnTo>
                  <a:lnTo>
                    <a:pt x="20885" y="271019"/>
                  </a:lnTo>
                  <a:lnTo>
                    <a:pt x="26292" y="214903"/>
                  </a:lnTo>
                  <a:lnTo>
                    <a:pt x="26772" y="209970"/>
                  </a:lnTo>
                  <a:lnTo>
                    <a:pt x="29990" y="176971"/>
                  </a:lnTo>
                  <a:lnTo>
                    <a:pt x="31775" y="158259"/>
                  </a:lnTo>
                  <a:lnTo>
                    <a:pt x="33337" y="141938"/>
                  </a:lnTo>
                  <a:lnTo>
                    <a:pt x="35503" y="120196"/>
                  </a:lnTo>
                  <a:lnTo>
                    <a:pt x="37788" y="97155"/>
                  </a:lnTo>
                  <a:lnTo>
                    <a:pt x="38851" y="86490"/>
                  </a:lnTo>
                  <a:lnTo>
                    <a:pt x="39842" y="76569"/>
                  </a:lnTo>
                  <a:lnTo>
                    <a:pt x="46403" y="10808"/>
                  </a:lnTo>
                  <a:lnTo>
                    <a:pt x="47500" y="0"/>
                  </a:lnTo>
                  <a:lnTo>
                    <a:pt x="77016" y="3106"/>
                  </a:lnTo>
                  <a:lnTo>
                    <a:pt x="93766" y="4787"/>
                  </a:lnTo>
                  <a:lnTo>
                    <a:pt x="120097" y="7331"/>
                  </a:lnTo>
                  <a:lnTo>
                    <a:pt x="156195" y="10674"/>
                  </a:lnTo>
                  <a:lnTo>
                    <a:pt x="160428" y="11052"/>
                  </a:lnTo>
                  <a:lnTo>
                    <a:pt x="198277" y="14276"/>
                  </a:lnTo>
                  <a:lnTo>
                    <a:pt x="198748" y="14989"/>
                  </a:lnTo>
                  <a:lnTo>
                    <a:pt x="226176" y="17059"/>
                  </a:lnTo>
                  <a:lnTo>
                    <a:pt x="235454" y="17729"/>
                  </a:lnTo>
                  <a:lnTo>
                    <a:pt x="258940" y="19361"/>
                  </a:lnTo>
                  <a:lnTo>
                    <a:pt x="259556" y="19402"/>
                  </a:lnTo>
                  <a:lnTo>
                    <a:pt x="279013" y="20726"/>
                  </a:lnTo>
                  <a:lnTo>
                    <a:pt x="279153" y="20735"/>
                  </a:lnTo>
                  <a:lnTo>
                    <a:pt x="291885" y="21588"/>
                  </a:lnTo>
                  <a:lnTo>
                    <a:pt x="299880" y="22112"/>
                  </a:lnTo>
                  <a:lnTo>
                    <a:pt x="311600" y="22881"/>
                  </a:lnTo>
                  <a:lnTo>
                    <a:pt x="313748" y="23018"/>
                  </a:lnTo>
                  <a:lnTo>
                    <a:pt x="318315" y="23309"/>
                  </a:lnTo>
                  <a:lnTo>
                    <a:pt x="320704" y="23460"/>
                  </a:lnTo>
                  <a:lnTo>
                    <a:pt x="347828" y="25227"/>
                  </a:lnTo>
                  <a:lnTo>
                    <a:pt x="375279" y="26704"/>
                  </a:lnTo>
                  <a:lnTo>
                    <a:pt x="398403" y="27642"/>
                  </a:lnTo>
                  <a:lnTo>
                    <a:pt x="417590" y="28350"/>
                  </a:lnTo>
                  <a:lnTo>
                    <a:pt x="462809" y="30026"/>
                  </a:lnTo>
                  <a:lnTo>
                    <a:pt x="468673" y="30218"/>
                  </a:lnTo>
                  <a:lnTo>
                    <a:pt x="468428" y="38105"/>
                  </a:lnTo>
                  <a:lnTo>
                    <a:pt x="467714" y="58519"/>
                  </a:lnTo>
                  <a:lnTo>
                    <a:pt x="467529" y="64831"/>
                  </a:lnTo>
                  <a:lnTo>
                    <a:pt x="467218" y="73741"/>
                  </a:lnTo>
                  <a:lnTo>
                    <a:pt x="464439" y="73638"/>
                  </a:lnTo>
                  <a:lnTo>
                    <a:pt x="463228" y="112406"/>
                  </a:lnTo>
                  <a:lnTo>
                    <a:pt x="462282" y="139894"/>
                  </a:lnTo>
                  <a:lnTo>
                    <a:pt x="461933" y="150072"/>
                  </a:lnTo>
                  <a:lnTo>
                    <a:pt x="460602" y="188300"/>
                  </a:lnTo>
                  <a:lnTo>
                    <a:pt x="460486" y="191643"/>
                  </a:lnTo>
                  <a:lnTo>
                    <a:pt x="459943" y="208223"/>
                  </a:lnTo>
                  <a:lnTo>
                    <a:pt x="459355" y="226210"/>
                  </a:lnTo>
                  <a:lnTo>
                    <a:pt x="458973" y="237305"/>
                  </a:lnTo>
                  <a:lnTo>
                    <a:pt x="458234" y="258193"/>
                  </a:lnTo>
                  <a:lnTo>
                    <a:pt x="458053" y="264002"/>
                  </a:lnTo>
                  <a:lnTo>
                    <a:pt x="458026" y="264881"/>
                  </a:lnTo>
                  <a:lnTo>
                    <a:pt x="457423" y="284292"/>
                  </a:lnTo>
                  <a:lnTo>
                    <a:pt x="456433" y="306422"/>
                  </a:lnTo>
                  <a:lnTo>
                    <a:pt x="455342" y="328490"/>
                  </a:lnTo>
                  <a:lnTo>
                    <a:pt x="454551" y="344307"/>
                  </a:lnTo>
                  <a:lnTo>
                    <a:pt x="453817" y="358996"/>
                  </a:lnTo>
                  <a:lnTo>
                    <a:pt x="452850" y="381580"/>
                  </a:lnTo>
                  <a:lnTo>
                    <a:pt x="452442" y="391107"/>
                  </a:lnTo>
                  <a:lnTo>
                    <a:pt x="452109" y="401737"/>
                  </a:lnTo>
                  <a:lnTo>
                    <a:pt x="451732" y="413802"/>
                  </a:lnTo>
                  <a:lnTo>
                    <a:pt x="451556" y="419514"/>
                  </a:lnTo>
                  <a:lnTo>
                    <a:pt x="450545" y="452253"/>
                  </a:lnTo>
                  <a:lnTo>
                    <a:pt x="450387" y="457282"/>
                  </a:lnTo>
                  <a:lnTo>
                    <a:pt x="450152" y="464791"/>
                  </a:lnTo>
                  <a:lnTo>
                    <a:pt x="430627" y="464077"/>
                  </a:lnTo>
                  <a:lnTo>
                    <a:pt x="401103" y="462883"/>
                  </a:lnTo>
                  <a:lnTo>
                    <a:pt x="381939" y="462034"/>
                  </a:lnTo>
                  <a:lnTo>
                    <a:pt x="378640" y="461883"/>
                  </a:lnTo>
                  <a:lnTo>
                    <a:pt x="332560" y="459517"/>
                  </a:lnTo>
                  <a:lnTo>
                    <a:pt x="317363" y="458675"/>
                  </a:lnTo>
                  <a:lnTo>
                    <a:pt x="312108" y="458375"/>
                  </a:lnTo>
                  <a:lnTo>
                    <a:pt x="294576" y="457343"/>
                  </a:lnTo>
                  <a:lnTo>
                    <a:pt x="250217" y="454373"/>
                  </a:lnTo>
                  <a:lnTo>
                    <a:pt x="231819" y="453132"/>
                  </a:lnTo>
                  <a:lnTo>
                    <a:pt x="216750" y="452076"/>
                  </a:lnTo>
                  <a:lnTo>
                    <a:pt x="203632" y="451160"/>
                  </a:lnTo>
                  <a:lnTo>
                    <a:pt x="193464" y="450432"/>
                  </a:lnTo>
                  <a:lnTo>
                    <a:pt x="185698" y="449865"/>
                  </a:lnTo>
                  <a:lnTo>
                    <a:pt x="184663" y="452331"/>
                  </a:lnTo>
                  <a:lnTo>
                    <a:pt x="184822" y="457329"/>
                  </a:lnTo>
                  <a:lnTo>
                    <a:pt x="183648" y="460941"/>
                  </a:lnTo>
                  <a:lnTo>
                    <a:pt x="187370" y="466246"/>
                  </a:lnTo>
                  <a:lnTo>
                    <a:pt x="191146" y="469214"/>
                  </a:lnTo>
                  <a:lnTo>
                    <a:pt x="190891" y="469128"/>
                  </a:lnTo>
                  <a:lnTo>
                    <a:pt x="156499" y="466433"/>
                  </a:lnTo>
                  <a:lnTo>
                    <a:pt x="133926" y="464556"/>
                  </a:lnTo>
                  <a:lnTo>
                    <a:pt x="124590" y="463756"/>
                  </a:lnTo>
                  <a:lnTo>
                    <a:pt x="66121" y="458419"/>
                  </a:lnTo>
                  <a:lnTo>
                    <a:pt x="64053" y="482988"/>
                  </a:lnTo>
                  <a:lnTo>
                    <a:pt x="62854" y="497384"/>
                  </a:lnTo>
                  <a:lnTo>
                    <a:pt x="25568" y="493722"/>
                  </a:lnTo>
                  <a:lnTo>
                    <a:pt x="14109" y="492624"/>
                  </a:lnTo>
                  <a:lnTo>
                    <a:pt x="0" y="4911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127323" y="3258297"/>
              <a:ext cx="437032" cy="676938"/>
            </a:xfrm>
            <a:custGeom>
              <a:avLst/>
              <a:pathLst>
                <a:path w="437032" h="676938">
                  <a:moveTo>
                    <a:pt x="6033" y="228976"/>
                  </a:moveTo>
                  <a:lnTo>
                    <a:pt x="8705" y="218004"/>
                  </a:lnTo>
                  <a:lnTo>
                    <a:pt x="10657" y="209998"/>
                  </a:lnTo>
                  <a:lnTo>
                    <a:pt x="14437" y="194322"/>
                  </a:lnTo>
                  <a:lnTo>
                    <a:pt x="19270" y="174330"/>
                  </a:lnTo>
                  <a:lnTo>
                    <a:pt x="22711" y="159806"/>
                  </a:lnTo>
                  <a:lnTo>
                    <a:pt x="26694" y="143149"/>
                  </a:lnTo>
                  <a:lnTo>
                    <a:pt x="34681" y="108933"/>
                  </a:lnTo>
                  <a:lnTo>
                    <a:pt x="37512" y="96511"/>
                  </a:lnTo>
                  <a:lnTo>
                    <a:pt x="43943" y="69298"/>
                  </a:lnTo>
                  <a:lnTo>
                    <a:pt x="52935" y="32142"/>
                  </a:lnTo>
                  <a:lnTo>
                    <a:pt x="58135" y="10227"/>
                  </a:lnTo>
                  <a:lnTo>
                    <a:pt x="60607" y="0"/>
                  </a:lnTo>
                  <a:lnTo>
                    <a:pt x="77753" y="4126"/>
                  </a:lnTo>
                  <a:lnTo>
                    <a:pt x="100613" y="9942"/>
                  </a:lnTo>
                  <a:lnTo>
                    <a:pt x="102862" y="10509"/>
                  </a:lnTo>
                  <a:lnTo>
                    <a:pt x="110118" y="12327"/>
                  </a:lnTo>
                  <a:lnTo>
                    <a:pt x="123136" y="15394"/>
                  </a:lnTo>
                  <a:lnTo>
                    <a:pt x="137255" y="18839"/>
                  </a:lnTo>
                  <a:lnTo>
                    <a:pt x="154585" y="22639"/>
                  </a:lnTo>
                  <a:lnTo>
                    <a:pt x="173731" y="26899"/>
                  </a:lnTo>
                  <a:lnTo>
                    <a:pt x="194147" y="31386"/>
                  </a:lnTo>
                  <a:lnTo>
                    <a:pt x="209895" y="34868"/>
                  </a:lnTo>
                  <a:lnTo>
                    <a:pt x="223799" y="37836"/>
                  </a:lnTo>
                  <a:lnTo>
                    <a:pt x="236814" y="40549"/>
                  </a:lnTo>
                  <a:lnTo>
                    <a:pt x="247647" y="42906"/>
                  </a:lnTo>
                  <a:lnTo>
                    <a:pt x="248151" y="43018"/>
                  </a:lnTo>
                  <a:lnTo>
                    <a:pt x="272916" y="48432"/>
                  </a:lnTo>
                  <a:lnTo>
                    <a:pt x="291476" y="52251"/>
                  </a:lnTo>
                  <a:lnTo>
                    <a:pt x="320789" y="58170"/>
                  </a:lnTo>
                  <a:lnTo>
                    <a:pt x="336299" y="61148"/>
                  </a:lnTo>
                  <a:lnTo>
                    <a:pt x="356094" y="65069"/>
                  </a:lnTo>
                  <a:lnTo>
                    <a:pt x="373662" y="68153"/>
                  </a:lnTo>
                  <a:lnTo>
                    <a:pt x="382515" y="69683"/>
                  </a:lnTo>
                  <a:lnTo>
                    <a:pt x="401584" y="73651"/>
                  </a:lnTo>
                  <a:lnTo>
                    <a:pt x="421736" y="77283"/>
                  </a:lnTo>
                  <a:lnTo>
                    <a:pt x="437032" y="80009"/>
                  </a:lnTo>
                  <a:lnTo>
                    <a:pt x="433673" y="100767"/>
                  </a:lnTo>
                  <a:lnTo>
                    <a:pt x="429870" y="123416"/>
                  </a:lnTo>
                  <a:lnTo>
                    <a:pt x="425709" y="147943"/>
                  </a:lnTo>
                  <a:lnTo>
                    <a:pt x="422685" y="165901"/>
                  </a:lnTo>
                  <a:lnTo>
                    <a:pt x="418689" y="189533"/>
                  </a:lnTo>
                  <a:lnTo>
                    <a:pt x="415274" y="209432"/>
                  </a:lnTo>
                  <a:lnTo>
                    <a:pt x="413850" y="217851"/>
                  </a:lnTo>
                  <a:lnTo>
                    <a:pt x="409851" y="242169"/>
                  </a:lnTo>
                  <a:lnTo>
                    <a:pt x="409581" y="243814"/>
                  </a:lnTo>
                  <a:lnTo>
                    <a:pt x="406816" y="260381"/>
                  </a:lnTo>
                  <a:lnTo>
                    <a:pt x="405206" y="270050"/>
                  </a:lnTo>
                  <a:lnTo>
                    <a:pt x="401714" y="291786"/>
                  </a:lnTo>
                  <a:lnTo>
                    <a:pt x="401121" y="295486"/>
                  </a:lnTo>
                  <a:lnTo>
                    <a:pt x="394082" y="338194"/>
                  </a:lnTo>
                  <a:lnTo>
                    <a:pt x="392390" y="349166"/>
                  </a:lnTo>
                  <a:lnTo>
                    <a:pt x="389505" y="366549"/>
                  </a:lnTo>
                  <a:lnTo>
                    <a:pt x="388012" y="375566"/>
                  </a:lnTo>
                  <a:lnTo>
                    <a:pt x="385689" y="390117"/>
                  </a:lnTo>
                  <a:lnTo>
                    <a:pt x="383558" y="403474"/>
                  </a:lnTo>
                  <a:lnTo>
                    <a:pt x="382180" y="412235"/>
                  </a:lnTo>
                  <a:lnTo>
                    <a:pt x="378532" y="435329"/>
                  </a:lnTo>
                  <a:lnTo>
                    <a:pt x="376540" y="447001"/>
                  </a:lnTo>
                  <a:lnTo>
                    <a:pt x="374563" y="459194"/>
                  </a:lnTo>
                  <a:lnTo>
                    <a:pt x="373011" y="468934"/>
                  </a:lnTo>
                  <a:lnTo>
                    <a:pt x="370241" y="486869"/>
                  </a:lnTo>
                  <a:lnTo>
                    <a:pt x="367601" y="503811"/>
                  </a:lnTo>
                  <a:lnTo>
                    <a:pt x="366490" y="511429"/>
                  </a:lnTo>
                  <a:lnTo>
                    <a:pt x="364399" y="525018"/>
                  </a:lnTo>
                  <a:lnTo>
                    <a:pt x="361230" y="545678"/>
                  </a:lnTo>
                  <a:lnTo>
                    <a:pt x="357632" y="569753"/>
                  </a:lnTo>
                  <a:lnTo>
                    <a:pt x="356830" y="574642"/>
                  </a:lnTo>
                  <a:lnTo>
                    <a:pt x="355928" y="581119"/>
                  </a:lnTo>
                  <a:lnTo>
                    <a:pt x="351274" y="586747"/>
                  </a:lnTo>
                  <a:lnTo>
                    <a:pt x="347690" y="592208"/>
                  </a:lnTo>
                  <a:lnTo>
                    <a:pt x="346365" y="594517"/>
                  </a:lnTo>
                  <a:lnTo>
                    <a:pt x="341930" y="594553"/>
                  </a:lnTo>
                  <a:lnTo>
                    <a:pt x="338236" y="592136"/>
                  </a:lnTo>
                  <a:lnTo>
                    <a:pt x="335444" y="589226"/>
                  </a:lnTo>
                  <a:lnTo>
                    <a:pt x="334581" y="585095"/>
                  </a:lnTo>
                  <a:lnTo>
                    <a:pt x="332638" y="581646"/>
                  </a:lnTo>
                  <a:lnTo>
                    <a:pt x="329559" y="580877"/>
                  </a:lnTo>
                  <a:lnTo>
                    <a:pt x="327091" y="582164"/>
                  </a:lnTo>
                  <a:lnTo>
                    <a:pt x="324465" y="581441"/>
                  </a:lnTo>
                  <a:lnTo>
                    <a:pt x="323047" y="579280"/>
                  </a:lnTo>
                  <a:lnTo>
                    <a:pt x="318867" y="578489"/>
                  </a:lnTo>
                  <a:lnTo>
                    <a:pt x="314844" y="578720"/>
                  </a:lnTo>
                  <a:lnTo>
                    <a:pt x="311829" y="580288"/>
                  </a:lnTo>
                  <a:lnTo>
                    <a:pt x="306812" y="580550"/>
                  </a:lnTo>
                  <a:lnTo>
                    <a:pt x="305841" y="583380"/>
                  </a:lnTo>
                  <a:lnTo>
                    <a:pt x="305779" y="583778"/>
                  </a:lnTo>
                  <a:lnTo>
                    <a:pt x="305034" y="588614"/>
                  </a:lnTo>
                  <a:lnTo>
                    <a:pt x="304922" y="594456"/>
                  </a:lnTo>
                  <a:lnTo>
                    <a:pt x="306486" y="598474"/>
                  </a:lnTo>
                  <a:lnTo>
                    <a:pt x="308108" y="602017"/>
                  </a:lnTo>
                  <a:lnTo>
                    <a:pt x="305036" y="605954"/>
                  </a:lnTo>
                  <a:lnTo>
                    <a:pt x="304361" y="613013"/>
                  </a:lnTo>
                  <a:lnTo>
                    <a:pt x="303774" y="620209"/>
                  </a:lnTo>
                  <a:lnTo>
                    <a:pt x="305731" y="624159"/>
                  </a:lnTo>
                  <a:lnTo>
                    <a:pt x="305237" y="626094"/>
                  </a:lnTo>
                  <a:lnTo>
                    <a:pt x="303863" y="631485"/>
                  </a:lnTo>
                  <a:lnTo>
                    <a:pt x="302732" y="637938"/>
                  </a:lnTo>
                  <a:lnTo>
                    <a:pt x="304802" y="641849"/>
                  </a:lnTo>
                  <a:lnTo>
                    <a:pt x="305598" y="655036"/>
                  </a:lnTo>
                  <a:lnTo>
                    <a:pt x="304925" y="665881"/>
                  </a:lnTo>
                  <a:lnTo>
                    <a:pt x="302827" y="667081"/>
                  </a:lnTo>
                  <a:lnTo>
                    <a:pt x="301372" y="666774"/>
                  </a:lnTo>
                  <a:lnTo>
                    <a:pt x="300283" y="671295"/>
                  </a:lnTo>
                  <a:lnTo>
                    <a:pt x="298781" y="676938"/>
                  </a:lnTo>
                  <a:lnTo>
                    <a:pt x="288647" y="662924"/>
                  </a:lnTo>
                  <a:lnTo>
                    <a:pt x="280139" y="651151"/>
                  </a:lnTo>
                  <a:lnTo>
                    <a:pt x="274505" y="643318"/>
                  </a:lnTo>
                  <a:lnTo>
                    <a:pt x="267662" y="633895"/>
                  </a:lnTo>
                  <a:lnTo>
                    <a:pt x="259243" y="622215"/>
                  </a:lnTo>
                  <a:lnTo>
                    <a:pt x="253350" y="614068"/>
                  </a:lnTo>
                  <a:lnTo>
                    <a:pt x="239193" y="594339"/>
                  </a:lnTo>
                  <a:lnTo>
                    <a:pt x="227721" y="578457"/>
                  </a:lnTo>
                  <a:lnTo>
                    <a:pt x="225018" y="574696"/>
                  </a:lnTo>
                  <a:lnTo>
                    <a:pt x="213487" y="558583"/>
                  </a:lnTo>
                  <a:lnTo>
                    <a:pt x="197348" y="536083"/>
                  </a:lnTo>
                  <a:lnTo>
                    <a:pt x="190968" y="527090"/>
                  </a:lnTo>
                  <a:lnTo>
                    <a:pt x="162045" y="486492"/>
                  </a:lnTo>
                  <a:lnTo>
                    <a:pt x="152804" y="473523"/>
                  </a:lnTo>
                  <a:lnTo>
                    <a:pt x="148404" y="467317"/>
                  </a:lnTo>
                  <a:lnTo>
                    <a:pt x="124266" y="433227"/>
                  </a:lnTo>
                  <a:lnTo>
                    <a:pt x="115843" y="421396"/>
                  </a:lnTo>
                  <a:lnTo>
                    <a:pt x="105506" y="406776"/>
                  </a:lnTo>
                  <a:lnTo>
                    <a:pt x="83443" y="375464"/>
                  </a:lnTo>
                  <a:lnTo>
                    <a:pt x="79506" y="369824"/>
                  </a:lnTo>
                  <a:lnTo>
                    <a:pt x="55419" y="335475"/>
                  </a:lnTo>
                  <a:lnTo>
                    <a:pt x="44425" y="319870"/>
                  </a:lnTo>
                  <a:lnTo>
                    <a:pt x="37876" y="310513"/>
                  </a:lnTo>
                  <a:lnTo>
                    <a:pt x="35169" y="306656"/>
                  </a:lnTo>
                  <a:lnTo>
                    <a:pt x="21725" y="287382"/>
                  </a:lnTo>
                  <a:lnTo>
                    <a:pt x="21606" y="287210"/>
                  </a:lnTo>
                  <a:lnTo>
                    <a:pt x="5035" y="263396"/>
                  </a:lnTo>
                  <a:lnTo>
                    <a:pt x="0" y="256156"/>
                  </a:lnTo>
                  <a:lnTo>
                    <a:pt x="1280" y="250328"/>
                  </a:lnTo>
                  <a:lnTo>
                    <a:pt x="2133" y="246450"/>
                  </a:lnTo>
                  <a:lnTo>
                    <a:pt x="3133" y="241908"/>
                  </a:lnTo>
                  <a:lnTo>
                    <a:pt x="5510" y="2311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65839" y="2946377"/>
              <a:ext cx="6843" cy="7024"/>
            </a:xfrm>
            <a:custGeom>
              <a:avLst/>
              <a:pathLst>
                <a:path w="6843" h="7024">
                  <a:moveTo>
                    <a:pt x="0" y="3382"/>
                  </a:moveTo>
                  <a:lnTo>
                    <a:pt x="5156" y="0"/>
                  </a:lnTo>
                  <a:lnTo>
                    <a:pt x="6843" y="3037"/>
                  </a:lnTo>
                  <a:lnTo>
                    <a:pt x="152" y="70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63946" y="2664695"/>
              <a:ext cx="517619" cy="397794"/>
            </a:xfrm>
            <a:custGeom>
              <a:avLst/>
              <a:pathLst>
                <a:path w="517619" h="397794">
                  <a:moveTo>
                    <a:pt x="0" y="347879"/>
                  </a:moveTo>
                  <a:lnTo>
                    <a:pt x="7205" y="341054"/>
                  </a:lnTo>
                  <a:lnTo>
                    <a:pt x="16166" y="330880"/>
                  </a:lnTo>
                  <a:lnTo>
                    <a:pt x="19419" y="325003"/>
                  </a:lnTo>
                  <a:lnTo>
                    <a:pt x="24559" y="319590"/>
                  </a:lnTo>
                  <a:lnTo>
                    <a:pt x="29383" y="315170"/>
                  </a:lnTo>
                  <a:lnTo>
                    <a:pt x="32357" y="312694"/>
                  </a:lnTo>
                  <a:lnTo>
                    <a:pt x="32417" y="312249"/>
                  </a:lnTo>
                  <a:lnTo>
                    <a:pt x="32976" y="308080"/>
                  </a:lnTo>
                  <a:lnTo>
                    <a:pt x="35229" y="304624"/>
                  </a:lnTo>
                  <a:lnTo>
                    <a:pt x="35180" y="300593"/>
                  </a:lnTo>
                  <a:lnTo>
                    <a:pt x="39303" y="297052"/>
                  </a:lnTo>
                  <a:lnTo>
                    <a:pt x="42798" y="293374"/>
                  </a:lnTo>
                  <a:lnTo>
                    <a:pt x="45082" y="288603"/>
                  </a:lnTo>
                  <a:lnTo>
                    <a:pt x="44444" y="287540"/>
                  </a:lnTo>
                  <a:lnTo>
                    <a:pt x="43433" y="285855"/>
                  </a:lnTo>
                  <a:lnTo>
                    <a:pt x="41504" y="282681"/>
                  </a:lnTo>
                  <a:lnTo>
                    <a:pt x="39244" y="281527"/>
                  </a:lnTo>
                  <a:lnTo>
                    <a:pt x="38419" y="277493"/>
                  </a:lnTo>
                  <a:lnTo>
                    <a:pt x="36834" y="276125"/>
                  </a:lnTo>
                  <a:lnTo>
                    <a:pt x="34656" y="276266"/>
                  </a:lnTo>
                  <a:lnTo>
                    <a:pt x="30278" y="274063"/>
                  </a:lnTo>
                  <a:lnTo>
                    <a:pt x="29796" y="268500"/>
                  </a:lnTo>
                  <a:lnTo>
                    <a:pt x="28733" y="267957"/>
                  </a:lnTo>
                  <a:lnTo>
                    <a:pt x="25121" y="267865"/>
                  </a:lnTo>
                  <a:lnTo>
                    <a:pt x="24965" y="263631"/>
                  </a:lnTo>
                  <a:lnTo>
                    <a:pt x="25070" y="262786"/>
                  </a:lnTo>
                  <a:lnTo>
                    <a:pt x="25297" y="260950"/>
                  </a:lnTo>
                  <a:lnTo>
                    <a:pt x="23281" y="255220"/>
                  </a:lnTo>
                  <a:lnTo>
                    <a:pt x="21321" y="252061"/>
                  </a:lnTo>
                  <a:lnTo>
                    <a:pt x="34514" y="243509"/>
                  </a:lnTo>
                  <a:lnTo>
                    <a:pt x="50788" y="234352"/>
                  </a:lnTo>
                  <a:lnTo>
                    <a:pt x="55730" y="232876"/>
                  </a:lnTo>
                  <a:lnTo>
                    <a:pt x="63948" y="230407"/>
                  </a:lnTo>
                  <a:lnTo>
                    <a:pt x="75070" y="227105"/>
                  </a:lnTo>
                  <a:lnTo>
                    <a:pt x="84423" y="225426"/>
                  </a:lnTo>
                  <a:lnTo>
                    <a:pt x="95733" y="224222"/>
                  </a:lnTo>
                  <a:lnTo>
                    <a:pt x="99200" y="223458"/>
                  </a:lnTo>
                  <a:lnTo>
                    <a:pt x="106612" y="226677"/>
                  </a:lnTo>
                  <a:lnTo>
                    <a:pt x="114349" y="228793"/>
                  </a:lnTo>
                  <a:lnTo>
                    <a:pt x="117042" y="226681"/>
                  </a:lnTo>
                  <a:lnTo>
                    <a:pt x="124048" y="222489"/>
                  </a:lnTo>
                  <a:lnTo>
                    <a:pt x="126007" y="221313"/>
                  </a:lnTo>
                  <a:lnTo>
                    <a:pt x="130741" y="220242"/>
                  </a:lnTo>
                  <a:lnTo>
                    <a:pt x="138635" y="217179"/>
                  </a:lnTo>
                  <a:lnTo>
                    <a:pt x="146880" y="216060"/>
                  </a:lnTo>
                  <a:lnTo>
                    <a:pt x="149771" y="215278"/>
                  </a:lnTo>
                  <a:lnTo>
                    <a:pt x="155606" y="210359"/>
                  </a:lnTo>
                  <a:lnTo>
                    <a:pt x="159674" y="207949"/>
                  </a:lnTo>
                  <a:lnTo>
                    <a:pt x="162045" y="205482"/>
                  </a:lnTo>
                  <a:lnTo>
                    <a:pt x="163915" y="203532"/>
                  </a:lnTo>
                  <a:lnTo>
                    <a:pt x="165702" y="197422"/>
                  </a:lnTo>
                  <a:lnTo>
                    <a:pt x="166351" y="196600"/>
                  </a:lnTo>
                  <a:lnTo>
                    <a:pt x="171193" y="190449"/>
                  </a:lnTo>
                  <a:lnTo>
                    <a:pt x="175859" y="184417"/>
                  </a:lnTo>
                  <a:lnTo>
                    <a:pt x="178672" y="183145"/>
                  </a:lnTo>
                  <a:lnTo>
                    <a:pt x="181958" y="183395"/>
                  </a:lnTo>
                  <a:lnTo>
                    <a:pt x="186566" y="180423"/>
                  </a:lnTo>
                  <a:lnTo>
                    <a:pt x="187364" y="175960"/>
                  </a:lnTo>
                  <a:lnTo>
                    <a:pt x="185904" y="169507"/>
                  </a:lnTo>
                  <a:lnTo>
                    <a:pt x="184848" y="167013"/>
                  </a:lnTo>
                  <a:lnTo>
                    <a:pt x="182313" y="161033"/>
                  </a:lnTo>
                  <a:lnTo>
                    <a:pt x="180086" y="157043"/>
                  </a:lnTo>
                  <a:lnTo>
                    <a:pt x="174734" y="153795"/>
                  </a:lnTo>
                  <a:lnTo>
                    <a:pt x="170512" y="153651"/>
                  </a:lnTo>
                  <a:lnTo>
                    <a:pt x="165436" y="154246"/>
                  </a:lnTo>
                  <a:lnTo>
                    <a:pt x="166142" y="150084"/>
                  </a:lnTo>
                  <a:lnTo>
                    <a:pt x="172886" y="143715"/>
                  </a:lnTo>
                  <a:lnTo>
                    <a:pt x="169875" y="139762"/>
                  </a:lnTo>
                  <a:lnTo>
                    <a:pt x="165680" y="140463"/>
                  </a:lnTo>
                  <a:lnTo>
                    <a:pt x="165467" y="136729"/>
                  </a:lnTo>
                  <a:lnTo>
                    <a:pt x="164246" y="134540"/>
                  </a:lnTo>
                  <a:lnTo>
                    <a:pt x="164319" y="131496"/>
                  </a:lnTo>
                  <a:lnTo>
                    <a:pt x="164778" y="128433"/>
                  </a:lnTo>
                  <a:lnTo>
                    <a:pt x="166652" y="124278"/>
                  </a:lnTo>
                  <a:lnTo>
                    <a:pt x="171109" y="121918"/>
                  </a:lnTo>
                  <a:lnTo>
                    <a:pt x="172995" y="119025"/>
                  </a:lnTo>
                  <a:lnTo>
                    <a:pt x="172098" y="115499"/>
                  </a:lnTo>
                  <a:lnTo>
                    <a:pt x="175437" y="112736"/>
                  </a:lnTo>
                  <a:lnTo>
                    <a:pt x="179912" y="106918"/>
                  </a:lnTo>
                  <a:lnTo>
                    <a:pt x="182909" y="105840"/>
                  </a:lnTo>
                  <a:lnTo>
                    <a:pt x="186680" y="99486"/>
                  </a:lnTo>
                  <a:lnTo>
                    <a:pt x="187841" y="97525"/>
                  </a:lnTo>
                  <a:lnTo>
                    <a:pt x="188128" y="92883"/>
                  </a:lnTo>
                  <a:lnTo>
                    <a:pt x="189435" y="88384"/>
                  </a:lnTo>
                  <a:lnTo>
                    <a:pt x="197408" y="72646"/>
                  </a:lnTo>
                  <a:lnTo>
                    <a:pt x="203256" y="61741"/>
                  </a:lnTo>
                  <a:lnTo>
                    <a:pt x="207211" y="55836"/>
                  </a:lnTo>
                  <a:lnTo>
                    <a:pt x="210422" y="50049"/>
                  </a:lnTo>
                  <a:lnTo>
                    <a:pt x="215853" y="44346"/>
                  </a:lnTo>
                  <a:lnTo>
                    <a:pt x="219521" y="40378"/>
                  </a:lnTo>
                  <a:lnTo>
                    <a:pt x="222320" y="36847"/>
                  </a:lnTo>
                  <a:lnTo>
                    <a:pt x="222532" y="35008"/>
                  </a:lnTo>
                  <a:lnTo>
                    <a:pt x="227299" y="32904"/>
                  </a:lnTo>
                  <a:lnTo>
                    <a:pt x="230711" y="28875"/>
                  </a:lnTo>
                  <a:lnTo>
                    <a:pt x="236584" y="29188"/>
                  </a:lnTo>
                  <a:lnTo>
                    <a:pt x="237643" y="28726"/>
                  </a:lnTo>
                  <a:lnTo>
                    <a:pt x="242203" y="26734"/>
                  </a:lnTo>
                  <a:lnTo>
                    <a:pt x="244097" y="25905"/>
                  </a:lnTo>
                  <a:lnTo>
                    <a:pt x="254267" y="22806"/>
                  </a:lnTo>
                  <a:lnTo>
                    <a:pt x="266116" y="19211"/>
                  </a:lnTo>
                  <a:lnTo>
                    <a:pt x="277924" y="14732"/>
                  </a:lnTo>
                  <a:lnTo>
                    <a:pt x="286644" y="11400"/>
                  </a:lnTo>
                  <a:lnTo>
                    <a:pt x="300134" y="6556"/>
                  </a:lnTo>
                  <a:lnTo>
                    <a:pt x="317011" y="0"/>
                  </a:lnTo>
                  <a:lnTo>
                    <a:pt x="318067" y="3414"/>
                  </a:lnTo>
                  <a:lnTo>
                    <a:pt x="319901" y="7720"/>
                  </a:lnTo>
                  <a:lnTo>
                    <a:pt x="319268" y="13625"/>
                  </a:lnTo>
                  <a:lnTo>
                    <a:pt x="320953" y="15903"/>
                  </a:lnTo>
                  <a:lnTo>
                    <a:pt x="323447" y="17305"/>
                  </a:lnTo>
                  <a:lnTo>
                    <a:pt x="323557" y="22062"/>
                  </a:lnTo>
                  <a:lnTo>
                    <a:pt x="324538" y="26472"/>
                  </a:lnTo>
                  <a:lnTo>
                    <a:pt x="325409" y="33727"/>
                  </a:lnTo>
                  <a:lnTo>
                    <a:pt x="328198" y="37634"/>
                  </a:lnTo>
                  <a:lnTo>
                    <a:pt x="328521" y="37896"/>
                  </a:lnTo>
                  <a:lnTo>
                    <a:pt x="329923" y="39035"/>
                  </a:lnTo>
                  <a:lnTo>
                    <a:pt x="333063" y="41585"/>
                  </a:lnTo>
                  <a:lnTo>
                    <a:pt x="336071" y="46784"/>
                  </a:lnTo>
                  <a:lnTo>
                    <a:pt x="336119" y="52192"/>
                  </a:lnTo>
                  <a:lnTo>
                    <a:pt x="336051" y="54632"/>
                  </a:lnTo>
                  <a:lnTo>
                    <a:pt x="337981" y="58348"/>
                  </a:lnTo>
                  <a:lnTo>
                    <a:pt x="339689" y="62109"/>
                  </a:lnTo>
                  <a:lnTo>
                    <a:pt x="339901" y="62574"/>
                  </a:lnTo>
                  <a:lnTo>
                    <a:pt x="338733" y="65550"/>
                  </a:lnTo>
                  <a:lnTo>
                    <a:pt x="337861" y="71796"/>
                  </a:lnTo>
                  <a:lnTo>
                    <a:pt x="338533" y="77881"/>
                  </a:lnTo>
                  <a:lnTo>
                    <a:pt x="338923" y="83067"/>
                  </a:lnTo>
                  <a:lnTo>
                    <a:pt x="341607" y="85047"/>
                  </a:lnTo>
                  <a:lnTo>
                    <a:pt x="342304" y="88165"/>
                  </a:lnTo>
                  <a:lnTo>
                    <a:pt x="343791" y="91928"/>
                  </a:lnTo>
                  <a:lnTo>
                    <a:pt x="347292" y="95799"/>
                  </a:lnTo>
                  <a:lnTo>
                    <a:pt x="347967" y="101012"/>
                  </a:lnTo>
                  <a:lnTo>
                    <a:pt x="348683" y="101627"/>
                  </a:lnTo>
                  <a:lnTo>
                    <a:pt x="351611" y="104139"/>
                  </a:lnTo>
                  <a:lnTo>
                    <a:pt x="351481" y="105797"/>
                  </a:lnTo>
                  <a:lnTo>
                    <a:pt x="351072" y="110998"/>
                  </a:lnTo>
                  <a:lnTo>
                    <a:pt x="350989" y="114863"/>
                  </a:lnTo>
                  <a:lnTo>
                    <a:pt x="352032" y="120064"/>
                  </a:lnTo>
                  <a:lnTo>
                    <a:pt x="354613" y="122042"/>
                  </a:lnTo>
                  <a:lnTo>
                    <a:pt x="357015" y="115795"/>
                  </a:lnTo>
                  <a:lnTo>
                    <a:pt x="360275" y="118538"/>
                  </a:lnTo>
                  <a:lnTo>
                    <a:pt x="364621" y="121668"/>
                  </a:lnTo>
                  <a:lnTo>
                    <a:pt x="368772" y="136267"/>
                  </a:lnTo>
                  <a:lnTo>
                    <a:pt x="369991" y="140427"/>
                  </a:lnTo>
                  <a:lnTo>
                    <a:pt x="376907" y="164108"/>
                  </a:lnTo>
                  <a:lnTo>
                    <a:pt x="379233" y="171939"/>
                  </a:lnTo>
                  <a:lnTo>
                    <a:pt x="381903" y="180943"/>
                  </a:lnTo>
                  <a:lnTo>
                    <a:pt x="382006" y="181293"/>
                  </a:lnTo>
                  <a:lnTo>
                    <a:pt x="382146" y="184192"/>
                  </a:lnTo>
                  <a:lnTo>
                    <a:pt x="385254" y="188353"/>
                  </a:lnTo>
                  <a:lnTo>
                    <a:pt x="386523" y="209988"/>
                  </a:lnTo>
                  <a:lnTo>
                    <a:pt x="388741" y="248834"/>
                  </a:lnTo>
                  <a:lnTo>
                    <a:pt x="390746" y="251180"/>
                  </a:lnTo>
                  <a:lnTo>
                    <a:pt x="391003" y="251481"/>
                  </a:lnTo>
                  <a:lnTo>
                    <a:pt x="396073" y="270842"/>
                  </a:lnTo>
                  <a:lnTo>
                    <a:pt x="399546" y="284321"/>
                  </a:lnTo>
                  <a:lnTo>
                    <a:pt x="400110" y="286512"/>
                  </a:lnTo>
                  <a:lnTo>
                    <a:pt x="400579" y="288354"/>
                  </a:lnTo>
                  <a:lnTo>
                    <a:pt x="402604" y="296307"/>
                  </a:lnTo>
                  <a:lnTo>
                    <a:pt x="404482" y="303700"/>
                  </a:lnTo>
                  <a:lnTo>
                    <a:pt x="405839" y="309242"/>
                  </a:lnTo>
                  <a:lnTo>
                    <a:pt x="406055" y="310128"/>
                  </a:lnTo>
                  <a:lnTo>
                    <a:pt x="407551" y="316251"/>
                  </a:lnTo>
                  <a:lnTo>
                    <a:pt x="413973" y="321776"/>
                  </a:lnTo>
                  <a:lnTo>
                    <a:pt x="401884" y="336336"/>
                  </a:lnTo>
                  <a:lnTo>
                    <a:pt x="403930" y="338105"/>
                  </a:lnTo>
                  <a:lnTo>
                    <a:pt x="408307" y="341887"/>
                  </a:lnTo>
                  <a:lnTo>
                    <a:pt x="408687" y="343047"/>
                  </a:lnTo>
                  <a:lnTo>
                    <a:pt x="409316" y="344593"/>
                  </a:lnTo>
                  <a:lnTo>
                    <a:pt x="408020" y="349280"/>
                  </a:lnTo>
                  <a:lnTo>
                    <a:pt x="405101" y="352782"/>
                  </a:lnTo>
                  <a:lnTo>
                    <a:pt x="405350" y="355634"/>
                  </a:lnTo>
                  <a:lnTo>
                    <a:pt x="407042" y="355552"/>
                  </a:lnTo>
                  <a:lnTo>
                    <a:pt x="408899" y="355462"/>
                  </a:lnTo>
                  <a:lnTo>
                    <a:pt x="412354" y="353539"/>
                  </a:lnTo>
                  <a:lnTo>
                    <a:pt x="414105" y="351109"/>
                  </a:lnTo>
                  <a:lnTo>
                    <a:pt x="420835" y="346931"/>
                  </a:lnTo>
                  <a:lnTo>
                    <a:pt x="420860" y="346454"/>
                  </a:lnTo>
                  <a:lnTo>
                    <a:pt x="420977" y="344248"/>
                  </a:lnTo>
                  <a:lnTo>
                    <a:pt x="424294" y="344189"/>
                  </a:lnTo>
                  <a:lnTo>
                    <a:pt x="424640" y="343765"/>
                  </a:lnTo>
                  <a:lnTo>
                    <a:pt x="426449" y="341547"/>
                  </a:lnTo>
                  <a:lnTo>
                    <a:pt x="430939" y="342408"/>
                  </a:lnTo>
                  <a:lnTo>
                    <a:pt x="437902" y="342300"/>
                  </a:lnTo>
                  <a:lnTo>
                    <a:pt x="442210" y="338590"/>
                  </a:lnTo>
                  <a:lnTo>
                    <a:pt x="441743" y="336233"/>
                  </a:lnTo>
                  <a:lnTo>
                    <a:pt x="443419" y="334147"/>
                  </a:lnTo>
                  <a:lnTo>
                    <a:pt x="447930" y="333278"/>
                  </a:lnTo>
                  <a:lnTo>
                    <a:pt x="459007" y="329266"/>
                  </a:lnTo>
                  <a:lnTo>
                    <a:pt x="468017" y="324999"/>
                  </a:lnTo>
                  <a:lnTo>
                    <a:pt x="475012" y="320678"/>
                  </a:lnTo>
                  <a:lnTo>
                    <a:pt x="478712" y="315074"/>
                  </a:lnTo>
                  <a:lnTo>
                    <a:pt x="481139" y="310195"/>
                  </a:lnTo>
                  <a:lnTo>
                    <a:pt x="483914" y="307122"/>
                  </a:lnTo>
                  <a:lnTo>
                    <a:pt x="485211" y="303687"/>
                  </a:lnTo>
                  <a:lnTo>
                    <a:pt x="488619" y="300970"/>
                  </a:lnTo>
                  <a:lnTo>
                    <a:pt x="493788" y="295571"/>
                  </a:lnTo>
                  <a:lnTo>
                    <a:pt x="494653" y="296689"/>
                  </a:lnTo>
                  <a:lnTo>
                    <a:pt x="492113" y="303946"/>
                  </a:lnTo>
                  <a:lnTo>
                    <a:pt x="491584" y="308174"/>
                  </a:lnTo>
                  <a:lnTo>
                    <a:pt x="496370" y="309016"/>
                  </a:lnTo>
                  <a:lnTo>
                    <a:pt x="499357" y="306759"/>
                  </a:lnTo>
                  <a:lnTo>
                    <a:pt x="499822" y="300767"/>
                  </a:lnTo>
                  <a:lnTo>
                    <a:pt x="502805" y="300969"/>
                  </a:lnTo>
                  <a:lnTo>
                    <a:pt x="503446" y="305204"/>
                  </a:lnTo>
                  <a:lnTo>
                    <a:pt x="507074" y="307044"/>
                  </a:lnTo>
                  <a:lnTo>
                    <a:pt x="511283" y="300744"/>
                  </a:lnTo>
                  <a:lnTo>
                    <a:pt x="513477" y="299072"/>
                  </a:lnTo>
                  <a:lnTo>
                    <a:pt x="517619" y="298496"/>
                  </a:lnTo>
                  <a:lnTo>
                    <a:pt x="514517" y="305695"/>
                  </a:lnTo>
                  <a:lnTo>
                    <a:pt x="506034" y="313215"/>
                  </a:lnTo>
                  <a:lnTo>
                    <a:pt x="495249" y="322332"/>
                  </a:lnTo>
                  <a:lnTo>
                    <a:pt x="490301" y="327527"/>
                  </a:lnTo>
                  <a:lnTo>
                    <a:pt x="470881" y="343993"/>
                  </a:lnTo>
                  <a:lnTo>
                    <a:pt x="468184" y="346399"/>
                  </a:lnTo>
                  <a:lnTo>
                    <a:pt x="462028" y="351875"/>
                  </a:lnTo>
                  <a:lnTo>
                    <a:pt x="457421" y="356625"/>
                  </a:lnTo>
                  <a:lnTo>
                    <a:pt x="446612" y="364923"/>
                  </a:lnTo>
                  <a:lnTo>
                    <a:pt x="440811" y="367863"/>
                  </a:lnTo>
                  <a:lnTo>
                    <a:pt x="437754" y="368001"/>
                  </a:lnTo>
                  <a:lnTo>
                    <a:pt x="433709" y="370998"/>
                  </a:lnTo>
                  <a:lnTo>
                    <a:pt x="430324" y="373501"/>
                  </a:lnTo>
                  <a:lnTo>
                    <a:pt x="429072" y="374425"/>
                  </a:lnTo>
                  <a:lnTo>
                    <a:pt x="421052" y="378132"/>
                  </a:lnTo>
                  <a:lnTo>
                    <a:pt x="414057" y="379887"/>
                  </a:lnTo>
                  <a:lnTo>
                    <a:pt x="412507" y="380275"/>
                  </a:lnTo>
                  <a:lnTo>
                    <a:pt x="409746" y="382563"/>
                  </a:lnTo>
                  <a:lnTo>
                    <a:pt x="403454" y="387764"/>
                  </a:lnTo>
                  <a:lnTo>
                    <a:pt x="400914" y="386940"/>
                  </a:lnTo>
                  <a:lnTo>
                    <a:pt x="399571" y="386504"/>
                  </a:lnTo>
                  <a:lnTo>
                    <a:pt x="396163" y="385850"/>
                  </a:lnTo>
                  <a:lnTo>
                    <a:pt x="394749" y="385578"/>
                  </a:lnTo>
                  <a:lnTo>
                    <a:pt x="392609" y="390933"/>
                  </a:lnTo>
                  <a:lnTo>
                    <a:pt x="388094" y="395761"/>
                  </a:lnTo>
                  <a:lnTo>
                    <a:pt x="384546" y="397794"/>
                  </a:lnTo>
                  <a:lnTo>
                    <a:pt x="384152" y="393963"/>
                  </a:lnTo>
                  <a:lnTo>
                    <a:pt x="385820" y="392154"/>
                  </a:lnTo>
                  <a:lnTo>
                    <a:pt x="385742" y="388965"/>
                  </a:lnTo>
                  <a:lnTo>
                    <a:pt x="384953" y="385634"/>
                  </a:lnTo>
                  <a:lnTo>
                    <a:pt x="386445" y="383891"/>
                  </a:lnTo>
                  <a:lnTo>
                    <a:pt x="387076" y="383609"/>
                  </a:lnTo>
                  <a:lnTo>
                    <a:pt x="391499" y="381630"/>
                  </a:lnTo>
                  <a:lnTo>
                    <a:pt x="392072" y="380001"/>
                  </a:lnTo>
                  <a:lnTo>
                    <a:pt x="392195" y="379652"/>
                  </a:lnTo>
                  <a:lnTo>
                    <a:pt x="392941" y="377485"/>
                  </a:lnTo>
                  <a:lnTo>
                    <a:pt x="393125" y="374201"/>
                  </a:lnTo>
                  <a:lnTo>
                    <a:pt x="393228" y="372337"/>
                  </a:lnTo>
                  <a:lnTo>
                    <a:pt x="393287" y="371267"/>
                  </a:lnTo>
                  <a:lnTo>
                    <a:pt x="394024" y="367210"/>
                  </a:lnTo>
                  <a:lnTo>
                    <a:pt x="394360" y="365352"/>
                  </a:lnTo>
                  <a:lnTo>
                    <a:pt x="394439" y="364918"/>
                  </a:lnTo>
                  <a:lnTo>
                    <a:pt x="394484" y="364381"/>
                  </a:lnTo>
                  <a:lnTo>
                    <a:pt x="394656" y="362354"/>
                  </a:lnTo>
                  <a:lnTo>
                    <a:pt x="394775" y="360940"/>
                  </a:lnTo>
                  <a:lnTo>
                    <a:pt x="394876" y="359745"/>
                  </a:lnTo>
                  <a:lnTo>
                    <a:pt x="394864" y="359009"/>
                  </a:lnTo>
                  <a:lnTo>
                    <a:pt x="394808" y="355683"/>
                  </a:lnTo>
                  <a:lnTo>
                    <a:pt x="394755" y="352634"/>
                  </a:lnTo>
                  <a:lnTo>
                    <a:pt x="394369" y="348508"/>
                  </a:lnTo>
                  <a:lnTo>
                    <a:pt x="383640" y="346332"/>
                  </a:lnTo>
                  <a:lnTo>
                    <a:pt x="371155" y="343603"/>
                  </a:lnTo>
                  <a:lnTo>
                    <a:pt x="369481" y="343235"/>
                  </a:lnTo>
                  <a:lnTo>
                    <a:pt x="364533" y="342107"/>
                  </a:lnTo>
                  <a:lnTo>
                    <a:pt x="359689" y="340763"/>
                  </a:lnTo>
                  <a:lnTo>
                    <a:pt x="352949" y="338885"/>
                  </a:lnTo>
                  <a:lnTo>
                    <a:pt x="335466" y="334446"/>
                  </a:lnTo>
                  <a:lnTo>
                    <a:pt x="331235" y="329471"/>
                  </a:lnTo>
                  <a:lnTo>
                    <a:pt x="329870" y="329745"/>
                  </a:lnTo>
                  <a:lnTo>
                    <a:pt x="327106" y="330299"/>
                  </a:lnTo>
                  <a:lnTo>
                    <a:pt x="320887" y="330075"/>
                  </a:lnTo>
                  <a:lnTo>
                    <a:pt x="314152" y="328423"/>
                  </a:lnTo>
                  <a:lnTo>
                    <a:pt x="308358" y="322993"/>
                  </a:lnTo>
                  <a:lnTo>
                    <a:pt x="307483" y="320616"/>
                  </a:lnTo>
                  <a:lnTo>
                    <a:pt x="306321" y="317458"/>
                  </a:lnTo>
                  <a:lnTo>
                    <a:pt x="303237" y="308190"/>
                  </a:lnTo>
                  <a:lnTo>
                    <a:pt x="300679" y="304407"/>
                  </a:lnTo>
                  <a:lnTo>
                    <a:pt x="297304" y="301918"/>
                  </a:lnTo>
                  <a:lnTo>
                    <a:pt x="295114" y="301779"/>
                  </a:lnTo>
                  <a:lnTo>
                    <a:pt x="292033" y="301582"/>
                  </a:lnTo>
                  <a:lnTo>
                    <a:pt x="286989" y="301086"/>
                  </a:lnTo>
                  <a:lnTo>
                    <a:pt x="283650" y="296406"/>
                  </a:lnTo>
                  <a:lnTo>
                    <a:pt x="279465" y="293503"/>
                  </a:lnTo>
                  <a:lnTo>
                    <a:pt x="278289" y="293789"/>
                  </a:lnTo>
                  <a:lnTo>
                    <a:pt x="270959" y="295569"/>
                  </a:lnTo>
                  <a:lnTo>
                    <a:pt x="270591" y="295686"/>
                  </a:lnTo>
                  <a:lnTo>
                    <a:pt x="246819" y="303140"/>
                  </a:lnTo>
                  <a:lnTo>
                    <a:pt x="232362" y="307574"/>
                  </a:lnTo>
                  <a:lnTo>
                    <a:pt x="229921" y="308318"/>
                  </a:lnTo>
                  <a:lnTo>
                    <a:pt x="210427" y="314210"/>
                  </a:lnTo>
                  <a:lnTo>
                    <a:pt x="204484" y="315878"/>
                  </a:lnTo>
                  <a:lnTo>
                    <a:pt x="181721" y="322573"/>
                  </a:lnTo>
                  <a:lnTo>
                    <a:pt x="179320" y="323272"/>
                  </a:lnTo>
                  <a:lnTo>
                    <a:pt x="176735" y="324024"/>
                  </a:lnTo>
                  <a:lnTo>
                    <a:pt x="139522" y="334917"/>
                  </a:lnTo>
                  <a:lnTo>
                    <a:pt x="130864" y="337406"/>
                  </a:lnTo>
                  <a:lnTo>
                    <a:pt x="125781" y="338860"/>
                  </a:lnTo>
                  <a:lnTo>
                    <a:pt x="113412" y="342242"/>
                  </a:lnTo>
                  <a:lnTo>
                    <a:pt x="102546" y="345285"/>
                  </a:lnTo>
                  <a:lnTo>
                    <a:pt x="98523" y="346405"/>
                  </a:lnTo>
                  <a:lnTo>
                    <a:pt x="96227" y="347028"/>
                  </a:lnTo>
                  <a:lnTo>
                    <a:pt x="78279" y="351850"/>
                  </a:lnTo>
                  <a:lnTo>
                    <a:pt x="58243" y="357303"/>
                  </a:lnTo>
                  <a:lnTo>
                    <a:pt x="54251" y="358379"/>
                  </a:lnTo>
                  <a:lnTo>
                    <a:pt x="49382" y="359680"/>
                  </a:lnTo>
                  <a:lnTo>
                    <a:pt x="23753" y="366441"/>
                  </a:lnTo>
                  <a:lnTo>
                    <a:pt x="15110" y="368646"/>
                  </a:lnTo>
                  <a:lnTo>
                    <a:pt x="5705" y="371029"/>
                  </a:lnTo>
                  <a:lnTo>
                    <a:pt x="2889" y="3597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86485" y="3258025"/>
              <a:ext cx="5622" cy="8346"/>
            </a:xfrm>
            <a:custGeom>
              <a:avLst/>
              <a:pathLst>
                <a:path w="5622" h="8346">
                  <a:moveTo>
                    <a:pt x="0" y="3014"/>
                  </a:moveTo>
                  <a:lnTo>
                    <a:pt x="1874" y="0"/>
                  </a:lnTo>
                  <a:lnTo>
                    <a:pt x="5112" y="1891"/>
                  </a:lnTo>
                  <a:lnTo>
                    <a:pt x="5622" y="6356"/>
                  </a:lnTo>
                  <a:lnTo>
                    <a:pt x="2501" y="83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62729" y="3202810"/>
              <a:ext cx="293902" cy="336860"/>
            </a:xfrm>
            <a:custGeom>
              <a:avLst/>
              <a:pathLst>
                <a:path w="293902" h="336860">
                  <a:moveTo>
                    <a:pt x="36989" y="296072"/>
                  </a:moveTo>
                  <a:lnTo>
                    <a:pt x="35899" y="289331"/>
                  </a:lnTo>
                  <a:lnTo>
                    <a:pt x="34685" y="281842"/>
                  </a:lnTo>
                  <a:lnTo>
                    <a:pt x="32800" y="270591"/>
                  </a:lnTo>
                  <a:lnTo>
                    <a:pt x="32137" y="266637"/>
                  </a:lnTo>
                  <a:lnTo>
                    <a:pt x="29829" y="252907"/>
                  </a:lnTo>
                  <a:lnTo>
                    <a:pt x="27112" y="236454"/>
                  </a:lnTo>
                  <a:lnTo>
                    <a:pt x="25851" y="228832"/>
                  </a:lnTo>
                  <a:lnTo>
                    <a:pt x="24386" y="220000"/>
                  </a:lnTo>
                  <a:lnTo>
                    <a:pt x="23360" y="213688"/>
                  </a:lnTo>
                  <a:lnTo>
                    <a:pt x="21529" y="202449"/>
                  </a:lnTo>
                  <a:lnTo>
                    <a:pt x="20925" y="198750"/>
                  </a:lnTo>
                  <a:lnTo>
                    <a:pt x="18740" y="185878"/>
                  </a:lnTo>
                  <a:lnTo>
                    <a:pt x="17666" y="179801"/>
                  </a:lnTo>
                  <a:lnTo>
                    <a:pt x="15282" y="166342"/>
                  </a:lnTo>
                  <a:lnTo>
                    <a:pt x="12244" y="149575"/>
                  </a:lnTo>
                  <a:lnTo>
                    <a:pt x="11198" y="143813"/>
                  </a:lnTo>
                  <a:lnTo>
                    <a:pt x="9129" y="132425"/>
                  </a:lnTo>
                  <a:lnTo>
                    <a:pt x="7067" y="121115"/>
                  </a:lnTo>
                  <a:lnTo>
                    <a:pt x="6777" y="119530"/>
                  </a:lnTo>
                  <a:lnTo>
                    <a:pt x="4613" y="107684"/>
                  </a:lnTo>
                  <a:lnTo>
                    <a:pt x="4329" y="106154"/>
                  </a:lnTo>
                  <a:lnTo>
                    <a:pt x="2662" y="97182"/>
                  </a:lnTo>
                  <a:lnTo>
                    <a:pt x="0" y="82878"/>
                  </a:lnTo>
                  <a:lnTo>
                    <a:pt x="23349" y="77637"/>
                  </a:lnTo>
                  <a:lnTo>
                    <a:pt x="25790" y="77075"/>
                  </a:lnTo>
                  <a:lnTo>
                    <a:pt x="28269" y="76502"/>
                  </a:lnTo>
                  <a:lnTo>
                    <a:pt x="42579" y="73169"/>
                  </a:lnTo>
                  <a:lnTo>
                    <a:pt x="58640" y="69328"/>
                  </a:lnTo>
                  <a:lnTo>
                    <a:pt x="66054" y="67537"/>
                  </a:lnTo>
                  <a:lnTo>
                    <a:pt x="85567" y="62745"/>
                  </a:lnTo>
                  <a:lnTo>
                    <a:pt x="89090" y="65727"/>
                  </a:lnTo>
                  <a:lnTo>
                    <a:pt x="94172" y="63751"/>
                  </a:lnTo>
                  <a:lnTo>
                    <a:pt x="101210" y="67426"/>
                  </a:lnTo>
                  <a:lnTo>
                    <a:pt x="105872" y="68252"/>
                  </a:lnTo>
                  <a:lnTo>
                    <a:pt x="112558" y="69429"/>
                  </a:lnTo>
                  <a:lnTo>
                    <a:pt x="115700" y="72325"/>
                  </a:lnTo>
                  <a:lnTo>
                    <a:pt x="122388" y="74614"/>
                  </a:lnTo>
                  <a:lnTo>
                    <a:pt x="126063" y="68266"/>
                  </a:lnTo>
                  <a:lnTo>
                    <a:pt x="127483" y="66956"/>
                  </a:lnTo>
                  <a:lnTo>
                    <a:pt x="135682" y="69295"/>
                  </a:lnTo>
                  <a:lnTo>
                    <a:pt x="138222" y="72809"/>
                  </a:lnTo>
                  <a:lnTo>
                    <a:pt x="138468" y="73149"/>
                  </a:lnTo>
                  <a:lnTo>
                    <a:pt x="144123" y="77665"/>
                  </a:lnTo>
                  <a:lnTo>
                    <a:pt x="150124" y="79710"/>
                  </a:lnTo>
                  <a:lnTo>
                    <a:pt x="154838" y="79118"/>
                  </a:lnTo>
                  <a:lnTo>
                    <a:pt x="160405" y="74273"/>
                  </a:lnTo>
                  <a:lnTo>
                    <a:pt x="161270" y="74027"/>
                  </a:lnTo>
                  <a:lnTo>
                    <a:pt x="166267" y="72603"/>
                  </a:lnTo>
                  <a:lnTo>
                    <a:pt x="171050" y="67874"/>
                  </a:lnTo>
                  <a:lnTo>
                    <a:pt x="182147" y="61543"/>
                  </a:lnTo>
                  <a:lnTo>
                    <a:pt x="183998" y="62079"/>
                  </a:lnTo>
                  <a:lnTo>
                    <a:pt x="186172" y="62707"/>
                  </a:lnTo>
                  <a:lnTo>
                    <a:pt x="192079" y="61091"/>
                  </a:lnTo>
                  <a:lnTo>
                    <a:pt x="194163" y="60520"/>
                  </a:lnTo>
                  <a:lnTo>
                    <a:pt x="198865" y="60089"/>
                  </a:lnTo>
                  <a:lnTo>
                    <a:pt x="204556" y="54109"/>
                  </a:lnTo>
                  <a:lnTo>
                    <a:pt x="211957" y="43929"/>
                  </a:lnTo>
                  <a:lnTo>
                    <a:pt x="213110" y="42338"/>
                  </a:lnTo>
                  <a:lnTo>
                    <a:pt x="216896" y="36227"/>
                  </a:lnTo>
                  <a:lnTo>
                    <a:pt x="222297" y="30175"/>
                  </a:lnTo>
                  <a:lnTo>
                    <a:pt x="228254" y="26389"/>
                  </a:lnTo>
                  <a:lnTo>
                    <a:pt x="235569" y="19882"/>
                  </a:lnTo>
                  <a:lnTo>
                    <a:pt x="238506" y="18315"/>
                  </a:lnTo>
                  <a:lnTo>
                    <a:pt x="244531" y="15092"/>
                  </a:lnTo>
                  <a:lnTo>
                    <a:pt x="249984" y="10101"/>
                  </a:lnTo>
                  <a:lnTo>
                    <a:pt x="262770" y="2661"/>
                  </a:lnTo>
                  <a:lnTo>
                    <a:pt x="266287" y="0"/>
                  </a:lnTo>
                  <a:lnTo>
                    <a:pt x="268856" y="10951"/>
                  </a:lnTo>
                  <a:lnTo>
                    <a:pt x="272459" y="26340"/>
                  </a:lnTo>
                  <a:lnTo>
                    <a:pt x="275875" y="40926"/>
                  </a:lnTo>
                  <a:lnTo>
                    <a:pt x="276079" y="41802"/>
                  </a:lnTo>
                  <a:lnTo>
                    <a:pt x="281206" y="63760"/>
                  </a:lnTo>
                  <a:lnTo>
                    <a:pt x="283160" y="72270"/>
                  </a:lnTo>
                  <a:lnTo>
                    <a:pt x="283320" y="72966"/>
                  </a:lnTo>
                  <a:lnTo>
                    <a:pt x="287606" y="91678"/>
                  </a:lnTo>
                  <a:lnTo>
                    <a:pt x="287733" y="92220"/>
                  </a:lnTo>
                  <a:lnTo>
                    <a:pt x="288712" y="96412"/>
                  </a:lnTo>
                  <a:lnTo>
                    <a:pt x="292955" y="114599"/>
                  </a:lnTo>
                  <a:lnTo>
                    <a:pt x="289272" y="117599"/>
                  </a:lnTo>
                  <a:lnTo>
                    <a:pt x="286395" y="117896"/>
                  </a:lnTo>
                  <a:lnTo>
                    <a:pt x="284514" y="121734"/>
                  </a:lnTo>
                  <a:lnTo>
                    <a:pt x="288663" y="126336"/>
                  </a:lnTo>
                  <a:lnTo>
                    <a:pt x="291219" y="132390"/>
                  </a:lnTo>
                  <a:lnTo>
                    <a:pt x="290782" y="137150"/>
                  </a:lnTo>
                  <a:lnTo>
                    <a:pt x="290699" y="138047"/>
                  </a:lnTo>
                  <a:lnTo>
                    <a:pt x="293902" y="144647"/>
                  </a:lnTo>
                  <a:lnTo>
                    <a:pt x="292480" y="149744"/>
                  </a:lnTo>
                  <a:lnTo>
                    <a:pt x="291178" y="155863"/>
                  </a:lnTo>
                  <a:lnTo>
                    <a:pt x="290570" y="158708"/>
                  </a:lnTo>
                  <a:lnTo>
                    <a:pt x="290457" y="159237"/>
                  </a:lnTo>
                  <a:lnTo>
                    <a:pt x="289852" y="165842"/>
                  </a:lnTo>
                  <a:lnTo>
                    <a:pt x="290654" y="169821"/>
                  </a:lnTo>
                  <a:lnTo>
                    <a:pt x="291749" y="175256"/>
                  </a:lnTo>
                  <a:lnTo>
                    <a:pt x="290568" y="177394"/>
                  </a:lnTo>
                  <a:lnTo>
                    <a:pt x="288653" y="180695"/>
                  </a:lnTo>
                  <a:lnTo>
                    <a:pt x="288673" y="186895"/>
                  </a:lnTo>
                  <a:lnTo>
                    <a:pt x="288674" y="187154"/>
                  </a:lnTo>
                  <a:lnTo>
                    <a:pt x="289513" y="191113"/>
                  </a:lnTo>
                  <a:lnTo>
                    <a:pt x="287310" y="195025"/>
                  </a:lnTo>
                  <a:lnTo>
                    <a:pt x="290396" y="198290"/>
                  </a:lnTo>
                  <a:lnTo>
                    <a:pt x="290912" y="198836"/>
                  </a:lnTo>
                  <a:lnTo>
                    <a:pt x="289521" y="203597"/>
                  </a:lnTo>
                  <a:lnTo>
                    <a:pt x="285491" y="209590"/>
                  </a:lnTo>
                  <a:lnTo>
                    <a:pt x="280693" y="216934"/>
                  </a:lnTo>
                  <a:lnTo>
                    <a:pt x="278711" y="219961"/>
                  </a:lnTo>
                  <a:lnTo>
                    <a:pt x="276728" y="225110"/>
                  </a:lnTo>
                  <a:lnTo>
                    <a:pt x="276410" y="225935"/>
                  </a:lnTo>
                  <a:lnTo>
                    <a:pt x="273006" y="228411"/>
                  </a:lnTo>
                  <a:lnTo>
                    <a:pt x="269636" y="232866"/>
                  </a:lnTo>
                  <a:lnTo>
                    <a:pt x="264009" y="238154"/>
                  </a:lnTo>
                  <a:lnTo>
                    <a:pt x="262460" y="238247"/>
                  </a:lnTo>
                  <a:lnTo>
                    <a:pt x="260870" y="238343"/>
                  </a:lnTo>
                  <a:lnTo>
                    <a:pt x="258838" y="234947"/>
                  </a:lnTo>
                  <a:lnTo>
                    <a:pt x="255723" y="234343"/>
                  </a:lnTo>
                  <a:lnTo>
                    <a:pt x="253305" y="238142"/>
                  </a:lnTo>
                  <a:lnTo>
                    <a:pt x="250384" y="242632"/>
                  </a:lnTo>
                  <a:lnTo>
                    <a:pt x="251016" y="247402"/>
                  </a:lnTo>
                  <a:lnTo>
                    <a:pt x="247838" y="248201"/>
                  </a:lnTo>
                  <a:lnTo>
                    <a:pt x="243636" y="249297"/>
                  </a:lnTo>
                  <a:lnTo>
                    <a:pt x="242440" y="254473"/>
                  </a:lnTo>
                  <a:lnTo>
                    <a:pt x="241943" y="255329"/>
                  </a:lnTo>
                  <a:lnTo>
                    <a:pt x="240362" y="258050"/>
                  </a:lnTo>
                  <a:lnTo>
                    <a:pt x="240458" y="258356"/>
                  </a:lnTo>
                  <a:lnTo>
                    <a:pt x="242420" y="264610"/>
                  </a:lnTo>
                  <a:lnTo>
                    <a:pt x="241985" y="264937"/>
                  </a:lnTo>
                  <a:lnTo>
                    <a:pt x="238553" y="267512"/>
                  </a:lnTo>
                  <a:lnTo>
                    <a:pt x="240298" y="271042"/>
                  </a:lnTo>
                  <a:lnTo>
                    <a:pt x="242531" y="275900"/>
                  </a:lnTo>
                  <a:lnTo>
                    <a:pt x="239751" y="279657"/>
                  </a:lnTo>
                  <a:lnTo>
                    <a:pt x="235347" y="282108"/>
                  </a:lnTo>
                  <a:lnTo>
                    <a:pt x="231346" y="277276"/>
                  </a:lnTo>
                  <a:lnTo>
                    <a:pt x="226394" y="275118"/>
                  </a:lnTo>
                  <a:lnTo>
                    <a:pt x="224326" y="276628"/>
                  </a:lnTo>
                  <a:lnTo>
                    <a:pt x="221933" y="280921"/>
                  </a:lnTo>
                  <a:lnTo>
                    <a:pt x="221553" y="282361"/>
                  </a:lnTo>
                  <a:lnTo>
                    <a:pt x="220157" y="287635"/>
                  </a:lnTo>
                  <a:lnTo>
                    <a:pt x="219810" y="294980"/>
                  </a:lnTo>
                  <a:lnTo>
                    <a:pt x="217036" y="297561"/>
                  </a:lnTo>
                  <a:lnTo>
                    <a:pt x="218292" y="301083"/>
                  </a:lnTo>
                  <a:lnTo>
                    <a:pt x="221119" y="309510"/>
                  </a:lnTo>
                  <a:lnTo>
                    <a:pt x="222706" y="313749"/>
                  </a:lnTo>
                  <a:lnTo>
                    <a:pt x="220090" y="315831"/>
                  </a:lnTo>
                  <a:lnTo>
                    <a:pt x="216380" y="316462"/>
                  </a:lnTo>
                  <a:lnTo>
                    <a:pt x="216098" y="317764"/>
                  </a:lnTo>
                  <a:lnTo>
                    <a:pt x="215698" y="319608"/>
                  </a:lnTo>
                  <a:lnTo>
                    <a:pt x="216082" y="325264"/>
                  </a:lnTo>
                  <a:lnTo>
                    <a:pt x="215582" y="329593"/>
                  </a:lnTo>
                  <a:lnTo>
                    <a:pt x="211983" y="331674"/>
                  </a:lnTo>
                  <a:lnTo>
                    <a:pt x="207765" y="333285"/>
                  </a:lnTo>
                  <a:lnTo>
                    <a:pt x="203851" y="335234"/>
                  </a:lnTo>
                  <a:lnTo>
                    <a:pt x="200579" y="336860"/>
                  </a:lnTo>
                  <a:lnTo>
                    <a:pt x="198078" y="335829"/>
                  </a:lnTo>
                  <a:lnTo>
                    <a:pt x="195481" y="331430"/>
                  </a:lnTo>
                  <a:lnTo>
                    <a:pt x="191917" y="329445"/>
                  </a:lnTo>
                  <a:lnTo>
                    <a:pt x="191011" y="328940"/>
                  </a:lnTo>
                  <a:lnTo>
                    <a:pt x="187023" y="326015"/>
                  </a:lnTo>
                  <a:lnTo>
                    <a:pt x="181916" y="326597"/>
                  </a:lnTo>
                  <a:lnTo>
                    <a:pt x="180999" y="325967"/>
                  </a:lnTo>
                  <a:lnTo>
                    <a:pt x="177811" y="323777"/>
                  </a:lnTo>
                  <a:lnTo>
                    <a:pt x="175349" y="317681"/>
                  </a:lnTo>
                  <a:lnTo>
                    <a:pt x="174564" y="314245"/>
                  </a:lnTo>
                  <a:lnTo>
                    <a:pt x="172732" y="311254"/>
                  </a:lnTo>
                  <a:lnTo>
                    <a:pt x="169362" y="313108"/>
                  </a:lnTo>
                  <a:lnTo>
                    <a:pt x="165019" y="315200"/>
                  </a:lnTo>
                  <a:lnTo>
                    <a:pt x="164009" y="316592"/>
                  </a:lnTo>
                  <a:lnTo>
                    <a:pt x="163353" y="317494"/>
                  </a:lnTo>
                  <a:lnTo>
                    <a:pt x="159304" y="321615"/>
                  </a:lnTo>
                  <a:lnTo>
                    <a:pt x="158721" y="324551"/>
                  </a:lnTo>
                  <a:lnTo>
                    <a:pt x="156143" y="326872"/>
                  </a:lnTo>
                  <a:lnTo>
                    <a:pt x="151550" y="327073"/>
                  </a:lnTo>
                  <a:lnTo>
                    <a:pt x="150155" y="328743"/>
                  </a:lnTo>
                  <a:lnTo>
                    <a:pt x="148901" y="330243"/>
                  </a:lnTo>
                  <a:lnTo>
                    <a:pt x="146247" y="328687"/>
                  </a:lnTo>
                  <a:lnTo>
                    <a:pt x="141895" y="326109"/>
                  </a:lnTo>
                  <a:lnTo>
                    <a:pt x="137495" y="326300"/>
                  </a:lnTo>
                  <a:lnTo>
                    <a:pt x="130770" y="324735"/>
                  </a:lnTo>
                  <a:lnTo>
                    <a:pt x="124901" y="327948"/>
                  </a:lnTo>
                  <a:lnTo>
                    <a:pt x="124411" y="331273"/>
                  </a:lnTo>
                  <a:lnTo>
                    <a:pt x="124170" y="331450"/>
                  </a:lnTo>
                  <a:lnTo>
                    <a:pt x="122190" y="332901"/>
                  </a:lnTo>
                  <a:lnTo>
                    <a:pt x="120302" y="332563"/>
                  </a:lnTo>
                  <a:lnTo>
                    <a:pt x="115556" y="331713"/>
                  </a:lnTo>
                  <a:lnTo>
                    <a:pt x="114193" y="328635"/>
                  </a:lnTo>
                  <a:lnTo>
                    <a:pt x="110508" y="327547"/>
                  </a:lnTo>
                  <a:lnTo>
                    <a:pt x="108739" y="324734"/>
                  </a:lnTo>
                  <a:lnTo>
                    <a:pt x="105003" y="324057"/>
                  </a:lnTo>
                  <a:lnTo>
                    <a:pt x="103283" y="323744"/>
                  </a:lnTo>
                  <a:lnTo>
                    <a:pt x="99729" y="323325"/>
                  </a:lnTo>
                  <a:lnTo>
                    <a:pt x="95055" y="325624"/>
                  </a:lnTo>
                  <a:lnTo>
                    <a:pt x="89277" y="325155"/>
                  </a:lnTo>
                  <a:lnTo>
                    <a:pt x="83837" y="324763"/>
                  </a:lnTo>
                  <a:lnTo>
                    <a:pt x="82579" y="322860"/>
                  </a:lnTo>
                  <a:lnTo>
                    <a:pt x="81904" y="321838"/>
                  </a:lnTo>
                  <a:lnTo>
                    <a:pt x="81469" y="319064"/>
                  </a:lnTo>
                  <a:lnTo>
                    <a:pt x="81391" y="318564"/>
                  </a:lnTo>
                  <a:lnTo>
                    <a:pt x="76490" y="312791"/>
                  </a:lnTo>
                  <a:lnTo>
                    <a:pt x="75358" y="309985"/>
                  </a:lnTo>
                  <a:lnTo>
                    <a:pt x="73286" y="307627"/>
                  </a:lnTo>
                  <a:lnTo>
                    <a:pt x="72825" y="307103"/>
                  </a:lnTo>
                  <a:lnTo>
                    <a:pt x="67588" y="306421"/>
                  </a:lnTo>
                  <a:lnTo>
                    <a:pt x="64881" y="303585"/>
                  </a:lnTo>
                  <a:lnTo>
                    <a:pt x="63594" y="301111"/>
                  </a:lnTo>
                  <a:lnTo>
                    <a:pt x="62366" y="300694"/>
                  </a:lnTo>
                  <a:lnTo>
                    <a:pt x="61188" y="301364"/>
                  </a:lnTo>
                  <a:lnTo>
                    <a:pt x="60558" y="302759"/>
                  </a:lnTo>
                  <a:lnTo>
                    <a:pt x="59720" y="302980"/>
                  </a:lnTo>
                  <a:lnTo>
                    <a:pt x="56813" y="303746"/>
                  </a:lnTo>
                  <a:lnTo>
                    <a:pt x="53419" y="306716"/>
                  </a:lnTo>
                  <a:lnTo>
                    <a:pt x="52403" y="306453"/>
                  </a:lnTo>
                  <a:lnTo>
                    <a:pt x="48431" y="305425"/>
                  </a:lnTo>
                  <a:lnTo>
                    <a:pt x="45635" y="303060"/>
                  </a:lnTo>
                  <a:lnTo>
                    <a:pt x="45464" y="302916"/>
                  </a:lnTo>
                  <a:lnTo>
                    <a:pt x="42804" y="302104"/>
                  </a:lnTo>
                  <a:lnTo>
                    <a:pt x="38824" y="3065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827673" y="4019324"/>
              <a:ext cx="614022" cy="294057"/>
            </a:xfrm>
            <a:custGeom>
              <a:avLst/>
              <a:pathLst>
                <a:path w="614022" h="294057">
                  <a:moveTo>
                    <a:pt x="495" y="36504"/>
                  </a:moveTo>
                  <a:lnTo>
                    <a:pt x="1209" y="16090"/>
                  </a:lnTo>
                  <a:lnTo>
                    <a:pt x="1454" y="8204"/>
                  </a:lnTo>
                  <a:lnTo>
                    <a:pt x="12649" y="8638"/>
                  </a:lnTo>
                  <a:lnTo>
                    <a:pt x="22691" y="9357"/>
                  </a:lnTo>
                  <a:lnTo>
                    <a:pt x="46655" y="10135"/>
                  </a:lnTo>
                  <a:lnTo>
                    <a:pt x="68537" y="10832"/>
                  </a:lnTo>
                  <a:lnTo>
                    <a:pt x="69519" y="10850"/>
                  </a:lnTo>
                  <a:lnTo>
                    <a:pt x="78313" y="11008"/>
                  </a:lnTo>
                  <a:lnTo>
                    <a:pt x="102591" y="11369"/>
                  </a:lnTo>
                  <a:lnTo>
                    <a:pt x="107482" y="11430"/>
                  </a:lnTo>
                  <a:lnTo>
                    <a:pt x="126633" y="11606"/>
                  </a:lnTo>
                  <a:lnTo>
                    <a:pt x="136776" y="11690"/>
                  </a:lnTo>
                  <a:lnTo>
                    <a:pt x="145236" y="11747"/>
                  </a:lnTo>
                  <a:lnTo>
                    <a:pt x="151519" y="11781"/>
                  </a:lnTo>
                  <a:lnTo>
                    <a:pt x="167067" y="11784"/>
                  </a:lnTo>
                  <a:lnTo>
                    <a:pt x="172706" y="11775"/>
                  </a:lnTo>
                  <a:lnTo>
                    <a:pt x="205100" y="11834"/>
                  </a:lnTo>
                  <a:lnTo>
                    <a:pt x="211178" y="11825"/>
                  </a:lnTo>
                  <a:lnTo>
                    <a:pt x="211693" y="11824"/>
                  </a:lnTo>
                  <a:lnTo>
                    <a:pt x="235299" y="11900"/>
                  </a:lnTo>
                  <a:lnTo>
                    <a:pt x="243449" y="11886"/>
                  </a:lnTo>
                  <a:lnTo>
                    <a:pt x="249388" y="11869"/>
                  </a:lnTo>
                  <a:lnTo>
                    <a:pt x="252828" y="11856"/>
                  </a:lnTo>
                  <a:lnTo>
                    <a:pt x="272239" y="11701"/>
                  </a:lnTo>
                  <a:lnTo>
                    <a:pt x="281270" y="11606"/>
                  </a:lnTo>
                  <a:lnTo>
                    <a:pt x="295841" y="11423"/>
                  </a:lnTo>
                  <a:lnTo>
                    <a:pt x="313132" y="11213"/>
                  </a:lnTo>
                  <a:lnTo>
                    <a:pt x="326459" y="11016"/>
                  </a:lnTo>
                  <a:lnTo>
                    <a:pt x="326944" y="11005"/>
                  </a:lnTo>
                  <a:lnTo>
                    <a:pt x="343385" y="10634"/>
                  </a:lnTo>
                  <a:lnTo>
                    <a:pt x="348044" y="10521"/>
                  </a:lnTo>
                  <a:lnTo>
                    <a:pt x="365034" y="10068"/>
                  </a:lnTo>
                  <a:lnTo>
                    <a:pt x="367383" y="10002"/>
                  </a:lnTo>
                  <a:lnTo>
                    <a:pt x="388798" y="9387"/>
                  </a:lnTo>
                  <a:lnTo>
                    <a:pt x="394209" y="9219"/>
                  </a:lnTo>
                  <a:lnTo>
                    <a:pt x="410787" y="8668"/>
                  </a:lnTo>
                  <a:lnTo>
                    <a:pt x="414076" y="8553"/>
                  </a:lnTo>
                  <a:lnTo>
                    <a:pt x="438590" y="7655"/>
                  </a:lnTo>
                  <a:lnTo>
                    <a:pt x="454259" y="7054"/>
                  </a:lnTo>
                  <a:lnTo>
                    <a:pt x="456027" y="6984"/>
                  </a:lnTo>
                  <a:lnTo>
                    <a:pt x="475774" y="6089"/>
                  </a:lnTo>
                  <a:lnTo>
                    <a:pt x="490913" y="5375"/>
                  </a:lnTo>
                  <a:lnTo>
                    <a:pt x="493465" y="5251"/>
                  </a:lnTo>
                  <a:lnTo>
                    <a:pt x="495989" y="5127"/>
                  </a:lnTo>
                  <a:lnTo>
                    <a:pt x="505860" y="4637"/>
                  </a:lnTo>
                  <a:lnTo>
                    <a:pt x="520744" y="3867"/>
                  </a:lnTo>
                  <a:lnTo>
                    <a:pt x="524317" y="3676"/>
                  </a:lnTo>
                  <a:lnTo>
                    <a:pt x="532323" y="3241"/>
                  </a:lnTo>
                  <a:lnTo>
                    <a:pt x="538268" y="2911"/>
                  </a:lnTo>
                  <a:lnTo>
                    <a:pt x="555650" y="1904"/>
                  </a:lnTo>
                  <a:lnTo>
                    <a:pt x="560248" y="1629"/>
                  </a:lnTo>
                  <a:lnTo>
                    <a:pt x="561108" y="1577"/>
                  </a:lnTo>
                  <a:lnTo>
                    <a:pt x="580824" y="430"/>
                  </a:lnTo>
                  <a:lnTo>
                    <a:pt x="587437" y="0"/>
                  </a:lnTo>
                  <a:lnTo>
                    <a:pt x="588615" y="20222"/>
                  </a:lnTo>
                  <a:lnTo>
                    <a:pt x="589145" y="28804"/>
                  </a:lnTo>
                  <a:lnTo>
                    <a:pt x="589443" y="33617"/>
                  </a:lnTo>
                  <a:lnTo>
                    <a:pt x="590018" y="43466"/>
                  </a:lnTo>
                  <a:lnTo>
                    <a:pt x="593275" y="60675"/>
                  </a:lnTo>
                  <a:lnTo>
                    <a:pt x="595674" y="72571"/>
                  </a:lnTo>
                  <a:lnTo>
                    <a:pt x="596716" y="77730"/>
                  </a:lnTo>
                  <a:lnTo>
                    <a:pt x="598707" y="87578"/>
                  </a:lnTo>
                  <a:lnTo>
                    <a:pt x="602504" y="106500"/>
                  </a:lnTo>
                  <a:lnTo>
                    <a:pt x="602657" y="107280"/>
                  </a:lnTo>
                  <a:lnTo>
                    <a:pt x="604700" y="117684"/>
                  </a:lnTo>
                  <a:lnTo>
                    <a:pt x="607105" y="129907"/>
                  </a:lnTo>
                  <a:lnTo>
                    <a:pt x="608709" y="138887"/>
                  </a:lnTo>
                  <a:lnTo>
                    <a:pt x="608788" y="139331"/>
                  </a:lnTo>
                  <a:lnTo>
                    <a:pt x="609064" y="140874"/>
                  </a:lnTo>
                  <a:lnTo>
                    <a:pt x="609282" y="149038"/>
                  </a:lnTo>
                  <a:lnTo>
                    <a:pt x="609359" y="151580"/>
                  </a:lnTo>
                  <a:lnTo>
                    <a:pt x="610184" y="178807"/>
                  </a:lnTo>
                  <a:lnTo>
                    <a:pt x="610298" y="182597"/>
                  </a:lnTo>
                  <a:lnTo>
                    <a:pt x="610748" y="196667"/>
                  </a:lnTo>
                  <a:lnTo>
                    <a:pt x="611009" y="204850"/>
                  </a:lnTo>
                  <a:lnTo>
                    <a:pt x="611398" y="215944"/>
                  </a:lnTo>
                  <a:lnTo>
                    <a:pt x="611848" y="228815"/>
                  </a:lnTo>
                  <a:lnTo>
                    <a:pt x="612370" y="243551"/>
                  </a:lnTo>
                  <a:lnTo>
                    <a:pt x="612892" y="258385"/>
                  </a:lnTo>
                  <a:lnTo>
                    <a:pt x="613120" y="265242"/>
                  </a:lnTo>
                  <a:lnTo>
                    <a:pt x="613554" y="278448"/>
                  </a:lnTo>
                  <a:lnTo>
                    <a:pt x="614022" y="291592"/>
                  </a:lnTo>
                  <a:lnTo>
                    <a:pt x="610964" y="293186"/>
                  </a:lnTo>
                  <a:lnTo>
                    <a:pt x="607521" y="289219"/>
                  </a:lnTo>
                  <a:lnTo>
                    <a:pt x="603298" y="289181"/>
                  </a:lnTo>
                  <a:lnTo>
                    <a:pt x="596993" y="286625"/>
                  </a:lnTo>
                  <a:lnTo>
                    <a:pt x="595684" y="285524"/>
                  </a:lnTo>
                  <a:lnTo>
                    <a:pt x="593062" y="283315"/>
                  </a:lnTo>
                  <a:lnTo>
                    <a:pt x="587605" y="284398"/>
                  </a:lnTo>
                  <a:lnTo>
                    <a:pt x="583017" y="281463"/>
                  </a:lnTo>
                  <a:lnTo>
                    <a:pt x="580144" y="278654"/>
                  </a:lnTo>
                  <a:lnTo>
                    <a:pt x="576889" y="275206"/>
                  </a:lnTo>
                  <a:lnTo>
                    <a:pt x="572121" y="274590"/>
                  </a:lnTo>
                  <a:lnTo>
                    <a:pt x="568408" y="271124"/>
                  </a:lnTo>
                  <a:lnTo>
                    <a:pt x="564309" y="268613"/>
                  </a:lnTo>
                  <a:lnTo>
                    <a:pt x="563831" y="268453"/>
                  </a:lnTo>
                  <a:lnTo>
                    <a:pt x="558606" y="266704"/>
                  </a:lnTo>
                  <a:lnTo>
                    <a:pt x="556768" y="269616"/>
                  </a:lnTo>
                  <a:lnTo>
                    <a:pt x="554825" y="274251"/>
                  </a:lnTo>
                  <a:lnTo>
                    <a:pt x="552878" y="274699"/>
                  </a:lnTo>
                  <a:lnTo>
                    <a:pt x="549857" y="275392"/>
                  </a:lnTo>
                  <a:lnTo>
                    <a:pt x="542939" y="275674"/>
                  </a:lnTo>
                  <a:lnTo>
                    <a:pt x="537200" y="274529"/>
                  </a:lnTo>
                  <a:lnTo>
                    <a:pt x="534733" y="271041"/>
                  </a:lnTo>
                  <a:lnTo>
                    <a:pt x="531334" y="271203"/>
                  </a:lnTo>
                  <a:lnTo>
                    <a:pt x="526597" y="273305"/>
                  </a:lnTo>
                  <a:lnTo>
                    <a:pt x="521724" y="274412"/>
                  </a:lnTo>
                  <a:lnTo>
                    <a:pt x="518023" y="276645"/>
                  </a:lnTo>
                  <a:lnTo>
                    <a:pt x="515824" y="277970"/>
                  </a:lnTo>
                  <a:lnTo>
                    <a:pt x="514049" y="277887"/>
                  </a:lnTo>
                  <a:lnTo>
                    <a:pt x="510935" y="277739"/>
                  </a:lnTo>
                  <a:lnTo>
                    <a:pt x="507412" y="276929"/>
                  </a:lnTo>
                  <a:lnTo>
                    <a:pt x="498175" y="280287"/>
                  </a:lnTo>
                  <a:lnTo>
                    <a:pt x="491823" y="281411"/>
                  </a:lnTo>
                  <a:lnTo>
                    <a:pt x="490375" y="284209"/>
                  </a:lnTo>
                  <a:lnTo>
                    <a:pt x="486476" y="288956"/>
                  </a:lnTo>
                  <a:lnTo>
                    <a:pt x="482885" y="287224"/>
                  </a:lnTo>
                  <a:lnTo>
                    <a:pt x="480807" y="290337"/>
                  </a:lnTo>
                  <a:lnTo>
                    <a:pt x="476878" y="294057"/>
                  </a:lnTo>
                  <a:lnTo>
                    <a:pt x="475602" y="292256"/>
                  </a:lnTo>
                  <a:lnTo>
                    <a:pt x="473762" y="289657"/>
                  </a:lnTo>
                  <a:lnTo>
                    <a:pt x="471250" y="286824"/>
                  </a:lnTo>
                  <a:lnTo>
                    <a:pt x="466473" y="287596"/>
                  </a:lnTo>
                  <a:lnTo>
                    <a:pt x="464758" y="283780"/>
                  </a:lnTo>
                  <a:lnTo>
                    <a:pt x="461180" y="283839"/>
                  </a:lnTo>
                  <a:lnTo>
                    <a:pt x="459687" y="282871"/>
                  </a:lnTo>
                  <a:lnTo>
                    <a:pt x="459737" y="278539"/>
                  </a:lnTo>
                  <a:lnTo>
                    <a:pt x="459397" y="278348"/>
                  </a:lnTo>
                  <a:lnTo>
                    <a:pt x="454547" y="275612"/>
                  </a:lnTo>
                  <a:lnTo>
                    <a:pt x="453053" y="279153"/>
                  </a:lnTo>
                  <a:lnTo>
                    <a:pt x="450981" y="283151"/>
                  </a:lnTo>
                  <a:lnTo>
                    <a:pt x="446263" y="282431"/>
                  </a:lnTo>
                  <a:lnTo>
                    <a:pt x="444909" y="280140"/>
                  </a:lnTo>
                  <a:lnTo>
                    <a:pt x="440871" y="282177"/>
                  </a:lnTo>
                  <a:lnTo>
                    <a:pt x="437318" y="277457"/>
                  </a:lnTo>
                  <a:lnTo>
                    <a:pt x="436606" y="273631"/>
                  </a:lnTo>
                  <a:lnTo>
                    <a:pt x="434494" y="273849"/>
                  </a:lnTo>
                  <a:lnTo>
                    <a:pt x="433749" y="273926"/>
                  </a:lnTo>
                  <a:lnTo>
                    <a:pt x="433190" y="273984"/>
                  </a:lnTo>
                  <a:lnTo>
                    <a:pt x="430612" y="276348"/>
                  </a:lnTo>
                  <a:lnTo>
                    <a:pt x="430931" y="279117"/>
                  </a:lnTo>
                  <a:lnTo>
                    <a:pt x="425898" y="281971"/>
                  </a:lnTo>
                  <a:lnTo>
                    <a:pt x="424356" y="285764"/>
                  </a:lnTo>
                  <a:lnTo>
                    <a:pt x="423784" y="289147"/>
                  </a:lnTo>
                  <a:lnTo>
                    <a:pt x="423653" y="292543"/>
                  </a:lnTo>
                  <a:lnTo>
                    <a:pt x="419433" y="293830"/>
                  </a:lnTo>
                  <a:lnTo>
                    <a:pt x="415104" y="286330"/>
                  </a:lnTo>
                  <a:lnTo>
                    <a:pt x="417850" y="282978"/>
                  </a:lnTo>
                  <a:lnTo>
                    <a:pt x="414801" y="277252"/>
                  </a:lnTo>
                  <a:lnTo>
                    <a:pt x="411922" y="278558"/>
                  </a:lnTo>
                  <a:lnTo>
                    <a:pt x="406762" y="281787"/>
                  </a:lnTo>
                  <a:lnTo>
                    <a:pt x="402888" y="285881"/>
                  </a:lnTo>
                  <a:lnTo>
                    <a:pt x="397685" y="285664"/>
                  </a:lnTo>
                  <a:lnTo>
                    <a:pt x="397044" y="281580"/>
                  </a:lnTo>
                  <a:lnTo>
                    <a:pt x="394566" y="277917"/>
                  </a:lnTo>
                  <a:lnTo>
                    <a:pt x="394387" y="277652"/>
                  </a:lnTo>
                  <a:lnTo>
                    <a:pt x="389207" y="279534"/>
                  </a:lnTo>
                  <a:lnTo>
                    <a:pt x="388986" y="279369"/>
                  </a:lnTo>
                  <a:lnTo>
                    <a:pt x="386393" y="277438"/>
                  </a:lnTo>
                  <a:lnTo>
                    <a:pt x="385351" y="273467"/>
                  </a:lnTo>
                  <a:lnTo>
                    <a:pt x="380741" y="271570"/>
                  </a:lnTo>
                  <a:lnTo>
                    <a:pt x="374472" y="277493"/>
                  </a:lnTo>
                  <a:lnTo>
                    <a:pt x="371386" y="281490"/>
                  </a:lnTo>
                  <a:lnTo>
                    <a:pt x="366909" y="284283"/>
                  </a:lnTo>
                  <a:lnTo>
                    <a:pt x="360628" y="281912"/>
                  </a:lnTo>
                  <a:lnTo>
                    <a:pt x="360554" y="280800"/>
                  </a:lnTo>
                  <a:lnTo>
                    <a:pt x="360362" y="277921"/>
                  </a:lnTo>
                  <a:lnTo>
                    <a:pt x="360682" y="272114"/>
                  </a:lnTo>
                  <a:lnTo>
                    <a:pt x="356447" y="271787"/>
                  </a:lnTo>
                  <a:lnTo>
                    <a:pt x="350823" y="271355"/>
                  </a:lnTo>
                  <a:lnTo>
                    <a:pt x="349560" y="267363"/>
                  </a:lnTo>
                  <a:lnTo>
                    <a:pt x="349446" y="262524"/>
                  </a:lnTo>
                  <a:lnTo>
                    <a:pt x="347612" y="258194"/>
                  </a:lnTo>
                  <a:lnTo>
                    <a:pt x="346538" y="259377"/>
                  </a:lnTo>
                  <a:lnTo>
                    <a:pt x="344359" y="261776"/>
                  </a:lnTo>
                  <a:lnTo>
                    <a:pt x="340259" y="260726"/>
                  </a:lnTo>
                  <a:lnTo>
                    <a:pt x="333442" y="259196"/>
                  </a:lnTo>
                  <a:lnTo>
                    <a:pt x="330139" y="258331"/>
                  </a:lnTo>
                  <a:lnTo>
                    <a:pt x="327682" y="260870"/>
                  </a:lnTo>
                  <a:lnTo>
                    <a:pt x="326585" y="264664"/>
                  </a:lnTo>
                  <a:lnTo>
                    <a:pt x="325927" y="264948"/>
                  </a:lnTo>
                  <a:lnTo>
                    <a:pt x="322207" y="266554"/>
                  </a:lnTo>
                  <a:lnTo>
                    <a:pt x="318304" y="263953"/>
                  </a:lnTo>
                  <a:lnTo>
                    <a:pt x="314678" y="259318"/>
                  </a:lnTo>
                  <a:lnTo>
                    <a:pt x="312268" y="258730"/>
                  </a:lnTo>
                  <a:lnTo>
                    <a:pt x="309508" y="258056"/>
                  </a:lnTo>
                  <a:lnTo>
                    <a:pt x="306497" y="260824"/>
                  </a:lnTo>
                  <a:lnTo>
                    <a:pt x="303075" y="261064"/>
                  </a:lnTo>
                  <a:lnTo>
                    <a:pt x="297994" y="258971"/>
                  </a:lnTo>
                  <a:lnTo>
                    <a:pt x="293240" y="258640"/>
                  </a:lnTo>
                  <a:lnTo>
                    <a:pt x="288261" y="254943"/>
                  </a:lnTo>
                  <a:lnTo>
                    <a:pt x="287382" y="254869"/>
                  </a:lnTo>
                  <a:lnTo>
                    <a:pt x="283707" y="254555"/>
                  </a:lnTo>
                  <a:lnTo>
                    <a:pt x="279659" y="255256"/>
                  </a:lnTo>
                  <a:lnTo>
                    <a:pt x="274373" y="254608"/>
                  </a:lnTo>
                  <a:lnTo>
                    <a:pt x="270164" y="254218"/>
                  </a:lnTo>
                  <a:lnTo>
                    <a:pt x="268489" y="245565"/>
                  </a:lnTo>
                  <a:lnTo>
                    <a:pt x="267756" y="244580"/>
                  </a:lnTo>
                  <a:lnTo>
                    <a:pt x="263822" y="239289"/>
                  </a:lnTo>
                  <a:lnTo>
                    <a:pt x="258357" y="234942"/>
                  </a:lnTo>
                  <a:lnTo>
                    <a:pt x="255131" y="234529"/>
                  </a:lnTo>
                  <a:lnTo>
                    <a:pt x="253321" y="239903"/>
                  </a:lnTo>
                  <a:lnTo>
                    <a:pt x="249654" y="238535"/>
                  </a:lnTo>
                  <a:lnTo>
                    <a:pt x="249360" y="238502"/>
                  </a:lnTo>
                  <a:lnTo>
                    <a:pt x="241433" y="237606"/>
                  </a:lnTo>
                  <a:lnTo>
                    <a:pt x="240320" y="240481"/>
                  </a:lnTo>
                  <a:lnTo>
                    <a:pt x="233335" y="239958"/>
                  </a:lnTo>
                  <a:lnTo>
                    <a:pt x="228369" y="235256"/>
                  </a:lnTo>
                  <a:lnTo>
                    <a:pt x="224504" y="230692"/>
                  </a:lnTo>
                  <a:lnTo>
                    <a:pt x="222774" y="229035"/>
                  </a:lnTo>
                  <a:lnTo>
                    <a:pt x="216461" y="222972"/>
                  </a:lnTo>
                  <a:lnTo>
                    <a:pt x="211529" y="224330"/>
                  </a:lnTo>
                  <a:lnTo>
                    <a:pt x="211330" y="224384"/>
                  </a:lnTo>
                  <a:lnTo>
                    <a:pt x="211330" y="208215"/>
                  </a:lnTo>
                  <a:lnTo>
                    <a:pt x="211330" y="183539"/>
                  </a:lnTo>
                  <a:lnTo>
                    <a:pt x="211330" y="170242"/>
                  </a:lnTo>
                  <a:lnTo>
                    <a:pt x="211330" y="149381"/>
                  </a:lnTo>
                  <a:lnTo>
                    <a:pt x="211330" y="132251"/>
                  </a:lnTo>
                  <a:lnTo>
                    <a:pt x="211329" y="109428"/>
                  </a:lnTo>
                  <a:lnTo>
                    <a:pt x="211329" y="94236"/>
                  </a:lnTo>
                  <a:lnTo>
                    <a:pt x="211329" y="55558"/>
                  </a:lnTo>
                  <a:lnTo>
                    <a:pt x="211093" y="55558"/>
                  </a:lnTo>
                  <a:lnTo>
                    <a:pt x="189457" y="55519"/>
                  </a:lnTo>
                  <a:lnTo>
                    <a:pt x="172901" y="55451"/>
                  </a:lnTo>
                  <a:lnTo>
                    <a:pt x="169629" y="55432"/>
                  </a:lnTo>
                  <a:lnTo>
                    <a:pt x="149100" y="55233"/>
                  </a:lnTo>
                  <a:lnTo>
                    <a:pt x="144173" y="55193"/>
                  </a:lnTo>
                  <a:lnTo>
                    <a:pt x="134949" y="55106"/>
                  </a:lnTo>
                  <a:lnTo>
                    <a:pt x="97019" y="54470"/>
                  </a:lnTo>
                  <a:lnTo>
                    <a:pt x="82753" y="54167"/>
                  </a:lnTo>
                  <a:lnTo>
                    <a:pt x="68269" y="53799"/>
                  </a:lnTo>
                  <a:lnTo>
                    <a:pt x="59110" y="53548"/>
                  </a:lnTo>
                  <a:lnTo>
                    <a:pt x="0" y="51727"/>
                  </a:lnTo>
                  <a:lnTo>
                    <a:pt x="310" y="428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832069" y="2561921"/>
              <a:ext cx="552561" cy="470556"/>
            </a:xfrm>
            <a:custGeom>
              <a:avLst/>
              <a:pathLst>
                <a:path w="552561" h="470556">
                  <a:moveTo>
                    <a:pt x="6371" y="276363"/>
                  </a:moveTo>
                  <a:lnTo>
                    <a:pt x="13521" y="268353"/>
                  </a:lnTo>
                  <a:lnTo>
                    <a:pt x="13657" y="268134"/>
                  </a:lnTo>
                  <a:lnTo>
                    <a:pt x="19275" y="259077"/>
                  </a:lnTo>
                  <a:lnTo>
                    <a:pt x="23026" y="252065"/>
                  </a:lnTo>
                  <a:lnTo>
                    <a:pt x="25609" y="246950"/>
                  </a:lnTo>
                  <a:lnTo>
                    <a:pt x="27579" y="243289"/>
                  </a:lnTo>
                  <a:lnTo>
                    <a:pt x="27318" y="240251"/>
                  </a:lnTo>
                  <a:lnTo>
                    <a:pt x="31177" y="237712"/>
                  </a:lnTo>
                  <a:lnTo>
                    <a:pt x="37547" y="231047"/>
                  </a:lnTo>
                  <a:lnTo>
                    <a:pt x="43817" y="221834"/>
                  </a:lnTo>
                  <a:lnTo>
                    <a:pt x="46052" y="217557"/>
                  </a:lnTo>
                  <a:lnTo>
                    <a:pt x="50003" y="209993"/>
                  </a:lnTo>
                  <a:lnTo>
                    <a:pt x="55999" y="197288"/>
                  </a:lnTo>
                  <a:lnTo>
                    <a:pt x="57791" y="193490"/>
                  </a:lnTo>
                  <a:lnTo>
                    <a:pt x="64382" y="177646"/>
                  </a:lnTo>
                  <a:lnTo>
                    <a:pt x="68389" y="166818"/>
                  </a:lnTo>
                  <a:lnTo>
                    <a:pt x="69244" y="163282"/>
                  </a:lnTo>
                  <a:lnTo>
                    <a:pt x="69458" y="162397"/>
                  </a:lnTo>
                  <a:lnTo>
                    <a:pt x="74578" y="152055"/>
                  </a:lnTo>
                  <a:lnTo>
                    <a:pt x="76814" y="144845"/>
                  </a:lnTo>
                  <a:lnTo>
                    <a:pt x="81273" y="134087"/>
                  </a:lnTo>
                  <a:lnTo>
                    <a:pt x="83179" y="128147"/>
                  </a:lnTo>
                  <a:lnTo>
                    <a:pt x="84992" y="119934"/>
                  </a:lnTo>
                  <a:lnTo>
                    <a:pt x="86587" y="116989"/>
                  </a:lnTo>
                  <a:lnTo>
                    <a:pt x="91827" y="108036"/>
                  </a:lnTo>
                  <a:lnTo>
                    <a:pt x="95075" y="100248"/>
                  </a:lnTo>
                  <a:lnTo>
                    <a:pt x="95152" y="100063"/>
                  </a:lnTo>
                  <a:lnTo>
                    <a:pt x="99678" y="92391"/>
                  </a:lnTo>
                  <a:lnTo>
                    <a:pt x="101657" y="86415"/>
                  </a:lnTo>
                  <a:lnTo>
                    <a:pt x="103872" y="81239"/>
                  </a:lnTo>
                  <a:lnTo>
                    <a:pt x="104634" y="75235"/>
                  </a:lnTo>
                  <a:lnTo>
                    <a:pt x="107885" y="68569"/>
                  </a:lnTo>
                  <a:lnTo>
                    <a:pt x="108481" y="63303"/>
                  </a:lnTo>
                  <a:lnTo>
                    <a:pt x="112097" y="57481"/>
                  </a:lnTo>
                  <a:lnTo>
                    <a:pt x="115096" y="49442"/>
                  </a:lnTo>
                  <a:lnTo>
                    <a:pt x="116282" y="45478"/>
                  </a:lnTo>
                  <a:lnTo>
                    <a:pt x="115852" y="40885"/>
                  </a:lnTo>
                  <a:lnTo>
                    <a:pt x="116658" y="38726"/>
                  </a:lnTo>
                  <a:lnTo>
                    <a:pt x="118330" y="34252"/>
                  </a:lnTo>
                  <a:lnTo>
                    <a:pt x="119814" y="28176"/>
                  </a:lnTo>
                  <a:lnTo>
                    <a:pt x="119320" y="24450"/>
                  </a:lnTo>
                  <a:lnTo>
                    <a:pt x="123347" y="22851"/>
                  </a:lnTo>
                  <a:lnTo>
                    <a:pt x="125491" y="17539"/>
                  </a:lnTo>
                  <a:lnTo>
                    <a:pt x="126372" y="8594"/>
                  </a:lnTo>
                  <a:lnTo>
                    <a:pt x="123150" y="2406"/>
                  </a:lnTo>
                  <a:lnTo>
                    <a:pt x="126591" y="0"/>
                  </a:lnTo>
                  <a:lnTo>
                    <a:pt x="130027" y="6240"/>
                  </a:lnTo>
                  <a:lnTo>
                    <a:pt x="134564" y="6472"/>
                  </a:lnTo>
                  <a:lnTo>
                    <a:pt x="139743" y="6155"/>
                  </a:lnTo>
                  <a:lnTo>
                    <a:pt x="141379" y="8879"/>
                  </a:lnTo>
                  <a:lnTo>
                    <a:pt x="145357" y="7584"/>
                  </a:lnTo>
                  <a:lnTo>
                    <a:pt x="149943" y="7853"/>
                  </a:lnTo>
                  <a:lnTo>
                    <a:pt x="152927" y="5956"/>
                  </a:lnTo>
                  <a:lnTo>
                    <a:pt x="157071" y="6299"/>
                  </a:lnTo>
                  <a:lnTo>
                    <a:pt x="159032" y="10568"/>
                  </a:lnTo>
                  <a:lnTo>
                    <a:pt x="157637" y="14527"/>
                  </a:lnTo>
                  <a:lnTo>
                    <a:pt x="160141" y="18559"/>
                  </a:lnTo>
                  <a:lnTo>
                    <a:pt x="160578" y="18704"/>
                  </a:lnTo>
                  <a:lnTo>
                    <a:pt x="165335" y="20274"/>
                  </a:lnTo>
                  <a:lnTo>
                    <a:pt x="169879" y="19227"/>
                  </a:lnTo>
                  <a:lnTo>
                    <a:pt x="172972" y="18511"/>
                  </a:lnTo>
                  <a:lnTo>
                    <a:pt x="175775" y="19695"/>
                  </a:lnTo>
                  <a:lnTo>
                    <a:pt x="180896" y="25966"/>
                  </a:lnTo>
                  <a:lnTo>
                    <a:pt x="182560" y="29132"/>
                  </a:lnTo>
                  <a:lnTo>
                    <a:pt x="185402" y="31918"/>
                  </a:lnTo>
                  <a:lnTo>
                    <a:pt x="186444" y="38599"/>
                  </a:lnTo>
                  <a:lnTo>
                    <a:pt x="187550" y="43846"/>
                  </a:lnTo>
                  <a:lnTo>
                    <a:pt x="186501" y="47975"/>
                  </a:lnTo>
                  <a:lnTo>
                    <a:pt x="186919" y="52239"/>
                  </a:lnTo>
                  <a:lnTo>
                    <a:pt x="186330" y="53600"/>
                  </a:lnTo>
                  <a:lnTo>
                    <a:pt x="184884" y="56944"/>
                  </a:lnTo>
                  <a:lnTo>
                    <a:pt x="185608" y="61832"/>
                  </a:lnTo>
                  <a:lnTo>
                    <a:pt x="184564" y="64329"/>
                  </a:lnTo>
                  <a:lnTo>
                    <a:pt x="182914" y="68277"/>
                  </a:lnTo>
                  <a:lnTo>
                    <a:pt x="183519" y="70111"/>
                  </a:lnTo>
                  <a:lnTo>
                    <a:pt x="184134" y="71973"/>
                  </a:lnTo>
                  <a:lnTo>
                    <a:pt x="188761" y="76492"/>
                  </a:lnTo>
                  <a:lnTo>
                    <a:pt x="196933" y="81305"/>
                  </a:lnTo>
                  <a:lnTo>
                    <a:pt x="199573" y="83880"/>
                  </a:lnTo>
                  <a:lnTo>
                    <a:pt x="203269" y="83815"/>
                  </a:lnTo>
                  <a:lnTo>
                    <a:pt x="205442" y="86984"/>
                  </a:lnTo>
                  <a:lnTo>
                    <a:pt x="209361" y="88471"/>
                  </a:lnTo>
                  <a:lnTo>
                    <a:pt x="210279" y="88214"/>
                  </a:lnTo>
                  <a:lnTo>
                    <a:pt x="214759" y="86959"/>
                  </a:lnTo>
                  <a:lnTo>
                    <a:pt x="219677" y="87830"/>
                  </a:lnTo>
                  <a:lnTo>
                    <a:pt x="226157" y="86702"/>
                  </a:lnTo>
                  <a:lnTo>
                    <a:pt x="229867" y="85095"/>
                  </a:lnTo>
                  <a:lnTo>
                    <a:pt x="231725" y="84760"/>
                  </a:lnTo>
                  <a:lnTo>
                    <a:pt x="233240" y="84486"/>
                  </a:lnTo>
                  <a:lnTo>
                    <a:pt x="235941" y="82385"/>
                  </a:lnTo>
                  <a:lnTo>
                    <a:pt x="239511" y="82156"/>
                  </a:lnTo>
                  <a:lnTo>
                    <a:pt x="243648" y="84481"/>
                  </a:lnTo>
                  <a:lnTo>
                    <a:pt x="247795" y="84630"/>
                  </a:lnTo>
                  <a:lnTo>
                    <a:pt x="256176" y="84999"/>
                  </a:lnTo>
                  <a:lnTo>
                    <a:pt x="256643" y="85376"/>
                  </a:lnTo>
                  <a:lnTo>
                    <a:pt x="260924" y="88824"/>
                  </a:lnTo>
                  <a:lnTo>
                    <a:pt x="261804" y="89531"/>
                  </a:lnTo>
                  <a:lnTo>
                    <a:pt x="267063" y="89977"/>
                  </a:lnTo>
                  <a:lnTo>
                    <a:pt x="273408" y="94792"/>
                  </a:lnTo>
                  <a:lnTo>
                    <a:pt x="273790" y="100813"/>
                  </a:lnTo>
                  <a:lnTo>
                    <a:pt x="277614" y="100974"/>
                  </a:lnTo>
                  <a:lnTo>
                    <a:pt x="280519" y="98857"/>
                  </a:lnTo>
                  <a:lnTo>
                    <a:pt x="288955" y="100355"/>
                  </a:lnTo>
                  <a:lnTo>
                    <a:pt x="290523" y="101540"/>
                  </a:lnTo>
                  <a:lnTo>
                    <a:pt x="291481" y="102265"/>
                  </a:lnTo>
                  <a:lnTo>
                    <a:pt x="294461" y="100456"/>
                  </a:lnTo>
                  <a:lnTo>
                    <a:pt x="305183" y="99278"/>
                  </a:lnTo>
                  <a:lnTo>
                    <a:pt x="307792" y="98119"/>
                  </a:lnTo>
                  <a:lnTo>
                    <a:pt x="309034" y="97567"/>
                  </a:lnTo>
                  <a:lnTo>
                    <a:pt x="311611" y="98185"/>
                  </a:lnTo>
                  <a:lnTo>
                    <a:pt x="315568" y="103462"/>
                  </a:lnTo>
                  <a:lnTo>
                    <a:pt x="316579" y="103740"/>
                  </a:lnTo>
                  <a:lnTo>
                    <a:pt x="321517" y="105096"/>
                  </a:lnTo>
                  <a:lnTo>
                    <a:pt x="329136" y="105081"/>
                  </a:lnTo>
                  <a:lnTo>
                    <a:pt x="333422" y="105766"/>
                  </a:lnTo>
                  <a:lnTo>
                    <a:pt x="338518" y="102792"/>
                  </a:lnTo>
                  <a:lnTo>
                    <a:pt x="342948" y="102843"/>
                  </a:lnTo>
                  <a:lnTo>
                    <a:pt x="347661" y="101642"/>
                  </a:lnTo>
                  <a:lnTo>
                    <a:pt x="349912" y="101066"/>
                  </a:lnTo>
                  <a:lnTo>
                    <a:pt x="355924" y="101341"/>
                  </a:lnTo>
                  <a:lnTo>
                    <a:pt x="359959" y="101522"/>
                  </a:lnTo>
                  <a:lnTo>
                    <a:pt x="367935" y="102690"/>
                  </a:lnTo>
                  <a:lnTo>
                    <a:pt x="373330" y="98356"/>
                  </a:lnTo>
                  <a:lnTo>
                    <a:pt x="375150" y="98279"/>
                  </a:lnTo>
                  <a:lnTo>
                    <a:pt x="379647" y="101140"/>
                  </a:lnTo>
                  <a:lnTo>
                    <a:pt x="383054" y="101362"/>
                  </a:lnTo>
                  <a:lnTo>
                    <a:pt x="387199" y="101630"/>
                  </a:lnTo>
                  <a:lnTo>
                    <a:pt x="393865" y="101616"/>
                  </a:lnTo>
                  <a:lnTo>
                    <a:pt x="401396" y="104104"/>
                  </a:lnTo>
                  <a:lnTo>
                    <a:pt x="405718" y="102835"/>
                  </a:lnTo>
                  <a:lnTo>
                    <a:pt x="410927" y="100360"/>
                  </a:lnTo>
                  <a:lnTo>
                    <a:pt x="429074" y="104628"/>
                  </a:lnTo>
                  <a:lnTo>
                    <a:pt x="447262" y="108955"/>
                  </a:lnTo>
                  <a:lnTo>
                    <a:pt x="469039" y="114041"/>
                  </a:lnTo>
                  <a:lnTo>
                    <a:pt x="470174" y="114303"/>
                  </a:lnTo>
                  <a:lnTo>
                    <a:pt x="485450" y="117802"/>
                  </a:lnTo>
                  <a:lnTo>
                    <a:pt x="492164" y="119410"/>
                  </a:lnTo>
                  <a:lnTo>
                    <a:pt x="499413" y="121135"/>
                  </a:lnTo>
                  <a:lnTo>
                    <a:pt x="506813" y="122884"/>
                  </a:lnTo>
                  <a:lnTo>
                    <a:pt x="532621" y="128587"/>
                  </a:lnTo>
                  <a:lnTo>
                    <a:pt x="533666" y="132116"/>
                  </a:lnTo>
                  <a:lnTo>
                    <a:pt x="534322" y="136869"/>
                  </a:lnTo>
                  <a:lnTo>
                    <a:pt x="536879" y="142464"/>
                  </a:lnTo>
                  <a:lnTo>
                    <a:pt x="537373" y="143542"/>
                  </a:lnTo>
                  <a:lnTo>
                    <a:pt x="540153" y="145393"/>
                  </a:lnTo>
                  <a:lnTo>
                    <a:pt x="543555" y="150079"/>
                  </a:lnTo>
                  <a:lnTo>
                    <a:pt x="547783" y="151280"/>
                  </a:lnTo>
                  <a:lnTo>
                    <a:pt x="550387" y="155802"/>
                  </a:lnTo>
                  <a:lnTo>
                    <a:pt x="549883" y="160430"/>
                  </a:lnTo>
                  <a:lnTo>
                    <a:pt x="552561" y="166881"/>
                  </a:lnTo>
                  <a:lnTo>
                    <a:pt x="549346" y="170621"/>
                  </a:lnTo>
                  <a:lnTo>
                    <a:pt x="542040" y="180188"/>
                  </a:lnTo>
                  <a:lnTo>
                    <a:pt x="534567" y="190153"/>
                  </a:lnTo>
                  <a:lnTo>
                    <a:pt x="532778" y="193846"/>
                  </a:lnTo>
                  <a:lnTo>
                    <a:pt x="532214" y="195011"/>
                  </a:lnTo>
                  <a:lnTo>
                    <a:pt x="526168" y="206362"/>
                  </a:lnTo>
                  <a:lnTo>
                    <a:pt x="523757" y="209172"/>
                  </a:lnTo>
                  <a:lnTo>
                    <a:pt x="519465" y="212396"/>
                  </a:lnTo>
                  <a:lnTo>
                    <a:pt x="517500" y="216659"/>
                  </a:lnTo>
                  <a:lnTo>
                    <a:pt x="518084" y="221254"/>
                  </a:lnTo>
                  <a:lnTo>
                    <a:pt x="515120" y="225864"/>
                  </a:lnTo>
                  <a:lnTo>
                    <a:pt x="513133" y="228141"/>
                  </a:lnTo>
                  <a:lnTo>
                    <a:pt x="509603" y="232178"/>
                  </a:lnTo>
                  <a:lnTo>
                    <a:pt x="504106" y="233724"/>
                  </a:lnTo>
                  <a:lnTo>
                    <a:pt x="500640" y="235646"/>
                  </a:lnTo>
                  <a:lnTo>
                    <a:pt x="497293" y="241675"/>
                  </a:lnTo>
                  <a:lnTo>
                    <a:pt x="492660" y="249190"/>
                  </a:lnTo>
                  <a:lnTo>
                    <a:pt x="490572" y="251776"/>
                  </a:lnTo>
                  <a:lnTo>
                    <a:pt x="486207" y="254787"/>
                  </a:lnTo>
                  <a:lnTo>
                    <a:pt x="485906" y="259416"/>
                  </a:lnTo>
                  <a:lnTo>
                    <a:pt x="483546" y="262155"/>
                  </a:lnTo>
                  <a:lnTo>
                    <a:pt x="484565" y="265146"/>
                  </a:lnTo>
                  <a:lnTo>
                    <a:pt x="485488" y="268181"/>
                  </a:lnTo>
                  <a:lnTo>
                    <a:pt x="483696" y="270684"/>
                  </a:lnTo>
                  <a:lnTo>
                    <a:pt x="483245" y="271314"/>
                  </a:lnTo>
                  <a:lnTo>
                    <a:pt x="485541" y="274460"/>
                  </a:lnTo>
                  <a:lnTo>
                    <a:pt x="488880" y="273502"/>
                  </a:lnTo>
                  <a:lnTo>
                    <a:pt x="491900" y="277776"/>
                  </a:lnTo>
                  <a:lnTo>
                    <a:pt x="497191" y="279052"/>
                  </a:lnTo>
                  <a:lnTo>
                    <a:pt x="496835" y="282707"/>
                  </a:lnTo>
                  <a:lnTo>
                    <a:pt x="500395" y="284783"/>
                  </a:lnTo>
                  <a:lnTo>
                    <a:pt x="500359" y="287035"/>
                  </a:lnTo>
                  <a:lnTo>
                    <a:pt x="500212" y="287150"/>
                  </a:lnTo>
                  <a:lnTo>
                    <a:pt x="494152" y="291900"/>
                  </a:lnTo>
                  <a:lnTo>
                    <a:pt x="495588" y="297234"/>
                  </a:lnTo>
                  <a:lnTo>
                    <a:pt x="493376" y="300933"/>
                  </a:lnTo>
                  <a:lnTo>
                    <a:pt x="490817" y="308233"/>
                  </a:lnTo>
                  <a:lnTo>
                    <a:pt x="489975" y="309343"/>
                  </a:lnTo>
                  <a:lnTo>
                    <a:pt x="486612" y="313776"/>
                  </a:lnTo>
                  <a:lnTo>
                    <a:pt x="483902" y="326084"/>
                  </a:lnTo>
                  <a:lnTo>
                    <a:pt x="482313" y="333310"/>
                  </a:lnTo>
                  <a:lnTo>
                    <a:pt x="472115" y="382392"/>
                  </a:lnTo>
                  <a:lnTo>
                    <a:pt x="468266" y="401113"/>
                  </a:lnTo>
                  <a:lnTo>
                    <a:pt x="460649" y="437987"/>
                  </a:lnTo>
                  <a:lnTo>
                    <a:pt x="453999" y="470556"/>
                  </a:lnTo>
                  <a:lnTo>
                    <a:pt x="443165" y="468199"/>
                  </a:lnTo>
                  <a:lnTo>
                    <a:pt x="430150" y="465486"/>
                  </a:lnTo>
                  <a:lnTo>
                    <a:pt x="416246" y="462518"/>
                  </a:lnTo>
                  <a:lnTo>
                    <a:pt x="400498" y="459035"/>
                  </a:lnTo>
                  <a:lnTo>
                    <a:pt x="380071" y="454547"/>
                  </a:lnTo>
                  <a:lnTo>
                    <a:pt x="360937" y="450289"/>
                  </a:lnTo>
                  <a:lnTo>
                    <a:pt x="343606" y="446488"/>
                  </a:lnTo>
                  <a:lnTo>
                    <a:pt x="329488" y="443044"/>
                  </a:lnTo>
                  <a:lnTo>
                    <a:pt x="316469" y="439977"/>
                  </a:lnTo>
                  <a:lnTo>
                    <a:pt x="309214" y="438158"/>
                  </a:lnTo>
                  <a:lnTo>
                    <a:pt x="306965" y="437592"/>
                  </a:lnTo>
                  <a:lnTo>
                    <a:pt x="284105" y="431776"/>
                  </a:lnTo>
                  <a:lnTo>
                    <a:pt x="266959" y="427649"/>
                  </a:lnTo>
                  <a:lnTo>
                    <a:pt x="255556" y="424760"/>
                  </a:lnTo>
                  <a:lnTo>
                    <a:pt x="235584" y="419711"/>
                  </a:lnTo>
                  <a:lnTo>
                    <a:pt x="223654" y="416621"/>
                  </a:lnTo>
                  <a:lnTo>
                    <a:pt x="211947" y="413566"/>
                  </a:lnTo>
                  <a:lnTo>
                    <a:pt x="202269" y="411018"/>
                  </a:lnTo>
                  <a:lnTo>
                    <a:pt x="188920" y="407064"/>
                  </a:lnTo>
                  <a:lnTo>
                    <a:pt x="177184" y="403939"/>
                  </a:lnTo>
                  <a:lnTo>
                    <a:pt x="176693" y="403796"/>
                  </a:lnTo>
                  <a:lnTo>
                    <a:pt x="162606" y="399662"/>
                  </a:lnTo>
                  <a:lnTo>
                    <a:pt x="152027" y="396496"/>
                  </a:lnTo>
                  <a:lnTo>
                    <a:pt x="136257" y="391855"/>
                  </a:lnTo>
                  <a:lnTo>
                    <a:pt x="124663" y="388406"/>
                  </a:lnTo>
                  <a:lnTo>
                    <a:pt x="111591" y="384624"/>
                  </a:lnTo>
                  <a:lnTo>
                    <a:pt x="93000" y="379673"/>
                  </a:lnTo>
                  <a:lnTo>
                    <a:pt x="77830" y="375341"/>
                  </a:lnTo>
                  <a:lnTo>
                    <a:pt x="71762" y="372986"/>
                  </a:lnTo>
                  <a:lnTo>
                    <a:pt x="66413" y="371799"/>
                  </a:lnTo>
                  <a:lnTo>
                    <a:pt x="59084" y="370163"/>
                  </a:lnTo>
                  <a:lnTo>
                    <a:pt x="53768" y="368344"/>
                  </a:lnTo>
                  <a:lnTo>
                    <a:pt x="48511" y="366997"/>
                  </a:lnTo>
                  <a:lnTo>
                    <a:pt x="39920" y="364783"/>
                  </a:lnTo>
                  <a:lnTo>
                    <a:pt x="29774" y="361662"/>
                  </a:lnTo>
                  <a:lnTo>
                    <a:pt x="18768" y="358251"/>
                  </a:lnTo>
                  <a:lnTo>
                    <a:pt x="5897" y="354069"/>
                  </a:lnTo>
                  <a:lnTo>
                    <a:pt x="3459" y="348964"/>
                  </a:lnTo>
                  <a:lnTo>
                    <a:pt x="1329" y="346240"/>
                  </a:lnTo>
                  <a:lnTo>
                    <a:pt x="599" y="340290"/>
                  </a:lnTo>
                  <a:lnTo>
                    <a:pt x="1299" y="335799"/>
                  </a:lnTo>
                  <a:lnTo>
                    <a:pt x="1082" y="331441"/>
                  </a:lnTo>
                  <a:lnTo>
                    <a:pt x="0" y="328941"/>
                  </a:lnTo>
                  <a:lnTo>
                    <a:pt x="1459" y="324139"/>
                  </a:lnTo>
                  <a:lnTo>
                    <a:pt x="1666" y="320094"/>
                  </a:lnTo>
                  <a:lnTo>
                    <a:pt x="3314" y="312446"/>
                  </a:lnTo>
                  <a:lnTo>
                    <a:pt x="8030" y="304699"/>
                  </a:lnTo>
                  <a:lnTo>
                    <a:pt x="9374" y="299794"/>
                  </a:lnTo>
                  <a:lnTo>
                    <a:pt x="10163" y="294454"/>
                  </a:lnTo>
                  <a:lnTo>
                    <a:pt x="8334" y="292228"/>
                  </a:lnTo>
                  <a:lnTo>
                    <a:pt x="8833" y="291079"/>
                  </a:lnTo>
                  <a:lnTo>
                    <a:pt x="6239" y="2861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90649" y="3036898"/>
              <a:ext cx="405795" cy="284373"/>
            </a:xfrm>
            <a:custGeom>
              <a:avLst/>
              <a:pathLst>
                <a:path w="405795" h="284373">
                  <a:moveTo>
                    <a:pt x="21319" y="182881"/>
                  </a:moveTo>
                  <a:lnTo>
                    <a:pt x="17032" y="164169"/>
                  </a:lnTo>
                  <a:lnTo>
                    <a:pt x="16873" y="163473"/>
                  </a:lnTo>
                  <a:lnTo>
                    <a:pt x="14918" y="154964"/>
                  </a:lnTo>
                  <a:lnTo>
                    <a:pt x="9792" y="133005"/>
                  </a:lnTo>
                  <a:lnTo>
                    <a:pt x="9587" y="132130"/>
                  </a:lnTo>
                  <a:lnTo>
                    <a:pt x="6171" y="117544"/>
                  </a:lnTo>
                  <a:lnTo>
                    <a:pt x="2569" y="102155"/>
                  </a:lnTo>
                  <a:lnTo>
                    <a:pt x="0" y="91203"/>
                  </a:lnTo>
                  <a:lnTo>
                    <a:pt x="10681" y="83264"/>
                  </a:lnTo>
                  <a:lnTo>
                    <a:pt x="20074" y="73808"/>
                  </a:lnTo>
                  <a:lnTo>
                    <a:pt x="20468" y="70521"/>
                  </a:lnTo>
                  <a:lnTo>
                    <a:pt x="22967" y="67787"/>
                  </a:lnTo>
                  <a:lnTo>
                    <a:pt x="27428" y="67579"/>
                  </a:lnTo>
                  <a:lnTo>
                    <a:pt x="32518" y="62264"/>
                  </a:lnTo>
                  <a:lnTo>
                    <a:pt x="36873" y="58625"/>
                  </a:lnTo>
                  <a:lnTo>
                    <a:pt x="41302" y="54376"/>
                  </a:lnTo>
                  <a:lnTo>
                    <a:pt x="44191" y="66222"/>
                  </a:lnTo>
                  <a:lnTo>
                    <a:pt x="47007" y="77525"/>
                  </a:lnTo>
                  <a:lnTo>
                    <a:pt x="56412" y="75143"/>
                  </a:lnTo>
                  <a:lnTo>
                    <a:pt x="65055" y="72937"/>
                  </a:lnTo>
                  <a:lnTo>
                    <a:pt x="90684" y="66177"/>
                  </a:lnTo>
                  <a:lnTo>
                    <a:pt x="95553" y="64876"/>
                  </a:lnTo>
                  <a:lnTo>
                    <a:pt x="99546" y="63800"/>
                  </a:lnTo>
                  <a:lnTo>
                    <a:pt x="119581" y="58347"/>
                  </a:lnTo>
                  <a:lnTo>
                    <a:pt x="137529" y="53524"/>
                  </a:lnTo>
                  <a:lnTo>
                    <a:pt x="139826" y="52902"/>
                  </a:lnTo>
                  <a:lnTo>
                    <a:pt x="143848" y="51782"/>
                  </a:lnTo>
                  <a:lnTo>
                    <a:pt x="154714" y="48738"/>
                  </a:lnTo>
                  <a:lnTo>
                    <a:pt x="167084" y="45357"/>
                  </a:lnTo>
                  <a:lnTo>
                    <a:pt x="172166" y="43903"/>
                  </a:lnTo>
                  <a:lnTo>
                    <a:pt x="180824" y="41413"/>
                  </a:lnTo>
                  <a:lnTo>
                    <a:pt x="218037" y="30520"/>
                  </a:lnTo>
                  <a:lnTo>
                    <a:pt x="220623" y="29769"/>
                  </a:lnTo>
                  <a:lnTo>
                    <a:pt x="223024" y="29069"/>
                  </a:lnTo>
                  <a:lnTo>
                    <a:pt x="245813" y="22367"/>
                  </a:lnTo>
                  <a:lnTo>
                    <a:pt x="251730" y="20706"/>
                  </a:lnTo>
                  <a:lnTo>
                    <a:pt x="271224" y="14815"/>
                  </a:lnTo>
                  <a:lnTo>
                    <a:pt x="273665" y="14071"/>
                  </a:lnTo>
                  <a:lnTo>
                    <a:pt x="288121" y="9637"/>
                  </a:lnTo>
                  <a:lnTo>
                    <a:pt x="311894" y="2182"/>
                  </a:lnTo>
                  <a:lnTo>
                    <a:pt x="312261" y="2066"/>
                  </a:lnTo>
                  <a:lnTo>
                    <a:pt x="319591" y="286"/>
                  </a:lnTo>
                  <a:lnTo>
                    <a:pt x="320767" y="0"/>
                  </a:lnTo>
                  <a:lnTo>
                    <a:pt x="324953" y="2903"/>
                  </a:lnTo>
                  <a:lnTo>
                    <a:pt x="328291" y="7583"/>
                  </a:lnTo>
                  <a:lnTo>
                    <a:pt x="333336" y="8079"/>
                  </a:lnTo>
                  <a:lnTo>
                    <a:pt x="336416" y="8276"/>
                  </a:lnTo>
                  <a:lnTo>
                    <a:pt x="338606" y="8415"/>
                  </a:lnTo>
                  <a:lnTo>
                    <a:pt x="341981" y="10904"/>
                  </a:lnTo>
                  <a:lnTo>
                    <a:pt x="344540" y="14687"/>
                  </a:lnTo>
                  <a:lnTo>
                    <a:pt x="347623" y="23955"/>
                  </a:lnTo>
                  <a:lnTo>
                    <a:pt x="348786" y="27113"/>
                  </a:lnTo>
                  <a:lnTo>
                    <a:pt x="349660" y="29489"/>
                  </a:lnTo>
                  <a:lnTo>
                    <a:pt x="355455" y="34920"/>
                  </a:lnTo>
                  <a:lnTo>
                    <a:pt x="362189" y="36571"/>
                  </a:lnTo>
                  <a:lnTo>
                    <a:pt x="368409" y="36795"/>
                  </a:lnTo>
                  <a:lnTo>
                    <a:pt x="371173" y="36242"/>
                  </a:lnTo>
                  <a:lnTo>
                    <a:pt x="372538" y="35968"/>
                  </a:lnTo>
                  <a:lnTo>
                    <a:pt x="376768" y="40942"/>
                  </a:lnTo>
                  <a:lnTo>
                    <a:pt x="373170" y="43694"/>
                  </a:lnTo>
                  <a:lnTo>
                    <a:pt x="370882" y="48529"/>
                  </a:lnTo>
                  <a:lnTo>
                    <a:pt x="369435" y="55335"/>
                  </a:lnTo>
                  <a:lnTo>
                    <a:pt x="369277" y="57492"/>
                  </a:lnTo>
                  <a:lnTo>
                    <a:pt x="368932" y="62180"/>
                  </a:lnTo>
                  <a:lnTo>
                    <a:pt x="365455" y="67486"/>
                  </a:lnTo>
                  <a:lnTo>
                    <a:pt x="365370" y="67921"/>
                  </a:lnTo>
                  <a:lnTo>
                    <a:pt x="365120" y="69204"/>
                  </a:lnTo>
                  <a:lnTo>
                    <a:pt x="364507" y="72347"/>
                  </a:lnTo>
                  <a:lnTo>
                    <a:pt x="362151" y="77042"/>
                  </a:lnTo>
                  <a:lnTo>
                    <a:pt x="359230" y="81530"/>
                  </a:lnTo>
                  <a:lnTo>
                    <a:pt x="360218" y="82593"/>
                  </a:lnTo>
                  <a:lnTo>
                    <a:pt x="362783" y="85353"/>
                  </a:lnTo>
                  <a:lnTo>
                    <a:pt x="365829" y="88179"/>
                  </a:lnTo>
                  <a:lnTo>
                    <a:pt x="365159" y="91770"/>
                  </a:lnTo>
                  <a:lnTo>
                    <a:pt x="365529" y="97030"/>
                  </a:lnTo>
                  <a:lnTo>
                    <a:pt x="361897" y="100668"/>
                  </a:lnTo>
                  <a:lnTo>
                    <a:pt x="362164" y="105056"/>
                  </a:lnTo>
                  <a:lnTo>
                    <a:pt x="364214" y="111614"/>
                  </a:lnTo>
                  <a:lnTo>
                    <a:pt x="365052" y="114023"/>
                  </a:lnTo>
                  <a:lnTo>
                    <a:pt x="365529" y="115394"/>
                  </a:lnTo>
                  <a:lnTo>
                    <a:pt x="366201" y="117328"/>
                  </a:lnTo>
                  <a:lnTo>
                    <a:pt x="369175" y="115801"/>
                  </a:lnTo>
                  <a:lnTo>
                    <a:pt x="373513" y="116964"/>
                  </a:lnTo>
                  <a:lnTo>
                    <a:pt x="376215" y="122297"/>
                  </a:lnTo>
                  <a:lnTo>
                    <a:pt x="376350" y="124681"/>
                  </a:lnTo>
                  <a:lnTo>
                    <a:pt x="378240" y="127699"/>
                  </a:lnTo>
                  <a:lnTo>
                    <a:pt x="380524" y="128140"/>
                  </a:lnTo>
                  <a:lnTo>
                    <a:pt x="384080" y="127348"/>
                  </a:lnTo>
                  <a:lnTo>
                    <a:pt x="386631" y="130465"/>
                  </a:lnTo>
                  <a:lnTo>
                    <a:pt x="388196" y="131584"/>
                  </a:lnTo>
                  <a:lnTo>
                    <a:pt x="390365" y="133133"/>
                  </a:lnTo>
                  <a:lnTo>
                    <a:pt x="394271" y="135421"/>
                  </a:lnTo>
                  <a:lnTo>
                    <a:pt x="397227" y="137798"/>
                  </a:lnTo>
                  <a:lnTo>
                    <a:pt x="402287" y="140119"/>
                  </a:lnTo>
                  <a:lnTo>
                    <a:pt x="403403" y="141057"/>
                  </a:lnTo>
                  <a:lnTo>
                    <a:pt x="405795" y="143254"/>
                  </a:lnTo>
                  <a:lnTo>
                    <a:pt x="403493" y="146195"/>
                  </a:lnTo>
                  <a:lnTo>
                    <a:pt x="400071" y="147778"/>
                  </a:lnTo>
                  <a:lnTo>
                    <a:pt x="398734" y="152068"/>
                  </a:lnTo>
                  <a:lnTo>
                    <a:pt x="394766" y="154613"/>
                  </a:lnTo>
                  <a:lnTo>
                    <a:pt x="392735" y="157304"/>
                  </a:lnTo>
                  <a:lnTo>
                    <a:pt x="391904" y="158403"/>
                  </a:lnTo>
                  <a:lnTo>
                    <a:pt x="388568" y="163680"/>
                  </a:lnTo>
                  <a:lnTo>
                    <a:pt x="385528" y="167076"/>
                  </a:lnTo>
                  <a:lnTo>
                    <a:pt x="384939" y="168955"/>
                  </a:lnTo>
                  <a:lnTo>
                    <a:pt x="385044" y="169273"/>
                  </a:lnTo>
                  <a:lnTo>
                    <a:pt x="385831" y="171649"/>
                  </a:lnTo>
                  <a:lnTo>
                    <a:pt x="386350" y="173215"/>
                  </a:lnTo>
                  <a:lnTo>
                    <a:pt x="385935" y="173541"/>
                  </a:lnTo>
                  <a:lnTo>
                    <a:pt x="383561" y="175408"/>
                  </a:lnTo>
                  <a:lnTo>
                    <a:pt x="382149" y="177295"/>
                  </a:lnTo>
                  <a:lnTo>
                    <a:pt x="381670" y="177935"/>
                  </a:lnTo>
                  <a:lnTo>
                    <a:pt x="379525" y="179180"/>
                  </a:lnTo>
                  <a:lnTo>
                    <a:pt x="377388" y="180419"/>
                  </a:lnTo>
                  <a:lnTo>
                    <a:pt x="374385" y="181609"/>
                  </a:lnTo>
                  <a:lnTo>
                    <a:pt x="371041" y="186478"/>
                  </a:lnTo>
                  <a:lnTo>
                    <a:pt x="370819" y="186801"/>
                  </a:lnTo>
                  <a:lnTo>
                    <a:pt x="365950" y="185800"/>
                  </a:lnTo>
                  <a:lnTo>
                    <a:pt x="360040" y="186711"/>
                  </a:lnTo>
                  <a:lnTo>
                    <a:pt x="359498" y="187042"/>
                  </a:lnTo>
                  <a:lnTo>
                    <a:pt x="358635" y="187570"/>
                  </a:lnTo>
                  <a:lnTo>
                    <a:pt x="354601" y="190030"/>
                  </a:lnTo>
                  <a:lnTo>
                    <a:pt x="351861" y="193557"/>
                  </a:lnTo>
                  <a:lnTo>
                    <a:pt x="350391" y="197174"/>
                  </a:lnTo>
                  <a:lnTo>
                    <a:pt x="349947" y="200609"/>
                  </a:lnTo>
                  <a:lnTo>
                    <a:pt x="349004" y="200898"/>
                  </a:lnTo>
                  <a:lnTo>
                    <a:pt x="326889" y="207662"/>
                  </a:lnTo>
                  <a:lnTo>
                    <a:pt x="320652" y="209550"/>
                  </a:lnTo>
                  <a:lnTo>
                    <a:pt x="320257" y="209669"/>
                  </a:lnTo>
                  <a:lnTo>
                    <a:pt x="308812" y="213101"/>
                  </a:lnTo>
                  <a:lnTo>
                    <a:pt x="299198" y="215960"/>
                  </a:lnTo>
                  <a:lnTo>
                    <a:pt x="291002" y="218381"/>
                  </a:lnTo>
                  <a:lnTo>
                    <a:pt x="289844" y="218722"/>
                  </a:lnTo>
                  <a:lnTo>
                    <a:pt x="285289" y="220088"/>
                  </a:lnTo>
                  <a:lnTo>
                    <a:pt x="272256" y="223975"/>
                  </a:lnTo>
                  <a:lnTo>
                    <a:pt x="271727" y="224127"/>
                  </a:lnTo>
                  <a:lnTo>
                    <a:pt x="257775" y="228135"/>
                  </a:lnTo>
                  <a:lnTo>
                    <a:pt x="256304" y="228555"/>
                  </a:lnTo>
                  <a:lnTo>
                    <a:pt x="242246" y="232561"/>
                  </a:lnTo>
                  <a:lnTo>
                    <a:pt x="241595" y="232745"/>
                  </a:lnTo>
                  <a:lnTo>
                    <a:pt x="222342" y="238040"/>
                  </a:lnTo>
                  <a:lnTo>
                    <a:pt x="202570" y="243436"/>
                  </a:lnTo>
                  <a:lnTo>
                    <a:pt x="201082" y="243843"/>
                  </a:lnTo>
                  <a:lnTo>
                    <a:pt x="185380" y="248114"/>
                  </a:lnTo>
                  <a:lnTo>
                    <a:pt x="182954" y="248767"/>
                  </a:lnTo>
                  <a:lnTo>
                    <a:pt x="160828" y="254672"/>
                  </a:lnTo>
                  <a:lnTo>
                    <a:pt x="155363" y="256129"/>
                  </a:lnTo>
                  <a:lnTo>
                    <a:pt x="147612" y="258184"/>
                  </a:lnTo>
                  <a:lnTo>
                    <a:pt x="140048" y="260178"/>
                  </a:lnTo>
                  <a:lnTo>
                    <a:pt x="117658" y="266126"/>
                  </a:lnTo>
                  <a:lnTo>
                    <a:pt x="112218" y="267555"/>
                  </a:lnTo>
                  <a:lnTo>
                    <a:pt x="93638" y="272306"/>
                  </a:lnTo>
                  <a:lnTo>
                    <a:pt x="83768" y="274761"/>
                  </a:lnTo>
                  <a:lnTo>
                    <a:pt x="73394" y="277320"/>
                  </a:lnTo>
                  <a:lnTo>
                    <a:pt x="50982" y="282846"/>
                  </a:lnTo>
                  <a:lnTo>
                    <a:pt x="44616" y="284373"/>
                  </a:lnTo>
                  <a:lnTo>
                    <a:pt x="39933" y="263747"/>
                  </a:lnTo>
                  <a:lnTo>
                    <a:pt x="38877" y="259103"/>
                  </a:lnTo>
                  <a:lnTo>
                    <a:pt x="36076" y="246834"/>
                  </a:lnTo>
                  <a:lnTo>
                    <a:pt x="32502" y="231210"/>
                  </a:lnTo>
                  <a:lnTo>
                    <a:pt x="31372" y="226283"/>
                  </a:lnTo>
                  <a:lnTo>
                    <a:pt x="29845" y="219627"/>
                  </a:lnTo>
                  <a:lnTo>
                    <a:pt x="26667" y="205803"/>
                  </a:lnTo>
                  <a:lnTo>
                    <a:pt x="22425" y="187615"/>
                  </a:lnTo>
                  <a:lnTo>
                    <a:pt x="21446" y="1834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440644" y="3936967"/>
              <a:ext cx="460206" cy="539334"/>
            </a:xfrm>
            <a:custGeom>
              <a:avLst/>
              <a:pathLst>
                <a:path w="460206" h="539334">
                  <a:moveTo>
                    <a:pt x="2329" y="371017"/>
                  </a:moveTo>
                  <a:lnTo>
                    <a:pt x="1935" y="368869"/>
                  </a:lnTo>
                  <a:lnTo>
                    <a:pt x="5591" y="366655"/>
                  </a:lnTo>
                  <a:lnTo>
                    <a:pt x="9799" y="361255"/>
                  </a:lnTo>
                  <a:lnTo>
                    <a:pt x="11110" y="359466"/>
                  </a:lnTo>
                  <a:lnTo>
                    <a:pt x="13787" y="360583"/>
                  </a:lnTo>
                  <a:lnTo>
                    <a:pt x="17637" y="360629"/>
                  </a:lnTo>
                  <a:lnTo>
                    <a:pt x="20987" y="360666"/>
                  </a:lnTo>
                  <a:lnTo>
                    <a:pt x="23552" y="358686"/>
                  </a:lnTo>
                  <a:lnTo>
                    <a:pt x="24270" y="358131"/>
                  </a:lnTo>
                  <a:lnTo>
                    <a:pt x="29640" y="353516"/>
                  </a:lnTo>
                  <a:lnTo>
                    <a:pt x="30803" y="348699"/>
                  </a:lnTo>
                  <a:lnTo>
                    <a:pt x="30107" y="346657"/>
                  </a:lnTo>
                  <a:lnTo>
                    <a:pt x="30400" y="342424"/>
                  </a:lnTo>
                  <a:lnTo>
                    <a:pt x="28899" y="337620"/>
                  </a:lnTo>
                  <a:lnTo>
                    <a:pt x="28471" y="337435"/>
                  </a:lnTo>
                  <a:lnTo>
                    <a:pt x="24455" y="335694"/>
                  </a:lnTo>
                  <a:lnTo>
                    <a:pt x="20540" y="335500"/>
                  </a:lnTo>
                  <a:lnTo>
                    <a:pt x="17558" y="334367"/>
                  </a:lnTo>
                  <a:lnTo>
                    <a:pt x="15895" y="328117"/>
                  </a:lnTo>
                  <a:lnTo>
                    <a:pt x="18551" y="323786"/>
                  </a:lnTo>
                  <a:lnTo>
                    <a:pt x="19583" y="317702"/>
                  </a:lnTo>
                  <a:lnTo>
                    <a:pt x="20179" y="315567"/>
                  </a:lnTo>
                  <a:lnTo>
                    <a:pt x="17096" y="312152"/>
                  </a:lnTo>
                  <a:lnTo>
                    <a:pt x="18670" y="309300"/>
                  </a:lnTo>
                  <a:lnTo>
                    <a:pt x="19424" y="304722"/>
                  </a:lnTo>
                  <a:lnTo>
                    <a:pt x="18512" y="302046"/>
                  </a:lnTo>
                  <a:lnTo>
                    <a:pt x="22387" y="301551"/>
                  </a:lnTo>
                  <a:lnTo>
                    <a:pt x="25231" y="301656"/>
                  </a:lnTo>
                  <a:lnTo>
                    <a:pt x="25810" y="300800"/>
                  </a:lnTo>
                  <a:lnTo>
                    <a:pt x="28860" y="296276"/>
                  </a:lnTo>
                  <a:lnTo>
                    <a:pt x="34900" y="291874"/>
                  </a:lnTo>
                  <a:lnTo>
                    <a:pt x="35291" y="287125"/>
                  </a:lnTo>
                  <a:lnTo>
                    <a:pt x="36304" y="282439"/>
                  </a:lnTo>
                  <a:lnTo>
                    <a:pt x="38170" y="279979"/>
                  </a:lnTo>
                  <a:lnTo>
                    <a:pt x="39120" y="277830"/>
                  </a:lnTo>
                  <a:lnTo>
                    <a:pt x="39072" y="274165"/>
                  </a:lnTo>
                  <a:lnTo>
                    <a:pt x="38847" y="268168"/>
                  </a:lnTo>
                  <a:lnTo>
                    <a:pt x="40393" y="265204"/>
                  </a:lnTo>
                  <a:lnTo>
                    <a:pt x="40656" y="262031"/>
                  </a:lnTo>
                  <a:lnTo>
                    <a:pt x="39147" y="259303"/>
                  </a:lnTo>
                  <a:lnTo>
                    <a:pt x="41347" y="257137"/>
                  </a:lnTo>
                  <a:lnTo>
                    <a:pt x="45974" y="253183"/>
                  </a:lnTo>
                  <a:lnTo>
                    <a:pt x="47772" y="250692"/>
                  </a:lnTo>
                  <a:lnTo>
                    <a:pt x="48640" y="247626"/>
                  </a:lnTo>
                  <a:lnTo>
                    <a:pt x="48971" y="246457"/>
                  </a:lnTo>
                  <a:lnTo>
                    <a:pt x="50796" y="245111"/>
                  </a:lnTo>
                  <a:lnTo>
                    <a:pt x="55230" y="243843"/>
                  </a:lnTo>
                  <a:lnTo>
                    <a:pt x="59596" y="241734"/>
                  </a:lnTo>
                  <a:lnTo>
                    <a:pt x="64362" y="240758"/>
                  </a:lnTo>
                  <a:lnTo>
                    <a:pt x="68739" y="236808"/>
                  </a:lnTo>
                  <a:lnTo>
                    <a:pt x="71774" y="235589"/>
                  </a:lnTo>
                  <a:lnTo>
                    <a:pt x="72217" y="231807"/>
                  </a:lnTo>
                  <a:lnTo>
                    <a:pt x="72245" y="231565"/>
                  </a:lnTo>
                  <a:lnTo>
                    <a:pt x="70482" y="227810"/>
                  </a:lnTo>
                  <a:lnTo>
                    <a:pt x="64711" y="221842"/>
                  </a:lnTo>
                  <a:lnTo>
                    <a:pt x="60302" y="216775"/>
                  </a:lnTo>
                  <a:lnTo>
                    <a:pt x="57217" y="216215"/>
                  </a:lnTo>
                  <a:lnTo>
                    <a:pt x="58140" y="210517"/>
                  </a:lnTo>
                  <a:lnTo>
                    <a:pt x="55861" y="204439"/>
                  </a:lnTo>
                  <a:lnTo>
                    <a:pt x="54301" y="194381"/>
                  </a:lnTo>
                  <a:lnTo>
                    <a:pt x="52931" y="191163"/>
                  </a:lnTo>
                  <a:lnTo>
                    <a:pt x="48105" y="182307"/>
                  </a:lnTo>
                  <a:lnTo>
                    <a:pt x="44793" y="176622"/>
                  </a:lnTo>
                  <a:lnTo>
                    <a:pt x="46074" y="170628"/>
                  </a:lnTo>
                  <a:lnTo>
                    <a:pt x="46613" y="165508"/>
                  </a:lnTo>
                  <a:lnTo>
                    <a:pt x="48115" y="159866"/>
                  </a:lnTo>
                  <a:lnTo>
                    <a:pt x="49204" y="155344"/>
                  </a:lnTo>
                  <a:lnTo>
                    <a:pt x="50659" y="155651"/>
                  </a:lnTo>
                  <a:lnTo>
                    <a:pt x="52756" y="154452"/>
                  </a:lnTo>
                  <a:lnTo>
                    <a:pt x="53430" y="143606"/>
                  </a:lnTo>
                  <a:lnTo>
                    <a:pt x="52634" y="130420"/>
                  </a:lnTo>
                  <a:lnTo>
                    <a:pt x="50564" y="126508"/>
                  </a:lnTo>
                  <a:lnTo>
                    <a:pt x="51694" y="120055"/>
                  </a:lnTo>
                  <a:lnTo>
                    <a:pt x="53069" y="114664"/>
                  </a:lnTo>
                  <a:lnTo>
                    <a:pt x="53562" y="112729"/>
                  </a:lnTo>
                  <a:lnTo>
                    <a:pt x="51606" y="108780"/>
                  </a:lnTo>
                  <a:lnTo>
                    <a:pt x="52193" y="101583"/>
                  </a:lnTo>
                  <a:lnTo>
                    <a:pt x="52868" y="94524"/>
                  </a:lnTo>
                  <a:lnTo>
                    <a:pt x="55940" y="90587"/>
                  </a:lnTo>
                  <a:lnTo>
                    <a:pt x="54318" y="87044"/>
                  </a:lnTo>
                  <a:lnTo>
                    <a:pt x="52754" y="83026"/>
                  </a:lnTo>
                  <a:lnTo>
                    <a:pt x="52866" y="77184"/>
                  </a:lnTo>
                  <a:lnTo>
                    <a:pt x="53611" y="72348"/>
                  </a:lnTo>
                  <a:lnTo>
                    <a:pt x="53673" y="71951"/>
                  </a:lnTo>
                  <a:lnTo>
                    <a:pt x="54644" y="69120"/>
                  </a:lnTo>
                  <a:lnTo>
                    <a:pt x="59661" y="68858"/>
                  </a:lnTo>
                  <a:lnTo>
                    <a:pt x="62676" y="67291"/>
                  </a:lnTo>
                  <a:lnTo>
                    <a:pt x="66699" y="67059"/>
                  </a:lnTo>
                  <a:lnTo>
                    <a:pt x="70879" y="67850"/>
                  </a:lnTo>
                  <a:lnTo>
                    <a:pt x="72297" y="70011"/>
                  </a:lnTo>
                  <a:lnTo>
                    <a:pt x="74923" y="70734"/>
                  </a:lnTo>
                  <a:lnTo>
                    <a:pt x="77390" y="69447"/>
                  </a:lnTo>
                  <a:lnTo>
                    <a:pt x="80470" y="70217"/>
                  </a:lnTo>
                  <a:lnTo>
                    <a:pt x="82413" y="73665"/>
                  </a:lnTo>
                  <a:lnTo>
                    <a:pt x="83275" y="77797"/>
                  </a:lnTo>
                  <a:lnTo>
                    <a:pt x="86068" y="80706"/>
                  </a:lnTo>
                  <a:lnTo>
                    <a:pt x="89762" y="83123"/>
                  </a:lnTo>
                  <a:lnTo>
                    <a:pt x="94197" y="83087"/>
                  </a:lnTo>
                  <a:lnTo>
                    <a:pt x="95522" y="80778"/>
                  </a:lnTo>
                  <a:lnTo>
                    <a:pt x="99106" y="75318"/>
                  </a:lnTo>
                  <a:lnTo>
                    <a:pt x="103760" y="69689"/>
                  </a:lnTo>
                  <a:lnTo>
                    <a:pt x="104662" y="63213"/>
                  </a:lnTo>
                  <a:lnTo>
                    <a:pt x="105464" y="58323"/>
                  </a:lnTo>
                  <a:lnTo>
                    <a:pt x="109061" y="34248"/>
                  </a:lnTo>
                  <a:lnTo>
                    <a:pt x="112231" y="13589"/>
                  </a:lnTo>
                  <a:lnTo>
                    <a:pt x="114322" y="0"/>
                  </a:lnTo>
                  <a:lnTo>
                    <a:pt x="120138" y="1018"/>
                  </a:lnTo>
                  <a:lnTo>
                    <a:pt x="188924" y="12194"/>
                  </a:lnTo>
                  <a:lnTo>
                    <a:pt x="193562" y="12911"/>
                  </a:lnTo>
                  <a:lnTo>
                    <a:pt x="198366" y="13649"/>
                  </a:lnTo>
                  <a:lnTo>
                    <a:pt x="217979" y="16620"/>
                  </a:lnTo>
                  <a:lnTo>
                    <a:pt x="218429" y="16687"/>
                  </a:lnTo>
                  <a:lnTo>
                    <a:pt x="230911" y="18536"/>
                  </a:lnTo>
                  <a:lnTo>
                    <a:pt x="296163" y="27837"/>
                  </a:lnTo>
                  <a:lnTo>
                    <a:pt x="296657" y="27905"/>
                  </a:lnTo>
                  <a:lnTo>
                    <a:pt x="305468" y="29197"/>
                  </a:lnTo>
                  <a:lnTo>
                    <a:pt x="307374" y="29433"/>
                  </a:lnTo>
                  <a:lnTo>
                    <a:pt x="320138" y="30999"/>
                  </a:lnTo>
                  <a:lnTo>
                    <a:pt x="342001" y="33795"/>
                  </a:lnTo>
                  <a:lnTo>
                    <a:pt x="361371" y="36723"/>
                  </a:lnTo>
                  <a:lnTo>
                    <a:pt x="393906" y="40724"/>
                  </a:lnTo>
                  <a:lnTo>
                    <a:pt x="428964" y="44725"/>
                  </a:lnTo>
                  <a:lnTo>
                    <a:pt x="460206" y="48200"/>
                  </a:lnTo>
                  <a:lnTo>
                    <a:pt x="459109" y="59008"/>
                  </a:lnTo>
                  <a:lnTo>
                    <a:pt x="452547" y="124770"/>
                  </a:lnTo>
                  <a:lnTo>
                    <a:pt x="451557" y="134691"/>
                  </a:lnTo>
                  <a:lnTo>
                    <a:pt x="450494" y="145356"/>
                  </a:lnTo>
                  <a:lnTo>
                    <a:pt x="448208" y="168396"/>
                  </a:lnTo>
                  <a:lnTo>
                    <a:pt x="446042" y="190139"/>
                  </a:lnTo>
                  <a:lnTo>
                    <a:pt x="444480" y="206460"/>
                  </a:lnTo>
                  <a:lnTo>
                    <a:pt x="442694" y="225181"/>
                  </a:lnTo>
                  <a:lnTo>
                    <a:pt x="439477" y="258170"/>
                  </a:lnTo>
                  <a:lnTo>
                    <a:pt x="438998" y="263104"/>
                  </a:lnTo>
                  <a:lnTo>
                    <a:pt x="433591" y="319219"/>
                  </a:lnTo>
                  <a:lnTo>
                    <a:pt x="432769" y="327680"/>
                  </a:lnTo>
                  <a:lnTo>
                    <a:pt x="429689" y="359530"/>
                  </a:lnTo>
                  <a:lnTo>
                    <a:pt x="428045" y="376934"/>
                  </a:lnTo>
                  <a:lnTo>
                    <a:pt x="424533" y="414293"/>
                  </a:lnTo>
                  <a:lnTo>
                    <a:pt x="421649" y="444698"/>
                  </a:lnTo>
                  <a:lnTo>
                    <a:pt x="418839" y="474320"/>
                  </a:lnTo>
                  <a:lnTo>
                    <a:pt x="416466" y="499196"/>
                  </a:lnTo>
                  <a:lnTo>
                    <a:pt x="412705" y="539334"/>
                  </a:lnTo>
                  <a:lnTo>
                    <a:pt x="379549" y="535665"/>
                  </a:lnTo>
                  <a:lnTo>
                    <a:pt x="354559" y="532785"/>
                  </a:lnTo>
                  <a:lnTo>
                    <a:pt x="307604" y="527295"/>
                  </a:lnTo>
                  <a:lnTo>
                    <a:pt x="261815" y="521603"/>
                  </a:lnTo>
                  <a:lnTo>
                    <a:pt x="241026" y="510759"/>
                  </a:lnTo>
                  <a:lnTo>
                    <a:pt x="170404" y="473148"/>
                  </a:lnTo>
                  <a:lnTo>
                    <a:pt x="102475" y="436543"/>
                  </a:lnTo>
                  <a:lnTo>
                    <a:pt x="73446" y="420550"/>
                  </a:lnTo>
                  <a:lnTo>
                    <a:pt x="0" y="379396"/>
                  </a:lnTo>
                  <a:lnTo>
                    <a:pt x="529" y="376963"/>
                  </a:lnTo>
                  <a:lnTo>
                    <a:pt x="2058" y="374744"/>
                  </a:lnTo>
                  <a:lnTo>
                    <a:pt x="893" y="3733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99779" y="2941389"/>
              <a:ext cx="7330" cy="9150"/>
            </a:xfrm>
            <a:custGeom>
              <a:avLst/>
              <a:pathLst>
                <a:path w="7330" h="9150">
                  <a:moveTo>
                    <a:pt x="0" y="8297"/>
                  </a:moveTo>
                  <a:lnTo>
                    <a:pt x="281" y="1521"/>
                  </a:lnTo>
                  <a:lnTo>
                    <a:pt x="3044" y="0"/>
                  </a:lnTo>
                  <a:lnTo>
                    <a:pt x="5492" y="4836"/>
                  </a:lnTo>
                  <a:lnTo>
                    <a:pt x="7330" y="7198"/>
                  </a:lnTo>
                  <a:lnTo>
                    <a:pt x="2887" y="91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65330" y="2872829"/>
              <a:ext cx="55814" cy="70046"/>
            </a:xfrm>
            <a:custGeom>
              <a:avLst/>
              <a:pathLst>
                <a:path w="55814" h="70046">
                  <a:moveTo>
                    <a:pt x="16094" y="69120"/>
                  </a:moveTo>
                  <a:lnTo>
                    <a:pt x="16623" y="65753"/>
                  </a:lnTo>
                  <a:lnTo>
                    <a:pt x="14730" y="60964"/>
                  </a:lnTo>
                  <a:lnTo>
                    <a:pt x="17147" y="59647"/>
                  </a:lnTo>
                  <a:lnTo>
                    <a:pt x="14837" y="52102"/>
                  </a:lnTo>
                  <a:lnTo>
                    <a:pt x="12469" y="44380"/>
                  </a:lnTo>
                  <a:lnTo>
                    <a:pt x="8750" y="33652"/>
                  </a:lnTo>
                  <a:lnTo>
                    <a:pt x="6203" y="26876"/>
                  </a:lnTo>
                  <a:lnTo>
                    <a:pt x="0" y="10198"/>
                  </a:lnTo>
                  <a:lnTo>
                    <a:pt x="11425" y="5507"/>
                  </a:lnTo>
                  <a:lnTo>
                    <a:pt x="12350" y="5126"/>
                  </a:lnTo>
                  <a:lnTo>
                    <a:pt x="14227" y="4351"/>
                  </a:lnTo>
                  <a:lnTo>
                    <a:pt x="17858" y="2858"/>
                  </a:lnTo>
                  <a:lnTo>
                    <a:pt x="24782" y="0"/>
                  </a:lnTo>
                  <a:lnTo>
                    <a:pt x="25770" y="2817"/>
                  </a:lnTo>
                  <a:lnTo>
                    <a:pt x="26735" y="5569"/>
                  </a:lnTo>
                  <a:lnTo>
                    <a:pt x="28450" y="10499"/>
                  </a:lnTo>
                  <a:lnTo>
                    <a:pt x="30993" y="9530"/>
                  </a:lnTo>
                  <a:lnTo>
                    <a:pt x="32777" y="14666"/>
                  </a:lnTo>
                  <a:lnTo>
                    <a:pt x="34841" y="18563"/>
                  </a:lnTo>
                  <a:lnTo>
                    <a:pt x="35720" y="18740"/>
                  </a:lnTo>
                  <a:lnTo>
                    <a:pt x="39825" y="19561"/>
                  </a:lnTo>
                  <a:lnTo>
                    <a:pt x="44827" y="23545"/>
                  </a:lnTo>
                  <a:lnTo>
                    <a:pt x="46056" y="24523"/>
                  </a:lnTo>
                  <a:lnTo>
                    <a:pt x="50279" y="24351"/>
                  </a:lnTo>
                  <a:lnTo>
                    <a:pt x="51233" y="27654"/>
                  </a:lnTo>
                  <a:lnTo>
                    <a:pt x="51697" y="29261"/>
                  </a:lnTo>
                  <a:lnTo>
                    <a:pt x="55814" y="37655"/>
                  </a:lnTo>
                  <a:lnTo>
                    <a:pt x="54967" y="39070"/>
                  </a:lnTo>
                  <a:lnTo>
                    <a:pt x="52596" y="42603"/>
                  </a:lnTo>
                  <a:lnTo>
                    <a:pt x="48707" y="41852"/>
                  </a:lnTo>
                  <a:lnTo>
                    <a:pt x="46119" y="42207"/>
                  </a:lnTo>
                  <a:lnTo>
                    <a:pt x="45546" y="45861"/>
                  </a:lnTo>
                  <a:lnTo>
                    <a:pt x="43239" y="46780"/>
                  </a:lnTo>
                  <a:lnTo>
                    <a:pt x="40641" y="46823"/>
                  </a:lnTo>
                  <a:lnTo>
                    <a:pt x="39083" y="47835"/>
                  </a:lnTo>
                  <a:lnTo>
                    <a:pt x="38445" y="48249"/>
                  </a:lnTo>
                  <a:lnTo>
                    <a:pt x="38170" y="52714"/>
                  </a:lnTo>
                  <a:lnTo>
                    <a:pt x="37529" y="56373"/>
                  </a:lnTo>
                  <a:lnTo>
                    <a:pt x="33109" y="57860"/>
                  </a:lnTo>
                  <a:lnTo>
                    <a:pt x="29272" y="60452"/>
                  </a:lnTo>
                  <a:lnTo>
                    <a:pt x="25276" y="64178"/>
                  </a:lnTo>
                  <a:lnTo>
                    <a:pt x="20472" y="67000"/>
                  </a:lnTo>
                  <a:lnTo>
                    <a:pt x="16256" y="700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62940" y="4026047"/>
              <a:ext cx="353347" cy="264352"/>
            </a:xfrm>
            <a:custGeom>
              <a:avLst/>
              <a:pathLst>
                <a:path w="353347" h="264352">
                  <a:moveTo>
                    <a:pt x="0" y="70923"/>
                  </a:moveTo>
                  <a:lnTo>
                    <a:pt x="1855" y="67790"/>
                  </a:lnTo>
                  <a:lnTo>
                    <a:pt x="1122" y="65255"/>
                  </a:lnTo>
                  <a:lnTo>
                    <a:pt x="3350" y="61835"/>
                  </a:lnTo>
                  <a:lnTo>
                    <a:pt x="5141" y="58760"/>
                  </a:lnTo>
                  <a:lnTo>
                    <a:pt x="8264" y="55349"/>
                  </a:lnTo>
                  <a:lnTo>
                    <a:pt x="11884" y="51023"/>
                  </a:lnTo>
                  <a:lnTo>
                    <a:pt x="12547" y="48183"/>
                  </a:lnTo>
                  <a:lnTo>
                    <a:pt x="12952" y="44044"/>
                  </a:lnTo>
                  <a:lnTo>
                    <a:pt x="19542" y="40356"/>
                  </a:lnTo>
                  <a:lnTo>
                    <a:pt x="26844" y="36256"/>
                  </a:lnTo>
                  <a:lnTo>
                    <a:pt x="34360" y="32056"/>
                  </a:lnTo>
                  <a:lnTo>
                    <a:pt x="35923" y="32068"/>
                  </a:lnTo>
                  <a:lnTo>
                    <a:pt x="37040" y="32076"/>
                  </a:lnTo>
                  <a:lnTo>
                    <a:pt x="40529" y="27290"/>
                  </a:lnTo>
                  <a:lnTo>
                    <a:pt x="47739" y="23815"/>
                  </a:lnTo>
                  <a:lnTo>
                    <a:pt x="50743" y="22364"/>
                  </a:lnTo>
                  <a:lnTo>
                    <a:pt x="55756" y="19353"/>
                  </a:lnTo>
                  <a:lnTo>
                    <a:pt x="58436" y="16542"/>
                  </a:lnTo>
                  <a:lnTo>
                    <a:pt x="62551" y="16002"/>
                  </a:lnTo>
                  <a:lnTo>
                    <a:pt x="65369" y="15630"/>
                  </a:lnTo>
                  <a:lnTo>
                    <a:pt x="66644" y="15461"/>
                  </a:lnTo>
                  <a:lnTo>
                    <a:pt x="72204" y="14419"/>
                  </a:lnTo>
                  <a:lnTo>
                    <a:pt x="79919" y="12964"/>
                  </a:lnTo>
                  <a:lnTo>
                    <a:pt x="84555" y="12085"/>
                  </a:lnTo>
                  <a:lnTo>
                    <a:pt x="89494" y="11233"/>
                  </a:lnTo>
                  <a:lnTo>
                    <a:pt x="96164" y="10077"/>
                  </a:lnTo>
                  <a:lnTo>
                    <a:pt x="103628" y="8773"/>
                  </a:lnTo>
                  <a:lnTo>
                    <a:pt x="122853" y="5369"/>
                  </a:lnTo>
                  <a:lnTo>
                    <a:pt x="131763" y="3880"/>
                  </a:lnTo>
                  <a:lnTo>
                    <a:pt x="134541" y="3412"/>
                  </a:lnTo>
                  <a:lnTo>
                    <a:pt x="154593" y="0"/>
                  </a:lnTo>
                  <a:lnTo>
                    <a:pt x="154676" y="203"/>
                  </a:lnTo>
                  <a:lnTo>
                    <a:pt x="155490" y="2191"/>
                  </a:lnTo>
                  <a:lnTo>
                    <a:pt x="154884" y="6763"/>
                  </a:lnTo>
                  <a:lnTo>
                    <a:pt x="156537" y="8941"/>
                  </a:lnTo>
                  <a:lnTo>
                    <a:pt x="162833" y="1854"/>
                  </a:lnTo>
                  <a:lnTo>
                    <a:pt x="165407" y="4158"/>
                  </a:lnTo>
                  <a:lnTo>
                    <a:pt x="171283" y="9412"/>
                  </a:lnTo>
                  <a:lnTo>
                    <a:pt x="176527" y="14091"/>
                  </a:lnTo>
                  <a:lnTo>
                    <a:pt x="177483" y="23924"/>
                  </a:lnTo>
                  <a:lnTo>
                    <a:pt x="193999" y="20622"/>
                  </a:lnTo>
                  <a:lnTo>
                    <a:pt x="210839" y="16965"/>
                  </a:lnTo>
                  <a:lnTo>
                    <a:pt x="227862" y="13216"/>
                  </a:lnTo>
                  <a:lnTo>
                    <a:pt x="238315" y="10838"/>
                  </a:lnTo>
                  <a:lnTo>
                    <a:pt x="238504" y="10795"/>
                  </a:lnTo>
                  <a:lnTo>
                    <a:pt x="254662" y="7079"/>
                  </a:lnTo>
                  <a:lnTo>
                    <a:pt x="255892" y="6795"/>
                  </a:lnTo>
                  <a:lnTo>
                    <a:pt x="274040" y="18042"/>
                  </a:lnTo>
                  <a:lnTo>
                    <a:pt x="275021" y="18647"/>
                  </a:lnTo>
                  <a:lnTo>
                    <a:pt x="282853" y="23475"/>
                  </a:lnTo>
                  <a:lnTo>
                    <a:pt x="304373" y="37378"/>
                  </a:lnTo>
                  <a:lnTo>
                    <a:pt x="307583" y="39442"/>
                  </a:lnTo>
                  <a:lnTo>
                    <a:pt x="329924" y="53438"/>
                  </a:lnTo>
                  <a:lnTo>
                    <a:pt x="343822" y="62133"/>
                  </a:lnTo>
                  <a:lnTo>
                    <a:pt x="346845" y="64018"/>
                  </a:lnTo>
                  <a:lnTo>
                    <a:pt x="353347" y="68150"/>
                  </a:lnTo>
                  <a:lnTo>
                    <a:pt x="344811" y="73406"/>
                  </a:lnTo>
                  <a:lnTo>
                    <a:pt x="338716" y="79421"/>
                  </a:lnTo>
                  <a:lnTo>
                    <a:pt x="333598" y="86420"/>
                  </a:lnTo>
                  <a:lnTo>
                    <a:pt x="329581" y="93398"/>
                  </a:lnTo>
                  <a:lnTo>
                    <a:pt x="326851" y="100161"/>
                  </a:lnTo>
                  <a:lnTo>
                    <a:pt x="325250" y="104117"/>
                  </a:lnTo>
                  <a:lnTo>
                    <a:pt x="322243" y="109368"/>
                  </a:lnTo>
                  <a:lnTo>
                    <a:pt x="320168" y="117095"/>
                  </a:lnTo>
                  <a:lnTo>
                    <a:pt x="319717" y="124123"/>
                  </a:lnTo>
                  <a:lnTo>
                    <a:pt x="320112" y="132078"/>
                  </a:lnTo>
                  <a:lnTo>
                    <a:pt x="321281" y="134613"/>
                  </a:lnTo>
                  <a:lnTo>
                    <a:pt x="319191" y="139740"/>
                  </a:lnTo>
                  <a:lnTo>
                    <a:pt x="315672" y="143827"/>
                  </a:lnTo>
                  <a:lnTo>
                    <a:pt x="314653" y="145009"/>
                  </a:lnTo>
                  <a:lnTo>
                    <a:pt x="312305" y="147381"/>
                  </a:lnTo>
                  <a:lnTo>
                    <a:pt x="312377" y="150937"/>
                  </a:lnTo>
                  <a:lnTo>
                    <a:pt x="311724" y="155035"/>
                  </a:lnTo>
                  <a:lnTo>
                    <a:pt x="307059" y="155439"/>
                  </a:lnTo>
                  <a:lnTo>
                    <a:pt x="303048" y="157680"/>
                  </a:lnTo>
                  <a:lnTo>
                    <a:pt x="299651" y="155452"/>
                  </a:lnTo>
                  <a:lnTo>
                    <a:pt x="296044" y="158947"/>
                  </a:lnTo>
                  <a:lnTo>
                    <a:pt x="294832" y="162325"/>
                  </a:lnTo>
                  <a:lnTo>
                    <a:pt x="298290" y="165573"/>
                  </a:lnTo>
                  <a:lnTo>
                    <a:pt x="296570" y="168567"/>
                  </a:lnTo>
                  <a:lnTo>
                    <a:pt x="290762" y="174293"/>
                  </a:lnTo>
                  <a:lnTo>
                    <a:pt x="289345" y="178635"/>
                  </a:lnTo>
                  <a:lnTo>
                    <a:pt x="283514" y="183624"/>
                  </a:lnTo>
                  <a:lnTo>
                    <a:pt x="280508" y="187188"/>
                  </a:lnTo>
                  <a:lnTo>
                    <a:pt x="280232" y="191791"/>
                  </a:lnTo>
                  <a:lnTo>
                    <a:pt x="275068" y="197056"/>
                  </a:lnTo>
                  <a:lnTo>
                    <a:pt x="273362" y="200508"/>
                  </a:lnTo>
                  <a:lnTo>
                    <a:pt x="267953" y="202040"/>
                  </a:lnTo>
                  <a:lnTo>
                    <a:pt x="263287" y="205388"/>
                  </a:lnTo>
                  <a:lnTo>
                    <a:pt x="260862" y="208808"/>
                  </a:lnTo>
                  <a:lnTo>
                    <a:pt x="257109" y="211114"/>
                  </a:lnTo>
                  <a:lnTo>
                    <a:pt x="256759" y="211488"/>
                  </a:lnTo>
                  <a:lnTo>
                    <a:pt x="251436" y="217160"/>
                  </a:lnTo>
                  <a:lnTo>
                    <a:pt x="246177" y="219079"/>
                  </a:lnTo>
                  <a:lnTo>
                    <a:pt x="242009" y="217895"/>
                  </a:lnTo>
                  <a:lnTo>
                    <a:pt x="241745" y="219029"/>
                  </a:lnTo>
                  <a:lnTo>
                    <a:pt x="241251" y="221152"/>
                  </a:lnTo>
                  <a:lnTo>
                    <a:pt x="244082" y="225036"/>
                  </a:lnTo>
                  <a:lnTo>
                    <a:pt x="246361" y="227646"/>
                  </a:lnTo>
                  <a:lnTo>
                    <a:pt x="245709" y="232171"/>
                  </a:lnTo>
                  <a:lnTo>
                    <a:pt x="240336" y="236966"/>
                  </a:lnTo>
                  <a:lnTo>
                    <a:pt x="236469" y="239076"/>
                  </a:lnTo>
                  <a:lnTo>
                    <a:pt x="232676" y="238349"/>
                  </a:lnTo>
                  <a:lnTo>
                    <a:pt x="227064" y="236589"/>
                  </a:lnTo>
                  <a:lnTo>
                    <a:pt x="223928" y="240275"/>
                  </a:lnTo>
                  <a:lnTo>
                    <a:pt x="227203" y="241929"/>
                  </a:lnTo>
                  <a:lnTo>
                    <a:pt x="232207" y="245154"/>
                  </a:lnTo>
                  <a:lnTo>
                    <a:pt x="229405" y="250852"/>
                  </a:lnTo>
                  <a:lnTo>
                    <a:pt x="223703" y="256707"/>
                  </a:lnTo>
                  <a:lnTo>
                    <a:pt x="220539" y="258344"/>
                  </a:lnTo>
                  <a:lnTo>
                    <a:pt x="220269" y="260294"/>
                  </a:lnTo>
                  <a:lnTo>
                    <a:pt x="219707" y="264352"/>
                  </a:lnTo>
                  <a:lnTo>
                    <a:pt x="215144" y="263316"/>
                  </a:lnTo>
                  <a:lnTo>
                    <a:pt x="209824" y="260651"/>
                  </a:lnTo>
                  <a:lnTo>
                    <a:pt x="207828" y="262598"/>
                  </a:lnTo>
                  <a:lnTo>
                    <a:pt x="201921" y="261365"/>
                  </a:lnTo>
                  <a:lnTo>
                    <a:pt x="200413" y="255986"/>
                  </a:lnTo>
                  <a:lnTo>
                    <a:pt x="197535" y="252160"/>
                  </a:lnTo>
                  <a:lnTo>
                    <a:pt x="196931" y="251355"/>
                  </a:lnTo>
                  <a:lnTo>
                    <a:pt x="198121" y="247632"/>
                  </a:lnTo>
                  <a:lnTo>
                    <a:pt x="196778" y="242701"/>
                  </a:lnTo>
                  <a:lnTo>
                    <a:pt x="193022" y="239065"/>
                  </a:lnTo>
                  <a:lnTo>
                    <a:pt x="191031" y="237136"/>
                  </a:lnTo>
                  <a:lnTo>
                    <a:pt x="190138" y="232541"/>
                  </a:lnTo>
                  <a:lnTo>
                    <a:pt x="183050" y="227061"/>
                  </a:lnTo>
                  <a:lnTo>
                    <a:pt x="182331" y="226958"/>
                  </a:lnTo>
                  <a:lnTo>
                    <a:pt x="178894" y="226466"/>
                  </a:lnTo>
                  <a:lnTo>
                    <a:pt x="174084" y="224166"/>
                  </a:lnTo>
                  <a:lnTo>
                    <a:pt x="173241" y="223762"/>
                  </a:lnTo>
                  <a:lnTo>
                    <a:pt x="172678" y="219602"/>
                  </a:lnTo>
                  <a:lnTo>
                    <a:pt x="169897" y="212567"/>
                  </a:lnTo>
                  <a:lnTo>
                    <a:pt x="169779" y="212130"/>
                  </a:lnTo>
                  <a:lnTo>
                    <a:pt x="167789" y="204794"/>
                  </a:lnTo>
                  <a:lnTo>
                    <a:pt x="163564" y="199779"/>
                  </a:lnTo>
                  <a:lnTo>
                    <a:pt x="160257" y="196408"/>
                  </a:lnTo>
                  <a:lnTo>
                    <a:pt x="158890" y="190325"/>
                  </a:lnTo>
                  <a:lnTo>
                    <a:pt x="155403" y="188479"/>
                  </a:lnTo>
                  <a:lnTo>
                    <a:pt x="150608" y="185937"/>
                  </a:lnTo>
                  <a:lnTo>
                    <a:pt x="149509" y="185764"/>
                  </a:lnTo>
                  <a:lnTo>
                    <a:pt x="146243" y="185249"/>
                  </a:lnTo>
                  <a:lnTo>
                    <a:pt x="138531" y="182617"/>
                  </a:lnTo>
                  <a:lnTo>
                    <a:pt x="137250" y="178810"/>
                  </a:lnTo>
                  <a:lnTo>
                    <a:pt x="137072" y="178279"/>
                  </a:lnTo>
                  <a:lnTo>
                    <a:pt x="130517" y="176306"/>
                  </a:lnTo>
                  <a:lnTo>
                    <a:pt x="130429" y="175833"/>
                  </a:lnTo>
                  <a:lnTo>
                    <a:pt x="129525" y="170972"/>
                  </a:lnTo>
                  <a:lnTo>
                    <a:pt x="122695" y="168910"/>
                  </a:lnTo>
                  <a:lnTo>
                    <a:pt x="122493" y="162947"/>
                  </a:lnTo>
                  <a:lnTo>
                    <a:pt x="121193" y="158565"/>
                  </a:lnTo>
                  <a:lnTo>
                    <a:pt x="116079" y="156877"/>
                  </a:lnTo>
                  <a:lnTo>
                    <a:pt x="113683" y="154280"/>
                  </a:lnTo>
                  <a:lnTo>
                    <a:pt x="112595" y="153100"/>
                  </a:lnTo>
                  <a:lnTo>
                    <a:pt x="106217" y="149945"/>
                  </a:lnTo>
                  <a:lnTo>
                    <a:pt x="105582" y="149879"/>
                  </a:lnTo>
                  <a:lnTo>
                    <a:pt x="102012" y="149507"/>
                  </a:lnTo>
                  <a:lnTo>
                    <a:pt x="98559" y="146051"/>
                  </a:lnTo>
                  <a:lnTo>
                    <a:pt x="96919" y="143710"/>
                  </a:lnTo>
                  <a:lnTo>
                    <a:pt x="94574" y="140359"/>
                  </a:lnTo>
                  <a:lnTo>
                    <a:pt x="87068" y="133996"/>
                  </a:lnTo>
                  <a:lnTo>
                    <a:pt x="78739" y="131563"/>
                  </a:lnTo>
                  <a:lnTo>
                    <a:pt x="71814" y="126781"/>
                  </a:lnTo>
                  <a:lnTo>
                    <a:pt x="68568" y="126714"/>
                  </a:lnTo>
                  <a:lnTo>
                    <a:pt x="67952" y="125844"/>
                  </a:lnTo>
                  <a:lnTo>
                    <a:pt x="65069" y="121765"/>
                  </a:lnTo>
                  <a:lnTo>
                    <a:pt x="64772" y="121426"/>
                  </a:lnTo>
                  <a:lnTo>
                    <a:pt x="60307" y="116309"/>
                  </a:lnTo>
                  <a:lnTo>
                    <a:pt x="54106" y="111636"/>
                  </a:lnTo>
                  <a:lnTo>
                    <a:pt x="51579" y="106155"/>
                  </a:lnTo>
                  <a:lnTo>
                    <a:pt x="50476" y="103761"/>
                  </a:lnTo>
                  <a:lnTo>
                    <a:pt x="47690" y="100457"/>
                  </a:lnTo>
                  <a:lnTo>
                    <a:pt x="47157" y="99824"/>
                  </a:lnTo>
                  <a:lnTo>
                    <a:pt x="43127" y="95111"/>
                  </a:lnTo>
                  <a:lnTo>
                    <a:pt x="41168" y="91867"/>
                  </a:lnTo>
                  <a:lnTo>
                    <a:pt x="37788" y="86164"/>
                  </a:lnTo>
                  <a:lnTo>
                    <a:pt x="33963" y="86034"/>
                  </a:lnTo>
                  <a:lnTo>
                    <a:pt x="29474" y="87742"/>
                  </a:lnTo>
                  <a:lnTo>
                    <a:pt x="29221" y="87839"/>
                  </a:lnTo>
                  <a:lnTo>
                    <a:pt x="25143" y="86820"/>
                  </a:lnTo>
                  <a:lnTo>
                    <a:pt x="24954" y="86698"/>
                  </a:lnTo>
                  <a:lnTo>
                    <a:pt x="21120" y="84228"/>
                  </a:lnTo>
                  <a:lnTo>
                    <a:pt x="20603" y="83806"/>
                  </a:lnTo>
                  <a:lnTo>
                    <a:pt x="16167" y="80181"/>
                  </a:lnTo>
                  <a:lnTo>
                    <a:pt x="11121" y="79264"/>
                  </a:lnTo>
                  <a:lnTo>
                    <a:pt x="6595" y="77066"/>
                  </a:lnTo>
                  <a:lnTo>
                    <a:pt x="1744" y="74730"/>
                  </a:lnTo>
                  <a:lnTo>
                    <a:pt x="1582" y="74377"/>
                  </a:lnTo>
                  <a:lnTo>
                    <a:pt x="435" y="718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733875" y="2886752"/>
              <a:ext cx="487771" cy="303808"/>
            </a:xfrm>
            <a:custGeom>
              <a:avLst/>
              <a:pathLst>
                <a:path w="487771" h="303808">
                  <a:moveTo>
                    <a:pt x="8327" y="82687"/>
                  </a:moveTo>
                  <a:lnTo>
                    <a:pt x="9476" y="82649"/>
                  </a:lnTo>
                  <a:lnTo>
                    <a:pt x="9976" y="71609"/>
                  </a:lnTo>
                  <a:lnTo>
                    <a:pt x="10350" y="63936"/>
                  </a:lnTo>
                  <a:lnTo>
                    <a:pt x="10874" y="53196"/>
                  </a:lnTo>
                  <a:lnTo>
                    <a:pt x="11466" y="39678"/>
                  </a:lnTo>
                  <a:lnTo>
                    <a:pt x="11750" y="33819"/>
                  </a:lnTo>
                  <a:lnTo>
                    <a:pt x="12553" y="17053"/>
                  </a:lnTo>
                  <a:lnTo>
                    <a:pt x="12987" y="7039"/>
                  </a:lnTo>
                  <a:lnTo>
                    <a:pt x="13041" y="5531"/>
                  </a:lnTo>
                  <a:lnTo>
                    <a:pt x="13241" y="0"/>
                  </a:lnTo>
                  <a:lnTo>
                    <a:pt x="36573" y="1121"/>
                  </a:lnTo>
                  <a:lnTo>
                    <a:pt x="50281" y="1720"/>
                  </a:lnTo>
                  <a:lnTo>
                    <a:pt x="63415" y="2269"/>
                  </a:lnTo>
                  <a:lnTo>
                    <a:pt x="76956" y="2799"/>
                  </a:lnTo>
                  <a:lnTo>
                    <a:pt x="80184" y="2920"/>
                  </a:lnTo>
                  <a:lnTo>
                    <a:pt x="83936" y="3057"/>
                  </a:lnTo>
                  <a:lnTo>
                    <a:pt x="94581" y="3426"/>
                  </a:lnTo>
                  <a:lnTo>
                    <a:pt x="103925" y="3735"/>
                  </a:lnTo>
                  <a:lnTo>
                    <a:pt x="117445" y="4162"/>
                  </a:lnTo>
                  <a:lnTo>
                    <a:pt x="132057" y="4580"/>
                  </a:lnTo>
                  <a:lnTo>
                    <a:pt x="137450" y="4722"/>
                  </a:lnTo>
                  <a:lnTo>
                    <a:pt x="149845" y="5026"/>
                  </a:lnTo>
                  <a:lnTo>
                    <a:pt x="164257" y="5351"/>
                  </a:lnTo>
                  <a:lnTo>
                    <a:pt x="175917" y="5563"/>
                  </a:lnTo>
                  <a:lnTo>
                    <a:pt x="191615" y="5813"/>
                  </a:lnTo>
                  <a:lnTo>
                    <a:pt x="212553" y="6075"/>
                  </a:lnTo>
                  <a:lnTo>
                    <a:pt x="227757" y="6205"/>
                  </a:lnTo>
                  <a:lnTo>
                    <a:pt x="228513" y="6211"/>
                  </a:lnTo>
                  <a:lnTo>
                    <a:pt x="240979" y="6304"/>
                  </a:lnTo>
                  <a:lnTo>
                    <a:pt x="249608" y="6396"/>
                  </a:lnTo>
                  <a:lnTo>
                    <a:pt x="266132" y="6471"/>
                  </a:lnTo>
                  <a:lnTo>
                    <a:pt x="275973" y="6513"/>
                  </a:lnTo>
                  <a:lnTo>
                    <a:pt x="282467" y="6469"/>
                  </a:lnTo>
                  <a:lnTo>
                    <a:pt x="289812" y="6493"/>
                  </a:lnTo>
                  <a:lnTo>
                    <a:pt x="298639" y="6435"/>
                  </a:lnTo>
                  <a:lnTo>
                    <a:pt x="313952" y="6296"/>
                  </a:lnTo>
                  <a:lnTo>
                    <a:pt x="319251" y="6255"/>
                  </a:lnTo>
                  <a:lnTo>
                    <a:pt x="336337" y="6126"/>
                  </a:lnTo>
                  <a:lnTo>
                    <a:pt x="342351" y="6066"/>
                  </a:lnTo>
                  <a:lnTo>
                    <a:pt x="355161" y="5981"/>
                  </a:lnTo>
                  <a:lnTo>
                    <a:pt x="376055" y="5555"/>
                  </a:lnTo>
                  <a:lnTo>
                    <a:pt x="379846" y="5477"/>
                  </a:lnTo>
                  <a:lnTo>
                    <a:pt x="381627" y="5440"/>
                  </a:lnTo>
                  <a:lnTo>
                    <a:pt x="393879" y="5165"/>
                  </a:lnTo>
                  <a:lnTo>
                    <a:pt x="408115" y="4763"/>
                  </a:lnTo>
                  <a:lnTo>
                    <a:pt x="427197" y="4110"/>
                  </a:lnTo>
                  <a:lnTo>
                    <a:pt x="436071" y="3781"/>
                  </a:lnTo>
                  <a:lnTo>
                    <a:pt x="467539" y="2593"/>
                  </a:lnTo>
                  <a:lnTo>
                    <a:pt x="467278" y="8149"/>
                  </a:lnTo>
                  <a:lnTo>
                    <a:pt x="466560" y="13024"/>
                  </a:lnTo>
                  <a:lnTo>
                    <a:pt x="464049" y="16216"/>
                  </a:lnTo>
                  <a:lnTo>
                    <a:pt x="461660" y="20584"/>
                  </a:lnTo>
                  <a:lnTo>
                    <a:pt x="457358" y="23449"/>
                  </a:lnTo>
                  <a:lnTo>
                    <a:pt x="452580" y="27786"/>
                  </a:lnTo>
                  <a:lnTo>
                    <a:pt x="451146" y="30880"/>
                  </a:lnTo>
                  <a:lnTo>
                    <a:pt x="451701" y="33080"/>
                  </a:lnTo>
                  <a:lnTo>
                    <a:pt x="452249" y="33748"/>
                  </a:lnTo>
                  <a:lnTo>
                    <a:pt x="455746" y="37995"/>
                  </a:lnTo>
                  <a:lnTo>
                    <a:pt x="458303" y="42899"/>
                  </a:lnTo>
                  <a:lnTo>
                    <a:pt x="460394" y="46469"/>
                  </a:lnTo>
                  <a:lnTo>
                    <a:pt x="462654" y="48712"/>
                  </a:lnTo>
                  <a:lnTo>
                    <a:pt x="466197" y="48751"/>
                  </a:lnTo>
                  <a:lnTo>
                    <a:pt x="469684" y="50528"/>
                  </a:lnTo>
                  <a:lnTo>
                    <a:pt x="472197" y="51334"/>
                  </a:lnTo>
                  <a:lnTo>
                    <a:pt x="474713" y="53794"/>
                  </a:lnTo>
                  <a:lnTo>
                    <a:pt x="475553" y="55460"/>
                  </a:lnTo>
                  <a:lnTo>
                    <a:pt x="476381" y="57103"/>
                  </a:lnTo>
                  <a:lnTo>
                    <a:pt x="476543" y="60481"/>
                  </a:lnTo>
                  <a:lnTo>
                    <a:pt x="477764" y="85928"/>
                  </a:lnTo>
                  <a:lnTo>
                    <a:pt x="478482" y="100922"/>
                  </a:lnTo>
                  <a:lnTo>
                    <a:pt x="479209" y="116127"/>
                  </a:lnTo>
                  <a:lnTo>
                    <a:pt x="479574" y="123781"/>
                  </a:lnTo>
                  <a:lnTo>
                    <a:pt x="480338" y="139796"/>
                  </a:lnTo>
                  <a:lnTo>
                    <a:pt x="480943" y="154058"/>
                  </a:lnTo>
                  <a:lnTo>
                    <a:pt x="482224" y="184374"/>
                  </a:lnTo>
                  <a:lnTo>
                    <a:pt x="483315" y="210319"/>
                  </a:lnTo>
                  <a:lnTo>
                    <a:pt x="483513" y="214850"/>
                  </a:lnTo>
                  <a:lnTo>
                    <a:pt x="474293" y="215237"/>
                  </a:lnTo>
                  <a:lnTo>
                    <a:pt x="475311" y="217892"/>
                  </a:lnTo>
                  <a:lnTo>
                    <a:pt x="474827" y="221013"/>
                  </a:lnTo>
                  <a:lnTo>
                    <a:pt x="479611" y="225053"/>
                  </a:lnTo>
                  <a:lnTo>
                    <a:pt x="479580" y="228414"/>
                  </a:lnTo>
                  <a:lnTo>
                    <a:pt x="479365" y="232549"/>
                  </a:lnTo>
                  <a:lnTo>
                    <a:pt x="476321" y="233460"/>
                  </a:lnTo>
                  <a:lnTo>
                    <a:pt x="477700" y="236334"/>
                  </a:lnTo>
                  <a:lnTo>
                    <a:pt x="478123" y="237215"/>
                  </a:lnTo>
                  <a:lnTo>
                    <a:pt x="480182" y="239429"/>
                  </a:lnTo>
                  <a:lnTo>
                    <a:pt x="483140" y="239294"/>
                  </a:lnTo>
                  <a:lnTo>
                    <a:pt x="484492" y="246030"/>
                  </a:lnTo>
                  <a:lnTo>
                    <a:pt x="485845" y="248546"/>
                  </a:lnTo>
                  <a:lnTo>
                    <a:pt x="485149" y="251319"/>
                  </a:lnTo>
                  <a:lnTo>
                    <a:pt x="484816" y="252645"/>
                  </a:lnTo>
                  <a:lnTo>
                    <a:pt x="481512" y="255203"/>
                  </a:lnTo>
                  <a:lnTo>
                    <a:pt x="482847" y="258192"/>
                  </a:lnTo>
                  <a:lnTo>
                    <a:pt x="481189" y="260663"/>
                  </a:lnTo>
                  <a:lnTo>
                    <a:pt x="482529" y="262202"/>
                  </a:lnTo>
                  <a:lnTo>
                    <a:pt x="480019" y="265528"/>
                  </a:lnTo>
                  <a:lnTo>
                    <a:pt x="480148" y="266745"/>
                  </a:lnTo>
                  <a:lnTo>
                    <a:pt x="480425" y="269367"/>
                  </a:lnTo>
                  <a:lnTo>
                    <a:pt x="478043" y="273912"/>
                  </a:lnTo>
                  <a:lnTo>
                    <a:pt x="475402" y="278253"/>
                  </a:lnTo>
                  <a:lnTo>
                    <a:pt x="475411" y="282953"/>
                  </a:lnTo>
                  <a:lnTo>
                    <a:pt x="477666" y="286130"/>
                  </a:lnTo>
                  <a:lnTo>
                    <a:pt x="481996" y="290049"/>
                  </a:lnTo>
                  <a:lnTo>
                    <a:pt x="485290" y="296891"/>
                  </a:lnTo>
                  <a:lnTo>
                    <a:pt x="485507" y="297340"/>
                  </a:lnTo>
                  <a:lnTo>
                    <a:pt x="484619" y="300771"/>
                  </a:lnTo>
                  <a:lnTo>
                    <a:pt x="485645" y="301399"/>
                  </a:lnTo>
                  <a:lnTo>
                    <a:pt x="487771" y="302965"/>
                  </a:lnTo>
                  <a:lnTo>
                    <a:pt x="484208" y="303808"/>
                  </a:lnTo>
                  <a:lnTo>
                    <a:pt x="482575" y="301474"/>
                  </a:lnTo>
                  <a:lnTo>
                    <a:pt x="477034" y="302069"/>
                  </a:lnTo>
                  <a:lnTo>
                    <a:pt x="475901" y="300279"/>
                  </a:lnTo>
                  <a:lnTo>
                    <a:pt x="473783" y="296927"/>
                  </a:lnTo>
                  <a:lnTo>
                    <a:pt x="470405" y="293801"/>
                  </a:lnTo>
                  <a:lnTo>
                    <a:pt x="470963" y="288936"/>
                  </a:lnTo>
                  <a:lnTo>
                    <a:pt x="465780" y="288806"/>
                  </a:lnTo>
                  <a:lnTo>
                    <a:pt x="464154" y="285741"/>
                  </a:lnTo>
                  <a:lnTo>
                    <a:pt x="463781" y="285589"/>
                  </a:lnTo>
                  <a:lnTo>
                    <a:pt x="457295" y="282943"/>
                  </a:lnTo>
                  <a:lnTo>
                    <a:pt x="453549" y="283894"/>
                  </a:lnTo>
                  <a:lnTo>
                    <a:pt x="450246" y="281219"/>
                  </a:lnTo>
                  <a:lnTo>
                    <a:pt x="449637" y="280725"/>
                  </a:lnTo>
                  <a:lnTo>
                    <a:pt x="442783" y="280139"/>
                  </a:lnTo>
                  <a:lnTo>
                    <a:pt x="440563" y="278496"/>
                  </a:lnTo>
                  <a:lnTo>
                    <a:pt x="437347" y="276113"/>
                  </a:lnTo>
                  <a:lnTo>
                    <a:pt x="435721" y="273284"/>
                  </a:lnTo>
                  <a:lnTo>
                    <a:pt x="431576" y="272328"/>
                  </a:lnTo>
                  <a:lnTo>
                    <a:pt x="429100" y="273264"/>
                  </a:lnTo>
                  <a:lnTo>
                    <a:pt x="424216" y="272543"/>
                  </a:lnTo>
                  <a:lnTo>
                    <a:pt x="422022" y="274349"/>
                  </a:lnTo>
                  <a:lnTo>
                    <a:pt x="419916" y="274068"/>
                  </a:lnTo>
                  <a:lnTo>
                    <a:pt x="417919" y="273802"/>
                  </a:lnTo>
                  <a:lnTo>
                    <a:pt x="412580" y="273745"/>
                  </a:lnTo>
                  <a:lnTo>
                    <a:pt x="410275" y="274198"/>
                  </a:lnTo>
                  <a:lnTo>
                    <a:pt x="406095" y="275018"/>
                  </a:lnTo>
                  <a:lnTo>
                    <a:pt x="399639" y="273954"/>
                  </a:lnTo>
                  <a:lnTo>
                    <a:pt x="395999" y="273431"/>
                  </a:lnTo>
                  <a:lnTo>
                    <a:pt x="394815" y="274548"/>
                  </a:lnTo>
                  <a:lnTo>
                    <a:pt x="393133" y="279292"/>
                  </a:lnTo>
                  <a:lnTo>
                    <a:pt x="390303" y="281919"/>
                  </a:lnTo>
                  <a:lnTo>
                    <a:pt x="384871" y="282526"/>
                  </a:lnTo>
                  <a:lnTo>
                    <a:pt x="380317" y="278765"/>
                  </a:lnTo>
                  <a:lnTo>
                    <a:pt x="377477" y="276075"/>
                  </a:lnTo>
                  <a:lnTo>
                    <a:pt x="377185" y="275982"/>
                  </a:lnTo>
                  <a:lnTo>
                    <a:pt x="372067" y="274349"/>
                  </a:lnTo>
                  <a:lnTo>
                    <a:pt x="368963" y="273204"/>
                  </a:lnTo>
                  <a:lnTo>
                    <a:pt x="367139" y="272238"/>
                  </a:lnTo>
                  <a:lnTo>
                    <a:pt x="362077" y="269552"/>
                  </a:lnTo>
                  <a:lnTo>
                    <a:pt x="358985" y="268667"/>
                  </a:lnTo>
                  <a:lnTo>
                    <a:pt x="356089" y="265724"/>
                  </a:lnTo>
                  <a:lnTo>
                    <a:pt x="354779" y="262689"/>
                  </a:lnTo>
                  <a:lnTo>
                    <a:pt x="332455" y="263078"/>
                  </a:lnTo>
                  <a:lnTo>
                    <a:pt x="306485" y="263382"/>
                  </a:lnTo>
                  <a:lnTo>
                    <a:pt x="288619" y="263516"/>
                  </a:lnTo>
                  <a:lnTo>
                    <a:pt x="268429" y="263595"/>
                  </a:lnTo>
                  <a:lnTo>
                    <a:pt x="246168" y="263605"/>
                  </a:lnTo>
                  <a:lnTo>
                    <a:pt x="194921" y="263268"/>
                  </a:lnTo>
                  <a:lnTo>
                    <a:pt x="180381" y="263041"/>
                  </a:lnTo>
                  <a:lnTo>
                    <a:pt x="125794" y="261824"/>
                  </a:lnTo>
                  <a:lnTo>
                    <a:pt x="104969" y="261209"/>
                  </a:lnTo>
                  <a:lnTo>
                    <a:pt x="80483" y="260394"/>
                  </a:lnTo>
                  <a:lnTo>
                    <a:pt x="67172" y="259902"/>
                  </a:lnTo>
                  <a:lnTo>
                    <a:pt x="36819" y="258654"/>
                  </a:lnTo>
                  <a:lnTo>
                    <a:pt x="34970" y="258576"/>
                  </a:lnTo>
                  <a:lnTo>
                    <a:pt x="0" y="256973"/>
                  </a:lnTo>
                  <a:lnTo>
                    <a:pt x="1185" y="231731"/>
                  </a:lnTo>
                  <a:lnTo>
                    <a:pt x="1938" y="215320"/>
                  </a:lnTo>
                  <a:lnTo>
                    <a:pt x="2040" y="213093"/>
                  </a:lnTo>
                  <a:lnTo>
                    <a:pt x="2262" y="208269"/>
                  </a:lnTo>
                  <a:lnTo>
                    <a:pt x="3500" y="182533"/>
                  </a:lnTo>
                  <a:lnTo>
                    <a:pt x="4745" y="157432"/>
                  </a:lnTo>
                  <a:lnTo>
                    <a:pt x="4916" y="154002"/>
                  </a:lnTo>
                  <a:lnTo>
                    <a:pt x="5218" y="147928"/>
                  </a:lnTo>
                  <a:lnTo>
                    <a:pt x="6591" y="119911"/>
                  </a:lnTo>
                  <a:lnTo>
                    <a:pt x="7108" y="1094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97902" y="3855704"/>
              <a:ext cx="584187" cy="241524"/>
            </a:xfrm>
            <a:custGeom>
              <a:avLst/>
              <a:pathLst>
                <a:path w="584187" h="241524">
                  <a:moveTo>
                    <a:pt x="313" y="238584"/>
                  </a:moveTo>
                  <a:lnTo>
                    <a:pt x="2730" y="237296"/>
                  </a:lnTo>
                  <a:lnTo>
                    <a:pt x="7487" y="235827"/>
                  </a:lnTo>
                  <a:lnTo>
                    <a:pt x="8236" y="232171"/>
                  </a:lnTo>
                  <a:lnTo>
                    <a:pt x="9410" y="228749"/>
                  </a:lnTo>
                  <a:lnTo>
                    <a:pt x="14446" y="229082"/>
                  </a:lnTo>
                  <a:lnTo>
                    <a:pt x="13367" y="225155"/>
                  </a:lnTo>
                  <a:lnTo>
                    <a:pt x="13469" y="221737"/>
                  </a:lnTo>
                  <a:lnTo>
                    <a:pt x="12705" y="217727"/>
                  </a:lnTo>
                  <a:lnTo>
                    <a:pt x="7604" y="216167"/>
                  </a:lnTo>
                  <a:lnTo>
                    <a:pt x="10502" y="213198"/>
                  </a:lnTo>
                  <a:lnTo>
                    <a:pt x="12366" y="207822"/>
                  </a:lnTo>
                  <a:lnTo>
                    <a:pt x="10187" y="203963"/>
                  </a:lnTo>
                  <a:lnTo>
                    <a:pt x="13037" y="202473"/>
                  </a:lnTo>
                  <a:lnTo>
                    <a:pt x="14898" y="202942"/>
                  </a:lnTo>
                  <a:lnTo>
                    <a:pt x="16152" y="199111"/>
                  </a:lnTo>
                  <a:lnTo>
                    <a:pt x="14105" y="195916"/>
                  </a:lnTo>
                  <a:lnTo>
                    <a:pt x="14180" y="191183"/>
                  </a:lnTo>
                  <a:lnTo>
                    <a:pt x="19855" y="191263"/>
                  </a:lnTo>
                  <a:lnTo>
                    <a:pt x="20651" y="189534"/>
                  </a:lnTo>
                  <a:lnTo>
                    <a:pt x="21067" y="185307"/>
                  </a:lnTo>
                  <a:lnTo>
                    <a:pt x="24840" y="183202"/>
                  </a:lnTo>
                  <a:lnTo>
                    <a:pt x="23030" y="181291"/>
                  </a:lnTo>
                  <a:lnTo>
                    <a:pt x="18536" y="177915"/>
                  </a:lnTo>
                  <a:lnTo>
                    <a:pt x="20871" y="172414"/>
                  </a:lnTo>
                  <a:lnTo>
                    <a:pt x="24580" y="172610"/>
                  </a:lnTo>
                  <a:lnTo>
                    <a:pt x="28952" y="168999"/>
                  </a:lnTo>
                  <a:lnTo>
                    <a:pt x="33880" y="166047"/>
                  </a:lnTo>
                  <a:lnTo>
                    <a:pt x="33080" y="162783"/>
                  </a:lnTo>
                  <a:lnTo>
                    <a:pt x="33311" y="160462"/>
                  </a:lnTo>
                  <a:lnTo>
                    <a:pt x="38406" y="157971"/>
                  </a:lnTo>
                  <a:lnTo>
                    <a:pt x="38180" y="157138"/>
                  </a:lnTo>
                  <a:lnTo>
                    <a:pt x="37794" y="155714"/>
                  </a:lnTo>
                  <a:lnTo>
                    <a:pt x="35102" y="153738"/>
                  </a:lnTo>
                  <a:lnTo>
                    <a:pt x="31343" y="149552"/>
                  </a:lnTo>
                  <a:lnTo>
                    <a:pt x="34004" y="147476"/>
                  </a:lnTo>
                  <a:lnTo>
                    <a:pt x="34269" y="141994"/>
                  </a:lnTo>
                  <a:lnTo>
                    <a:pt x="36658" y="139841"/>
                  </a:lnTo>
                  <a:lnTo>
                    <a:pt x="39913" y="136623"/>
                  </a:lnTo>
                  <a:lnTo>
                    <a:pt x="37223" y="132782"/>
                  </a:lnTo>
                  <a:lnTo>
                    <a:pt x="36931" y="132613"/>
                  </a:lnTo>
                  <a:lnTo>
                    <a:pt x="31991" y="129751"/>
                  </a:lnTo>
                  <a:lnTo>
                    <a:pt x="32783" y="127602"/>
                  </a:lnTo>
                  <a:lnTo>
                    <a:pt x="38181" y="127829"/>
                  </a:lnTo>
                  <a:lnTo>
                    <a:pt x="41153" y="123972"/>
                  </a:lnTo>
                  <a:lnTo>
                    <a:pt x="36818" y="121757"/>
                  </a:lnTo>
                  <a:lnTo>
                    <a:pt x="37271" y="118720"/>
                  </a:lnTo>
                  <a:lnTo>
                    <a:pt x="41139" y="118124"/>
                  </a:lnTo>
                  <a:lnTo>
                    <a:pt x="42694" y="117883"/>
                  </a:lnTo>
                  <a:lnTo>
                    <a:pt x="43220" y="114865"/>
                  </a:lnTo>
                  <a:lnTo>
                    <a:pt x="40571" y="111526"/>
                  </a:lnTo>
                  <a:lnTo>
                    <a:pt x="41642" y="107712"/>
                  </a:lnTo>
                  <a:lnTo>
                    <a:pt x="40012" y="104750"/>
                  </a:lnTo>
                  <a:lnTo>
                    <a:pt x="48504" y="103582"/>
                  </a:lnTo>
                  <a:lnTo>
                    <a:pt x="53508" y="102742"/>
                  </a:lnTo>
                  <a:lnTo>
                    <a:pt x="62789" y="101172"/>
                  </a:lnTo>
                  <a:lnTo>
                    <a:pt x="80032" y="99217"/>
                  </a:lnTo>
                  <a:lnTo>
                    <a:pt x="89081" y="98030"/>
                  </a:lnTo>
                  <a:lnTo>
                    <a:pt x="89597" y="97962"/>
                  </a:lnTo>
                  <a:lnTo>
                    <a:pt x="90323" y="97866"/>
                  </a:lnTo>
                  <a:lnTo>
                    <a:pt x="111244" y="95063"/>
                  </a:lnTo>
                  <a:lnTo>
                    <a:pt x="111553" y="95021"/>
                  </a:lnTo>
                  <a:lnTo>
                    <a:pt x="113145" y="94816"/>
                  </a:lnTo>
                  <a:lnTo>
                    <a:pt x="138341" y="91520"/>
                  </a:lnTo>
                  <a:lnTo>
                    <a:pt x="143472" y="90657"/>
                  </a:lnTo>
                  <a:lnTo>
                    <a:pt x="143672" y="90623"/>
                  </a:lnTo>
                  <a:lnTo>
                    <a:pt x="144241" y="85982"/>
                  </a:lnTo>
                  <a:lnTo>
                    <a:pt x="141818" y="79383"/>
                  </a:lnTo>
                  <a:lnTo>
                    <a:pt x="140247" y="75406"/>
                  </a:lnTo>
                  <a:lnTo>
                    <a:pt x="144334" y="74914"/>
                  </a:lnTo>
                  <a:lnTo>
                    <a:pt x="155740" y="74434"/>
                  </a:lnTo>
                  <a:lnTo>
                    <a:pt x="155841" y="77107"/>
                  </a:lnTo>
                  <a:lnTo>
                    <a:pt x="166830" y="75173"/>
                  </a:lnTo>
                  <a:lnTo>
                    <a:pt x="170494" y="74524"/>
                  </a:lnTo>
                  <a:lnTo>
                    <a:pt x="190789" y="71167"/>
                  </a:lnTo>
                  <a:lnTo>
                    <a:pt x="191606" y="71031"/>
                  </a:lnTo>
                  <a:lnTo>
                    <a:pt x="206883" y="68453"/>
                  </a:lnTo>
                  <a:lnTo>
                    <a:pt x="210627" y="67815"/>
                  </a:lnTo>
                  <a:lnTo>
                    <a:pt x="227745" y="64865"/>
                  </a:lnTo>
                  <a:lnTo>
                    <a:pt x="231174" y="64224"/>
                  </a:lnTo>
                  <a:lnTo>
                    <a:pt x="241986" y="62188"/>
                  </a:lnTo>
                  <a:lnTo>
                    <a:pt x="245197" y="62674"/>
                  </a:lnTo>
                  <a:lnTo>
                    <a:pt x="245978" y="62792"/>
                  </a:lnTo>
                  <a:lnTo>
                    <a:pt x="248802" y="61053"/>
                  </a:lnTo>
                  <a:lnTo>
                    <a:pt x="255513" y="60329"/>
                  </a:lnTo>
                  <a:lnTo>
                    <a:pt x="269867" y="58753"/>
                  </a:lnTo>
                  <a:lnTo>
                    <a:pt x="278481" y="57791"/>
                  </a:lnTo>
                  <a:lnTo>
                    <a:pt x="285890" y="57002"/>
                  </a:lnTo>
                  <a:lnTo>
                    <a:pt x="292993" y="56238"/>
                  </a:lnTo>
                  <a:lnTo>
                    <a:pt x="298911" y="55396"/>
                  </a:lnTo>
                  <a:lnTo>
                    <a:pt x="302843" y="54833"/>
                  </a:lnTo>
                  <a:lnTo>
                    <a:pt x="319728" y="52378"/>
                  </a:lnTo>
                  <a:lnTo>
                    <a:pt x="323270" y="51489"/>
                  </a:lnTo>
                  <a:lnTo>
                    <a:pt x="332855" y="49069"/>
                  </a:lnTo>
                  <a:lnTo>
                    <a:pt x="333208" y="48979"/>
                  </a:lnTo>
                  <a:lnTo>
                    <a:pt x="334201" y="48829"/>
                  </a:lnTo>
                  <a:lnTo>
                    <a:pt x="346675" y="46919"/>
                  </a:lnTo>
                  <a:lnTo>
                    <a:pt x="355146" y="46087"/>
                  </a:lnTo>
                  <a:lnTo>
                    <a:pt x="357306" y="45873"/>
                  </a:lnTo>
                  <a:lnTo>
                    <a:pt x="368368" y="44663"/>
                  </a:lnTo>
                  <a:lnTo>
                    <a:pt x="368844" y="44589"/>
                  </a:lnTo>
                  <a:lnTo>
                    <a:pt x="388122" y="41583"/>
                  </a:lnTo>
                  <a:lnTo>
                    <a:pt x="404603" y="38813"/>
                  </a:lnTo>
                  <a:lnTo>
                    <a:pt x="406960" y="38413"/>
                  </a:lnTo>
                  <a:lnTo>
                    <a:pt x="423477" y="35459"/>
                  </a:lnTo>
                  <a:lnTo>
                    <a:pt x="427414" y="34862"/>
                  </a:lnTo>
                  <a:lnTo>
                    <a:pt x="429931" y="34479"/>
                  </a:lnTo>
                  <a:lnTo>
                    <a:pt x="443990" y="32060"/>
                  </a:lnTo>
                  <a:lnTo>
                    <a:pt x="444757" y="30282"/>
                  </a:lnTo>
                  <a:lnTo>
                    <a:pt x="458738" y="27611"/>
                  </a:lnTo>
                  <a:lnTo>
                    <a:pt x="472194" y="25007"/>
                  </a:lnTo>
                  <a:lnTo>
                    <a:pt x="492254" y="21150"/>
                  </a:lnTo>
                  <a:lnTo>
                    <a:pt x="502834" y="19086"/>
                  </a:lnTo>
                  <a:lnTo>
                    <a:pt x="517965" y="15783"/>
                  </a:lnTo>
                  <a:lnTo>
                    <a:pt x="526300" y="13946"/>
                  </a:lnTo>
                  <a:lnTo>
                    <a:pt x="539524" y="11175"/>
                  </a:lnTo>
                  <a:lnTo>
                    <a:pt x="542999" y="10441"/>
                  </a:lnTo>
                  <a:lnTo>
                    <a:pt x="547749" y="9435"/>
                  </a:lnTo>
                  <a:lnTo>
                    <a:pt x="549692" y="9016"/>
                  </a:lnTo>
                  <a:lnTo>
                    <a:pt x="564147" y="5880"/>
                  </a:lnTo>
                  <a:lnTo>
                    <a:pt x="564553" y="3817"/>
                  </a:lnTo>
                  <a:lnTo>
                    <a:pt x="571129" y="2497"/>
                  </a:lnTo>
                  <a:lnTo>
                    <a:pt x="583452" y="0"/>
                  </a:lnTo>
                  <a:lnTo>
                    <a:pt x="581778" y="2511"/>
                  </a:lnTo>
                  <a:lnTo>
                    <a:pt x="581142" y="7256"/>
                  </a:lnTo>
                  <a:lnTo>
                    <a:pt x="582662" y="13102"/>
                  </a:lnTo>
                  <a:lnTo>
                    <a:pt x="580944" y="18382"/>
                  </a:lnTo>
                  <a:lnTo>
                    <a:pt x="581966" y="20272"/>
                  </a:lnTo>
                  <a:lnTo>
                    <a:pt x="584187" y="24374"/>
                  </a:lnTo>
                  <a:lnTo>
                    <a:pt x="579825" y="25117"/>
                  </a:lnTo>
                  <a:lnTo>
                    <a:pt x="575315" y="25553"/>
                  </a:lnTo>
                  <a:lnTo>
                    <a:pt x="570959" y="30581"/>
                  </a:lnTo>
                  <a:lnTo>
                    <a:pt x="570503" y="31995"/>
                  </a:lnTo>
                  <a:lnTo>
                    <a:pt x="569799" y="34180"/>
                  </a:lnTo>
                  <a:lnTo>
                    <a:pt x="568660" y="37711"/>
                  </a:lnTo>
                  <a:lnTo>
                    <a:pt x="565715" y="47660"/>
                  </a:lnTo>
                  <a:lnTo>
                    <a:pt x="562426" y="50048"/>
                  </a:lnTo>
                  <a:lnTo>
                    <a:pt x="559282" y="50847"/>
                  </a:lnTo>
                  <a:lnTo>
                    <a:pt x="557801" y="48321"/>
                  </a:lnTo>
                  <a:lnTo>
                    <a:pt x="552573" y="47413"/>
                  </a:lnTo>
                  <a:lnTo>
                    <a:pt x="552041" y="47993"/>
                  </a:lnTo>
                  <a:lnTo>
                    <a:pt x="549355" y="50920"/>
                  </a:lnTo>
                  <a:lnTo>
                    <a:pt x="547056" y="50888"/>
                  </a:lnTo>
                  <a:lnTo>
                    <a:pt x="543975" y="53189"/>
                  </a:lnTo>
                  <a:lnTo>
                    <a:pt x="540194" y="56845"/>
                  </a:lnTo>
                  <a:lnTo>
                    <a:pt x="539852" y="57853"/>
                  </a:lnTo>
                  <a:lnTo>
                    <a:pt x="537673" y="64265"/>
                  </a:lnTo>
                  <a:lnTo>
                    <a:pt x="535080" y="67009"/>
                  </a:lnTo>
                  <a:lnTo>
                    <a:pt x="532102" y="70155"/>
                  </a:lnTo>
                  <a:lnTo>
                    <a:pt x="528103" y="69164"/>
                  </a:lnTo>
                  <a:lnTo>
                    <a:pt x="528314" y="64507"/>
                  </a:lnTo>
                  <a:lnTo>
                    <a:pt x="527428" y="63694"/>
                  </a:lnTo>
                  <a:lnTo>
                    <a:pt x="525455" y="61883"/>
                  </a:lnTo>
                  <a:lnTo>
                    <a:pt x="519502" y="67061"/>
                  </a:lnTo>
                  <a:lnTo>
                    <a:pt x="516169" y="70056"/>
                  </a:lnTo>
                  <a:lnTo>
                    <a:pt x="516269" y="73642"/>
                  </a:lnTo>
                  <a:lnTo>
                    <a:pt x="514745" y="76478"/>
                  </a:lnTo>
                  <a:lnTo>
                    <a:pt x="511282" y="75104"/>
                  </a:lnTo>
                  <a:lnTo>
                    <a:pt x="509218" y="76746"/>
                  </a:lnTo>
                  <a:lnTo>
                    <a:pt x="508164" y="77583"/>
                  </a:lnTo>
                  <a:lnTo>
                    <a:pt x="509762" y="81927"/>
                  </a:lnTo>
                  <a:lnTo>
                    <a:pt x="507913" y="86535"/>
                  </a:lnTo>
                  <a:lnTo>
                    <a:pt x="506402" y="89694"/>
                  </a:lnTo>
                  <a:lnTo>
                    <a:pt x="505793" y="90966"/>
                  </a:lnTo>
                  <a:lnTo>
                    <a:pt x="500851" y="91529"/>
                  </a:lnTo>
                  <a:lnTo>
                    <a:pt x="497663" y="93222"/>
                  </a:lnTo>
                  <a:lnTo>
                    <a:pt x="493402" y="95227"/>
                  </a:lnTo>
                  <a:lnTo>
                    <a:pt x="491454" y="99004"/>
                  </a:lnTo>
                  <a:lnTo>
                    <a:pt x="487600" y="100712"/>
                  </a:lnTo>
                  <a:lnTo>
                    <a:pt x="487192" y="101869"/>
                  </a:lnTo>
                  <a:lnTo>
                    <a:pt x="485654" y="106226"/>
                  </a:lnTo>
                  <a:lnTo>
                    <a:pt x="482129" y="106694"/>
                  </a:lnTo>
                  <a:lnTo>
                    <a:pt x="477732" y="111974"/>
                  </a:lnTo>
                  <a:lnTo>
                    <a:pt x="475714" y="113116"/>
                  </a:lnTo>
                  <a:lnTo>
                    <a:pt x="473140" y="117192"/>
                  </a:lnTo>
                  <a:lnTo>
                    <a:pt x="466846" y="118089"/>
                  </a:lnTo>
                  <a:lnTo>
                    <a:pt x="462276" y="118874"/>
                  </a:lnTo>
                  <a:lnTo>
                    <a:pt x="461604" y="119052"/>
                  </a:lnTo>
                  <a:lnTo>
                    <a:pt x="454110" y="121033"/>
                  </a:lnTo>
                  <a:lnTo>
                    <a:pt x="449410" y="125770"/>
                  </a:lnTo>
                  <a:lnTo>
                    <a:pt x="445336" y="130628"/>
                  </a:lnTo>
                  <a:lnTo>
                    <a:pt x="442998" y="132291"/>
                  </a:lnTo>
                  <a:lnTo>
                    <a:pt x="442633" y="132551"/>
                  </a:lnTo>
                  <a:lnTo>
                    <a:pt x="441718" y="133202"/>
                  </a:lnTo>
                  <a:lnTo>
                    <a:pt x="439000" y="137747"/>
                  </a:lnTo>
                  <a:lnTo>
                    <a:pt x="440528" y="140635"/>
                  </a:lnTo>
                  <a:lnTo>
                    <a:pt x="438744" y="143053"/>
                  </a:lnTo>
                  <a:lnTo>
                    <a:pt x="440550" y="147385"/>
                  </a:lnTo>
                  <a:lnTo>
                    <a:pt x="440213" y="147775"/>
                  </a:lnTo>
                  <a:lnTo>
                    <a:pt x="436091" y="152549"/>
                  </a:lnTo>
                  <a:lnTo>
                    <a:pt x="430516" y="154211"/>
                  </a:lnTo>
                  <a:lnTo>
                    <a:pt x="426929" y="152368"/>
                  </a:lnTo>
                  <a:lnTo>
                    <a:pt x="423386" y="156820"/>
                  </a:lnTo>
                  <a:lnTo>
                    <a:pt x="423455" y="158659"/>
                  </a:lnTo>
                  <a:lnTo>
                    <a:pt x="424161" y="177851"/>
                  </a:lnTo>
                  <a:lnTo>
                    <a:pt x="410999" y="180352"/>
                  </a:lnTo>
                  <a:lnTo>
                    <a:pt x="403083" y="181795"/>
                  </a:lnTo>
                  <a:lnTo>
                    <a:pt x="395629" y="183196"/>
                  </a:lnTo>
                  <a:lnTo>
                    <a:pt x="392223" y="183828"/>
                  </a:lnTo>
                  <a:lnTo>
                    <a:pt x="389784" y="184279"/>
                  </a:lnTo>
                  <a:lnTo>
                    <a:pt x="386205" y="184939"/>
                  </a:lnTo>
                  <a:lnTo>
                    <a:pt x="378066" y="186464"/>
                  </a:lnTo>
                  <a:lnTo>
                    <a:pt x="377864" y="186502"/>
                  </a:lnTo>
                  <a:lnTo>
                    <a:pt x="373265" y="187358"/>
                  </a:lnTo>
                  <a:lnTo>
                    <a:pt x="357793" y="190277"/>
                  </a:lnTo>
                  <a:lnTo>
                    <a:pt x="356913" y="190441"/>
                  </a:lnTo>
                  <a:lnTo>
                    <a:pt x="350845" y="191652"/>
                  </a:lnTo>
                  <a:lnTo>
                    <a:pt x="349365" y="191947"/>
                  </a:lnTo>
                  <a:lnTo>
                    <a:pt x="343052" y="192990"/>
                  </a:lnTo>
                  <a:lnTo>
                    <a:pt x="333808" y="194504"/>
                  </a:lnTo>
                  <a:lnTo>
                    <a:pt x="314867" y="197528"/>
                  </a:lnTo>
                  <a:lnTo>
                    <a:pt x="283855" y="202344"/>
                  </a:lnTo>
                  <a:lnTo>
                    <a:pt x="283326" y="202432"/>
                  </a:lnTo>
                  <a:lnTo>
                    <a:pt x="272794" y="204182"/>
                  </a:lnTo>
                  <a:lnTo>
                    <a:pt x="250437" y="207652"/>
                  </a:lnTo>
                  <a:lnTo>
                    <a:pt x="246701" y="208164"/>
                  </a:lnTo>
                  <a:lnTo>
                    <a:pt x="220114" y="211739"/>
                  </a:lnTo>
                  <a:lnTo>
                    <a:pt x="219693" y="211794"/>
                  </a:lnTo>
                  <a:lnTo>
                    <a:pt x="219170" y="211867"/>
                  </a:lnTo>
                  <a:lnTo>
                    <a:pt x="204915" y="213828"/>
                  </a:lnTo>
                  <a:lnTo>
                    <a:pt x="192051" y="215567"/>
                  </a:lnTo>
                  <a:lnTo>
                    <a:pt x="190707" y="215747"/>
                  </a:lnTo>
                  <a:lnTo>
                    <a:pt x="174601" y="217936"/>
                  </a:lnTo>
                  <a:lnTo>
                    <a:pt x="165163" y="219275"/>
                  </a:lnTo>
                  <a:lnTo>
                    <a:pt x="164090" y="219426"/>
                  </a:lnTo>
                  <a:lnTo>
                    <a:pt x="149669" y="221290"/>
                  </a:lnTo>
                  <a:lnTo>
                    <a:pt x="150011" y="222333"/>
                  </a:lnTo>
                  <a:lnTo>
                    <a:pt x="145892" y="222927"/>
                  </a:lnTo>
                  <a:lnTo>
                    <a:pt x="138405" y="223946"/>
                  </a:lnTo>
                  <a:lnTo>
                    <a:pt x="137200" y="224109"/>
                  </a:lnTo>
                  <a:lnTo>
                    <a:pt x="130851" y="224964"/>
                  </a:lnTo>
                  <a:lnTo>
                    <a:pt x="108359" y="228082"/>
                  </a:lnTo>
                  <a:lnTo>
                    <a:pt x="105770" y="228432"/>
                  </a:lnTo>
                  <a:lnTo>
                    <a:pt x="91978" y="230274"/>
                  </a:lnTo>
                  <a:lnTo>
                    <a:pt x="91309" y="230362"/>
                  </a:lnTo>
                  <a:lnTo>
                    <a:pt x="79102" y="231990"/>
                  </a:lnTo>
                  <a:lnTo>
                    <a:pt x="68125" y="233432"/>
                  </a:lnTo>
                  <a:lnTo>
                    <a:pt x="62274" y="234192"/>
                  </a:lnTo>
                  <a:lnTo>
                    <a:pt x="47391" y="236017"/>
                  </a:lnTo>
                  <a:lnTo>
                    <a:pt x="42937" y="236556"/>
                  </a:lnTo>
                  <a:lnTo>
                    <a:pt x="41676" y="236708"/>
                  </a:lnTo>
                  <a:lnTo>
                    <a:pt x="36630" y="237313"/>
                  </a:lnTo>
                  <a:lnTo>
                    <a:pt x="0" y="2415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97645" y="4230253"/>
              <a:ext cx="982822" cy="925031"/>
            </a:xfrm>
            <a:custGeom>
              <a:avLst/>
              <a:pathLst>
                <a:path w="982822" h="925031">
                  <a:moveTo>
                    <a:pt x="1174" y="383690"/>
                  </a:moveTo>
                  <a:lnTo>
                    <a:pt x="1014" y="378693"/>
                  </a:lnTo>
                  <a:lnTo>
                    <a:pt x="2050" y="376226"/>
                  </a:lnTo>
                  <a:lnTo>
                    <a:pt x="9816" y="376794"/>
                  </a:lnTo>
                  <a:lnTo>
                    <a:pt x="19984" y="377522"/>
                  </a:lnTo>
                  <a:lnTo>
                    <a:pt x="33101" y="378437"/>
                  </a:lnTo>
                  <a:lnTo>
                    <a:pt x="48171" y="379494"/>
                  </a:lnTo>
                  <a:lnTo>
                    <a:pt x="66568" y="380735"/>
                  </a:lnTo>
                  <a:lnTo>
                    <a:pt x="110927" y="383705"/>
                  </a:lnTo>
                  <a:lnTo>
                    <a:pt x="128460" y="384736"/>
                  </a:lnTo>
                  <a:lnTo>
                    <a:pt x="133714" y="385036"/>
                  </a:lnTo>
                  <a:lnTo>
                    <a:pt x="148912" y="385879"/>
                  </a:lnTo>
                  <a:lnTo>
                    <a:pt x="194992" y="388244"/>
                  </a:lnTo>
                  <a:lnTo>
                    <a:pt x="198291" y="388396"/>
                  </a:lnTo>
                  <a:lnTo>
                    <a:pt x="217454" y="389245"/>
                  </a:lnTo>
                  <a:lnTo>
                    <a:pt x="246979" y="390439"/>
                  </a:lnTo>
                  <a:lnTo>
                    <a:pt x="266503" y="391153"/>
                  </a:lnTo>
                  <a:lnTo>
                    <a:pt x="266739" y="383644"/>
                  </a:lnTo>
                  <a:lnTo>
                    <a:pt x="266897" y="378615"/>
                  </a:lnTo>
                  <a:lnTo>
                    <a:pt x="267908" y="345876"/>
                  </a:lnTo>
                  <a:lnTo>
                    <a:pt x="268084" y="340164"/>
                  </a:lnTo>
                  <a:lnTo>
                    <a:pt x="268461" y="328098"/>
                  </a:lnTo>
                  <a:lnTo>
                    <a:pt x="268794" y="317469"/>
                  </a:lnTo>
                  <a:lnTo>
                    <a:pt x="269201" y="307942"/>
                  </a:lnTo>
                  <a:lnTo>
                    <a:pt x="270169" y="285358"/>
                  </a:lnTo>
                  <a:lnTo>
                    <a:pt x="270903" y="270669"/>
                  </a:lnTo>
                  <a:lnTo>
                    <a:pt x="271693" y="254850"/>
                  </a:lnTo>
                  <a:lnTo>
                    <a:pt x="272785" y="232783"/>
                  </a:lnTo>
                  <a:lnTo>
                    <a:pt x="273775" y="210654"/>
                  </a:lnTo>
                  <a:lnTo>
                    <a:pt x="274377" y="191242"/>
                  </a:lnTo>
                  <a:lnTo>
                    <a:pt x="274405" y="190364"/>
                  </a:lnTo>
                  <a:lnTo>
                    <a:pt x="274585" y="184555"/>
                  </a:lnTo>
                  <a:lnTo>
                    <a:pt x="275325" y="163667"/>
                  </a:lnTo>
                  <a:lnTo>
                    <a:pt x="275707" y="152572"/>
                  </a:lnTo>
                  <a:lnTo>
                    <a:pt x="276295" y="134585"/>
                  </a:lnTo>
                  <a:lnTo>
                    <a:pt x="276838" y="118004"/>
                  </a:lnTo>
                  <a:lnTo>
                    <a:pt x="276954" y="114661"/>
                  </a:lnTo>
                  <a:lnTo>
                    <a:pt x="278284" y="76434"/>
                  </a:lnTo>
                  <a:lnTo>
                    <a:pt x="278634" y="66256"/>
                  </a:lnTo>
                  <a:lnTo>
                    <a:pt x="279580" y="38767"/>
                  </a:lnTo>
                  <a:lnTo>
                    <a:pt x="280791" y="0"/>
                  </a:lnTo>
                  <a:lnTo>
                    <a:pt x="283569" y="103"/>
                  </a:lnTo>
                  <a:lnTo>
                    <a:pt x="342680" y="1924"/>
                  </a:lnTo>
                  <a:lnTo>
                    <a:pt x="351839" y="2175"/>
                  </a:lnTo>
                  <a:lnTo>
                    <a:pt x="366323" y="2543"/>
                  </a:lnTo>
                  <a:lnTo>
                    <a:pt x="380589" y="2847"/>
                  </a:lnTo>
                  <a:lnTo>
                    <a:pt x="418519" y="3482"/>
                  </a:lnTo>
                  <a:lnTo>
                    <a:pt x="427743" y="3569"/>
                  </a:lnTo>
                  <a:lnTo>
                    <a:pt x="432670" y="3609"/>
                  </a:lnTo>
                  <a:lnTo>
                    <a:pt x="453199" y="3808"/>
                  </a:lnTo>
                  <a:lnTo>
                    <a:pt x="456471" y="3827"/>
                  </a:lnTo>
                  <a:lnTo>
                    <a:pt x="473027" y="3895"/>
                  </a:lnTo>
                  <a:lnTo>
                    <a:pt x="494663" y="3935"/>
                  </a:lnTo>
                  <a:lnTo>
                    <a:pt x="494899" y="3935"/>
                  </a:lnTo>
                  <a:lnTo>
                    <a:pt x="494899" y="42612"/>
                  </a:lnTo>
                  <a:lnTo>
                    <a:pt x="494899" y="57804"/>
                  </a:lnTo>
                  <a:lnTo>
                    <a:pt x="494899" y="80628"/>
                  </a:lnTo>
                  <a:lnTo>
                    <a:pt x="494900" y="97757"/>
                  </a:lnTo>
                  <a:lnTo>
                    <a:pt x="494900" y="118619"/>
                  </a:lnTo>
                  <a:lnTo>
                    <a:pt x="494900" y="131915"/>
                  </a:lnTo>
                  <a:lnTo>
                    <a:pt x="494900" y="156591"/>
                  </a:lnTo>
                  <a:lnTo>
                    <a:pt x="494900" y="172761"/>
                  </a:lnTo>
                  <a:lnTo>
                    <a:pt x="495099" y="172706"/>
                  </a:lnTo>
                  <a:lnTo>
                    <a:pt x="500031" y="171349"/>
                  </a:lnTo>
                  <a:lnTo>
                    <a:pt x="506344" y="177411"/>
                  </a:lnTo>
                  <a:lnTo>
                    <a:pt x="508074" y="179068"/>
                  </a:lnTo>
                  <a:lnTo>
                    <a:pt x="511939" y="183632"/>
                  </a:lnTo>
                  <a:lnTo>
                    <a:pt x="516905" y="188334"/>
                  </a:lnTo>
                  <a:lnTo>
                    <a:pt x="523890" y="188857"/>
                  </a:lnTo>
                  <a:lnTo>
                    <a:pt x="525003" y="185983"/>
                  </a:lnTo>
                  <a:lnTo>
                    <a:pt x="532930" y="186878"/>
                  </a:lnTo>
                  <a:lnTo>
                    <a:pt x="533224" y="186911"/>
                  </a:lnTo>
                  <a:lnTo>
                    <a:pt x="536891" y="188280"/>
                  </a:lnTo>
                  <a:lnTo>
                    <a:pt x="538701" y="182906"/>
                  </a:lnTo>
                  <a:lnTo>
                    <a:pt x="541927" y="183318"/>
                  </a:lnTo>
                  <a:lnTo>
                    <a:pt x="547392" y="187665"/>
                  </a:lnTo>
                  <a:lnTo>
                    <a:pt x="551326" y="192956"/>
                  </a:lnTo>
                  <a:lnTo>
                    <a:pt x="552059" y="193942"/>
                  </a:lnTo>
                  <a:lnTo>
                    <a:pt x="553734" y="202594"/>
                  </a:lnTo>
                  <a:lnTo>
                    <a:pt x="557943" y="202984"/>
                  </a:lnTo>
                  <a:lnTo>
                    <a:pt x="563229" y="203632"/>
                  </a:lnTo>
                  <a:lnTo>
                    <a:pt x="567277" y="202931"/>
                  </a:lnTo>
                  <a:lnTo>
                    <a:pt x="570952" y="203245"/>
                  </a:lnTo>
                  <a:lnTo>
                    <a:pt x="571831" y="203319"/>
                  </a:lnTo>
                  <a:lnTo>
                    <a:pt x="576810" y="207016"/>
                  </a:lnTo>
                  <a:lnTo>
                    <a:pt x="581564" y="207347"/>
                  </a:lnTo>
                  <a:lnTo>
                    <a:pt x="586645" y="209440"/>
                  </a:lnTo>
                  <a:lnTo>
                    <a:pt x="590067" y="209200"/>
                  </a:lnTo>
                  <a:lnTo>
                    <a:pt x="593078" y="206432"/>
                  </a:lnTo>
                  <a:lnTo>
                    <a:pt x="595838" y="207106"/>
                  </a:lnTo>
                  <a:lnTo>
                    <a:pt x="598248" y="207694"/>
                  </a:lnTo>
                  <a:lnTo>
                    <a:pt x="601874" y="212329"/>
                  </a:lnTo>
                  <a:lnTo>
                    <a:pt x="605777" y="214930"/>
                  </a:lnTo>
                  <a:lnTo>
                    <a:pt x="609497" y="213324"/>
                  </a:lnTo>
                  <a:lnTo>
                    <a:pt x="610154" y="213040"/>
                  </a:lnTo>
                  <a:lnTo>
                    <a:pt x="611252" y="209246"/>
                  </a:lnTo>
                  <a:lnTo>
                    <a:pt x="613708" y="206707"/>
                  </a:lnTo>
                  <a:lnTo>
                    <a:pt x="617012" y="207572"/>
                  </a:lnTo>
                  <a:lnTo>
                    <a:pt x="623829" y="209102"/>
                  </a:lnTo>
                  <a:lnTo>
                    <a:pt x="627929" y="210152"/>
                  </a:lnTo>
                  <a:lnTo>
                    <a:pt x="630108" y="207753"/>
                  </a:lnTo>
                  <a:lnTo>
                    <a:pt x="631182" y="206570"/>
                  </a:lnTo>
                  <a:lnTo>
                    <a:pt x="633015" y="210900"/>
                  </a:lnTo>
                  <a:lnTo>
                    <a:pt x="633130" y="215739"/>
                  </a:lnTo>
                  <a:lnTo>
                    <a:pt x="634393" y="219732"/>
                  </a:lnTo>
                  <a:lnTo>
                    <a:pt x="640017" y="220163"/>
                  </a:lnTo>
                  <a:lnTo>
                    <a:pt x="644252" y="220490"/>
                  </a:lnTo>
                  <a:lnTo>
                    <a:pt x="643932" y="226298"/>
                  </a:lnTo>
                  <a:lnTo>
                    <a:pt x="644124" y="229176"/>
                  </a:lnTo>
                  <a:lnTo>
                    <a:pt x="644198" y="230288"/>
                  </a:lnTo>
                  <a:lnTo>
                    <a:pt x="650479" y="232659"/>
                  </a:lnTo>
                  <a:lnTo>
                    <a:pt x="654956" y="229866"/>
                  </a:lnTo>
                  <a:lnTo>
                    <a:pt x="658042" y="225870"/>
                  </a:lnTo>
                  <a:lnTo>
                    <a:pt x="664311" y="219946"/>
                  </a:lnTo>
                  <a:lnTo>
                    <a:pt x="668921" y="221843"/>
                  </a:lnTo>
                  <a:lnTo>
                    <a:pt x="669963" y="225814"/>
                  </a:lnTo>
                  <a:lnTo>
                    <a:pt x="672556" y="227745"/>
                  </a:lnTo>
                  <a:lnTo>
                    <a:pt x="672777" y="227910"/>
                  </a:lnTo>
                  <a:lnTo>
                    <a:pt x="677957" y="226028"/>
                  </a:lnTo>
                  <a:lnTo>
                    <a:pt x="678136" y="226293"/>
                  </a:lnTo>
                  <a:lnTo>
                    <a:pt x="680614" y="229957"/>
                  </a:lnTo>
                  <a:lnTo>
                    <a:pt x="681255" y="234040"/>
                  </a:lnTo>
                  <a:lnTo>
                    <a:pt x="686458" y="234257"/>
                  </a:lnTo>
                  <a:lnTo>
                    <a:pt x="690332" y="230164"/>
                  </a:lnTo>
                  <a:lnTo>
                    <a:pt x="695491" y="226934"/>
                  </a:lnTo>
                  <a:lnTo>
                    <a:pt x="698371" y="225628"/>
                  </a:lnTo>
                  <a:lnTo>
                    <a:pt x="701420" y="231354"/>
                  </a:lnTo>
                  <a:lnTo>
                    <a:pt x="698673" y="234706"/>
                  </a:lnTo>
                  <a:lnTo>
                    <a:pt x="703003" y="242206"/>
                  </a:lnTo>
                  <a:lnTo>
                    <a:pt x="707223" y="240920"/>
                  </a:lnTo>
                  <a:lnTo>
                    <a:pt x="707354" y="237523"/>
                  </a:lnTo>
                  <a:lnTo>
                    <a:pt x="707926" y="234140"/>
                  </a:lnTo>
                  <a:lnTo>
                    <a:pt x="709468" y="230347"/>
                  </a:lnTo>
                  <a:lnTo>
                    <a:pt x="714501" y="227493"/>
                  </a:lnTo>
                  <a:lnTo>
                    <a:pt x="714182" y="224724"/>
                  </a:lnTo>
                  <a:lnTo>
                    <a:pt x="716760" y="222360"/>
                  </a:lnTo>
                  <a:lnTo>
                    <a:pt x="717319" y="222302"/>
                  </a:lnTo>
                  <a:lnTo>
                    <a:pt x="718064" y="222226"/>
                  </a:lnTo>
                  <a:lnTo>
                    <a:pt x="720176" y="222007"/>
                  </a:lnTo>
                  <a:lnTo>
                    <a:pt x="720888" y="225833"/>
                  </a:lnTo>
                  <a:lnTo>
                    <a:pt x="724441" y="230554"/>
                  </a:lnTo>
                  <a:lnTo>
                    <a:pt x="728479" y="228517"/>
                  </a:lnTo>
                  <a:lnTo>
                    <a:pt x="729833" y="230807"/>
                  </a:lnTo>
                  <a:lnTo>
                    <a:pt x="734551" y="231527"/>
                  </a:lnTo>
                  <a:lnTo>
                    <a:pt x="736623" y="227529"/>
                  </a:lnTo>
                  <a:lnTo>
                    <a:pt x="738117" y="223988"/>
                  </a:lnTo>
                  <a:lnTo>
                    <a:pt x="742967" y="226724"/>
                  </a:lnTo>
                  <a:lnTo>
                    <a:pt x="743307" y="226915"/>
                  </a:lnTo>
                  <a:lnTo>
                    <a:pt x="743257" y="231247"/>
                  </a:lnTo>
                  <a:lnTo>
                    <a:pt x="744750" y="232216"/>
                  </a:lnTo>
                  <a:lnTo>
                    <a:pt x="748328" y="232156"/>
                  </a:lnTo>
                  <a:lnTo>
                    <a:pt x="750043" y="235972"/>
                  </a:lnTo>
                  <a:lnTo>
                    <a:pt x="754820" y="235201"/>
                  </a:lnTo>
                  <a:lnTo>
                    <a:pt x="757332" y="238033"/>
                  </a:lnTo>
                  <a:lnTo>
                    <a:pt x="759172" y="240632"/>
                  </a:lnTo>
                  <a:lnTo>
                    <a:pt x="760448" y="242433"/>
                  </a:lnTo>
                  <a:lnTo>
                    <a:pt x="764377" y="238714"/>
                  </a:lnTo>
                  <a:lnTo>
                    <a:pt x="766455" y="235600"/>
                  </a:lnTo>
                  <a:lnTo>
                    <a:pt x="770046" y="237332"/>
                  </a:lnTo>
                  <a:lnTo>
                    <a:pt x="773945" y="232585"/>
                  </a:lnTo>
                  <a:lnTo>
                    <a:pt x="775393" y="229787"/>
                  </a:lnTo>
                  <a:lnTo>
                    <a:pt x="781745" y="228663"/>
                  </a:lnTo>
                  <a:lnTo>
                    <a:pt x="790982" y="225306"/>
                  </a:lnTo>
                  <a:lnTo>
                    <a:pt x="794505" y="226115"/>
                  </a:lnTo>
                  <a:lnTo>
                    <a:pt x="797619" y="226263"/>
                  </a:lnTo>
                  <a:lnTo>
                    <a:pt x="799394" y="226346"/>
                  </a:lnTo>
                  <a:lnTo>
                    <a:pt x="801593" y="225021"/>
                  </a:lnTo>
                  <a:lnTo>
                    <a:pt x="805294" y="222788"/>
                  </a:lnTo>
                  <a:lnTo>
                    <a:pt x="810167" y="221682"/>
                  </a:lnTo>
                  <a:lnTo>
                    <a:pt x="814904" y="219579"/>
                  </a:lnTo>
                  <a:lnTo>
                    <a:pt x="818303" y="219418"/>
                  </a:lnTo>
                  <a:lnTo>
                    <a:pt x="820770" y="222906"/>
                  </a:lnTo>
                  <a:lnTo>
                    <a:pt x="826509" y="224050"/>
                  </a:lnTo>
                  <a:lnTo>
                    <a:pt x="833427" y="223768"/>
                  </a:lnTo>
                  <a:lnTo>
                    <a:pt x="836448" y="223075"/>
                  </a:lnTo>
                  <a:lnTo>
                    <a:pt x="838395" y="222627"/>
                  </a:lnTo>
                  <a:lnTo>
                    <a:pt x="840338" y="217992"/>
                  </a:lnTo>
                  <a:lnTo>
                    <a:pt x="842176" y="215080"/>
                  </a:lnTo>
                  <a:lnTo>
                    <a:pt x="847401" y="216830"/>
                  </a:lnTo>
                  <a:lnTo>
                    <a:pt x="847879" y="216989"/>
                  </a:lnTo>
                  <a:lnTo>
                    <a:pt x="851978" y="219500"/>
                  </a:lnTo>
                  <a:lnTo>
                    <a:pt x="855691" y="222966"/>
                  </a:lnTo>
                  <a:lnTo>
                    <a:pt x="860459" y="223582"/>
                  </a:lnTo>
                  <a:lnTo>
                    <a:pt x="863714" y="227030"/>
                  </a:lnTo>
                  <a:lnTo>
                    <a:pt x="866587" y="229840"/>
                  </a:lnTo>
                  <a:lnTo>
                    <a:pt x="871175" y="232774"/>
                  </a:lnTo>
                  <a:lnTo>
                    <a:pt x="876632" y="231692"/>
                  </a:lnTo>
                  <a:lnTo>
                    <a:pt x="879254" y="233900"/>
                  </a:lnTo>
                  <a:lnTo>
                    <a:pt x="880562" y="235001"/>
                  </a:lnTo>
                  <a:lnTo>
                    <a:pt x="886868" y="237557"/>
                  </a:lnTo>
                  <a:lnTo>
                    <a:pt x="891091" y="237595"/>
                  </a:lnTo>
                  <a:lnTo>
                    <a:pt x="894533" y="241562"/>
                  </a:lnTo>
                  <a:lnTo>
                    <a:pt x="897592" y="239968"/>
                  </a:lnTo>
                  <a:lnTo>
                    <a:pt x="902771" y="244916"/>
                  </a:lnTo>
                  <a:lnTo>
                    <a:pt x="905093" y="245784"/>
                  </a:lnTo>
                  <a:lnTo>
                    <a:pt x="907612" y="246406"/>
                  </a:lnTo>
                  <a:lnTo>
                    <a:pt x="908706" y="245407"/>
                  </a:lnTo>
                  <a:lnTo>
                    <a:pt x="911249" y="245464"/>
                  </a:lnTo>
                  <a:lnTo>
                    <a:pt x="915918" y="244083"/>
                  </a:lnTo>
                  <a:lnTo>
                    <a:pt x="917792" y="244487"/>
                  </a:lnTo>
                  <a:lnTo>
                    <a:pt x="919882" y="242463"/>
                  </a:lnTo>
                  <a:lnTo>
                    <a:pt x="922903" y="243518"/>
                  </a:lnTo>
                  <a:lnTo>
                    <a:pt x="928063" y="243640"/>
                  </a:lnTo>
                  <a:lnTo>
                    <a:pt x="930309" y="245297"/>
                  </a:lnTo>
                  <a:lnTo>
                    <a:pt x="930967" y="255329"/>
                  </a:lnTo>
                  <a:lnTo>
                    <a:pt x="931531" y="264471"/>
                  </a:lnTo>
                  <a:lnTo>
                    <a:pt x="931860" y="269613"/>
                  </a:lnTo>
                  <a:lnTo>
                    <a:pt x="932476" y="279240"/>
                  </a:lnTo>
                  <a:lnTo>
                    <a:pt x="933217" y="291483"/>
                  </a:lnTo>
                  <a:lnTo>
                    <a:pt x="933956" y="303467"/>
                  </a:lnTo>
                  <a:lnTo>
                    <a:pt x="934403" y="310721"/>
                  </a:lnTo>
                  <a:lnTo>
                    <a:pt x="934960" y="319781"/>
                  </a:lnTo>
                  <a:lnTo>
                    <a:pt x="935646" y="330950"/>
                  </a:lnTo>
                  <a:lnTo>
                    <a:pt x="936584" y="345864"/>
                  </a:lnTo>
                  <a:lnTo>
                    <a:pt x="936740" y="348354"/>
                  </a:lnTo>
                  <a:lnTo>
                    <a:pt x="937633" y="362877"/>
                  </a:lnTo>
                  <a:lnTo>
                    <a:pt x="937942" y="367915"/>
                  </a:lnTo>
                  <a:lnTo>
                    <a:pt x="938775" y="380529"/>
                  </a:lnTo>
                  <a:lnTo>
                    <a:pt x="939765" y="381567"/>
                  </a:lnTo>
                  <a:lnTo>
                    <a:pt x="943914" y="385914"/>
                  </a:lnTo>
                  <a:lnTo>
                    <a:pt x="949145" y="388441"/>
                  </a:lnTo>
                  <a:lnTo>
                    <a:pt x="951740" y="392511"/>
                  </a:lnTo>
                  <a:lnTo>
                    <a:pt x="953802" y="395742"/>
                  </a:lnTo>
                  <a:lnTo>
                    <a:pt x="958098" y="404554"/>
                  </a:lnTo>
                  <a:lnTo>
                    <a:pt x="957524" y="411400"/>
                  </a:lnTo>
                  <a:lnTo>
                    <a:pt x="956371" y="414642"/>
                  </a:lnTo>
                  <a:lnTo>
                    <a:pt x="960221" y="419488"/>
                  </a:lnTo>
                  <a:lnTo>
                    <a:pt x="964965" y="421167"/>
                  </a:lnTo>
                  <a:lnTo>
                    <a:pt x="963399" y="424362"/>
                  </a:lnTo>
                  <a:lnTo>
                    <a:pt x="967502" y="427568"/>
                  </a:lnTo>
                  <a:lnTo>
                    <a:pt x="970002" y="432024"/>
                  </a:lnTo>
                  <a:lnTo>
                    <a:pt x="969867" y="438479"/>
                  </a:lnTo>
                  <a:lnTo>
                    <a:pt x="974708" y="441747"/>
                  </a:lnTo>
                  <a:lnTo>
                    <a:pt x="976000" y="448337"/>
                  </a:lnTo>
                  <a:lnTo>
                    <a:pt x="976138" y="448320"/>
                  </a:lnTo>
                  <a:lnTo>
                    <a:pt x="979734" y="447860"/>
                  </a:lnTo>
                  <a:lnTo>
                    <a:pt x="981035" y="447693"/>
                  </a:lnTo>
                  <a:lnTo>
                    <a:pt x="980967" y="452636"/>
                  </a:lnTo>
                  <a:lnTo>
                    <a:pt x="982083" y="459269"/>
                  </a:lnTo>
                  <a:lnTo>
                    <a:pt x="981703" y="463055"/>
                  </a:lnTo>
                  <a:lnTo>
                    <a:pt x="981160" y="466696"/>
                  </a:lnTo>
                  <a:lnTo>
                    <a:pt x="982822" y="470276"/>
                  </a:lnTo>
                  <a:lnTo>
                    <a:pt x="981307" y="474484"/>
                  </a:lnTo>
                  <a:lnTo>
                    <a:pt x="981048" y="475203"/>
                  </a:lnTo>
                  <a:lnTo>
                    <a:pt x="980615" y="481017"/>
                  </a:lnTo>
                  <a:lnTo>
                    <a:pt x="977326" y="486870"/>
                  </a:lnTo>
                  <a:lnTo>
                    <a:pt x="976728" y="492006"/>
                  </a:lnTo>
                  <a:lnTo>
                    <a:pt x="972860" y="497051"/>
                  </a:lnTo>
                  <a:lnTo>
                    <a:pt x="973099" y="499869"/>
                  </a:lnTo>
                  <a:lnTo>
                    <a:pt x="969968" y="504249"/>
                  </a:lnTo>
                  <a:lnTo>
                    <a:pt x="971619" y="507471"/>
                  </a:lnTo>
                  <a:lnTo>
                    <a:pt x="972599" y="514046"/>
                  </a:lnTo>
                  <a:lnTo>
                    <a:pt x="970059" y="516613"/>
                  </a:lnTo>
                  <a:lnTo>
                    <a:pt x="969547" y="517131"/>
                  </a:lnTo>
                  <a:lnTo>
                    <a:pt x="968772" y="523019"/>
                  </a:lnTo>
                  <a:lnTo>
                    <a:pt x="973094" y="527435"/>
                  </a:lnTo>
                  <a:lnTo>
                    <a:pt x="972971" y="530185"/>
                  </a:lnTo>
                  <a:lnTo>
                    <a:pt x="972898" y="531817"/>
                  </a:lnTo>
                  <a:lnTo>
                    <a:pt x="973904" y="536204"/>
                  </a:lnTo>
                  <a:lnTo>
                    <a:pt x="974336" y="541493"/>
                  </a:lnTo>
                  <a:lnTo>
                    <a:pt x="974537" y="546556"/>
                  </a:lnTo>
                  <a:lnTo>
                    <a:pt x="974377" y="546739"/>
                  </a:lnTo>
                  <a:lnTo>
                    <a:pt x="971890" y="549591"/>
                  </a:lnTo>
                  <a:lnTo>
                    <a:pt x="967170" y="555754"/>
                  </a:lnTo>
                  <a:lnTo>
                    <a:pt x="965771" y="561083"/>
                  </a:lnTo>
                  <a:lnTo>
                    <a:pt x="964217" y="563128"/>
                  </a:lnTo>
                  <a:lnTo>
                    <a:pt x="962790" y="565005"/>
                  </a:lnTo>
                  <a:lnTo>
                    <a:pt x="958717" y="569522"/>
                  </a:lnTo>
                  <a:lnTo>
                    <a:pt x="961859" y="572886"/>
                  </a:lnTo>
                  <a:lnTo>
                    <a:pt x="964162" y="575990"/>
                  </a:lnTo>
                  <a:lnTo>
                    <a:pt x="966263" y="578745"/>
                  </a:lnTo>
                  <a:lnTo>
                    <a:pt x="964544" y="579875"/>
                  </a:lnTo>
                  <a:lnTo>
                    <a:pt x="956849" y="580138"/>
                  </a:lnTo>
                  <a:lnTo>
                    <a:pt x="949679" y="581593"/>
                  </a:lnTo>
                  <a:lnTo>
                    <a:pt x="941828" y="585129"/>
                  </a:lnTo>
                  <a:lnTo>
                    <a:pt x="927471" y="592545"/>
                  </a:lnTo>
                  <a:lnTo>
                    <a:pt x="926225" y="593187"/>
                  </a:lnTo>
                  <a:lnTo>
                    <a:pt x="916517" y="598173"/>
                  </a:lnTo>
                  <a:lnTo>
                    <a:pt x="909490" y="601865"/>
                  </a:lnTo>
                  <a:lnTo>
                    <a:pt x="903874" y="605433"/>
                  </a:lnTo>
                  <a:lnTo>
                    <a:pt x="899501" y="611047"/>
                  </a:lnTo>
                  <a:lnTo>
                    <a:pt x="900323" y="614267"/>
                  </a:lnTo>
                  <a:lnTo>
                    <a:pt x="894327" y="619157"/>
                  </a:lnTo>
                  <a:lnTo>
                    <a:pt x="877797" y="631499"/>
                  </a:lnTo>
                  <a:lnTo>
                    <a:pt x="871266" y="638155"/>
                  </a:lnTo>
                  <a:lnTo>
                    <a:pt x="870524" y="638910"/>
                  </a:lnTo>
                  <a:lnTo>
                    <a:pt x="865605" y="643018"/>
                  </a:lnTo>
                  <a:lnTo>
                    <a:pt x="857814" y="651158"/>
                  </a:lnTo>
                  <a:lnTo>
                    <a:pt x="851507" y="657364"/>
                  </a:lnTo>
                  <a:lnTo>
                    <a:pt x="847122" y="658230"/>
                  </a:lnTo>
                  <a:lnTo>
                    <a:pt x="842049" y="661464"/>
                  </a:lnTo>
                  <a:lnTo>
                    <a:pt x="835892" y="665380"/>
                  </a:lnTo>
                  <a:lnTo>
                    <a:pt x="828712" y="669995"/>
                  </a:lnTo>
                  <a:lnTo>
                    <a:pt x="819032" y="676451"/>
                  </a:lnTo>
                  <a:lnTo>
                    <a:pt x="804736" y="683764"/>
                  </a:lnTo>
                  <a:lnTo>
                    <a:pt x="790014" y="691868"/>
                  </a:lnTo>
                  <a:lnTo>
                    <a:pt x="779840" y="699104"/>
                  </a:lnTo>
                  <a:lnTo>
                    <a:pt x="776086" y="702185"/>
                  </a:lnTo>
                  <a:lnTo>
                    <a:pt x="775191" y="702918"/>
                  </a:lnTo>
                  <a:lnTo>
                    <a:pt x="771309" y="708628"/>
                  </a:lnTo>
                  <a:lnTo>
                    <a:pt x="756886" y="717405"/>
                  </a:lnTo>
                  <a:lnTo>
                    <a:pt x="750234" y="722695"/>
                  </a:lnTo>
                  <a:lnTo>
                    <a:pt x="744735" y="727578"/>
                  </a:lnTo>
                  <a:lnTo>
                    <a:pt x="740204" y="732125"/>
                  </a:lnTo>
                  <a:lnTo>
                    <a:pt x="737601" y="734733"/>
                  </a:lnTo>
                  <a:lnTo>
                    <a:pt x="728799" y="745625"/>
                  </a:lnTo>
                  <a:lnTo>
                    <a:pt x="725826" y="751931"/>
                  </a:lnTo>
                  <a:lnTo>
                    <a:pt x="725740" y="752113"/>
                  </a:lnTo>
                  <a:lnTo>
                    <a:pt x="722274" y="756428"/>
                  </a:lnTo>
                  <a:lnTo>
                    <a:pt x="718521" y="762532"/>
                  </a:lnTo>
                  <a:lnTo>
                    <a:pt x="713182" y="773097"/>
                  </a:lnTo>
                  <a:lnTo>
                    <a:pt x="712420" y="774833"/>
                  </a:lnTo>
                  <a:lnTo>
                    <a:pt x="709880" y="780613"/>
                  </a:lnTo>
                  <a:lnTo>
                    <a:pt x="707030" y="787912"/>
                  </a:lnTo>
                  <a:lnTo>
                    <a:pt x="704126" y="797447"/>
                  </a:lnTo>
                  <a:lnTo>
                    <a:pt x="703370" y="800912"/>
                  </a:lnTo>
                  <a:lnTo>
                    <a:pt x="702550" y="804665"/>
                  </a:lnTo>
                  <a:lnTo>
                    <a:pt x="701333" y="819791"/>
                  </a:lnTo>
                  <a:lnTo>
                    <a:pt x="702635" y="834813"/>
                  </a:lnTo>
                  <a:lnTo>
                    <a:pt x="706512" y="850562"/>
                  </a:lnTo>
                  <a:lnTo>
                    <a:pt x="709514" y="859221"/>
                  </a:lnTo>
                  <a:lnTo>
                    <a:pt x="712397" y="867516"/>
                  </a:lnTo>
                  <a:lnTo>
                    <a:pt x="714700" y="875380"/>
                  </a:lnTo>
                  <a:lnTo>
                    <a:pt x="717341" y="884381"/>
                  </a:lnTo>
                  <a:lnTo>
                    <a:pt x="720871" y="903517"/>
                  </a:lnTo>
                  <a:lnTo>
                    <a:pt x="721565" y="909100"/>
                  </a:lnTo>
                  <a:lnTo>
                    <a:pt x="722176" y="913091"/>
                  </a:lnTo>
                  <a:lnTo>
                    <a:pt x="721347" y="915024"/>
                  </a:lnTo>
                  <a:lnTo>
                    <a:pt x="717314" y="914128"/>
                  </a:lnTo>
                  <a:lnTo>
                    <a:pt x="711780" y="916496"/>
                  </a:lnTo>
                  <a:lnTo>
                    <a:pt x="706935" y="917705"/>
                  </a:lnTo>
                  <a:lnTo>
                    <a:pt x="704778" y="919552"/>
                  </a:lnTo>
                  <a:lnTo>
                    <a:pt x="705318" y="922430"/>
                  </a:lnTo>
                  <a:lnTo>
                    <a:pt x="704359" y="924937"/>
                  </a:lnTo>
                  <a:lnTo>
                    <a:pt x="700393" y="925031"/>
                  </a:lnTo>
                  <a:lnTo>
                    <a:pt x="697757" y="921749"/>
                  </a:lnTo>
                  <a:lnTo>
                    <a:pt x="694399" y="921783"/>
                  </a:lnTo>
                  <a:lnTo>
                    <a:pt x="690649" y="918443"/>
                  </a:lnTo>
                  <a:lnTo>
                    <a:pt x="687460" y="916994"/>
                  </a:lnTo>
                  <a:lnTo>
                    <a:pt x="682440" y="911203"/>
                  </a:lnTo>
                  <a:lnTo>
                    <a:pt x="678187" y="909864"/>
                  </a:lnTo>
                  <a:lnTo>
                    <a:pt x="673258" y="909243"/>
                  </a:lnTo>
                  <a:lnTo>
                    <a:pt x="670317" y="907326"/>
                  </a:lnTo>
                  <a:lnTo>
                    <a:pt x="664987" y="907239"/>
                  </a:lnTo>
                  <a:lnTo>
                    <a:pt x="664276" y="907228"/>
                  </a:lnTo>
                  <a:lnTo>
                    <a:pt x="658455" y="907233"/>
                  </a:lnTo>
                  <a:lnTo>
                    <a:pt x="653149" y="906989"/>
                  </a:lnTo>
                  <a:lnTo>
                    <a:pt x="650936" y="908985"/>
                  </a:lnTo>
                  <a:lnTo>
                    <a:pt x="647663" y="907840"/>
                  </a:lnTo>
                  <a:lnTo>
                    <a:pt x="646789" y="907533"/>
                  </a:lnTo>
                  <a:lnTo>
                    <a:pt x="642147" y="907921"/>
                  </a:lnTo>
                  <a:lnTo>
                    <a:pt x="638361" y="907970"/>
                  </a:lnTo>
                  <a:lnTo>
                    <a:pt x="634221" y="906593"/>
                  </a:lnTo>
                  <a:lnTo>
                    <a:pt x="629862" y="903493"/>
                  </a:lnTo>
                  <a:lnTo>
                    <a:pt x="623146" y="899497"/>
                  </a:lnTo>
                  <a:lnTo>
                    <a:pt x="618657" y="896019"/>
                  </a:lnTo>
                  <a:lnTo>
                    <a:pt x="613796" y="894754"/>
                  </a:lnTo>
                  <a:lnTo>
                    <a:pt x="607999" y="893090"/>
                  </a:lnTo>
                  <a:lnTo>
                    <a:pt x="606643" y="892452"/>
                  </a:lnTo>
                  <a:lnTo>
                    <a:pt x="605021" y="891688"/>
                  </a:lnTo>
                  <a:lnTo>
                    <a:pt x="601802" y="893123"/>
                  </a:lnTo>
                  <a:lnTo>
                    <a:pt x="598227" y="890620"/>
                  </a:lnTo>
                  <a:lnTo>
                    <a:pt x="591733" y="885460"/>
                  </a:lnTo>
                  <a:lnTo>
                    <a:pt x="589516" y="881794"/>
                  </a:lnTo>
                  <a:lnTo>
                    <a:pt x="582895" y="882902"/>
                  </a:lnTo>
                  <a:lnTo>
                    <a:pt x="577522" y="879822"/>
                  </a:lnTo>
                  <a:lnTo>
                    <a:pt x="571642" y="878335"/>
                  </a:lnTo>
                  <a:lnTo>
                    <a:pt x="567714" y="879719"/>
                  </a:lnTo>
                  <a:lnTo>
                    <a:pt x="565405" y="877176"/>
                  </a:lnTo>
                  <a:lnTo>
                    <a:pt x="566892" y="872790"/>
                  </a:lnTo>
                  <a:lnTo>
                    <a:pt x="565814" y="870786"/>
                  </a:lnTo>
                  <a:lnTo>
                    <a:pt x="560524" y="866569"/>
                  </a:lnTo>
                  <a:lnTo>
                    <a:pt x="560083" y="864864"/>
                  </a:lnTo>
                  <a:lnTo>
                    <a:pt x="558151" y="857398"/>
                  </a:lnTo>
                  <a:lnTo>
                    <a:pt x="557444" y="851511"/>
                  </a:lnTo>
                  <a:lnTo>
                    <a:pt x="554755" y="846057"/>
                  </a:lnTo>
                  <a:lnTo>
                    <a:pt x="552656" y="841335"/>
                  </a:lnTo>
                  <a:lnTo>
                    <a:pt x="547878" y="838220"/>
                  </a:lnTo>
                  <a:lnTo>
                    <a:pt x="545308" y="833998"/>
                  </a:lnTo>
                  <a:lnTo>
                    <a:pt x="543214" y="829398"/>
                  </a:lnTo>
                  <a:lnTo>
                    <a:pt x="538497" y="825665"/>
                  </a:lnTo>
                  <a:lnTo>
                    <a:pt x="538842" y="818689"/>
                  </a:lnTo>
                  <a:lnTo>
                    <a:pt x="539773" y="814169"/>
                  </a:lnTo>
                  <a:lnTo>
                    <a:pt x="538544" y="808636"/>
                  </a:lnTo>
                  <a:lnTo>
                    <a:pt x="537302" y="805286"/>
                  </a:lnTo>
                  <a:lnTo>
                    <a:pt x="537104" y="804753"/>
                  </a:lnTo>
                  <a:lnTo>
                    <a:pt x="535157" y="802476"/>
                  </a:lnTo>
                  <a:lnTo>
                    <a:pt x="531876" y="801536"/>
                  </a:lnTo>
                  <a:lnTo>
                    <a:pt x="535141" y="792337"/>
                  </a:lnTo>
                  <a:lnTo>
                    <a:pt x="534530" y="788963"/>
                  </a:lnTo>
                  <a:lnTo>
                    <a:pt x="534320" y="784735"/>
                  </a:lnTo>
                  <a:lnTo>
                    <a:pt x="531906" y="784886"/>
                  </a:lnTo>
                  <a:lnTo>
                    <a:pt x="531733" y="777866"/>
                  </a:lnTo>
                  <a:lnTo>
                    <a:pt x="529631" y="774930"/>
                  </a:lnTo>
                  <a:lnTo>
                    <a:pt x="524323" y="773212"/>
                  </a:lnTo>
                  <a:lnTo>
                    <a:pt x="518049" y="771471"/>
                  </a:lnTo>
                  <a:lnTo>
                    <a:pt x="513815" y="766119"/>
                  </a:lnTo>
                  <a:lnTo>
                    <a:pt x="510438" y="763994"/>
                  </a:lnTo>
                  <a:lnTo>
                    <a:pt x="507064" y="760802"/>
                  </a:lnTo>
                  <a:lnTo>
                    <a:pt x="504472" y="756870"/>
                  </a:lnTo>
                  <a:lnTo>
                    <a:pt x="502394" y="752475"/>
                  </a:lnTo>
                  <a:lnTo>
                    <a:pt x="501370" y="748788"/>
                  </a:lnTo>
                  <a:lnTo>
                    <a:pt x="500220" y="744492"/>
                  </a:lnTo>
                  <a:lnTo>
                    <a:pt x="496104" y="742505"/>
                  </a:lnTo>
                  <a:lnTo>
                    <a:pt x="492689" y="735386"/>
                  </a:lnTo>
                  <a:lnTo>
                    <a:pt x="489049" y="730911"/>
                  </a:lnTo>
                  <a:lnTo>
                    <a:pt x="481352" y="726185"/>
                  </a:lnTo>
                  <a:lnTo>
                    <a:pt x="479557" y="724664"/>
                  </a:lnTo>
                  <a:lnTo>
                    <a:pt x="474114" y="720046"/>
                  </a:lnTo>
                  <a:lnTo>
                    <a:pt x="472574" y="715648"/>
                  </a:lnTo>
                  <a:lnTo>
                    <a:pt x="470037" y="710364"/>
                  </a:lnTo>
                  <a:lnTo>
                    <a:pt x="468761" y="704738"/>
                  </a:lnTo>
                  <a:lnTo>
                    <a:pt x="466352" y="700402"/>
                  </a:lnTo>
                  <a:lnTo>
                    <a:pt x="464768" y="697062"/>
                  </a:lnTo>
                  <a:lnTo>
                    <a:pt x="464136" y="691881"/>
                  </a:lnTo>
                  <a:lnTo>
                    <a:pt x="460169" y="688304"/>
                  </a:lnTo>
                  <a:lnTo>
                    <a:pt x="456182" y="684375"/>
                  </a:lnTo>
                  <a:lnTo>
                    <a:pt x="455714" y="679635"/>
                  </a:lnTo>
                  <a:lnTo>
                    <a:pt x="453698" y="675598"/>
                  </a:lnTo>
                  <a:lnTo>
                    <a:pt x="453500" y="671912"/>
                  </a:lnTo>
                  <a:lnTo>
                    <a:pt x="450343" y="669273"/>
                  </a:lnTo>
                  <a:lnTo>
                    <a:pt x="446486" y="663402"/>
                  </a:lnTo>
                  <a:lnTo>
                    <a:pt x="444987" y="658776"/>
                  </a:lnTo>
                  <a:lnTo>
                    <a:pt x="444008" y="652331"/>
                  </a:lnTo>
                  <a:lnTo>
                    <a:pt x="443189" y="647824"/>
                  </a:lnTo>
                  <a:lnTo>
                    <a:pt x="442933" y="646415"/>
                  </a:lnTo>
                  <a:lnTo>
                    <a:pt x="438881" y="643843"/>
                  </a:lnTo>
                  <a:lnTo>
                    <a:pt x="435426" y="640407"/>
                  </a:lnTo>
                  <a:lnTo>
                    <a:pt x="433692" y="635265"/>
                  </a:lnTo>
                  <a:lnTo>
                    <a:pt x="433219" y="634819"/>
                  </a:lnTo>
                  <a:lnTo>
                    <a:pt x="429646" y="631446"/>
                  </a:lnTo>
                  <a:lnTo>
                    <a:pt x="426736" y="628264"/>
                  </a:lnTo>
                  <a:lnTo>
                    <a:pt x="418421" y="623366"/>
                  </a:lnTo>
                  <a:lnTo>
                    <a:pt x="413547" y="615063"/>
                  </a:lnTo>
                  <a:lnTo>
                    <a:pt x="407623" y="613700"/>
                  </a:lnTo>
                  <a:lnTo>
                    <a:pt x="403433" y="609597"/>
                  </a:lnTo>
                  <a:lnTo>
                    <a:pt x="398664" y="609525"/>
                  </a:lnTo>
                  <a:lnTo>
                    <a:pt x="394844" y="604483"/>
                  </a:lnTo>
                  <a:lnTo>
                    <a:pt x="394776" y="599046"/>
                  </a:lnTo>
                  <a:lnTo>
                    <a:pt x="390217" y="596956"/>
                  </a:lnTo>
                  <a:lnTo>
                    <a:pt x="387745" y="590505"/>
                  </a:lnTo>
                  <a:lnTo>
                    <a:pt x="383727" y="588569"/>
                  </a:lnTo>
                  <a:lnTo>
                    <a:pt x="379929" y="588079"/>
                  </a:lnTo>
                  <a:lnTo>
                    <a:pt x="375507" y="585396"/>
                  </a:lnTo>
                  <a:lnTo>
                    <a:pt x="368353" y="587818"/>
                  </a:lnTo>
                  <a:lnTo>
                    <a:pt x="363794" y="587513"/>
                  </a:lnTo>
                  <a:lnTo>
                    <a:pt x="360186" y="586471"/>
                  </a:lnTo>
                  <a:lnTo>
                    <a:pt x="356547" y="585417"/>
                  </a:lnTo>
                  <a:lnTo>
                    <a:pt x="351509" y="584976"/>
                  </a:lnTo>
                  <a:lnTo>
                    <a:pt x="344592" y="583669"/>
                  </a:lnTo>
                  <a:lnTo>
                    <a:pt x="340322" y="583991"/>
                  </a:lnTo>
                  <a:lnTo>
                    <a:pt x="336340" y="585246"/>
                  </a:lnTo>
                  <a:lnTo>
                    <a:pt x="333135" y="584695"/>
                  </a:lnTo>
                  <a:lnTo>
                    <a:pt x="329669" y="582262"/>
                  </a:lnTo>
                  <a:lnTo>
                    <a:pt x="324680" y="580053"/>
                  </a:lnTo>
                  <a:lnTo>
                    <a:pt x="319106" y="576950"/>
                  </a:lnTo>
                  <a:lnTo>
                    <a:pt x="317774" y="577389"/>
                  </a:lnTo>
                  <a:lnTo>
                    <a:pt x="315373" y="578180"/>
                  </a:lnTo>
                  <a:lnTo>
                    <a:pt x="313786" y="581769"/>
                  </a:lnTo>
                  <a:lnTo>
                    <a:pt x="311887" y="586467"/>
                  </a:lnTo>
                  <a:lnTo>
                    <a:pt x="306102" y="585070"/>
                  </a:lnTo>
                  <a:lnTo>
                    <a:pt x="302759" y="584932"/>
                  </a:lnTo>
                  <a:lnTo>
                    <a:pt x="299763" y="587266"/>
                  </a:lnTo>
                  <a:lnTo>
                    <a:pt x="295028" y="587487"/>
                  </a:lnTo>
                  <a:lnTo>
                    <a:pt x="290087" y="588196"/>
                  </a:lnTo>
                  <a:lnTo>
                    <a:pt x="288700" y="593503"/>
                  </a:lnTo>
                  <a:lnTo>
                    <a:pt x="285132" y="598119"/>
                  </a:lnTo>
                  <a:lnTo>
                    <a:pt x="281983" y="603687"/>
                  </a:lnTo>
                  <a:lnTo>
                    <a:pt x="279513" y="606568"/>
                  </a:lnTo>
                  <a:lnTo>
                    <a:pt x="277618" y="613267"/>
                  </a:lnTo>
                  <a:lnTo>
                    <a:pt x="278002" y="617152"/>
                  </a:lnTo>
                  <a:lnTo>
                    <a:pt x="274256" y="621140"/>
                  </a:lnTo>
                  <a:lnTo>
                    <a:pt x="272625" y="626714"/>
                  </a:lnTo>
                  <a:lnTo>
                    <a:pt x="274027" y="630699"/>
                  </a:lnTo>
                  <a:lnTo>
                    <a:pt x="270329" y="634986"/>
                  </a:lnTo>
                  <a:lnTo>
                    <a:pt x="264262" y="637332"/>
                  </a:lnTo>
                  <a:lnTo>
                    <a:pt x="261035" y="642259"/>
                  </a:lnTo>
                  <a:lnTo>
                    <a:pt x="257859" y="643646"/>
                  </a:lnTo>
                  <a:lnTo>
                    <a:pt x="255855" y="648670"/>
                  </a:lnTo>
                  <a:lnTo>
                    <a:pt x="253705" y="652468"/>
                  </a:lnTo>
                  <a:lnTo>
                    <a:pt x="245938" y="651370"/>
                  </a:lnTo>
                  <a:lnTo>
                    <a:pt x="241796" y="652028"/>
                  </a:lnTo>
                  <a:lnTo>
                    <a:pt x="235670" y="648610"/>
                  </a:lnTo>
                  <a:lnTo>
                    <a:pt x="228011" y="644161"/>
                  </a:lnTo>
                  <a:lnTo>
                    <a:pt x="223441" y="639286"/>
                  </a:lnTo>
                  <a:lnTo>
                    <a:pt x="218315" y="636542"/>
                  </a:lnTo>
                  <a:lnTo>
                    <a:pt x="213159" y="634536"/>
                  </a:lnTo>
                  <a:lnTo>
                    <a:pt x="208259" y="632549"/>
                  </a:lnTo>
                  <a:lnTo>
                    <a:pt x="203526" y="626625"/>
                  </a:lnTo>
                  <a:lnTo>
                    <a:pt x="203159" y="626458"/>
                  </a:lnTo>
                  <a:lnTo>
                    <a:pt x="198390" y="624289"/>
                  </a:lnTo>
                  <a:lnTo>
                    <a:pt x="189347" y="622654"/>
                  </a:lnTo>
                  <a:lnTo>
                    <a:pt x="183295" y="619351"/>
                  </a:lnTo>
                  <a:lnTo>
                    <a:pt x="176715" y="614502"/>
                  </a:lnTo>
                  <a:lnTo>
                    <a:pt x="173984" y="610646"/>
                  </a:lnTo>
                  <a:lnTo>
                    <a:pt x="170515" y="605729"/>
                  </a:lnTo>
                  <a:lnTo>
                    <a:pt x="164563" y="601684"/>
                  </a:lnTo>
                  <a:lnTo>
                    <a:pt x="159856" y="599825"/>
                  </a:lnTo>
                  <a:lnTo>
                    <a:pt x="153873" y="594266"/>
                  </a:lnTo>
                  <a:lnTo>
                    <a:pt x="147460" y="587655"/>
                  </a:lnTo>
                  <a:lnTo>
                    <a:pt x="145846" y="579383"/>
                  </a:lnTo>
                  <a:lnTo>
                    <a:pt x="142063" y="572766"/>
                  </a:lnTo>
                  <a:lnTo>
                    <a:pt x="138263" y="566778"/>
                  </a:lnTo>
                  <a:lnTo>
                    <a:pt x="137576" y="559902"/>
                  </a:lnTo>
                  <a:lnTo>
                    <a:pt x="136304" y="556860"/>
                  </a:lnTo>
                  <a:lnTo>
                    <a:pt x="137544" y="549716"/>
                  </a:lnTo>
                  <a:lnTo>
                    <a:pt x="137153" y="540632"/>
                  </a:lnTo>
                  <a:lnTo>
                    <a:pt x="134486" y="536345"/>
                  </a:lnTo>
                  <a:lnTo>
                    <a:pt x="133048" y="532647"/>
                  </a:lnTo>
                  <a:lnTo>
                    <a:pt x="128578" y="526382"/>
                  </a:lnTo>
                  <a:lnTo>
                    <a:pt x="125992" y="524505"/>
                  </a:lnTo>
                  <a:lnTo>
                    <a:pt x="125494" y="518553"/>
                  </a:lnTo>
                  <a:lnTo>
                    <a:pt x="124339" y="511845"/>
                  </a:lnTo>
                  <a:lnTo>
                    <a:pt x="121955" y="505658"/>
                  </a:lnTo>
                  <a:lnTo>
                    <a:pt x="118403" y="504983"/>
                  </a:lnTo>
                  <a:lnTo>
                    <a:pt x="117827" y="503339"/>
                  </a:lnTo>
                  <a:lnTo>
                    <a:pt x="116467" y="499459"/>
                  </a:lnTo>
                  <a:lnTo>
                    <a:pt x="111911" y="498001"/>
                  </a:lnTo>
                  <a:lnTo>
                    <a:pt x="109339" y="495017"/>
                  </a:lnTo>
                  <a:lnTo>
                    <a:pt x="104837" y="491436"/>
                  </a:lnTo>
                  <a:lnTo>
                    <a:pt x="100623" y="487315"/>
                  </a:lnTo>
                  <a:lnTo>
                    <a:pt x="93436" y="485539"/>
                  </a:lnTo>
                  <a:lnTo>
                    <a:pt x="87618" y="482048"/>
                  </a:lnTo>
                  <a:lnTo>
                    <a:pt x="87382" y="478908"/>
                  </a:lnTo>
                  <a:lnTo>
                    <a:pt x="80979" y="473780"/>
                  </a:lnTo>
                  <a:lnTo>
                    <a:pt x="75981" y="469379"/>
                  </a:lnTo>
                  <a:lnTo>
                    <a:pt x="74536" y="465359"/>
                  </a:lnTo>
                  <a:lnTo>
                    <a:pt x="71251" y="459655"/>
                  </a:lnTo>
                  <a:lnTo>
                    <a:pt x="65266" y="455972"/>
                  </a:lnTo>
                  <a:lnTo>
                    <a:pt x="60630" y="453008"/>
                  </a:lnTo>
                  <a:lnTo>
                    <a:pt x="59223" y="449840"/>
                  </a:lnTo>
                  <a:lnTo>
                    <a:pt x="54040" y="441975"/>
                  </a:lnTo>
                  <a:lnTo>
                    <a:pt x="49017" y="439011"/>
                  </a:lnTo>
                  <a:lnTo>
                    <a:pt x="48096" y="434945"/>
                  </a:lnTo>
                  <a:lnTo>
                    <a:pt x="45035" y="432723"/>
                  </a:lnTo>
                  <a:lnTo>
                    <a:pt x="44423" y="432278"/>
                  </a:lnTo>
                  <a:lnTo>
                    <a:pt x="38817" y="431341"/>
                  </a:lnTo>
                  <a:lnTo>
                    <a:pt x="31986" y="425843"/>
                  </a:lnTo>
                  <a:lnTo>
                    <a:pt x="27727" y="420566"/>
                  </a:lnTo>
                  <a:lnTo>
                    <a:pt x="24706" y="416109"/>
                  </a:lnTo>
                  <a:lnTo>
                    <a:pt x="23333" y="410929"/>
                  </a:lnTo>
                  <a:lnTo>
                    <a:pt x="20892" y="406454"/>
                  </a:lnTo>
                  <a:lnTo>
                    <a:pt x="18868" y="402738"/>
                  </a:lnTo>
                  <a:lnTo>
                    <a:pt x="15538" y="398894"/>
                  </a:lnTo>
                  <a:lnTo>
                    <a:pt x="11878" y="397957"/>
                  </a:lnTo>
                  <a:lnTo>
                    <a:pt x="10543" y="398884"/>
                  </a:lnTo>
                  <a:lnTo>
                    <a:pt x="7498" y="395575"/>
                  </a:lnTo>
                  <a:lnTo>
                    <a:pt x="3722" y="392608"/>
                  </a:lnTo>
                  <a:lnTo>
                    <a:pt x="0" y="3873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625262" y="3316157"/>
              <a:ext cx="381443" cy="479620"/>
            </a:xfrm>
            <a:custGeom>
              <a:avLst/>
              <a:pathLst>
                <a:path w="381443" h="479620">
                  <a:moveTo>
                    <a:pt x="8072" y="379184"/>
                  </a:moveTo>
                  <a:lnTo>
                    <a:pt x="10050" y="366991"/>
                  </a:lnTo>
                  <a:lnTo>
                    <a:pt x="12041" y="355319"/>
                  </a:lnTo>
                  <a:lnTo>
                    <a:pt x="15692" y="332211"/>
                  </a:lnTo>
                  <a:lnTo>
                    <a:pt x="17067" y="323464"/>
                  </a:lnTo>
                  <a:lnTo>
                    <a:pt x="19198" y="310107"/>
                  </a:lnTo>
                  <a:lnTo>
                    <a:pt x="21522" y="295551"/>
                  </a:lnTo>
                  <a:lnTo>
                    <a:pt x="23015" y="286539"/>
                  </a:lnTo>
                  <a:lnTo>
                    <a:pt x="25899" y="269156"/>
                  </a:lnTo>
                  <a:lnTo>
                    <a:pt x="27592" y="258184"/>
                  </a:lnTo>
                  <a:lnTo>
                    <a:pt x="34631" y="215477"/>
                  </a:lnTo>
                  <a:lnTo>
                    <a:pt x="35224" y="211776"/>
                  </a:lnTo>
                  <a:lnTo>
                    <a:pt x="38716" y="190040"/>
                  </a:lnTo>
                  <a:lnTo>
                    <a:pt x="40326" y="180371"/>
                  </a:lnTo>
                  <a:lnTo>
                    <a:pt x="43091" y="163804"/>
                  </a:lnTo>
                  <a:lnTo>
                    <a:pt x="43361" y="162159"/>
                  </a:lnTo>
                  <a:lnTo>
                    <a:pt x="47359" y="137841"/>
                  </a:lnTo>
                  <a:lnTo>
                    <a:pt x="48783" y="129422"/>
                  </a:lnTo>
                  <a:lnTo>
                    <a:pt x="52199" y="109524"/>
                  </a:lnTo>
                  <a:lnTo>
                    <a:pt x="56196" y="85888"/>
                  </a:lnTo>
                  <a:lnTo>
                    <a:pt x="59219" y="67933"/>
                  </a:lnTo>
                  <a:lnTo>
                    <a:pt x="63380" y="43406"/>
                  </a:lnTo>
                  <a:lnTo>
                    <a:pt x="67183" y="20757"/>
                  </a:lnTo>
                  <a:lnTo>
                    <a:pt x="70542" y="0"/>
                  </a:lnTo>
                  <a:lnTo>
                    <a:pt x="84740" y="2904"/>
                  </a:lnTo>
                  <a:lnTo>
                    <a:pt x="105323" y="5961"/>
                  </a:lnTo>
                  <a:lnTo>
                    <a:pt x="121164" y="8322"/>
                  </a:lnTo>
                  <a:lnTo>
                    <a:pt x="137112" y="10728"/>
                  </a:lnTo>
                  <a:lnTo>
                    <a:pt x="159653" y="14112"/>
                  </a:lnTo>
                  <a:lnTo>
                    <a:pt x="184182" y="17820"/>
                  </a:lnTo>
                  <a:lnTo>
                    <a:pt x="190926" y="19040"/>
                  </a:lnTo>
                  <a:lnTo>
                    <a:pt x="194099" y="19611"/>
                  </a:lnTo>
                  <a:lnTo>
                    <a:pt x="217106" y="22840"/>
                  </a:lnTo>
                  <a:lnTo>
                    <a:pt x="232692" y="25040"/>
                  </a:lnTo>
                  <a:lnTo>
                    <a:pt x="235029" y="25366"/>
                  </a:lnTo>
                  <a:lnTo>
                    <a:pt x="241282" y="26143"/>
                  </a:lnTo>
                  <a:lnTo>
                    <a:pt x="262306" y="28984"/>
                  </a:lnTo>
                  <a:lnTo>
                    <a:pt x="257559" y="65585"/>
                  </a:lnTo>
                  <a:lnTo>
                    <a:pt x="257399" y="66824"/>
                  </a:lnTo>
                  <a:lnTo>
                    <a:pt x="255023" y="84594"/>
                  </a:lnTo>
                  <a:lnTo>
                    <a:pt x="253787" y="94057"/>
                  </a:lnTo>
                  <a:lnTo>
                    <a:pt x="250919" y="116066"/>
                  </a:lnTo>
                  <a:lnTo>
                    <a:pt x="262309" y="117643"/>
                  </a:lnTo>
                  <a:lnTo>
                    <a:pt x="283986" y="120577"/>
                  </a:lnTo>
                  <a:lnTo>
                    <a:pt x="311312" y="123963"/>
                  </a:lnTo>
                  <a:lnTo>
                    <a:pt x="316096" y="124536"/>
                  </a:lnTo>
                  <a:lnTo>
                    <a:pt x="319219" y="124907"/>
                  </a:lnTo>
                  <a:lnTo>
                    <a:pt x="337881" y="127088"/>
                  </a:lnTo>
                  <a:lnTo>
                    <a:pt x="368310" y="130365"/>
                  </a:lnTo>
                  <a:lnTo>
                    <a:pt x="381443" y="131863"/>
                  </a:lnTo>
                  <a:lnTo>
                    <a:pt x="379939" y="147053"/>
                  </a:lnTo>
                  <a:lnTo>
                    <a:pt x="378449" y="161267"/>
                  </a:lnTo>
                  <a:lnTo>
                    <a:pt x="378367" y="162050"/>
                  </a:lnTo>
                  <a:lnTo>
                    <a:pt x="374256" y="199495"/>
                  </a:lnTo>
                  <a:lnTo>
                    <a:pt x="373858" y="203128"/>
                  </a:lnTo>
                  <a:lnTo>
                    <a:pt x="371096" y="229719"/>
                  </a:lnTo>
                  <a:lnTo>
                    <a:pt x="369133" y="248361"/>
                  </a:lnTo>
                  <a:lnTo>
                    <a:pt x="367648" y="262504"/>
                  </a:lnTo>
                  <a:lnTo>
                    <a:pt x="366454" y="273894"/>
                  </a:lnTo>
                  <a:lnTo>
                    <a:pt x="364268" y="294800"/>
                  </a:lnTo>
                  <a:lnTo>
                    <a:pt x="358091" y="349142"/>
                  </a:lnTo>
                  <a:lnTo>
                    <a:pt x="356086" y="368646"/>
                  </a:lnTo>
                  <a:lnTo>
                    <a:pt x="356353" y="378409"/>
                  </a:lnTo>
                  <a:lnTo>
                    <a:pt x="356247" y="379421"/>
                  </a:lnTo>
                  <a:lnTo>
                    <a:pt x="353790" y="403039"/>
                  </a:lnTo>
                  <a:lnTo>
                    <a:pt x="350225" y="437449"/>
                  </a:lnTo>
                  <a:lnTo>
                    <a:pt x="345884" y="479620"/>
                  </a:lnTo>
                  <a:lnTo>
                    <a:pt x="314642" y="476145"/>
                  </a:lnTo>
                  <a:lnTo>
                    <a:pt x="279584" y="472144"/>
                  </a:lnTo>
                  <a:lnTo>
                    <a:pt x="247049" y="468143"/>
                  </a:lnTo>
                  <a:lnTo>
                    <a:pt x="227679" y="465215"/>
                  </a:lnTo>
                  <a:lnTo>
                    <a:pt x="205815" y="462419"/>
                  </a:lnTo>
                  <a:lnTo>
                    <a:pt x="193052" y="460853"/>
                  </a:lnTo>
                  <a:lnTo>
                    <a:pt x="191145" y="460617"/>
                  </a:lnTo>
                  <a:lnTo>
                    <a:pt x="182335" y="459325"/>
                  </a:lnTo>
                  <a:lnTo>
                    <a:pt x="181841" y="459257"/>
                  </a:lnTo>
                  <a:lnTo>
                    <a:pt x="116589" y="449956"/>
                  </a:lnTo>
                  <a:lnTo>
                    <a:pt x="104107" y="448107"/>
                  </a:lnTo>
                  <a:lnTo>
                    <a:pt x="103657" y="448040"/>
                  </a:lnTo>
                  <a:lnTo>
                    <a:pt x="84044" y="445069"/>
                  </a:lnTo>
                  <a:lnTo>
                    <a:pt x="79240" y="444331"/>
                  </a:lnTo>
                  <a:lnTo>
                    <a:pt x="74602" y="443614"/>
                  </a:lnTo>
                  <a:lnTo>
                    <a:pt x="5816" y="432438"/>
                  </a:lnTo>
                  <a:lnTo>
                    <a:pt x="0" y="431419"/>
                  </a:lnTo>
                  <a:lnTo>
                    <a:pt x="1110" y="423801"/>
                  </a:lnTo>
                  <a:lnTo>
                    <a:pt x="3751" y="406859"/>
                  </a:lnTo>
                  <a:lnTo>
                    <a:pt x="6521" y="3889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58153" y="3502989"/>
              <a:ext cx="34814" cy="93599"/>
            </a:xfrm>
            <a:custGeom>
              <a:avLst/>
              <a:pathLst>
                <a:path w="34814" h="93599">
                  <a:moveTo>
                    <a:pt x="937" y="78276"/>
                  </a:moveTo>
                  <a:lnTo>
                    <a:pt x="1502" y="70808"/>
                  </a:lnTo>
                  <a:lnTo>
                    <a:pt x="435" y="64118"/>
                  </a:lnTo>
                  <a:lnTo>
                    <a:pt x="54" y="54663"/>
                  </a:lnTo>
                  <a:lnTo>
                    <a:pt x="0" y="53320"/>
                  </a:lnTo>
                  <a:lnTo>
                    <a:pt x="1130" y="46401"/>
                  </a:lnTo>
                  <a:lnTo>
                    <a:pt x="2138" y="39874"/>
                  </a:lnTo>
                  <a:lnTo>
                    <a:pt x="4144" y="35001"/>
                  </a:lnTo>
                  <a:lnTo>
                    <a:pt x="2763" y="31540"/>
                  </a:lnTo>
                  <a:lnTo>
                    <a:pt x="7571" y="27793"/>
                  </a:lnTo>
                  <a:lnTo>
                    <a:pt x="8950" y="24327"/>
                  </a:lnTo>
                  <a:lnTo>
                    <a:pt x="4085" y="20818"/>
                  </a:lnTo>
                  <a:lnTo>
                    <a:pt x="8734" y="15086"/>
                  </a:lnTo>
                  <a:lnTo>
                    <a:pt x="10671" y="10498"/>
                  </a:lnTo>
                  <a:lnTo>
                    <a:pt x="34814" y="0"/>
                  </a:lnTo>
                  <a:lnTo>
                    <a:pt x="31702" y="13157"/>
                  </a:lnTo>
                  <a:lnTo>
                    <a:pt x="29992" y="17676"/>
                  </a:lnTo>
                  <a:lnTo>
                    <a:pt x="25754" y="17361"/>
                  </a:lnTo>
                  <a:lnTo>
                    <a:pt x="23344" y="21501"/>
                  </a:lnTo>
                  <a:lnTo>
                    <a:pt x="21245" y="29912"/>
                  </a:lnTo>
                  <a:lnTo>
                    <a:pt x="20627" y="37920"/>
                  </a:lnTo>
                  <a:lnTo>
                    <a:pt x="20417" y="42943"/>
                  </a:lnTo>
                  <a:lnTo>
                    <a:pt x="22003" y="46930"/>
                  </a:lnTo>
                  <a:lnTo>
                    <a:pt x="19536" y="54768"/>
                  </a:lnTo>
                  <a:lnTo>
                    <a:pt x="20413" y="56010"/>
                  </a:lnTo>
                  <a:lnTo>
                    <a:pt x="21240" y="57181"/>
                  </a:lnTo>
                  <a:lnTo>
                    <a:pt x="18975" y="65108"/>
                  </a:lnTo>
                  <a:lnTo>
                    <a:pt x="18861" y="68609"/>
                  </a:lnTo>
                  <a:lnTo>
                    <a:pt x="16916" y="72715"/>
                  </a:lnTo>
                  <a:lnTo>
                    <a:pt x="17003" y="77292"/>
                  </a:lnTo>
                  <a:lnTo>
                    <a:pt x="16783" y="82290"/>
                  </a:lnTo>
                  <a:lnTo>
                    <a:pt x="13242" y="90286"/>
                  </a:lnTo>
                  <a:lnTo>
                    <a:pt x="10910" y="93599"/>
                  </a:lnTo>
                  <a:lnTo>
                    <a:pt x="8193" y="93419"/>
                  </a:lnTo>
                  <a:lnTo>
                    <a:pt x="4895" y="863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56173" y="3439410"/>
              <a:ext cx="530317" cy="328741"/>
            </a:xfrm>
            <a:custGeom>
              <a:avLst/>
              <a:pathLst>
                <a:path w="530317" h="328741">
                  <a:moveTo>
                    <a:pt x="3663" y="325054"/>
                  </a:moveTo>
                  <a:lnTo>
                    <a:pt x="9157" y="321102"/>
                  </a:lnTo>
                  <a:lnTo>
                    <a:pt x="13692" y="320179"/>
                  </a:lnTo>
                  <a:lnTo>
                    <a:pt x="15368" y="319837"/>
                  </a:lnTo>
                  <a:lnTo>
                    <a:pt x="18500" y="317384"/>
                  </a:lnTo>
                  <a:lnTo>
                    <a:pt x="28112" y="311834"/>
                  </a:lnTo>
                  <a:lnTo>
                    <a:pt x="34697" y="309039"/>
                  </a:lnTo>
                  <a:lnTo>
                    <a:pt x="35325" y="304174"/>
                  </a:lnTo>
                  <a:lnTo>
                    <a:pt x="37115" y="298935"/>
                  </a:lnTo>
                  <a:lnTo>
                    <a:pt x="41473" y="298330"/>
                  </a:lnTo>
                  <a:lnTo>
                    <a:pt x="48902" y="293670"/>
                  </a:lnTo>
                  <a:lnTo>
                    <a:pt x="49454" y="292215"/>
                  </a:lnTo>
                  <a:lnTo>
                    <a:pt x="50330" y="289904"/>
                  </a:lnTo>
                  <a:lnTo>
                    <a:pt x="49182" y="285380"/>
                  </a:lnTo>
                  <a:lnTo>
                    <a:pt x="52278" y="281779"/>
                  </a:lnTo>
                  <a:lnTo>
                    <a:pt x="56428" y="279394"/>
                  </a:lnTo>
                  <a:lnTo>
                    <a:pt x="57803" y="276076"/>
                  </a:lnTo>
                  <a:lnTo>
                    <a:pt x="56633" y="271499"/>
                  </a:lnTo>
                  <a:lnTo>
                    <a:pt x="66168" y="261954"/>
                  </a:lnTo>
                  <a:lnTo>
                    <a:pt x="66587" y="261533"/>
                  </a:lnTo>
                  <a:lnTo>
                    <a:pt x="66865" y="261308"/>
                  </a:lnTo>
                  <a:lnTo>
                    <a:pt x="73236" y="256143"/>
                  </a:lnTo>
                  <a:lnTo>
                    <a:pt x="79235" y="252943"/>
                  </a:lnTo>
                  <a:lnTo>
                    <a:pt x="81481" y="249672"/>
                  </a:lnTo>
                  <a:lnTo>
                    <a:pt x="81753" y="249276"/>
                  </a:lnTo>
                  <a:lnTo>
                    <a:pt x="87754" y="241246"/>
                  </a:lnTo>
                  <a:lnTo>
                    <a:pt x="100700" y="223810"/>
                  </a:lnTo>
                  <a:lnTo>
                    <a:pt x="103580" y="225492"/>
                  </a:lnTo>
                  <a:lnTo>
                    <a:pt x="101036" y="231228"/>
                  </a:lnTo>
                  <a:lnTo>
                    <a:pt x="104873" y="233467"/>
                  </a:lnTo>
                  <a:lnTo>
                    <a:pt x="105635" y="236054"/>
                  </a:lnTo>
                  <a:lnTo>
                    <a:pt x="109176" y="240408"/>
                  </a:lnTo>
                  <a:lnTo>
                    <a:pt x="113107" y="243730"/>
                  </a:lnTo>
                  <a:lnTo>
                    <a:pt x="118376" y="243489"/>
                  </a:lnTo>
                  <a:lnTo>
                    <a:pt x="121024" y="245799"/>
                  </a:lnTo>
                  <a:lnTo>
                    <a:pt x="121412" y="245984"/>
                  </a:lnTo>
                  <a:lnTo>
                    <a:pt x="126155" y="248247"/>
                  </a:lnTo>
                  <a:lnTo>
                    <a:pt x="134064" y="246089"/>
                  </a:lnTo>
                  <a:lnTo>
                    <a:pt x="135630" y="244230"/>
                  </a:lnTo>
                  <a:lnTo>
                    <a:pt x="138493" y="241138"/>
                  </a:lnTo>
                  <a:lnTo>
                    <a:pt x="141886" y="238532"/>
                  </a:lnTo>
                  <a:lnTo>
                    <a:pt x="145131" y="231797"/>
                  </a:lnTo>
                  <a:lnTo>
                    <a:pt x="156239" y="238495"/>
                  </a:lnTo>
                  <a:lnTo>
                    <a:pt x="163043" y="232998"/>
                  </a:lnTo>
                  <a:lnTo>
                    <a:pt x="170522" y="229364"/>
                  </a:lnTo>
                  <a:lnTo>
                    <a:pt x="171521" y="229013"/>
                  </a:lnTo>
                  <a:lnTo>
                    <a:pt x="175575" y="227586"/>
                  </a:lnTo>
                  <a:lnTo>
                    <a:pt x="180692" y="223803"/>
                  </a:lnTo>
                  <a:lnTo>
                    <a:pt x="176568" y="220349"/>
                  </a:lnTo>
                  <a:lnTo>
                    <a:pt x="177121" y="216977"/>
                  </a:lnTo>
                  <a:lnTo>
                    <a:pt x="177623" y="216751"/>
                  </a:lnTo>
                  <a:lnTo>
                    <a:pt x="178970" y="216143"/>
                  </a:lnTo>
                  <a:lnTo>
                    <a:pt x="184400" y="219546"/>
                  </a:lnTo>
                  <a:lnTo>
                    <a:pt x="190692" y="214283"/>
                  </a:lnTo>
                  <a:lnTo>
                    <a:pt x="197631" y="207174"/>
                  </a:lnTo>
                  <a:lnTo>
                    <a:pt x="203547" y="209874"/>
                  </a:lnTo>
                  <a:lnTo>
                    <a:pt x="203920" y="210044"/>
                  </a:lnTo>
                  <a:lnTo>
                    <a:pt x="207598" y="205895"/>
                  </a:lnTo>
                  <a:lnTo>
                    <a:pt x="213448" y="197783"/>
                  </a:lnTo>
                  <a:lnTo>
                    <a:pt x="213130" y="193439"/>
                  </a:lnTo>
                  <a:lnTo>
                    <a:pt x="216286" y="189194"/>
                  </a:lnTo>
                  <a:lnTo>
                    <a:pt x="210596" y="185185"/>
                  </a:lnTo>
                  <a:lnTo>
                    <a:pt x="210699" y="184943"/>
                  </a:lnTo>
                  <a:lnTo>
                    <a:pt x="212172" y="181471"/>
                  </a:lnTo>
                  <a:lnTo>
                    <a:pt x="213610" y="175461"/>
                  </a:lnTo>
                  <a:lnTo>
                    <a:pt x="214027" y="171365"/>
                  </a:lnTo>
                  <a:lnTo>
                    <a:pt x="217347" y="164952"/>
                  </a:lnTo>
                  <a:lnTo>
                    <a:pt x="221209" y="158365"/>
                  </a:lnTo>
                  <a:lnTo>
                    <a:pt x="222201" y="156671"/>
                  </a:lnTo>
                  <a:lnTo>
                    <a:pt x="225036" y="149063"/>
                  </a:lnTo>
                  <a:lnTo>
                    <a:pt x="225274" y="147261"/>
                  </a:lnTo>
                  <a:lnTo>
                    <a:pt x="225864" y="142772"/>
                  </a:lnTo>
                  <a:lnTo>
                    <a:pt x="225949" y="136170"/>
                  </a:lnTo>
                  <a:lnTo>
                    <a:pt x="229352" y="130895"/>
                  </a:lnTo>
                  <a:lnTo>
                    <a:pt x="232213" y="127110"/>
                  </a:lnTo>
                  <a:lnTo>
                    <a:pt x="232721" y="126437"/>
                  </a:lnTo>
                  <a:lnTo>
                    <a:pt x="230823" y="123236"/>
                  </a:lnTo>
                  <a:lnTo>
                    <a:pt x="234571" y="118422"/>
                  </a:lnTo>
                  <a:lnTo>
                    <a:pt x="236053" y="111285"/>
                  </a:lnTo>
                  <a:lnTo>
                    <a:pt x="235317" y="108545"/>
                  </a:lnTo>
                  <a:lnTo>
                    <a:pt x="235825" y="104149"/>
                  </a:lnTo>
                  <a:lnTo>
                    <a:pt x="235536" y="96919"/>
                  </a:lnTo>
                  <a:lnTo>
                    <a:pt x="243318" y="98418"/>
                  </a:lnTo>
                  <a:lnTo>
                    <a:pt x="249594" y="105520"/>
                  </a:lnTo>
                  <a:lnTo>
                    <a:pt x="257211" y="106293"/>
                  </a:lnTo>
                  <a:lnTo>
                    <a:pt x="261280" y="106046"/>
                  </a:lnTo>
                  <a:lnTo>
                    <a:pt x="262213" y="105990"/>
                  </a:lnTo>
                  <a:lnTo>
                    <a:pt x="265401" y="99945"/>
                  </a:lnTo>
                  <a:lnTo>
                    <a:pt x="265495" y="99403"/>
                  </a:lnTo>
                  <a:lnTo>
                    <a:pt x="266289" y="94837"/>
                  </a:lnTo>
                  <a:lnTo>
                    <a:pt x="267777" y="87311"/>
                  </a:lnTo>
                  <a:lnTo>
                    <a:pt x="270723" y="81736"/>
                  </a:lnTo>
                  <a:lnTo>
                    <a:pt x="270415" y="79039"/>
                  </a:lnTo>
                  <a:lnTo>
                    <a:pt x="270966" y="72423"/>
                  </a:lnTo>
                  <a:lnTo>
                    <a:pt x="272439" y="68661"/>
                  </a:lnTo>
                  <a:lnTo>
                    <a:pt x="273155" y="64708"/>
                  </a:lnTo>
                  <a:lnTo>
                    <a:pt x="283248" y="69063"/>
                  </a:lnTo>
                  <a:lnTo>
                    <a:pt x="284980" y="62428"/>
                  </a:lnTo>
                  <a:lnTo>
                    <a:pt x="286830" y="56235"/>
                  </a:lnTo>
                  <a:lnTo>
                    <a:pt x="292111" y="51916"/>
                  </a:lnTo>
                  <a:lnTo>
                    <a:pt x="294905" y="46009"/>
                  </a:lnTo>
                  <a:lnTo>
                    <a:pt x="298175" y="42733"/>
                  </a:lnTo>
                  <a:lnTo>
                    <a:pt x="299165" y="38486"/>
                  </a:lnTo>
                  <a:lnTo>
                    <a:pt x="299974" y="35005"/>
                  </a:lnTo>
                  <a:lnTo>
                    <a:pt x="304612" y="27404"/>
                  </a:lnTo>
                  <a:lnTo>
                    <a:pt x="303037" y="25206"/>
                  </a:lnTo>
                  <a:lnTo>
                    <a:pt x="303491" y="20458"/>
                  </a:lnTo>
                  <a:lnTo>
                    <a:pt x="302867" y="17098"/>
                  </a:lnTo>
                  <a:lnTo>
                    <a:pt x="305195" y="9479"/>
                  </a:lnTo>
                  <a:lnTo>
                    <a:pt x="304213" y="4672"/>
                  </a:lnTo>
                  <a:lnTo>
                    <a:pt x="302345" y="0"/>
                  </a:lnTo>
                  <a:lnTo>
                    <a:pt x="311601" y="4350"/>
                  </a:lnTo>
                  <a:lnTo>
                    <a:pt x="314881" y="5887"/>
                  </a:lnTo>
                  <a:lnTo>
                    <a:pt x="327050" y="11633"/>
                  </a:lnTo>
                  <a:lnTo>
                    <a:pt x="343204" y="19220"/>
                  </a:lnTo>
                  <a:lnTo>
                    <a:pt x="343642" y="15791"/>
                  </a:lnTo>
                  <a:lnTo>
                    <a:pt x="344318" y="10058"/>
                  </a:lnTo>
                  <a:lnTo>
                    <a:pt x="346075" y="1165"/>
                  </a:lnTo>
                  <a:lnTo>
                    <a:pt x="348853" y="697"/>
                  </a:lnTo>
                  <a:lnTo>
                    <a:pt x="349621" y="567"/>
                  </a:lnTo>
                  <a:lnTo>
                    <a:pt x="354989" y="436"/>
                  </a:lnTo>
                  <a:lnTo>
                    <a:pt x="357763" y="1729"/>
                  </a:lnTo>
                  <a:lnTo>
                    <a:pt x="362044" y="3102"/>
                  </a:lnTo>
                  <a:lnTo>
                    <a:pt x="365141" y="5186"/>
                  </a:lnTo>
                  <a:lnTo>
                    <a:pt x="364190" y="8473"/>
                  </a:lnTo>
                  <a:lnTo>
                    <a:pt x="362457" y="11211"/>
                  </a:lnTo>
                  <a:lnTo>
                    <a:pt x="363434" y="14604"/>
                  </a:lnTo>
                  <a:lnTo>
                    <a:pt x="366277" y="15197"/>
                  </a:lnTo>
                  <a:lnTo>
                    <a:pt x="368142" y="17359"/>
                  </a:lnTo>
                  <a:lnTo>
                    <a:pt x="375128" y="16683"/>
                  </a:lnTo>
                  <a:lnTo>
                    <a:pt x="376287" y="16665"/>
                  </a:lnTo>
                  <a:lnTo>
                    <a:pt x="377186" y="16652"/>
                  </a:lnTo>
                  <a:lnTo>
                    <a:pt x="378527" y="16631"/>
                  </a:lnTo>
                  <a:lnTo>
                    <a:pt x="383127" y="17616"/>
                  </a:lnTo>
                  <a:lnTo>
                    <a:pt x="383958" y="21131"/>
                  </a:lnTo>
                  <a:lnTo>
                    <a:pt x="387429" y="21786"/>
                  </a:lnTo>
                  <a:lnTo>
                    <a:pt x="388919" y="21496"/>
                  </a:lnTo>
                  <a:lnTo>
                    <a:pt x="391137" y="21063"/>
                  </a:lnTo>
                  <a:lnTo>
                    <a:pt x="393551" y="23104"/>
                  </a:lnTo>
                  <a:lnTo>
                    <a:pt x="396149" y="25117"/>
                  </a:lnTo>
                  <a:lnTo>
                    <a:pt x="400281" y="27233"/>
                  </a:lnTo>
                  <a:lnTo>
                    <a:pt x="400890" y="29515"/>
                  </a:lnTo>
                  <a:lnTo>
                    <a:pt x="402016" y="33734"/>
                  </a:lnTo>
                  <a:lnTo>
                    <a:pt x="402144" y="34275"/>
                  </a:lnTo>
                  <a:lnTo>
                    <a:pt x="402924" y="37589"/>
                  </a:lnTo>
                  <a:lnTo>
                    <a:pt x="403101" y="38341"/>
                  </a:lnTo>
                  <a:lnTo>
                    <a:pt x="402940" y="40951"/>
                  </a:lnTo>
                  <a:lnTo>
                    <a:pt x="401238" y="41477"/>
                  </a:lnTo>
                  <a:lnTo>
                    <a:pt x="400924" y="41954"/>
                  </a:lnTo>
                  <a:lnTo>
                    <a:pt x="398592" y="45503"/>
                  </a:lnTo>
                  <a:lnTo>
                    <a:pt x="399614" y="48761"/>
                  </a:lnTo>
                  <a:lnTo>
                    <a:pt x="393489" y="50496"/>
                  </a:lnTo>
                  <a:lnTo>
                    <a:pt x="392018" y="50912"/>
                  </a:lnTo>
                  <a:lnTo>
                    <a:pt x="390481" y="58033"/>
                  </a:lnTo>
                  <a:lnTo>
                    <a:pt x="390690" y="63478"/>
                  </a:lnTo>
                  <a:lnTo>
                    <a:pt x="390809" y="66625"/>
                  </a:lnTo>
                  <a:lnTo>
                    <a:pt x="393014" y="73637"/>
                  </a:lnTo>
                  <a:lnTo>
                    <a:pt x="395880" y="75744"/>
                  </a:lnTo>
                  <a:lnTo>
                    <a:pt x="397538" y="76962"/>
                  </a:lnTo>
                  <a:lnTo>
                    <a:pt x="403968" y="73957"/>
                  </a:lnTo>
                  <a:lnTo>
                    <a:pt x="408328" y="72086"/>
                  </a:lnTo>
                  <a:lnTo>
                    <a:pt x="411144" y="70607"/>
                  </a:lnTo>
                  <a:lnTo>
                    <a:pt x="413616" y="72722"/>
                  </a:lnTo>
                  <a:lnTo>
                    <a:pt x="413862" y="75084"/>
                  </a:lnTo>
                  <a:lnTo>
                    <a:pt x="416323" y="76530"/>
                  </a:lnTo>
                  <a:lnTo>
                    <a:pt x="416868" y="76851"/>
                  </a:lnTo>
                  <a:lnTo>
                    <a:pt x="419685" y="78854"/>
                  </a:lnTo>
                  <a:lnTo>
                    <a:pt x="420044" y="81415"/>
                  </a:lnTo>
                  <a:lnTo>
                    <a:pt x="423799" y="81888"/>
                  </a:lnTo>
                  <a:lnTo>
                    <a:pt x="429276" y="83380"/>
                  </a:lnTo>
                  <a:lnTo>
                    <a:pt x="435145" y="81800"/>
                  </a:lnTo>
                  <a:lnTo>
                    <a:pt x="439515" y="81041"/>
                  </a:lnTo>
                  <a:lnTo>
                    <a:pt x="444341" y="80355"/>
                  </a:lnTo>
                  <a:lnTo>
                    <a:pt x="446071" y="83378"/>
                  </a:lnTo>
                  <a:lnTo>
                    <a:pt x="451256" y="85575"/>
                  </a:lnTo>
                  <a:lnTo>
                    <a:pt x="453596" y="87641"/>
                  </a:lnTo>
                  <a:lnTo>
                    <a:pt x="455331" y="89173"/>
                  </a:lnTo>
                  <a:lnTo>
                    <a:pt x="460482" y="91340"/>
                  </a:lnTo>
                  <a:lnTo>
                    <a:pt x="468699" y="92772"/>
                  </a:lnTo>
                  <a:lnTo>
                    <a:pt x="475016" y="95095"/>
                  </a:lnTo>
                  <a:lnTo>
                    <a:pt x="475350" y="100145"/>
                  </a:lnTo>
                  <a:lnTo>
                    <a:pt x="472357" y="104541"/>
                  </a:lnTo>
                  <a:lnTo>
                    <a:pt x="473901" y="110920"/>
                  </a:lnTo>
                  <a:lnTo>
                    <a:pt x="473949" y="114370"/>
                  </a:lnTo>
                  <a:lnTo>
                    <a:pt x="473963" y="115430"/>
                  </a:lnTo>
                  <a:lnTo>
                    <a:pt x="478445" y="118941"/>
                  </a:lnTo>
                  <a:lnTo>
                    <a:pt x="478531" y="121747"/>
                  </a:lnTo>
                  <a:lnTo>
                    <a:pt x="478614" y="124449"/>
                  </a:lnTo>
                  <a:lnTo>
                    <a:pt x="479666" y="126115"/>
                  </a:lnTo>
                  <a:lnTo>
                    <a:pt x="481656" y="129264"/>
                  </a:lnTo>
                  <a:lnTo>
                    <a:pt x="484860" y="135051"/>
                  </a:lnTo>
                  <a:lnTo>
                    <a:pt x="486063" y="138982"/>
                  </a:lnTo>
                  <a:lnTo>
                    <a:pt x="485762" y="145050"/>
                  </a:lnTo>
                  <a:lnTo>
                    <a:pt x="478256" y="141352"/>
                  </a:lnTo>
                  <a:lnTo>
                    <a:pt x="475968" y="140060"/>
                  </a:lnTo>
                  <a:lnTo>
                    <a:pt x="475449" y="140519"/>
                  </a:lnTo>
                  <a:lnTo>
                    <a:pt x="473454" y="142284"/>
                  </a:lnTo>
                  <a:lnTo>
                    <a:pt x="478386" y="147440"/>
                  </a:lnTo>
                  <a:lnTo>
                    <a:pt x="480925" y="150124"/>
                  </a:lnTo>
                  <a:lnTo>
                    <a:pt x="480426" y="152171"/>
                  </a:lnTo>
                  <a:lnTo>
                    <a:pt x="479840" y="154576"/>
                  </a:lnTo>
                  <a:lnTo>
                    <a:pt x="483759" y="156675"/>
                  </a:lnTo>
                  <a:lnTo>
                    <a:pt x="484101" y="156858"/>
                  </a:lnTo>
                  <a:lnTo>
                    <a:pt x="487318" y="160313"/>
                  </a:lnTo>
                  <a:lnTo>
                    <a:pt x="489063" y="162028"/>
                  </a:lnTo>
                  <a:lnTo>
                    <a:pt x="491189" y="164115"/>
                  </a:lnTo>
                  <a:lnTo>
                    <a:pt x="490888" y="171829"/>
                  </a:lnTo>
                  <a:lnTo>
                    <a:pt x="492975" y="173379"/>
                  </a:lnTo>
                  <a:lnTo>
                    <a:pt x="494140" y="174244"/>
                  </a:lnTo>
                  <a:lnTo>
                    <a:pt x="500081" y="175519"/>
                  </a:lnTo>
                  <a:lnTo>
                    <a:pt x="501013" y="175509"/>
                  </a:lnTo>
                  <a:lnTo>
                    <a:pt x="507387" y="175436"/>
                  </a:lnTo>
                  <a:lnTo>
                    <a:pt x="509939" y="172940"/>
                  </a:lnTo>
                  <a:lnTo>
                    <a:pt x="513176" y="172476"/>
                  </a:lnTo>
                  <a:lnTo>
                    <a:pt x="518286" y="182148"/>
                  </a:lnTo>
                  <a:lnTo>
                    <a:pt x="523421" y="190516"/>
                  </a:lnTo>
                  <a:lnTo>
                    <a:pt x="526883" y="195103"/>
                  </a:lnTo>
                  <a:lnTo>
                    <a:pt x="530317" y="201415"/>
                  </a:lnTo>
                  <a:lnTo>
                    <a:pt x="519653" y="204629"/>
                  </a:lnTo>
                  <a:lnTo>
                    <a:pt x="513264" y="206533"/>
                  </a:lnTo>
                  <a:lnTo>
                    <a:pt x="500492" y="210313"/>
                  </a:lnTo>
                  <a:lnTo>
                    <a:pt x="488562" y="213798"/>
                  </a:lnTo>
                  <a:lnTo>
                    <a:pt x="485180" y="214780"/>
                  </a:lnTo>
                  <a:lnTo>
                    <a:pt x="472018" y="218582"/>
                  </a:lnTo>
                  <a:lnTo>
                    <a:pt x="460124" y="222455"/>
                  </a:lnTo>
                  <a:lnTo>
                    <a:pt x="449767" y="225405"/>
                  </a:lnTo>
                  <a:lnTo>
                    <a:pt x="443542" y="227168"/>
                  </a:lnTo>
                  <a:lnTo>
                    <a:pt x="441805" y="227659"/>
                  </a:lnTo>
                  <a:lnTo>
                    <a:pt x="434503" y="229730"/>
                  </a:lnTo>
                  <a:lnTo>
                    <a:pt x="404194" y="238213"/>
                  </a:lnTo>
                  <a:lnTo>
                    <a:pt x="403024" y="238542"/>
                  </a:lnTo>
                  <a:lnTo>
                    <a:pt x="394102" y="241042"/>
                  </a:lnTo>
                  <a:lnTo>
                    <a:pt x="384248" y="243784"/>
                  </a:lnTo>
                  <a:lnTo>
                    <a:pt x="378411" y="245400"/>
                  </a:lnTo>
                  <a:lnTo>
                    <a:pt x="365569" y="248979"/>
                  </a:lnTo>
                  <a:lnTo>
                    <a:pt x="356573" y="251467"/>
                  </a:lnTo>
                  <a:lnTo>
                    <a:pt x="353024" y="252444"/>
                  </a:lnTo>
                  <a:lnTo>
                    <a:pt x="337868" y="256391"/>
                  </a:lnTo>
                  <a:lnTo>
                    <a:pt x="333664" y="257477"/>
                  </a:lnTo>
                  <a:lnTo>
                    <a:pt x="323801" y="260013"/>
                  </a:lnTo>
                  <a:lnTo>
                    <a:pt x="310525" y="263483"/>
                  </a:lnTo>
                  <a:lnTo>
                    <a:pt x="305104" y="264890"/>
                  </a:lnTo>
                  <a:lnTo>
                    <a:pt x="296666" y="267068"/>
                  </a:lnTo>
                  <a:lnTo>
                    <a:pt x="288070" y="269274"/>
                  </a:lnTo>
                  <a:lnTo>
                    <a:pt x="285320" y="269976"/>
                  </a:lnTo>
                  <a:lnTo>
                    <a:pt x="285117" y="270026"/>
                  </a:lnTo>
                  <a:lnTo>
                    <a:pt x="271458" y="273386"/>
                  </a:lnTo>
                  <a:lnTo>
                    <a:pt x="250226" y="278539"/>
                  </a:lnTo>
                  <a:lnTo>
                    <a:pt x="248449" y="278961"/>
                  </a:lnTo>
                  <a:lnTo>
                    <a:pt x="231993" y="282843"/>
                  </a:lnTo>
                  <a:lnTo>
                    <a:pt x="222604" y="284541"/>
                  </a:lnTo>
                  <a:lnTo>
                    <a:pt x="222002" y="284650"/>
                  </a:lnTo>
                  <a:lnTo>
                    <a:pt x="210170" y="286788"/>
                  </a:lnTo>
                  <a:lnTo>
                    <a:pt x="203790" y="287930"/>
                  </a:lnTo>
                  <a:lnTo>
                    <a:pt x="194580" y="290134"/>
                  </a:lnTo>
                  <a:lnTo>
                    <a:pt x="190394" y="291130"/>
                  </a:lnTo>
                  <a:lnTo>
                    <a:pt x="179388" y="293217"/>
                  </a:lnTo>
                  <a:lnTo>
                    <a:pt x="171472" y="294604"/>
                  </a:lnTo>
                  <a:lnTo>
                    <a:pt x="159360" y="296992"/>
                  </a:lnTo>
                  <a:lnTo>
                    <a:pt x="149294" y="298955"/>
                  </a:lnTo>
                  <a:lnTo>
                    <a:pt x="137020" y="300970"/>
                  </a:lnTo>
                  <a:lnTo>
                    <a:pt x="138695" y="298459"/>
                  </a:lnTo>
                  <a:lnTo>
                    <a:pt x="126371" y="300956"/>
                  </a:lnTo>
                  <a:lnTo>
                    <a:pt x="119796" y="302277"/>
                  </a:lnTo>
                  <a:lnTo>
                    <a:pt x="119390" y="304339"/>
                  </a:lnTo>
                  <a:lnTo>
                    <a:pt x="104935" y="307476"/>
                  </a:lnTo>
                  <a:lnTo>
                    <a:pt x="102992" y="307894"/>
                  </a:lnTo>
                  <a:lnTo>
                    <a:pt x="98241" y="308901"/>
                  </a:lnTo>
                  <a:lnTo>
                    <a:pt x="94767" y="309634"/>
                  </a:lnTo>
                  <a:lnTo>
                    <a:pt x="81543" y="312405"/>
                  </a:lnTo>
                  <a:lnTo>
                    <a:pt x="73208" y="314243"/>
                  </a:lnTo>
                  <a:lnTo>
                    <a:pt x="58076" y="317545"/>
                  </a:lnTo>
                  <a:lnTo>
                    <a:pt x="47496" y="319609"/>
                  </a:lnTo>
                  <a:lnTo>
                    <a:pt x="27437" y="323466"/>
                  </a:lnTo>
                  <a:lnTo>
                    <a:pt x="13981" y="326070"/>
                  </a:lnTo>
                  <a:lnTo>
                    <a:pt x="0" y="32874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325715" y="2544746"/>
              <a:ext cx="116967" cy="226898"/>
            </a:xfrm>
            <a:custGeom>
              <a:avLst/>
              <a:pathLst>
                <a:path w="116967" h="226898">
                  <a:moveTo>
                    <a:pt x="21521" y="116426"/>
                  </a:moveTo>
                  <a:lnTo>
                    <a:pt x="20849" y="110341"/>
                  </a:lnTo>
                  <a:lnTo>
                    <a:pt x="21721" y="104095"/>
                  </a:lnTo>
                  <a:lnTo>
                    <a:pt x="22889" y="101119"/>
                  </a:lnTo>
                  <a:lnTo>
                    <a:pt x="22678" y="100654"/>
                  </a:lnTo>
                  <a:lnTo>
                    <a:pt x="20970" y="96893"/>
                  </a:lnTo>
                  <a:lnTo>
                    <a:pt x="19040" y="93177"/>
                  </a:lnTo>
                  <a:lnTo>
                    <a:pt x="19107" y="90737"/>
                  </a:lnTo>
                  <a:lnTo>
                    <a:pt x="19060" y="85329"/>
                  </a:lnTo>
                  <a:lnTo>
                    <a:pt x="16052" y="80130"/>
                  </a:lnTo>
                  <a:lnTo>
                    <a:pt x="12911" y="77580"/>
                  </a:lnTo>
                  <a:lnTo>
                    <a:pt x="11510" y="76441"/>
                  </a:lnTo>
                  <a:lnTo>
                    <a:pt x="11186" y="76178"/>
                  </a:lnTo>
                  <a:lnTo>
                    <a:pt x="8397" y="72272"/>
                  </a:lnTo>
                  <a:lnTo>
                    <a:pt x="7527" y="65017"/>
                  </a:lnTo>
                  <a:lnTo>
                    <a:pt x="6545" y="60607"/>
                  </a:lnTo>
                  <a:lnTo>
                    <a:pt x="6436" y="55850"/>
                  </a:lnTo>
                  <a:lnTo>
                    <a:pt x="3942" y="54448"/>
                  </a:lnTo>
                  <a:lnTo>
                    <a:pt x="2257" y="52170"/>
                  </a:lnTo>
                  <a:lnTo>
                    <a:pt x="2890" y="46265"/>
                  </a:lnTo>
                  <a:lnTo>
                    <a:pt x="1056" y="41959"/>
                  </a:lnTo>
                  <a:lnTo>
                    <a:pt x="0" y="38544"/>
                  </a:lnTo>
                  <a:lnTo>
                    <a:pt x="8604" y="35337"/>
                  </a:lnTo>
                  <a:lnTo>
                    <a:pt x="16837" y="32249"/>
                  </a:lnTo>
                  <a:lnTo>
                    <a:pt x="23282" y="30010"/>
                  </a:lnTo>
                  <a:lnTo>
                    <a:pt x="43674" y="22958"/>
                  </a:lnTo>
                  <a:lnTo>
                    <a:pt x="45375" y="22543"/>
                  </a:lnTo>
                  <a:lnTo>
                    <a:pt x="46640" y="22233"/>
                  </a:lnTo>
                  <a:lnTo>
                    <a:pt x="57239" y="18594"/>
                  </a:lnTo>
                  <a:lnTo>
                    <a:pt x="75808" y="11670"/>
                  </a:lnTo>
                  <a:lnTo>
                    <a:pt x="81963" y="9297"/>
                  </a:lnTo>
                  <a:lnTo>
                    <a:pt x="82851" y="8943"/>
                  </a:lnTo>
                  <a:lnTo>
                    <a:pt x="94584" y="4250"/>
                  </a:lnTo>
                  <a:lnTo>
                    <a:pt x="99222" y="2388"/>
                  </a:lnTo>
                  <a:lnTo>
                    <a:pt x="105398" y="0"/>
                  </a:lnTo>
                  <a:lnTo>
                    <a:pt x="104794" y="3765"/>
                  </a:lnTo>
                  <a:lnTo>
                    <a:pt x="108864" y="8310"/>
                  </a:lnTo>
                  <a:lnTo>
                    <a:pt x="108209" y="11495"/>
                  </a:lnTo>
                  <a:lnTo>
                    <a:pt x="107753" y="18819"/>
                  </a:lnTo>
                  <a:lnTo>
                    <a:pt x="106273" y="24869"/>
                  </a:lnTo>
                  <a:lnTo>
                    <a:pt x="111170" y="30780"/>
                  </a:lnTo>
                  <a:lnTo>
                    <a:pt x="114194" y="33218"/>
                  </a:lnTo>
                  <a:lnTo>
                    <a:pt x="116043" y="37097"/>
                  </a:lnTo>
                  <a:lnTo>
                    <a:pt x="114513" y="40646"/>
                  </a:lnTo>
                  <a:lnTo>
                    <a:pt x="116367" y="44311"/>
                  </a:lnTo>
                  <a:lnTo>
                    <a:pt x="113526" y="48489"/>
                  </a:lnTo>
                  <a:lnTo>
                    <a:pt x="112400" y="53415"/>
                  </a:lnTo>
                  <a:lnTo>
                    <a:pt x="108762" y="56442"/>
                  </a:lnTo>
                  <a:lnTo>
                    <a:pt x="107985" y="57087"/>
                  </a:lnTo>
                  <a:lnTo>
                    <a:pt x="107063" y="61859"/>
                  </a:lnTo>
                  <a:lnTo>
                    <a:pt x="106120" y="62699"/>
                  </a:lnTo>
                  <a:lnTo>
                    <a:pt x="104232" y="64379"/>
                  </a:lnTo>
                  <a:lnTo>
                    <a:pt x="100216" y="65830"/>
                  </a:lnTo>
                  <a:lnTo>
                    <a:pt x="97293" y="68123"/>
                  </a:lnTo>
                  <a:lnTo>
                    <a:pt x="95721" y="71806"/>
                  </a:lnTo>
                  <a:lnTo>
                    <a:pt x="96608" y="75732"/>
                  </a:lnTo>
                  <a:lnTo>
                    <a:pt x="98012" y="81063"/>
                  </a:lnTo>
                  <a:lnTo>
                    <a:pt x="99184" y="82993"/>
                  </a:lnTo>
                  <a:lnTo>
                    <a:pt x="101845" y="87375"/>
                  </a:lnTo>
                  <a:lnTo>
                    <a:pt x="101621" y="93920"/>
                  </a:lnTo>
                  <a:lnTo>
                    <a:pt x="100477" y="98363"/>
                  </a:lnTo>
                  <a:lnTo>
                    <a:pt x="102358" y="101689"/>
                  </a:lnTo>
                  <a:lnTo>
                    <a:pt x="100859" y="109398"/>
                  </a:lnTo>
                  <a:lnTo>
                    <a:pt x="101977" y="115139"/>
                  </a:lnTo>
                  <a:lnTo>
                    <a:pt x="101358" y="118676"/>
                  </a:lnTo>
                  <a:lnTo>
                    <a:pt x="101125" y="120006"/>
                  </a:lnTo>
                  <a:lnTo>
                    <a:pt x="98604" y="124642"/>
                  </a:lnTo>
                  <a:lnTo>
                    <a:pt x="99236" y="134956"/>
                  </a:lnTo>
                  <a:lnTo>
                    <a:pt x="99078" y="135277"/>
                  </a:lnTo>
                  <a:lnTo>
                    <a:pt x="97300" y="138888"/>
                  </a:lnTo>
                  <a:lnTo>
                    <a:pt x="99549" y="145668"/>
                  </a:lnTo>
                  <a:lnTo>
                    <a:pt x="101396" y="157285"/>
                  </a:lnTo>
                  <a:lnTo>
                    <a:pt x="103257" y="160599"/>
                  </a:lnTo>
                  <a:lnTo>
                    <a:pt x="103773" y="165770"/>
                  </a:lnTo>
                  <a:lnTo>
                    <a:pt x="103942" y="168586"/>
                  </a:lnTo>
                  <a:lnTo>
                    <a:pt x="104038" y="170207"/>
                  </a:lnTo>
                  <a:lnTo>
                    <a:pt x="105010" y="174940"/>
                  </a:lnTo>
                  <a:lnTo>
                    <a:pt x="105148" y="175617"/>
                  </a:lnTo>
                  <a:lnTo>
                    <a:pt x="108052" y="180861"/>
                  </a:lnTo>
                  <a:lnTo>
                    <a:pt x="107665" y="184988"/>
                  </a:lnTo>
                  <a:lnTo>
                    <a:pt x="109831" y="187952"/>
                  </a:lnTo>
                  <a:lnTo>
                    <a:pt x="108057" y="192047"/>
                  </a:lnTo>
                  <a:lnTo>
                    <a:pt x="106068" y="193954"/>
                  </a:lnTo>
                  <a:lnTo>
                    <a:pt x="107738" y="198712"/>
                  </a:lnTo>
                  <a:lnTo>
                    <a:pt x="107176" y="201893"/>
                  </a:lnTo>
                  <a:lnTo>
                    <a:pt x="109910" y="206686"/>
                  </a:lnTo>
                  <a:lnTo>
                    <a:pt x="114847" y="209013"/>
                  </a:lnTo>
                  <a:lnTo>
                    <a:pt x="116967" y="211485"/>
                  </a:lnTo>
                  <a:lnTo>
                    <a:pt x="95767" y="218128"/>
                  </a:lnTo>
                  <a:lnTo>
                    <a:pt x="92438" y="219198"/>
                  </a:lnTo>
                  <a:lnTo>
                    <a:pt x="88467" y="220471"/>
                  </a:lnTo>
                  <a:lnTo>
                    <a:pt x="82858" y="222263"/>
                  </a:lnTo>
                  <a:lnTo>
                    <a:pt x="68242" y="226898"/>
                  </a:lnTo>
                  <a:lnTo>
                    <a:pt x="65134" y="222737"/>
                  </a:lnTo>
                  <a:lnTo>
                    <a:pt x="64995" y="219838"/>
                  </a:lnTo>
                  <a:lnTo>
                    <a:pt x="64891" y="219488"/>
                  </a:lnTo>
                  <a:lnTo>
                    <a:pt x="62222" y="210484"/>
                  </a:lnTo>
                  <a:lnTo>
                    <a:pt x="59896" y="202653"/>
                  </a:lnTo>
                  <a:lnTo>
                    <a:pt x="52979" y="178972"/>
                  </a:lnTo>
                  <a:lnTo>
                    <a:pt x="51760" y="174812"/>
                  </a:lnTo>
                  <a:lnTo>
                    <a:pt x="47609" y="160213"/>
                  </a:lnTo>
                  <a:lnTo>
                    <a:pt x="43263" y="157083"/>
                  </a:lnTo>
                  <a:lnTo>
                    <a:pt x="40003" y="154340"/>
                  </a:lnTo>
                  <a:lnTo>
                    <a:pt x="37601" y="160587"/>
                  </a:lnTo>
                  <a:lnTo>
                    <a:pt x="35020" y="158609"/>
                  </a:lnTo>
                  <a:lnTo>
                    <a:pt x="33977" y="153408"/>
                  </a:lnTo>
                  <a:lnTo>
                    <a:pt x="34060" y="149543"/>
                  </a:lnTo>
                  <a:lnTo>
                    <a:pt x="34470" y="144342"/>
                  </a:lnTo>
                  <a:lnTo>
                    <a:pt x="34599" y="142684"/>
                  </a:lnTo>
                  <a:lnTo>
                    <a:pt x="31671" y="140171"/>
                  </a:lnTo>
                  <a:lnTo>
                    <a:pt x="30956" y="139557"/>
                  </a:lnTo>
                  <a:lnTo>
                    <a:pt x="30280" y="134344"/>
                  </a:lnTo>
                  <a:lnTo>
                    <a:pt x="26779" y="130473"/>
                  </a:lnTo>
                  <a:lnTo>
                    <a:pt x="25292" y="126710"/>
                  </a:lnTo>
                  <a:lnTo>
                    <a:pt x="24595" y="123592"/>
                  </a:lnTo>
                  <a:lnTo>
                    <a:pt x="21912" y="1216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073654" y="2261999"/>
              <a:ext cx="27008" cy="32728"/>
            </a:xfrm>
            <a:custGeom>
              <a:avLst/>
              <a:pathLst>
                <a:path w="27008" h="32728">
                  <a:moveTo>
                    <a:pt x="539" y="4057"/>
                  </a:moveTo>
                  <a:lnTo>
                    <a:pt x="10074" y="5435"/>
                  </a:lnTo>
                  <a:lnTo>
                    <a:pt x="13397" y="4474"/>
                  </a:lnTo>
                  <a:lnTo>
                    <a:pt x="17147" y="42"/>
                  </a:lnTo>
                  <a:lnTo>
                    <a:pt x="19639" y="0"/>
                  </a:lnTo>
                  <a:lnTo>
                    <a:pt x="24993" y="5815"/>
                  </a:lnTo>
                  <a:lnTo>
                    <a:pt x="27008" y="14024"/>
                  </a:lnTo>
                  <a:lnTo>
                    <a:pt x="22480" y="17947"/>
                  </a:lnTo>
                  <a:lnTo>
                    <a:pt x="22928" y="21970"/>
                  </a:lnTo>
                  <a:lnTo>
                    <a:pt x="21130" y="26359"/>
                  </a:lnTo>
                  <a:lnTo>
                    <a:pt x="18362" y="27836"/>
                  </a:lnTo>
                  <a:lnTo>
                    <a:pt x="17747" y="32728"/>
                  </a:lnTo>
                  <a:lnTo>
                    <a:pt x="13594" y="32457"/>
                  </a:lnTo>
                  <a:lnTo>
                    <a:pt x="11189" y="29730"/>
                  </a:lnTo>
                  <a:lnTo>
                    <a:pt x="5598" y="26198"/>
                  </a:lnTo>
                  <a:lnTo>
                    <a:pt x="1152" y="20677"/>
                  </a:lnTo>
                  <a:lnTo>
                    <a:pt x="0" y="124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964034" y="2247046"/>
              <a:ext cx="459745" cy="340914"/>
            </a:xfrm>
            <a:custGeom>
              <a:avLst/>
              <a:pathLst>
                <a:path w="459745" h="340914">
                  <a:moveTo>
                    <a:pt x="20948" y="18366"/>
                  </a:moveTo>
                  <a:lnTo>
                    <a:pt x="25035" y="19264"/>
                  </a:lnTo>
                  <a:lnTo>
                    <a:pt x="29857" y="24276"/>
                  </a:lnTo>
                  <a:lnTo>
                    <a:pt x="37022" y="32982"/>
                  </a:lnTo>
                  <a:lnTo>
                    <a:pt x="43601" y="36938"/>
                  </a:lnTo>
                  <a:lnTo>
                    <a:pt x="50489" y="43568"/>
                  </a:lnTo>
                  <a:lnTo>
                    <a:pt x="52244" y="47749"/>
                  </a:lnTo>
                  <a:lnTo>
                    <a:pt x="61170" y="52148"/>
                  </a:lnTo>
                  <a:lnTo>
                    <a:pt x="69555" y="54569"/>
                  </a:lnTo>
                  <a:lnTo>
                    <a:pt x="72652" y="55541"/>
                  </a:lnTo>
                  <a:lnTo>
                    <a:pt x="79038" y="58568"/>
                  </a:lnTo>
                  <a:lnTo>
                    <a:pt x="84348" y="62710"/>
                  </a:lnTo>
                  <a:lnTo>
                    <a:pt x="91105" y="65755"/>
                  </a:lnTo>
                  <a:lnTo>
                    <a:pt x="95388" y="66647"/>
                  </a:lnTo>
                  <a:lnTo>
                    <a:pt x="102087" y="63360"/>
                  </a:lnTo>
                  <a:lnTo>
                    <a:pt x="105000" y="69355"/>
                  </a:lnTo>
                  <a:lnTo>
                    <a:pt x="107666" y="72920"/>
                  </a:lnTo>
                  <a:lnTo>
                    <a:pt x="111081" y="73206"/>
                  </a:lnTo>
                  <a:lnTo>
                    <a:pt x="113328" y="72845"/>
                  </a:lnTo>
                  <a:lnTo>
                    <a:pt x="118243" y="72051"/>
                  </a:lnTo>
                  <a:lnTo>
                    <a:pt x="122490" y="72505"/>
                  </a:lnTo>
                  <a:lnTo>
                    <a:pt x="124907" y="76916"/>
                  </a:lnTo>
                  <a:lnTo>
                    <a:pt x="122523" y="84212"/>
                  </a:lnTo>
                  <a:lnTo>
                    <a:pt x="121466" y="87866"/>
                  </a:lnTo>
                  <a:lnTo>
                    <a:pt x="122947" y="93088"/>
                  </a:lnTo>
                  <a:lnTo>
                    <a:pt x="123942" y="93193"/>
                  </a:lnTo>
                  <a:lnTo>
                    <a:pt x="124962" y="93302"/>
                  </a:lnTo>
                  <a:lnTo>
                    <a:pt x="128000" y="91820"/>
                  </a:lnTo>
                  <a:lnTo>
                    <a:pt x="129902" y="90890"/>
                  </a:lnTo>
                  <a:lnTo>
                    <a:pt x="130850" y="88486"/>
                  </a:lnTo>
                  <a:lnTo>
                    <a:pt x="128142" y="84507"/>
                  </a:lnTo>
                  <a:lnTo>
                    <a:pt x="130645" y="77924"/>
                  </a:lnTo>
                  <a:lnTo>
                    <a:pt x="130040" y="72902"/>
                  </a:lnTo>
                  <a:lnTo>
                    <a:pt x="126472" y="69057"/>
                  </a:lnTo>
                  <a:lnTo>
                    <a:pt x="125888" y="62765"/>
                  </a:lnTo>
                  <a:lnTo>
                    <a:pt x="129797" y="58847"/>
                  </a:lnTo>
                  <a:lnTo>
                    <a:pt x="134468" y="51293"/>
                  </a:lnTo>
                  <a:lnTo>
                    <a:pt x="134659" y="50984"/>
                  </a:lnTo>
                  <a:lnTo>
                    <a:pt x="134881" y="45493"/>
                  </a:lnTo>
                  <a:lnTo>
                    <a:pt x="138365" y="41624"/>
                  </a:lnTo>
                  <a:lnTo>
                    <a:pt x="140263" y="36834"/>
                  </a:lnTo>
                  <a:lnTo>
                    <a:pt x="140131" y="31555"/>
                  </a:lnTo>
                  <a:lnTo>
                    <a:pt x="139961" y="24426"/>
                  </a:lnTo>
                  <a:lnTo>
                    <a:pt x="141127" y="18611"/>
                  </a:lnTo>
                  <a:lnTo>
                    <a:pt x="141693" y="14280"/>
                  </a:lnTo>
                  <a:lnTo>
                    <a:pt x="139489" y="9476"/>
                  </a:lnTo>
                  <a:lnTo>
                    <a:pt x="139477" y="4110"/>
                  </a:lnTo>
                  <a:lnTo>
                    <a:pt x="144501" y="0"/>
                  </a:lnTo>
                  <a:lnTo>
                    <a:pt x="172109" y="8139"/>
                  </a:lnTo>
                  <a:lnTo>
                    <a:pt x="180428" y="10588"/>
                  </a:lnTo>
                  <a:lnTo>
                    <a:pt x="199264" y="16429"/>
                  </a:lnTo>
                  <a:lnTo>
                    <a:pt x="218777" y="21708"/>
                  </a:lnTo>
                  <a:lnTo>
                    <a:pt x="233563" y="25670"/>
                  </a:lnTo>
                  <a:lnTo>
                    <a:pt x="248606" y="29863"/>
                  </a:lnTo>
                  <a:lnTo>
                    <a:pt x="256001" y="31903"/>
                  </a:lnTo>
                  <a:lnTo>
                    <a:pt x="274713" y="36863"/>
                  </a:lnTo>
                  <a:lnTo>
                    <a:pt x="295317" y="42390"/>
                  </a:lnTo>
                  <a:lnTo>
                    <a:pt x="325296" y="49993"/>
                  </a:lnTo>
                  <a:lnTo>
                    <a:pt x="343276" y="54491"/>
                  </a:lnTo>
                  <a:lnTo>
                    <a:pt x="359614" y="58504"/>
                  </a:lnTo>
                  <a:lnTo>
                    <a:pt x="395023" y="66974"/>
                  </a:lnTo>
                  <a:lnTo>
                    <a:pt x="405860" y="69505"/>
                  </a:lnTo>
                  <a:lnTo>
                    <a:pt x="427789" y="74506"/>
                  </a:lnTo>
                  <a:lnTo>
                    <a:pt x="437639" y="76779"/>
                  </a:lnTo>
                  <a:lnTo>
                    <a:pt x="446625" y="78832"/>
                  </a:lnTo>
                  <a:lnTo>
                    <a:pt x="459745" y="81786"/>
                  </a:lnTo>
                  <a:lnTo>
                    <a:pt x="456783" y="94847"/>
                  </a:lnTo>
                  <a:lnTo>
                    <a:pt x="453104" y="111101"/>
                  </a:lnTo>
                  <a:lnTo>
                    <a:pt x="448536" y="131152"/>
                  </a:lnTo>
                  <a:lnTo>
                    <a:pt x="442529" y="156613"/>
                  </a:lnTo>
                  <a:lnTo>
                    <a:pt x="441012" y="163422"/>
                  </a:lnTo>
                  <a:lnTo>
                    <a:pt x="439714" y="169253"/>
                  </a:lnTo>
                  <a:lnTo>
                    <a:pt x="435102" y="190014"/>
                  </a:lnTo>
                  <a:lnTo>
                    <a:pt x="428188" y="221702"/>
                  </a:lnTo>
                  <a:lnTo>
                    <a:pt x="426195" y="230864"/>
                  </a:lnTo>
                  <a:lnTo>
                    <a:pt x="424247" y="239837"/>
                  </a:lnTo>
                  <a:lnTo>
                    <a:pt x="423730" y="242194"/>
                  </a:lnTo>
                  <a:lnTo>
                    <a:pt x="412765" y="292443"/>
                  </a:lnTo>
                  <a:lnTo>
                    <a:pt x="411461" y="298445"/>
                  </a:lnTo>
                  <a:lnTo>
                    <a:pt x="410792" y="302406"/>
                  </a:lnTo>
                  <a:lnTo>
                    <a:pt x="410557" y="303801"/>
                  </a:lnTo>
                  <a:lnTo>
                    <a:pt x="407913" y="308295"/>
                  </a:lnTo>
                  <a:lnTo>
                    <a:pt x="410813" y="313460"/>
                  </a:lnTo>
                  <a:lnTo>
                    <a:pt x="411819" y="318158"/>
                  </a:lnTo>
                  <a:lnTo>
                    <a:pt x="410910" y="322778"/>
                  </a:lnTo>
                  <a:lnTo>
                    <a:pt x="412672" y="325741"/>
                  </a:lnTo>
                  <a:lnTo>
                    <a:pt x="411469" y="328041"/>
                  </a:lnTo>
                  <a:lnTo>
                    <a:pt x="407669" y="332391"/>
                  </a:lnTo>
                  <a:lnTo>
                    <a:pt x="409543" y="334943"/>
                  </a:lnTo>
                  <a:lnTo>
                    <a:pt x="409908" y="340914"/>
                  </a:lnTo>
                  <a:lnTo>
                    <a:pt x="384100" y="335211"/>
                  </a:lnTo>
                  <a:lnTo>
                    <a:pt x="376699" y="333462"/>
                  </a:lnTo>
                  <a:lnTo>
                    <a:pt x="369450" y="331737"/>
                  </a:lnTo>
                  <a:lnTo>
                    <a:pt x="362736" y="330129"/>
                  </a:lnTo>
                  <a:lnTo>
                    <a:pt x="347460" y="326630"/>
                  </a:lnTo>
                  <a:lnTo>
                    <a:pt x="346325" y="326368"/>
                  </a:lnTo>
                  <a:lnTo>
                    <a:pt x="324548" y="321282"/>
                  </a:lnTo>
                  <a:lnTo>
                    <a:pt x="306361" y="316955"/>
                  </a:lnTo>
                  <a:lnTo>
                    <a:pt x="288206" y="312691"/>
                  </a:lnTo>
                  <a:lnTo>
                    <a:pt x="283004" y="315162"/>
                  </a:lnTo>
                  <a:lnTo>
                    <a:pt x="278682" y="316431"/>
                  </a:lnTo>
                  <a:lnTo>
                    <a:pt x="271152" y="313943"/>
                  </a:lnTo>
                  <a:lnTo>
                    <a:pt x="264485" y="313957"/>
                  </a:lnTo>
                  <a:lnTo>
                    <a:pt x="260341" y="313689"/>
                  </a:lnTo>
                  <a:lnTo>
                    <a:pt x="256934" y="313467"/>
                  </a:lnTo>
                  <a:lnTo>
                    <a:pt x="252436" y="310606"/>
                  </a:lnTo>
                  <a:lnTo>
                    <a:pt x="250616" y="310683"/>
                  </a:lnTo>
                  <a:lnTo>
                    <a:pt x="245221" y="315017"/>
                  </a:lnTo>
                  <a:lnTo>
                    <a:pt x="237246" y="313849"/>
                  </a:lnTo>
                  <a:lnTo>
                    <a:pt x="233211" y="313668"/>
                  </a:lnTo>
                  <a:lnTo>
                    <a:pt x="227198" y="313393"/>
                  </a:lnTo>
                  <a:lnTo>
                    <a:pt x="224947" y="313969"/>
                  </a:lnTo>
                  <a:lnTo>
                    <a:pt x="220235" y="315170"/>
                  </a:lnTo>
                  <a:lnTo>
                    <a:pt x="215804" y="315120"/>
                  </a:lnTo>
                  <a:lnTo>
                    <a:pt x="210708" y="318093"/>
                  </a:lnTo>
                  <a:lnTo>
                    <a:pt x="206423" y="317408"/>
                  </a:lnTo>
                  <a:lnTo>
                    <a:pt x="198804" y="317423"/>
                  </a:lnTo>
                  <a:lnTo>
                    <a:pt x="193865" y="316067"/>
                  </a:lnTo>
                  <a:lnTo>
                    <a:pt x="192855" y="315789"/>
                  </a:lnTo>
                  <a:lnTo>
                    <a:pt x="188897" y="310512"/>
                  </a:lnTo>
                  <a:lnTo>
                    <a:pt x="186321" y="309894"/>
                  </a:lnTo>
                  <a:lnTo>
                    <a:pt x="185079" y="310446"/>
                  </a:lnTo>
                  <a:lnTo>
                    <a:pt x="182469" y="311605"/>
                  </a:lnTo>
                  <a:lnTo>
                    <a:pt x="171747" y="312783"/>
                  </a:lnTo>
                  <a:lnTo>
                    <a:pt x="168768" y="314592"/>
                  </a:lnTo>
                  <a:lnTo>
                    <a:pt x="167809" y="313867"/>
                  </a:lnTo>
                  <a:lnTo>
                    <a:pt x="166242" y="312682"/>
                  </a:lnTo>
                  <a:lnTo>
                    <a:pt x="157805" y="311184"/>
                  </a:lnTo>
                  <a:lnTo>
                    <a:pt x="154901" y="313301"/>
                  </a:lnTo>
                  <a:lnTo>
                    <a:pt x="151076" y="313140"/>
                  </a:lnTo>
                  <a:lnTo>
                    <a:pt x="150694" y="307119"/>
                  </a:lnTo>
                  <a:lnTo>
                    <a:pt x="144349" y="302304"/>
                  </a:lnTo>
                  <a:lnTo>
                    <a:pt x="139090" y="301858"/>
                  </a:lnTo>
                  <a:lnTo>
                    <a:pt x="138210" y="301151"/>
                  </a:lnTo>
                  <a:lnTo>
                    <a:pt x="133929" y="297703"/>
                  </a:lnTo>
                  <a:lnTo>
                    <a:pt x="133462" y="297326"/>
                  </a:lnTo>
                  <a:lnTo>
                    <a:pt x="125081" y="296957"/>
                  </a:lnTo>
                  <a:lnTo>
                    <a:pt x="120935" y="296808"/>
                  </a:lnTo>
                  <a:lnTo>
                    <a:pt x="116797" y="294483"/>
                  </a:lnTo>
                  <a:lnTo>
                    <a:pt x="113227" y="294712"/>
                  </a:lnTo>
                  <a:lnTo>
                    <a:pt x="110526" y="296813"/>
                  </a:lnTo>
                  <a:lnTo>
                    <a:pt x="109012" y="297087"/>
                  </a:lnTo>
                  <a:lnTo>
                    <a:pt x="107153" y="297422"/>
                  </a:lnTo>
                  <a:lnTo>
                    <a:pt x="103444" y="299029"/>
                  </a:lnTo>
                  <a:lnTo>
                    <a:pt x="96963" y="300157"/>
                  </a:lnTo>
                  <a:lnTo>
                    <a:pt x="92046" y="299286"/>
                  </a:lnTo>
                  <a:lnTo>
                    <a:pt x="87566" y="300541"/>
                  </a:lnTo>
                  <a:lnTo>
                    <a:pt x="86647" y="300798"/>
                  </a:lnTo>
                  <a:lnTo>
                    <a:pt x="82729" y="299311"/>
                  </a:lnTo>
                  <a:lnTo>
                    <a:pt x="80555" y="296142"/>
                  </a:lnTo>
                  <a:lnTo>
                    <a:pt x="76859" y="296207"/>
                  </a:lnTo>
                  <a:lnTo>
                    <a:pt x="74219" y="293633"/>
                  </a:lnTo>
                  <a:lnTo>
                    <a:pt x="66048" y="288819"/>
                  </a:lnTo>
                  <a:lnTo>
                    <a:pt x="61420" y="284300"/>
                  </a:lnTo>
                  <a:lnTo>
                    <a:pt x="60806" y="282438"/>
                  </a:lnTo>
                  <a:lnTo>
                    <a:pt x="60201" y="280604"/>
                  </a:lnTo>
                  <a:lnTo>
                    <a:pt x="61851" y="276656"/>
                  </a:lnTo>
                  <a:lnTo>
                    <a:pt x="62895" y="274159"/>
                  </a:lnTo>
                  <a:lnTo>
                    <a:pt x="62170" y="269271"/>
                  </a:lnTo>
                  <a:lnTo>
                    <a:pt x="63616" y="265927"/>
                  </a:lnTo>
                  <a:lnTo>
                    <a:pt x="64205" y="264566"/>
                  </a:lnTo>
                  <a:lnTo>
                    <a:pt x="63787" y="260302"/>
                  </a:lnTo>
                  <a:lnTo>
                    <a:pt x="64836" y="256173"/>
                  </a:lnTo>
                  <a:lnTo>
                    <a:pt x="63730" y="250926"/>
                  </a:lnTo>
                  <a:lnTo>
                    <a:pt x="62689" y="244245"/>
                  </a:lnTo>
                  <a:lnTo>
                    <a:pt x="59846" y="241459"/>
                  </a:lnTo>
                  <a:lnTo>
                    <a:pt x="58183" y="238293"/>
                  </a:lnTo>
                  <a:lnTo>
                    <a:pt x="53062" y="232022"/>
                  </a:lnTo>
                  <a:lnTo>
                    <a:pt x="50258" y="230838"/>
                  </a:lnTo>
                  <a:lnTo>
                    <a:pt x="47166" y="231554"/>
                  </a:lnTo>
                  <a:lnTo>
                    <a:pt x="42622" y="232602"/>
                  </a:lnTo>
                  <a:lnTo>
                    <a:pt x="37865" y="231031"/>
                  </a:lnTo>
                  <a:lnTo>
                    <a:pt x="37427" y="230886"/>
                  </a:lnTo>
                  <a:lnTo>
                    <a:pt x="34924" y="226854"/>
                  </a:lnTo>
                  <a:lnTo>
                    <a:pt x="36318" y="222895"/>
                  </a:lnTo>
                  <a:lnTo>
                    <a:pt x="34357" y="218626"/>
                  </a:lnTo>
                  <a:lnTo>
                    <a:pt x="30213" y="218283"/>
                  </a:lnTo>
                  <a:lnTo>
                    <a:pt x="23450" y="215492"/>
                  </a:lnTo>
                  <a:lnTo>
                    <a:pt x="22655" y="211696"/>
                  </a:lnTo>
                  <a:lnTo>
                    <a:pt x="20747" y="212394"/>
                  </a:lnTo>
                  <a:lnTo>
                    <a:pt x="18520" y="213208"/>
                  </a:lnTo>
                  <a:lnTo>
                    <a:pt x="16082" y="211666"/>
                  </a:lnTo>
                  <a:lnTo>
                    <a:pt x="10986" y="214132"/>
                  </a:lnTo>
                  <a:lnTo>
                    <a:pt x="9206" y="213050"/>
                  </a:lnTo>
                  <a:lnTo>
                    <a:pt x="7456" y="209590"/>
                  </a:lnTo>
                  <a:lnTo>
                    <a:pt x="6972" y="208107"/>
                  </a:lnTo>
                  <a:lnTo>
                    <a:pt x="0" y="208158"/>
                  </a:lnTo>
                  <a:lnTo>
                    <a:pt x="2476" y="203414"/>
                  </a:lnTo>
                  <a:lnTo>
                    <a:pt x="7269" y="189516"/>
                  </a:lnTo>
                  <a:lnTo>
                    <a:pt x="10162" y="177717"/>
                  </a:lnTo>
                  <a:lnTo>
                    <a:pt x="16481" y="179170"/>
                  </a:lnTo>
                  <a:lnTo>
                    <a:pt x="19547" y="176767"/>
                  </a:lnTo>
                  <a:lnTo>
                    <a:pt x="17691" y="172369"/>
                  </a:lnTo>
                  <a:lnTo>
                    <a:pt x="12262" y="168718"/>
                  </a:lnTo>
                  <a:lnTo>
                    <a:pt x="12926" y="163458"/>
                  </a:lnTo>
                  <a:lnTo>
                    <a:pt x="13112" y="161982"/>
                  </a:lnTo>
                  <a:lnTo>
                    <a:pt x="13533" y="153330"/>
                  </a:lnTo>
                  <a:lnTo>
                    <a:pt x="11727" y="150830"/>
                  </a:lnTo>
                  <a:lnTo>
                    <a:pt x="14152" y="145285"/>
                  </a:lnTo>
                  <a:lnTo>
                    <a:pt x="17398" y="131182"/>
                  </a:lnTo>
                  <a:lnTo>
                    <a:pt x="17415" y="129692"/>
                  </a:lnTo>
                  <a:lnTo>
                    <a:pt x="18170" y="119435"/>
                  </a:lnTo>
                  <a:lnTo>
                    <a:pt x="15361" y="112213"/>
                  </a:lnTo>
                  <a:lnTo>
                    <a:pt x="18231" y="96628"/>
                  </a:lnTo>
                  <a:lnTo>
                    <a:pt x="18428" y="95563"/>
                  </a:lnTo>
                  <a:lnTo>
                    <a:pt x="19234" y="82327"/>
                  </a:lnTo>
                  <a:lnTo>
                    <a:pt x="17985" y="74901"/>
                  </a:lnTo>
                  <a:lnTo>
                    <a:pt x="16117" y="67796"/>
                  </a:lnTo>
                  <a:lnTo>
                    <a:pt x="13269" y="62826"/>
                  </a:lnTo>
                  <a:lnTo>
                    <a:pt x="12787" y="61983"/>
                  </a:lnTo>
                  <a:lnTo>
                    <a:pt x="12293" y="54722"/>
                  </a:lnTo>
                  <a:lnTo>
                    <a:pt x="13904" y="47365"/>
                  </a:lnTo>
                  <a:lnTo>
                    <a:pt x="15165" y="43184"/>
                  </a:lnTo>
                  <a:lnTo>
                    <a:pt x="14764" y="37987"/>
                  </a:lnTo>
                  <a:lnTo>
                    <a:pt x="18309" y="32957"/>
                  </a:lnTo>
                  <a:lnTo>
                    <a:pt x="21568" y="269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92267" y="4067812"/>
              <a:ext cx="19968" cy="18676"/>
            </a:xfrm>
            <a:custGeom>
              <a:avLst/>
              <a:pathLst>
                <a:path w="19968" h="18676">
                  <a:moveTo>
                    <a:pt x="0" y="6"/>
                  </a:moveTo>
                  <a:lnTo>
                    <a:pt x="8105" y="0"/>
                  </a:lnTo>
                  <a:lnTo>
                    <a:pt x="14941" y="8513"/>
                  </a:lnTo>
                  <a:lnTo>
                    <a:pt x="19968" y="14794"/>
                  </a:lnTo>
                  <a:lnTo>
                    <a:pt x="16320" y="18676"/>
                  </a:lnTo>
                  <a:lnTo>
                    <a:pt x="13137" y="16096"/>
                  </a:lnTo>
                  <a:lnTo>
                    <a:pt x="6780" y="14152"/>
                  </a:lnTo>
                  <a:lnTo>
                    <a:pt x="6287" y="10117"/>
                  </a:lnTo>
                  <a:lnTo>
                    <a:pt x="1617" y="33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81288" y="4104795"/>
              <a:ext cx="17381" cy="22861"/>
            </a:xfrm>
            <a:custGeom>
              <a:avLst/>
              <a:pathLst>
                <a:path w="17381" h="22861">
                  <a:moveTo>
                    <a:pt x="3715" y="0"/>
                  </a:moveTo>
                  <a:lnTo>
                    <a:pt x="6653" y="5578"/>
                  </a:lnTo>
                  <a:lnTo>
                    <a:pt x="11910" y="14394"/>
                  </a:lnTo>
                  <a:lnTo>
                    <a:pt x="17381" y="22170"/>
                  </a:lnTo>
                  <a:lnTo>
                    <a:pt x="11853" y="22861"/>
                  </a:lnTo>
                  <a:lnTo>
                    <a:pt x="8117" y="18099"/>
                  </a:lnTo>
                  <a:lnTo>
                    <a:pt x="2864" y="9140"/>
                  </a:lnTo>
                  <a:lnTo>
                    <a:pt x="0" y="8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919000" y="4066563"/>
              <a:ext cx="10562" cy="8628"/>
            </a:xfrm>
            <a:custGeom>
              <a:avLst/>
              <a:pathLst>
                <a:path w="10562" h="8628">
                  <a:moveTo>
                    <a:pt x="0" y="1305"/>
                  </a:moveTo>
                  <a:lnTo>
                    <a:pt x="5369" y="0"/>
                  </a:lnTo>
                  <a:lnTo>
                    <a:pt x="10562" y="4922"/>
                  </a:lnTo>
                  <a:lnTo>
                    <a:pt x="9727" y="8124"/>
                  </a:lnTo>
                  <a:lnTo>
                    <a:pt x="7002" y="8628"/>
                  </a:lnTo>
                  <a:lnTo>
                    <a:pt x="1549" y="57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909205" y="3995318"/>
              <a:ext cx="38679" cy="14352"/>
            </a:xfrm>
            <a:custGeom>
              <a:avLst/>
              <a:pathLst>
                <a:path w="38679" h="14352">
                  <a:moveTo>
                    <a:pt x="0" y="110"/>
                  </a:moveTo>
                  <a:lnTo>
                    <a:pt x="4374" y="0"/>
                  </a:lnTo>
                  <a:lnTo>
                    <a:pt x="12255" y="3870"/>
                  </a:lnTo>
                  <a:lnTo>
                    <a:pt x="24479" y="6407"/>
                  </a:lnTo>
                  <a:lnTo>
                    <a:pt x="31240" y="7957"/>
                  </a:lnTo>
                  <a:lnTo>
                    <a:pt x="33219" y="8409"/>
                  </a:lnTo>
                  <a:lnTo>
                    <a:pt x="38679" y="9993"/>
                  </a:lnTo>
                  <a:lnTo>
                    <a:pt x="37868" y="14317"/>
                  </a:lnTo>
                  <a:lnTo>
                    <a:pt x="35754" y="14352"/>
                  </a:lnTo>
                  <a:lnTo>
                    <a:pt x="29018" y="12598"/>
                  </a:lnTo>
                  <a:lnTo>
                    <a:pt x="24342" y="11376"/>
                  </a:lnTo>
                  <a:lnTo>
                    <a:pt x="16502" y="10586"/>
                  </a:lnTo>
                  <a:lnTo>
                    <a:pt x="11918" y="11858"/>
                  </a:lnTo>
                  <a:lnTo>
                    <a:pt x="6720" y="10313"/>
                  </a:lnTo>
                  <a:lnTo>
                    <a:pt x="1590" y="7510"/>
                  </a:lnTo>
                  <a:lnTo>
                    <a:pt x="2126" y="37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870886" y="3986122"/>
              <a:ext cx="32172" cy="19714"/>
            </a:xfrm>
            <a:custGeom>
              <a:avLst/>
              <a:pathLst>
                <a:path w="32172" h="19714">
                  <a:moveTo>
                    <a:pt x="6926" y="0"/>
                  </a:moveTo>
                  <a:lnTo>
                    <a:pt x="15390" y="3825"/>
                  </a:lnTo>
                  <a:lnTo>
                    <a:pt x="22300" y="8319"/>
                  </a:lnTo>
                  <a:lnTo>
                    <a:pt x="28185" y="8705"/>
                  </a:lnTo>
                  <a:lnTo>
                    <a:pt x="32172" y="14515"/>
                  </a:lnTo>
                  <a:lnTo>
                    <a:pt x="32161" y="18245"/>
                  </a:lnTo>
                  <a:lnTo>
                    <a:pt x="26304" y="19337"/>
                  </a:lnTo>
                  <a:lnTo>
                    <a:pt x="20884" y="19714"/>
                  </a:lnTo>
                  <a:lnTo>
                    <a:pt x="17454" y="15969"/>
                  </a:lnTo>
                  <a:lnTo>
                    <a:pt x="16510" y="13134"/>
                  </a:lnTo>
                  <a:lnTo>
                    <a:pt x="5586" y="7302"/>
                  </a:lnTo>
                  <a:lnTo>
                    <a:pt x="0" y="26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744616" y="3241331"/>
              <a:ext cx="577228" cy="946264"/>
            </a:xfrm>
            <a:custGeom>
              <a:avLst/>
              <a:pathLst>
                <a:path w="577228" h="946264">
                  <a:moveTo>
                    <a:pt x="4497" y="123054"/>
                  </a:moveTo>
                  <a:lnTo>
                    <a:pt x="13677" y="111619"/>
                  </a:lnTo>
                  <a:lnTo>
                    <a:pt x="25999" y="98445"/>
                  </a:lnTo>
                  <a:lnTo>
                    <a:pt x="33226" y="87233"/>
                  </a:lnTo>
                  <a:lnTo>
                    <a:pt x="34221" y="82075"/>
                  </a:lnTo>
                  <a:lnTo>
                    <a:pt x="33357" y="78244"/>
                  </a:lnTo>
                  <a:lnTo>
                    <a:pt x="34031" y="73699"/>
                  </a:lnTo>
                  <a:lnTo>
                    <a:pt x="37858" y="70167"/>
                  </a:lnTo>
                  <a:lnTo>
                    <a:pt x="42154" y="62450"/>
                  </a:lnTo>
                  <a:lnTo>
                    <a:pt x="47698" y="50142"/>
                  </a:lnTo>
                  <a:lnTo>
                    <a:pt x="48044" y="47928"/>
                  </a:lnTo>
                  <a:lnTo>
                    <a:pt x="49188" y="40620"/>
                  </a:lnTo>
                  <a:lnTo>
                    <a:pt x="49081" y="33106"/>
                  </a:lnTo>
                  <a:lnTo>
                    <a:pt x="49374" y="25773"/>
                  </a:lnTo>
                  <a:lnTo>
                    <a:pt x="49193" y="23916"/>
                  </a:lnTo>
                  <a:lnTo>
                    <a:pt x="47103" y="22599"/>
                  </a:lnTo>
                  <a:lnTo>
                    <a:pt x="45172" y="16810"/>
                  </a:lnTo>
                  <a:lnTo>
                    <a:pt x="48084" y="12714"/>
                  </a:lnTo>
                  <a:lnTo>
                    <a:pt x="51432" y="5022"/>
                  </a:lnTo>
                  <a:lnTo>
                    <a:pt x="52359" y="0"/>
                  </a:lnTo>
                  <a:lnTo>
                    <a:pt x="65231" y="4181"/>
                  </a:lnTo>
                  <a:lnTo>
                    <a:pt x="76236" y="7592"/>
                  </a:lnTo>
                  <a:lnTo>
                    <a:pt x="86383" y="10713"/>
                  </a:lnTo>
                  <a:lnTo>
                    <a:pt x="94974" y="12927"/>
                  </a:lnTo>
                  <a:lnTo>
                    <a:pt x="100231" y="14274"/>
                  </a:lnTo>
                  <a:lnTo>
                    <a:pt x="105546" y="16093"/>
                  </a:lnTo>
                  <a:lnTo>
                    <a:pt x="112876" y="17729"/>
                  </a:lnTo>
                  <a:lnTo>
                    <a:pt x="118225" y="18916"/>
                  </a:lnTo>
                  <a:lnTo>
                    <a:pt x="124293" y="21271"/>
                  </a:lnTo>
                  <a:lnTo>
                    <a:pt x="139463" y="25603"/>
                  </a:lnTo>
                  <a:lnTo>
                    <a:pt x="158054" y="30554"/>
                  </a:lnTo>
                  <a:lnTo>
                    <a:pt x="171140" y="34340"/>
                  </a:lnTo>
                  <a:lnTo>
                    <a:pt x="182720" y="37785"/>
                  </a:lnTo>
                  <a:lnTo>
                    <a:pt x="198490" y="42426"/>
                  </a:lnTo>
                  <a:lnTo>
                    <a:pt x="209069" y="45592"/>
                  </a:lnTo>
                  <a:lnTo>
                    <a:pt x="223156" y="49726"/>
                  </a:lnTo>
                  <a:lnTo>
                    <a:pt x="223647" y="49869"/>
                  </a:lnTo>
                  <a:lnTo>
                    <a:pt x="235383" y="52994"/>
                  </a:lnTo>
                  <a:lnTo>
                    <a:pt x="248732" y="56948"/>
                  </a:lnTo>
                  <a:lnTo>
                    <a:pt x="258410" y="59496"/>
                  </a:lnTo>
                  <a:lnTo>
                    <a:pt x="270117" y="62551"/>
                  </a:lnTo>
                  <a:lnTo>
                    <a:pt x="282047" y="65641"/>
                  </a:lnTo>
                  <a:lnTo>
                    <a:pt x="302019" y="70690"/>
                  </a:lnTo>
                  <a:lnTo>
                    <a:pt x="313422" y="73579"/>
                  </a:lnTo>
                  <a:lnTo>
                    <a:pt x="310950" y="83807"/>
                  </a:lnTo>
                  <a:lnTo>
                    <a:pt x="305750" y="105722"/>
                  </a:lnTo>
                  <a:lnTo>
                    <a:pt x="296757" y="142877"/>
                  </a:lnTo>
                  <a:lnTo>
                    <a:pt x="290326" y="170091"/>
                  </a:lnTo>
                  <a:lnTo>
                    <a:pt x="287496" y="182512"/>
                  </a:lnTo>
                  <a:lnTo>
                    <a:pt x="279509" y="216729"/>
                  </a:lnTo>
                  <a:lnTo>
                    <a:pt x="275526" y="233386"/>
                  </a:lnTo>
                  <a:lnTo>
                    <a:pt x="272085" y="247910"/>
                  </a:lnTo>
                  <a:lnTo>
                    <a:pt x="267251" y="267901"/>
                  </a:lnTo>
                  <a:lnTo>
                    <a:pt x="263472" y="283578"/>
                  </a:lnTo>
                  <a:lnTo>
                    <a:pt x="261520" y="291583"/>
                  </a:lnTo>
                  <a:lnTo>
                    <a:pt x="258848" y="302556"/>
                  </a:lnTo>
                  <a:lnTo>
                    <a:pt x="258325" y="304708"/>
                  </a:lnTo>
                  <a:lnTo>
                    <a:pt x="255948" y="315487"/>
                  </a:lnTo>
                  <a:lnTo>
                    <a:pt x="254948" y="320029"/>
                  </a:lnTo>
                  <a:lnTo>
                    <a:pt x="254095" y="323907"/>
                  </a:lnTo>
                  <a:lnTo>
                    <a:pt x="252814" y="329735"/>
                  </a:lnTo>
                  <a:lnTo>
                    <a:pt x="257850" y="336976"/>
                  </a:lnTo>
                  <a:lnTo>
                    <a:pt x="274420" y="360790"/>
                  </a:lnTo>
                  <a:lnTo>
                    <a:pt x="274540" y="360962"/>
                  </a:lnTo>
                  <a:lnTo>
                    <a:pt x="287983" y="380235"/>
                  </a:lnTo>
                  <a:lnTo>
                    <a:pt x="290691" y="384093"/>
                  </a:lnTo>
                  <a:lnTo>
                    <a:pt x="297239" y="393450"/>
                  </a:lnTo>
                  <a:lnTo>
                    <a:pt x="308234" y="409054"/>
                  </a:lnTo>
                  <a:lnTo>
                    <a:pt x="332321" y="443403"/>
                  </a:lnTo>
                  <a:lnTo>
                    <a:pt x="336257" y="449043"/>
                  </a:lnTo>
                  <a:lnTo>
                    <a:pt x="358321" y="480355"/>
                  </a:lnTo>
                  <a:lnTo>
                    <a:pt x="368658" y="494975"/>
                  </a:lnTo>
                  <a:lnTo>
                    <a:pt x="377080" y="506806"/>
                  </a:lnTo>
                  <a:lnTo>
                    <a:pt x="401219" y="540897"/>
                  </a:lnTo>
                  <a:lnTo>
                    <a:pt x="405619" y="547102"/>
                  </a:lnTo>
                  <a:lnTo>
                    <a:pt x="414860" y="560072"/>
                  </a:lnTo>
                  <a:lnTo>
                    <a:pt x="443782" y="600670"/>
                  </a:lnTo>
                  <a:lnTo>
                    <a:pt x="450163" y="609662"/>
                  </a:lnTo>
                  <a:lnTo>
                    <a:pt x="466302" y="632163"/>
                  </a:lnTo>
                  <a:lnTo>
                    <a:pt x="477832" y="648276"/>
                  </a:lnTo>
                  <a:lnTo>
                    <a:pt x="480536" y="652037"/>
                  </a:lnTo>
                  <a:lnTo>
                    <a:pt x="492028" y="667947"/>
                  </a:lnTo>
                  <a:lnTo>
                    <a:pt x="506165" y="687648"/>
                  </a:lnTo>
                  <a:lnTo>
                    <a:pt x="512058" y="695795"/>
                  </a:lnTo>
                  <a:lnTo>
                    <a:pt x="520477" y="707474"/>
                  </a:lnTo>
                  <a:lnTo>
                    <a:pt x="527319" y="716898"/>
                  </a:lnTo>
                  <a:lnTo>
                    <a:pt x="532954" y="724731"/>
                  </a:lnTo>
                  <a:lnTo>
                    <a:pt x="541461" y="736503"/>
                  </a:lnTo>
                  <a:lnTo>
                    <a:pt x="551596" y="750518"/>
                  </a:lnTo>
                  <a:lnTo>
                    <a:pt x="551057" y="755637"/>
                  </a:lnTo>
                  <a:lnTo>
                    <a:pt x="549776" y="761631"/>
                  </a:lnTo>
                  <a:lnTo>
                    <a:pt x="553088" y="767316"/>
                  </a:lnTo>
                  <a:lnTo>
                    <a:pt x="557914" y="776172"/>
                  </a:lnTo>
                  <a:lnTo>
                    <a:pt x="559284" y="779391"/>
                  </a:lnTo>
                  <a:lnTo>
                    <a:pt x="560844" y="789448"/>
                  </a:lnTo>
                  <a:lnTo>
                    <a:pt x="563123" y="795526"/>
                  </a:lnTo>
                  <a:lnTo>
                    <a:pt x="562199" y="801224"/>
                  </a:lnTo>
                  <a:lnTo>
                    <a:pt x="565285" y="801784"/>
                  </a:lnTo>
                  <a:lnTo>
                    <a:pt x="569694" y="806851"/>
                  </a:lnTo>
                  <a:lnTo>
                    <a:pt x="575464" y="812819"/>
                  </a:lnTo>
                  <a:lnTo>
                    <a:pt x="577228" y="816574"/>
                  </a:lnTo>
                  <a:lnTo>
                    <a:pt x="577199" y="816816"/>
                  </a:lnTo>
                  <a:lnTo>
                    <a:pt x="576757" y="820599"/>
                  </a:lnTo>
                  <a:lnTo>
                    <a:pt x="573722" y="821817"/>
                  </a:lnTo>
                  <a:lnTo>
                    <a:pt x="569345" y="825768"/>
                  </a:lnTo>
                  <a:lnTo>
                    <a:pt x="564579" y="826744"/>
                  </a:lnTo>
                  <a:lnTo>
                    <a:pt x="560213" y="828853"/>
                  </a:lnTo>
                  <a:lnTo>
                    <a:pt x="555779" y="830120"/>
                  </a:lnTo>
                  <a:lnTo>
                    <a:pt x="553954" y="831466"/>
                  </a:lnTo>
                  <a:lnTo>
                    <a:pt x="553623" y="832635"/>
                  </a:lnTo>
                  <a:lnTo>
                    <a:pt x="552755" y="835701"/>
                  </a:lnTo>
                  <a:lnTo>
                    <a:pt x="550957" y="838192"/>
                  </a:lnTo>
                  <a:lnTo>
                    <a:pt x="546330" y="842147"/>
                  </a:lnTo>
                  <a:lnTo>
                    <a:pt x="544130" y="844312"/>
                  </a:lnTo>
                  <a:lnTo>
                    <a:pt x="545639" y="847040"/>
                  </a:lnTo>
                  <a:lnTo>
                    <a:pt x="545376" y="850214"/>
                  </a:lnTo>
                  <a:lnTo>
                    <a:pt x="543830" y="853177"/>
                  </a:lnTo>
                  <a:lnTo>
                    <a:pt x="544055" y="859175"/>
                  </a:lnTo>
                  <a:lnTo>
                    <a:pt x="544103" y="862840"/>
                  </a:lnTo>
                  <a:lnTo>
                    <a:pt x="543153" y="864988"/>
                  </a:lnTo>
                  <a:lnTo>
                    <a:pt x="541287" y="867448"/>
                  </a:lnTo>
                  <a:lnTo>
                    <a:pt x="540273" y="872135"/>
                  </a:lnTo>
                  <a:lnTo>
                    <a:pt x="539883" y="876883"/>
                  </a:lnTo>
                  <a:lnTo>
                    <a:pt x="533843" y="881285"/>
                  </a:lnTo>
                  <a:lnTo>
                    <a:pt x="530792" y="885809"/>
                  </a:lnTo>
                  <a:lnTo>
                    <a:pt x="530214" y="886666"/>
                  </a:lnTo>
                  <a:lnTo>
                    <a:pt x="527369" y="886561"/>
                  </a:lnTo>
                  <a:lnTo>
                    <a:pt x="523495" y="887055"/>
                  </a:lnTo>
                  <a:lnTo>
                    <a:pt x="524406" y="889731"/>
                  </a:lnTo>
                  <a:lnTo>
                    <a:pt x="523652" y="894309"/>
                  </a:lnTo>
                  <a:lnTo>
                    <a:pt x="522079" y="897162"/>
                  </a:lnTo>
                  <a:lnTo>
                    <a:pt x="525162" y="900576"/>
                  </a:lnTo>
                  <a:lnTo>
                    <a:pt x="524565" y="902711"/>
                  </a:lnTo>
                  <a:lnTo>
                    <a:pt x="523534" y="908795"/>
                  </a:lnTo>
                  <a:lnTo>
                    <a:pt x="520878" y="913126"/>
                  </a:lnTo>
                  <a:lnTo>
                    <a:pt x="522541" y="919377"/>
                  </a:lnTo>
                  <a:lnTo>
                    <a:pt x="525523" y="920510"/>
                  </a:lnTo>
                  <a:lnTo>
                    <a:pt x="529438" y="920704"/>
                  </a:lnTo>
                  <a:lnTo>
                    <a:pt x="533454" y="922444"/>
                  </a:lnTo>
                  <a:lnTo>
                    <a:pt x="533882" y="922630"/>
                  </a:lnTo>
                  <a:lnTo>
                    <a:pt x="535383" y="927434"/>
                  </a:lnTo>
                  <a:lnTo>
                    <a:pt x="535090" y="931666"/>
                  </a:lnTo>
                  <a:lnTo>
                    <a:pt x="535786" y="933709"/>
                  </a:lnTo>
                  <a:lnTo>
                    <a:pt x="534623" y="938525"/>
                  </a:lnTo>
                  <a:lnTo>
                    <a:pt x="529253" y="943140"/>
                  </a:lnTo>
                  <a:lnTo>
                    <a:pt x="528535" y="943695"/>
                  </a:lnTo>
                  <a:lnTo>
                    <a:pt x="525970" y="945676"/>
                  </a:lnTo>
                  <a:lnTo>
                    <a:pt x="522620" y="945638"/>
                  </a:lnTo>
                  <a:lnTo>
                    <a:pt x="518770" y="945593"/>
                  </a:lnTo>
                  <a:lnTo>
                    <a:pt x="516093" y="944475"/>
                  </a:lnTo>
                  <a:lnTo>
                    <a:pt x="514782" y="946264"/>
                  </a:lnTo>
                  <a:lnTo>
                    <a:pt x="494126" y="944307"/>
                  </a:lnTo>
                  <a:lnTo>
                    <a:pt x="460008" y="941013"/>
                  </a:lnTo>
                  <a:lnTo>
                    <a:pt x="417265" y="936878"/>
                  </a:lnTo>
                  <a:lnTo>
                    <a:pt x="412884" y="936463"/>
                  </a:lnTo>
                  <a:lnTo>
                    <a:pt x="380931" y="933341"/>
                  </a:lnTo>
                  <a:lnTo>
                    <a:pt x="374569" y="932748"/>
                  </a:lnTo>
                  <a:lnTo>
                    <a:pt x="357941" y="931071"/>
                  </a:lnTo>
                  <a:lnTo>
                    <a:pt x="357647" y="931041"/>
                  </a:lnTo>
                  <a:lnTo>
                    <a:pt x="337941" y="929119"/>
                  </a:lnTo>
                  <a:lnTo>
                    <a:pt x="338212" y="924594"/>
                  </a:lnTo>
                  <a:lnTo>
                    <a:pt x="338386" y="921678"/>
                  </a:lnTo>
                  <a:lnTo>
                    <a:pt x="336881" y="916632"/>
                  </a:lnTo>
                  <a:lnTo>
                    <a:pt x="335129" y="914767"/>
                  </a:lnTo>
                  <a:lnTo>
                    <a:pt x="331272" y="915710"/>
                  </a:lnTo>
                  <a:lnTo>
                    <a:pt x="331091" y="912938"/>
                  </a:lnTo>
                  <a:lnTo>
                    <a:pt x="332451" y="905478"/>
                  </a:lnTo>
                  <a:lnTo>
                    <a:pt x="331127" y="902059"/>
                  </a:lnTo>
                  <a:lnTo>
                    <a:pt x="331310" y="900556"/>
                  </a:lnTo>
                  <a:lnTo>
                    <a:pt x="332092" y="899657"/>
                  </a:lnTo>
                  <a:lnTo>
                    <a:pt x="332848" y="900000"/>
                  </a:lnTo>
                  <a:lnTo>
                    <a:pt x="333490" y="899233"/>
                  </a:lnTo>
                  <a:lnTo>
                    <a:pt x="334244" y="895762"/>
                  </a:lnTo>
                  <a:lnTo>
                    <a:pt x="334192" y="892241"/>
                  </a:lnTo>
                  <a:lnTo>
                    <a:pt x="334099" y="885734"/>
                  </a:lnTo>
                  <a:lnTo>
                    <a:pt x="332890" y="878250"/>
                  </a:lnTo>
                  <a:lnTo>
                    <a:pt x="330674" y="871110"/>
                  </a:lnTo>
                  <a:lnTo>
                    <a:pt x="326307" y="861274"/>
                  </a:lnTo>
                  <a:lnTo>
                    <a:pt x="320545" y="851413"/>
                  </a:lnTo>
                  <a:lnTo>
                    <a:pt x="317424" y="848839"/>
                  </a:lnTo>
                  <a:lnTo>
                    <a:pt x="314759" y="843477"/>
                  </a:lnTo>
                  <a:lnTo>
                    <a:pt x="310102" y="840717"/>
                  </a:lnTo>
                  <a:lnTo>
                    <a:pt x="309676" y="838585"/>
                  </a:lnTo>
                  <a:lnTo>
                    <a:pt x="308937" y="837545"/>
                  </a:lnTo>
                  <a:lnTo>
                    <a:pt x="304540" y="831344"/>
                  </a:lnTo>
                  <a:lnTo>
                    <a:pt x="303027" y="829117"/>
                  </a:lnTo>
                  <a:lnTo>
                    <a:pt x="297372" y="825042"/>
                  </a:lnTo>
                  <a:lnTo>
                    <a:pt x="292945" y="819724"/>
                  </a:lnTo>
                  <a:lnTo>
                    <a:pt x="287915" y="811882"/>
                  </a:lnTo>
                  <a:lnTo>
                    <a:pt x="286288" y="810277"/>
                  </a:lnTo>
                  <a:lnTo>
                    <a:pt x="285194" y="809196"/>
                  </a:lnTo>
                  <a:lnTo>
                    <a:pt x="281292" y="809872"/>
                  </a:lnTo>
                  <a:lnTo>
                    <a:pt x="277524" y="810909"/>
                  </a:lnTo>
                  <a:lnTo>
                    <a:pt x="275433" y="811483"/>
                  </a:lnTo>
                  <a:lnTo>
                    <a:pt x="271432" y="809789"/>
                  </a:lnTo>
                  <a:lnTo>
                    <a:pt x="270431" y="808819"/>
                  </a:lnTo>
                  <a:lnTo>
                    <a:pt x="269099" y="807529"/>
                  </a:lnTo>
                  <a:lnTo>
                    <a:pt x="266188" y="806562"/>
                  </a:lnTo>
                  <a:lnTo>
                    <a:pt x="264586" y="802733"/>
                  </a:lnTo>
                  <a:lnTo>
                    <a:pt x="267499" y="800731"/>
                  </a:lnTo>
                  <a:lnTo>
                    <a:pt x="267535" y="793613"/>
                  </a:lnTo>
                  <a:lnTo>
                    <a:pt x="265585" y="785551"/>
                  </a:lnTo>
                  <a:lnTo>
                    <a:pt x="262534" y="779838"/>
                  </a:lnTo>
                  <a:lnTo>
                    <a:pt x="262414" y="779613"/>
                  </a:lnTo>
                  <a:lnTo>
                    <a:pt x="256676" y="777293"/>
                  </a:lnTo>
                  <a:lnTo>
                    <a:pt x="251228" y="776586"/>
                  </a:lnTo>
                  <a:lnTo>
                    <a:pt x="246581" y="775638"/>
                  </a:lnTo>
                  <a:lnTo>
                    <a:pt x="241805" y="777322"/>
                  </a:lnTo>
                  <a:lnTo>
                    <a:pt x="238879" y="773700"/>
                  </a:lnTo>
                  <a:lnTo>
                    <a:pt x="232762" y="771179"/>
                  </a:lnTo>
                  <a:lnTo>
                    <a:pt x="232065" y="770891"/>
                  </a:lnTo>
                  <a:lnTo>
                    <a:pt x="224684" y="765399"/>
                  </a:lnTo>
                  <a:lnTo>
                    <a:pt x="221951" y="764400"/>
                  </a:lnTo>
                  <a:lnTo>
                    <a:pt x="214833" y="756719"/>
                  </a:lnTo>
                  <a:lnTo>
                    <a:pt x="213686" y="751820"/>
                  </a:lnTo>
                  <a:lnTo>
                    <a:pt x="213559" y="749743"/>
                  </a:lnTo>
                  <a:lnTo>
                    <a:pt x="213467" y="748212"/>
                  </a:lnTo>
                  <a:lnTo>
                    <a:pt x="210860" y="745556"/>
                  </a:lnTo>
                  <a:lnTo>
                    <a:pt x="207266" y="740632"/>
                  </a:lnTo>
                  <a:lnTo>
                    <a:pt x="202237" y="734689"/>
                  </a:lnTo>
                  <a:lnTo>
                    <a:pt x="201138" y="734001"/>
                  </a:lnTo>
                  <a:lnTo>
                    <a:pt x="197304" y="731596"/>
                  </a:lnTo>
                  <a:lnTo>
                    <a:pt x="192170" y="728083"/>
                  </a:lnTo>
                  <a:lnTo>
                    <a:pt x="187194" y="728039"/>
                  </a:lnTo>
                  <a:lnTo>
                    <a:pt x="185252" y="728735"/>
                  </a:lnTo>
                  <a:lnTo>
                    <a:pt x="180254" y="725683"/>
                  </a:lnTo>
                  <a:lnTo>
                    <a:pt x="176760" y="724860"/>
                  </a:lnTo>
                  <a:lnTo>
                    <a:pt x="173960" y="724815"/>
                  </a:lnTo>
                  <a:lnTo>
                    <a:pt x="167769" y="720089"/>
                  </a:lnTo>
                  <a:lnTo>
                    <a:pt x="162583" y="717296"/>
                  </a:lnTo>
                  <a:lnTo>
                    <a:pt x="156483" y="714746"/>
                  </a:lnTo>
                  <a:lnTo>
                    <a:pt x="145691" y="712343"/>
                  </a:lnTo>
                  <a:lnTo>
                    <a:pt x="134339" y="711651"/>
                  </a:lnTo>
                  <a:lnTo>
                    <a:pt x="131590" y="704121"/>
                  </a:lnTo>
                  <a:lnTo>
                    <a:pt x="129273" y="701751"/>
                  </a:lnTo>
                  <a:lnTo>
                    <a:pt x="127370" y="699995"/>
                  </a:lnTo>
                  <a:lnTo>
                    <a:pt x="124440" y="699525"/>
                  </a:lnTo>
                  <a:lnTo>
                    <a:pt x="123343" y="696810"/>
                  </a:lnTo>
                  <a:lnTo>
                    <a:pt x="128506" y="688080"/>
                  </a:lnTo>
                  <a:lnTo>
                    <a:pt x="128348" y="684554"/>
                  </a:lnTo>
                  <a:lnTo>
                    <a:pt x="127692" y="683724"/>
                  </a:lnTo>
                  <a:lnTo>
                    <a:pt x="131104" y="673735"/>
                  </a:lnTo>
                  <a:lnTo>
                    <a:pt x="127787" y="668751"/>
                  </a:lnTo>
                  <a:lnTo>
                    <a:pt x="130573" y="663035"/>
                  </a:lnTo>
                  <a:lnTo>
                    <a:pt x="132844" y="658375"/>
                  </a:lnTo>
                  <a:lnTo>
                    <a:pt x="133990" y="654573"/>
                  </a:lnTo>
                  <a:lnTo>
                    <a:pt x="134435" y="650580"/>
                  </a:lnTo>
                  <a:lnTo>
                    <a:pt x="132285" y="647394"/>
                  </a:lnTo>
                  <a:lnTo>
                    <a:pt x="130028" y="644750"/>
                  </a:lnTo>
                  <a:lnTo>
                    <a:pt x="126836" y="645345"/>
                  </a:lnTo>
                  <a:lnTo>
                    <a:pt x="121440" y="639997"/>
                  </a:lnTo>
                  <a:lnTo>
                    <a:pt x="118832" y="635402"/>
                  </a:lnTo>
                  <a:lnTo>
                    <a:pt x="120922" y="631748"/>
                  </a:lnTo>
                  <a:lnTo>
                    <a:pt x="123422" y="626365"/>
                  </a:lnTo>
                  <a:lnTo>
                    <a:pt x="123224" y="620033"/>
                  </a:lnTo>
                  <a:lnTo>
                    <a:pt x="118799" y="616769"/>
                  </a:lnTo>
                  <a:lnTo>
                    <a:pt x="116933" y="615913"/>
                  </a:lnTo>
                  <a:lnTo>
                    <a:pt x="115674" y="615335"/>
                  </a:lnTo>
                  <a:lnTo>
                    <a:pt x="110259" y="603887"/>
                  </a:lnTo>
                  <a:lnTo>
                    <a:pt x="107929" y="597515"/>
                  </a:lnTo>
                  <a:lnTo>
                    <a:pt x="101326" y="592959"/>
                  </a:lnTo>
                  <a:lnTo>
                    <a:pt x="99366" y="588223"/>
                  </a:lnTo>
                  <a:lnTo>
                    <a:pt x="99549" y="581944"/>
                  </a:lnTo>
                  <a:lnTo>
                    <a:pt x="98795" y="580651"/>
                  </a:lnTo>
                  <a:lnTo>
                    <a:pt x="95712" y="575358"/>
                  </a:lnTo>
                  <a:lnTo>
                    <a:pt x="92761" y="570862"/>
                  </a:lnTo>
                  <a:lnTo>
                    <a:pt x="92848" y="563198"/>
                  </a:lnTo>
                  <a:lnTo>
                    <a:pt x="90634" y="558618"/>
                  </a:lnTo>
                  <a:lnTo>
                    <a:pt x="87949" y="556926"/>
                  </a:lnTo>
                  <a:lnTo>
                    <a:pt x="86250" y="549708"/>
                  </a:lnTo>
                  <a:lnTo>
                    <a:pt x="83659" y="543013"/>
                  </a:lnTo>
                  <a:lnTo>
                    <a:pt x="78168" y="535947"/>
                  </a:lnTo>
                  <a:lnTo>
                    <a:pt x="75312" y="533866"/>
                  </a:lnTo>
                  <a:lnTo>
                    <a:pt x="72375" y="527534"/>
                  </a:lnTo>
                  <a:lnTo>
                    <a:pt x="73270" y="519521"/>
                  </a:lnTo>
                  <a:lnTo>
                    <a:pt x="72596" y="510972"/>
                  </a:lnTo>
                  <a:lnTo>
                    <a:pt x="72684" y="502160"/>
                  </a:lnTo>
                  <a:lnTo>
                    <a:pt x="76904" y="498593"/>
                  </a:lnTo>
                  <a:lnTo>
                    <a:pt x="80676" y="501743"/>
                  </a:lnTo>
                  <a:lnTo>
                    <a:pt x="85278" y="496464"/>
                  </a:lnTo>
                  <a:lnTo>
                    <a:pt x="88437" y="488707"/>
                  </a:lnTo>
                  <a:lnTo>
                    <a:pt x="89576" y="485591"/>
                  </a:lnTo>
                  <a:lnTo>
                    <a:pt x="88880" y="482234"/>
                  </a:lnTo>
                  <a:lnTo>
                    <a:pt x="87261" y="474384"/>
                  </a:lnTo>
                  <a:lnTo>
                    <a:pt x="85082" y="470391"/>
                  </a:lnTo>
                  <a:lnTo>
                    <a:pt x="82106" y="469356"/>
                  </a:lnTo>
                  <a:lnTo>
                    <a:pt x="76619" y="469709"/>
                  </a:lnTo>
                  <a:lnTo>
                    <a:pt x="71442" y="467857"/>
                  </a:lnTo>
                  <a:lnTo>
                    <a:pt x="65968" y="461071"/>
                  </a:lnTo>
                  <a:lnTo>
                    <a:pt x="63588" y="455076"/>
                  </a:lnTo>
                  <a:lnTo>
                    <a:pt x="62583" y="452137"/>
                  </a:lnTo>
                  <a:lnTo>
                    <a:pt x="62026" y="451674"/>
                  </a:lnTo>
                  <a:lnTo>
                    <a:pt x="60333" y="450265"/>
                  </a:lnTo>
                  <a:lnTo>
                    <a:pt x="59543" y="447435"/>
                  </a:lnTo>
                  <a:lnTo>
                    <a:pt x="56933" y="442777"/>
                  </a:lnTo>
                  <a:lnTo>
                    <a:pt x="56829" y="437160"/>
                  </a:lnTo>
                  <a:lnTo>
                    <a:pt x="59880" y="429939"/>
                  </a:lnTo>
                  <a:lnTo>
                    <a:pt x="60169" y="426573"/>
                  </a:lnTo>
                  <a:lnTo>
                    <a:pt x="59204" y="420727"/>
                  </a:lnTo>
                  <a:lnTo>
                    <a:pt x="59606" y="418504"/>
                  </a:lnTo>
                  <a:lnTo>
                    <a:pt x="57102" y="414993"/>
                  </a:lnTo>
                  <a:lnTo>
                    <a:pt x="56214" y="412098"/>
                  </a:lnTo>
                  <a:lnTo>
                    <a:pt x="57314" y="407406"/>
                  </a:lnTo>
                  <a:lnTo>
                    <a:pt x="59509" y="404735"/>
                  </a:lnTo>
                  <a:lnTo>
                    <a:pt x="60675" y="400180"/>
                  </a:lnTo>
                  <a:lnTo>
                    <a:pt x="61128" y="398408"/>
                  </a:lnTo>
                  <a:lnTo>
                    <a:pt x="61344" y="396487"/>
                  </a:lnTo>
                  <a:lnTo>
                    <a:pt x="61971" y="390913"/>
                  </a:lnTo>
                  <a:lnTo>
                    <a:pt x="65699" y="389242"/>
                  </a:lnTo>
                  <a:lnTo>
                    <a:pt x="70246" y="390078"/>
                  </a:lnTo>
                  <a:lnTo>
                    <a:pt x="70769" y="391584"/>
                  </a:lnTo>
                  <a:lnTo>
                    <a:pt x="70222" y="396191"/>
                  </a:lnTo>
                  <a:lnTo>
                    <a:pt x="71328" y="397325"/>
                  </a:lnTo>
                  <a:lnTo>
                    <a:pt x="70685" y="398468"/>
                  </a:lnTo>
                  <a:lnTo>
                    <a:pt x="68682" y="398520"/>
                  </a:lnTo>
                  <a:lnTo>
                    <a:pt x="68442" y="398526"/>
                  </a:lnTo>
                  <a:lnTo>
                    <a:pt x="68133" y="408933"/>
                  </a:lnTo>
                  <a:lnTo>
                    <a:pt x="75075" y="413992"/>
                  </a:lnTo>
                  <a:lnTo>
                    <a:pt x="78957" y="419985"/>
                  </a:lnTo>
                  <a:lnTo>
                    <a:pt x="81932" y="419238"/>
                  </a:lnTo>
                  <a:lnTo>
                    <a:pt x="83236" y="418910"/>
                  </a:lnTo>
                  <a:lnTo>
                    <a:pt x="82219" y="413800"/>
                  </a:lnTo>
                  <a:lnTo>
                    <a:pt x="82918" y="408624"/>
                  </a:lnTo>
                  <a:lnTo>
                    <a:pt x="82828" y="406124"/>
                  </a:lnTo>
                  <a:lnTo>
                    <a:pt x="80129" y="402575"/>
                  </a:lnTo>
                  <a:lnTo>
                    <a:pt x="78340" y="399554"/>
                  </a:lnTo>
                  <a:lnTo>
                    <a:pt x="78785" y="397058"/>
                  </a:lnTo>
                  <a:lnTo>
                    <a:pt x="75260" y="394064"/>
                  </a:lnTo>
                  <a:lnTo>
                    <a:pt x="74594" y="390909"/>
                  </a:lnTo>
                  <a:lnTo>
                    <a:pt x="77002" y="389728"/>
                  </a:lnTo>
                  <a:lnTo>
                    <a:pt x="76747" y="383842"/>
                  </a:lnTo>
                  <a:lnTo>
                    <a:pt x="76688" y="382461"/>
                  </a:lnTo>
                  <a:lnTo>
                    <a:pt x="73695" y="381955"/>
                  </a:lnTo>
                  <a:lnTo>
                    <a:pt x="71724" y="376799"/>
                  </a:lnTo>
                  <a:lnTo>
                    <a:pt x="76017" y="375944"/>
                  </a:lnTo>
                  <a:lnTo>
                    <a:pt x="76579" y="373383"/>
                  </a:lnTo>
                  <a:lnTo>
                    <a:pt x="79740" y="374048"/>
                  </a:lnTo>
                  <a:lnTo>
                    <a:pt x="84511" y="371618"/>
                  </a:lnTo>
                  <a:lnTo>
                    <a:pt x="84278" y="370742"/>
                  </a:lnTo>
                  <a:lnTo>
                    <a:pt x="83112" y="366334"/>
                  </a:lnTo>
                  <a:lnTo>
                    <a:pt x="77909" y="361388"/>
                  </a:lnTo>
                  <a:lnTo>
                    <a:pt x="77615" y="361438"/>
                  </a:lnTo>
                  <a:lnTo>
                    <a:pt x="70916" y="362566"/>
                  </a:lnTo>
                  <a:lnTo>
                    <a:pt x="70711" y="362601"/>
                  </a:lnTo>
                  <a:lnTo>
                    <a:pt x="68508" y="368915"/>
                  </a:lnTo>
                  <a:lnTo>
                    <a:pt x="70780" y="372838"/>
                  </a:lnTo>
                  <a:lnTo>
                    <a:pt x="67786" y="374688"/>
                  </a:lnTo>
                  <a:lnTo>
                    <a:pt x="66956" y="378549"/>
                  </a:lnTo>
                  <a:lnTo>
                    <a:pt x="68838" y="381674"/>
                  </a:lnTo>
                  <a:lnTo>
                    <a:pt x="69928" y="385692"/>
                  </a:lnTo>
                  <a:lnTo>
                    <a:pt x="65068" y="386706"/>
                  </a:lnTo>
                  <a:lnTo>
                    <a:pt x="61595" y="385403"/>
                  </a:lnTo>
                  <a:lnTo>
                    <a:pt x="58353" y="380400"/>
                  </a:lnTo>
                  <a:lnTo>
                    <a:pt x="53957" y="376284"/>
                  </a:lnTo>
                  <a:lnTo>
                    <a:pt x="52082" y="376921"/>
                  </a:lnTo>
                  <a:lnTo>
                    <a:pt x="49580" y="372400"/>
                  </a:lnTo>
                  <a:lnTo>
                    <a:pt x="47674" y="368099"/>
                  </a:lnTo>
                  <a:lnTo>
                    <a:pt x="44673" y="363581"/>
                  </a:lnTo>
                  <a:lnTo>
                    <a:pt x="39547" y="360725"/>
                  </a:lnTo>
                  <a:lnTo>
                    <a:pt x="36385" y="363430"/>
                  </a:lnTo>
                  <a:lnTo>
                    <a:pt x="34190" y="361793"/>
                  </a:lnTo>
                  <a:lnTo>
                    <a:pt x="39969" y="353431"/>
                  </a:lnTo>
                  <a:lnTo>
                    <a:pt x="41849" y="348233"/>
                  </a:lnTo>
                  <a:lnTo>
                    <a:pt x="41040" y="342340"/>
                  </a:lnTo>
                  <a:lnTo>
                    <a:pt x="41894" y="339325"/>
                  </a:lnTo>
                  <a:lnTo>
                    <a:pt x="41300" y="337091"/>
                  </a:lnTo>
                  <a:lnTo>
                    <a:pt x="41265" y="336961"/>
                  </a:lnTo>
                  <a:lnTo>
                    <a:pt x="38088" y="335829"/>
                  </a:lnTo>
                  <a:lnTo>
                    <a:pt x="37919" y="332500"/>
                  </a:lnTo>
                  <a:lnTo>
                    <a:pt x="38048" y="327473"/>
                  </a:lnTo>
                  <a:lnTo>
                    <a:pt x="34683" y="318766"/>
                  </a:lnTo>
                  <a:lnTo>
                    <a:pt x="30070" y="314116"/>
                  </a:lnTo>
                  <a:lnTo>
                    <a:pt x="25968" y="307923"/>
                  </a:lnTo>
                  <a:lnTo>
                    <a:pt x="25532" y="304929"/>
                  </a:lnTo>
                  <a:lnTo>
                    <a:pt x="21909" y="294424"/>
                  </a:lnTo>
                  <a:lnTo>
                    <a:pt x="18146" y="289440"/>
                  </a:lnTo>
                  <a:lnTo>
                    <a:pt x="17046" y="286757"/>
                  </a:lnTo>
                  <a:lnTo>
                    <a:pt x="15741" y="283568"/>
                  </a:lnTo>
                  <a:lnTo>
                    <a:pt x="12487" y="278408"/>
                  </a:lnTo>
                  <a:lnTo>
                    <a:pt x="11783" y="275566"/>
                  </a:lnTo>
                  <a:lnTo>
                    <a:pt x="9455" y="271134"/>
                  </a:lnTo>
                  <a:lnTo>
                    <a:pt x="8988" y="267157"/>
                  </a:lnTo>
                  <a:lnTo>
                    <a:pt x="13261" y="262341"/>
                  </a:lnTo>
                  <a:lnTo>
                    <a:pt x="13715" y="252918"/>
                  </a:lnTo>
                  <a:lnTo>
                    <a:pt x="12462" y="246263"/>
                  </a:lnTo>
                  <a:lnTo>
                    <a:pt x="12164" y="239031"/>
                  </a:lnTo>
                  <a:lnTo>
                    <a:pt x="12586" y="230931"/>
                  </a:lnTo>
                  <a:lnTo>
                    <a:pt x="15295" y="223863"/>
                  </a:lnTo>
                  <a:lnTo>
                    <a:pt x="20896" y="215773"/>
                  </a:lnTo>
                  <a:lnTo>
                    <a:pt x="21508" y="209640"/>
                  </a:lnTo>
                  <a:lnTo>
                    <a:pt x="22333" y="204127"/>
                  </a:lnTo>
                  <a:lnTo>
                    <a:pt x="20903" y="200115"/>
                  </a:lnTo>
                  <a:lnTo>
                    <a:pt x="22083" y="190445"/>
                  </a:lnTo>
                  <a:lnTo>
                    <a:pt x="19260" y="186740"/>
                  </a:lnTo>
                  <a:lnTo>
                    <a:pt x="17672" y="180797"/>
                  </a:lnTo>
                  <a:lnTo>
                    <a:pt x="15104" y="172749"/>
                  </a:lnTo>
                  <a:lnTo>
                    <a:pt x="14715" y="171523"/>
                  </a:lnTo>
                  <a:lnTo>
                    <a:pt x="12813" y="170208"/>
                  </a:lnTo>
                  <a:lnTo>
                    <a:pt x="13039" y="165013"/>
                  </a:lnTo>
                  <a:lnTo>
                    <a:pt x="10606" y="160777"/>
                  </a:lnTo>
                  <a:lnTo>
                    <a:pt x="7916" y="158644"/>
                  </a:lnTo>
                  <a:lnTo>
                    <a:pt x="4760" y="152720"/>
                  </a:lnTo>
                  <a:lnTo>
                    <a:pt x="868" y="146013"/>
                  </a:lnTo>
                  <a:lnTo>
                    <a:pt x="0" y="144176"/>
                  </a:lnTo>
                  <a:lnTo>
                    <a:pt x="2374" y="138410"/>
                  </a:lnTo>
                  <a:lnTo>
                    <a:pt x="2667" y="134494"/>
                  </a:lnTo>
                  <a:lnTo>
                    <a:pt x="1434" y="1282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040472" y="2821566"/>
              <a:ext cx="8207" cy="14042"/>
            </a:xfrm>
            <a:custGeom>
              <a:avLst/>
              <a:pathLst>
                <a:path w="8207" h="14042">
                  <a:moveTo>
                    <a:pt x="347" y="3488"/>
                  </a:moveTo>
                  <a:lnTo>
                    <a:pt x="5875" y="0"/>
                  </a:lnTo>
                  <a:lnTo>
                    <a:pt x="8207" y="2926"/>
                  </a:lnTo>
                  <a:lnTo>
                    <a:pt x="5326" y="8717"/>
                  </a:lnTo>
                  <a:lnTo>
                    <a:pt x="4204" y="14042"/>
                  </a:lnTo>
                  <a:lnTo>
                    <a:pt x="0" y="96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91865" y="2714622"/>
              <a:ext cx="16325" cy="12762"/>
            </a:xfrm>
            <a:custGeom>
              <a:avLst/>
              <a:pathLst>
                <a:path w="16325" h="12762">
                  <a:moveTo>
                    <a:pt x="0" y="3507"/>
                  </a:moveTo>
                  <a:lnTo>
                    <a:pt x="2049" y="2232"/>
                  </a:lnTo>
                  <a:lnTo>
                    <a:pt x="7157" y="0"/>
                  </a:lnTo>
                  <a:lnTo>
                    <a:pt x="12622" y="912"/>
                  </a:lnTo>
                  <a:lnTo>
                    <a:pt x="13775" y="2505"/>
                  </a:lnTo>
                  <a:lnTo>
                    <a:pt x="16325" y="7134"/>
                  </a:lnTo>
                  <a:lnTo>
                    <a:pt x="15859" y="9458"/>
                  </a:lnTo>
                  <a:lnTo>
                    <a:pt x="14589" y="11389"/>
                  </a:lnTo>
                  <a:lnTo>
                    <a:pt x="9471" y="12762"/>
                  </a:lnTo>
                  <a:lnTo>
                    <a:pt x="6459" y="8771"/>
                  </a:lnTo>
                  <a:lnTo>
                    <a:pt x="4233" y="6456"/>
                  </a:lnTo>
                  <a:lnTo>
                    <a:pt x="752" y="53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77757" y="2721076"/>
              <a:ext cx="363104" cy="388634"/>
            </a:xfrm>
            <a:custGeom>
              <a:avLst/>
              <a:pathLst>
                <a:path w="363104" h="388634">
                  <a:moveTo>
                    <a:pt x="35" y="130016"/>
                  </a:moveTo>
                  <a:lnTo>
                    <a:pt x="518" y="123741"/>
                  </a:lnTo>
                  <a:lnTo>
                    <a:pt x="2164" y="122343"/>
                  </a:lnTo>
                  <a:lnTo>
                    <a:pt x="3001" y="121632"/>
                  </a:lnTo>
                  <a:lnTo>
                    <a:pt x="5586" y="116716"/>
                  </a:lnTo>
                  <a:lnTo>
                    <a:pt x="6261" y="112675"/>
                  </a:lnTo>
                  <a:lnTo>
                    <a:pt x="8198" y="108245"/>
                  </a:lnTo>
                  <a:lnTo>
                    <a:pt x="11805" y="104349"/>
                  </a:lnTo>
                  <a:lnTo>
                    <a:pt x="16196" y="102030"/>
                  </a:lnTo>
                  <a:lnTo>
                    <a:pt x="18110" y="99757"/>
                  </a:lnTo>
                  <a:lnTo>
                    <a:pt x="22490" y="99100"/>
                  </a:lnTo>
                  <a:lnTo>
                    <a:pt x="23645" y="96418"/>
                  </a:lnTo>
                  <a:lnTo>
                    <a:pt x="26938" y="94588"/>
                  </a:lnTo>
                  <a:lnTo>
                    <a:pt x="29439" y="94689"/>
                  </a:lnTo>
                  <a:lnTo>
                    <a:pt x="29950" y="91437"/>
                  </a:lnTo>
                  <a:lnTo>
                    <a:pt x="32427" y="89247"/>
                  </a:lnTo>
                  <a:lnTo>
                    <a:pt x="31741" y="82026"/>
                  </a:lnTo>
                  <a:lnTo>
                    <a:pt x="31022" y="74476"/>
                  </a:lnTo>
                  <a:lnTo>
                    <a:pt x="29611" y="59397"/>
                  </a:lnTo>
                  <a:lnTo>
                    <a:pt x="28972" y="52574"/>
                  </a:lnTo>
                  <a:lnTo>
                    <a:pt x="27562" y="37980"/>
                  </a:lnTo>
                  <a:lnTo>
                    <a:pt x="32717" y="37349"/>
                  </a:lnTo>
                  <a:lnTo>
                    <a:pt x="33789" y="34565"/>
                  </a:lnTo>
                  <a:lnTo>
                    <a:pt x="35843" y="31169"/>
                  </a:lnTo>
                  <a:lnTo>
                    <a:pt x="38382" y="30669"/>
                  </a:lnTo>
                  <a:lnTo>
                    <a:pt x="41534" y="32459"/>
                  </a:lnTo>
                  <a:lnTo>
                    <a:pt x="43685" y="32601"/>
                  </a:lnTo>
                  <a:lnTo>
                    <a:pt x="47076" y="34365"/>
                  </a:lnTo>
                  <a:lnTo>
                    <a:pt x="51469" y="33247"/>
                  </a:lnTo>
                  <a:lnTo>
                    <a:pt x="55455" y="32844"/>
                  </a:lnTo>
                  <a:lnTo>
                    <a:pt x="65435" y="27894"/>
                  </a:lnTo>
                  <a:lnTo>
                    <a:pt x="69458" y="25471"/>
                  </a:lnTo>
                  <a:lnTo>
                    <a:pt x="70822" y="25328"/>
                  </a:lnTo>
                  <a:lnTo>
                    <a:pt x="73216" y="25076"/>
                  </a:lnTo>
                  <a:lnTo>
                    <a:pt x="78811" y="21647"/>
                  </a:lnTo>
                  <a:lnTo>
                    <a:pt x="81759" y="20582"/>
                  </a:lnTo>
                  <a:lnTo>
                    <a:pt x="84215" y="17791"/>
                  </a:lnTo>
                  <a:lnTo>
                    <a:pt x="87566" y="16540"/>
                  </a:lnTo>
                  <a:lnTo>
                    <a:pt x="89948" y="13644"/>
                  </a:lnTo>
                  <a:lnTo>
                    <a:pt x="92774" y="15274"/>
                  </a:lnTo>
                  <a:lnTo>
                    <a:pt x="94729" y="12836"/>
                  </a:lnTo>
                  <a:lnTo>
                    <a:pt x="97191" y="11728"/>
                  </a:lnTo>
                  <a:lnTo>
                    <a:pt x="100089" y="9328"/>
                  </a:lnTo>
                  <a:lnTo>
                    <a:pt x="102820" y="7035"/>
                  </a:lnTo>
                  <a:lnTo>
                    <a:pt x="101974" y="2141"/>
                  </a:lnTo>
                  <a:lnTo>
                    <a:pt x="105636" y="0"/>
                  </a:lnTo>
                  <a:lnTo>
                    <a:pt x="110246" y="2936"/>
                  </a:lnTo>
                  <a:lnTo>
                    <a:pt x="113242" y="4690"/>
                  </a:lnTo>
                  <a:lnTo>
                    <a:pt x="117303" y="8138"/>
                  </a:lnTo>
                  <a:lnTo>
                    <a:pt x="114849" y="14685"/>
                  </a:lnTo>
                  <a:lnTo>
                    <a:pt x="111746" y="20106"/>
                  </a:lnTo>
                  <a:lnTo>
                    <a:pt x="110829" y="22471"/>
                  </a:lnTo>
                  <a:lnTo>
                    <a:pt x="112907" y="25789"/>
                  </a:lnTo>
                  <a:lnTo>
                    <a:pt x="109607" y="29791"/>
                  </a:lnTo>
                  <a:lnTo>
                    <a:pt x="108977" y="33483"/>
                  </a:lnTo>
                  <a:lnTo>
                    <a:pt x="107853" y="35793"/>
                  </a:lnTo>
                  <a:lnTo>
                    <a:pt x="109715" y="36024"/>
                  </a:lnTo>
                  <a:lnTo>
                    <a:pt x="111363" y="36227"/>
                  </a:lnTo>
                  <a:lnTo>
                    <a:pt x="115156" y="32886"/>
                  </a:lnTo>
                  <a:lnTo>
                    <a:pt x="117105" y="31880"/>
                  </a:lnTo>
                  <a:lnTo>
                    <a:pt x="119238" y="29754"/>
                  </a:lnTo>
                  <a:lnTo>
                    <a:pt x="119841" y="25634"/>
                  </a:lnTo>
                  <a:lnTo>
                    <a:pt x="124720" y="29201"/>
                  </a:lnTo>
                  <a:lnTo>
                    <a:pt x="131157" y="33769"/>
                  </a:lnTo>
                  <a:lnTo>
                    <a:pt x="132154" y="33533"/>
                  </a:lnTo>
                  <a:lnTo>
                    <a:pt x="134658" y="32938"/>
                  </a:lnTo>
                  <a:lnTo>
                    <a:pt x="139019" y="34896"/>
                  </a:lnTo>
                  <a:lnTo>
                    <a:pt x="140129" y="34357"/>
                  </a:lnTo>
                  <a:lnTo>
                    <a:pt x="142312" y="36953"/>
                  </a:lnTo>
                  <a:lnTo>
                    <a:pt x="145399" y="34852"/>
                  </a:lnTo>
                  <a:lnTo>
                    <a:pt x="148516" y="37509"/>
                  </a:lnTo>
                  <a:lnTo>
                    <a:pt x="152938" y="38635"/>
                  </a:lnTo>
                  <a:lnTo>
                    <a:pt x="157170" y="45121"/>
                  </a:lnTo>
                  <a:lnTo>
                    <a:pt x="160327" y="52106"/>
                  </a:lnTo>
                  <a:lnTo>
                    <a:pt x="172166" y="53886"/>
                  </a:lnTo>
                  <a:lnTo>
                    <a:pt x="190171" y="56536"/>
                  </a:lnTo>
                  <a:lnTo>
                    <a:pt x="224101" y="61316"/>
                  </a:lnTo>
                  <a:lnTo>
                    <a:pt x="230614" y="64131"/>
                  </a:lnTo>
                  <a:lnTo>
                    <a:pt x="234408" y="65766"/>
                  </a:lnTo>
                  <a:lnTo>
                    <a:pt x="242259" y="69136"/>
                  </a:lnTo>
                  <a:lnTo>
                    <a:pt x="246501" y="68036"/>
                  </a:lnTo>
                  <a:lnTo>
                    <a:pt x="250060" y="68668"/>
                  </a:lnTo>
                  <a:lnTo>
                    <a:pt x="250317" y="68714"/>
                  </a:lnTo>
                  <a:lnTo>
                    <a:pt x="251898" y="70634"/>
                  </a:lnTo>
                  <a:lnTo>
                    <a:pt x="254560" y="70137"/>
                  </a:lnTo>
                  <a:lnTo>
                    <a:pt x="255407" y="67848"/>
                  </a:lnTo>
                  <a:lnTo>
                    <a:pt x="259360" y="66778"/>
                  </a:lnTo>
                  <a:lnTo>
                    <a:pt x="266875" y="69332"/>
                  </a:lnTo>
                  <a:lnTo>
                    <a:pt x="268502" y="68036"/>
                  </a:lnTo>
                  <a:lnTo>
                    <a:pt x="273146" y="70215"/>
                  </a:lnTo>
                  <a:lnTo>
                    <a:pt x="276887" y="69345"/>
                  </a:lnTo>
                  <a:lnTo>
                    <a:pt x="281184" y="70116"/>
                  </a:lnTo>
                  <a:lnTo>
                    <a:pt x="285261" y="71715"/>
                  </a:lnTo>
                  <a:lnTo>
                    <a:pt x="288348" y="75382"/>
                  </a:lnTo>
                  <a:lnTo>
                    <a:pt x="285377" y="80599"/>
                  </a:lnTo>
                  <a:lnTo>
                    <a:pt x="287447" y="82314"/>
                  </a:lnTo>
                  <a:lnTo>
                    <a:pt x="290541" y="83080"/>
                  </a:lnTo>
                  <a:lnTo>
                    <a:pt x="291083" y="83214"/>
                  </a:lnTo>
                  <a:lnTo>
                    <a:pt x="294077" y="81623"/>
                  </a:lnTo>
                  <a:lnTo>
                    <a:pt x="296224" y="84082"/>
                  </a:lnTo>
                  <a:lnTo>
                    <a:pt x="301582" y="84084"/>
                  </a:lnTo>
                  <a:lnTo>
                    <a:pt x="304816" y="86436"/>
                  </a:lnTo>
                  <a:lnTo>
                    <a:pt x="306752" y="87841"/>
                  </a:lnTo>
                  <a:lnTo>
                    <a:pt x="308592" y="90185"/>
                  </a:lnTo>
                  <a:lnTo>
                    <a:pt x="306239" y="92381"/>
                  </a:lnTo>
                  <a:lnTo>
                    <a:pt x="309651" y="95759"/>
                  </a:lnTo>
                  <a:lnTo>
                    <a:pt x="309526" y="98818"/>
                  </a:lnTo>
                  <a:lnTo>
                    <a:pt x="309171" y="103324"/>
                  </a:lnTo>
                  <a:lnTo>
                    <a:pt x="309757" y="107802"/>
                  </a:lnTo>
                  <a:lnTo>
                    <a:pt x="307622" y="110694"/>
                  </a:lnTo>
                  <a:lnTo>
                    <a:pt x="307725" y="115203"/>
                  </a:lnTo>
                  <a:lnTo>
                    <a:pt x="307848" y="118736"/>
                  </a:lnTo>
                  <a:lnTo>
                    <a:pt x="311655" y="118105"/>
                  </a:lnTo>
                  <a:lnTo>
                    <a:pt x="314633" y="117522"/>
                  </a:lnTo>
                  <a:lnTo>
                    <a:pt x="316922" y="114619"/>
                  </a:lnTo>
                  <a:lnTo>
                    <a:pt x="320111" y="115463"/>
                  </a:lnTo>
                  <a:lnTo>
                    <a:pt x="320201" y="120094"/>
                  </a:lnTo>
                  <a:lnTo>
                    <a:pt x="318477" y="126665"/>
                  </a:lnTo>
                  <a:lnTo>
                    <a:pt x="317276" y="131119"/>
                  </a:lnTo>
                  <a:lnTo>
                    <a:pt x="320730" y="134713"/>
                  </a:lnTo>
                  <a:lnTo>
                    <a:pt x="324163" y="138097"/>
                  </a:lnTo>
                  <a:lnTo>
                    <a:pt x="327834" y="138513"/>
                  </a:lnTo>
                  <a:lnTo>
                    <a:pt x="326343" y="143187"/>
                  </a:lnTo>
                  <a:lnTo>
                    <a:pt x="326975" y="149143"/>
                  </a:lnTo>
                  <a:lnTo>
                    <a:pt x="322979" y="149993"/>
                  </a:lnTo>
                  <a:lnTo>
                    <a:pt x="319101" y="151605"/>
                  </a:lnTo>
                  <a:lnTo>
                    <a:pt x="316147" y="152830"/>
                  </a:lnTo>
                  <a:lnTo>
                    <a:pt x="314680" y="155681"/>
                  </a:lnTo>
                  <a:lnTo>
                    <a:pt x="315647" y="159997"/>
                  </a:lnTo>
                  <a:lnTo>
                    <a:pt x="314863" y="161553"/>
                  </a:lnTo>
                  <a:lnTo>
                    <a:pt x="312329" y="165395"/>
                  </a:lnTo>
                  <a:lnTo>
                    <a:pt x="310881" y="171163"/>
                  </a:lnTo>
                  <a:lnTo>
                    <a:pt x="308771" y="174658"/>
                  </a:lnTo>
                  <a:lnTo>
                    <a:pt x="308457" y="178473"/>
                  </a:lnTo>
                  <a:lnTo>
                    <a:pt x="308355" y="179695"/>
                  </a:lnTo>
                  <a:lnTo>
                    <a:pt x="309266" y="184407"/>
                  </a:lnTo>
                  <a:lnTo>
                    <a:pt x="307129" y="187977"/>
                  </a:lnTo>
                  <a:lnTo>
                    <a:pt x="309748" y="190541"/>
                  </a:lnTo>
                  <a:lnTo>
                    <a:pt x="313661" y="190798"/>
                  </a:lnTo>
                  <a:lnTo>
                    <a:pt x="315844" y="186533"/>
                  </a:lnTo>
                  <a:lnTo>
                    <a:pt x="317362" y="183265"/>
                  </a:lnTo>
                  <a:lnTo>
                    <a:pt x="322582" y="179738"/>
                  </a:lnTo>
                  <a:lnTo>
                    <a:pt x="323242" y="178360"/>
                  </a:lnTo>
                  <a:lnTo>
                    <a:pt x="323856" y="177077"/>
                  </a:lnTo>
                  <a:lnTo>
                    <a:pt x="324390" y="176119"/>
                  </a:lnTo>
                  <a:lnTo>
                    <a:pt x="325265" y="174546"/>
                  </a:lnTo>
                  <a:lnTo>
                    <a:pt x="324785" y="171845"/>
                  </a:lnTo>
                  <a:lnTo>
                    <a:pt x="328365" y="164719"/>
                  </a:lnTo>
                  <a:lnTo>
                    <a:pt x="331627" y="159511"/>
                  </a:lnTo>
                  <a:lnTo>
                    <a:pt x="334621" y="158545"/>
                  </a:lnTo>
                  <a:lnTo>
                    <a:pt x="335426" y="157341"/>
                  </a:lnTo>
                  <a:lnTo>
                    <a:pt x="339391" y="155257"/>
                  </a:lnTo>
                  <a:lnTo>
                    <a:pt x="341972" y="150568"/>
                  </a:lnTo>
                  <a:lnTo>
                    <a:pt x="344362" y="143171"/>
                  </a:lnTo>
                  <a:lnTo>
                    <a:pt x="347784" y="136609"/>
                  </a:lnTo>
                  <a:lnTo>
                    <a:pt x="348222" y="128917"/>
                  </a:lnTo>
                  <a:lnTo>
                    <a:pt x="351970" y="127803"/>
                  </a:lnTo>
                  <a:lnTo>
                    <a:pt x="354700" y="124103"/>
                  </a:lnTo>
                  <a:lnTo>
                    <a:pt x="354823" y="119892"/>
                  </a:lnTo>
                  <a:lnTo>
                    <a:pt x="357415" y="116291"/>
                  </a:lnTo>
                  <a:lnTo>
                    <a:pt x="359780" y="115337"/>
                  </a:lnTo>
                  <a:lnTo>
                    <a:pt x="362273" y="115692"/>
                  </a:lnTo>
                  <a:lnTo>
                    <a:pt x="363104" y="121182"/>
                  </a:lnTo>
                  <a:lnTo>
                    <a:pt x="359709" y="125320"/>
                  </a:lnTo>
                  <a:lnTo>
                    <a:pt x="360339" y="129831"/>
                  </a:lnTo>
                  <a:lnTo>
                    <a:pt x="360060" y="134818"/>
                  </a:lnTo>
                  <a:lnTo>
                    <a:pt x="356356" y="141341"/>
                  </a:lnTo>
                  <a:lnTo>
                    <a:pt x="354267" y="147400"/>
                  </a:lnTo>
                  <a:lnTo>
                    <a:pt x="354032" y="152953"/>
                  </a:lnTo>
                  <a:lnTo>
                    <a:pt x="350503" y="158196"/>
                  </a:lnTo>
                  <a:lnTo>
                    <a:pt x="348724" y="163966"/>
                  </a:lnTo>
                  <a:lnTo>
                    <a:pt x="346570" y="172806"/>
                  </a:lnTo>
                  <a:lnTo>
                    <a:pt x="345569" y="176895"/>
                  </a:lnTo>
                  <a:lnTo>
                    <a:pt x="343397" y="181220"/>
                  </a:lnTo>
                  <a:lnTo>
                    <a:pt x="341907" y="192589"/>
                  </a:lnTo>
                  <a:lnTo>
                    <a:pt x="340934" y="204548"/>
                  </a:lnTo>
                  <a:lnTo>
                    <a:pt x="340889" y="205098"/>
                  </a:lnTo>
                  <a:lnTo>
                    <a:pt x="343161" y="210192"/>
                  </a:lnTo>
                  <a:lnTo>
                    <a:pt x="344699" y="214310"/>
                  </a:lnTo>
                  <a:lnTo>
                    <a:pt x="343371" y="219049"/>
                  </a:lnTo>
                  <a:lnTo>
                    <a:pt x="339977" y="222056"/>
                  </a:lnTo>
                  <a:lnTo>
                    <a:pt x="337275" y="226886"/>
                  </a:lnTo>
                  <a:lnTo>
                    <a:pt x="336085" y="237345"/>
                  </a:lnTo>
                  <a:lnTo>
                    <a:pt x="335207" y="244013"/>
                  </a:lnTo>
                  <a:lnTo>
                    <a:pt x="334985" y="245685"/>
                  </a:lnTo>
                  <a:lnTo>
                    <a:pt x="336405" y="251075"/>
                  </a:lnTo>
                  <a:lnTo>
                    <a:pt x="338592" y="254560"/>
                  </a:lnTo>
                  <a:lnTo>
                    <a:pt x="338677" y="258486"/>
                  </a:lnTo>
                  <a:lnTo>
                    <a:pt x="339364" y="262222"/>
                  </a:lnTo>
                  <a:lnTo>
                    <a:pt x="335639" y="273110"/>
                  </a:lnTo>
                  <a:lnTo>
                    <a:pt x="335842" y="274855"/>
                  </a:lnTo>
                  <a:lnTo>
                    <a:pt x="336351" y="279228"/>
                  </a:lnTo>
                  <a:lnTo>
                    <a:pt x="334293" y="285926"/>
                  </a:lnTo>
                  <a:lnTo>
                    <a:pt x="332715" y="296174"/>
                  </a:lnTo>
                  <a:lnTo>
                    <a:pt x="333678" y="305820"/>
                  </a:lnTo>
                  <a:lnTo>
                    <a:pt x="333723" y="306253"/>
                  </a:lnTo>
                  <a:lnTo>
                    <a:pt x="334319" y="312029"/>
                  </a:lnTo>
                  <a:lnTo>
                    <a:pt x="337008" y="317072"/>
                  </a:lnTo>
                  <a:lnTo>
                    <a:pt x="336013" y="321525"/>
                  </a:lnTo>
                  <a:lnTo>
                    <a:pt x="337805" y="323929"/>
                  </a:lnTo>
                  <a:lnTo>
                    <a:pt x="340272" y="327235"/>
                  </a:lnTo>
                  <a:lnTo>
                    <a:pt x="341876" y="334733"/>
                  </a:lnTo>
                  <a:lnTo>
                    <a:pt x="342927" y="335854"/>
                  </a:lnTo>
                  <a:lnTo>
                    <a:pt x="347103" y="340306"/>
                  </a:lnTo>
                  <a:lnTo>
                    <a:pt x="347012" y="347766"/>
                  </a:lnTo>
                  <a:lnTo>
                    <a:pt x="346353" y="350745"/>
                  </a:lnTo>
                  <a:lnTo>
                    <a:pt x="345860" y="352971"/>
                  </a:lnTo>
                  <a:lnTo>
                    <a:pt x="346772" y="358572"/>
                  </a:lnTo>
                  <a:lnTo>
                    <a:pt x="348693" y="366014"/>
                  </a:lnTo>
                  <a:lnTo>
                    <a:pt x="323288" y="369440"/>
                  </a:lnTo>
                  <a:lnTo>
                    <a:pt x="322172" y="369587"/>
                  </a:lnTo>
                  <a:lnTo>
                    <a:pt x="316593" y="370424"/>
                  </a:lnTo>
                  <a:lnTo>
                    <a:pt x="305980" y="371998"/>
                  </a:lnTo>
                  <a:lnTo>
                    <a:pt x="303736" y="372328"/>
                  </a:lnTo>
                  <a:lnTo>
                    <a:pt x="290989" y="374234"/>
                  </a:lnTo>
                  <a:lnTo>
                    <a:pt x="286579" y="374798"/>
                  </a:lnTo>
                  <a:lnTo>
                    <a:pt x="276133" y="376118"/>
                  </a:lnTo>
                  <a:lnTo>
                    <a:pt x="269593" y="376933"/>
                  </a:lnTo>
                  <a:lnTo>
                    <a:pt x="268026" y="377119"/>
                  </a:lnTo>
                  <a:lnTo>
                    <a:pt x="248974" y="379344"/>
                  </a:lnTo>
                  <a:lnTo>
                    <a:pt x="246699" y="379604"/>
                  </a:lnTo>
                  <a:lnTo>
                    <a:pt x="240835" y="380272"/>
                  </a:lnTo>
                  <a:lnTo>
                    <a:pt x="218834" y="382771"/>
                  </a:lnTo>
                  <a:lnTo>
                    <a:pt x="213154" y="383402"/>
                  </a:lnTo>
                  <a:lnTo>
                    <a:pt x="194196" y="385543"/>
                  </a:lnTo>
                  <a:lnTo>
                    <a:pt x="181228" y="387138"/>
                  </a:lnTo>
                  <a:lnTo>
                    <a:pt x="180550" y="387220"/>
                  </a:lnTo>
                  <a:lnTo>
                    <a:pt x="167389" y="388634"/>
                  </a:lnTo>
                  <a:lnTo>
                    <a:pt x="164817" y="382931"/>
                  </a:lnTo>
                  <a:lnTo>
                    <a:pt x="162538" y="378804"/>
                  </a:lnTo>
                  <a:lnTo>
                    <a:pt x="159623" y="377453"/>
                  </a:lnTo>
                  <a:lnTo>
                    <a:pt x="152500" y="376564"/>
                  </a:lnTo>
                  <a:lnTo>
                    <a:pt x="149576" y="376056"/>
                  </a:lnTo>
                  <a:lnTo>
                    <a:pt x="146642" y="375545"/>
                  </a:lnTo>
                  <a:lnTo>
                    <a:pt x="141483" y="372974"/>
                  </a:lnTo>
                  <a:lnTo>
                    <a:pt x="137554" y="368485"/>
                  </a:lnTo>
                  <a:lnTo>
                    <a:pt x="134937" y="360947"/>
                  </a:lnTo>
                  <a:lnTo>
                    <a:pt x="132081" y="357797"/>
                  </a:lnTo>
                  <a:lnTo>
                    <a:pt x="130301" y="351656"/>
                  </a:lnTo>
                  <a:lnTo>
                    <a:pt x="129966" y="350663"/>
                  </a:lnTo>
                  <a:lnTo>
                    <a:pt x="128502" y="346314"/>
                  </a:lnTo>
                  <a:lnTo>
                    <a:pt x="128102" y="342702"/>
                  </a:lnTo>
                  <a:lnTo>
                    <a:pt x="127577" y="337972"/>
                  </a:lnTo>
                  <a:lnTo>
                    <a:pt x="129807" y="334232"/>
                  </a:lnTo>
                  <a:lnTo>
                    <a:pt x="132316" y="329779"/>
                  </a:lnTo>
                  <a:lnTo>
                    <a:pt x="133881" y="326784"/>
                  </a:lnTo>
                  <a:lnTo>
                    <a:pt x="130207" y="321936"/>
                  </a:lnTo>
                  <a:lnTo>
                    <a:pt x="127008" y="320422"/>
                  </a:lnTo>
                  <a:lnTo>
                    <a:pt x="123333" y="317405"/>
                  </a:lnTo>
                  <a:lnTo>
                    <a:pt x="123562" y="314795"/>
                  </a:lnTo>
                  <a:lnTo>
                    <a:pt x="122701" y="313445"/>
                  </a:lnTo>
                  <a:lnTo>
                    <a:pt x="121048" y="310852"/>
                  </a:lnTo>
                  <a:lnTo>
                    <a:pt x="121505" y="306438"/>
                  </a:lnTo>
                  <a:lnTo>
                    <a:pt x="119960" y="300949"/>
                  </a:lnTo>
                  <a:lnTo>
                    <a:pt x="118367" y="297996"/>
                  </a:lnTo>
                  <a:lnTo>
                    <a:pt x="116479" y="292370"/>
                  </a:lnTo>
                  <a:lnTo>
                    <a:pt x="116952" y="287124"/>
                  </a:lnTo>
                  <a:lnTo>
                    <a:pt x="117330" y="282914"/>
                  </a:lnTo>
                  <a:lnTo>
                    <a:pt x="113909" y="276771"/>
                  </a:lnTo>
                  <a:lnTo>
                    <a:pt x="113648" y="276300"/>
                  </a:lnTo>
                  <a:lnTo>
                    <a:pt x="108901" y="271135"/>
                  </a:lnTo>
                  <a:lnTo>
                    <a:pt x="104157" y="265740"/>
                  </a:lnTo>
                  <a:lnTo>
                    <a:pt x="102941" y="264355"/>
                  </a:lnTo>
                  <a:lnTo>
                    <a:pt x="95331" y="263158"/>
                  </a:lnTo>
                  <a:lnTo>
                    <a:pt x="94429" y="263015"/>
                  </a:lnTo>
                  <a:lnTo>
                    <a:pt x="89444" y="260260"/>
                  </a:lnTo>
                  <a:lnTo>
                    <a:pt x="84432" y="255082"/>
                  </a:lnTo>
                  <a:lnTo>
                    <a:pt x="78005" y="252626"/>
                  </a:lnTo>
                  <a:lnTo>
                    <a:pt x="75403" y="249988"/>
                  </a:lnTo>
                  <a:lnTo>
                    <a:pt x="72732" y="247279"/>
                  </a:lnTo>
                  <a:lnTo>
                    <a:pt x="70521" y="239854"/>
                  </a:lnTo>
                  <a:lnTo>
                    <a:pt x="67198" y="236316"/>
                  </a:lnTo>
                  <a:lnTo>
                    <a:pt x="59331" y="233357"/>
                  </a:lnTo>
                  <a:lnTo>
                    <a:pt x="57605" y="232706"/>
                  </a:lnTo>
                  <a:lnTo>
                    <a:pt x="49813" y="230694"/>
                  </a:lnTo>
                  <a:lnTo>
                    <a:pt x="48941" y="230003"/>
                  </a:lnTo>
                  <a:lnTo>
                    <a:pt x="45853" y="227556"/>
                  </a:lnTo>
                  <a:lnTo>
                    <a:pt x="43992" y="223117"/>
                  </a:lnTo>
                  <a:lnTo>
                    <a:pt x="43804" y="223024"/>
                  </a:lnTo>
                  <a:lnTo>
                    <a:pt x="40883" y="221574"/>
                  </a:lnTo>
                  <a:lnTo>
                    <a:pt x="38550" y="221850"/>
                  </a:lnTo>
                  <a:lnTo>
                    <a:pt x="29109" y="221025"/>
                  </a:lnTo>
                  <a:lnTo>
                    <a:pt x="24576" y="218353"/>
                  </a:lnTo>
                  <a:lnTo>
                    <a:pt x="19122" y="212126"/>
                  </a:lnTo>
                  <a:lnTo>
                    <a:pt x="16752" y="210102"/>
                  </a:lnTo>
                  <a:lnTo>
                    <a:pt x="12659" y="206600"/>
                  </a:lnTo>
                  <a:lnTo>
                    <a:pt x="11789" y="205854"/>
                  </a:lnTo>
                  <a:lnTo>
                    <a:pt x="13386" y="198161"/>
                  </a:lnTo>
                  <a:lnTo>
                    <a:pt x="13423" y="197490"/>
                  </a:lnTo>
                  <a:lnTo>
                    <a:pt x="13801" y="190468"/>
                  </a:lnTo>
                  <a:lnTo>
                    <a:pt x="12487" y="183483"/>
                  </a:lnTo>
                  <a:lnTo>
                    <a:pt x="9635" y="179969"/>
                  </a:lnTo>
                  <a:lnTo>
                    <a:pt x="10366" y="179013"/>
                  </a:lnTo>
                  <a:lnTo>
                    <a:pt x="13090" y="175446"/>
                  </a:lnTo>
                  <a:lnTo>
                    <a:pt x="10831" y="168475"/>
                  </a:lnTo>
                  <a:lnTo>
                    <a:pt x="10766" y="167171"/>
                  </a:lnTo>
                  <a:lnTo>
                    <a:pt x="10439" y="160623"/>
                  </a:lnTo>
                  <a:lnTo>
                    <a:pt x="11183" y="159580"/>
                  </a:lnTo>
                  <a:lnTo>
                    <a:pt x="13879" y="155797"/>
                  </a:lnTo>
                  <a:lnTo>
                    <a:pt x="15878" y="150374"/>
                  </a:lnTo>
                  <a:lnTo>
                    <a:pt x="16259" y="146663"/>
                  </a:lnTo>
                  <a:lnTo>
                    <a:pt x="13546" y="143895"/>
                  </a:lnTo>
                  <a:lnTo>
                    <a:pt x="10612" y="139473"/>
                  </a:lnTo>
                  <a:lnTo>
                    <a:pt x="8603" y="136858"/>
                  </a:lnTo>
                  <a:lnTo>
                    <a:pt x="5847" y="136635"/>
                  </a:lnTo>
                  <a:lnTo>
                    <a:pt x="919" y="136147"/>
                  </a:lnTo>
                  <a:lnTo>
                    <a:pt x="0" y="1304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37649" y="3344932"/>
              <a:ext cx="302581" cy="312516"/>
            </a:xfrm>
            <a:custGeom>
              <a:avLst/>
              <a:pathLst>
                <a:path w="302581" h="312516">
                  <a:moveTo>
                    <a:pt x="3417" y="240289"/>
                  </a:moveTo>
                  <a:lnTo>
                    <a:pt x="3692" y="236689"/>
                  </a:lnTo>
                  <a:lnTo>
                    <a:pt x="3748" y="235953"/>
                  </a:lnTo>
                  <a:lnTo>
                    <a:pt x="3265" y="230035"/>
                  </a:lnTo>
                  <a:lnTo>
                    <a:pt x="1024" y="227903"/>
                  </a:lnTo>
                  <a:lnTo>
                    <a:pt x="0" y="221230"/>
                  </a:lnTo>
                  <a:lnTo>
                    <a:pt x="2500" y="222260"/>
                  </a:lnTo>
                  <a:lnTo>
                    <a:pt x="5772" y="220635"/>
                  </a:lnTo>
                  <a:lnTo>
                    <a:pt x="9686" y="218685"/>
                  </a:lnTo>
                  <a:lnTo>
                    <a:pt x="13904" y="217074"/>
                  </a:lnTo>
                  <a:lnTo>
                    <a:pt x="17503" y="214994"/>
                  </a:lnTo>
                  <a:lnTo>
                    <a:pt x="18003" y="210665"/>
                  </a:lnTo>
                  <a:lnTo>
                    <a:pt x="17619" y="205008"/>
                  </a:lnTo>
                  <a:lnTo>
                    <a:pt x="18019" y="203164"/>
                  </a:lnTo>
                  <a:lnTo>
                    <a:pt x="18301" y="201862"/>
                  </a:lnTo>
                  <a:lnTo>
                    <a:pt x="22011" y="201231"/>
                  </a:lnTo>
                  <a:lnTo>
                    <a:pt x="24627" y="199150"/>
                  </a:lnTo>
                  <a:lnTo>
                    <a:pt x="23040" y="194911"/>
                  </a:lnTo>
                  <a:lnTo>
                    <a:pt x="20213" y="186483"/>
                  </a:lnTo>
                  <a:lnTo>
                    <a:pt x="18957" y="182961"/>
                  </a:lnTo>
                  <a:lnTo>
                    <a:pt x="21731" y="180380"/>
                  </a:lnTo>
                  <a:lnTo>
                    <a:pt x="22078" y="173035"/>
                  </a:lnTo>
                  <a:lnTo>
                    <a:pt x="23474" y="167761"/>
                  </a:lnTo>
                  <a:lnTo>
                    <a:pt x="23854" y="166321"/>
                  </a:lnTo>
                  <a:lnTo>
                    <a:pt x="26247" y="162028"/>
                  </a:lnTo>
                  <a:lnTo>
                    <a:pt x="28315" y="160518"/>
                  </a:lnTo>
                  <a:lnTo>
                    <a:pt x="33267" y="162677"/>
                  </a:lnTo>
                  <a:lnTo>
                    <a:pt x="37268" y="167508"/>
                  </a:lnTo>
                  <a:lnTo>
                    <a:pt x="41673" y="165058"/>
                  </a:lnTo>
                  <a:lnTo>
                    <a:pt x="44453" y="161301"/>
                  </a:lnTo>
                  <a:lnTo>
                    <a:pt x="42219" y="156443"/>
                  </a:lnTo>
                  <a:lnTo>
                    <a:pt x="40474" y="152913"/>
                  </a:lnTo>
                  <a:lnTo>
                    <a:pt x="43906" y="150337"/>
                  </a:lnTo>
                  <a:lnTo>
                    <a:pt x="44341" y="150010"/>
                  </a:lnTo>
                  <a:lnTo>
                    <a:pt x="42379" y="143756"/>
                  </a:lnTo>
                  <a:lnTo>
                    <a:pt x="42283" y="143450"/>
                  </a:lnTo>
                  <a:lnTo>
                    <a:pt x="43864" y="140729"/>
                  </a:lnTo>
                  <a:lnTo>
                    <a:pt x="44361" y="139873"/>
                  </a:lnTo>
                  <a:lnTo>
                    <a:pt x="45557" y="134697"/>
                  </a:lnTo>
                  <a:lnTo>
                    <a:pt x="49759" y="133601"/>
                  </a:lnTo>
                  <a:lnTo>
                    <a:pt x="52937" y="132802"/>
                  </a:lnTo>
                  <a:lnTo>
                    <a:pt x="52305" y="128032"/>
                  </a:lnTo>
                  <a:lnTo>
                    <a:pt x="55226" y="123542"/>
                  </a:lnTo>
                  <a:lnTo>
                    <a:pt x="57644" y="119743"/>
                  </a:lnTo>
                  <a:lnTo>
                    <a:pt x="60759" y="120347"/>
                  </a:lnTo>
                  <a:lnTo>
                    <a:pt x="62792" y="123743"/>
                  </a:lnTo>
                  <a:lnTo>
                    <a:pt x="64381" y="123648"/>
                  </a:lnTo>
                  <a:lnTo>
                    <a:pt x="65930" y="123554"/>
                  </a:lnTo>
                  <a:lnTo>
                    <a:pt x="71557" y="118267"/>
                  </a:lnTo>
                  <a:lnTo>
                    <a:pt x="74927" y="113811"/>
                  </a:lnTo>
                  <a:lnTo>
                    <a:pt x="78331" y="111335"/>
                  </a:lnTo>
                  <a:lnTo>
                    <a:pt x="78649" y="110511"/>
                  </a:lnTo>
                  <a:lnTo>
                    <a:pt x="80632" y="105361"/>
                  </a:lnTo>
                  <a:lnTo>
                    <a:pt x="82615" y="102334"/>
                  </a:lnTo>
                  <a:lnTo>
                    <a:pt x="87412" y="94990"/>
                  </a:lnTo>
                  <a:lnTo>
                    <a:pt x="91442" y="88998"/>
                  </a:lnTo>
                  <a:lnTo>
                    <a:pt x="92833" y="84236"/>
                  </a:lnTo>
                  <a:lnTo>
                    <a:pt x="92317" y="83690"/>
                  </a:lnTo>
                  <a:lnTo>
                    <a:pt x="89231" y="80426"/>
                  </a:lnTo>
                  <a:lnTo>
                    <a:pt x="91434" y="76513"/>
                  </a:lnTo>
                  <a:lnTo>
                    <a:pt x="90595" y="72555"/>
                  </a:lnTo>
                  <a:lnTo>
                    <a:pt x="90594" y="72295"/>
                  </a:lnTo>
                  <a:lnTo>
                    <a:pt x="90574" y="66095"/>
                  </a:lnTo>
                  <a:lnTo>
                    <a:pt x="92489" y="62794"/>
                  </a:lnTo>
                  <a:lnTo>
                    <a:pt x="93670" y="60657"/>
                  </a:lnTo>
                  <a:lnTo>
                    <a:pt x="92575" y="55222"/>
                  </a:lnTo>
                  <a:lnTo>
                    <a:pt x="91773" y="51242"/>
                  </a:lnTo>
                  <a:lnTo>
                    <a:pt x="92378" y="44637"/>
                  </a:lnTo>
                  <a:lnTo>
                    <a:pt x="92491" y="44108"/>
                  </a:lnTo>
                  <a:lnTo>
                    <a:pt x="93099" y="41263"/>
                  </a:lnTo>
                  <a:lnTo>
                    <a:pt x="94401" y="35144"/>
                  </a:lnTo>
                  <a:lnTo>
                    <a:pt x="95823" y="30048"/>
                  </a:lnTo>
                  <a:lnTo>
                    <a:pt x="92620" y="23447"/>
                  </a:lnTo>
                  <a:lnTo>
                    <a:pt x="92703" y="22550"/>
                  </a:lnTo>
                  <a:lnTo>
                    <a:pt x="93140" y="17791"/>
                  </a:lnTo>
                  <a:lnTo>
                    <a:pt x="90584" y="11736"/>
                  </a:lnTo>
                  <a:lnTo>
                    <a:pt x="86435" y="7135"/>
                  </a:lnTo>
                  <a:lnTo>
                    <a:pt x="88316" y="3296"/>
                  </a:lnTo>
                  <a:lnTo>
                    <a:pt x="91193" y="2999"/>
                  </a:lnTo>
                  <a:lnTo>
                    <a:pt x="94876" y="0"/>
                  </a:lnTo>
                  <a:lnTo>
                    <a:pt x="98053" y="13824"/>
                  </a:lnTo>
                  <a:lnTo>
                    <a:pt x="99581" y="20480"/>
                  </a:lnTo>
                  <a:lnTo>
                    <a:pt x="100710" y="25407"/>
                  </a:lnTo>
                  <a:lnTo>
                    <a:pt x="104285" y="41031"/>
                  </a:lnTo>
                  <a:lnTo>
                    <a:pt x="107085" y="53300"/>
                  </a:lnTo>
                  <a:lnTo>
                    <a:pt x="108142" y="57944"/>
                  </a:lnTo>
                  <a:lnTo>
                    <a:pt x="112825" y="78570"/>
                  </a:lnTo>
                  <a:lnTo>
                    <a:pt x="119190" y="77043"/>
                  </a:lnTo>
                  <a:lnTo>
                    <a:pt x="141603" y="71517"/>
                  </a:lnTo>
                  <a:lnTo>
                    <a:pt x="151977" y="68958"/>
                  </a:lnTo>
                  <a:lnTo>
                    <a:pt x="161846" y="66503"/>
                  </a:lnTo>
                  <a:lnTo>
                    <a:pt x="180427" y="61752"/>
                  </a:lnTo>
                  <a:lnTo>
                    <a:pt x="183933" y="78034"/>
                  </a:lnTo>
                  <a:lnTo>
                    <a:pt x="187627" y="94085"/>
                  </a:lnTo>
                  <a:lnTo>
                    <a:pt x="190280" y="105952"/>
                  </a:lnTo>
                  <a:lnTo>
                    <a:pt x="193900" y="103011"/>
                  </a:lnTo>
                  <a:lnTo>
                    <a:pt x="197483" y="97567"/>
                  </a:lnTo>
                  <a:lnTo>
                    <a:pt x="201392" y="93692"/>
                  </a:lnTo>
                  <a:lnTo>
                    <a:pt x="202438" y="91915"/>
                  </a:lnTo>
                  <a:lnTo>
                    <a:pt x="207128" y="83923"/>
                  </a:lnTo>
                  <a:lnTo>
                    <a:pt x="210522" y="76543"/>
                  </a:lnTo>
                  <a:lnTo>
                    <a:pt x="212062" y="76104"/>
                  </a:lnTo>
                  <a:lnTo>
                    <a:pt x="214114" y="75519"/>
                  </a:lnTo>
                  <a:lnTo>
                    <a:pt x="219920" y="77002"/>
                  </a:lnTo>
                  <a:lnTo>
                    <a:pt x="220012" y="73402"/>
                  </a:lnTo>
                  <a:lnTo>
                    <a:pt x="224380" y="65483"/>
                  </a:lnTo>
                  <a:lnTo>
                    <a:pt x="227763" y="56916"/>
                  </a:lnTo>
                  <a:lnTo>
                    <a:pt x="230444" y="58814"/>
                  </a:lnTo>
                  <a:lnTo>
                    <a:pt x="233651" y="62859"/>
                  </a:lnTo>
                  <a:lnTo>
                    <a:pt x="237261" y="62940"/>
                  </a:lnTo>
                  <a:lnTo>
                    <a:pt x="241727" y="63038"/>
                  </a:lnTo>
                  <a:lnTo>
                    <a:pt x="249723" y="61251"/>
                  </a:lnTo>
                  <a:lnTo>
                    <a:pt x="250202" y="61143"/>
                  </a:lnTo>
                  <a:lnTo>
                    <a:pt x="250867" y="57545"/>
                  </a:lnTo>
                  <a:lnTo>
                    <a:pt x="253169" y="51574"/>
                  </a:lnTo>
                  <a:lnTo>
                    <a:pt x="256269" y="50161"/>
                  </a:lnTo>
                  <a:lnTo>
                    <a:pt x="257490" y="49604"/>
                  </a:lnTo>
                  <a:lnTo>
                    <a:pt x="262556" y="45683"/>
                  </a:lnTo>
                  <a:lnTo>
                    <a:pt x="271488" y="42116"/>
                  </a:lnTo>
                  <a:lnTo>
                    <a:pt x="276111" y="45452"/>
                  </a:lnTo>
                  <a:lnTo>
                    <a:pt x="277881" y="46727"/>
                  </a:lnTo>
                  <a:lnTo>
                    <a:pt x="282945" y="44752"/>
                  </a:lnTo>
                  <a:lnTo>
                    <a:pt x="289587" y="44767"/>
                  </a:lnTo>
                  <a:lnTo>
                    <a:pt x="291332" y="49886"/>
                  </a:lnTo>
                  <a:lnTo>
                    <a:pt x="292714" y="51800"/>
                  </a:lnTo>
                  <a:lnTo>
                    <a:pt x="294089" y="53702"/>
                  </a:lnTo>
                  <a:lnTo>
                    <a:pt x="299480" y="58959"/>
                  </a:lnTo>
                  <a:lnTo>
                    <a:pt x="300169" y="63194"/>
                  </a:lnTo>
                  <a:lnTo>
                    <a:pt x="302581" y="65435"/>
                  </a:lnTo>
                  <a:lnTo>
                    <a:pt x="300824" y="74327"/>
                  </a:lnTo>
                  <a:lnTo>
                    <a:pt x="300148" y="80060"/>
                  </a:lnTo>
                  <a:lnTo>
                    <a:pt x="299699" y="83484"/>
                  </a:lnTo>
                  <a:lnTo>
                    <a:pt x="283529" y="75889"/>
                  </a:lnTo>
                  <a:lnTo>
                    <a:pt x="271387" y="70156"/>
                  </a:lnTo>
                  <a:lnTo>
                    <a:pt x="268108" y="68619"/>
                  </a:lnTo>
                  <a:lnTo>
                    <a:pt x="258851" y="64269"/>
                  </a:lnTo>
                  <a:lnTo>
                    <a:pt x="260719" y="68941"/>
                  </a:lnTo>
                  <a:lnTo>
                    <a:pt x="261701" y="73748"/>
                  </a:lnTo>
                  <a:lnTo>
                    <a:pt x="259373" y="81367"/>
                  </a:lnTo>
                  <a:lnTo>
                    <a:pt x="259997" y="84728"/>
                  </a:lnTo>
                  <a:lnTo>
                    <a:pt x="259544" y="89475"/>
                  </a:lnTo>
                  <a:lnTo>
                    <a:pt x="261118" y="91673"/>
                  </a:lnTo>
                  <a:lnTo>
                    <a:pt x="256481" y="99274"/>
                  </a:lnTo>
                  <a:lnTo>
                    <a:pt x="255671" y="102755"/>
                  </a:lnTo>
                  <a:lnTo>
                    <a:pt x="254681" y="107002"/>
                  </a:lnTo>
                  <a:lnTo>
                    <a:pt x="251411" y="110278"/>
                  </a:lnTo>
                  <a:lnTo>
                    <a:pt x="248617" y="116185"/>
                  </a:lnTo>
                  <a:lnTo>
                    <a:pt x="243336" y="120504"/>
                  </a:lnTo>
                  <a:lnTo>
                    <a:pt x="241486" y="126697"/>
                  </a:lnTo>
                  <a:lnTo>
                    <a:pt x="239755" y="133332"/>
                  </a:lnTo>
                  <a:lnTo>
                    <a:pt x="229661" y="128977"/>
                  </a:lnTo>
                  <a:lnTo>
                    <a:pt x="228945" y="132930"/>
                  </a:lnTo>
                  <a:lnTo>
                    <a:pt x="227472" y="136692"/>
                  </a:lnTo>
                  <a:lnTo>
                    <a:pt x="226921" y="143308"/>
                  </a:lnTo>
                  <a:lnTo>
                    <a:pt x="227229" y="146005"/>
                  </a:lnTo>
                  <a:lnTo>
                    <a:pt x="224284" y="151580"/>
                  </a:lnTo>
                  <a:lnTo>
                    <a:pt x="222796" y="159106"/>
                  </a:lnTo>
                  <a:lnTo>
                    <a:pt x="222001" y="163672"/>
                  </a:lnTo>
                  <a:lnTo>
                    <a:pt x="221907" y="164214"/>
                  </a:lnTo>
                  <a:lnTo>
                    <a:pt x="218719" y="170259"/>
                  </a:lnTo>
                  <a:lnTo>
                    <a:pt x="217786" y="170316"/>
                  </a:lnTo>
                  <a:lnTo>
                    <a:pt x="213717" y="170562"/>
                  </a:lnTo>
                  <a:lnTo>
                    <a:pt x="206100" y="169789"/>
                  </a:lnTo>
                  <a:lnTo>
                    <a:pt x="199824" y="162687"/>
                  </a:lnTo>
                  <a:lnTo>
                    <a:pt x="192042" y="161188"/>
                  </a:lnTo>
                  <a:lnTo>
                    <a:pt x="192332" y="168418"/>
                  </a:lnTo>
                  <a:lnTo>
                    <a:pt x="191823" y="172814"/>
                  </a:lnTo>
                  <a:lnTo>
                    <a:pt x="192559" y="175554"/>
                  </a:lnTo>
                  <a:lnTo>
                    <a:pt x="191077" y="182691"/>
                  </a:lnTo>
                  <a:lnTo>
                    <a:pt x="187329" y="187505"/>
                  </a:lnTo>
                  <a:lnTo>
                    <a:pt x="189227" y="190706"/>
                  </a:lnTo>
                  <a:lnTo>
                    <a:pt x="188719" y="191379"/>
                  </a:lnTo>
                  <a:lnTo>
                    <a:pt x="185858" y="195164"/>
                  </a:lnTo>
                  <a:lnTo>
                    <a:pt x="182456" y="200439"/>
                  </a:lnTo>
                  <a:lnTo>
                    <a:pt x="182370" y="207041"/>
                  </a:lnTo>
                  <a:lnTo>
                    <a:pt x="181780" y="211530"/>
                  </a:lnTo>
                  <a:lnTo>
                    <a:pt x="181542" y="213332"/>
                  </a:lnTo>
                  <a:lnTo>
                    <a:pt x="178707" y="220940"/>
                  </a:lnTo>
                  <a:lnTo>
                    <a:pt x="177715" y="222634"/>
                  </a:lnTo>
                  <a:lnTo>
                    <a:pt x="173853" y="229221"/>
                  </a:lnTo>
                  <a:lnTo>
                    <a:pt x="170533" y="235634"/>
                  </a:lnTo>
                  <a:lnTo>
                    <a:pt x="170116" y="239730"/>
                  </a:lnTo>
                  <a:lnTo>
                    <a:pt x="168678" y="245741"/>
                  </a:lnTo>
                  <a:lnTo>
                    <a:pt x="167205" y="249212"/>
                  </a:lnTo>
                  <a:lnTo>
                    <a:pt x="167102" y="249454"/>
                  </a:lnTo>
                  <a:lnTo>
                    <a:pt x="172869" y="253517"/>
                  </a:lnTo>
                  <a:lnTo>
                    <a:pt x="169636" y="257708"/>
                  </a:lnTo>
                  <a:lnTo>
                    <a:pt x="169954" y="262052"/>
                  </a:lnTo>
                  <a:lnTo>
                    <a:pt x="164104" y="270164"/>
                  </a:lnTo>
                  <a:lnTo>
                    <a:pt x="160426" y="274313"/>
                  </a:lnTo>
                  <a:lnTo>
                    <a:pt x="160053" y="274143"/>
                  </a:lnTo>
                  <a:lnTo>
                    <a:pt x="154137" y="271443"/>
                  </a:lnTo>
                  <a:lnTo>
                    <a:pt x="147198" y="278552"/>
                  </a:lnTo>
                  <a:lnTo>
                    <a:pt x="140906" y="283815"/>
                  </a:lnTo>
                  <a:lnTo>
                    <a:pt x="135476" y="280412"/>
                  </a:lnTo>
                  <a:lnTo>
                    <a:pt x="134078" y="281043"/>
                  </a:lnTo>
                  <a:lnTo>
                    <a:pt x="133627" y="281246"/>
                  </a:lnTo>
                  <a:lnTo>
                    <a:pt x="133074" y="284618"/>
                  </a:lnTo>
                  <a:lnTo>
                    <a:pt x="137198" y="288072"/>
                  </a:lnTo>
                  <a:lnTo>
                    <a:pt x="132081" y="291855"/>
                  </a:lnTo>
                  <a:lnTo>
                    <a:pt x="128027" y="293282"/>
                  </a:lnTo>
                  <a:lnTo>
                    <a:pt x="127028" y="293633"/>
                  </a:lnTo>
                  <a:lnTo>
                    <a:pt x="119549" y="297267"/>
                  </a:lnTo>
                  <a:lnTo>
                    <a:pt x="112745" y="302764"/>
                  </a:lnTo>
                  <a:lnTo>
                    <a:pt x="101638" y="296066"/>
                  </a:lnTo>
                  <a:lnTo>
                    <a:pt x="98392" y="302801"/>
                  </a:lnTo>
                  <a:lnTo>
                    <a:pt x="94999" y="305407"/>
                  </a:lnTo>
                  <a:lnTo>
                    <a:pt x="92136" y="308499"/>
                  </a:lnTo>
                  <a:lnTo>
                    <a:pt x="90570" y="310358"/>
                  </a:lnTo>
                  <a:lnTo>
                    <a:pt x="82661" y="312516"/>
                  </a:lnTo>
                  <a:lnTo>
                    <a:pt x="77918" y="310253"/>
                  </a:lnTo>
                  <a:lnTo>
                    <a:pt x="77530" y="310068"/>
                  </a:lnTo>
                  <a:lnTo>
                    <a:pt x="74882" y="307758"/>
                  </a:lnTo>
                  <a:lnTo>
                    <a:pt x="69614" y="307999"/>
                  </a:lnTo>
                  <a:lnTo>
                    <a:pt x="65682" y="304677"/>
                  </a:lnTo>
                  <a:lnTo>
                    <a:pt x="62141" y="300323"/>
                  </a:lnTo>
                  <a:lnTo>
                    <a:pt x="61379" y="297736"/>
                  </a:lnTo>
                  <a:lnTo>
                    <a:pt x="57542" y="295497"/>
                  </a:lnTo>
                  <a:lnTo>
                    <a:pt x="60086" y="289761"/>
                  </a:lnTo>
                  <a:lnTo>
                    <a:pt x="57206" y="288079"/>
                  </a:lnTo>
                  <a:lnTo>
                    <a:pt x="50607" y="288931"/>
                  </a:lnTo>
                  <a:lnTo>
                    <a:pt x="44529" y="285720"/>
                  </a:lnTo>
                  <a:lnTo>
                    <a:pt x="37830" y="281987"/>
                  </a:lnTo>
                  <a:lnTo>
                    <a:pt x="32545" y="280169"/>
                  </a:lnTo>
                  <a:lnTo>
                    <a:pt x="29865" y="275389"/>
                  </a:lnTo>
                  <a:lnTo>
                    <a:pt x="29136" y="274088"/>
                  </a:lnTo>
                  <a:lnTo>
                    <a:pt x="25591" y="271312"/>
                  </a:lnTo>
                  <a:lnTo>
                    <a:pt x="22968" y="268176"/>
                  </a:lnTo>
                  <a:lnTo>
                    <a:pt x="21107" y="265949"/>
                  </a:lnTo>
                  <a:lnTo>
                    <a:pt x="15718" y="263110"/>
                  </a:lnTo>
                  <a:lnTo>
                    <a:pt x="15896" y="261137"/>
                  </a:lnTo>
                  <a:lnTo>
                    <a:pt x="16211" y="257637"/>
                  </a:lnTo>
                  <a:lnTo>
                    <a:pt x="9078" y="251441"/>
                  </a:lnTo>
                  <a:lnTo>
                    <a:pt x="2712" y="2463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016526" y="2962521"/>
              <a:ext cx="475520" cy="389240"/>
            </a:xfrm>
            <a:custGeom>
              <a:avLst/>
              <a:pathLst>
                <a:path w="475520" h="389240">
                  <a:moveTo>
                    <a:pt x="44134" y="11577"/>
                  </a:moveTo>
                  <a:lnTo>
                    <a:pt x="46506" y="0"/>
                  </a:lnTo>
                  <a:lnTo>
                    <a:pt x="62357" y="2014"/>
                  </a:lnTo>
                  <a:lnTo>
                    <a:pt x="67105" y="3588"/>
                  </a:lnTo>
                  <a:lnTo>
                    <a:pt x="90460" y="6044"/>
                  </a:lnTo>
                  <a:lnTo>
                    <a:pt x="110650" y="8243"/>
                  </a:lnTo>
                  <a:lnTo>
                    <a:pt x="122675" y="9746"/>
                  </a:lnTo>
                  <a:lnTo>
                    <a:pt x="136393" y="11424"/>
                  </a:lnTo>
                  <a:lnTo>
                    <a:pt x="165268" y="14488"/>
                  </a:lnTo>
                  <a:lnTo>
                    <a:pt x="167730" y="15319"/>
                  </a:lnTo>
                  <a:lnTo>
                    <a:pt x="194754" y="18282"/>
                  </a:lnTo>
                  <a:lnTo>
                    <a:pt x="202165" y="19069"/>
                  </a:lnTo>
                  <a:lnTo>
                    <a:pt x="217644" y="20595"/>
                  </a:lnTo>
                  <a:lnTo>
                    <a:pt x="233069" y="22068"/>
                  </a:lnTo>
                  <a:lnTo>
                    <a:pt x="238339" y="22590"/>
                  </a:lnTo>
                  <a:lnTo>
                    <a:pt x="272740" y="25857"/>
                  </a:lnTo>
                  <a:lnTo>
                    <a:pt x="301139" y="28848"/>
                  </a:lnTo>
                  <a:lnTo>
                    <a:pt x="339585" y="32163"/>
                  </a:lnTo>
                  <a:lnTo>
                    <a:pt x="354303" y="32950"/>
                  </a:lnTo>
                  <a:lnTo>
                    <a:pt x="365206" y="33505"/>
                  </a:lnTo>
                  <a:lnTo>
                    <a:pt x="412722" y="36725"/>
                  </a:lnTo>
                  <a:lnTo>
                    <a:pt x="415085" y="36873"/>
                  </a:lnTo>
                  <a:lnTo>
                    <a:pt x="415886" y="36923"/>
                  </a:lnTo>
                  <a:lnTo>
                    <a:pt x="475520" y="40521"/>
                  </a:lnTo>
                  <a:lnTo>
                    <a:pt x="474302" y="67241"/>
                  </a:lnTo>
                  <a:lnTo>
                    <a:pt x="473785" y="77745"/>
                  </a:lnTo>
                  <a:lnTo>
                    <a:pt x="472412" y="105762"/>
                  </a:lnTo>
                  <a:lnTo>
                    <a:pt x="472110" y="111837"/>
                  </a:lnTo>
                  <a:lnTo>
                    <a:pt x="471939" y="115267"/>
                  </a:lnTo>
                  <a:lnTo>
                    <a:pt x="470694" y="140367"/>
                  </a:lnTo>
                  <a:lnTo>
                    <a:pt x="469456" y="166103"/>
                  </a:lnTo>
                  <a:lnTo>
                    <a:pt x="469234" y="170928"/>
                  </a:lnTo>
                  <a:lnTo>
                    <a:pt x="469131" y="173155"/>
                  </a:lnTo>
                  <a:lnTo>
                    <a:pt x="468378" y="189565"/>
                  </a:lnTo>
                  <a:lnTo>
                    <a:pt x="467193" y="214807"/>
                  </a:lnTo>
                  <a:lnTo>
                    <a:pt x="465659" y="247068"/>
                  </a:lnTo>
                  <a:lnTo>
                    <a:pt x="465573" y="248739"/>
                  </a:lnTo>
                  <a:lnTo>
                    <a:pt x="465072" y="258494"/>
                  </a:lnTo>
                  <a:lnTo>
                    <a:pt x="464038" y="280310"/>
                  </a:lnTo>
                  <a:lnTo>
                    <a:pt x="463060" y="300697"/>
                  </a:lnTo>
                  <a:lnTo>
                    <a:pt x="462997" y="301969"/>
                  </a:lnTo>
                  <a:lnTo>
                    <a:pt x="462492" y="312113"/>
                  </a:lnTo>
                  <a:lnTo>
                    <a:pt x="461720" y="328485"/>
                  </a:lnTo>
                  <a:lnTo>
                    <a:pt x="461375" y="335827"/>
                  </a:lnTo>
                  <a:lnTo>
                    <a:pt x="461175" y="340137"/>
                  </a:lnTo>
                  <a:lnTo>
                    <a:pt x="460485" y="355063"/>
                  </a:lnTo>
                  <a:lnTo>
                    <a:pt x="459997" y="365096"/>
                  </a:lnTo>
                  <a:lnTo>
                    <a:pt x="459272" y="379378"/>
                  </a:lnTo>
                  <a:lnTo>
                    <a:pt x="458797" y="389240"/>
                  </a:lnTo>
                  <a:lnTo>
                    <a:pt x="429571" y="387687"/>
                  </a:lnTo>
                  <a:lnTo>
                    <a:pt x="405970" y="386675"/>
                  </a:lnTo>
                  <a:lnTo>
                    <a:pt x="400171" y="386328"/>
                  </a:lnTo>
                  <a:lnTo>
                    <a:pt x="378206" y="384955"/>
                  </a:lnTo>
                  <a:lnTo>
                    <a:pt x="318127" y="380804"/>
                  </a:lnTo>
                  <a:lnTo>
                    <a:pt x="316350" y="380672"/>
                  </a:lnTo>
                  <a:lnTo>
                    <a:pt x="309544" y="380110"/>
                  </a:lnTo>
                  <a:lnTo>
                    <a:pt x="274131" y="377051"/>
                  </a:lnTo>
                  <a:lnTo>
                    <a:pt x="244111" y="374273"/>
                  </a:lnTo>
                  <a:lnTo>
                    <a:pt x="240854" y="373962"/>
                  </a:lnTo>
                  <a:lnTo>
                    <a:pt x="204689" y="370756"/>
                  </a:lnTo>
                  <a:lnTo>
                    <a:pt x="182894" y="368706"/>
                  </a:lnTo>
                  <a:lnTo>
                    <a:pt x="130524" y="363131"/>
                  </a:lnTo>
                  <a:lnTo>
                    <a:pt x="117391" y="361634"/>
                  </a:lnTo>
                  <a:lnTo>
                    <a:pt x="86962" y="358357"/>
                  </a:lnTo>
                  <a:lnTo>
                    <a:pt x="68300" y="356176"/>
                  </a:lnTo>
                  <a:lnTo>
                    <a:pt x="65176" y="355804"/>
                  </a:lnTo>
                  <a:lnTo>
                    <a:pt x="60393" y="355232"/>
                  </a:lnTo>
                  <a:lnTo>
                    <a:pt x="33066" y="351845"/>
                  </a:lnTo>
                  <a:lnTo>
                    <a:pt x="11390" y="348912"/>
                  </a:lnTo>
                  <a:lnTo>
                    <a:pt x="0" y="347334"/>
                  </a:lnTo>
                  <a:lnTo>
                    <a:pt x="2868" y="325325"/>
                  </a:lnTo>
                  <a:lnTo>
                    <a:pt x="4104" y="315862"/>
                  </a:lnTo>
                  <a:lnTo>
                    <a:pt x="6480" y="298092"/>
                  </a:lnTo>
                  <a:lnTo>
                    <a:pt x="6640" y="296853"/>
                  </a:lnTo>
                  <a:lnTo>
                    <a:pt x="11387" y="260253"/>
                  </a:lnTo>
                  <a:lnTo>
                    <a:pt x="15345" y="230066"/>
                  </a:lnTo>
                  <a:lnTo>
                    <a:pt x="17334" y="215806"/>
                  </a:lnTo>
                  <a:lnTo>
                    <a:pt x="19863" y="197713"/>
                  </a:lnTo>
                  <a:lnTo>
                    <a:pt x="22632" y="176726"/>
                  </a:lnTo>
                  <a:lnTo>
                    <a:pt x="23262" y="171957"/>
                  </a:lnTo>
                  <a:lnTo>
                    <a:pt x="23870" y="167361"/>
                  </a:lnTo>
                  <a:lnTo>
                    <a:pt x="26665" y="146241"/>
                  </a:lnTo>
                  <a:lnTo>
                    <a:pt x="28776" y="130154"/>
                  </a:lnTo>
                  <a:lnTo>
                    <a:pt x="30909" y="113940"/>
                  </a:lnTo>
                  <a:lnTo>
                    <a:pt x="33465" y="94802"/>
                  </a:lnTo>
                  <a:lnTo>
                    <a:pt x="34301" y="88284"/>
                  </a:lnTo>
                  <a:lnTo>
                    <a:pt x="35768" y="76873"/>
                  </a:lnTo>
                  <a:lnTo>
                    <a:pt x="38788" y="54302"/>
                  </a:lnTo>
                  <a:lnTo>
                    <a:pt x="39969" y="45702"/>
                  </a:lnTo>
                  <a:lnTo>
                    <a:pt x="41370" y="32562"/>
                  </a:lnTo>
                  <a:lnTo>
                    <a:pt x="41852" y="28975"/>
                  </a:lnTo>
                  <a:lnTo>
                    <a:pt x="42541" y="23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73684" y="3495297"/>
              <a:ext cx="495757" cy="380604"/>
            </a:xfrm>
            <a:custGeom>
              <a:avLst/>
              <a:pathLst>
                <a:path w="495757" h="380604">
                  <a:moveTo>
                    <a:pt x="12207" y="217276"/>
                  </a:moveTo>
                  <a:lnTo>
                    <a:pt x="18384" y="162936"/>
                  </a:lnTo>
                  <a:lnTo>
                    <a:pt x="20569" y="142030"/>
                  </a:lnTo>
                  <a:lnTo>
                    <a:pt x="21763" y="130640"/>
                  </a:lnTo>
                  <a:lnTo>
                    <a:pt x="23249" y="116498"/>
                  </a:lnTo>
                  <a:lnTo>
                    <a:pt x="25212" y="97856"/>
                  </a:lnTo>
                  <a:lnTo>
                    <a:pt x="27974" y="71264"/>
                  </a:lnTo>
                  <a:lnTo>
                    <a:pt x="28371" y="67632"/>
                  </a:lnTo>
                  <a:lnTo>
                    <a:pt x="32482" y="30186"/>
                  </a:lnTo>
                  <a:lnTo>
                    <a:pt x="32564" y="29404"/>
                  </a:lnTo>
                  <a:lnTo>
                    <a:pt x="34055" y="15189"/>
                  </a:lnTo>
                  <a:lnTo>
                    <a:pt x="35558" y="0"/>
                  </a:lnTo>
                  <a:lnTo>
                    <a:pt x="87929" y="5574"/>
                  </a:lnTo>
                  <a:lnTo>
                    <a:pt x="109723" y="7624"/>
                  </a:lnTo>
                  <a:lnTo>
                    <a:pt x="145889" y="10830"/>
                  </a:lnTo>
                  <a:lnTo>
                    <a:pt x="149146" y="11141"/>
                  </a:lnTo>
                  <a:lnTo>
                    <a:pt x="179166" y="13919"/>
                  </a:lnTo>
                  <a:lnTo>
                    <a:pt x="214579" y="16978"/>
                  </a:lnTo>
                  <a:lnTo>
                    <a:pt x="221385" y="17540"/>
                  </a:lnTo>
                  <a:lnTo>
                    <a:pt x="223162" y="17673"/>
                  </a:lnTo>
                  <a:lnTo>
                    <a:pt x="283259" y="21825"/>
                  </a:lnTo>
                  <a:lnTo>
                    <a:pt x="305206" y="23196"/>
                  </a:lnTo>
                  <a:lnTo>
                    <a:pt x="311005" y="23544"/>
                  </a:lnTo>
                  <a:lnTo>
                    <a:pt x="334606" y="24556"/>
                  </a:lnTo>
                  <a:lnTo>
                    <a:pt x="363832" y="26108"/>
                  </a:lnTo>
                  <a:lnTo>
                    <a:pt x="395420" y="27543"/>
                  </a:lnTo>
                  <a:lnTo>
                    <a:pt x="408025" y="28057"/>
                  </a:lnTo>
                  <a:lnTo>
                    <a:pt x="428189" y="28819"/>
                  </a:lnTo>
                  <a:lnTo>
                    <a:pt x="456076" y="29790"/>
                  </a:lnTo>
                  <a:lnTo>
                    <a:pt x="458214" y="29859"/>
                  </a:lnTo>
                  <a:lnTo>
                    <a:pt x="462449" y="29992"/>
                  </a:lnTo>
                  <a:lnTo>
                    <a:pt x="495757" y="30910"/>
                  </a:lnTo>
                  <a:lnTo>
                    <a:pt x="495250" y="52974"/>
                  </a:lnTo>
                  <a:lnTo>
                    <a:pt x="495141" y="57516"/>
                  </a:lnTo>
                  <a:lnTo>
                    <a:pt x="494605" y="79993"/>
                  </a:lnTo>
                  <a:lnTo>
                    <a:pt x="494416" y="87916"/>
                  </a:lnTo>
                  <a:lnTo>
                    <a:pt x="494393" y="88862"/>
                  </a:lnTo>
                  <a:lnTo>
                    <a:pt x="493670" y="118121"/>
                  </a:lnTo>
                  <a:lnTo>
                    <a:pt x="493324" y="134184"/>
                  </a:lnTo>
                  <a:lnTo>
                    <a:pt x="492905" y="155556"/>
                  </a:lnTo>
                  <a:lnTo>
                    <a:pt x="492895" y="156069"/>
                  </a:lnTo>
                  <a:lnTo>
                    <a:pt x="492565" y="173035"/>
                  </a:lnTo>
                  <a:lnTo>
                    <a:pt x="492193" y="194023"/>
                  </a:lnTo>
                  <a:lnTo>
                    <a:pt x="492061" y="201535"/>
                  </a:lnTo>
                  <a:lnTo>
                    <a:pt x="491411" y="232016"/>
                  </a:lnTo>
                  <a:lnTo>
                    <a:pt x="491259" y="239203"/>
                  </a:lnTo>
                  <a:lnTo>
                    <a:pt x="490833" y="259325"/>
                  </a:lnTo>
                  <a:lnTo>
                    <a:pt x="490621" y="269411"/>
                  </a:lnTo>
                  <a:lnTo>
                    <a:pt x="490609" y="269964"/>
                  </a:lnTo>
                  <a:lnTo>
                    <a:pt x="490336" y="282990"/>
                  </a:lnTo>
                  <a:lnTo>
                    <a:pt x="489747" y="315639"/>
                  </a:lnTo>
                  <a:lnTo>
                    <a:pt x="489724" y="316917"/>
                  </a:lnTo>
                  <a:lnTo>
                    <a:pt x="489565" y="323855"/>
                  </a:lnTo>
                  <a:lnTo>
                    <a:pt x="489057" y="346088"/>
                  </a:lnTo>
                  <a:lnTo>
                    <a:pt x="488796" y="357506"/>
                  </a:lnTo>
                  <a:lnTo>
                    <a:pt x="488496" y="370718"/>
                  </a:lnTo>
                  <a:lnTo>
                    <a:pt x="488360" y="376945"/>
                  </a:lnTo>
                  <a:lnTo>
                    <a:pt x="488255" y="380604"/>
                  </a:lnTo>
                  <a:lnTo>
                    <a:pt x="466372" y="379907"/>
                  </a:lnTo>
                  <a:lnTo>
                    <a:pt x="442408" y="379129"/>
                  </a:lnTo>
                  <a:lnTo>
                    <a:pt x="432366" y="378410"/>
                  </a:lnTo>
                  <a:lnTo>
                    <a:pt x="421172" y="377976"/>
                  </a:lnTo>
                  <a:lnTo>
                    <a:pt x="415308" y="377784"/>
                  </a:lnTo>
                  <a:lnTo>
                    <a:pt x="370089" y="376107"/>
                  </a:lnTo>
                  <a:lnTo>
                    <a:pt x="350902" y="375399"/>
                  </a:lnTo>
                  <a:lnTo>
                    <a:pt x="327778" y="374462"/>
                  </a:lnTo>
                  <a:lnTo>
                    <a:pt x="300327" y="372984"/>
                  </a:lnTo>
                  <a:lnTo>
                    <a:pt x="273203" y="371217"/>
                  </a:lnTo>
                  <a:lnTo>
                    <a:pt x="270814" y="371066"/>
                  </a:lnTo>
                  <a:lnTo>
                    <a:pt x="266247" y="370776"/>
                  </a:lnTo>
                  <a:lnTo>
                    <a:pt x="264099" y="370638"/>
                  </a:lnTo>
                  <a:lnTo>
                    <a:pt x="252379" y="369870"/>
                  </a:lnTo>
                  <a:lnTo>
                    <a:pt x="244384" y="369345"/>
                  </a:lnTo>
                  <a:lnTo>
                    <a:pt x="231652" y="368492"/>
                  </a:lnTo>
                  <a:lnTo>
                    <a:pt x="231513" y="368483"/>
                  </a:lnTo>
                  <a:lnTo>
                    <a:pt x="212056" y="367160"/>
                  </a:lnTo>
                  <a:lnTo>
                    <a:pt x="211439" y="367118"/>
                  </a:lnTo>
                  <a:lnTo>
                    <a:pt x="187953" y="365487"/>
                  </a:lnTo>
                  <a:lnTo>
                    <a:pt x="178675" y="364816"/>
                  </a:lnTo>
                  <a:lnTo>
                    <a:pt x="151247" y="362747"/>
                  </a:lnTo>
                  <a:lnTo>
                    <a:pt x="150776" y="362033"/>
                  </a:lnTo>
                  <a:lnTo>
                    <a:pt x="112927" y="358809"/>
                  </a:lnTo>
                  <a:lnTo>
                    <a:pt x="108694" y="358432"/>
                  </a:lnTo>
                  <a:lnTo>
                    <a:pt x="72596" y="355088"/>
                  </a:lnTo>
                  <a:lnTo>
                    <a:pt x="46265" y="352544"/>
                  </a:lnTo>
                  <a:lnTo>
                    <a:pt x="29515" y="350863"/>
                  </a:lnTo>
                  <a:lnTo>
                    <a:pt x="0" y="347757"/>
                  </a:lnTo>
                  <a:lnTo>
                    <a:pt x="4341" y="305586"/>
                  </a:lnTo>
                  <a:lnTo>
                    <a:pt x="7905" y="271176"/>
                  </a:lnTo>
                  <a:lnTo>
                    <a:pt x="10363" y="247558"/>
                  </a:lnTo>
                  <a:lnTo>
                    <a:pt x="10468" y="246545"/>
                  </a:lnTo>
                  <a:lnTo>
                    <a:pt x="10202" y="2367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28224" y="2899147"/>
              <a:ext cx="120273" cy="127094"/>
            </a:xfrm>
            <a:custGeom>
              <a:avLst/>
              <a:pathLst>
                <a:path w="120273" h="127094">
                  <a:moveTo>
                    <a:pt x="10881" y="118837"/>
                  </a:moveTo>
                  <a:lnTo>
                    <a:pt x="22970" y="104277"/>
                  </a:lnTo>
                  <a:lnTo>
                    <a:pt x="16547" y="98752"/>
                  </a:lnTo>
                  <a:lnTo>
                    <a:pt x="15052" y="92629"/>
                  </a:lnTo>
                  <a:lnTo>
                    <a:pt x="14836" y="91743"/>
                  </a:lnTo>
                  <a:lnTo>
                    <a:pt x="13479" y="86201"/>
                  </a:lnTo>
                  <a:lnTo>
                    <a:pt x="11601" y="78808"/>
                  </a:lnTo>
                  <a:lnTo>
                    <a:pt x="9576" y="70855"/>
                  </a:lnTo>
                  <a:lnTo>
                    <a:pt x="9107" y="69013"/>
                  </a:lnTo>
                  <a:lnTo>
                    <a:pt x="8543" y="66822"/>
                  </a:lnTo>
                  <a:lnTo>
                    <a:pt x="5070" y="53343"/>
                  </a:lnTo>
                  <a:lnTo>
                    <a:pt x="0" y="33982"/>
                  </a:lnTo>
                  <a:lnTo>
                    <a:pt x="15661" y="29023"/>
                  </a:lnTo>
                  <a:lnTo>
                    <a:pt x="22027" y="27076"/>
                  </a:lnTo>
                  <a:lnTo>
                    <a:pt x="26552" y="25687"/>
                  </a:lnTo>
                  <a:lnTo>
                    <a:pt x="29851" y="24671"/>
                  </a:lnTo>
                  <a:lnTo>
                    <a:pt x="38112" y="21920"/>
                  </a:lnTo>
                  <a:lnTo>
                    <a:pt x="39118" y="21583"/>
                  </a:lnTo>
                  <a:lnTo>
                    <a:pt x="42436" y="24031"/>
                  </a:lnTo>
                  <a:lnTo>
                    <a:pt x="44466" y="22957"/>
                  </a:lnTo>
                  <a:lnTo>
                    <a:pt x="44927" y="22714"/>
                  </a:lnTo>
                  <a:lnTo>
                    <a:pt x="45880" y="19244"/>
                  </a:lnTo>
                  <a:lnTo>
                    <a:pt x="53743" y="16981"/>
                  </a:lnTo>
                  <a:lnTo>
                    <a:pt x="58462" y="14971"/>
                  </a:lnTo>
                  <a:lnTo>
                    <a:pt x="71256" y="10611"/>
                  </a:lnTo>
                  <a:lnTo>
                    <a:pt x="78043" y="8323"/>
                  </a:lnTo>
                  <a:lnTo>
                    <a:pt x="82267" y="6894"/>
                  </a:lnTo>
                  <a:lnTo>
                    <a:pt x="91267" y="3834"/>
                  </a:lnTo>
                  <a:lnTo>
                    <a:pt x="99841" y="934"/>
                  </a:lnTo>
                  <a:lnTo>
                    <a:pt x="102591" y="0"/>
                  </a:lnTo>
                  <a:lnTo>
                    <a:pt x="103125" y="1265"/>
                  </a:lnTo>
                  <a:lnTo>
                    <a:pt x="109329" y="17943"/>
                  </a:lnTo>
                  <a:lnTo>
                    <a:pt x="111890" y="24758"/>
                  </a:lnTo>
                  <a:lnTo>
                    <a:pt x="115596" y="35452"/>
                  </a:lnTo>
                  <a:lnTo>
                    <a:pt x="117963" y="43169"/>
                  </a:lnTo>
                  <a:lnTo>
                    <a:pt x="120273" y="50714"/>
                  </a:lnTo>
                  <a:lnTo>
                    <a:pt x="117855" y="52032"/>
                  </a:lnTo>
                  <a:lnTo>
                    <a:pt x="119748" y="56820"/>
                  </a:lnTo>
                  <a:lnTo>
                    <a:pt x="119219" y="60187"/>
                  </a:lnTo>
                  <a:lnTo>
                    <a:pt x="117188" y="59407"/>
                  </a:lnTo>
                  <a:lnTo>
                    <a:pt x="113087" y="61517"/>
                  </a:lnTo>
                  <a:lnTo>
                    <a:pt x="109492" y="64051"/>
                  </a:lnTo>
                  <a:lnTo>
                    <a:pt x="105148" y="65877"/>
                  </a:lnTo>
                  <a:lnTo>
                    <a:pt x="103143" y="67991"/>
                  </a:lnTo>
                  <a:lnTo>
                    <a:pt x="98584" y="68103"/>
                  </a:lnTo>
                  <a:lnTo>
                    <a:pt x="96936" y="70133"/>
                  </a:lnTo>
                  <a:lnTo>
                    <a:pt x="96282" y="70795"/>
                  </a:lnTo>
                  <a:lnTo>
                    <a:pt x="94002" y="73102"/>
                  </a:lnTo>
                  <a:lnTo>
                    <a:pt x="90681" y="74537"/>
                  </a:lnTo>
                  <a:lnTo>
                    <a:pt x="88801" y="76679"/>
                  </a:lnTo>
                  <a:lnTo>
                    <a:pt x="87156" y="75708"/>
                  </a:lnTo>
                  <a:lnTo>
                    <a:pt x="83319" y="77856"/>
                  </a:lnTo>
                  <a:lnTo>
                    <a:pt x="79983" y="80571"/>
                  </a:lnTo>
                  <a:lnTo>
                    <a:pt x="79301" y="81125"/>
                  </a:lnTo>
                  <a:lnTo>
                    <a:pt x="75687" y="80700"/>
                  </a:lnTo>
                  <a:lnTo>
                    <a:pt x="72328" y="82177"/>
                  </a:lnTo>
                  <a:lnTo>
                    <a:pt x="70646" y="84546"/>
                  </a:lnTo>
                  <a:lnTo>
                    <a:pt x="66519" y="86514"/>
                  </a:lnTo>
                  <a:lnTo>
                    <a:pt x="64287" y="85091"/>
                  </a:lnTo>
                  <a:lnTo>
                    <a:pt x="59063" y="89004"/>
                  </a:lnTo>
                  <a:lnTo>
                    <a:pt x="57504" y="88932"/>
                  </a:lnTo>
                  <a:lnTo>
                    <a:pt x="55304" y="88830"/>
                  </a:lnTo>
                  <a:lnTo>
                    <a:pt x="53642" y="91023"/>
                  </a:lnTo>
                  <a:lnTo>
                    <a:pt x="52890" y="92013"/>
                  </a:lnTo>
                  <a:lnTo>
                    <a:pt x="51536" y="95021"/>
                  </a:lnTo>
                  <a:lnTo>
                    <a:pt x="48255" y="97321"/>
                  </a:lnTo>
                  <a:lnTo>
                    <a:pt x="47749" y="100330"/>
                  </a:lnTo>
                  <a:lnTo>
                    <a:pt x="47582" y="101324"/>
                  </a:lnTo>
                  <a:lnTo>
                    <a:pt x="46425" y="102372"/>
                  </a:lnTo>
                  <a:lnTo>
                    <a:pt x="43627" y="102719"/>
                  </a:lnTo>
                  <a:lnTo>
                    <a:pt x="41668" y="102962"/>
                  </a:lnTo>
                  <a:lnTo>
                    <a:pt x="39100" y="107642"/>
                  </a:lnTo>
                  <a:lnTo>
                    <a:pt x="38664" y="107869"/>
                  </a:lnTo>
                  <a:lnTo>
                    <a:pt x="37059" y="108702"/>
                  </a:lnTo>
                  <a:lnTo>
                    <a:pt x="35101" y="109719"/>
                  </a:lnTo>
                  <a:lnTo>
                    <a:pt x="32699" y="111101"/>
                  </a:lnTo>
                  <a:lnTo>
                    <a:pt x="34309" y="112266"/>
                  </a:lnTo>
                  <a:lnTo>
                    <a:pt x="33016" y="115267"/>
                  </a:lnTo>
                  <a:lnTo>
                    <a:pt x="31151" y="116903"/>
                  </a:lnTo>
                  <a:lnTo>
                    <a:pt x="28209" y="117556"/>
                  </a:lnTo>
                  <a:lnTo>
                    <a:pt x="25547" y="119640"/>
                  </a:lnTo>
                  <a:lnTo>
                    <a:pt x="23355" y="122433"/>
                  </a:lnTo>
                  <a:lnTo>
                    <a:pt x="21295" y="123208"/>
                  </a:lnTo>
                  <a:lnTo>
                    <a:pt x="18313" y="127094"/>
                  </a:lnTo>
                  <a:lnTo>
                    <a:pt x="17684" y="125548"/>
                  </a:lnTo>
                  <a:lnTo>
                    <a:pt x="17304" y="124388"/>
                  </a:lnTo>
                  <a:lnTo>
                    <a:pt x="12927" y="1206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86664" y="3396815"/>
              <a:ext cx="14580" cy="17302"/>
            </a:xfrm>
            <a:custGeom>
              <a:avLst/>
              <a:pathLst>
                <a:path w="14580" h="17302">
                  <a:moveTo>
                    <a:pt x="0" y="6672"/>
                  </a:moveTo>
                  <a:lnTo>
                    <a:pt x="3718" y="0"/>
                  </a:lnTo>
                  <a:lnTo>
                    <a:pt x="6891" y="1833"/>
                  </a:lnTo>
                  <a:lnTo>
                    <a:pt x="14580" y="6267"/>
                  </a:lnTo>
                  <a:lnTo>
                    <a:pt x="11283" y="12262"/>
                  </a:lnTo>
                  <a:lnTo>
                    <a:pt x="8465" y="17302"/>
                  </a:lnTo>
                  <a:lnTo>
                    <a:pt x="7338" y="13083"/>
                  </a:lnTo>
                  <a:lnTo>
                    <a:pt x="6729" y="10801"/>
                  </a:lnTo>
                  <a:lnTo>
                    <a:pt x="2597" y="86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94756" y="3269817"/>
              <a:ext cx="78356" cy="120224"/>
            </a:xfrm>
            <a:custGeom>
              <a:avLst/>
              <a:pathLst>
                <a:path w="78356" h="120224">
                  <a:moveTo>
                    <a:pt x="943" y="14809"/>
                  </a:moveTo>
                  <a:lnTo>
                    <a:pt x="1386" y="11374"/>
                  </a:lnTo>
                  <a:lnTo>
                    <a:pt x="2856" y="7757"/>
                  </a:lnTo>
                  <a:lnTo>
                    <a:pt x="5597" y="4230"/>
                  </a:lnTo>
                  <a:lnTo>
                    <a:pt x="9734" y="1707"/>
                  </a:lnTo>
                  <a:lnTo>
                    <a:pt x="10493" y="1242"/>
                  </a:lnTo>
                  <a:lnTo>
                    <a:pt x="11036" y="911"/>
                  </a:lnTo>
                  <a:lnTo>
                    <a:pt x="16946" y="0"/>
                  </a:lnTo>
                  <a:lnTo>
                    <a:pt x="21814" y="1001"/>
                  </a:lnTo>
                  <a:lnTo>
                    <a:pt x="19880" y="4937"/>
                  </a:lnTo>
                  <a:lnTo>
                    <a:pt x="19966" y="9599"/>
                  </a:lnTo>
                  <a:lnTo>
                    <a:pt x="18629" y="12681"/>
                  </a:lnTo>
                  <a:lnTo>
                    <a:pt x="17961" y="16477"/>
                  </a:lnTo>
                  <a:lnTo>
                    <a:pt x="16836" y="18431"/>
                  </a:lnTo>
                  <a:lnTo>
                    <a:pt x="18646" y="20989"/>
                  </a:lnTo>
                  <a:lnTo>
                    <a:pt x="21075" y="21897"/>
                  </a:lnTo>
                  <a:lnTo>
                    <a:pt x="21163" y="25812"/>
                  </a:lnTo>
                  <a:lnTo>
                    <a:pt x="22041" y="28968"/>
                  </a:lnTo>
                  <a:lnTo>
                    <a:pt x="18351" y="31855"/>
                  </a:lnTo>
                  <a:lnTo>
                    <a:pt x="20685" y="34849"/>
                  </a:lnTo>
                  <a:lnTo>
                    <a:pt x="25130" y="38180"/>
                  </a:lnTo>
                  <a:lnTo>
                    <a:pt x="26580" y="39343"/>
                  </a:lnTo>
                  <a:lnTo>
                    <a:pt x="29865" y="41975"/>
                  </a:lnTo>
                  <a:lnTo>
                    <a:pt x="35376" y="46364"/>
                  </a:lnTo>
                  <a:lnTo>
                    <a:pt x="38105" y="52559"/>
                  </a:lnTo>
                  <a:lnTo>
                    <a:pt x="38622" y="57441"/>
                  </a:lnTo>
                  <a:lnTo>
                    <a:pt x="41183" y="63640"/>
                  </a:lnTo>
                  <a:lnTo>
                    <a:pt x="45664" y="65745"/>
                  </a:lnTo>
                  <a:lnTo>
                    <a:pt x="49625" y="71182"/>
                  </a:lnTo>
                  <a:lnTo>
                    <a:pt x="50099" y="71833"/>
                  </a:lnTo>
                  <a:lnTo>
                    <a:pt x="50630" y="74052"/>
                  </a:lnTo>
                  <a:lnTo>
                    <a:pt x="56946" y="78439"/>
                  </a:lnTo>
                  <a:lnTo>
                    <a:pt x="62967" y="81543"/>
                  </a:lnTo>
                  <a:lnTo>
                    <a:pt x="66086" y="81227"/>
                  </a:lnTo>
                  <a:lnTo>
                    <a:pt x="67275" y="79542"/>
                  </a:lnTo>
                  <a:lnTo>
                    <a:pt x="70881" y="87708"/>
                  </a:lnTo>
                  <a:lnTo>
                    <a:pt x="75953" y="100910"/>
                  </a:lnTo>
                  <a:lnTo>
                    <a:pt x="78356" y="108004"/>
                  </a:lnTo>
                  <a:lnTo>
                    <a:pt x="69525" y="110800"/>
                  </a:lnTo>
                  <a:lnTo>
                    <a:pt x="59396" y="113828"/>
                  </a:lnTo>
                  <a:lnTo>
                    <a:pt x="50421" y="116492"/>
                  </a:lnTo>
                  <a:lnTo>
                    <a:pt x="36357" y="120224"/>
                  </a:lnTo>
                  <a:lnTo>
                    <a:pt x="33958" y="113351"/>
                  </a:lnTo>
                  <a:lnTo>
                    <a:pt x="33438" y="111850"/>
                  </a:lnTo>
                  <a:lnTo>
                    <a:pt x="31285" y="105638"/>
                  </a:lnTo>
                  <a:lnTo>
                    <a:pt x="25637" y="89459"/>
                  </a:lnTo>
                  <a:lnTo>
                    <a:pt x="16522" y="63391"/>
                  </a:lnTo>
                  <a:lnTo>
                    <a:pt x="13505" y="54775"/>
                  </a:lnTo>
                  <a:lnTo>
                    <a:pt x="12044" y="50606"/>
                  </a:lnTo>
                  <a:lnTo>
                    <a:pt x="9687" y="43879"/>
                  </a:lnTo>
                  <a:lnTo>
                    <a:pt x="0" y="150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32237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35837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35837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35837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35837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35837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421282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421282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421282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421282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421282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52415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52415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(2020)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2020: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3931437"/>
              <a:ext cx="1317645" cy="1629607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486676" y="2258735"/>
              <a:ext cx="4172543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09508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2947817"/>
              <a:ext cx="52907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12.8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561506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60197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64243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(2020)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2020: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250018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374240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498462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2622684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36084" y="2258735"/>
              <a:ext cx="2175693" cy="2777218"/>
            </a:xfrm>
            <a:custGeom>
              <a:avLst/>
              <a:pathLst>
                <a:path w="2175693" h="2777218">
                  <a:moveTo>
                    <a:pt x="1086204" y="2777218"/>
                  </a:moveTo>
                  <a:lnTo>
                    <a:pt x="1086050" y="2771783"/>
                  </a:lnTo>
                  <a:lnTo>
                    <a:pt x="1085887" y="2766348"/>
                  </a:lnTo>
                  <a:lnTo>
                    <a:pt x="1085706" y="2760914"/>
                  </a:lnTo>
                  <a:lnTo>
                    <a:pt x="1085511" y="2755479"/>
                  </a:lnTo>
                  <a:lnTo>
                    <a:pt x="1085306" y="2750044"/>
                  </a:lnTo>
                  <a:lnTo>
                    <a:pt x="1085076" y="2744609"/>
                  </a:lnTo>
                  <a:lnTo>
                    <a:pt x="1084833" y="2739174"/>
                  </a:lnTo>
                  <a:lnTo>
                    <a:pt x="1084574" y="2733739"/>
                  </a:lnTo>
                  <a:lnTo>
                    <a:pt x="1084286" y="2728304"/>
                  </a:lnTo>
                  <a:lnTo>
                    <a:pt x="1083983" y="2722869"/>
                  </a:lnTo>
                  <a:lnTo>
                    <a:pt x="1083658" y="2717435"/>
                  </a:lnTo>
                  <a:lnTo>
                    <a:pt x="1083302" y="2712000"/>
                  </a:lnTo>
                  <a:lnTo>
                    <a:pt x="1082927" y="2706565"/>
                  </a:lnTo>
                  <a:lnTo>
                    <a:pt x="1082522" y="2701130"/>
                  </a:lnTo>
                  <a:lnTo>
                    <a:pt x="1082084" y="2695695"/>
                  </a:lnTo>
                  <a:lnTo>
                    <a:pt x="1081624" y="2690260"/>
                  </a:lnTo>
                  <a:lnTo>
                    <a:pt x="1081124" y="2684825"/>
                  </a:lnTo>
                  <a:lnTo>
                    <a:pt x="1080589" y="2679391"/>
                  </a:lnTo>
                  <a:lnTo>
                    <a:pt x="1080029" y="2673956"/>
                  </a:lnTo>
                  <a:lnTo>
                    <a:pt x="1079415" y="2668521"/>
                  </a:lnTo>
                  <a:lnTo>
                    <a:pt x="1078767" y="2663086"/>
                  </a:lnTo>
                  <a:lnTo>
                    <a:pt x="1078088" y="2657651"/>
                  </a:lnTo>
                  <a:lnTo>
                    <a:pt x="1077342" y="2652216"/>
                  </a:lnTo>
                  <a:lnTo>
                    <a:pt x="1076563" y="2646781"/>
                  </a:lnTo>
                  <a:lnTo>
                    <a:pt x="1075739" y="2641346"/>
                  </a:lnTo>
                  <a:lnTo>
                    <a:pt x="1074846" y="2635912"/>
                  </a:lnTo>
                  <a:lnTo>
                    <a:pt x="1073915" y="2630477"/>
                  </a:lnTo>
                  <a:lnTo>
                    <a:pt x="1072925" y="2625042"/>
                  </a:lnTo>
                  <a:lnTo>
                    <a:pt x="1071863" y="2619607"/>
                  </a:lnTo>
                  <a:lnTo>
                    <a:pt x="1070758" y="2614172"/>
                  </a:lnTo>
                  <a:lnTo>
                    <a:pt x="1069575" y="2608737"/>
                  </a:lnTo>
                  <a:lnTo>
                    <a:pt x="1068322" y="2603302"/>
                  </a:lnTo>
                  <a:lnTo>
                    <a:pt x="1067021" y="2597867"/>
                  </a:lnTo>
                  <a:lnTo>
                    <a:pt x="1065619" y="2592433"/>
                  </a:lnTo>
                  <a:lnTo>
                    <a:pt x="1064151" y="2586998"/>
                  </a:lnTo>
                  <a:lnTo>
                    <a:pt x="1062629" y="2581563"/>
                  </a:lnTo>
                  <a:lnTo>
                    <a:pt x="1060980" y="2576128"/>
                  </a:lnTo>
                  <a:lnTo>
                    <a:pt x="1059271" y="2570693"/>
                  </a:lnTo>
                  <a:lnTo>
                    <a:pt x="1057489" y="2565258"/>
                  </a:lnTo>
                  <a:lnTo>
                    <a:pt x="1055579" y="2559823"/>
                  </a:lnTo>
                  <a:lnTo>
                    <a:pt x="1053604" y="2554389"/>
                  </a:lnTo>
                  <a:lnTo>
                    <a:pt x="1051532" y="2548954"/>
                  </a:lnTo>
                  <a:lnTo>
                    <a:pt x="1049336" y="2543519"/>
                  </a:lnTo>
                  <a:lnTo>
                    <a:pt x="1047068" y="2538084"/>
                  </a:lnTo>
                  <a:lnTo>
                    <a:pt x="1044678" y="2532649"/>
                  </a:lnTo>
                  <a:lnTo>
                    <a:pt x="1042169" y="2527214"/>
                  </a:lnTo>
                  <a:lnTo>
                    <a:pt x="1039583" y="2521779"/>
                  </a:lnTo>
                  <a:lnTo>
                    <a:pt x="1036847" y="2516344"/>
                  </a:lnTo>
                  <a:lnTo>
                    <a:pt x="1034001" y="2510910"/>
                  </a:lnTo>
                  <a:lnTo>
                    <a:pt x="1031072" y="2505475"/>
                  </a:lnTo>
                  <a:lnTo>
                    <a:pt x="1027962" y="2500040"/>
                  </a:lnTo>
                  <a:lnTo>
                    <a:pt x="1024754" y="2494605"/>
                  </a:lnTo>
                  <a:lnTo>
                    <a:pt x="1021448" y="2489170"/>
                  </a:lnTo>
                  <a:lnTo>
                    <a:pt x="1017950" y="2483735"/>
                  </a:lnTo>
                  <a:lnTo>
                    <a:pt x="1014360" y="2478300"/>
                  </a:lnTo>
                  <a:lnTo>
                    <a:pt x="1010643" y="2472865"/>
                  </a:lnTo>
                  <a:lnTo>
                    <a:pt x="1006747" y="2467431"/>
                  </a:lnTo>
                  <a:lnTo>
                    <a:pt x="1002754" y="2461996"/>
                  </a:lnTo>
                  <a:lnTo>
                    <a:pt x="998606" y="2456561"/>
                  </a:lnTo>
                  <a:lnTo>
                    <a:pt x="994295" y="2451126"/>
                  </a:lnTo>
                  <a:lnTo>
                    <a:pt x="989883" y="2445691"/>
                  </a:lnTo>
                  <a:lnTo>
                    <a:pt x="985287" y="2440256"/>
                  </a:lnTo>
                  <a:lnTo>
                    <a:pt x="980546" y="2434821"/>
                  </a:lnTo>
                  <a:lnTo>
                    <a:pt x="975701" y="2429386"/>
                  </a:lnTo>
                  <a:lnTo>
                    <a:pt x="970645" y="2423952"/>
                  </a:lnTo>
                  <a:lnTo>
                    <a:pt x="965463" y="2418517"/>
                  </a:lnTo>
                  <a:lnTo>
                    <a:pt x="960173" y="2413082"/>
                  </a:lnTo>
                  <a:lnTo>
                    <a:pt x="954652" y="2407647"/>
                  </a:lnTo>
                  <a:lnTo>
                    <a:pt x="949025" y="2402212"/>
                  </a:lnTo>
                  <a:lnTo>
                    <a:pt x="943264" y="2396777"/>
                  </a:lnTo>
                  <a:lnTo>
                    <a:pt x="937296" y="2391342"/>
                  </a:lnTo>
                  <a:lnTo>
                    <a:pt x="931222" y="2385908"/>
                  </a:lnTo>
                  <a:lnTo>
                    <a:pt x="924990" y="2380473"/>
                  </a:lnTo>
                  <a:lnTo>
                    <a:pt x="918576" y="2375038"/>
                  </a:lnTo>
                  <a:lnTo>
                    <a:pt x="912058" y="2369603"/>
                  </a:lnTo>
                  <a:lnTo>
                    <a:pt x="905360" y="2364168"/>
                  </a:lnTo>
                  <a:lnTo>
                    <a:pt x="898508" y="2358733"/>
                  </a:lnTo>
                  <a:lnTo>
                    <a:pt x="891553" y="2353298"/>
                  </a:lnTo>
                  <a:lnTo>
                    <a:pt x="884399" y="2347863"/>
                  </a:lnTo>
                  <a:lnTo>
                    <a:pt x="877119" y="2342429"/>
                  </a:lnTo>
                  <a:lnTo>
                    <a:pt x="869740" y="2336994"/>
                  </a:lnTo>
                  <a:lnTo>
                    <a:pt x="862147" y="2331559"/>
                  </a:lnTo>
                  <a:lnTo>
                    <a:pt x="854454" y="2326124"/>
                  </a:lnTo>
                  <a:lnTo>
                    <a:pt x="846648" y="2320689"/>
                  </a:lnTo>
                  <a:lnTo>
                    <a:pt x="838653" y="2315254"/>
                  </a:lnTo>
                  <a:lnTo>
                    <a:pt x="830567" y="2309819"/>
                  </a:lnTo>
                  <a:lnTo>
                    <a:pt x="822354" y="2304384"/>
                  </a:lnTo>
                  <a:lnTo>
                    <a:pt x="813983" y="2298950"/>
                  </a:lnTo>
                  <a:lnTo>
                    <a:pt x="805527" y="2293515"/>
                  </a:lnTo>
                  <a:lnTo>
                    <a:pt x="796933" y="2288080"/>
                  </a:lnTo>
                  <a:lnTo>
                    <a:pt x="788211" y="2282645"/>
                  </a:lnTo>
                  <a:lnTo>
                    <a:pt x="779409" y="2277210"/>
                  </a:lnTo>
                  <a:lnTo>
                    <a:pt x="770464" y="2271775"/>
                  </a:lnTo>
                  <a:lnTo>
                    <a:pt x="761419" y="2266340"/>
                  </a:lnTo>
                  <a:lnTo>
                    <a:pt x="752300" y="2260906"/>
                  </a:lnTo>
                  <a:lnTo>
                    <a:pt x="743036" y="2255471"/>
                  </a:lnTo>
                  <a:lnTo>
                    <a:pt x="733697" y="2250036"/>
                  </a:lnTo>
                  <a:lnTo>
                    <a:pt x="724287" y="2244601"/>
                  </a:lnTo>
                  <a:lnTo>
                    <a:pt x="714744" y="2239166"/>
                  </a:lnTo>
                  <a:lnTo>
                    <a:pt x="705143" y="2233731"/>
                  </a:lnTo>
                  <a:lnTo>
                    <a:pt x="695465" y="2228296"/>
                  </a:lnTo>
                  <a:lnTo>
                    <a:pt x="685686" y="2222861"/>
                  </a:lnTo>
                  <a:lnTo>
                    <a:pt x="675855" y="2217427"/>
                  </a:lnTo>
                  <a:lnTo>
                    <a:pt x="665947" y="2211992"/>
                  </a:lnTo>
                  <a:lnTo>
                    <a:pt x="655962" y="2206557"/>
                  </a:lnTo>
                  <a:lnTo>
                    <a:pt x="645934" y="2201122"/>
                  </a:lnTo>
                  <a:lnTo>
                    <a:pt x="635833" y="2195687"/>
                  </a:lnTo>
                  <a:lnTo>
                    <a:pt x="625677" y="2190252"/>
                  </a:lnTo>
                  <a:lnTo>
                    <a:pt x="615485" y="2184817"/>
                  </a:lnTo>
                  <a:lnTo>
                    <a:pt x="605227" y="2179382"/>
                  </a:lnTo>
                  <a:lnTo>
                    <a:pt x="594933" y="2173948"/>
                  </a:lnTo>
                  <a:lnTo>
                    <a:pt x="584611" y="2168513"/>
                  </a:lnTo>
                  <a:lnTo>
                    <a:pt x="574233" y="2163078"/>
                  </a:lnTo>
                  <a:lnTo>
                    <a:pt x="563835" y="2157643"/>
                  </a:lnTo>
                  <a:lnTo>
                    <a:pt x="553411" y="2152208"/>
                  </a:lnTo>
                  <a:lnTo>
                    <a:pt x="542956" y="2146773"/>
                  </a:lnTo>
                  <a:lnTo>
                    <a:pt x="532486" y="2141338"/>
                  </a:lnTo>
                  <a:lnTo>
                    <a:pt x="521999" y="2135904"/>
                  </a:lnTo>
                  <a:lnTo>
                    <a:pt x="511499" y="2130469"/>
                  </a:lnTo>
                  <a:lnTo>
                    <a:pt x="500992" y="2125034"/>
                  </a:lnTo>
                  <a:lnTo>
                    <a:pt x="490479" y="2119599"/>
                  </a:lnTo>
                  <a:lnTo>
                    <a:pt x="479967" y="2114164"/>
                  </a:lnTo>
                  <a:lnTo>
                    <a:pt x="469458" y="2108729"/>
                  </a:lnTo>
                  <a:lnTo>
                    <a:pt x="458957" y="2103294"/>
                  </a:lnTo>
                  <a:lnTo>
                    <a:pt x="448469" y="2097859"/>
                  </a:lnTo>
                  <a:lnTo>
                    <a:pt x="437991" y="2092425"/>
                  </a:lnTo>
                  <a:lnTo>
                    <a:pt x="427542" y="2086990"/>
                  </a:lnTo>
                  <a:lnTo>
                    <a:pt x="417113" y="2081555"/>
                  </a:lnTo>
                  <a:lnTo>
                    <a:pt x="406706" y="2076120"/>
                  </a:lnTo>
                  <a:lnTo>
                    <a:pt x="396346" y="2070685"/>
                  </a:lnTo>
                  <a:lnTo>
                    <a:pt x="386013" y="2065250"/>
                  </a:lnTo>
                  <a:lnTo>
                    <a:pt x="375719" y="2059815"/>
                  </a:lnTo>
                  <a:lnTo>
                    <a:pt x="365485" y="2054380"/>
                  </a:lnTo>
                  <a:lnTo>
                    <a:pt x="355286" y="2048946"/>
                  </a:lnTo>
                  <a:lnTo>
                    <a:pt x="345149" y="2043511"/>
                  </a:lnTo>
                  <a:lnTo>
                    <a:pt x="335079" y="2038076"/>
                  </a:lnTo>
                  <a:lnTo>
                    <a:pt x="325055" y="2032641"/>
                  </a:lnTo>
                  <a:lnTo>
                    <a:pt x="315118" y="2027206"/>
                  </a:lnTo>
                  <a:lnTo>
                    <a:pt x="305255" y="2021771"/>
                  </a:lnTo>
                  <a:lnTo>
                    <a:pt x="295446" y="2016336"/>
                  </a:lnTo>
                  <a:lnTo>
                    <a:pt x="285757" y="2010901"/>
                  </a:lnTo>
                  <a:lnTo>
                    <a:pt x="276142" y="2005467"/>
                  </a:lnTo>
                  <a:lnTo>
                    <a:pt x="266595" y="2000032"/>
                  </a:lnTo>
                  <a:lnTo>
                    <a:pt x="257198" y="1994597"/>
                  </a:lnTo>
                  <a:lnTo>
                    <a:pt x="247875" y="1989162"/>
                  </a:lnTo>
                  <a:lnTo>
                    <a:pt x="238649" y="1983727"/>
                  </a:lnTo>
                  <a:lnTo>
                    <a:pt x="229577" y="1978292"/>
                  </a:lnTo>
                  <a:lnTo>
                    <a:pt x="220590" y="1972857"/>
                  </a:lnTo>
                  <a:lnTo>
                    <a:pt x="211734" y="1967423"/>
                  </a:lnTo>
                  <a:lnTo>
                    <a:pt x="203033" y="1961988"/>
                  </a:lnTo>
                  <a:lnTo>
                    <a:pt x="194425" y="1956553"/>
                  </a:lnTo>
                  <a:lnTo>
                    <a:pt x="185988" y="1951118"/>
                  </a:lnTo>
                  <a:lnTo>
                    <a:pt x="177700" y="1945683"/>
                  </a:lnTo>
                  <a:lnTo>
                    <a:pt x="169516" y="1940248"/>
                  </a:lnTo>
                  <a:lnTo>
                    <a:pt x="161544" y="1934813"/>
                  </a:lnTo>
                  <a:lnTo>
                    <a:pt x="153712" y="1929378"/>
                  </a:lnTo>
                  <a:lnTo>
                    <a:pt x="145992" y="1923944"/>
                  </a:lnTo>
                  <a:lnTo>
                    <a:pt x="138531" y="1918509"/>
                  </a:lnTo>
                  <a:lnTo>
                    <a:pt x="131193" y="1913074"/>
                  </a:lnTo>
                  <a:lnTo>
                    <a:pt x="124003" y="1907639"/>
                  </a:lnTo>
                  <a:lnTo>
                    <a:pt x="117067" y="1902204"/>
                  </a:lnTo>
                  <a:lnTo>
                    <a:pt x="110259" y="1896769"/>
                  </a:lnTo>
                  <a:lnTo>
                    <a:pt x="103639" y="1891334"/>
                  </a:lnTo>
                  <a:lnTo>
                    <a:pt x="97257" y="1885899"/>
                  </a:lnTo>
                  <a:lnTo>
                    <a:pt x="91010" y="1880465"/>
                  </a:lnTo>
                  <a:lnTo>
                    <a:pt x="84992" y="1875030"/>
                  </a:lnTo>
                  <a:lnTo>
                    <a:pt x="79192" y="1869595"/>
                  </a:lnTo>
                  <a:lnTo>
                    <a:pt x="73532" y="1864160"/>
                  </a:lnTo>
                  <a:lnTo>
                    <a:pt x="68142" y="1858725"/>
                  </a:lnTo>
                  <a:lnTo>
                    <a:pt x="62943" y="1853290"/>
                  </a:lnTo>
                  <a:lnTo>
                    <a:pt x="57889" y="1847855"/>
                  </a:lnTo>
                  <a:lnTo>
                    <a:pt x="53145" y="1842421"/>
                  </a:lnTo>
                  <a:lnTo>
                    <a:pt x="48562" y="1836986"/>
                  </a:lnTo>
                  <a:lnTo>
                    <a:pt x="44146" y="1831551"/>
                  </a:lnTo>
                  <a:lnTo>
                    <a:pt x="40039" y="1826116"/>
                  </a:lnTo>
                  <a:lnTo>
                    <a:pt x="36079" y="1820681"/>
                  </a:lnTo>
                  <a:lnTo>
                    <a:pt x="32320" y="1815246"/>
                  </a:lnTo>
                  <a:lnTo>
                    <a:pt x="28837" y="1809811"/>
                  </a:lnTo>
                  <a:lnTo>
                    <a:pt x="28328" y="1808982"/>
                  </a:lnTo>
                  <a:lnTo>
                    <a:pt x="25501" y="1804376"/>
                  </a:lnTo>
                  <a:lnTo>
                    <a:pt x="22398" y="1798942"/>
                  </a:lnTo>
                  <a:lnTo>
                    <a:pt x="19534" y="1793507"/>
                  </a:lnTo>
                  <a:lnTo>
                    <a:pt x="16816" y="1788072"/>
                  </a:lnTo>
                  <a:lnTo>
                    <a:pt x="14359" y="1782637"/>
                  </a:lnTo>
                  <a:lnTo>
                    <a:pt x="12103" y="1777202"/>
                  </a:lnTo>
                  <a:lnTo>
                    <a:pt x="9990" y="1771767"/>
                  </a:lnTo>
                  <a:lnTo>
                    <a:pt x="8162" y="1766332"/>
                  </a:lnTo>
                  <a:lnTo>
                    <a:pt x="6499" y="1760897"/>
                  </a:lnTo>
                  <a:lnTo>
                    <a:pt x="4979" y="1755463"/>
                  </a:lnTo>
                  <a:lnTo>
                    <a:pt x="3754" y="1750028"/>
                  </a:lnTo>
                  <a:lnTo>
                    <a:pt x="2662" y="1744593"/>
                  </a:lnTo>
                  <a:lnTo>
                    <a:pt x="1737" y="1739158"/>
                  </a:lnTo>
                  <a:lnTo>
                    <a:pt x="1066" y="1733723"/>
                  </a:lnTo>
                  <a:lnTo>
                    <a:pt x="521" y="1728288"/>
                  </a:lnTo>
                  <a:lnTo>
                    <a:pt x="166" y="1722853"/>
                  </a:lnTo>
                  <a:lnTo>
                    <a:pt x="22" y="1717418"/>
                  </a:lnTo>
                  <a:lnTo>
                    <a:pt x="0" y="1711984"/>
                  </a:lnTo>
                  <a:lnTo>
                    <a:pt x="184" y="1706549"/>
                  </a:lnTo>
                  <a:lnTo>
                    <a:pt x="542" y="1701114"/>
                  </a:lnTo>
                  <a:lnTo>
                    <a:pt x="1015" y="1695679"/>
                  </a:lnTo>
                  <a:lnTo>
                    <a:pt x="1710" y="1690244"/>
                  </a:lnTo>
                  <a:lnTo>
                    <a:pt x="2544" y="1684809"/>
                  </a:lnTo>
                  <a:lnTo>
                    <a:pt x="3488" y="1679374"/>
                  </a:lnTo>
                  <a:lnTo>
                    <a:pt x="4665" y="1673940"/>
                  </a:lnTo>
                  <a:lnTo>
                    <a:pt x="5950" y="1668505"/>
                  </a:lnTo>
                  <a:lnTo>
                    <a:pt x="7358" y="1663070"/>
                  </a:lnTo>
                  <a:lnTo>
                    <a:pt x="8973" y="1657635"/>
                  </a:lnTo>
                  <a:lnTo>
                    <a:pt x="10686" y="1652200"/>
                  </a:lnTo>
                  <a:lnTo>
                    <a:pt x="12538" y="1646765"/>
                  </a:lnTo>
                  <a:lnTo>
                    <a:pt x="14564" y="1641330"/>
                  </a:lnTo>
                  <a:lnTo>
                    <a:pt x="16685" y="1635895"/>
                  </a:lnTo>
                  <a:lnTo>
                    <a:pt x="18959" y="1630461"/>
                  </a:lnTo>
                  <a:lnTo>
                    <a:pt x="21377" y="1625026"/>
                  </a:lnTo>
                  <a:lnTo>
                    <a:pt x="23886" y="1619591"/>
                  </a:lnTo>
                  <a:lnTo>
                    <a:pt x="26562" y="1614156"/>
                  </a:lnTo>
                  <a:lnTo>
                    <a:pt x="29356" y="1608721"/>
                  </a:lnTo>
                  <a:lnTo>
                    <a:pt x="32237" y="1603286"/>
                  </a:lnTo>
                  <a:lnTo>
                    <a:pt x="35296" y="1597851"/>
                  </a:lnTo>
                  <a:lnTo>
                    <a:pt x="38449" y="1592416"/>
                  </a:lnTo>
                  <a:lnTo>
                    <a:pt x="41694" y="1586982"/>
                  </a:lnTo>
                  <a:lnTo>
                    <a:pt x="45111" y="1581547"/>
                  </a:lnTo>
                  <a:lnTo>
                    <a:pt x="48607" y="1576112"/>
                  </a:lnTo>
                  <a:lnTo>
                    <a:pt x="52209" y="1570677"/>
                  </a:lnTo>
                  <a:lnTo>
                    <a:pt x="55957" y="1565242"/>
                  </a:lnTo>
                  <a:lnTo>
                    <a:pt x="59780" y="1559807"/>
                  </a:lnTo>
                  <a:lnTo>
                    <a:pt x="63720" y="1554372"/>
                  </a:lnTo>
                  <a:lnTo>
                    <a:pt x="67780" y="1548938"/>
                  </a:lnTo>
                  <a:lnTo>
                    <a:pt x="71911" y="1543503"/>
                  </a:lnTo>
                  <a:lnTo>
                    <a:pt x="76166" y="1538068"/>
                  </a:lnTo>
                  <a:lnTo>
                    <a:pt x="80516" y="1532633"/>
                  </a:lnTo>
                  <a:lnTo>
                    <a:pt x="84932" y="1527198"/>
                  </a:lnTo>
                  <a:lnTo>
                    <a:pt x="89475" y="1521763"/>
                  </a:lnTo>
                  <a:lnTo>
                    <a:pt x="94089" y="1516328"/>
                  </a:lnTo>
                  <a:lnTo>
                    <a:pt x="98763" y="1510893"/>
                  </a:lnTo>
                  <a:lnTo>
                    <a:pt x="102341" y="1506839"/>
                  </a:lnTo>
                  <a:lnTo>
                    <a:pt x="103559" y="1505459"/>
                  </a:lnTo>
                  <a:lnTo>
                    <a:pt x="108404" y="1500024"/>
                  </a:lnTo>
                  <a:lnTo>
                    <a:pt x="113312" y="1494589"/>
                  </a:lnTo>
                  <a:lnTo>
                    <a:pt x="118310" y="1489154"/>
                  </a:lnTo>
                  <a:lnTo>
                    <a:pt x="123348" y="1483719"/>
                  </a:lnTo>
                  <a:lnTo>
                    <a:pt x="128444" y="1478284"/>
                  </a:lnTo>
                  <a:lnTo>
                    <a:pt x="133598" y="1472849"/>
                  </a:lnTo>
                  <a:lnTo>
                    <a:pt x="138782" y="1467414"/>
                  </a:lnTo>
                  <a:lnTo>
                    <a:pt x="144012" y="1461980"/>
                  </a:lnTo>
                  <a:lnTo>
                    <a:pt x="149272" y="1456545"/>
                  </a:lnTo>
                  <a:lnTo>
                    <a:pt x="154549" y="1451110"/>
                  </a:lnTo>
                  <a:lnTo>
                    <a:pt x="159850" y="1445675"/>
                  </a:lnTo>
                  <a:lnTo>
                    <a:pt x="165157" y="1440240"/>
                  </a:lnTo>
                  <a:lnTo>
                    <a:pt x="170467" y="1434805"/>
                  </a:lnTo>
                  <a:lnTo>
                    <a:pt x="175770" y="1429370"/>
                  </a:lnTo>
                  <a:lnTo>
                    <a:pt x="181060" y="1423936"/>
                  </a:lnTo>
                  <a:lnTo>
                    <a:pt x="186335" y="1418501"/>
                  </a:lnTo>
                  <a:lnTo>
                    <a:pt x="191568" y="1413066"/>
                  </a:lnTo>
                  <a:lnTo>
                    <a:pt x="196772" y="1407631"/>
                  </a:lnTo>
                  <a:lnTo>
                    <a:pt x="201935" y="1402196"/>
                  </a:lnTo>
                  <a:lnTo>
                    <a:pt x="207028" y="1396761"/>
                  </a:lnTo>
                  <a:lnTo>
                    <a:pt x="212077" y="1391326"/>
                  </a:lnTo>
                  <a:lnTo>
                    <a:pt x="217050" y="1385891"/>
                  </a:lnTo>
                  <a:lnTo>
                    <a:pt x="221933" y="1380457"/>
                  </a:lnTo>
                  <a:lnTo>
                    <a:pt x="226757" y="1375022"/>
                  </a:lnTo>
                  <a:lnTo>
                    <a:pt x="231462" y="1369587"/>
                  </a:lnTo>
                  <a:lnTo>
                    <a:pt x="236067" y="1364152"/>
                  </a:lnTo>
                  <a:lnTo>
                    <a:pt x="240599" y="1358717"/>
                  </a:lnTo>
                  <a:lnTo>
                    <a:pt x="244964" y="1353282"/>
                  </a:lnTo>
                  <a:lnTo>
                    <a:pt x="249229" y="1347847"/>
                  </a:lnTo>
                  <a:lnTo>
                    <a:pt x="253401" y="1342412"/>
                  </a:lnTo>
                  <a:lnTo>
                    <a:pt x="257370" y="1336978"/>
                  </a:lnTo>
                  <a:lnTo>
                    <a:pt x="261241" y="1331543"/>
                  </a:lnTo>
                  <a:lnTo>
                    <a:pt x="264982" y="1326108"/>
                  </a:lnTo>
                  <a:lnTo>
                    <a:pt x="268521" y="1320673"/>
                  </a:lnTo>
                  <a:lnTo>
                    <a:pt x="271953" y="1315238"/>
                  </a:lnTo>
                  <a:lnTo>
                    <a:pt x="275220" y="1309803"/>
                  </a:lnTo>
                  <a:lnTo>
                    <a:pt x="278296" y="1304368"/>
                  </a:lnTo>
                  <a:lnTo>
                    <a:pt x="281259" y="1298933"/>
                  </a:lnTo>
                  <a:lnTo>
                    <a:pt x="284022" y="1293499"/>
                  </a:lnTo>
                  <a:lnTo>
                    <a:pt x="286615" y="1288064"/>
                  </a:lnTo>
                  <a:lnTo>
                    <a:pt x="289094" y="1282629"/>
                  </a:lnTo>
                  <a:lnTo>
                    <a:pt x="291344" y="1277194"/>
                  </a:lnTo>
                  <a:lnTo>
                    <a:pt x="293453" y="1271759"/>
                  </a:lnTo>
                  <a:lnTo>
                    <a:pt x="295448" y="1266324"/>
                  </a:lnTo>
                  <a:lnTo>
                    <a:pt x="297196" y="1260889"/>
                  </a:lnTo>
                  <a:lnTo>
                    <a:pt x="298834" y="1255455"/>
                  </a:lnTo>
                  <a:lnTo>
                    <a:pt x="300341" y="1250020"/>
                  </a:lnTo>
                  <a:lnTo>
                    <a:pt x="301639" y="1244585"/>
                  </a:lnTo>
                  <a:lnTo>
                    <a:pt x="302839" y="1239150"/>
                  </a:lnTo>
                  <a:lnTo>
                    <a:pt x="303897" y="1233715"/>
                  </a:lnTo>
                  <a:lnTo>
                    <a:pt x="304792" y="1228280"/>
                  </a:lnTo>
                  <a:lnTo>
                    <a:pt x="305601" y="1222845"/>
                  </a:lnTo>
                  <a:lnTo>
                    <a:pt x="306270" y="1217410"/>
                  </a:lnTo>
                  <a:lnTo>
                    <a:pt x="306823" y="1211976"/>
                  </a:lnTo>
                  <a:lnTo>
                    <a:pt x="307305" y="1206541"/>
                  </a:lnTo>
                  <a:lnTo>
                    <a:pt x="307663" y="1201106"/>
                  </a:lnTo>
                  <a:lnTo>
                    <a:pt x="307948" y="1195671"/>
                  </a:lnTo>
                  <a:lnTo>
                    <a:pt x="308180" y="1190236"/>
                  </a:lnTo>
                  <a:lnTo>
                    <a:pt x="308319" y="1184801"/>
                  </a:lnTo>
                  <a:lnTo>
                    <a:pt x="308422" y="1179366"/>
                  </a:lnTo>
                  <a:lnTo>
                    <a:pt x="308490" y="1173931"/>
                  </a:lnTo>
                  <a:lnTo>
                    <a:pt x="308515" y="1168497"/>
                  </a:lnTo>
                  <a:lnTo>
                    <a:pt x="308532" y="1163062"/>
                  </a:lnTo>
                  <a:lnTo>
                    <a:pt x="308538" y="1157627"/>
                  </a:lnTo>
                  <a:lnTo>
                    <a:pt x="308553" y="1152192"/>
                  </a:lnTo>
                  <a:lnTo>
                    <a:pt x="308582" y="1146757"/>
                  </a:lnTo>
                  <a:lnTo>
                    <a:pt x="308639" y="1141322"/>
                  </a:lnTo>
                  <a:lnTo>
                    <a:pt x="308746" y="1135887"/>
                  </a:lnTo>
                  <a:lnTo>
                    <a:pt x="308888" y="1130453"/>
                  </a:lnTo>
                  <a:lnTo>
                    <a:pt x="309109" y="1125018"/>
                  </a:lnTo>
                  <a:lnTo>
                    <a:pt x="309407" y="1119583"/>
                  </a:lnTo>
                  <a:lnTo>
                    <a:pt x="309763" y="1114148"/>
                  </a:lnTo>
                  <a:lnTo>
                    <a:pt x="310255" y="1108713"/>
                  </a:lnTo>
                  <a:lnTo>
                    <a:pt x="310840" y="1103278"/>
                  </a:lnTo>
                  <a:lnTo>
                    <a:pt x="311507" y="1097843"/>
                  </a:lnTo>
                  <a:lnTo>
                    <a:pt x="312368" y="1092408"/>
                  </a:lnTo>
                  <a:lnTo>
                    <a:pt x="313327" y="1086974"/>
                  </a:lnTo>
                  <a:lnTo>
                    <a:pt x="313428" y="1086466"/>
                  </a:lnTo>
                  <a:lnTo>
                    <a:pt x="314411" y="1081539"/>
                  </a:lnTo>
                  <a:lnTo>
                    <a:pt x="315707" y="1076104"/>
                  </a:lnTo>
                  <a:lnTo>
                    <a:pt x="317116" y="1070669"/>
                  </a:lnTo>
                  <a:lnTo>
                    <a:pt x="318700" y="1065234"/>
                  </a:lnTo>
                  <a:lnTo>
                    <a:pt x="320496" y="1059799"/>
                  </a:lnTo>
                  <a:lnTo>
                    <a:pt x="322418" y="1054364"/>
                  </a:lnTo>
                  <a:lnTo>
                    <a:pt x="324564" y="1048929"/>
                  </a:lnTo>
                  <a:lnTo>
                    <a:pt x="326911" y="1043495"/>
                  </a:lnTo>
                  <a:lnTo>
                    <a:pt x="329394" y="1038060"/>
                  </a:lnTo>
                  <a:lnTo>
                    <a:pt x="332148" y="1032625"/>
                  </a:lnTo>
                  <a:lnTo>
                    <a:pt x="335080" y="1027190"/>
                  </a:lnTo>
                  <a:lnTo>
                    <a:pt x="338154" y="1021755"/>
                  </a:lnTo>
                  <a:lnTo>
                    <a:pt x="341540" y="1016320"/>
                  </a:lnTo>
                  <a:lnTo>
                    <a:pt x="345076" y="1010885"/>
                  </a:lnTo>
                  <a:lnTo>
                    <a:pt x="348781" y="1005450"/>
                  </a:lnTo>
                  <a:lnTo>
                    <a:pt x="352778" y="1000016"/>
                  </a:lnTo>
                  <a:lnTo>
                    <a:pt x="356916" y="994581"/>
                  </a:lnTo>
                  <a:lnTo>
                    <a:pt x="361254" y="989146"/>
                  </a:lnTo>
                  <a:lnTo>
                    <a:pt x="365843" y="983711"/>
                  </a:lnTo>
                  <a:lnTo>
                    <a:pt x="370567" y="978276"/>
                  </a:lnTo>
                  <a:lnTo>
                    <a:pt x="375513" y="972841"/>
                  </a:lnTo>
                  <a:lnTo>
                    <a:pt x="380665" y="967406"/>
                  </a:lnTo>
                  <a:lnTo>
                    <a:pt x="385945" y="961972"/>
                  </a:lnTo>
                  <a:lnTo>
                    <a:pt x="391458" y="956537"/>
                  </a:lnTo>
                  <a:lnTo>
                    <a:pt x="397131" y="951102"/>
                  </a:lnTo>
                  <a:lnTo>
                    <a:pt x="402921" y="945667"/>
                  </a:lnTo>
                  <a:lnTo>
                    <a:pt x="408945" y="940232"/>
                  </a:lnTo>
                  <a:lnTo>
                    <a:pt x="415086" y="934797"/>
                  </a:lnTo>
                  <a:lnTo>
                    <a:pt x="421341" y="929362"/>
                  </a:lnTo>
                  <a:lnTo>
                    <a:pt x="427799" y="923927"/>
                  </a:lnTo>
                  <a:lnTo>
                    <a:pt x="434345" y="918493"/>
                  </a:lnTo>
                  <a:lnTo>
                    <a:pt x="441006" y="913058"/>
                  </a:lnTo>
                  <a:lnTo>
                    <a:pt x="447816" y="907623"/>
                  </a:lnTo>
                  <a:lnTo>
                    <a:pt x="454698" y="902188"/>
                  </a:lnTo>
                  <a:lnTo>
                    <a:pt x="461687" y="896753"/>
                  </a:lnTo>
                  <a:lnTo>
                    <a:pt x="468777" y="891318"/>
                  </a:lnTo>
                  <a:lnTo>
                    <a:pt x="475923" y="885883"/>
                  </a:lnTo>
                  <a:lnTo>
                    <a:pt x="483159" y="880448"/>
                  </a:lnTo>
                  <a:lnTo>
                    <a:pt x="490455" y="875014"/>
                  </a:lnTo>
                  <a:lnTo>
                    <a:pt x="497790" y="869579"/>
                  </a:lnTo>
                  <a:lnTo>
                    <a:pt x="505192" y="864144"/>
                  </a:lnTo>
                  <a:lnTo>
                    <a:pt x="512622" y="858709"/>
                  </a:lnTo>
                  <a:lnTo>
                    <a:pt x="520077" y="853274"/>
                  </a:lnTo>
                  <a:lnTo>
                    <a:pt x="527566" y="847839"/>
                  </a:lnTo>
                  <a:lnTo>
                    <a:pt x="535062" y="842404"/>
                  </a:lnTo>
                  <a:lnTo>
                    <a:pt x="542567" y="836970"/>
                  </a:lnTo>
                  <a:lnTo>
                    <a:pt x="550072" y="831535"/>
                  </a:lnTo>
                  <a:lnTo>
                    <a:pt x="557571" y="826100"/>
                  </a:lnTo>
                  <a:lnTo>
                    <a:pt x="565059" y="820665"/>
                  </a:lnTo>
                  <a:lnTo>
                    <a:pt x="572522" y="815230"/>
                  </a:lnTo>
                  <a:lnTo>
                    <a:pt x="579968" y="809795"/>
                  </a:lnTo>
                  <a:lnTo>
                    <a:pt x="587380" y="804360"/>
                  </a:lnTo>
                  <a:lnTo>
                    <a:pt x="594753" y="798925"/>
                  </a:lnTo>
                  <a:lnTo>
                    <a:pt x="602099" y="793491"/>
                  </a:lnTo>
                  <a:lnTo>
                    <a:pt x="609386" y="788056"/>
                  </a:lnTo>
                  <a:lnTo>
                    <a:pt x="616628" y="782621"/>
                  </a:lnTo>
                  <a:lnTo>
                    <a:pt x="623836" y="777186"/>
                  </a:lnTo>
                  <a:lnTo>
                    <a:pt x="630960" y="771751"/>
                  </a:lnTo>
                  <a:lnTo>
                    <a:pt x="638041" y="766316"/>
                  </a:lnTo>
                  <a:lnTo>
                    <a:pt x="645074" y="760881"/>
                  </a:lnTo>
                  <a:lnTo>
                    <a:pt x="652016" y="755446"/>
                  </a:lnTo>
                  <a:lnTo>
                    <a:pt x="658914" y="750012"/>
                  </a:lnTo>
                  <a:lnTo>
                    <a:pt x="665748" y="744577"/>
                  </a:lnTo>
                  <a:lnTo>
                    <a:pt x="672496" y="739142"/>
                  </a:lnTo>
                  <a:lnTo>
                    <a:pt x="679197" y="733707"/>
                  </a:lnTo>
                  <a:lnTo>
                    <a:pt x="685822" y="728272"/>
                  </a:lnTo>
                  <a:lnTo>
                    <a:pt x="692369" y="722837"/>
                  </a:lnTo>
                  <a:lnTo>
                    <a:pt x="698868" y="717402"/>
                  </a:lnTo>
                  <a:lnTo>
                    <a:pt x="705279" y="711968"/>
                  </a:lnTo>
                  <a:lnTo>
                    <a:pt x="711625" y="706533"/>
                  </a:lnTo>
                  <a:lnTo>
                    <a:pt x="717925" y="701098"/>
                  </a:lnTo>
                  <a:lnTo>
                    <a:pt x="724128" y="695663"/>
                  </a:lnTo>
                  <a:lnTo>
                    <a:pt x="730279" y="690228"/>
                  </a:lnTo>
                  <a:lnTo>
                    <a:pt x="736381" y="684793"/>
                  </a:lnTo>
                  <a:lnTo>
                    <a:pt x="742389" y="679358"/>
                  </a:lnTo>
                  <a:lnTo>
                    <a:pt x="748355" y="673923"/>
                  </a:lnTo>
                  <a:lnTo>
                    <a:pt x="754266" y="668489"/>
                  </a:lnTo>
                  <a:lnTo>
                    <a:pt x="760098" y="663054"/>
                  </a:lnTo>
                  <a:lnTo>
                    <a:pt x="765891" y="657619"/>
                  </a:lnTo>
                  <a:lnTo>
                    <a:pt x="771625" y="652184"/>
                  </a:lnTo>
                  <a:lnTo>
                    <a:pt x="777296" y="646749"/>
                  </a:lnTo>
                  <a:lnTo>
                    <a:pt x="782931" y="641314"/>
                  </a:lnTo>
                  <a:lnTo>
                    <a:pt x="788504" y="635879"/>
                  </a:lnTo>
                  <a:lnTo>
                    <a:pt x="794028" y="630444"/>
                  </a:lnTo>
                  <a:lnTo>
                    <a:pt x="799519" y="625010"/>
                  </a:lnTo>
                  <a:lnTo>
                    <a:pt x="804947" y="619575"/>
                  </a:lnTo>
                  <a:lnTo>
                    <a:pt x="810337" y="614140"/>
                  </a:lnTo>
                  <a:lnTo>
                    <a:pt x="815697" y="608705"/>
                  </a:lnTo>
                  <a:lnTo>
                    <a:pt x="820993" y="603270"/>
                  </a:lnTo>
                  <a:lnTo>
                    <a:pt x="826261" y="597835"/>
                  </a:lnTo>
                  <a:lnTo>
                    <a:pt x="831495" y="592400"/>
                  </a:lnTo>
                  <a:lnTo>
                    <a:pt x="836676" y="586965"/>
                  </a:lnTo>
                  <a:lnTo>
                    <a:pt x="841830" y="581531"/>
                  </a:lnTo>
                  <a:lnTo>
                    <a:pt x="846947" y="576096"/>
                  </a:lnTo>
                  <a:lnTo>
                    <a:pt x="852019" y="570661"/>
                  </a:lnTo>
                  <a:lnTo>
                    <a:pt x="857066" y="565226"/>
                  </a:lnTo>
                  <a:lnTo>
                    <a:pt x="862071" y="559791"/>
                  </a:lnTo>
                  <a:lnTo>
                    <a:pt x="867037" y="554356"/>
                  </a:lnTo>
                  <a:lnTo>
                    <a:pt x="871979" y="548921"/>
                  </a:lnTo>
                  <a:lnTo>
                    <a:pt x="876873" y="543487"/>
                  </a:lnTo>
                  <a:lnTo>
                    <a:pt x="881733" y="538052"/>
                  </a:lnTo>
                  <a:lnTo>
                    <a:pt x="886567" y="532617"/>
                  </a:lnTo>
                  <a:lnTo>
                    <a:pt x="891347" y="527182"/>
                  </a:lnTo>
                  <a:lnTo>
                    <a:pt x="896096" y="521747"/>
                  </a:lnTo>
                  <a:lnTo>
                    <a:pt x="900816" y="516312"/>
                  </a:lnTo>
                  <a:lnTo>
                    <a:pt x="905478" y="510877"/>
                  </a:lnTo>
                  <a:lnTo>
                    <a:pt x="910110" y="505442"/>
                  </a:lnTo>
                  <a:lnTo>
                    <a:pt x="914704" y="500008"/>
                  </a:lnTo>
                  <a:lnTo>
                    <a:pt x="919241" y="494573"/>
                  </a:lnTo>
                  <a:lnTo>
                    <a:pt x="923747" y="489138"/>
                  </a:lnTo>
                  <a:lnTo>
                    <a:pt x="928204" y="483703"/>
                  </a:lnTo>
                  <a:lnTo>
                    <a:pt x="932605" y="478268"/>
                  </a:lnTo>
                  <a:lnTo>
                    <a:pt x="936973" y="472833"/>
                  </a:lnTo>
                  <a:lnTo>
                    <a:pt x="941279" y="467398"/>
                  </a:lnTo>
                  <a:lnTo>
                    <a:pt x="945532" y="461963"/>
                  </a:lnTo>
                  <a:lnTo>
                    <a:pt x="949750" y="456529"/>
                  </a:lnTo>
                  <a:lnTo>
                    <a:pt x="953889" y="451094"/>
                  </a:lnTo>
                  <a:lnTo>
                    <a:pt x="957982" y="445659"/>
                  </a:lnTo>
                  <a:lnTo>
                    <a:pt x="962033" y="440224"/>
                  </a:lnTo>
                  <a:lnTo>
                    <a:pt x="965995" y="434789"/>
                  </a:lnTo>
                  <a:lnTo>
                    <a:pt x="969913" y="429354"/>
                  </a:lnTo>
                  <a:lnTo>
                    <a:pt x="973777" y="423919"/>
                  </a:lnTo>
                  <a:lnTo>
                    <a:pt x="977553" y="418485"/>
                  </a:lnTo>
                  <a:lnTo>
                    <a:pt x="981285" y="413050"/>
                  </a:lnTo>
                  <a:lnTo>
                    <a:pt x="984947" y="407615"/>
                  </a:lnTo>
                  <a:lnTo>
                    <a:pt x="988528" y="402180"/>
                  </a:lnTo>
                  <a:lnTo>
                    <a:pt x="992061" y="396745"/>
                  </a:lnTo>
                  <a:lnTo>
                    <a:pt x="995511" y="391310"/>
                  </a:lnTo>
                  <a:lnTo>
                    <a:pt x="998886" y="385875"/>
                  </a:lnTo>
                  <a:lnTo>
                    <a:pt x="1002211" y="380440"/>
                  </a:lnTo>
                  <a:lnTo>
                    <a:pt x="1005438" y="375006"/>
                  </a:lnTo>
                  <a:lnTo>
                    <a:pt x="1008599" y="369571"/>
                  </a:lnTo>
                  <a:lnTo>
                    <a:pt x="1011709" y="364136"/>
                  </a:lnTo>
                  <a:lnTo>
                    <a:pt x="1014706" y="358701"/>
                  </a:lnTo>
                  <a:lnTo>
                    <a:pt x="1017649" y="353266"/>
                  </a:lnTo>
                  <a:lnTo>
                    <a:pt x="1020529" y="347831"/>
                  </a:lnTo>
                  <a:lnTo>
                    <a:pt x="1023302" y="342396"/>
                  </a:lnTo>
                  <a:lnTo>
                    <a:pt x="1026023" y="336961"/>
                  </a:lnTo>
                  <a:lnTo>
                    <a:pt x="1028669" y="331527"/>
                  </a:lnTo>
                  <a:lnTo>
                    <a:pt x="1031220" y="326092"/>
                  </a:lnTo>
                  <a:lnTo>
                    <a:pt x="1033718" y="320657"/>
                  </a:lnTo>
                  <a:lnTo>
                    <a:pt x="1036131" y="315222"/>
                  </a:lnTo>
                  <a:lnTo>
                    <a:pt x="1038461" y="309787"/>
                  </a:lnTo>
                  <a:lnTo>
                    <a:pt x="1040740" y="304352"/>
                  </a:lnTo>
                  <a:lnTo>
                    <a:pt x="1042922" y="298917"/>
                  </a:lnTo>
                  <a:lnTo>
                    <a:pt x="1045036" y="293482"/>
                  </a:lnTo>
                  <a:lnTo>
                    <a:pt x="1047100" y="288048"/>
                  </a:lnTo>
                  <a:lnTo>
                    <a:pt x="1049060" y="282613"/>
                  </a:lnTo>
                  <a:lnTo>
                    <a:pt x="1050964" y="277178"/>
                  </a:lnTo>
                  <a:lnTo>
                    <a:pt x="1052816" y="271743"/>
                  </a:lnTo>
                  <a:lnTo>
                    <a:pt x="1054566" y="266308"/>
                  </a:lnTo>
                  <a:lnTo>
                    <a:pt x="1056269" y="260873"/>
                  </a:lnTo>
                  <a:lnTo>
                    <a:pt x="1057912" y="255438"/>
                  </a:lnTo>
                  <a:lnTo>
                    <a:pt x="1059469" y="250004"/>
                  </a:lnTo>
                  <a:lnTo>
                    <a:pt x="1060982" y="244569"/>
                  </a:lnTo>
                  <a:lnTo>
                    <a:pt x="1062427" y="239134"/>
                  </a:lnTo>
                  <a:lnTo>
                    <a:pt x="1063803" y="233699"/>
                  </a:lnTo>
                  <a:lnTo>
                    <a:pt x="1065137" y="228264"/>
                  </a:lnTo>
                  <a:lnTo>
                    <a:pt x="1066399" y="222829"/>
                  </a:lnTo>
                  <a:lnTo>
                    <a:pt x="1067605" y="217394"/>
                  </a:lnTo>
                  <a:lnTo>
                    <a:pt x="1068773" y="211959"/>
                  </a:lnTo>
                  <a:lnTo>
                    <a:pt x="1069867" y="206525"/>
                  </a:lnTo>
                  <a:lnTo>
                    <a:pt x="1070917" y="201090"/>
                  </a:lnTo>
                  <a:lnTo>
                    <a:pt x="1071931" y="195655"/>
                  </a:lnTo>
                  <a:lnTo>
                    <a:pt x="1072871" y="190220"/>
                  </a:lnTo>
                  <a:lnTo>
                    <a:pt x="1073779" y="184785"/>
                  </a:lnTo>
                  <a:lnTo>
                    <a:pt x="1074647" y="179350"/>
                  </a:lnTo>
                  <a:lnTo>
                    <a:pt x="1075455" y="173915"/>
                  </a:lnTo>
                  <a:lnTo>
                    <a:pt x="1076234" y="168480"/>
                  </a:lnTo>
                  <a:lnTo>
                    <a:pt x="1076971" y="163046"/>
                  </a:lnTo>
                  <a:lnTo>
                    <a:pt x="1077661" y="157611"/>
                  </a:lnTo>
                  <a:lnTo>
                    <a:pt x="1078325" y="152176"/>
                  </a:lnTo>
                  <a:lnTo>
                    <a:pt x="1078946" y="146741"/>
                  </a:lnTo>
                  <a:lnTo>
                    <a:pt x="1079530" y="141306"/>
                  </a:lnTo>
                  <a:lnTo>
                    <a:pt x="1080091" y="135871"/>
                  </a:lnTo>
                  <a:lnTo>
                    <a:pt x="1080610" y="130436"/>
                  </a:lnTo>
                  <a:lnTo>
                    <a:pt x="1081101" y="125002"/>
                  </a:lnTo>
                  <a:lnTo>
                    <a:pt x="1081572" y="119567"/>
                  </a:lnTo>
                  <a:lnTo>
                    <a:pt x="1082002" y="114132"/>
                  </a:lnTo>
                  <a:lnTo>
                    <a:pt x="1082413" y="108697"/>
                  </a:lnTo>
                  <a:lnTo>
                    <a:pt x="1082802" y="103262"/>
                  </a:lnTo>
                  <a:lnTo>
                    <a:pt x="1083158" y="97827"/>
                  </a:lnTo>
                  <a:lnTo>
                    <a:pt x="1083499" y="92392"/>
                  </a:lnTo>
                  <a:lnTo>
                    <a:pt x="1083818" y="86957"/>
                  </a:lnTo>
                  <a:lnTo>
                    <a:pt x="1084111" y="81523"/>
                  </a:lnTo>
                  <a:lnTo>
                    <a:pt x="1084391" y="76088"/>
                  </a:lnTo>
                  <a:lnTo>
                    <a:pt x="1084650" y="70653"/>
                  </a:lnTo>
                  <a:lnTo>
                    <a:pt x="1084891" y="65218"/>
                  </a:lnTo>
                  <a:lnTo>
                    <a:pt x="1085119" y="59783"/>
                  </a:lnTo>
                  <a:lnTo>
                    <a:pt x="1085328" y="54348"/>
                  </a:lnTo>
                  <a:lnTo>
                    <a:pt x="1085523" y="48913"/>
                  </a:lnTo>
                  <a:lnTo>
                    <a:pt x="1085709" y="43478"/>
                  </a:lnTo>
                  <a:lnTo>
                    <a:pt x="1085876" y="38044"/>
                  </a:lnTo>
                  <a:lnTo>
                    <a:pt x="1086033" y="32609"/>
                  </a:lnTo>
                  <a:lnTo>
                    <a:pt x="1086182" y="27174"/>
                  </a:lnTo>
                  <a:lnTo>
                    <a:pt x="1086315" y="21739"/>
                  </a:lnTo>
                  <a:lnTo>
                    <a:pt x="1086441" y="16304"/>
                  </a:lnTo>
                  <a:lnTo>
                    <a:pt x="1086559" y="10869"/>
                  </a:lnTo>
                  <a:lnTo>
                    <a:pt x="1086664" y="5434"/>
                  </a:lnTo>
                  <a:lnTo>
                    <a:pt x="1086765" y="0"/>
                  </a:lnTo>
                  <a:lnTo>
                    <a:pt x="1088928" y="0"/>
                  </a:lnTo>
                  <a:lnTo>
                    <a:pt x="1089029" y="5434"/>
                  </a:lnTo>
                  <a:lnTo>
                    <a:pt x="1089134" y="10869"/>
                  </a:lnTo>
                  <a:lnTo>
                    <a:pt x="1089252" y="16304"/>
                  </a:lnTo>
                  <a:lnTo>
                    <a:pt x="1089378" y="21739"/>
                  </a:lnTo>
                  <a:lnTo>
                    <a:pt x="1089511" y="27174"/>
                  </a:lnTo>
                  <a:lnTo>
                    <a:pt x="1089660" y="32609"/>
                  </a:lnTo>
                  <a:lnTo>
                    <a:pt x="1089817" y="38044"/>
                  </a:lnTo>
                  <a:lnTo>
                    <a:pt x="1089984" y="43478"/>
                  </a:lnTo>
                  <a:lnTo>
                    <a:pt x="1090170" y="48913"/>
                  </a:lnTo>
                  <a:lnTo>
                    <a:pt x="1090365" y="54348"/>
                  </a:lnTo>
                  <a:lnTo>
                    <a:pt x="1090574" y="59783"/>
                  </a:lnTo>
                  <a:lnTo>
                    <a:pt x="1090802" y="65218"/>
                  </a:lnTo>
                  <a:lnTo>
                    <a:pt x="1091043" y="70653"/>
                  </a:lnTo>
                  <a:lnTo>
                    <a:pt x="1091302" y="76088"/>
                  </a:lnTo>
                  <a:lnTo>
                    <a:pt x="1091582" y="81523"/>
                  </a:lnTo>
                  <a:lnTo>
                    <a:pt x="1091875" y="86957"/>
                  </a:lnTo>
                  <a:lnTo>
                    <a:pt x="1092194" y="92392"/>
                  </a:lnTo>
                  <a:lnTo>
                    <a:pt x="1092535" y="97827"/>
                  </a:lnTo>
                  <a:lnTo>
                    <a:pt x="1092891" y="103262"/>
                  </a:lnTo>
                  <a:lnTo>
                    <a:pt x="1093280" y="108697"/>
                  </a:lnTo>
                  <a:lnTo>
                    <a:pt x="1093691" y="114132"/>
                  </a:lnTo>
                  <a:lnTo>
                    <a:pt x="1094121" y="119567"/>
                  </a:lnTo>
                  <a:lnTo>
                    <a:pt x="1094592" y="125002"/>
                  </a:lnTo>
                  <a:lnTo>
                    <a:pt x="1095083" y="130436"/>
                  </a:lnTo>
                  <a:lnTo>
                    <a:pt x="1095602" y="135871"/>
                  </a:lnTo>
                  <a:lnTo>
                    <a:pt x="1096163" y="141306"/>
                  </a:lnTo>
                  <a:lnTo>
                    <a:pt x="1096747" y="146741"/>
                  </a:lnTo>
                  <a:lnTo>
                    <a:pt x="1097368" y="152176"/>
                  </a:lnTo>
                  <a:lnTo>
                    <a:pt x="1098032" y="157611"/>
                  </a:lnTo>
                  <a:lnTo>
                    <a:pt x="1098721" y="163046"/>
                  </a:lnTo>
                  <a:lnTo>
                    <a:pt x="1099458" y="168480"/>
                  </a:lnTo>
                  <a:lnTo>
                    <a:pt x="1100238" y="173915"/>
                  </a:lnTo>
                  <a:lnTo>
                    <a:pt x="1101046" y="179350"/>
                  </a:lnTo>
                  <a:lnTo>
                    <a:pt x="1101914" y="184785"/>
                  </a:lnTo>
                  <a:lnTo>
                    <a:pt x="1102822" y="190220"/>
                  </a:lnTo>
                  <a:lnTo>
                    <a:pt x="1103762" y="195655"/>
                  </a:lnTo>
                  <a:lnTo>
                    <a:pt x="1104776" y="201090"/>
                  </a:lnTo>
                  <a:lnTo>
                    <a:pt x="1105826" y="206525"/>
                  </a:lnTo>
                  <a:lnTo>
                    <a:pt x="1106920" y="211959"/>
                  </a:lnTo>
                  <a:lnTo>
                    <a:pt x="1108088" y="217394"/>
                  </a:lnTo>
                  <a:lnTo>
                    <a:pt x="1109294" y="222829"/>
                  </a:lnTo>
                  <a:lnTo>
                    <a:pt x="1110556" y="228264"/>
                  </a:lnTo>
                  <a:lnTo>
                    <a:pt x="1111890" y="233699"/>
                  </a:lnTo>
                  <a:lnTo>
                    <a:pt x="1113266" y="239134"/>
                  </a:lnTo>
                  <a:lnTo>
                    <a:pt x="1114711" y="244569"/>
                  </a:lnTo>
                  <a:lnTo>
                    <a:pt x="1116224" y="250004"/>
                  </a:lnTo>
                  <a:lnTo>
                    <a:pt x="1117781" y="255438"/>
                  </a:lnTo>
                  <a:lnTo>
                    <a:pt x="1119424" y="260873"/>
                  </a:lnTo>
                  <a:lnTo>
                    <a:pt x="1121127" y="266308"/>
                  </a:lnTo>
                  <a:lnTo>
                    <a:pt x="1122877" y="271743"/>
                  </a:lnTo>
                  <a:lnTo>
                    <a:pt x="1124729" y="277178"/>
                  </a:lnTo>
                  <a:lnTo>
                    <a:pt x="1126633" y="282613"/>
                  </a:lnTo>
                  <a:lnTo>
                    <a:pt x="1128593" y="288048"/>
                  </a:lnTo>
                  <a:lnTo>
                    <a:pt x="1130656" y="293482"/>
                  </a:lnTo>
                  <a:lnTo>
                    <a:pt x="1132771" y="298917"/>
                  </a:lnTo>
                  <a:lnTo>
                    <a:pt x="1134953" y="304352"/>
                  </a:lnTo>
                  <a:lnTo>
                    <a:pt x="1137232" y="309787"/>
                  </a:lnTo>
                  <a:lnTo>
                    <a:pt x="1139562" y="315222"/>
                  </a:lnTo>
                  <a:lnTo>
                    <a:pt x="1141975" y="320657"/>
                  </a:lnTo>
                  <a:lnTo>
                    <a:pt x="1144473" y="326092"/>
                  </a:lnTo>
                  <a:lnTo>
                    <a:pt x="1147024" y="331527"/>
                  </a:lnTo>
                  <a:lnTo>
                    <a:pt x="1149670" y="336961"/>
                  </a:lnTo>
                  <a:lnTo>
                    <a:pt x="1152391" y="342396"/>
                  </a:lnTo>
                  <a:lnTo>
                    <a:pt x="1155164" y="347831"/>
                  </a:lnTo>
                  <a:lnTo>
                    <a:pt x="1158044" y="353266"/>
                  </a:lnTo>
                  <a:lnTo>
                    <a:pt x="1160987" y="358701"/>
                  </a:lnTo>
                  <a:lnTo>
                    <a:pt x="1163984" y="364136"/>
                  </a:lnTo>
                  <a:lnTo>
                    <a:pt x="1167094" y="369571"/>
                  </a:lnTo>
                  <a:lnTo>
                    <a:pt x="1170255" y="375006"/>
                  </a:lnTo>
                  <a:lnTo>
                    <a:pt x="1173482" y="380440"/>
                  </a:lnTo>
                  <a:lnTo>
                    <a:pt x="1176807" y="385875"/>
                  </a:lnTo>
                  <a:lnTo>
                    <a:pt x="1180182" y="391310"/>
                  </a:lnTo>
                  <a:lnTo>
                    <a:pt x="1183632" y="396745"/>
                  </a:lnTo>
                  <a:lnTo>
                    <a:pt x="1187165" y="402180"/>
                  </a:lnTo>
                  <a:lnTo>
                    <a:pt x="1190746" y="407615"/>
                  </a:lnTo>
                  <a:lnTo>
                    <a:pt x="1194408" y="413050"/>
                  </a:lnTo>
                  <a:lnTo>
                    <a:pt x="1198140" y="418485"/>
                  </a:lnTo>
                  <a:lnTo>
                    <a:pt x="1201916" y="423919"/>
                  </a:lnTo>
                  <a:lnTo>
                    <a:pt x="1205780" y="429354"/>
                  </a:lnTo>
                  <a:lnTo>
                    <a:pt x="1209698" y="434789"/>
                  </a:lnTo>
                  <a:lnTo>
                    <a:pt x="1213660" y="440224"/>
                  </a:lnTo>
                  <a:lnTo>
                    <a:pt x="1217711" y="445659"/>
                  </a:lnTo>
                  <a:lnTo>
                    <a:pt x="1221804" y="451094"/>
                  </a:lnTo>
                  <a:lnTo>
                    <a:pt x="1225943" y="456529"/>
                  </a:lnTo>
                  <a:lnTo>
                    <a:pt x="1230160" y="461963"/>
                  </a:lnTo>
                  <a:lnTo>
                    <a:pt x="1234414" y="467398"/>
                  </a:lnTo>
                  <a:lnTo>
                    <a:pt x="1238719" y="472833"/>
                  </a:lnTo>
                  <a:lnTo>
                    <a:pt x="1243088" y="478268"/>
                  </a:lnTo>
                  <a:lnTo>
                    <a:pt x="1247489" y="483703"/>
                  </a:lnTo>
                  <a:lnTo>
                    <a:pt x="1251945" y="489138"/>
                  </a:lnTo>
                  <a:lnTo>
                    <a:pt x="1256452" y="494573"/>
                  </a:lnTo>
                  <a:lnTo>
                    <a:pt x="1260989" y="500008"/>
                  </a:lnTo>
                  <a:lnTo>
                    <a:pt x="1265582" y="505442"/>
                  </a:lnTo>
                  <a:lnTo>
                    <a:pt x="1270215" y="510877"/>
                  </a:lnTo>
                  <a:lnTo>
                    <a:pt x="1274877" y="516312"/>
                  </a:lnTo>
                  <a:lnTo>
                    <a:pt x="1279596" y="521747"/>
                  </a:lnTo>
                  <a:lnTo>
                    <a:pt x="1284346" y="527182"/>
                  </a:lnTo>
                  <a:lnTo>
                    <a:pt x="1289126" y="532617"/>
                  </a:lnTo>
                  <a:lnTo>
                    <a:pt x="1293960" y="538052"/>
                  </a:lnTo>
                  <a:lnTo>
                    <a:pt x="1298820" y="543487"/>
                  </a:lnTo>
                  <a:lnTo>
                    <a:pt x="1303714" y="548921"/>
                  </a:lnTo>
                  <a:lnTo>
                    <a:pt x="1308656" y="554356"/>
                  </a:lnTo>
                  <a:lnTo>
                    <a:pt x="1313622" y="559791"/>
                  </a:lnTo>
                  <a:lnTo>
                    <a:pt x="1318627" y="565226"/>
                  </a:lnTo>
                  <a:lnTo>
                    <a:pt x="1323674" y="570661"/>
                  </a:lnTo>
                  <a:lnTo>
                    <a:pt x="1328746" y="576096"/>
                  </a:lnTo>
                  <a:lnTo>
                    <a:pt x="1333863" y="581531"/>
                  </a:lnTo>
                  <a:lnTo>
                    <a:pt x="1339017" y="586965"/>
                  </a:lnTo>
                  <a:lnTo>
                    <a:pt x="1344198" y="592400"/>
                  </a:lnTo>
                  <a:lnTo>
                    <a:pt x="1349432" y="597835"/>
                  </a:lnTo>
                  <a:lnTo>
                    <a:pt x="1354700" y="603270"/>
                  </a:lnTo>
                  <a:lnTo>
                    <a:pt x="1359996" y="608705"/>
                  </a:lnTo>
                  <a:lnTo>
                    <a:pt x="1365356" y="614140"/>
                  </a:lnTo>
                  <a:lnTo>
                    <a:pt x="1370746" y="619575"/>
                  </a:lnTo>
                  <a:lnTo>
                    <a:pt x="1376174" y="625010"/>
                  </a:lnTo>
                  <a:lnTo>
                    <a:pt x="1381665" y="630444"/>
                  </a:lnTo>
                  <a:lnTo>
                    <a:pt x="1387189" y="635879"/>
                  </a:lnTo>
                  <a:lnTo>
                    <a:pt x="1392762" y="641314"/>
                  </a:lnTo>
                  <a:lnTo>
                    <a:pt x="1398397" y="646749"/>
                  </a:lnTo>
                  <a:lnTo>
                    <a:pt x="1404068" y="652184"/>
                  </a:lnTo>
                  <a:lnTo>
                    <a:pt x="1409802" y="657619"/>
                  </a:lnTo>
                  <a:lnTo>
                    <a:pt x="1415595" y="663054"/>
                  </a:lnTo>
                  <a:lnTo>
                    <a:pt x="1421427" y="668489"/>
                  </a:lnTo>
                  <a:lnTo>
                    <a:pt x="1427338" y="673923"/>
                  </a:lnTo>
                  <a:lnTo>
                    <a:pt x="1433304" y="679358"/>
                  </a:lnTo>
                  <a:lnTo>
                    <a:pt x="1439312" y="684793"/>
                  </a:lnTo>
                  <a:lnTo>
                    <a:pt x="1445414" y="690228"/>
                  </a:lnTo>
                  <a:lnTo>
                    <a:pt x="1451565" y="695663"/>
                  </a:lnTo>
                  <a:lnTo>
                    <a:pt x="1457768" y="701098"/>
                  </a:lnTo>
                  <a:lnTo>
                    <a:pt x="1464067" y="706533"/>
                  </a:lnTo>
                  <a:lnTo>
                    <a:pt x="1470414" y="711968"/>
                  </a:lnTo>
                  <a:lnTo>
                    <a:pt x="1476825" y="717402"/>
                  </a:lnTo>
                  <a:lnTo>
                    <a:pt x="1483324" y="722837"/>
                  </a:lnTo>
                  <a:lnTo>
                    <a:pt x="1489871" y="728272"/>
                  </a:lnTo>
                  <a:lnTo>
                    <a:pt x="1496496" y="733707"/>
                  </a:lnTo>
                  <a:lnTo>
                    <a:pt x="1503197" y="739142"/>
                  </a:lnTo>
                  <a:lnTo>
                    <a:pt x="1509945" y="744577"/>
                  </a:lnTo>
                  <a:lnTo>
                    <a:pt x="1516779" y="750012"/>
                  </a:lnTo>
                  <a:lnTo>
                    <a:pt x="1523677" y="755446"/>
                  </a:lnTo>
                  <a:lnTo>
                    <a:pt x="1530619" y="760881"/>
                  </a:lnTo>
                  <a:lnTo>
                    <a:pt x="1537652" y="766316"/>
                  </a:lnTo>
                  <a:lnTo>
                    <a:pt x="1544733" y="771751"/>
                  </a:lnTo>
                  <a:lnTo>
                    <a:pt x="1551857" y="777186"/>
                  </a:lnTo>
                  <a:lnTo>
                    <a:pt x="1559065" y="782621"/>
                  </a:lnTo>
                  <a:lnTo>
                    <a:pt x="1566307" y="788056"/>
                  </a:lnTo>
                  <a:lnTo>
                    <a:pt x="1573594" y="793491"/>
                  </a:lnTo>
                  <a:lnTo>
                    <a:pt x="1580940" y="798925"/>
                  </a:lnTo>
                  <a:lnTo>
                    <a:pt x="1588313" y="804360"/>
                  </a:lnTo>
                  <a:lnTo>
                    <a:pt x="1595725" y="809795"/>
                  </a:lnTo>
                  <a:lnTo>
                    <a:pt x="1603171" y="815230"/>
                  </a:lnTo>
                  <a:lnTo>
                    <a:pt x="1610634" y="820665"/>
                  </a:lnTo>
                  <a:lnTo>
                    <a:pt x="1618122" y="826100"/>
                  </a:lnTo>
                  <a:lnTo>
                    <a:pt x="1625621" y="831535"/>
                  </a:lnTo>
                  <a:lnTo>
                    <a:pt x="1633126" y="836970"/>
                  </a:lnTo>
                  <a:lnTo>
                    <a:pt x="1640631" y="842404"/>
                  </a:lnTo>
                  <a:lnTo>
                    <a:pt x="1648127" y="847839"/>
                  </a:lnTo>
                  <a:lnTo>
                    <a:pt x="1655616" y="853274"/>
                  </a:lnTo>
                  <a:lnTo>
                    <a:pt x="1663071" y="858709"/>
                  </a:lnTo>
                  <a:lnTo>
                    <a:pt x="1670501" y="864144"/>
                  </a:lnTo>
                  <a:lnTo>
                    <a:pt x="1677902" y="869579"/>
                  </a:lnTo>
                  <a:lnTo>
                    <a:pt x="1685238" y="875014"/>
                  </a:lnTo>
                  <a:lnTo>
                    <a:pt x="1692534" y="880448"/>
                  </a:lnTo>
                  <a:lnTo>
                    <a:pt x="1699770" y="885883"/>
                  </a:lnTo>
                  <a:lnTo>
                    <a:pt x="1706916" y="891318"/>
                  </a:lnTo>
                  <a:lnTo>
                    <a:pt x="1714006" y="896753"/>
                  </a:lnTo>
                  <a:lnTo>
                    <a:pt x="1720995" y="902188"/>
                  </a:lnTo>
                  <a:lnTo>
                    <a:pt x="1727877" y="907623"/>
                  </a:lnTo>
                  <a:lnTo>
                    <a:pt x="1734687" y="913058"/>
                  </a:lnTo>
                  <a:lnTo>
                    <a:pt x="1741348" y="918493"/>
                  </a:lnTo>
                  <a:lnTo>
                    <a:pt x="1747894" y="923927"/>
                  </a:lnTo>
                  <a:lnTo>
                    <a:pt x="1754352" y="929362"/>
                  </a:lnTo>
                  <a:lnTo>
                    <a:pt x="1760607" y="934797"/>
                  </a:lnTo>
                  <a:lnTo>
                    <a:pt x="1766748" y="940232"/>
                  </a:lnTo>
                  <a:lnTo>
                    <a:pt x="1772772" y="945667"/>
                  </a:lnTo>
                  <a:lnTo>
                    <a:pt x="1778562" y="951102"/>
                  </a:lnTo>
                  <a:lnTo>
                    <a:pt x="1784235" y="956537"/>
                  </a:lnTo>
                  <a:lnTo>
                    <a:pt x="1789748" y="961972"/>
                  </a:lnTo>
                  <a:lnTo>
                    <a:pt x="1795028" y="967406"/>
                  </a:lnTo>
                  <a:lnTo>
                    <a:pt x="1800180" y="972841"/>
                  </a:lnTo>
                  <a:lnTo>
                    <a:pt x="1805126" y="978276"/>
                  </a:lnTo>
                  <a:lnTo>
                    <a:pt x="1809850" y="983711"/>
                  </a:lnTo>
                  <a:lnTo>
                    <a:pt x="1814439" y="989146"/>
                  </a:lnTo>
                  <a:lnTo>
                    <a:pt x="1818777" y="994581"/>
                  </a:lnTo>
                  <a:lnTo>
                    <a:pt x="1822915" y="1000016"/>
                  </a:lnTo>
                  <a:lnTo>
                    <a:pt x="1826912" y="1005450"/>
                  </a:lnTo>
                  <a:lnTo>
                    <a:pt x="1830617" y="1010885"/>
                  </a:lnTo>
                  <a:lnTo>
                    <a:pt x="1834153" y="1016320"/>
                  </a:lnTo>
                  <a:lnTo>
                    <a:pt x="1837539" y="1021755"/>
                  </a:lnTo>
                  <a:lnTo>
                    <a:pt x="1840613" y="1027190"/>
                  </a:lnTo>
                  <a:lnTo>
                    <a:pt x="1843545" y="1032625"/>
                  </a:lnTo>
                  <a:lnTo>
                    <a:pt x="1846299" y="1038060"/>
                  </a:lnTo>
                  <a:lnTo>
                    <a:pt x="1848781" y="1043495"/>
                  </a:lnTo>
                  <a:lnTo>
                    <a:pt x="1851129" y="1048929"/>
                  </a:lnTo>
                  <a:lnTo>
                    <a:pt x="1853275" y="1054364"/>
                  </a:lnTo>
                  <a:lnTo>
                    <a:pt x="1855197" y="1059799"/>
                  </a:lnTo>
                  <a:lnTo>
                    <a:pt x="1856993" y="1065234"/>
                  </a:lnTo>
                  <a:lnTo>
                    <a:pt x="1858577" y="1070669"/>
                  </a:lnTo>
                  <a:lnTo>
                    <a:pt x="1859986" y="1076104"/>
                  </a:lnTo>
                  <a:lnTo>
                    <a:pt x="1861282" y="1081539"/>
                  </a:lnTo>
                  <a:lnTo>
                    <a:pt x="1862265" y="1086466"/>
                  </a:lnTo>
                  <a:lnTo>
                    <a:pt x="1862366" y="1086974"/>
                  </a:lnTo>
                  <a:lnTo>
                    <a:pt x="1863325" y="1092408"/>
                  </a:lnTo>
                  <a:lnTo>
                    <a:pt x="1864186" y="1097843"/>
                  </a:lnTo>
                  <a:lnTo>
                    <a:pt x="1864853" y="1103278"/>
                  </a:lnTo>
                  <a:lnTo>
                    <a:pt x="1865438" y="1108713"/>
                  </a:lnTo>
                  <a:lnTo>
                    <a:pt x="1865930" y="1114148"/>
                  </a:lnTo>
                  <a:lnTo>
                    <a:pt x="1866286" y="1119583"/>
                  </a:lnTo>
                  <a:lnTo>
                    <a:pt x="1866584" y="1125018"/>
                  </a:lnTo>
                  <a:lnTo>
                    <a:pt x="1866805" y="1130453"/>
                  </a:lnTo>
                  <a:lnTo>
                    <a:pt x="1866947" y="1135887"/>
                  </a:lnTo>
                  <a:lnTo>
                    <a:pt x="1867054" y="1141322"/>
                  </a:lnTo>
                  <a:lnTo>
                    <a:pt x="1867111" y="1146757"/>
                  </a:lnTo>
                  <a:lnTo>
                    <a:pt x="1867140" y="1152192"/>
                  </a:lnTo>
                  <a:lnTo>
                    <a:pt x="1867155" y="1157627"/>
                  </a:lnTo>
                  <a:lnTo>
                    <a:pt x="1867161" y="1163062"/>
                  </a:lnTo>
                  <a:lnTo>
                    <a:pt x="1867178" y="1168497"/>
                  </a:lnTo>
                  <a:lnTo>
                    <a:pt x="1867203" y="1173931"/>
                  </a:lnTo>
                  <a:lnTo>
                    <a:pt x="1867271" y="1179366"/>
                  </a:lnTo>
                  <a:lnTo>
                    <a:pt x="1867374" y="1184801"/>
                  </a:lnTo>
                  <a:lnTo>
                    <a:pt x="1867513" y="1190236"/>
                  </a:lnTo>
                  <a:lnTo>
                    <a:pt x="1867745" y="1195671"/>
                  </a:lnTo>
                  <a:lnTo>
                    <a:pt x="1868030" y="1201106"/>
                  </a:lnTo>
                  <a:lnTo>
                    <a:pt x="1868388" y="1206541"/>
                  </a:lnTo>
                  <a:lnTo>
                    <a:pt x="1868870" y="1211976"/>
                  </a:lnTo>
                  <a:lnTo>
                    <a:pt x="1869423" y="1217410"/>
                  </a:lnTo>
                  <a:lnTo>
                    <a:pt x="1870092" y="1222845"/>
                  </a:lnTo>
                  <a:lnTo>
                    <a:pt x="1870901" y="1228280"/>
                  </a:lnTo>
                  <a:lnTo>
                    <a:pt x="1871796" y="1233715"/>
                  </a:lnTo>
                  <a:lnTo>
                    <a:pt x="1872854" y="1239150"/>
                  </a:lnTo>
                  <a:lnTo>
                    <a:pt x="1874054" y="1244585"/>
                  </a:lnTo>
                  <a:lnTo>
                    <a:pt x="1875352" y="1250020"/>
                  </a:lnTo>
                  <a:lnTo>
                    <a:pt x="1876859" y="1255455"/>
                  </a:lnTo>
                  <a:lnTo>
                    <a:pt x="1878497" y="1260889"/>
                  </a:lnTo>
                  <a:lnTo>
                    <a:pt x="1880245" y="1266324"/>
                  </a:lnTo>
                  <a:lnTo>
                    <a:pt x="1882240" y="1271759"/>
                  </a:lnTo>
                  <a:lnTo>
                    <a:pt x="1884349" y="1277194"/>
                  </a:lnTo>
                  <a:lnTo>
                    <a:pt x="1886599" y="1282629"/>
                  </a:lnTo>
                  <a:lnTo>
                    <a:pt x="1889077" y="1288064"/>
                  </a:lnTo>
                  <a:lnTo>
                    <a:pt x="1891671" y="1293499"/>
                  </a:lnTo>
                  <a:lnTo>
                    <a:pt x="1894434" y="1298933"/>
                  </a:lnTo>
                  <a:lnTo>
                    <a:pt x="1897397" y="1304368"/>
                  </a:lnTo>
                  <a:lnTo>
                    <a:pt x="1900473" y="1309803"/>
                  </a:lnTo>
                  <a:lnTo>
                    <a:pt x="1903739" y="1315238"/>
                  </a:lnTo>
                  <a:lnTo>
                    <a:pt x="1907172" y="1320673"/>
                  </a:lnTo>
                  <a:lnTo>
                    <a:pt x="1910711" y="1326108"/>
                  </a:lnTo>
                  <a:lnTo>
                    <a:pt x="1914452" y="1331543"/>
                  </a:lnTo>
                  <a:lnTo>
                    <a:pt x="1918323" y="1336978"/>
                  </a:lnTo>
                  <a:lnTo>
                    <a:pt x="1922292" y="1342412"/>
                  </a:lnTo>
                  <a:lnTo>
                    <a:pt x="1926464" y="1347847"/>
                  </a:lnTo>
                  <a:lnTo>
                    <a:pt x="1930729" y="1353282"/>
                  </a:lnTo>
                  <a:lnTo>
                    <a:pt x="1935094" y="1358717"/>
                  </a:lnTo>
                  <a:lnTo>
                    <a:pt x="1939626" y="1364152"/>
                  </a:lnTo>
                  <a:lnTo>
                    <a:pt x="1944231" y="1369587"/>
                  </a:lnTo>
                  <a:lnTo>
                    <a:pt x="1948936" y="1375022"/>
                  </a:lnTo>
                  <a:lnTo>
                    <a:pt x="1953760" y="1380457"/>
                  </a:lnTo>
                  <a:lnTo>
                    <a:pt x="1958643" y="1385891"/>
                  </a:lnTo>
                  <a:lnTo>
                    <a:pt x="1963616" y="1391326"/>
                  </a:lnTo>
                  <a:lnTo>
                    <a:pt x="1968665" y="1396761"/>
                  </a:lnTo>
                  <a:lnTo>
                    <a:pt x="1973758" y="1402196"/>
                  </a:lnTo>
                  <a:lnTo>
                    <a:pt x="1978921" y="1407631"/>
                  </a:lnTo>
                  <a:lnTo>
                    <a:pt x="1984125" y="1413066"/>
                  </a:lnTo>
                  <a:lnTo>
                    <a:pt x="1989358" y="1418501"/>
                  </a:lnTo>
                  <a:lnTo>
                    <a:pt x="1994633" y="1423936"/>
                  </a:lnTo>
                  <a:lnTo>
                    <a:pt x="1999923" y="1429370"/>
                  </a:lnTo>
                  <a:lnTo>
                    <a:pt x="2005226" y="1434805"/>
                  </a:lnTo>
                  <a:lnTo>
                    <a:pt x="2010536" y="1440240"/>
                  </a:lnTo>
                  <a:lnTo>
                    <a:pt x="2015843" y="1445675"/>
                  </a:lnTo>
                  <a:lnTo>
                    <a:pt x="2021144" y="1451110"/>
                  </a:lnTo>
                  <a:lnTo>
                    <a:pt x="2026421" y="1456545"/>
                  </a:lnTo>
                  <a:lnTo>
                    <a:pt x="2031681" y="1461980"/>
                  </a:lnTo>
                  <a:lnTo>
                    <a:pt x="2036911" y="1467414"/>
                  </a:lnTo>
                  <a:lnTo>
                    <a:pt x="2042095" y="1472849"/>
                  </a:lnTo>
                  <a:lnTo>
                    <a:pt x="2047249" y="1478284"/>
                  </a:lnTo>
                  <a:lnTo>
                    <a:pt x="2052345" y="1483719"/>
                  </a:lnTo>
                  <a:lnTo>
                    <a:pt x="2057383" y="1489154"/>
                  </a:lnTo>
                  <a:lnTo>
                    <a:pt x="2062381" y="1494589"/>
                  </a:lnTo>
                  <a:lnTo>
                    <a:pt x="2067289" y="1500024"/>
                  </a:lnTo>
                  <a:lnTo>
                    <a:pt x="2072134" y="1505459"/>
                  </a:lnTo>
                  <a:lnTo>
                    <a:pt x="2073352" y="1506839"/>
                  </a:lnTo>
                  <a:lnTo>
                    <a:pt x="2076930" y="1510893"/>
                  </a:lnTo>
                  <a:lnTo>
                    <a:pt x="2081604" y="1516328"/>
                  </a:lnTo>
                  <a:lnTo>
                    <a:pt x="2086218" y="1521763"/>
                  </a:lnTo>
                  <a:lnTo>
                    <a:pt x="2090761" y="1527198"/>
                  </a:lnTo>
                  <a:lnTo>
                    <a:pt x="2095177" y="1532633"/>
                  </a:lnTo>
                  <a:lnTo>
                    <a:pt x="2099527" y="1538068"/>
                  </a:lnTo>
                  <a:lnTo>
                    <a:pt x="2103782" y="1543503"/>
                  </a:lnTo>
                  <a:lnTo>
                    <a:pt x="2107913" y="1548938"/>
                  </a:lnTo>
                  <a:lnTo>
                    <a:pt x="2111973" y="1554372"/>
                  </a:lnTo>
                  <a:lnTo>
                    <a:pt x="2115913" y="1559807"/>
                  </a:lnTo>
                  <a:lnTo>
                    <a:pt x="2119736" y="1565242"/>
                  </a:lnTo>
                  <a:lnTo>
                    <a:pt x="2123484" y="1570677"/>
                  </a:lnTo>
                  <a:lnTo>
                    <a:pt x="2127085" y="1576112"/>
                  </a:lnTo>
                  <a:lnTo>
                    <a:pt x="2130582" y="1581547"/>
                  </a:lnTo>
                  <a:lnTo>
                    <a:pt x="2133999" y="1586982"/>
                  </a:lnTo>
                  <a:lnTo>
                    <a:pt x="2137244" y="1592416"/>
                  </a:lnTo>
                  <a:lnTo>
                    <a:pt x="2140397" y="1597851"/>
                  </a:lnTo>
                  <a:lnTo>
                    <a:pt x="2143456" y="1603286"/>
                  </a:lnTo>
                  <a:lnTo>
                    <a:pt x="2146337" y="1608721"/>
                  </a:lnTo>
                  <a:lnTo>
                    <a:pt x="2149131" y="1614156"/>
                  </a:lnTo>
                  <a:lnTo>
                    <a:pt x="2151807" y="1619591"/>
                  </a:lnTo>
                  <a:lnTo>
                    <a:pt x="2154316" y="1625026"/>
                  </a:lnTo>
                  <a:lnTo>
                    <a:pt x="2156734" y="1630461"/>
                  </a:lnTo>
                  <a:lnTo>
                    <a:pt x="2159008" y="1635895"/>
                  </a:lnTo>
                  <a:lnTo>
                    <a:pt x="2161129" y="1641330"/>
                  </a:lnTo>
                  <a:lnTo>
                    <a:pt x="2163155" y="1646765"/>
                  </a:lnTo>
                  <a:lnTo>
                    <a:pt x="2165007" y="1652200"/>
                  </a:lnTo>
                  <a:lnTo>
                    <a:pt x="2166720" y="1657635"/>
                  </a:lnTo>
                  <a:lnTo>
                    <a:pt x="2168335" y="1663070"/>
                  </a:lnTo>
                  <a:lnTo>
                    <a:pt x="2169743" y="1668505"/>
                  </a:lnTo>
                  <a:lnTo>
                    <a:pt x="2171028" y="1673940"/>
                  </a:lnTo>
                  <a:lnTo>
                    <a:pt x="2172205" y="1679374"/>
                  </a:lnTo>
                  <a:lnTo>
                    <a:pt x="2173149" y="1684809"/>
                  </a:lnTo>
                  <a:lnTo>
                    <a:pt x="2173983" y="1690244"/>
                  </a:lnTo>
                  <a:lnTo>
                    <a:pt x="2174678" y="1695679"/>
                  </a:lnTo>
                  <a:lnTo>
                    <a:pt x="2175151" y="1701114"/>
                  </a:lnTo>
                  <a:lnTo>
                    <a:pt x="2175509" y="1706549"/>
                  </a:lnTo>
                  <a:lnTo>
                    <a:pt x="2175693" y="1711984"/>
                  </a:lnTo>
                  <a:lnTo>
                    <a:pt x="2175671" y="1717418"/>
                  </a:lnTo>
                  <a:lnTo>
                    <a:pt x="2175527" y="1722853"/>
                  </a:lnTo>
                  <a:lnTo>
                    <a:pt x="2175172" y="1728288"/>
                  </a:lnTo>
                  <a:lnTo>
                    <a:pt x="2174627" y="1733723"/>
                  </a:lnTo>
                  <a:lnTo>
                    <a:pt x="2173956" y="1739158"/>
                  </a:lnTo>
                  <a:lnTo>
                    <a:pt x="2173031" y="1744593"/>
                  </a:lnTo>
                  <a:lnTo>
                    <a:pt x="2171939" y="1750028"/>
                  </a:lnTo>
                  <a:lnTo>
                    <a:pt x="2170714" y="1755463"/>
                  </a:lnTo>
                  <a:lnTo>
                    <a:pt x="2169194" y="1760897"/>
                  </a:lnTo>
                  <a:lnTo>
                    <a:pt x="2167530" y="1766332"/>
                  </a:lnTo>
                  <a:lnTo>
                    <a:pt x="2165703" y="1771767"/>
                  </a:lnTo>
                  <a:lnTo>
                    <a:pt x="2163590" y="1777202"/>
                  </a:lnTo>
                  <a:lnTo>
                    <a:pt x="2161334" y="1782637"/>
                  </a:lnTo>
                  <a:lnTo>
                    <a:pt x="2158877" y="1788072"/>
                  </a:lnTo>
                  <a:lnTo>
                    <a:pt x="2156158" y="1793507"/>
                  </a:lnTo>
                  <a:lnTo>
                    <a:pt x="2153295" y="1798942"/>
                  </a:lnTo>
                  <a:lnTo>
                    <a:pt x="2150192" y="1804376"/>
                  </a:lnTo>
                  <a:lnTo>
                    <a:pt x="2147365" y="1808982"/>
                  </a:lnTo>
                  <a:lnTo>
                    <a:pt x="2146856" y="1809811"/>
                  </a:lnTo>
                  <a:lnTo>
                    <a:pt x="2143373" y="1815246"/>
                  </a:lnTo>
                  <a:lnTo>
                    <a:pt x="2139614" y="1820681"/>
                  </a:lnTo>
                  <a:lnTo>
                    <a:pt x="2135654" y="1826116"/>
                  </a:lnTo>
                  <a:lnTo>
                    <a:pt x="2131547" y="1831551"/>
                  </a:lnTo>
                  <a:lnTo>
                    <a:pt x="2127131" y="1836986"/>
                  </a:lnTo>
                  <a:lnTo>
                    <a:pt x="2122548" y="1842421"/>
                  </a:lnTo>
                  <a:lnTo>
                    <a:pt x="2117804" y="1847855"/>
                  </a:lnTo>
                  <a:lnTo>
                    <a:pt x="2112750" y="1853290"/>
                  </a:lnTo>
                  <a:lnTo>
                    <a:pt x="2107551" y="1858725"/>
                  </a:lnTo>
                  <a:lnTo>
                    <a:pt x="2102161" y="1864160"/>
                  </a:lnTo>
                  <a:lnTo>
                    <a:pt x="2096501" y="1869595"/>
                  </a:lnTo>
                  <a:lnTo>
                    <a:pt x="2090701" y="1875030"/>
                  </a:lnTo>
                  <a:lnTo>
                    <a:pt x="2084683" y="1880465"/>
                  </a:lnTo>
                  <a:lnTo>
                    <a:pt x="2078436" y="1885899"/>
                  </a:lnTo>
                  <a:lnTo>
                    <a:pt x="2072054" y="1891334"/>
                  </a:lnTo>
                  <a:lnTo>
                    <a:pt x="2065434" y="1896769"/>
                  </a:lnTo>
                  <a:lnTo>
                    <a:pt x="2058626" y="1902204"/>
                  </a:lnTo>
                  <a:lnTo>
                    <a:pt x="2051690" y="1907639"/>
                  </a:lnTo>
                  <a:lnTo>
                    <a:pt x="2044500" y="1913074"/>
                  </a:lnTo>
                  <a:lnTo>
                    <a:pt x="2037162" y="1918509"/>
                  </a:lnTo>
                  <a:lnTo>
                    <a:pt x="2029701" y="1923944"/>
                  </a:lnTo>
                  <a:lnTo>
                    <a:pt x="2021981" y="1929378"/>
                  </a:lnTo>
                  <a:lnTo>
                    <a:pt x="2014149" y="1934813"/>
                  </a:lnTo>
                  <a:lnTo>
                    <a:pt x="2006177" y="1940248"/>
                  </a:lnTo>
                  <a:lnTo>
                    <a:pt x="1997993" y="1945683"/>
                  </a:lnTo>
                  <a:lnTo>
                    <a:pt x="1989705" y="1951118"/>
                  </a:lnTo>
                  <a:lnTo>
                    <a:pt x="1981268" y="1956553"/>
                  </a:lnTo>
                  <a:lnTo>
                    <a:pt x="1972660" y="1961988"/>
                  </a:lnTo>
                  <a:lnTo>
                    <a:pt x="1963959" y="1967423"/>
                  </a:lnTo>
                  <a:lnTo>
                    <a:pt x="1955103" y="1972857"/>
                  </a:lnTo>
                  <a:lnTo>
                    <a:pt x="1946115" y="1978292"/>
                  </a:lnTo>
                  <a:lnTo>
                    <a:pt x="1937044" y="1983727"/>
                  </a:lnTo>
                  <a:lnTo>
                    <a:pt x="1927818" y="1989162"/>
                  </a:lnTo>
                  <a:lnTo>
                    <a:pt x="1918495" y="1994597"/>
                  </a:lnTo>
                  <a:lnTo>
                    <a:pt x="1909098" y="2000032"/>
                  </a:lnTo>
                  <a:lnTo>
                    <a:pt x="1899551" y="2005467"/>
                  </a:lnTo>
                  <a:lnTo>
                    <a:pt x="1889936" y="2010901"/>
                  </a:lnTo>
                  <a:lnTo>
                    <a:pt x="1880247" y="2016336"/>
                  </a:lnTo>
                  <a:lnTo>
                    <a:pt x="1870438" y="2021771"/>
                  </a:lnTo>
                  <a:lnTo>
                    <a:pt x="1860575" y="2027206"/>
                  </a:lnTo>
                  <a:lnTo>
                    <a:pt x="1850638" y="2032641"/>
                  </a:lnTo>
                  <a:lnTo>
                    <a:pt x="1840614" y="2038076"/>
                  </a:lnTo>
                  <a:lnTo>
                    <a:pt x="1830544" y="2043511"/>
                  </a:lnTo>
                  <a:lnTo>
                    <a:pt x="1820406" y="2048946"/>
                  </a:lnTo>
                  <a:lnTo>
                    <a:pt x="1810208" y="2054380"/>
                  </a:lnTo>
                  <a:lnTo>
                    <a:pt x="1799974" y="2059815"/>
                  </a:lnTo>
                  <a:lnTo>
                    <a:pt x="1789680" y="2065250"/>
                  </a:lnTo>
                  <a:lnTo>
                    <a:pt x="1779347" y="2070685"/>
                  </a:lnTo>
                  <a:lnTo>
                    <a:pt x="1768987" y="2076120"/>
                  </a:lnTo>
                  <a:lnTo>
                    <a:pt x="1758579" y="2081555"/>
                  </a:lnTo>
                  <a:lnTo>
                    <a:pt x="1748151" y="2086990"/>
                  </a:lnTo>
                  <a:lnTo>
                    <a:pt x="1737702" y="2092425"/>
                  </a:lnTo>
                  <a:lnTo>
                    <a:pt x="1727224" y="2097859"/>
                  </a:lnTo>
                  <a:lnTo>
                    <a:pt x="1716736" y="2103294"/>
                  </a:lnTo>
                  <a:lnTo>
                    <a:pt x="1706235" y="2108729"/>
                  </a:lnTo>
                  <a:lnTo>
                    <a:pt x="1695726" y="2114164"/>
                  </a:lnTo>
                  <a:lnTo>
                    <a:pt x="1685214" y="2119599"/>
                  </a:lnTo>
                  <a:lnTo>
                    <a:pt x="1674701" y="2125034"/>
                  </a:lnTo>
                  <a:lnTo>
                    <a:pt x="1664194" y="2130469"/>
                  </a:lnTo>
                  <a:lnTo>
                    <a:pt x="1653694" y="2135904"/>
                  </a:lnTo>
                  <a:lnTo>
                    <a:pt x="1643207" y="2141338"/>
                  </a:lnTo>
                  <a:lnTo>
                    <a:pt x="1632737" y="2146773"/>
                  </a:lnTo>
                  <a:lnTo>
                    <a:pt x="1622281" y="2152208"/>
                  </a:lnTo>
                  <a:lnTo>
                    <a:pt x="1611858" y="2157643"/>
                  </a:lnTo>
                  <a:lnTo>
                    <a:pt x="1601460" y="2163078"/>
                  </a:lnTo>
                  <a:lnTo>
                    <a:pt x="1591082" y="2168513"/>
                  </a:lnTo>
                  <a:lnTo>
                    <a:pt x="1580760" y="2173948"/>
                  </a:lnTo>
                  <a:lnTo>
                    <a:pt x="1570466" y="2179382"/>
                  </a:lnTo>
                  <a:lnTo>
                    <a:pt x="1560208" y="2184817"/>
                  </a:lnTo>
                  <a:lnTo>
                    <a:pt x="1550016" y="2190252"/>
                  </a:lnTo>
                  <a:lnTo>
                    <a:pt x="1539860" y="2195687"/>
                  </a:lnTo>
                  <a:lnTo>
                    <a:pt x="1529759" y="2201122"/>
                  </a:lnTo>
                  <a:lnTo>
                    <a:pt x="1519731" y="2206557"/>
                  </a:lnTo>
                  <a:lnTo>
                    <a:pt x="1509746" y="2211992"/>
                  </a:lnTo>
                  <a:lnTo>
                    <a:pt x="1499838" y="2217427"/>
                  </a:lnTo>
                  <a:lnTo>
                    <a:pt x="1490007" y="2222861"/>
                  </a:lnTo>
                  <a:lnTo>
                    <a:pt x="1480228" y="2228296"/>
                  </a:lnTo>
                  <a:lnTo>
                    <a:pt x="1470550" y="2233731"/>
                  </a:lnTo>
                  <a:lnTo>
                    <a:pt x="1460949" y="2239166"/>
                  </a:lnTo>
                  <a:lnTo>
                    <a:pt x="1451406" y="2244601"/>
                  </a:lnTo>
                  <a:lnTo>
                    <a:pt x="1441995" y="2250036"/>
                  </a:lnTo>
                  <a:lnTo>
                    <a:pt x="1432657" y="2255471"/>
                  </a:lnTo>
                  <a:lnTo>
                    <a:pt x="1423392" y="2260906"/>
                  </a:lnTo>
                  <a:lnTo>
                    <a:pt x="1414274" y="2266340"/>
                  </a:lnTo>
                  <a:lnTo>
                    <a:pt x="1405229" y="2271775"/>
                  </a:lnTo>
                  <a:lnTo>
                    <a:pt x="1396284" y="2277210"/>
                  </a:lnTo>
                  <a:lnTo>
                    <a:pt x="1387482" y="2282645"/>
                  </a:lnTo>
                  <a:lnTo>
                    <a:pt x="1378760" y="2288080"/>
                  </a:lnTo>
                  <a:lnTo>
                    <a:pt x="1370166" y="2293515"/>
                  </a:lnTo>
                  <a:lnTo>
                    <a:pt x="1361710" y="2298950"/>
                  </a:lnTo>
                  <a:lnTo>
                    <a:pt x="1353339" y="2304384"/>
                  </a:lnTo>
                  <a:lnTo>
                    <a:pt x="1345125" y="2309819"/>
                  </a:lnTo>
                  <a:lnTo>
                    <a:pt x="1337040" y="2315254"/>
                  </a:lnTo>
                  <a:lnTo>
                    <a:pt x="1329044" y="2320689"/>
                  </a:lnTo>
                  <a:lnTo>
                    <a:pt x="1321239" y="2326124"/>
                  </a:lnTo>
                  <a:lnTo>
                    <a:pt x="1313546" y="2331559"/>
                  </a:lnTo>
                  <a:lnTo>
                    <a:pt x="1305953" y="2336994"/>
                  </a:lnTo>
                  <a:lnTo>
                    <a:pt x="1298574" y="2342429"/>
                  </a:lnTo>
                  <a:lnTo>
                    <a:pt x="1291294" y="2347863"/>
                  </a:lnTo>
                  <a:lnTo>
                    <a:pt x="1284140" y="2353298"/>
                  </a:lnTo>
                  <a:lnTo>
                    <a:pt x="1277185" y="2358733"/>
                  </a:lnTo>
                  <a:lnTo>
                    <a:pt x="1270333" y="2364168"/>
                  </a:lnTo>
                  <a:lnTo>
                    <a:pt x="1263635" y="2369603"/>
                  </a:lnTo>
                  <a:lnTo>
                    <a:pt x="1257117" y="2375038"/>
                  </a:lnTo>
                  <a:lnTo>
                    <a:pt x="1250703" y="2380473"/>
                  </a:lnTo>
                  <a:lnTo>
                    <a:pt x="1244471" y="2385908"/>
                  </a:lnTo>
                  <a:lnTo>
                    <a:pt x="1238397" y="2391342"/>
                  </a:lnTo>
                  <a:lnTo>
                    <a:pt x="1232429" y="2396777"/>
                  </a:lnTo>
                  <a:lnTo>
                    <a:pt x="1226667" y="2402212"/>
                  </a:lnTo>
                  <a:lnTo>
                    <a:pt x="1221041" y="2407647"/>
                  </a:lnTo>
                  <a:lnTo>
                    <a:pt x="1215520" y="2413082"/>
                  </a:lnTo>
                  <a:lnTo>
                    <a:pt x="1210229" y="2418517"/>
                  </a:lnTo>
                  <a:lnTo>
                    <a:pt x="1205048" y="2423952"/>
                  </a:lnTo>
                  <a:lnTo>
                    <a:pt x="1199992" y="2429386"/>
                  </a:lnTo>
                  <a:lnTo>
                    <a:pt x="1195147" y="2434821"/>
                  </a:lnTo>
                  <a:lnTo>
                    <a:pt x="1190406" y="2440256"/>
                  </a:lnTo>
                  <a:lnTo>
                    <a:pt x="1185810" y="2445691"/>
                  </a:lnTo>
                  <a:lnTo>
                    <a:pt x="1181398" y="2451126"/>
                  </a:lnTo>
                  <a:lnTo>
                    <a:pt x="1177087" y="2456561"/>
                  </a:lnTo>
                  <a:lnTo>
                    <a:pt x="1172939" y="2461996"/>
                  </a:lnTo>
                  <a:lnTo>
                    <a:pt x="1168946" y="2467431"/>
                  </a:lnTo>
                  <a:lnTo>
                    <a:pt x="1165050" y="2472865"/>
                  </a:lnTo>
                  <a:lnTo>
                    <a:pt x="1161333" y="2478300"/>
                  </a:lnTo>
                  <a:lnTo>
                    <a:pt x="1157743" y="2483735"/>
                  </a:lnTo>
                  <a:lnTo>
                    <a:pt x="1154245" y="2489170"/>
                  </a:lnTo>
                  <a:lnTo>
                    <a:pt x="1150939" y="2494605"/>
                  </a:lnTo>
                  <a:lnTo>
                    <a:pt x="1147731" y="2500040"/>
                  </a:lnTo>
                  <a:lnTo>
                    <a:pt x="1144621" y="2505475"/>
                  </a:lnTo>
                  <a:lnTo>
                    <a:pt x="1141692" y="2510910"/>
                  </a:lnTo>
                  <a:lnTo>
                    <a:pt x="1138846" y="2516344"/>
                  </a:lnTo>
                  <a:lnTo>
                    <a:pt x="1136110" y="2521779"/>
                  </a:lnTo>
                  <a:lnTo>
                    <a:pt x="1133524" y="2527214"/>
                  </a:lnTo>
                  <a:lnTo>
                    <a:pt x="1131015" y="2532649"/>
                  </a:lnTo>
                  <a:lnTo>
                    <a:pt x="1128625" y="2538084"/>
                  </a:lnTo>
                  <a:lnTo>
                    <a:pt x="1126357" y="2543519"/>
                  </a:lnTo>
                  <a:lnTo>
                    <a:pt x="1124161" y="2548954"/>
                  </a:lnTo>
                  <a:lnTo>
                    <a:pt x="1122089" y="2554389"/>
                  </a:lnTo>
                  <a:lnTo>
                    <a:pt x="1120114" y="2559823"/>
                  </a:lnTo>
                  <a:lnTo>
                    <a:pt x="1118204" y="2565258"/>
                  </a:lnTo>
                  <a:lnTo>
                    <a:pt x="1116422" y="2570693"/>
                  </a:lnTo>
                  <a:lnTo>
                    <a:pt x="1114712" y="2576128"/>
                  </a:lnTo>
                  <a:lnTo>
                    <a:pt x="1113064" y="2581563"/>
                  </a:lnTo>
                  <a:lnTo>
                    <a:pt x="1111542" y="2586998"/>
                  </a:lnTo>
                  <a:lnTo>
                    <a:pt x="1110074" y="2592433"/>
                  </a:lnTo>
                  <a:lnTo>
                    <a:pt x="1108672" y="2597867"/>
                  </a:lnTo>
                  <a:lnTo>
                    <a:pt x="1107371" y="2603302"/>
                  </a:lnTo>
                  <a:lnTo>
                    <a:pt x="1106118" y="2608737"/>
                  </a:lnTo>
                  <a:lnTo>
                    <a:pt x="1104935" y="2614172"/>
                  </a:lnTo>
                  <a:lnTo>
                    <a:pt x="1103830" y="2619607"/>
                  </a:lnTo>
                  <a:lnTo>
                    <a:pt x="1102768" y="2625042"/>
                  </a:lnTo>
                  <a:lnTo>
                    <a:pt x="1101778" y="2630477"/>
                  </a:lnTo>
                  <a:lnTo>
                    <a:pt x="1100847" y="2635912"/>
                  </a:lnTo>
                  <a:lnTo>
                    <a:pt x="1099953" y="2641346"/>
                  </a:lnTo>
                  <a:lnTo>
                    <a:pt x="1099130" y="2646781"/>
                  </a:lnTo>
                  <a:lnTo>
                    <a:pt x="1098351" y="2652216"/>
                  </a:lnTo>
                  <a:lnTo>
                    <a:pt x="1097605" y="2657651"/>
                  </a:lnTo>
                  <a:lnTo>
                    <a:pt x="1096926" y="2663086"/>
                  </a:lnTo>
                  <a:lnTo>
                    <a:pt x="1096278" y="2668521"/>
                  </a:lnTo>
                  <a:lnTo>
                    <a:pt x="1095664" y="2673956"/>
                  </a:lnTo>
                  <a:lnTo>
                    <a:pt x="1095104" y="2679391"/>
                  </a:lnTo>
                  <a:lnTo>
                    <a:pt x="1094569" y="2684825"/>
                  </a:lnTo>
                  <a:lnTo>
                    <a:pt x="1094069" y="2690260"/>
                  </a:lnTo>
                  <a:lnTo>
                    <a:pt x="1093609" y="2695695"/>
                  </a:lnTo>
                  <a:lnTo>
                    <a:pt x="1093171" y="2701130"/>
                  </a:lnTo>
                  <a:lnTo>
                    <a:pt x="1092766" y="2706565"/>
                  </a:lnTo>
                  <a:lnTo>
                    <a:pt x="1092391" y="2712000"/>
                  </a:lnTo>
                  <a:lnTo>
                    <a:pt x="1092035" y="2717435"/>
                  </a:lnTo>
                  <a:lnTo>
                    <a:pt x="1091710" y="2722869"/>
                  </a:lnTo>
                  <a:lnTo>
                    <a:pt x="1091407" y="2728304"/>
                  </a:lnTo>
                  <a:lnTo>
                    <a:pt x="1091119" y="2733739"/>
                  </a:lnTo>
                  <a:lnTo>
                    <a:pt x="1090860" y="2739174"/>
                  </a:lnTo>
                  <a:lnTo>
                    <a:pt x="1090617" y="2744609"/>
                  </a:lnTo>
                  <a:lnTo>
                    <a:pt x="1090387" y="2750044"/>
                  </a:lnTo>
                  <a:lnTo>
                    <a:pt x="1090182" y="2755479"/>
                  </a:lnTo>
                  <a:lnTo>
                    <a:pt x="1089987" y="2760914"/>
                  </a:lnTo>
                  <a:lnTo>
                    <a:pt x="1089806" y="2766348"/>
                  </a:lnTo>
                  <a:lnTo>
                    <a:pt x="1089643" y="2771783"/>
                  </a:lnTo>
                  <a:lnTo>
                    <a:pt x="1089489" y="2777218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4224320" y="3450169"/>
              <a:ext cx="2618819" cy="2110875"/>
            </a:xfrm>
            <a:custGeom>
              <a:avLst/>
              <a:pathLst>
                <a:path w="2618819" h="2110875">
                  <a:moveTo>
                    <a:pt x="1304620" y="2110875"/>
                  </a:moveTo>
                  <a:lnTo>
                    <a:pt x="1304297" y="2106744"/>
                  </a:lnTo>
                  <a:lnTo>
                    <a:pt x="1303961" y="2102613"/>
                  </a:lnTo>
                  <a:lnTo>
                    <a:pt x="1303603" y="2098483"/>
                  </a:lnTo>
                  <a:lnTo>
                    <a:pt x="1303222" y="2094352"/>
                  </a:lnTo>
                  <a:lnTo>
                    <a:pt x="1302826" y="2090221"/>
                  </a:lnTo>
                  <a:lnTo>
                    <a:pt x="1302396" y="2086090"/>
                  </a:lnTo>
                  <a:lnTo>
                    <a:pt x="1301956" y="2081959"/>
                  </a:lnTo>
                  <a:lnTo>
                    <a:pt x="1301473" y="2077828"/>
                  </a:lnTo>
                  <a:lnTo>
                    <a:pt x="1300976" y="2073697"/>
                  </a:lnTo>
                  <a:lnTo>
                    <a:pt x="1300444" y="2069566"/>
                  </a:lnTo>
                  <a:lnTo>
                    <a:pt x="1299884" y="2065436"/>
                  </a:lnTo>
                  <a:lnTo>
                    <a:pt x="1299299" y="2061305"/>
                  </a:lnTo>
                  <a:lnTo>
                    <a:pt x="1298670" y="2057174"/>
                  </a:lnTo>
                  <a:lnTo>
                    <a:pt x="1298026" y="2053043"/>
                  </a:lnTo>
                  <a:lnTo>
                    <a:pt x="1297321" y="2048912"/>
                  </a:lnTo>
                  <a:lnTo>
                    <a:pt x="1296600" y="2044781"/>
                  </a:lnTo>
                  <a:lnTo>
                    <a:pt x="1295826" y="2040650"/>
                  </a:lnTo>
                  <a:lnTo>
                    <a:pt x="1295019" y="2036519"/>
                  </a:lnTo>
                  <a:lnTo>
                    <a:pt x="1294172" y="2032389"/>
                  </a:lnTo>
                  <a:lnTo>
                    <a:pt x="1293271" y="2028258"/>
                  </a:lnTo>
                  <a:lnTo>
                    <a:pt x="1292344" y="2024127"/>
                  </a:lnTo>
                  <a:lnTo>
                    <a:pt x="1291341" y="2019996"/>
                  </a:lnTo>
                  <a:lnTo>
                    <a:pt x="1290317" y="2015865"/>
                  </a:lnTo>
                  <a:lnTo>
                    <a:pt x="1289214" y="2011734"/>
                  </a:lnTo>
                  <a:lnTo>
                    <a:pt x="1288075" y="2007603"/>
                  </a:lnTo>
                  <a:lnTo>
                    <a:pt x="1286874" y="2003472"/>
                  </a:lnTo>
                  <a:lnTo>
                    <a:pt x="1285610" y="1999342"/>
                  </a:lnTo>
                  <a:lnTo>
                    <a:pt x="1284303" y="1995211"/>
                  </a:lnTo>
                  <a:lnTo>
                    <a:pt x="1282904" y="1991080"/>
                  </a:lnTo>
                  <a:lnTo>
                    <a:pt x="1281479" y="1986949"/>
                  </a:lnTo>
                  <a:lnTo>
                    <a:pt x="1279940" y="1982818"/>
                  </a:lnTo>
                  <a:lnTo>
                    <a:pt x="1278365" y="1978687"/>
                  </a:lnTo>
                  <a:lnTo>
                    <a:pt x="1276698" y="1974556"/>
                  </a:lnTo>
                  <a:lnTo>
                    <a:pt x="1274961" y="1970425"/>
                  </a:lnTo>
                  <a:lnTo>
                    <a:pt x="1273159" y="1966295"/>
                  </a:lnTo>
                  <a:lnTo>
                    <a:pt x="1271248" y="1962164"/>
                  </a:lnTo>
                  <a:lnTo>
                    <a:pt x="1269301" y="1958033"/>
                  </a:lnTo>
                  <a:lnTo>
                    <a:pt x="1267203" y="1953902"/>
                  </a:lnTo>
                  <a:lnTo>
                    <a:pt x="1265068" y="1949771"/>
                  </a:lnTo>
                  <a:lnTo>
                    <a:pt x="1262806" y="1945640"/>
                  </a:lnTo>
                  <a:lnTo>
                    <a:pt x="1260467" y="1941509"/>
                  </a:lnTo>
                  <a:lnTo>
                    <a:pt x="1258033" y="1937378"/>
                  </a:lnTo>
                  <a:lnTo>
                    <a:pt x="1255476" y="1933248"/>
                  </a:lnTo>
                  <a:lnTo>
                    <a:pt x="1252861" y="1929117"/>
                  </a:lnTo>
                  <a:lnTo>
                    <a:pt x="1250073" y="1924986"/>
                  </a:lnTo>
                  <a:lnTo>
                    <a:pt x="1247240" y="1920855"/>
                  </a:lnTo>
                  <a:lnTo>
                    <a:pt x="1244233" y="1916724"/>
                  </a:lnTo>
                  <a:lnTo>
                    <a:pt x="1241149" y="1912593"/>
                  </a:lnTo>
                  <a:lnTo>
                    <a:pt x="1237932" y="1908462"/>
                  </a:lnTo>
                  <a:lnTo>
                    <a:pt x="1234583" y="1904332"/>
                  </a:lnTo>
                  <a:lnTo>
                    <a:pt x="1231146" y="1900201"/>
                  </a:lnTo>
                  <a:lnTo>
                    <a:pt x="1227517" y="1896070"/>
                  </a:lnTo>
                  <a:lnTo>
                    <a:pt x="1223834" y="1891939"/>
                  </a:lnTo>
                  <a:lnTo>
                    <a:pt x="1219926" y="1887808"/>
                  </a:lnTo>
                  <a:lnTo>
                    <a:pt x="1215944" y="1883677"/>
                  </a:lnTo>
                  <a:lnTo>
                    <a:pt x="1211784" y="1879546"/>
                  </a:lnTo>
                  <a:lnTo>
                    <a:pt x="1207489" y="1875415"/>
                  </a:lnTo>
                  <a:lnTo>
                    <a:pt x="1203068" y="1871285"/>
                  </a:lnTo>
                  <a:lnTo>
                    <a:pt x="1198444" y="1867154"/>
                  </a:lnTo>
                  <a:lnTo>
                    <a:pt x="1193754" y="1863023"/>
                  </a:lnTo>
                  <a:lnTo>
                    <a:pt x="1188787" y="1858892"/>
                  </a:lnTo>
                  <a:lnTo>
                    <a:pt x="1183754" y="1854761"/>
                  </a:lnTo>
                  <a:lnTo>
                    <a:pt x="1178493" y="1850630"/>
                  </a:lnTo>
                  <a:lnTo>
                    <a:pt x="1173100" y="1846499"/>
                  </a:lnTo>
                  <a:lnTo>
                    <a:pt x="1167541" y="1842368"/>
                  </a:lnTo>
                  <a:lnTo>
                    <a:pt x="1161774" y="1838238"/>
                  </a:lnTo>
                  <a:lnTo>
                    <a:pt x="1155907" y="1834107"/>
                  </a:lnTo>
                  <a:lnTo>
                    <a:pt x="1149755" y="1829976"/>
                  </a:lnTo>
                  <a:lnTo>
                    <a:pt x="1143528" y="1825845"/>
                  </a:lnTo>
                  <a:lnTo>
                    <a:pt x="1137023" y="1821714"/>
                  </a:lnTo>
                  <a:lnTo>
                    <a:pt x="1130396" y="1817583"/>
                  </a:lnTo>
                  <a:lnTo>
                    <a:pt x="1123561" y="1813452"/>
                  </a:lnTo>
                  <a:lnTo>
                    <a:pt x="1116523" y="1809321"/>
                  </a:lnTo>
                  <a:lnTo>
                    <a:pt x="1109351" y="1805191"/>
                  </a:lnTo>
                  <a:lnTo>
                    <a:pt x="1101894" y="1801060"/>
                  </a:lnTo>
                  <a:lnTo>
                    <a:pt x="1094358" y="1796929"/>
                  </a:lnTo>
                  <a:lnTo>
                    <a:pt x="1086495" y="1792798"/>
                  </a:lnTo>
                  <a:lnTo>
                    <a:pt x="1078530" y="1788667"/>
                  </a:lnTo>
                  <a:lnTo>
                    <a:pt x="1070317" y="1784536"/>
                  </a:lnTo>
                  <a:lnTo>
                    <a:pt x="1061917" y="1780405"/>
                  </a:lnTo>
                  <a:lnTo>
                    <a:pt x="1053349" y="1776274"/>
                  </a:lnTo>
                  <a:lnTo>
                    <a:pt x="1044511" y="1772144"/>
                  </a:lnTo>
                  <a:lnTo>
                    <a:pt x="1035586" y="1768013"/>
                  </a:lnTo>
                  <a:lnTo>
                    <a:pt x="1026309" y="1763882"/>
                  </a:lnTo>
                  <a:lnTo>
                    <a:pt x="1016949" y="1759751"/>
                  </a:lnTo>
                  <a:lnTo>
                    <a:pt x="1007309" y="1755620"/>
                  </a:lnTo>
                  <a:lnTo>
                    <a:pt x="997509" y="1751489"/>
                  </a:lnTo>
                  <a:lnTo>
                    <a:pt x="987513" y="1747358"/>
                  </a:lnTo>
                  <a:lnTo>
                    <a:pt x="977277" y="1743228"/>
                  </a:lnTo>
                  <a:lnTo>
                    <a:pt x="966927" y="1739097"/>
                  </a:lnTo>
                  <a:lnTo>
                    <a:pt x="956260" y="1734966"/>
                  </a:lnTo>
                  <a:lnTo>
                    <a:pt x="945512" y="1730835"/>
                  </a:lnTo>
                  <a:lnTo>
                    <a:pt x="934469" y="1726704"/>
                  </a:lnTo>
                  <a:lnTo>
                    <a:pt x="923300" y="1722573"/>
                  </a:lnTo>
                  <a:lnTo>
                    <a:pt x="911920" y="1718442"/>
                  </a:lnTo>
                  <a:lnTo>
                    <a:pt x="900341" y="1714311"/>
                  </a:lnTo>
                  <a:lnTo>
                    <a:pt x="888632" y="1710181"/>
                  </a:lnTo>
                  <a:lnTo>
                    <a:pt x="876657" y="1706050"/>
                  </a:lnTo>
                  <a:lnTo>
                    <a:pt x="864608" y="1701919"/>
                  </a:lnTo>
                  <a:lnTo>
                    <a:pt x="852272" y="1697788"/>
                  </a:lnTo>
                  <a:lnTo>
                    <a:pt x="839849" y="1693657"/>
                  </a:lnTo>
                  <a:lnTo>
                    <a:pt x="827217" y="1689526"/>
                  </a:lnTo>
                  <a:lnTo>
                    <a:pt x="814439" y="1685395"/>
                  </a:lnTo>
                  <a:lnTo>
                    <a:pt x="801527" y="1681264"/>
                  </a:lnTo>
                  <a:lnTo>
                    <a:pt x="788415" y="1677134"/>
                  </a:lnTo>
                  <a:lnTo>
                    <a:pt x="775239" y="1673003"/>
                  </a:lnTo>
                  <a:lnTo>
                    <a:pt x="761819" y="1668872"/>
                  </a:lnTo>
                  <a:lnTo>
                    <a:pt x="748346" y="1664741"/>
                  </a:lnTo>
                  <a:lnTo>
                    <a:pt x="734696" y="1660610"/>
                  </a:lnTo>
                  <a:lnTo>
                    <a:pt x="720952" y="1656479"/>
                  </a:lnTo>
                  <a:lnTo>
                    <a:pt x="707095" y="1652348"/>
                  </a:lnTo>
                  <a:lnTo>
                    <a:pt x="693111" y="1648217"/>
                  </a:lnTo>
                  <a:lnTo>
                    <a:pt x="679069" y="1644087"/>
                  </a:lnTo>
                  <a:lnTo>
                    <a:pt x="664879" y="1639956"/>
                  </a:lnTo>
                  <a:lnTo>
                    <a:pt x="650656" y="1635825"/>
                  </a:lnTo>
                  <a:lnTo>
                    <a:pt x="636316" y="1631694"/>
                  </a:lnTo>
                  <a:lnTo>
                    <a:pt x="621935" y="1627563"/>
                  </a:lnTo>
                  <a:lnTo>
                    <a:pt x="607485" y="1623432"/>
                  </a:lnTo>
                  <a:lnTo>
                    <a:pt x="592986" y="1619301"/>
                  </a:lnTo>
                  <a:lnTo>
                    <a:pt x="578453" y="1615170"/>
                  </a:lnTo>
                  <a:lnTo>
                    <a:pt x="563876" y="1611040"/>
                  </a:lnTo>
                  <a:lnTo>
                    <a:pt x="549289" y="1606909"/>
                  </a:lnTo>
                  <a:lnTo>
                    <a:pt x="534679" y="1602778"/>
                  </a:lnTo>
                  <a:lnTo>
                    <a:pt x="520071" y="1598647"/>
                  </a:lnTo>
                  <a:lnTo>
                    <a:pt x="505467" y="1594516"/>
                  </a:lnTo>
                  <a:lnTo>
                    <a:pt x="490884" y="1590385"/>
                  </a:lnTo>
                  <a:lnTo>
                    <a:pt x="476320" y="1586254"/>
                  </a:lnTo>
                  <a:lnTo>
                    <a:pt x="461808" y="1582123"/>
                  </a:lnTo>
                  <a:lnTo>
                    <a:pt x="447314" y="1577993"/>
                  </a:lnTo>
                  <a:lnTo>
                    <a:pt x="432923" y="1573862"/>
                  </a:lnTo>
                  <a:lnTo>
                    <a:pt x="418562" y="1569731"/>
                  </a:lnTo>
                  <a:lnTo>
                    <a:pt x="404309" y="1565600"/>
                  </a:lnTo>
                  <a:lnTo>
                    <a:pt x="390132" y="1561469"/>
                  </a:lnTo>
                  <a:lnTo>
                    <a:pt x="376049" y="1557338"/>
                  </a:lnTo>
                  <a:lnTo>
                    <a:pt x="362106" y="1553207"/>
                  </a:lnTo>
                  <a:lnTo>
                    <a:pt x="348228" y="1549077"/>
                  </a:lnTo>
                  <a:lnTo>
                    <a:pt x="334567" y="1544946"/>
                  </a:lnTo>
                  <a:lnTo>
                    <a:pt x="320966" y="1540815"/>
                  </a:lnTo>
                  <a:lnTo>
                    <a:pt x="307599" y="1536684"/>
                  </a:lnTo>
                  <a:lnTo>
                    <a:pt x="294346" y="1532553"/>
                  </a:lnTo>
                  <a:lnTo>
                    <a:pt x="281284" y="1528422"/>
                  </a:lnTo>
                  <a:lnTo>
                    <a:pt x="268427" y="1524291"/>
                  </a:lnTo>
                  <a:lnTo>
                    <a:pt x="255704" y="1520160"/>
                  </a:lnTo>
                  <a:lnTo>
                    <a:pt x="243291" y="1516030"/>
                  </a:lnTo>
                  <a:lnTo>
                    <a:pt x="230966" y="1511899"/>
                  </a:lnTo>
                  <a:lnTo>
                    <a:pt x="219016" y="1507768"/>
                  </a:lnTo>
                  <a:lnTo>
                    <a:pt x="207196" y="1503637"/>
                  </a:lnTo>
                  <a:lnTo>
                    <a:pt x="195679" y="1499506"/>
                  </a:lnTo>
                  <a:lnTo>
                    <a:pt x="184408" y="1495375"/>
                  </a:lnTo>
                  <a:lnTo>
                    <a:pt x="173355" y="1491244"/>
                  </a:lnTo>
                  <a:lnTo>
                    <a:pt x="162675" y="1487113"/>
                  </a:lnTo>
                  <a:lnTo>
                    <a:pt x="152112" y="1482983"/>
                  </a:lnTo>
                  <a:lnTo>
                    <a:pt x="142063" y="1478852"/>
                  </a:lnTo>
                  <a:lnTo>
                    <a:pt x="132140" y="1474721"/>
                  </a:lnTo>
                  <a:lnTo>
                    <a:pt x="122639" y="1470590"/>
                  </a:lnTo>
                  <a:lnTo>
                    <a:pt x="113395" y="1466459"/>
                  </a:lnTo>
                  <a:lnTo>
                    <a:pt x="104461" y="1462328"/>
                  </a:lnTo>
                  <a:lnTo>
                    <a:pt x="95930" y="1458197"/>
                  </a:lnTo>
                  <a:lnTo>
                    <a:pt x="87585" y="1454066"/>
                  </a:lnTo>
                  <a:lnTo>
                    <a:pt x="79797" y="1449936"/>
                  </a:lnTo>
                  <a:lnTo>
                    <a:pt x="72152" y="1445805"/>
                  </a:lnTo>
                  <a:lnTo>
                    <a:pt x="65043" y="1441674"/>
                  </a:lnTo>
                  <a:lnTo>
                    <a:pt x="58175" y="1437543"/>
                  </a:lnTo>
                  <a:lnTo>
                    <a:pt x="51708" y="1433412"/>
                  </a:lnTo>
                  <a:lnTo>
                    <a:pt x="45639" y="1429281"/>
                  </a:lnTo>
                  <a:lnTo>
                    <a:pt x="39828" y="1425150"/>
                  </a:lnTo>
                  <a:lnTo>
                    <a:pt x="34576" y="1421019"/>
                  </a:lnTo>
                  <a:lnTo>
                    <a:pt x="29479" y="1416889"/>
                  </a:lnTo>
                  <a:lnTo>
                    <a:pt x="25010" y="1412758"/>
                  </a:lnTo>
                  <a:lnTo>
                    <a:pt x="20747" y="1408627"/>
                  </a:lnTo>
                  <a:lnTo>
                    <a:pt x="16960" y="1404496"/>
                  </a:lnTo>
                  <a:lnTo>
                    <a:pt x="13539" y="1400365"/>
                  </a:lnTo>
                  <a:lnTo>
                    <a:pt x="10438" y="1396234"/>
                  </a:lnTo>
                  <a:lnTo>
                    <a:pt x="7862" y="1392103"/>
                  </a:lnTo>
                  <a:lnTo>
                    <a:pt x="5449" y="1387973"/>
                  </a:lnTo>
                  <a:lnTo>
                    <a:pt x="3719" y="1383842"/>
                  </a:lnTo>
                  <a:lnTo>
                    <a:pt x="2145" y="1379711"/>
                  </a:lnTo>
                  <a:lnTo>
                    <a:pt x="1102" y="1375580"/>
                  </a:lnTo>
                  <a:lnTo>
                    <a:pt x="626" y="1372907"/>
                  </a:lnTo>
                  <a:lnTo>
                    <a:pt x="366" y="1371449"/>
                  </a:lnTo>
                  <a:lnTo>
                    <a:pt x="0" y="1367318"/>
                  </a:lnTo>
                  <a:lnTo>
                    <a:pt x="91" y="1363187"/>
                  </a:lnTo>
                  <a:lnTo>
                    <a:pt x="393" y="1359056"/>
                  </a:lnTo>
                  <a:lnTo>
                    <a:pt x="1297" y="1354926"/>
                  </a:lnTo>
                  <a:lnTo>
                    <a:pt x="2351" y="1350795"/>
                  </a:lnTo>
                  <a:lnTo>
                    <a:pt x="3954" y="1346664"/>
                  </a:lnTo>
                  <a:lnTo>
                    <a:pt x="5795" y="1342533"/>
                  </a:lnTo>
                  <a:lnTo>
                    <a:pt x="8027" y="1338402"/>
                  </a:lnTo>
                  <a:lnTo>
                    <a:pt x="10631" y="1334271"/>
                  </a:lnTo>
                  <a:lnTo>
                    <a:pt x="13473" y="1330140"/>
                  </a:lnTo>
                  <a:lnTo>
                    <a:pt x="16813" y="1326009"/>
                  </a:lnTo>
                  <a:lnTo>
                    <a:pt x="20287" y="1321879"/>
                  </a:lnTo>
                  <a:lnTo>
                    <a:pt x="24290" y="1317748"/>
                  </a:lnTo>
                  <a:lnTo>
                    <a:pt x="28457" y="1313617"/>
                  </a:lnTo>
                  <a:lnTo>
                    <a:pt x="33006" y="1309486"/>
                  </a:lnTo>
                  <a:lnTo>
                    <a:pt x="37831" y="1305355"/>
                  </a:lnTo>
                  <a:lnTo>
                    <a:pt x="42900" y="1301224"/>
                  </a:lnTo>
                  <a:lnTo>
                    <a:pt x="48345" y="1297093"/>
                  </a:lnTo>
                  <a:lnTo>
                    <a:pt x="53906" y="1292962"/>
                  </a:lnTo>
                  <a:lnTo>
                    <a:pt x="59929" y="1288832"/>
                  </a:lnTo>
                  <a:lnTo>
                    <a:pt x="66053" y="1284701"/>
                  </a:lnTo>
                  <a:lnTo>
                    <a:pt x="72513" y="1280570"/>
                  </a:lnTo>
                  <a:lnTo>
                    <a:pt x="79157" y="1276439"/>
                  </a:lnTo>
                  <a:lnTo>
                    <a:pt x="86020" y="1272308"/>
                  </a:lnTo>
                  <a:lnTo>
                    <a:pt x="93139" y="1268177"/>
                  </a:lnTo>
                  <a:lnTo>
                    <a:pt x="100373" y="1264046"/>
                  </a:lnTo>
                  <a:lnTo>
                    <a:pt x="107918" y="1259915"/>
                  </a:lnTo>
                  <a:lnTo>
                    <a:pt x="115535" y="1255785"/>
                  </a:lnTo>
                  <a:lnTo>
                    <a:pt x="123411" y="1251654"/>
                  </a:lnTo>
                  <a:lnTo>
                    <a:pt x="131390" y="1247523"/>
                  </a:lnTo>
                  <a:lnTo>
                    <a:pt x="139535" y="1243392"/>
                  </a:lnTo>
                  <a:lnTo>
                    <a:pt x="147824" y="1239261"/>
                  </a:lnTo>
                  <a:lnTo>
                    <a:pt x="156204" y="1235130"/>
                  </a:lnTo>
                  <a:lnTo>
                    <a:pt x="164752" y="1230999"/>
                  </a:lnTo>
                  <a:lnTo>
                    <a:pt x="173344" y="1226869"/>
                  </a:lnTo>
                  <a:lnTo>
                    <a:pt x="182087" y="1222738"/>
                  </a:lnTo>
                  <a:lnTo>
                    <a:pt x="190870" y="1218607"/>
                  </a:lnTo>
                  <a:lnTo>
                    <a:pt x="199742" y="1214476"/>
                  </a:lnTo>
                  <a:lnTo>
                    <a:pt x="208663" y="1210345"/>
                  </a:lnTo>
                  <a:lnTo>
                    <a:pt x="217629" y="1206214"/>
                  </a:lnTo>
                  <a:lnTo>
                    <a:pt x="226639" y="1202083"/>
                  </a:lnTo>
                  <a:lnTo>
                    <a:pt x="235663" y="1197952"/>
                  </a:lnTo>
                  <a:lnTo>
                    <a:pt x="244711" y="1193822"/>
                  </a:lnTo>
                  <a:lnTo>
                    <a:pt x="253756" y="1189691"/>
                  </a:lnTo>
                  <a:lnTo>
                    <a:pt x="262794" y="1185560"/>
                  </a:lnTo>
                  <a:lnTo>
                    <a:pt x="271812" y="1181429"/>
                  </a:lnTo>
                  <a:lnTo>
                    <a:pt x="280806" y="1177298"/>
                  </a:lnTo>
                  <a:lnTo>
                    <a:pt x="289749" y="1173167"/>
                  </a:lnTo>
                  <a:lnTo>
                    <a:pt x="298667" y="1169036"/>
                  </a:lnTo>
                  <a:lnTo>
                    <a:pt x="307487" y="1164905"/>
                  </a:lnTo>
                  <a:lnTo>
                    <a:pt x="316277" y="1160775"/>
                  </a:lnTo>
                  <a:lnTo>
                    <a:pt x="324950" y="1156644"/>
                  </a:lnTo>
                  <a:lnTo>
                    <a:pt x="333559" y="1152513"/>
                  </a:lnTo>
                  <a:lnTo>
                    <a:pt x="335082" y="1151773"/>
                  </a:lnTo>
                  <a:lnTo>
                    <a:pt x="342064" y="1148382"/>
                  </a:lnTo>
                  <a:lnTo>
                    <a:pt x="350448" y="1144251"/>
                  </a:lnTo>
                  <a:lnTo>
                    <a:pt x="358757" y="1140120"/>
                  </a:lnTo>
                  <a:lnTo>
                    <a:pt x="366877" y="1135989"/>
                  </a:lnTo>
                  <a:lnTo>
                    <a:pt x="374944" y="1131858"/>
                  </a:lnTo>
                  <a:lnTo>
                    <a:pt x="382779" y="1127728"/>
                  </a:lnTo>
                  <a:lnTo>
                    <a:pt x="390531" y="1123597"/>
                  </a:lnTo>
                  <a:lnTo>
                    <a:pt x="398093" y="1119466"/>
                  </a:lnTo>
                  <a:lnTo>
                    <a:pt x="405495" y="1115335"/>
                  </a:lnTo>
                  <a:lnTo>
                    <a:pt x="412759" y="1111204"/>
                  </a:lnTo>
                  <a:lnTo>
                    <a:pt x="419779" y="1107073"/>
                  </a:lnTo>
                  <a:lnTo>
                    <a:pt x="426724" y="1102942"/>
                  </a:lnTo>
                  <a:lnTo>
                    <a:pt x="433330" y="1098811"/>
                  </a:lnTo>
                  <a:lnTo>
                    <a:pt x="439854" y="1094681"/>
                  </a:lnTo>
                  <a:lnTo>
                    <a:pt x="446101" y="1090550"/>
                  </a:lnTo>
                  <a:lnTo>
                    <a:pt x="452176" y="1086419"/>
                  </a:lnTo>
                  <a:lnTo>
                    <a:pt x="458049" y="1082288"/>
                  </a:lnTo>
                  <a:lnTo>
                    <a:pt x="463651" y="1078157"/>
                  </a:lnTo>
                  <a:lnTo>
                    <a:pt x="469132" y="1074026"/>
                  </a:lnTo>
                  <a:lnTo>
                    <a:pt x="474240" y="1069895"/>
                  </a:lnTo>
                  <a:lnTo>
                    <a:pt x="479252" y="1065764"/>
                  </a:lnTo>
                  <a:lnTo>
                    <a:pt x="483911" y="1061634"/>
                  </a:lnTo>
                  <a:lnTo>
                    <a:pt x="488404" y="1057503"/>
                  </a:lnTo>
                  <a:lnTo>
                    <a:pt x="492635" y="1053372"/>
                  </a:lnTo>
                  <a:lnTo>
                    <a:pt x="496596" y="1049241"/>
                  </a:lnTo>
                  <a:lnTo>
                    <a:pt x="500388" y="1045110"/>
                  </a:lnTo>
                  <a:lnTo>
                    <a:pt x="503804" y="1040979"/>
                  </a:lnTo>
                  <a:lnTo>
                    <a:pt x="507116" y="1036848"/>
                  </a:lnTo>
                  <a:lnTo>
                    <a:pt x="510012" y="1032718"/>
                  </a:lnTo>
                  <a:lnTo>
                    <a:pt x="512767" y="1028587"/>
                  </a:lnTo>
                  <a:lnTo>
                    <a:pt x="515207" y="1024456"/>
                  </a:lnTo>
                  <a:lnTo>
                    <a:pt x="517399" y="1020325"/>
                  </a:lnTo>
                  <a:lnTo>
                    <a:pt x="519380" y="1016194"/>
                  </a:lnTo>
                  <a:lnTo>
                    <a:pt x="521006" y="1012063"/>
                  </a:lnTo>
                  <a:lnTo>
                    <a:pt x="522527" y="1007932"/>
                  </a:lnTo>
                  <a:lnTo>
                    <a:pt x="523588" y="1003801"/>
                  </a:lnTo>
                  <a:lnTo>
                    <a:pt x="524543" y="999671"/>
                  </a:lnTo>
                  <a:lnTo>
                    <a:pt x="525146" y="995540"/>
                  </a:lnTo>
                  <a:lnTo>
                    <a:pt x="525538" y="991409"/>
                  </a:lnTo>
                  <a:lnTo>
                    <a:pt x="525687" y="987278"/>
                  </a:lnTo>
                  <a:lnTo>
                    <a:pt x="525523" y="983147"/>
                  </a:lnTo>
                  <a:lnTo>
                    <a:pt x="525222" y="979016"/>
                  </a:lnTo>
                  <a:lnTo>
                    <a:pt x="524512" y="974885"/>
                  </a:lnTo>
                  <a:lnTo>
                    <a:pt x="523700" y="970754"/>
                  </a:lnTo>
                  <a:lnTo>
                    <a:pt x="522521" y="966624"/>
                  </a:lnTo>
                  <a:lnTo>
                    <a:pt x="521177" y="962493"/>
                  </a:lnTo>
                  <a:lnTo>
                    <a:pt x="519572" y="958362"/>
                  </a:lnTo>
                  <a:lnTo>
                    <a:pt x="517711" y="954231"/>
                  </a:lnTo>
                  <a:lnTo>
                    <a:pt x="515692" y="950100"/>
                  </a:lnTo>
                  <a:lnTo>
                    <a:pt x="513331" y="945969"/>
                  </a:lnTo>
                  <a:lnTo>
                    <a:pt x="510879" y="941838"/>
                  </a:lnTo>
                  <a:lnTo>
                    <a:pt x="508069" y="937707"/>
                  </a:lnTo>
                  <a:lnTo>
                    <a:pt x="505143" y="933577"/>
                  </a:lnTo>
                  <a:lnTo>
                    <a:pt x="501960" y="929446"/>
                  </a:lnTo>
                  <a:lnTo>
                    <a:pt x="498584" y="925315"/>
                  </a:lnTo>
                  <a:lnTo>
                    <a:pt x="495044" y="921184"/>
                  </a:lnTo>
                  <a:lnTo>
                    <a:pt x="491243" y="917053"/>
                  </a:lnTo>
                  <a:lnTo>
                    <a:pt x="487364" y="912922"/>
                  </a:lnTo>
                  <a:lnTo>
                    <a:pt x="483167" y="908791"/>
                  </a:lnTo>
                  <a:lnTo>
                    <a:pt x="478900" y="904660"/>
                  </a:lnTo>
                  <a:lnTo>
                    <a:pt x="474404" y="900530"/>
                  </a:lnTo>
                  <a:lnTo>
                    <a:pt x="469779" y="896399"/>
                  </a:lnTo>
                  <a:lnTo>
                    <a:pt x="465007" y="892268"/>
                  </a:lnTo>
                  <a:lnTo>
                    <a:pt x="460057" y="888137"/>
                  </a:lnTo>
                  <a:lnTo>
                    <a:pt x="455031" y="884006"/>
                  </a:lnTo>
                  <a:lnTo>
                    <a:pt x="449791" y="879875"/>
                  </a:lnTo>
                  <a:lnTo>
                    <a:pt x="444503" y="875744"/>
                  </a:lnTo>
                  <a:lnTo>
                    <a:pt x="439042" y="871614"/>
                  </a:lnTo>
                  <a:lnTo>
                    <a:pt x="433512" y="867483"/>
                  </a:lnTo>
                  <a:lnTo>
                    <a:pt x="427873" y="863352"/>
                  </a:lnTo>
                  <a:lnTo>
                    <a:pt x="422140" y="859221"/>
                  </a:lnTo>
                  <a:lnTo>
                    <a:pt x="416350" y="855090"/>
                  </a:lnTo>
                  <a:lnTo>
                    <a:pt x="410455" y="850959"/>
                  </a:lnTo>
                  <a:lnTo>
                    <a:pt x="404534" y="846828"/>
                  </a:lnTo>
                  <a:lnTo>
                    <a:pt x="398526" y="842697"/>
                  </a:lnTo>
                  <a:lnTo>
                    <a:pt x="392498" y="838567"/>
                  </a:lnTo>
                  <a:lnTo>
                    <a:pt x="386425" y="834436"/>
                  </a:lnTo>
                  <a:lnTo>
                    <a:pt x="380333" y="830305"/>
                  </a:lnTo>
                  <a:lnTo>
                    <a:pt x="374226" y="826174"/>
                  </a:lnTo>
                  <a:lnTo>
                    <a:pt x="368115" y="822043"/>
                  </a:lnTo>
                  <a:lnTo>
                    <a:pt x="362004" y="817912"/>
                  </a:lnTo>
                  <a:lnTo>
                    <a:pt x="355919" y="813781"/>
                  </a:lnTo>
                  <a:lnTo>
                    <a:pt x="349848" y="809650"/>
                  </a:lnTo>
                  <a:lnTo>
                    <a:pt x="343821" y="805520"/>
                  </a:lnTo>
                  <a:lnTo>
                    <a:pt x="337837" y="801389"/>
                  </a:lnTo>
                  <a:lnTo>
                    <a:pt x="331900" y="797258"/>
                  </a:lnTo>
                  <a:lnTo>
                    <a:pt x="326048" y="793127"/>
                  </a:lnTo>
                  <a:lnTo>
                    <a:pt x="320232" y="788996"/>
                  </a:lnTo>
                  <a:lnTo>
                    <a:pt x="314558" y="784865"/>
                  </a:lnTo>
                  <a:lnTo>
                    <a:pt x="308925" y="780734"/>
                  </a:lnTo>
                  <a:lnTo>
                    <a:pt x="303446" y="776603"/>
                  </a:lnTo>
                  <a:lnTo>
                    <a:pt x="298051" y="772473"/>
                  </a:lnTo>
                  <a:lnTo>
                    <a:pt x="292787" y="768342"/>
                  </a:lnTo>
                  <a:lnTo>
                    <a:pt x="287675" y="764211"/>
                  </a:lnTo>
                  <a:lnTo>
                    <a:pt x="282657" y="760080"/>
                  </a:lnTo>
                  <a:lnTo>
                    <a:pt x="277873" y="755949"/>
                  </a:lnTo>
                  <a:lnTo>
                    <a:pt x="273155" y="751818"/>
                  </a:lnTo>
                  <a:lnTo>
                    <a:pt x="268716" y="747687"/>
                  </a:lnTo>
                  <a:lnTo>
                    <a:pt x="264381" y="743556"/>
                  </a:lnTo>
                  <a:lnTo>
                    <a:pt x="260275" y="739426"/>
                  </a:lnTo>
                  <a:lnTo>
                    <a:pt x="256365" y="735295"/>
                  </a:lnTo>
                  <a:lnTo>
                    <a:pt x="252618" y="731164"/>
                  </a:lnTo>
                  <a:lnTo>
                    <a:pt x="249171" y="727033"/>
                  </a:lnTo>
                  <a:lnTo>
                    <a:pt x="245814" y="722902"/>
                  </a:lnTo>
                  <a:lnTo>
                    <a:pt x="242864" y="718771"/>
                  </a:lnTo>
                  <a:lnTo>
                    <a:pt x="240018" y="714640"/>
                  </a:lnTo>
                  <a:lnTo>
                    <a:pt x="237502" y="710509"/>
                  </a:lnTo>
                  <a:lnTo>
                    <a:pt x="235200" y="706379"/>
                  </a:lnTo>
                  <a:lnTo>
                    <a:pt x="233141" y="702248"/>
                  </a:lnTo>
                  <a:lnTo>
                    <a:pt x="231415" y="698117"/>
                  </a:lnTo>
                  <a:lnTo>
                    <a:pt x="229831" y="693986"/>
                  </a:lnTo>
                  <a:lnTo>
                    <a:pt x="228708" y="689855"/>
                  </a:lnTo>
                  <a:lnTo>
                    <a:pt x="227702" y="685724"/>
                  </a:lnTo>
                  <a:lnTo>
                    <a:pt x="227125" y="681593"/>
                  </a:lnTo>
                  <a:lnTo>
                    <a:pt x="226754" y="677463"/>
                  </a:lnTo>
                  <a:lnTo>
                    <a:pt x="226703" y="673332"/>
                  </a:lnTo>
                  <a:lnTo>
                    <a:pt x="226987" y="669201"/>
                  </a:lnTo>
                  <a:lnTo>
                    <a:pt x="227475" y="665070"/>
                  </a:lnTo>
                  <a:lnTo>
                    <a:pt x="228431" y="660939"/>
                  </a:lnTo>
                  <a:lnTo>
                    <a:pt x="229514" y="656808"/>
                  </a:lnTo>
                  <a:lnTo>
                    <a:pt x="231108" y="652677"/>
                  </a:lnTo>
                  <a:lnTo>
                    <a:pt x="232880" y="648546"/>
                  </a:lnTo>
                  <a:lnTo>
                    <a:pt x="233060" y="648201"/>
                  </a:lnTo>
                  <a:lnTo>
                    <a:pt x="235037" y="644416"/>
                  </a:lnTo>
                  <a:lnTo>
                    <a:pt x="237505" y="640285"/>
                  </a:lnTo>
                  <a:lnTo>
                    <a:pt x="240229" y="636154"/>
                  </a:lnTo>
                  <a:lnTo>
                    <a:pt x="243397" y="632023"/>
                  </a:lnTo>
                  <a:lnTo>
                    <a:pt x="246695" y="627892"/>
                  </a:lnTo>
                  <a:lnTo>
                    <a:pt x="250558" y="623761"/>
                  </a:lnTo>
                  <a:lnTo>
                    <a:pt x="254555" y="619630"/>
                  </a:lnTo>
                  <a:lnTo>
                    <a:pt x="258983" y="615499"/>
                  </a:lnTo>
                  <a:lnTo>
                    <a:pt x="263674" y="611369"/>
                  </a:lnTo>
                  <a:lnTo>
                    <a:pt x="268662" y="607238"/>
                  </a:lnTo>
                  <a:lnTo>
                    <a:pt x="274037" y="603107"/>
                  </a:lnTo>
                  <a:lnTo>
                    <a:pt x="279578" y="598976"/>
                  </a:lnTo>
                  <a:lnTo>
                    <a:pt x="285625" y="594845"/>
                  </a:lnTo>
                  <a:lnTo>
                    <a:pt x="291795" y="590714"/>
                  </a:lnTo>
                  <a:lnTo>
                    <a:pt x="298410" y="586583"/>
                  </a:lnTo>
                  <a:lnTo>
                    <a:pt x="305230" y="582452"/>
                  </a:lnTo>
                  <a:lnTo>
                    <a:pt x="312362" y="578322"/>
                  </a:lnTo>
                  <a:lnTo>
                    <a:pt x="319808" y="574191"/>
                  </a:lnTo>
                  <a:lnTo>
                    <a:pt x="327443" y="570060"/>
                  </a:lnTo>
                  <a:lnTo>
                    <a:pt x="335492" y="565929"/>
                  </a:lnTo>
                  <a:lnTo>
                    <a:pt x="343650" y="561798"/>
                  </a:lnTo>
                  <a:lnTo>
                    <a:pt x="352233" y="557667"/>
                  </a:lnTo>
                  <a:lnTo>
                    <a:pt x="360957" y="553536"/>
                  </a:lnTo>
                  <a:lnTo>
                    <a:pt x="369984" y="549405"/>
                  </a:lnTo>
                  <a:lnTo>
                    <a:pt x="379241" y="545275"/>
                  </a:lnTo>
                  <a:lnTo>
                    <a:pt x="388688" y="541144"/>
                  </a:lnTo>
                  <a:lnTo>
                    <a:pt x="398444" y="537013"/>
                  </a:lnTo>
                  <a:lnTo>
                    <a:pt x="408292" y="532882"/>
                  </a:lnTo>
                  <a:lnTo>
                    <a:pt x="418507" y="528751"/>
                  </a:lnTo>
                  <a:lnTo>
                    <a:pt x="428805" y="524620"/>
                  </a:lnTo>
                  <a:lnTo>
                    <a:pt x="439364" y="520489"/>
                  </a:lnTo>
                  <a:lnTo>
                    <a:pt x="450074" y="516359"/>
                  </a:lnTo>
                  <a:lnTo>
                    <a:pt x="460950" y="512228"/>
                  </a:lnTo>
                  <a:lnTo>
                    <a:pt x="472030" y="508097"/>
                  </a:lnTo>
                  <a:lnTo>
                    <a:pt x="483195" y="503966"/>
                  </a:lnTo>
                  <a:lnTo>
                    <a:pt x="494603" y="499835"/>
                  </a:lnTo>
                  <a:lnTo>
                    <a:pt x="506066" y="495704"/>
                  </a:lnTo>
                  <a:lnTo>
                    <a:pt x="517722" y="491573"/>
                  </a:lnTo>
                  <a:lnTo>
                    <a:pt x="529456" y="487442"/>
                  </a:lnTo>
                  <a:lnTo>
                    <a:pt x="541312" y="483312"/>
                  </a:lnTo>
                  <a:lnTo>
                    <a:pt x="553274" y="479181"/>
                  </a:lnTo>
                  <a:lnTo>
                    <a:pt x="565300" y="475050"/>
                  </a:lnTo>
                  <a:lnTo>
                    <a:pt x="577446" y="470919"/>
                  </a:lnTo>
                  <a:lnTo>
                    <a:pt x="589621" y="466788"/>
                  </a:lnTo>
                  <a:lnTo>
                    <a:pt x="601897" y="462657"/>
                  </a:lnTo>
                  <a:lnTo>
                    <a:pt x="614198" y="458526"/>
                  </a:lnTo>
                  <a:lnTo>
                    <a:pt x="626554" y="454395"/>
                  </a:lnTo>
                  <a:lnTo>
                    <a:pt x="638938" y="450265"/>
                  </a:lnTo>
                  <a:lnTo>
                    <a:pt x="651345" y="446134"/>
                  </a:lnTo>
                  <a:lnTo>
                    <a:pt x="663768" y="442003"/>
                  </a:lnTo>
                  <a:lnTo>
                    <a:pt x="676197" y="437872"/>
                  </a:lnTo>
                  <a:lnTo>
                    <a:pt x="688619" y="433741"/>
                  </a:lnTo>
                  <a:lnTo>
                    <a:pt x="701032" y="429610"/>
                  </a:lnTo>
                  <a:lnTo>
                    <a:pt x="713420" y="425479"/>
                  </a:lnTo>
                  <a:lnTo>
                    <a:pt x="725780" y="421348"/>
                  </a:lnTo>
                  <a:lnTo>
                    <a:pt x="738108" y="417218"/>
                  </a:lnTo>
                  <a:lnTo>
                    <a:pt x="750375" y="413087"/>
                  </a:lnTo>
                  <a:lnTo>
                    <a:pt x="762616" y="408956"/>
                  </a:lnTo>
                  <a:lnTo>
                    <a:pt x="774755" y="404825"/>
                  </a:lnTo>
                  <a:lnTo>
                    <a:pt x="786864" y="400694"/>
                  </a:lnTo>
                  <a:lnTo>
                    <a:pt x="798861" y="396563"/>
                  </a:lnTo>
                  <a:lnTo>
                    <a:pt x="810797" y="392432"/>
                  </a:lnTo>
                  <a:lnTo>
                    <a:pt x="822638" y="388301"/>
                  </a:lnTo>
                  <a:lnTo>
                    <a:pt x="834369" y="384171"/>
                  </a:lnTo>
                  <a:lnTo>
                    <a:pt x="846034" y="380040"/>
                  </a:lnTo>
                  <a:lnTo>
                    <a:pt x="857531" y="375909"/>
                  </a:lnTo>
                  <a:lnTo>
                    <a:pt x="868980" y="371778"/>
                  </a:lnTo>
                  <a:lnTo>
                    <a:pt x="880236" y="367647"/>
                  </a:lnTo>
                  <a:lnTo>
                    <a:pt x="891417" y="363516"/>
                  </a:lnTo>
                  <a:lnTo>
                    <a:pt x="902442" y="359385"/>
                  </a:lnTo>
                  <a:lnTo>
                    <a:pt x="913331" y="355254"/>
                  </a:lnTo>
                  <a:lnTo>
                    <a:pt x="924110" y="351124"/>
                  </a:lnTo>
                  <a:lnTo>
                    <a:pt x="934687" y="346993"/>
                  </a:lnTo>
                  <a:lnTo>
                    <a:pt x="945203" y="342862"/>
                  </a:lnTo>
                  <a:lnTo>
                    <a:pt x="955453" y="338731"/>
                  </a:lnTo>
                  <a:lnTo>
                    <a:pt x="965633" y="334600"/>
                  </a:lnTo>
                  <a:lnTo>
                    <a:pt x="975601" y="330469"/>
                  </a:lnTo>
                  <a:lnTo>
                    <a:pt x="985430" y="326338"/>
                  </a:lnTo>
                  <a:lnTo>
                    <a:pt x="995107" y="322208"/>
                  </a:lnTo>
                  <a:lnTo>
                    <a:pt x="1004572" y="318077"/>
                  </a:lnTo>
                  <a:lnTo>
                    <a:pt x="1013951" y="313946"/>
                  </a:lnTo>
                  <a:lnTo>
                    <a:pt x="1023043" y="309815"/>
                  </a:lnTo>
                  <a:lnTo>
                    <a:pt x="1032065" y="305684"/>
                  </a:lnTo>
                  <a:lnTo>
                    <a:pt x="1040828" y="301553"/>
                  </a:lnTo>
                  <a:lnTo>
                    <a:pt x="1049467" y="297422"/>
                  </a:lnTo>
                  <a:lnTo>
                    <a:pt x="1057917" y="293291"/>
                  </a:lnTo>
                  <a:lnTo>
                    <a:pt x="1066169" y="289161"/>
                  </a:lnTo>
                  <a:lnTo>
                    <a:pt x="1074304" y="285030"/>
                  </a:lnTo>
                  <a:lnTo>
                    <a:pt x="1082166" y="280899"/>
                  </a:lnTo>
                  <a:lnTo>
                    <a:pt x="1089955" y="276768"/>
                  </a:lnTo>
                  <a:lnTo>
                    <a:pt x="1097457" y="272637"/>
                  </a:lnTo>
                  <a:lnTo>
                    <a:pt x="1104856" y="268506"/>
                  </a:lnTo>
                  <a:lnTo>
                    <a:pt x="1112042" y="264375"/>
                  </a:lnTo>
                  <a:lnTo>
                    <a:pt x="1119055" y="260244"/>
                  </a:lnTo>
                  <a:lnTo>
                    <a:pt x="1125928" y="256114"/>
                  </a:lnTo>
                  <a:lnTo>
                    <a:pt x="1132557" y="251983"/>
                  </a:lnTo>
                  <a:lnTo>
                    <a:pt x="1139115" y="247852"/>
                  </a:lnTo>
                  <a:lnTo>
                    <a:pt x="1145372" y="243721"/>
                  </a:lnTo>
                  <a:lnTo>
                    <a:pt x="1151554" y="239590"/>
                  </a:lnTo>
                  <a:lnTo>
                    <a:pt x="1157510" y="235459"/>
                  </a:lnTo>
                  <a:lnTo>
                    <a:pt x="1163324" y="231328"/>
                  </a:lnTo>
                  <a:lnTo>
                    <a:pt x="1168985" y="227197"/>
                  </a:lnTo>
                  <a:lnTo>
                    <a:pt x="1174440" y="223067"/>
                  </a:lnTo>
                  <a:lnTo>
                    <a:pt x="1179811" y="218936"/>
                  </a:lnTo>
                  <a:lnTo>
                    <a:pt x="1184916" y="214805"/>
                  </a:lnTo>
                  <a:lnTo>
                    <a:pt x="1189958" y="210674"/>
                  </a:lnTo>
                  <a:lnTo>
                    <a:pt x="1194771" y="206543"/>
                  </a:lnTo>
                  <a:lnTo>
                    <a:pt x="1199478" y="202412"/>
                  </a:lnTo>
                  <a:lnTo>
                    <a:pt x="1204024" y="198281"/>
                  </a:lnTo>
                  <a:lnTo>
                    <a:pt x="1208407" y="194150"/>
                  </a:lnTo>
                  <a:lnTo>
                    <a:pt x="1212695" y="190020"/>
                  </a:lnTo>
                  <a:lnTo>
                    <a:pt x="1216766" y="185889"/>
                  </a:lnTo>
                  <a:lnTo>
                    <a:pt x="1220781" y="181758"/>
                  </a:lnTo>
                  <a:lnTo>
                    <a:pt x="1224577" y="177627"/>
                  </a:lnTo>
                  <a:lnTo>
                    <a:pt x="1228298" y="173496"/>
                  </a:lnTo>
                  <a:lnTo>
                    <a:pt x="1231861" y="169365"/>
                  </a:lnTo>
                  <a:lnTo>
                    <a:pt x="1235301" y="165234"/>
                  </a:lnTo>
                  <a:lnTo>
                    <a:pt x="1238642" y="161104"/>
                  </a:lnTo>
                  <a:lnTo>
                    <a:pt x="1241814" y="156973"/>
                  </a:lnTo>
                  <a:lnTo>
                    <a:pt x="1244938" y="152842"/>
                  </a:lnTo>
                  <a:lnTo>
                    <a:pt x="1247860" y="148711"/>
                  </a:lnTo>
                  <a:lnTo>
                    <a:pt x="1250734" y="144580"/>
                  </a:lnTo>
                  <a:lnTo>
                    <a:pt x="1253461" y="140449"/>
                  </a:lnTo>
                  <a:lnTo>
                    <a:pt x="1256099" y="136318"/>
                  </a:lnTo>
                  <a:lnTo>
                    <a:pt x="1258641" y="132187"/>
                  </a:lnTo>
                  <a:lnTo>
                    <a:pt x="1261057" y="128057"/>
                  </a:lnTo>
                  <a:lnTo>
                    <a:pt x="1263421" y="123926"/>
                  </a:lnTo>
                  <a:lnTo>
                    <a:pt x="1265628" y="119795"/>
                  </a:lnTo>
                  <a:lnTo>
                    <a:pt x="1267798" y="115664"/>
                  </a:lnTo>
                  <a:lnTo>
                    <a:pt x="1269836" y="111533"/>
                  </a:lnTo>
                  <a:lnTo>
                    <a:pt x="1271814" y="107402"/>
                  </a:lnTo>
                  <a:lnTo>
                    <a:pt x="1273702" y="103271"/>
                  </a:lnTo>
                  <a:lnTo>
                    <a:pt x="1275501" y="99140"/>
                  </a:lnTo>
                  <a:lnTo>
                    <a:pt x="1277247" y="95010"/>
                  </a:lnTo>
                  <a:lnTo>
                    <a:pt x="1278879" y="90879"/>
                  </a:lnTo>
                  <a:lnTo>
                    <a:pt x="1280480" y="86748"/>
                  </a:lnTo>
                  <a:lnTo>
                    <a:pt x="1281969" y="82617"/>
                  </a:lnTo>
                  <a:lnTo>
                    <a:pt x="1283418" y="78486"/>
                  </a:lnTo>
                  <a:lnTo>
                    <a:pt x="1284789" y="74355"/>
                  </a:lnTo>
                  <a:lnTo>
                    <a:pt x="1286098" y="70224"/>
                  </a:lnTo>
                  <a:lnTo>
                    <a:pt x="1287359" y="66093"/>
                  </a:lnTo>
                  <a:lnTo>
                    <a:pt x="1288539" y="61963"/>
                  </a:lnTo>
                  <a:lnTo>
                    <a:pt x="1289694" y="57832"/>
                  </a:lnTo>
                  <a:lnTo>
                    <a:pt x="1290756" y="53701"/>
                  </a:lnTo>
                  <a:lnTo>
                    <a:pt x="1291796" y="49570"/>
                  </a:lnTo>
                  <a:lnTo>
                    <a:pt x="1292768" y="45439"/>
                  </a:lnTo>
                  <a:lnTo>
                    <a:pt x="1293700" y="41308"/>
                  </a:lnTo>
                  <a:lnTo>
                    <a:pt x="1294589" y="37177"/>
                  </a:lnTo>
                  <a:lnTo>
                    <a:pt x="1295424" y="33046"/>
                  </a:lnTo>
                  <a:lnTo>
                    <a:pt x="1296236" y="28916"/>
                  </a:lnTo>
                  <a:lnTo>
                    <a:pt x="1296980" y="24785"/>
                  </a:lnTo>
                  <a:lnTo>
                    <a:pt x="1297709" y="20654"/>
                  </a:lnTo>
                  <a:lnTo>
                    <a:pt x="1298383" y="16523"/>
                  </a:lnTo>
                  <a:lnTo>
                    <a:pt x="1299033" y="12392"/>
                  </a:lnTo>
                  <a:lnTo>
                    <a:pt x="1299646" y="8261"/>
                  </a:lnTo>
                  <a:lnTo>
                    <a:pt x="1300223" y="4130"/>
                  </a:lnTo>
                  <a:lnTo>
                    <a:pt x="1300779" y="0"/>
                  </a:lnTo>
                  <a:lnTo>
                    <a:pt x="1318039" y="0"/>
                  </a:lnTo>
                  <a:lnTo>
                    <a:pt x="1318596" y="4130"/>
                  </a:lnTo>
                  <a:lnTo>
                    <a:pt x="1319173" y="8261"/>
                  </a:lnTo>
                  <a:lnTo>
                    <a:pt x="1319786" y="12392"/>
                  </a:lnTo>
                  <a:lnTo>
                    <a:pt x="1320436" y="16523"/>
                  </a:lnTo>
                  <a:lnTo>
                    <a:pt x="1321110" y="20654"/>
                  </a:lnTo>
                  <a:lnTo>
                    <a:pt x="1321839" y="24785"/>
                  </a:lnTo>
                  <a:lnTo>
                    <a:pt x="1322583" y="28916"/>
                  </a:lnTo>
                  <a:lnTo>
                    <a:pt x="1323395" y="33046"/>
                  </a:lnTo>
                  <a:lnTo>
                    <a:pt x="1324229" y="37177"/>
                  </a:lnTo>
                  <a:lnTo>
                    <a:pt x="1325119" y="41308"/>
                  </a:lnTo>
                  <a:lnTo>
                    <a:pt x="1326051" y="45439"/>
                  </a:lnTo>
                  <a:lnTo>
                    <a:pt x="1327023" y="49570"/>
                  </a:lnTo>
                  <a:lnTo>
                    <a:pt x="1328063" y="53701"/>
                  </a:lnTo>
                  <a:lnTo>
                    <a:pt x="1329124" y="57832"/>
                  </a:lnTo>
                  <a:lnTo>
                    <a:pt x="1330280" y="61963"/>
                  </a:lnTo>
                  <a:lnTo>
                    <a:pt x="1331460" y="66093"/>
                  </a:lnTo>
                  <a:lnTo>
                    <a:pt x="1332720" y="70224"/>
                  </a:lnTo>
                  <a:lnTo>
                    <a:pt x="1334030" y="74355"/>
                  </a:lnTo>
                  <a:lnTo>
                    <a:pt x="1335400" y="78486"/>
                  </a:lnTo>
                  <a:lnTo>
                    <a:pt x="1336850" y="82617"/>
                  </a:lnTo>
                  <a:lnTo>
                    <a:pt x="1338338" y="86748"/>
                  </a:lnTo>
                  <a:lnTo>
                    <a:pt x="1339940" y="90879"/>
                  </a:lnTo>
                  <a:lnTo>
                    <a:pt x="1341571" y="95010"/>
                  </a:lnTo>
                  <a:lnTo>
                    <a:pt x="1343318" y="99140"/>
                  </a:lnTo>
                  <a:lnTo>
                    <a:pt x="1345117" y="103271"/>
                  </a:lnTo>
                  <a:lnTo>
                    <a:pt x="1347005" y="107402"/>
                  </a:lnTo>
                  <a:lnTo>
                    <a:pt x="1348983" y="111533"/>
                  </a:lnTo>
                  <a:lnTo>
                    <a:pt x="1351021" y="115664"/>
                  </a:lnTo>
                  <a:lnTo>
                    <a:pt x="1353191" y="119795"/>
                  </a:lnTo>
                  <a:lnTo>
                    <a:pt x="1355398" y="123926"/>
                  </a:lnTo>
                  <a:lnTo>
                    <a:pt x="1357762" y="128057"/>
                  </a:lnTo>
                  <a:lnTo>
                    <a:pt x="1360178" y="132187"/>
                  </a:lnTo>
                  <a:lnTo>
                    <a:pt x="1362719" y="136318"/>
                  </a:lnTo>
                  <a:lnTo>
                    <a:pt x="1365358" y="140449"/>
                  </a:lnTo>
                  <a:lnTo>
                    <a:pt x="1368085" y="144580"/>
                  </a:lnTo>
                  <a:lnTo>
                    <a:pt x="1370959" y="148711"/>
                  </a:lnTo>
                  <a:lnTo>
                    <a:pt x="1373881" y="152842"/>
                  </a:lnTo>
                  <a:lnTo>
                    <a:pt x="1377004" y="156973"/>
                  </a:lnTo>
                  <a:lnTo>
                    <a:pt x="1380177" y="161104"/>
                  </a:lnTo>
                  <a:lnTo>
                    <a:pt x="1383518" y="165234"/>
                  </a:lnTo>
                  <a:lnTo>
                    <a:pt x="1386957" y="169365"/>
                  </a:lnTo>
                  <a:lnTo>
                    <a:pt x="1390521" y="173496"/>
                  </a:lnTo>
                  <a:lnTo>
                    <a:pt x="1394242" y="177627"/>
                  </a:lnTo>
                  <a:lnTo>
                    <a:pt x="1398038" y="181758"/>
                  </a:lnTo>
                  <a:lnTo>
                    <a:pt x="1402053" y="185889"/>
                  </a:lnTo>
                  <a:lnTo>
                    <a:pt x="1406124" y="190020"/>
                  </a:lnTo>
                  <a:lnTo>
                    <a:pt x="1410412" y="194150"/>
                  </a:lnTo>
                  <a:lnTo>
                    <a:pt x="1414795" y="198281"/>
                  </a:lnTo>
                  <a:lnTo>
                    <a:pt x="1419341" y="202412"/>
                  </a:lnTo>
                  <a:lnTo>
                    <a:pt x="1424048" y="206543"/>
                  </a:lnTo>
                  <a:lnTo>
                    <a:pt x="1428861" y="210674"/>
                  </a:lnTo>
                  <a:lnTo>
                    <a:pt x="1433903" y="214805"/>
                  </a:lnTo>
                  <a:lnTo>
                    <a:pt x="1439008" y="218936"/>
                  </a:lnTo>
                  <a:lnTo>
                    <a:pt x="1444379" y="223067"/>
                  </a:lnTo>
                  <a:lnTo>
                    <a:pt x="1449834" y="227197"/>
                  </a:lnTo>
                  <a:lnTo>
                    <a:pt x="1455494" y="231328"/>
                  </a:lnTo>
                  <a:lnTo>
                    <a:pt x="1461309" y="235459"/>
                  </a:lnTo>
                  <a:lnTo>
                    <a:pt x="1467264" y="239590"/>
                  </a:lnTo>
                  <a:lnTo>
                    <a:pt x="1473447" y="243721"/>
                  </a:lnTo>
                  <a:lnTo>
                    <a:pt x="1479704" y="247852"/>
                  </a:lnTo>
                  <a:lnTo>
                    <a:pt x="1486262" y="251983"/>
                  </a:lnTo>
                  <a:lnTo>
                    <a:pt x="1492891" y="256114"/>
                  </a:lnTo>
                  <a:lnTo>
                    <a:pt x="1499764" y="260244"/>
                  </a:lnTo>
                  <a:lnTo>
                    <a:pt x="1506776" y="264375"/>
                  </a:lnTo>
                  <a:lnTo>
                    <a:pt x="1513963" y="268506"/>
                  </a:lnTo>
                  <a:lnTo>
                    <a:pt x="1521362" y="272637"/>
                  </a:lnTo>
                  <a:lnTo>
                    <a:pt x="1528864" y="276768"/>
                  </a:lnTo>
                  <a:lnTo>
                    <a:pt x="1536653" y="280899"/>
                  </a:lnTo>
                  <a:lnTo>
                    <a:pt x="1544515" y="285030"/>
                  </a:lnTo>
                  <a:lnTo>
                    <a:pt x="1552650" y="289161"/>
                  </a:lnTo>
                  <a:lnTo>
                    <a:pt x="1560901" y="293291"/>
                  </a:lnTo>
                  <a:lnTo>
                    <a:pt x="1569352" y="297422"/>
                  </a:lnTo>
                  <a:lnTo>
                    <a:pt x="1577990" y="301553"/>
                  </a:lnTo>
                  <a:lnTo>
                    <a:pt x="1586754" y="305684"/>
                  </a:lnTo>
                  <a:lnTo>
                    <a:pt x="1595776" y="309815"/>
                  </a:lnTo>
                  <a:lnTo>
                    <a:pt x="1604868" y="313946"/>
                  </a:lnTo>
                  <a:lnTo>
                    <a:pt x="1614246" y="318077"/>
                  </a:lnTo>
                  <a:lnTo>
                    <a:pt x="1623712" y="322208"/>
                  </a:lnTo>
                  <a:lnTo>
                    <a:pt x="1633389" y="326338"/>
                  </a:lnTo>
                  <a:lnTo>
                    <a:pt x="1643218" y="330469"/>
                  </a:lnTo>
                  <a:lnTo>
                    <a:pt x="1653186" y="334600"/>
                  </a:lnTo>
                  <a:lnTo>
                    <a:pt x="1663366" y="338731"/>
                  </a:lnTo>
                  <a:lnTo>
                    <a:pt x="1673615" y="342862"/>
                  </a:lnTo>
                  <a:lnTo>
                    <a:pt x="1684132" y="346993"/>
                  </a:lnTo>
                  <a:lnTo>
                    <a:pt x="1694708" y="351124"/>
                  </a:lnTo>
                  <a:lnTo>
                    <a:pt x="1705488" y="355254"/>
                  </a:lnTo>
                  <a:lnTo>
                    <a:pt x="1716377" y="359385"/>
                  </a:lnTo>
                  <a:lnTo>
                    <a:pt x="1727402" y="363516"/>
                  </a:lnTo>
                  <a:lnTo>
                    <a:pt x="1738583" y="367647"/>
                  </a:lnTo>
                  <a:lnTo>
                    <a:pt x="1749838" y="371778"/>
                  </a:lnTo>
                  <a:lnTo>
                    <a:pt x="1761288" y="375909"/>
                  </a:lnTo>
                  <a:lnTo>
                    <a:pt x="1772785" y="380040"/>
                  </a:lnTo>
                  <a:lnTo>
                    <a:pt x="1784450" y="384171"/>
                  </a:lnTo>
                  <a:lnTo>
                    <a:pt x="1796181" y="388301"/>
                  </a:lnTo>
                  <a:lnTo>
                    <a:pt x="1808022" y="392432"/>
                  </a:lnTo>
                  <a:lnTo>
                    <a:pt x="1819958" y="396563"/>
                  </a:lnTo>
                  <a:lnTo>
                    <a:pt x="1831955" y="400694"/>
                  </a:lnTo>
                  <a:lnTo>
                    <a:pt x="1844064" y="404825"/>
                  </a:lnTo>
                  <a:lnTo>
                    <a:pt x="1856202" y="408956"/>
                  </a:lnTo>
                  <a:lnTo>
                    <a:pt x="1868444" y="413087"/>
                  </a:lnTo>
                  <a:lnTo>
                    <a:pt x="1880711" y="417218"/>
                  </a:lnTo>
                  <a:lnTo>
                    <a:pt x="1893039" y="421348"/>
                  </a:lnTo>
                  <a:lnTo>
                    <a:pt x="1905398" y="425479"/>
                  </a:lnTo>
                  <a:lnTo>
                    <a:pt x="1917786" y="429610"/>
                  </a:lnTo>
                  <a:lnTo>
                    <a:pt x="1930200" y="433741"/>
                  </a:lnTo>
                  <a:lnTo>
                    <a:pt x="1942622" y="437872"/>
                  </a:lnTo>
                  <a:lnTo>
                    <a:pt x="1955051" y="442003"/>
                  </a:lnTo>
                  <a:lnTo>
                    <a:pt x="1967474" y="446134"/>
                  </a:lnTo>
                  <a:lnTo>
                    <a:pt x="1979881" y="450265"/>
                  </a:lnTo>
                  <a:lnTo>
                    <a:pt x="1992265" y="454395"/>
                  </a:lnTo>
                  <a:lnTo>
                    <a:pt x="2004620" y="458526"/>
                  </a:lnTo>
                  <a:lnTo>
                    <a:pt x="2016922" y="462657"/>
                  </a:lnTo>
                  <a:lnTo>
                    <a:pt x="2029197" y="466788"/>
                  </a:lnTo>
                  <a:lnTo>
                    <a:pt x="2041373" y="470919"/>
                  </a:lnTo>
                  <a:lnTo>
                    <a:pt x="2053519" y="475050"/>
                  </a:lnTo>
                  <a:lnTo>
                    <a:pt x="2065545" y="479181"/>
                  </a:lnTo>
                  <a:lnTo>
                    <a:pt x="2077507" y="483312"/>
                  </a:lnTo>
                  <a:lnTo>
                    <a:pt x="2089363" y="487442"/>
                  </a:lnTo>
                  <a:lnTo>
                    <a:pt x="2101097" y="491573"/>
                  </a:lnTo>
                  <a:lnTo>
                    <a:pt x="2112752" y="495704"/>
                  </a:lnTo>
                  <a:lnTo>
                    <a:pt x="2124216" y="499835"/>
                  </a:lnTo>
                  <a:lnTo>
                    <a:pt x="2135624" y="503966"/>
                  </a:lnTo>
                  <a:lnTo>
                    <a:pt x="2146789" y="508097"/>
                  </a:lnTo>
                  <a:lnTo>
                    <a:pt x="2157869" y="512228"/>
                  </a:lnTo>
                  <a:lnTo>
                    <a:pt x="2168745" y="516359"/>
                  </a:lnTo>
                  <a:lnTo>
                    <a:pt x="2179455" y="520489"/>
                  </a:lnTo>
                  <a:lnTo>
                    <a:pt x="2190014" y="524620"/>
                  </a:lnTo>
                  <a:lnTo>
                    <a:pt x="2200312" y="528751"/>
                  </a:lnTo>
                  <a:lnTo>
                    <a:pt x="2210527" y="532882"/>
                  </a:lnTo>
                  <a:lnTo>
                    <a:pt x="2220374" y="537013"/>
                  </a:lnTo>
                  <a:lnTo>
                    <a:pt x="2230131" y="541144"/>
                  </a:lnTo>
                  <a:lnTo>
                    <a:pt x="2239578" y="545275"/>
                  </a:lnTo>
                  <a:lnTo>
                    <a:pt x="2248835" y="549405"/>
                  </a:lnTo>
                  <a:lnTo>
                    <a:pt x="2257862" y="553536"/>
                  </a:lnTo>
                  <a:lnTo>
                    <a:pt x="2266585" y="557667"/>
                  </a:lnTo>
                  <a:lnTo>
                    <a:pt x="2275168" y="561798"/>
                  </a:lnTo>
                  <a:lnTo>
                    <a:pt x="2283327" y="565929"/>
                  </a:lnTo>
                  <a:lnTo>
                    <a:pt x="2291376" y="570060"/>
                  </a:lnTo>
                  <a:lnTo>
                    <a:pt x="2299010" y="574191"/>
                  </a:lnTo>
                  <a:lnTo>
                    <a:pt x="2306457" y="578322"/>
                  </a:lnTo>
                  <a:lnTo>
                    <a:pt x="2313589" y="582452"/>
                  </a:lnTo>
                  <a:lnTo>
                    <a:pt x="2320408" y="586583"/>
                  </a:lnTo>
                  <a:lnTo>
                    <a:pt x="2327023" y="590714"/>
                  </a:lnTo>
                  <a:lnTo>
                    <a:pt x="2333194" y="594845"/>
                  </a:lnTo>
                  <a:lnTo>
                    <a:pt x="2339241" y="598976"/>
                  </a:lnTo>
                  <a:lnTo>
                    <a:pt x="2344781" y="603107"/>
                  </a:lnTo>
                  <a:lnTo>
                    <a:pt x="2350157" y="607238"/>
                  </a:lnTo>
                  <a:lnTo>
                    <a:pt x="2355145" y="611369"/>
                  </a:lnTo>
                  <a:lnTo>
                    <a:pt x="2359836" y="615499"/>
                  </a:lnTo>
                  <a:lnTo>
                    <a:pt x="2364264" y="619630"/>
                  </a:lnTo>
                  <a:lnTo>
                    <a:pt x="2368261" y="623761"/>
                  </a:lnTo>
                  <a:lnTo>
                    <a:pt x="2372123" y="627892"/>
                  </a:lnTo>
                  <a:lnTo>
                    <a:pt x="2375422" y="632023"/>
                  </a:lnTo>
                  <a:lnTo>
                    <a:pt x="2378589" y="636154"/>
                  </a:lnTo>
                  <a:lnTo>
                    <a:pt x="2381314" y="640285"/>
                  </a:lnTo>
                  <a:lnTo>
                    <a:pt x="2383782" y="644416"/>
                  </a:lnTo>
                  <a:lnTo>
                    <a:pt x="2385758" y="648201"/>
                  </a:lnTo>
                  <a:lnTo>
                    <a:pt x="2385939" y="648546"/>
                  </a:lnTo>
                  <a:lnTo>
                    <a:pt x="2387711" y="652677"/>
                  </a:lnTo>
                  <a:lnTo>
                    <a:pt x="2389304" y="656808"/>
                  </a:lnTo>
                  <a:lnTo>
                    <a:pt x="2390388" y="660939"/>
                  </a:lnTo>
                  <a:lnTo>
                    <a:pt x="2391344" y="665070"/>
                  </a:lnTo>
                  <a:lnTo>
                    <a:pt x="2391832" y="669201"/>
                  </a:lnTo>
                  <a:lnTo>
                    <a:pt x="2392116" y="673332"/>
                  </a:lnTo>
                  <a:lnTo>
                    <a:pt x="2392065" y="677463"/>
                  </a:lnTo>
                  <a:lnTo>
                    <a:pt x="2391694" y="681593"/>
                  </a:lnTo>
                  <a:lnTo>
                    <a:pt x="2391116" y="685724"/>
                  </a:lnTo>
                  <a:lnTo>
                    <a:pt x="2390110" y="689855"/>
                  </a:lnTo>
                  <a:lnTo>
                    <a:pt x="2388987" y="693986"/>
                  </a:lnTo>
                  <a:lnTo>
                    <a:pt x="2387404" y="698117"/>
                  </a:lnTo>
                  <a:lnTo>
                    <a:pt x="2385678" y="702248"/>
                  </a:lnTo>
                  <a:lnTo>
                    <a:pt x="2383618" y="706379"/>
                  </a:lnTo>
                  <a:lnTo>
                    <a:pt x="2381317" y="710509"/>
                  </a:lnTo>
                  <a:lnTo>
                    <a:pt x="2378801" y="714640"/>
                  </a:lnTo>
                  <a:lnTo>
                    <a:pt x="2375955" y="718771"/>
                  </a:lnTo>
                  <a:lnTo>
                    <a:pt x="2373005" y="722902"/>
                  </a:lnTo>
                  <a:lnTo>
                    <a:pt x="2369647" y="727033"/>
                  </a:lnTo>
                  <a:lnTo>
                    <a:pt x="2366200" y="731164"/>
                  </a:lnTo>
                  <a:lnTo>
                    <a:pt x="2362454" y="735295"/>
                  </a:lnTo>
                  <a:lnTo>
                    <a:pt x="2358544" y="739426"/>
                  </a:lnTo>
                  <a:lnTo>
                    <a:pt x="2354438" y="743556"/>
                  </a:lnTo>
                  <a:lnTo>
                    <a:pt x="2350103" y="747687"/>
                  </a:lnTo>
                  <a:lnTo>
                    <a:pt x="2345664" y="751818"/>
                  </a:lnTo>
                  <a:lnTo>
                    <a:pt x="2340946" y="755949"/>
                  </a:lnTo>
                  <a:lnTo>
                    <a:pt x="2336162" y="760080"/>
                  </a:lnTo>
                  <a:lnTo>
                    <a:pt x="2331144" y="764211"/>
                  </a:lnTo>
                  <a:lnTo>
                    <a:pt x="2326032" y="768342"/>
                  </a:lnTo>
                  <a:lnTo>
                    <a:pt x="2320768" y="772473"/>
                  </a:lnTo>
                  <a:lnTo>
                    <a:pt x="2315373" y="776603"/>
                  </a:lnTo>
                  <a:lnTo>
                    <a:pt x="2309894" y="780734"/>
                  </a:lnTo>
                  <a:lnTo>
                    <a:pt x="2304261" y="784865"/>
                  </a:lnTo>
                  <a:lnTo>
                    <a:pt x="2298587" y="788996"/>
                  </a:lnTo>
                  <a:lnTo>
                    <a:pt x="2292771" y="793127"/>
                  </a:lnTo>
                  <a:lnTo>
                    <a:pt x="2286919" y="797258"/>
                  </a:lnTo>
                  <a:lnTo>
                    <a:pt x="2280982" y="801389"/>
                  </a:lnTo>
                  <a:lnTo>
                    <a:pt x="2274997" y="805520"/>
                  </a:lnTo>
                  <a:lnTo>
                    <a:pt x="2268971" y="809650"/>
                  </a:lnTo>
                  <a:lnTo>
                    <a:pt x="2262900" y="813781"/>
                  </a:lnTo>
                  <a:lnTo>
                    <a:pt x="2256815" y="817912"/>
                  </a:lnTo>
                  <a:lnTo>
                    <a:pt x="2250704" y="822043"/>
                  </a:lnTo>
                  <a:lnTo>
                    <a:pt x="2244593" y="826174"/>
                  </a:lnTo>
                  <a:lnTo>
                    <a:pt x="2238486" y="830305"/>
                  </a:lnTo>
                  <a:lnTo>
                    <a:pt x="2232394" y="834436"/>
                  </a:lnTo>
                  <a:lnTo>
                    <a:pt x="2226321" y="838567"/>
                  </a:lnTo>
                  <a:lnTo>
                    <a:pt x="2220293" y="842697"/>
                  </a:lnTo>
                  <a:lnTo>
                    <a:pt x="2214285" y="846828"/>
                  </a:lnTo>
                  <a:lnTo>
                    <a:pt x="2208364" y="850959"/>
                  </a:lnTo>
                  <a:lnTo>
                    <a:pt x="2202469" y="855090"/>
                  </a:lnTo>
                  <a:lnTo>
                    <a:pt x="2196679" y="859221"/>
                  </a:lnTo>
                  <a:lnTo>
                    <a:pt x="2190946" y="863352"/>
                  </a:lnTo>
                  <a:lnTo>
                    <a:pt x="2185307" y="867483"/>
                  </a:lnTo>
                  <a:lnTo>
                    <a:pt x="2179777" y="871614"/>
                  </a:lnTo>
                  <a:lnTo>
                    <a:pt x="2174316" y="875744"/>
                  </a:lnTo>
                  <a:lnTo>
                    <a:pt x="2169027" y="879875"/>
                  </a:lnTo>
                  <a:lnTo>
                    <a:pt x="2163788" y="884006"/>
                  </a:lnTo>
                  <a:lnTo>
                    <a:pt x="2158761" y="888137"/>
                  </a:lnTo>
                  <a:lnTo>
                    <a:pt x="2153812" y="892268"/>
                  </a:lnTo>
                  <a:lnTo>
                    <a:pt x="2149039" y="896399"/>
                  </a:lnTo>
                  <a:lnTo>
                    <a:pt x="2144415" y="900530"/>
                  </a:lnTo>
                  <a:lnTo>
                    <a:pt x="2139919" y="904660"/>
                  </a:lnTo>
                  <a:lnTo>
                    <a:pt x="2135652" y="908791"/>
                  </a:lnTo>
                  <a:lnTo>
                    <a:pt x="2131455" y="912922"/>
                  </a:lnTo>
                  <a:lnTo>
                    <a:pt x="2127576" y="917053"/>
                  </a:lnTo>
                  <a:lnTo>
                    <a:pt x="2123775" y="921184"/>
                  </a:lnTo>
                  <a:lnTo>
                    <a:pt x="2120235" y="925315"/>
                  </a:lnTo>
                  <a:lnTo>
                    <a:pt x="2116859" y="929446"/>
                  </a:lnTo>
                  <a:lnTo>
                    <a:pt x="2113676" y="933577"/>
                  </a:lnTo>
                  <a:lnTo>
                    <a:pt x="2110750" y="937707"/>
                  </a:lnTo>
                  <a:lnTo>
                    <a:pt x="2107940" y="941838"/>
                  </a:lnTo>
                  <a:lnTo>
                    <a:pt x="2105488" y="945969"/>
                  </a:lnTo>
                  <a:lnTo>
                    <a:pt x="2103127" y="950100"/>
                  </a:lnTo>
                  <a:lnTo>
                    <a:pt x="2101108" y="954231"/>
                  </a:lnTo>
                  <a:lnTo>
                    <a:pt x="2099247" y="958362"/>
                  </a:lnTo>
                  <a:lnTo>
                    <a:pt x="2097642" y="962493"/>
                  </a:lnTo>
                  <a:lnTo>
                    <a:pt x="2096298" y="966624"/>
                  </a:lnTo>
                  <a:lnTo>
                    <a:pt x="2095119" y="970754"/>
                  </a:lnTo>
                  <a:lnTo>
                    <a:pt x="2094307" y="974885"/>
                  </a:lnTo>
                  <a:lnTo>
                    <a:pt x="2093596" y="979016"/>
                  </a:lnTo>
                  <a:lnTo>
                    <a:pt x="2093295" y="983147"/>
                  </a:lnTo>
                  <a:lnTo>
                    <a:pt x="2093132" y="987278"/>
                  </a:lnTo>
                  <a:lnTo>
                    <a:pt x="2093280" y="991409"/>
                  </a:lnTo>
                  <a:lnTo>
                    <a:pt x="2093673" y="995540"/>
                  </a:lnTo>
                  <a:lnTo>
                    <a:pt x="2094276" y="999671"/>
                  </a:lnTo>
                  <a:lnTo>
                    <a:pt x="2095231" y="1003801"/>
                  </a:lnTo>
                  <a:lnTo>
                    <a:pt x="2096292" y="1007932"/>
                  </a:lnTo>
                  <a:lnTo>
                    <a:pt x="2097812" y="1012063"/>
                  </a:lnTo>
                  <a:lnTo>
                    <a:pt x="2099439" y="1016194"/>
                  </a:lnTo>
                  <a:lnTo>
                    <a:pt x="2101420" y="1020325"/>
                  </a:lnTo>
                  <a:lnTo>
                    <a:pt x="2103612" y="1024456"/>
                  </a:lnTo>
                  <a:lnTo>
                    <a:pt x="2106052" y="1028587"/>
                  </a:lnTo>
                  <a:lnTo>
                    <a:pt x="2108807" y="1032718"/>
                  </a:lnTo>
                  <a:lnTo>
                    <a:pt x="2111703" y="1036848"/>
                  </a:lnTo>
                  <a:lnTo>
                    <a:pt x="2115015" y="1040979"/>
                  </a:lnTo>
                  <a:lnTo>
                    <a:pt x="2118431" y="1045110"/>
                  </a:lnTo>
                  <a:lnTo>
                    <a:pt x="2122223" y="1049241"/>
                  </a:lnTo>
                  <a:lnTo>
                    <a:pt x="2126184" y="1053372"/>
                  </a:lnTo>
                  <a:lnTo>
                    <a:pt x="2130414" y="1057503"/>
                  </a:lnTo>
                  <a:lnTo>
                    <a:pt x="2134908" y="1061634"/>
                  </a:lnTo>
                  <a:lnTo>
                    <a:pt x="2139567" y="1065764"/>
                  </a:lnTo>
                  <a:lnTo>
                    <a:pt x="2144579" y="1069895"/>
                  </a:lnTo>
                  <a:lnTo>
                    <a:pt x="2149687" y="1074026"/>
                  </a:lnTo>
                  <a:lnTo>
                    <a:pt x="2155168" y="1078157"/>
                  </a:lnTo>
                  <a:lnTo>
                    <a:pt x="2160770" y="1082288"/>
                  </a:lnTo>
                  <a:lnTo>
                    <a:pt x="2166643" y="1086419"/>
                  </a:lnTo>
                  <a:lnTo>
                    <a:pt x="2172717" y="1090550"/>
                  </a:lnTo>
                  <a:lnTo>
                    <a:pt x="2178965" y="1094681"/>
                  </a:lnTo>
                  <a:lnTo>
                    <a:pt x="2185489" y="1098811"/>
                  </a:lnTo>
                  <a:lnTo>
                    <a:pt x="2192095" y="1102942"/>
                  </a:lnTo>
                  <a:lnTo>
                    <a:pt x="2199040" y="1107073"/>
                  </a:lnTo>
                  <a:lnTo>
                    <a:pt x="2206059" y="1111204"/>
                  </a:lnTo>
                  <a:lnTo>
                    <a:pt x="2213324" y="1115335"/>
                  </a:lnTo>
                  <a:lnTo>
                    <a:pt x="2220726" y="1119466"/>
                  </a:lnTo>
                  <a:lnTo>
                    <a:pt x="2228287" y="1123597"/>
                  </a:lnTo>
                  <a:lnTo>
                    <a:pt x="2236039" y="1127728"/>
                  </a:lnTo>
                  <a:lnTo>
                    <a:pt x="2243875" y="1131858"/>
                  </a:lnTo>
                  <a:lnTo>
                    <a:pt x="2251942" y="1135989"/>
                  </a:lnTo>
                  <a:lnTo>
                    <a:pt x="2260062" y="1140120"/>
                  </a:lnTo>
                  <a:lnTo>
                    <a:pt x="2268370" y="1144251"/>
                  </a:lnTo>
                  <a:lnTo>
                    <a:pt x="2276755" y="1148382"/>
                  </a:lnTo>
                  <a:lnTo>
                    <a:pt x="2283737" y="1151773"/>
                  </a:lnTo>
                  <a:lnTo>
                    <a:pt x="2285260" y="1152513"/>
                  </a:lnTo>
                  <a:lnTo>
                    <a:pt x="2293869" y="1156644"/>
                  </a:lnTo>
                  <a:lnTo>
                    <a:pt x="2302542" y="1160775"/>
                  </a:lnTo>
                  <a:lnTo>
                    <a:pt x="2311332" y="1164905"/>
                  </a:lnTo>
                  <a:lnTo>
                    <a:pt x="2320152" y="1169036"/>
                  </a:lnTo>
                  <a:lnTo>
                    <a:pt x="2329070" y="1173167"/>
                  </a:lnTo>
                  <a:lnTo>
                    <a:pt x="2338012" y="1177298"/>
                  </a:lnTo>
                  <a:lnTo>
                    <a:pt x="2347007" y="1181429"/>
                  </a:lnTo>
                  <a:lnTo>
                    <a:pt x="2356025" y="1185560"/>
                  </a:lnTo>
                  <a:lnTo>
                    <a:pt x="2365063" y="1189691"/>
                  </a:lnTo>
                  <a:lnTo>
                    <a:pt x="2374108" y="1193822"/>
                  </a:lnTo>
                  <a:lnTo>
                    <a:pt x="2383156" y="1197952"/>
                  </a:lnTo>
                  <a:lnTo>
                    <a:pt x="2392180" y="1202083"/>
                  </a:lnTo>
                  <a:lnTo>
                    <a:pt x="2401190" y="1206214"/>
                  </a:lnTo>
                  <a:lnTo>
                    <a:pt x="2410155" y="1210345"/>
                  </a:lnTo>
                  <a:lnTo>
                    <a:pt x="2419077" y="1214476"/>
                  </a:lnTo>
                  <a:lnTo>
                    <a:pt x="2427949" y="1218607"/>
                  </a:lnTo>
                  <a:lnTo>
                    <a:pt x="2436732" y="1222738"/>
                  </a:lnTo>
                  <a:lnTo>
                    <a:pt x="2445475" y="1226869"/>
                  </a:lnTo>
                  <a:lnTo>
                    <a:pt x="2454067" y="1230999"/>
                  </a:lnTo>
                  <a:lnTo>
                    <a:pt x="2462615" y="1235130"/>
                  </a:lnTo>
                  <a:lnTo>
                    <a:pt x="2470995" y="1239261"/>
                  </a:lnTo>
                  <a:lnTo>
                    <a:pt x="2479284" y="1243392"/>
                  </a:lnTo>
                  <a:lnTo>
                    <a:pt x="2487429" y="1247523"/>
                  </a:lnTo>
                  <a:lnTo>
                    <a:pt x="2495408" y="1251654"/>
                  </a:lnTo>
                  <a:lnTo>
                    <a:pt x="2503284" y="1255785"/>
                  </a:lnTo>
                  <a:lnTo>
                    <a:pt x="2510901" y="1259915"/>
                  </a:lnTo>
                  <a:lnTo>
                    <a:pt x="2518446" y="1264046"/>
                  </a:lnTo>
                  <a:lnTo>
                    <a:pt x="2525680" y="1268177"/>
                  </a:lnTo>
                  <a:lnTo>
                    <a:pt x="2532798" y="1272308"/>
                  </a:lnTo>
                  <a:lnTo>
                    <a:pt x="2539662" y="1276439"/>
                  </a:lnTo>
                  <a:lnTo>
                    <a:pt x="2546306" y="1280570"/>
                  </a:lnTo>
                  <a:lnTo>
                    <a:pt x="2552766" y="1284701"/>
                  </a:lnTo>
                  <a:lnTo>
                    <a:pt x="2558890" y="1288832"/>
                  </a:lnTo>
                  <a:lnTo>
                    <a:pt x="2564913" y="1292962"/>
                  </a:lnTo>
                  <a:lnTo>
                    <a:pt x="2570474" y="1297093"/>
                  </a:lnTo>
                  <a:lnTo>
                    <a:pt x="2575919" y="1301224"/>
                  </a:lnTo>
                  <a:lnTo>
                    <a:pt x="2580987" y="1305355"/>
                  </a:lnTo>
                  <a:lnTo>
                    <a:pt x="2585813" y="1309486"/>
                  </a:lnTo>
                  <a:lnTo>
                    <a:pt x="2590361" y="1313617"/>
                  </a:lnTo>
                  <a:lnTo>
                    <a:pt x="2594529" y="1317748"/>
                  </a:lnTo>
                  <a:lnTo>
                    <a:pt x="2598532" y="1321879"/>
                  </a:lnTo>
                  <a:lnTo>
                    <a:pt x="2602006" y="1326009"/>
                  </a:lnTo>
                  <a:lnTo>
                    <a:pt x="2605345" y="1330140"/>
                  </a:lnTo>
                  <a:lnTo>
                    <a:pt x="2608188" y="1334271"/>
                  </a:lnTo>
                  <a:lnTo>
                    <a:pt x="2610792" y="1338402"/>
                  </a:lnTo>
                  <a:lnTo>
                    <a:pt x="2613023" y="1342533"/>
                  </a:lnTo>
                  <a:lnTo>
                    <a:pt x="2614865" y="1346664"/>
                  </a:lnTo>
                  <a:lnTo>
                    <a:pt x="2616468" y="1350795"/>
                  </a:lnTo>
                  <a:lnTo>
                    <a:pt x="2617522" y="1354926"/>
                  </a:lnTo>
                  <a:lnTo>
                    <a:pt x="2618426" y="1359056"/>
                  </a:lnTo>
                  <a:lnTo>
                    <a:pt x="2618728" y="1363187"/>
                  </a:lnTo>
                  <a:lnTo>
                    <a:pt x="2618819" y="1367318"/>
                  </a:lnTo>
                  <a:lnTo>
                    <a:pt x="2618453" y="1371449"/>
                  </a:lnTo>
                  <a:lnTo>
                    <a:pt x="2618193" y="1372907"/>
                  </a:lnTo>
                  <a:lnTo>
                    <a:pt x="2617717" y="1375580"/>
                  </a:lnTo>
                  <a:lnTo>
                    <a:pt x="2616674" y="1379711"/>
                  </a:lnTo>
                  <a:lnTo>
                    <a:pt x="2615100" y="1383842"/>
                  </a:lnTo>
                  <a:lnTo>
                    <a:pt x="2613369" y="1387973"/>
                  </a:lnTo>
                  <a:lnTo>
                    <a:pt x="2610957" y="1392103"/>
                  </a:lnTo>
                  <a:lnTo>
                    <a:pt x="2608380" y="1396234"/>
                  </a:lnTo>
                  <a:lnTo>
                    <a:pt x="2605280" y="1400365"/>
                  </a:lnTo>
                  <a:lnTo>
                    <a:pt x="2601858" y="1404496"/>
                  </a:lnTo>
                  <a:lnTo>
                    <a:pt x="2598072" y="1408627"/>
                  </a:lnTo>
                  <a:lnTo>
                    <a:pt x="2593809" y="1412758"/>
                  </a:lnTo>
                  <a:lnTo>
                    <a:pt x="2589340" y="1416889"/>
                  </a:lnTo>
                  <a:lnTo>
                    <a:pt x="2584243" y="1421019"/>
                  </a:lnTo>
                  <a:lnTo>
                    <a:pt x="2578991" y="1425150"/>
                  </a:lnTo>
                  <a:lnTo>
                    <a:pt x="2573179" y="1429281"/>
                  </a:lnTo>
                  <a:lnTo>
                    <a:pt x="2567111" y="1433412"/>
                  </a:lnTo>
                  <a:lnTo>
                    <a:pt x="2560644" y="1437543"/>
                  </a:lnTo>
                  <a:lnTo>
                    <a:pt x="2553776" y="1441674"/>
                  </a:lnTo>
                  <a:lnTo>
                    <a:pt x="2546667" y="1445805"/>
                  </a:lnTo>
                  <a:lnTo>
                    <a:pt x="2539022" y="1449936"/>
                  </a:lnTo>
                  <a:lnTo>
                    <a:pt x="2531234" y="1454066"/>
                  </a:lnTo>
                  <a:lnTo>
                    <a:pt x="2522889" y="1458197"/>
                  </a:lnTo>
                  <a:lnTo>
                    <a:pt x="2514358" y="1462328"/>
                  </a:lnTo>
                  <a:lnTo>
                    <a:pt x="2505424" y="1466459"/>
                  </a:lnTo>
                  <a:lnTo>
                    <a:pt x="2496180" y="1470590"/>
                  </a:lnTo>
                  <a:lnTo>
                    <a:pt x="2486679" y="1474721"/>
                  </a:lnTo>
                  <a:lnTo>
                    <a:pt x="2476755" y="1478852"/>
                  </a:lnTo>
                  <a:lnTo>
                    <a:pt x="2466707" y="1482983"/>
                  </a:lnTo>
                  <a:lnTo>
                    <a:pt x="2456144" y="1487113"/>
                  </a:lnTo>
                  <a:lnTo>
                    <a:pt x="2445464" y="1491244"/>
                  </a:lnTo>
                  <a:lnTo>
                    <a:pt x="2434411" y="1495375"/>
                  </a:lnTo>
                  <a:lnTo>
                    <a:pt x="2423139" y="1499506"/>
                  </a:lnTo>
                  <a:lnTo>
                    <a:pt x="2411623" y="1503637"/>
                  </a:lnTo>
                  <a:lnTo>
                    <a:pt x="2399803" y="1507768"/>
                  </a:lnTo>
                  <a:lnTo>
                    <a:pt x="2387853" y="1511899"/>
                  </a:lnTo>
                  <a:lnTo>
                    <a:pt x="2375528" y="1516030"/>
                  </a:lnTo>
                  <a:lnTo>
                    <a:pt x="2363115" y="1520160"/>
                  </a:lnTo>
                  <a:lnTo>
                    <a:pt x="2350392" y="1524291"/>
                  </a:lnTo>
                  <a:lnTo>
                    <a:pt x="2337535" y="1528422"/>
                  </a:lnTo>
                  <a:lnTo>
                    <a:pt x="2324473" y="1532553"/>
                  </a:lnTo>
                  <a:lnTo>
                    <a:pt x="2311220" y="1536684"/>
                  </a:lnTo>
                  <a:lnTo>
                    <a:pt x="2297852" y="1540815"/>
                  </a:lnTo>
                  <a:lnTo>
                    <a:pt x="2284252" y="1544946"/>
                  </a:lnTo>
                  <a:lnTo>
                    <a:pt x="2270591" y="1549077"/>
                  </a:lnTo>
                  <a:lnTo>
                    <a:pt x="2256713" y="1553207"/>
                  </a:lnTo>
                  <a:lnTo>
                    <a:pt x="2242770" y="1557338"/>
                  </a:lnTo>
                  <a:lnTo>
                    <a:pt x="2228687" y="1561469"/>
                  </a:lnTo>
                  <a:lnTo>
                    <a:pt x="2214510" y="1565600"/>
                  </a:lnTo>
                  <a:lnTo>
                    <a:pt x="2200257" y="1569731"/>
                  </a:lnTo>
                  <a:lnTo>
                    <a:pt x="2185896" y="1573862"/>
                  </a:lnTo>
                  <a:lnTo>
                    <a:pt x="2171505" y="1577993"/>
                  </a:lnTo>
                  <a:lnTo>
                    <a:pt x="2157010" y="1582123"/>
                  </a:lnTo>
                  <a:lnTo>
                    <a:pt x="2142499" y="1586254"/>
                  </a:lnTo>
                  <a:lnTo>
                    <a:pt x="2127934" y="1590385"/>
                  </a:lnTo>
                  <a:lnTo>
                    <a:pt x="2113351" y="1594516"/>
                  </a:lnTo>
                  <a:lnTo>
                    <a:pt x="2098748" y="1598647"/>
                  </a:lnTo>
                  <a:lnTo>
                    <a:pt x="2084140" y="1602778"/>
                  </a:lnTo>
                  <a:lnTo>
                    <a:pt x="2069530" y="1606909"/>
                  </a:lnTo>
                  <a:lnTo>
                    <a:pt x="2054943" y="1611040"/>
                  </a:lnTo>
                  <a:lnTo>
                    <a:pt x="2040365" y="1615170"/>
                  </a:lnTo>
                  <a:lnTo>
                    <a:pt x="2025833" y="1619301"/>
                  </a:lnTo>
                  <a:lnTo>
                    <a:pt x="2011333" y="1623432"/>
                  </a:lnTo>
                  <a:lnTo>
                    <a:pt x="1996883" y="1627563"/>
                  </a:lnTo>
                  <a:lnTo>
                    <a:pt x="1982502" y="1631694"/>
                  </a:lnTo>
                  <a:lnTo>
                    <a:pt x="1968162" y="1635825"/>
                  </a:lnTo>
                  <a:lnTo>
                    <a:pt x="1953939" y="1639956"/>
                  </a:lnTo>
                  <a:lnTo>
                    <a:pt x="1939750" y="1644087"/>
                  </a:lnTo>
                  <a:lnTo>
                    <a:pt x="1925708" y="1648217"/>
                  </a:lnTo>
                  <a:lnTo>
                    <a:pt x="1911724" y="1652348"/>
                  </a:lnTo>
                  <a:lnTo>
                    <a:pt x="1897867" y="1656479"/>
                  </a:lnTo>
                  <a:lnTo>
                    <a:pt x="1884123" y="1660610"/>
                  </a:lnTo>
                  <a:lnTo>
                    <a:pt x="1870472" y="1664741"/>
                  </a:lnTo>
                  <a:lnTo>
                    <a:pt x="1857000" y="1668872"/>
                  </a:lnTo>
                  <a:lnTo>
                    <a:pt x="1843580" y="1673003"/>
                  </a:lnTo>
                  <a:lnTo>
                    <a:pt x="1830404" y="1677134"/>
                  </a:lnTo>
                  <a:lnTo>
                    <a:pt x="1817292" y="1681264"/>
                  </a:lnTo>
                  <a:lnTo>
                    <a:pt x="1804380" y="1685395"/>
                  </a:lnTo>
                  <a:lnTo>
                    <a:pt x="1791601" y="1689526"/>
                  </a:lnTo>
                  <a:lnTo>
                    <a:pt x="1778970" y="1693657"/>
                  </a:lnTo>
                  <a:lnTo>
                    <a:pt x="1766547" y="1697788"/>
                  </a:lnTo>
                  <a:lnTo>
                    <a:pt x="1754210" y="1701919"/>
                  </a:lnTo>
                  <a:lnTo>
                    <a:pt x="1742162" y="1706050"/>
                  </a:lnTo>
                  <a:lnTo>
                    <a:pt x="1730187" y="1710181"/>
                  </a:lnTo>
                  <a:lnTo>
                    <a:pt x="1718477" y="1714311"/>
                  </a:lnTo>
                  <a:lnTo>
                    <a:pt x="1706899" y="1718442"/>
                  </a:lnTo>
                  <a:lnTo>
                    <a:pt x="1695518" y="1722573"/>
                  </a:lnTo>
                  <a:lnTo>
                    <a:pt x="1684350" y="1726704"/>
                  </a:lnTo>
                  <a:lnTo>
                    <a:pt x="1673307" y="1730835"/>
                  </a:lnTo>
                  <a:lnTo>
                    <a:pt x="1662559" y="1734966"/>
                  </a:lnTo>
                  <a:lnTo>
                    <a:pt x="1651892" y="1739097"/>
                  </a:lnTo>
                  <a:lnTo>
                    <a:pt x="1641542" y="1743228"/>
                  </a:lnTo>
                  <a:lnTo>
                    <a:pt x="1631306" y="1747358"/>
                  </a:lnTo>
                  <a:lnTo>
                    <a:pt x="1621310" y="1751489"/>
                  </a:lnTo>
                  <a:lnTo>
                    <a:pt x="1611510" y="1755620"/>
                  </a:lnTo>
                  <a:lnTo>
                    <a:pt x="1601870" y="1759751"/>
                  </a:lnTo>
                  <a:lnTo>
                    <a:pt x="1592510" y="1763882"/>
                  </a:lnTo>
                  <a:lnTo>
                    <a:pt x="1583232" y="1768013"/>
                  </a:lnTo>
                  <a:lnTo>
                    <a:pt x="1574307" y="1772144"/>
                  </a:lnTo>
                  <a:lnTo>
                    <a:pt x="1565470" y="1776274"/>
                  </a:lnTo>
                  <a:lnTo>
                    <a:pt x="1556902" y="1780405"/>
                  </a:lnTo>
                  <a:lnTo>
                    <a:pt x="1548502" y="1784536"/>
                  </a:lnTo>
                  <a:lnTo>
                    <a:pt x="1540289" y="1788667"/>
                  </a:lnTo>
                  <a:lnTo>
                    <a:pt x="1532323" y="1792798"/>
                  </a:lnTo>
                  <a:lnTo>
                    <a:pt x="1524461" y="1796929"/>
                  </a:lnTo>
                  <a:lnTo>
                    <a:pt x="1516925" y="1801060"/>
                  </a:lnTo>
                  <a:lnTo>
                    <a:pt x="1509468" y="1805191"/>
                  </a:lnTo>
                  <a:lnTo>
                    <a:pt x="1502296" y="1809321"/>
                  </a:lnTo>
                  <a:lnTo>
                    <a:pt x="1495258" y="1813452"/>
                  </a:lnTo>
                  <a:lnTo>
                    <a:pt x="1488423" y="1817583"/>
                  </a:lnTo>
                  <a:lnTo>
                    <a:pt x="1481796" y="1821714"/>
                  </a:lnTo>
                  <a:lnTo>
                    <a:pt x="1475291" y="1825845"/>
                  </a:lnTo>
                  <a:lnTo>
                    <a:pt x="1469064" y="1829976"/>
                  </a:lnTo>
                  <a:lnTo>
                    <a:pt x="1462911" y="1834107"/>
                  </a:lnTo>
                  <a:lnTo>
                    <a:pt x="1457045" y="1838238"/>
                  </a:lnTo>
                  <a:lnTo>
                    <a:pt x="1451278" y="1842368"/>
                  </a:lnTo>
                  <a:lnTo>
                    <a:pt x="1445719" y="1846499"/>
                  </a:lnTo>
                  <a:lnTo>
                    <a:pt x="1440325" y="1850630"/>
                  </a:lnTo>
                  <a:lnTo>
                    <a:pt x="1435065" y="1854761"/>
                  </a:lnTo>
                  <a:lnTo>
                    <a:pt x="1430032" y="1858892"/>
                  </a:lnTo>
                  <a:lnTo>
                    <a:pt x="1425065" y="1863023"/>
                  </a:lnTo>
                  <a:lnTo>
                    <a:pt x="1420374" y="1867154"/>
                  </a:lnTo>
                  <a:lnTo>
                    <a:pt x="1415750" y="1871285"/>
                  </a:lnTo>
                  <a:lnTo>
                    <a:pt x="1411330" y="1875415"/>
                  </a:lnTo>
                  <a:lnTo>
                    <a:pt x="1407035" y="1879546"/>
                  </a:lnTo>
                  <a:lnTo>
                    <a:pt x="1402875" y="1883677"/>
                  </a:lnTo>
                  <a:lnTo>
                    <a:pt x="1398893" y="1887808"/>
                  </a:lnTo>
                  <a:lnTo>
                    <a:pt x="1394984" y="1891939"/>
                  </a:lnTo>
                  <a:lnTo>
                    <a:pt x="1391302" y="1896070"/>
                  </a:lnTo>
                  <a:lnTo>
                    <a:pt x="1387673" y="1900201"/>
                  </a:lnTo>
                  <a:lnTo>
                    <a:pt x="1384236" y="1904332"/>
                  </a:lnTo>
                  <a:lnTo>
                    <a:pt x="1380887" y="1908462"/>
                  </a:lnTo>
                  <a:lnTo>
                    <a:pt x="1377670" y="1912593"/>
                  </a:lnTo>
                  <a:lnTo>
                    <a:pt x="1374586" y="1916724"/>
                  </a:lnTo>
                  <a:lnTo>
                    <a:pt x="1371579" y="1920855"/>
                  </a:lnTo>
                  <a:lnTo>
                    <a:pt x="1368746" y="1924986"/>
                  </a:lnTo>
                  <a:lnTo>
                    <a:pt x="1365958" y="1929117"/>
                  </a:lnTo>
                  <a:lnTo>
                    <a:pt x="1363342" y="1933248"/>
                  </a:lnTo>
                  <a:lnTo>
                    <a:pt x="1360786" y="1937378"/>
                  </a:lnTo>
                  <a:lnTo>
                    <a:pt x="1358352" y="1941509"/>
                  </a:lnTo>
                  <a:lnTo>
                    <a:pt x="1356013" y="1945640"/>
                  </a:lnTo>
                  <a:lnTo>
                    <a:pt x="1353750" y="1949771"/>
                  </a:lnTo>
                  <a:lnTo>
                    <a:pt x="1351616" y="1953902"/>
                  </a:lnTo>
                  <a:lnTo>
                    <a:pt x="1349518" y="1958033"/>
                  </a:lnTo>
                  <a:lnTo>
                    <a:pt x="1347571" y="1962164"/>
                  </a:lnTo>
                  <a:lnTo>
                    <a:pt x="1345660" y="1966295"/>
                  </a:lnTo>
                  <a:lnTo>
                    <a:pt x="1343858" y="1970425"/>
                  </a:lnTo>
                  <a:lnTo>
                    <a:pt x="1342121" y="1974556"/>
                  </a:lnTo>
                  <a:lnTo>
                    <a:pt x="1340454" y="1978687"/>
                  </a:lnTo>
                  <a:lnTo>
                    <a:pt x="1338879" y="1982818"/>
                  </a:lnTo>
                  <a:lnTo>
                    <a:pt x="1337340" y="1986949"/>
                  </a:lnTo>
                  <a:lnTo>
                    <a:pt x="1335915" y="1991080"/>
                  </a:lnTo>
                  <a:lnTo>
                    <a:pt x="1334515" y="1995211"/>
                  </a:lnTo>
                  <a:lnTo>
                    <a:pt x="1333209" y="1999342"/>
                  </a:lnTo>
                  <a:lnTo>
                    <a:pt x="1331945" y="2003472"/>
                  </a:lnTo>
                  <a:lnTo>
                    <a:pt x="1330744" y="2007603"/>
                  </a:lnTo>
                  <a:lnTo>
                    <a:pt x="1329605" y="2011734"/>
                  </a:lnTo>
                  <a:lnTo>
                    <a:pt x="1328502" y="2015865"/>
                  </a:lnTo>
                  <a:lnTo>
                    <a:pt x="1327478" y="2019996"/>
                  </a:lnTo>
                  <a:lnTo>
                    <a:pt x="1326474" y="2024127"/>
                  </a:lnTo>
                  <a:lnTo>
                    <a:pt x="1325548" y="2028258"/>
                  </a:lnTo>
                  <a:lnTo>
                    <a:pt x="1324647" y="2032389"/>
                  </a:lnTo>
                  <a:lnTo>
                    <a:pt x="1323799" y="2036519"/>
                  </a:lnTo>
                  <a:lnTo>
                    <a:pt x="1322993" y="2040650"/>
                  </a:lnTo>
                  <a:lnTo>
                    <a:pt x="1322218" y="2044781"/>
                  </a:lnTo>
                  <a:lnTo>
                    <a:pt x="1321498" y="2048912"/>
                  </a:lnTo>
                  <a:lnTo>
                    <a:pt x="1320793" y="2053043"/>
                  </a:lnTo>
                  <a:lnTo>
                    <a:pt x="1320149" y="2057174"/>
                  </a:lnTo>
                  <a:lnTo>
                    <a:pt x="1319520" y="2061305"/>
                  </a:lnTo>
                  <a:lnTo>
                    <a:pt x="1318935" y="2065436"/>
                  </a:lnTo>
                  <a:lnTo>
                    <a:pt x="1318375" y="2069566"/>
                  </a:lnTo>
                  <a:lnTo>
                    <a:pt x="1317843" y="2073697"/>
                  </a:lnTo>
                  <a:lnTo>
                    <a:pt x="1317346" y="2077828"/>
                  </a:lnTo>
                  <a:lnTo>
                    <a:pt x="1316863" y="2081959"/>
                  </a:lnTo>
                  <a:lnTo>
                    <a:pt x="1316423" y="2086090"/>
                  </a:lnTo>
                  <a:lnTo>
                    <a:pt x="1315993" y="2090221"/>
                  </a:lnTo>
                  <a:lnTo>
                    <a:pt x="1315597" y="2094352"/>
                  </a:lnTo>
                  <a:lnTo>
                    <a:pt x="1315216" y="2098483"/>
                  </a:lnTo>
                  <a:lnTo>
                    <a:pt x="1314858" y="2102613"/>
                  </a:lnTo>
                  <a:lnTo>
                    <a:pt x="1314522" y="2106744"/>
                  </a:lnTo>
                  <a:lnTo>
                    <a:pt x="1314199" y="2110875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623931" y="2832871"/>
              <a:ext cx="0" cy="512330"/>
            </a:xfrm>
            <a:custGeom>
              <a:avLst/>
              <a:pathLst>
                <a:path w="0" h="512330">
                  <a:moveTo>
                    <a:pt x="0" y="5123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4067718"/>
              <a:ext cx="0" cy="394100"/>
            </a:xfrm>
            <a:custGeom>
              <a:avLst/>
              <a:pathLst>
                <a:path w="0" h="394100">
                  <a:moveTo>
                    <a:pt x="0" y="0"/>
                  </a:moveTo>
                  <a:lnTo>
                    <a:pt x="0" y="3941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332951" y="3345201"/>
              <a:ext cx="581959" cy="722516"/>
            </a:xfrm>
            <a:custGeom>
              <a:avLst/>
              <a:pathLst>
                <a:path w="581959" h="722516">
                  <a:moveTo>
                    <a:pt x="0" y="0"/>
                  </a:moveTo>
                  <a:lnTo>
                    <a:pt x="0" y="722516"/>
                  </a:lnTo>
                  <a:lnTo>
                    <a:pt x="581959" y="722516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332951" y="3765574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533730" y="4058960"/>
              <a:ext cx="0" cy="39410"/>
            </a:xfrm>
            <a:custGeom>
              <a:avLst/>
              <a:pathLst>
                <a:path w="0" h="39410">
                  <a:moveTo>
                    <a:pt x="0" y="394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4823076"/>
              <a:ext cx="0" cy="129177"/>
            </a:xfrm>
            <a:custGeom>
              <a:avLst/>
              <a:pathLst>
                <a:path w="0" h="129177">
                  <a:moveTo>
                    <a:pt x="0" y="0"/>
                  </a:moveTo>
                  <a:lnTo>
                    <a:pt x="0" y="12917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5242750" y="4098370"/>
              <a:ext cx="581959" cy="724706"/>
            </a:xfrm>
            <a:custGeom>
              <a:avLst/>
              <a:pathLst>
                <a:path w="581959" h="724706">
                  <a:moveTo>
                    <a:pt x="0" y="0"/>
                  </a:moveTo>
                  <a:lnTo>
                    <a:pt x="0" y="724706"/>
                  </a:lnTo>
                  <a:lnTo>
                    <a:pt x="581959" y="724706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5242750" y="4601942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585554" y="4423441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5495354" y="4913877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585554" y="3714061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5495354" y="4449714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85554" y="2794494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495354" y="4020583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351380" y="4371292"/>
              <a:ext cx="1965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MN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261180" y="4861727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351380" y="3661912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IN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61180" y="4397565"/>
              <a:ext cx="17556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351380" y="2742345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61180" y="3968434"/>
              <a:ext cx="17556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32" name="pt31"/>
            <p:cNvSpPr/>
            <p:nvPr/>
          </p:nvSpPr>
          <p:spPr>
            <a:xfrm>
              <a:off x="2578779" y="3697836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488578" y="4461184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878051" y="4124662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753241" y="521001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1062" y="433423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345845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258267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(2020)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2021: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(2021)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2021: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E8755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C3408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C5D6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C03C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6001A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CD4C7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4E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B22C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C13D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8C139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B8338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0507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F1894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A824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A824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0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0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0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7F0BA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FCAD3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B5D6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E66F5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810CA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CB497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ED805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52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52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BA36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B42E8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B22C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B22C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04F7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A623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03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95A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AE28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81A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8D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8D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E398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EB7B5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(2021)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2021: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62972" y="1600200"/>
              <a:ext cx="7818054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78533" y="5867250"/>
              <a:ext cx="10933" cy="10639"/>
            </a:xfrm>
            <a:custGeom>
              <a:avLst/>
              <a:pathLst>
                <a:path w="10933" h="10639">
                  <a:moveTo>
                    <a:pt x="564" y="1542"/>
                  </a:moveTo>
                  <a:lnTo>
                    <a:pt x="4703" y="0"/>
                  </a:lnTo>
                  <a:lnTo>
                    <a:pt x="6736" y="80"/>
                  </a:lnTo>
                  <a:lnTo>
                    <a:pt x="10933" y="5578"/>
                  </a:lnTo>
                  <a:lnTo>
                    <a:pt x="9100" y="9221"/>
                  </a:lnTo>
                  <a:lnTo>
                    <a:pt x="5287" y="10639"/>
                  </a:lnTo>
                  <a:lnTo>
                    <a:pt x="1718" y="8108"/>
                  </a:lnTo>
                  <a:lnTo>
                    <a:pt x="0" y="52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806863" y="5483335"/>
              <a:ext cx="96860" cy="93905"/>
            </a:xfrm>
            <a:custGeom>
              <a:avLst/>
              <a:pathLst>
                <a:path w="96860" h="93905">
                  <a:moveTo>
                    <a:pt x="1443" y="35855"/>
                  </a:moveTo>
                  <a:lnTo>
                    <a:pt x="4190" y="31491"/>
                  </a:lnTo>
                  <a:lnTo>
                    <a:pt x="5277" y="26305"/>
                  </a:lnTo>
                  <a:lnTo>
                    <a:pt x="6196" y="21908"/>
                  </a:lnTo>
                  <a:lnTo>
                    <a:pt x="5558" y="19008"/>
                  </a:lnTo>
                  <a:lnTo>
                    <a:pt x="2185" y="13631"/>
                  </a:lnTo>
                  <a:lnTo>
                    <a:pt x="1164" y="9846"/>
                  </a:lnTo>
                  <a:lnTo>
                    <a:pt x="0" y="7056"/>
                  </a:lnTo>
                  <a:lnTo>
                    <a:pt x="1731" y="4422"/>
                  </a:lnTo>
                  <a:lnTo>
                    <a:pt x="7530" y="3287"/>
                  </a:lnTo>
                  <a:lnTo>
                    <a:pt x="14627" y="0"/>
                  </a:lnTo>
                  <a:lnTo>
                    <a:pt x="16352" y="539"/>
                  </a:lnTo>
                  <a:lnTo>
                    <a:pt x="20711" y="3487"/>
                  </a:lnTo>
                  <a:lnTo>
                    <a:pt x="22150" y="3391"/>
                  </a:lnTo>
                  <a:lnTo>
                    <a:pt x="24888" y="3207"/>
                  </a:lnTo>
                  <a:lnTo>
                    <a:pt x="28802" y="5141"/>
                  </a:lnTo>
                  <a:lnTo>
                    <a:pt x="32365" y="8522"/>
                  </a:lnTo>
                  <a:lnTo>
                    <a:pt x="30456" y="9707"/>
                  </a:lnTo>
                  <a:lnTo>
                    <a:pt x="32886" y="12006"/>
                  </a:lnTo>
                  <a:lnTo>
                    <a:pt x="34359" y="13396"/>
                  </a:lnTo>
                  <a:lnTo>
                    <a:pt x="44460" y="16926"/>
                  </a:lnTo>
                  <a:lnTo>
                    <a:pt x="52725" y="22493"/>
                  </a:lnTo>
                  <a:lnTo>
                    <a:pt x="55912" y="28905"/>
                  </a:lnTo>
                  <a:lnTo>
                    <a:pt x="58746" y="28192"/>
                  </a:lnTo>
                  <a:lnTo>
                    <a:pt x="64497" y="33835"/>
                  </a:lnTo>
                  <a:lnTo>
                    <a:pt x="72192" y="36986"/>
                  </a:lnTo>
                  <a:lnTo>
                    <a:pt x="69569" y="41290"/>
                  </a:lnTo>
                  <a:lnTo>
                    <a:pt x="77368" y="46927"/>
                  </a:lnTo>
                  <a:lnTo>
                    <a:pt x="80659" y="46327"/>
                  </a:lnTo>
                  <a:lnTo>
                    <a:pt x="85207" y="51048"/>
                  </a:lnTo>
                  <a:lnTo>
                    <a:pt x="85659" y="56420"/>
                  </a:lnTo>
                  <a:lnTo>
                    <a:pt x="89184" y="60349"/>
                  </a:lnTo>
                  <a:lnTo>
                    <a:pt x="92817" y="68145"/>
                  </a:lnTo>
                  <a:lnTo>
                    <a:pt x="96603" y="74138"/>
                  </a:lnTo>
                  <a:lnTo>
                    <a:pt x="96860" y="78360"/>
                  </a:lnTo>
                  <a:lnTo>
                    <a:pt x="96709" y="80689"/>
                  </a:lnTo>
                  <a:lnTo>
                    <a:pt x="92403" y="83273"/>
                  </a:lnTo>
                  <a:lnTo>
                    <a:pt x="89451" y="82402"/>
                  </a:lnTo>
                  <a:lnTo>
                    <a:pt x="86977" y="84051"/>
                  </a:lnTo>
                  <a:lnTo>
                    <a:pt x="84144" y="83018"/>
                  </a:lnTo>
                  <a:lnTo>
                    <a:pt x="81997" y="81592"/>
                  </a:lnTo>
                  <a:lnTo>
                    <a:pt x="78569" y="83455"/>
                  </a:lnTo>
                  <a:lnTo>
                    <a:pt x="75016" y="87172"/>
                  </a:lnTo>
                  <a:lnTo>
                    <a:pt x="75973" y="92465"/>
                  </a:lnTo>
                  <a:lnTo>
                    <a:pt x="73385" y="93779"/>
                  </a:lnTo>
                  <a:lnTo>
                    <a:pt x="68868" y="93905"/>
                  </a:lnTo>
                  <a:lnTo>
                    <a:pt x="67066" y="90848"/>
                  </a:lnTo>
                  <a:lnTo>
                    <a:pt x="64888" y="89710"/>
                  </a:lnTo>
                  <a:lnTo>
                    <a:pt x="61480" y="88538"/>
                  </a:lnTo>
                  <a:lnTo>
                    <a:pt x="55245" y="84275"/>
                  </a:lnTo>
                  <a:lnTo>
                    <a:pt x="51515" y="81774"/>
                  </a:lnTo>
                  <a:lnTo>
                    <a:pt x="48917" y="78854"/>
                  </a:lnTo>
                  <a:lnTo>
                    <a:pt x="45957" y="75915"/>
                  </a:lnTo>
                  <a:lnTo>
                    <a:pt x="45591" y="72847"/>
                  </a:lnTo>
                  <a:lnTo>
                    <a:pt x="43370" y="69355"/>
                  </a:lnTo>
                  <a:lnTo>
                    <a:pt x="41250" y="68995"/>
                  </a:lnTo>
                  <a:lnTo>
                    <a:pt x="39592" y="70582"/>
                  </a:lnTo>
                  <a:lnTo>
                    <a:pt x="37256" y="70971"/>
                  </a:lnTo>
                  <a:lnTo>
                    <a:pt x="34168" y="70008"/>
                  </a:lnTo>
                  <a:lnTo>
                    <a:pt x="33392" y="67878"/>
                  </a:lnTo>
                  <a:lnTo>
                    <a:pt x="28770" y="68000"/>
                  </a:lnTo>
                  <a:lnTo>
                    <a:pt x="30809" y="73657"/>
                  </a:lnTo>
                  <a:lnTo>
                    <a:pt x="28392" y="73699"/>
                  </a:lnTo>
                  <a:lnTo>
                    <a:pt x="25463" y="69809"/>
                  </a:lnTo>
                  <a:lnTo>
                    <a:pt x="25863" y="65499"/>
                  </a:lnTo>
                  <a:lnTo>
                    <a:pt x="24498" y="62134"/>
                  </a:lnTo>
                  <a:lnTo>
                    <a:pt x="21283" y="60776"/>
                  </a:lnTo>
                  <a:lnTo>
                    <a:pt x="18199" y="61932"/>
                  </a:lnTo>
                  <a:lnTo>
                    <a:pt x="17143" y="56138"/>
                  </a:lnTo>
                  <a:lnTo>
                    <a:pt x="16672" y="52805"/>
                  </a:lnTo>
                  <a:lnTo>
                    <a:pt x="15317" y="48545"/>
                  </a:lnTo>
                  <a:lnTo>
                    <a:pt x="15928" y="43277"/>
                  </a:lnTo>
                  <a:lnTo>
                    <a:pt x="12578" y="40709"/>
                  </a:lnTo>
                  <a:lnTo>
                    <a:pt x="11244" y="37517"/>
                  </a:lnTo>
                  <a:lnTo>
                    <a:pt x="5708" y="39163"/>
                  </a:lnTo>
                  <a:lnTo>
                    <a:pt x="3480" y="39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69570" y="5441121"/>
              <a:ext cx="63611" cy="90122"/>
            </a:xfrm>
            <a:custGeom>
              <a:avLst/>
              <a:pathLst>
                <a:path w="63611" h="90122">
                  <a:moveTo>
                    <a:pt x="0" y="26843"/>
                  </a:moveTo>
                  <a:lnTo>
                    <a:pt x="2116" y="20774"/>
                  </a:lnTo>
                  <a:lnTo>
                    <a:pt x="4607" y="19828"/>
                  </a:lnTo>
                  <a:lnTo>
                    <a:pt x="5502" y="17748"/>
                  </a:lnTo>
                  <a:lnTo>
                    <a:pt x="9520" y="18439"/>
                  </a:lnTo>
                  <a:lnTo>
                    <a:pt x="12638" y="22230"/>
                  </a:lnTo>
                  <a:lnTo>
                    <a:pt x="15838" y="24148"/>
                  </a:lnTo>
                  <a:lnTo>
                    <a:pt x="17164" y="20638"/>
                  </a:lnTo>
                  <a:lnTo>
                    <a:pt x="12557" y="14313"/>
                  </a:lnTo>
                  <a:lnTo>
                    <a:pt x="6787" y="11962"/>
                  </a:lnTo>
                  <a:lnTo>
                    <a:pt x="6919" y="8622"/>
                  </a:lnTo>
                  <a:lnTo>
                    <a:pt x="10159" y="5516"/>
                  </a:lnTo>
                  <a:lnTo>
                    <a:pt x="15509" y="4992"/>
                  </a:lnTo>
                  <a:lnTo>
                    <a:pt x="22794" y="4163"/>
                  </a:lnTo>
                  <a:lnTo>
                    <a:pt x="30117" y="3495"/>
                  </a:lnTo>
                  <a:lnTo>
                    <a:pt x="30630" y="3246"/>
                  </a:lnTo>
                  <a:lnTo>
                    <a:pt x="37291" y="0"/>
                  </a:lnTo>
                  <a:lnTo>
                    <a:pt x="43232" y="2976"/>
                  </a:lnTo>
                  <a:lnTo>
                    <a:pt x="48954" y="9350"/>
                  </a:lnTo>
                  <a:lnTo>
                    <a:pt x="53038" y="9409"/>
                  </a:lnTo>
                  <a:lnTo>
                    <a:pt x="56402" y="12456"/>
                  </a:lnTo>
                  <a:lnTo>
                    <a:pt x="61742" y="13833"/>
                  </a:lnTo>
                  <a:lnTo>
                    <a:pt x="63611" y="17399"/>
                  </a:lnTo>
                  <a:lnTo>
                    <a:pt x="63215" y="21726"/>
                  </a:lnTo>
                  <a:lnTo>
                    <a:pt x="59881" y="26009"/>
                  </a:lnTo>
                  <a:lnTo>
                    <a:pt x="55409" y="26856"/>
                  </a:lnTo>
                  <a:lnTo>
                    <a:pt x="52036" y="28685"/>
                  </a:lnTo>
                  <a:lnTo>
                    <a:pt x="49179" y="34652"/>
                  </a:lnTo>
                  <a:lnTo>
                    <a:pt x="45215" y="35867"/>
                  </a:lnTo>
                  <a:lnTo>
                    <a:pt x="41696" y="37889"/>
                  </a:lnTo>
                  <a:lnTo>
                    <a:pt x="40295" y="38691"/>
                  </a:lnTo>
                  <a:lnTo>
                    <a:pt x="34345" y="42225"/>
                  </a:lnTo>
                  <a:lnTo>
                    <a:pt x="30304" y="47702"/>
                  </a:lnTo>
                  <a:lnTo>
                    <a:pt x="31731" y="52269"/>
                  </a:lnTo>
                  <a:lnTo>
                    <a:pt x="31501" y="55553"/>
                  </a:lnTo>
                  <a:lnTo>
                    <a:pt x="32708" y="58833"/>
                  </a:lnTo>
                  <a:lnTo>
                    <a:pt x="31844" y="62339"/>
                  </a:lnTo>
                  <a:lnTo>
                    <a:pt x="33182" y="64218"/>
                  </a:lnTo>
                  <a:lnTo>
                    <a:pt x="33519" y="68022"/>
                  </a:lnTo>
                  <a:lnTo>
                    <a:pt x="31733" y="69044"/>
                  </a:lnTo>
                  <a:lnTo>
                    <a:pt x="29306" y="69627"/>
                  </a:lnTo>
                  <a:lnTo>
                    <a:pt x="29849" y="74095"/>
                  </a:lnTo>
                  <a:lnTo>
                    <a:pt x="31737" y="76574"/>
                  </a:lnTo>
                  <a:lnTo>
                    <a:pt x="32920" y="81082"/>
                  </a:lnTo>
                  <a:lnTo>
                    <a:pt x="30945" y="84697"/>
                  </a:lnTo>
                  <a:lnTo>
                    <a:pt x="30232" y="87332"/>
                  </a:lnTo>
                  <a:lnTo>
                    <a:pt x="29202" y="90122"/>
                  </a:lnTo>
                  <a:lnTo>
                    <a:pt x="27259" y="88512"/>
                  </a:lnTo>
                  <a:lnTo>
                    <a:pt x="24180" y="83917"/>
                  </a:lnTo>
                  <a:lnTo>
                    <a:pt x="26954" y="82868"/>
                  </a:lnTo>
                  <a:lnTo>
                    <a:pt x="27101" y="74922"/>
                  </a:lnTo>
                  <a:lnTo>
                    <a:pt x="22703" y="69673"/>
                  </a:lnTo>
                  <a:lnTo>
                    <a:pt x="18920" y="62628"/>
                  </a:lnTo>
                  <a:lnTo>
                    <a:pt x="16463" y="57840"/>
                  </a:lnTo>
                  <a:lnTo>
                    <a:pt x="16611" y="53446"/>
                  </a:lnTo>
                  <a:lnTo>
                    <a:pt x="15093" y="50585"/>
                  </a:lnTo>
                  <a:lnTo>
                    <a:pt x="14640" y="44532"/>
                  </a:lnTo>
                  <a:lnTo>
                    <a:pt x="12607" y="43651"/>
                  </a:lnTo>
                  <a:lnTo>
                    <a:pt x="10120" y="44813"/>
                  </a:lnTo>
                  <a:lnTo>
                    <a:pt x="9071" y="40515"/>
                  </a:lnTo>
                  <a:lnTo>
                    <a:pt x="5444" y="38606"/>
                  </a:lnTo>
                  <a:lnTo>
                    <a:pt x="235" y="297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13984" y="5380861"/>
              <a:ext cx="63521" cy="79700"/>
            </a:xfrm>
            <a:custGeom>
              <a:avLst/>
              <a:pathLst>
                <a:path w="63521" h="79700">
                  <a:moveTo>
                    <a:pt x="0" y="0"/>
                  </a:moveTo>
                  <a:lnTo>
                    <a:pt x="4054" y="1630"/>
                  </a:lnTo>
                  <a:lnTo>
                    <a:pt x="8063" y="4834"/>
                  </a:lnTo>
                  <a:lnTo>
                    <a:pt x="11007" y="7504"/>
                  </a:lnTo>
                  <a:lnTo>
                    <a:pt x="11928" y="8792"/>
                  </a:lnTo>
                  <a:lnTo>
                    <a:pt x="13894" y="11535"/>
                  </a:lnTo>
                  <a:lnTo>
                    <a:pt x="16458" y="9710"/>
                  </a:lnTo>
                  <a:lnTo>
                    <a:pt x="21302" y="8522"/>
                  </a:lnTo>
                  <a:lnTo>
                    <a:pt x="25971" y="8260"/>
                  </a:lnTo>
                  <a:lnTo>
                    <a:pt x="27840" y="6799"/>
                  </a:lnTo>
                  <a:lnTo>
                    <a:pt x="28001" y="6673"/>
                  </a:lnTo>
                  <a:lnTo>
                    <a:pt x="31009" y="6774"/>
                  </a:lnTo>
                  <a:lnTo>
                    <a:pt x="31902" y="9848"/>
                  </a:lnTo>
                  <a:lnTo>
                    <a:pt x="34066" y="11084"/>
                  </a:lnTo>
                  <a:lnTo>
                    <a:pt x="36893" y="13505"/>
                  </a:lnTo>
                  <a:lnTo>
                    <a:pt x="41645" y="17322"/>
                  </a:lnTo>
                  <a:lnTo>
                    <a:pt x="47289" y="22602"/>
                  </a:lnTo>
                  <a:lnTo>
                    <a:pt x="50605" y="29951"/>
                  </a:lnTo>
                  <a:lnTo>
                    <a:pt x="55282" y="33375"/>
                  </a:lnTo>
                  <a:lnTo>
                    <a:pt x="56034" y="36026"/>
                  </a:lnTo>
                  <a:lnTo>
                    <a:pt x="56474" y="41922"/>
                  </a:lnTo>
                  <a:lnTo>
                    <a:pt x="59561" y="48969"/>
                  </a:lnTo>
                  <a:lnTo>
                    <a:pt x="63521" y="51291"/>
                  </a:lnTo>
                  <a:lnTo>
                    <a:pt x="62833" y="54524"/>
                  </a:lnTo>
                  <a:lnTo>
                    <a:pt x="61825" y="55220"/>
                  </a:lnTo>
                  <a:lnTo>
                    <a:pt x="57538" y="54564"/>
                  </a:lnTo>
                  <a:lnTo>
                    <a:pt x="54784" y="58417"/>
                  </a:lnTo>
                  <a:lnTo>
                    <a:pt x="53878" y="64695"/>
                  </a:lnTo>
                  <a:lnTo>
                    <a:pt x="51637" y="69162"/>
                  </a:lnTo>
                  <a:lnTo>
                    <a:pt x="49779" y="71525"/>
                  </a:lnTo>
                  <a:lnTo>
                    <a:pt x="50225" y="73325"/>
                  </a:lnTo>
                  <a:lnTo>
                    <a:pt x="49019" y="75660"/>
                  </a:lnTo>
                  <a:lnTo>
                    <a:pt x="48080" y="78309"/>
                  </a:lnTo>
                  <a:lnTo>
                    <a:pt x="46104" y="79700"/>
                  </a:lnTo>
                  <a:lnTo>
                    <a:pt x="41778" y="75351"/>
                  </a:lnTo>
                  <a:lnTo>
                    <a:pt x="38383" y="67439"/>
                  </a:lnTo>
                  <a:lnTo>
                    <a:pt x="36911" y="55993"/>
                  </a:lnTo>
                  <a:lnTo>
                    <a:pt x="32666" y="50205"/>
                  </a:lnTo>
                  <a:lnTo>
                    <a:pt x="25674" y="40787"/>
                  </a:lnTo>
                  <a:lnTo>
                    <a:pt x="22917" y="35112"/>
                  </a:lnTo>
                  <a:lnTo>
                    <a:pt x="17693" y="25932"/>
                  </a:lnTo>
                  <a:lnTo>
                    <a:pt x="13229" y="17517"/>
                  </a:lnTo>
                  <a:lnTo>
                    <a:pt x="8354" y="12521"/>
                  </a:lnTo>
                  <a:lnTo>
                    <a:pt x="2038" y="50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2368" y="5398615"/>
              <a:ext cx="105622" cy="116040"/>
            </a:xfrm>
            <a:custGeom>
              <a:avLst/>
              <a:pathLst>
                <a:path w="105622" h="116040">
                  <a:moveTo>
                    <a:pt x="569" y="25365"/>
                  </a:moveTo>
                  <a:lnTo>
                    <a:pt x="0" y="21420"/>
                  </a:lnTo>
                  <a:lnTo>
                    <a:pt x="2440" y="19055"/>
                  </a:lnTo>
                  <a:lnTo>
                    <a:pt x="4141" y="15844"/>
                  </a:lnTo>
                  <a:lnTo>
                    <a:pt x="1093" y="9660"/>
                  </a:lnTo>
                  <a:lnTo>
                    <a:pt x="4113" y="8505"/>
                  </a:lnTo>
                  <a:lnTo>
                    <a:pt x="7340" y="6261"/>
                  </a:lnTo>
                  <a:lnTo>
                    <a:pt x="11498" y="3760"/>
                  </a:lnTo>
                  <a:lnTo>
                    <a:pt x="16731" y="2851"/>
                  </a:lnTo>
                  <a:lnTo>
                    <a:pt x="19017" y="0"/>
                  </a:lnTo>
                  <a:lnTo>
                    <a:pt x="22501" y="2503"/>
                  </a:lnTo>
                  <a:lnTo>
                    <a:pt x="30635" y="3679"/>
                  </a:lnTo>
                  <a:lnTo>
                    <a:pt x="39236" y="5269"/>
                  </a:lnTo>
                  <a:lnTo>
                    <a:pt x="44623" y="3647"/>
                  </a:lnTo>
                  <a:lnTo>
                    <a:pt x="50764" y="4748"/>
                  </a:lnTo>
                  <a:lnTo>
                    <a:pt x="54312" y="11524"/>
                  </a:lnTo>
                  <a:lnTo>
                    <a:pt x="52775" y="14874"/>
                  </a:lnTo>
                  <a:lnTo>
                    <a:pt x="57007" y="20500"/>
                  </a:lnTo>
                  <a:lnTo>
                    <a:pt x="57733" y="21462"/>
                  </a:lnTo>
                  <a:lnTo>
                    <a:pt x="67769" y="36168"/>
                  </a:lnTo>
                  <a:lnTo>
                    <a:pt x="70882" y="44052"/>
                  </a:lnTo>
                  <a:lnTo>
                    <a:pt x="72588" y="51057"/>
                  </a:lnTo>
                  <a:lnTo>
                    <a:pt x="83417" y="67254"/>
                  </a:lnTo>
                  <a:lnTo>
                    <a:pt x="86629" y="71280"/>
                  </a:lnTo>
                  <a:lnTo>
                    <a:pt x="90047" y="76741"/>
                  </a:lnTo>
                  <a:lnTo>
                    <a:pt x="93495" y="82115"/>
                  </a:lnTo>
                  <a:lnTo>
                    <a:pt x="95738" y="86364"/>
                  </a:lnTo>
                  <a:lnTo>
                    <a:pt x="97466" y="91637"/>
                  </a:lnTo>
                  <a:lnTo>
                    <a:pt x="96829" y="94057"/>
                  </a:lnTo>
                  <a:lnTo>
                    <a:pt x="99696" y="98496"/>
                  </a:lnTo>
                  <a:lnTo>
                    <a:pt x="102426" y="104547"/>
                  </a:lnTo>
                  <a:lnTo>
                    <a:pt x="104422" y="109421"/>
                  </a:lnTo>
                  <a:lnTo>
                    <a:pt x="105490" y="113827"/>
                  </a:lnTo>
                  <a:lnTo>
                    <a:pt x="105622" y="116040"/>
                  </a:lnTo>
                  <a:lnTo>
                    <a:pt x="101625" y="114626"/>
                  </a:lnTo>
                  <a:lnTo>
                    <a:pt x="99246" y="113150"/>
                  </a:lnTo>
                  <a:lnTo>
                    <a:pt x="96693" y="109599"/>
                  </a:lnTo>
                  <a:lnTo>
                    <a:pt x="92943" y="107515"/>
                  </a:lnTo>
                  <a:lnTo>
                    <a:pt x="89062" y="103639"/>
                  </a:lnTo>
                  <a:lnTo>
                    <a:pt x="84166" y="99081"/>
                  </a:lnTo>
                  <a:lnTo>
                    <a:pt x="80260" y="95452"/>
                  </a:lnTo>
                  <a:lnTo>
                    <a:pt x="76731" y="91541"/>
                  </a:lnTo>
                  <a:lnTo>
                    <a:pt x="75750" y="92856"/>
                  </a:lnTo>
                  <a:lnTo>
                    <a:pt x="71388" y="90298"/>
                  </a:lnTo>
                  <a:lnTo>
                    <a:pt x="68762" y="89070"/>
                  </a:lnTo>
                  <a:lnTo>
                    <a:pt x="65081" y="89695"/>
                  </a:lnTo>
                  <a:lnTo>
                    <a:pt x="60710" y="86497"/>
                  </a:lnTo>
                  <a:lnTo>
                    <a:pt x="61520" y="84384"/>
                  </a:lnTo>
                  <a:lnTo>
                    <a:pt x="61874" y="82423"/>
                  </a:lnTo>
                  <a:lnTo>
                    <a:pt x="61743" y="78806"/>
                  </a:lnTo>
                  <a:lnTo>
                    <a:pt x="62684" y="72771"/>
                  </a:lnTo>
                  <a:lnTo>
                    <a:pt x="58160" y="71117"/>
                  </a:lnTo>
                  <a:lnTo>
                    <a:pt x="53681" y="70424"/>
                  </a:lnTo>
                  <a:lnTo>
                    <a:pt x="54063" y="74562"/>
                  </a:lnTo>
                  <a:lnTo>
                    <a:pt x="53893" y="77213"/>
                  </a:lnTo>
                  <a:lnTo>
                    <a:pt x="48351" y="80986"/>
                  </a:lnTo>
                  <a:lnTo>
                    <a:pt x="47220" y="80976"/>
                  </a:lnTo>
                  <a:lnTo>
                    <a:pt x="45492" y="75380"/>
                  </a:lnTo>
                  <a:lnTo>
                    <a:pt x="47390" y="71705"/>
                  </a:lnTo>
                  <a:lnTo>
                    <a:pt x="46406" y="69012"/>
                  </a:lnTo>
                  <a:lnTo>
                    <a:pt x="43815" y="69824"/>
                  </a:lnTo>
                  <a:lnTo>
                    <a:pt x="41385" y="67162"/>
                  </a:lnTo>
                  <a:lnTo>
                    <a:pt x="40995" y="62991"/>
                  </a:lnTo>
                  <a:lnTo>
                    <a:pt x="39414" y="60822"/>
                  </a:lnTo>
                  <a:lnTo>
                    <a:pt x="36284" y="55887"/>
                  </a:lnTo>
                  <a:lnTo>
                    <a:pt x="33451" y="53407"/>
                  </a:lnTo>
                  <a:lnTo>
                    <a:pt x="28874" y="51327"/>
                  </a:lnTo>
                  <a:lnTo>
                    <a:pt x="26619" y="49266"/>
                  </a:lnTo>
                  <a:lnTo>
                    <a:pt x="24166" y="50000"/>
                  </a:lnTo>
                  <a:lnTo>
                    <a:pt x="20228" y="46781"/>
                  </a:lnTo>
                  <a:lnTo>
                    <a:pt x="18460" y="43283"/>
                  </a:lnTo>
                  <a:lnTo>
                    <a:pt x="14764" y="38599"/>
                  </a:lnTo>
                  <a:lnTo>
                    <a:pt x="11213" y="35619"/>
                  </a:lnTo>
                  <a:lnTo>
                    <a:pt x="8007" y="35372"/>
                  </a:lnTo>
                  <a:lnTo>
                    <a:pt x="6218" y="33024"/>
                  </a:lnTo>
                  <a:lnTo>
                    <a:pt x="2729" y="322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55070" y="5388563"/>
              <a:ext cx="6261" cy="11921"/>
            </a:xfrm>
            <a:custGeom>
              <a:avLst/>
              <a:pathLst>
                <a:path w="6261" h="11921">
                  <a:moveTo>
                    <a:pt x="0" y="6742"/>
                  </a:moveTo>
                  <a:lnTo>
                    <a:pt x="2621" y="0"/>
                  </a:lnTo>
                  <a:lnTo>
                    <a:pt x="6261" y="1208"/>
                  </a:lnTo>
                  <a:lnTo>
                    <a:pt x="5053" y="4497"/>
                  </a:lnTo>
                  <a:lnTo>
                    <a:pt x="3687" y="9630"/>
                  </a:lnTo>
                  <a:lnTo>
                    <a:pt x="138" y="11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15684" y="5467960"/>
              <a:ext cx="7898" cy="6726"/>
            </a:xfrm>
            <a:custGeom>
              <a:avLst/>
              <a:pathLst>
                <a:path w="7898" h="6726">
                  <a:moveTo>
                    <a:pt x="0" y="2548"/>
                  </a:moveTo>
                  <a:lnTo>
                    <a:pt x="3190" y="257"/>
                  </a:lnTo>
                  <a:lnTo>
                    <a:pt x="5590" y="0"/>
                  </a:lnTo>
                  <a:lnTo>
                    <a:pt x="7898" y="2281"/>
                  </a:lnTo>
                  <a:lnTo>
                    <a:pt x="7025" y="5611"/>
                  </a:lnTo>
                  <a:lnTo>
                    <a:pt x="3064" y="6726"/>
                  </a:lnTo>
                  <a:lnTo>
                    <a:pt x="1999" y="61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092238" y="5516292"/>
              <a:ext cx="90813" cy="139016"/>
            </a:xfrm>
            <a:custGeom>
              <a:avLst/>
              <a:pathLst>
                <a:path w="90813" h="139016">
                  <a:moveTo>
                    <a:pt x="0" y="94830"/>
                  </a:moveTo>
                  <a:lnTo>
                    <a:pt x="2282" y="89156"/>
                  </a:lnTo>
                  <a:lnTo>
                    <a:pt x="4247" y="84253"/>
                  </a:lnTo>
                  <a:lnTo>
                    <a:pt x="6978" y="79688"/>
                  </a:lnTo>
                  <a:lnTo>
                    <a:pt x="10478" y="77926"/>
                  </a:lnTo>
                  <a:lnTo>
                    <a:pt x="14055" y="74432"/>
                  </a:lnTo>
                  <a:lnTo>
                    <a:pt x="17047" y="72728"/>
                  </a:lnTo>
                  <a:lnTo>
                    <a:pt x="23775" y="72548"/>
                  </a:lnTo>
                  <a:lnTo>
                    <a:pt x="25579" y="69625"/>
                  </a:lnTo>
                  <a:lnTo>
                    <a:pt x="24504" y="61785"/>
                  </a:lnTo>
                  <a:lnTo>
                    <a:pt x="29047" y="56954"/>
                  </a:lnTo>
                  <a:lnTo>
                    <a:pt x="30906" y="55777"/>
                  </a:lnTo>
                  <a:lnTo>
                    <a:pt x="33359" y="56223"/>
                  </a:lnTo>
                  <a:lnTo>
                    <a:pt x="37601" y="53755"/>
                  </a:lnTo>
                  <a:lnTo>
                    <a:pt x="36648" y="51676"/>
                  </a:lnTo>
                  <a:lnTo>
                    <a:pt x="37948" y="49106"/>
                  </a:lnTo>
                  <a:lnTo>
                    <a:pt x="41484" y="51434"/>
                  </a:lnTo>
                  <a:lnTo>
                    <a:pt x="43932" y="47786"/>
                  </a:lnTo>
                  <a:lnTo>
                    <a:pt x="41320" y="44435"/>
                  </a:lnTo>
                  <a:lnTo>
                    <a:pt x="39385" y="43250"/>
                  </a:lnTo>
                  <a:lnTo>
                    <a:pt x="40872" y="39851"/>
                  </a:lnTo>
                  <a:lnTo>
                    <a:pt x="42097" y="37408"/>
                  </a:lnTo>
                  <a:lnTo>
                    <a:pt x="44921" y="35589"/>
                  </a:lnTo>
                  <a:lnTo>
                    <a:pt x="45219" y="32407"/>
                  </a:lnTo>
                  <a:lnTo>
                    <a:pt x="48078" y="28654"/>
                  </a:lnTo>
                  <a:lnTo>
                    <a:pt x="49535" y="25165"/>
                  </a:lnTo>
                  <a:lnTo>
                    <a:pt x="53093" y="22449"/>
                  </a:lnTo>
                  <a:lnTo>
                    <a:pt x="53951" y="18184"/>
                  </a:lnTo>
                  <a:lnTo>
                    <a:pt x="56933" y="17070"/>
                  </a:lnTo>
                  <a:lnTo>
                    <a:pt x="58249" y="13527"/>
                  </a:lnTo>
                  <a:lnTo>
                    <a:pt x="61181" y="12526"/>
                  </a:lnTo>
                  <a:lnTo>
                    <a:pt x="59708" y="7631"/>
                  </a:lnTo>
                  <a:lnTo>
                    <a:pt x="60819" y="3535"/>
                  </a:lnTo>
                  <a:lnTo>
                    <a:pt x="62460" y="2105"/>
                  </a:lnTo>
                  <a:lnTo>
                    <a:pt x="65879" y="1745"/>
                  </a:lnTo>
                  <a:lnTo>
                    <a:pt x="68881" y="0"/>
                  </a:lnTo>
                  <a:lnTo>
                    <a:pt x="69876" y="3237"/>
                  </a:lnTo>
                  <a:lnTo>
                    <a:pt x="68845" y="7907"/>
                  </a:lnTo>
                  <a:lnTo>
                    <a:pt x="66694" y="11356"/>
                  </a:lnTo>
                  <a:lnTo>
                    <a:pt x="65669" y="14862"/>
                  </a:lnTo>
                  <a:lnTo>
                    <a:pt x="66605" y="18507"/>
                  </a:lnTo>
                  <a:lnTo>
                    <a:pt x="68895" y="19382"/>
                  </a:lnTo>
                  <a:lnTo>
                    <a:pt x="70306" y="18904"/>
                  </a:lnTo>
                  <a:lnTo>
                    <a:pt x="71390" y="16560"/>
                  </a:lnTo>
                  <a:lnTo>
                    <a:pt x="70743" y="14465"/>
                  </a:lnTo>
                  <a:lnTo>
                    <a:pt x="72448" y="13881"/>
                  </a:lnTo>
                  <a:lnTo>
                    <a:pt x="75302" y="17081"/>
                  </a:lnTo>
                  <a:lnTo>
                    <a:pt x="78299" y="15307"/>
                  </a:lnTo>
                  <a:lnTo>
                    <a:pt x="79854" y="17066"/>
                  </a:lnTo>
                  <a:lnTo>
                    <a:pt x="83505" y="17912"/>
                  </a:lnTo>
                  <a:lnTo>
                    <a:pt x="89621" y="22848"/>
                  </a:lnTo>
                  <a:lnTo>
                    <a:pt x="90813" y="26266"/>
                  </a:lnTo>
                  <a:lnTo>
                    <a:pt x="89061" y="29449"/>
                  </a:lnTo>
                  <a:lnTo>
                    <a:pt x="83342" y="29186"/>
                  </a:lnTo>
                  <a:lnTo>
                    <a:pt x="81136" y="31899"/>
                  </a:lnTo>
                  <a:lnTo>
                    <a:pt x="76289" y="33434"/>
                  </a:lnTo>
                  <a:lnTo>
                    <a:pt x="72881" y="34965"/>
                  </a:lnTo>
                  <a:lnTo>
                    <a:pt x="69274" y="34769"/>
                  </a:lnTo>
                  <a:lnTo>
                    <a:pt x="68089" y="37391"/>
                  </a:lnTo>
                  <a:lnTo>
                    <a:pt x="64222" y="40131"/>
                  </a:lnTo>
                  <a:lnTo>
                    <a:pt x="60918" y="42685"/>
                  </a:lnTo>
                  <a:lnTo>
                    <a:pt x="62731" y="45367"/>
                  </a:lnTo>
                  <a:lnTo>
                    <a:pt x="62245" y="49120"/>
                  </a:lnTo>
                  <a:lnTo>
                    <a:pt x="60820" y="51648"/>
                  </a:lnTo>
                  <a:lnTo>
                    <a:pt x="61660" y="54357"/>
                  </a:lnTo>
                  <a:lnTo>
                    <a:pt x="63073" y="55795"/>
                  </a:lnTo>
                  <a:lnTo>
                    <a:pt x="65072" y="52717"/>
                  </a:lnTo>
                  <a:lnTo>
                    <a:pt x="66187" y="49633"/>
                  </a:lnTo>
                  <a:lnTo>
                    <a:pt x="69802" y="49530"/>
                  </a:lnTo>
                  <a:lnTo>
                    <a:pt x="72292" y="44905"/>
                  </a:lnTo>
                  <a:lnTo>
                    <a:pt x="72869" y="46703"/>
                  </a:lnTo>
                  <a:lnTo>
                    <a:pt x="76380" y="48432"/>
                  </a:lnTo>
                  <a:lnTo>
                    <a:pt x="76249" y="54055"/>
                  </a:lnTo>
                  <a:lnTo>
                    <a:pt x="81205" y="56355"/>
                  </a:lnTo>
                  <a:lnTo>
                    <a:pt x="78792" y="59799"/>
                  </a:lnTo>
                  <a:lnTo>
                    <a:pt x="74326" y="61718"/>
                  </a:lnTo>
                  <a:lnTo>
                    <a:pt x="76624" y="65434"/>
                  </a:lnTo>
                  <a:lnTo>
                    <a:pt x="79315" y="67230"/>
                  </a:lnTo>
                  <a:lnTo>
                    <a:pt x="84457" y="67430"/>
                  </a:lnTo>
                  <a:lnTo>
                    <a:pt x="84804" y="69415"/>
                  </a:lnTo>
                  <a:lnTo>
                    <a:pt x="82136" y="74333"/>
                  </a:lnTo>
                  <a:lnTo>
                    <a:pt x="80580" y="78607"/>
                  </a:lnTo>
                  <a:lnTo>
                    <a:pt x="83697" y="83927"/>
                  </a:lnTo>
                  <a:lnTo>
                    <a:pt x="81766" y="87024"/>
                  </a:lnTo>
                  <a:lnTo>
                    <a:pt x="75891" y="81541"/>
                  </a:lnTo>
                  <a:lnTo>
                    <a:pt x="72588" y="80970"/>
                  </a:lnTo>
                  <a:lnTo>
                    <a:pt x="72189" y="85594"/>
                  </a:lnTo>
                  <a:lnTo>
                    <a:pt x="71767" y="89725"/>
                  </a:lnTo>
                  <a:lnTo>
                    <a:pt x="69979" y="92790"/>
                  </a:lnTo>
                  <a:lnTo>
                    <a:pt x="66050" y="94388"/>
                  </a:lnTo>
                  <a:lnTo>
                    <a:pt x="61956" y="95483"/>
                  </a:lnTo>
                  <a:lnTo>
                    <a:pt x="62388" y="100195"/>
                  </a:lnTo>
                  <a:lnTo>
                    <a:pt x="64895" y="101423"/>
                  </a:lnTo>
                  <a:lnTo>
                    <a:pt x="64518" y="103711"/>
                  </a:lnTo>
                  <a:lnTo>
                    <a:pt x="59300" y="106303"/>
                  </a:lnTo>
                  <a:lnTo>
                    <a:pt x="55305" y="111023"/>
                  </a:lnTo>
                  <a:lnTo>
                    <a:pt x="53449" y="114152"/>
                  </a:lnTo>
                  <a:lnTo>
                    <a:pt x="51075" y="115589"/>
                  </a:lnTo>
                  <a:lnTo>
                    <a:pt x="48138" y="109251"/>
                  </a:lnTo>
                  <a:lnTo>
                    <a:pt x="45339" y="109211"/>
                  </a:lnTo>
                  <a:lnTo>
                    <a:pt x="42498" y="112066"/>
                  </a:lnTo>
                  <a:lnTo>
                    <a:pt x="44212" y="115550"/>
                  </a:lnTo>
                  <a:lnTo>
                    <a:pt x="45203" y="122785"/>
                  </a:lnTo>
                  <a:lnTo>
                    <a:pt x="43118" y="123064"/>
                  </a:lnTo>
                  <a:lnTo>
                    <a:pt x="40169" y="125591"/>
                  </a:lnTo>
                  <a:lnTo>
                    <a:pt x="37787" y="127578"/>
                  </a:lnTo>
                  <a:lnTo>
                    <a:pt x="35728" y="128373"/>
                  </a:lnTo>
                  <a:lnTo>
                    <a:pt x="34048" y="132044"/>
                  </a:lnTo>
                  <a:lnTo>
                    <a:pt x="31918" y="134083"/>
                  </a:lnTo>
                  <a:lnTo>
                    <a:pt x="30852" y="138002"/>
                  </a:lnTo>
                  <a:lnTo>
                    <a:pt x="26311" y="139016"/>
                  </a:lnTo>
                  <a:lnTo>
                    <a:pt x="26631" y="134843"/>
                  </a:lnTo>
                  <a:lnTo>
                    <a:pt x="19823" y="128399"/>
                  </a:lnTo>
                  <a:lnTo>
                    <a:pt x="19010" y="123570"/>
                  </a:lnTo>
                  <a:lnTo>
                    <a:pt x="15440" y="120540"/>
                  </a:lnTo>
                  <a:lnTo>
                    <a:pt x="11116" y="118681"/>
                  </a:lnTo>
                  <a:lnTo>
                    <a:pt x="10311" y="110057"/>
                  </a:lnTo>
                  <a:lnTo>
                    <a:pt x="6952" y="101628"/>
                  </a:lnTo>
                  <a:lnTo>
                    <a:pt x="3524" y="100118"/>
                  </a:lnTo>
                  <a:lnTo>
                    <a:pt x="94" y="1001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97303" y="5659416"/>
              <a:ext cx="31510" cy="16884"/>
            </a:xfrm>
            <a:custGeom>
              <a:avLst/>
              <a:pathLst>
                <a:path w="31510" h="16884">
                  <a:moveTo>
                    <a:pt x="0" y="15947"/>
                  </a:moveTo>
                  <a:lnTo>
                    <a:pt x="3784" y="8669"/>
                  </a:lnTo>
                  <a:lnTo>
                    <a:pt x="9651" y="2417"/>
                  </a:lnTo>
                  <a:lnTo>
                    <a:pt x="19901" y="964"/>
                  </a:lnTo>
                  <a:lnTo>
                    <a:pt x="23715" y="0"/>
                  </a:lnTo>
                  <a:lnTo>
                    <a:pt x="26492" y="2795"/>
                  </a:lnTo>
                  <a:lnTo>
                    <a:pt x="31510" y="2689"/>
                  </a:lnTo>
                  <a:lnTo>
                    <a:pt x="31483" y="4902"/>
                  </a:lnTo>
                  <a:lnTo>
                    <a:pt x="27393" y="8889"/>
                  </a:lnTo>
                  <a:lnTo>
                    <a:pt x="18930" y="8823"/>
                  </a:lnTo>
                  <a:lnTo>
                    <a:pt x="9933" y="9327"/>
                  </a:lnTo>
                  <a:lnTo>
                    <a:pt x="6929" y="11510"/>
                  </a:lnTo>
                  <a:lnTo>
                    <a:pt x="3468" y="168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70549" y="5711043"/>
              <a:ext cx="6923" cy="11282"/>
            </a:xfrm>
            <a:custGeom>
              <a:avLst/>
              <a:pathLst>
                <a:path w="6923" h="11282">
                  <a:moveTo>
                    <a:pt x="0" y="7674"/>
                  </a:moveTo>
                  <a:lnTo>
                    <a:pt x="1828" y="4577"/>
                  </a:lnTo>
                  <a:lnTo>
                    <a:pt x="4220" y="0"/>
                  </a:lnTo>
                  <a:lnTo>
                    <a:pt x="6923" y="903"/>
                  </a:lnTo>
                  <a:lnTo>
                    <a:pt x="6592" y="5430"/>
                  </a:lnTo>
                  <a:lnTo>
                    <a:pt x="6597" y="9327"/>
                  </a:lnTo>
                  <a:lnTo>
                    <a:pt x="5948" y="11282"/>
                  </a:lnTo>
                  <a:lnTo>
                    <a:pt x="1447" y="109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34892" y="5702338"/>
              <a:ext cx="4348" cy="7099"/>
            </a:xfrm>
            <a:custGeom>
              <a:avLst/>
              <a:pathLst>
                <a:path w="4348" h="7099">
                  <a:moveTo>
                    <a:pt x="0" y="1558"/>
                  </a:moveTo>
                  <a:lnTo>
                    <a:pt x="1607" y="0"/>
                  </a:lnTo>
                  <a:lnTo>
                    <a:pt x="4166" y="2127"/>
                  </a:lnTo>
                  <a:lnTo>
                    <a:pt x="4348" y="5355"/>
                  </a:lnTo>
                  <a:lnTo>
                    <a:pt x="2305" y="7099"/>
                  </a:lnTo>
                  <a:lnTo>
                    <a:pt x="285" y="52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3195" y="5877986"/>
              <a:ext cx="28264" cy="32617"/>
            </a:xfrm>
            <a:custGeom>
              <a:avLst/>
              <a:pathLst>
                <a:path w="28264" h="32617">
                  <a:moveTo>
                    <a:pt x="362" y="1089"/>
                  </a:moveTo>
                  <a:lnTo>
                    <a:pt x="2874" y="0"/>
                  </a:lnTo>
                  <a:lnTo>
                    <a:pt x="11563" y="7573"/>
                  </a:lnTo>
                  <a:lnTo>
                    <a:pt x="19391" y="21111"/>
                  </a:lnTo>
                  <a:lnTo>
                    <a:pt x="22280" y="26434"/>
                  </a:lnTo>
                  <a:lnTo>
                    <a:pt x="26660" y="28232"/>
                  </a:lnTo>
                  <a:lnTo>
                    <a:pt x="28264" y="32617"/>
                  </a:lnTo>
                  <a:lnTo>
                    <a:pt x="19727" y="31487"/>
                  </a:lnTo>
                  <a:lnTo>
                    <a:pt x="13147" y="20871"/>
                  </a:lnTo>
                  <a:lnTo>
                    <a:pt x="10530" y="14048"/>
                  </a:lnTo>
                  <a:lnTo>
                    <a:pt x="8690" y="11400"/>
                  </a:lnTo>
                  <a:lnTo>
                    <a:pt x="5183" y="10304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012027" y="5669408"/>
              <a:ext cx="11822" cy="5256"/>
            </a:xfrm>
            <a:custGeom>
              <a:avLst/>
              <a:pathLst>
                <a:path w="11822" h="5256">
                  <a:moveTo>
                    <a:pt x="1045" y="2402"/>
                  </a:moveTo>
                  <a:lnTo>
                    <a:pt x="4828" y="0"/>
                  </a:lnTo>
                  <a:lnTo>
                    <a:pt x="7666" y="991"/>
                  </a:lnTo>
                  <a:lnTo>
                    <a:pt x="11822" y="3527"/>
                  </a:lnTo>
                  <a:lnTo>
                    <a:pt x="9506" y="5070"/>
                  </a:lnTo>
                  <a:lnTo>
                    <a:pt x="5316" y="4612"/>
                  </a:lnTo>
                  <a:lnTo>
                    <a:pt x="0" y="5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917914" y="5762449"/>
              <a:ext cx="37131" cy="28968"/>
            </a:xfrm>
            <a:custGeom>
              <a:avLst/>
              <a:pathLst>
                <a:path w="37131" h="28968">
                  <a:moveTo>
                    <a:pt x="0" y="25612"/>
                  </a:moveTo>
                  <a:lnTo>
                    <a:pt x="1678" y="17039"/>
                  </a:lnTo>
                  <a:lnTo>
                    <a:pt x="1551" y="11546"/>
                  </a:lnTo>
                  <a:lnTo>
                    <a:pt x="3120" y="7885"/>
                  </a:lnTo>
                  <a:lnTo>
                    <a:pt x="6929" y="5621"/>
                  </a:lnTo>
                  <a:lnTo>
                    <a:pt x="12047" y="0"/>
                  </a:lnTo>
                  <a:lnTo>
                    <a:pt x="13122" y="2414"/>
                  </a:lnTo>
                  <a:lnTo>
                    <a:pt x="14366" y="7277"/>
                  </a:lnTo>
                  <a:lnTo>
                    <a:pt x="19484" y="6889"/>
                  </a:lnTo>
                  <a:lnTo>
                    <a:pt x="24430" y="1921"/>
                  </a:lnTo>
                  <a:lnTo>
                    <a:pt x="25838" y="6310"/>
                  </a:lnTo>
                  <a:lnTo>
                    <a:pt x="31750" y="15896"/>
                  </a:lnTo>
                  <a:lnTo>
                    <a:pt x="37131" y="24773"/>
                  </a:lnTo>
                  <a:lnTo>
                    <a:pt x="34918" y="28301"/>
                  </a:lnTo>
                  <a:lnTo>
                    <a:pt x="33588" y="28227"/>
                  </a:lnTo>
                  <a:lnTo>
                    <a:pt x="28351" y="23189"/>
                  </a:lnTo>
                  <a:lnTo>
                    <a:pt x="25980" y="17362"/>
                  </a:lnTo>
                  <a:lnTo>
                    <a:pt x="21322" y="16782"/>
                  </a:lnTo>
                  <a:lnTo>
                    <a:pt x="17057" y="14891"/>
                  </a:lnTo>
                  <a:lnTo>
                    <a:pt x="15068" y="17575"/>
                  </a:lnTo>
                  <a:lnTo>
                    <a:pt x="7565" y="18145"/>
                  </a:lnTo>
                  <a:lnTo>
                    <a:pt x="5237" y="22152"/>
                  </a:lnTo>
                  <a:lnTo>
                    <a:pt x="1097" y="289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895314" y="5750380"/>
              <a:ext cx="24716" cy="23779"/>
            </a:xfrm>
            <a:custGeom>
              <a:avLst/>
              <a:pathLst>
                <a:path w="24716" h="23779">
                  <a:moveTo>
                    <a:pt x="0" y="10028"/>
                  </a:moveTo>
                  <a:lnTo>
                    <a:pt x="1514" y="6490"/>
                  </a:lnTo>
                  <a:lnTo>
                    <a:pt x="5662" y="4288"/>
                  </a:lnTo>
                  <a:lnTo>
                    <a:pt x="11670" y="5833"/>
                  </a:lnTo>
                  <a:lnTo>
                    <a:pt x="17910" y="1852"/>
                  </a:lnTo>
                  <a:lnTo>
                    <a:pt x="20361" y="0"/>
                  </a:lnTo>
                  <a:lnTo>
                    <a:pt x="24716" y="845"/>
                  </a:lnTo>
                  <a:lnTo>
                    <a:pt x="24381" y="5862"/>
                  </a:lnTo>
                  <a:lnTo>
                    <a:pt x="19304" y="10997"/>
                  </a:lnTo>
                  <a:lnTo>
                    <a:pt x="18267" y="14532"/>
                  </a:lnTo>
                  <a:lnTo>
                    <a:pt x="13689" y="12020"/>
                  </a:lnTo>
                  <a:lnTo>
                    <a:pt x="11716" y="14261"/>
                  </a:lnTo>
                  <a:lnTo>
                    <a:pt x="13406" y="19351"/>
                  </a:lnTo>
                  <a:lnTo>
                    <a:pt x="12220" y="22926"/>
                  </a:lnTo>
                  <a:lnTo>
                    <a:pt x="7538" y="20863"/>
                  </a:lnTo>
                  <a:lnTo>
                    <a:pt x="4777" y="21483"/>
                  </a:lnTo>
                  <a:lnTo>
                    <a:pt x="1843" y="23779"/>
                  </a:lnTo>
                  <a:lnTo>
                    <a:pt x="856" y="178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881621" y="5520423"/>
              <a:ext cx="12590" cy="18207"/>
            </a:xfrm>
            <a:custGeom>
              <a:avLst/>
              <a:pathLst>
                <a:path w="12590" h="18207">
                  <a:moveTo>
                    <a:pt x="0" y="12323"/>
                  </a:moveTo>
                  <a:lnTo>
                    <a:pt x="644" y="7759"/>
                  </a:lnTo>
                  <a:lnTo>
                    <a:pt x="5004" y="4752"/>
                  </a:lnTo>
                  <a:lnTo>
                    <a:pt x="11871" y="0"/>
                  </a:lnTo>
                  <a:lnTo>
                    <a:pt x="12590" y="2556"/>
                  </a:lnTo>
                  <a:lnTo>
                    <a:pt x="6381" y="16138"/>
                  </a:lnTo>
                  <a:lnTo>
                    <a:pt x="3819" y="17999"/>
                  </a:lnTo>
                  <a:lnTo>
                    <a:pt x="164" y="182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74858" y="5766987"/>
              <a:ext cx="4153" cy="4308"/>
            </a:xfrm>
            <a:custGeom>
              <a:avLst/>
              <a:pathLst>
                <a:path w="4153" h="4308">
                  <a:moveTo>
                    <a:pt x="790" y="298"/>
                  </a:moveTo>
                  <a:lnTo>
                    <a:pt x="3207" y="0"/>
                  </a:lnTo>
                  <a:lnTo>
                    <a:pt x="4153" y="134"/>
                  </a:lnTo>
                  <a:lnTo>
                    <a:pt x="3810" y="4308"/>
                  </a:lnTo>
                  <a:lnTo>
                    <a:pt x="0" y="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66071" y="5763467"/>
              <a:ext cx="6029" cy="4942"/>
            </a:xfrm>
            <a:custGeom>
              <a:avLst/>
              <a:pathLst>
                <a:path w="6029" h="4942">
                  <a:moveTo>
                    <a:pt x="0" y="1461"/>
                  </a:moveTo>
                  <a:lnTo>
                    <a:pt x="6029" y="0"/>
                  </a:lnTo>
                  <a:lnTo>
                    <a:pt x="4895" y="4417"/>
                  </a:lnTo>
                  <a:lnTo>
                    <a:pt x="309" y="49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26494" y="5814701"/>
              <a:ext cx="18514" cy="11911"/>
            </a:xfrm>
            <a:custGeom>
              <a:avLst/>
              <a:pathLst>
                <a:path w="18514" h="11911">
                  <a:moveTo>
                    <a:pt x="477" y="0"/>
                  </a:moveTo>
                  <a:lnTo>
                    <a:pt x="9828" y="4566"/>
                  </a:lnTo>
                  <a:lnTo>
                    <a:pt x="18514" y="7990"/>
                  </a:lnTo>
                  <a:lnTo>
                    <a:pt x="17016" y="10268"/>
                  </a:lnTo>
                  <a:lnTo>
                    <a:pt x="14269" y="11911"/>
                  </a:lnTo>
                  <a:lnTo>
                    <a:pt x="9147" y="9960"/>
                  </a:lnTo>
                  <a:lnTo>
                    <a:pt x="3717" y="9593"/>
                  </a:lnTo>
                  <a:lnTo>
                    <a:pt x="0" y="58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28604" y="5830889"/>
              <a:ext cx="30006" cy="11966"/>
            </a:xfrm>
            <a:custGeom>
              <a:avLst/>
              <a:pathLst>
                <a:path w="30006" h="11966">
                  <a:moveTo>
                    <a:pt x="0" y="10338"/>
                  </a:moveTo>
                  <a:lnTo>
                    <a:pt x="4824" y="8344"/>
                  </a:lnTo>
                  <a:lnTo>
                    <a:pt x="11558" y="6369"/>
                  </a:lnTo>
                  <a:lnTo>
                    <a:pt x="16572" y="5667"/>
                  </a:lnTo>
                  <a:lnTo>
                    <a:pt x="21341" y="5735"/>
                  </a:lnTo>
                  <a:lnTo>
                    <a:pt x="25813" y="1819"/>
                  </a:lnTo>
                  <a:lnTo>
                    <a:pt x="27842" y="0"/>
                  </a:lnTo>
                  <a:lnTo>
                    <a:pt x="30006" y="305"/>
                  </a:lnTo>
                  <a:lnTo>
                    <a:pt x="28132" y="4618"/>
                  </a:lnTo>
                  <a:lnTo>
                    <a:pt x="23196" y="10956"/>
                  </a:lnTo>
                  <a:lnTo>
                    <a:pt x="18453" y="9837"/>
                  </a:lnTo>
                  <a:lnTo>
                    <a:pt x="11288" y="11676"/>
                  </a:lnTo>
                  <a:lnTo>
                    <a:pt x="1655" y="119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10395" y="5823674"/>
              <a:ext cx="26113" cy="17366"/>
            </a:xfrm>
            <a:custGeom>
              <a:avLst/>
              <a:pathLst>
                <a:path w="26113" h="17366">
                  <a:moveTo>
                    <a:pt x="1878" y="6543"/>
                  </a:moveTo>
                  <a:lnTo>
                    <a:pt x="5550" y="4384"/>
                  </a:lnTo>
                  <a:lnTo>
                    <a:pt x="8813" y="5083"/>
                  </a:lnTo>
                  <a:lnTo>
                    <a:pt x="17539" y="0"/>
                  </a:lnTo>
                  <a:lnTo>
                    <a:pt x="22782" y="664"/>
                  </a:lnTo>
                  <a:lnTo>
                    <a:pt x="26113" y="7719"/>
                  </a:lnTo>
                  <a:lnTo>
                    <a:pt x="20147" y="13089"/>
                  </a:lnTo>
                  <a:lnTo>
                    <a:pt x="11690" y="15360"/>
                  </a:lnTo>
                  <a:lnTo>
                    <a:pt x="8413" y="17366"/>
                  </a:lnTo>
                  <a:lnTo>
                    <a:pt x="7483" y="15462"/>
                  </a:lnTo>
                  <a:lnTo>
                    <a:pt x="2277" y="16306"/>
                  </a:lnTo>
                  <a:lnTo>
                    <a:pt x="0" y="106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88615" y="5398829"/>
              <a:ext cx="56155" cy="47179"/>
            </a:xfrm>
            <a:custGeom>
              <a:avLst/>
              <a:pathLst>
                <a:path w="56155" h="47179">
                  <a:moveTo>
                    <a:pt x="0" y="11769"/>
                  </a:moveTo>
                  <a:lnTo>
                    <a:pt x="3601" y="9843"/>
                  </a:lnTo>
                  <a:lnTo>
                    <a:pt x="9749" y="10654"/>
                  </a:lnTo>
                  <a:lnTo>
                    <a:pt x="14888" y="12478"/>
                  </a:lnTo>
                  <a:lnTo>
                    <a:pt x="17754" y="13131"/>
                  </a:lnTo>
                  <a:lnTo>
                    <a:pt x="18857" y="10533"/>
                  </a:lnTo>
                  <a:lnTo>
                    <a:pt x="18280" y="9140"/>
                  </a:lnTo>
                  <a:lnTo>
                    <a:pt x="22272" y="5554"/>
                  </a:lnTo>
                  <a:lnTo>
                    <a:pt x="25136" y="6467"/>
                  </a:lnTo>
                  <a:lnTo>
                    <a:pt x="27403" y="3773"/>
                  </a:lnTo>
                  <a:lnTo>
                    <a:pt x="29294" y="2078"/>
                  </a:lnTo>
                  <a:lnTo>
                    <a:pt x="32665" y="4859"/>
                  </a:lnTo>
                  <a:lnTo>
                    <a:pt x="36759" y="2990"/>
                  </a:lnTo>
                  <a:lnTo>
                    <a:pt x="39734" y="0"/>
                  </a:lnTo>
                  <a:lnTo>
                    <a:pt x="40782" y="4937"/>
                  </a:lnTo>
                  <a:lnTo>
                    <a:pt x="42529" y="8454"/>
                  </a:lnTo>
                  <a:lnTo>
                    <a:pt x="47277" y="7309"/>
                  </a:lnTo>
                  <a:lnTo>
                    <a:pt x="53155" y="11463"/>
                  </a:lnTo>
                  <a:lnTo>
                    <a:pt x="51620" y="15187"/>
                  </a:lnTo>
                  <a:lnTo>
                    <a:pt x="52626" y="17936"/>
                  </a:lnTo>
                  <a:lnTo>
                    <a:pt x="51267" y="20190"/>
                  </a:lnTo>
                  <a:lnTo>
                    <a:pt x="52812" y="23091"/>
                  </a:lnTo>
                  <a:lnTo>
                    <a:pt x="51269" y="26976"/>
                  </a:lnTo>
                  <a:lnTo>
                    <a:pt x="53355" y="30408"/>
                  </a:lnTo>
                  <a:lnTo>
                    <a:pt x="56155" y="35278"/>
                  </a:lnTo>
                  <a:lnTo>
                    <a:pt x="54456" y="38241"/>
                  </a:lnTo>
                  <a:lnTo>
                    <a:pt x="50563" y="39559"/>
                  </a:lnTo>
                  <a:lnTo>
                    <a:pt x="48708" y="38193"/>
                  </a:lnTo>
                  <a:lnTo>
                    <a:pt x="45923" y="40038"/>
                  </a:lnTo>
                  <a:lnTo>
                    <a:pt x="42106" y="39500"/>
                  </a:lnTo>
                  <a:lnTo>
                    <a:pt x="38830" y="41367"/>
                  </a:lnTo>
                  <a:lnTo>
                    <a:pt x="38562" y="45752"/>
                  </a:lnTo>
                  <a:lnTo>
                    <a:pt x="35200" y="47179"/>
                  </a:lnTo>
                  <a:lnTo>
                    <a:pt x="32990" y="42678"/>
                  </a:lnTo>
                  <a:lnTo>
                    <a:pt x="30376" y="40496"/>
                  </a:lnTo>
                  <a:lnTo>
                    <a:pt x="25824" y="39427"/>
                  </a:lnTo>
                  <a:lnTo>
                    <a:pt x="21337" y="36689"/>
                  </a:lnTo>
                  <a:lnTo>
                    <a:pt x="17580" y="33799"/>
                  </a:lnTo>
                  <a:lnTo>
                    <a:pt x="13481" y="29652"/>
                  </a:lnTo>
                  <a:lnTo>
                    <a:pt x="9783" y="27620"/>
                  </a:lnTo>
                  <a:lnTo>
                    <a:pt x="5246" y="23348"/>
                  </a:lnTo>
                  <a:lnTo>
                    <a:pt x="2150" y="21146"/>
                  </a:lnTo>
                  <a:lnTo>
                    <a:pt x="2195" y="169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1747" y="5854529"/>
              <a:ext cx="5458" cy="6797"/>
            </a:xfrm>
            <a:custGeom>
              <a:avLst/>
              <a:pathLst>
                <a:path w="5458" h="6797">
                  <a:moveTo>
                    <a:pt x="1396" y="0"/>
                  </a:moveTo>
                  <a:lnTo>
                    <a:pt x="4365" y="2150"/>
                  </a:lnTo>
                  <a:lnTo>
                    <a:pt x="5458" y="4129"/>
                  </a:lnTo>
                  <a:lnTo>
                    <a:pt x="2944" y="6797"/>
                  </a:lnTo>
                  <a:lnTo>
                    <a:pt x="1587" y="6545"/>
                  </a:lnTo>
                  <a:lnTo>
                    <a:pt x="0" y="11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46366" y="5839637"/>
              <a:ext cx="65200" cy="49434"/>
            </a:xfrm>
            <a:custGeom>
              <a:avLst/>
              <a:pathLst>
                <a:path w="65200" h="49434">
                  <a:moveTo>
                    <a:pt x="2258" y="42857"/>
                  </a:moveTo>
                  <a:lnTo>
                    <a:pt x="5869" y="39635"/>
                  </a:lnTo>
                  <a:lnTo>
                    <a:pt x="9628" y="39692"/>
                  </a:lnTo>
                  <a:lnTo>
                    <a:pt x="14579" y="36819"/>
                  </a:lnTo>
                  <a:lnTo>
                    <a:pt x="17770" y="36624"/>
                  </a:lnTo>
                  <a:lnTo>
                    <a:pt x="21118" y="35053"/>
                  </a:lnTo>
                  <a:lnTo>
                    <a:pt x="24485" y="32262"/>
                  </a:lnTo>
                  <a:lnTo>
                    <a:pt x="26425" y="30587"/>
                  </a:lnTo>
                  <a:lnTo>
                    <a:pt x="25577" y="26716"/>
                  </a:lnTo>
                  <a:lnTo>
                    <a:pt x="27567" y="25047"/>
                  </a:lnTo>
                  <a:lnTo>
                    <a:pt x="28922" y="22940"/>
                  </a:lnTo>
                  <a:lnTo>
                    <a:pt x="30095" y="20131"/>
                  </a:lnTo>
                  <a:lnTo>
                    <a:pt x="31452" y="16984"/>
                  </a:lnTo>
                  <a:lnTo>
                    <a:pt x="28202" y="13566"/>
                  </a:lnTo>
                  <a:lnTo>
                    <a:pt x="26673" y="11541"/>
                  </a:lnTo>
                  <a:lnTo>
                    <a:pt x="26781" y="8795"/>
                  </a:lnTo>
                  <a:lnTo>
                    <a:pt x="30861" y="3797"/>
                  </a:lnTo>
                  <a:lnTo>
                    <a:pt x="36376" y="1355"/>
                  </a:lnTo>
                  <a:lnTo>
                    <a:pt x="41324" y="0"/>
                  </a:lnTo>
                  <a:lnTo>
                    <a:pt x="44832" y="414"/>
                  </a:lnTo>
                  <a:lnTo>
                    <a:pt x="46805" y="4383"/>
                  </a:lnTo>
                  <a:lnTo>
                    <a:pt x="49593" y="7129"/>
                  </a:lnTo>
                  <a:lnTo>
                    <a:pt x="52194" y="5184"/>
                  </a:lnTo>
                  <a:lnTo>
                    <a:pt x="55121" y="2230"/>
                  </a:lnTo>
                  <a:lnTo>
                    <a:pt x="58414" y="4243"/>
                  </a:lnTo>
                  <a:lnTo>
                    <a:pt x="59819" y="3771"/>
                  </a:lnTo>
                  <a:lnTo>
                    <a:pt x="61743" y="3122"/>
                  </a:lnTo>
                  <a:lnTo>
                    <a:pt x="65200" y="5397"/>
                  </a:lnTo>
                  <a:lnTo>
                    <a:pt x="62090" y="7467"/>
                  </a:lnTo>
                  <a:lnTo>
                    <a:pt x="60282" y="8667"/>
                  </a:lnTo>
                  <a:lnTo>
                    <a:pt x="58794" y="11232"/>
                  </a:lnTo>
                  <a:lnTo>
                    <a:pt x="56301" y="11512"/>
                  </a:lnTo>
                  <a:lnTo>
                    <a:pt x="53177" y="15382"/>
                  </a:lnTo>
                  <a:lnTo>
                    <a:pt x="55608" y="17142"/>
                  </a:lnTo>
                  <a:lnTo>
                    <a:pt x="60632" y="14210"/>
                  </a:lnTo>
                  <a:lnTo>
                    <a:pt x="63736" y="13267"/>
                  </a:lnTo>
                  <a:lnTo>
                    <a:pt x="64271" y="15162"/>
                  </a:lnTo>
                  <a:lnTo>
                    <a:pt x="62704" y="21642"/>
                  </a:lnTo>
                  <a:lnTo>
                    <a:pt x="58878" y="22710"/>
                  </a:lnTo>
                  <a:lnTo>
                    <a:pt x="56089" y="24975"/>
                  </a:lnTo>
                  <a:lnTo>
                    <a:pt x="51546" y="26882"/>
                  </a:lnTo>
                  <a:lnTo>
                    <a:pt x="49165" y="30587"/>
                  </a:lnTo>
                  <a:lnTo>
                    <a:pt x="46495" y="34021"/>
                  </a:lnTo>
                  <a:lnTo>
                    <a:pt x="43717" y="36750"/>
                  </a:lnTo>
                  <a:lnTo>
                    <a:pt x="40287" y="39609"/>
                  </a:lnTo>
                  <a:lnTo>
                    <a:pt x="35588" y="39912"/>
                  </a:lnTo>
                  <a:lnTo>
                    <a:pt x="31364" y="39534"/>
                  </a:lnTo>
                  <a:lnTo>
                    <a:pt x="28414" y="39524"/>
                  </a:lnTo>
                  <a:lnTo>
                    <a:pt x="25091" y="40022"/>
                  </a:lnTo>
                  <a:lnTo>
                    <a:pt x="20453" y="42900"/>
                  </a:lnTo>
                  <a:lnTo>
                    <a:pt x="19811" y="44891"/>
                  </a:lnTo>
                  <a:lnTo>
                    <a:pt x="15816" y="44770"/>
                  </a:lnTo>
                  <a:lnTo>
                    <a:pt x="13143" y="48681"/>
                  </a:lnTo>
                  <a:lnTo>
                    <a:pt x="11300" y="47872"/>
                  </a:lnTo>
                  <a:lnTo>
                    <a:pt x="8229" y="49434"/>
                  </a:lnTo>
                  <a:lnTo>
                    <a:pt x="3701" y="47314"/>
                  </a:lnTo>
                  <a:lnTo>
                    <a:pt x="0" y="444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713677" y="4662024"/>
              <a:ext cx="1240487" cy="1157823"/>
            </a:xfrm>
            <a:custGeom>
              <a:avLst/>
              <a:pathLst>
                <a:path w="1240487" h="1157823">
                  <a:moveTo>
                    <a:pt x="0" y="370340"/>
                  </a:moveTo>
                  <a:lnTo>
                    <a:pt x="4408" y="366005"/>
                  </a:lnTo>
                  <a:lnTo>
                    <a:pt x="13209" y="362689"/>
                  </a:lnTo>
                  <a:lnTo>
                    <a:pt x="23223" y="357134"/>
                  </a:lnTo>
                  <a:lnTo>
                    <a:pt x="37401" y="347271"/>
                  </a:lnTo>
                  <a:lnTo>
                    <a:pt x="56985" y="335950"/>
                  </a:lnTo>
                  <a:lnTo>
                    <a:pt x="73536" y="327526"/>
                  </a:lnTo>
                  <a:lnTo>
                    <a:pt x="88643" y="322000"/>
                  </a:lnTo>
                  <a:lnTo>
                    <a:pt x="99199" y="319224"/>
                  </a:lnTo>
                  <a:lnTo>
                    <a:pt x="113087" y="319852"/>
                  </a:lnTo>
                  <a:lnTo>
                    <a:pt x="118203" y="322640"/>
                  </a:lnTo>
                  <a:lnTo>
                    <a:pt x="114813" y="326458"/>
                  </a:lnTo>
                  <a:lnTo>
                    <a:pt x="112711" y="330537"/>
                  </a:lnTo>
                  <a:lnTo>
                    <a:pt x="110593" y="333656"/>
                  </a:lnTo>
                  <a:lnTo>
                    <a:pt x="110659" y="339298"/>
                  </a:lnTo>
                  <a:lnTo>
                    <a:pt x="110506" y="342591"/>
                  </a:lnTo>
                  <a:lnTo>
                    <a:pt x="108274" y="344795"/>
                  </a:lnTo>
                  <a:lnTo>
                    <a:pt x="108265" y="347189"/>
                  </a:lnTo>
                  <a:lnTo>
                    <a:pt x="110481" y="353654"/>
                  </a:lnTo>
                  <a:lnTo>
                    <a:pt x="112905" y="356674"/>
                  </a:lnTo>
                  <a:lnTo>
                    <a:pt x="117988" y="355325"/>
                  </a:lnTo>
                  <a:lnTo>
                    <a:pt x="121044" y="355605"/>
                  </a:lnTo>
                  <a:lnTo>
                    <a:pt x="126473" y="357807"/>
                  </a:lnTo>
                  <a:lnTo>
                    <a:pt x="130260" y="356898"/>
                  </a:lnTo>
                  <a:lnTo>
                    <a:pt x="136436" y="356432"/>
                  </a:lnTo>
                  <a:lnTo>
                    <a:pt x="139362" y="360131"/>
                  </a:lnTo>
                  <a:lnTo>
                    <a:pt x="144333" y="359811"/>
                  </a:lnTo>
                  <a:lnTo>
                    <a:pt x="146544" y="361166"/>
                  </a:lnTo>
                  <a:lnTo>
                    <a:pt x="151570" y="358226"/>
                  </a:lnTo>
                  <a:lnTo>
                    <a:pt x="158761" y="362495"/>
                  </a:lnTo>
                  <a:lnTo>
                    <a:pt x="160527" y="359068"/>
                  </a:lnTo>
                  <a:lnTo>
                    <a:pt x="164954" y="352210"/>
                  </a:lnTo>
                  <a:lnTo>
                    <a:pt x="166828" y="347953"/>
                  </a:lnTo>
                  <a:lnTo>
                    <a:pt x="168494" y="346486"/>
                  </a:lnTo>
                  <a:lnTo>
                    <a:pt x="172000" y="347158"/>
                  </a:lnTo>
                  <a:lnTo>
                    <a:pt x="172384" y="349343"/>
                  </a:lnTo>
                  <a:lnTo>
                    <a:pt x="175346" y="350346"/>
                  </a:lnTo>
                  <a:lnTo>
                    <a:pt x="180496" y="348947"/>
                  </a:lnTo>
                  <a:lnTo>
                    <a:pt x="178436" y="343314"/>
                  </a:lnTo>
                  <a:lnTo>
                    <a:pt x="172909" y="339395"/>
                  </a:lnTo>
                  <a:lnTo>
                    <a:pt x="166808" y="337152"/>
                  </a:lnTo>
                  <a:lnTo>
                    <a:pt x="163888" y="337043"/>
                  </a:lnTo>
                  <a:lnTo>
                    <a:pt x="158242" y="339947"/>
                  </a:lnTo>
                  <a:lnTo>
                    <a:pt x="160023" y="332470"/>
                  </a:lnTo>
                  <a:lnTo>
                    <a:pt x="159983" y="328889"/>
                  </a:lnTo>
                  <a:lnTo>
                    <a:pt x="154888" y="320929"/>
                  </a:lnTo>
                  <a:lnTo>
                    <a:pt x="153516" y="316349"/>
                  </a:lnTo>
                  <a:lnTo>
                    <a:pt x="149496" y="313406"/>
                  </a:lnTo>
                  <a:lnTo>
                    <a:pt x="145919" y="312075"/>
                  </a:lnTo>
                  <a:lnTo>
                    <a:pt x="143532" y="303829"/>
                  </a:lnTo>
                  <a:lnTo>
                    <a:pt x="144827" y="300834"/>
                  </a:lnTo>
                  <a:lnTo>
                    <a:pt x="147860" y="297824"/>
                  </a:lnTo>
                  <a:lnTo>
                    <a:pt x="147977" y="295789"/>
                  </a:lnTo>
                  <a:lnTo>
                    <a:pt x="144087" y="294284"/>
                  </a:lnTo>
                  <a:lnTo>
                    <a:pt x="139096" y="294415"/>
                  </a:lnTo>
                  <a:lnTo>
                    <a:pt x="135300" y="291471"/>
                  </a:lnTo>
                  <a:lnTo>
                    <a:pt x="128651" y="288770"/>
                  </a:lnTo>
                  <a:lnTo>
                    <a:pt x="121925" y="285996"/>
                  </a:lnTo>
                  <a:lnTo>
                    <a:pt x="119412" y="284590"/>
                  </a:lnTo>
                  <a:lnTo>
                    <a:pt x="119171" y="277604"/>
                  </a:lnTo>
                  <a:lnTo>
                    <a:pt x="117355" y="263153"/>
                  </a:lnTo>
                  <a:lnTo>
                    <a:pt x="114412" y="252455"/>
                  </a:lnTo>
                  <a:lnTo>
                    <a:pt x="110290" y="246120"/>
                  </a:lnTo>
                  <a:lnTo>
                    <a:pt x="104465" y="240367"/>
                  </a:lnTo>
                  <a:lnTo>
                    <a:pt x="93332" y="224748"/>
                  </a:lnTo>
                  <a:lnTo>
                    <a:pt x="88339" y="217599"/>
                  </a:lnTo>
                  <a:lnTo>
                    <a:pt x="87365" y="216859"/>
                  </a:lnTo>
                  <a:lnTo>
                    <a:pt x="81279" y="212194"/>
                  </a:lnTo>
                  <a:lnTo>
                    <a:pt x="77316" y="210293"/>
                  </a:lnTo>
                  <a:lnTo>
                    <a:pt x="75293" y="207863"/>
                  </a:lnTo>
                  <a:lnTo>
                    <a:pt x="73496" y="202002"/>
                  </a:lnTo>
                  <a:lnTo>
                    <a:pt x="69163" y="196645"/>
                  </a:lnTo>
                  <a:lnTo>
                    <a:pt x="63202" y="192658"/>
                  </a:lnTo>
                  <a:lnTo>
                    <a:pt x="57947" y="191609"/>
                  </a:lnTo>
                  <a:lnTo>
                    <a:pt x="64144" y="187768"/>
                  </a:lnTo>
                  <a:lnTo>
                    <a:pt x="70354" y="186118"/>
                  </a:lnTo>
                  <a:lnTo>
                    <a:pt x="72152" y="180859"/>
                  </a:lnTo>
                  <a:lnTo>
                    <a:pt x="74259" y="174698"/>
                  </a:lnTo>
                  <a:lnTo>
                    <a:pt x="76195" y="167090"/>
                  </a:lnTo>
                  <a:lnTo>
                    <a:pt x="77012" y="156970"/>
                  </a:lnTo>
                  <a:lnTo>
                    <a:pt x="83500" y="158223"/>
                  </a:lnTo>
                  <a:lnTo>
                    <a:pt x="92124" y="160271"/>
                  </a:lnTo>
                  <a:lnTo>
                    <a:pt x="104483" y="159943"/>
                  </a:lnTo>
                  <a:lnTo>
                    <a:pt x="114409" y="158685"/>
                  </a:lnTo>
                  <a:lnTo>
                    <a:pt x="120495" y="158457"/>
                  </a:lnTo>
                  <a:lnTo>
                    <a:pt x="128179" y="154424"/>
                  </a:lnTo>
                  <a:lnTo>
                    <a:pt x="136823" y="146747"/>
                  </a:lnTo>
                  <a:lnTo>
                    <a:pt x="145330" y="134952"/>
                  </a:lnTo>
                  <a:lnTo>
                    <a:pt x="148265" y="126631"/>
                  </a:lnTo>
                  <a:lnTo>
                    <a:pt x="149643" y="114145"/>
                  </a:lnTo>
                  <a:lnTo>
                    <a:pt x="152273" y="105742"/>
                  </a:lnTo>
                  <a:lnTo>
                    <a:pt x="154682" y="99899"/>
                  </a:lnTo>
                  <a:lnTo>
                    <a:pt x="159679" y="93158"/>
                  </a:lnTo>
                  <a:lnTo>
                    <a:pt x="166870" y="81928"/>
                  </a:lnTo>
                  <a:lnTo>
                    <a:pt x="171789" y="75152"/>
                  </a:lnTo>
                  <a:lnTo>
                    <a:pt x="181388" y="67241"/>
                  </a:lnTo>
                  <a:lnTo>
                    <a:pt x="187344" y="69460"/>
                  </a:lnTo>
                  <a:lnTo>
                    <a:pt x="193370" y="70254"/>
                  </a:lnTo>
                  <a:lnTo>
                    <a:pt x="203652" y="65329"/>
                  </a:lnTo>
                  <a:lnTo>
                    <a:pt x="216921" y="53420"/>
                  </a:lnTo>
                  <a:lnTo>
                    <a:pt x="224715" y="43618"/>
                  </a:lnTo>
                  <a:lnTo>
                    <a:pt x="229620" y="37756"/>
                  </a:lnTo>
                  <a:lnTo>
                    <a:pt x="239619" y="32505"/>
                  </a:lnTo>
                  <a:lnTo>
                    <a:pt x="240520" y="36473"/>
                  </a:lnTo>
                  <a:lnTo>
                    <a:pt x="245716" y="38291"/>
                  </a:lnTo>
                  <a:lnTo>
                    <a:pt x="251395" y="38199"/>
                  </a:lnTo>
                  <a:lnTo>
                    <a:pt x="255693" y="36554"/>
                  </a:lnTo>
                  <a:lnTo>
                    <a:pt x="262502" y="35739"/>
                  </a:lnTo>
                  <a:lnTo>
                    <a:pt x="267980" y="32770"/>
                  </a:lnTo>
                  <a:lnTo>
                    <a:pt x="275275" y="25853"/>
                  </a:lnTo>
                  <a:lnTo>
                    <a:pt x="280496" y="17710"/>
                  </a:lnTo>
                  <a:lnTo>
                    <a:pt x="286223" y="7817"/>
                  </a:lnTo>
                  <a:lnTo>
                    <a:pt x="288246" y="4564"/>
                  </a:lnTo>
                  <a:lnTo>
                    <a:pt x="293159" y="0"/>
                  </a:lnTo>
                  <a:lnTo>
                    <a:pt x="293793" y="3815"/>
                  </a:lnTo>
                  <a:lnTo>
                    <a:pt x="298124" y="6195"/>
                  </a:lnTo>
                  <a:lnTo>
                    <a:pt x="302784" y="7250"/>
                  </a:lnTo>
                  <a:lnTo>
                    <a:pt x="303298" y="11167"/>
                  </a:lnTo>
                  <a:lnTo>
                    <a:pt x="306296" y="10447"/>
                  </a:lnTo>
                  <a:lnTo>
                    <a:pt x="312416" y="11680"/>
                  </a:lnTo>
                  <a:lnTo>
                    <a:pt x="313699" y="16397"/>
                  </a:lnTo>
                  <a:lnTo>
                    <a:pt x="313418" y="18775"/>
                  </a:lnTo>
                  <a:lnTo>
                    <a:pt x="309914" y="22142"/>
                  </a:lnTo>
                  <a:lnTo>
                    <a:pt x="308740" y="24532"/>
                  </a:lnTo>
                  <a:lnTo>
                    <a:pt x="304883" y="26081"/>
                  </a:lnTo>
                  <a:lnTo>
                    <a:pt x="304280" y="29252"/>
                  </a:lnTo>
                  <a:lnTo>
                    <a:pt x="305309" y="33697"/>
                  </a:lnTo>
                  <a:lnTo>
                    <a:pt x="309213" y="35027"/>
                  </a:lnTo>
                  <a:lnTo>
                    <a:pt x="313064" y="33789"/>
                  </a:lnTo>
                  <a:lnTo>
                    <a:pt x="314249" y="31106"/>
                  </a:lnTo>
                  <a:lnTo>
                    <a:pt x="313730" y="27408"/>
                  </a:lnTo>
                  <a:lnTo>
                    <a:pt x="316777" y="23634"/>
                  </a:lnTo>
                  <a:lnTo>
                    <a:pt x="318868" y="17766"/>
                  </a:lnTo>
                  <a:lnTo>
                    <a:pt x="322947" y="13073"/>
                  </a:lnTo>
                  <a:lnTo>
                    <a:pt x="325305" y="14261"/>
                  </a:lnTo>
                  <a:lnTo>
                    <a:pt x="332583" y="21959"/>
                  </a:lnTo>
                  <a:lnTo>
                    <a:pt x="332048" y="26401"/>
                  </a:lnTo>
                  <a:lnTo>
                    <a:pt x="332808" y="34274"/>
                  </a:lnTo>
                  <a:lnTo>
                    <a:pt x="335702" y="33744"/>
                  </a:lnTo>
                  <a:lnTo>
                    <a:pt x="338557" y="34234"/>
                  </a:lnTo>
                  <a:lnTo>
                    <a:pt x="341909" y="36968"/>
                  </a:lnTo>
                  <a:lnTo>
                    <a:pt x="346641" y="29344"/>
                  </a:lnTo>
                  <a:lnTo>
                    <a:pt x="351198" y="29177"/>
                  </a:lnTo>
                  <a:lnTo>
                    <a:pt x="356067" y="28360"/>
                  </a:lnTo>
                  <a:lnTo>
                    <a:pt x="359831" y="25871"/>
                  </a:lnTo>
                  <a:lnTo>
                    <a:pt x="363688" y="26193"/>
                  </a:lnTo>
                  <a:lnTo>
                    <a:pt x="366687" y="27924"/>
                  </a:lnTo>
                  <a:lnTo>
                    <a:pt x="370907" y="27678"/>
                  </a:lnTo>
                  <a:lnTo>
                    <a:pt x="376522" y="28751"/>
                  </a:lnTo>
                  <a:lnTo>
                    <a:pt x="380695" y="30668"/>
                  </a:lnTo>
                  <a:lnTo>
                    <a:pt x="381398" y="32589"/>
                  </a:lnTo>
                  <a:lnTo>
                    <a:pt x="378345" y="36340"/>
                  </a:lnTo>
                  <a:lnTo>
                    <a:pt x="378389" y="39498"/>
                  </a:lnTo>
                  <a:lnTo>
                    <a:pt x="375938" y="40690"/>
                  </a:lnTo>
                  <a:lnTo>
                    <a:pt x="376922" y="45129"/>
                  </a:lnTo>
                  <a:lnTo>
                    <a:pt x="379786" y="45849"/>
                  </a:lnTo>
                  <a:lnTo>
                    <a:pt x="384333" y="46608"/>
                  </a:lnTo>
                  <a:lnTo>
                    <a:pt x="386521" y="47832"/>
                  </a:lnTo>
                  <a:lnTo>
                    <a:pt x="392326" y="48275"/>
                  </a:lnTo>
                  <a:lnTo>
                    <a:pt x="391707" y="51345"/>
                  </a:lnTo>
                  <a:lnTo>
                    <a:pt x="391817" y="55902"/>
                  </a:lnTo>
                  <a:lnTo>
                    <a:pt x="396729" y="55715"/>
                  </a:lnTo>
                  <a:lnTo>
                    <a:pt x="401144" y="57279"/>
                  </a:lnTo>
                  <a:lnTo>
                    <a:pt x="403792" y="58684"/>
                  </a:lnTo>
                  <a:lnTo>
                    <a:pt x="406778" y="54374"/>
                  </a:lnTo>
                  <a:lnTo>
                    <a:pt x="409090" y="52259"/>
                  </a:lnTo>
                  <a:lnTo>
                    <a:pt x="411517" y="51802"/>
                  </a:lnTo>
                  <a:lnTo>
                    <a:pt x="416185" y="49972"/>
                  </a:lnTo>
                  <a:lnTo>
                    <a:pt x="419253" y="51070"/>
                  </a:lnTo>
                  <a:lnTo>
                    <a:pt x="421794" y="53544"/>
                  </a:lnTo>
                  <a:lnTo>
                    <a:pt x="426410" y="51507"/>
                  </a:lnTo>
                  <a:lnTo>
                    <a:pt x="430354" y="46116"/>
                  </a:lnTo>
                  <a:lnTo>
                    <a:pt x="433040" y="46598"/>
                  </a:lnTo>
                  <a:lnTo>
                    <a:pt x="438694" y="44423"/>
                  </a:lnTo>
                  <a:lnTo>
                    <a:pt x="444732" y="45744"/>
                  </a:lnTo>
                  <a:lnTo>
                    <a:pt x="450277" y="48900"/>
                  </a:lnTo>
                  <a:lnTo>
                    <a:pt x="455697" y="47829"/>
                  </a:lnTo>
                  <a:lnTo>
                    <a:pt x="460113" y="51947"/>
                  </a:lnTo>
                  <a:lnTo>
                    <a:pt x="460644" y="54952"/>
                  </a:lnTo>
                  <a:lnTo>
                    <a:pt x="463101" y="55173"/>
                  </a:lnTo>
                  <a:lnTo>
                    <a:pt x="465888" y="51736"/>
                  </a:lnTo>
                  <a:lnTo>
                    <a:pt x="471174" y="53153"/>
                  </a:lnTo>
                  <a:lnTo>
                    <a:pt x="473366" y="54197"/>
                  </a:lnTo>
                  <a:lnTo>
                    <a:pt x="475970" y="58746"/>
                  </a:lnTo>
                  <a:lnTo>
                    <a:pt x="483201" y="59569"/>
                  </a:lnTo>
                  <a:lnTo>
                    <a:pt x="487210" y="57564"/>
                  </a:lnTo>
                  <a:lnTo>
                    <a:pt x="489131" y="60746"/>
                  </a:lnTo>
                  <a:lnTo>
                    <a:pt x="492778" y="60610"/>
                  </a:lnTo>
                  <a:lnTo>
                    <a:pt x="494673" y="57642"/>
                  </a:lnTo>
                  <a:lnTo>
                    <a:pt x="502590" y="56106"/>
                  </a:lnTo>
                  <a:lnTo>
                    <a:pt x="510768" y="56321"/>
                  </a:lnTo>
                  <a:lnTo>
                    <a:pt x="513522" y="57025"/>
                  </a:lnTo>
                  <a:lnTo>
                    <a:pt x="516392" y="54688"/>
                  </a:lnTo>
                  <a:lnTo>
                    <a:pt x="522099" y="59062"/>
                  </a:lnTo>
                  <a:lnTo>
                    <a:pt x="526527" y="61352"/>
                  </a:lnTo>
                  <a:lnTo>
                    <a:pt x="532456" y="63158"/>
                  </a:lnTo>
                  <a:lnTo>
                    <a:pt x="538495" y="63678"/>
                  </a:lnTo>
                  <a:lnTo>
                    <a:pt x="540652" y="62148"/>
                  </a:lnTo>
                  <a:lnTo>
                    <a:pt x="543328" y="62424"/>
                  </a:lnTo>
                  <a:lnTo>
                    <a:pt x="547170" y="56866"/>
                  </a:lnTo>
                  <a:lnTo>
                    <a:pt x="550820" y="55095"/>
                  </a:lnTo>
                  <a:lnTo>
                    <a:pt x="557644" y="48891"/>
                  </a:lnTo>
                  <a:lnTo>
                    <a:pt x="565689" y="45375"/>
                  </a:lnTo>
                  <a:lnTo>
                    <a:pt x="567772" y="45783"/>
                  </a:lnTo>
                  <a:lnTo>
                    <a:pt x="570459" y="43322"/>
                  </a:lnTo>
                  <a:lnTo>
                    <a:pt x="577109" y="45938"/>
                  </a:lnTo>
                  <a:lnTo>
                    <a:pt x="582970" y="47565"/>
                  </a:lnTo>
                  <a:lnTo>
                    <a:pt x="590202" y="51459"/>
                  </a:lnTo>
                  <a:lnTo>
                    <a:pt x="591756" y="53904"/>
                  </a:lnTo>
                  <a:lnTo>
                    <a:pt x="595479" y="54275"/>
                  </a:lnTo>
                  <a:lnTo>
                    <a:pt x="600978" y="56813"/>
                  </a:lnTo>
                  <a:lnTo>
                    <a:pt x="608016" y="58207"/>
                  </a:lnTo>
                  <a:lnTo>
                    <a:pt x="615294" y="62658"/>
                  </a:lnTo>
                  <a:lnTo>
                    <a:pt x="620125" y="62034"/>
                  </a:lnTo>
                  <a:lnTo>
                    <a:pt x="625088" y="63262"/>
                  </a:lnTo>
                  <a:lnTo>
                    <a:pt x="641758" y="137606"/>
                  </a:lnTo>
                  <a:lnTo>
                    <a:pt x="682540" y="309681"/>
                  </a:lnTo>
                  <a:lnTo>
                    <a:pt x="748337" y="563574"/>
                  </a:lnTo>
                  <a:lnTo>
                    <a:pt x="775324" y="660835"/>
                  </a:lnTo>
                  <a:lnTo>
                    <a:pt x="776879" y="666333"/>
                  </a:lnTo>
                  <a:lnTo>
                    <a:pt x="792322" y="667147"/>
                  </a:lnTo>
                  <a:lnTo>
                    <a:pt x="792585" y="661009"/>
                  </a:lnTo>
                  <a:lnTo>
                    <a:pt x="809358" y="664307"/>
                  </a:lnTo>
                  <a:lnTo>
                    <a:pt x="815031" y="651513"/>
                  </a:lnTo>
                  <a:lnTo>
                    <a:pt x="832824" y="644226"/>
                  </a:lnTo>
                  <a:lnTo>
                    <a:pt x="833627" y="646331"/>
                  </a:lnTo>
                  <a:lnTo>
                    <a:pt x="834742" y="662362"/>
                  </a:lnTo>
                  <a:lnTo>
                    <a:pt x="841183" y="666643"/>
                  </a:lnTo>
                  <a:lnTo>
                    <a:pt x="853261" y="668604"/>
                  </a:lnTo>
                  <a:lnTo>
                    <a:pt x="857420" y="675439"/>
                  </a:lnTo>
                  <a:lnTo>
                    <a:pt x="860001" y="677348"/>
                  </a:lnTo>
                  <a:lnTo>
                    <a:pt x="900348" y="698660"/>
                  </a:lnTo>
                  <a:lnTo>
                    <a:pt x="909116" y="713561"/>
                  </a:lnTo>
                  <a:lnTo>
                    <a:pt x="910007" y="718895"/>
                  </a:lnTo>
                  <a:lnTo>
                    <a:pt x="912362" y="717817"/>
                  </a:lnTo>
                  <a:lnTo>
                    <a:pt x="915921" y="709873"/>
                  </a:lnTo>
                  <a:lnTo>
                    <a:pt x="925130" y="696660"/>
                  </a:lnTo>
                  <a:lnTo>
                    <a:pt x="925819" y="694976"/>
                  </a:lnTo>
                  <a:lnTo>
                    <a:pt x="933109" y="691671"/>
                  </a:lnTo>
                  <a:lnTo>
                    <a:pt x="933742" y="684640"/>
                  </a:lnTo>
                  <a:lnTo>
                    <a:pt x="933900" y="682856"/>
                  </a:lnTo>
                  <a:lnTo>
                    <a:pt x="929634" y="671709"/>
                  </a:lnTo>
                  <a:lnTo>
                    <a:pt x="933460" y="671246"/>
                  </a:lnTo>
                  <a:lnTo>
                    <a:pt x="935488" y="665100"/>
                  </a:lnTo>
                  <a:lnTo>
                    <a:pt x="934627" y="663017"/>
                  </a:lnTo>
                  <a:lnTo>
                    <a:pt x="930322" y="661826"/>
                  </a:lnTo>
                  <a:lnTo>
                    <a:pt x="934200" y="657401"/>
                  </a:lnTo>
                  <a:lnTo>
                    <a:pt x="940950" y="652996"/>
                  </a:lnTo>
                  <a:lnTo>
                    <a:pt x="946106" y="646302"/>
                  </a:lnTo>
                  <a:lnTo>
                    <a:pt x="951755" y="638911"/>
                  </a:lnTo>
                  <a:lnTo>
                    <a:pt x="961444" y="642260"/>
                  </a:lnTo>
                  <a:lnTo>
                    <a:pt x="962711" y="644088"/>
                  </a:lnTo>
                  <a:lnTo>
                    <a:pt x="966636" y="645393"/>
                  </a:lnTo>
                  <a:lnTo>
                    <a:pt x="970636" y="648009"/>
                  </a:lnTo>
                  <a:lnTo>
                    <a:pt x="972772" y="653503"/>
                  </a:lnTo>
                  <a:lnTo>
                    <a:pt x="972794" y="657281"/>
                  </a:lnTo>
                  <a:lnTo>
                    <a:pt x="975468" y="659074"/>
                  </a:lnTo>
                  <a:lnTo>
                    <a:pt x="975744" y="661536"/>
                  </a:lnTo>
                  <a:lnTo>
                    <a:pt x="979302" y="664710"/>
                  </a:lnTo>
                  <a:lnTo>
                    <a:pt x="987865" y="663439"/>
                  </a:lnTo>
                  <a:lnTo>
                    <a:pt x="990616" y="667064"/>
                  </a:lnTo>
                  <a:lnTo>
                    <a:pt x="994817" y="669080"/>
                  </a:lnTo>
                  <a:lnTo>
                    <a:pt x="997391" y="667996"/>
                  </a:lnTo>
                  <a:lnTo>
                    <a:pt x="1002704" y="672419"/>
                  </a:lnTo>
                  <a:lnTo>
                    <a:pt x="1003492" y="676310"/>
                  </a:lnTo>
                  <a:lnTo>
                    <a:pt x="1006034" y="676217"/>
                  </a:lnTo>
                  <a:lnTo>
                    <a:pt x="1007048" y="678858"/>
                  </a:lnTo>
                  <a:lnTo>
                    <a:pt x="1010924" y="681619"/>
                  </a:lnTo>
                  <a:lnTo>
                    <a:pt x="1026551" y="684188"/>
                  </a:lnTo>
                  <a:lnTo>
                    <a:pt x="1033828" y="689700"/>
                  </a:lnTo>
                  <a:lnTo>
                    <a:pt x="1048082" y="696330"/>
                  </a:lnTo>
                  <a:lnTo>
                    <a:pt x="1046668" y="700032"/>
                  </a:lnTo>
                  <a:lnTo>
                    <a:pt x="1053174" y="705416"/>
                  </a:lnTo>
                  <a:lnTo>
                    <a:pt x="1061382" y="710469"/>
                  </a:lnTo>
                  <a:lnTo>
                    <a:pt x="1068317" y="718234"/>
                  </a:lnTo>
                  <a:lnTo>
                    <a:pt x="1078756" y="724858"/>
                  </a:lnTo>
                  <a:lnTo>
                    <a:pt x="1085824" y="731631"/>
                  </a:lnTo>
                  <a:lnTo>
                    <a:pt x="1091675" y="736448"/>
                  </a:lnTo>
                  <a:lnTo>
                    <a:pt x="1097231" y="740994"/>
                  </a:lnTo>
                  <a:lnTo>
                    <a:pt x="1107288" y="747615"/>
                  </a:lnTo>
                  <a:lnTo>
                    <a:pt x="1114444" y="753960"/>
                  </a:lnTo>
                  <a:lnTo>
                    <a:pt x="1113919" y="762992"/>
                  </a:lnTo>
                  <a:lnTo>
                    <a:pt x="1125149" y="760914"/>
                  </a:lnTo>
                  <a:lnTo>
                    <a:pt x="1127314" y="771572"/>
                  </a:lnTo>
                  <a:lnTo>
                    <a:pt x="1127537" y="772674"/>
                  </a:lnTo>
                  <a:lnTo>
                    <a:pt x="1137436" y="773063"/>
                  </a:lnTo>
                  <a:lnTo>
                    <a:pt x="1137892" y="776636"/>
                  </a:lnTo>
                  <a:lnTo>
                    <a:pt x="1144107" y="784735"/>
                  </a:lnTo>
                  <a:lnTo>
                    <a:pt x="1151836" y="780178"/>
                  </a:lnTo>
                  <a:lnTo>
                    <a:pt x="1157411" y="782270"/>
                  </a:lnTo>
                  <a:lnTo>
                    <a:pt x="1169474" y="783686"/>
                  </a:lnTo>
                  <a:lnTo>
                    <a:pt x="1173244" y="784906"/>
                  </a:lnTo>
                  <a:lnTo>
                    <a:pt x="1182955" y="782709"/>
                  </a:lnTo>
                  <a:lnTo>
                    <a:pt x="1185967" y="783279"/>
                  </a:lnTo>
                  <a:lnTo>
                    <a:pt x="1191830" y="785877"/>
                  </a:lnTo>
                  <a:lnTo>
                    <a:pt x="1197566" y="785072"/>
                  </a:lnTo>
                  <a:lnTo>
                    <a:pt x="1201695" y="790306"/>
                  </a:lnTo>
                  <a:lnTo>
                    <a:pt x="1204683" y="789794"/>
                  </a:lnTo>
                  <a:lnTo>
                    <a:pt x="1208670" y="790009"/>
                  </a:lnTo>
                  <a:lnTo>
                    <a:pt x="1212640" y="786522"/>
                  </a:lnTo>
                  <a:lnTo>
                    <a:pt x="1219320" y="792231"/>
                  </a:lnTo>
                  <a:lnTo>
                    <a:pt x="1221255" y="796940"/>
                  </a:lnTo>
                  <a:lnTo>
                    <a:pt x="1221640" y="803581"/>
                  </a:lnTo>
                  <a:lnTo>
                    <a:pt x="1220874" y="805228"/>
                  </a:lnTo>
                  <a:lnTo>
                    <a:pt x="1221676" y="808075"/>
                  </a:lnTo>
                  <a:lnTo>
                    <a:pt x="1222331" y="810399"/>
                  </a:lnTo>
                  <a:lnTo>
                    <a:pt x="1224861" y="812441"/>
                  </a:lnTo>
                  <a:lnTo>
                    <a:pt x="1227997" y="819582"/>
                  </a:lnTo>
                  <a:lnTo>
                    <a:pt x="1231206" y="823299"/>
                  </a:lnTo>
                  <a:lnTo>
                    <a:pt x="1234471" y="826225"/>
                  </a:lnTo>
                  <a:lnTo>
                    <a:pt x="1237642" y="831350"/>
                  </a:lnTo>
                  <a:lnTo>
                    <a:pt x="1240025" y="832806"/>
                  </a:lnTo>
                  <a:lnTo>
                    <a:pt x="1240487" y="835350"/>
                  </a:lnTo>
                  <a:lnTo>
                    <a:pt x="1239337" y="841539"/>
                  </a:lnTo>
                  <a:lnTo>
                    <a:pt x="1239659" y="847563"/>
                  </a:lnTo>
                  <a:lnTo>
                    <a:pt x="1240256" y="853139"/>
                  </a:lnTo>
                  <a:lnTo>
                    <a:pt x="1239423" y="861306"/>
                  </a:lnTo>
                  <a:lnTo>
                    <a:pt x="1236385" y="871017"/>
                  </a:lnTo>
                  <a:lnTo>
                    <a:pt x="1233781" y="874729"/>
                  </a:lnTo>
                  <a:lnTo>
                    <a:pt x="1235189" y="876909"/>
                  </a:lnTo>
                  <a:lnTo>
                    <a:pt x="1233918" y="879207"/>
                  </a:lnTo>
                  <a:lnTo>
                    <a:pt x="1231180" y="877878"/>
                  </a:lnTo>
                  <a:lnTo>
                    <a:pt x="1228486" y="876924"/>
                  </a:lnTo>
                  <a:lnTo>
                    <a:pt x="1227314" y="878911"/>
                  </a:lnTo>
                  <a:lnTo>
                    <a:pt x="1226472" y="879091"/>
                  </a:lnTo>
                  <a:lnTo>
                    <a:pt x="1223232" y="877916"/>
                  </a:lnTo>
                  <a:lnTo>
                    <a:pt x="1220474" y="873407"/>
                  </a:lnTo>
                  <a:lnTo>
                    <a:pt x="1218711" y="870824"/>
                  </a:lnTo>
                  <a:lnTo>
                    <a:pt x="1217062" y="868610"/>
                  </a:lnTo>
                  <a:lnTo>
                    <a:pt x="1215241" y="867939"/>
                  </a:lnTo>
                  <a:lnTo>
                    <a:pt x="1214372" y="864833"/>
                  </a:lnTo>
                  <a:lnTo>
                    <a:pt x="1212545" y="862364"/>
                  </a:lnTo>
                  <a:lnTo>
                    <a:pt x="1210472" y="861324"/>
                  </a:lnTo>
                  <a:lnTo>
                    <a:pt x="1208053" y="859217"/>
                  </a:lnTo>
                  <a:lnTo>
                    <a:pt x="1207048" y="857631"/>
                  </a:lnTo>
                  <a:lnTo>
                    <a:pt x="1204696" y="858342"/>
                  </a:lnTo>
                  <a:lnTo>
                    <a:pt x="1206229" y="864170"/>
                  </a:lnTo>
                  <a:lnTo>
                    <a:pt x="1208076" y="868032"/>
                  </a:lnTo>
                  <a:lnTo>
                    <a:pt x="1207748" y="872140"/>
                  </a:lnTo>
                  <a:lnTo>
                    <a:pt x="1209131" y="875069"/>
                  </a:lnTo>
                  <a:lnTo>
                    <a:pt x="1211386" y="875482"/>
                  </a:lnTo>
                  <a:lnTo>
                    <a:pt x="1210955" y="879595"/>
                  </a:lnTo>
                  <a:lnTo>
                    <a:pt x="1208732" y="881253"/>
                  </a:lnTo>
                  <a:lnTo>
                    <a:pt x="1204192" y="880729"/>
                  </a:lnTo>
                  <a:lnTo>
                    <a:pt x="1201331" y="879640"/>
                  </a:lnTo>
                  <a:lnTo>
                    <a:pt x="1197914" y="881253"/>
                  </a:lnTo>
                  <a:lnTo>
                    <a:pt x="1196582" y="880770"/>
                  </a:lnTo>
                  <a:lnTo>
                    <a:pt x="1195917" y="878468"/>
                  </a:lnTo>
                  <a:lnTo>
                    <a:pt x="1195505" y="877043"/>
                  </a:lnTo>
                  <a:lnTo>
                    <a:pt x="1193300" y="875826"/>
                  </a:lnTo>
                  <a:lnTo>
                    <a:pt x="1193685" y="871720"/>
                  </a:lnTo>
                  <a:lnTo>
                    <a:pt x="1192647" y="870867"/>
                  </a:lnTo>
                  <a:lnTo>
                    <a:pt x="1189734" y="871426"/>
                  </a:lnTo>
                  <a:lnTo>
                    <a:pt x="1187363" y="871878"/>
                  </a:lnTo>
                  <a:lnTo>
                    <a:pt x="1182800" y="868954"/>
                  </a:lnTo>
                  <a:lnTo>
                    <a:pt x="1179187" y="864038"/>
                  </a:lnTo>
                  <a:lnTo>
                    <a:pt x="1175811" y="856002"/>
                  </a:lnTo>
                  <a:lnTo>
                    <a:pt x="1175160" y="853701"/>
                  </a:lnTo>
                  <a:lnTo>
                    <a:pt x="1169857" y="853204"/>
                  </a:lnTo>
                  <a:lnTo>
                    <a:pt x="1163769" y="852280"/>
                  </a:lnTo>
                  <a:lnTo>
                    <a:pt x="1160514" y="851085"/>
                  </a:lnTo>
                  <a:lnTo>
                    <a:pt x="1158713" y="848559"/>
                  </a:lnTo>
                  <a:lnTo>
                    <a:pt x="1156091" y="844874"/>
                  </a:lnTo>
                  <a:lnTo>
                    <a:pt x="1153124" y="841863"/>
                  </a:lnTo>
                  <a:lnTo>
                    <a:pt x="1156150" y="836826"/>
                  </a:lnTo>
                  <a:lnTo>
                    <a:pt x="1156454" y="832023"/>
                  </a:lnTo>
                  <a:lnTo>
                    <a:pt x="1151933" y="830944"/>
                  </a:lnTo>
                  <a:lnTo>
                    <a:pt x="1148235" y="832286"/>
                  </a:lnTo>
                  <a:lnTo>
                    <a:pt x="1148809" y="837347"/>
                  </a:lnTo>
                  <a:lnTo>
                    <a:pt x="1145683" y="836849"/>
                  </a:lnTo>
                  <a:lnTo>
                    <a:pt x="1141900" y="832982"/>
                  </a:lnTo>
                  <a:lnTo>
                    <a:pt x="1137551" y="826975"/>
                  </a:lnTo>
                  <a:lnTo>
                    <a:pt x="1135473" y="831200"/>
                  </a:lnTo>
                  <a:lnTo>
                    <a:pt x="1129369" y="827463"/>
                  </a:lnTo>
                  <a:lnTo>
                    <a:pt x="1126246" y="821219"/>
                  </a:lnTo>
                  <a:lnTo>
                    <a:pt x="1121651" y="821802"/>
                  </a:lnTo>
                  <a:lnTo>
                    <a:pt x="1120525" y="822221"/>
                  </a:lnTo>
                  <a:lnTo>
                    <a:pt x="1118259" y="821383"/>
                  </a:lnTo>
                  <a:lnTo>
                    <a:pt x="1116364" y="820073"/>
                  </a:lnTo>
                  <a:lnTo>
                    <a:pt x="1113644" y="819902"/>
                  </a:lnTo>
                  <a:lnTo>
                    <a:pt x="1111946" y="819571"/>
                  </a:lnTo>
                  <a:lnTo>
                    <a:pt x="1111557" y="818632"/>
                  </a:lnTo>
                  <a:lnTo>
                    <a:pt x="1111536" y="817764"/>
                  </a:lnTo>
                  <a:lnTo>
                    <a:pt x="1112064" y="811608"/>
                  </a:lnTo>
                  <a:lnTo>
                    <a:pt x="1114169" y="809307"/>
                  </a:lnTo>
                  <a:lnTo>
                    <a:pt x="1117743" y="808297"/>
                  </a:lnTo>
                  <a:lnTo>
                    <a:pt x="1122632" y="805030"/>
                  </a:lnTo>
                  <a:lnTo>
                    <a:pt x="1124019" y="799541"/>
                  </a:lnTo>
                  <a:lnTo>
                    <a:pt x="1125569" y="796276"/>
                  </a:lnTo>
                  <a:lnTo>
                    <a:pt x="1121110" y="792974"/>
                  </a:lnTo>
                  <a:lnTo>
                    <a:pt x="1118968" y="789312"/>
                  </a:lnTo>
                  <a:lnTo>
                    <a:pt x="1118564" y="788646"/>
                  </a:lnTo>
                  <a:lnTo>
                    <a:pt x="1117057" y="786169"/>
                  </a:lnTo>
                  <a:lnTo>
                    <a:pt x="1106986" y="783638"/>
                  </a:lnTo>
                  <a:lnTo>
                    <a:pt x="1100217" y="776798"/>
                  </a:lnTo>
                  <a:lnTo>
                    <a:pt x="1097345" y="774095"/>
                  </a:lnTo>
                  <a:lnTo>
                    <a:pt x="1089295" y="775016"/>
                  </a:lnTo>
                  <a:lnTo>
                    <a:pt x="1085275" y="773172"/>
                  </a:lnTo>
                  <a:lnTo>
                    <a:pt x="1083535" y="775707"/>
                  </a:lnTo>
                  <a:lnTo>
                    <a:pt x="1077775" y="774922"/>
                  </a:lnTo>
                  <a:lnTo>
                    <a:pt x="1073187" y="770949"/>
                  </a:lnTo>
                  <a:lnTo>
                    <a:pt x="1073313" y="766354"/>
                  </a:lnTo>
                  <a:lnTo>
                    <a:pt x="1072242" y="762235"/>
                  </a:lnTo>
                  <a:lnTo>
                    <a:pt x="1068218" y="756453"/>
                  </a:lnTo>
                  <a:lnTo>
                    <a:pt x="1066607" y="753018"/>
                  </a:lnTo>
                  <a:lnTo>
                    <a:pt x="1062220" y="751486"/>
                  </a:lnTo>
                  <a:lnTo>
                    <a:pt x="1059307" y="749434"/>
                  </a:lnTo>
                  <a:lnTo>
                    <a:pt x="1057744" y="743724"/>
                  </a:lnTo>
                  <a:lnTo>
                    <a:pt x="1054532" y="739938"/>
                  </a:lnTo>
                  <a:lnTo>
                    <a:pt x="1054246" y="739600"/>
                  </a:lnTo>
                  <a:lnTo>
                    <a:pt x="1046116" y="732836"/>
                  </a:lnTo>
                  <a:lnTo>
                    <a:pt x="1036739" y="727810"/>
                  </a:lnTo>
                  <a:lnTo>
                    <a:pt x="1033616" y="722676"/>
                  </a:lnTo>
                  <a:lnTo>
                    <a:pt x="1030337" y="720711"/>
                  </a:lnTo>
                  <a:lnTo>
                    <a:pt x="1027678" y="722001"/>
                  </a:lnTo>
                  <a:lnTo>
                    <a:pt x="1023051" y="723176"/>
                  </a:lnTo>
                  <a:lnTo>
                    <a:pt x="1019849" y="723209"/>
                  </a:lnTo>
                  <a:lnTo>
                    <a:pt x="1014226" y="724174"/>
                  </a:lnTo>
                  <a:lnTo>
                    <a:pt x="1007051" y="716863"/>
                  </a:lnTo>
                  <a:lnTo>
                    <a:pt x="999739" y="715216"/>
                  </a:lnTo>
                  <a:lnTo>
                    <a:pt x="996020" y="717222"/>
                  </a:lnTo>
                  <a:lnTo>
                    <a:pt x="994793" y="717882"/>
                  </a:lnTo>
                  <a:lnTo>
                    <a:pt x="997698" y="722059"/>
                  </a:lnTo>
                  <a:lnTo>
                    <a:pt x="999852" y="725814"/>
                  </a:lnTo>
                  <a:lnTo>
                    <a:pt x="998644" y="727519"/>
                  </a:lnTo>
                  <a:lnTo>
                    <a:pt x="1001278" y="733061"/>
                  </a:lnTo>
                  <a:lnTo>
                    <a:pt x="996071" y="732594"/>
                  </a:lnTo>
                  <a:lnTo>
                    <a:pt x="993493" y="733235"/>
                  </a:lnTo>
                  <a:lnTo>
                    <a:pt x="987978" y="728343"/>
                  </a:lnTo>
                  <a:lnTo>
                    <a:pt x="986778" y="729120"/>
                  </a:lnTo>
                  <a:lnTo>
                    <a:pt x="984078" y="730867"/>
                  </a:lnTo>
                  <a:lnTo>
                    <a:pt x="980949" y="732560"/>
                  </a:lnTo>
                  <a:lnTo>
                    <a:pt x="976832" y="729047"/>
                  </a:lnTo>
                  <a:lnTo>
                    <a:pt x="971341" y="732411"/>
                  </a:lnTo>
                  <a:lnTo>
                    <a:pt x="967538" y="734024"/>
                  </a:lnTo>
                  <a:lnTo>
                    <a:pt x="966241" y="737235"/>
                  </a:lnTo>
                  <a:lnTo>
                    <a:pt x="962119" y="740888"/>
                  </a:lnTo>
                  <a:lnTo>
                    <a:pt x="957086" y="743752"/>
                  </a:lnTo>
                  <a:lnTo>
                    <a:pt x="953410" y="744170"/>
                  </a:lnTo>
                  <a:lnTo>
                    <a:pt x="953297" y="746977"/>
                  </a:lnTo>
                  <a:lnTo>
                    <a:pt x="954318" y="748914"/>
                  </a:lnTo>
                  <a:lnTo>
                    <a:pt x="954194" y="750908"/>
                  </a:lnTo>
                  <a:lnTo>
                    <a:pt x="950756" y="752149"/>
                  </a:lnTo>
                  <a:lnTo>
                    <a:pt x="949038" y="748966"/>
                  </a:lnTo>
                  <a:lnTo>
                    <a:pt x="943703" y="747994"/>
                  </a:lnTo>
                  <a:lnTo>
                    <a:pt x="940812" y="745278"/>
                  </a:lnTo>
                  <a:lnTo>
                    <a:pt x="937738" y="744062"/>
                  </a:lnTo>
                  <a:lnTo>
                    <a:pt x="935039" y="745571"/>
                  </a:lnTo>
                  <a:lnTo>
                    <a:pt x="928800" y="744003"/>
                  </a:lnTo>
                  <a:lnTo>
                    <a:pt x="924339" y="742915"/>
                  </a:lnTo>
                  <a:lnTo>
                    <a:pt x="915652" y="739409"/>
                  </a:lnTo>
                  <a:lnTo>
                    <a:pt x="912565" y="739124"/>
                  </a:lnTo>
                  <a:lnTo>
                    <a:pt x="910657" y="736423"/>
                  </a:lnTo>
                  <a:lnTo>
                    <a:pt x="904039" y="732853"/>
                  </a:lnTo>
                  <a:lnTo>
                    <a:pt x="899658" y="730736"/>
                  </a:lnTo>
                  <a:lnTo>
                    <a:pt x="899483" y="729644"/>
                  </a:lnTo>
                  <a:lnTo>
                    <a:pt x="899126" y="727416"/>
                  </a:lnTo>
                  <a:lnTo>
                    <a:pt x="897383" y="725076"/>
                  </a:lnTo>
                  <a:lnTo>
                    <a:pt x="892356" y="721889"/>
                  </a:lnTo>
                  <a:lnTo>
                    <a:pt x="885922" y="718925"/>
                  </a:lnTo>
                  <a:lnTo>
                    <a:pt x="881049" y="718064"/>
                  </a:lnTo>
                  <a:lnTo>
                    <a:pt x="871239" y="717265"/>
                  </a:lnTo>
                  <a:lnTo>
                    <a:pt x="864413" y="714169"/>
                  </a:lnTo>
                  <a:lnTo>
                    <a:pt x="860161" y="712864"/>
                  </a:lnTo>
                  <a:lnTo>
                    <a:pt x="854743" y="712039"/>
                  </a:lnTo>
                  <a:lnTo>
                    <a:pt x="847640" y="710965"/>
                  </a:lnTo>
                  <a:lnTo>
                    <a:pt x="842246" y="709841"/>
                  </a:lnTo>
                  <a:lnTo>
                    <a:pt x="834177" y="706954"/>
                  </a:lnTo>
                  <a:lnTo>
                    <a:pt x="825530" y="703770"/>
                  </a:lnTo>
                  <a:lnTo>
                    <a:pt x="827624" y="697638"/>
                  </a:lnTo>
                  <a:lnTo>
                    <a:pt x="832005" y="694826"/>
                  </a:lnTo>
                  <a:lnTo>
                    <a:pt x="830613" y="690641"/>
                  </a:lnTo>
                  <a:lnTo>
                    <a:pt x="827799" y="683647"/>
                  </a:lnTo>
                  <a:lnTo>
                    <a:pt x="822497" y="684602"/>
                  </a:lnTo>
                  <a:lnTo>
                    <a:pt x="820258" y="687548"/>
                  </a:lnTo>
                  <a:lnTo>
                    <a:pt x="814834" y="692608"/>
                  </a:lnTo>
                  <a:lnTo>
                    <a:pt x="812326" y="694864"/>
                  </a:lnTo>
                  <a:lnTo>
                    <a:pt x="811236" y="698598"/>
                  </a:lnTo>
                  <a:lnTo>
                    <a:pt x="805880" y="699526"/>
                  </a:lnTo>
                  <a:lnTo>
                    <a:pt x="793797" y="701398"/>
                  </a:lnTo>
                  <a:lnTo>
                    <a:pt x="789423" y="701171"/>
                  </a:lnTo>
                  <a:lnTo>
                    <a:pt x="781199" y="699431"/>
                  </a:lnTo>
                  <a:lnTo>
                    <a:pt x="773020" y="698029"/>
                  </a:lnTo>
                  <a:lnTo>
                    <a:pt x="769238" y="695351"/>
                  </a:lnTo>
                  <a:lnTo>
                    <a:pt x="765251" y="693996"/>
                  </a:lnTo>
                  <a:lnTo>
                    <a:pt x="760995" y="695291"/>
                  </a:lnTo>
                  <a:lnTo>
                    <a:pt x="754838" y="693807"/>
                  </a:lnTo>
                  <a:lnTo>
                    <a:pt x="750058" y="694258"/>
                  </a:lnTo>
                  <a:lnTo>
                    <a:pt x="738253" y="694439"/>
                  </a:lnTo>
                  <a:lnTo>
                    <a:pt x="728255" y="695719"/>
                  </a:lnTo>
                  <a:lnTo>
                    <a:pt x="723366" y="697376"/>
                  </a:lnTo>
                  <a:lnTo>
                    <a:pt x="718894" y="700148"/>
                  </a:lnTo>
                  <a:lnTo>
                    <a:pt x="713033" y="702476"/>
                  </a:lnTo>
                  <a:lnTo>
                    <a:pt x="702585" y="706830"/>
                  </a:lnTo>
                  <a:lnTo>
                    <a:pt x="698236" y="709874"/>
                  </a:lnTo>
                  <a:lnTo>
                    <a:pt x="695118" y="712404"/>
                  </a:lnTo>
                  <a:lnTo>
                    <a:pt x="691387" y="711522"/>
                  </a:lnTo>
                  <a:lnTo>
                    <a:pt x="689521" y="710020"/>
                  </a:lnTo>
                  <a:lnTo>
                    <a:pt x="686880" y="706752"/>
                  </a:lnTo>
                  <a:lnTo>
                    <a:pt x="684285" y="706184"/>
                  </a:lnTo>
                  <a:lnTo>
                    <a:pt x="679767" y="709149"/>
                  </a:lnTo>
                  <a:lnTo>
                    <a:pt x="676464" y="706065"/>
                  </a:lnTo>
                  <a:lnTo>
                    <a:pt x="672193" y="705052"/>
                  </a:lnTo>
                  <a:lnTo>
                    <a:pt x="668777" y="704095"/>
                  </a:lnTo>
                  <a:lnTo>
                    <a:pt x="660129" y="704655"/>
                  </a:lnTo>
                  <a:lnTo>
                    <a:pt x="658386" y="700945"/>
                  </a:lnTo>
                  <a:lnTo>
                    <a:pt x="653957" y="699838"/>
                  </a:lnTo>
                  <a:lnTo>
                    <a:pt x="652867" y="701752"/>
                  </a:lnTo>
                  <a:lnTo>
                    <a:pt x="649083" y="701625"/>
                  </a:lnTo>
                  <a:lnTo>
                    <a:pt x="644707" y="699827"/>
                  </a:lnTo>
                  <a:lnTo>
                    <a:pt x="641252" y="703045"/>
                  </a:lnTo>
                  <a:lnTo>
                    <a:pt x="637603" y="705044"/>
                  </a:lnTo>
                  <a:lnTo>
                    <a:pt x="631127" y="703234"/>
                  </a:lnTo>
                  <a:lnTo>
                    <a:pt x="625865" y="701896"/>
                  </a:lnTo>
                  <a:lnTo>
                    <a:pt x="623166" y="704068"/>
                  </a:lnTo>
                  <a:lnTo>
                    <a:pt x="620097" y="705923"/>
                  </a:lnTo>
                  <a:lnTo>
                    <a:pt x="619154" y="706789"/>
                  </a:lnTo>
                  <a:lnTo>
                    <a:pt x="614450" y="708638"/>
                  </a:lnTo>
                  <a:lnTo>
                    <a:pt x="611932" y="711447"/>
                  </a:lnTo>
                  <a:lnTo>
                    <a:pt x="609102" y="715783"/>
                  </a:lnTo>
                  <a:lnTo>
                    <a:pt x="607769" y="715955"/>
                  </a:lnTo>
                  <a:lnTo>
                    <a:pt x="605977" y="713825"/>
                  </a:lnTo>
                  <a:lnTo>
                    <a:pt x="599085" y="714546"/>
                  </a:lnTo>
                  <a:lnTo>
                    <a:pt x="597410" y="718414"/>
                  </a:lnTo>
                  <a:lnTo>
                    <a:pt x="593676" y="723951"/>
                  </a:lnTo>
                  <a:lnTo>
                    <a:pt x="591054" y="728876"/>
                  </a:lnTo>
                  <a:lnTo>
                    <a:pt x="588593" y="735708"/>
                  </a:lnTo>
                  <a:lnTo>
                    <a:pt x="590399" y="739053"/>
                  </a:lnTo>
                  <a:lnTo>
                    <a:pt x="587057" y="740311"/>
                  </a:lnTo>
                  <a:lnTo>
                    <a:pt x="587099" y="743557"/>
                  </a:lnTo>
                  <a:lnTo>
                    <a:pt x="589873" y="744972"/>
                  </a:lnTo>
                  <a:lnTo>
                    <a:pt x="586747" y="748090"/>
                  </a:lnTo>
                  <a:lnTo>
                    <a:pt x="582812" y="750565"/>
                  </a:lnTo>
                  <a:lnTo>
                    <a:pt x="579417" y="752766"/>
                  </a:lnTo>
                  <a:lnTo>
                    <a:pt x="576381" y="755588"/>
                  </a:lnTo>
                  <a:lnTo>
                    <a:pt x="574508" y="754591"/>
                  </a:lnTo>
                  <a:lnTo>
                    <a:pt x="574346" y="750956"/>
                  </a:lnTo>
                  <a:lnTo>
                    <a:pt x="575711" y="748291"/>
                  </a:lnTo>
                  <a:lnTo>
                    <a:pt x="571520" y="743115"/>
                  </a:lnTo>
                  <a:lnTo>
                    <a:pt x="567168" y="744436"/>
                  </a:lnTo>
                  <a:lnTo>
                    <a:pt x="562721" y="746715"/>
                  </a:lnTo>
                  <a:lnTo>
                    <a:pt x="563226" y="743592"/>
                  </a:lnTo>
                  <a:lnTo>
                    <a:pt x="559682" y="740328"/>
                  </a:lnTo>
                  <a:lnTo>
                    <a:pt x="557653" y="744572"/>
                  </a:lnTo>
                  <a:lnTo>
                    <a:pt x="555775" y="747822"/>
                  </a:lnTo>
                  <a:lnTo>
                    <a:pt x="551217" y="750068"/>
                  </a:lnTo>
                  <a:lnTo>
                    <a:pt x="550673" y="749635"/>
                  </a:lnTo>
                  <a:lnTo>
                    <a:pt x="549202" y="748459"/>
                  </a:lnTo>
                  <a:lnTo>
                    <a:pt x="545674" y="748563"/>
                  </a:lnTo>
                  <a:lnTo>
                    <a:pt x="544207" y="750787"/>
                  </a:lnTo>
                  <a:lnTo>
                    <a:pt x="541517" y="749289"/>
                  </a:lnTo>
                  <a:lnTo>
                    <a:pt x="538568" y="750605"/>
                  </a:lnTo>
                  <a:lnTo>
                    <a:pt x="535607" y="749329"/>
                  </a:lnTo>
                  <a:lnTo>
                    <a:pt x="532931" y="751858"/>
                  </a:lnTo>
                  <a:lnTo>
                    <a:pt x="532139" y="756578"/>
                  </a:lnTo>
                  <a:lnTo>
                    <a:pt x="529269" y="759573"/>
                  </a:lnTo>
                  <a:lnTo>
                    <a:pt x="525585" y="755567"/>
                  </a:lnTo>
                  <a:lnTo>
                    <a:pt x="523041" y="759537"/>
                  </a:lnTo>
                  <a:lnTo>
                    <a:pt x="522923" y="763304"/>
                  </a:lnTo>
                  <a:lnTo>
                    <a:pt x="525956" y="764615"/>
                  </a:lnTo>
                  <a:lnTo>
                    <a:pt x="526000" y="769006"/>
                  </a:lnTo>
                  <a:lnTo>
                    <a:pt x="522652" y="767697"/>
                  </a:lnTo>
                  <a:lnTo>
                    <a:pt x="519676" y="770106"/>
                  </a:lnTo>
                  <a:lnTo>
                    <a:pt x="519972" y="774803"/>
                  </a:lnTo>
                  <a:lnTo>
                    <a:pt x="516304" y="771057"/>
                  </a:lnTo>
                  <a:lnTo>
                    <a:pt x="514024" y="772092"/>
                  </a:lnTo>
                  <a:lnTo>
                    <a:pt x="512094" y="776620"/>
                  </a:lnTo>
                  <a:lnTo>
                    <a:pt x="508776" y="782233"/>
                  </a:lnTo>
                  <a:lnTo>
                    <a:pt x="505119" y="789004"/>
                  </a:lnTo>
                  <a:lnTo>
                    <a:pt x="505044" y="791903"/>
                  </a:lnTo>
                  <a:lnTo>
                    <a:pt x="503366" y="793894"/>
                  </a:lnTo>
                  <a:lnTo>
                    <a:pt x="503133" y="797891"/>
                  </a:lnTo>
                  <a:lnTo>
                    <a:pt x="501715" y="798024"/>
                  </a:lnTo>
                  <a:lnTo>
                    <a:pt x="499425" y="792991"/>
                  </a:lnTo>
                  <a:lnTo>
                    <a:pt x="498417" y="790808"/>
                  </a:lnTo>
                  <a:lnTo>
                    <a:pt x="495958" y="791958"/>
                  </a:lnTo>
                  <a:lnTo>
                    <a:pt x="495663" y="796044"/>
                  </a:lnTo>
                  <a:lnTo>
                    <a:pt x="494236" y="801816"/>
                  </a:lnTo>
                  <a:lnTo>
                    <a:pt x="493084" y="802910"/>
                  </a:lnTo>
                  <a:lnTo>
                    <a:pt x="489533" y="800810"/>
                  </a:lnTo>
                  <a:lnTo>
                    <a:pt x="486959" y="802958"/>
                  </a:lnTo>
                  <a:lnTo>
                    <a:pt x="488109" y="805338"/>
                  </a:lnTo>
                  <a:lnTo>
                    <a:pt x="486741" y="807932"/>
                  </a:lnTo>
                  <a:lnTo>
                    <a:pt x="484973" y="808817"/>
                  </a:lnTo>
                  <a:lnTo>
                    <a:pt x="481176" y="810366"/>
                  </a:lnTo>
                  <a:lnTo>
                    <a:pt x="476000" y="810484"/>
                  </a:lnTo>
                  <a:lnTo>
                    <a:pt x="474279" y="810544"/>
                  </a:lnTo>
                  <a:lnTo>
                    <a:pt x="470028" y="809765"/>
                  </a:lnTo>
                  <a:lnTo>
                    <a:pt x="472204" y="816788"/>
                  </a:lnTo>
                  <a:lnTo>
                    <a:pt x="465399" y="820899"/>
                  </a:lnTo>
                  <a:lnTo>
                    <a:pt x="458719" y="818100"/>
                  </a:lnTo>
                  <a:lnTo>
                    <a:pt x="456158" y="812747"/>
                  </a:lnTo>
                  <a:lnTo>
                    <a:pt x="453551" y="809598"/>
                  </a:lnTo>
                  <a:lnTo>
                    <a:pt x="453625" y="805050"/>
                  </a:lnTo>
                  <a:lnTo>
                    <a:pt x="455355" y="799605"/>
                  </a:lnTo>
                  <a:lnTo>
                    <a:pt x="459427" y="795808"/>
                  </a:lnTo>
                  <a:lnTo>
                    <a:pt x="466004" y="791099"/>
                  </a:lnTo>
                  <a:lnTo>
                    <a:pt x="471427" y="786925"/>
                  </a:lnTo>
                  <a:lnTo>
                    <a:pt x="474702" y="782524"/>
                  </a:lnTo>
                  <a:lnTo>
                    <a:pt x="471241" y="778470"/>
                  </a:lnTo>
                  <a:lnTo>
                    <a:pt x="466973" y="782422"/>
                  </a:lnTo>
                  <a:lnTo>
                    <a:pt x="460940" y="783359"/>
                  </a:lnTo>
                  <a:lnTo>
                    <a:pt x="457365" y="781168"/>
                  </a:lnTo>
                  <a:lnTo>
                    <a:pt x="452833" y="776111"/>
                  </a:lnTo>
                  <a:lnTo>
                    <a:pt x="453908" y="770820"/>
                  </a:lnTo>
                  <a:lnTo>
                    <a:pt x="454997" y="765649"/>
                  </a:lnTo>
                  <a:lnTo>
                    <a:pt x="455420" y="759302"/>
                  </a:lnTo>
                  <a:lnTo>
                    <a:pt x="458048" y="752770"/>
                  </a:lnTo>
                  <a:lnTo>
                    <a:pt x="462720" y="744349"/>
                  </a:lnTo>
                  <a:lnTo>
                    <a:pt x="463188" y="738529"/>
                  </a:lnTo>
                  <a:lnTo>
                    <a:pt x="462977" y="733375"/>
                  </a:lnTo>
                  <a:lnTo>
                    <a:pt x="464697" y="732129"/>
                  </a:lnTo>
                  <a:lnTo>
                    <a:pt x="464468" y="724713"/>
                  </a:lnTo>
                  <a:lnTo>
                    <a:pt x="463246" y="720417"/>
                  </a:lnTo>
                  <a:lnTo>
                    <a:pt x="461182" y="715691"/>
                  </a:lnTo>
                  <a:lnTo>
                    <a:pt x="458706" y="710813"/>
                  </a:lnTo>
                  <a:lnTo>
                    <a:pt x="459708" y="709128"/>
                  </a:lnTo>
                  <a:lnTo>
                    <a:pt x="462677" y="706225"/>
                  </a:lnTo>
                  <a:lnTo>
                    <a:pt x="468494" y="704175"/>
                  </a:lnTo>
                  <a:lnTo>
                    <a:pt x="472916" y="699020"/>
                  </a:lnTo>
                  <a:lnTo>
                    <a:pt x="477824" y="692486"/>
                  </a:lnTo>
                  <a:lnTo>
                    <a:pt x="483262" y="686845"/>
                  </a:lnTo>
                  <a:lnTo>
                    <a:pt x="485980" y="684485"/>
                  </a:lnTo>
                  <a:lnTo>
                    <a:pt x="487886" y="685009"/>
                  </a:lnTo>
                  <a:lnTo>
                    <a:pt x="493466" y="692540"/>
                  </a:lnTo>
                  <a:lnTo>
                    <a:pt x="496111" y="692867"/>
                  </a:lnTo>
                  <a:lnTo>
                    <a:pt x="499929" y="693021"/>
                  </a:lnTo>
                  <a:lnTo>
                    <a:pt x="501874" y="688518"/>
                  </a:lnTo>
                  <a:lnTo>
                    <a:pt x="502989" y="686458"/>
                  </a:lnTo>
                  <a:lnTo>
                    <a:pt x="505789" y="683671"/>
                  </a:lnTo>
                  <a:lnTo>
                    <a:pt x="506620" y="682842"/>
                  </a:lnTo>
                  <a:lnTo>
                    <a:pt x="502558" y="679071"/>
                  </a:lnTo>
                  <a:lnTo>
                    <a:pt x="496803" y="675744"/>
                  </a:lnTo>
                  <a:lnTo>
                    <a:pt x="494883" y="675197"/>
                  </a:lnTo>
                  <a:lnTo>
                    <a:pt x="489164" y="677739"/>
                  </a:lnTo>
                  <a:lnTo>
                    <a:pt x="489932" y="675204"/>
                  </a:lnTo>
                  <a:lnTo>
                    <a:pt x="489865" y="673120"/>
                  </a:lnTo>
                  <a:lnTo>
                    <a:pt x="489720" y="668594"/>
                  </a:lnTo>
                  <a:lnTo>
                    <a:pt x="483338" y="670558"/>
                  </a:lnTo>
                  <a:lnTo>
                    <a:pt x="479831" y="669445"/>
                  </a:lnTo>
                  <a:lnTo>
                    <a:pt x="475609" y="670352"/>
                  </a:lnTo>
                  <a:lnTo>
                    <a:pt x="471582" y="673524"/>
                  </a:lnTo>
                  <a:lnTo>
                    <a:pt x="468424" y="675231"/>
                  </a:lnTo>
                  <a:lnTo>
                    <a:pt x="467533" y="676446"/>
                  </a:lnTo>
                  <a:lnTo>
                    <a:pt x="465639" y="679021"/>
                  </a:lnTo>
                  <a:lnTo>
                    <a:pt x="464115" y="684535"/>
                  </a:lnTo>
                  <a:lnTo>
                    <a:pt x="463101" y="687226"/>
                  </a:lnTo>
                  <a:lnTo>
                    <a:pt x="460600" y="688025"/>
                  </a:lnTo>
                  <a:lnTo>
                    <a:pt x="457975" y="690449"/>
                  </a:lnTo>
                  <a:lnTo>
                    <a:pt x="454049" y="690936"/>
                  </a:lnTo>
                  <a:lnTo>
                    <a:pt x="450850" y="694479"/>
                  </a:lnTo>
                  <a:lnTo>
                    <a:pt x="447748" y="699098"/>
                  </a:lnTo>
                  <a:lnTo>
                    <a:pt x="445783" y="702824"/>
                  </a:lnTo>
                  <a:lnTo>
                    <a:pt x="446828" y="705641"/>
                  </a:lnTo>
                  <a:lnTo>
                    <a:pt x="449686" y="710599"/>
                  </a:lnTo>
                  <a:lnTo>
                    <a:pt x="449491" y="712129"/>
                  </a:lnTo>
                  <a:lnTo>
                    <a:pt x="443929" y="712100"/>
                  </a:lnTo>
                  <a:lnTo>
                    <a:pt x="440162" y="716786"/>
                  </a:lnTo>
                  <a:lnTo>
                    <a:pt x="437898" y="722694"/>
                  </a:lnTo>
                  <a:lnTo>
                    <a:pt x="434425" y="725892"/>
                  </a:lnTo>
                  <a:lnTo>
                    <a:pt x="432819" y="730524"/>
                  </a:lnTo>
                  <a:lnTo>
                    <a:pt x="434183" y="734402"/>
                  </a:lnTo>
                  <a:lnTo>
                    <a:pt x="436407" y="735517"/>
                  </a:lnTo>
                  <a:lnTo>
                    <a:pt x="432452" y="739323"/>
                  </a:lnTo>
                  <a:lnTo>
                    <a:pt x="431856" y="743349"/>
                  </a:lnTo>
                  <a:lnTo>
                    <a:pt x="428293" y="746955"/>
                  </a:lnTo>
                  <a:lnTo>
                    <a:pt x="427495" y="749462"/>
                  </a:lnTo>
                  <a:lnTo>
                    <a:pt x="427665" y="751944"/>
                  </a:lnTo>
                  <a:lnTo>
                    <a:pt x="428982" y="755624"/>
                  </a:lnTo>
                  <a:lnTo>
                    <a:pt x="428732" y="760134"/>
                  </a:lnTo>
                  <a:lnTo>
                    <a:pt x="426154" y="765938"/>
                  </a:lnTo>
                  <a:lnTo>
                    <a:pt x="425868" y="769240"/>
                  </a:lnTo>
                  <a:lnTo>
                    <a:pt x="421276" y="772891"/>
                  </a:lnTo>
                  <a:lnTo>
                    <a:pt x="417937" y="772844"/>
                  </a:lnTo>
                  <a:lnTo>
                    <a:pt x="417031" y="776429"/>
                  </a:lnTo>
                  <a:lnTo>
                    <a:pt x="417413" y="781825"/>
                  </a:lnTo>
                  <a:lnTo>
                    <a:pt x="416775" y="785975"/>
                  </a:lnTo>
                  <a:lnTo>
                    <a:pt x="413840" y="788861"/>
                  </a:lnTo>
                  <a:lnTo>
                    <a:pt x="411359" y="790644"/>
                  </a:lnTo>
                  <a:lnTo>
                    <a:pt x="409266" y="791341"/>
                  </a:lnTo>
                  <a:lnTo>
                    <a:pt x="406054" y="790973"/>
                  </a:lnTo>
                  <a:lnTo>
                    <a:pt x="401955" y="791839"/>
                  </a:lnTo>
                  <a:lnTo>
                    <a:pt x="401862" y="794119"/>
                  </a:lnTo>
                  <a:lnTo>
                    <a:pt x="401389" y="796979"/>
                  </a:lnTo>
                  <a:lnTo>
                    <a:pt x="398068" y="797549"/>
                  </a:lnTo>
                  <a:lnTo>
                    <a:pt x="395745" y="798442"/>
                  </a:lnTo>
                  <a:lnTo>
                    <a:pt x="398266" y="803634"/>
                  </a:lnTo>
                  <a:lnTo>
                    <a:pt x="397000" y="806091"/>
                  </a:lnTo>
                  <a:lnTo>
                    <a:pt x="393436" y="806843"/>
                  </a:lnTo>
                  <a:lnTo>
                    <a:pt x="391590" y="808325"/>
                  </a:lnTo>
                  <a:lnTo>
                    <a:pt x="389436" y="809949"/>
                  </a:lnTo>
                  <a:lnTo>
                    <a:pt x="388822" y="813957"/>
                  </a:lnTo>
                  <a:lnTo>
                    <a:pt x="386205" y="816917"/>
                  </a:lnTo>
                  <a:lnTo>
                    <a:pt x="386111" y="821784"/>
                  </a:lnTo>
                  <a:lnTo>
                    <a:pt x="385413" y="824871"/>
                  </a:lnTo>
                  <a:lnTo>
                    <a:pt x="385508" y="828231"/>
                  </a:lnTo>
                  <a:lnTo>
                    <a:pt x="389573" y="831317"/>
                  </a:lnTo>
                  <a:lnTo>
                    <a:pt x="393779" y="831533"/>
                  </a:lnTo>
                  <a:lnTo>
                    <a:pt x="398113" y="830480"/>
                  </a:lnTo>
                  <a:lnTo>
                    <a:pt x="401206" y="829973"/>
                  </a:lnTo>
                  <a:lnTo>
                    <a:pt x="404899" y="834622"/>
                  </a:lnTo>
                  <a:lnTo>
                    <a:pt x="408634" y="834544"/>
                  </a:lnTo>
                  <a:lnTo>
                    <a:pt x="411729" y="837220"/>
                  </a:lnTo>
                  <a:lnTo>
                    <a:pt x="414298" y="839888"/>
                  </a:lnTo>
                  <a:lnTo>
                    <a:pt x="416381" y="842429"/>
                  </a:lnTo>
                  <a:lnTo>
                    <a:pt x="415616" y="843351"/>
                  </a:lnTo>
                  <a:lnTo>
                    <a:pt x="413492" y="845905"/>
                  </a:lnTo>
                  <a:lnTo>
                    <a:pt x="413050" y="851338"/>
                  </a:lnTo>
                  <a:lnTo>
                    <a:pt x="411950" y="853741"/>
                  </a:lnTo>
                  <a:lnTo>
                    <a:pt x="408677" y="855622"/>
                  </a:lnTo>
                  <a:lnTo>
                    <a:pt x="407791" y="858943"/>
                  </a:lnTo>
                  <a:lnTo>
                    <a:pt x="403565" y="861587"/>
                  </a:lnTo>
                  <a:lnTo>
                    <a:pt x="399674" y="861755"/>
                  </a:lnTo>
                  <a:lnTo>
                    <a:pt x="398172" y="865381"/>
                  </a:lnTo>
                  <a:lnTo>
                    <a:pt x="397989" y="869761"/>
                  </a:lnTo>
                  <a:lnTo>
                    <a:pt x="395727" y="870349"/>
                  </a:lnTo>
                  <a:lnTo>
                    <a:pt x="393899" y="874120"/>
                  </a:lnTo>
                  <a:lnTo>
                    <a:pt x="397014" y="877157"/>
                  </a:lnTo>
                  <a:lnTo>
                    <a:pt x="394432" y="880041"/>
                  </a:lnTo>
                  <a:lnTo>
                    <a:pt x="394023" y="885044"/>
                  </a:lnTo>
                  <a:lnTo>
                    <a:pt x="393179" y="889868"/>
                  </a:lnTo>
                  <a:lnTo>
                    <a:pt x="391252" y="895427"/>
                  </a:lnTo>
                  <a:lnTo>
                    <a:pt x="387719" y="898632"/>
                  </a:lnTo>
                  <a:lnTo>
                    <a:pt x="383517" y="901685"/>
                  </a:lnTo>
                  <a:lnTo>
                    <a:pt x="380377" y="904253"/>
                  </a:lnTo>
                  <a:lnTo>
                    <a:pt x="374490" y="905876"/>
                  </a:lnTo>
                  <a:lnTo>
                    <a:pt x="370693" y="904583"/>
                  </a:lnTo>
                  <a:lnTo>
                    <a:pt x="366000" y="906950"/>
                  </a:lnTo>
                  <a:lnTo>
                    <a:pt x="363286" y="910293"/>
                  </a:lnTo>
                  <a:lnTo>
                    <a:pt x="365478" y="913493"/>
                  </a:lnTo>
                  <a:lnTo>
                    <a:pt x="364585" y="916238"/>
                  </a:lnTo>
                  <a:lnTo>
                    <a:pt x="359096" y="919544"/>
                  </a:lnTo>
                  <a:lnTo>
                    <a:pt x="359120" y="924005"/>
                  </a:lnTo>
                  <a:lnTo>
                    <a:pt x="357148" y="927146"/>
                  </a:lnTo>
                  <a:lnTo>
                    <a:pt x="351835" y="924459"/>
                  </a:lnTo>
                  <a:lnTo>
                    <a:pt x="348349" y="923596"/>
                  </a:lnTo>
                  <a:lnTo>
                    <a:pt x="348725" y="929697"/>
                  </a:lnTo>
                  <a:lnTo>
                    <a:pt x="348443" y="931888"/>
                  </a:lnTo>
                  <a:lnTo>
                    <a:pt x="345480" y="933690"/>
                  </a:lnTo>
                  <a:lnTo>
                    <a:pt x="345724" y="939398"/>
                  </a:lnTo>
                  <a:lnTo>
                    <a:pt x="339780" y="940840"/>
                  </a:lnTo>
                  <a:lnTo>
                    <a:pt x="335488" y="941816"/>
                  </a:lnTo>
                  <a:lnTo>
                    <a:pt x="337066" y="946784"/>
                  </a:lnTo>
                  <a:lnTo>
                    <a:pt x="334523" y="947762"/>
                  </a:lnTo>
                  <a:lnTo>
                    <a:pt x="330231" y="947695"/>
                  </a:lnTo>
                  <a:lnTo>
                    <a:pt x="325787" y="951070"/>
                  </a:lnTo>
                  <a:lnTo>
                    <a:pt x="327016" y="955391"/>
                  </a:lnTo>
                  <a:lnTo>
                    <a:pt x="327321" y="961391"/>
                  </a:lnTo>
                  <a:lnTo>
                    <a:pt x="327998" y="965842"/>
                  </a:lnTo>
                  <a:lnTo>
                    <a:pt x="327767" y="966163"/>
                  </a:lnTo>
                  <a:lnTo>
                    <a:pt x="324742" y="970360"/>
                  </a:lnTo>
                  <a:lnTo>
                    <a:pt x="323836" y="973919"/>
                  </a:lnTo>
                  <a:lnTo>
                    <a:pt x="321937" y="979778"/>
                  </a:lnTo>
                  <a:lnTo>
                    <a:pt x="318951" y="979338"/>
                  </a:lnTo>
                  <a:lnTo>
                    <a:pt x="316763" y="979946"/>
                  </a:lnTo>
                  <a:lnTo>
                    <a:pt x="313183" y="986288"/>
                  </a:lnTo>
                  <a:lnTo>
                    <a:pt x="309368" y="984988"/>
                  </a:lnTo>
                  <a:lnTo>
                    <a:pt x="306236" y="987610"/>
                  </a:lnTo>
                  <a:lnTo>
                    <a:pt x="305182" y="990828"/>
                  </a:lnTo>
                  <a:lnTo>
                    <a:pt x="301845" y="995758"/>
                  </a:lnTo>
                  <a:lnTo>
                    <a:pt x="298047" y="993531"/>
                  </a:lnTo>
                  <a:lnTo>
                    <a:pt x="294104" y="995546"/>
                  </a:lnTo>
                  <a:lnTo>
                    <a:pt x="290205" y="997430"/>
                  </a:lnTo>
                  <a:lnTo>
                    <a:pt x="289347" y="1000918"/>
                  </a:lnTo>
                  <a:lnTo>
                    <a:pt x="293439" y="1004827"/>
                  </a:lnTo>
                  <a:lnTo>
                    <a:pt x="292074" y="1006699"/>
                  </a:lnTo>
                  <a:lnTo>
                    <a:pt x="288367" y="1006585"/>
                  </a:lnTo>
                  <a:lnTo>
                    <a:pt x="286076" y="1007506"/>
                  </a:lnTo>
                  <a:lnTo>
                    <a:pt x="284350" y="1004608"/>
                  </a:lnTo>
                  <a:lnTo>
                    <a:pt x="281798" y="1003524"/>
                  </a:lnTo>
                  <a:lnTo>
                    <a:pt x="277643" y="1005599"/>
                  </a:lnTo>
                  <a:lnTo>
                    <a:pt x="279666" y="1010729"/>
                  </a:lnTo>
                  <a:lnTo>
                    <a:pt x="281696" y="1014236"/>
                  </a:lnTo>
                  <a:lnTo>
                    <a:pt x="280240" y="1018245"/>
                  </a:lnTo>
                  <a:lnTo>
                    <a:pt x="276649" y="1017029"/>
                  </a:lnTo>
                  <a:lnTo>
                    <a:pt x="271428" y="1018344"/>
                  </a:lnTo>
                  <a:lnTo>
                    <a:pt x="267364" y="1018145"/>
                  </a:lnTo>
                  <a:lnTo>
                    <a:pt x="265983" y="1017175"/>
                  </a:lnTo>
                  <a:lnTo>
                    <a:pt x="263079" y="1018227"/>
                  </a:lnTo>
                  <a:lnTo>
                    <a:pt x="260997" y="1021033"/>
                  </a:lnTo>
                  <a:lnTo>
                    <a:pt x="259639" y="1026941"/>
                  </a:lnTo>
                  <a:lnTo>
                    <a:pt x="262206" y="1027233"/>
                  </a:lnTo>
                  <a:lnTo>
                    <a:pt x="266626" y="1028442"/>
                  </a:lnTo>
                  <a:lnTo>
                    <a:pt x="269496" y="1029814"/>
                  </a:lnTo>
                  <a:lnTo>
                    <a:pt x="272869" y="1034027"/>
                  </a:lnTo>
                  <a:lnTo>
                    <a:pt x="267481" y="1038186"/>
                  </a:lnTo>
                  <a:lnTo>
                    <a:pt x="264539" y="1040949"/>
                  </a:lnTo>
                  <a:lnTo>
                    <a:pt x="264162" y="1045741"/>
                  </a:lnTo>
                  <a:lnTo>
                    <a:pt x="263237" y="1050585"/>
                  </a:lnTo>
                  <a:lnTo>
                    <a:pt x="260608" y="1051698"/>
                  </a:lnTo>
                  <a:lnTo>
                    <a:pt x="256116" y="1050823"/>
                  </a:lnTo>
                  <a:lnTo>
                    <a:pt x="255764" y="1053308"/>
                  </a:lnTo>
                  <a:lnTo>
                    <a:pt x="252474" y="1053367"/>
                  </a:lnTo>
                  <a:lnTo>
                    <a:pt x="247355" y="1054098"/>
                  </a:lnTo>
                  <a:lnTo>
                    <a:pt x="240679" y="1056774"/>
                  </a:lnTo>
                  <a:lnTo>
                    <a:pt x="241360" y="1062224"/>
                  </a:lnTo>
                  <a:lnTo>
                    <a:pt x="231180" y="1070689"/>
                  </a:lnTo>
                  <a:lnTo>
                    <a:pt x="226540" y="1073427"/>
                  </a:lnTo>
                  <a:lnTo>
                    <a:pt x="225684" y="1075876"/>
                  </a:lnTo>
                  <a:lnTo>
                    <a:pt x="225365" y="1076788"/>
                  </a:lnTo>
                  <a:lnTo>
                    <a:pt x="221244" y="1080590"/>
                  </a:lnTo>
                  <a:lnTo>
                    <a:pt x="219963" y="1080840"/>
                  </a:lnTo>
                  <a:lnTo>
                    <a:pt x="218871" y="1077762"/>
                  </a:lnTo>
                  <a:lnTo>
                    <a:pt x="221536" y="1074929"/>
                  </a:lnTo>
                  <a:lnTo>
                    <a:pt x="221384" y="1068421"/>
                  </a:lnTo>
                  <a:lnTo>
                    <a:pt x="222769" y="1064816"/>
                  </a:lnTo>
                  <a:lnTo>
                    <a:pt x="220827" y="1062418"/>
                  </a:lnTo>
                  <a:lnTo>
                    <a:pt x="217650" y="1061540"/>
                  </a:lnTo>
                  <a:lnTo>
                    <a:pt x="215166" y="1064990"/>
                  </a:lnTo>
                  <a:lnTo>
                    <a:pt x="212060" y="1064980"/>
                  </a:lnTo>
                  <a:lnTo>
                    <a:pt x="209014" y="1065772"/>
                  </a:lnTo>
                  <a:lnTo>
                    <a:pt x="208142" y="1070616"/>
                  </a:lnTo>
                  <a:lnTo>
                    <a:pt x="205784" y="1073403"/>
                  </a:lnTo>
                  <a:lnTo>
                    <a:pt x="200734" y="1076192"/>
                  </a:lnTo>
                  <a:lnTo>
                    <a:pt x="196942" y="1078864"/>
                  </a:lnTo>
                  <a:lnTo>
                    <a:pt x="194670" y="1083640"/>
                  </a:lnTo>
                  <a:lnTo>
                    <a:pt x="194809" y="1085461"/>
                  </a:lnTo>
                  <a:lnTo>
                    <a:pt x="192870" y="1087679"/>
                  </a:lnTo>
                  <a:lnTo>
                    <a:pt x="188126" y="1085078"/>
                  </a:lnTo>
                  <a:lnTo>
                    <a:pt x="187840" y="1088698"/>
                  </a:lnTo>
                  <a:lnTo>
                    <a:pt x="183871" y="1089250"/>
                  </a:lnTo>
                  <a:lnTo>
                    <a:pt x="181880" y="1087785"/>
                  </a:lnTo>
                  <a:lnTo>
                    <a:pt x="177009" y="1087801"/>
                  </a:lnTo>
                  <a:lnTo>
                    <a:pt x="173557" y="1092190"/>
                  </a:lnTo>
                  <a:lnTo>
                    <a:pt x="167639" y="1095758"/>
                  </a:lnTo>
                  <a:lnTo>
                    <a:pt x="159521" y="1095443"/>
                  </a:lnTo>
                  <a:lnTo>
                    <a:pt x="158479" y="1093652"/>
                  </a:lnTo>
                  <a:lnTo>
                    <a:pt x="159603" y="1089870"/>
                  </a:lnTo>
                  <a:lnTo>
                    <a:pt x="159788" y="1086015"/>
                  </a:lnTo>
                  <a:lnTo>
                    <a:pt x="162859" y="1081045"/>
                  </a:lnTo>
                  <a:lnTo>
                    <a:pt x="162151" y="1077030"/>
                  </a:lnTo>
                  <a:lnTo>
                    <a:pt x="159035" y="1076598"/>
                  </a:lnTo>
                  <a:lnTo>
                    <a:pt x="155424" y="1077503"/>
                  </a:lnTo>
                  <a:lnTo>
                    <a:pt x="153077" y="1081558"/>
                  </a:lnTo>
                  <a:lnTo>
                    <a:pt x="151719" y="1084697"/>
                  </a:lnTo>
                  <a:lnTo>
                    <a:pt x="152417" y="1092004"/>
                  </a:lnTo>
                  <a:lnTo>
                    <a:pt x="149411" y="1097353"/>
                  </a:lnTo>
                  <a:lnTo>
                    <a:pt x="146536" y="1101583"/>
                  </a:lnTo>
                  <a:lnTo>
                    <a:pt x="148344" y="1107821"/>
                  </a:lnTo>
                  <a:lnTo>
                    <a:pt x="151854" y="1109412"/>
                  </a:lnTo>
                  <a:lnTo>
                    <a:pt x="156960" y="1112935"/>
                  </a:lnTo>
                  <a:lnTo>
                    <a:pt x="157978" y="1115561"/>
                  </a:lnTo>
                  <a:lnTo>
                    <a:pt x="153022" y="1114620"/>
                  </a:lnTo>
                  <a:lnTo>
                    <a:pt x="149495" y="1116365"/>
                  </a:lnTo>
                  <a:lnTo>
                    <a:pt x="145376" y="1112998"/>
                  </a:lnTo>
                  <a:lnTo>
                    <a:pt x="143588" y="1112151"/>
                  </a:lnTo>
                  <a:lnTo>
                    <a:pt x="140268" y="1114690"/>
                  </a:lnTo>
                  <a:lnTo>
                    <a:pt x="137910" y="1112671"/>
                  </a:lnTo>
                  <a:lnTo>
                    <a:pt x="135462" y="1115082"/>
                  </a:lnTo>
                  <a:lnTo>
                    <a:pt x="134515" y="1117668"/>
                  </a:lnTo>
                  <a:lnTo>
                    <a:pt x="134065" y="1122213"/>
                  </a:lnTo>
                  <a:lnTo>
                    <a:pt x="134182" y="1127773"/>
                  </a:lnTo>
                  <a:lnTo>
                    <a:pt x="132631" y="1130511"/>
                  </a:lnTo>
                  <a:lnTo>
                    <a:pt x="130294" y="1130808"/>
                  </a:lnTo>
                  <a:lnTo>
                    <a:pt x="127396" y="1126657"/>
                  </a:lnTo>
                  <a:lnTo>
                    <a:pt x="127080" y="1124327"/>
                  </a:lnTo>
                  <a:lnTo>
                    <a:pt x="127668" y="1116976"/>
                  </a:lnTo>
                  <a:lnTo>
                    <a:pt x="125607" y="1115864"/>
                  </a:lnTo>
                  <a:lnTo>
                    <a:pt x="122239" y="1119018"/>
                  </a:lnTo>
                  <a:lnTo>
                    <a:pt x="121633" y="1121238"/>
                  </a:lnTo>
                  <a:lnTo>
                    <a:pt x="117409" y="1122038"/>
                  </a:lnTo>
                  <a:lnTo>
                    <a:pt x="113021" y="1124068"/>
                  </a:lnTo>
                  <a:lnTo>
                    <a:pt x="110189" y="1122361"/>
                  </a:lnTo>
                  <a:lnTo>
                    <a:pt x="108425" y="1119326"/>
                  </a:lnTo>
                  <a:lnTo>
                    <a:pt x="104865" y="1123823"/>
                  </a:lnTo>
                  <a:lnTo>
                    <a:pt x="101951" y="1126479"/>
                  </a:lnTo>
                  <a:lnTo>
                    <a:pt x="98297" y="1129563"/>
                  </a:lnTo>
                  <a:lnTo>
                    <a:pt x="94850" y="1131395"/>
                  </a:lnTo>
                  <a:lnTo>
                    <a:pt x="97417" y="1133801"/>
                  </a:lnTo>
                  <a:lnTo>
                    <a:pt x="100853" y="1134063"/>
                  </a:lnTo>
                  <a:lnTo>
                    <a:pt x="105015" y="1138503"/>
                  </a:lnTo>
                  <a:lnTo>
                    <a:pt x="106209" y="1143054"/>
                  </a:lnTo>
                  <a:lnTo>
                    <a:pt x="99592" y="1140749"/>
                  </a:lnTo>
                  <a:lnTo>
                    <a:pt x="93618" y="1141769"/>
                  </a:lnTo>
                  <a:lnTo>
                    <a:pt x="87260" y="1143915"/>
                  </a:lnTo>
                  <a:lnTo>
                    <a:pt x="79046" y="1142612"/>
                  </a:lnTo>
                  <a:lnTo>
                    <a:pt x="70730" y="1142995"/>
                  </a:lnTo>
                  <a:lnTo>
                    <a:pt x="62970" y="1146142"/>
                  </a:lnTo>
                  <a:lnTo>
                    <a:pt x="60145" y="1149314"/>
                  </a:lnTo>
                  <a:lnTo>
                    <a:pt x="59624" y="1153361"/>
                  </a:lnTo>
                  <a:lnTo>
                    <a:pt x="55938" y="1156251"/>
                  </a:lnTo>
                  <a:lnTo>
                    <a:pt x="49391" y="1157823"/>
                  </a:lnTo>
                  <a:lnTo>
                    <a:pt x="45702" y="1157376"/>
                  </a:lnTo>
                  <a:lnTo>
                    <a:pt x="41521" y="1154541"/>
                  </a:lnTo>
                  <a:lnTo>
                    <a:pt x="40018" y="1149764"/>
                  </a:lnTo>
                  <a:lnTo>
                    <a:pt x="38586" y="1147343"/>
                  </a:lnTo>
                  <a:lnTo>
                    <a:pt x="38452" y="1144097"/>
                  </a:lnTo>
                  <a:lnTo>
                    <a:pt x="41455" y="1141525"/>
                  </a:lnTo>
                  <a:lnTo>
                    <a:pt x="45798" y="1140076"/>
                  </a:lnTo>
                  <a:lnTo>
                    <a:pt x="48176" y="1136295"/>
                  </a:lnTo>
                  <a:lnTo>
                    <a:pt x="51648" y="1128117"/>
                  </a:lnTo>
                  <a:lnTo>
                    <a:pt x="51680" y="1123243"/>
                  </a:lnTo>
                  <a:lnTo>
                    <a:pt x="56642" y="1120952"/>
                  </a:lnTo>
                  <a:lnTo>
                    <a:pt x="59870" y="1123833"/>
                  </a:lnTo>
                  <a:lnTo>
                    <a:pt x="64744" y="1121565"/>
                  </a:lnTo>
                  <a:lnTo>
                    <a:pt x="67751" y="1119108"/>
                  </a:lnTo>
                  <a:lnTo>
                    <a:pt x="72141" y="1118394"/>
                  </a:lnTo>
                  <a:lnTo>
                    <a:pt x="75615" y="1114739"/>
                  </a:lnTo>
                  <a:lnTo>
                    <a:pt x="79841" y="1113810"/>
                  </a:lnTo>
                  <a:lnTo>
                    <a:pt x="88520" y="1115255"/>
                  </a:lnTo>
                  <a:lnTo>
                    <a:pt x="92017" y="1121333"/>
                  </a:lnTo>
                  <a:lnTo>
                    <a:pt x="95018" y="1120111"/>
                  </a:lnTo>
                  <a:lnTo>
                    <a:pt x="97180" y="1116179"/>
                  </a:lnTo>
                  <a:lnTo>
                    <a:pt x="95907" y="1109708"/>
                  </a:lnTo>
                  <a:lnTo>
                    <a:pt x="102257" y="1106304"/>
                  </a:lnTo>
                  <a:lnTo>
                    <a:pt x="105758" y="1106955"/>
                  </a:lnTo>
                  <a:lnTo>
                    <a:pt x="111708" y="1105372"/>
                  </a:lnTo>
                  <a:lnTo>
                    <a:pt x="110296" y="1101603"/>
                  </a:lnTo>
                  <a:lnTo>
                    <a:pt x="113273" y="1098479"/>
                  </a:lnTo>
                  <a:lnTo>
                    <a:pt x="119144" y="1092277"/>
                  </a:lnTo>
                  <a:lnTo>
                    <a:pt x="121701" y="1087256"/>
                  </a:lnTo>
                  <a:lnTo>
                    <a:pt x="128455" y="1077994"/>
                  </a:lnTo>
                  <a:lnTo>
                    <a:pt x="133353" y="1070827"/>
                  </a:lnTo>
                  <a:lnTo>
                    <a:pt x="136705" y="1068286"/>
                  </a:lnTo>
                  <a:lnTo>
                    <a:pt x="139065" y="1065472"/>
                  </a:lnTo>
                  <a:lnTo>
                    <a:pt x="144227" y="1062662"/>
                  </a:lnTo>
                  <a:lnTo>
                    <a:pt x="147266" y="1058708"/>
                  </a:lnTo>
                  <a:lnTo>
                    <a:pt x="150534" y="1057926"/>
                  </a:lnTo>
                  <a:lnTo>
                    <a:pt x="159446" y="1054616"/>
                  </a:lnTo>
                  <a:lnTo>
                    <a:pt x="169412" y="1050764"/>
                  </a:lnTo>
                  <a:lnTo>
                    <a:pt x="175985" y="1050017"/>
                  </a:lnTo>
                  <a:lnTo>
                    <a:pt x="181399" y="1050022"/>
                  </a:lnTo>
                  <a:lnTo>
                    <a:pt x="181464" y="1055284"/>
                  </a:lnTo>
                  <a:lnTo>
                    <a:pt x="182241" y="1059486"/>
                  </a:lnTo>
                  <a:lnTo>
                    <a:pt x="190209" y="1061009"/>
                  </a:lnTo>
                  <a:lnTo>
                    <a:pt x="192111" y="1060616"/>
                  </a:lnTo>
                  <a:lnTo>
                    <a:pt x="193736" y="1057331"/>
                  </a:lnTo>
                  <a:lnTo>
                    <a:pt x="190977" y="1054412"/>
                  </a:lnTo>
                  <a:lnTo>
                    <a:pt x="188988" y="1052832"/>
                  </a:lnTo>
                  <a:lnTo>
                    <a:pt x="192188" y="1046371"/>
                  </a:lnTo>
                  <a:lnTo>
                    <a:pt x="194654" y="1037404"/>
                  </a:lnTo>
                  <a:lnTo>
                    <a:pt x="195132" y="1032483"/>
                  </a:lnTo>
                  <a:lnTo>
                    <a:pt x="200500" y="1027852"/>
                  </a:lnTo>
                  <a:lnTo>
                    <a:pt x="202953" y="1024182"/>
                  </a:lnTo>
                  <a:lnTo>
                    <a:pt x="208267" y="1020739"/>
                  </a:lnTo>
                  <a:lnTo>
                    <a:pt x="213322" y="1014228"/>
                  </a:lnTo>
                  <a:lnTo>
                    <a:pt x="222981" y="1008426"/>
                  </a:lnTo>
                  <a:lnTo>
                    <a:pt x="233232" y="1000485"/>
                  </a:lnTo>
                  <a:lnTo>
                    <a:pt x="241187" y="993266"/>
                  </a:lnTo>
                  <a:lnTo>
                    <a:pt x="243980" y="995439"/>
                  </a:lnTo>
                  <a:lnTo>
                    <a:pt x="245401" y="996542"/>
                  </a:lnTo>
                  <a:lnTo>
                    <a:pt x="249058" y="996265"/>
                  </a:lnTo>
                  <a:lnTo>
                    <a:pt x="251970" y="995155"/>
                  </a:lnTo>
                  <a:lnTo>
                    <a:pt x="252141" y="992618"/>
                  </a:lnTo>
                  <a:lnTo>
                    <a:pt x="250555" y="988248"/>
                  </a:lnTo>
                  <a:lnTo>
                    <a:pt x="250480" y="982974"/>
                  </a:lnTo>
                  <a:lnTo>
                    <a:pt x="254859" y="973009"/>
                  </a:lnTo>
                  <a:lnTo>
                    <a:pt x="261292" y="962562"/>
                  </a:lnTo>
                  <a:lnTo>
                    <a:pt x="264129" y="959723"/>
                  </a:lnTo>
                  <a:lnTo>
                    <a:pt x="268832" y="957103"/>
                  </a:lnTo>
                  <a:lnTo>
                    <a:pt x="273362" y="948773"/>
                  </a:lnTo>
                  <a:lnTo>
                    <a:pt x="278312" y="943712"/>
                  </a:lnTo>
                  <a:lnTo>
                    <a:pt x="281329" y="942425"/>
                  </a:lnTo>
                  <a:lnTo>
                    <a:pt x="280942" y="939288"/>
                  </a:lnTo>
                  <a:lnTo>
                    <a:pt x="279907" y="936086"/>
                  </a:lnTo>
                  <a:lnTo>
                    <a:pt x="280327" y="929481"/>
                  </a:lnTo>
                  <a:lnTo>
                    <a:pt x="281166" y="921568"/>
                  </a:lnTo>
                  <a:lnTo>
                    <a:pt x="281693" y="906496"/>
                  </a:lnTo>
                  <a:lnTo>
                    <a:pt x="282736" y="902358"/>
                  </a:lnTo>
                  <a:lnTo>
                    <a:pt x="284917" y="897541"/>
                  </a:lnTo>
                  <a:lnTo>
                    <a:pt x="282482" y="893536"/>
                  </a:lnTo>
                  <a:lnTo>
                    <a:pt x="282257" y="886719"/>
                  </a:lnTo>
                  <a:lnTo>
                    <a:pt x="283739" y="879571"/>
                  </a:lnTo>
                  <a:lnTo>
                    <a:pt x="288778" y="873566"/>
                  </a:lnTo>
                  <a:lnTo>
                    <a:pt x="291064" y="869973"/>
                  </a:lnTo>
                  <a:lnTo>
                    <a:pt x="293968" y="865391"/>
                  </a:lnTo>
                  <a:lnTo>
                    <a:pt x="296061" y="861215"/>
                  </a:lnTo>
                  <a:lnTo>
                    <a:pt x="297821" y="854512"/>
                  </a:lnTo>
                  <a:lnTo>
                    <a:pt x="296983" y="852730"/>
                  </a:lnTo>
                  <a:lnTo>
                    <a:pt x="294444" y="852644"/>
                  </a:lnTo>
                  <a:lnTo>
                    <a:pt x="293756" y="852621"/>
                  </a:lnTo>
                  <a:lnTo>
                    <a:pt x="291304" y="853987"/>
                  </a:lnTo>
                  <a:lnTo>
                    <a:pt x="285357" y="857285"/>
                  </a:lnTo>
                  <a:lnTo>
                    <a:pt x="279708" y="861270"/>
                  </a:lnTo>
                  <a:lnTo>
                    <a:pt x="273327" y="864792"/>
                  </a:lnTo>
                  <a:lnTo>
                    <a:pt x="262048" y="871255"/>
                  </a:lnTo>
                  <a:lnTo>
                    <a:pt x="259082" y="871021"/>
                  </a:lnTo>
                  <a:lnTo>
                    <a:pt x="255730" y="868019"/>
                  </a:lnTo>
                  <a:lnTo>
                    <a:pt x="254025" y="862407"/>
                  </a:lnTo>
                  <a:lnTo>
                    <a:pt x="252455" y="860960"/>
                  </a:lnTo>
                  <a:lnTo>
                    <a:pt x="247855" y="858838"/>
                  </a:lnTo>
                  <a:lnTo>
                    <a:pt x="249106" y="855079"/>
                  </a:lnTo>
                  <a:lnTo>
                    <a:pt x="245784" y="851473"/>
                  </a:lnTo>
                  <a:lnTo>
                    <a:pt x="241211" y="854787"/>
                  </a:lnTo>
                  <a:lnTo>
                    <a:pt x="240659" y="858878"/>
                  </a:lnTo>
                  <a:lnTo>
                    <a:pt x="241132" y="862355"/>
                  </a:lnTo>
                  <a:lnTo>
                    <a:pt x="238708" y="866396"/>
                  </a:lnTo>
                  <a:lnTo>
                    <a:pt x="239975" y="871104"/>
                  </a:lnTo>
                  <a:lnTo>
                    <a:pt x="244381" y="880838"/>
                  </a:lnTo>
                  <a:lnTo>
                    <a:pt x="241673" y="886022"/>
                  </a:lnTo>
                  <a:lnTo>
                    <a:pt x="238965" y="887274"/>
                  </a:lnTo>
                  <a:lnTo>
                    <a:pt x="232990" y="885176"/>
                  </a:lnTo>
                  <a:lnTo>
                    <a:pt x="227204" y="872953"/>
                  </a:lnTo>
                  <a:lnTo>
                    <a:pt x="220993" y="861353"/>
                  </a:lnTo>
                  <a:lnTo>
                    <a:pt x="216955" y="857286"/>
                  </a:lnTo>
                  <a:lnTo>
                    <a:pt x="213393" y="856533"/>
                  </a:lnTo>
                  <a:lnTo>
                    <a:pt x="214636" y="853808"/>
                  </a:lnTo>
                  <a:lnTo>
                    <a:pt x="214090" y="850596"/>
                  </a:lnTo>
                  <a:lnTo>
                    <a:pt x="211048" y="850765"/>
                  </a:lnTo>
                  <a:lnTo>
                    <a:pt x="210005" y="854448"/>
                  </a:lnTo>
                  <a:lnTo>
                    <a:pt x="208682" y="858011"/>
                  </a:lnTo>
                  <a:lnTo>
                    <a:pt x="205087" y="861049"/>
                  </a:lnTo>
                  <a:lnTo>
                    <a:pt x="202729" y="857241"/>
                  </a:lnTo>
                  <a:lnTo>
                    <a:pt x="197237" y="855152"/>
                  </a:lnTo>
                  <a:lnTo>
                    <a:pt x="194572" y="852743"/>
                  </a:lnTo>
                  <a:lnTo>
                    <a:pt x="191640" y="849110"/>
                  </a:lnTo>
                  <a:lnTo>
                    <a:pt x="193685" y="846337"/>
                  </a:lnTo>
                  <a:lnTo>
                    <a:pt x="191650" y="841117"/>
                  </a:lnTo>
                  <a:lnTo>
                    <a:pt x="185444" y="845144"/>
                  </a:lnTo>
                  <a:lnTo>
                    <a:pt x="178745" y="851262"/>
                  </a:lnTo>
                  <a:lnTo>
                    <a:pt x="175898" y="857547"/>
                  </a:lnTo>
                  <a:lnTo>
                    <a:pt x="174312" y="854140"/>
                  </a:lnTo>
                  <a:lnTo>
                    <a:pt x="170238" y="856057"/>
                  </a:lnTo>
                  <a:lnTo>
                    <a:pt x="169282" y="856721"/>
                  </a:lnTo>
                  <a:lnTo>
                    <a:pt x="167948" y="857646"/>
                  </a:lnTo>
                  <a:lnTo>
                    <a:pt x="163268" y="860878"/>
                  </a:lnTo>
                  <a:lnTo>
                    <a:pt x="159595" y="863197"/>
                  </a:lnTo>
                  <a:lnTo>
                    <a:pt x="159546" y="863442"/>
                  </a:lnTo>
                  <a:lnTo>
                    <a:pt x="158541" y="868446"/>
                  </a:lnTo>
                  <a:lnTo>
                    <a:pt x="152876" y="872097"/>
                  </a:lnTo>
                  <a:lnTo>
                    <a:pt x="146454" y="876007"/>
                  </a:lnTo>
                  <a:lnTo>
                    <a:pt x="144838" y="871806"/>
                  </a:lnTo>
                  <a:lnTo>
                    <a:pt x="137646" y="871949"/>
                  </a:lnTo>
                  <a:lnTo>
                    <a:pt x="133045" y="868947"/>
                  </a:lnTo>
                  <a:lnTo>
                    <a:pt x="138694" y="866360"/>
                  </a:lnTo>
                  <a:lnTo>
                    <a:pt x="144123" y="863384"/>
                  </a:lnTo>
                  <a:lnTo>
                    <a:pt x="146000" y="855761"/>
                  </a:lnTo>
                  <a:lnTo>
                    <a:pt x="144757" y="845725"/>
                  </a:lnTo>
                  <a:lnTo>
                    <a:pt x="141421" y="838624"/>
                  </a:lnTo>
                  <a:lnTo>
                    <a:pt x="138721" y="832991"/>
                  </a:lnTo>
                  <a:lnTo>
                    <a:pt x="137130" y="827431"/>
                  </a:lnTo>
                  <a:lnTo>
                    <a:pt x="138909" y="821701"/>
                  </a:lnTo>
                  <a:lnTo>
                    <a:pt x="143438" y="815380"/>
                  </a:lnTo>
                  <a:lnTo>
                    <a:pt x="145276" y="812984"/>
                  </a:lnTo>
                  <a:lnTo>
                    <a:pt x="148018" y="811506"/>
                  </a:lnTo>
                  <a:lnTo>
                    <a:pt x="145851" y="806260"/>
                  </a:lnTo>
                  <a:lnTo>
                    <a:pt x="142756" y="800436"/>
                  </a:lnTo>
                  <a:lnTo>
                    <a:pt x="142424" y="797062"/>
                  </a:lnTo>
                  <a:lnTo>
                    <a:pt x="137558" y="786483"/>
                  </a:lnTo>
                  <a:lnTo>
                    <a:pt x="135704" y="781569"/>
                  </a:lnTo>
                  <a:lnTo>
                    <a:pt x="134696" y="778268"/>
                  </a:lnTo>
                  <a:lnTo>
                    <a:pt x="132174" y="772056"/>
                  </a:lnTo>
                  <a:lnTo>
                    <a:pt x="127915" y="764256"/>
                  </a:lnTo>
                  <a:lnTo>
                    <a:pt x="125518" y="763642"/>
                  </a:lnTo>
                  <a:lnTo>
                    <a:pt x="124151" y="766617"/>
                  </a:lnTo>
                  <a:lnTo>
                    <a:pt x="124037" y="770145"/>
                  </a:lnTo>
                  <a:lnTo>
                    <a:pt x="124213" y="773656"/>
                  </a:lnTo>
                  <a:lnTo>
                    <a:pt x="123300" y="777188"/>
                  </a:lnTo>
                  <a:lnTo>
                    <a:pt x="120008" y="777336"/>
                  </a:lnTo>
                  <a:lnTo>
                    <a:pt x="116491" y="777134"/>
                  </a:lnTo>
                  <a:lnTo>
                    <a:pt x="114256" y="779662"/>
                  </a:lnTo>
                  <a:lnTo>
                    <a:pt x="110516" y="781252"/>
                  </a:lnTo>
                  <a:lnTo>
                    <a:pt x="102934" y="785178"/>
                  </a:lnTo>
                  <a:lnTo>
                    <a:pt x="94096" y="787075"/>
                  </a:lnTo>
                  <a:lnTo>
                    <a:pt x="84414" y="787439"/>
                  </a:lnTo>
                  <a:lnTo>
                    <a:pt x="79564" y="786538"/>
                  </a:lnTo>
                  <a:lnTo>
                    <a:pt x="73460" y="783214"/>
                  </a:lnTo>
                  <a:lnTo>
                    <a:pt x="71412" y="776922"/>
                  </a:lnTo>
                  <a:lnTo>
                    <a:pt x="72399" y="775107"/>
                  </a:lnTo>
                  <a:lnTo>
                    <a:pt x="73914" y="773191"/>
                  </a:lnTo>
                  <a:lnTo>
                    <a:pt x="69777" y="769076"/>
                  </a:lnTo>
                  <a:lnTo>
                    <a:pt x="65731" y="765200"/>
                  </a:lnTo>
                  <a:lnTo>
                    <a:pt x="62826" y="757924"/>
                  </a:lnTo>
                  <a:lnTo>
                    <a:pt x="59863" y="755226"/>
                  </a:lnTo>
                  <a:lnTo>
                    <a:pt x="57679" y="750795"/>
                  </a:lnTo>
                  <a:lnTo>
                    <a:pt x="55306" y="750761"/>
                  </a:lnTo>
                  <a:lnTo>
                    <a:pt x="49267" y="746340"/>
                  </a:lnTo>
                  <a:lnTo>
                    <a:pt x="45242" y="740165"/>
                  </a:lnTo>
                  <a:lnTo>
                    <a:pt x="47143" y="738459"/>
                  </a:lnTo>
                  <a:lnTo>
                    <a:pt x="48821" y="737885"/>
                  </a:lnTo>
                  <a:lnTo>
                    <a:pt x="50792" y="734158"/>
                  </a:lnTo>
                  <a:lnTo>
                    <a:pt x="49947" y="733072"/>
                  </a:lnTo>
                  <a:lnTo>
                    <a:pt x="46703" y="733502"/>
                  </a:lnTo>
                  <a:lnTo>
                    <a:pt x="43675" y="735562"/>
                  </a:lnTo>
                  <a:lnTo>
                    <a:pt x="41151" y="735249"/>
                  </a:lnTo>
                  <a:lnTo>
                    <a:pt x="38546" y="734451"/>
                  </a:lnTo>
                  <a:lnTo>
                    <a:pt x="37021" y="731262"/>
                  </a:lnTo>
                  <a:lnTo>
                    <a:pt x="38727" y="729318"/>
                  </a:lnTo>
                  <a:lnTo>
                    <a:pt x="43665" y="727784"/>
                  </a:lnTo>
                  <a:lnTo>
                    <a:pt x="47950" y="723063"/>
                  </a:lnTo>
                  <a:lnTo>
                    <a:pt x="50435" y="722281"/>
                  </a:lnTo>
                  <a:lnTo>
                    <a:pt x="50064" y="719064"/>
                  </a:lnTo>
                  <a:lnTo>
                    <a:pt x="49276" y="717060"/>
                  </a:lnTo>
                  <a:lnTo>
                    <a:pt x="49865" y="712584"/>
                  </a:lnTo>
                  <a:lnTo>
                    <a:pt x="48561" y="707215"/>
                  </a:lnTo>
                  <a:lnTo>
                    <a:pt x="47924" y="706267"/>
                  </a:lnTo>
                  <a:lnTo>
                    <a:pt x="45578" y="702761"/>
                  </a:lnTo>
                  <a:lnTo>
                    <a:pt x="47542" y="700362"/>
                  </a:lnTo>
                  <a:lnTo>
                    <a:pt x="49995" y="697235"/>
                  </a:lnTo>
                  <a:lnTo>
                    <a:pt x="47742" y="694719"/>
                  </a:lnTo>
                  <a:lnTo>
                    <a:pt x="46111" y="690581"/>
                  </a:lnTo>
                  <a:lnTo>
                    <a:pt x="42627" y="688922"/>
                  </a:lnTo>
                  <a:lnTo>
                    <a:pt x="40451" y="694927"/>
                  </a:lnTo>
                  <a:lnTo>
                    <a:pt x="38301" y="694441"/>
                  </a:lnTo>
                  <a:lnTo>
                    <a:pt x="35528" y="693514"/>
                  </a:lnTo>
                  <a:lnTo>
                    <a:pt x="33253" y="690125"/>
                  </a:lnTo>
                  <a:lnTo>
                    <a:pt x="33917" y="683955"/>
                  </a:lnTo>
                  <a:lnTo>
                    <a:pt x="34449" y="680508"/>
                  </a:lnTo>
                  <a:lnTo>
                    <a:pt x="29826" y="677815"/>
                  </a:lnTo>
                  <a:lnTo>
                    <a:pt x="28529" y="677905"/>
                  </a:lnTo>
                  <a:lnTo>
                    <a:pt x="26428" y="670978"/>
                  </a:lnTo>
                  <a:lnTo>
                    <a:pt x="27858" y="669187"/>
                  </a:lnTo>
                  <a:lnTo>
                    <a:pt x="30452" y="668174"/>
                  </a:lnTo>
                  <a:lnTo>
                    <a:pt x="31957" y="665598"/>
                  </a:lnTo>
                  <a:lnTo>
                    <a:pt x="28748" y="662067"/>
                  </a:lnTo>
                  <a:lnTo>
                    <a:pt x="27510" y="660459"/>
                  </a:lnTo>
                  <a:lnTo>
                    <a:pt x="24904" y="661310"/>
                  </a:lnTo>
                  <a:lnTo>
                    <a:pt x="22451" y="664279"/>
                  </a:lnTo>
                  <a:lnTo>
                    <a:pt x="20420" y="662632"/>
                  </a:lnTo>
                  <a:lnTo>
                    <a:pt x="19169" y="655872"/>
                  </a:lnTo>
                  <a:lnTo>
                    <a:pt x="21796" y="648115"/>
                  </a:lnTo>
                  <a:lnTo>
                    <a:pt x="24701" y="645508"/>
                  </a:lnTo>
                  <a:lnTo>
                    <a:pt x="23732" y="642116"/>
                  </a:lnTo>
                  <a:lnTo>
                    <a:pt x="28325" y="640196"/>
                  </a:lnTo>
                  <a:lnTo>
                    <a:pt x="32112" y="642248"/>
                  </a:lnTo>
                  <a:lnTo>
                    <a:pt x="36938" y="641296"/>
                  </a:lnTo>
                  <a:lnTo>
                    <a:pt x="36782" y="639394"/>
                  </a:lnTo>
                  <a:lnTo>
                    <a:pt x="34598" y="633015"/>
                  </a:lnTo>
                  <a:lnTo>
                    <a:pt x="34813" y="626548"/>
                  </a:lnTo>
                  <a:lnTo>
                    <a:pt x="37619" y="621027"/>
                  </a:lnTo>
                  <a:lnTo>
                    <a:pt x="44451" y="611838"/>
                  </a:lnTo>
                  <a:lnTo>
                    <a:pt x="50566" y="602449"/>
                  </a:lnTo>
                  <a:lnTo>
                    <a:pt x="55932" y="596399"/>
                  </a:lnTo>
                  <a:lnTo>
                    <a:pt x="57562" y="591307"/>
                  </a:lnTo>
                  <a:lnTo>
                    <a:pt x="60386" y="587425"/>
                  </a:lnTo>
                  <a:lnTo>
                    <a:pt x="64006" y="585906"/>
                  </a:lnTo>
                  <a:lnTo>
                    <a:pt x="63607" y="581237"/>
                  </a:lnTo>
                  <a:lnTo>
                    <a:pt x="63576" y="577475"/>
                  </a:lnTo>
                  <a:lnTo>
                    <a:pt x="65824" y="570923"/>
                  </a:lnTo>
                  <a:lnTo>
                    <a:pt x="69972" y="563123"/>
                  </a:lnTo>
                  <a:lnTo>
                    <a:pt x="72584" y="557083"/>
                  </a:lnTo>
                  <a:lnTo>
                    <a:pt x="77576" y="551326"/>
                  </a:lnTo>
                  <a:lnTo>
                    <a:pt x="84202" y="548539"/>
                  </a:lnTo>
                  <a:lnTo>
                    <a:pt x="88158" y="548132"/>
                  </a:lnTo>
                  <a:lnTo>
                    <a:pt x="92963" y="551297"/>
                  </a:lnTo>
                  <a:lnTo>
                    <a:pt x="97108" y="552255"/>
                  </a:lnTo>
                  <a:lnTo>
                    <a:pt x="99999" y="557460"/>
                  </a:lnTo>
                  <a:lnTo>
                    <a:pt x="102354" y="558040"/>
                  </a:lnTo>
                  <a:lnTo>
                    <a:pt x="107865" y="565185"/>
                  </a:lnTo>
                  <a:lnTo>
                    <a:pt x="115197" y="564266"/>
                  </a:lnTo>
                  <a:lnTo>
                    <a:pt x="119130" y="560255"/>
                  </a:lnTo>
                  <a:lnTo>
                    <a:pt x="121324" y="558045"/>
                  </a:lnTo>
                  <a:lnTo>
                    <a:pt x="122150" y="554550"/>
                  </a:lnTo>
                  <a:lnTo>
                    <a:pt x="124853" y="554094"/>
                  </a:lnTo>
                  <a:lnTo>
                    <a:pt x="128399" y="549991"/>
                  </a:lnTo>
                  <a:lnTo>
                    <a:pt x="130624" y="547405"/>
                  </a:lnTo>
                  <a:lnTo>
                    <a:pt x="133805" y="541211"/>
                  </a:lnTo>
                  <a:lnTo>
                    <a:pt x="135843" y="538219"/>
                  </a:lnTo>
                  <a:lnTo>
                    <a:pt x="130397" y="532185"/>
                  </a:lnTo>
                  <a:lnTo>
                    <a:pt x="126579" y="529161"/>
                  </a:lnTo>
                  <a:lnTo>
                    <a:pt x="130009" y="526092"/>
                  </a:lnTo>
                  <a:lnTo>
                    <a:pt x="135100" y="525750"/>
                  </a:lnTo>
                  <a:lnTo>
                    <a:pt x="138847" y="532339"/>
                  </a:lnTo>
                  <a:lnTo>
                    <a:pt x="143649" y="534515"/>
                  </a:lnTo>
                  <a:lnTo>
                    <a:pt x="145940" y="539274"/>
                  </a:lnTo>
                  <a:lnTo>
                    <a:pt x="154352" y="538371"/>
                  </a:lnTo>
                  <a:lnTo>
                    <a:pt x="161331" y="538989"/>
                  </a:lnTo>
                  <a:lnTo>
                    <a:pt x="167689" y="537162"/>
                  </a:lnTo>
                  <a:lnTo>
                    <a:pt x="171050" y="532351"/>
                  </a:lnTo>
                  <a:lnTo>
                    <a:pt x="179320" y="519462"/>
                  </a:lnTo>
                  <a:lnTo>
                    <a:pt x="179941" y="514270"/>
                  </a:lnTo>
                  <a:lnTo>
                    <a:pt x="176643" y="502516"/>
                  </a:lnTo>
                  <a:lnTo>
                    <a:pt x="175698" y="497814"/>
                  </a:lnTo>
                  <a:lnTo>
                    <a:pt x="175485" y="487204"/>
                  </a:lnTo>
                  <a:lnTo>
                    <a:pt x="170047" y="478559"/>
                  </a:lnTo>
                  <a:lnTo>
                    <a:pt x="167916" y="474722"/>
                  </a:lnTo>
                  <a:lnTo>
                    <a:pt x="161599" y="472749"/>
                  </a:lnTo>
                  <a:lnTo>
                    <a:pt x="162792" y="467055"/>
                  </a:lnTo>
                  <a:lnTo>
                    <a:pt x="164998" y="464309"/>
                  </a:lnTo>
                  <a:lnTo>
                    <a:pt x="169912" y="468027"/>
                  </a:lnTo>
                  <a:lnTo>
                    <a:pt x="175438" y="465156"/>
                  </a:lnTo>
                  <a:lnTo>
                    <a:pt x="180880" y="459973"/>
                  </a:lnTo>
                  <a:lnTo>
                    <a:pt x="181375" y="453265"/>
                  </a:lnTo>
                  <a:lnTo>
                    <a:pt x="177652" y="445911"/>
                  </a:lnTo>
                  <a:lnTo>
                    <a:pt x="174034" y="442538"/>
                  </a:lnTo>
                  <a:lnTo>
                    <a:pt x="172727" y="440518"/>
                  </a:lnTo>
                  <a:lnTo>
                    <a:pt x="170585" y="441459"/>
                  </a:lnTo>
                  <a:lnTo>
                    <a:pt x="167456" y="445011"/>
                  </a:lnTo>
                  <a:lnTo>
                    <a:pt x="166003" y="448858"/>
                  </a:lnTo>
                  <a:lnTo>
                    <a:pt x="162254" y="450057"/>
                  </a:lnTo>
                  <a:lnTo>
                    <a:pt x="159005" y="448311"/>
                  </a:lnTo>
                  <a:lnTo>
                    <a:pt x="155588" y="450020"/>
                  </a:lnTo>
                  <a:lnTo>
                    <a:pt x="152698" y="452615"/>
                  </a:lnTo>
                  <a:lnTo>
                    <a:pt x="147882" y="453506"/>
                  </a:lnTo>
                  <a:lnTo>
                    <a:pt x="144462" y="454729"/>
                  </a:lnTo>
                  <a:lnTo>
                    <a:pt x="143050" y="458306"/>
                  </a:lnTo>
                  <a:lnTo>
                    <a:pt x="134689" y="463905"/>
                  </a:lnTo>
                  <a:lnTo>
                    <a:pt x="132820" y="467308"/>
                  </a:lnTo>
                  <a:lnTo>
                    <a:pt x="131676" y="473732"/>
                  </a:lnTo>
                  <a:lnTo>
                    <a:pt x="127864" y="477090"/>
                  </a:lnTo>
                  <a:lnTo>
                    <a:pt x="126497" y="469879"/>
                  </a:lnTo>
                  <a:lnTo>
                    <a:pt x="126213" y="465506"/>
                  </a:lnTo>
                  <a:lnTo>
                    <a:pt x="124213" y="462426"/>
                  </a:lnTo>
                  <a:lnTo>
                    <a:pt x="121683" y="463844"/>
                  </a:lnTo>
                  <a:lnTo>
                    <a:pt x="121658" y="466699"/>
                  </a:lnTo>
                  <a:lnTo>
                    <a:pt x="119786" y="469343"/>
                  </a:lnTo>
                  <a:lnTo>
                    <a:pt x="118436" y="473106"/>
                  </a:lnTo>
                  <a:lnTo>
                    <a:pt x="115722" y="467769"/>
                  </a:lnTo>
                  <a:lnTo>
                    <a:pt x="111747" y="462715"/>
                  </a:lnTo>
                  <a:lnTo>
                    <a:pt x="104803" y="459130"/>
                  </a:lnTo>
                  <a:lnTo>
                    <a:pt x="101084" y="458391"/>
                  </a:lnTo>
                  <a:lnTo>
                    <a:pt x="97176" y="459685"/>
                  </a:lnTo>
                  <a:lnTo>
                    <a:pt x="92732" y="458376"/>
                  </a:lnTo>
                  <a:lnTo>
                    <a:pt x="88528" y="458199"/>
                  </a:lnTo>
                  <a:lnTo>
                    <a:pt x="81966" y="460671"/>
                  </a:lnTo>
                  <a:lnTo>
                    <a:pt x="74768" y="464618"/>
                  </a:lnTo>
                  <a:lnTo>
                    <a:pt x="69583" y="465154"/>
                  </a:lnTo>
                  <a:lnTo>
                    <a:pt x="62308" y="461111"/>
                  </a:lnTo>
                  <a:lnTo>
                    <a:pt x="48952" y="455421"/>
                  </a:lnTo>
                  <a:lnTo>
                    <a:pt x="38428" y="451079"/>
                  </a:lnTo>
                  <a:lnTo>
                    <a:pt x="34366" y="445827"/>
                  </a:lnTo>
                  <a:lnTo>
                    <a:pt x="33412" y="438453"/>
                  </a:lnTo>
                  <a:lnTo>
                    <a:pt x="33842" y="435585"/>
                  </a:lnTo>
                  <a:lnTo>
                    <a:pt x="36124" y="432036"/>
                  </a:lnTo>
                  <a:lnTo>
                    <a:pt x="35730" y="429829"/>
                  </a:lnTo>
                  <a:lnTo>
                    <a:pt x="32380" y="424311"/>
                  </a:lnTo>
                  <a:lnTo>
                    <a:pt x="29820" y="421479"/>
                  </a:lnTo>
                  <a:lnTo>
                    <a:pt x="29118" y="418843"/>
                  </a:lnTo>
                  <a:lnTo>
                    <a:pt x="25515" y="411453"/>
                  </a:lnTo>
                  <a:lnTo>
                    <a:pt x="26265" y="410666"/>
                  </a:lnTo>
                  <a:lnTo>
                    <a:pt x="32555" y="412454"/>
                  </a:lnTo>
                  <a:lnTo>
                    <a:pt x="36818" y="410151"/>
                  </a:lnTo>
                  <a:lnTo>
                    <a:pt x="38099" y="405514"/>
                  </a:lnTo>
                  <a:lnTo>
                    <a:pt x="41071" y="403112"/>
                  </a:lnTo>
                  <a:lnTo>
                    <a:pt x="39094" y="399864"/>
                  </a:lnTo>
                  <a:lnTo>
                    <a:pt x="35267" y="398139"/>
                  </a:lnTo>
                  <a:lnTo>
                    <a:pt x="31370" y="397807"/>
                  </a:lnTo>
                  <a:lnTo>
                    <a:pt x="27861" y="395385"/>
                  </a:lnTo>
                  <a:lnTo>
                    <a:pt x="23857" y="393088"/>
                  </a:lnTo>
                  <a:lnTo>
                    <a:pt x="16927" y="391151"/>
                  </a:lnTo>
                  <a:lnTo>
                    <a:pt x="13927" y="389648"/>
                  </a:lnTo>
                  <a:lnTo>
                    <a:pt x="9395" y="383583"/>
                  </a:lnTo>
                  <a:lnTo>
                    <a:pt x="5716" y="379544"/>
                  </a:lnTo>
                  <a:lnTo>
                    <a:pt x="1143" y="3766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592593" y="5865801"/>
              <a:ext cx="56488" cy="49913"/>
            </a:xfrm>
            <a:custGeom>
              <a:avLst/>
              <a:pathLst>
                <a:path w="56488" h="49913">
                  <a:moveTo>
                    <a:pt x="0" y="47724"/>
                  </a:moveTo>
                  <a:lnTo>
                    <a:pt x="9198" y="41415"/>
                  </a:lnTo>
                  <a:lnTo>
                    <a:pt x="12434" y="38881"/>
                  </a:lnTo>
                  <a:lnTo>
                    <a:pt x="16258" y="33866"/>
                  </a:lnTo>
                  <a:lnTo>
                    <a:pt x="19108" y="32256"/>
                  </a:lnTo>
                  <a:lnTo>
                    <a:pt x="18603" y="26984"/>
                  </a:lnTo>
                  <a:lnTo>
                    <a:pt x="20296" y="22849"/>
                  </a:lnTo>
                  <a:lnTo>
                    <a:pt x="27182" y="16554"/>
                  </a:lnTo>
                  <a:lnTo>
                    <a:pt x="32094" y="18655"/>
                  </a:lnTo>
                  <a:lnTo>
                    <a:pt x="33137" y="14805"/>
                  </a:lnTo>
                  <a:lnTo>
                    <a:pt x="34249" y="9740"/>
                  </a:lnTo>
                  <a:lnTo>
                    <a:pt x="36384" y="4584"/>
                  </a:lnTo>
                  <a:lnTo>
                    <a:pt x="40257" y="1884"/>
                  </a:lnTo>
                  <a:lnTo>
                    <a:pt x="47993" y="0"/>
                  </a:lnTo>
                  <a:lnTo>
                    <a:pt x="51957" y="3249"/>
                  </a:lnTo>
                  <a:lnTo>
                    <a:pt x="56488" y="4015"/>
                  </a:lnTo>
                  <a:lnTo>
                    <a:pt x="55703" y="7073"/>
                  </a:lnTo>
                  <a:lnTo>
                    <a:pt x="53838" y="9991"/>
                  </a:lnTo>
                  <a:lnTo>
                    <a:pt x="54272" y="12959"/>
                  </a:lnTo>
                  <a:lnTo>
                    <a:pt x="49935" y="15546"/>
                  </a:lnTo>
                  <a:lnTo>
                    <a:pt x="44983" y="18662"/>
                  </a:lnTo>
                  <a:lnTo>
                    <a:pt x="37410" y="21965"/>
                  </a:lnTo>
                  <a:lnTo>
                    <a:pt x="35564" y="25666"/>
                  </a:lnTo>
                  <a:lnTo>
                    <a:pt x="32883" y="29481"/>
                  </a:lnTo>
                  <a:lnTo>
                    <a:pt x="31118" y="33062"/>
                  </a:lnTo>
                  <a:lnTo>
                    <a:pt x="25266" y="35578"/>
                  </a:lnTo>
                  <a:lnTo>
                    <a:pt x="22430" y="38150"/>
                  </a:lnTo>
                  <a:lnTo>
                    <a:pt x="19818" y="41895"/>
                  </a:lnTo>
                  <a:lnTo>
                    <a:pt x="16322" y="41396"/>
                  </a:lnTo>
                  <a:lnTo>
                    <a:pt x="10458" y="46026"/>
                  </a:lnTo>
                  <a:lnTo>
                    <a:pt x="4237" y="48877"/>
                  </a:lnTo>
                  <a:lnTo>
                    <a:pt x="817" y="4991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591499" y="5645029"/>
              <a:ext cx="11795" cy="7947"/>
            </a:xfrm>
            <a:custGeom>
              <a:avLst/>
              <a:pathLst>
                <a:path w="11795" h="7947">
                  <a:moveTo>
                    <a:pt x="0" y="0"/>
                  </a:moveTo>
                  <a:lnTo>
                    <a:pt x="6715" y="1858"/>
                  </a:lnTo>
                  <a:lnTo>
                    <a:pt x="11350" y="2433"/>
                  </a:lnTo>
                  <a:lnTo>
                    <a:pt x="11795" y="5398"/>
                  </a:lnTo>
                  <a:lnTo>
                    <a:pt x="7248" y="7947"/>
                  </a:lnTo>
                  <a:lnTo>
                    <a:pt x="3835" y="72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58545" y="5889775"/>
              <a:ext cx="20846" cy="23954"/>
            </a:xfrm>
            <a:custGeom>
              <a:avLst/>
              <a:pathLst>
                <a:path w="20846" h="23954">
                  <a:moveTo>
                    <a:pt x="1656" y="18918"/>
                  </a:moveTo>
                  <a:lnTo>
                    <a:pt x="5044" y="10080"/>
                  </a:lnTo>
                  <a:lnTo>
                    <a:pt x="7545" y="8691"/>
                  </a:lnTo>
                  <a:lnTo>
                    <a:pt x="13566" y="12147"/>
                  </a:lnTo>
                  <a:lnTo>
                    <a:pt x="17280" y="7868"/>
                  </a:lnTo>
                  <a:lnTo>
                    <a:pt x="15514" y="1424"/>
                  </a:lnTo>
                  <a:lnTo>
                    <a:pt x="18258" y="0"/>
                  </a:lnTo>
                  <a:lnTo>
                    <a:pt x="20499" y="4381"/>
                  </a:lnTo>
                  <a:lnTo>
                    <a:pt x="20846" y="10230"/>
                  </a:lnTo>
                  <a:lnTo>
                    <a:pt x="20390" y="16244"/>
                  </a:lnTo>
                  <a:lnTo>
                    <a:pt x="18720" y="22066"/>
                  </a:lnTo>
                  <a:lnTo>
                    <a:pt x="14570" y="20440"/>
                  </a:lnTo>
                  <a:lnTo>
                    <a:pt x="9691" y="19906"/>
                  </a:lnTo>
                  <a:lnTo>
                    <a:pt x="4814" y="23904"/>
                  </a:lnTo>
                  <a:lnTo>
                    <a:pt x="0" y="239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75106" y="5600610"/>
              <a:ext cx="9599" cy="7672"/>
            </a:xfrm>
            <a:custGeom>
              <a:avLst/>
              <a:pathLst>
                <a:path w="9599" h="7672">
                  <a:moveTo>
                    <a:pt x="419" y="1054"/>
                  </a:moveTo>
                  <a:lnTo>
                    <a:pt x="4394" y="0"/>
                  </a:lnTo>
                  <a:lnTo>
                    <a:pt x="9599" y="579"/>
                  </a:lnTo>
                  <a:lnTo>
                    <a:pt x="9515" y="4876"/>
                  </a:lnTo>
                  <a:lnTo>
                    <a:pt x="4189" y="7672"/>
                  </a:lnTo>
                  <a:lnTo>
                    <a:pt x="0" y="46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34670" y="5911732"/>
              <a:ext cx="11877" cy="10186"/>
            </a:xfrm>
            <a:custGeom>
              <a:avLst/>
              <a:pathLst>
                <a:path w="11877" h="10186">
                  <a:moveTo>
                    <a:pt x="1219" y="3372"/>
                  </a:moveTo>
                  <a:lnTo>
                    <a:pt x="6847" y="0"/>
                  </a:lnTo>
                  <a:lnTo>
                    <a:pt x="11877" y="2091"/>
                  </a:lnTo>
                  <a:lnTo>
                    <a:pt x="9557" y="8182"/>
                  </a:lnTo>
                  <a:lnTo>
                    <a:pt x="5826" y="7983"/>
                  </a:lnTo>
                  <a:lnTo>
                    <a:pt x="1885" y="10186"/>
                  </a:lnTo>
                  <a:lnTo>
                    <a:pt x="0" y="86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17096" y="5919769"/>
              <a:ext cx="4313" cy="6707"/>
            </a:xfrm>
            <a:custGeom>
              <a:avLst/>
              <a:pathLst>
                <a:path w="4313" h="6707">
                  <a:moveTo>
                    <a:pt x="0" y="2060"/>
                  </a:moveTo>
                  <a:lnTo>
                    <a:pt x="2215" y="0"/>
                  </a:lnTo>
                  <a:lnTo>
                    <a:pt x="4313" y="2358"/>
                  </a:lnTo>
                  <a:lnTo>
                    <a:pt x="2881" y="6707"/>
                  </a:lnTo>
                  <a:lnTo>
                    <a:pt x="107" y="51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594015" y="5142255"/>
              <a:ext cx="82411" cy="69676"/>
            </a:xfrm>
            <a:custGeom>
              <a:avLst/>
              <a:pathLst>
                <a:path w="82411" h="69676">
                  <a:moveTo>
                    <a:pt x="1335" y="14348"/>
                  </a:moveTo>
                  <a:lnTo>
                    <a:pt x="3208" y="10810"/>
                  </a:lnTo>
                  <a:lnTo>
                    <a:pt x="4111" y="4193"/>
                  </a:lnTo>
                  <a:lnTo>
                    <a:pt x="6494" y="0"/>
                  </a:lnTo>
                  <a:lnTo>
                    <a:pt x="9923" y="640"/>
                  </a:lnTo>
                  <a:lnTo>
                    <a:pt x="9857" y="5575"/>
                  </a:lnTo>
                  <a:lnTo>
                    <a:pt x="10047" y="9129"/>
                  </a:lnTo>
                  <a:lnTo>
                    <a:pt x="15907" y="13659"/>
                  </a:lnTo>
                  <a:lnTo>
                    <a:pt x="24767" y="19217"/>
                  </a:lnTo>
                  <a:lnTo>
                    <a:pt x="27393" y="18546"/>
                  </a:lnTo>
                  <a:lnTo>
                    <a:pt x="35035" y="14114"/>
                  </a:lnTo>
                  <a:lnTo>
                    <a:pt x="38418" y="13117"/>
                  </a:lnTo>
                  <a:lnTo>
                    <a:pt x="42171" y="14063"/>
                  </a:lnTo>
                  <a:lnTo>
                    <a:pt x="44011" y="15739"/>
                  </a:lnTo>
                  <a:lnTo>
                    <a:pt x="45870" y="19674"/>
                  </a:lnTo>
                  <a:lnTo>
                    <a:pt x="47866" y="20977"/>
                  </a:lnTo>
                  <a:lnTo>
                    <a:pt x="48309" y="26349"/>
                  </a:lnTo>
                  <a:lnTo>
                    <a:pt x="48736" y="30852"/>
                  </a:lnTo>
                  <a:lnTo>
                    <a:pt x="52407" y="33931"/>
                  </a:lnTo>
                  <a:lnTo>
                    <a:pt x="57639" y="35782"/>
                  </a:lnTo>
                  <a:lnTo>
                    <a:pt x="59625" y="39063"/>
                  </a:lnTo>
                  <a:lnTo>
                    <a:pt x="62123" y="41522"/>
                  </a:lnTo>
                  <a:lnTo>
                    <a:pt x="71991" y="44690"/>
                  </a:lnTo>
                  <a:lnTo>
                    <a:pt x="75969" y="45896"/>
                  </a:lnTo>
                  <a:lnTo>
                    <a:pt x="82411" y="49636"/>
                  </a:lnTo>
                  <a:lnTo>
                    <a:pt x="79897" y="54721"/>
                  </a:lnTo>
                  <a:lnTo>
                    <a:pt x="76867" y="58707"/>
                  </a:lnTo>
                  <a:lnTo>
                    <a:pt x="74077" y="59361"/>
                  </a:lnTo>
                  <a:lnTo>
                    <a:pt x="70778" y="55964"/>
                  </a:lnTo>
                  <a:lnTo>
                    <a:pt x="66531" y="55539"/>
                  </a:lnTo>
                  <a:lnTo>
                    <a:pt x="60379" y="58601"/>
                  </a:lnTo>
                  <a:lnTo>
                    <a:pt x="57335" y="60803"/>
                  </a:lnTo>
                  <a:lnTo>
                    <a:pt x="55730" y="63841"/>
                  </a:lnTo>
                  <a:lnTo>
                    <a:pt x="55478" y="67330"/>
                  </a:lnTo>
                  <a:lnTo>
                    <a:pt x="53179" y="69676"/>
                  </a:lnTo>
                  <a:lnTo>
                    <a:pt x="50172" y="67518"/>
                  </a:lnTo>
                  <a:lnTo>
                    <a:pt x="50159" y="61664"/>
                  </a:lnTo>
                  <a:lnTo>
                    <a:pt x="48289" y="56871"/>
                  </a:lnTo>
                  <a:lnTo>
                    <a:pt x="44342" y="52042"/>
                  </a:lnTo>
                  <a:lnTo>
                    <a:pt x="40850" y="50064"/>
                  </a:lnTo>
                  <a:lnTo>
                    <a:pt x="38766" y="49823"/>
                  </a:lnTo>
                  <a:lnTo>
                    <a:pt x="38311" y="45520"/>
                  </a:lnTo>
                  <a:lnTo>
                    <a:pt x="35726" y="39647"/>
                  </a:lnTo>
                  <a:lnTo>
                    <a:pt x="30190" y="34126"/>
                  </a:lnTo>
                  <a:lnTo>
                    <a:pt x="24467" y="29967"/>
                  </a:lnTo>
                  <a:lnTo>
                    <a:pt x="19989" y="28519"/>
                  </a:lnTo>
                  <a:lnTo>
                    <a:pt x="15432" y="29618"/>
                  </a:lnTo>
                  <a:lnTo>
                    <a:pt x="13527" y="31234"/>
                  </a:lnTo>
                  <a:lnTo>
                    <a:pt x="8897" y="34392"/>
                  </a:lnTo>
                  <a:lnTo>
                    <a:pt x="6582" y="32638"/>
                  </a:lnTo>
                  <a:lnTo>
                    <a:pt x="3264" y="29663"/>
                  </a:lnTo>
                  <a:lnTo>
                    <a:pt x="1107" y="27354"/>
                  </a:lnTo>
                  <a:lnTo>
                    <a:pt x="0" y="19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67032" y="5921062"/>
              <a:ext cx="12918" cy="8883"/>
            </a:xfrm>
            <a:custGeom>
              <a:avLst/>
              <a:pathLst>
                <a:path w="12918" h="8883">
                  <a:moveTo>
                    <a:pt x="1374" y="4639"/>
                  </a:moveTo>
                  <a:lnTo>
                    <a:pt x="4131" y="1610"/>
                  </a:lnTo>
                  <a:lnTo>
                    <a:pt x="7877" y="0"/>
                  </a:lnTo>
                  <a:lnTo>
                    <a:pt x="12202" y="2603"/>
                  </a:lnTo>
                  <a:lnTo>
                    <a:pt x="12918" y="5304"/>
                  </a:lnTo>
                  <a:lnTo>
                    <a:pt x="8473" y="8164"/>
                  </a:lnTo>
                  <a:lnTo>
                    <a:pt x="4168" y="8883"/>
                  </a:lnTo>
                  <a:lnTo>
                    <a:pt x="0" y="872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31836" y="5861705"/>
              <a:ext cx="5637" cy="7983"/>
            </a:xfrm>
            <a:custGeom>
              <a:avLst/>
              <a:pathLst>
                <a:path w="5637" h="7983">
                  <a:moveTo>
                    <a:pt x="0" y="0"/>
                  </a:moveTo>
                  <a:lnTo>
                    <a:pt x="4521" y="1311"/>
                  </a:lnTo>
                  <a:lnTo>
                    <a:pt x="5637" y="4982"/>
                  </a:lnTo>
                  <a:lnTo>
                    <a:pt x="4892" y="7983"/>
                  </a:lnTo>
                  <a:lnTo>
                    <a:pt x="1462" y="53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24615" y="5344287"/>
              <a:ext cx="22246" cy="33581"/>
            </a:xfrm>
            <a:custGeom>
              <a:avLst/>
              <a:pathLst>
                <a:path w="22246" h="33581">
                  <a:moveTo>
                    <a:pt x="2042" y="0"/>
                  </a:moveTo>
                  <a:lnTo>
                    <a:pt x="5562" y="8031"/>
                  </a:lnTo>
                  <a:lnTo>
                    <a:pt x="6457" y="14480"/>
                  </a:lnTo>
                  <a:lnTo>
                    <a:pt x="14075" y="23729"/>
                  </a:lnTo>
                  <a:lnTo>
                    <a:pt x="18578" y="26870"/>
                  </a:lnTo>
                  <a:lnTo>
                    <a:pt x="22246" y="30987"/>
                  </a:lnTo>
                  <a:lnTo>
                    <a:pt x="21374" y="33581"/>
                  </a:lnTo>
                  <a:lnTo>
                    <a:pt x="16792" y="31325"/>
                  </a:lnTo>
                  <a:lnTo>
                    <a:pt x="10751" y="28456"/>
                  </a:lnTo>
                  <a:lnTo>
                    <a:pt x="4286" y="18676"/>
                  </a:lnTo>
                  <a:lnTo>
                    <a:pt x="0" y="13927"/>
                  </a:lnTo>
                  <a:lnTo>
                    <a:pt x="323" y="28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67000" y="5905607"/>
              <a:ext cx="87902" cy="34094"/>
            </a:xfrm>
            <a:custGeom>
              <a:avLst/>
              <a:pathLst>
                <a:path w="87902" h="34094">
                  <a:moveTo>
                    <a:pt x="1180" y="15124"/>
                  </a:moveTo>
                  <a:lnTo>
                    <a:pt x="11345" y="15073"/>
                  </a:lnTo>
                  <a:lnTo>
                    <a:pt x="16888" y="13850"/>
                  </a:lnTo>
                  <a:lnTo>
                    <a:pt x="23166" y="15460"/>
                  </a:lnTo>
                  <a:lnTo>
                    <a:pt x="29281" y="14588"/>
                  </a:lnTo>
                  <a:lnTo>
                    <a:pt x="33020" y="11753"/>
                  </a:lnTo>
                  <a:lnTo>
                    <a:pt x="34019" y="4871"/>
                  </a:lnTo>
                  <a:lnTo>
                    <a:pt x="39055" y="1825"/>
                  </a:lnTo>
                  <a:lnTo>
                    <a:pt x="44635" y="0"/>
                  </a:lnTo>
                  <a:lnTo>
                    <a:pt x="48701" y="2877"/>
                  </a:lnTo>
                  <a:lnTo>
                    <a:pt x="51215" y="8586"/>
                  </a:lnTo>
                  <a:lnTo>
                    <a:pt x="48389" y="13683"/>
                  </a:lnTo>
                  <a:lnTo>
                    <a:pt x="48567" y="20961"/>
                  </a:lnTo>
                  <a:lnTo>
                    <a:pt x="53108" y="21549"/>
                  </a:lnTo>
                  <a:lnTo>
                    <a:pt x="62160" y="23125"/>
                  </a:lnTo>
                  <a:lnTo>
                    <a:pt x="66815" y="23217"/>
                  </a:lnTo>
                  <a:lnTo>
                    <a:pt x="72173" y="27977"/>
                  </a:lnTo>
                  <a:lnTo>
                    <a:pt x="79673" y="28304"/>
                  </a:lnTo>
                  <a:lnTo>
                    <a:pt x="87902" y="31351"/>
                  </a:lnTo>
                  <a:lnTo>
                    <a:pt x="86451" y="34094"/>
                  </a:lnTo>
                  <a:lnTo>
                    <a:pt x="79348" y="34031"/>
                  </a:lnTo>
                  <a:lnTo>
                    <a:pt x="70983" y="33320"/>
                  </a:lnTo>
                  <a:lnTo>
                    <a:pt x="66574" y="32604"/>
                  </a:lnTo>
                  <a:lnTo>
                    <a:pt x="60059" y="29065"/>
                  </a:lnTo>
                  <a:lnTo>
                    <a:pt x="55369" y="28870"/>
                  </a:lnTo>
                  <a:lnTo>
                    <a:pt x="52455" y="27786"/>
                  </a:lnTo>
                  <a:lnTo>
                    <a:pt x="45309" y="24568"/>
                  </a:lnTo>
                  <a:lnTo>
                    <a:pt x="38885" y="21858"/>
                  </a:lnTo>
                  <a:lnTo>
                    <a:pt x="35003" y="21506"/>
                  </a:lnTo>
                  <a:lnTo>
                    <a:pt x="33553" y="26031"/>
                  </a:lnTo>
                  <a:lnTo>
                    <a:pt x="28312" y="23103"/>
                  </a:lnTo>
                  <a:lnTo>
                    <a:pt x="21483" y="23552"/>
                  </a:lnTo>
                  <a:lnTo>
                    <a:pt x="15870" y="21314"/>
                  </a:lnTo>
                  <a:lnTo>
                    <a:pt x="11286" y="21089"/>
                  </a:lnTo>
                  <a:lnTo>
                    <a:pt x="6164" y="19500"/>
                  </a:lnTo>
                  <a:lnTo>
                    <a:pt x="0" y="1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302635" y="5908404"/>
              <a:ext cx="60368" cy="28567"/>
            </a:xfrm>
            <a:custGeom>
              <a:avLst/>
              <a:pathLst>
                <a:path w="60368" h="28567">
                  <a:moveTo>
                    <a:pt x="2100" y="21586"/>
                  </a:moveTo>
                  <a:lnTo>
                    <a:pt x="4328" y="14338"/>
                  </a:lnTo>
                  <a:lnTo>
                    <a:pt x="9587" y="13297"/>
                  </a:lnTo>
                  <a:lnTo>
                    <a:pt x="10621" y="11052"/>
                  </a:lnTo>
                  <a:lnTo>
                    <a:pt x="9421" y="6486"/>
                  </a:lnTo>
                  <a:lnTo>
                    <a:pt x="11105" y="4189"/>
                  </a:lnTo>
                  <a:lnTo>
                    <a:pt x="13828" y="5056"/>
                  </a:lnTo>
                  <a:lnTo>
                    <a:pt x="18504" y="3591"/>
                  </a:lnTo>
                  <a:lnTo>
                    <a:pt x="19193" y="7184"/>
                  </a:lnTo>
                  <a:lnTo>
                    <a:pt x="18577" y="10276"/>
                  </a:lnTo>
                  <a:lnTo>
                    <a:pt x="17176" y="14707"/>
                  </a:lnTo>
                  <a:lnTo>
                    <a:pt x="22628" y="14862"/>
                  </a:lnTo>
                  <a:lnTo>
                    <a:pt x="27113" y="15281"/>
                  </a:lnTo>
                  <a:lnTo>
                    <a:pt x="32231" y="15952"/>
                  </a:lnTo>
                  <a:lnTo>
                    <a:pt x="32992" y="11488"/>
                  </a:lnTo>
                  <a:lnTo>
                    <a:pt x="32912" y="7842"/>
                  </a:lnTo>
                  <a:lnTo>
                    <a:pt x="32466" y="3034"/>
                  </a:lnTo>
                  <a:lnTo>
                    <a:pt x="35174" y="0"/>
                  </a:lnTo>
                  <a:lnTo>
                    <a:pt x="38502" y="1470"/>
                  </a:lnTo>
                  <a:lnTo>
                    <a:pt x="39887" y="4918"/>
                  </a:lnTo>
                  <a:lnTo>
                    <a:pt x="43654" y="10974"/>
                  </a:lnTo>
                  <a:lnTo>
                    <a:pt x="46515" y="12116"/>
                  </a:lnTo>
                  <a:lnTo>
                    <a:pt x="51793" y="13193"/>
                  </a:lnTo>
                  <a:lnTo>
                    <a:pt x="59759" y="13901"/>
                  </a:lnTo>
                  <a:lnTo>
                    <a:pt x="60368" y="16924"/>
                  </a:lnTo>
                  <a:lnTo>
                    <a:pt x="52192" y="17575"/>
                  </a:lnTo>
                  <a:lnTo>
                    <a:pt x="46610" y="17141"/>
                  </a:lnTo>
                  <a:lnTo>
                    <a:pt x="39632" y="20502"/>
                  </a:lnTo>
                  <a:lnTo>
                    <a:pt x="37956" y="23239"/>
                  </a:lnTo>
                  <a:lnTo>
                    <a:pt x="31826" y="23927"/>
                  </a:lnTo>
                  <a:lnTo>
                    <a:pt x="26763" y="24502"/>
                  </a:lnTo>
                  <a:lnTo>
                    <a:pt x="20143" y="23768"/>
                  </a:lnTo>
                  <a:lnTo>
                    <a:pt x="17078" y="24918"/>
                  </a:lnTo>
                  <a:lnTo>
                    <a:pt x="12611" y="26565"/>
                  </a:lnTo>
                  <a:lnTo>
                    <a:pt x="10093" y="28567"/>
                  </a:lnTo>
                  <a:lnTo>
                    <a:pt x="6624" y="27895"/>
                  </a:lnTo>
                  <a:lnTo>
                    <a:pt x="1630" y="28291"/>
                  </a:lnTo>
                  <a:lnTo>
                    <a:pt x="0" y="266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77239" y="5909933"/>
              <a:ext cx="26014" cy="17075"/>
            </a:xfrm>
            <a:custGeom>
              <a:avLst/>
              <a:pathLst>
                <a:path w="26014" h="17075">
                  <a:moveTo>
                    <a:pt x="1770" y="8510"/>
                  </a:moveTo>
                  <a:lnTo>
                    <a:pt x="8513" y="8583"/>
                  </a:lnTo>
                  <a:lnTo>
                    <a:pt x="15108" y="9951"/>
                  </a:lnTo>
                  <a:lnTo>
                    <a:pt x="18448" y="9092"/>
                  </a:lnTo>
                  <a:lnTo>
                    <a:pt x="20511" y="2072"/>
                  </a:lnTo>
                  <a:lnTo>
                    <a:pt x="21491" y="0"/>
                  </a:lnTo>
                  <a:lnTo>
                    <a:pt x="24401" y="1344"/>
                  </a:lnTo>
                  <a:lnTo>
                    <a:pt x="26014" y="4491"/>
                  </a:lnTo>
                  <a:lnTo>
                    <a:pt x="23411" y="8675"/>
                  </a:lnTo>
                  <a:lnTo>
                    <a:pt x="22133" y="16196"/>
                  </a:lnTo>
                  <a:lnTo>
                    <a:pt x="18829" y="16827"/>
                  </a:lnTo>
                  <a:lnTo>
                    <a:pt x="15559" y="17075"/>
                  </a:lnTo>
                  <a:lnTo>
                    <a:pt x="13051" y="15200"/>
                  </a:lnTo>
                  <a:lnTo>
                    <a:pt x="7953" y="14724"/>
                  </a:lnTo>
                  <a:lnTo>
                    <a:pt x="1565" y="14886"/>
                  </a:lnTo>
                  <a:lnTo>
                    <a:pt x="0" y="108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60148" y="5901486"/>
              <a:ext cx="21963" cy="24421"/>
            </a:xfrm>
            <a:custGeom>
              <a:avLst/>
              <a:pathLst>
                <a:path w="21963" h="24421">
                  <a:moveTo>
                    <a:pt x="1404" y="0"/>
                  </a:moveTo>
                  <a:lnTo>
                    <a:pt x="5398" y="233"/>
                  </a:lnTo>
                  <a:lnTo>
                    <a:pt x="10367" y="2048"/>
                  </a:lnTo>
                  <a:lnTo>
                    <a:pt x="12049" y="7191"/>
                  </a:lnTo>
                  <a:lnTo>
                    <a:pt x="16724" y="8881"/>
                  </a:lnTo>
                  <a:lnTo>
                    <a:pt x="21963" y="9873"/>
                  </a:lnTo>
                  <a:lnTo>
                    <a:pt x="20199" y="13164"/>
                  </a:lnTo>
                  <a:lnTo>
                    <a:pt x="16066" y="14007"/>
                  </a:lnTo>
                  <a:lnTo>
                    <a:pt x="12820" y="17389"/>
                  </a:lnTo>
                  <a:lnTo>
                    <a:pt x="11019" y="19192"/>
                  </a:lnTo>
                  <a:lnTo>
                    <a:pt x="8686" y="24421"/>
                  </a:lnTo>
                  <a:lnTo>
                    <a:pt x="4049" y="20612"/>
                  </a:lnTo>
                  <a:lnTo>
                    <a:pt x="1910" y="16524"/>
                  </a:lnTo>
                  <a:lnTo>
                    <a:pt x="4479" y="15377"/>
                  </a:lnTo>
                  <a:lnTo>
                    <a:pt x="7250" y="15445"/>
                  </a:lnTo>
                  <a:lnTo>
                    <a:pt x="7428" y="10764"/>
                  </a:lnTo>
                  <a:lnTo>
                    <a:pt x="4407" y="7933"/>
                  </a:lnTo>
                  <a:lnTo>
                    <a:pt x="0" y="248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2792" y="5915249"/>
              <a:ext cx="12702" cy="5345"/>
            </a:xfrm>
            <a:custGeom>
              <a:avLst/>
              <a:pathLst>
                <a:path w="12702" h="5345">
                  <a:moveTo>
                    <a:pt x="0" y="1357"/>
                  </a:moveTo>
                  <a:lnTo>
                    <a:pt x="8270" y="0"/>
                  </a:lnTo>
                  <a:lnTo>
                    <a:pt x="12702" y="2549"/>
                  </a:lnTo>
                  <a:lnTo>
                    <a:pt x="10999" y="5345"/>
                  </a:lnTo>
                  <a:lnTo>
                    <a:pt x="5320" y="5089"/>
                  </a:lnTo>
                  <a:lnTo>
                    <a:pt x="2050" y="36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34846" y="5898394"/>
              <a:ext cx="5927" cy="7287"/>
            </a:xfrm>
            <a:custGeom>
              <a:avLst/>
              <a:pathLst>
                <a:path w="5927" h="7287">
                  <a:moveTo>
                    <a:pt x="1339" y="0"/>
                  </a:moveTo>
                  <a:lnTo>
                    <a:pt x="4996" y="198"/>
                  </a:lnTo>
                  <a:lnTo>
                    <a:pt x="5927" y="5375"/>
                  </a:lnTo>
                  <a:lnTo>
                    <a:pt x="3378" y="7287"/>
                  </a:lnTo>
                  <a:lnTo>
                    <a:pt x="0" y="38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19236" y="5926051"/>
              <a:ext cx="10357" cy="11795"/>
            </a:xfrm>
            <a:custGeom>
              <a:avLst/>
              <a:pathLst>
                <a:path w="10357" h="11795">
                  <a:moveTo>
                    <a:pt x="0" y="7166"/>
                  </a:moveTo>
                  <a:lnTo>
                    <a:pt x="7995" y="0"/>
                  </a:lnTo>
                  <a:lnTo>
                    <a:pt x="10165" y="2928"/>
                  </a:lnTo>
                  <a:lnTo>
                    <a:pt x="10357" y="6095"/>
                  </a:lnTo>
                  <a:lnTo>
                    <a:pt x="3418" y="10311"/>
                  </a:lnTo>
                  <a:lnTo>
                    <a:pt x="1087" y="1179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30011" y="5844897"/>
              <a:ext cx="4478" cy="5833"/>
            </a:xfrm>
            <a:custGeom>
              <a:avLst/>
              <a:pathLst>
                <a:path w="4478" h="5833">
                  <a:moveTo>
                    <a:pt x="1014" y="0"/>
                  </a:moveTo>
                  <a:lnTo>
                    <a:pt x="3253" y="411"/>
                  </a:lnTo>
                  <a:lnTo>
                    <a:pt x="4478" y="3089"/>
                  </a:lnTo>
                  <a:lnTo>
                    <a:pt x="3905" y="5833"/>
                  </a:lnTo>
                  <a:lnTo>
                    <a:pt x="887" y="5699"/>
                  </a:lnTo>
                  <a:lnTo>
                    <a:pt x="0" y="22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96318" y="5831642"/>
              <a:ext cx="20550" cy="17863"/>
            </a:xfrm>
            <a:custGeom>
              <a:avLst/>
              <a:pathLst>
                <a:path w="20550" h="17863">
                  <a:moveTo>
                    <a:pt x="1808" y="10025"/>
                  </a:moveTo>
                  <a:lnTo>
                    <a:pt x="5430" y="10551"/>
                  </a:lnTo>
                  <a:lnTo>
                    <a:pt x="7928" y="8973"/>
                  </a:lnTo>
                  <a:lnTo>
                    <a:pt x="11656" y="8166"/>
                  </a:lnTo>
                  <a:lnTo>
                    <a:pt x="14695" y="4717"/>
                  </a:lnTo>
                  <a:lnTo>
                    <a:pt x="17993" y="0"/>
                  </a:lnTo>
                  <a:lnTo>
                    <a:pt x="20151" y="1903"/>
                  </a:lnTo>
                  <a:lnTo>
                    <a:pt x="20550" y="4923"/>
                  </a:lnTo>
                  <a:lnTo>
                    <a:pt x="17288" y="8313"/>
                  </a:lnTo>
                  <a:lnTo>
                    <a:pt x="15603" y="9607"/>
                  </a:lnTo>
                  <a:lnTo>
                    <a:pt x="16259" y="13635"/>
                  </a:lnTo>
                  <a:lnTo>
                    <a:pt x="15479" y="15431"/>
                  </a:lnTo>
                  <a:lnTo>
                    <a:pt x="11894" y="14005"/>
                  </a:lnTo>
                  <a:lnTo>
                    <a:pt x="8864" y="12129"/>
                  </a:lnTo>
                  <a:lnTo>
                    <a:pt x="7100" y="13547"/>
                  </a:lnTo>
                  <a:lnTo>
                    <a:pt x="5286" y="15410"/>
                  </a:lnTo>
                  <a:lnTo>
                    <a:pt x="3903" y="17863"/>
                  </a:lnTo>
                  <a:lnTo>
                    <a:pt x="2680" y="14707"/>
                  </a:lnTo>
                  <a:lnTo>
                    <a:pt x="0" y="123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995527" y="5730903"/>
              <a:ext cx="10598" cy="10639"/>
            </a:xfrm>
            <a:custGeom>
              <a:avLst/>
              <a:pathLst>
                <a:path w="10598" h="10639">
                  <a:moveTo>
                    <a:pt x="2103" y="0"/>
                  </a:moveTo>
                  <a:lnTo>
                    <a:pt x="8279" y="5686"/>
                  </a:lnTo>
                  <a:lnTo>
                    <a:pt x="10598" y="7342"/>
                  </a:lnTo>
                  <a:lnTo>
                    <a:pt x="10399" y="10639"/>
                  </a:lnTo>
                  <a:lnTo>
                    <a:pt x="4276" y="7542"/>
                  </a:lnTo>
                  <a:lnTo>
                    <a:pt x="0" y="14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72367" y="5745151"/>
              <a:ext cx="17042" cy="12721"/>
            </a:xfrm>
            <a:custGeom>
              <a:avLst/>
              <a:pathLst>
                <a:path w="17042" h="12721">
                  <a:moveTo>
                    <a:pt x="5086" y="252"/>
                  </a:moveTo>
                  <a:lnTo>
                    <a:pt x="9177" y="1620"/>
                  </a:lnTo>
                  <a:lnTo>
                    <a:pt x="12768" y="0"/>
                  </a:lnTo>
                  <a:lnTo>
                    <a:pt x="17042" y="3210"/>
                  </a:lnTo>
                  <a:lnTo>
                    <a:pt x="13297" y="7076"/>
                  </a:lnTo>
                  <a:lnTo>
                    <a:pt x="14081" y="10697"/>
                  </a:lnTo>
                  <a:lnTo>
                    <a:pt x="12668" y="12721"/>
                  </a:lnTo>
                  <a:lnTo>
                    <a:pt x="10150" y="11488"/>
                  </a:lnTo>
                  <a:lnTo>
                    <a:pt x="7182" y="7244"/>
                  </a:lnTo>
                  <a:lnTo>
                    <a:pt x="4805" y="7890"/>
                  </a:lnTo>
                  <a:lnTo>
                    <a:pt x="0" y="21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53277" y="5696030"/>
              <a:ext cx="31125" cy="25099"/>
            </a:xfrm>
            <a:custGeom>
              <a:avLst/>
              <a:pathLst>
                <a:path w="31125" h="25099">
                  <a:moveTo>
                    <a:pt x="805" y="163"/>
                  </a:moveTo>
                  <a:lnTo>
                    <a:pt x="7863" y="0"/>
                  </a:lnTo>
                  <a:lnTo>
                    <a:pt x="12860" y="2340"/>
                  </a:lnTo>
                  <a:lnTo>
                    <a:pt x="23374" y="9182"/>
                  </a:lnTo>
                  <a:lnTo>
                    <a:pt x="26780" y="14451"/>
                  </a:lnTo>
                  <a:lnTo>
                    <a:pt x="31125" y="22475"/>
                  </a:lnTo>
                  <a:lnTo>
                    <a:pt x="30332" y="25099"/>
                  </a:lnTo>
                  <a:lnTo>
                    <a:pt x="25676" y="22806"/>
                  </a:lnTo>
                  <a:lnTo>
                    <a:pt x="23431" y="20055"/>
                  </a:lnTo>
                  <a:lnTo>
                    <a:pt x="21149" y="23003"/>
                  </a:lnTo>
                  <a:lnTo>
                    <a:pt x="18639" y="22365"/>
                  </a:lnTo>
                  <a:lnTo>
                    <a:pt x="14945" y="20136"/>
                  </a:lnTo>
                  <a:lnTo>
                    <a:pt x="11760" y="20748"/>
                  </a:lnTo>
                  <a:lnTo>
                    <a:pt x="9163" y="17278"/>
                  </a:lnTo>
                  <a:lnTo>
                    <a:pt x="8301" y="14187"/>
                  </a:lnTo>
                  <a:lnTo>
                    <a:pt x="9041" y="10432"/>
                  </a:lnTo>
                  <a:lnTo>
                    <a:pt x="6947" y="6602"/>
                  </a:lnTo>
                  <a:lnTo>
                    <a:pt x="4309" y="4576"/>
                  </a:lnTo>
                  <a:lnTo>
                    <a:pt x="0" y="46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5994674" y="5144736"/>
              <a:ext cx="42712" cy="28679"/>
            </a:xfrm>
            <a:custGeom>
              <a:avLst/>
              <a:pathLst>
                <a:path w="42712" h="28679">
                  <a:moveTo>
                    <a:pt x="0" y="26701"/>
                  </a:moveTo>
                  <a:lnTo>
                    <a:pt x="3521" y="18561"/>
                  </a:lnTo>
                  <a:lnTo>
                    <a:pt x="9013" y="13386"/>
                  </a:lnTo>
                  <a:lnTo>
                    <a:pt x="15307" y="8804"/>
                  </a:lnTo>
                  <a:lnTo>
                    <a:pt x="16074" y="6924"/>
                  </a:lnTo>
                  <a:lnTo>
                    <a:pt x="25173" y="0"/>
                  </a:lnTo>
                  <a:lnTo>
                    <a:pt x="36748" y="2599"/>
                  </a:lnTo>
                  <a:lnTo>
                    <a:pt x="42712" y="8412"/>
                  </a:lnTo>
                  <a:lnTo>
                    <a:pt x="35544" y="13126"/>
                  </a:lnTo>
                  <a:lnTo>
                    <a:pt x="31108" y="15323"/>
                  </a:lnTo>
                  <a:lnTo>
                    <a:pt x="27570" y="14408"/>
                  </a:lnTo>
                  <a:lnTo>
                    <a:pt x="22161" y="17436"/>
                  </a:lnTo>
                  <a:lnTo>
                    <a:pt x="16497" y="21098"/>
                  </a:lnTo>
                  <a:lnTo>
                    <a:pt x="9984" y="25482"/>
                  </a:lnTo>
                  <a:lnTo>
                    <a:pt x="257" y="2867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5978782" y="5171068"/>
              <a:ext cx="11239" cy="9786"/>
            </a:xfrm>
            <a:custGeom>
              <a:avLst/>
              <a:pathLst>
                <a:path w="11239" h="9786">
                  <a:moveTo>
                    <a:pt x="418" y="5830"/>
                  </a:moveTo>
                  <a:lnTo>
                    <a:pt x="2316" y="2156"/>
                  </a:lnTo>
                  <a:lnTo>
                    <a:pt x="11239" y="0"/>
                  </a:lnTo>
                  <a:lnTo>
                    <a:pt x="8522" y="8070"/>
                  </a:lnTo>
                  <a:lnTo>
                    <a:pt x="0" y="978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65277" y="5172270"/>
              <a:ext cx="7690" cy="8417"/>
            </a:xfrm>
            <a:custGeom>
              <a:avLst/>
              <a:pathLst>
                <a:path w="7690" h="8417">
                  <a:moveTo>
                    <a:pt x="0" y="4735"/>
                  </a:moveTo>
                  <a:lnTo>
                    <a:pt x="2771" y="0"/>
                  </a:lnTo>
                  <a:lnTo>
                    <a:pt x="7690" y="1815"/>
                  </a:lnTo>
                  <a:lnTo>
                    <a:pt x="7367" y="6834"/>
                  </a:lnTo>
                  <a:lnTo>
                    <a:pt x="1284" y="841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74637" y="4643799"/>
              <a:ext cx="634561" cy="507372"/>
            </a:xfrm>
            <a:custGeom>
              <a:avLst/>
              <a:pathLst>
                <a:path w="634561" h="507372">
                  <a:moveTo>
                    <a:pt x="2250" y="63894"/>
                  </a:moveTo>
                  <a:lnTo>
                    <a:pt x="1260" y="60043"/>
                  </a:lnTo>
                  <a:lnTo>
                    <a:pt x="7103" y="59180"/>
                  </a:lnTo>
                  <a:lnTo>
                    <a:pt x="14006" y="58122"/>
                  </a:lnTo>
                  <a:lnTo>
                    <a:pt x="22371" y="56853"/>
                  </a:lnTo>
                  <a:lnTo>
                    <a:pt x="33381" y="55150"/>
                  </a:lnTo>
                  <a:lnTo>
                    <a:pt x="50683" y="52637"/>
                  </a:lnTo>
                  <a:lnTo>
                    <a:pt x="57743" y="51578"/>
                  </a:lnTo>
                  <a:lnTo>
                    <a:pt x="61154" y="51082"/>
                  </a:lnTo>
                  <a:lnTo>
                    <a:pt x="68333" y="50032"/>
                  </a:lnTo>
                  <a:lnTo>
                    <a:pt x="77521" y="48676"/>
                  </a:lnTo>
                  <a:lnTo>
                    <a:pt x="90387" y="46691"/>
                  </a:lnTo>
                  <a:lnTo>
                    <a:pt x="92129" y="46420"/>
                  </a:lnTo>
                  <a:lnTo>
                    <a:pt x="105197" y="44344"/>
                  </a:lnTo>
                  <a:lnTo>
                    <a:pt x="109205" y="43702"/>
                  </a:lnTo>
                  <a:lnTo>
                    <a:pt x="116385" y="42545"/>
                  </a:lnTo>
                  <a:lnTo>
                    <a:pt x="126775" y="40855"/>
                  </a:lnTo>
                  <a:lnTo>
                    <a:pt x="137320" y="38937"/>
                  </a:lnTo>
                  <a:lnTo>
                    <a:pt x="155762" y="35591"/>
                  </a:lnTo>
                  <a:lnTo>
                    <a:pt x="156472" y="35461"/>
                  </a:lnTo>
                  <a:lnTo>
                    <a:pt x="167820" y="33373"/>
                  </a:lnTo>
                  <a:lnTo>
                    <a:pt x="181543" y="30887"/>
                  </a:lnTo>
                  <a:lnTo>
                    <a:pt x="189948" y="29414"/>
                  </a:lnTo>
                  <a:lnTo>
                    <a:pt x="192057" y="29038"/>
                  </a:lnTo>
                  <a:lnTo>
                    <a:pt x="192101" y="31097"/>
                  </a:lnTo>
                  <a:lnTo>
                    <a:pt x="194254" y="34218"/>
                  </a:lnTo>
                  <a:lnTo>
                    <a:pt x="198534" y="38555"/>
                  </a:lnTo>
                  <a:lnTo>
                    <a:pt x="199217" y="42339"/>
                  </a:lnTo>
                  <a:lnTo>
                    <a:pt x="201205" y="47402"/>
                  </a:lnTo>
                  <a:lnTo>
                    <a:pt x="206009" y="51843"/>
                  </a:lnTo>
                  <a:lnTo>
                    <a:pt x="209742" y="51338"/>
                  </a:lnTo>
                  <a:lnTo>
                    <a:pt x="234830" y="48275"/>
                  </a:lnTo>
                  <a:lnTo>
                    <a:pt x="241769" y="47348"/>
                  </a:lnTo>
                  <a:lnTo>
                    <a:pt x="248815" y="46398"/>
                  </a:lnTo>
                  <a:lnTo>
                    <a:pt x="260689" y="44780"/>
                  </a:lnTo>
                  <a:lnTo>
                    <a:pt x="263744" y="44391"/>
                  </a:lnTo>
                  <a:lnTo>
                    <a:pt x="269395" y="43666"/>
                  </a:lnTo>
                  <a:lnTo>
                    <a:pt x="283204" y="41875"/>
                  </a:lnTo>
                  <a:lnTo>
                    <a:pt x="288926" y="41137"/>
                  </a:lnTo>
                  <a:lnTo>
                    <a:pt x="298703" y="39864"/>
                  </a:lnTo>
                  <a:lnTo>
                    <a:pt x="306977" y="38774"/>
                  </a:lnTo>
                  <a:lnTo>
                    <a:pt x="317521" y="37459"/>
                  </a:lnTo>
                  <a:lnTo>
                    <a:pt x="321106" y="37007"/>
                  </a:lnTo>
                  <a:lnTo>
                    <a:pt x="333906" y="35378"/>
                  </a:lnTo>
                  <a:lnTo>
                    <a:pt x="334291" y="35329"/>
                  </a:lnTo>
                  <a:lnTo>
                    <a:pt x="353107" y="32826"/>
                  </a:lnTo>
                  <a:lnTo>
                    <a:pt x="367012" y="30972"/>
                  </a:lnTo>
                  <a:lnTo>
                    <a:pt x="374824" y="29916"/>
                  </a:lnTo>
                  <a:lnTo>
                    <a:pt x="384034" y="28659"/>
                  </a:lnTo>
                  <a:lnTo>
                    <a:pt x="387053" y="28326"/>
                  </a:lnTo>
                  <a:lnTo>
                    <a:pt x="401951" y="26660"/>
                  </a:lnTo>
                  <a:lnTo>
                    <a:pt x="401823" y="30524"/>
                  </a:lnTo>
                  <a:lnTo>
                    <a:pt x="404610" y="34021"/>
                  </a:lnTo>
                  <a:lnTo>
                    <a:pt x="404683" y="38395"/>
                  </a:lnTo>
                  <a:lnTo>
                    <a:pt x="407750" y="42675"/>
                  </a:lnTo>
                  <a:lnTo>
                    <a:pt x="410521" y="42551"/>
                  </a:lnTo>
                  <a:lnTo>
                    <a:pt x="414120" y="42019"/>
                  </a:lnTo>
                  <a:lnTo>
                    <a:pt x="417205" y="40694"/>
                  </a:lnTo>
                  <a:lnTo>
                    <a:pt x="417926" y="40385"/>
                  </a:lnTo>
                  <a:lnTo>
                    <a:pt x="417328" y="37596"/>
                  </a:lnTo>
                  <a:lnTo>
                    <a:pt x="417659" y="33638"/>
                  </a:lnTo>
                  <a:lnTo>
                    <a:pt x="417091" y="26378"/>
                  </a:lnTo>
                  <a:lnTo>
                    <a:pt x="416200" y="20355"/>
                  </a:lnTo>
                  <a:lnTo>
                    <a:pt x="412903" y="16313"/>
                  </a:lnTo>
                  <a:lnTo>
                    <a:pt x="412898" y="13069"/>
                  </a:lnTo>
                  <a:lnTo>
                    <a:pt x="412667" y="7981"/>
                  </a:lnTo>
                  <a:lnTo>
                    <a:pt x="414866" y="4392"/>
                  </a:lnTo>
                  <a:lnTo>
                    <a:pt x="417997" y="76"/>
                  </a:lnTo>
                  <a:lnTo>
                    <a:pt x="420800" y="6"/>
                  </a:lnTo>
                  <a:lnTo>
                    <a:pt x="421073" y="0"/>
                  </a:lnTo>
                  <a:lnTo>
                    <a:pt x="423965" y="1852"/>
                  </a:lnTo>
                  <a:lnTo>
                    <a:pt x="428383" y="1141"/>
                  </a:lnTo>
                  <a:lnTo>
                    <a:pt x="431924" y="1803"/>
                  </a:lnTo>
                  <a:lnTo>
                    <a:pt x="434571" y="3363"/>
                  </a:lnTo>
                  <a:lnTo>
                    <a:pt x="439306" y="2774"/>
                  </a:lnTo>
                  <a:lnTo>
                    <a:pt x="442092" y="3494"/>
                  </a:lnTo>
                  <a:lnTo>
                    <a:pt x="447524" y="3542"/>
                  </a:lnTo>
                  <a:lnTo>
                    <a:pt x="449835" y="2351"/>
                  </a:lnTo>
                  <a:lnTo>
                    <a:pt x="451375" y="2050"/>
                  </a:lnTo>
                  <a:lnTo>
                    <a:pt x="456178" y="2160"/>
                  </a:lnTo>
                  <a:lnTo>
                    <a:pt x="457580" y="2883"/>
                  </a:lnTo>
                  <a:lnTo>
                    <a:pt x="457983" y="11364"/>
                  </a:lnTo>
                  <a:lnTo>
                    <a:pt x="459886" y="17861"/>
                  </a:lnTo>
                  <a:lnTo>
                    <a:pt x="460519" y="19167"/>
                  </a:lnTo>
                  <a:lnTo>
                    <a:pt x="460884" y="19920"/>
                  </a:lnTo>
                  <a:lnTo>
                    <a:pt x="462227" y="20922"/>
                  </a:lnTo>
                  <a:lnTo>
                    <a:pt x="464134" y="27730"/>
                  </a:lnTo>
                  <a:lnTo>
                    <a:pt x="465533" y="32724"/>
                  </a:lnTo>
                  <a:lnTo>
                    <a:pt x="468525" y="39749"/>
                  </a:lnTo>
                  <a:lnTo>
                    <a:pt x="480137" y="66980"/>
                  </a:lnTo>
                  <a:lnTo>
                    <a:pt x="482005" y="69396"/>
                  </a:lnTo>
                  <a:lnTo>
                    <a:pt x="483595" y="74422"/>
                  </a:lnTo>
                  <a:lnTo>
                    <a:pt x="484572" y="77508"/>
                  </a:lnTo>
                  <a:lnTo>
                    <a:pt x="489783" y="86411"/>
                  </a:lnTo>
                  <a:lnTo>
                    <a:pt x="495059" y="95412"/>
                  </a:lnTo>
                  <a:lnTo>
                    <a:pt x="501562" y="105278"/>
                  </a:lnTo>
                  <a:lnTo>
                    <a:pt x="507607" y="114434"/>
                  </a:lnTo>
                  <a:lnTo>
                    <a:pt x="513012" y="122203"/>
                  </a:lnTo>
                  <a:lnTo>
                    <a:pt x="516098" y="126634"/>
                  </a:lnTo>
                  <a:lnTo>
                    <a:pt x="521789" y="132736"/>
                  </a:lnTo>
                  <a:lnTo>
                    <a:pt x="533713" y="146713"/>
                  </a:lnTo>
                  <a:lnTo>
                    <a:pt x="539472" y="152823"/>
                  </a:lnTo>
                  <a:lnTo>
                    <a:pt x="547243" y="161050"/>
                  </a:lnTo>
                  <a:lnTo>
                    <a:pt x="553241" y="166753"/>
                  </a:lnTo>
                  <a:lnTo>
                    <a:pt x="559835" y="177441"/>
                  </a:lnTo>
                  <a:lnTo>
                    <a:pt x="555941" y="182621"/>
                  </a:lnTo>
                  <a:lnTo>
                    <a:pt x="555707" y="189234"/>
                  </a:lnTo>
                  <a:lnTo>
                    <a:pt x="557161" y="195847"/>
                  </a:lnTo>
                  <a:lnTo>
                    <a:pt x="559493" y="202346"/>
                  </a:lnTo>
                  <a:lnTo>
                    <a:pt x="564711" y="212545"/>
                  </a:lnTo>
                  <a:lnTo>
                    <a:pt x="575196" y="226743"/>
                  </a:lnTo>
                  <a:lnTo>
                    <a:pt x="581914" y="235819"/>
                  </a:lnTo>
                  <a:lnTo>
                    <a:pt x="588146" y="246946"/>
                  </a:lnTo>
                  <a:lnTo>
                    <a:pt x="589860" y="250095"/>
                  </a:lnTo>
                  <a:lnTo>
                    <a:pt x="597432" y="263996"/>
                  </a:lnTo>
                  <a:lnTo>
                    <a:pt x="603486" y="272887"/>
                  </a:lnTo>
                  <a:lnTo>
                    <a:pt x="608348" y="280017"/>
                  </a:lnTo>
                  <a:lnTo>
                    <a:pt x="610385" y="284637"/>
                  </a:lnTo>
                  <a:lnTo>
                    <a:pt x="612657" y="287557"/>
                  </a:lnTo>
                  <a:lnTo>
                    <a:pt x="616828" y="295563"/>
                  </a:lnTo>
                  <a:lnTo>
                    <a:pt x="621388" y="304309"/>
                  </a:lnTo>
                  <a:lnTo>
                    <a:pt x="623857" y="311462"/>
                  </a:lnTo>
                  <a:lnTo>
                    <a:pt x="623895" y="311711"/>
                  </a:lnTo>
                  <a:lnTo>
                    <a:pt x="625102" y="319585"/>
                  </a:lnTo>
                  <a:lnTo>
                    <a:pt x="626145" y="324954"/>
                  </a:lnTo>
                  <a:lnTo>
                    <a:pt x="626562" y="328644"/>
                  </a:lnTo>
                  <a:lnTo>
                    <a:pt x="626638" y="333894"/>
                  </a:lnTo>
                  <a:lnTo>
                    <a:pt x="627100" y="341110"/>
                  </a:lnTo>
                  <a:lnTo>
                    <a:pt x="627681" y="350263"/>
                  </a:lnTo>
                  <a:lnTo>
                    <a:pt x="628072" y="356480"/>
                  </a:lnTo>
                  <a:lnTo>
                    <a:pt x="628761" y="370048"/>
                  </a:lnTo>
                  <a:lnTo>
                    <a:pt x="628788" y="370581"/>
                  </a:lnTo>
                  <a:lnTo>
                    <a:pt x="630123" y="380112"/>
                  </a:lnTo>
                  <a:lnTo>
                    <a:pt x="630832" y="385187"/>
                  </a:lnTo>
                  <a:lnTo>
                    <a:pt x="632961" y="393271"/>
                  </a:lnTo>
                  <a:lnTo>
                    <a:pt x="632766" y="398197"/>
                  </a:lnTo>
                  <a:lnTo>
                    <a:pt x="632617" y="399692"/>
                  </a:lnTo>
                  <a:lnTo>
                    <a:pt x="631890" y="406953"/>
                  </a:lnTo>
                  <a:lnTo>
                    <a:pt x="629905" y="405690"/>
                  </a:lnTo>
                  <a:lnTo>
                    <a:pt x="625173" y="402609"/>
                  </a:lnTo>
                  <a:lnTo>
                    <a:pt x="623501" y="409509"/>
                  </a:lnTo>
                  <a:lnTo>
                    <a:pt x="621466" y="413937"/>
                  </a:lnTo>
                  <a:lnTo>
                    <a:pt x="621649" y="420408"/>
                  </a:lnTo>
                  <a:lnTo>
                    <a:pt x="621591" y="420996"/>
                  </a:lnTo>
                  <a:lnTo>
                    <a:pt x="620999" y="427014"/>
                  </a:lnTo>
                  <a:lnTo>
                    <a:pt x="624212" y="432948"/>
                  </a:lnTo>
                  <a:lnTo>
                    <a:pt x="629520" y="428898"/>
                  </a:lnTo>
                  <a:lnTo>
                    <a:pt x="632509" y="419498"/>
                  </a:lnTo>
                  <a:lnTo>
                    <a:pt x="634561" y="425083"/>
                  </a:lnTo>
                  <a:lnTo>
                    <a:pt x="631169" y="435534"/>
                  </a:lnTo>
                  <a:lnTo>
                    <a:pt x="630696" y="436986"/>
                  </a:lnTo>
                  <a:lnTo>
                    <a:pt x="624136" y="453729"/>
                  </a:lnTo>
                  <a:lnTo>
                    <a:pt x="615771" y="469131"/>
                  </a:lnTo>
                  <a:lnTo>
                    <a:pt x="605827" y="483045"/>
                  </a:lnTo>
                  <a:lnTo>
                    <a:pt x="583755" y="501805"/>
                  </a:lnTo>
                  <a:lnTo>
                    <a:pt x="573673" y="507372"/>
                  </a:lnTo>
                  <a:lnTo>
                    <a:pt x="569561" y="504680"/>
                  </a:lnTo>
                  <a:lnTo>
                    <a:pt x="577177" y="497581"/>
                  </a:lnTo>
                  <a:lnTo>
                    <a:pt x="590850" y="487639"/>
                  </a:lnTo>
                  <a:lnTo>
                    <a:pt x="606843" y="470468"/>
                  </a:lnTo>
                  <a:lnTo>
                    <a:pt x="612796" y="461370"/>
                  </a:lnTo>
                  <a:lnTo>
                    <a:pt x="613112" y="455927"/>
                  </a:lnTo>
                  <a:lnTo>
                    <a:pt x="612856" y="452201"/>
                  </a:lnTo>
                  <a:lnTo>
                    <a:pt x="609135" y="452464"/>
                  </a:lnTo>
                  <a:lnTo>
                    <a:pt x="601057" y="455797"/>
                  </a:lnTo>
                  <a:lnTo>
                    <a:pt x="596970" y="459918"/>
                  </a:lnTo>
                  <a:lnTo>
                    <a:pt x="594180" y="460987"/>
                  </a:lnTo>
                  <a:lnTo>
                    <a:pt x="588639" y="458837"/>
                  </a:lnTo>
                  <a:lnTo>
                    <a:pt x="585213" y="460344"/>
                  </a:lnTo>
                  <a:lnTo>
                    <a:pt x="583926" y="460909"/>
                  </a:lnTo>
                  <a:lnTo>
                    <a:pt x="581290" y="464386"/>
                  </a:lnTo>
                  <a:lnTo>
                    <a:pt x="574290" y="467321"/>
                  </a:lnTo>
                  <a:lnTo>
                    <a:pt x="568958" y="469069"/>
                  </a:lnTo>
                  <a:lnTo>
                    <a:pt x="563199" y="464705"/>
                  </a:lnTo>
                  <a:lnTo>
                    <a:pt x="560071" y="459882"/>
                  </a:lnTo>
                  <a:lnTo>
                    <a:pt x="560560" y="452161"/>
                  </a:lnTo>
                  <a:lnTo>
                    <a:pt x="559569" y="445826"/>
                  </a:lnTo>
                  <a:lnTo>
                    <a:pt x="553411" y="438640"/>
                  </a:lnTo>
                  <a:lnTo>
                    <a:pt x="549547" y="431239"/>
                  </a:lnTo>
                  <a:lnTo>
                    <a:pt x="544659" y="425773"/>
                  </a:lnTo>
                  <a:lnTo>
                    <a:pt x="539141" y="424342"/>
                  </a:lnTo>
                  <a:lnTo>
                    <a:pt x="535935" y="418620"/>
                  </a:lnTo>
                  <a:lnTo>
                    <a:pt x="531055" y="417343"/>
                  </a:lnTo>
                  <a:lnTo>
                    <a:pt x="528558" y="416689"/>
                  </a:lnTo>
                  <a:lnTo>
                    <a:pt x="516499" y="412523"/>
                  </a:lnTo>
                  <a:lnTo>
                    <a:pt x="514778" y="414329"/>
                  </a:lnTo>
                  <a:lnTo>
                    <a:pt x="512590" y="416622"/>
                  </a:lnTo>
                  <a:lnTo>
                    <a:pt x="507681" y="413238"/>
                  </a:lnTo>
                  <a:lnTo>
                    <a:pt x="505889" y="409633"/>
                  </a:lnTo>
                  <a:lnTo>
                    <a:pt x="504013" y="405859"/>
                  </a:lnTo>
                  <a:lnTo>
                    <a:pt x="497895" y="393857"/>
                  </a:lnTo>
                  <a:lnTo>
                    <a:pt x="492641" y="379602"/>
                  </a:lnTo>
                  <a:lnTo>
                    <a:pt x="492455" y="379408"/>
                  </a:lnTo>
                  <a:lnTo>
                    <a:pt x="485032" y="371663"/>
                  </a:lnTo>
                  <a:lnTo>
                    <a:pt x="482286" y="370864"/>
                  </a:lnTo>
                  <a:lnTo>
                    <a:pt x="477910" y="371806"/>
                  </a:lnTo>
                  <a:lnTo>
                    <a:pt x="473666" y="375317"/>
                  </a:lnTo>
                  <a:lnTo>
                    <a:pt x="469514" y="374936"/>
                  </a:lnTo>
                  <a:lnTo>
                    <a:pt x="464816" y="372411"/>
                  </a:lnTo>
                  <a:lnTo>
                    <a:pt x="458109" y="362872"/>
                  </a:lnTo>
                  <a:lnTo>
                    <a:pt x="455286" y="354931"/>
                  </a:lnTo>
                  <a:lnTo>
                    <a:pt x="454435" y="350000"/>
                  </a:lnTo>
                  <a:lnTo>
                    <a:pt x="452767" y="347502"/>
                  </a:lnTo>
                  <a:lnTo>
                    <a:pt x="449219" y="342186"/>
                  </a:lnTo>
                  <a:lnTo>
                    <a:pt x="443798" y="335624"/>
                  </a:lnTo>
                  <a:lnTo>
                    <a:pt x="435568" y="325643"/>
                  </a:lnTo>
                  <a:lnTo>
                    <a:pt x="426492" y="312179"/>
                  </a:lnTo>
                  <a:lnTo>
                    <a:pt x="419787" y="305269"/>
                  </a:lnTo>
                  <a:lnTo>
                    <a:pt x="416363" y="302382"/>
                  </a:lnTo>
                  <a:lnTo>
                    <a:pt x="412389" y="299027"/>
                  </a:lnTo>
                  <a:lnTo>
                    <a:pt x="407198" y="291858"/>
                  </a:lnTo>
                  <a:lnTo>
                    <a:pt x="408982" y="291687"/>
                  </a:lnTo>
                  <a:lnTo>
                    <a:pt x="414298" y="291123"/>
                  </a:lnTo>
                  <a:lnTo>
                    <a:pt x="418273" y="283935"/>
                  </a:lnTo>
                  <a:lnTo>
                    <a:pt x="419974" y="279261"/>
                  </a:lnTo>
                  <a:lnTo>
                    <a:pt x="420410" y="278061"/>
                  </a:lnTo>
                  <a:lnTo>
                    <a:pt x="422039" y="273572"/>
                  </a:lnTo>
                  <a:lnTo>
                    <a:pt x="424558" y="271532"/>
                  </a:lnTo>
                  <a:lnTo>
                    <a:pt x="427361" y="267007"/>
                  </a:lnTo>
                  <a:lnTo>
                    <a:pt x="425494" y="263714"/>
                  </a:lnTo>
                  <a:lnTo>
                    <a:pt x="422217" y="263284"/>
                  </a:lnTo>
                  <a:lnTo>
                    <a:pt x="417014" y="262081"/>
                  </a:lnTo>
                  <a:lnTo>
                    <a:pt x="416248" y="263299"/>
                  </a:lnTo>
                  <a:lnTo>
                    <a:pt x="415007" y="265271"/>
                  </a:lnTo>
                  <a:lnTo>
                    <a:pt x="412796" y="268947"/>
                  </a:lnTo>
                  <a:lnTo>
                    <a:pt x="413289" y="272977"/>
                  </a:lnTo>
                  <a:lnTo>
                    <a:pt x="411668" y="276142"/>
                  </a:lnTo>
                  <a:lnTo>
                    <a:pt x="410281" y="279552"/>
                  </a:lnTo>
                  <a:lnTo>
                    <a:pt x="408754" y="283297"/>
                  </a:lnTo>
                  <a:lnTo>
                    <a:pt x="406804" y="284770"/>
                  </a:lnTo>
                  <a:lnTo>
                    <a:pt x="405478" y="279301"/>
                  </a:lnTo>
                  <a:lnTo>
                    <a:pt x="404152" y="274946"/>
                  </a:lnTo>
                  <a:lnTo>
                    <a:pt x="399982" y="270505"/>
                  </a:lnTo>
                  <a:lnTo>
                    <a:pt x="394854" y="266045"/>
                  </a:lnTo>
                  <a:lnTo>
                    <a:pt x="394121" y="258938"/>
                  </a:lnTo>
                  <a:lnTo>
                    <a:pt x="393916" y="251715"/>
                  </a:lnTo>
                  <a:lnTo>
                    <a:pt x="391050" y="245081"/>
                  </a:lnTo>
                  <a:lnTo>
                    <a:pt x="389430" y="239299"/>
                  </a:lnTo>
                  <a:lnTo>
                    <a:pt x="389385" y="239137"/>
                  </a:lnTo>
                  <a:lnTo>
                    <a:pt x="395577" y="231743"/>
                  </a:lnTo>
                  <a:lnTo>
                    <a:pt x="396885" y="224405"/>
                  </a:lnTo>
                  <a:lnTo>
                    <a:pt x="398086" y="215829"/>
                  </a:lnTo>
                  <a:lnTo>
                    <a:pt x="398395" y="214614"/>
                  </a:lnTo>
                  <a:lnTo>
                    <a:pt x="399596" y="209889"/>
                  </a:lnTo>
                  <a:lnTo>
                    <a:pt x="399358" y="204643"/>
                  </a:lnTo>
                  <a:lnTo>
                    <a:pt x="397390" y="198240"/>
                  </a:lnTo>
                  <a:lnTo>
                    <a:pt x="396320" y="192173"/>
                  </a:lnTo>
                  <a:lnTo>
                    <a:pt x="396297" y="192039"/>
                  </a:lnTo>
                  <a:lnTo>
                    <a:pt x="392672" y="190559"/>
                  </a:lnTo>
                  <a:lnTo>
                    <a:pt x="391479" y="183842"/>
                  </a:lnTo>
                  <a:lnTo>
                    <a:pt x="389485" y="179872"/>
                  </a:lnTo>
                  <a:lnTo>
                    <a:pt x="391777" y="174543"/>
                  </a:lnTo>
                  <a:lnTo>
                    <a:pt x="388479" y="171011"/>
                  </a:lnTo>
                  <a:lnTo>
                    <a:pt x="385434" y="167469"/>
                  </a:lnTo>
                  <a:lnTo>
                    <a:pt x="385069" y="167044"/>
                  </a:lnTo>
                  <a:lnTo>
                    <a:pt x="384361" y="163014"/>
                  </a:lnTo>
                  <a:lnTo>
                    <a:pt x="378957" y="160184"/>
                  </a:lnTo>
                  <a:lnTo>
                    <a:pt x="380579" y="158488"/>
                  </a:lnTo>
                  <a:lnTo>
                    <a:pt x="377850" y="155187"/>
                  </a:lnTo>
                  <a:lnTo>
                    <a:pt x="370257" y="155795"/>
                  </a:lnTo>
                  <a:lnTo>
                    <a:pt x="364989" y="156045"/>
                  </a:lnTo>
                  <a:lnTo>
                    <a:pt x="364239" y="160815"/>
                  </a:lnTo>
                  <a:lnTo>
                    <a:pt x="361409" y="160899"/>
                  </a:lnTo>
                  <a:lnTo>
                    <a:pt x="358556" y="155672"/>
                  </a:lnTo>
                  <a:lnTo>
                    <a:pt x="358150" y="151279"/>
                  </a:lnTo>
                  <a:lnTo>
                    <a:pt x="355419" y="149988"/>
                  </a:lnTo>
                  <a:lnTo>
                    <a:pt x="350817" y="149140"/>
                  </a:lnTo>
                  <a:lnTo>
                    <a:pt x="350498" y="149081"/>
                  </a:lnTo>
                  <a:lnTo>
                    <a:pt x="349291" y="144557"/>
                  </a:lnTo>
                  <a:lnTo>
                    <a:pt x="346590" y="140731"/>
                  </a:lnTo>
                  <a:lnTo>
                    <a:pt x="343217" y="137999"/>
                  </a:lnTo>
                  <a:lnTo>
                    <a:pt x="339122" y="138388"/>
                  </a:lnTo>
                  <a:lnTo>
                    <a:pt x="337718" y="135952"/>
                  </a:lnTo>
                  <a:lnTo>
                    <a:pt x="329999" y="132692"/>
                  </a:lnTo>
                  <a:lnTo>
                    <a:pt x="328730" y="126607"/>
                  </a:lnTo>
                  <a:lnTo>
                    <a:pt x="327071" y="120742"/>
                  </a:lnTo>
                  <a:lnTo>
                    <a:pt x="326969" y="120381"/>
                  </a:lnTo>
                  <a:lnTo>
                    <a:pt x="321475" y="118996"/>
                  </a:lnTo>
                  <a:lnTo>
                    <a:pt x="317128" y="117690"/>
                  </a:lnTo>
                  <a:lnTo>
                    <a:pt x="312875" y="112884"/>
                  </a:lnTo>
                  <a:lnTo>
                    <a:pt x="308804" y="107572"/>
                  </a:lnTo>
                  <a:lnTo>
                    <a:pt x="303944" y="103109"/>
                  </a:lnTo>
                  <a:lnTo>
                    <a:pt x="295042" y="99690"/>
                  </a:lnTo>
                  <a:lnTo>
                    <a:pt x="283641" y="96418"/>
                  </a:lnTo>
                  <a:lnTo>
                    <a:pt x="278466" y="92999"/>
                  </a:lnTo>
                  <a:lnTo>
                    <a:pt x="277751" y="92526"/>
                  </a:lnTo>
                  <a:lnTo>
                    <a:pt x="273081" y="92951"/>
                  </a:lnTo>
                  <a:lnTo>
                    <a:pt x="272141" y="93327"/>
                  </a:lnTo>
                  <a:lnTo>
                    <a:pt x="268654" y="94723"/>
                  </a:lnTo>
                  <a:lnTo>
                    <a:pt x="264878" y="96950"/>
                  </a:lnTo>
                  <a:lnTo>
                    <a:pt x="262590" y="96361"/>
                  </a:lnTo>
                  <a:lnTo>
                    <a:pt x="256917" y="99825"/>
                  </a:lnTo>
                  <a:lnTo>
                    <a:pt x="251912" y="104992"/>
                  </a:lnTo>
                  <a:lnTo>
                    <a:pt x="253957" y="108018"/>
                  </a:lnTo>
                  <a:lnTo>
                    <a:pt x="254354" y="108605"/>
                  </a:lnTo>
                  <a:lnTo>
                    <a:pt x="255434" y="111772"/>
                  </a:lnTo>
                  <a:lnTo>
                    <a:pt x="254656" y="114268"/>
                  </a:lnTo>
                  <a:lnTo>
                    <a:pt x="249034" y="114758"/>
                  </a:lnTo>
                  <a:lnTo>
                    <a:pt x="245306" y="113557"/>
                  </a:lnTo>
                  <a:lnTo>
                    <a:pt x="240637" y="115668"/>
                  </a:lnTo>
                  <a:lnTo>
                    <a:pt x="237847" y="118120"/>
                  </a:lnTo>
                  <a:lnTo>
                    <a:pt x="239784" y="124554"/>
                  </a:lnTo>
                  <a:lnTo>
                    <a:pt x="237202" y="127132"/>
                  </a:lnTo>
                  <a:lnTo>
                    <a:pt x="230919" y="130271"/>
                  </a:lnTo>
                  <a:lnTo>
                    <a:pt x="225565" y="137417"/>
                  </a:lnTo>
                  <a:lnTo>
                    <a:pt x="218610" y="141834"/>
                  </a:lnTo>
                  <a:lnTo>
                    <a:pt x="206948" y="149890"/>
                  </a:lnTo>
                  <a:lnTo>
                    <a:pt x="197889" y="146593"/>
                  </a:lnTo>
                  <a:lnTo>
                    <a:pt x="192917" y="145399"/>
                  </a:lnTo>
                  <a:lnTo>
                    <a:pt x="189786" y="144646"/>
                  </a:lnTo>
                  <a:lnTo>
                    <a:pt x="183135" y="147665"/>
                  </a:lnTo>
                  <a:lnTo>
                    <a:pt x="178176" y="139882"/>
                  </a:lnTo>
                  <a:lnTo>
                    <a:pt x="176123" y="132921"/>
                  </a:lnTo>
                  <a:lnTo>
                    <a:pt x="177520" y="125852"/>
                  </a:lnTo>
                  <a:lnTo>
                    <a:pt x="177152" y="125644"/>
                  </a:lnTo>
                  <a:lnTo>
                    <a:pt x="174101" y="123913"/>
                  </a:lnTo>
                  <a:lnTo>
                    <a:pt x="169372" y="123730"/>
                  </a:lnTo>
                  <a:lnTo>
                    <a:pt x="162326" y="119238"/>
                  </a:lnTo>
                  <a:lnTo>
                    <a:pt x="159789" y="117059"/>
                  </a:lnTo>
                  <a:lnTo>
                    <a:pt x="152201" y="114800"/>
                  </a:lnTo>
                  <a:lnTo>
                    <a:pt x="142732" y="109283"/>
                  </a:lnTo>
                  <a:lnTo>
                    <a:pt x="127958" y="103836"/>
                  </a:lnTo>
                  <a:lnTo>
                    <a:pt x="127639" y="103718"/>
                  </a:lnTo>
                  <a:lnTo>
                    <a:pt x="120581" y="102016"/>
                  </a:lnTo>
                  <a:lnTo>
                    <a:pt x="113612" y="100788"/>
                  </a:lnTo>
                  <a:lnTo>
                    <a:pt x="110288" y="100200"/>
                  </a:lnTo>
                  <a:lnTo>
                    <a:pt x="96946" y="99387"/>
                  </a:lnTo>
                  <a:lnTo>
                    <a:pt x="95825" y="99317"/>
                  </a:lnTo>
                  <a:lnTo>
                    <a:pt x="79282" y="100540"/>
                  </a:lnTo>
                  <a:lnTo>
                    <a:pt x="67070" y="103461"/>
                  </a:lnTo>
                  <a:lnTo>
                    <a:pt x="63325" y="104351"/>
                  </a:lnTo>
                  <a:lnTo>
                    <a:pt x="58399" y="106144"/>
                  </a:lnTo>
                  <a:lnTo>
                    <a:pt x="41310" y="112326"/>
                  </a:lnTo>
                  <a:lnTo>
                    <a:pt x="35944" y="113826"/>
                  </a:lnTo>
                  <a:lnTo>
                    <a:pt x="33097" y="114620"/>
                  </a:lnTo>
                  <a:lnTo>
                    <a:pt x="29233" y="114991"/>
                  </a:lnTo>
                  <a:lnTo>
                    <a:pt x="22004" y="117855"/>
                  </a:lnTo>
                  <a:lnTo>
                    <a:pt x="14866" y="120350"/>
                  </a:lnTo>
                  <a:lnTo>
                    <a:pt x="19093" y="114203"/>
                  </a:lnTo>
                  <a:lnTo>
                    <a:pt x="19981" y="108939"/>
                  </a:lnTo>
                  <a:lnTo>
                    <a:pt x="24456" y="105374"/>
                  </a:lnTo>
                  <a:lnTo>
                    <a:pt x="20668" y="104138"/>
                  </a:lnTo>
                  <a:lnTo>
                    <a:pt x="17902" y="100184"/>
                  </a:lnTo>
                  <a:lnTo>
                    <a:pt x="18426" y="96391"/>
                  </a:lnTo>
                  <a:lnTo>
                    <a:pt x="20083" y="91444"/>
                  </a:lnTo>
                  <a:lnTo>
                    <a:pt x="19587" y="86927"/>
                  </a:lnTo>
                  <a:lnTo>
                    <a:pt x="16090" y="84360"/>
                  </a:lnTo>
                  <a:lnTo>
                    <a:pt x="9586" y="81349"/>
                  </a:lnTo>
                  <a:lnTo>
                    <a:pt x="7895" y="79059"/>
                  </a:lnTo>
                  <a:lnTo>
                    <a:pt x="0" y="7165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72537" y="4083136"/>
              <a:ext cx="492064" cy="501734"/>
            </a:xfrm>
            <a:custGeom>
              <a:avLst/>
              <a:pathLst>
                <a:path w="492064" h="501734">
                  <a:moveTo>
                    <a:pt x="0" y="43932"/>
                  </a:moveTo>
                  <a:lnTo>
                    <a:pt x="11797" y="41999"/>
                  </a:lnTo>
                  <a:lnTo>
                    <a:pt x="19854" y="40667"/>
                  </a:lnTo>
                  <a:lnTo>
                    <a:pt x="21741" y="40292"/>
                  </a:lnTo>
                  <a:lnTo>
                    <a:pt x="29486" y="38746"/>
                  </a:lnTo>
                  <a:lnTo>
                    <a:pt x="30609" y="38536"/>
                  </a:lnTo>
                  <a:lnTo>
                    <a:pt x="50355" y="34812"/>
                  </a:lnTo>
                  <a:lnTo>
                    <a:pt x="56223" y="33719"/>
                  </a:lnTo>
                  <a:lnTo>
                    <a:pt x="56482" y="33670"/>
                  </a:lnTo>
                  <a:lnTo>
                    <a:pt x="66869" y="31724"/>
                  </a:lnTo>
                  <a:lnTo>
                    <a:pt x="71436" y="30881"/>
                  </a:lnTo>
                  <a:lnTo>
                    <a:pt x="74548" y="30306"/>
                  </a:lnTo>
                  <a:lnTo>
                    <a:pt x="78896" y="29500"/>
                  </a:lnTo>
                  <a:lnTo>
                    <a:pt x="88408" y="27712"/>
                  </a:lnTo>
                  <a:lnTo>
                    <a:pt x="98511" y="25870"/>
                  </a:lnTo>
                  <a:lnTo>
                    <a:pt x="115308" y="22679"/>
                  </a:lnTo>
                  <a:lnTo>
                    <a:pt x="132581" y="19451"/>
                  </a:lnTo>
                  <a:lnTo>
                    <a:pt x="143718" y="17349"/>
                  </a:lnTo>
                  <a:lnTo>
                    <a:pt x="149900" y="16174"/>
                  </a:lnTo>
                  <a:lnTo>
                    <a:pt x="178274" y="10729"/>
                  </a:lnTo>
                  <a:lnTo>
                    <a:pt x="184573" y="9231"/>
                  </a:lnTo>
                  <a:lnTo>
                    <a:pt x="190469" y="7823"/>
                  </a:lnTo>
                  <a:lnTo>
                    <a:pt x="204702" y="4405"/>
                  </a:lnTo>
                  <a:lnTo>
                    <a:pt x="223764" y="0"/>
                  </a:lnTo>
                  <a:lnTo>
                    <a:pt x="223264" y="5272"/>
                  </a:lnTo>
                  <a:lnTo>
                    <a:pt x="222418" y="8897"/>
                  </a:lnTo>
                  <a:lnTo>
                    <a:pt x="217798" y="14417"/>
                  </a:lnTo>
                  <a:lnTo>
                    <a:pt x="213813" y="18771"/>
                  </a:lnTo>
                  <a:lnTo>
                    <a:pt x="211527" y="22695"/>
                  </a:lnTo>
                  <a:lnTo>
                    <a:pt x="208683" y="27059"/>
                  </a:lnTo>
                  <a:lnTo>
                    <a:pt x="209619" y="30295"/>
                  </a:lnTo>
                  <a:lnTo>
                    <a:pt x="207251" y="34293"/>
                  </a:lnTo>
                  <a:lnTo>
                    <a:pt x="207806" y="35505"/>
                  </a:lnTo>
                  <a:lnTo>
                    <a:pt x="209270" y="38701"/>
                  </a:lnTo>
                  <a:lnTo>
                    <a:pt x="209477" y="39152"/>
                  </a:lnTo>
                  <a:lnTo>
                    <a:pt x="215668" y="42132"/>
                  </a:lnTo>
                  <a:lnTo>
                    <a:pt x="221443" y="44938"/>
                  </a:lnTo>
                  <a:lnTo>
                    <a:pt x="227884" y="46108"/>
                  </a:lnTo>
                  <a:lnTo>
                    <a:pt x="233545" y="50734"/>
                  </a:lnTo>
                  <a:lnTo>
                    <a:pt x="234204" y="51273"/>
                  </a:lnTo>
                  <a:lnTo>
                    <a:pt x="239098" y="54425"/>
                  </a:lnTo>
                  <a:lnTo>
                    <a:pt x="239339" y="54581"/>
                  </a:lnTo>
                  <a:lnTo>
                    <a:pt x="244543" y="55881"/>
                  </a:lnTo>
                  <a:lnTo>
                    <a:pt x="244867" y="55758"/>
                  </a:lnTo>
                  <a:lnTo>
                    <a:pt x="250595" y="53578"/>
                  </a:lnTo>
                  <a:lnTo>
                    <a:pt x="255476" y="53744"/>
                  </a:lnTo>
                  <a:lnTo>
                    <a:pt x="259791" y="61022"/>
                  </a:lnTo>
                  <a:lnTo>
                    <a:pt x="262290" y="65162"/>
                  </a:lnTo>
                  <a:lnTo>
                    <a:pt x="267433" y="71177"/>
                  </a:lnTo>
                  <a:lnTo>
                    <a:pt x="268114" y="71985"/>
                  </a:lnTo>
                  <a:lnTo>
                    <a:pt x="271669" y="76201"/>
                  </a:lnTo>
                  <a:lnTo>
                    <a:pt x="273077" y="79257"/>
                  </a:lnTo>
                  <a:lnTo>
                    <a:pt x="276301" y="86250"/>
                  </a:lnTo>
                  <a:lnTo>
                    <a:pt x="284215" y="92215"/>
                  </a:lnTo>
                  <a:lnTo>
                    <a:pt x="289913" y="98745"/>
                  </a:lnTo>
                  <a:lnTo>
                    <a:pt x="290292" y="99178"/>
                  </a:lnTo>
                  <a:lnTo>
                    <a:pt x="293971" y="104383"/>
                  </a:lnTo>
                  <a:lnTo>
                    <a:pt x="294757" y="105494"/>
                  </a:lnTo>
                  <a:lnTo>
                    <a:pt x="298901" y="105579"/>
                  </a:lnTo>
                  <a:lnTo>
                    <a:pt x="307738" y="111681"/>
                  </a:lnTo>
                  <a:lnTo>
                    <a:pt x="318367" y="114786"/>
                  </a:lnTo>
                  <a:lnTo>
                    <a:pt x="327946" y="122908"/>
                  </a:lnTo>
                  <a:lnTo>
                    <a:pt x="330939" y="127183"/>
                  </a:lnTo>
                  <a:lnTo>
                    <a:pt x="333032" y="130172"/>
                  </a:lnTo>
                  <a:lnTo>
                    <a:pt x="337439" y="134582"/>
                  </a:lnTo>
                  <a:lnTo>
                    <a:pt x="341995" y="135056"/>
                  </a:lnTo>
                  <a:lnTo>
                    <a:pt x="342805" y="135140"/>
                  </a:lnTo>
                  <a:lnTo>
                    <a:pt x="350944" y="139167"/>
                  </a:lnTo>
                  <a:lnTo>
                    <a:pt x="352334" y="140673"/>
                  </a:lnTo>
                  <a:lnTo>
                    <a:pt x="355392" y="143987"/>
                  </a:lnTo>
                  <a:lnTo>
                    <a:pt x="361918" y="146141"/>
                  </a:lnTo>
                  <a:lnTo>
                    <a:pt x="363576" y="151734"/>
                  </a:lnTo>
                  <a:lnTo>
                    <a:pt x="363834" y="159344"/>
                  </a:lnTo>
                  <a:lnTo>
                    <a:pt x="372551" y="161975"/>
                  </a:lnTo>
                  <a:lnTo>
                    <a:pt x="373705" y="168179"/>
                  </a:lnTo>
                  <a:lnTo>
                    <a:pt x="373817" y="168783"/>
                  </a:lnTo>
                  <a:lnTo>
                    <a:pt x="382182" y="171300"/>
                  </a:lnTo>
                  <a:lnTo>
                    <a:pt x="382410" y="171978"/>
                  </a:lnTo>
                  <a:lnTo>
                    <a:pt x="384044" y="176836"/>
                  </a:lnTo>
                  <a:lnTo>
                    <a:pt x="393886" y="180196"/>
                  </a:lnTo>
                  <a:lnTo>
                    <a:pt x="398054" y="180853"/>
                  </a:lnTo>
                  <a:lnTo>
                    <a:pt x="399457" y="181074"/>
                  </a:lnTo>
                  <a:lnTo>
                    <a:pt x="405576" y="184318"/>
                  </a:lnTo>
                  <a:lnTo>
                    <a:pt x="410027" y="186673"/>
                  </a:lnTo>
                  <a:lnTo>
                    <a:pt x="411771" y="194436"/>
                  </a:lnTo>
                  <a:lnTo>
                    <a:pt x="415992" y="198738"/>
                  </a:lnTo>
                  <a:lnTo>
                    <a:pt x="421383" y="205139"/>
                  </a:lnTo>
                  <a:lnTo>
                    <a:pt x="423923" y="214501"/>
                  </a:lnTo>
                  <a:lnTo>
                    <a:pt x="424074" y="215058"/>
                  </a:lnTo>
                  <a:lnTo>
                    <a:pt x="427623" y="224037"/>
                  </a:lnTo>
                  <a:lnTo>
                    <a:pt x="428341" y="229345"/>
                  </a:lnTo>
                  <a:lnTo>
                    <a:pt x="429417" y="229861"/>
                  </a:lnTo>
                  <a:lnTo>
                    <a:pt x="435556" y="232796"/>
                  </a:lnTo>
                  <a:lnTo>
                    <a:pt x="439942" y="233425"/>
                  </a:lnTo>
                  <a:lnTo>
                    <a:pt x="440859" y="233556"/>
                  </a:lnTo>
                  <a:lnTo>
                    <a:pt x="449905" y="240550"/>
                  </a:lnTo>
                  <a:lnTo>
                    <a:pt x="451044" y="246413"/>
                  </a:lnTo>
                  <a:lnTo>
                    <a:pt x="453586" y="248876"/>
                  </a:lnTo>
                  <a:lnTo>
                    <a:pt x="458378" y="253515"/>
                  </a:lnTo>
                  <a:lnTo>
                    <a:pt x="460093" y="259808"/>
                  </a:lnTo>
                  <a:lnTo>
                    <a:pt x="458574" y="264560"/>
                  </a:lnTo>
                  <a:lnTo>
                    <a:pt x="459346" y="265587"/>
                  </a:lnTo>
                  <a:lnTo>
                    <a:pt x="463018" y="270469"/>
                  </a:lnTo>
                  <a:lnTo>
                    <a:pt x="464942" y="277334"/>
                  </a:lnTo>
                  <a:lnTo>
                    <a:pt x="472480" y="278908"/>
                  </a:lnTo>
                  <a:lnTo>
                    <a:pt x="475028" y="276423"/>
                  </a:lnTo>
                  <a:lnTo>
                    <a:pt x="481818" y="279825"/>
                  </a:lnTo>
                  <a:lnTo>
                    <a:pt x="487641" y="281147"/>
                  </a:lnTo>
                  <a:lnTo>
                    <a:pt x="491775" y="281385"/>
                  </a:lnTo>
                  <a:lnTo>
                    <a:pt x="492064" y="285426"/>
                  </a:lnTo>
                  <a:lnTo>
                    <a:pt x="487233" y="291617"/>
                  </a:lnTo>
                  <a:lnTo>
                    <a:pt x="485112" y="295617"/>
                  </a:lnTo>
                  <a:lnTo>
                    <a:pt x="480872" y="303005"/>
                  </a:lnTo>
                  <a:lnTo>
                    <a:pt x="478433" y="308585"/>
                  </a:lnTo>
                  <a:lnTo>
                    <a:pt x="475813" y="315053"/>
                  </a:lnTo>
                  <a:lnTo>
                    <a:pt x="471672" y="320390"/>
                  </a:lnTo>
                  <a:lnTo>
                    <a:pt x="471497" y="321813"/>
                  </a:lnTo>
                  <a:lnTo>
                    <a:pt x="471344" y="323063"/>
                  </a:lnTo>
                  <a:lnTo>
                    <a:pt x="473516" y="331310"/>
                  </a:lnTo>
                  <a:lnTo>
                    <a:pt x="471270" y="339509"/>
                  </a:lnTo>
                  <a:lnTo>
                    <a:pt x="471452" y="341329"/>
                  </a:lnTo>
                  <a:lnTo>
                    <a:pt x="471703" y="343842"/>
                  </a:lnTo>
                  <a:lnTo>
                    <a:pt x="469480" y="350529"/>
                  </a:lnTo>
                  <a:lnTo>
                    <a:pt x="466511" y="357852"/>
                  </a:lnTo>
                  <a:lnTo>
                    <a:pt x="465700" y="364110"/>
                  </a:lnTo>
                  <a:lnTo>
                    <a:pt x="468401" y="368889"/>
                  </a:lnTo>
                  <a:lnTo>
                    <a:pt x="468277" y="369978"/>
                  </a:lnTo>
                  <a:lnTo>
                    <a:pt x="467608" y="375858"/>
                  </a:lnTo>
                  <a:lnTo>
                    <a:pt x="466343" y="380489"/>
                  </a:lnTo>
                  <a:lnTo>
                    <a:pt x="461886" y="389415"/>
                  </a:lnTo>
                  <a:lnTo>
                    <a:pt x="458956" y="391335"/>
                  </a:lnTo>
                  <a:lnTo>
                    <a:pt x="460124" y="397069"/>
                  </a:lnTo>
                  <a:lnTo>
                    <a:pt x="459488" y="403597"/>
                  </a:lnTo>
                  <a:lnTo>
                    <a:pt x="460767" y="406261"/>
                  </a:lnTo>
                  <a:lnTo>
                    <a:pt x="461416" y="407611"/>
                  </a:lnTo>
                  <a:lnTo>
                    <a:pt x="463164" y="415142"/>
                  </a:lnTo>
                  <a:lnTo>
                    <a:pt x="461676" y="425358"/>
                  </a:lnTo>
                  <a:lnTo>
                    <a:pt x="460865" y="431396"/>
                  </a:lnTo>
                  <a:lnTo>
                    <a:pt x="463597" y="437647"/>
                  </a:lnTo>
                  <a:lnTo>
                    <a:pt x="457403" y="437505"/>
                  </a:lnTo>
                  <a:lnTo>
                    <a:pt x="455417" y="437893"/>
                  </a:lnTo>
                  <a:lnTo>
                    <a:pt x="452437" y="439429"/>
                  </a:lnTo>
                  <a:lnTo>
                    <a:pt x="445432" y="439367"/>
                  </a:lnTo>
                  <a:lnTo>
                    <a:pt x="441839" y="438438"/>
                  </a:lnTo>
                  <a:lnTo>
                    <a:pt x="435733" y="439198"/>
                  </a:lnTo>
                  <a:lnTo>
                    <a:pt x="432319" y="437187"/>
                  </a:lnTo>
                  <a:lnTo>
                    <a:pt x="427752" y="436332"/>
                  </a:lnTo>
                  <a:lnTo>
                    <a:pt x="422056" y="437249"/>
                  </a:lnTo>
                  <a:lnTo>
                    <a:pt x="418326" y="434861"/>
                  </a:lnTo>
                  <a:lnTo>
                    <a:pt x="417974" y="434869"/>
                  </a:lnTo>
                  <a:lnTo>
                    <a:pt x="414360" y="434959"/>
                  </a:lnTo>
                  <a:lnTo>
                    <a:pt x="410321" y="440526"/>
                  </a:lnTo>
                  <a:lnTo>
                    <a:pt x="407486" y="445154"/>
                  </a:lnTo>
                  <a:lnTo>
                    <a:pt x="407783" y="451715"/>
                  </a:lnTo>
                  <a:lnTo>
                    <a:pt x="407791" y="455898"/>
                  </a:lnTo>
                  <a:lnTo>
                    <a:pt x="412041" y="461111"/>
                  </a:lnTo>
                  <a:lnTo>
                    <a:pt x="413191" y="468878"/>
                  </a:lnTo>
                  <a:lnTo>
                    <a:pt x="413923" y="478241"/>
                  </a:lnTo>
                  <a:lnTo>
                    <a:pt x="413496" y="483345"/>
                  </a:lnTo>
                  <a:lnTo>
                    <a:pt x="414268" y="486941"/>
                  </a:lnTo>
                  <a:lnTo>
                    <a:pt x="413338" y="487341"/>
                  </a:lnTo>
                  <a:lnTo>
                    <a:pt x="409359" y="489048"/>
                  </a:lnTo>
                  <a:lnTo>
                    <a:pt x="404718" y="489734"/>
                  </a:lnTo>
                  <a:lnTo>
                    <a:pt x="401145" y="489895"/>
                  </a:lnTo>
                  <a:lnTo>
                    <a:pt x="397189" y="484375"/>
                  </a:lnTo>
                  <a:lnTo>
                    <a:pt x="397095" y="478735"/>
                  </a:lnTo>
                  <a:lnTo>
                    <a:pt x="393501" y="474225"/>
                  </a:lnTo>
                  <a:lnTo>
                    <a:pt x="393666" y="469242"/>
                  </a:lnTo>
                  <a:lnTo>
                    <a:pt x="374454" y="471390"/>
                  </a:lnTo>
                  <a:lnTo>
                    <a:pt x="370540" y="471823"/>
                  </a:lnTo>
                  <a:lnTo>
                    <a:pt x="358684" y="473441"/>
                  </a:lnTo>
                  <a:lnTo>
                    <a:pt x="348609" y="474802"/>
                  </a:lnTo>
                  <a:lnTo>
                    <a:pt x="330677" y="477194"/>
                  </a:lnTo>
                  <a:lnTo>
                    <a:pt x="306412" y="480421"/>
                  </a:lnTo>
                  <a:lnTo>
                    <a:pt x="305916" y="480484"/>
                  </a:lnTo>
                  <a:lnTo>
                    <a:pt x="289409" y="482585"/>
                  </a:lnTo>
                  <a:lnTo>
                    <a:pt x="284785" y="483168"/>
                  </a:lnTo>
                  <a:lnTo>
                    <a:pt x="271188" y="484865"/>
                  </a:lnTo>
                  <a:lnTo>
                    <a:pt x="260518" y="486270"/>
                  </a:lnTo>
                  <a:lnTo>
                    <a:pt x="247909" y="487911"/>
                  </a:lnTo>
                  <a:lnTo>
                    <a:pt x="240531" y="488863"/>
                  </a:lnTo>
                  <a:lnTo>
                    <a:pt x="222723" y="491173"/>
                  </a:lnTo>
                  <a:lnTo>
                    <a:pt x="215435" y="492107"/>
                  </a:lnTo>
                  <a:lnTo>
                    <a:pt x="211495" y="492609"/>
                  </a:lnTo>
                  <a:lnTo>
                    <a:pt x="196183" y="494696"/>
                  </a:lnTo>
                  <a:lnTo>
                    <a:pt x="187096" y="495921"/>
                  </a:lnTo>
                  <a:lnTo>
                    <a:pt x="178148" y="497117"/>
                  </a:lnTo>
                  <a:lnTo>
                    <a:pt x="145794" y="501067"/>
                  </a:lnTo>
                  <a:lnTo>
                    <a:pt x="140863" y="501734"/>
                  </a:lnTo>
                  <a:lnTo>
                    <a:pt x="134785" y="495990"/>
                  </a:lnTo>
                  <a:lnTo>
                    <a:pt x="132222" y="489461"/>
                  </a:lnTo>
                  <a:lnTo>
                    <a:pt x="131341" y="484582"/>
                  </a:lnTo>
                  <a:lnTo>
                    <a:pt x="125822" y="478989"/>
                  </a:lnTo>
                  <a:lnTo>
                    <a:pt x="123045" y="474964"/>
                  </a:lnTo>
                  <a:lnTo>
                    <a:pt x="122987" y="472309"/>
                  </a:lnTo>
                  <a:lnTo>
                    <a:pt x="121265" y="466653"/>
                  </a:lnTo>
                  <a:lnTo>
                    <a:pt x="119982" y="464409"/>
                  </a:lnTo>
                  <a:lnTo>
                    <a:pt x="118067" y="461057"/>
                  </a:lnTo>
                  <a:lnTo>
                    <a:pt x="109980" y="453657"/>
                  </a:lnTo>
                  <a:lnTo>
                    <a:pt x="108717" y="445746"/>
                  </a:lnTo>
                  <a:lnTo>
                    <a:pt x="109845" y="441439"/>
                  </a:lnTo>
                  <a:lnTo>
                    <a:pt x="109707" y="439928"/>
                  </a:lnTo>
                  <a:lnTo>
                    <a:pt x="109575" y="438485"/>
                  </a:lnTo>
                  <a:lnTo>
                    <a:pt x="108458" y="434032"/>
                  </a:lnTo>
                  <a:lnTo>
                    <a:pt x="109804" y="426071"/>
                  </a:lnTo>
                  <a:lnTo>
                    <a:pt x="108657" y="422098"/>
                  </a:lnTo>
                  <a:lnTo>
                    <a:pt x="109673" y="416149"/>
                  </a:lnTo>
                  <a:lnTo>
                    <a:pt x="110171" y="413224"/>
                  </a:lnTo>
                  <a:lnTo>
                    <a:pt x="108222" y="410618"/>
                  </a:lnTo>
                  <a:lnTo>
                    <a:pt x="107373" y="405197"/>
                  </a:lnTo>
                  <a:lnTo>
                    <a:pt x="99802" y="398100"/>
                  </a:lnTo>
                  <a:lnTo>
                    <a:pt x="99789" y="393849"/>
                  </a:lnTo>
                  <a:lnTo>
                    <a:pt x="98671" y="390627"/>
                  </a:lnTo>
                  <a:lnTo>
                    <a:pt x="98033" y="388787"/>
                  </a:lnTo>
                  <a:lnTo>
                    <a:pt x="95857" y="382515"/>
                  </a:lnTo>
                  <a:lnTo>
                    <a:pt x="97550" y="376113"/>
                  </a:lnTo>
                  <a:lnTo>
                    <a:pt x="100621" y="367221"/>
                  </a:lnTo>
                  <a:lnTo>
                    <a:pt x="100603" y="364459"/>
                  </a:lnTo>
                  <a:lnTo>
                    <a:pt x="100549" y="356523"/>
                  </a:lnTo>
                  <a:lnTo>
                    <a:pt x="100529" y="353689"/>
                  </a:lnTo>
                  <a:lnTo>
                    <a:pt x="98615" y="348539"/>
                  </a:lnTo>
                  <a:lnTo>
                    <a:pt x="103459" y="342099"/>
                  </a:lnTo>
                  <a:lnTo>
                    <a:pt x="109185" y="337284"/>
                  </a:lnTo>
                  <a:lnTo>
                    <a:pt x="109931" y="335818"/>
                  </a:lnTo>
                  <a:lnTo>
                    <a:pt x="111988" y="331773"/>
                  </a:lnTo>
                  <a:lnTo>
                    <a:pt x="105318" y="328165"/>
                  </a:lnTo>
                  <a:lnTo>
                    <a:pt x="99919" y="325652"/>
                  </a:lnTo>
                  <a:lnTo>
                    <a:pt x="101756" y="322331"/>
                  </a:lnTo>
                  <a:lnTo>
                    <a:pt x="101700" y="320551"/>
                  </a:lnTo>
                  <a:lnTo>
                    <a:pt x="101474" y="313385"/>
                  </a:lnTo>
                  <a:lnTo>
                    <a:pt x="97778" y="306789"/>
                  </a:lnTo>
                  <a:lnTo>
                    <a:pt x="97601" y="306472"/>
                  </a:lnTo>
                  <a:lnTo>
                    <a:pt x="96812" y="305064"/>
                  </a:lnTo>
                  <a:lnTo>
                    <a:pt x="89979" y="299583"/>
                  </a:lnTo>
                  <a:lnTo>
                    <a:pt x="88976" y="296946"/>
                  </a:lnTo>
                  <a:lnTo>
                    <a:pt x="86970" y="291666"/>
                  </a:lnTo>
                  <a:lnTo>
                    <a:pt x="83352" y="284120"/>
                  </a:lnTo>
                  <a:lnTo>
                    <a:pt x="82039" y="281959"/>
                  </a:lnTo>
                  <a:lnTo>
                    <a:pt x="77390" y="274304"/>
                  </a:lnTo>
                  <a:lnTo>
                    <a:pt x="74634" y="270877"/>
                  </a:lnTo>
                  <a:lnTo>
                    <a:pt x="74325" y="269935"/>
                  </a:lnTo>
                  <a:lnTo>
                    <a:pt x="65999" y="244525"/>
                  </a:lnTo>
                  <a:lnTo>
                    <a:pt x="65251" y="242231"/>
                  </a:lnTo>
                  <a:lnTo>
                    <a:pt x="54854" y="210339"/>
                  </a:lnTo>
                  <a:lnTo>
                    <a:pt x="52948" y="204486"/>
                  </a:lnTo>
                  <a:lnTo>
                    <a:pt x="51311" y="199456"/>
                  </a:lnTo>
                  <a:lnTo>
                    <a:pt x="47003" y="186277"/>
                  </a:lnTo>
                  <a:lnTo>
                    <a:pt x="42992" y="174001"/>
                  </a:lnTo>
                  <a:lnTo>
                    <a:pt x="38322" y="159702"/>
                  </a:lnTo>
                  <a:lnTo>
                    <a:pt x="36143" y="153027"/>
                  </a:lnTo>
                  <a:lnTo>
                    <a:pt x="32126" y="140540"/>
                  </a:lnTo>
                  <a:lnTo>
                    <a:pt x="30603" y="135800"/>
                  </a:lnTo>
                  <a:lnTo>
                    <a:pt x="24791" y="118603"/>
                  </a:lnTo>
                  <a:lnTo>
                    <a:pt x="18003" y="98492"/>
                  </a:lnTo>
                  <a:lnTo>
                    <a:pt x="16200" y="93218"/>
                  </a:lnTo>
                  <a:lnTo>
                    <a:pt x="13839" y="86309"/>
                  </a:lnTo>
                  <a:lnTo>
                    <a:pt x="12559" y="82562"/>
                  </a:lnTo>
                  <a:lnTo>
                    <a:pt x="7958" y="69081"/>
                  </a:lnTo>
                  <a:lnTo>
                    <a:pt x="4140" y="57264"/>
                  </a:lnTo>
                  <a:lnTo>
                    <a:pt x="1936" y="504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382055" y="5295592"/>
              <a:ext cx="58591" cy="66586"/>
            </a:xfrm>
            <a:custGeom>
              <a:avLst/>
              <a:pathLst>
                <a:path w="58591" h="66586">
                  <a:moveTo>
                    <a:pt x="306" y="23426"/>
                  </a:moveTo>
                  <a:lnTo>
                    <a:pt x="2006" y="21741"/>
                  </a:lnTo>
                  <a:lnTo>
                    <a:pt x="3111" y="20218"/>
                  </a:lnTo>
                  <a:lnTo>
                    <a:pt x="4307" y="19981"/>
                  </a:lnTo>
                  <a:lnTo>
                    <a:pt x="5613" y="18609"/>
                  </a:lnTo>
                  <a:lnTo>
                    <a:pt x="6334" y="16475"/>
                  </a:lnTo>
                  <a:lnTo>
                    <a:pt x="7698" y="14785"/>
                  </a:lnTo>
                  <a:lnTo>
                    <a:pt x="8715" y="14177"/>
                  </a:lnTo>
                  <a:lnTo>
                    <a:pt x="8694" y="12086"/>
                  </a:lnTo>
                  <a:lnTo>
                    <a:pt x="7299" y="10228"/>
                  </a:lnTo>
                  <a:lnTo>
                    <a:pt x="5034" y="7125"/>
                  </a:lnTo>
                  <a:lnTo>
                    <a:pt x="4100" y="4474"/>
                  </a:lnTo>
                  <a:lnTo>
                    <a:pt x="4089" y="687"/>
                  </a:lnTo>
                  <a:lnTo>
                    <a:pt x="5664" y="0"/>
                  </a:lnTo>
                  <a:lnTo>
                    <a:pt x="8251" y="1010"/>
                  </a:lnTo>
                  <a:lnTo>
                    <a:pt x="11277" y="2719"/>
                  </a:lnTo>
                  <a:lnTo>
                    <a:pt x="12981" y="4331"/>
                  </a:lnTo>
                  <a:lnTo>
                    <a:pt x="16290" y="6406"/>
                  </a:lnTo>
                  <a:lnTo>
                    <a:pt x="18285" y="7907"/>
                  </a:lnTo>
                  <a:lnTo>
                    <a:pt x="20005" y="7671"/>
                  </a:lnTo>
                  <a:lnTo>
                    <a:pt x="22688" y="8673"/>
                  </a:lnTo>
                  <a:lnTo>
                    <a:pt x="28249" y="11273"/>
                  </a:lnTo>
                  <a:lnTo>
                    <a:pt x="33961" y="14139"/>
                  </a:lnTo>
                  <a:lnTo>
                    <a:pt x="39246" y="18134"/>
                  </a:lnTo>
                  <a:lnTo>
                    <a:pt x="41463" y="20215"/>
                  </a:lnTo>
                  <a:lnTo>
                    <a:pt x="43522" y="22349"/>
                  </a:lnTo>
                  <a:lnTo>
                    <a:pt x="43906" y="26189"/>
                  </a:lnTo>
                  <a:lnTo>
                    <a:pt x="44464" y="28555"/>
                  </a:lnTo>
                  <a:lnTo>
                    <a:pt x="46272" y="28078"/>
                  </a:lnTo>
                  <a:lnTo>
                    <a:pt x="48049" y="28194"/>
                  </a:lnTo>
                  <a:lnTo>
                    <a:pt x="49578" y="30620"/>
                  </a:lnTo>
                  <a:lnTo>
                    <a:pt x="50333" y="33435"/>
                  </a:lnTo>
                  <a:lnTo>
                    <a:pt x="51795" y="34877"/>
                  </a:lnTo>
                  <a:lnTo>
                    <a:pt x="56538" y="37797"/>
                  </a:lnTo>
                  <a:lnTo>
                    <a:pt x="58430" y="38808"/>
                  </a:lnTo>
                  <a:lnTo>
                    <a:pt x="58591" y="40238"/>
                  </a:lnTo>
                  <a:lnTo>
                    <a:pt x="56360" y="43388"/>
                  </a:lnTo>
                  <a:lnTo>
                    <a:pt x="53683" y="45739"/>
                  </a:lnTo>
                  <a:lnTo>
                    <a:pt x="50597" y="48027"/>
                  </a:lnTo>
                  <a:lnTo>
                    <a:pt x="46683" y="49797"/>
                  </a:lnTo>
                  <a:lnTo>
                    <a:pt x="44740" y="50771"/>
                  </a:lnTo>
                  <a:lnTo>
                    <a:pt x="42686" y="51026"/>
                  </a:lnTo>
                  <a:lnTo>
                    <a:pt x="39899" y="50238"/>
                  </a:lnTo>
                  <a:lnTo>
                    <a:pt x="37856" y="51265"/>
                  </a:lnTo>
                  <a:lnTo>
                    <a:pt x="36023" y="53183"/>
                  </a:lnTo>
                  <a:lnTo>
                    <a:pt x="34710" y="53486"/>
                  </a:lnTo>
                  <a:lnTo>
                    <a:pt x="32223" y="55727"/>
                  </a:lnTo>
                  <a:lnTo>
                    <a:pt x="29966" y="56280"/>
                  </a:lnTo>
                  <a:lnTo>
                    <a:pt x="28212" y="59490"/>
                  </a:lnTo>
                  <a:lnTo>
                    <a:pt x="27076" y="62404"/>
                  </a:lnTo>
                  <a:lnTo>
                    <a:pt x="26303" y="64159"/>
                  </a:lnTo>
                  <a:lnTo>
                    <a:pt x="25425" y="65493"/>
                  </a:lnTo>
                  <a:lnTo>
                    <a:pt x="24060" y="66586"/>
                  </a:lnTo>
                  <a:lnTo>
                    <a:pt x="21179" y="63911"/>
                  </a:lnTo>
                  <a:lnTo>
                    <a:pt x="17169" y="61526"/>
                  </a:lnTo>
                  <a:lnTo>
                    <a:pt x="13543" y="60213"/>
                  </a:lnTo>
                  <a:lnTo>
                    <a:pt x="11569" y="57075"/>
                  </a:lnTo>
                  <a:lnTo>
                    <a:pt x="11056" y="53181"/>
                  </a:lnTo>
                  <a:lnTo>
                    <a:pt x="10887" y="49340"/>
                  </a:lnTo>
                  <a:lnTo>
                    <a:pt x="11116" y="47398"/>
                  </a:lnTo>
                  <a:lnTo>
                    <a:pt x="10842" y="45008"/>
                  </a:lnTo>
                  <a:lnTo>
                    <a:pt x="9404" y="41660"/>
                  </a:lnTo>
                  <a:lnTo>
                    <a:pt x="8403" y="39738"/>
                  </a:lnTo>
                  <a:lnTo>
                    <a:pt x="6939" y="38064"/>
                  </a:lnTo>
                  <a:lnTo>
                    <a:pt x="5609" y="34628"/>
                  </a:lnTo>
                  <a:lnTo>
                    <a:pt x="4819" y="32054"/>
                  </a:lnTo>
                  <a:lnTo>
                    <a:pt x="3675" y="30304"/>
                  </a:lnTo>
                  <a:lnTo>
                    <a:pt x="2200" y="29856"/>
                  </a:lnTo>
                  <a:lnTo>
                    <a:pt x="1862" y="28909"/>
                  </a:lnTo>
                  <a:lnTo>
                    <a:pt x="0" y="2581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45123" y="5256069"/>
              <a:ext cx="33318" cy="22867"/>
            </a:xfrm>
            <a:custGeom>
              <a:avLst/>
              <a:pathLst>
                <a:path w="33318" h="22867">
                  <a:moveTo>
                    <a:pt x="0" y="4976"/>
                  </a:moveTo>
                  <a:lnTo>
                    <a:pt x="465" y="2116"/>
                  </a:lnTo>
                  <a:lnTo>
                    <a:pt x="2910" y="0"/>
                  </a:lnTo>
                  <a:lnTo>
                    <a:pt x="5536" y="769"/>
                  </a:lnTo>
                  <a:lnTo>
                    <a:pt x="7917" y="3940"/>
                  </a:lnTo>
                  <a:lnTo>
                    <a:pt x="9980" y="6840"/>
                  </a:lnTo>
                  <a:lnTo>
                    <a:pt x="13358" y="6238"/>
                  </a:lnTo>
                  <a:lnTo>
                    <a:pt x="16322" y="4972"/>
                  </a:lnTo>
                  <a:lnTo>
                    <a:pt x="20436" y="5691"/>
                  </a:lnTo>
                  <a:lnTo>
                    <a:pt x="22894" y="8095"/>
                  </a:lnTo>
                  <a:lnTo>
                    <a:pt x="25891" y="9794"/>
                  </a:lnTo>
                  <a:lnTo>
                    <a:pt x="29515" y="12515"/>
                  </a:lnTo>
                  <a:lnTo>
                    <a:pt x="32150" y="13424"/>
                  </a:lnTo>
                  <a:lnTo>
                    <a:pt x="33318" y="15993"/>
                  </a:lnTo>
                  <a:lnTo>
                    <a:pt x="32894" y="18204"/>
                  </a:lnTo>
                  <a:lnTo>
                    <a:pt x="31234" y="19699"/>
                  </a:lnTo>
                  <a:lnTo>
                    <a:pt x="27609" y="21260"/>
                  </a:lnTo>
                  <a:lnTo>
                    <a:pt x="23980" y="20957"/>
                  </a:lnTo>
                  <a:lnTo>
                    <a:pt x="20857" y="22287"/>
                  </a:lnTo>
                  <a:lnTo>
                    <a:pt x="16776" y="22867"/>
                  </a:lnTo>
                  <a:lnTo>
                    <a:pt x="14197" y="21720"/>
                  </a:lnTo>
                  <a:lnTo>
                    <a:pt x="13275" y="18843"/>
                  </a:lnTo>
                  <a:lnTo>
                    <a:pt x="12070" y="14839"/>
                  </a:lnTo>
                  <a:lnTo>
                    <a:pt x="11783" y="13979"/>
                  </a:lnTo>
                  <a:lnTo>
                    <a:pt x="11028" y="12136"/>
                  </a:lnTo>
                  <a:lnTo>
                    <a:pt x="9510" y="11598"/>
                  </a:lnTo>
                  <a:lnTo>
                    <a:pt x="8222" y="12522"/>
                  </a:lnTo>
                  <a:lnTo>
                    <a:pt x="7413" y="12087"/>
                  </a:lnTo>
                  <a:lnTo>
                    <a:pt x="3710" y="10095"/>
                  </a:lnTo>
                  <a:lnTo>
                    <a:pt x="737" y="64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47572" y="5277001"/>
              <a:ext cx="7365" cy="4559"/>
            </a:xfrm>
            <a:custGeom>
              <a:avLst/>
              <a:pathLst>
                <a:path w="7365" h="4559">
                  <a:moveTo>
                    <a:pt x="1250" y="1848"/>
                  </a:moveTo>
                  <a:lnTo>
                    <a:pt x="3716" y="395"/>
                  </a:lnTo>
                  <a:lnTo>
                    <a:pt x="5606" y="0"/>
                  </a:lnTo>
                  <a:lnTo>
                    <a:pt x="6859" y="1297"/>
                  </a:lnTo>
                  <a:lnTo>
                    <a:pt x="7365" y="3881"/>
                  </a:lnTo>
                  <a:lnTo>
                    <a:pt x="5371" y="4503"/>
                  </a:lnTo>
                  <a:lnTo>
                    <a:pt x="1693" y="4559"/>
                  </a:lnTo>
                  <a:lnTo>
                    <a:pt x="0" y="30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329035" y="5259464"/>
              <a:ext cx="11860" cy="9719"/>
            </a:xfrm>
            <a:custGeom>
              <a:avLst/>
              <a:pathLst>
                <a:path w="11860" h="9719">
                  <a:moveTo>
                    <a:pt x="0" y="617"/>
                  </a:moveTo>
                  <a:lnTo>
                    <a:pt x="2102" y="0"/>
                  </a:lnTo>
                  <a:lnTo>
                    <a:pt x="5385" y="490"/>
                  </a:lnTo>
                  <a:lnTo>
                    <a:pt x="8474" y="2231"/>
                  </a:lnTo>
                  <a:lnTo>
                    <a:pt x="10295" y="3890"/>
                  </a:lnTo>
                  <a:lnTo>
                    <a:pt x="11860" y="6113"/>
                  </a:lnTo>
                  <a:lnTo>
                    <a:pt x="10880" y="8746"/>
                  </a:lnTo>
                  <a:lnTo>
                    <a:pt x="8670" y="9524"/>
                  </a:lnTo>
                  <a:lnTo>
                    <a:pt x="7860" y="9717"/>
                  </a:lnTo>
                  <a:lnTo>
                    <a:pt x="5243" y="9719"/>
                  </a:lnTo>
                  <a:lnTo>
                    <a:pt x="3955" y="7629"/>
                  </a:lnTo>
                  <a:lnTo>
                    <a:pt x="3577" y="5135"/>
                  </a:lnTo>
                  <a:lnTo>
                    <a:pt x="2541" y="3694"/>
                  </a:lnTo>
                  <a:lnTo>
                    <a:pt x="158" y="202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316571" y="5243947"/>
              <a:ext cx="26605" cy="10137"/>
            </a:xfrm>
            <a:custGeom>
              <a:avLst/>
              <a:pathLst>
                <a:path w="26605" h="10137">
                  <a:moveTo>
                    <a:pt x="1152" y="3242"/>
                  </a:moveTo>
                  <a:lnTo>
                    <a:pt x="2225" y="2074"/>
                  </a:lnTo>
                  <a:lnTo>
                    <a:pt x="1480" y="0"/>
                  </a:lnTo>
                  <a:lnTo>
                    <a:pt x="4141" y="544"/>
                  </a:lnTo>
                  <a:lnTo>
                    <a:pt x="7560" y="1708"/>
                  </a:lnTo>
                  <a:lnTo>
                    <a:pt x="11577" y="2567"/>
                  </a:lnTo>
                  <a:lnTo>
                    <a:pt x="12667" y="2184"/>
                  </a:lnTo>
                  <a:lnTo>
                    <a:pt x="13950" y="1733"/>
                  </a:lnTo>
                  <a:lnTo>
                    <a:pt x="14899" y="1816"/>
                  </a:lnTo>
                  <a:lnTo>
                    <a:pt x="17039" y="4089"/>
                  </a:lnTo>
                  <a:lnTo>
                    <a:pt x="17184" y="4103"/>
                  </a:lnTo>
                  <a:lnTo>
                    <a:pt x="20609" y="4440"/>
                  </a:lnTo>
                  <a:lnTo>
                    <a:pt x="25009" y="4395"/>
                  </a:lnTo>
                  <a:lnTo>
                    <a:pt x="26605" y="5377"/>
                  </a:lnTo>
                  <a:lnTo>
                    <a:pt x="25552" y="7592"/>
                  </a:lnTo>
                  <a:lnTo>
                    <a:pt x="23015" y="9538"/>
                  </a:lnTo>
                  <a:lnTo>
                    <a:pt x="19767" y="10137"/>
                  </a:lnTo>
                  <a:lnTo>
                    <a:pt x="16219" y="9026"/>
                  </a:lnTo>
                  <a:lnTo>
                    <a:pt x="12833" y="7629"/>
                  </a:lnTo>
                  <a:lnTo>
                    <a:pt x="10309" y="6784"/>
                  </a:lnTo>
                  <a:lnTo>
                    <a:pt x="6303" y="6988"/>
                  </a:lnTo>
                  <a:lnTo>
                    <a:pt x="2694" y="6820"/>
                  </a:lnTo>
                  <a:lnTo>
                    <a:pt x="0" y="590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270591" y="5216966"/>
              <a:ext cx="29437" cy="23291"/>
            </a:xfrm>
            <a:custGeom>
              <a:avLst/>
              <a:pathLst>
                <a:path w="29437" h="23291">
                  <a:moveTo>
                    <a:pt x="1998" y="5159"/>
                  </a:moveTo>
                  <a:lnTo>
                    <a:pt x="6729" y="5505"/>
                  </a:lnTo>
                  <a:lnTo>
                    <a:pt x="8534" y="3672"/>
                  </a:lnTo>
                  <a:lnTo>
                    <a:pt x="9594" y="1677"/>
                  </a:lnTo>
                  <a:lnTo>
                    <a:pt x="11988" y="125"/>
                  </a:lnTo>
                  <a:lnTo>
                    <a:pt x="13015" y="0"/>
                  </a:lnTo>
                  <a:lnTo>
                    <a:pt x="15320" y="3231"/>
                  </a:lnTo>
                  <a:lnTo>
                    <a:pt x="17854" y="7183"/>
                  </a:lnTo>
                  <a:lnTo>
                    <a:pt x="19914" y="9596"/>
                  </a:lnTo>
                  <a:lnTo>
                    <a:pt x="19896" y="12674"/>
                  </a:lnTo>
                  <a:lnTo>
                    <a:pt x="21458" y="14115"/>
                  </a:lnTo>
                  <a:lnTo>
                    <a:pt x="23538" y="13292"/>
                  </a:lnTo>
                  <a:lnTo>
                    <a:pt x="25427" y="13577"/>
                  </a:lnTo>
                  <a:lnTo>
                    <a:pt x="25672" y="16325"/>
                  </a:lnTo>
                  <a:lnTo>
                    <a:pt x="26547" y="18591"/>
                  </a:lnTo>
                  <a:lnTo>
                    <a:pt x="29437" y="21038"/>
                  </a:lnTo>
                  <a:lnTo>
                    <a:pt x="29319" y="21246"/>
                  </a:lnTo>
                  <a:lnTo>
                    <a:pt x="28661" y="22411"/>
                  </a:lnTo>
                  <a:lnTo>
                    <a:pt x="27572" y="23291"/>
                  </a:lnTo>
                  <a:lnTo>
                    <a:pt x="24937" y="22358"/>
                  </a:lnTo>
                  <a:lnTo>
                    <a:pt x="23995" y="22888"/>
                  </a:lnTo>
                  <a:lnTo>
                    <a:pt x="22714" y="23132"/>
                  </a:lnTo>
                  <a:lnTo>
                    <a:pt x="20704" y="21630"/>
                  </a:lnTo>
                  <a:lnTo>
                    <a:pt x="18835" y="20378"/>
                  </a:lnTo>
                  <a:lnTo>
                    <a:pt x="16087" y="19814"/>
                  </a:lnTo>
                  <a:lnTo>
                    <a:pt x="14692" y="19511"/>
                  </a:lnTo>
                  <a:lnTo>
                    <a:pt x="12810" y="19645"/>
                  </a:lnTo>
                  <a:lnTo>
                    <a:pt x="10020" y="19876"/>
                  </a:lnTo>
                  <a:lnTo>
                    <a:pt x="9355" y="19853"/>
                  </a:lnTo>
                  <a:lnTo>
                    <a:pt x="7923" y="17421"/>
                  </a:lnTo>
                  <a:lnTo>
                    <a:pt x="7271" y="15942"/>
                  </a:lnTo>
                  <a:lnTo>
                    <a:pt x="5363" y="14260"/>
                  </a:lnTo>
                  <a:lnTo>
                    <a:pt x="5064" y="12973"/>
                  </a:lnTo>
                  <a:lnTo>
                    <a:pt x="2496" y="9903"/>
                  </a:lnTo>
                  <a:lnTo>
                    <a:pt x="2376" y="8122"/>
                  </a:lnTo>
                  <a:lnTo>
                    <a:pt x="0" y="519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201302" y="5183584"/>
              <a:ext cx="21421" cy="18336"/>
            </a:xfrm>
            <a:custGeom>
              <a:avLst/>
              <a:pathLst>
                <a:path w="21421" h="18336">
                  <a:moveTo>
                    <a:pt x="0" y="6717"/>
                  </a:moveTo>
                  <a:lnTo>
                    <a:pt x="1550" y="5319"/>
                  </a:lnTo>
                  <a:lnTo>
                    <a:pt x="2004" y="3298"/>
                  </a:lnTo>
                  <a:lnTo>
                    <a:pt x="3019" y="2480"/>
                  </a:lnTo>
                  <a:lnTo>
                    <a:pt x="6971" y="924"/>
                  </a:lnTo>
                  <a:lnTo>
                    <a:pt x="8219" y="0"/>
                  </a:lnTo>
                  <a:lnTo>
                    <a:pt x="9867" y="296"/>
                  </a:lnTo>
                  <a:lnTo>
                    <a:pt x="11416" y="1379"/>
                  </a:lnTo>
                  <a:lnTo>
                    <a:pt x="12302" y="219"/>
                  </a:lnTo>
                  <a:lnTo>
                    <a:pt x="14830" y="1000"/>
                  </a:lnTo>
                  <a:lnTo>
                    <a:pt x="16062" y="536"/>
                  </a:lnTo>
                  <a:lnTo>
                    <a:pt x="17959" y="1677"/>
                  </a:lnTo>
                  <a:lnTo>
                    <a:pt x="20280" y="3481"/>
                  </a:lnTo>
                  <a:lnTo>
                    <a:pt x="21421" y="6563"/>
                  </a:lnTo>
                  <a:lnTo>
                    <a:pt x="20600" y="9475"/>
                  </a:lnTo>
                  <a:lnTo>
                    <a:pt x="19978" y="10364"/>
                  </a:lnTo>
                  <a:lnTo>
                    <a:pt x="20268" y="12472"/>
                  </a:lnTo>
                  <a:lnTo>
                    <a:pt x="20276" y="14830"/>
                  </a:lnTo>
                  <a:lnTo>
                    <a:pt x="18356" y="16491"/>
                  </a:lnTo>
                  <a:lnTo>
                    <a:pt x="15929" y="18336"/>
                  </a:lnTo>
                  <a:lnTo>
                    <a:pt x="12220" y="17129"/>
                  </a:lnTo>
                  <a:lnTo>
                    <a:pt x="10068" y="16424"/>
                  </a:lnTo>
                  <a:lnTo>
                    <a:pt x="8797" y="16292"/>
                  </a:lnTo>
                  <a:lnTo>
                    <a:pt x="6540" y="13971"/>
                  </a:lnTo>
                  <a:lnTo>
                    <a:pt x="3842" y="12287"/>
                  </a:lnTo>
                  <a:lnTo>
                    <a:pt x="1685" y="11201"/>
                  </a:lnTo>
                  <a:lnTo>
                    <a:pt x="82" y="89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181838" y="5191682"/>
              <a:ext cx="8027" cy="10309"/>
            </a:xfrm>
            <a:custGeom>
              <a:avLst/>
              <a:pathLst>
                <a:path w="8027" h="10309">
                  <a:moveTo>
                    <a:pt x="0" y="8281"/>
                  </a:moveTo>
                  <a:lnTo>
                    <a:pt x="578" y="4735"/>
                  </a:lnTo>
                  <a:lnTo>
                    <a:pt x="1977" y="3293"/>
                  </a:lnTo>
                  <a:lnTo>
                    <a:pt x="4375" y="2329"/>
                  </a:lnTo>
                  <a:lnTo>
                    <a:pt x="4964" y="1710"/>
                  </a:lnTo>
                  <a:lnTo>
                    <a:pt x="5239" y="161"/>
                  </a:lnTo>
                  <a:lnTo>
                    <a:pt x="6998" y="0"/>
                  </a:lnTo>
                  <a:lnTo>
                    <a:pt x="7630" y="424"/>
                  </a:lnTo>
                  <a:lnTo>
                    <a:pt x="8027" y="1228"/>
                  </a:lnTo>
                  <a:lnTo>
                    <a:pt x="7257" y="1964"/>
                  </a:lnTo>
                  <a:lnTo>
                    <a:pt x="6739" y="3691"/>
                  </a:lnTo>
                  <a:lnTo>
                    <a:pt x="7179" y="5279"/>
                  </a:lnTo>
                  <a:lnTo>
                    <a:pt x="5266" y="5969"/>
                  </a:lnTo>
                  <a:lnTo>
                    <a:pt x="3899" y="6220"/>
                  </a:lnTo>
                  <a:lnTo>
                    <a:pt x="3167" y="7151"/>
                  </a:lnTo>
                  <a:lnTo>
                    <a:pt x="2615" y="8276"/>
                  </a:lnTo>
                  <a:lnTo>
                    <a:pt x="2099" y="10309"/>
                  </a:lnTo>
                  <a:lnTo>
                    <a:pt x="967" y="965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80471" y="3185960"/>
              <a:ext cx="357941" cy="234711"/>
            </a:xfrm>
            <a:custGeom>
              <a:avLst/>
              <a:pathLst>
                <a:path w="357941" h="234711">
                  <a:moveTo>
                    <a:pt x="938" y="74881"/>
                  </a:moveTo>
                  <a:lnTo>
                    <a:pt x="3174" y="71207"/>
                  </a:lnTo>
                  <a:lnTo>
                    <a:pt x="5189" y="67361"/>
                  </a:lnTo>
                  <a:lnTo>
                    <a:pt x="4955" y="65142"/>
                  </a:lnTo>
                  <a:lnTo>
                    <a:pt x="4846" y="64112"/>
                  </a:lnTo>
                  <a:lnTo>
                    <a:pt x="6970" y="61297"/>
                  </a:lnTo>
                  <a:lnTo>
                    <a:pt x="5836" y="59995"/>
                  </a:lnTo>
                  <a:lnTo>
                    <a:pt x="7239" y="57904"/>
                  </a:lnTo>
                  <a:lnTo>
                    <a:pt x="6110" y="55374"/>
                  </a:lnTo>
                  <a:lnTo>
                    <a:pt x="8905" y="53209"/>
                  </a:lnTo>
                  <a:lnTo>
                    <a:pt x="9187" y="52086"/>
                  </a:lnTo>
                  <a:lnTo>
                    <a:pt x="9777" y="49740"/>
                  </a:lnTo>
                  <a:lnTo>
                    <a:pt x="8631" y="47611"/>
                  </a:lnTo>
                  <a:lnTo>
                    <a:pt x="7487" y="41910"/>
                  </a:lnTo>
                  <a:lnTo>
                    <a:pt x="4984" y="42024"/>
                  </a:lnTo>
                  <a:lnTo>
                    <a:pt x="3241" y="40150"/>
                  </a:lnTo>
                  <a:lnTo>
                    <a:pt x="2883" y="39405"/>
                  </a:lnTo>
                  <a:lnTo>
                    <a:pt x="1716" y="36972"/>
                  </a:lnTo>
                  <a:lnTo>
                    <a:pt x="4292" y="36202"/>
                  </a:lnTo>
                  <a:lnTo>
                    <a:pt x="4474" y="32702"/>
                  </a:lnTo>
                  <a:lnTo>
                    <a:pt x="4500" y="29857"/>
                  </a:lnTo>
                  <a:lnTo>
                    <a:pt x="452" y="26438"/>
                  </a:lnTo>
                  <a:lnTo>
                    <a:pt x="861" y="23797"/>
                  </a:lnTo>
                  <a:lnTo>
                    <a:pt x="0" y="21550"/>
                  </a:lnTo>
                  <a:lnTo>
                    <a:pt x="7803" y="21222"/>
                  </a:lnTo>
                  <a:lnTo>
                    <a:pt x="21450" y="20611"/>
                  </a:lnTo>
                  <a:lnTo>
                    <a:pt x="29233" y="20251"/>
                  </a:lnTo>
                  <a:lnTo>
                    <a:pt x="39527" y="19755"/>
                  </a:lnTo>
                  <a:lnTo>
                    <a:pt x="40947" y="19684"/>
                  </a:lnTo>
                  <a:lnTo>
                    <a:pt x="59556" y="18672"/>
                  </a:lnTo>
                  <a:lnTo>
                    <a:pt x="61289" y="18570"/>
                  </a:lnTo>
                  <a:lnTo>
                    <a:pt x="64855" y="18358"/>
                  </a:lnTo>
                  <a:lnTo>
                    <a:pt x="74104" y="17794"/>
                  </a:lnTo>
                  <a:lnTo>
                    <a:pt x="90175" y="16841"/>
                  </a:lnTo>
                  <a:lnTo>
                    <a:pt x="92336" y="16708"/>
                  </a:lnTo>
                  <a:lnTo>
                    <a:pt x="93389" y="16642"/>
                  </a:lnTo>
                  <a:lnTo>
                    <a:pt x="115410" y="15200"/>
                  </a:lnTo>
                  <a:lnTo>
                    <a:pt x="118204" y="15009"/>
                  </a:lnTo>
                  <a:lnTo>
                    <a:pt x="125832" y="14498"/>
                  </a:lnTo>
                  <a:lnTo>
                    <a:pt x="140653" y="13467"/>
                  </a:lnTo>
                  <a:lnTo>
                    <a:pt x="157873" y="12161"/>
                  </a:lnTo>
                  <a:lnTo>
                    <a:pt x="161709" y="11860"/>
                  </a:lnTo>
                  <a:lnTo>
                    <a:pt x="165950" y="11522"/>
                  </a:lnTo>
                  <a:lnTo>
                    <a:pt x="180290" y="10349"/>
                  </a:lnTo>
                  <a:lnTo>
                    <a:pt x="189883" y="9539"/>
                  </a:lnTo>
                  <a:lnTo>
                    <a:pt x="191209" y="9426"/>
                  </a:lnTo>
                  <a:lnTo>
                    <a:pt x="199434" y="8712"/>
                  </a:lnTo>
                  <a:lnTo>
                    <a:pt x="216353" y="7138"/>
                  </a:lnTo>
                  <a:lnTo>
                    <a:pt x="221911" y="6616"/>
                  </a:lnTo>
                  <a:lnTo>
                    <a:pt x="236313" y="5230"/>
                  </a:lnTo>
                  <a:lnTo>
                    <a:pt x="241595" y="4718"/>
                  </a:lnTo>
                  <a:lnTo>
                    <a:pt x="255185" y="3372"/>
                  </a:lnTo>
                  <a:lnTo>
                    <a:pt x="260228" y="2860"/>
                  </a:lnTo>
                  <a:lnTo>
                    <a:pt x="266589" y="2207"/>
                  </a:lnTo>
                  <a:lnTo>
                    <a:pt x="272971" y="1542"/>
                  </a:lnTo>
                  <a:lnTo>
                    <a:pt x="287528" y="0"/>
                  </a:lnTo>
                  <a:lnTo>
                    <a:pt x="287141" y="3735"/>
                  </a:lnTo>
                  <a:lnTo>
                    <a:pt x="288540" y="5930"/>
                  </a:lnTo>
                  <a:lnTo>
                    <a:pt x="289269" y="7072"/>
                  </a:lnTo>
                  <a:lnTo>
                    <a:pt x="289075" y="9281"/>
                  </a:lnTo>
                  <a:lnTo>
                    <a:pt x="292185" y="11834"/>
                  </a:lnTo>
                  <a:lnTo>
                    <a:pt x="294893" y="13116"/>
                  </a:lnTo>
                  <a:lnTo>
                    <a:pt x="298002" y="17218"/>
                  </a:lnTo>
                  <a:lnTo>
                    <a:pt x="296677" y="19753"/>
                  </a:lnTo>
                  <a:lnTo>
                    <a:pt x="294554" y="23522"/>
                  </a:lnTo>
                  <a:lnTo>
                    <a:pt x="292667" y="26687"/>
                  </a:lnTo>
                  <a:lnTo>
                    <a:pt x="293111" y="30690"/>
                  </a:lnTo>
                  <a:lnTo>
                    <a:pt x="293449" y="33747"/>
                  </a:lnTo>
                  <a:lnTo>
                    <a:pt x="294689" y="37427"/>
                  </a:lnTo>
                  <a:lnTo>
                    <a:pt x="294972" y="38268"/>
                  </a:lnTo>
                  <a:lnTo>
                    <a:pt x="296479" y="43465"/>
                  </a:lnTo>
                  <a:lnTo>
                    <a:pt x="298896" y="46132"/>
                  </a:lnTo>
                  <a:lnTo>
                    <a:pt x="301111" y="52510"/>
                  </a:lnTo>
                  <a:lnTo>
                    <a:pt x="304436" y="56310"/>
                  </a:lnTo>
                  <a:lnTo>
                    <a:pt x="308802" y="58486"/>
                  </a:lnTo>
                  <a:lnTo>
                    <a:pt x="311284" y="58918"/>
                  </a:lnTo>
                  <a:lnTo>
                    <a:pt x="313760" y="59348"/>
                  </a:lnTo>
                  <a:lnTo>
                    <a:pt x="319788" y="60101"/>
                  </a:lnTo>
                  <a:lnTo>
                    <a:pt x="322255" y="61244"/>
                  </a:lnTo>
                  <a:lnTo>
                    <a:pt x="324184" y="64737"/>
                  </a:lnTo>
                  <a:lnTo>
                    <a:pt x="326360" y="69563"/>
                  </a:lnTo>
                  <a:lnTo>
                    <a:pt x="326451" y="72278"/>
                  </a:lnTo>
                  <a:lnTo>
                    <a:pt x="329700" y="73723"/>
                  </a:lnTo>
                  <a:lnTo>
                    <a:pt x="331135" y="74209"/>
                  </a:lnTo>
                  <a:lnTo>
                    <a:pt x="334016" y="76536"/>
                  </a:lnTo>
                  <a:lnTo>
                    <a:pt x="335992" y="77902"/>
                  </a:lnTo>
                  <a:lnTo>
                    <a:pt x="338258" y="79467"/>
                  </a:lnTo>
                  <a:lnTo>
                    <a:pt x="340152" y="82010"/>
                  </a:lnTo>
                  <a:lnTo>
                    <a:pt x="339757" y="85166"/>
                  </a:lnTo>
                  <a:lnTo>
                    <a:pt x="341726" y="87837"/>
                  </a:lnTo>
                  <a:lnTo>
                    <a:pt x="345423" y="90081"/>
                  </a:lnTo>
                  <a:lnTo>
                    <a:pt x="346755" y="90639"/>
                  </a:lnTo>
                  <a:lnTo>
                    <a:pt x="349421" y="91754"/>
                  </a:lnTo>
                  <a:lnTo>
                    <a:pt x="352988" y="93219"/>
                  </a:lnTo>
                  <a:lnTo>
                    <a:pt x="355871" y="96059"/>
                  </a:lnTo>
                  <a:lnTo>
                    <a:pt x="356315" y="100924"/>
                  </a:lnTo>
                  <a:lnTo>
                    <a:pt x="356583" y="101438"/>
                  </a:lnTo>
                  <a:lnTo>
                    <a:pt x="357941" y="104040"/>
                  </a:lnTo>
                  <a:lnTo>
                    <a:pt x="357552" y="108398"/>
                  </a:lnTo>
                  <a:lnTo>
                    <a:pt x="357556" y="109020"/>
                  </a:lnTo>
                  <a:lnTo>
                    <a:pt x="357575" y="112453"/>
                  </a:lnTo>
                  <a:lnTo>
                    <a:pt x="357019" y="115438"/>
                  </a:lnTo>
                  <a:lnTo>
                    <a:pt x="357341" y="117835"/>
                  </a:lnTo>
                  <a:lnTo>
                    <a:pt x="354217" y="120388"/>
                  </a:lnTo>
                  <a:lnTo>
                    <a:pt x="353900" y="120647"/>
                  </a:lnTo>
                  <a:lnTo>
                    <a:pt x="350824" y="123816"/>
                  </a:lnTo>
                  <a:lnTo>
                    <a:pt x="350876" y="124829"/>
                  </a:lnTo>
                  <a:lnTo>
                    <a:pt x="351006" y="127326"/>
                  </a:lnTo>
                  <a:lnTo>
                    <a:pt x="350055" y="129698"/>
                  </a:lnTo>
                  <a:lnTo>
                    <a:pt x="350456" y="134562"/>
                  </a:lnTo>
                  <a:lnTo>
                    <a:pt x="349266" y="136119"/>
                  </a:lnTo>
                  <a:lnTo>
                    <a:pt x="346569" y="137681"/>
                  </a:lnTo>
                  <a:lnTo>
                    <a:pt x="344394" y="140872"/>
                  </a:lnTo>
                  <a:lnTo>
                    <a:pt x="341587" y="141497"/>
                  </a:lnTo>
                  <a:lnTo>
                    <a:pt x="338428" y="142102"/>
                  </a:lnTo>
                  <a:lnTo>
                    <a:pt x="336079" y="144704"/>
                  </a:lnTo>
                  <a:lnTo>
                    <a:pt x="331783" y="147451"/>
                  </a:lnTo>
                  <a:lnTo>
                    <a:pt x="327116" y="148118"/>
                  </a:lnTo>
                  <a:lnTo>
                    <a:pt x="322697" y="148962"/>
                  </a:lnTo>
                  <a:lnTo>
                    <a:pt x="319758" y="151177"/>
                  </a:lnTo>
                  <a:lnTo>
                    <a:pt x="317372" y="150906"/>
                  </a:lnTo>
                  <a:lnTo>
                    <a:pt x="314058" y="151751"/>
                  </a:lnTo>
                  <a:lnTo>
                    <a:pt x="312429" y="155987"/>
                  </a:lnTo>
                  <a:lnTo>
                    <a:pt x="312299" y="158193"/>
                  </a:lnTo>
                  <a:lnTo>
                    <a:pt x="312188" y="158653"/>
                  </a:lnTo>
                  <a:lnTo>
                    <a:pt x="310639" y="165045"/>
                  </a:lnTo>
                  <a:lnTo>
                    <a:pt x="312721" y="167468"/>
                  </a:lnTo>
                  <a:lnTo>
                    <a:pt x="315300" y="170781"/>
                  </a:lnTo>
                  <a:lnTo>
                    <a:pt x="317740" y="170780"/>
                  </a:lnTo>
                  <a:lnTo>
                    <a:pt x="320390" y="174320"/>
                  </a:lnTo>
                  <a:lnTo>
                    <a:pt x="320966" y="177112"/>
                  </a:lnTo>
                  <a:lnTo>
                    <a:pt x="321008" y="177320"/>
                  </a:lnTo>
                  <a:lnTo>
                    <a:pt x="321768" y="181002"/>
                  </a:lnTo>
                  <a:lnTo>
                    <a:pt x="321895" y="185844"/>
                  </a:lnTo>
                  <a:lnTo>
                    <a:pt x="320378" y="189131"/>
                  </a:lnTo>
                  <a:lnTo>
                    <a:pt x="317431" y="192713"/>
                  </a:lnTo>
                  <a:lnTo>
                    <a:pt x="315109" y="196485"/>
                  </a:lnTo>
                  <a:lnTo>
                    <a:pt x="315498" y="199521"/>
                  </a:lnTo>
                  <a:lnTo>
                    <a:pt x="314579" y="203680"/>
                  </a:lnTo>
                  <a:lnTo>
                    <a:pt x="314636" y="205581"/>
                  </a:lnTo>
                  <a:lnTo>
                    <a:pt x="314696" y="207566"/>
                  </a:lnTo>
                  <a:lnTo>
                    <a:pt x="311278" y="210574"/>
                  </a:lnTo>
                  <a:lnTo>
                    <a:pt x="307877" y="210857"/>
                  </a:lnTo>
                  <a:lnTo>
                    <a:pt x="302940" y="213233"/>
                  </a:lnTo>
                  <a:lnTo>
                    <a:pt x="301243" y="215710"/>
                  </a:lnTo>
                  <a:lnTo>
                    <a:pt x="300469" y="219365"/>
                  </a:lnTo>
                  <a:lnTo>
                    <a:pt x="302132" y="220980"/>
                  </a:lnTo>
                  <a:lnTo>
                    <a:pt x="301892" y="225347"/>
                  </a:lnTo>
                  <a:lnTo>
                    <a:pt x="302674" y="229207"/>
                  </a:lnTo>
                  <a:lnTo>
                    <a:pt x="300224" y="231013"/>
                  </a:lnTo>
                  <a:lnTo>
                    <a:pt x="295647" y="229729"/>
                  </a:lnTo>
                  <a:lnTo>
                    <a:pt x="294245" y="227577"/>
                  </a:lnTo>
                  <a:lnTo>
                    <a:pt x="291540" y="225761"/>
                  </a:lnTo>
                  <a:lnTo>
                    <a:pt x="288770" y="223140"/>
                  </a:lnTo>
                  <a:lnTo>
                    <a:pt x="287894" y="220327"/>
                  </a:lnTo>
                  <a:lnTo>
                    <a:pt x="284904" y="219750"/>
                  </a:lnTo>
                  <a:lnTo>
                    <a:pt x="283901" y="217773"/>
                  </a:lnTo>
                  <a:lnTo>
                    <a:pt x="281978" y="216120"/>
                  </a:lnTo>
                  <a:lnTo>
                    <a:pt x="281212" y="215461"/>
                  </a:lnTo>
                  <a:lnTo>
                    <a:pt x="269532" y="217179"/>
                  </a:lnTo>
                  <a:lnTo>
                    <a:pt x="269319" y="217206"/>
                  </a:lnTo>
                  <a:lnTo>
                    <a:pt x="256139" y="218890"/>
                  </a:lnTo>
                  <a:lnTo>
                    <a:pt x="246606" y="220030"/>
                  </a:lnTo>
                  <a:lnTo>
                    <a:pt x="240866" y="220707"/>
                  </a:lnTo>
                  <a:lnTo>
                    <a:pt x="230600" y="221959"/>
                  </a:lnTo>
                  <a:lnTo>
                    <a:pt x="227879" y="222286"/>
                  </a:lnTo>
                  <a:lnTo>
                    <a:pt x="226321" y="222442"/>
                  </a:lnTo>
                  <a:lnTo>
                    <a:pt x="213638" y="223684"/>
                  </a:lnTo>
                  <a:lnTo>
                    <a:pt x="204952" y="224711"/>
                  </a:lnTo>
                  <a:lnTo>
                    <a:pt x="202804" y="224963"/>
                  </a:lnTo>
                  <a:lnTo>
                    <a:pt x="191086" y="226099"/>
                  </a:lnTo>
                  <a:lnTo>
                    <a:pt x="189467" y="226238"/>
                  </a:lnTo>
                  <a:lnTo>
                    <a:pt x="179256" y="227103"/>
                  </a:lnTo>
                  <a:lnTo>
                    <a:pt x="176992" y="227292"/>
                  </a:lnTo>
                  <a:lnTo>
                    <a:pt x="167093" y="228196"/>
                  </a:lnTo>
                  <a:lnTo>
                    <a:pt x="163368" y="228531"/>
                  </a:lnTo>
                  <a:lnTo>
                    <a:pt x="153606" y="229452"/>
                  </a:lnTo>
                  <a:lnTo>
                    <a:pt x="149377" y="229845"/>
                  </a:lnTo>
                  <a:lnTo>
                    <a:pt x="141474" y="230470"/>
                  </a:lnTo>
                  <a:lnTo>
                    <a:pt x="137079" y="230812"/>
                  </a:lnTo>
                  <a:lnTo>
                    <a:pt x="128088" y="231466"/>
                  </a:lnTo>
                  <a:lnTo>
                    <a:pt x="124577" y="231716"/>
                  </a:lnTo>
                  <a:lnTo>
                    <a:pt x="119071" y="232002"/>
                  </a:lnTo>
                  <a:lnTo>
                    <a:pt x="108526" y="232532"/>
                  </a:lnTo>
                  <a:lnTo>
                    <a:pt x="103200" y="232774"/>
                  </a:lnTo>
                  <a:lnTo>
                    <a:pt x="94556" y="233154"/>
                  </a:lnTo>
                  <a:lnTo>
                    <a:pt x="87073" y="233485"/>
                  </a:lnTo>
                  <a:lnTo>
                    <a:pt x="79590" y="233804"/>
                  </a:lnTo>
                  <a:lnTo>
                    <a:pt x="77438" y="233891"/>
                  </a:lnTo>
                  <a:lnTo>
                    <a:pt x="68499" y="234241"/>
                  </a:lnTo>
                  <a:lnTo>
                    <a:pt x="55449" y="234711"/>
                  </a:lnTo>
                  <a:lnTo>
                    <a:pt x="56337" y="233322"/>
                  </a:lnTo>
                  <a:lnTo>
                    <a:pt x="54290" y="229733"/>
                  </a:lnTo>
                  <a:lnTo>
                    <a:pt x="50592" y="227751"/>
                  </a:lnTo>
                  <a:lnTo>
                    <a:pt x="48012" y="223907"/>
                  </a:lnTo>
                  <a:lnTo>
                    <a:pt x="50889" y="220248"/>
                  </a:lnTo>
                  <a:lnTo>
                    <a:pt x="50273" y="215705"/>
                  </a:lnTo>
                  <a:lnTo>
                    <a:pt x="51834" y="212586"/>
                  </a:lnTo>
                  <a:lnTo>
                    <a:pt x="51345" y="211777"/>
                  </a:lnTo>
                  <a:lnTo>
                    <a:pt x="50186" y="209855"/>
                  </a:lnTo>
                  <a:lnTo>
                    <a:pt x="50541" y="206310"/>
                  </a:lnTo>
                  <a:lnTo>
                    <a:pt x="48287" y="203091"/>
                  </a:lnTo>
                  <a:lnTo>
                    <a:pt x="48221" y="200472"/>
                  </a:lnTo>
                  <a:lnTo>
                    <a:pt x="48164" y="198206"/>
                  </a:lnTo>
                  <a:lnTo>
                    <a:pt x="47747" y="195178"/>
                  </a:lnTo>
                  <a:lnTo>
                    <a:pt x="47997" y="192531"/>
                  </a:lnTo>
                  <a:lnTo>
                    <a:pt x="48185" y="190538"/>
                  </a:lnTo>
                  <a:lnTo>
                    <a:pt x="45254" y="190885"/>
                  </a:lnTo>
                  <a:lnTo>
                    <a:pt x="45217" y="190367"/>
                  </a:lnTo>
                  <a:lnTo>
                    <a:pt x="44970" y="186932"/>
                  </a:lnTo>
                  <a:lnTo>
                    <a:pt x="46006" y="183897"/>
                  </a:lnTo>
                  <a:lnTo>
                    <a:pt x="43878" y="180755"/>
                  </a:lnTo>
                  <a:lnTo>
                    <a:pt x="43537" y="177227"/>
                  </a:lnTo>
                  <a:lnTo>
                    <a:pt x="43547" y="175754"/>
                  </a:lnTo>
                  <a:lnTo>
                    <a:pt x="43580" y="170884"/>
                  </a:lnTo>
                  <a:lnTo>
                    <a:pt x="40186" y="170014"/>
                  </a:lnTo>
                  <a:lnTo>
                    <a:pt x="39445" y="167304"/>
                  </a:lnTo>
                  <a:lnTo>
                    <a:pt x="38704" y="164593"/>
                  </a:lnTo>
                  <a:lnTo>
                    <a:pt x="34589" y="165961"/>
                  </a:lnTo>
                  <a:lnTo>
                    <a:pt x="33851" y="163563"/>
                  </a:lnTo>
                  <a:lnTo>
                    <a:pt x="32221" y="159762"/>
                  </a:lnTo>
                  <a:lnTo>
                    <a:pt x="32400" y="155679"/>
                  </a:lnTo>
                  <a:lnTo>
                    <a:pt x="32569" y="155082"/>
                  </a:lnTo>
                  <a:lnTo>
                    <a:pt x="33535" y="151656"/>
                  </a:lnTo>
                  <a:lnTo>
                    <a:pt x="34563" y="146365"/>
                  </a:lnTo>
                  <a:lnTo>
                    <a:pt x="32014" y="142984"/>
                  </a:lnTo>
                  <a:lnTo>
                    <a:pt x="30886" y="141131"/>
                  </a:lnTo>
                  <a:lnTo>
                    <a:pt x="28963" y="137968"/>
                  </a:lnTo>
                  <a:lnTo>
                    <a:pt x="30204" y="133131"/>
                  </a:lnTo>
                  <a:lnTo>
                    <a:pt x="25045" y="129817"/>
                  </a:lnTo>
                  <a:lnTo>
                    <a:pt x="22261" y="128125"/>
                  </a:lnTo>
                  <a:lnTo>
                    <a:pt x="22262" y="123215"/>
                  </a:lnTo>
                  <a:lnTo>
                    <a:pt x="17771" y="119479"/>
                  </a:lnTo>
                  <a:lnTo>
                    <a:pt x="18194" y="115905"/>
                  </a:lnTo>
                  <a:lnTo>
                    <a:pt x="18229" y="115602"/>
                  </a:lnTo>
                  <a:lnTo>
                    <a:pt x="18099" y="112212"/>
                  </a:lnTo>
                  <a:lnTo>
                    <a:pt x="17175" y="111063"/>
                  </a:lnTo>
                  <a:lnTo>
                    <a:pt x="13934" y="107024"/>
                  </a:lnTo>
                  <a:lnTo>
                    <a:pt x="13494" y="101605"/>
                  </a:lnTo>
                  <a:lnTo>
                    <a:pt x="14995" y="97780"/>
                  </a:lnTo>
                  <a:lnTo>
                    <a:pt x="11406" y="95796"/>
                  </a:lnTo>
                  <a:lnTo>
                    <a:pt x="9608" y="94470"/>
                  </a:lnTo>
                  <a:lnTo>
                    <a:pt x="8739" y="93938"/>
                  </a:lnTo>
                  <a:lnTo>
                    <a:pt x="9490" y="91035"/>
                  </a:lnTo>
                  <a:lnTo>
                    <a:pt x="9307" y="90655"/>
                  </a:lnTo>
                  <a:lnTo>
                    <a:pt x="6519" y="84864"/>
                  </a:lnTo>
                  <a:lnTo>
                    <a:pt x="2855" y="81548"/>
                  </a:lnTo>
                  <a:lnTo>
                    <a:pt x="946" y="788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412798" y="2420784"/>
              <a:ext cx="440701" cy="717614"/>
            </a:xfrm>
            <a:custGeom>
              <a:avLst/>
              <a:pathLst>
                <a:path w="440701" h="717614">
                  <a:moveTo>
                    <a:pt x="31780" y="422379"/>
                  </a:moveTo>
                  <a:lnTo>
                    <a:pt x="34318" y="419432"/>
                  </a:lnTo>
                  <a:lnTo>
                    <a:pt x="34642" y="414453"/>
                  </a:lnTo>
                  <a:lnTo>
                    <a:pt x="39337" y="411214"/>
                  </a:lnTo>
                  <a:lnTo>
                    <a:pt x="41582" y="408433"/>
                  </a:lnTo>
                  <a:lnTo>
                    <a:pt x="46566" y="400350"/>
                  </a:lnTo>
                  <a:lnTo>
                    <a:pt x="50166" y="393866"/>
                  </a:lnTo>
                  <a:lnTo>
                    <a:pt x="53894" y="391798"/>
                  </a:lnTo>
                  <a:lnTo>
                    <a:pt x="59807" y="390135"/>
                  </a:lnTo>
                  <a:lnTo>
                    <a:pt x="63603" y="385793"/>
                  </a:lnTo>
                  <a:lnTo>
                    <a:pt x="65741" y="383344"/>
                  </a:lnTo>
                  <a:lnTo>
                    <a:pt x="68929" y="378385"/>
                  </a:lnTo>
                  <a:lnTo>
                    <a:pt x="68300" y="373444"/>
                  </a:lnTo>
                  <a:lnTo>
                    <a:pt x="70414" y="368858"/>
                  </a:lnTo>
                  <a:lnTo>
                    <a:pt x="75082" y="365330"/>
                  </a:lnTo>
                  <a:lnTo>
                    <a:pt x="77624" y="362368"/>
                  </a:lnTo>
                  <a:lnTo>
                    <a:pt x="84126" y="350159"/>
                  </a:lnTo>
                  <a:lnTo>
                    <a:pt x="84733" y="348906"/>
                  </a:lnTo>
                  <a:lnTo>
                    <a:pt x="86658" y="344934"/>
                  </a:lnTo>
                  <a:lnTo>
                    <a:pt x="94695" y="334215"/>
                  </a:lnTo>
                  <a:lnTo>
                    <a:pt x="102554" y="323926"/>
                  </a:lnTo>
                  <a:lnTo>
                    <a:pt x="106011" y="319903"/>
                  </a:lnTo>
                  <a:lnTo>
                    <a:pt x="103131" y="312964"/>
                  </a:lnTo>
                  <a:lnTo>
                    <a:pt x="103673" y="307987"/>
                  </a:lnTo>
                  <a:lnTo>
                    <a:pt x="100872" y="303123"/>
                  </a:lnTo>
                  <a:lnTo>
                    <a:pt x="96325" y="301830"/>
                  </a:lnTo>
                  <a:lnTo>
                    <a:pt x="92665" y="296790"/>
                  </a:lnTo>
                  <a:lnTo>
                    <a:pt x="89675" y="294800"/>
                  </a:lnTo>
                  <a:lnTo>
                    <a:pt x="89144" y="293640"/>
                  </a:lnTo>
                  <a:lnTo>
                    <a:pt x="86394" y="287622"/>
                  </a:lnTo>
                  <a:lnTo>
                    <a:pt x="85688" y="282510"/>
                  </a:lnTo>
                  <a:lnTo>
                    <a:pt x="84565" y="278714"/>
                  </a:lnTo>
                  <a:lnTo>
                    <a:pt x="84173" y="272292"/>
                  </a:lnTo>
                  <a:lnTo>
                    <a:pt x="82157" y="269547"/>
                  </a:lnTo>
                  <a:lnTo>
                    <a:pt x="86244" y="264868"/>
                  </a:lnTo>
                  <a:lnTo>
                    <a:pt x="87538" y="262395"/>
                  </a:lnTo>
                  <a:lnTo>
                    <a:pt x="85643" y="259207"/>
                  </a:lnTo>
                  <a:lnTo>
                    <a:pt x="86620" y="254238"/>
                  </a:lnTo>
                  <a:lnTo>
                    <a:pt x="85539" y="249185"/>
                  </a:lnTo>
                  <a:lnTo>
                    <a:pt x="82419" y="243630"/>
                  </a:lnTo>
                  <a:lnTo>
                    <a:pt x="85263" y="238796"/>
                  </a:lnTo>
                  <a:lnTo>
                    <a:pt x="85516" y="237295"/>
                  </a:lnTo>
                  <a:lnTo>
                    <a:pt x="86235" y="233036"/>
                  </a:lnTo>
                  <a:lnTo>
                    <a:pt x="87638" y="226580"/>
                  </a:lnTo>
                  <a:lnTo>
                    <a:pt x="99432" y="172532"/>
                  </a:lnTo>
                  <a:lnTo>
                    <a:pt x="99988" y="169997"/>
                  </a:lnTo>
                  <a:lnTo>
                    <a:pt x="102083" y="160346"/>
                  </a:lnTo>
                  <a:lnTo>
                    <a:pt x="104227" y="150491"/>
                  </a:lnTo>
                  <a:lnTo>
                    <a:pt x="111663" y="116409"/>
                  </a:lnTo>
                  <a:lnTo>
                    <a:pt x="116624" y="94078"/>
                  </a:lnTo>
                  <a:lnTo>
                    <a:pt x="118020" y="87807"/>
                  </a:lnTo>
                  <a:lnTo>
                    <a:pt x="119652" y="80482"/>
                  </a:lnTo>
                  <a:lnTo>
                    <a:pt x="126113" y="53097"/>
                  </a:lnTo>
                  <a:lnTo>
                    <a:pt x="131026" y="31531"/>
                  </a:lnTo>
                  <a:lnTo>
                    <a:pt x="134983" y="14048"/>
                  </a:lnTo>
                  <a:lnTo>
                    <a:pt x="138169" y="0"/>
                  </a:lnTo>
                  <a:lnTo>
                    <a:pt x="154672" y="3514"/>
                  </a:lnTo>
                  <a:lnTo>
                    <a:pt x="175056" y="7846"/>
                  </a:lnTo>
                  <a:lnTo>
                    <a:pt x="197194" y="12383"/>
                  </a:lnTo>
                  <a:lnTo>
                    <a:pt x="187500" y="58464"/>
                  </a:lnTo>
                  <a:lnTo>
                    <a:pt x="187098" y="60385"/>
                  </a:lnTo>
                  <a:lnTo>
                    <a:pt x="183793" y="76224"/>
                  </a:lnTo>
                  <a:lnTo>
                    <a:pt x="181983" y="84885"/>
                  </a:lnTo>
                  <a:lnTo>
                    <a:pt x="180224" y="93312"/>
                  </a:lnTo>
                  <a:lnTo>
                    <a:pt x="177800" y="104862"/>
                  </a:lnTo>
                  <a:lnTo>
                    <a:pt x="178155" y="106408"/>
                  </a:lnTo>
                  <a:lnTo>
                    <a:pt x="178417" y="107549"/>
                  </a:lnTo>
                  <a:lnTo>
                    <a:pt x="181321" y="115389"/>
                  </a:lnTo>
                  <a:lnTo>
                    <a:pt x="183897" y="121219"/>
                  </a:lnTo>
                  <a:lnTo>
                    <a:pt x="186776" y="124508"/>
                  </a:lnTo>
                  <a:lnTo>
                    <a:pt x="186374" y="129628"/>
                  </a:lnTo>
                  <a:lnTo>
                    <a:pt x="192043" y="136959"/>
                  </a:lnTo>
                  <a:lnTo>
                    <a:pt x="190483" y="140681"/>
                  </a:lnTo>
                  <a:lnTo>
                    <a:pt x="192490" y="144096"/>
                  </a:lnTo>
                  <a:lnTo>
                    <a:pt x="189941" y="148123"/>
                  </a:lnTo>
                  <a:lnTo>
                    <a:pt x="189381" y="152211"/>
                  </a:lnTo>
                  <a:lnTo>
                    <a:pt x="193530" y="157942"/>
                  </a:lnTo>
                  <a:lnTo>
                    <a:pt x="189460" y="159490"/>
                  </a:lnTo>
                  <a:lnTo>
                    <a:pt x="187642" y="162924"/>
                  </a:lnTo>
                  <a:lnTo>
                    <a:pt x="194875" y="169252"/>
                  </a:lnTo>
                  <a:lnTo>
                    <a:pt x="196796" y="174721"/>
                  </a:lnTo>
                  <a:lnTo>
                    <a:pt x="200054" y="178177"/>
                  </a:lnTo>
                  <a:lnTo>
                    <a:pt x="205867" y="181208"/>
                  </a:lnTo>
                  <a:lnTo>
                    <a:pt x="208496" y="182615"/>
                  </a:lnTo>
                  <a:lnTo>
                    <a:pt x="209827" y="187301"/>
                  </a:lnTo>
                  <a:lnTo>
                    <a:pt x="211456" y="190995"/>
                  </a:lnTo>
                  <a:lnTo>
                    <a:pt x="214809" y="195843"/>
                  </a:lnTo>
                  <a:lnTo>
                    <a:pt x="217840" y="203133"/>
                  </a:lnTo>
                  <a:lnTo>
                    <a:pt x="220248" y="207357"/>
                  </a:lnTo>
                  <a:lnTo>
                    <a:pt x="221828" y="212513"/>
                  </a:lnTo>
                  <a:lnTo>
                    <a:pt x="225548" y="216933"/>
                  </a:lnTo>
                  <a:lnTo>
                    <a:pt x="227350" y="219072"/>
                  </a:lnTo>
                  <a:lnTo>
                    <a:pt x="225537" y="223166"/>
                  </a:lnTo>
                  <a:lnTo>
                    <a:pt x="228488" y="229119"/>
                  </a:lnTo>
                  <a:lnTo>
                    <a:pt x="233609" y="233255"/>
                  </a:lnTo>
                  <a:lnTo>
                    <a:pt x="234352" y="237224"/>
                  </a:lnTo>
                  <a:lnTo>
                    <a:pt x="238674" y="237897"/>
                  </a:lnTo>
                  <a:lnTo>
                    <a:pt x="239927" y="238934"/>
                  </a:lnTo>
                  <a:lnTo>
                    <a:pt x="242761" y="241278"/>
                  </a:lnTo>
                  <a:lnTo>
                    <a:pt x="242144" y="246416"/>
                  </a:lnTo>
                  <a:lnTo>
                    <a:pt x="243965" y="247290"/>
                  </a:lnTo>
                  <a:lnTo>
                    <a:pt x="246593" y="248548"/>
                  </a:lnTo>
                  <a:lnTo>
                    <a:pt x="252621" y="249195"/>
                  </a:lnTo>
                  <a:lnTo>
                    <a:pt x="258805" y="248424"/>
                  </a:lnTo>
                  <a:lnTo>
                    <a:pt x="260150" y="249990"/>
                  </a:lnTo>
                  <a:lnTo>
                    <a:pt x="260962" y="250934"/>
                  </a:lnTo>
                  <a:lnTo>
                    <a:pt x="259116" y="257231"/>
                  </a:lnTo>
                  <a:lnTo>
                    <a:pt x="256651" y="263462"/>
                  </a:lnTo>
                  <a:lnTo>
                    <a:pt x="253235" y="263747"/>
                  </a:lnTo>
                  <a:lnTo>
                    <a:pt x="252920" y="272020"/>
                  </a:lnTo>
                  <a:lnTo>
                    <a:pt x="250108" y="273875"/>
                  </a:lnTo>
                  <a:lnTo>
                    <a:pt x="248224" y="280853"/>
                  </a:lnTo>
                  <a:lnTo>
                    <a:pt x="246985" y="284169"/>
                  </a:lnTo>
                  <a:lnTo>
                    <a:pt x="245821" y="287474"/>
                  </a:lnTo>
                  <a:lnTo>
                    <a:pt x="244997" y="293382"/>
                  </a:lnTo>
                  <a:lnTo>
                    <a:pt x="240507" y="293157"/>
                  </a:lnTo>
                  <a:lnTo>
                    <a:pt x="239363" y="297017"/>
                  </a:lnTo>
                  <a:lnTo>
                    <a:pt x="242793" y="300347"/>
                  </a:lnTo>
                  <a:lnTo>
                    <a:pt x="240370" y="306309"/>
                  </a:lnTo>
                  <a:lnTo>
                    <a:pt x="242158" y="310650"/>
                  </a:lnTo>
                  <a:lnTo>
                    <a:pt x="244194" y="313605"/>
                  </a:lnTo>
                  <a:lnTo>
                    <a:pt x="242652" y="318120"/>
                  </a:lnTo>
                  <a:lnTo>
                    <a:pt x="243758" y="321114"/>
                  </a:lnTo>
                  <a:lnTo>
                    <a:pt x="241078" y="323212"/>
                  </a:lnTo>
                  <a:lnTo>
                    <a:pt x="234710" y="323910"/>
                  </a:lnTo>
                  <a:lnTo>
                    <a:pt x="230847" y="328579"/>
                  </a:lnTo>
                  <a:lnTo>
                    <a:pt x="233569" y="334616"/>
                  </a:lnTo>
                  <a:lnTo>
                    <a:pt x="233006" y="339609"/>
                  </a:lnTo>
                  <a:lnTo>
                    <a:pt x="230369" y="340893"/>
                  </a:lnTo>
                  <a:lnTo>
                    <a:pt x="229475" y="344928"/>
                  </a:lnTo>
                  <a:lnTo>
                    <a:pt x="230036" y="347093"/>
                  </a:lnTo>
                  <a:lnTo>
                    <a:pt x="230718" y="349722"/>
                  </a:lnTo>
                  <a:lnTo>
                    <a:pt x="233657" y="351719"/>
                  </a:lnTo>
                  <a:lnTo>
                    <a:pt x="238491" y="357510"/>
                  </a:lnTo>
                  <a:lnTo>
                    <a:pt x="244056" y="359673"/>
                  </a:lnTo>
                  <a:lnTo>
                    <a:pt x="246774" y="354680"/>
                  </a:lnTo>
                  <a:lnTo>
                    <a:pt x="251120" y="354717"/>
                  </a:lnTo>
                  <a:lnTo>
                    <a:pt x="258748" y="350473"/>
                  </a:lnTo>
                  <a:lnTo>
                    <a:pt x="263962" y="346605"/>
                  </a:lnTo>
                  <a:lnTo>
                    <a:pt x="264608" y="342686"/>
                  </a:lnTo>
                  <a:lnTo>
                    <a:pt x="267519" y="342767"/>
                  </a:lnTo>
                  <a:lnTo>
                    <a:pt x="268722" y="344707"/>
                  </a:lnTo>
                  <a:lnTo>
                    <a:pt x="271284" y="348833"/>
                  </a:lnTo>
                  <a:lnTo>
                    <a:pt x="273369" y="351160"/>
                  </a:lnTo>
                  <a:lnTo>
                    <a:pt x="276549" y="353773"/>
                  </a:lnTo>
                  <a:lnTo>
                    <a:pt x="275529" y="361155"/>
                  </a:lnTo>
                  <a:lnTo>
                    <a:pt x="277620" y="365577"/>
                  </a:lnTo>
                  <a:lnTo>
                    <a:pt x="276552" y="370465"/>
                  </a:lnTo>
                  <a:lnTo>
                    <a:pt x="277877" y="374777"/>
                  </a:lnTo>
                  <a:lnTo>
                    <a:pt x="276714" y="380298"/>
                  </a:lnTo>
                  <a:lnTo>
                    <a:pt x="280828" y="389669"/>
                  </a:lnTo>
                  <a:lnTo>
                    <a:pt x="284055" y="400388"/>
                  </a:lnTo>
                  <a:lnTo>
                    <a:pt x="287767" y="403745"/>
                  </a:lnTo>
                  <a:lnTo>
                    <a:pt x="290969" y="408173"/>
                  </a:lnTo>
                  <a:lnTo>
                    <a:pt x="291085" y="413191"/>
                  </a:lnTo>
                  <a:lnTo>
                    <a:pt x="289521" y="418035"/>
                  </a:lnTo>
                  <a:lnTo>
                    <a:pt x="287182" y="421723"/>
                  </a:lnTo>
                  <a:lnTo>
                    <a:pt x="289537" y="428645"/>
                  </a:lnTo>
                  <a:lnTo>
                    <a:pt x="292379" y="429861"/>
                  </a:lnTo>
                  <a:lnTo>
                    <a:pt x="296783" y="434025"/>
                  </a:lnTo>
                  <a:lnTo>
                    <a:pt x="300712" y="432388"/>
                  </a:lnTo>
                  <a:lnTo>
                    <a:pt x="307418" y="439056"/>
                  </a:lnTo>
                  <a:lnTo>
                    <a:pt x="308553" y="444607"/>
                  </a:lnTo>
                  <a:lnTo>
                    <a:pt x="310766" y="452532"/>
                  </a:lnTo>
                  <a:lnTo>
                    <a:pt x="309212" y="457250"/>
                  </a:lnTo>
                  <a:lnTo>
                    <a:pt x="311903" y="463312"/>
                  </a:lnTo>
                  <a:lnTo>
                    <a:pt x="311203" y="467660"/>
                  </a:lnTo>
                  <a:lnTo>
                    <a:pt x="314059" y="473376"/>
                  </a:lnTo>
                  <a:lnTo>
                    <a:pt x="318104" y="477502"/>
                  </a:lnTo>
                  <a:lnTo>
                    <a:pt x="322102" y="475767"/>
                  </a:lnTo>
                  <a:lnTo>
                    <a:pt x="322461" y="475612"/>
                  </a:lnTo>
                  <a:lnTo>
                    <a:pt x="322561" y="472284"/>
                  </a:lnTo>
                  <a:lnTo>
                    <a:pt x="329540" y="467987"/>
                  </a:lnTo>
                  <a:lnTo>
                    <a:pt x="331396" y="467913"/>
                  </a:lnTo>
                  <a:lnTo>
                    <a:pt x="338214" y="470135"/>
                  </a:lnTo>
                  <a:lnTo>
                    <a:pt x="346551" y="472487"/>
                  </a:lnTo>
                  <a:lnTo>
                    <a:pt x="351765" y="476344"/>
                  </a:lnTo>
                  <a:lnTo>
                    <a:pt x="354795" y="469109"/>
                  </a:lnTo>
                  <a:lnTo>
                    <a:pt x="360157" y="466155"/>
                  </a:lnTo>
                  <a:lnTo>
                    <a:pt x="364061" y="469131"/>
                  </a:lnTo>
                  <a:lnTo>
                    <a:pt x="370229" y="471496"/>
                  </a:lnTo>
                  <a:lnTo>
                    <a:pt x="376366" y="471544"/>
                  </a:lnTo>
                  <a:lnTo>
                    <a:pt x="387535" y="470701"/>
                  </a:lnTo>
                  <a:lnTo>
                    <a:pt x="390959" y="476188"/>
                  </a:lnTo>
                  <a:lnTo>
                    <a:pt x="398469" y="472672"/>
                  </a:lnTo>
                  <a:lnTo>
                    <a:pt x="404184" y="473795"/>
                  </a:lnTo>
                  <a:lnTo>
                    <a:pt x="407747" y="474492"/>
                  </a:lnTo>
                  <a:lnTo>
                    <a:pt x="411002" y="472323"/>
                  </a:lnTo>
                  <a:lnTo>
                    <a:pt x="415600" y="463807"/>
                  </a:lnTo>
                  <a:lnTo>
                    <a:pt x="416599" y="462398"/>
                  </a:lnTo>
                  <a:lnTo>
                    <a:pt x="418125" y="460246"/>
                  </a:lnTo>
                  <a:lnTo>
                    <a:pt x="422126" y="457525"/>
                  </a:lnTo>
                  <a:lnTo>
                    <a:pt x="422593" y="457965"/>
                  </a:lnTo>
                  <a:lnTo>
                    <a:pt x="425768" y="460956"/>
                  </a:lnTo>
                  <a:lnTo>
                    <a:pt x="428659" y="466708"/>
                  </a:lnTo>
                  <a:lnTo>
                    <a:pt x="431023" y="471307"/>
                  </a:lnTo>
                  <a:lnTo>
                    <a:pt x="431907" y="475967"/>
                  </a:lnTo>
                  <a:lnTo>
                    <a:pt x="435224" y="480228"/>
                  </a:lnTo>
                  <a:lnTo>
                    <a:pt x="436069" y="484345"/>
                  </a:lnTo>
                  <a:lnTo>
                    <a:pt x="440701" y="486846"/>
                  </a:lnTo>
                  <a:lnTo>
                    <a:pt x="439431" y="496096"/>
                  </a:lnTo>
                  <a:lnTo>
                    <a:pt x="436183" y="520374"/>
                  </a:lnTo>
                  <a:lnTo>
                    <a:pt x="434605" y="532647"/>
                  </a:lnTo>
                  <a:lnTo>
                    <a:pt x="433705" y="539658"/>
                  </a:lnTo>
                  <a:lnTo>
                    <a:pt x="430956" y="560242"/>
                  </a:lnTo>
                  <a:lnTo>
                    <a:pt x="428662" y="577681"/>
                  </a:lnTo>
                  <a:lnTo>
                    <a:pt x="426391" y="594985"/>
                  </a:lnTo>
                  <a:lnTo>
                    <a:pt x="423385" y="617701"/>
                  </a:lnTo>
                  <a:lnTo>
                    <a:pt x="422731" y="622644"/>
                  </a:lnTo>
                  <a:lnTo>
                    <a:pt x="422053" y="627774"/>
                  </a:lnTo>
                  <a:lnTo>
                    <a:pt x="419075" y="650347"/>
                  </a:lnTo>
                  <a:lnTo>
                    <a:pt x="416355" y="669808"/>
                  </a:lnTo>
                  <a:lnTo>
                    <a:pt x="414216" y="685145"/>
                  </a:lnTo>
                  <a:lnTo>
                    <a:pt x="409958" y="717614"/>
                  </a:lnTo>
                  <a:lnTo>
                    <a:pt x="387345" y="714559"/>
                  </a:lnTo>
                  <a:lnTo>
                    <a:pt x="380619" y="713723"/>
                  </a:lnTo>
                  <a:lnTo>
                    <a:pt x="378105" y="713372"/>
                  </a:lnTo>
                  <a:lnTo>
                    <a:pt x="361342" y="711005"/>
                  </a:lnTo>
                  <a:lnTo>
                    <a:pt x="336589" y="707531"/>
                  </a:lnTo>
                  <a:lnTo>
                    <a:pt x="333183" y="706918"/>
                  </a:lnTo>
                  <a:lnTo>
                    <a:pt x="325929" y="705606"/>
                  </a:lnTo>
                  <a:lnTo>
                    <a:pt x="299546" y="701617"/>
                  </a:lnTo>
                  <a:lnTo>
                    <a:pt x="275248" y="697969"/>
                  </a:lnTo>
                  <a:lnTo>
                    <a:pt x="258148" y="695390"/>
                  </a:lnTo>
                  <a:lnTo>
                    <a:pt x="241109" y="692850"/>
                  </a:lnTo>
                  <a:lnTo>
                    <a:pt x="218971" y="689563"/>
                  </a:lnTo>
                  <a:lnTo>
                    <a:pt x="203699" y="686439"/>
                  </a:lnTo>
                  <a:lnTo>
                    <a:pt x="187244" y="683506"/>
                  </a:lnTo>
                  <a:lnTo>
                    <a:pt x="165572" y="679600"/>
                  </a:lnTo>
                  <a:lnTo>
                    <a:pt x="145061" y="675332"/>
                  </a:lnTo>
                  <a:lnTo>
                    <a:pt x="135539" y="673686"/>
                  </a:lnTo>
                  <a:lnTo>
                    <a:pt x="116644" y="670369"/>
                  </a:lnTo>
                  <a:lnTo>
                    <a:pt x="95352" y="666152"/>
                  </a:lnTo>
                  <a:lnTo>
                    <a:pt x="78670" y="662948"/>
                  </a:lnTo>
                  <a:lnTo>
                    <a:pt x="47141" y="656582"/>
                  </a:lnTo>
                  <a:lnTo>
                    <a:pt x="27178" y="652475"/>
                  </a:lnTo>
                  <a:lnTo>
                    <a:pt x="542" y="646651"/>
                  </a:lnTo>
                  <a:lnTo>
                    <a:pt x="0" y="646531"/>
                  </a:lnTo>
                  <a:lnTo>
                    <a:pt x="7152" y="611501"/>
                  </a:lnTo>
                  <a:lnTo>
                    <a:pt x="15345" y="571839"/>
                  </a:lnTo>
                  <a:lnTo>
                    <a:pt x="19485" y="551703"/>
                  </a:lnTo>
                  <a:lnTo>
                    <a:pt x="30454" y="498912"/>
                  </a:lnTo>
                  <a:lnTo>
                    <a:pt x="32163" y="491139"/>
                  </a:lnTo>
                  <a:lnTo>
                    <a:pt x="35078" y="477900"/>
                  </a:lnTo>
                  <a:lnTo>
                    <a:pt x="38695" y="473132"/>
                  </a:lnTo>
                  <a:lnTo>
                    <a:pt x="39600" y="471939"/>
                  </a:lnTo>
                  <a:lnTo>
                    <a:pt x="42353" y="464087"/>
                  </a:lnTo>
                  <a:lnTo>
                    <a:pt x="44732" y="460109"/>
                  </a:lnTo>
                  <a:lnTo>
                    <a:pt x="43187" y="454372"/>
                  </a:lnTo>
                  <a:lnTo>
                    <a:pt x="49706" y="449262"/>
                  </a:lnTo>
                  <a:lnTo>
                    <a:pt x="49864" y="449138"/>
                  </a:lnTo>
                  <a:lnTo>
                    <a:pt x="49903" y="446716"/>
                  </a:lnTo>
                  <a:lnTo>
                    <a:pt x="46074" y="444484"/>
                  </a:lnTo>
                  <a:lnTo>
                    <a:pt x="46457" y="440552"/>
                  </a:lnTo>
                  <a:lnTo>
                    <a:pt x="40765" y="439180"/>
                  </a:lnTo>
                  <a:lnTo>
                    <a:pt x="37518" y="434582"/>
                  </a:lnTo>
                  <a:lnTo>
                    <a:pt x="33926" y="435613"/>
                  </a:lnTo>
                  <a:lnTo>
                    <a:pt x="31456" y="432229"/>
                  </a:lnTo>
                  <a:lnTo>
                    <a:pt x="31941" y="431552"/>
                  </a:lnTo>
                  <a:lnTo>
                    <a:pt x="33868" y="428859"/>
                  </a:lnTo>
                  <a:lnTo>
                    <a:pt x="32876" y="4255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19485" y="3285257"/>
              <a:ext cx="297645" cy="515425"/>
            </a:xfrm>
            <a:custGeom>
              <a:avLst/>
              <a:pathLst>
                <a:path w="297645" h="515425">
                  <a:moveTo>
                    <a:pt x="129" y="241339"/>
                  </a:moveTo>
                  <a:lnTo>
                    <a:pt x="340" y="236832"/>
                  </a:lnTo>
                  <a:lnTo>
                    <a:pt x="432" y="234861"/>
                  </a:lnTo>
                  <a:lnTo>
                    <a:pt x="1576" y="229893"/>
                  </a:lnTo>
                  <a:lnTo>
                    <a:pt x="4565" y="224420"/>
                  </a:lnTo>
                  <a:lnTo>
                    <a:pt x="7608" y="222175"/>
                  </a:lnTo>
                  <a:lnTo>
                    <a:pt x="6636" y="217378"/>
                  </a:lnTo>
                  <a:lnTo>
                    <a:pt x="6936" y="211952"/>
                  </a:lnTo>
                  <a:lnTo>
                    <a:pt x="4868" y="209945"/>
                  </a:lnTo>
                  <a:lnTo>
                    <a:pt x="5830" y="205403"/>
                  </a:lnTo>
                  <a:lnTo>
                    <a:pt x="7939" y="202325"/>
                  </a:lnTo>
                  <a:lnTo>
                    <a:pt x="14074" y="199372"/>
                  </a:lnTo>
                  <a:lnTo>
                    <a:pt x="18399" y="198935"/>
                  </a:lnTo>
                  <a:lnTo>
                    <a:pt x="22548" y="195283"/>
                  </a:lnTo>
                  <a:lnTo>
                    <a:pt x="22474" y="192816"/>
                  </a:lnTo>
                  <a:lnTo>
                    <a:pt x="22403" y="190453"/>
                  </a:lnTo>
                  <a:lnTo>
                    <a:pt x="23545" y="185286"/>
                  </a:lnTo>
                  <a:lnTo>
                    <a:pt x="23062" y="181512"/>
                  </a:lnTo>
                  <a:lnTo>
                    <a:pt x="25947" y="176825"/>
                  </a:lnTo>
                  <a:lnTo>
                    <a:pt x="29609" y="172374"/>
                  </a:lnTo>
                  <a:lnTo>
                    <a:pt x="31494" y="168290"/>
                  </a:lnTo>
                  <a:lnTo>
                    <a:pt x="31336" y="162273"/>
                  </a:lnTo>
                  <a:lnTo>
                    <a:pt x="30393" y="157696"/>
                  </a:lnTo>
                  <a:lnTo>
                    <a:pt x="30339" y="157438"/>
                  </a:lnTo>
                  <a:lnTo>
                    <a:pt x="29624" y="153968"/>
                  </a:lnTo>
                  <a:lnTo>
                    <a:pt x="26331" y="149569"/>
                  </a:lnTo>
                  <a:lnTo>
                    <a:pt x="23299" y="149571"/>
                  </a:lnTo>
                  <a:lnTo>
                    <a:pt x="20095" y="145454"/>
                  </a:lnTo>
                  <a:lnTo>
                    <a:pt x="17506" y="142442"/>
                  </a:lnTo>
                  <a:lnTo>
                    <a:pt x="19447" y="134434"/>
                  </a:lnTo>
                  <a:lnTo>
                    <a:pt x="19569" y="133928"/>
                  </a:lnTo>
                  <a:lnTo>
                    <a:pt x="19730" y="131186"/>
                  </a:lnTo>
                  <a:lnTo>
                    <a:pt x="21755" y="125922"/>
                  </a:lnTo>
                  <a:lnTo>
                    <a:pt x="25874" y="124872"/>
                  </a:lnTo>
                  <a:lnTo>
                    <a:pt x="28839" y="125209"/>
                  </a:lnTo>
                  <a:lnTo>
                    <a:pt x="32491" y="122457"/>
                  </a:lnTo>
                  <a:lnTo>
                    <a:pt x="37982" y="121408"/>
                  </a:lnTo>
                  <a:lnTo>
                    <a:pt x="43782" y="120579"/>
                  </a:lnTo>
                  <a:lnTo>
                    <a:pt x="49121" y="117165"/>
                  </a:lnTo>
                  <a:lnTo>
                    <a:pt x="52040" y="113931"/>
                  </a:lnTo>
                  <a:lnTo>
                    <a:pt x="55966" y="113180"/>
                  </a:lnTo>
                  <a:lnTo>
                    <a:pt x="59453" y="112404"/>
                  </a:lnTo>
                  <a:lnTo>
                    <a:pt x="62156" y="108438"/>
                  </a:lnTo>
                  <a:lnTo>
                    <a:pt x="65508" y="106497"/>
                  </a:lnTo>
                  <a:lnTo>
                    <a:pt x="66986" y="104562"/>
                  </a:lnTo>
                  <a:lnTo>
                    <a:pt x="66488" y="98517"/>
                  </a:lnTo>
                  <a:lnTo>
                    <a:pt x="67670" y="95570"/>
                  </a:lnTo>
                  <a:lnTo>
                    <a:pt x="67509" y="92467"/>
                  </a:lnTo>
                  <a:lnTo>
                    <a:pt x="67443" y="91208"/>
                  </a:lnTo>
                  <a:lnTo>
                    <a:pt x="71266" y="87270"/>
                  </a:lnTo>
                  <a:lnTo>
                    <a:pt x="71660" y="86948"/>
                  </a:lnTo>
                  <a:lnTo>
                    <a:pt x="75542" y="83775"/>
                  </a:lnTo>
                  <a:lnTo>
                    <a:pt x="75142" y="80796"/>
                  </a:lnTo>
                  <a:lnTo>
                    <a:pt x="75833" y="77087"/>
                  </a:lnTo>
                  <a:lnTo>
                    <a:pt x="75809" y="72821"/>
                  </a:lnTo>
                  <a:lnTo>
                    <a:pt x="75805" y="72049"/>
                  </a:lnTo>
                  <a:lnTo>
                    <a:pt x="76288" y="66632"/>
                  </a:lnTo>
                  <a:lnTo>
                    <a:pt x="74601" y="63399"/>
                  </a:lnTo>
                  <a:lnTo>
                    <a:pt x="74268" y="62761"/>
                  </a:lnTo>
                  <a:lnTo>
                    <a:pt x="73716" y="56715"/>
                  </a:lnTo>
                  <a:lnTo>
                    <a:pt x="70133" y="53186"/>
                  </a:lnTo>
                  <a:lnTo>
                    <a:pt x="65700" y="51365"/>
                  </a:lnTo>
                  <a:lnTo>
                    <a:pt x="62387" y="49979"/>
                  </a:lnTo>
                  <a:lnTo>
                    <a:pt x="60732" y="49286"/>
                  </a:lnTo>
                  <a:lnTo>
                    <a:pt x="56138" y="46497"/>
                  </a:lnTo>
                  <a:lnTo>
                    <a:pt x="53692" y="43178"/>
                  </a:lnTo>
                  <a:lnTo>
                    <a:pt x="54183" y="39256"/>
                  </a:lnTo>
                  <a:lnTo>
                    <a:pt x="51828" y="36097"/>
                  </a:lnTo>
                  <a:lnTo>
                    <a:pt x="49012" y="34152"/>
                  </a:lnTo>
                  <a:lnTo>
                    <a:pt x="46557" y="32454"/>
                  </a:lnTo>
                  <a:lnTo>
                    <a:pt x="42977" y="29562"/>
                  </a:lnTo>
                  <a:lnTo>
                    <a:pt x="41194" y="28958"/>
                  </a:lnTo>
                  <a:lnTo>
                    <a:pt x="37156" y="27163"/>
                  </a:lnTo>
                  <a:lnTo>
                    <a:pt x="37043" y="23789"/>
                  </a:lnTo>
                  <a:lnTo>
                    <a:pt x="50884" y="22302"/>
                  </a:lnTo>
                  <a:lnTo>
                    <a:pt x="51598" y="22216"/>
                  </a:lnTo>
                  <a:lnTo>
                    <a:pt x="65237" y="20538"/>
                  </a:lnTo>
                  <a:lnTo>
                    <a:pt x="85175" y="18286"/>
                  </a:lnTo>
                  <a:lnTo>
                    <a:pt x="91148" y="17623"/>
                  </a:lnTo>
                  <a:lnTo>
                    <a:pt x="114286" y="14995"/>
                  </a:lnTo>
                  <a:lnTo>
                    <a:pt x="120454" y="14293"/>
                  </a:lnTo>
                  <a:lnTo>
                    <a:pt x="122846" y="14018"/>
                  </a:lnTo>
                  <a:lnTo>
                    <a:pt x="142884" y="11679"/>
                  </a:lnTo>
                  <a:lnTo>
                    <a:pt x="144532" y="11484"/>
                  </a:lnTo>
                  <a:lnTo>
                    <a:pt x="151409" y="10626"/>
                  </a:lnTo>
                  <a:lnTo>
                    <a:pt x="162395" y="9238"/>
                  </a:lnTo>
                  <a:lnTo>
                    <a:pt x="167036" y="8644"/>
                  </a:lnTo>
                  <a:lnTo>
                    <a:pt x="180440" y="6640"/>
                  </a:lnTo>
                  <a:lnTo>
                    <a:pt x="182800" y="6293"/>
                  </a:lnTo>
                  <a:lnTo>
                    <a:pt x="193961" y="4638"/>
                  </a:lnTo>
                  <a:lnTo>
                    <a:pt x="199829" y="3758"/>
                  </a:lnTo>
                  <a:lnTo>
                    <a:pt x="201003" y="3603"/>
                  </a:lnTo>
                  <a:lnTo>
                    <a:pt x="227721" y="0"/>
                  </a:lnTo>
                  <a:lnTo>
                    <a:pt x="228479" y="6526"/>
                  </a:lnTo>
                  <a:lnTo>
                    <a:pt x="228095" y="12082"/>
                  </a:lnTo>
                  <a:lnTo>
                    <a:pt x="227961" y="17696"/>
                  </a:lnTo>
                  <a:lnTo>
                    <a:pt x="228104" y="18023"/>
                  </a:lnTo>
                  <a:lnTo>
                    <a:pt x="231472" y="25729"/>
                  </a:lnTo>
                  <a:lnTo>
                    <a:pt x="231532" y="25866"/>
                  </a:lnTo>
                  <a:lnTo>
                    <a:pt x="235016" y="30534"/>
                  </a:lnTo>
                  <a:lnTo>
                    <a:pt x="236543" y="32567"/>
                  </a:lnTo>
                  <a:lnTo>
                    <a:pt x="240661" y="36237"/>
                  </a:lnTo>
                  <a:lnTo>
                    <a:pt x="241208" y="36724"/>
                  </a:lnTo>
                  <a:lnTo>
                    <a:pt x="242733" y="40832"/>
                  </a:lnTo>
                  <a:lnTo>
                    <a:pt x="245532" y="47334"/>
                  </a:lnTo>
                  <a:lnTo>
                    <a:pt x="247436" y="51752"/>
                  </a:lnTo>
                  <a:lnTo>
                    <a:pt x="248013" y="52287"/>
                  </a:lnTo>
                  <a:lnTo>
                    <a:pt x="248376" y="52624"/>
                  </a:lnTo>
                  <a:lnTo>
                    <a:pt x="248410" y="53443"/>
                  </a:lnTo>
                  <a:lnTo>
                    <a:pt x="248407" y="54706"/>
                  </a:lnTo>
                  <a:lnTo>
                    <a:pt x="248977" y="56308"/>
                  </a:lnTo>
                  <a:lnTo>
                    <a:pt x="249215" y="56977"/>
                  </a:lnTo>
                  <a:lnTo>
                    <a:pt x="250772" y="59374"/>
                  </a:lnTo>
                  <a:lnTo>
                    <a:pt x="253577" y="63688"/>
                  </a:lnTo>
                  <a:lnTo>
                    <a:pt x="255838" y="64999"/>
                  </a:lnTo>
                  <a:lnTo>
                    <a:pt x="256387" y="66518"/>
                  </a:lnTo>
                  <a:lnTo>
                    <a:pt x="256612" y="67139"/>
                  </a:lnTo>
                  <a:lnTo>
                    <a:pt x="256830" y="68564"/>
                  </a:lnTo>
                  <a:lnTo>
                    <a:pt x="259179" y="84843"/>
                  </a:lnTo>
                  <a:lnTo>
                    <a:pt x="259947" y="90264"/>
                  </a:lnTo>
                  <a:lnTo>
                    <a:pt x="262171" y="105968"/>
                  </a:lnTo>
                  <a:lnTo>
                    <a:pt x="263950" y="117987"/>
                  </a:lnTo>
                  <a:lnTo>
                    <a:pt x="265850" y="130854"/>
                  </a:lnTo>
                  <a:lnTo>
                    <a:pt x="266048" y="132174"/>
                  </a:lnTo>
                  <a:lnTo>
                    <a:pt x="267612" y="142623"/>
                  </a:lnTo>
                  <a:lnTo>
                    <a:pt x="269721" y="157080"/>
                  </a:lnTo>
                  <a:lnTo>
                    <a:pt x="272391" y="175435"/>
                  </a:lnTo>
                  <a:lnTo>
                    <a:pt x="272937" y="179466"/>
                  </a:lnTo>
                  <a:lnTo>
                    <a:pt x="273115" y="180774"/>
                  </a:lnTo>
                  <a:lnTo>
                    <a:pt x="275906" y="201412"/>
                  </a:lnTo>
                  <a:lnTo>
                    <a:pt x="277196" y="210771"/>
                  </a:lnTo>
                  <a:lnTo>
                    <a:pt x="278315" y="218908"/>
                  </a:lnTo>
                  <a:lnTo>
                    <a:pt x="278907" y="223213"/>
                  </a:lnTo>
                  <a:lnTo>
                    <a:pt x="280590" y="234928"/>
                  </a:lnTo>
                  <a:lnTo>
                    <a:pt x="283438" y="254799"/>
                  </a:lnTo>
                  <a:lnTo>
                    <a:pt x="284215" y="260038"/>
                  </a:lnTo>
                  <a:lnTo>
                    <a:pt x="285970" y="271889"/>
                  </a:lnTo>
                  <a:lnTo>
                    <a:pt x="286074" y="272593"/>
                  </a:lnTo>
                  <a:lnTo>
                    <a:pt x="287660" y="283658"/>
                  </a:lnTo>
                  <a:lnTo>
                    <a:pt x="284484" y="284842"/>
                  </a:lnTo>
                  <a:lnTo>
                    <a:pt x="283292" y="287576"/>
                  </a:lnTo>
                  <a:lnTo>
                    <a:pt x="284383" y="292391"/>
                  </a:lnTo>
                  <a:lnTo>
                    <a:pt x="284626" y="293464"/>
                  </a:lnTo>
                  <a:lnTo>
                    <a:pt x="286254" y="296598"/>
                  </a:lnTo>
                  <a:lnTo>
                    <a:pt x="282371" y="301315"/>
                  </a:lnTo>
                  <a:lnTo>
                    <a:pt x="282631" y="302105"/>
                  </a:lnTo>
                  <a:lnTo>
                    <a:pt x="284268" y="307069"/>
                  </a:lnTo>
                  <a:lnTo>
                    <a:pt x="288562" y="310562"/>
                  </a:lnTo>
                  <a:lnTo>
                    <a:pt x="288823" y="315703"/>
                  </a:lnTo>
                  <a:lnTo>
                    <a:pt x="292707" y="317876"/>
                  </a:lnTo>
                  <a:lnTo>
                    <a:pt x="293672" y="323707"/>
                  </a:lnTo>
                  <a:lnTo>
                    <a:pt x="293619" y="323877"/>
                  </a:lnTo>
                  <a:lnTo>
                    <a:pt x="292695" y="326839"/>
                  </a:lnTo>
                  <a:lnTo>
                    <a:pt x="293850" y="328815"/>
                  </a:lnTo>
                  <a:lnTo>
                    <a:pt x="295145" y="331030"/>
                  </a:lnTo>
                  <a:lnTo>
                    <a:pt x="297645" y="337051"/>
                  </a:lnTo>
                  <a:lnTo>
                    <a:pt x="295385" y="344851"/>
                  </a:lnTo>
                  <a:lnTo>
                    <a:pt x="290591" y="349121"/>
                  </a:lnTo>
                  <a:lnTo>
                    <a:pt x="289994" y="353951"/>
                  </a:lnTo>
                  <a:lnTo>
                    <a:pt x="289521" y="356057"/>
                  </a:lnTo>
                  <a:lnTo>
                    <a:pt x="288969" y="358515"/>
                  </a:lnTo>
                  <a:lnTo>
                    <a:pt x="289808" y="361102"/>
                  </a:lnTo>
                  <a:lnTo>
                    <a:pt x="285962" y="364656"/>
                  </a:lnTo>
                  <a:lnTo>
                    <a:pt x="284605" y="368977"/>
                  </a:lnTo>
                  <a:lnTo>
                    <a:pt x="284100" y="370607"/>
                  </a:lnTo>
                  <a:lnTo>
                    <a:pt x="282651" y="375285"/>
                  </a:lnTo>
                  <a:lnTo>
                    <a:pt x="279749" y="381625"/>
                  </a:lnTo>
                  <a:lnTo>
                    <a:pt x="274774" y="385950"/>
                  </a:lnTo>
                  <a:lnTo>
                    <a:pt x="270851" y="389421"/>
                  </a:lnTo>
                  <a:lnTo>
                    <a:pt x="270851" y="390083"/>
                  </a:lnTo>
                  <a:lnTo>
                    <a:pt x="270852" y="393096"/>
                  </a:lnTo>
                  <a:lnTo>
                    <a:pt x="274874" y="396773"/>
                  </a:lnTo>
                  <a:lnTo>
                    <a:pt x="273035" y="401862"/>
                  </a:lnTo>
                  <a:lnTo>
                    <a:pt x="271685" y="406189"/>
                  </a:lnTo>
                  <a:lnTo>
                    <a:pt x="268977" y="408893"/>
                  </a:lnTo>
                  <a:lnTo>
                    <a:pt x="270871" y="415041"/>
                  </a:lnTo>
                  <a:lnTo>
                    <a:pt x="269968" y="421655"/>
                  </a:lnTo>
                  <a:lnTo>
                    <a:pt x="268940" y="424133"/>
                  </a:lnTo>
                  <a:lnTo>
                    <a:pt x="268504" y="425183"/>
                  </a:lnTo>
                  <a:lnTo>
                    <a:pt x="272024" y="429952"/>
                  </a:lnTo>
                  <a:lnTo>
                    <a:pt x="270449" y="435437"/>
                  </a:lnTo>
                  <a:lnTo>
                    <a:pt x="265771" y="440332"/>
                  </a:lnTo>
                  <a:lnTo>
                    <a:pt x="264294" y="444518"/>
                  </a:lnTo>
                  <a:lnTo>
                    <a:pt x="267241" y="451434"/>
                  </a:lnTo>
                  <a:lnTo>
                    <a:pt x="267327" y="451637"/>
                  </a:lnTo>
                  <a:lnTo>
                    <a:pt x="272143" y="455043"/>
                  </a:lnTo>
                  <a:lnTo>
                    <a:pt x="272875" y="457231"/>
                  </a:lnTo>
                  <a:lnTo>
                    <a:pt x="273359" y="458674"/>
                  </a:lnTo>
                  <a:lnTo>
                    <a:pt x="266774" y="461559"/>
                  </a:lnTo>
                  <a:lnTo>
                    <a:pt x="257951" y="464144"/>
                  </a:lnTo>
                  <a:lnTo>
                    <a:pt x="252970" y="469275"/>
                  </a:lnTo>
                  <a:lnTo>
                    <a:pt x="248609" y="468362"/>
                  </a:lnTo>
                  <a:lnTo>
                    <a:pt x="248423" y="468323"/>
                  </a:lnTo>
                  <a:lnTo>
                    <a:pt x="245259" y="470753"/>
                  </a:lnTo>
                  <a:lnTo>
                    <a:pt x="244448" y="476519"/>
                  </a:lnTo>
                  <a:lnTo>
                    <a:pt x="243011" y="481231"/>
                  </a:lnTo>
                  <a:lnTo>
                    <a:pt x="246946" y="487251"/>
                  </a:lnTo>
                  <a:lnTo>
                    <a:pt x="251175" y="493178"/>
                  </a:lnTo>
                  <a:lnTo>
                    <a:pt x="250338" y="498053"/>
                  </a:lnTo>
                  <a:lnTo>
                    <a:pt x="248404" y="501138"/>
                  </a:lnTo>
                  <a:lnTo>
                    <a:pt x="247848" y="501229"/>
                  </a:lnTo>
                  <a:lnTo>
                    <a:pt x="247365" y="501307"/>
                  </a:lnTo>
                  <a:lnTo>
                    <a:pt x="244389" y="501790"/>
                  </a:lnTo>
                  <a:lnTo>
                    <a:pt x="242052" y="500553"/>
                  </a:lnTo>
                  <a:lnTo>
                    <a:pt x="238062" y="498437"/>
                  </a:lnTo>
                  <a:lnTo>
                    <a:pt x="231743" y="496666"/>
                  </a:lnTo>
                  <a:lnTo>
                    <a:pt x="227300" y="496014"/>
                  </a:lnTo>
                  <a:lnTo>
                    <a:pt x="220876" y="493008"/>
                  </a:lnTo>
                  <a:lnTo>
                    <a:pt x="213804" y="491187"/>
                  </a:lnTo>
                  <a:lnTo>
                    <a:pt x="213511" y="491111"/>
                  </a:lnTo>
                  <a:lnTo>
                    <a:pt x="213384" y="491135"/>
                  </a:lnTo>
                  <a:lnTo>
                    <a:pt x="208525" y="492069"/>
                  </a:lnTo>
                  <a:lnTo>
                    <a:pt x="204781" y="495864"/>
                  </a:lnTo>
                  <a:lnTo>
                    <a:pt x="202332" y="500614"/>
                  </a:lnTo>
                  <a:lnTo>
                    <a:pt x="198049" y="507356"/>
                  </a:lnTo>
                  <a:lnTo>
                    <a:pt x="198179" y="507534"/>
                  </a:lnTo>
                  <a:lnTo>
                    <a:pt x="201518" y="512118"/>
                  </a:lnTo>
                  <a:lnTo>
                    <a:pt x="201620" y="515425"/>
                  </a:lnTo>
                  <a:lnTo>
                    <a:pt x="197012" y="515311"/>
                  </a:lnTo>
                  <a:lnTo>
                    <a:pt x="192177" y="513555"/>
                  </a:lnTo>
                  <a:lnTo>
                    <a:pt x="188352" y="512802"/>
                  </a:lnTo>
                  <a:lnTo>
                    <a:pt x="184471" y="512036"/>
                  </a:lnTo>
                  <a:lnTo>
                    <a:pt x="182019" y="506733"/>
                  </a:lnTo>
                  <a:lnTo>
                    <a:pt x="175881" y="499659"/>
                  </a:lnTo>
                  <a:lnTo>
                    <a:pt x="174137" y="493842"/>
                  </a:lnTo>
                  <a:lnTo>
                    <a:pt x="173158" y="493263"/>
                  </a:lnTo>
                  <a:lnTo>
                    <a:pt x="170457" y="491663"/>
                  </a:lnTo>
                  <a:lnTo>
                    <a:pt x="171586" y="487552"/>
                  </a:lnTo>
                  <a:lnTo>
                    <a:pt x="172985" y="486476"/>
                  </a:lnTo>
                  <a:lnTo>
                    <a:pt x="176105" y="484075"/>
                  </a:lnTo>
                  <a:lnTo>
                    <a:pt x="175716" y="479374"/>
                  </a:lnTo>
                  <a:lnTo>
                    <a:pt x="171805" y="474408"/>
                  </a:lnTo>
                  <a:lnTo>
                    <a:pt x="168147" y="469007"/>
                  </a:lnTo>
                  <a:lnTo>
                    <a:pt x="168602" y="466257"/>
                  </a:lnTo>
                  <a:lnTo>
                    <a:pt x="168776" y="465208"/>
                  </a:lnTo>
                  <a:lnTo>
                    <a:pt x="168934" y="464251"/>
                  </a:lnTo>
                  <a:lnTo>
                    <a:pt x="167549" y="460266"/>
                  </a:lnTo>
                  <a:lnTo>
                    <a:pt x="165673" y="453890"/>
                  </a:lnTo>
                  <a:lnTo>
                    <a:pt x="160382" y="452045"/>
                  </a:lnTo>
                  <a:lnTo>
                    <a:pt x="154471" y="449461"/>
                  </a:lnTo>
                  <a:lnTo>
                    <a:pt x="152694" y="446262"/>
                  </a:lnTo>
                  <a:lnTo>
                    <a:pt x="151833" y="444711"/>
                  </a:lnTo>
                  <a:lnTo>
                    <a:pt x="145248" y="441754"/>
                  </a:lnTo>
                  <a:lnTo>
                    <a:pt x="139770" y="437902"/>
                  </a:lnTo>
                  <a:lnTo>
                    <a:pt x="134922" y="441575"/>
                  </a:lnTo>
                  <a:lnTo>
                    <a:pt x="134111" y="440801"/>
                  </a:lnTo>
                  <a:lnTo>
                    <a:pt x="130747" y="437589"/>
                  </a:lnTo>
                  <a:lnTo>
                    <a:pt x="131648" y="433092"/>
                  </a:lnTo>
                  <a:lnTo>
                    <a:pt x="127768" y="433234"/>
                  </a:lnTo>
                  <a:lnTo>
                    <a:pt x="122085" y="429730"/>
                  </a:lnTo>
                  <a:lnTo>
                    <a:pt x="118491" y="426908"/>
                  </a:lnTo>
                  <a:lnTo>
                    <a:pt x="112523" y="424212"/>
                  </a:lnTo>
                  <a:lnTo>
                    <a:pt x="111389" y="423699"/>
                  </a:lnTo>
                  <a:lnTo>
                    <a:pt x="108609" y="420936"/>
                  </a:lnTo>
                  <a:lnTo>
                    <a:pt x="103075" y="416607"/>
                  </a:lnTo>
                  <a:lnTo>
                    <a:pt x="99549" y="411953"/>
                  </a:lnTo>
                  <a:lnTo>
                    <a:pt x="98069" y="404080"/>
                  </a:lnTo>
                  <a:lnTo>
                    <a:pt x="99159" y="398935"/>
                  </a:lnTo>
                  <a:lnTo>
                    <a:pt x="99744" y="397990"/>
                  </a:lnTo>
                  <a:lnTo>
                    <a:pt x="102908" y="392869"/>
                  </a:lnTo>
                  <a:lnTo>
                    <a:pt x="103579" y="387462"/>
                  </a:lnTo>
                  <a:lnTo>
                    <a:pt x="104085" y="385348"/>
                  </a:lnTo>
                  <a:lnTo>
                    <a:pt x="104371" y="384148"/>
                  </a:lnTo>
                  <a:lnTo>
                    <a:pt x="104687" y="382827"/>
                  </a:lnTo>
                  <a:lnTo>
                    <a:pt x="108603" y="376183"/>
                  </a:lnTo>
                  <a:lnTo>
                    <a:pt x="108336" y="371731"/>
                  </a:lnTo>
                  <a:lnTo>
                    <a:pt x="107068" y="369334"/>
                  </a:lnTo>
                  <a:lnTo>
                    <a:pt x="105630" y="365942"/>
                  </a:lnTo>
                  <a:lnTo>
                    <a:pt x="108250" y="361319"/>
                  </a:lnTo>
                  <a:lnTo>
                    <a:pt x="111373" y="357883"/>
                  </a:lnTo>
                  <a:lnTo>
                    <a:pt x="111237" y="353868"/>
                  </a:lnTo>
                  <a:lnTo>
                    <a:pt x="105287" y="350786"/>
                  </a:lnTo>
                  <a:lnTo>
                    <a:pt x="102299" y="349235"/>
                  </a:lnTo>
                  <a:lnTo>
                    <a:pt x="98939" y="348849"/>
                  </a:lnTo>
                  <a:lnTo>
                    <a:pt x="97319" y="348662"/>
                  </a:lnTo>
                  <a:lnTo>
                    <a:pt x="90060" y="346120"/>
                  </a:lnTo>
                  <a:lnTo>
                    <a:pt x="86134" y="346450"/>
                  </a:lnTo>
                  <a:lnTo>
                    <a:pt x="84936" y="346550"/>
                  </a:lnTo>
                  <a:lnTo>
                    <a:pt x="83151" y="351510"/>
                  </a:lnTo>
                  <a:lnTo>
                    <a:pt x="79593" y="355582"/>
                  </a:lnTo>
                  <a:lnTo>
                    <a:pt x="76733" y="355514"/>
                  </a:lnTo>
                  <a:lnTo>
                    <a:pt x="71895" y="351881"/>
                  </a:lnTo>
                  <a:lnTo>
                    <a:pt x="71447" y="350597"/>
                  </a:lnTo>
                  <a:lnTo>
                    <a:pt x="69915" y="346203"/>
                  </a:lnTo>
                  <a:lnTo>
                    <a:pt x="66597" y="340115"/>
                  </a:lnTo>
                  <a:lnTo>
                    <a:pt x="68450" y="335596"/>
                  </a:lnTo>
                  <a:lnTo>
                    <a:pt x="66063" y="331216"/>
                  </a:lnTo>
                  <a:lnTo>
                    <a:pt x="64264" y="324646"/>
                  </a:lnTo>
                  <a:lnTo>
                    <a:pt x="63483" y="321793"/>
                  </a:lnTo>
                  <a:lnTo>
                    <a:pt x="54887" y="314936"/>
                  </a:lnTo>
                  <a:lnTo>
                    <a:pt x="47605" y="310281"/>
                  </a:lnTo>
                  <a:lnTo>
                    <a:pt x="47442" y="310177"/>
                  </a:lnTo>
                  <a:lnTo>
                    <a:pt x="39879" y="306600"/>
                  </a:lnTo>
                  <a:lnTo>
                    <a:pt x="37609" y="302575"/>
                  </a:lnTo>
                  <a:lnTo>
                    <a:pt x="34660" y="298822"/>
                  </a:lnTo>
                  <a:lnTo>
                    <a:pt x="31216" y="298536"/>
                  </a:lnTo>
                  <a:lnTo>
                    <a:pt x="28960" y="294510"/>
                  </a:lnTo>
                  <a:lnTo>
                    <a:pt x="28293" y="294003"/>
                  </a:lnTo>
                  <a:lnTo>
                    <a:pt x="21110" y="288527"/>
                  </a:lnTo>
                  <a:lnTo>
                    <a:pt x="18840" y="286876"/>
                  </a:lnTo>
                  <a:lnTo>
                    <a:pt x="14092" y="283419"/>
                  </a:lnTo>
                  <a:lnTo>
                    <a:pt x="14043" y="280681"/>
                  </a:lnTo>
                  <a:lnTo>
                    <a:pt x="13994" y="278022"/>
                  </a:lnTo>
                  <a:lnTo>
                    <a:pt x="11142" y="275218"/>
                  </a:lnTo>
                  <a:lnTo>
                    <a:pt x="8242" y="273267"/>
                  </a:lnTo>
                  <a:lnTo>
                    <a:pt x="8176" y="267525"/>
                  </a:lnTo>
                  <a:lnTo>
                    <a:pt x="7256" y="264046"/>
                  </a:lnTo>
                  <a:lnTo>
                    <a:pt x="3310" y="257718"/>
                  </a:lnTo>
                  <a:lnTo>
                    <a:pt x="1828" y="252427"/>
                  </a:lnTo>
                  <a:lnTo>
                    <a:pt x="0" y="24409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44731" y="3294253"/>
              <a:ext cx="258338" cy="447248"/>
            </a:xfrm>
            <a:custGeom>
              <a:avLst/>
              <a:pathLst>
                <a:path w="258338" h="447248">
                  <a:moveTo>
                    <a:pt x="13595" y="439615"/>
                  </a:moveTo>
                  <a:lnTo>
                    <a:pt x="14749" y="436833"/>
                  </a:lnTo>
                  <a:lnTo>
                    <a:pt x="15763" y="429408"/>
                  </a:lnTo>
                  <a:lnTo>
                    <a:pt x="13637" y="422507"/>
                  </a:lnTo>
                  <a:lnTo>
                    <a:pt x="16676" y="419471"/>
                  </a:lnTo>
                  <a:lnTo>
                    <a:pt x="18192" y="414614"/>
                  </a:lnTo>
                  <a:lnTo>
                    <a:pt x="20257" y="408900"/>
                  </a:lnTo>
                  <a:lnTo>
                    <a:pt x="15742" y="404773"/>
                  </a:lnTo>
                  <a:lnTo>
                    <a:pt x="15741" y="401390"/>
                  </a:lnTo>
                  <a:lnTo>
                    <a:pt x="15740" y="400647"/>
                  </a:lnTo>
                  <a:lnTo>
                    <a:pt x="20144" y="396750"/>
                  </a:lnTo>
                  <a:lnTo>
                    <a:pt x="25730" y="391895"/>
                  </a:lnTo>
                  <a:lnTo>
                    <a:pt x="28987" y="384777"/>
                  </a:lnTo>
                  <a:lnTo>
                    <a:pt x="30614" y="379526"/>
                  </a:lnTo>
                  <a:lnTo>
                    <a:pt x="31180" y="377696"/>
                  </a:lnTo>
                  <a:lnTo>
                    <a:pt x="32704" y="372845"/>
                  </a:lnTo>
                  <a:lnTo>
                    <a:pt x="37022" y="368856"/>
                  </a:lnTo>
                  <a:lnTo>
                    <a:pt x="36080" y="365951"/>
                  </a:lnTo>
                  <a:lnTo>
                    <a:pt x="36700" y="363192"/>
                  </a:lnTo>
                  <a:lnTo>
                    <a:pt x="37230" y="360828"/>
                  </a:lnTo>
                  <a:lnTo>
                    <a:pt x="37900" y="355405"/>
                  </a:lnTo>
                  <a:lnTo>
                    <a:pt x="43283" y="350612"/>
                  </a:lnTo>
                  <a:lnTo>
                    <a:pt x="45820" y="341855"/>
                  </a:lnTo>
                  <a:lnTo>
                    <a:pt x="43014" y="335095"/>
                  </a:lnTo>
                  <a:lnTo>
                    <a:pt x="41559" y="332609"/>
                  </a:lnTo>
                  <a:lnTo>
                    <a:pt x="40263" y="330391"/>
                  </a:lnTo>
                  <a:lnTo>
                    <a:pt x="41300" y="327066"/>
                  </a:lnTo>
                  <a:lnTo>
                    <a:pt x="41359" y="326874"/>
                  </a:lnTo>
                  <a:lnTo>
                    <a:pt x="40277" y="320329"/>
                  </a:lnTo>
                  <a:lnTo>
                    <a:pt x="35916" y="317889"/>
                  </a:lnTo>
                  <a:lnTo>
                    <a:pt x="35623" y="312118"/>
                  </a:lnTo>
                  <a:lnTo>
                    <a:pt x="30803" y="308196"/>
                  </a:lnTo>
                  <a:lnTo>
                    <a:pt x="28965" y="302624"/>
                  </a:lnTo>
                  <a:lnTo>
                    <a:pt x="28673" y="301737"/>
                  </a:lnTo>
                  <a:lnTo>
                    <a:pt x="33032" y="296442"/>
                  </a:lnTo>
                  <a:lnTo>
                    <a:pt x="31205" y="292923"/>
                  </a:lnTo>
                  <a:lnTo>
                    <a:pt x="30932" y="291718"/>
                  </a:lnTo>
                  <a:lnTo>
                    <a:pt x="29707" y="286313"/>
                  </a:lnTo>
                  <a:lnTo>
                    <a:pt x="31045" y="283244"/>
                  </a:lnTo>
                  <a:lnTo>
                    <a:pt x="34611" y="281915"/>
                  </a:lnTo>
                  <a:lnTo>
                    <a:pt x="32830" y="269493"/>
                  </a:lnTo>
                  <a:lnTo>
                    <a:pt x="32713" y="268703"/>
                  </a:lnTo>
                  <a:lnTo>
                    <a:pt x="30743" y="255399"/>
                  </a:lnTo>
                  <a:lnTo>
                    <a:pt x="29871" y="249517"/>
                  </a:lnTo>
                  <a:lnTo>
                    <a:pt x="26674" y="227209"/>
                  </a:lnTo>
                  <a:lnTo>
                    <a:pt x="24784" y="214058"/>
                  </a:lnTo>
                  <a:lnTo>
                    <a:pt x="24120" y="209225"/>
                  </a:lnTo>
                  <a:lnTo>
                    <a:pt x="22863" y="200090"/>
                  </a:lnTo>
                  <a:lnTo>
                    <a:pt x="21415" y="189583"/>
                  </a:lnTo>
                  <a:lnTo>
                    <a:pt x="18282" y="166415"/>
                  </a:lnTo>
                  <a:lnTo>
                    <a:pt x="18083" y="164946"/>
                  </a:lnTo>
                  <a:lnTo>
                    <a:pt x="17469" y="160421"/>
                  </a:lnTo>
                  <a:lnTo>
                    <a:pt x="14471" y="139816"/>
                  </a:lnTo>
                  <a:lnTo>
                    <a:pt x="12104" y="123585"/>
                  </a:lnTo>
                  <a:lnTo>
                    <a:pt x="10348" y="111855"/>
                  </a:lnTo>
                  <a:lnTo>
                    <a:pt x="10126" y="110373"/>
                  </a:lnTo>
                  <a:lnTo>
                    <a:pt x="7993" y="95929"/>
                  </a:lnTo>
                  <a:lnTo>
                    <a:pt x="5994" y="82422"/>
                  </a:lnTo>
                  <a:lnTo>
                    <a:pt x="3500" y="64806"/>
                  </a:lnTo>
                  <a:lnTo>
                    <a:pt x="2636" y="58720"/>
                  </a:lnTo>
                  <a:lnTo>
                    <a:pt x="0" y="40445"/>
                  </a:lnTo>
                  <a:lnTo>
                    <a:pt x="4587" y="43452"/>
                  </a:lnTo>
                  <a:lnTo>
                    <a:pt x="8524" y="41237"/>
                  </a:lnTo>
                  <a:lnTo>
                    <a:pt x="13249" y="46639"/>
                  </a:lnTo>
                  <a:lnTo>
                    <a:pt x="21286" y="46346"/>
                  </a:lnTo>
                  <a:lnTo>
                    <a:pt x="24096" y="45009"/>
                  </a:lnTo>
                  <a:lnTo>
                    <a:pt x="31126" y="41656"/>
                  </a:lnTo>
                  <a:lnTo>
                    <a:pt x="38178" y="37982"/>
                  </a:lnTo>
                  <a:lnTo>
                    <a:pt x="44724" y="32549"/>
                  </a:lnTo>
                  <a:lnTo>
                    <a:pt x="46356" y="31192"/>
                  </a:lnTo>
                  <a:lnTo>
                    <a:pt x="52211" y="26755"/>
                  </a:lnTo>
                  <a:lnTo>
                    <a:pt x="61693" y="25246"/>
                  </a:lnTo>
                  <a:lnTo>
                    <a:pt x="66211" y="24521"/>
                  </a:lnTo>
                  <a:lnTo>
                    <a:pt x="74979" y="23079"/>
                  </a:lnTo>
                  <a:lnTo>
                    <a:pt x="76678" y="22798"/>
                  </a:lnTo>
                  <a:lnTo>
                    <a:pt x="97526" y="19238"/>
                  </a:lnTo>
                  <a:lnTo>
                    <a:pt x="109894" y="17158"/>
                  </a:lnTo>
                  <a:lnTo>
                    <a:pt x="130399" y="13652"/>
                  </a:lnTo>
                  <a:lnTo>
                    <a:pt x="140333" y="11879"/>
                  </a:lnTo>
                  <a:lnTo>
                    <a:pt x="168064" y="6838"/>
                  </a:lnTo>
                  <a:lnTo>
                    <a:pt x="172538" y="6012"/>
                  </a:lnTo>
                  <a:lnTo>
                    <a:pt x="175257" y="5511"/>
                  </a:lnTo>
                  <a:lnTo>
                    <a:pt x="203262" y="274"/>
                  </a:lnTo>
                  <a:lnTo>
                    <a:pt x="204712" y="0"/>
                  </a:lnTo>
                  <a:lnTo>
                    <a:pt x="205880" y="6534"/>
                  </a:lnTo>
                  <a:lnTo>
                    <a:pt x="209024" y="23423"/>
                  </a:lnTo>
                  <a:lnTo>
                    <a:pt x="210992" y="34016"/>
                  </a:lnTo>
                  <a:lnTo>
                    <a:pt x="211328" y="35823"/>
                  </a:lnTo>
                  <a:lnTo>
                    <a:pt x="213883" y="49809"/>
                  </a:lnTo>
                  <a:lnTo>
                    <a:pt x="214224" y="51680"/>
                  </a:lnTo>
                  <a:lnTo>
                    <a:pt x="216659" y="65034"/>
                  </a:lnTo>
                  <a:lnTo>
                    <a:pt x="219103" y="78479"/>
                  </a:lnTo>
                  <a:lnTo>
                    <a:pt x="220337" y="85282"/>
                  </a:lnTo>
                  <a:lnTo>
                    <a:pt x="223925" y="105080"/>
                  </a:lnTo>
                  <a:lnTo>
                    <a:pt x="226738" y="120969"/>
                  </a:lnTo>
                  <a:lnTo>
                    <a:pt x="228007" y="128143"/>
                  </a:lnTo>
                  <a:lnTo>
                    <a:pt x="230588" y="143350"/>
                  </a:lnTo>
                  <a:lnTo>
                    <a:pt x="231299" y="147708"/>
                  </a:lnTo>
                  <a:lnTo>
                    <a:pt x="233461" y="160979"/>
                  </a:lnTo>
                  <a:lnTo>
                    <a:pt x="234673" y="168431"/>
                  </a:lnTo>
                  <a:lnTo>
                    <a:pt x="236402" y="178858"/>
                  </a:lnTo>
                  <a:lnTo>
                    <a:pt x="237892" y="187857"/>
                  </a:lnTo>
                  <a:lnTo>
                    <a:pt x="241101" y="207289"/>
                  </a:lnTo>
                  <a:lnTo>
                    <a:pt x="243824" y="223493"/>
                  </a:lnTo>
                  <a:lnTo>
                    <a:pt x="244607" y="228161"/>
                  </a:lnTo>
                  <a:lnTo>
                    <a:pt x="246832" y="241445"/>
                  </a:lnTo>
                  <a:lnTo>
                    <a:pt x="248266" y="250290"/>
                  </a:lnTo>
                  <a:lnTo>
                    <a:pt x="249553" y="258246"/>
                  </a:lnTo>
                  <a:lnTo>
                    <a:pt x="251719" y="270649"/>
                  </a:lnTo>
                  <a:lnTo>
                    <a:pt x="249022" y="274025"/>
                  </a:lnTo>
                  <a:lnTo>
                    <a:pt x="246612" y="277177"/>
                  </a:lnTo>
                  <a:lnTo>
                    <a:pt x="248526" y="279046"/>
                  </a:lnTo>
                  <a:lnTo>
                    <a:pt x="251273" y="281728"/>
                  </a:lnTo>
                  <a:lnTo>
                    <a:pt x="253296" y="285502"/>
                  </a:lnTo>
                  <a:lnTo>
                    <a:pt x="250471" y="290348"/>
                  </a:lnTo>
                  <a:lnTo>
                    <a:pt x="251644" y="290821"/>
                  </a:lnTo>
                  <a:lnTo>
                    <a:pt x="254602" y="292012"/>
                  </a:lnTo>
                  <a:lnTo>
                    <a:pt x="258338" y="292898"/>
                  </a:lnTo>
                  <a:lnTo>
                    <a:pt x="257777" y="295421"/>
                  </a:lnTo>
                  <a:lnTo>
                    <a:pt x="257570" y="296354"/>
                  </a:lnTo>
                  <a:lnTo>
                    <a:pt x="257956" y="303079"/>
                  </a:lnTo>
                  <a:lnTo>
                    <a:pt x="254411" y="303302"/>
                  </a:lnTo>
                  <a:lnTo>
                    <a:pt x="246293" y="306081"/>
                  </a:lnTo>
                  <a:lnTo>
                    <a:pt x="242017" y="308916"/>
                  </a:lnTo>
                  <a:lnTo>
                    <a:pt x="238296" y="311379"/>
                  </a:lnTo>
                  <a:lnTo>
                    <a:pt x="233176" y="317158"/>
                  </a:lnTo>
                  <a:lnTo>
                    <a:pt x="230117" y="318534"/>
                  </a:lnTo>
                  <a:lnTo>
                    <a:pt x="228802" y="317739"/>
                  </a:lnTo>
                  <a:lnTo>
                    <a:pt x="225455" y="315712"/>
                  </a:lnTo>
                  <a:lnTo>
                    <a:pt x="222227" y="314331"/>
                  </a:lnTo>
                  <a:lnTo>
                    <a:pt x="217818" y="315790"/>
                  </a:lnTo>
                  <a:lnTo>
                    <a:pt x="217176" y="316002"/>
                  </a:lnTo>
                  <a:lnTo>
                    <a:pt x="212436" y="316630"/>
                  </a:lnTo>
                  <a:lnTo>
                    <a:pt x="208995" y="319616"/>
                  </a:lnTo>
                  <a:lnTo>
                    <a:pt x="210711" y="324985"/>
                  </a:lnTo>
                  <a:lnTo>
                    <a:pt x="211948" y="331171"/>
                  </a:lnTo>
                  <a:lnTo>
                    <a:pt x="212528" y="332328"/>
                  </a:lnTo>
                  <a:lnTo>
                    <a:pt x="214458" y="336177"/>
                  </a:lnTo>
                  <a:lnTo>
                    <a:pt x="213447" y="338711"/>
                  </a:lnTo>
                  <a:lnTo>
                    <a:pt x="210513" y="341314"/>
                  </a:lnTo>
                  <a:lnTo>
                    <a:pt x="209172" y="345312"/>
                  </a:lnTo>
                  <a:lnTo>
                    <a:pt x="202413" y="348365"/>
                  </a:lnTo>
                  <a:lnTo>
                    <a:pt x="200280" y="352244"/>
                  </a:lnTo>
                  <a:lnTo>
                    <a:pt x="199906" y="356368"/>
                  </a:lnTo>
                  <a:lnTo>
                    <a:pt x="199561" y="360150"/>
                  </a:lnTo>
                  <a:lnTo>
                    <a:pt x="197375" y="365508"/>
                  </a:lnTo>
                  <a:lnTo>
                    <a:pt x="192464" y="369257"/>
                  </a:lnTo>
                  <a:lnTo>
                    <a:pt x="188830" y="368829"/>
                  </a:lnTo>
                  <a:lnTo>
                    <a:pt x="187022" y="368615"/>
                  </a:lnTo>
                  <a:lnTo>
                    <a:pt x="185858" y="373345"/>
                  </a:lnTo>
                  <a:lnTo>
                    <a:pt x="182303" y="379334"/>
                  </a:lnTo>
                  <a:lnTo>
                    <a:pt x="182350" y="380222"/>
                  </a:lnTo>
                  <a:lnTo>
                    <a:pt x="182733" y="387372"/>
                  </a:lnTo>
                  <a:lnTo>
                    <a:pt x="182694" y="396013"/>
                  </a:lnTo>
                  <a:lnTo>
                    <a:pt x="180571" y="397815"/>
                  </a:lnTo>
                  <a:lnTo>
                    <a:pt x="178811" y="399308"/>
                  </a:lnTo>
                  <a:lnTo>
                    <a:pt x="177304" y="400857"/>
                  </a:lnTo>
                  <a:lnTo>
                    <a:pt x="174756" y="403474"/>
                  </a:lnTo>
                  <a:lnTo>
                    <a:pt x="169144" y="400386"/>
                  </a:lnTo>
                  <a:lnTo>
                    <a:pt x="160081" y="400555"/>
                  </a:lnTo>
                  <a:lnTo>
                    <a:pt x="153089" y="393700"/>
                  </a:lnTo>
                  <a:lnTo>
                    <a:pt x="148909" y="389275"/>
                  </a:lnTo>
                  <a:lnTo>
                    <a:pt x="143998" y="392475"/>
                  </a:lnTo>
                  <a:lnTo>
                    <a:pt x="140846" y="396959"/>
                  </a:lnTo>
                  <a:lnTo>
                    <a:pt x="138450" y="401597"/>
                  </a:lnTo>
                  <a:lnTo>
                    <a:pt x="137197" y="402069"/>
                  </a:lnTo>
                  <a:lnTo>
                    <a:pt x="134576" y="403057"/>
                  </a:lnTo>
                  <a:lnTo>
                    <a:pt x="135397" y="410258"/>
                  </a:lnTo>
                  <a:lnTo>
                    <a:pt x="137678" y="416721"/>
                  </a:lnTo>
                  <a:lnTo>
                    <a:pt x="130359" y="417511"/>
                  </a:lnTo>
                  <a:lnTo>
                    <a:pt x="129956" y="423214"/>
                  </a:lnTo>
                  <a:lnTo>
                    <a:pt x="127242" y="422393"/>
                  </a:lnTo>
                  <a:lnTo>
                    <a:pt x="126237" y="422089"/>
                  </a:lnTo>
                  <a:lnTo>
                    <a:pt x="120752" y="420540"/>
                  </a:lnTo>
                  <a:lnTo>
                    <a:pt x="115144" y="414762"/>
                  </a:lnTo>
                  <a:lnTo>
                    <a:pt x="112047" y="411010"/>
                  </a:lnTo>
                  <a:lnTo>
                    <a:pt x="111850" y="411155"/>
                  </a:lnTo>
                  <a:lnTo>
                    <a:pt x="107237" y="414536"/>
                  </a:lnTo>
                  <a:lnTo>
                    <a:pt x="103615" y="418855"/>
                  </a:lnTo>
                  <a:lnTo>
                    <a:pt x="99741" y="420436"/>
                  </a:lnTo>
                  <a:lnTo>
                    <a:pt x="97215" y="421464"/>
                  </a:lnTo>
                  <a:lnTo>
                    <a:pt x="95252" y="426436"/>
                  </a:lnTo>
                  <a:lnTo>
                    <a:pt x="94772" y="431484"/>
                  </a:lnTo>
                  <a:lnTo>
                    <a:pt x="91816" y="438197"/>
                  </a:lnTo>
                  <a:lnTo>
                    <a:pt x="88664" y="434548"/>
                  </a:lnTo>
                  <a:lnTo>
                    <a:pt x="84737" y="431596"/>
                  </a:lnTo>
                  <a:lnTo>
                    <a:pt x="78309" y="429881"/>
                  </a:lnTo>
                  <a:lnTo>
                    <a:pt x="76973" y="429241"/>
                  </a:lnTo>
                  <a:lnTo>
                    <a:pt x="74003" y="427818"/>
                  </a:lnTo>
                  <a:lnTo>
                    <a:pt x="71560" y="426645"/>
                  </a:lnTo>
                  <a:lnTo>
                    <a:pt x="64052" y="423981"/>
                  </a:lnTo>
                  <a:lnTo>
                    <a:pt x="61790" y="425464"/>
                  </a:lnTo>
                  <a:lnTo>
                    <a:pt x="58961" y="427317"/>
                  </a:lnTo>
                  <a:lnTo>
                    <a:pt x="53667" y="427575"/>
                  </a:lnTo>
                  <a:lnTo>
                    <a:pt x="49447" y="430988"/>
                  </a:lnTo>
                  <a:lnTo>
                    <a:pt x="48717" y="435989"/>
                  </a:lnTo>
                  <a:lnTo>
                    <a:pt x="44170" y="436251"/>
                  </a:lnTo>
                  <a:lnTo>
                    <a:pt x="41249" y="433856"/>
                  </a:lnTo>
                  <a:lnTo>
                    <a:pt x="40279" y="433060"/>
                  </a:lnTo>
                  <a:lnTo>
                    <a:pt x="33726" y="435790"/>
                  </a:lnTo>
                  <a:lnTo>
                    <a:pt x="27892" y="431870"/>
                  </a:lnTo>
                  <a:lnTo>
                    <a:pt x="24115" y="433791"/>
                  </a:lnTo>
                  <a:lnTo>
                    <a:pt x="23937" y="434682"/>
                  </a:lnTo>
                  <a:lnTo>
                    <a:pt x="23313" y="437791"/>
                  </a:lnTo>
                  <a:lnTo>
                    <a:pt x="26813" y="442795"/>
                  </a:lnTo>
                  <a:lnTo>
                    <a:pt x="24619" y="446042"/>
                  </a:lnTo>
                  <a:lnTo>
                    <a:pt x="21954" y="447248"/>
                  </a:lnTo>
                  <a:lnTo>
                    <a:pt x="17057" y="446148"/>
                  </a:lnTo>
                  <a:lnTo>
                    <a:pt x="13106" y="44079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831509" y="3614678"/>
              <a:ext cx="580427" cy="302551"/>
            </a:xfrm>
            <a:custGeom>
              <a:avLst/>
              <a:pathLst>
                <a:path w="580427" h="302551">
                  <a:moveTo>
                    <a:pt x="6057" y="7749"/>
                  </a:moveTo>
                  <a:lnTo>
                    <a:pt x="22502" y="8149"/>
                  </a:lnTo>
                  <a:lnTo>
                    <a:pt x="44215" y="8623"/>
                  </a:lnTo>
                  <a:lnTo>
                    <a:pt x="54046" y="8801"/>
                  </a:lnTo>
                  <a:lnTo>
                    <a:pt x="60562" y="8910"/>
                  </a:lnTo>
                  <a:lnTo>
                    <a:pt x="62813" y="8946"/>
                  </a:lnTo>
                  <a:lnTo>
                    <a:pt x="80317" y="9219"/>
                  </a:lnTo>
                  <a:lnTo>
                    <a:pt x="102903" y="9468"/>
                  </a:lnTo>
                  <a:lnTo>
                    <a:pt x="104402" y="9485"/>
                  </a:lnTo>
                  <a:lnTo>
                    <a:pt x="124016" y="9679"/>
                  </a:lnTo>
                  <a:lnTo>
                    <a:pt x="145250" y="9782"/>
                  </a:lnTo>
                  <a:lnTo>
                    <a:pt x="146433" y="9786"/>
                  </a:lnTo>
                  <a:lnTo>
                    <a:pt x="173735" y="9801"/>
                  </a:lnTo>
                  <a:lnTo>
                    <a:pt x="187606" y="9717"/>
                  </a:lnTo>
                  <a:lnTo>
                    <a:pt x="187825" y="9716"/>
                  </a:lnTo>
                  <a:lnTo>
                    <a:pt x="197080" y="9643"/>
                  </a:lnTo>
                  <a:lnTo>
                    <a:pt x="221253" y="9442"/>
                  </a:lnTo>
                  <a:lnTo>
                    <a:pt x="228261" y="9367"/>
                  </a:lnTo>
                  <a:lnTo>
                    <a:pt x="229652" y="9350"/>
                  </a:lnTo>
                  <a:lnTo>
                    <a:pt x="255171" y="8991"/>
                  </a:lnTo>
                  <a:lnTo>
                    <a:pt x="263607" y="8850"/>
                  </a:lnTo>
                  <a:lnTo>
                    <a:pt x="271794" y="8709"/>
                  </a:lnTo>
                  <a:lnTo>
                    <a:pt x="289055" y="8378"/>
                  </a:lnTo>
                  <a:lnTo>
                    <a:pt x="303883" y="8054"/>
                  </a:lnTo>
                  <a:lnTo>
                    <a:pt x="314684" y="7800"/>
                  </a:lnTo>
                  <a:lnTo>
                    <a:pt x="322946" y="7593"/>
                  </a:lnTo>
                  <a:lnTo>
                    <a:pt x="326267" y="7507"/>
                  </a:lnTo>
                  <a:lnTo>
                    <a:pt x="353324" y="6738"/>
                  </a:lnTo>
                  <a:lnTo>
                    <a:pt x="356816" y="6634"/>
                  </a:lnTo>
                  <a:lnTo>
                    <a:pt x="383773" y="5765"/>
                  </a:lnTo>
                  <a:lnTo>
                    <a:pt x="390716" y="5511"/>
                  </a:lnTo>
                  <a:lnTo>
                    <a:pt x="393905" y="5392"/>
                  </a:lnTo>
                  <a:lnTo>
                    <a:pt x="398999" y="5205"/>
                  </a:lnTo>
                  <a:lnTo>
                    <a:pt x="424135" y="4224"/>
                  </a:lnTo>
                  <a:lnTo>
                    <a:pt x="424601" y="4204"/>
                  </a:lnTo>
                  <a:lnTo>
                    <a:pt x="441405" y="3490"/>
                  </a:lnTo>
                  <a:lnTo>
                    <a:pt x="447752" y="3217"/>
                  </a:lnTo>
                  <a:lnTo>
                    <a:pt x="457498" y="2734"/>
                  </a:lnTo>
                  <a:lnTo>
                    <a:pt x="458501" y="2688"/>
                  </a:lnTo>
                  <a:lnTo>
                    <a:pt x="475153" y="1885"/>
                  </a:lnTo>
                  <a:lnTo>
                    <a:pt x="475417" y="1872"/>
                  </a:lnTo>
                  <a:lnTo>
                    <a:pt x="508677" y="130"/>
                  </a:lnTo>
                  <a:lnTo>
                    <a:pt x="511040" y="0"/>
                  </a:lnTo>
                  <a:lnTo>
                    <a:pt x="517112" y="5151"/>
                  </a:lnTo>
                  <a:lnTo>
                    <a:pt x="524012" y="9481"/>
                  </a:lnTo>
                  <a:lnTo>
                    <a:pt x="528759" y="12497"/>
                  </a:lnTo>
                  <a:lnTo>
                    <a:pt x="533263" y="8740"/>
                  </a:lnTo>
                  <a:lnTo>
                    <a:pt x="535156" y="8509"/>
                  </a:lnTo>
                  <a:lnTo>
                    <a:pt x="538277" y="8126"/>
                  </a:lnTo>
                  <a:lnTo>
                    <a:pt x="540142" y="10379"/>
                  </a:lnTo>
                  <a:lnTo>
                    <a:pt x="544157" y="15007"/>
                  </a:lnTo>
                  <a:lnTo>
                    <a:pt x="544252" y="15570"/>
                  </a:lnTo>
                  <a:lnTo>
                    <a:pt x="545030" y="20190"/>
                  </a:lnTo>
                  <a:lnTo>
                    <a:pt x="545973" y="22427"/>
                  </a:lnTo>
                  <a:lnTo>
                    <a:pt x="543197" y="25093"/>
                  </a:lnTo>
                  <a:lnTo>
                    <a:pt x="537815" y="25510"/>
                  </a:lnTo>
                  <a:lnTo>
                    <a:pt x="538005" y="29093"/>
                  </a:lnTo>
                  <a:lnTo>
                    <a:pt x="533223" y="32659"/>
                  </a:lnTo>
                  <a:lnTo>
                    <a:pt x="532945" y="36514"/>
                  </a:lnTo>
                  <a:lnTo>
                    <a:pt x="532814" y="38337"/>
                  </a:lnTo>
                  <a:lnTo>
                    <a:pt x="530695" y="40258"/>
                  </a:lnTo>
                  <a:lnTo>
                    <a:pt x="528046" y="42648"/>
                  </a:lnTo>
                  <a:lnTo>
                    <a:pt x="529825" y="44566"/>
                  </a:lnTo>
                  <a:lnTo>
                    <a:pt x="533170" y="48166"/>
                  </a:lnTo>
                  <a:lnTo>
                    <a:pt x="538571" y="53110"/>
                  </a:lnTo>
                  <a:lnTo>
                    <a:pt x="539913" y="54875"/>
                  </a:lnTo>
                  <a:lnTo>
                    <a:pt x="541476" y="56928"/>
                  </a:lnTo>
                  <a:lnTo>
                    <a:pt x="545869" y="57372"/>
                  </a:lnTo>
                  <a:lnTo>
                    <a:pt x="544819" y="64164"/>
                  </a:lnTo>
                  <a:lnTo>
                    <a:pt x="548955" y="68784"/>
                  </a:lnTo>
                  <a:lnTo>
                    <a:pt x="551513" y="71765"/>
                  </a:lnTo>
                  <a:lnTo>
                    <a:pt x="553685" y="75123"/>
                  </a:lnTo>
                  <a:lnTo>
                    <a:pt x="554292" y="75550"/>
                  </a:lnTo>
                  <a:lnTo>
                    <a:pt x="558260" y="78338"/>
                  </a:lnTo>
                  <a:lnTo>
                    <a:pt x="562837" y="76667"/>
                  </a:lnTo>
                  <a:lnTo>
                    <a:pt x="567269" y="79091"/>
                  </a:lnTo>
                  <a:lnTo>
                    <a:pt x="568940" y="79090"/>
                  </a:lnTo>
                  <a:lnTo>
                    <a:pt x="569700" y="79090"/>
                  </a:lnTo>
                  <a:lnTo>
                    <a:pt x="568783" y="83216"/>
                  </a:lnTo>
                  <a:lnTo>
                    <a:pt x="568911" y="85522"/>
                  </a:lnTo>
                  <a:lnTo>
                    <a:pt x="569159" y="89977"/>
                  </a:lnTo>
                  <a:lnTo>
                    <a:pt x="569496" y="96049"/>
                  </a:lnTo>
                  <a:lnTo>
                    <a:pt x="570253" y="109167"/>
                  </a:lnTo>
                  <a:lnTo>
                    <a:pt x="570850" y="119548"/>
                  </a:lnTo>
                  <a:lnTo>
                    <a:pt x="570863" y="119802"/>
                  </a:lnTo>
                  <a:lnTo>
                    <a:pt x="572154" y="145203"/>
                  </a:lnTo>
                  <a:lnTo>
                    <a:pt x="572687" y="153859"/>
                  </a:lnTo>
                  <a:lnTo>
                    <a:pt x="573593" y="168564"/>
                  </a:lnTo>
                  <a:lnTo>
                    <a:pt x="574540" y="185882"/>
                  </a:lnTo>
                  <a:lnTo>
                    <a:pt x="574662" y="188123"/>
                  </a:lnTo>
                  <a:lnTo>
                    <a:pt x="574924" y="192922"/>
                  </a:lnTo>
                  <a:lnTo>
                    <a:pt x="576454" y="222703"/>
                  </a:lnTo>
                  <a:lnTo>
                    <a:pt x="576508" y="223589"/>
                  </a:lnTo>
                  <a:lnTo>
                    <a:pt x="576625" y="225491"/>
                  </a:lnTo>
                  <a:lnTo>
                    <a:pt x="578068" y="249121"/>
                  </a:lnTo>
                  <a:lnTo>
                    <a:pt x="578328" y="253673"/>
                  </a:lnTo>
                  <a:lnTo>
                    <a:pt x="578472" y="256181"/>
                  </a:lnTo>
                  <a:lnTo>
                    <a:pt x="579462" y="273536"/>
                  </a:lnTo>
                  <a:lnTo>
                    <a:pt x="580081" y="283603"/>
                  </a:lnTo>
                  <a:lnTo>
                    <a:pt x="580427" y="289239"/>
                  </a:lnTo>
                  <a:lnTo>
                    <a:pt x="573030" y="289721"/>
                  </a:lnTo>
                  <a:lnTo>
                    <a:pt x="550976" y="291003"/>
                  </a:lnTo>
                  <a:lnTo>
                    <a:pt x="550014" y="291061"/>
                  </a:lnTo>
                  <a:lnTo>
                    <a:pt x="544871" y="291369"/>
                  </a:lnTo>
                  <a:lnTo>
                    <a:pt x="525428" y="292496"/>
                  </a:lnTo>
                  <a:lnTo>
                    <a:pt x="518778" y="292865"/>
                  </a:lnTo>
                  <a:lnTo>
                    <a:pt x="509823" y="293352"/>
                  </a:lnTo>
                  <a:lnTo>
                    <a:pt x="505826" y="293565"/>
                  </a:lnTo>
                  <a:lnTo>
                    <a:pt x="489178" y="294427"/>
                  </a:lnTo>
                  <a:lnTo>
                    <a:pt x="478136" y="294975"/>
                  </a:lnTo>
                  <a:lnTo>
                    <a:pt x="475312" y="295113"/>
                  </a:lnTo>
                  <a:lnTo>
                    <a:pt x="472458" y="295252"/>
                  </a:lnTo>
                  <a:lnTo>
                    <a:pt x="455524" y="296051"/>
                  </a:lnTo>
                  <a:lnTo>
                    <a:pt x="433435" y="297051"/>
                  </a:lnTo>
                  <a:lnTo>
                    <a:pt x="431458" y="297130"/>
                  </a:lnTo>
                  <a:lnTo>
                    <a:pt x="413931" y="297802"/>
                  </a:lnTo>
                  <a:lnTo>
                    <a:pt x="386510" y="298806"/>
                  </a:lnTo>
                  <a:lnTo>
                    <a:pt x="382831" y="298935"/>
                  </a:lnTo>
                  <a:lnTo>
                    <a:pt x="364287" y="299551"/>
                  </a:lnTo>
                  <a:lnTo>
                    <a:pt x="358234" y="299739"/>
                  </a:lnTo>
                  <a:lnTo>
                    <a:pt x="334280" y="300427"/>
                  </a:lnTo>
                  <a:lnTo>
                    <a:pt x="331652" y="300501"/>
                  </a:lnTo>
                  <a:lnTo>
                    <a:pt x="312649" y="301008"/>
                  </a:lnTo>
                  <a:lnTo>
                    <a:pt x="307437" y="301135"/>
                  </a:lnTo>
                  <a:lnTo>
                    <a:pt x="289046" y="301550"/>
                  </a:lnTo>
                  <a:lnTo>
                    <a:pt x="288504" y="301561"/>
                  </a:lnTo>
                  <a:lnTo>
                    <a:pt x="273597" y="301781"/>
                  </a:lnTo>
                  <a:lnTo>
                    <a:pt x="254255" y="302017"/>
                  </a:lnTo>
                  <a:lnTo>
                    <a:pt x="237957" y="302221"/>
                  </a:lnTo>
                  <a:lnTo>
                    <a:pt x="227854" y="302328"/>
                  </a:lnTo>
                  <a:lnTo>
                    <a:pt x="206142" y="302502"/>
                  </a:lnTo>
                  <a:lnTo>
                    <a:pt x="202294" y="302516"/>
                  </a:lnTo>
                  <a:lnTo>
                    <a:pt x="195652" y="302535"/>
                  </a:lnTo>
                  <a:lnTo>
                    <a:pt x="186535" y="302551"/>
                  </a:lnTo>
                  <a:lnTo>
                    <a:pt x="160130" y="302465"/>
                  </a:lnTo>
                  <a:lnTo>
                    <a:pt x="159553" y="302467"/>
                  </a:lnTo>
                  <a:lnTo>
                    <a:pt x="152755" y="302476"/>
                  </a:lnTo>
                  <a:lnTo>
                    <a:pt x="116520" y="302410"/>
                  </a:lnTo>
                  <a:lnTo>
                    <a:pt x="110212" y="302421"/>
                  </a:lnTo>
                  <a:lnTo>
                    <a:pt x="92821" y="302417"/>
                  </a:lnTo>
                  <a:lnTo>
                    <a:pt x="85793" y="302379"/>
                  </a:lnTo>
                  <a:lnTo>
                    <a:pt x="76329" y="302315"/>
                  </a:lnTo>
                  <a:lnTo>
                    <a:pt x="64983" y="302221"/>
                  </a:lnTo>
                  <a:lnTo>
                    <a:pt x="43562" y="302024"/>
                  </a:lnTo>
                  <a:lnTo>
                    <a:pt x="38091" y="301957"/>
                  </a:lnTo>
                  <a:lnTo>
                    <a:pt x="10934" y="301552"/>
                  </a:lnTo>
                  <a:lnTo>
                    <a:pt x="1097" y="301376"/>
                  </a:lnTo>
                  <a:lnTo>
                    <a:pt x="0" y="301356"/>
                  </a:lnTo>
                  <a:lnTo>
                    <a:pt x="117" y="297263"/>
                  </a:lnTo>
                  <a:lnTo>
                    <a:pt x="269" y="290297"/>
                  </a:lnTo>
                  <a:lnTo>
                    <a:pt x="605" y="275519"/>
                  </a:lnTo>
                  <a:lnTo>
                    <a:pt x="896" y="262747"/>
                  </a:lnTo>
                  <a:lnTo>
                    <a:pt x="1465" y="237878"/>
                  </a:lnTo>
                  <a:lnTo>
                    <a:pt x="1643" y="230117"/>
                  </a:lnTo>
                  <a:lnTo>
                    <a:pt x="1669" y="228687"/>
                  </a:lnTo>
                  <a:lnTo>
                    <a:pt x="2328" y="192168"/>
                  </a:lnTo>
                  <a:lnTo>
                    <a:pt x="2633" y="177596"/>
                  </a:lnTo>
                  <a:lnTo>
                    <a:pt x="2646" y="176978"/>
                  </a:lnTo>
                  <a:lnTo>
                    <a:pt x="2884" y="165696"/>
                  </a:lnTo>
                  <a:lnTo>
                    <a:pt x="3360" y="143188"/>
                  </a:lnTo>
                  <a:lnTo>
                    <a:pt x="3530" y="135149"/>
                  </a:lnTo>
                  <a:lnTo>
                    <a:pt x="4257" y="101054"/>
                  </a:lnTo>
                  <a:lnTo>
                    <a:pt x="4405" y="92651"/>
                  </a:lnTo>
                  <a:lnTo>
                    <a:pt x="4820" y="69175"/>
                  </a:lnTo>
                  <a:lnTo>
                    <a:pt x="5190" y="50196"/>
                  </a:lnTo>
                  <a:lnTo>
                    <a:pt x="5201" y="49623"/>
                  </a:lnTo>
                  <a:lnTo>
                    <a:pt x="5669" y="2571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40183" y="3574673"/>
              <a:ext cx="662989" cy="367165"/>
            </a:xfrm>
            <a:custGeom>
              <a:avLst/>
              <a:pathLst>
                <a:path w="662989" h="367165">
                  <a:moveTo>
                    <a:pt x="1985" y="358561"/>
                  </a:moveTo>
                  <a:lnTo>
                    <a:pt x="8010" y="358751"/>
                  </a:lnTo>
                  <a:lnTo>
                    <a:pt x="14556" y="358371"/>
                  </a:lnTo>
                  <a:lnTo>
                    <a:pt x="16418" y="351252"/>
                  </a:lnTo>
                  <a:lnTo>
                    <a:pt x="21061" y="350468"/>
                  </a:lnTo>
                  <a:lnTo>
                    <a:pt x="21302" y="350428"/>
                  </a:lnTo>
                  <a:lnTo>
                    <a:pt x="26074" y="355136"/>
                  </a:lnTo>
                  <a:lnTo>
                    <a:pt x="30875" y="355473"/>
                  </a:lnTo>
                  <a:lnTo>
                    <a:pt x="32678" y="348776"/>
                  </a:lnTo>
                  <a:lnTo>
                    <a:pt x="34463" y="345596"/>
                  </a:lnTo>
                  <a:lnTo>
                    <a:pt x="35235" y="344220"/>
                  </a:lnTo>
                  <a:lnTo>
                    <a:pt x="31145" y="338526"/>
                  </a:lnTo>
                  <a:lnTo>
                    <a:pt x="34739" y="333539"/>
                  </a:lnTo>
                  <a:lnTo>
                    <a:pt x="34419" y="330097"/>
                  </a:lnTo>
                  <a:lnTo>
                    <a:pt x="34389" y="329776"/>
                  </a:lnTo>
                  <a:lnTo>
                    <a:pt x="34346" y="323116"/>
                  </a:lnTo>
                  <a:lnTo>
                    <a:pt x="36198" y="317733"/>
                  </a:lnTo>
                  <a:lnTo>
                    <a:pt x="37044" y="311548"/>
                  </a:lnTo>
                  <a:lnTo>
                    <a:pt x="37253" y="310017"/>
                  </a:lnTo>
                  <a:lnTo>
                    <a:pt x="33844" y="307681"/>
                  </a:lnTo>
                  <a:lnTo>
                    <a:pt x="33718" y="303578"/>
                  </a:lnTo>
                  <a:lnTo>
                    <a:pt x="29574" y="297891"/>
                  </a:lnTo>
                  <a:lnTo>
                    <a:pt x="29413" y="297670"/>
                  </a:lnTo>
                  <a:lnTo>
                    <a:pt x="34727" y="289305"/>
                  </a:lnTo>
                  <a:lnTo>
                    <a:pt x="37765" y="283413"/>
                  </a:lnTo>
                  <a:lnTo>
                    <a:pt x="42411" y="278703"/>
                  </a:lnTo>
                  <a:lnTo>
                    <a:pt x="48439" y="277545"/>
                  </a:lnTo>
                  <a:lnTo>
                    <a:pt x="48597" y="277515"/>
                  </a:lnTo>
                  <a:lnTo>
                    <a:pt x="48961" y="277609"/>
                  </a:lnTo>
                  <a:lnTo>
                    <a:pt x="57735" y="279868"/>
                  </a:lnTo>
                  <a:lnTo>
                    <a:pt x="65705" y="283598"/>
                  </a:lnTo>
                  <a:lnTo>
                    <a:pt x="71218" y="284407"/>
                  </a:lnTo>
                  <a:lnTo>
                    <a:pt x="79057" y="286604"/>
                  </a:lnTo>
                  <a:lnTo>
                    <a:pt x="84009" y="289229"/>
                  </a:lnTo>
                  <a:lnTo>
                    <a:pt x="86907" y="290764"/>
                  </a:lnTo>
                  <a:lnTo>
                    <a:pt x="90599" y="290166"/>
                  </a:lnTo>
                  <a:lnTo>
                    <a:pt x="91199" y="290068"/>
                  </a:lnTo>
                  <a:lnTo>
                    <a:pt x="91889" y="289956"/>
                  </a:lnTo>
                  <a:lnTo>
                    <a:pt x="94288" y="286127"/>
                  </a:lnTo>
                  <a:lnTo>
                    <a:pt x="95328" y="280079"/>
                  </a:lnTo>
                  <a:lnTo>
                    <a:pt x="90081" y="272725"/>
                  </a:lnTo>
                  <a:lnTo>
                    <a:pt x="85198" y="265256"/>
                  </a:lnTo>
                  <a:lnTo>
                    <a:pt x="86981" y="259411"/>
                  </a:lnTo>
                  <a:lnTo>
                    <a:pt x="87987" y="252257"/>
                  </a:lnTo>
                  <a:lnTo>
                    <a:pt x="91913" y="249242"/>
                  </a:lnTo>
                  <a:lnTo>
                    <a:pt x="92143" y="249291"/>
                  </a:lnTo>
                  <a:lnTo>
                    <a:pt x="97557" y="250423"/>
                  </a:lnTo>
                  <a:lnTo>
                    <a:pt x="103734" y="244057"/>
                  </a:lnTo>
                  <a:lnTo>
                    <a:pt x="114681" y="240850"/>
                  </a:lnTo>
                  <a:lnTo>
                    <a:pt x="122851" y="237270"/>
                  </a:lnTo>
                  <a:lnTo>
                    <a:pt x="122251" y="235479"/>
                  </a:lnTo>
                  <a:lnTo>
                    <a:pt x="121342" y="232765"/>
                  </a:lnTo>
                  <a:lnTo>
                    <a:pt x="115367" y="228539"/>
                  </a:lnTo>
                  <a:lnTo>
                    <a:pt x="115260" y="228288"/>
                  </a:lnTo>
                  <a:lnTo>
                    <a:pt x="111604" y="219706"/>
                  </a:lnTo>
                  <a:lnTo>
                    <a:pt x="113436" y="214513"/>
                  </a:lnTo>
                  <a:lnTo>
                    <a:pt x="119240" y="208440"/>
                  </a:lnTo>
                  <a:lnTo>
                    <a:pt x="121194" y="201635"/>
                  </a:lnTo>
                  <a:lnTo>
                    <a:pt x="126606" y="202851"/>
                  </a:lnTo>
                  <a:lnTo>
                    <a:pt x="129551" y="201517"/>
                  </a:lnTo>
                  <a:lnTo>
                    <a:pt x="131976" y="197929"/>
                  </a:lnTo>
                  <a:lnTo>
                    <a:pt x="128109" y="192399"/>
                  </a:lnTo>
                  <a:lnTo>
                    <a:pt x="128798" y="188962"/>
                  </a:lnTo>
                  <a:lnTo>
                    <a:pt x="128995" y="187978"/>
                  </a:lnTo>
                  <a:lnTo>
                    <a:pt x="133169" y="185855"/>
                  </a:lnTo>
                  <a:lnTo>
                    <a:pt x="139616" y="190187"/>
                  </a:lnTo>
                  <a:lnTo>
                    <a:pt x="146859" y="187170"/>
                  </a:lnTo>
                  <a:lnTo>
                    <a:pt x="147932" y="188050"/>
                  </a:lnTo>
                  <a:lnTo>
                    <a:pt x="151160" y="190697"/>
                  </a:lnTo>
                  <a:lnTo>
                    <a:pt x="156185" y="190407"/>
                  </a:lnTo>
                  <a:lnTo>
                    <a:pt x="156992" y="184880"/>
                  </a:lnTo>
                  <a:lnTo>
                    <a:pt x="161655" y="181108"/>
                  </a:lnTo>
                  <a:lnTo>
                    <a:pt x="167506" y="180823"/>
                  </a:lnTo>
                  <a:lnTo>
                    <a:pt x="170633" y="178775"/>
                  </a:lnTo>
                  <a:lnTo>
                    <a:pt x="173133" y="177136"/>
                  </a:lnTo>
                  <a:lnTo>
                    <a:pt x="181430" y="180081"/>
                  </a:lnTo>
                  <a:lnTo>
                    <a:pt x="184130" y="181376"/>
                  </a:lnTo>
                  <a:lnTo>
                    <a:pt x="187413" y="182949"/>
                  </a:lnTo>
                  <a:lnTo>
                    <a:pt x="188889" y="183656"/>
                  </a:lnTo>
                  <a:lnTo>
                    <a:pt x="195993" y="185552"/>
                  </a:lnTo>
                  <a:lnTo>
                    <a:pt x="200333" y="188815"/>
                  </a:lnTo>
                  <a:lnTo>
                    <a:pt x="203817" y="192847"/>
                  </a:lnTo>
                  <a:lnTo>
                    <a:pt x="207084" y="185428"/>
                  </a:lnTo>
                  <a:lnTo>
                    <a:pt x="207614" y="179849"/>
                  </a:lnTo>
                  <a:lnTo>
                    <a:pt x="209784" y="174355"/>
                  </a:lnTo>
                  <a:lnTo>
                    <a:pt x="212575" y="173218"/>
                  </a:lnTo>
                  <a:lnTo>
                    <a:pt x="216857" y="171471"/>
                  </a:lnTo>
                  <a:lnTo>
                    <a:pt x="220860" y="166698"/>
                  </a:lnTo>
                  <a:lnTo>
                    <a:pt x="225958" y="162961"/>
                  </a:lnTo>
                  <a:lnTo>
                    <a:pt x="226176" y="162801"/>
                  </a:lnTo>
                  <a:lnTo>
                    <a:pt x="229599" y="166948"/>
                  </a:lnTo>
                  <a:lnTo>
                    <a:pt x="235797" y="173334"/>
                  </a:lnTo>
                  <a:lnTo>
                    <a:pt x="241858" y="175045"/>
                  </a:lnTo>
                  <a:lnTo>
                    <a:pt x="242969" y="175381"/>
                  </a:lnTo>
                  <a:lnTo>
                    <a:pt x="245969" y="176288"/>
                  </a:lnTo>
                  <a:lnTo>
                    <a:pt x="246414" y="169985"/>
                  </a:lnTo>
                  <a:lnTo>
                    <a:pt x="254503" y="169113"/>
                  </a:lnTo>
                  <a:lnTo>
                    <a:pt x="251982" y="161970"/>
                  </a:lnTo>
                  <a:lnTo>
                    <a:pt x="251075" y="154012"/>
                  </a:lnTo>
                  <a:lnTo>
                    <a:pt x="253972" y="152920"/>
                  </a:lnTo>
                  <a:lnTo>
                    <a:pt x="255357" y="152397"/>
                  </a:lnTo>
                  <a:lnTo>
                    <a:pt x="258040" y="147222"/>
                  </a:lnTo>
                  <a:lnTo>
                    <a:pt x="261487" y="142316"/>
                  </a:lnTo>
                  <a:lnTo>
                    <a:pt x="266915" y="138780"/>
                  </a:lnTo>
                  <a:lnTo>
                    <a:pt x="271535" y="143670"/>
                  </a:lnTo>
                  <a:lnTo>
                    <a:pt x="279263" y="151247"/>
                  </a:lnTo>
                  <a:lnTo>
                    <a:pt x="289279" y="151059"/>
                  </a:lnTo>
                  <a:lnTo>
                    <a:pt x="295481" y="154472"/>
                  </a:lnTo>
                  <a:lnTo>
                    <a:pt x="298297" y="151580"/>
                  </a:lnTo>
                  <a:lnTo>
                    <a:pt x="299963" y="149868"/>
                  </a:lnTo>
                  <a:lnTo>
                    <a:pt x="301908" y="148218"/>
                  </a:lnTo>
                  <a:lnTo>
                    <a:pt x="304254" y="146226"/>
                  </a:lnTo>
                  <a:lnTo>
                    <a:pt x="304297" y="136676"/>
                  </a:lnTo>
                  <a:lnTo>
                    <a:pt x="303874" y="128774"/>
                  </a:lnTo>
                  <a:lnTo>
                    <a:pt x="303821" y="127793"/>
                  </a:lnTo>
                  <a:lnTo>
                    <a:pt x="307751" y="121174"/>
                  </a:lnTo>
                  <a:lnTo>
                    <a:pt x="309038" y="115947"/>
                  </a:lnTo>
                  <a:lnTo>
                    <a:pt x="311036" y="116183"/>
                  </a:lnTo>
                  <a:lnTo>
                    <a:pt x="315052" y="116656"/>
                  </a:lnTo>
                  <a:lnTo>
                    <a:pt x="320479" y="112513"/>
                  </a:lnTo>
                  <a:lnTo>
                    <a:pt x="322895" y="106591"/>
                  </a:lnTo>
                  <a:lnTo>
                    <a:pt x="323276" y="102411"/>
                  </a:lnTo>
                  <a:lnTo>
                    <a:pt x="323690" y="97854"/>
                  </a:lnTo>
                  <a:lnTo>
                    <a:pt x="326046" y="93567"/>
                  </a:lnTo>
                  <a:lnTo>
                    <a:pt x="333517" y="90192"/>
                  </a:lnTo>
                  <a:lnTo>
                    <a:pt x="334999" y="85774"/>
                  </a:lnTo>
                  <a:lnTo>
                    <a:pt x="338252" y="82872"/>
                  </a:lnTo>
                  <a:lnTo>
                    <a:pt x="339359" y="80097"/>
                  </a:lnTo>
                  <a:lnTo>
                    <a:pt x="337226" y="75842"/>
                  </a:lnTo>
                  <a:lnTo>
                    <a:pt x="336585" y="74563"/>
                  </a:lnTo>
                  <a:lnTo>
                    <a:pt x="335218" y="67727"/>
                  </a:lnTo>
                  <a:lnTo>
                    <a:pt x="333322" y="61794"/>
                  </a:lnTo>
                  <a:lnTo>
                    <a:pt x="337125" y="58493"/>
                  </a:lnTo>
                  <a:lnTo>
                    <a:pt x="342363" y="57799"/>
                  </a:lnTo>
                  <a:lnTo>
                    <a:pt x="343072" y="57565"/>
                  </a:lnTo>
                  <a:lnTo>
                    <a:pt x="347946" y="55953"/>
                  </a:lnTo>
                  <a:lnTo>
                    <a:pt x="351512" y="57478"/>
                  </a:lnTo>
                  <a:lnTo>
                    <a:pt x="355212" y="59719"/>
                  </a:lnTo>
                  <a:lnTo>
                    <a:pt x="356665" y="60597"/>
                  </a:lnTo>
                  <a:lnTo>
                    <a:pt x="360046" y="59077"/>
                  </a:lnTo>
                  <a:lnTo>
                    <a:pt x="365704" y="52690"/>
                  </a:lnTo>
                  <a:lnTo>
                    <a:pt x="369816" y="49968"/>
                  </a:lnTo>
                  <a:lnTo>
                    <a:pt x="374543" y="46835"/>
                  </a:lnTo>
                  <a:lnTo>
                    <a:pt x="383514" y="43763"/>
                  </a:lnTo>
                  <a:lnTo>
                    <a:pt x="387432" y="43517"/>
                  </a:lnTo>
                  <a:lnTo>
                    <a:pt x="387006" y="36084"/>
                  </a:lnTo>
                  <a:lnTo>
                    <a:pt x="387235" y="35054"/>
                  </a:lnTo>
                  <a:lnTo>
                    <a:pt x="387854" y="32266"/>
                  </a:lnTo>
                  <a:lnTo>
                    <a:pt x="383725" y="31286"/>
                  </a:lnTo>
                  <a:lnTo>
                    <a:pt x="380456" y="29970"/>
                  </a:lnTo>
                  <a:lnTo>
                    <a:pt x="379159" y="29447"/>
                  </a:lnTo>
                  <a:lnTo>
                    <a:pt x="382282" y="24092"/>
                  </a:lnTo>
                  <a:lnTo>
                    <a:pt x="380047" y="19920"/>
                  </a:lnTo>
                  <a:lnTo>
                    <a:pt x="377010" y="16957"/>
                  </a:lnTo>
                  <a:lnTo>
                    <a:pt x="374895" y="14891"/>
                  </a:lnTo>
                  <a:lnTo>
                    <a:pt x="377559" y="11407"/>
                  </a:lnTo>
                  <a:lnTo>
                    <a:pt x="380539" y="7676"/>
                  </a:lnTo>
                  <a:lnTo>
                    <a:pt x="385732" y="1839"/>
                  </a:lnTo>
                  <a:lnTo>
                    <a:pt x="389204" y="2899"/>
                  </a:lnTo>
                  <a:lnTo>
                    <a:pt x="389427" y="3087"/>
                  </a:lnTo>
                  <a:lnTo>
                    <a:pt x="393075" y="6172"/>
                  </a:lnTo>
                  <a:lnTo>
                    <a:pt x="398258" y="7515"/>
                  </a:lnTo>
                  <a:lnTo>
                    <a:pt x="399584" y="7857"/>
                  </a:lnTo>
                  <a:lnTo>
                    <a:pt x="404012" y="3982"/>
                  </a:lnTo>
                  <a:lnTo>
                    <a:pt x="407806" y="2983"/>
                  </a:lnTo>
                  <a:lnTo>
                    <a:pt x="408899" y="2694"/>
                  </a:lnTo>
                  <a:lnTo>
                    <a:pt x="409721" y="874"/>
                  </a:lnTo>
                  <a:lnTo>
                    <a:pt x="411258" y="0"/>
                  </a:lnTo>
                  <a:lnTo>
                    <a:pt x="412861" y="543"/>
                  </a:lnTo>
                  <a:lnTo>
                    <a:pt x="414541" y="3772"/>
                  </a:lnTo>
                  <a:lnTo>
                    <a:pt x="418072" y="7473"/>
                  </a:lnTo>
                  <a:lnTo>
                    <a:pt x="424906" y="8362"/>
                  </a:lnTo>
                  <a:lnTo>
                    <a:pt x="425508" y="9047"/>
                  </a:lnTo>
                  <a:lnTo>
                    <a:pt x="428211" y="12123"/>
                  </a:lnTo>
                  <a:lnTo>
                    <a:pt x="429688" y="15785"/>
                  </a:lnTo>
                  <a:lnTo>
                    <a:pt x="436083" y="23318"/>
                  </a:lnTo>
                  <a:lnTo>
                    <a:pt x="436185" y="23970"/>
                  </a:lnTo>
                  <a:lnTo>
                    <a:pt x="436753" y="27590"/>
                  </a:lnTo>
                  <a:lnTo>
                    <a:pt x="437633" y="28923"/>
                  </a:lnTo>
                  <a:lnTo>
                    <a:pt x="439275" y="31406"/>
                  </a:lnTo>
                  <a:lnTo>
                    <a:pt x="446374" y="31918"/>
                  </a:lnTo>
                  <a:lnTo>
                    <a:pt x="454002" y="32537"/>
                  </a:lnTo>
                  <a:lnTo>
                    <a:pt x="460011" y="29530"/>
                  </a:lnTo>
                  <a:lnTo>
                    <a:pt x="464648" y="30077"/>
                  </a:lnTo>
                  <a:lnTo>
                    <a:pt x="466893" y="30485"/>
                  </a:lnTo>
                  <a:lnTo>
                    <a:pt x="471768" y="31368"/>
                  </a:lnTo>
                  <a:lnTo>
                    <a:pt x="474076" y="35039"/>
                  </a:lnTo>
                  <a:lnTo>
                    <a:pt x="478885" y="36459"/>
                  </a:lnTo>
                  <a:lnTo>
                    <a:pt x="480664" y="40474"/>
                  </a:lnTo>
                  <a:lnTo>
                    <a:pt x="486856" y="41585"/>
                  </a:lnTo>
                  <a:lnTo>
                    <a:pt x="489320" y="42025"/>
                  </a:lnTo>
                  <a:lnTo>
                    <a:pt x="491903" y="40132"/>
                  </a:lnTo>
                  <a:lnTo>
                    <a:pt x="492218" y="39901"/>
                  </a:lnTo>
                  <a:lnTo>
                    <a:pt x="492857" y="35562"/>
                  </a:lnTo>
                  <a:lnTo>
                    <a:pt x="500516" y="31370"/>
                  </a:lnTo>
                  <a:lnTo>
                    <a:pt x="509291" y="33412"/>
                  </a:lnTo>
                  <a:lnTo>
                    <a:pt x="515032" y="33163"/>
                  </a:lnTo>
                  <a:lnTo>
                    <a:pt x="520711" y="36526"/>
                  </a:lnTo>
                  <a:lnTo>
                    <a:pt x="524173" y="38556"/>
                  </a:lnTo>
                  <a:lnTo>
                    <a:pt x="525810" y="36599"/>
                  </a:lnTo>
                  <a:lnTo>
                    <a:pt x="527630" y="34421"/>
                  </a:lnTo>
                  <a:lnTo>
                    <a:pt x="533624" y="34158"/>
                  </a:lnTo>
                  <a:lnTo>
                    <a:pt x="536988" y="31129"/>
                  </a:lnTo>
                  <a:lnTo>
                    <a:pt x="537748" y="27298"/>
                  </a:lnTo>
                  <a:lnTo>
                    <a:pt x="543032" y="21921"/>
                  </a:lnTo>
                  <a:lnTo>
                    <a:pt x="543887" y="20744"/>
                  </a:lnTo>
                  <a:lnTo>
                    <a:pt x="545206" y="18928"/>
                  </a:lnTo>
                  <a:lnTo>
                    <a:pt x="550873" y="16198"/>
                  </a:lnTo>
                  <a:lnTo>
                    <a:pt x="555270" y="13779"/>
                  </a:lnTo>
                  <a:lnTo>
                    <a:pt x="557661" y="17682"/>
                  </a:lnTo>
                  <a:lnTo>
                    <a:pt x="558685" y="22165"/>
                  </a:lnTo>
                  <a:lnTo>
                    <a:pt x="561897" y="30119"/>
                  </a:lnTo>
                  <a:lnTo>
                    <a:pt x="566057" y="32978"/>
                  </a:lnTo>
                  <a:lnTo>
                    <a:pt x="567253" y="33799"/>
                  </a:lnTo>
                  <a:lnTo>
                    <a:pt x="573918" y="33040"/>
                  </a:lnTo>
                  <a:lnTo>
                    <a:pt x="579122" y="36856"/>
                  </a:lnTo>
                  <a:lnTo>
                    <a:pt x="580303" y="37515"/>
                  </a:lnTo>
                  <a:lnTo>
                    <a:pt x="584954" y="40105"/>
                  </a:lnTo>
                  <a:lnTo>
                    <a:pt x="588343" y="45846"/>
                  </a:lnTo>
                  <a:lnTo>
                    <a:pt x="589681" y="54554"/>
                  </a:lnTo>
                  <a:lnTo>
                    <a:pt x="592604" y="57336"/>
                  </a:lnTo>
                  <a:lnTo>
                    <a:pt x="593235" y="65059"/>
                  </a:lnTo>
                  <a:lnTo>
                    <a:pt x="593162" y="66019"/>
                  </a:lnTo>
                  <a:lnTo>
                    <a:pt x="592802" y="70716"/>
                  </a:lnTo>
                  <a:lnTo>
                    <a:pt x="591883" y="78649"/>
                  </a:lnTo>
                  <a:lnTo>
                    <a:pt x="600189" y="85267"/>
                  </a:lnTo>
                  <a:lnTo>
                    <a:pt x="609497" y="93352"/>
                  </a:lnTo>
                  <a:lnTo>
                    <a:pt x="609086" y="97920"/>
                  </a:lnTo>
                  <a:lnTo>
                    <a:pt x="608854" y="100494"/>
                  </a:lnTo>
                  <a:lnTo>
                    <a:pt x="615885" y="104198"/>
                  </a:lnTo>
                  <a:lnTo>
                    <a:pt x="618314" y="107104"/>
                  </a:lnTo>
                  <a:lnTo>
                    <a:pt x="621737" y="111197"/>
                  </a:lnTo>
                  <a:lnTo>
                    <a:pt x="626362" y="114819"/>
                  </a:lnTo>
                  <a:lnTo>
                    <a:pt x="627313" y="116516"/>
                  </a:lnTo>
                  <a:lnTo>
                    <a:pt x="630811" y="122754"/>
                  </a:lnTo>
                  <a:lnTo>
                    <a:pt x="637707" y="125126"/>
                  </a:lnTo>
                  <a:lnTo>
                    <a:pt x="646447" y="129997"/>
                  </a:lnTo>
                  <a:lnTo>
                    <a:pt x="654379" y="134186"/>
                  </a:lnTo>
                  <a:lnTo>
                    <a:pt x="662989" y="133076"/>
                  </a:lnTo>
                  <a:lnTo>
                    <a:pt x="646097" y="155826"/>
                  </a:lnTo>
                  <a:lnTo>
                    <a:pt x="638266" y="166304"/>
                  </a:lnTo>
                  <a:lnTo>
                    <a:pt x="637912" y="166821"/>
                  </a:lnTo>
                  <a:lnTo>
                    <a:pt x="634981" y="171089"/>
                  </a:lnTo>
                  <a:lnTo>
                    <a:pt x="627154" y="175265"/>
                  </a:lnTo>
                  <a:lnTo>
                    <a:pt x="618839" y="182005"/>
                  </a:lnTo>
                  <a:lnTo>
                    <a:pt x="618478" y="182298"/>
                  </a:lnTo>
                  <a:lnTo>
                    <a:pt x="617930" y="182847"/>
                  </a:lnTo>
                  <a:lnTo>
                    <a:pt x="605488" y="195302"/>
                  </a:lnTo>
                  <a:lnTo>
                    <a:pt x="607016" y="201275"/>
                  </a:lnTo>
                  <a:lnTo>
                    <a:pt x="605221" y="205604"/>
                  </a:lnTo>
                  <a:lnTo>
                    <a:pt x="599807" y="208716"/>
                  </a:lnTo>
                  <a:lnTo>
                    <a:pt x="595766" y="213415"/>
                  </a:lnTo>
                  <a:lnTo>
                    <a:pt x="597264" y="219318"/>
                  </a:lnTo>
                  <a:lnTo>
                    <a:pt x="596121" y="222333"/>
                  </a:lnTo>
                  <a:lnTo>
                    <a:pt x="595401" y="224232"/>
                  </a:lnTo>
                  <a:lnTo>
                    <a:pt x="585707" y="230312"/>
                  </a:lnTo>
                  <a:lnTo>
                    <a:pt x="580021" y="231102"/>
                  </a:lnTo>
                  <a:lnTo>
                    <a:pt x="577685" y="237938"/>
                  </a:lnTo>
                  <a:lnTo>
                    <a:pt x="576865" y="244287"/>
                  </a:lnTo>
                  <a:lnTo>
                    <a:pt x="568273" y="247933"/>
                  </a:lnTo>
                  <a:lnTo>
                    <a:pt x="555730" y="255175"/>
                  </a:lnTo>
                  <a:lnTo>
                    <a:pt x="551643" y="258376"/>
                  </a:lnTo>
                  <a:lnTo>
                    <a:pt x="549457" y="258823"/>
                  </a:lnTo>
                  <a:lnTo>
                    <a:pt x="543540" y="260027"/>
                  </a:lnTo>
                  <a:lnTo>
                    <a:pt x="536370" y="265184"/>
                  </a:lnTo>
                  <a:lnTo>
                    <a:pt x="531590" y="269995"/>
                  </a:lnTo>
                  <a:lnTo>
                    <a:pt x="530589" y="272315"/>
                  </a:lnTo>
                  <a:lnTo>
                    <a:pt x="512244" y="275471"/>
                  </a:lnTo>
                  <a:lnTo>
                    <a:pt x="508960" y="275971"/>
                  </a:lnTo>
                  <a:lnTo>
                    <a:pt x="503802" y="276754"/>
                  </a:lnTo>
                  <a:lnTo>
                    <a:pt x="482258" y="280607"/>
                  </a:lnTo>
                  <a:lnTo>
                    <a:pt x="479196" y="281127"/>
                  </a:lnTo>
                  <a:lnTo>
                    <a:pt x="457689" y="284742"/>
                  </a:lnTo>
                  <a:lnTo>
                    <a:pt x="432535" y="288664"/>
                  </a:lnTo>
                  <a:lnTo>
                    <a:pt x="431908" y="288761"/>
                  </a:lnTo>
                  <a:lnTo>
                    <a:pt x="417479" y="290338"/>
                  </a:lnTo>
                  <a:lnTo>
                    <a:pt x="414661" y="290618"/>
                  </a:lnTo>
                  <a:lnTo>
                    <a:pt x="403608" y="291704"/>
                  </a:lnTo>
                  <a:lnTo>
                    <a:pt x="387331" y="294196"/>
                  </a:lnTo>
                  <a:lnTo>
                    <a:pt x="386035" y="294392"/>
                  </a:lnTo>
                  <a:lnTo>
                    <a:pt x="385574" y="294509"/>
                  </a:lnTo>
                  <a:lnTo>
                    <a:pt x="373068" y="297667"/>
                  </a:lnTo>
                  <a:lnTo>
                    <a:pt x="368445" y="298828"/>
                  </a:lnTo>
                  <a:lnTo>
                    <a:pt x="346413" y="302031"/>
                  </a:lnTo>
                  <a:lnTo>
                    <a:pt x="341282" y="302765"/>
                  </a:lnTo>
                  <a:lnTo>
                    <a:pt x="333561" y="303863"/>
                  </a:lnTo>
                  <a:lnTo>
                    <a:pt x="324292" y="304861"/>
                  </a:lnTo>
                  <a:lnTo>
                    <a:pt x="314624" y="305890"/>
                  </a:lnTo>
                  <a:lnTo>
                    <a:pt x="303383" y="307146"/>
                  </a:lnTo>
                  <a:lnTo>
                    <a:pt x="284655" y="309202"/>
                  </a:lnTo>
                  <a:lnTo>
                    <a:pt x="275897" y="310147"/>
                  </a:lnTo>
                  <a:lnTo>
                    <a:pt x="272213" y="312416"/>
                  </a:lnTo>
                  <a:lnTo>
                    <a:pt x="271194" y="312262"/>
                  </a:lnTo>
                  <a:lnTo>
                    <a:pt x="267003" y="311628"/>
                  </a:lnTo>
                  <a:lnTo>
                    <a:pt x="252896" y="314285"/>
                  </a:lnTo>
                  <a:lnTo>
                    <a:pt x="248421" y="315121"/>
                  </a:lnTo>
                  <a:lnTo>
                    <a:pt x="226085" y="318970"/>
                  </a:lnTo>
                  <a:lnTo>
                    <a:pt x="221199" y="319803"/>
                  </a:lnTo>
                  <a:lnTo>
                    <a:pt x="201265" y="323166"/>
                  </a:lnTo>
                  <a:lnTo>
                    <a:pt x="200199" y="323345"/>
                  </a:lnTo>
                  <a:lnTo>
                    <a:pt x="173717" y="327724"/>
                  </a:lnTo>
                  <a:lnTo>
                    <a:pt x="168936" y="328572"/>
                  </a:lnTo>
                  <a:lnTo>
                    <a:pt x="154597" y="331095"/>
                  </a:lnTo>
                  <a:lnTo>
                    <a:pt x="154464" y="327607"/>
                  </a:lnTo>
                  <a:lnTo>
                    <a:pt x="139582" y="328233"/>
                  </a:lnTo>
                  <a:lnTo>
                    <a:pt x="134249" y="328875"/>
                  </a:lnTo>
                  <a:lnTo>
                    <a:pt x="136298" y="334065"/>
                  </a:lnTo>
                  <a:lnTo>
                    <a:pt x="139460" y="342675"/>
                  </a:lnTo>
                  <a:lnTo>
                    <a:pt x="138718" y="348731"/>
                  </a:lnTo>
                  <a:lnTo>
                    <a:pt x="138457" y="348775"/>
                  </a:lnTo>
                  <a:lnTo>
                    <a:pt x="131761" y="349901"/>
                  </a:lnTo>
                  <a:lnTo>
                    <a:pt x="98884" y="354203"/>
                  </a:lnTo>
                  <a:lnTo>
                    <a:pt x="96807" y="354470"/>
                  </a:lnTo>
                  <a:lnTo>
                    <a:pt x="96404" y="354525"/>
                  </a:lnTo>
                  <a:lnTo>
                    <a:pt x="69105" y="358183"/>
                  </a:lnTo>
                  <a:lnTo>
                    <a:pt x="68159" y="358308"/>
                  </a:lnTo>
                  <a:lnTo>
                    <a:pt x="67485" y="358397"/>
                  </a:lnTo>
                  <a:lnTo>
                    <a:pt x="55677" y="359946"/>
                  </a:lnTo>
                  <a:lnTo>
                    <a:pt x="33178" y="362496"/>
                  </a:lnTo>
                  <a:lnTo>
                    <a:pt x="21067" y="364545"/>
                  </a:lnTo>
                  <a:lnTo>
                    <a:pt x="14538" y="365642"/>
                  </a:lnTo>
                  <a:lnTo>
                    <a:pt x="3456" y="367165"/>
                  </a:lnTo>
                  <a:lnTo>
                    <a:pt x="0" y="36299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53980" y="4405216"/>
              <a:ext cx="631540" cy="529827"/>
            </a:xfrm>
            <a:custGeom>
              <a:avLst/>
              <a:pathLst>
                <a:path w="631540" h="529827">
                  <a:moveTo>
                    <a:pt x="2717" y="70646"/>
                  </a:moveTo>
                  <a:lnTo>
                    <a:pt x="1848" y="56518"/>
                  </a:lnTo>
                  <a:lnTo>
                    <a:pt x="1152" y="45207"/>
                  </a:lnTo>
                  <a:lnTo>
                    <a:pt x="0" y="26520"/>
                  </a:lnTo>
                  <a:lnTo>
                    <a:pt x="26143" y="24635"/>
                  </a:lnTo>
                  <a:lnTo>
                    <a:pt x="26998" y="24573"/>
                  </a:lnTo>
                  <a:lnTo>
                    <a:pt x="36596" y="23862"/>
                  </a:lnTo>
                  <a:lnTo>
                    <a:pt x="59753" y="22227"/>
                  </a:lnTo>
                  <a:lnTo>
                    <a:pt x="63237" y="21976"/>
                  </a:lnTo>
                  <a:lnTo>
                    <a:pt x="76219" y="21030"/>
                  </a:lnTo>
                  <a:lnTo>
                    <a:pt x="92066" y="19816"/>
                  </a:lnTo>
                  <a:lnTo>
                    <a:pt x="96785" y="19449"/>
                  </a:lnTo>
                  <a:lnTo>
                    <a:pt x="120655" y="17609"/>
                  </a:lnTo>
                  <a:lnTo>
                    <a:pt x="122673" y="17451"/>
                  </a:lnTo>
                  <a:lnTo>
                    <a:pt x="150877" y="15470"/>
                  </a:lnTo>
                  <a:lnTo>
                    <a:pt x="151013" y="15460"/>
                  </a:lnTo>
                  <a:lnTo>
                    <a:pt x="176435" y="13550"/>
                  </a:lnTo>
                  <a:lnTo>
                    <a:pt x="208305" y="11110"/>
                  </a:lnTo>
                  <a:lnTo>
                    <a:pt x="225896" y="9568"/>
                  </a:lnTo>
                  <a:lnTo>
                    <a:pt x="248043" y="7581"/>
                  </a:lnTo>
                  <a:lnTo>
                    <a:pt x="292133" y="3481"/>
                  </a:lnTo>
                  <a:lnTo>
                    <a:pt x="295423" y="3176"/>
                  </a:lnTo>
                  <a:lnTo>
                    <a:pt x="298216" y="2917"/>
                  </a:lnTo>
                  <a:lnTo>
                    <a:pt x="317789" y="1075"/>
                  </a:lnTo>
                  <a:lnTo>
                    <a:pt x="329036" y="0"/>
                  </a:lnTo>
                  <a:lnTo>
                    <a:pt x="332943" y="2807"/>
                  </a:lnTo>
                  <a:lnTo>
                    <a:pt x="340594" y="7830"/>
                  </a:lnTo>
                  <a:lnTo>
                    <a:pt x="341379" y="14454"/>
                  </a:lnTo>
                  <a:lnTo>
                    <a:pt x="334184" y="20618"/>
                  </a:lnTo>
                  <a:lnTo>
                    <a:pt x="331918" y="25831"/>
                  </a:lnTo>
                  <a:lnTo>
                    <a:pt x="332834" y="30703"/>
                  </a:lnTo>
                  <a:lnTo>
                    <a:pt x="338313" y="35049"/>
                  </a:lnTo>
                  <a:lnTo>
                    <a:pt x="344978" y="36313"/>
                  </a:lnTo>
                  <a:lnTo>
                    <a:pt x="340699" y="42255"/>
                  </a:lnTo>
                  <a:lnTo>
                    <a:pt x="343960" y="53449"/>
                  </a:lnTo>
                  <a:lnTo>
                    <a:pt x="346993" y="56075"/>
                  </a:lnTo>
                  <a:lnTo>
                    <a:pt x="347834" y="56844"/>
                  </a:lnTo>
                  <a:lnTo>
                    <a:pt x="352839" y="63979"/>
                  </a:lnTo>
                  <a:lnTo>
                    <a:pt x="347240" y="65145"/>
                  </a:lnTo>
                  <a:lnTo>
                    <a:pt x="349036" y="75033"/>
                  </a:lnTo>
                  <a:lnTo>
                    <a:pt x="359193" y="75821"/>
                  </a:lnTo>
                  <a:lnTo>
                    <a:pt x="357733" y="85933"/>
                  </a:lnTo>
                  <a:lnTo>
                    <a:pt x="365387" y="86441"/>
                  </a:lnTo>
                  <a:lnTo>
                    <a:pt x="363059" y="94675"/>
                  </a:lnTo>
                  <a:lnTo>
                    <a:pt x="358926" y="104494"/>
                  </a:lnTo>
                  <a:lnTo>
                    <a:pt x="345496" y="106790"/>
                  </a:lnTo>
                  <a:lnTo>
                    <a:pt x="354695" y="119480"/>
                  </a:lnTo>
                  <a:lnTo>
                    <a:pt x="355331" y="120356"/>
                  </a:lnTo>
                  <a:lnTo>
                    <a:pt x="350837" y="127748"/>
                  </a:lnTo>
                  <a:lnTo>
                    <a:pt x="350971" y="131385"/>
                  </a:lnTo>
                  <a:lnTo>
                    <a:pt x="347192" y="136738"/>
                  </a:lnTo>
                  <a:lnTo>
                    <a:pt x="340429" y="139319"/>
                  </a:lnTo>
                  <a:lnTo>
                    <a:pt x="340650" y="146543"/>
                  </a:lnTo>
                  <a:lnTo>
                    <a:pt x="334953" y="153013"/>
                  </a:lnTo>
                  <a:lnTo>
                    <a:pt x="333985" y="154083"/>
                  </a:lnTo>
                  <a:lnTo>
                    <a:pt x="329082" y="159497"/>
                  </a:lnTo>
                  <a:lnTo>
                    <a:pt x="322538" y="158908"/>
                  </a:lnTo>
                  <a:lnTo>
                    <a:pt x="321459" y="164940"/>
                  </a:lnTo>
                  <a:lnTo>
                    <a:pt x="326599" y="171440"/>
                  </a:lnTo>
                  <a:lnTo>
                    <a:pt x="326847" y="171754"/>
                  </a:lnTo>
                  <a:lnTo>
                    <a:pt x="319775" y="174219"/>
                  </a:lnTo>
                  <a:lnTo>
                    <a:pt x="319104" y="186307"/>
                  </a:lnTo>
                  <a:lnTo>
                    <a:pt x="311481" y="190310"/>
                  </a:lnTo>
                  <a:lnTo>
                    <a:pt x="312597" y="194663"/>
                  </a:lnTo>
                  <a:lnTo>
                    <a:pt x="315395" y="200018"/>
                  </a:lnTo>
                  <a:lnTo>
                    <a:pt x="309492" y="202227"/>
                  </a:lnTo>
                  <a:lnTo>
                    <a:pt x="306711" y="207384"/>
                  </a:lnTo>
                  <a:lnTo>
                    <a:pt x="308192" y="215330"/>
                  </a:lnTo>
                  <a:lnTo>
                    <a:pt x="306199" y="222147"/>
                  </a:lnTo>
                  <a:lnTo>
                    <a:pt x="306367" y="229195"/>
                  </a:lnTo>
                  <a:lnTo>
                    <a:pt x="310077" y="235183"/>
                  </a:lnTo>
                  <a:lnTo>
                    <a:pt x="303974" y="239869"/>
                  </a:lnTo>
                  <a:lnTo>
                    <a:pt x="297238" y="239689"/>
                  </a:lnTo>
                  <a:lnTo>
                    <a:pt x="294938" y="244456"/>
                  </a:lnTo>
                  <a:lnTo>
                    <a:pt x="301739" y="249330"/>
                  </a:lnTo>
                  <a:lnTo>
                    <a:pt x="301649" y="249570"/>
                  </a:lnTo>
                  <a:lnTo>
                    <a:pt x="298699" y="257357"/>
                  </a:lnTo>
                  <a:lnTo>
                    <a:pt x="302369" y="263176"/>
                  </a:lnTo>
                  <a:lnTo>
                    <a:pt x="306861" y="268439"/>
                  </a:lnTo>
                  <a:lnTo>
                    <a:pt x="299431" y="275206"/>
                  </a:lnTo>
                  <a:lnTo>
                    <a:pt x="298480" y="276072"/>
                  </a:lnTo>
                  <a:lnTo>
                    <a:pt x="346759" y="271284"/>
                  </a:lnTo>
                  <a:lnTo>
                    <a:pt x="352361" y="270704"/>
                  </a:lnTo>
                  <a:lnTo>
                    <a:pt x="365918" y="269287"/>
                  </a:lnTo>
                  <a:lnTo>
                    <a:pt x="393292" y="266369"/>
                  </a:lnTo>
                  <a:lnTo>
                    <a:pt x="401124" y="265521"/>
                  </a:lnTo>
                  <a:lnTo>
                    <a:pt x="423495" y="263035"/>
                  </a:lnTo>
                  <a:lnTo>
                    <a:pt x="425786" y="262778"/>
                  </a:lnTo>
                  <a:lnTo>
                    <a:pt x="449163" y="260122"/>
                  </a:lnTo>
                  <a:lnTo>
                    <a:pt x="449314" y="260104"/>
                  </a:lnTo>
                  <a:lnTo>
                    <a:pt x="459401" y="258922"/>
                  </a:lnTo>
                  <a:lnTo>
                    <a:pt x="501628" y="253862"/>
                  </a:lnTo>
                  <a:lnTo>
                    <a:pt x="508811" y="252986"/>
                  </a:lnTo>
                  <a:lnTo>
                    <a:pt x="521373" y="251458"/>
                  </a:lnTo>
                  <a:lnTo>
                    <a:pt x="520064" y="263805"/>
                  </a:lnTo>
                  <a:lnTo>
                    <a:pt x="516480" y="276852"/>
                  </a:lnTo>
                  <a:lnTo>
                    <a:pt x="512552" y="290023"/>
                  </a:lnTo>
                  <a:lnTo>
                    <a:pt x="514542" y="297745"/>
                  </a:lnTo>
                  <a:lnTo>
                    <a:pt x="515388" y="301025"/>
                  </a:lnTo>
                  <a:lnTo>
                    <a:pt x="520200" y="313061"/>
                  </a:lnTo>
                  <a:lnTo>
                    <a:pt x="530508" y="321919"/>
                  </a:lnTo>
                  <a:lnTo>
                    <a:pt x="532307" y="324903"/>
                  </a:lnTo>
                  <a:lnTo>
                    <a:pt x="535376" y="329990"/>
                  </a:lnTo>
                  <a:lnTo>
                    <a:pt x="542051" y="343602"/>
                  </a:lnTo>
                  <a:lnTo>
                    <a:pt x="546443" y="355496"/>
                  </a:lnTo>
                  <a:lnTo>
                    <a:pt x="556735" y="359200"/>
                  </a:lnTo>
                  <a:lnTo>
                    <a:pt x="547780" y="365458"/>
                  </a:lnTo>
                  <a:lnTo>
                    <a:pt x="542007" y="369482"/>
                  </a:lnTo>
                  <a:lnTo>
                    <a:pt x="539443" y="375562"/>
                  </a:lnTo>
                  <a:lnTo>
                    <a:pt x="528215" y="381077"/>
                  </a:lnTo>
                  <a:lnTo>
                    <a:pt x="521207" y="385579"/>
                  </a:lnTo>
                  <a:lnTo>
                    <a:pt x="521207" y="385855"/>
                  </a:lnTo>
                  <a:lnTo>
                    <a:pt x="521210" y="394525"/>
                  </a:lnTo>
                  <a:lnTo>
                    <a:pt x="528148" y="396254"/>
                  </a:lnTo>
                  <a:lnTo>
                    <a:pt x="534475" y="397730"/>
                  </a:lnTo>
                  <a:lnTo>
                    <a:pt x="540097" y="402992"/>
                  </a:lnTo>
                  <a:lnTo>
                    <a:pt x="546698" y="403628"/>
                  </a:lnTo>
                  <a:lnTo>
                    <a:pt x="552232" y="400537"/>
                  </a:lnTo>
                  <a:lnTo>
                    <a:pt x="553608" y="386429"/>
                  </a:lnTo>
                  <a:lnTo>
                    <a:pt x="562283" y="377574"/>
                  </a:lnTo>
                  <a:lnTo>
                    <a:pt x="567828" y="374171"/>
                  </a:lnTo>
                  <a:lnTo>
                    <a:pt x="579924" y="372922"/>
                  </a:lnTo>
                  <a:lnTo>
                    <a:pt x="584071" y="367990"/>
                  </a:lnTo>
                  <a:lnTo>
                    <a:pt x="591672" y="361125"/>
                  </a:lnTo>
                  <a:lnTo>
                    <a:pt x="597337" y="358451"/>
                  </a:lnTo>
                  <a:lnTo>
                    <a:pt x="598273" y="369981"/>
                  </a:lnTo>
                  <a:lnTo>
                    <a:pt x="595770" y="379896"/>
                  </a:lnTo>
                  <a:lnTo>
                    <a:pt x="594920" y="389279"/>
                  </a:lnTo>
                  <a:lnTo>
                    <a:pt x="595011" y="395866"/>
                  </a:lnTo>
                  <a:lnTo>
                    <a:pt x="589344" y="406663"/>
                  </a:lnTo>
                  <a:lnTo>
                    <a:pt x="592635" y="412618"/>
                  </a:lnTo>
                  <a:lnTo>
                    <a:pt x="577289" y="412579"/>
                  </a:lnTo>
                  <a:lnTo>
                    <a:pt x="577972" y="424592"/>
                  </a:lnTo>
                  <a:lnTo>
                    <a:pt x="571103" y="429531"/>
                  </a:lnTo>
                  <a:lnTo>
                    <a:pt x="567167" y="432502"/>
                  </a:lnTo>
                  <a:lnTo>
                    <a:pt x="566747" y="432818"/>
                  </a:lnTo>
                  <a:lnTo>
                    <a:pt x="562903" y="430962"/>
                  </a:lnTo>
                  <a:lnTo>
                    <a:pt x="555509" y="437070"/>
                  </a:lnTo>
                  <a:lnTo>
                    <a:pt x="560871" y="445479"/>
                  </a:lnTo>
                  <a:lnTo>
                    <a:pt x="560966" y="452242"/>
                  </a:lnTo>
                  <a:lnTo>
                    <a:pt x="566232" y="459703"/>
                  </a:lnTo>
                  <a:lnTo>
                    <a:pt x="572539" y="462795"/>
                  </a:lnTo>
                  <a:lnTo>
                    <a:pt x="584886" y="463249"/>
                  </a:lnTo>
                  <a:lnTo>
                    <a:pt x="593000" y="462757"/>
                  </a:lnTo>
                  <a:lnTo>
                    <a:pt x="600162" y="468836"/>
                  </a:lnTo>
                  <a:lnTo>
                    <a:pt x="606878" y="466970"/>
                  </a:lnTo>
                  <a:lnTo>
                    <a:pt x="615652" y="474734"/>
                  </a:lnTo>
                  <a:lnTo>
                    <a:pt x="618611" y="482509"/>
                  </a:lnTo>
                  <a:lnTo>
                    <a:pt x="629452" y="481732"/>
                  </a:lnTo>
                  <a:lnTo>
                    <a:pt x="631540" y="488039"/>
                  </a:lnTo>
                  <a:lnTo>
                    <a:pt x="626411" y="499071"/>
                  </a:lnTo>
                  <a:lnTo>
                    <a:pt x="620707" y="502055"/>
                  </a:lnTo>
                  <a:lnTo>
                    <a:pt x="617498" y="508510"/>
                  </a:lnTo>
                  <a:lnTo>
                    <a:pt x="618746" y="513535"/>
                  </a:lnTo>
                  <a:lnTo>
                    <a:pt x="609274" y="510514"/>
                  </a:lnTo>
                  <a:lnTo>
                    <a:pt x="603921" y="506300"/>
                  </a:lnTo>
                  <a:lnTo>
                    <a:pt x="597132" y="513692"/>
                  </a:lnTo>
                  <a:lnTo>
                    <a:pt x="588783" y="525126"/>
                  </a:lnTo>
                  <a:lnTo>
                    <a:pt x="587322" y="513986"/>
                  </a:lnTo>
                  <a:lnTo>
                    <a:pt x="591613" y="505987"/>
                  </a:lnTo>
                  <a:lnTo>
                    <a:pt x="587388" y="499464"/>
                  </a:lnTo>
                  <a:lnTo>
                    <a:pt x="581984" y="496662"/>
                  </a:lnTo>
                  <a:lnTo>
                    <a:pt x="575129" y="488510"/>
                  </a:lnTo>
                  <a:lnTo>
                    <a:pt x="565031" y="485995"/>
                  </a:lnTo>
                  <a:lnTo>
                    <a:pt x="559894" y="485322"/>
                  </a:lnTo>
                  <a:lnTo>
                    <a:pt x="555442" y="480615"/>
                  </a:lnTo>
                  <a:lnTo>
                    <a:pt x="544974" y="480028"/>
                  </a:lnTo>
                  <a:lnTo>
                    <a:pt x="530927" y="479676"/>
                  </a:lnTo>
                  <a:lnTo>
                    <a:pt x="526230" y="481822"/>
                  </a:lnTo>
                  <a:lnTo>
                    <a:pt x="524129" y="483982"/>
                  </a:lnTo>
                  <a:lnTo>
                    <a:pt x="518256" y="490013"/>
                  </a:lnTo>
                  <a:lnTo>
                    <a:pt x="507028" y="500841"/>
                  </a:lnTo>
                  <a:lnTo>
                    <a:pt x="503547" y="503853"/>
                  </a:lnTo>
                  <a:lnTo>
                    <a:pt x="499888" y="507018"/>
                  </a:lnTo>
                  <a:lnTo>
                    <a:pt x="488631" y="516348"/>
                  </a:lnTo>
                  <a:lnTo>
                    <a:pt x="475619" y="520702"/>
                  </a:lnTo>
                  <a:lnTo>
                    <a:pt x="466775" y="522416"/>
                  </a:lnTo>
                  <a:lnTo>
                    <a:pt x="462853" y="523174"/>
                  </a:lnTo>
                  <a:lnTo>
                    <a:pt x="457402" y="523407"/>
                  </a:lnTo>
                  <a:lnTo>
                    <a:pt x="437838" y="525680"/>
                  </a:lnTo>
                  <a:lnTo>
                    <a:pt x="426560" y="529290"/>
                  </a:lnTo>
                  <a:lnTo>
                    <a:pt x="418871" y="529827"/>
                  </a:lnTo>
                  <a:lnTo>
                    <a:pt x="412098" y="528652"/>
                  </a:lnTo>
                  <a:lnTo>
                    <a:pt x="410351" y="522205"/>
                  </a:lnTo>
                  <a:lnTo>
                    <a:pt x="401992" y="515275"/>
                  </a:lnTo>
                  <a:lnTo>
                    <a:pt x="394962" y="515043"/>
                  </a:lnTo>
                  <a:lnTo>
                    <a:pt x="383543" y="513749"/>
                  </a:lnTo>
                  <a:lnTo>
                    <a:pt x="375538" y="510443"/>
                  </a:lnTo>
                  <a:lnTo>
                    <a:pt x="360808" y="507909"/>
                  </a:lnTo>
                  <a:lnTo>
                    <a:pt x="353536" y="501715"/>
                  </a:lnTo>
                  <a:lnTo>
                    <a:pt x="360120" y="496838"/>
                  </a:lnTo>
                  <a:lnTo>
                    <a:pt x="360986" y="492468"/>
                  </a:lnTo>
                  <a:lnTo>
                    <a:pt x="352575" y="489218"/>
                  </a:lnTo>
                  <a:lnTo>
                    <a:pt x="348680" y="485651"/>
                  </a:lnTo>
                  <a:lnTo>
                    <a:pt x="350366" y="482254"/>
                  </a:lnTo>
                  <a:lnTo>
                    <a:pt x="344198" y="475717"/>
                  </a:lnTo>
                  <a:lnTo>
                    <a:pt x="336577" y="480160"/>
                  </a:lnTo>
                  <a:lnTo>
                    <a:pt x="333318" y="476523"/>
                  </a:lnTo>
                  <a:lnTo>
                    <a:pt x="327551" y="472686"/>
                  </a:lnTo>
                  <a:lnTo>
                    <a:pt x="326402" y="468136"/>
                  </a:lnTo>
                  <a:lnTo>
                    <a:pt x="325544" y="464355"/>
                  </a:lnTo>
                  <a:lnTo>
                    <a:pt x="318217" y="460072"/>
                  </a:lnTo>
                  <a:lnTo>
                    <a:pt x="313037" y="460647"/>
                  </a:lnTo>
                  <a:lnTo>
                    <a:pt x="314651" y="451174"/>
                  </a:lnTo>
                  <a:lnTo>
                    <a:pt x="308995" y="445397"/>
                  </a:lnTo>
                  <a:lnTo>
                    <a:pt x="300635" y="445718"/>
                  </a:lnTo>
                  <a:lnTo>
                    <a:pt x="292488" y="449789"/>
                  </a:lnTo>
                  <a:lnTo>
                    <a:pt x="287394" y="453279"/>
                  </a:lnTo>
                  <a:lnTo>
                    <a:pt x="286652" y="458173"/>
                  </a:lnTo>
                  <a:lnTo>
                    <a:pt x="285813" y="463697"/>
                  </a:lnTo>
                  <a:lnTo>
                    <a:pt x="294417" y="467136"/>
                  </a:lnTo>
                  <a:lnTo>
                    <a:pt x="305722" y="469672"/>
                  </a:lnTo>
                  <a:lnTo>
                    <a:pt x="299784" y="480958"/>
                  </a:lnTo>
                  <a:lnTo>
                    <a:pt x="293617" y="483773"/>
                  </a:lnTo>
                  <a:lnTo>
                    <a:pt x="281980" y="478816"/>
                  </a:lnTo>
                  <a:lnTo>
                    <a:pt x="267739" y="472789"/>
                  </a:lnTo>
                  <a:lnTo>
                    <a:pt x="266177" y="472280"/>
                  </a:lnTo>
                  <a:lnTo>
                    <a:pt x="263520" y="471414"/>
                  </a:lnTo>
                  <a:lnTo>
                    <a:pt x="252369" y="472980"/>
                  </a:lnTo>
                  <a:lnTo>
                    <a:pt x="241712" y="479673"/>
                  </a:lnTo>
                  <a:lnTo>
                    <a:pt x="233270" y="481491"/>
                  </a:lnTo>
                  <a:lnTo>
                    <a:pt x="222824" y="480246"/>
                  </a:lnTo>
                  <a:lnTo>
                    <a:pt x="215103" y="479075"/>
                  </a:lnTo>
                  <a:lnTo>
                    <a:pt x="203700" y="477848"/>
                  </a:lnTo>
                  <a:lnTo>
                    <a:pt x="197871" y="476803"/>
                  </a:lnTo>
                  <a:lnTo>
                    <a:pt x="189573" y="475309"/>
                  </a:lnTo>
                  <a:lnTo>
                    <a:pt x="165595" y="467102"/>
                  </a:lnTo>
                  <a:lnTo>
                    <a:pt x="151735" y="462329"/>
                  </a:lnTo>
                  <a:lnTo>
                    <a:pt x="140203" y="459830"/>
                  </a:lnTo>
                  <a:lnTo>
                    <a:pt x="129460" y="457787"/>
                  </a:lnTo>
                  <a:lnTo>
                    <a:pt x="115319" y="458271"/>
                  </a:lnTo>
                  <a:lnTo>
                    <a:pt x="101657" y="460366"/>
                  </a:lnTo>
                  <a:lnTo>
                    <a:pt x="86549" y="462055"/>
                  </a:lnTo>
                  <a:lnTo>
                    <a:pt x="62578" y="467467"/>
                  </a:lnTo>
                  <a:lnTo>
                    <a:pt x="55935" y="470800"/>
                  </a:lnTo>
                  <a:lnTo>
                    <a:pt x="51529" y="474452"/>
                  </a:lnTo>
                  <a:lnTo>
                    <a:pt x="48253" y="470156"/>
                  </a:lnTo>
                  <a:lnTo>
                    <a:pt x="44661" y="465316"/>
                  </a:lnTo>
                  <a:lnTo>
                    <a:pt x="39762" y="460070"/>
                  </a:lnTo>
                  <a:lnTo>
                    <a:pt x="46113" y="453027"/>
                  </a:lnTo>
                  <a:lnTo>
                    <a:pt x="48338" y="450101"/>
                  </a:lnTo>
                  <a:lnTo>
                    <a:pt x="50761" y="446912"/>
                  </a:lnTo>
                  <a:lnTo>
                    <a:pt x="52942" y="438602"/>
                  </a:lnTo>
                  <a:lnTo>
                    <a:pt x="60302" y="428993"/>
                  </a:lnTo>
                  <a:lnTo>
                    <a:pt x="64181" y="424545"/>
                  </a:lnTo>
                  <a:lnTo>
                    <a:pt x="64430" y="424259"/>
                  </a:lnTo>
                  <a:lnTo>
                    <a:pt x="64116" y="416365"/>
                  </a:lnTo>
                  <a:lnTo>
                    <a:pt x="63443" y="408118"/>
                  </a:lnTo>
                  <a:lnTo>
                    <a:pt x="61874" y="401277"/>
                  </a:lnTo>
                  <a:lnTo>
                    <a:pt x="61988" y="398733"/>
                  </a:lnTo>
                  <a:lnTo>
                    <a:pt x="62180" y="394444"/>
                  </a:lnTo>
                  <a:lnTo>
                    <a:pt x="55441" y="387558"/>
                  </a:lnTo>
                  <a:lnTo>
                    <a:pt x="56649" y="378376"/>
                  </a:lnTo>
                  <a:lnTo>
                    <a:pt x="57448" y="377569"/>
                  </a:lnTo>
                  <a:lnTo>
                    <a:pt x="61408" y="373567"/>
                  </a:lnTo>
                  <a:lnTo>
                    <a:pt x="59881" y="363314"/>
                  </a:lnTo>
                  <a:lnTo>
                    <a:pt x="57306" y="358290"/>
                  </a:lnTo>
                  <a:lnTo>
                    <a:pt x="62187" y="351460"/>
                  </a:lnTo>
                  <a:lnTo>
                    <a:pt x="61816" y="347065"/>
                  </a:lnTo>
                  <a:lnTo>
                    <a:pt x="67847" y="339199"/>
                  </a:lnTo>
                  <a:lnTo>
                    <a:pt x="68779" y="331191"/>
                  </a:lnTo>
                  <a:lnTo>
                    <a:pt x="73907" y="322063"/>
                  </a:lnTo>
                  <a:lnTo>
                    <a:pt x="74582" y="312998"/>
                  </a:lnTo>
                  <a:lnTo>
                    <a:pt x="74986" y="311877"/>
                  </a:lnTo>
                  <a:lnTo>
                    <a:pt x="77348" y="305315"/>
                  </a:lnTo>
                  <a:lnTo>
                    <a:pt x="74757" y="299732"/>
                  </a:lnTo>
                  <a:lnTo>
                    <a:pt x="75603" y="294055"/>
                  </a:lnTo>
                  <a:lnTo>
                    <a:pt x="76197" y="288152"/>
                  </a:lnTo>
                  <a:lnTo>
                    <a:pt x="74457" y="277809"/>
                  </a:lnTo>
                  <a:lnTo>
                    <a:pt x="74563" y="270101"/>
                  </a:lnTo>
                  <a:lnTo>
                    <a:pt x="72535" y="270361"/>
                  </a:lnTo>
                  <a:lnTo>
                    <a:pt x="66926" y="271078"/>
                  </a:lnTo>
                  <a:lnTo>
                    <a:pt x="66712" y="271105"/>
                  </a:lnTo>
                  <a:lnTo>
                    <a:pt x="64697" y="260829"/>
                  </a:lnTo>
                  <a:lnTo>
                    <a:pt x="57148" y="255734"/>
                  </a:lnTo>
                  <a:lnTo>
                    <a:pt x="57359" y="245668"/>
                  </a:lnTo>
                  <a:lnTo>
                    <a:pt x="53460" y="238720"/>
                  </a:lnTo>
                  <a:lnTo>
                    <a:pt x="47063" y="233721"/>
                  </a:lnTo>
                  <a:lnTo>
                    <a:pt x="49505" y="228739"/>
                  </a:lnTo>
                  <a:lnTo>
                    <a:pt x="42107" y="226121"/>
                  </a:lnTo>
                  <a:lnTo>
                    <a:pt x="36103" y="218565"/>
                  </a:lnTo>
                  <a:lnTo>
                    <a:pt x="37901" y="213509"/>
                  </a:lnTo>
                  <a:lnTo>
                    <a:pt x="38797" y="202833"/>
                  </a:lnTo>
                  <a:lnTo>
                    <a:pt x="32098" y="189093"/>
                  </a:lnTo>
                  <a:lnTo>
                    <a:pt x="28882" y="184054"/>
                  </a:lnTo>
                  <a:lnTo>
                    <a:pt x="24836" y="177709"/>
                  </a:lnTo>
                  <a:lnTo>
                    <a:pt x="16679" y="173768"/>
                  </a:lnTo>
                  <a:lnTo>
                    <a:pt x="10210" y="166990"/>
                  </a:lnTo>
                  <a:lnTo>
                    <a:pt x="8667" y="165372"/>
                  </a:lnTo>
                  <a:lnTo>
                    <a:pt x="7367" y="145702"/>
                  </a:lnTo>
                  <a:lnTo>
                    <a:pt x="6885" y="137847"/>
                  </a:lnTo>
                  <a:lnTo>
                    <a:pt x="5493" y="115201"/>
                  </a:lnTo>
                  <a:lnTo>
                    <a:pt x="5249" y="111317"/>
                  </a:lnTo>
                  <a:lnTo>
                    <a:pt x="3786" y="880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54327" y="4073801"/>
              <a:ext cx="433016" cy="672553"/>
            </a:xfrm>
            <a:custGeom>
              <a:avLst/>
              <a:pathLst>
                <a:path w="433016" h="672553">
                  <a:moveTo>
                    <a:pt x="21268" y="461076"/>
                  </a:moveTo>
                  <a:lnTo>
                    <a:pt x="20649" y="455834"/>
                  </a:lnTo>
                  <a:lnTo>
                    <a:pt x="20251" y="415987"/>
                  </a:lnTo>
                  <a:lnTo>
                    <a:pt x="20218" y="412942"/>
                  </a:lnTo>
                  <a:lnTo>
                    <a:pt x="20076" y="405027"/>
                  </a:lnTo>
                  <a:lnTo>
                    <a:pt x="19396" y="368592"/>
                  </a:lnTo>
                  <a:lnTo>
                    <a:pt x="19042" y="350511"/>
                  </a:lnTo>
                  <a:lnTo>
                    <a:pt x="18444" y="321132"/>
                  </a:lnTo>
                  <a:lnTo>
                    <a:pt x="18267" y="312714"/>
                  </a:lnTo>
                  <a:lnTo>
                    <a:pt x="17705" y="286625"/>
                  </a:lnTo>
                  <a:lnTo>
                    <a:pt x="17425" y="272524"/>
                  </a:lnTo>
                  <a:lnTo>
                    <a:pt x="16738" y="239271"/>
                  </a:lnTo>
                  <a:lnTo>
                    <a:pt x="16256" y="216966"/>
                  </a:lnTo>
                  <a:lnTo>
                    <a:pt x="16167" y="210715"/>
                  </a:lnTo>
                  <a:lnTo>
                    <a:pt x="15525" y="168236"/>
                  </a:lnTo>
                  <a:lnTo>
                    <a:pt x="15458" y="164415"/>
                  </a:lnTo>
                  <a:lnTo>
                    <a:pt x="14880" y="132634"/>
                  </a:lnTo>
                  <a:lnTo>
                    <a:pt x="14513" y="113389"/>
                  </a:lnTo>
                  <a:lnTo>
                    <a:pt x="14196" y="97305"/>
                  </a:lnTo>
                  <a:lnTo>
                    <a:pt x="14084" y="91752"/>
                  </a:lnTo>
                  <a:lnTo>
                    <a:pt x="13490" y="55190"/>
                  </a:lnTo>
                  <a:lnTo>
                    <a:pt x="6754" y="52039"/>
                  </a:lnTo>
                  <a:lnTo>
                    <a:pt x="527" y="42959"/>
                  </a:lnTo>
                  <a:lnTo>
                    <a:pt x="0" y="41348"/>
                  </a:lnTo>
                  <a:lnTo>
                    <a:pt x="22261" y="38471"/>
                  </a:lnTo>
                  <a:lnTo>
                    <a:pt x="23917" y="38237"/>
                  </a:lnTo>
                  <a:lnTo>
                    <a:pt x="38486" y="36170"/>
                  </a:lnTo>
                  <a:lnTo>
                    <a:pt x="63349" y="32791"/>
                  </a:lnTo>
                  <a:lnTo>
                    <a:pt x="65424" y="32513"/>
                  </a:lnTo>
                  <a:lnTo>
                    <a:pt x="85282" y="29828"/>
                  </a:lnTo>
                  <a:lnTo>
                    <a:pt x="107287" y="26802"/>
                  </a:lnTo>
                  <a:lnTo>
                    <a:pt x="108095" y="26690"/>
                  </a:lnTo>
                  <a:lnTo>
                    <a:pt x="108744" y="26604"/>
                  </a:lnTo>
                  <a:lnTo>
                    <a:pt x="149786" y="21086"/>
                  </a:lnTo>
                  <a:lnTo>
                    <a:pt x="155555" y="20295"/>
                  </a:lnTo>
                  <a:lnTo>
                    <a:pt x="190065" y="14939"/>
                  </a:lnTo>
                  <a:lnTo>
                    <a:pt x="206322" y="12237"/>
                  </a:lnTo>
                  <a:lnTo>
                    <a:pt x="207139" y="12101"/>
                  </a:lnTo>
                  <a:lnTo>
                    <a:pt x="255013" y="4667"/>
                  </a:lnTo>
                  <a:lnTo>
                    <a:pt x="284251" y="0"/>
                  </a:lnTo>
                  <a:lnTo>
                    <a:pt x="286593" y="7870"/>
                  </a:lnTo>
                  <a:lnTo>
                    <a:pt x="289259" y="16127"/>
                  </a:lnTo>
                  <a:lnTo>
                    <a:pt x="293877" y="30420"/>
                  </a:lnTo>
                  <a:lnTo>
                    <a:pt x="299443" y="46727"/>
                  </a:lnTo>
                  <a:lnTo>
                    <a:pt x="300991" y="51259"/>
                  </a:lnTo>
                  <a:lnTo>
                    <a:pt x="303847" y="59616"/>
                  </a:lnTo>
                  <a:lnTo>
                    <a:pt x="306028" y="65996"/>
                  </a:lnTo>
                  <a:lnTo>
                    <a:pt x="314238" y="90321"/>
                  </a:lnTo>
                  <a:lnTo>
                    <a:pt x="321268" y="111123"/>
                  </a:lnTo>
                  <a:lnTo>
                    <a:pt x="323111" y="116856"/>
                  </a:lnTo>
                  <a:lnTo>
                    <a:pt x="327969" y="131961"/>
                  </a:lnTo>
                  <a:lnTo>
                    <a:pt x="330605" y="140035"/>
                  </a:lnTo>
                  <a:lnTo>
                    <a:pt x="336255" y="157331"/>
                  </a:lnTo>
                  <a:lnTo>
                    <a:pt x="341105" y="172180"/>
                  </a:lnTo>
                  <a:lnTo>
                    <a:pt x="346317" y="188121"/>
                  </a:lnTo>
                  <a:lnTo>
                    <a:pt x="348297" y="194204"/>
                  </a:lnTo>
                  <a:lnTo>
                    <a:pt x="350603" y="201285"/>
                  </a:lnTo>
                  <a:lnTo>
                    <a:pt x="363179" y="239861"/>
                  </a:lnTo>
                  <a:lnTo>
                    <a:pt x="364084" y="242635"/>
                  </a:lnTo>
                  <a:lnTo>
                    <a:pt x="374154" y="273372"/>
                  </a:lnTo>
                  <a:lnTo>
                    <a:pt x="374528" y="274511"/>
                  </a:lnTo>
                  <a:lnTo>
                    <a:pt x="377862" y="278657"/>
                  </a:lnTo>
                  <a:lnTo>
                    <a:pt x="383485" y="287916"/>
                  </a:lnTo>
                  <a:lnTo>
                    <a:pt x="385073" y="290529"/>
                  </a:lnTo>
                  <a:lnTo>
                    <a:pt x="389450" y="299658"/>
                  </a:lnTo>
                  <a:lnTo>
                    <a:pt x="391877" y="306043"/>
                  </a:lnTo>
                  <a:lnTo>
                    <a:pt x="393089" y="309233"/>
                  </a:lnTo>
                  <a:lnTo>
                    <a:pt x="401355" y="315863"/>
                  </a:lnTo>
                  <a:lnTo>
                    <a:pt x="402309" y="317567"/>
                  </a:lnTo>
                  <a:lnTo>
                    <a:pt x="402523" y="317950"/>
                  </a:lnTo>
                  <a:lnTo>
                    <a:pt x="406993" y="325928"/>
                  </a:lnTo>
                  <a:lnTo>
                    <a:pt x="407267" y="334596"/>
                  </a:lnTo>
                  <a:lnTo>
                    <a:pt x="407335" y="336750"/>
                  </a:lnTo>
                  <a:lnTo>
                    <a:pt x="405113" y="340766"/>
                  </a:lnTo>
                  <a:lnTo>
                    <a:pt x="411643" y="343806"/>
                  </a:lnTo>
                  <a:lnTo>
                    <a:pt x="419711" y="348171"/>
                  </a:lnTo>
                  <a:lnTo>
                    <a:pt x="417223" y="353063"/>
                  </a:lnTo>
                  <a:lnTo>
                    <a:pt x="416320" y="354836"/>
                  </a:lnTo>
                  <a:lnTo>
                    <a:pt x="409394" y="360661"/>
                  </a:lnTo>
                  <a:lnTo>
                    <a:pt x="403535" y="368450"/>
                  </a:lnTo>
                  <a:lnTo>
                    <a:pt x="405851" y="374680"/>
                  </a:lnTo>
                  <a:lnTo>
                    <a:pt x="405875" y="378107"/>
                  </a:lnTo>
                  <a:lnTo>
                    <a:pt x="405940" y="387707"/>
                  </a:lnTo>
                  <a:lnTo>
                    <a:pt x="405962" y="391047"/>
                  </a:lnTo>
                  <a:lnTo>
                    <a:pt x="402247" y="401804"/>
                  </a:lnTo>
                  <a:lnTo>
                    <a:pt x="400200" y="409547"/>
                  </a:lnTo>
                  <a:lnTo>
                    <a:pt x="402831" y="417134"/>
                  </a:lnTo>
                  <a:lnTo>
                    <a:pt x="403603" y="419360"/>
                  </a:lnTo>
                  <a:lnTo>
                    <a:pt x="404956" y="423257"/>
                  </a:lnTo>
                  <a:lnTo>
                    <a:pt x="404972" y="428399"/>
                  </a:lnTo>
                  <a:lnTo>
                    <a:pt x="414129" y="436983"/>
                  </a:lnTo>
                  <a:lnTo>
                    <a:pt x="415156" y="443541"/>
                  </a:lnTo>
                  <a:lnTo>
                    <a:pt x="417513" y="446693"/>
                  </a:lnTo>
                  <a:lnTo>
                    <a:pt x="416911" y="450230"/>
                  </a:lnTo>
                  <a:lnTo>
                    <a:pt x="415682" y="457427"/>
                  </a:lnTo>
                  <a:lnTo>
                    <a:pt x="417070" y="462233"/>
                  </a:lnTo>
                  <a:lnTo>
                    <a:pt x="415441" y="471862"/>
                  </a:lnTo>
                  <a:lnTo>
                    <a:pt x="416792" y="477248"/>
                  </a:lnTo>
                  <a:lnTo>
                    <a:pt x="416952" y="478993"/>
                  </a:lnTo>
                  <a:lnTo>
                    <a:pt x="417119" y="480822"/>
                  </a:lnTo>
                  <a:lnTo>
                    <a:pt x="415754" y="486031"/>
                  </a:lnTo>
                  <a:lnTo>
                    <a:pt x="417282" y="495601"/>
                  </a:lnTo>
                  <a:lnTo>
                    <a:pt x="427064" y="504551"/>
                  </a:lnTo>
                  <a:lnTo>
                    <a:pt x="429381" y="508605"/>
                  </a:lnTo>
                  <a:lnTo>
                    <a:pt x="430933" y="511320"/>
                  </a:lnTo>
                  <a:lnTo>
                    <a:pt x="433016" y="518161"/>
                  </a:lnTo>
                  <a:lnTo>
                    <a:pt x="429726" y="518747"/>
                  </a:lnTo>
                  <a:lnTo>
                    <a:pt x="416615" y="521045"/>
                  </a:lnTo>
                  <a:lnTo>
                    <a:pt x="395210" y="524922"/>
                  </a:lnTo>
                  <a:lnTo>
                    <a:pt x="377509" y="528180"/>
                  </a:lnTo>
                  <a:lnTo>
                    <a:pt x="376400" y="528383"/>
                  </a:lnTo>
                  <a:lnTo>
                    <a:pt x="347634" y="533602"/>
                  </a:lnTo>
                  <a:lnTo>
                    <a:pt x="331185" y="536595"/>
                  </a:lnTo>
                  <a:lnTo>
                    <a:pt x="314977" y="539230"/>
                  </a:lnTo>
                  <a:lnTo>
                    <a:pt x="303778" y="541035"/>
                  </a:lnTo>
                  <a:lnTo>
                    <a:pt x="297525" y="542037"/>
                  </a:lnTo>
                  <a:lnTo>
                    <a:pt x="277141" y="545275"/>
                  </a:lnTo>
                  <a:lnTo>
                    <a:pt x="274424" y="545697"/>
                  </a:lnTo>
                  <a:lnTo>
                    <a:pt x="254355" y="548794"/>
                  </a:lnTo>
                  <a:lnTo>
                    <a:pt x="240022" y="550910"/>
                  </a:lnTo>
                  <a:lnTo>
                    <a:pt x="228823" y="552548"/>
                  </a:lnTo>
                  <a:lnTo>
                    <a:pt x="223503" y="553321"/>
                  </a:lnTo>
                  <a:lnTo>
                    <a:pt x="212490" y="554973"/>
                  </a:lnTo>
                  <a:lnTo>
                    <a:pt x="185386" y="558911"/>
                  </a:lnTo>
                  <a:lnTo>
                    <a:pt x="168327" y="561549"/>
                  </a:lnTo>
                  <a:lnTo>
                    <a:pt x="155278" y="563528"/>
                  </a:lnTo>
                  <a:lnTo>
                    <a:pt x="144511" y="565179"/>
                  </a:lnTo>
                  <a:lnTo>
                    <a:pt x="135383" y="566527"/>
                  </a:lnTo>
                  <a:lnTo>
                    <a:pt x="136941" y="572532"/>
                  </a:lnTo>
                  <a:lnTo>
                    <a:pt x="133429" y="584644"/>
                  </a:lnTo>
                  <a:lnTo>
                    <a:pt x="145746" y="596187"/>
                  </a:lnTo>
                  <a:lnTo>
                    <a:pt x="148384" y="599759"/>
                  </a:lnTo>
                  <a:lnTo>
                    <a:pt x="158529" y="604457"/>
                  </a:lnTo>
                  <a:lnTo>
                    <a:pt x="163983" y="608460"/>
                  </a:lnTo>
                  <a:lnTo>
                    <a:pt x="164757" y="615506"/>
                  </a:lnTo>
                  <a:lnTo>
                    <a:pt x="162172" y="623224"/>
                  </a:lnTo>
                  <a:lnTo>
                    <a:pt x="161355" y="629140"/>
                  </a:lnTo>
                  <a:lnTo>
                    <a:pt x="165670" y="635309"/>
                  </a:lnTo>
                  <a:lnTo>
                    <a:pt x="171579" y="637235"/>
                  </a:lnTo>
                  <a:lnTo>
                    <a:pt x="164598" y="642797"/>
                  </a:lnTo>
                  <a:lnTo>
                    <a:pt x="163212" y="651008"/>
                  </a:lnTo>
                  <a:lnTo>
                    <a:pt x="156619" y="660598"/>
                  </a:lnTo>
                  <a:lnTo>
                    <a:pt x="141057" y="667015"/>
                  </a:lnTo>
                  <a:lnTo>
                    <a:pt x="122611" y="672553"/>
                  </a:lnTo>
                  <a:lnTo>
                    <a:pt x="113807" y="672323"/>
                  </a:lnTo>
                  <a:lnTo>
                    <a:pt x="123216" y="665497"/>
                  </a:lnTo>
                  <a:lnTo>
                    <a:pt x="123627" y="659428"/>
                  </a:lnTo>
                  <a:lnTo>
                    <a:pt x="114751" y="652667"/>
                  </a:lnTo>
                  <a:lnTo>
                    <a:pt x="108050" y="645127"/>
                  </a:lnTo>
                  <a:lnTo>
                    <a:pt x="105162" y="639955"/>
                  </a:lnTo>
                  <a:lnTo>
                    <a:pt x="107799" y="630982"/>
                  </a:lnTo>
                  <a:lnTo>
                    <a:pt x="105702" y="626537"/>
                  </a:lnTo>
                  <a:lnTo>
                    <a:pt x="102761" y="617907"/>
                  </a:lnTo>
                  <a:lnTo>
                    <a:pt x="93202" y="614989"/>
                  </a:lnTo>
                  <a:lnTo>
                    <a:pt x="87758" y="621069"/>
                  </a:lnTo>
                  <a:lnTo>
                    <a:pt x="88326" y="628652"/>
                  </a:lnTo>
                  <a:lnTo>
                    <a:pt x="87060" y="634510"/>
                  </a:lnTo>
                  <a:lnTo>
                    <a:pt x="85218" y="640913"/>
                  </a:lnTo>
                  <a:lnTo>
                    <a:pt x="86565" y="654130"/>
                  </a:lnTo>
                  <a:lnTo>
                    <a:pt x="84314" y="665421"/>
                  </a:lnTo>
                  <a:lnTo>
                    <a:pt x="77403" y="666306"/>
                  </a:lnTo>
                  <a:lnTo>
                    <a:pt x="70233" y="667603"/>
                  </a:lnTo>
                  <a:lnTo>
                    <a:pt x="63208" y="661804"/>
                  </a:lnTo>
                  <a:lnTo>
                    <a:pt x="56832" y="660088"/>
                  </a:lnTo>
                  <a:lnTo>
                    <a:pt x="53523" y="663050"/>
                  </a:lnTo>
                  <a:lnTo>
                    <a:pt x="49801" y="640028"/>
                  </a:lnTo>
                  <a:lnTo>
                    <a:pt x="45916" y="615065"/>
                  </a:lnTo>
                  <a:lnTo>
                    <a:pt x="45834" y="614558"/>
                  </a:lnTo>
                  <a:lnTo>
                    <a:pt x="44760" y="607938"/>
                  </a:lnTo>
                  <a:lnTo>
                    <a:pt x="40186" y="579777"/>
                  </a:lnTo>
                  <a:lnTo>
                    <a:pt x="37689" y="564413"/>
                  </a:lnTo>
                  <a:lnTo>
                    <a:pt x="30979" y="523764"/>
                  </a:lnTo>
                  <a:lnTo>
                    <a:pt x="30661" y="521835"/>
                  </a:lnTo>
                  <a:lnTo>
                    <a:pt x="26599" y="497223"/>
                  </a:lnTo>
                  <a:lnTo>
                    <a:pt x="24926" y="487117"/>
                  </a:lnTo>
                  <a:lnTo>
                    <a:pt x="22892" y="4748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43072" y="2864796"/>
              <a:ext cx="11286" cy="8704"/>
            </a:xfrm>
            <a:custGeom>
              <a:avLst/>
              <a:pathLst>
                <a:path w="11286" h="8704">
                  <a:moveTo>
                    <a:pt x="0" y="6692"/>
                  </a:moveTo>
                  <a:lnTo>
                    <a:pt x="2673" y="5476"/>
                  </a:lnTo>
                  <a:lnTo>
                    <a:pt x="6396" y="3718"/>
                  </a:lnTo>
                  <a:lnTo>
                    <a:pt x="6182" y="0"/>
                  </a:lnTo>
                  <a:lnTo>
                    <a:pt x="8872" y="674"/>
                  </a:lnTo>
                  <a:lnTo>
                    <a:pt x="11286" y="4691"/>
                  </a:lnTo>
                  <a:lnTo>
                    <a:pt x="9899" y="6638"/>
                  </a:lnTo>
                  <a:lnTo>
                    <a:pt x="7123" y="7574"/>
                  </a:lnTo>
                  <a:lnTo>
                    <a:pt x="3169" y="870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23710" y="2867792"/>
              <a:ext cx="12877" cy="13463"/>
            </a:xfrm>
            <a:custGeom>
              <a:avLst/>
              <a:pathLst>
                <a:path w="12877" h="13463">
                  <a:moveTo>
                    <a:pt x="0" y="8895"/>
                  </a:moveTo>
                  <a:lnTo>
                    <a:pt x="2339" y="7357"/>
                  </a:lnTo>
                  <a:lnTo>
                    <a:pt x="3461" y="2960"/>
                  </a:lnTo>
                  <a:lnTo>
                    <a:pt x="5561" y="0"/>
                  </a:lnTo>
                  <a:lnTo>
                    <a:pt x="7725" y="712"/>
                  </a:lnTo>
                  <a:lnTo>
                    <a:pt x="10094" y="1272"/>
                  </a:lnTo>
                  <a:lnTo>
                    <a:pt x="11269" y="1121"/>
                  </a:lnTo>
                  <a:lnTo>
                    <a:pt x="12877" y="3941"/>
                  </a:lnTo>
                  <a:lnTo>
                    <a:pt x="8638" y="5811"/>
                  </a:lnTo>
                  <a:lnTo>
                    <a:pt x="4860" y="7593"/>
                  </a:lnTo>
                  <a:lnTo>
                    <a:pt x="2994" y="10359"/>
                  </a:lnTo>
                  <a:lnTo>
                    <a:pt x="2098" y="13463"/>
                  </a:lnTo>
                  <a:lnTo>
                    <a:pt x="614" y="105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20643" y="2806408"/>
              <a:ext cx="128710" cy="70167"/>
            </a:xfrm>
            <a:custGeom>
              <a:avLst/>
              <a:pathLst>
                <a:path w="128710" h="70167">
                  <a:moveTo>
                    <a:pt x="1929" y="68702"/>
                  </a:moveTo>
                  <a:lnTo>
                    <a:pt x="702" y="47209"/>
                  </a:lnTo>
                  <a:lnTo>
                    <a:pt x="0" y="35238"/>
                  </a:lnTo>
                  <a:lnTo>
                    <a:pt x="8086" y="32673"/>
                  </a:lnTo>
                  <a:lnTo>
                    <a:pt x="11190" y="31682"/>
                  </a:lnTo>
                  <a:lnTo>
                    <a:pt x="13387" y="30977"/>
                  </a:lnTo>
                  <a:lnTo>
                    <a:pt x="15229" y="30385"/>
                  </a:lnTo>
                  <a:lnTo>
                    <a:pt x="26959" y="26710"/>
                  </a:lnTo>
                  <a:lnTo>
                    <a:pt x="32823" y="24849"/>
                  </a:lnTo>
                  <a:lnTo>
                    <a:pt x="38116" y="23157"/>
                  </a:lnTo>
                  <a:lnTo>
                    <a:pt x="38566" y="23013"/>
                  </a:lnTo>
                  <a:lnTo>
                    <a:pt x="44638" y="21053"/>
                  </a:lnTo>
                  <a:lnTo>
                    <a:pt x="45647" y="20726"/>
                  </a:lnTo>
                  <a:lnTo>
                    <a:pt x="50744" y="19066"/>
                  </a:lnTo>
                  <a:lnTo>
                    <a:pt x="54385" y="17843"/>
                  </a:lnTo>
                  <a:lnTo>
                    <a:pt x="63829" y="14670"/>
                  </a:lnTo>
                  <a:lnTo>
                    <a:pt x="65739" y="14012"/>
                  </a:lnTo>
                  <a:lnTo>
                    <a:pt x="66372" y="11710"/>
                  </a:lnTo>
                  <a:lnTo>
                    <a:pt x="66688" y="11583"/>
                  </a:lnTo>
                  <a:lnTo>
                    <a:pt x="68753" y="10749"/>
                  </a:lnTo>
                  <a:lnTo>
                    <a:pt x="67735" y="8352"/>
                  </a:lnTo>
                  <a:lnTo>
                    <a:pt x="68516" y="6757"/>
                  </a:lnTo>
                  <a:lnTo>
                    <a:pt x="69665" y="6509"/>
                  </a:lnTo>
                  <a:lnTo>
                    <a:pt x="71463" y="6121"/>
                  </a:lnTo>
                  <a:lnTo>
                    <a:pt x="71558" y="4786"/>
                  </a:lnTo>
                  <a:lnTo>
                    <a:pt x="71664" y="3275"/>
                  </a:lnTo>
                  <a:lnTo>
                    <a:pt x="73611" y="2014"/>
                  </a:lnTo>
                  <a:lnTo>
                    <a:pt x="74516" y="850"/>
                  </a:lnTo>
                  <a:lnTo>
                    <a:pt x="76909" y="686"/>
                  </a:lnTo>
                  <a:lnTo>
                    <a:pt x="78422" y="0"/>
                  </a:lnTo>
                  <a:lnTo>
                    <a:pt x="80332" y="4019"/>
                  </a:lnTo>
                  <a:lnTo>
                    <a:pt x="82593" y="6866"/>
                  </a:lnTo>
                  <a:lnTo>
                    <a:pt x="84675" y="8243"/>
                  </a:lnTo>
                  <a:lnTo>
                    <a:pt x="86373" y="7970"/>
                  </a:lnTo>
                  <a:lnTo>
                    <a:pt x="87111" y="6263"/>
                  </a:lnTo>
                  <a:lnTo>
                    <a:pt x="88700" y="6265"/>
                  </a:lnTo>
                  <a:lnTo>
                    <a:pt x="89696" y="8123"/>
                  </a:lnTo>
                  <a:lnTo>
                    <a:pt x="88597" y="11323"/>
                  </a:lnTo>
                  <a:lnTo>
                    <a:pt x="87243" y="12099"/>
                  </a:lnTo>
                  <a:lnTo>
                    <a:pt x="84050" y="14156"/>
                  </a:lnTo>
                  <a:lnTo>
                    <a:pt x="82785" y="15239"/>
                  </a:lnTo>
                  <a:lnTo>
                    <a:pt x="84190" y="17835"/>
                  </a:lnTo>
                  <a:lnTo>
                    <a:pt x="82870" y="19405"/>
                  </a:lnTo>
                  <a:lnTo>
                    <a:pt x="82699" y="21700"/>
                  </a:lnTo>
                  <a:lnTo>
                    <a:pt x="81354" y="22330"/>
                  </a:lnTo>
                  <a:lnTo>
                    <a:pt x="80465" y="22745"/>
                  </a:lnTo>
                  <a:lnTo>
                    <a:pt x="80542" y="22914"/>
                  </a:lnTo>
                  <a:lnTo>
                    <a:pt x="81852" y="25871"/>
                  </a:lnTo>
                  <a:lnTo>
                    <a:pt x="81795" y="26462"/>
                  </a:lnTo>
                  <a:lnTo>
                    <a:pt x="81678" y="27674"/>
                  </a:lnTo>
                  <a:lnTo>
                    <a:pt x="81973" y="27998"/>
                  </a:lnTo>
                  <a:lnTo>
                    <a:pt x="83559" y="29740"/>
                  </a:lnTo>
                  <a:lnTo>
                    <a:pt x="83946" y="28849"/>
                  </a:lnTo>
                  <a:lnTo>
                    <a:pt x="84581" y="27383"/>
                  </a:lnTo>
                  <a:lnTo>
                    <a:pt x="85859" y="27159"/>
                  </a:lnTo>
                  <a:lnTo>
                    <a:pt x="87389" y="28274"/>
                  </a:lnTo>
                  <a:lnTo>
                    <a:pt x="87950" y="28244"/>
                  </a:lnTo>
                  <a:lnTo>
                    <a:pt x="89683" y="28150"/>
                  </a:lnTo>
                  <a:lnTo>
                    <a:pt x="90006" y="28303"/>
                  </a:lnTo>
                  <a:lnTo>
                    <a:pt x="92314" y="29397"/>
                  </a:lnTo>
                  <a:lnTo>
                    <a:pt x="95104" y="32416"/>
                  </a:lnTo>
                  <a:lnTo>
                    <a:pt x="97508" y="34194"/>
                  </a:lnTo>
                  <a:lnTo>
                    <a:pt x="97909" y="35914"/>
                  </a:lnTo>
                  <a:lnTo>
                    <a:pt x="97443" y="38214"/>
                  </a:lnTo>
                  <a:lnTo>
                    <a:pt x="98731" y="40078"/>
                  </a:lnTo>
                  <a:lnTo>
                    <a:pt x="100859" y="40304"/>
                  </a:lnTo>
                  <a:lnTo>
                    <a:pt x="101517" y="39561"/>
                  </a:lnTo>
                  <a:lnTo>
                    <a:pt x="103302" y="40619"/>
                  </a:lnTo>
                  <a:lnTo>
                    <a:pt x="104960" y="43028"/>
                  </a:lnTo>
                  <a:lnTo>
                    <a:pt x="105165" y="45207"/>
                  </a:lnTo>
                  <a:lnTo>
                    <a:pt x="105386" y="45338"/>
                  </a:lnTo>
                  <a:lnTo>
                    <a:pt x="107420" y="46536"/>
                  </a:lnTo>
                  <a:lnTo>
                    <a:pt x="109506" y="46832"/>
                  </a:lnTo>
                  <a:lnTo>
                    <a:pt x="113696" y="46091"/>
                  </a:lnTo>
                  <a:lnTo>
                    <a:pt x="115650" y="46103"/>
                  </a:lnTo>
                  <a:lnTo>
                    <a:pt x="117148" y="44380"/>
                  </a:lnTo>
                  <a:lnTo>
                    <a:pt x="119995" y="42430"/>
                  </a:lnTo>
                  <a:lnTo>
                    <a:pt x="122728" y="39853"/>
                  </a:lnTo>
                  <a:lnTo>
                    <a:pt x="123059" y="38607"/>
                  </a:lnTo>
                  <a:lnTo>
                    <a:pt x="122239" y="36617"/>
                  </a:lnTo>
                  <a:lnTo>
                    <a:pt x="119611" y="35938"/>
                  </a:lnTo>
                  <a:lnTo>
                    <a:pt x="118535" y="33529"/>
                  </a:lnTo>
                  <a:lnTo>
                    <a:pt x="116968" y="30278"/>
                  </a:lnTo>
                  <a:lnTo>
                    <a:pt x="114515" y="30476"/>
                  </a:lnTo>
                  <a:lnTo>
                    <a:pt x="113306" y="31295"/>
                  </a:lnTo>
                  <a:lnTo>
                    <a:pt x="110770" y="29986"/>
                  </a:lnTo>
                  <a:lnTo>
                    <a:pt x="112302" y="28407"/>
                  </a:lnTo>
                  <a:lnTo>
                    <a:pt x="113780" y="27270"/>
                  </a:lnTo>
                  <a:lnTo>
                    <a:pt x="117206" y="27410"/>
                  </a:lnTo>
                  <a:lnTo>
                    <a:pt x="120137" y="29703"/>
                  </a:lnTo>
                  <a:lnTo>
                    <a:pt x="122037" y="32863"/>
                  </a:lnTo>
                  <a:lnTo>
                    <a:pt x="125286" y="37680"/>
                  </a:lnTo>
                  <a:lnTo>
                    <a:pt x="127542" y="42997"/>
                  </a:lnTo>
                  <a:lnTo>
                    <a:pt x="128619" y="46212"/>
                  </a:lnTo>
                  <a:lnTo>
                    <a:pt x="128710" y="49948"/>
                  </a:lnTo>
                  <a:lnTo>
                    <a:pt x="127297" y="50883"/>
                  </a:lnTo>
                  <a:lnTo>
                    <a:pt x="125990" y="47400"/>
                  </a:lnTo>
                  <a:lnTo>
                    <a:pt x="125277" y="44951"/>
                  </a:lnTo>
                  <a:lnTo>
                    <a:pt x="123784" y="45894"/>
                  </a:lnTo>
                  <a:lnTo>
                    <a:pt x="120611" y="47897"/>
                  </a:lnTo>
                  <a:lnTo>
                    <a:pt x="117476" y="50842"/>
                  </a:lnTo>
                  <a:lnTo>
                    <a:pt x="115539" y="50926"/>
                  </a:lnTo>
                  <a:lnTo>
                    <a:pt x="113320" y="53057"/>
                  </a:lnTo>
                  <a:lnTo>
                    <a:pt x="112077" y="54304"/>
                  </a:lnTo>
                  <a:lnTo>
                    <a:pt x="111603" y="56238"/>
                  </a:lnTo>
                  <a:lnTo>
                    <a:pt x="108995" y="57779"/>
                  </a:lnTo>
                  <a:lnTo>
                    <a:pt x="106337" y="60340"/>
                  </a:lnTo>
                  <a:lnTo>
                    <a:pt x="105939" y="60812"/>
                  </a:lnTo>
                  <a:lnTo>
                    <a:pt x="104203" y="62873"/>
                  </a:lnTo>
                  <a:lnTo>
                    <a:pt x="102994" y="65433"/>
                  </a:lnTo>
                  <a:lnTo>
                    <a:pt x="101085" y="67239"/>
                  </a:lnTo>
                  <a:lnTo>
                    <a:pt x="98318" y="69159"/>
                  </a:lnTo>
                  <a:lnTo>
                    <a:pt x="98023" y="66886"/>
                  </a:lnTo>
                  <a:lnTo>
                    <a:pt x="101597" y="63278"/>
                  </a:lnTo>
                  <a:lnTo>
                    <a:pt x="103537" y="60142"/>
                  </a:lnTo>
                  <a:lnTo>
                    <a:pt x="104206" y="59059"/>
                  </a:lnTo>
                  <a:lnTo>
                    <a:pt x="103579" y="57014"/>
                  </a:lnTo>
                  <a:lnTo>
                    <a:pt x="102705" y="56747"/>
                  </a:lnTo>
                  <a:lnTo>
                    <a:pt x="100602" y="56105"/>
                  </a:lnTo>
                  <a:lnTo>
                    <a:pt x="99981" y="58444"/>
                  </a:lnTo>
                  <a:lnTo>
                    <a:pt x="99691" y="59534"/>
                  </a:lnTo>
                  <a:lnTo>
                    <a:pt x="98577" y="59724"/>
                  </a:lnTo>
                  <a:lnTo>
                    <a:pt x="96844" y="60920"/>
                  </a:lnTo>
                  <a:lnTo>
                    <a:pt x="96396" y="63027"/>
                  </a:lnTo>
                  <a:lnTo>
                    <a:pt x="95556" y="64921"/>
                  </a:lnTo>
                  <a:lnTo>
                    <a:pt x="93939" y="66110"/>
                  </a:lnTo>
                  <a:lnTo>
                    <a:pt x="92096" y="66269"/>
                  </a:lnTo>
                  <a:lnTo>
                    <a:pt x="91122" y="67256"/>
                  </a:lnTo>
                  <a:lnTo>
                    <a:pt x="88844" y="62612"/>
                  </a:lnTo>
                  <a:lnTo>
                    <a:pt x="88588" y="61723"/>
                  </a:lnTo>
                  <a:lnTo>
                    <a:pt x="88060" y="59895"/>
                  </a:lnTo>
                  <a:lnTo>
                    <a:pt x="85723" y="59990"/>
                  </a:lnTo>
                  <a:lnTo>
                    <a:pt x="85043" y="59450"/>
                  </a:lnTo>
                  <a:lnTo>
                    <a:pt x="82275" y="57245"/>
                  </a:lnTo>
                  <a:lnTo>
                    <a:pt x="80004" y="56791"/>
                  </a:lnTo>
                  <a:lnTo>
                    <a:pt x="79518" y="56693"/>
                  </a:lnTo>
                  <a:lnTo>
                    <a:pt x="78376" y="54537"/>
                  </a:lnTo>
                  <a:lnTo>
                    <a:pt x="77389" y="51695"/>
                  </a:lnTo>
                  <a:lnTo>
                    <a:pt x="75982" y="52231"/>
                  </a:lnTo>
                  <a:lnTo>
                    <a:pt x="75033" y="49503"/>
                  </a:lnTo>
                  <a:lnTo>
                    <a:pt x="74499" y="47980"/>
                  </a:lnTo>
                  <a:lnTo>
                    <a:pt x="73952" y="46422"/>
                  </a:lnTo>
                  <a:lnTo>
                    <a:pt x="70121" y="48003"/>
                  </a:lnTo>
                  <a:lnTo>
                    <a:pt x="68112" y="48829"/>
                  </a:lnTo>
                  <a:lnTo>
                    <a:pt x="67074" y="49258"/>
                  </a:lnTo>
                  <a:lnTo>
                    <a:pt x="66562" y="49469"/>
                  </a:lnTo>
                  <a:lnTo>
                    <a:pt x="60240" y="52064"/>
                  </a:lnTo>
                  <a:lnTo>
                    <a:pt x="59945" y="51364"/>
                  </a:lnTo>
                  <a:lnTo>
                    <a:pt x="58423" y="51881"/>
                  </a:lnTo>
                  <a:lnTo>
                    <a:pt x="53679" y="53486"/>
                  </a:lnTo>
                  <a:lnTo>
                    <a:pt x="48699" y="55179"/>
                  </a:lnTo>
                  <a:lnTo>
                    <a:pt x="46362" y="55970"/>
                  </a:lnTo>
                  <a:lnTo>
                    <a:pt x="42607" y="57235"/>
                  </a:lnTo>
                  <a:lnTo>
                    <a:pt x="35528" y="59648"/>
                  </a:lnTo>
                  <a:lnTo>
                    <a:pt x="32916" y="60760"/>
                  </a:lnTo>
                  <a:lnTo>
                    <a:pt x="28566" y="62012"/>
                  </a:lnTo>
                  <a:lnTo>
                    <a:pt x="28038" y="63932"/>
                  </a:lnTo>
                  <a:lnTo>
                    <a:pt x="27783" y="64067"/>
                  </a:lnTo>
                  <a:lnTo>
                    <a:pt x="26661" y="64661"/>
                  </a:lnTo>
                  <a:lnTo>
                    <a:pt x="24825" y="63307"/>
                  </a:lnTo>
                  <a:lnTo>
                    <a:pt x="24268" y="63493"/>
                  </a:lnTo>
                  <a:lnTo>
                    <a:pt x="19697" y="65015"/>
                  </a:lnTo>
                  <a:lnTo>
                    <a:pt x="17872" y="65577"/>
                  </a:lnTo>
                  <a:lnTo>
                    <a:pt x="15368" y="66346"/>
                  </a:lnTo>
                  <a:lnTo>
                    <a:pt x="11846" y="67423"/>
                  </a:lnTo>
                  <a:lnTo>
                    <a:pt x="3180" y="70167"/>
                  </a:lnTo>
                  <a:lnTo>
                    <a:pt x="3038" y="7000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71129" y="3463737"/>
              <a:ext cx="6121" cy="7989"/>
            </a:xfrm>
            <a:custGeom>
              <a:avLst/>
              <a:pathLst>
                <a:path w="6121" h="7989">
                  <a:moveTo>
                    <a:pt x="0" y="1727"/>
                  </a:moveTo>
                  <a:lnTo>
                    <a:pt x="2302" y="0"/>
                  </a:lnTo>
                  <a:lnTo>
                    <a:pt x="4849" y="2182"/>
                  </a:lnTo>
                  <a:lnTo>
                    <a:pt x="6121" y="7989"/>
                  </a:lnTo>
                  <a:lnTo>
                    <a:pt x="1670" y="78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008445" y="3315208"/>
              <a:ext cx="318622" cy="156506"/>
            </a:xfrm>
            <a:custGeom>
              <a:avLst/>
              <a:pathLst>
                <a:path w="318622" h="156506">
                  <a:moveTo>
                    <a:pt x="7262" y="99852"/>
                  </a:moveTo>
                  <a:lnTo>
                    <a:pt x="3537" y="83661"/>
                  </a:lnTo>
                  <a:lnTo>
                    <a:pt x="0" y="67237"/>
                  </a:lnTo>
                  <a:lnTo>
                    <a:pt x="5487" y="65795"/>
                  </a:lnTo>
                  <a:lnTo>
                    <a:pt x="28071" y="59796"/>
                  </a:lnTo>
                  <a:lnTo>
                    <a:pt x="35701" y="57785"/>
                  </a:lnTo>
                  <a:lnTo>
                    <a:pt x="43520" y="55711"/>
                  </a:lnTo>
                  <a:lnTo>
                    <a:pt x="49033" y="54242"/>
                  </a:lnTo>
                  <a:lnTo>
                    <a:pt x="71352" y="48286"/>
                  </a:lnTo>
                  <a:lnTo>
                    <a:pt x="73814" y="47622"/>
                  </a:lnTo>
                  <a:lnTo>
                    <a:pt x="89638" y="43319"/>
                  </a:lnTo>
                  <a:lnTo>
                    <a:pt x="91138" y="42908"/>
                  </a:lnTo>
                  <a:lnTo>
                    <a:pt x="111083" y="37465"/>
                  </a:lnTo>
                  <a:lnTo>
                    <a:pt x="130512" y="32122"/>
                  </a:lnTo>
                  <a:lnTo>
                    <a:pt x="131160" y="31938"/>
                  </a:lnTo>
                  <a:lnTo>
                    <a:pt x="145341" y="27897"/>
                  </a:lnTo>
                  <a:lnTo>
                    <a:pt x="146824" y="27474"/>
                  </a:lnTo>
                  <a:lnTo>
                    <a:pt x="160898" y="23431"/>
                  </a:lnTo>
                  <a:lnTo>
                    <a:pt x="161432" y="23277"/>
                  </a:lnTo>
                  <a:lnTo>
                    <a:pt x="174579" y="19357"/>
                  </a:lnTo>
                  <a:lnTo>
                    <a:pt x="179173" y="17978"/>
                  </a:lnTo>
                  <a:lnTo>
                    <a:pt x="180342" y="17634"/>
                  </a:lnTo>
                  <a:lnTo>
                    <a:pt x="188609" y="15192"/>
                  </a:lnTo>
                  <a:lnTo>
                    <a:pt x="198306" y="12309"/>
                  </a:lnTo>
                  <a:lnTo>
                    <a:pt x="209851" y="8847"/>
                  </a:lnTo>
                  <a:lnTo>
                    <a:pt x="210263" y="8723"/>
                  </a:lnTo>
                  <a:lnTo>
                    <a:pt x="216541" y="6822"/>
                  </a:lnTo>
                  <a:lnTo>
                    <a:pt x="238849" y="0"/>
                  </a:lnTo>
                  <a:lnTo>
                    <a:pt x="248625" y="29044"/>
                  </a:lnTo>
                  <a:lnTo>
                    <a:pt x="250999" y="35817"/>
                  </a:lnTo>
                  <a:lnTo>
                    <a:pt x="252472" y="40022"/>
                  </a:lnTo>
                  <a:lnTo>
                    <a:pt x="255515" y="48713"/>
                  </a:lnTo>
                  <a:lnTo>
                    <a:pt x="264710" y="75009"/>
                  </a:lnTo>
                  <a:lnTo>
                    <a:pt x="270408" y="91332"/>
                  </a:lnTo>
                  <a:lnTo>
                    <a:pt x="272579" y="97595"/>
                  </a:lnTo>
                  <a:lnTo>
                    <a:pt x="273103" y="99108"/>
                  </a:lnTo>
                  <a:lnTo>
                    <a:pt x="275524" y="106041"/>
                  </a:lnTo>
                  <a:lnTo>
                    <a:pt x="289710" y="102278"/>
                  </a:lnTo>
                  <a:lnTo>
                    <a:pt x="298763" y="99590"/>
                  </a:lnTo>
                  <a:lnTo>
                    <a:pt x="308980" y="96535"/>
                  </a:lnTo>
                  <a:lnTo>
                    <a:pt x="317888" y="93715"/>
                  </a:lnTo>
                  <a:lnTo>
                    <a:pt x="318622" y="105313"/>
                  </a:lnTo>
                  <a:lnTo>
                    <a:pt x="317795" y="106760"/>
                  </a:lnTo>
                  <a:lnTo>
                    <a:pt x="317388" y="115365"/>
                  </a:lnTo>
                  <a:lnTo>
                    <a:pt x="317358" y="123795"/>
                  </a:lnTo>
                  <a:lnTo>
                    <a:pt x="317110" y="127036"/>
                  </a:lnTo>
                  <a:lnTo>
                    <a:pt x="315600" y="133909"/>
                  </a:lnTo>
                  <a:lnTo>
                    <a:pt x="291246" y="144499"/>
                  </a:lnTo>
                  <a:lnTo>
                    <a:pt x="289292" y="149128"/>
                  </a:lnTo>
                  <a:lnTo>
                    <a:pt x="285311" y="148438"/>
                  </a:lnTo>
                  <a:lnTo>
                    <a:pt x="281247" y="149556"/>
                  </a:lnTo>
                  <a:lnTo>
                    <a:pt x="277458" y="155742"/>
                  </a:lnTo>
                  <a:lnTo>
                    <a:pt x="275382" y="156506"/>
                  </a:lnTo>
                  <a:lnTo>
                    <a:pt x="273605" y="151695"/>
                  </a:lnTo>
                  <a:lnTo>
                    <a:pt x="274817" y="145367"/>
                  </a:lnTo>
                  <a:lnTo>
                    <a:pt x="274220" y="143567"/>
                  </a:lnTo>
                  <a:lnTo>
                    <a:pt x="272927" y="140171"/>
                  </a:lnTo>
                  <a:lnTo>
                    <a:pt x="267550" y="139642"/>
                  </a:lnTo>
                  <a:lnTo>
                    <a:pt x="265714" y="134367"/>
                  </a:lnTo>
                  <a:lnTo>
                    <a:pt x="270536" y="131628"/>
                  </a:lnTo>
                  <a:lnTo>
                    <a:pt x="269343" y="130241"/>
                  </a:lnTo>
                  <a:lnTo>
                    <a:pt x="267968" y="128643"/>
                  </a:lnTo>
                  <a:lnTo>
                    <a:pt x="265535" y="128928"/>
                  </a:lnTo>
                  <a:lnTo>
                    <a:pt x="264104" y="129096"/>
                  </a:lnTo>
                  <a:lnTo>
                    <a:pt x="257758" y="130473"/>
                  </a:lnTo>
                  <a:lnTo>
                    <a:pt x="259808" y="136115"/>
                  </a:lnTo>
                  <a:lnTo>
                    <a:pt x="262668" y="141299"/>
                  </a:lnTo>
                  <a:lnTo>
                    <a:pt x="264126" y="145036"/>
                  </a:lnTo>
                  <a:lnTo>
                    <a:pt x="261080" y="145067"/>
                  </a:lnTo>
                  <a:lnTo>
                    <a:pt x="257088" y="142706"/>
                  </a:lnTo>
                  <a:lnTo>
                    <a:pt x="255955" y="136788"/>
                  </a:lnTo>
                  <a:lnTo>
                    <a:pt x="251939" y="134328"/>
                  </a:lnTo>
                  <a:lnTo>
                    <a:pt x="244812" y="129649"/>
                  </a:lnTo>
                  <a:lnTo>
                    <a:pt x="241729" y="128792"/>
                  </a:lnTo>
                  <a:lnTo>
                    <a:pt x="241356" y="125435"/>
                  </a:lnTo>
                  <a:lnTo>
                    <a:pt x="238392" y="122535"/>
                  </a:lnTo>
                  <a:lnTo>
                    <a:pt x="232642" y="115993"/>
                  </a:lnTo>
                  <a:lnTo>
                    <a:pt x="235342" y="110594"/>
                  </a:lnTo>
                  <a:lnTo>
                    <a:pt x="233877" y="108501"/>
                  </a:lnTo>
                  <a:lnTo>
                    <a:pt x="233614" y="104840"/>
                  </a:lnTo>
                  <a:lnTo>
                    <a:pt x="236678" y="103510"/>
                  </a:lnTo>
                  <a:lnTo>
                    <a:pt x="238596" y="103239"/>
                  </a:lnTo>
                  <a:lnTo>
                    <a:pt x="241072" y="102548"/>
                  </a:lnTo>
                  <a:lnTo>
                    <a:pt x="240040" y="100017"/>
                  </a:lnTo>
                  <a:lnTo>
                    <a:pt x="238948" y="97342"/>
                  </a:lnTo>
                  <a:lnTo>
                    <a:pt x="237360" y="98045"/>
                  </a:lnTo>
                  <a:lnTo>
                    <a:pt x="233857" y="95193"/>
                  </a:lnTo>
                  <a:lnTo>
                    <a:pt x="231488" y="95913"/>
                  </a:lnTo>
                  <a:lnTo>
                    <a:pt x="229172" y="99698"/>
                  </a:lnTo>
                  <a:lnTo>
                    <a:pt x="227336" y="99602"/>
                  </a:lnTo>
                  <a:lnTo>
                    <a:pt x="226789" y="95680"/>
                  </a:lnTo>
                  <a:lnTo>
                    <a:pt x="222907" y="94363"/>
                  </a:lnTo>
                  <a:lnTo>
                    <a:pt x="222866" y="91475"/>
                  </a:lnTo>
                  <a:lnTo>
                    <a:pt x="227217" y="89391"/>
                  </a:lnTo>
                  <a:lnTo>
                    <a:pt x="228437" y="83938"/>
                  </a:lnTo>
                  <a:lnTo>
                    <a:pt x="232776" y="86292"/>
                  </a:lnTo>
                  <a:lnTo>
                    <a:pt x="234211" y="84260"/>
                  </a:lnTo>
                  <a:lnTo>
                    <a:pt x="233217" y="82140"/>
                  </a:lnTo>
                  <a:lnTo>
                    <a:pt x="231807" y="79134"/>
                  </a:lnTo>
                  <a:lnTo>
                    <a:pt x="231057" y="76053"/>
                  </a:lnTo>
                  <a:lnTo>
                    <a:pt x="227982" y="76985"/>
                  </a:lnTo>
                  <a:lnTo>
                    <a:pt x="224009" y="79741"/>
                  </a:lnTo>
                  <a:lnTo>
                    <a:pt x="224163" y="84427"/>
                  </a:lnTo>
                  <a:lnTo>
                    <a:pt x="221639" y="86083"/>
                  </a:lnTo>
                  <a:lnTo>
                    <a:pt x="220499" y="78204"/>
                  </a:lnTo>
                  <a:lnTo>
                    <a:pt x="221485" y="71684"/>
                  </a:lnTo>
                  <a:lnTo>
                    <a:pt x="222031" y="68437"/>
                  </a:lnTo>
                  <a:lnTo>
                    <a:pt x="224689" y="68673"/>
                  </a:lnTo>
                  <a:lnTo>
                    <a:pt x="227091" y="68884"/>
                  </a:lnTo>
                  <a:lnTo>
                    <a:pt x="225255" y="62678"/>
                  </a:lnTo>
                  <a:lnTo>
                    <a:pt x="223740" y="60517"/>
                  </a:lnTo>
                  <a:lnTo>
                    <a:pt x="221038" y="58898"/>
                  </a:lnTo>
                  <a:lnTo>
                    <a:pt x="221732" y="52424"/>
                  </a:lnTo>
                  <a:lnTo>
                    <a:pt x="222461" y="46971"/>
                  </a:lnTo>
                  <a:lnTo>
                    <a:pt x="223947" y="43846"/>
                  </a:lnTo>
                  <a:lnTo>
                    <a:pt x="224228" y="40310"/>
                  </a:lnTo>
                  <a:lnTo>
                    <a:pt x="226540" y="36241"/>
                  </a:lnTo>
                  <a:lnTo>
                    <a:pt x="229340" y="33959"/>
                  </a:lnTo>
                  <a:lnTo>
                    <a:pt x="230512" y="33002"/>
                  </a:lnTo>
                  <a:lnTo>
                    <a:pt x="232228" y="30599"/>
                  </a:lnTo>
                  <a:lnTo>
                    <a:pt x="230950" y="27404"/>
                  </a:lnTo>
                  <a:lnTo>
                    <a:pt x="229325" y="27940"/>
                  </a:lnTo>
                  <a:lnTo>
                    <a:pt x="227831" y="28432"/>
                  </a:lnTo>
                  <a:lnTo>
                    <a:pt x="223432" y="34111"/>
                  </a:lnTo>
                  <a:lnTo>
                    <a:pt x="219651" y="40120"/>
                  </a:lnTo>
                  <a:lnTo>
                    <a:pt x="216184" y="45946"/>
                  </a:lnTo>
                  <a:lnTo>
                    <a:pt x="214985" y="48921"/>
                  </a:lnTo>
                  <a:lnTo>
                    <a:pt x="213961" y="51458"/>
                  </a:lnTo>
                  <a:lnTo>
                    <a:pt x="212037" y="53229"/>
                  </a:lnTo>
                  <a:lnTo>
                    <a:pt x="211411" y="53804"/>
                  </a:lnTo>
                  <a:lnTo>
                    <a:pt x="210091" y="56604"/>
                  </a:lnTo>
                  <a:lnTo>
                    <a:pt x="207605" y="57323"/>
                  </a:lnTo>
                  <a:lnTo>
                    <a:pt x="205363" y="58089"/>
                  </a:lnTo>
                  <a:lnTo>
                    <a:pt x="205127" y="58670"/>
                  </a:lnTo>
                  <a:lnTo>
                    <a:pt x="204214" y="60920"/>
                  </a:lnTo>
                  <a:lnTo>
                    <a:pt x="211611" y="63008"/>
                  </a:lnTo>
                  <a:lnTo>
                    <a:pt x="213237" y="67182"/>
                  </a:lnTo>
                  <a:lnTo>
                    <a:pt x="214258" y="70526"/>
                  </a:lnTo>
                  <a:lnTo>
                    <a:pt x="216694" y="72652"/>
                  </a:lnTo>
                  <a:lnTo>
                    <a:pt x="213786" y="76155"/>
                  </a:lnTo>
                  <a:lnTo>
                    <a:pt x="212949" y="78838"/>
                  </a:lnTo>
                  <a:lnTo>
                    <a:pt x="214679" y="79752"/>
                  </a:lnTo>
                  <a:lnTo>
                    <a:pt x="214218" y="82991"/>
                  </a:lnTo>
                  <a:lnTo>
                    <a:pt x="214033" y="83501"/>
                  </a:lnTo>
                  <a:lnTo>
                    <a:pt x="213361" y="85355"/>
                  </a:lnTo>
                  <a:lnTo>
                    <a:pt x="212432" y="88745"/>
                  </a:lnTo>
                  <a:lnTo>
                    <a:pt x="214490" y="89289"/>
                  </a:lnTo>
                  <a:lnTo>
                    <a:pt x="213272" y="94435"/>
                  </a:lnTo>
                  <a:lnTo>
                    <a:pt x="211908" y="97674"/>
                  </a:lnTo>
                  <a:lnTo>
                    <a:pt x="214751" y="99791"/>
                  </a:lnTo>
                  <a:lnTo>
                    <a:pt x="214994" y="100801"/>
                  </a:lnTo>
                  <a:lnTo>
                    <a:pt x="216012" y="105023"/>
                  </a:lnTo>
                  <a:lnTo>
                    <a:pt x="218288" y="108808"/>
                  </a:lnTo>
                  <a:lnTo>
                    <a:pt x="219660" y="115492"/>
                  </a:lnTo>
                  <a:lnTo>
                    <a:pt x="222597" y="119836"/>
                  </a:lnTo>
                  <a:lnTo>
                    <a:pt x="226280" y="122490"/>
                  </a:lnTo>
                  <a:lnTo>
                    <a:pt x="231296" y="125907"/>
                  </a:lnTo>
                  <a:lnTo>
                    <a:pt x="232373" y="128200"/>
                  </a:lnTo>
                  <a:lnTo>
                    <a:pt x="232469" y="132004"/>
                  </a:lnTo>
                  <a:lnTo>
                    <a:pt x="232488" y="132782"/>
                  </a:lnTo>
                  <a:lnTo>
                    <a:pt x="234709" y="133518"/>
                  </a:lnTo>
                  <a:lnTo>
                    <a:pt x="234830" y="138729"/>
                  </a:lnTo>
                  <a:lnTo>
                    <a:pt x="238842" y="143237"/>
                  </a:lnTo>
                  <a:lnTo>
                    <a:pt x="241970" y="145993"/>
                  </a:lnTo>
                  <a:lnTo>
                    <a:pt x="242175" y="149544"/>
                  </a:lnTo>
                  <a:lnTo>
                    <a:pt x="244211" y="154756"/>
                  </a:lnTo>
                  <a:lnTo>
                    <a:pt x="239928" y="152039"/>
                  </a:lnTo>
                  <a:lnTo>
                    <a:pt x="235133" y="149772"/>
                  </a:lnTo>
                  <a:lnTo>
                    <a:pt x="231872" y="151058"/>
                  </a:lnTo>
                  <a:lnTo>
                    <a:pt x="227097" y="149030"/>
                  </a:lnTo>
                  <a:lnTo>
                    <a:pt x="222368" y="144756"/>
                  </a:lnTo>
                  <a:lnTo>
                    <a:pt x="216439" y="144624"/>
                  </a:lnTo>
                  <a:lnTo>
                    <a:pt x="212026" y="145835"/>
                  </a:lnTo>
                  <a:lnTo>
                    <a:pt x="207288" y="145638"/>
                  </a:lnTo>
                  <a:lnTo>
                    <a:pt x="205758" y="145525"/>
                  </a:lnTo>
                  <a:lnTo>
                    <a:pt x="203057" y="145324"/>
                  </a:lnTo>
                  <a:lnTo>
                    <a:pt x="198272" y="142793"/>
                  </a:lnTo>
                  <a:lnTo>
                    <a:pt x="193937" y="140720"/>
                  </a:lnTo>
                  <a:lnTo>
                    <a:pt x="190518" y="134814"/>
                  </a:lnTo>
                  <a:lnTo>
                    <a:pt x="189011" y="133067"/>
                  </a:lnTo>
                  <a:lnTo>
                    <a:pt x="185589" y="135976"/>
                  </a:lnTo>
                  <a:lnTo>
                    <a:pt x="182754" y="138087"/>
                  </a:lnTo>
                  <a:lnTo>
                    <a:pt x="177635" y="142315"/>
                  </a:lnTo>
                  <a:lnTo>
                    <a:pt x="173177" y="138496"/>
                  </a:lnTo>
                  <a:lnTo>
                    <a:pt x="171753" y="129445"/>
                  </a:lnTo>
                  <a:lnTo>
                    <a:pt x="174479" y="122914"/>
                  </a:lnTo>
                  <a:lnTo>
                    <a:pt x="177765" y="120713"/>
                  </a:lnTo>
                  <a:lnTo>
                    <a:pt x="177224" y="118962"/>
                  </a:lnTo>
                  <a:lnTo>
                    <a:pt x="176193" y="115676"/>
                  </a:lnTo>
                  <a:lnTo>
                    <a:pt x="178546" y="112097"/>
                  </a:lnTo>
                  <a:lnTo>
                    <a:pt x="178862" y="111615"/>
                  </a:lnTo>
                  <a:lnTo>
                    <a:pt x="180579" y="111084"/>
                  </a:lnTo>
                  <a:lnTo>
                    <a:pt x="180742" y="108452"/>
                  </a:lnTo>
                  <a:lnTo>
                    <a:pt x="180563" y="107693"/>
                  </a:lnTo>
                  <a:lnTo>
                    <a:pt x="179776" y="104351"/>
                  </a:lnTo>
                  <a:lnTo>
                    <a:pt x="179647" y="103805"/>
                  </a:lnTo>
                  <a:lnTo>
                    <a:pt x="182491" y="98721"/>
                  </a:lnTo>
                  <a:lnTo>
                    <a:pt x="185816" y="92673"/>
                  </a:lnTo>
                  <a:lnTo>
                    <a:pt x="178060" y="88201"/>
                  </a:lnTo>
                  <a:lnTo>
                    <a:pt x="174859" y="86351"/>
                  </a:lnTo>
                  <a:lnTo>
                    <a:pt x="171106" y="93080"/>
                  </a:lnTo>
                  <a:lnTo>
                    <a:pt x="168673" y="91023"/>
                  </a:lnTo>
                  <a:lnTo>
                    <a:pt x="166436" y="91460"/>
                  </a:lnTo>
                  <a:lnTo>
                    <a:pt x="164933" y="91752"/>
                  </a:lnTo>
                  <a:lnTo>
                    <a:pt x="161431" y="91091"/>
                  </a:lnTo>
                  <a:lnTo>
                    <a:pt x="160594" y="87546"/>
                  </a:lnTo>
                  <a:lnTo>
                    <a:pt x="155953" y="86553"/>
                  </a:lnTo>
                  <a:lnTo>
                    <a:pt x="154601" y="86573"/>
                  </a:lnTo>
                  <a:lnTo>
                    <a:pt x="153694" y="86587"/>
                  </a:lnTo>
                  <a:lnTo>
                    <a:pt x="152525" y="86605"/>
                  </a:lnTo>
                  <a:lnTo>
                    <a:pt x="145478" y="87287"/>
                  </a:lnTo>
                  <a:lnTo>
                    <a:pt x="143597" y="85106"/>
                  </a:lnTo>
                  <a:lnTo>
                    <a:pt x="140728" y="84508"/>
                  </a:lnTo>
                  <a:lnTo>
                    <a:pt x="139743" y="81085"/>
                  </a:lnTo>
                  <a:lnTo>
                    <a:pt x="141492" y="78323"/>
                  </a:lnTo>
                  <a:lnTo>
                    <a:pt x="142435" y="74997"/>
                  </a:lnTo>
                  <a:lnTo>
                    <a:pt x="139327" y="72905"/>
                  </a:lnTo>
                  <a:lnTo>
                    <a:pt x="135008" y="71521"/>
                  </a:lnTo>
                  <a:lnTo>
                    <a:pt x="132210" y="70217"/>
                  </a:lnTo>
                  <a:lnTo>
                    <a:pt x="126795" y="70349"/>
                  </a:lnTo>
                  <a:lnTo>
                    <a:pt x="126020" y="70479"/>
                  </a:lnTo>
                  <a:lnTo>
                    <a:pt x="123218" y="70952"/>
                  </a:lnTo>
                  <a:lnTo>
                    <a:pt x="120785" y="68692"/>
                  </a:lnTo>
                  <a:lnTo>
                    <a:pt x="120090" y="64420"/>
                  </a:lnTo>
                  <a:lnTo>
                    <a:pt x="114652" y="59117"/>
                  </a:lnTo>
                  <a:lnTo>
                    <a:pt x="113266" y="57199"/>
                  </a:lnTo>
                  <a:lnTo>
                    <a:pt x="111872" y="55268"/>
                  </a:lnTo>
                  <a:lnTo>
                    <a:pt x="110112" y="50104"/>
                  </a:lnTo>
                  <a:lnTo>
                    <a:pt x="103411" y="50090"/>
                  </a:lnTo>
                  <a:lnTo>
                    <a:pt x="98303" y="52082"/>
                  </a:lnTo>
                  <a:lnTo>
                    <a:pt x="96518" y="50795"/>
                  </a:lnTo>
                  <a:lnTo>
                    <a:pt x="91854" y="47431"/>
                  </a:lnTo>
                  <a:lnTo>
                    <a:pt x="82845" y="51029"/>
                  </a:lnTo>
                  <a:lnTo>
                    <a:pt x="77735" y="54984"/>
                  </a:lnTo>
                  <a:lnTo>
                    <a:pt x="76503" y="55545"/>
                  </a:lnTo>
                  <a:lnTo>
                    <a:pt x="73375" y="56971"/>
                  </a:lnTo>
                  <a:lnTo>
                    <a:pt x="71054" y="62994"/>
                  </a:lnTo>
                  <a:lnTo>
                    <a:pt x="70382" y="66624"/>
                  </a:lnTo>
                  <a:lnTo>
                    <a:pt x="69900" y="66732"/>
                  </a:lnTo>
                  <a:lnTo>
                    <a:pt x="61834" y="68535"/>
                  </a:lnTo>
                  <a:lnTo>
                    <a:pt x="57330" y="68436"/>
                  </a:lnTo>
                  <a:lnTo>
                    <a:pt x="53688" y="68354"/>
                  </a:lnTo>
                  <a:lnTo>
                    <a:pt x="50453" y="64274"/>
                  </a:lnTo>
                  <a:lnTo>
                    <a:pt x="47748" y="62360"/>
                  </a:lnTo>
                  <a:lnTo>
                    <a:pt x="44336" y="71002"/>
                  </a:lnTo>
                  <a:lnTo>
                    <a:pt x="39930" y="78989"/>
                  </a:lnTo>
                  <a:lnTo>
                    <a:pt x="39837" y="82621"/>
                  </a:lnTo>
                  <a:lnTo>
                    <a:pt x="33981" y="81125"/>
                  </a:lnTo>
                  <a:lnTo>
                    <a:pt x="31911" y="81715"/>
                  </a:lnTo>
                  <a:lnTo>
                    <a:pt x="30357" y="82158"/>
                  </a:lnTo>
                  <a:lnTo>
                    <a:pt x="26934" y="89601"/>
                  </a:lnTo>
                  <a:lnTo>
                    <a:pt x="22203" y="97664"/>
                  </a:lnTo>
                  <a:lnTo>
                    <a:pt x="21148" y="99456"/>
                  </a:lnTo>
                  <a:lnTo>
                    <a:pt x="17205" y="103365"/>
                  </a:lnTo>
                  <a:lnTo>
                    <a:pt x="13590" y="108856"/>
                  </a:lnTo>
                  <a:lnTo>
                    <a:pt x="9939" y="11182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74649" y="2503771"/>
              <a:ext cx="5004" cy="7952"/>
            </a:xfrm>
            <a:custGeom>
              <a:avLst/>
              <a:pathLst>
                <a:path w="5004" h="7952">
                  <a:moveTo>
                    <a:pt x="0" y="2537"/>
                  </a:moveTo>
                  <a:lnTo>
                    <a:pt x="2005" y="0"/>
                  </a:lnTo>
                  <a:lnTo>
                    <a:pt x="5004" y="3597"/>
                  </a:lnTo>
                  <a:lnTo>
                    <a:pt x="4310" y="7952"/>
                  </a:lnTo>
                  <a:lnTo>
                    <a:pt x="425" y="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20467" y="2229989"/>
              <a:ext cx="227351" cy="377064"/>
            </a:xfrm>
            <a:custGeom>
              <a:avLst/>
              <a:pathLst>
                <a:path w="227351" h="377064">
                  <a:moveTo>
                    <a:pt x="0" y="213363"/>
                  </a:moveTo>
                  <a:lnTo>
                    <a:pt x="2186" y="211958"/>
                  </a:lnTo>
                  <a:lnTo>
                    <a:pt x="2570" y="208946"/>
                  </a:lnTo>
                  <a:lnTo>
                    <a:pt x="6232" y="208687"/>
                  </a:lnTo>
                  <a:lnTo>
                    <a:pt x="9171" y="210634"/>
                  </a:lnTo>
                  <a:lnTo>
                    <a:pt x="11801" y="214594"/>
                  </a:lnTo>
                  <a:lnTo>
                    <a:pt x="14444" y="213977"/>
                  </a:lnTo>
                  <a:lnTo>
                    <a:pt x="13916" y="210927"/>
                  </a:lnTo>
                  <a:lnTo>
                    <a:pt x="13701" y="209687"/>
                  </a:lnTo>
                  <a:lnTo>
                    <a:pt x="14091" y="207382"/>
                  </a:lnTo>
                  <a:lnTo>
                    <a:pt x="12674" y="205327"/>
                  </a:lnTo>
                  <a:lnTo>
                    <a:pt x="12350" y="202385"/>
                  </a:lnTo>
                  <a:lnTo>
                    <a:pt x="10668" y="200965"/>
                  </a:lnTo>
                  <a:lnTo>
                    <a:pt x="12062" y="197727"/>
                  </a:lnTo>
                  <a:lnTo>
                    <a:pt x="13481" y="197420"/>
                  </a:lnTo>
                  <a:lnTo>
                    <a:pt x="15638" y="199114"/>
                  </a:lnTo>
                  <a:lnTo>
                    <a:pt x="18467" y="198446"/>
                  </a:lnTo>
                  <a:lnTo>
                    <a:pt x="21015" y="198390"/>
                  </a:lnTo>
                  <a:lnTo>
                    <a:pt x="19696" y="195041"/>
                  </a:lnTo>
                  <a:lnTo>
                    <a:pt x="16952" y="193964"/>
                  </a:lnTo>
                  <a:lnTo>
                    <a:pt x="12778" y="190525"/>
                  </a:lnTo>
                  <a:lnTo>
                    <a:pt x="13045" y="185736"/>
                  </a:lnTo>
                  <a:lnTo>
                    <a:pt x="14046" y="182358"/>
                  </a:lnTo>
                  <a:lnTo>
                    <a:pt x="16106" y="178716"/>
                  </a:lnTo>
                  <a:lnTo>
                    <a:pt x="17001" y="175102"/>
                  </a:lnTo>
                  <a:lnTo>
                    <a:pt x="21381" y="170208"/>
                  </a:lnTo>
                  <a:lnTo>
                    <a:pt x="23728" y="166580"/>
                  </a:lnTo>
                  <a:lnTo>
                    <a:pt x="20583" y="163331"/>
                  </a:lnTo>
                  <a:lnTo>
                    <a:pt x="20906" y="161248"/>
                  </a:lnTo>
                  <a:lnTo>
                    <a:pt x="22999" y="156448"/>
                  </a:lnTo>
                  <a:lnTo>
                    <a:pt x="25520" y="152206"/>
                  </a:lnTo>
                  <a:lnTo>
                    <a:pt x="24608" y="148849"/>
                  </a:lnTo>
                  <a:lnTo>
                    <a:pt x="23083" y="146869"/>
                  </a:lnTo>
                  <a:lnTo>
                    <a:pt x="20683" y="147897"/>
                  </a:lnTo>
                  <a:lnTo>
                    <a:pt x="20098" y="144875"/>
                  </a:lnTo>
                  <a:lnTo>
                    <a:pt x="18763" y="143643"/>
                  </a:lnTo>
                  <a:lnTo>
                    <a:pt x="18075" y="140212"/>
                  </a:lnTo>
                  <a:lnTo>
                    <a:pt x="18961" y="136382"/>
                  </a:lnTo>
                  <a:lnTo>
                    <a:pt x="19090" y="132667"/>
                  </a:lnTo>
                  <a:lnTo>
                    <a:pt x="15212" y="130435"/>
                  </a:lnTo>
                  <a:lnTo>
                    <a:pt x="15220" y="125117"/>
                  </a:lnTo>
                  <a:lnTo>
                    <a:pt x="15253" y="121771"/>
                  </a:lnTo>
                  <a:lnTo>
                    <a:pt x="16162" y="120054"/>
                  </a:lnTo>
                  <a:lnTo>
                    <a:pt x="15144" y="117701"/>
                  </a:lnTo>
                  <a:lnTo>
                    <a:pt x="16595" y="114517"/>
                  </a:lnTo>
                  <a:lnTo>
                    <a:pt x="18065" y="111887"/>
                  </a:lnTo>
                  <a:lnTo>
                    <a:pt x="19217" y="109115"/>
                  </a:lnTo>
                  <a:lnTo>
                    <a:pt x="20000" y="107157"/>
                  </a:lnTo>
                  <a:lnTo>
                    <a:pt x="17243" y="95595"/>
                  </a:lnTo>
                  <a:lnTo>
                    <a:pt x="14903" y="85840"/>
                  </a:lnTo>
                  <a:lnTo>
                    <a:pt x="18434" y="68596"/>
                  </a:lnTo>
                  <a:lnTo>
                    <a:pt x="23398" y="44543"/>
                  </a:lnTo>
                  <a:lnTo>
                    <a:pt x="25872" y="32496"/>
                  </a:lnTo>
                  <a:lnTo>
                    <a:pt x="30296" y="12364"/>
                  </a:lnTo>
                  <a:lnTo>
                    <a:pt x="33629" y="11512"/>
                  </a:lnTo>
                  <a:lnTo>
                    <a:pt x="36455" y="11674"/>
                  </a:lnTo>
                  <a:lnTo>
                    <a:pt x="40268" y="11282"/>
                  </a:lnTo>
                  <a:lnTo>
                    <a:pt x="40930" y="14923"/>
                  </a:lnTo>
                  <a:lnTo>
                    <a:pt x="45734" y="24655"/>
                  </a:lnTo>
                  <a:lnTo>
                    <a:pt x="50381" y="25568"/>
                  </a:lnTo>
                  <a:lnTo>
                    <a:pt x="54676" y="26785"/>
                  </a:lnTo>
                  <a:lnTo>
                    <a:pt x="58310" y="21925"/>
                  </a:lnTo>
                  <a:lnTo>
                    <a:pt x="63760" y="17253"/>
                  </a:lnTo>
                  <a:lnTo>
                    <a:pt x="67044" y="15250"/>
                  </a:lnTo>
                  <a:lnTo>
                    <a:pt x="66817" y="12480"/>
                  </a:lnTo>
                  <a:lnTo>
                    <a:pt x="70340" y="9648"/>
                  </a:lnTo>
                  <a:lnTo>
                    <a:pt x="73000" y="9446"/>
                  </a:lnTo>
                  <a:lnTo>
                    <a:pt x="76948" y="7197"/>
                  </a:lnTo>
                  <a:lnTo>
                    <a:pt x="75422" y="4772"/>
                  </a:lnTo>
                  <a:lnTo>
                    <a:pt x="75625" y="2136"/>
                  </a:lnTo>
                  <a:lnTo>
                    <a:pt x="80184" y="335"/>
                  </a:lnTo>
                  <a:lnTo>
                    <a:pt x="83835" y="0"/>
                  </a:lnTo>
                  <a:lnTo>
                    <a:pt x="87141" y="852"/>
                  </a:lnTo>
                  <a:lnTo>
                    <a:pt x="91947" y="2513"/>
                  </a:lnTo>
                  <a:lnTo>
                    <a:pt x="97832" y="4765"/>
                  </a:lnTo>
                  <a:lnTo>
                    <a:pt x="100778" y="5412"/>
                  </a:lnTo>
                  <a:lnTo>
                    <a:pt x="106360" y="9867"/>
                  </a:lnTo>
                  <a:lnTo>
                    <a:pt x="112945" y="11707"/>
                  </a:lnTo>
                  <a:lnTo>
                    <a:pt x="121660" y="32047"/>
                  </a:lnTo>
                  <a:lnTo>
                    <a:pt x="127925" y="46520"/>
                  </a:lnTo>
                  <a:lnTo>
                    <a:pt x="138554" y="70615"/>
                  </a:lnTo>
                  <a:lnTo>
                    <a:pt x="146322" y="88695"/>
                  </a:lnTo>
                  <a:lnTo>
                    <a:pt x="149537" y="96229"/>
                  </a:lnTo>
                  <a:lnTo>
                    <a:pt x="151665" y="97104"/>
                  </a:lnTo>
                  <a:lnTo>
                    <a:pt x="150534" y="101924"/>
                  </a:lnTo>
                  <a:lnTo>
                    <a:pt x="153782" y="104015"/>
                  </a:lnTo>
                  <a:lnTo>
                    <a:pt x="153323" y="108526"/>
                  </a:lnTo>
                  <a:lnTo>
                    <a:pt x="156017" y="111844"/>
                  </a:lnTo>
                  <a:lnTo>
                    <a:pt x="156628" y="116327"/>
                  </a:lnTo>
                  <a:lnTo>
                    <a:pt x="161260" y="114168"/>
                  </a:lnTo>
                  <a:lnTo>
                    <a:pt x="164566" y="117037"/>
                  </a:lnTo>
                  <a:lnTo>
                    <a:pt x="167071" y="116789"/>
                  </a:lnTo>
                  <a:lnTo>
                    <a:pt x="172781" y="116595"/>
                  </a:lnTo>
                  <a:lnTo>
                    <a:pt x="176492" y="114132"/>
                  </a:lnTo>
                  <a:lnTo>
                    <a:pt x="179132" y="115869"/>
                  </a:lnTo>
                  <a:lnTo>
                    <a:pt x="181692" y="121004"/>
                  </a:lnTo>
                  <a:lnTo>
                    <a:pt x="178844" y="122687"/>
                  </a:lnTo>
                  <a:lnTo>
                    <a:pt x="179912" y="126259"/>
                  </a:lnTo>
                  <a:lnTo>
                    <a:pt x="185295" y="130870"/>
                  </a:lnTo>
                  <a:lnTo>
                    <a:pt x="185948" y="137128"/>
                  </a:lnTo>
                  <a:lnTo>
                    <a:pt x="185975" y="139990"/>
                  </a:lnTo>
                  <a:lnTo>
                    <a:pt x="188194" y="141427"/>
                  </a:lnTo>
                  <a:lnTo>
                    <a:pt x="194159" y="146562"/>
                  </a:lnTo>
                  <a:lnTo>
                    <a:pt x="197643" y="147568"/>
                  </a:lnTo>
                  <a:lnTo>
                    <a:pt x="199085" y="145045"/>
                  </a:lnTo>
                  <a:lnTo>
                    <a:pt x="199041" y="141095"/>
                  </a:lnTo>
                  <a:lnTo>
                    <a:pt x="203075" y="141060"/>
                  </a:lnTo>
                  <a:lnTo>
                    <a:pt x="205512" y="140737"/>
                  </a:lnTo>
                  <a:lnTo>
                    <a:pt x="209611" y="143431"/>
                  </a:lnTo>
                  <a:lnTo>
                    <a:pt x="212109" y="146217"/>
                  </a:lnTo>
                  <a:lnTo>
                    <a:pt x="213808" y="148958"/>
                  </a:lnTo>
                  <a:lnTo>
                    <a:pt x="219159" y="154593"/>
                  </a:lnTo>
                  <a:lnTo>
                    <a:pt x="222876" y="156209"/>
                  </a:lnTo>
                  <a:lnTo>
                    <a:pt x="224136" y="160487"/>
                  </a:lnTo>
                  <a:lnTo>
                    <a:pt x="227351" y="161891"/>
                  </a:lnTo>
                  <a:lnTo>
                    <a:pt x="225045" y="167330"/>
                  </a:lnTo>
                  <a:lnTo>
                    <a:pt x="223472" y="170381"/>
                  </a:lnTo>
                  <a:lnTo>
                    <a:pt x="222407" y="174063"/>
                  </a:lnTo>
                  <a:lnTo>
                    <a:pt x="221097" y="178581"/>
                  </a:lnTo>
                  <a:lnTo>
                    <a:pt x="218593" y="181919"/>
                  </a:lnTo>
                  <a:lnTo>
                    <a:pt x="216769" y="186116"/>
                  </a:lnTo>
                  <a:lnTo>
                    <a:pt x="212126" y="185900"/>
                  </a:lnTo>
                  <a:lnTo>
                    <a:pt x="211248" y="188254"/>
                  </a:lnTo>
                  <a:lnTo>
                    <a:pt x="208780" y="189547"/>
                  </a:lnTo>
                  <a:lnTo>
                    <a:pt x="207956" y="193852"/>
                  </a:lnTo>
                  <a:lnTo>
                    <a:pt x="207901" y="197998"/>
                  </a:lnTo>
                  <a:lnTo>
                    <a:pt x="209864" y="200078"/>
                  </a:lnTo>
                  <a:lnTo>
                    <a:pt x="207428" y="205406"/>
                  </a:lnTo>
                  <a:lnTo>
                    <a:pt x="202772" y="202280"/>
                  </a:lnTo>
                  <a:lnTo>
                    <a:pt x="200612" y="199769"/>
                  </a:lnTo>
                  <a:lnTo>
                    <a:pt x="198602" y="202770"/>
                  </a:lnTo>
                  <a:lnTo>
                    <a:pt x="194350" y="205260"/>
                  </a:lnTo>
                  <a:lnTo>
                    <a:pt x="193003" y="208523"/>
                  </a:lnTo>
                  <a:lnTo>
                    <a:pt x="193527" y="212321"/>
                  </a:lnTo>
                  <a:lnTo>
                    <a:pt x="192019" y="215228"/>
                  </a:lnTo>
                  <a:lnTo>
                    <a:pt x="189578" y="214762"/>
                  </a:lnTo>
                  <a:lnTo>
                    <a:pt x="189330" y="215240"/>
                  </a:lnTo>
                  <a:lnTo>
                    <a:pt x="188139" y="217529"/>
                  </a:lnTo>
                  <a:lnTo>
                    <a:pt x="186223" y="218068"/>
                  </a:lnTo>
                  <a:lnTo>
                    <a:pt x="186237" y="223350"/>
                  </a:lnTo>
                  <a:lnTo>
                    <a:pt x="182380" y="222020"/>
                  </a:lnTo>
                  <a:lnTo>
                    <a:pt x="180544" y="220786"/>
                  </a:lnTo>
                  <a:lnTo>
                    <a:pt x="177665" y="223198"/>
                  </a:lnTo>
                  <a:lnTo>
                    <a:pt x="179871" y="226287"/>
                  </a:lnTo>
                  <a:lnTo>
                    <a:pt x="179591" y="228335"/>
                  </a:lnTo>
                  <a:lnTo>
                    <a:pt x="178865" y="232172"/>
                  </a:lnTo>
                  <a:lnTo>
                    <a:pt x="182990" y="234049"/>
                  </a:lnTo>
                  <a:lnTo>
                    <a:pt x="175849" y="236303"/>
                  </a:lnTo>
                  <a:lnTo>
                    <a:pt x="176574" y="239335"/>
                  </a:lnTo>
                  <a:lnTo>
                    <a:pt x="178470" y="246469"/>
                  </a:lnTo>
                  <a:lnTo>
                    <a:pt x="172607" y="248193"/>
                  </a:lnTo>
                  <a:lnTo>
                    <a:pt x="169749" y="250858"/>
                  </a:lnTo>
                  <a:lnTo>
                    <a:pt x="168564" y="252232"/>
                  </a:lnTo>
                  <a:lnTo>
                    <a:pt x="166368" y="254773"/>
                  </a:lnTo>
                  <a:lnTo>
                    <a:pt x="166508" y="260154"/>
                  </a:lnTo>
                  <a:lnTo>
                    <a:pt x="164609" y="261506"/>
                  </a:lnTo>
                  <a:lnTo>
                    <a:pt x="161769" y="256283"/>
                  </a:lnTo>
                  <a:lnTo>
                    <a:pt x="156568" y="260104"/>
                  </a:lnTo>
                  <a:lnTo>
                    <a:pt x="152598" y="264621"/>
                  </a:lnTo>
                  <a:lnTo>
                    <a:pt x="149416" y="261354"/>
                  </a:lnTo>
                  <a:lnTo>
                    <a:pt x="146243" y="257990"/>
                  </a:lnTo>
                  <a:lnTo>
                    <a:pt x="147808" y="254764"/>
                  </a:lnTo>
                  <a:lnTo>
                    <a:pt x="146055" y="253691"/>
                  </a:lnTo>
                  <a:lnTo>
                    <a:pt x="142724" y="251653"/>
                  </a:lnTo>
                  <a:lnTo>
                    <a:pt x="138760" y="252262"/>
                  </a:lnTo>
                  <a:lnTo>
                    <a:pt x="137665" y="252430"/>
                  </a:lnTo>
                  <a:lnTo>
                    <a:pt x="138776" y="257452"/>
                  </a:lnTo>
                  <a:lnTo>
                    <a:pt x="138914" y="261060"/>
                  </a:lnTo>
                  <a:lnTo>
                    <a:pt x="142730" y="263977"/>
                  </a:lnTo>
                  <a:lnTo>
                    <a:pt x="142005" y="267741"/>
                  </a:lnTo>
                  <a:lnTo>
                    <a:pt x="144273" y="269753"/>
                  </a:lnTo>
                  <a:lnTo>
                    <a:pt x="143511" y="272949"/>
                  </a:lnTo>
                  <a:lnTo>
                    <a:pt x="140578" y="273944"/>
                  </a:lnTo>
                  <a:lnTo>
                    <a:pt x="138271" y="274818"/>
                  </a:lnTo>
                  <a:lnTo>
                    <a:pt x="137927" y="279854"/>
                  </a:lnTo>
                  <a:lnTo>
                    <a:pt x="136433" y="280694"/>
                  </a:lnTo>
                  <a:lnTo>
                    <a:pt x="135644" y="284474"/>
                  </a:lnTo>
                  <a:lnTo>
                    <a:pt x="134156" y="287096"/>
                  </a:lnTo>
                  <a:lnTo>
                    <a:pt x="130585" y="283180"/>
                  </a:lnTo>
                  <a:lnTo>
                    <a:pt x="128457" y="281771"/>
                  </a:lnTo>
                  <a:lnTo>
                    <a:pt x="127407" y="281075"/>
                  </a:lnTo>
                  <a:lnTo>
                    <a:pt x="126878" y="284227"/>
                  </a:lnTo>
                  <a:lnTo>
                    <a:pt x="126433" y="285597"/>
                  </a:lnTo>
                  <a:lnTo>
                    <a:pt x="125110" y="292455"/>
                  </a:lnTo>
                  <a:lnTo>
                    <a:pt x="122401" y="293231"/>
                  </a:lnTo>
                  <a:lnTo>
                    <a:pt x="121561" y="295156"/>
                  </a:lnTo>
                  <a:lnTo>
                    <a:pt x="118315" y="298183"/>
                  </a:lnTo>
                  <a:lnTo>
                    <a:pt x="116163" y="299730"/>
                  </a:lnTo>
                  <a:lnTo>
                    <a:pt x="115146" y="300460"/>
                  </a:lnTo>
                  <a:lnTo>
                    <a:pt x="114602" y="304940"/>
                  </a:lnTo>
                  <a:lnTo>
                    <a:pt x="112242" y="307273"/>
                  </a:lnTo>
                  <a:lnTo>
                    <a:pt x="111637" y="309867"/>
                  </a:lnTo>
                  <a:lnTo>
                    <a:pt x="110391" y="310061"/>
                  </a:lnTo>
                  <a:lnTo>
                    <a:pt x="108444" y="306085"/>
                  </a:lnTo>
                  <a:lnTo>
                    <a:pt x="106885" y="306038"/>
                  </a:lnTo>
                  <a:lnTo>
                    <a:pt x="105146" y="305986"/>
                  </a:lnTo>
                  <a:lnTo>
                    <a:pt x="102428" y="309763"/>
                  </a:lnTo>
                  <a:lnTo>
                    <a:pt x="102478" y="312724"/>
                  </a:lnTo>
                  <a:lnTo>
                    <a:pt x="98665" y="313943"/>
                  </a:lnTo>
                  <a:lnTo>
                    <a:pt x="98547" y="317625"/>
                  </a:lnTo>
                  <a:lnTo>
                    <a:pt x="94630" y="318924"/>
                  </a:lnTo>
                  <a:lnTo>
                    <a:pt x="94284" y="321648"/>
                  </a:lnTo>
                  <a:lnTo>
                    <a:pt x="94280" y="325927"/>
                  </a:lnTo>
                  <a:lnTo>
                    <a:pt x="95982" y="328676"/>
                  </a:lnTo>
                  <a:lnTo>
                    <a:pt x="94400" y="330875"/>
                  </a:lnTo>
                  <a:lnTo>
                    <a:pt x="90723" y="333403"/>
                  </a:lnTo>
                  <a:lnTo>
                    <a:pt x="89759" y="333707"/>
                  </a:lnTo>
                  <a:lnTo>
                    <a:pt x="88530" y="334094"/>
                  </a:lnTo>
                  <a:lnTo>
                    <a:pt x="88427" y="337820"/>
                  </a:lnTo>
                  <a:lnTo>
                    <a:pt x="92351" y="338775"/>
                  </a:lnTo>
                  <a:lnTo>
                    <a:pt x="90619" y="343438"/>
                  </a:lnTo>
                  <a:lnTo>
                    <a:pt x="90351" y="348067"/>
                  </a:lnTo>
                  <a:lnTo>
                    <a:pt x="88282" y="350693"/>
                  </a:lnTo>
                  <a:lnTo>
                    <a:pt x="85406" y="351483"/>
                  </a:lnTo>
                  <a:lnTo>
                    <a:pt x="84094" y="353927"/>
                  </a:lnTo>
                  <a:lnTo>
                    <a:pt x="83874" y="358533"/>
                  </a:lnTo>
                  <a:lnTo>
                    <a:pt x="85736" y="362022"/>
                  </a:lnTo>
                  <a:lnTo>
                    <a:pt x="86283" y="366906"/>
                  </a:lnTo>
                  <a:lnTo>
                    <a:pt x="85680" y="369662"/>
                  </a:lnTo>
                  <a:lnTo>
                    <a:pt x="84978" y="375023"/>
                  </a:lnTo>
                  <a:lnTo>
                    <a:pt x="83398" y="377064"/>
                  </a:lnTo>
                  <a:lnTo>
                    <a:pt x="80001" y="376616"/>
                  </a:lnTo>
                  <a:lnTo>
                    <a:pt x="75393" y="374619"/>
                  </a:lnTo>
                  <a:lnTo>
                    <a:pt x="74769" y="374348"/>
                  </a:lnTo>
                  <a:lnTo>
                    <a:pt x="73536" y="370413"/>
                  </a:lnTo>
                  <a:lnTo>
                    <a:pt x="73115" y="367300"/>
                  </a:lnTo>
                  <a:lnTo>
                    <a:pt x="68443" y="364484"/>
                  </a:lnTo>
                  <a:lnTo>
                    <a:pt x="64162" y="361367"/>
                  </a:lnTo>
                  <a:lnTo>
                    <a:pt x="59490" y="358681"/>
                  </a:lnTo>
                  <a:lnTo>
                    <a:pt x="58879" y="354295"/>
                  </a:lnTo>
                  <a:lnTo>
                    <a:pt x="57364" y="347862"/>
                  </a:lnTo>
                  <a:lnTo>
                    <a:pt x="56031" y="345722"/>
                  </a:lnTo>
                  <a:lnTo>
                    <a:pt x="54716" y="343609"/>
                  </a:lnTo>
                  <a:lnTo>
                    <a:pt x="50574" y="333808"/>
                  </a:lnTo>
                  <a:lnTo>
                    <a:pt x="47718" y="326885"/>
                  </a:lnTo>
                  <a:lnTo>
                    <a:pt x="46282" y="323405"/>
                  </a:lnTo>
                  <a:lnTo>
                    <a:pt x="38566" y="304256"/>
                  </a:lnTo>
                  <a:lnTo>
                    <a:pt x="33516" y="291735"/>
                  </a:lnTo>
                  <a:lnTo>
                    <a:pt x="32702" y="289775"/>
                  </a:lnTo>
                  <a:lnTo>
                    <a:pt x="32173" y="288501"/>
                  </a:lnTo>
                  <a:lnTo>
                    <a:pt x="25974" y="273603"/>
                  </a:lnTo>
                  <a:lnTo>
                    <a:pt x="18582" y="255830"/>
                  </a:lnTo>
                  <a:lnTo>
                    <a:pt x="10019" y="2361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59819" y="2736865"/>
              <a:ext cx="19711" cy="13040"/>
            </a:xfrm>
            <a:custGeom>
              <a:avLst/>
              <a:pathLst>
                <a:path w="19711" h="13040">
                  <a:moveTo>
                    <a:pt x="1520" y="0"/>
                  </a:moveTo>
                  <a:lnTo>
                    <a:pt x="8730" y="4708"/>
                  </a:lnTo>
                  <a:lnTo>
                    <a:pt x="15291" y="6084"/>
                  </a:lnTo>
                  <a:lnTo>
                    <a:pt x="19711" y="7803"/>
                  </a:lnTo>
                  <a:lnTo>
                    <a:pt x="18142" y="12222"/>
                  </a:lnTo>
                  <a:lnTo>
                    <a:pt x="12522" y="13040"/>
                  </a:lnTo>
                  <a:lnTo>
                    <a:pt x="4810" y="7499"/>
                  </a:lnTo>
                  <a:lnTo>
                    <a:pt x="0" y="356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196874" y="2752457"/>
              <a:ext cx="19782" cy="24237"/>
            </a:xfrm>
            <a:custGeom>
              <a:avLst/>
              <a:pathLst>
                <a:path w="19782" h="24237">
                  <a:moveTo>
                    <a:pt x="0" y="11137"/>
                  </a:moveTo>
                  <a:lnTo>
                    <a:pt x="2983" y="9951"/>
                  </a:lnTo>
                  <a:lnTo>
                    <a:pt x="9467" y="760"/>
                  </a:lnTo>
                  <a:lnTo>
                    <a:pt x="19782" y="0"/>
                  </a:lnTo>
                  <a:lnTo>
                    <a:pt x="19581" y="4528"/>
                  </a:lnTo>
                  <a:lnTo>
                    <a:pt x="14211" y="21473"/>
                  </a:lnTo>
                  <a:lnTo>
                    <a:pt x="11352" y="24237"/>
                  </a:lnTo>
                  <a:lnTo>
                    <a:pt x="7330" y="23690"/>
                  </a:lnTo>
                  <a:lnTo>
                    <a:pt x="932" y="145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80153" y="2819032"/>
              <a:ext cx="10794" cy="15594"/>
            </a:xfrm>
            <a:custGeom>
              <a:avLst/>
              <a:pathLst>
                <a:path w="10794" h="15594">
                  <a:moveTo>
                    <a:pt x="423" y="11470"/>
                  </a:moveTo>
                  <a:lnTo>
                    <a:pt x="4493" y="0"/>
                  </a:lnTo>
                  <a:lnTo>
                    <a:pt x="8076" y="157"/>
                  </a:lnTo>
                  <a:lnTo>
                    <a:pt x="10794" y="2614"/>
                  </a:lnTo>
                  <a:lnTo>
                    <a:pt x="10247" y="7940"/>
                  </a:lnTo>
                  <a:lnTo>
                    <a:pt x="4803" y="15594"/>
                  </a:lnTo>
                  <a:lnTo>
                    <a:pt x="0" y="152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71626" y="2748132"/>
              <a:ext cx="282347" cy="384325"/>
            </a:xfrm>
            <a:custGeom>
              <a:avLst/>
              <a:pathLst>
                <a:path w="282347" h="384325">
                  <a:moveTo>
                    <a:pt x="13004" y="384325"/>
                  </a:moveTo>
                  <a:lnTo>
                    <a:pt x="20688" y="376149"/>
                  </a:lnTo>
                  <a:lnTo>
                    <a:pt x="25834" y="367665"/>
                  </a:lnTo>
                  <a:lnTo>
                    <a:pt x="28729" y="356118"/>
                  </a:lnTo>
                  <a:lnTo>
                    <a:pt x="29834" y="351684"/>
                  </a:lnTo>
                  <a:lnTo>
                    <a:pt x="31428" y="346822"/>
                  </a:lnTo>
                  <a:lnTo>
                    <a:pt x="36435" y="335961"/>
                  </a:lnTo>
                  <a:lnTo>
                    <a:pt x="36943" y="334856"/>
                  </a:lnTo>
                  <a:lnTo>
                    <a:pt x="39602" y="321461"/>
                  </a:lnTo>
                  <a:lnTo>
                    <a:pt x="39726" y="319158"/>
                  </a:lnTo>
                  <a:lnTo>
                    <a:pt x="40324" y="307927"/>
                  </a:lnTo>
                  <a:lnTo>
                    <a:pt x="39681" y="298360"/>
                  </a:lnTo>
                  <a:lnTo>
                    <a:pt x="39122" y="287584"/>
                  </a:lnTo>
                  <a:lnTo>
                    <a:pt x="39036" y="287160"/>
                  </a:lnTo>
                  <a:lnTo>
                    <a:pt x="36906" y="276701"/>
                  </a:lnTo>
                  <a:lnTo>
                    <a:pt x="34576" y="267562"/>
                  </a:lnTo>
                  <a:lnTo>
                    <a:pt x="31309" y="259346"/>
                  </a:lnTo>
                  <a:lnTo>
                    <a:pt x="29533" y="256425"/>
                  </a:lnTo>
                  <a:lnTo>
                    <a:pt x="25638" y="250011"/>
                  </a:lnTo>
                  <a:lnTo>
                    <a:pt x="22834" y="245898"/>
                  </a:lnTo>
                  <a:lnTo>
                    <a:pt x="17569" y="238162"/>
                  </a:lnTo>
                  <a:lnTo>
                    <a:pt x="13533" y="230216"/>
                  </a:lnTo>
                  <a:lnTo>
                    <a:pt x="11981" y="226760"/>
                  </a:lnTo>
                  <a:lnTo>
                    <a:pt x="10326" y="223074"/>
                  </a:lnTo>
                  <a:lnTo>
                    <a:pt x="5929" y="216610"/>
                  </a:lnTo>
                  <a:lnTo>
                    <a:pt x="4447" y="212145"/>
                  </a:lnTo>
                  <a:lnTo>
                    <a:pt x="5612" y="206968"/>
                  </a:lnTo>
                  <a:lnTo>
                    <a:pt x="8725" y="199718"/>
                  </a:lnTo>
                  <a:lnTo>
                    <a:pt x="8632" y="195320"/>
                  </a:lnTo>
                  <a:lnTo>
                    <a:pt x="8590" y="193364"/>
                  </a:lnTo>
                  <a:lnTo>
                    <a:pt x="6363" y="186606"/>
                  </a:lnTo>
                  <a:lnTo>
                    <a:pt x="4599" y="182027"/>
                  </a:lnTo>
                  <a:lnTo>
                    <a:pt x="1368" y="177875"/>
                  </a:lnTo>
                  <a:lnTo>
                    <a:pt x="0" y="174767"/>
                  </a:lnTo>
                  <a:lnTo>
                    <a:pt x="4506" y="168320"/>
                  </a:lnTo>
                  <a:lnTo>
                    <a:pt x="6308" y="162581"/>
                  </a:lnTo>
                  <a:lnTo>
                    <a:pt x="7855" y="157638"/>
                  </a:lnTo>
                  <a:lnTo>
                    <a:pt x="11385" y="146342"/>
                  </a:lnTo>
                  <a:lnTo>
                    <a:pt x="11607" y="141168"/>
                  </a:lnTo>
                  <a:lnTo>
                    <a:pt x="10549" y="133781"/>
                  </a:lnTo>
                  <a:lnTo>
                    <a:pt x="10766" y="130487"/>
                  </a:lnTo>
                  <a:lnTo>
                    <a:pt x="11061" y="125966"/>
                  </a:lnTo>
                  <a:lnTo>
                    <a:pt x="7712" y="119037"/>
                  </a:lnTo>
                  <a:lnTo>
                    <a:pt x="7280" y="114408"/>
                  </a:lnTo>
                  <a:lnTo>
                    <a:pt x="12410" y="110832"/>
                  </a:lnTo>
                  <a:lnTo>
                    <a:pt x="16697" y="108859"/>
                  </a:lnTo>
                  <a:lnTo>
                    <a:pt x="16802" y="105440"/>
                  </a:lnTo>
                  <a:lnTo>
                    <a:pt x="16924" y="101431"/>
                  </a:lnTo>
                  <a:lnTo>
                    <a:pt x="15982" y="93333"/>
                  </a:lnTo>
                  <a:lnTo>
                    <a:pt x="21012" y="92901"/>
                  </a:lnTo>
                  <a:lnTo>
                    <a:pt x="23091" y="86749"/>
                  </a:lnTo>
                  <a:lnTo>
                    <a:pt x="28436" y="88633"/>
                  </a:lnTo>
                  <a:lnTo>
                    <a:pt x="32453" y="84242"/>
                  </a:lnTo>
                  <a:lnTo>
                    <a:pt x="33424" y="77296"/>
                  </a:lnTo>
                  <a:lnTo>
                    <a:pt x="36863" y="72846"/>
                  </a:lnTo>
                  <a:lnTo>
                    <a:pt x="38616" y="65301"/>
                  </a:lnTo>
                  <a:lnTo>
                    <a:pt x="43111" y="60804"/>
                  </a:lnTo>
                  <a:lnTo>
                    <a:pt x="44880" y="63580"/>
                  </a:lnTo>
                  <a:lnTo>
                    <a:pt x="44863" y="75937"/>
                  </a:lnTo>
                  <a:lnTo>
                    <a:pt x="45821" y="77298"/>
                  </a:lnTo>
                  <a:lnTo>
                    <a:pt x="48881" y="81647"/>
                  </a:lnTo>
                  <a:lnTo>
                    <a:pt x="51421" y="79607"/>
                  </a:lnTo>
                  <a:lnTo>
                    <a:pt x="53755" y="76813"/>
                  </a:lnTo>
                  <a:lnTo>
                    <a:pt x="56456" y="73573"/>
                  </a:lnTo>
                  <a:lnTo>
                    <a:pt x="56426" y="68465"/>
                  </a:lnTo>
                  <a:lnTo>
                    <a:pt x="54271" y="61527"/>
                  </a:lnTo>
                  <a:lnTo>
                    <a:pt x="53999" y="59100"/>
                  </a:lnTo>
                  <a:lnTo>
                    <a:pt x="53354" y="53373"/>
                  </a:lnTo>
                  <a:lnTo>
                    <a:pt x="57397" y="48410"/>
                  </a:lnTo>
                  <a:lnTo>
                    <a:pt x="62788" y="43316"/>
                  </a:lnTo>
                  <a:lnTo>
                    <a:pt x="69020" y="41923"/>
                  </a:lnTo>
                  <a:lnTo>
                    <a:pt x="71574" y="41351"/>
                  </a:lnTo>
                  <a:lnTo>
                    <a:pt x="77335" y="39162"/>
                  </a:lnTo>
                  <a:lnTo>
                    <a:pt x="79638" y="35594"/>
                  </a:lnTo>
                  <a:lnTo>
                    <a:pt x="75076" y="34643"/>
                  </a:lnTo>
                  <a:lnTo>
                    <a:pt x="71220" y="34693"/>
                  </a:lnTo>
                  <a:lnTo>
                    <a:pt x="65550" y="27896"/>
                  </a:lnTo>
                  <a:lnTo>
                    <a:pt x="64106" y="23778"/>
                  </a:lnTo>
                  <a:lnTo>
                    <a:pt x="66539" y="16794"/>
                  </a:lnTo>
                  <a:lnTo>
                    <a:pt x="71361" y="11546"/>
                  </a:lnTo>
                  <a:lnTo>
                    <a:pt x="67415" y="5439"/>
                  </a:lnTo>
                  <a:lnTo>
                    <a:pt x="76680" y="4444"/>
                  </a:lnTo>
                  <a:lnTo>
                    <a:pt x="81866" y="0"/>
                  </a:lnTo>
                  <a:lnTo>
                    <a:pt x="84521" y="304"/>
                  </a:lnTo>
                  <a:lnTo>
                    <a:pt x="85395" y="404"/>
                  </a:lnTo>
                  <a:lnTo>
                    <a:pt x="96998" y="5481"/>
                  </a:lnTo>
                  <a:lnTo>
                    <a:pt x="103470" y="8497"/>
                  </a:lnTo>
                  <a:lnTo>
                    <a:pt x="106144" y="6392"/>
                  </a:lnTo>
                  <a:lnTo>
                    <a:pt x="111434" y="5816"/>
                  </a:lnTo>
                  <a:lnTo>
                    <a:pt x="119447" y="7764"/>
                  </a:lnTo>
                  <a:lnTo>
                    <a:pt x="120450" y="8008"/>
                  </a:lnTo>
                  <a:lnTo>
                    <a:pt x="125906" y="12936"/>
                  </a:lnTo>
                  <a:lnTo>
                    <a:pt x="128861" y="17852"/>
                  </a:lnTo>
                  <a:lnTo>
                    <a:pt x="135016" y="17182"/>
                  </a:lnTo>
                  <a:lnTo>
                    <a:pt x="140620" y="16545"/>
                  </a:lnTo>
                  <a:lnTo>
                    <a:pt x="145743" y="20194"/>
                  </a:lnTo>
                  <a:lnTo>
                    <a:pt x="155396" y="21843"/>
                  </a:lnTo>
                  <a:lnTo>
                    <a:pt x="162278" y="24483"/>
                  </a:lnTo>
                  <a:lnTo>
                    <a:pt x="169068" y="22762"/>
                  </a:lnTo>
                  <a:lnTo>
                    <a:pt x="177017" y="28698"/>
                  </a:lnTo>
                  <a:lnTo>
                    <a:pt x="176598" y="33164"/>
                  </a:lnTo>
                  <a:lnTo>
                    <a:pt x="178257" y="34683"/>
                  </a:lnTo>
                  <a:lnTo>
                    <a:pt x="183814" y="39760"/>
                  </a:lnTo>
                  <a:lnTo>
                    <a:pt x="189039" y="49191"/>
                  </a:lnTo>
                  <a:lnTo>
                    <a:pt x="184130" y="48858"/>
                  </a:lnTo>
                  <a:lnTo>
                    <a:pt x="179918" y="47061"/>
                  </a:lnTo>
                  <a:lnTo>
                    <a:pt x="177608" y="49342"/>
                  </a:lnTo>
                  <a:lnTo>
                    <a:pt x="178939" y="53813"/>
                  </a:lnTo>
                  <a:lnTo>
                    <a:pt x="179841" y="59131"/>
                  </a:lnTo>
                  <a:lnTo>
                    <a:pt x="186228" y="62881"/>
                  </a:lnTo>
                  <a:lnTo>
                    <a:pt x="188352" y="62954"/>
                  </a:lnTo>
                  <a:lnTo>
                    <a:pt x="189025" y="64859"/>
                  </a:lnTo>
                  <a:lnTo>
                    <a:pt x="192090" y="73531"/>
                  </a:lnTo>
                  <a:lnTo>
                    <a:pt x="194635" y="79431"/>
                  </a:lnTo>
                  <a:lnTo>
                    <a:pt x="193764" y="87120"/>
                  </a:lnTo>
                  <a:lnTo>
                    <a:pt x="195404" y="95808"/>
                  </a:lnTo>
                  <a:lnTo>
                    <a:pt x="195837" y="98102"/>
                  </a:lnTo>
                  <a:lnTo>
                    <a:pt x="197439" y="112019"/>
                  </a:lnTo>
                  <a:lnTo>
                    <a:pt x="193917" y="115650"/>
                  </a:lnTo>
                  <a:lnTo>
                    <a:pt x="192000" y="119443"/>
                  </a:lnTo>
                  <a:lnTo>
                    <a:pt x="186879" y="120861"/>
                  </a:lnTo>
                  <a:lnTo>
                    <a:pt x="186138" y="130132"/>
                  </a:lnTo>
                  <a:lnTo>
                    <a:pt x="186080" y="130853"/>
                  </a:lnTo>
                  <a:lnTo>
                    <a:pt x="186837" y="139917"/>
                  </a:lnTo>
                  <a:lnTo>
                    <a:pt x="181137" y="142984"/>
                  </a:lnTo>
                  <a:lnTo>
                    <a:pt x="181130" y="147410"/>
                  </a:lnTo>
                  <a:lnTo>
                    <a:pt x="175175" y="148950"/>
                  </a:lnTo>
                  <a:lnTo>
                    <a:pt x="170425" y="152197"/>
                  </a:lnTo>
                  <a:lnTo>
                    <a:pt x="169319" y="157278"/>
                  </a:lnTo>
                  <a:lnTo>
                    <a:pt x="168997" y="158756"/>
                  </a:lnTo>
                  <a:lnTo>
                    <a:pt x="169850" y="169370"/>
                  </a:lnTo>
                  <a:lnTo>
                    <a:pt x="169416" y="173351"/>
                  </a:lnTo>
                  <a:lnTo>
                    <a:pt x="172963" y="178445"/>
                  </a:lnTo>
                  <a:lnTo>
                    <a:pt x="178799" y="177156"/>
                  </a:lnTo>
                  <a:lnTo>
                    <a:pt x="185252" y="180528"/>
                  </a:lnTo>
                  <a:lnTo>
                    <a:pt x="187660" y="182056"/>
                  </a:lnTo>
                  <a:lnTo>
                    <a:pt x="188885" y="182832"/>
                  </a:lnTo>
                  <a:lnTo>
                    <a:pt x="197242" y="167805"/>
                  </a:lnTo>
                  <a:lnTo>
                    <a:pt x="197434" y="166702"/>
                  </a:lnTo>
                  <a:lnTo>
                    <a:pt x="198248" y="162026"/>
                  </a:lnTo>
                  <a:lnTo>
                    <a:pt x="199573" y="153225"/>
                  </a:lnTo>
                  <a:lnTo>
                    <a:pt x="200564" y="149806"/>
                  </a:lnTo>
                  <a:lnTo>
                    <a:pt x="208165" y="146519"/>
                  </a:lnTo>
                  <a:lnTo>
                    <a:pt x="208832" y="143075"/>
                  </a:lnTo>
                  <a:lnTo>
                    <a:pt x="216508" y="139626"/>
                  </a:lnTo>
                  <a:lnTo>
                    <a:pt x="221689" y="136422"/>
                  </a:lnTo>
                  <a:lnTo>
                    <a:pt x="222531" y="133497"/>
                  </a:lnTo>
                  <a:lnTo>
                    <a:pt x="228141" y="130039"/>
                  </a:lnTo>
                  <a:lnTo>
                    <a:pt x="237604" y="132297"/>
                  </a:lnTo>
                  <a:lnTo>
                    <a:pt x="244310" y="137835"/>
                  </a:lnTo>
                  <a:lnTo>
                    <a:pt x="251371" y="147205"/>
                  </a:lnTo>
                  <a:lnTo>
                    <a:pt x="254475" y="155056"/>
                  </a:lnTo>
                  <a:lnTo>
                    <a:pt x="255781" y="159371"/>
                  </a:lnTo>
                  <a:lnTo>
                    <a:pt x="258665" y="168904"/>
                  </a:lnTo>
                  <a:lnTo>
                    <a:pt x="265134" y="182326"/>
                  </a:lnTo>
                  <a:lnTo>
                    <a:pt x="269964" y="199643"/>
                  </a:lnTo>
                  <a:lnTo>
                    <a:pt x="272133" y="204441"/>
                  </a:lnTo>
                  <a:lnTo>
                    <a:pt x="274680" y="210069"/>
                  </a:lnTo>
                  <a:lnTo>
                    <a:pt x="281037" y="217712"/>
                  </a:lnTo>
                  <a:lnTo>
                    <a:pt x="281242" y="222664"/>
                  </a:lnTo>
                  <a:lnTo>
                    <a:pt x="279807" y="229001"/>
                  </a:lnTo>
                  <a:lnTo>
                    <a:pt x="282347" y="240154"/>
                  </a:lnTo>
                  <a:lnTo>
                    <a:pt x="281959" y="251862"/>
                  </a:lnTo>
                  <a:lnTo>
                    <a:pt x="278725" y="260331"/>
                  </a:lnTo>
                  <a:lnTo>
                    <a:pt x="273151" y="264511"/>
                  </a:lnTo>
                  <a:lnTo>
                    <a:pt x="269532" y="256078"/>
                  </a:lnTo>
                  <a:lnTo>
                    <a:pt x="273102" y="251563"/>
                  </a:lnTo>
                  <a:lnTo>
                    <a:pt x="268417" y="251250"/>
                  </a:lnTo>
                  <a:lnTo>
                    <a:pt x="263237" y="256650"/>
                  </a:lnTo>
                  <a:lnTo>
                    <a:pt x="266056" y="258791"/>
                  </a:lnTo>
                  <a:lnTo>
                    <a:pt x="267373" y="261827"/>
                  </a:lnTo>
                  <a:lnTo>
                    <a:pt x="261077" y="265276"/>
                  </a:lnTo>
                  <a:lnTo>
                    <a:pt x="262041" y="273550"/>
                  </a:lnTo>
                  <a:lnTo>
                    <a:pt x="260369" y="283110"/>
                  </a:lnTo>
                  <a:lnTo>
                    <a:pt x="256515" y="285759"/>
                  </a:lnTo>
                  <a:lnTo>
                    <a:pt x="250246" y="291024"/>
                  </a:lnTo>
                  <a:lnTo>
                    <a:pt x="249976" y="299392"/>
                  </a:lnTo>
                  <a:lnTo>
                    <a:pt x="249895" y="301836"/>
                  </a:lnTo>
                  <a:lnTo>
                    <a:pt x="251489" y="309558"/>
                  </a:lnTo>
                  <a:lnTo>
                    <a:pt x="248729" y="313478"/>
                  </a:lnTo>
                  <a:lnTo>
                    <a:pt x="248456" y="315315"/>
                  </a:lnTo>
                  <a:lnTo>
                    <a:pt x="247817" y="319592"/>
                  </a:lnTo>
                  <a:lnTo>
                    <a:pt x="245250" y="324734"/>
                  </a:lnTo>
                  <a:lnTo>
                    <a:pt x="241790" y="326763"/>
                  </a:lnTo>
                  <a:lnTo>
                    <a:pt x="241571" y="330993"/>
                  </a:lnTo>
                  <a:lnTo>
                    <a:pt x="238455" y="334148"/>
                  </a:lnTo>
                  <a:lnTo>
                    <a:pt x="236248" y="338723"/>
                  </a:lnTo>
                  <a:lnTo>
                    <a:pt x="238608" y="344547"/>
                  </a:lnTo>
                  <a:lnTo>
                    <a:pt x="236789" y="345674"/>
                  </a:lnTo>
                  <a:lnTo>
                    <a:pt x="216539" y="350648"/>
                  </a:lnTo>
                  <a:lnTo>
                    <a:pt x="208855" y="352504"/>
                  </a:lnTo>
                  <a:lnTo>
                    <a:pt x="192194" y="356488"/>
                  </a:lnTo>
                  <a:lnTo>
                    <a:pt x="177349" y="359945"/>
                  </a:lnTo>
                  <a:lnTo>
                    <a:pt x="174778" y="360539"/>
                  </a:lnTo>
                  <a:lnTo>
                    <a:pt x="172246" y="361123"/>
                  </a:lnTo>
                  <a:lnTo>
                    <a:pt x="148023" y="366559"/>
                  </a:lnTo>
                  <a:lnTo>
                    <a:pt x="146996" y="360818"/>
                  </a:lnTo>
                  <a:lnTo>
                    <a:pt x="145723" y="361059"/>
                  </a:lnTo>
                  <a:lnTo>
                    <a:pt x="121117" y="365660"/>
                  </a:lnTo>
                  <a:lnTo>
                    <a:pt x="118728" y="366101"/>
                  </a:lnTo>
                  <a:lnTo>
                    <a:pt x="114796" y="366826"/>
                  </a:lnTo>
                  <a:lnTo>
                    <a:pt x="90431" y="371255"/>
                  </a:lnTo>
                  <a:lnTo>
                    <a:pt x="81701" y="372814"/>
                  </a:lnTo>
                  <a:lnTo>
                    <a:pt x="63687" y="375893"/>
                  </a:lnTo>
                  <a:lnTo>
                    <a:pt x="52818" y="377721"/>
                  </a:lnTo>
                  <a:lnTo>
                    <a:pt x="34502" y="380849"/>
                  </a:lnTo>
                  <a:lnTo>
                    <a:pt x="33009" y="381096"/>
                  </a:lnTo>
                  <a:lnTo>
                    <a:pt x="25305" y="382363"/>
                  </a:lnTo>
                  <a:lnTo>
                    <a:pt x="21336" y="38300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49250" y="2568731"/>
              <a:ext cx="45815" cy="40965"/>
            </a:xfrm>
            <a:custGeom>
              <a:avLst/>
              <a:pathLst>
                <a:path w="45815" h="40965">
                  <a:moveTo>
                    <a:pt x="1636" y="33927"/>
                  </a:moveTo>
                  <a:lnTo>
                    <a:pt x="3832" y="31157"/>
                  </a:lnTo>
                  <a:lnTo>
                    <a:pt x="12755" y="24658"/>
                  </a:lnTo>
                  <a:lnTo>
                    <a:pt x="17048" y="21579"/>
                  </a:lnTo>
                  <a:lnTo>
                    <a:pt x="19679" y="19819"/>
                  </a:lnTo>
                  <a:lnTo>
                    <a:pt x="24037" y="17166"/>
                  </a:lnTo>
                  <a:lnTo>
                    <a:pt x="28709" y="12383"/>
                  </a:lnTo>
                  <a:lnTo>
                    <a:pt x="33852" y="7391"/>
                  </a:lnTo>
                  <a:lnTo>
                    <a:pt x="38566" y="4271"/>
                  </a:lnTo>
                  <a:lnTo>
                    <a:pt x="45356" y="0"/>
                  </a:lnTo>
                  <a:lnTo>
                    <a:pt x="45815" y="3961"/>
                  </a:lnTo>
                  <a:lnTo>
                    <a:pt x="39331" y="10839"/>
                  </a:lnTo>
                  <a:lnTo>
                    <a:pt x="38427" y="16600"/>
                  </a:lnTo>
                  <a:lnTo>
                    <a:pt x="30683" y="21898"/>
                  </a:lnTo>
                  <a:lnTo>
                    <a:pt x="23018" y="25718"/>
                  </a:lnTo>
                  <a:lnTo>
                    <a:pt x="21088" y="31917"/>
                  </a:lnTo>
                  <a:lnTo>
                    <a:pt x="12923" y="37174"/>
                  </a:lnTo>
                  <a:lnTo>
                    <a:pt x="6511" y="40965"/>
                  </a:lnTo>
                  <a:lnTo>
                    <a:pt x="3532" y="38968"/>
                  </a:lnTo>
                  <a:lnTo>
                    <a:pt x="0" y="3707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893686" y="2629319"/>
              <a:ext cx="435625" cy="211534"/>
            </a:xfrm>
            <a:custGeom>
              <a:avLst/>
              <a:pathLst>
                <a:path w="435625" h="211534">
                  <a:moveTo>
                    <a:pt x="0" y="103485"/>
                  </a:moveTo>
                  <a:lnTo>
                    <a:pt x="5129" y="99059"/>
                  </a:lnTo>
                  <a:lnTo>
                    <a:pt x="10496" y="96874"/>
                  </a:lnTo>
                  <a:lnTo>
                    <a:pt x="21848" y="91467"/>
                  </a:lnTo>
                  <a:lnTo>
                    <a:pt x="28838" y="83996"/>
                  </a:lnTo>
                  <a:lnTo>
                    <a:pt x="30646" y="81465"/>
                  </a:lnTo>
                  <a:lnTo>
                    <a:pt x="33417" y="77582"/>
                  </a:lnTo>
                  <a:lnTo>
                    <a:pt x="39965" y="74328"/>
                  </a:lnTo>
                  <a:lnTo>
                    <a:pt x="44813" y="74165"/>
                  </a:lnTo>
                  <a:lnTo>
                    <a:pt x="49181" y="72999"/>
                  </a:lnTo>
                  <a:lnTo>
                    <a:pt x="53402" y="71551"/>
                  </a:lnTo>
                  <a:lnTo>
                    <a:pt x="58520" y="70657"/>
                  </a:lnTo>
                  <a:lnTo>
                    <a:pt x="69149" y="62912"/>
                  </a:lnTo>
                  <a:lnTo>
                    <a:pt x="73477" y="55733"/>
                  </a:lnTo>
                  <a:lnTo>
                    <a:pt x="80219" y="53315"/>
                  </a:lnTo>
                  <a:lnTo>
                    <a:pt x="84372" y="52066"/>
                  </a:lnTo>
                  <a:lnTo>
                    <a:pt x="85644" y="49587"/>
                  </a:lnTo>
                  <a:lnTo>
                    <a:pt x="86077" y="48742"/>
                  </a:lnTo>
                  <a:lnTo>
                    <a:pt x="87491" y="43188"/>
                  </a:lnTo>
                  <a:lnTo>
                    <a:pt x="91496" y="38881"/>
                  </a:lnTo>
                  <a:lnTo>
                    <a:pt x="97686" y="32186"/>
                  </a:lnTo>
                  <a:lnTo>
                    <a:pt x="104170" y="27815"/>
                  </a:lnTo>
                  <a:lnTo>
                    <a:pt x="107965" y="23252"/>
                  </a:lnTo>
                  <a:lnTo>
                    <a:pt x="108605" y="22481"/>
                  </a:lnTo>
                  <a:lnTo>
                    <a:pt x="112552" y="14775"/>
                  </a:lnTo>
                  <a:lnTo>
                    <a:pt x="119947" y="8987"/>
                  </a:lnTo>
                  <a:lnTo>
                    <a:pt x="123665" y="6016"/>
                  </a:lnTo>
                  <a:lnTo>
                    <a:pt x="131402" y="3001"/>
                  </a:lnTo>
                  <a:lnTo>
                    <a:pt x="140689" y="697"/>
                  </a:lnTo>
                  <a:lnTo>
                    <a:pt x="148499" y="0"/>
                  </a:lnTo>
                  <a:lnTo>
                    <a:pt x="156061" y="448"/>
                  </a:lnTo>
                  <a:lnTo>
                    <a:pt x="161859" y="2446"/>
                  </a:lnTo>
                  <a:lnTo>
                    <a:pt x="161567" y="5756"/>
                  </a:lnTo>
                  <a:lnTo>
                    <a:pt x="149693" y="7277"/>
                  </a:lnTo>
                  <a:lnTo>
                    <a:pt x="141175" y="8772"/>
                  </a:lnTo>
                  <a:lnTo>
                    <a:pt x="141820" y="13653"/>
                  </a:lnTo>
                  <a:lnTo>
                    <a:pt x="137801" y="16985"/>
                  </a:lnTo>
                  <a:lnTo>
                    <a:pt x="133544" y="21754"/>
                  </a:lnTo>
                  <a:lnTo>
                    <a:pt x="128344" y="27318"/>
                  </a:lnTo>
                  <a:lnTo>
                    <a:pt x="128094" y="28230"/>
                  </a:lnTo>
                  <a:lnTo>
                    <a:pt x="126512" y="34002"/>
                  </a:lnTo>
                  <a:lnTo>
                    <a:pt x="121208" y="40197"/>
                  </a:lnTo>
                  <a:lnTo>
                    <a:pt x="119444" y="47431"/>
                  </a:lnTo>
                  <a:lnTo>
                    <a:pt x="116993" y="53530"/>
                  </a:lnTo>
                  <a:lnTo>
                    <a:pt x="116260" y="55350"/>
                  </a:lnTo>
                  <a:lnTo>
                    <a:pt x="115842" y="62090"/>
                  </a:lnTo>
                  <a:lnTo>
                    <a:pt x="121992" y="59200"/>
                  </a:lnTo>
                  <a:lnTo>
                    <a:pt x="129062" y="52895"/>
                  </a:lnTo>
                  <a:lnTo>
                    <a:pt x="134710" y="48652"/>
                  </a:lnTo>
                  <a:lnTo>
                    <a:pt x="140155" y="52255"/>
                  </a:lnTo>
                  <a:lnTo>
                    <a:pt x="141432" y="52166"/>
                  </a:lnTo>
                  <a:lnTo>
                    <a:pt x="150340" y="51529"/>
                  </a:lnTo>
                  <a:lnTo>
                    <a:pt x="158332" y="53335"/>
                  </a:lnTo>
                  <a:lnTo>
                    <a:pt x="164304" y="55629"/>
                  </a:lnTo>
                  <a:lnTo>
                    <a:pt x="170747" y="60033"/>
                  </a:lnTo>
                  <a:lnTo>
                    <a:pt x="172984" y="65430"/>
                  </a:lnTo>
                  <a:lnTo>
                    <a:pt x="178319" y="71306"/>
                  </a:lnTo>
                  <a:lnTo>
                    <a:pt x="186724" y="76183"/>
                  </a:lnTo>
                  <a:lnTo>
                    <a:pt x="188684" y="82567"/>
                  </a:lnTo>
                  <a:lnTo>
                    <a:pt x="200596" y="81556"/>
                  </a:lnTo>
                  <a:lnTo>
                    <a:pt x="204073" y="80201"/>
                  </a:lnTo>
                  <a:lnTo>
                    <a:pt x="212325" y="76972"/>
                  </a:lnTo>
                  <a:lnTo>
                    <a:pt x="217715" y="81654"/>
                  </a:lnTo>
                  <a:lnTo>
                    <a:pt x="223656" y="82188"/>
                  </a:lnTo>
                  <a:lnTo>
                    <a:pt x="226946" y="78926"/>
                  </a:lnTo>
                  <a:lnTo>
                    <a:pt x="229140" y="71560"/>
                  </a:lnTo>
                  <a:lnTo>
                    <a:pt x="233646" y="72768"/>
                  </a:lnTo>
                  <a:lnTo>
                    <a:pt x="238620" y="76194"/>
                  </a:lnTo>
                  <a:lnTo>
                    <a:pt x="243622" y="69394"/>
                  </a:lnTo>
                  <a:lnTo>
                    <a:pt x="258656" y="57378"/>
                  </a:lnTo>
                  <a:lnTo>
                    <a:pt x="261393" y="55152"/>
                  </a:lnTo>
                  <a:lnTo>
                    <a:pt x="270121" y="53547"/>
                  </a:lnTo>
                  <a:lnTo>
                    <a:pt x="277869" y="50978"/>
                  </a:lnTo>
                  <a:lnTo>
                    <a:pt x="279267" y="50512"/>
                  </a:lnTo>
                  <a:lnTo>
                    <a:pt x="301278" y="47303"/>
                  </a:lnTo>
                  <a:lnTo>
                    <a:pt x="313766" y="38240"/>
                  </a:lnTo>
                  <a:lnTo>
                    <a:pt x="314881" y="37816"/>
                  </a:lnTo>
                  <a:lnTo>
                    <a:pt x="318686" y="36369"/>
                  </a:lnTo>
                  <a:lnTo>
                    <a:pt x="331186" y="33151"/>
                  </a:lnTo>
                  <a:lnTo>
                    <a:pt x="328990" y="42621"/>
                  </a:lnTo>
                  <a:lnTo>
                    <a:pt x="331114" y="53460"/>
                  </a:lnTo>
                  <a:lnTo>
                    <a:pt x="335968" y="59714"/>
                  </a:lnTo>
                  <a:lnTo>
                    <a:pt x="343550" y="59752"/>
                  </a:lnTo>
                  <a:lnTo>
                    <a:pt x="353528" y="55282"/>
                  </a:lnTo>
                  <a:lnTo>
                    <a:pt x="358367" y="57210"/>
                  </a:lnTo>
                  <a:lnTo>
                    <a:pt x="365642" y="57310"/>
                  </a:lnTo>
                  <a:lnTo>
                    <a:pt x="367105" y="54587"/>
                  </a:lnTo>
                  <a:lnTo>
                    <a:pt x="369027" y="51005"/>
                  </a:lnTo>
                  <a:lnTo>
                    <a:pt x="376925" y="50207"/>
                  </a:lnTo>
                  <a:lnTo>
                    <a:pt x="382124" y="44793"/>
                  </a:lnTo>
                  <a:lnTo>
                    <a:pt x="387138" y="45856"/>
                  </a:lnTo>
                  <a:lnTo>
                    <a:pt x="387562" y="50180"/>
                  </a:lnTo>
                  <a:lnTo>
                    <a:pt x="388480" y="59090"/>
                  </a:lnTo>
                  <a:lnTo>
                    <a:pt x="393075" y="68912"/>
                  </a:lnTo>
                  <a:lnTo>
                    <a:pt x="392719" y="70402"/>
                  </a:lnTo>
                  <a:lnTo>
                    <a:pt x="393507" y="76478"/>
                  </a:lnTo>
                  <a:lnTo>
                    <a:pt x="399686" y="79176"/>
                  </a:lnTo>
                  <a:lnTo>
                    <a:pt x="403811" y="82994"/>
                  </a:lnTo>
                  <a:lnTo>
                    <a:pt x="410152" y="85373"/>
                  </a:lnTo>
                  <a:lnTo>
                    <a:pt x="413012" y="78609"/>
                  </a:lnTo>
                  <a:lnTo>
                    <a:pt x="419031" y="78067"/>
                  </a:lnTo>
                  <a:lnTo>
                    <a:pt x="426652" y="77506"/>
                  </a:lnTo>
                  <a:lnTo>
                    <a:pt x="435625" y="84372"/>
                  </a:lnTo>
                  <a:lnTo>
                    <a:pt x="434264" y="91871"/>
                  </a:lnTo>
                  <a:lnTo>
                    <a:pt x="430832" y="92839"/>
                  </a:lnTo>
                  <a:lnTo>
                    <a:pt x="425706" y="91155"/>
                  </a:lnTo>
                  <a:lnTo>
                    <a:pt x="417045" y="93674"/>
                  </a:lnTo>
                  <a:lnTo>
                    <a:pt x="409790" y="92552"/>
                  </a:lnTo>
                  <a:lnTo>
                    <a:pt x="399300" y="94194"/>
                  </a:lnTo>
                  <a:lnTo>
                    <a:pt x="397230" y="94881"/>
                  </a:lnTo>
                  <a:lnTo>
                    <a:pt x="388813" y="97666"/>
                  </a:lnTo>
                  <a:lnTo>
                    <a:pt x="381766" y="101301"/>
                  </a:lnTo>
                  <a:lnTo>
                    <a:pt x="374561" y="98471"/>
                  </a:lnTo>
                  <a:lnTo>
                    <a:pt x="369729" y="102205"/>
                  </a:lnTo>
                  <a:lnTo>
                    <a:pt x="365647" y="102693"/>
                  </a:lnTo>
                  <a:lnTo>
                    <a:pt x="360176" y="107830"/>
                  </a:lnTo>
                  <a:lnTo>
                    <a:pt x="362885" y="112717"/>
                  </a:lnTo>
                  <a:lnTo>
                    <a:pt x="357382" y="112847"/>
                  </a:lnTo>
                  <a:lnTo>
                    <a:pt x="348460" y="107884"/>
                  </a:lnTo>
                  <a:lnTo>
                    <a:pt x="341873" y="102145"/>
                  </a:lnTo>
                  <a:lnTo>
                    <a:pt x="331982" y="99880"/>
                  </a:lnTo>
                  <a:lnTo>
                    <a:pt x="324691" y="99848"/>
                  </a:lnTo>
                  <a:lnTo>
                    <a:pt x="317340" y="99705"/>
                  </a:lnTo>
                  <a:lnTo>
                    <a:pt x="307561" y="101727"/>
                  </a:lnTo>
                  <a:lnTo>
                    <a:pt x="302480" y="111517"/>
                  </a:lnTo>
                  <a:lnTo>
                    <a:pt x="299859" y="114166"/>
                  </a:lnTo>
                  <a:lnTo>
                    <a:pt x="292546" y="113638"/>
                  </a:lnTo>
                  <a:lnTo>
                    <a:pt x="289644" y="117160"/>
                  </a:lnTo>
                  <a:lnTo>
                    <a:pt x="287129" y="120206"/>
                  </a:lnTo>
                  <a:lnTo>
                    <a:pt x="276616" y="117824"/>
                  </a:lnTo>
                  <a:lnTo>
                    <a:pt x="264243" y="122125"/>
                  </a:lnTo>
                  <a:lnTo>
                    <a:pt x="261504" y="132554"/>
                  </a:lnTo>
                  <a:lnTo>
                    <a:pt x="257013" y="140103"/>
                  </a:lnTo>
                  <a:lnTo>
                    <a:pt x="255917" y="141253"/>
                  </a:lnTo>
                  <a:lnTo>
                    <a:pt x="251489" y="145889"/>
                  </a:lnTo>
                  <a:lnTo>
                    <a:pt x="248109" y="154531"/>
                  </a:lnTo>
                  <a:lnTo>
                    <a:pt x="248048" y="161781"/>
                  </a:lnTo>
                  <a:lnTo>
                    <a:pt x="242313" y="156390"/>
                  </a:lnTo>
                  <a:lnTo>
                    <a:pt x="241562" y="149145"/>
                  </a:lnTo>
                  <a:lnTo>
                    <a:pt x="244535" y="144801"/>
                  </a:lnTo>
                  <a:lnTo>
                    <a:pt x="235528" y="139044"/>
                  </a:lnTo>
                  <a:lnTo>
                    <a:pt x="232784" y="147709"/>
                  </a:lnTo>
                  <a:lnTo>
                    <a:pt x="225700" y="153439"/>
                  </a:lnTo>
                  <a:lnTo>
                    <a:pt x="218416" y="150387"/>
                  </a:lnTo>
                  <a:lnTo>
                    <a:pt x="212901" y="156527"/>
                  </a:lnTo>
                  <a:lnTo>
                    <a:pt x="209440" y="167363"/>
                  </a:lnTo>
                  <a:lnTo>
                    <a:pt x="207929" y="172070"/>
                  </a:lnTo>
                  <a:lnTo>
                    <a:pt x="205376" y="181114"/>
                  </a:lnTo>
                  <a:lnTo>
                    <a:pt x="200101" y="194313"/>
                  </a:lnTo>
                  <a:lnTo>
                    <a:pt x="195978" y="202479"/>
                  </a:lnTo>
                  <a:lnTo>
                    <a:pt x="194720" y="211534"/>
                  </a:lnTo>
                  <a:lnTo>
                    <a:pt x="190912" y="211103"/>
                  </a:lnTo>
                  <a:lnTo>
                    <a:pt x="187350" y="207592"/>
                  </a:lnTo>
                  <a:lnTo>
                    <a:pt x="183767" y="203864"/>
                  </a:lnTo>
                  <a:lnTo>
                    <a:pt x="185013" y="199243"/>
                  </a:lnTo>
                  <a:lnTo>
                    <a:pt x="186801" y="192427"/>
                  </a:lnTo>
                  <a:lnTo>
                    <a:pt x="186708" y="187623"/>
                  </a:lnTo>
                  <a:lnTo>
                    <a:pt x="183400" y="186747"/>
                  </a:lnTo>
                  <a:lnTo>
                    <a:pt x="181025" y="189759"/>
                  </a:lnTo>
                  <a:lnTo>
                    <a:pt x="177936" y="190363"/>
                  </a:lnTo>
                  <a:lnTo>
                    <a:pt x="173987" y="191018"/>
                  </a:lnTo>
                  <a:lnTo>
                    <a:pt x="173859" y="187353"/>
                  </a:lnTo>
                  <a:lnTo>
                    <a:pt x="173752" y="182675"/>
                  </a:lnTo>
                  <a:lnTo>
                    <a:pt x="175967" y="179675"/>
                  </a:lnTo>
                  <a:lnTo>
                    <a:pt x="175359" y="175030"/>
                  </a:lnTo>
                  <a:lnTo>
                    <a:pt x="175727" y="170356"/>
                  </a:lnTo>
                  <a:lnTo>
                    <a:pt x="175857" y="167182"/>
                  </a:lnTo>
                  <a:lnTo>
                    <a:pt x="172317" y="163678"/>
                  </a:lnTo>
                  <a:lnTo>
                    <a:pt x="174759" y="161400"/>
                  </a:lnTo>
                  <a:lnTo>
                    <a:pt x="172850" y="158968"/>
                  </a:lnTo>
                  <a:lnTo>
                    <a:pt x="170841" y="157510"/>
                  </a:lnTo>
                  <a:lnTo>
                    <a:pt x="167486" y="155071"/>
                  </a:lnTo>
                  <a:lnTo>
                    <a:pt x="161928" y="155069"/>
                  </a:lnTo>
                  <a:lnTo>
                    <a:pt x="159701" y="152518"/>
                  </a:lnTo>
                  <a:lnTo>
                    <a:pt x="156595" y="154168"/>
                  </a:lnTo>
                  <a:lnTo>
                    <a:pt x="156032" y="154029"/>
                  </a:lnTo>
                  <a:lnTo>
                    <a:pt x="152823" y="153235"/>
                  </a:lnTo>
                  <a:lnTo>
                    <a:pt x="150675" y="151455"/>
                  </a:lnTo>
                  <a:lnTo>
                    <a:pt x="153758" y="146044"/>
                  </a:lnTo>
                  <a:lnTo>
                    <a:pt x="150453" y="142199"/>
                  </a:lnTo>
                  <a:lnTo>
                    <a:pt x="146326" y="140580"/>
                  </a:lnTo>
                  <a:lnTo>
                    <a:pt x="141869" y="139781"/>
                  </a:lnTo>
                  <a:lnTo>
                    <a:pt x="137987" y="140683"/>
                  </a:lnTo>
                  <a:lnTo>
                    <a:pt x="133170" y="138423"/>
                  </a:lnTo>
                  <a:lnTo>
                    <a:pt x="131482" y="139767"/>
                  </a:lnTo>
                  <a:lnTo>
                    <a:pt x="123686" y="137118"/>
                  </a:lnTo>
                  <a:lnTo>
                    <a:pt x="119585" y="138228"/>
                  </a:lnTo>
                  <a:lnTo>
                    <a:pt x="118707" y="140602"/>
                  </a:lnTo>
                  <a:lnTo>
                    <a:pt x="115945" y="141118"/>
                  </a:lnTo>
                  <a:lnTo>
                    <a:pt x="114306" y="139126"/>
                  </a:lnTo>
                  <a:lnTo>
                    <a:pt x="114039" y="139079"/>
                  </a:lnTo>
                  <a:lnTo>
                    <a:pt x="110347" y="138423"/>
                  </a:lnTo>
                  <a:lnTo>
                    <a:pt x="105947" y="139564"/>
                  </a:lnTo>
                  <a:lnTo>
                    <a:pt x="97802" y="136068"/>
                  </a:lnTo>
                  <a:lnTo>
                    <a:pt x="93866" y="134372"/>
                  </a:lnTo>
                  <a:lnTo>
                    <a:pt x="87110" y="131452"/>
                  </a:lnTo>
                  <a:lnTo>
                    <a:pt x="51912" y="126493"/>
                  </a:lnTo>
                  <a:lnTo>
                    <a:pt x="33234" y="123744"/>
                  </a:lnTo>
                  <a:lnTo>
                    <a:pt x="20953" y="121898"/>
                  </a:lnTo>
                  <a:lnTo>
                    <a:pt x="17677" y="114652"/>
                  </a:lnTo>
                  <a:lnTo>
                    <a:pt x="13287" y="107923"/>
                  </a:lnTo>
                  <a:lnTo>
                    <a:pt x="8699" y="106755"/>
                  </a:lnTo>
                  <a:lnTo>
                    <a:pt x="5467" y="103998"/>
                  </a:lnTo>
                  <a:lnTo>
                    <a:pt x="2263" y="10617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318348" y="2541638"/>
              <a:ext cx="353344" cy="403302"/>
            </a:xfrm>
            <a:custGeom>
              <a:avLst/>
              <a:pathLst>
                <a:path w="353344" h="403302">
                  <a:moveTo>
                    <a:pt x="0" y="30497"/>
                  </a:moveTo>
                  <a:lnTo>
                    <a:pt x="13313" y="30056"/>
                  </a:lnTo>
                  <a:lnTo>
                    <a:pt x="36778" y="29074"/>
                  </a:lnTo>
                  <a:lnTo>
                    <a:pt x="55970" y="28154"/>
                  </a:lnTo>
                  <a:lnTo>
                    <a:pt x="84279" y="26693"/>
                  </a:lnTo>
                  <a:lnTo>
                    <a:pt x="85219" y="26637"/>
                  </a:lnTo>
                  <a:lnTo>
                    <a:pt x="92630" y="26183"/>
                  </a:lnTo>
                  <a:lnTo>
                    <a:pt x="91843" y="13552"/>
                  </a:lnTo>
                  <a:lnTo>
                    <a:pt x="91308" y="5100"/>
                  </a:lnTo>
                  <a:lnTo>
                    <a:pt x="90986" y="0"/>
                  </a:lnTo>
                  <a:lnTo>
                    <a:pt x="95323" y="1859"/>
                  </a:lnTo>
                  <a:lnTo>
                    <a:pt x="98330" y="598"/>
                  </a:lnTo>
                  <a:lnTo>
                    <a:pt x="99959" y="509"/>
                  </a:lnTo>
                  <a:lnTo>
                    <a:pt x="103380" y="2711"/>
                  </a:lnTo>
                  <a:lnTo>
                    <a:pt x="106192" y="3361"/>
                  </a:lnTo>
                  <a:lnTo>
                    <a:pt x="107525" y="10554"/>
                  </a:lnTo>
                  <a:lnTo>
                    <a:pt x="108959" y="16552"/>
                  </a:lnTo>
                  <a:lnTo>
                    <a:pt x="110144" y="18195"/>
                  </a:lnTo>
                  <a:lnTo>
                    <a:pt x="112009" y="24874"/>
                  </a:lnTo>
                  <a:lnTo>
                    <a:pt x="114152" y="32651"/>
                  </a:lnTo>
                  <a:lnTo>
                    <a:pt x="114241" y="35635"/>
                  </a:lnTo>
                  <a:lnTo>
                    <a:pt x="114092" y="39109"/>
                  </a:lnTo>
                  <a:lnTo>
                    <a:pt x="117709" y="42414"/>
                  </a:lnTo>
                  <a:lnTo>
                    <a:pt x="122822" y="44590"/>
                  </a:lnTo>
                  <a:lnTo>
                    <a:pt x="125649" y="44903"/>
                  </a:lnTo>
                  <a:lnTo>
                    <a:pt x="126358" y="44485"/>
                  </a:lnTo>
                  <a:lnTo>
                    <a:pt x="128144" y="43428"/>
                  </a:lnTo>
                  <a:lnTo>
                    <a:pt x="132975" y="43541"/>
                  </a:lnTo>
                  <a:lnTo>
                    <a:pt x="134457" y="44918"/>
                  </a:lnTo>
                  <a:lnTo>
                    <a:pt x="134639" y="46762"/>
                  </a:lnTo>
                  <a:lnTo>
                    <a:pt x="141833" y="47098"/>
                  </a:lnTo>
                  <a:lnTo>
                    <a:pt x="149266" y="47389"/>
                  </a:lnTo>
                  <a:lnTo>
                    <a:pt x="152998" y="47226"/>
                  </a:lnTo>
                  <a:lnTo>
                    <a:pt x="155058" y="51104"/>
                  </a:lnTo>
                  <a:lnTo>
                    <a:pt x="154851" y="54111"/>
                  </a:lnTo>
                  <a:lnTo>
                    <a:pt x="161226" y="54307"/>
                  </a:lnTo>
                  <a:lnTo>
                    <a:pt x="166211" y="53046"/>
                  </a:lnTo>
                  <a:lnTo>
                    <a:pt x="170363" y="51562"/>
                  </a:lnTo>
                  <a:lnTo>
                    <a:pt x="170242" y="48419"/>
                  </a:lnTo>
                  <a:lnTo>
                    <a:pt x="174344" y="47171"/>
                  </a:lnTo>
                  <a:lnTo>
                    <a:pt x="175277" y="45621"/>
                  </a:lnTo>
                  <a:lnTo>
                    <a:pt x="181464" y="44014"/>
                  </a:lnTo>
                  <a:lnTo>
                    <a:pt x="184481" y="44955"/>
                  </a:lnTo>
                  <a:lnTo>
                    <a:pt x="186884" y="44617"/>
                  </a:lnTo>
                  <a:lnTo>
                    <a:pt x="192845" y="43774"/>
                  </a:lnTo>
                  <a:lnTo>
                    <a:pt x="195769" y="46015"/>
                  </a:lnTo>
                  <a:lnTo>
                    <a:pt x="203594" y="49112"/>
                  </a:lnTo>
                  <a:lnTo>
                    <a:pt x="207749" y="48484"/>
                  </a:lnTo>
                  <a:lnTo>
                    <a:pt x="208144" y="50816"/>
                  </a:lnTo>
                  <a:lnTo>
                    <a:pt x="207244" y="53728"/>
                  </a:lnTo>
                  <a:lnTo>
                    <a:pt x="211073" y="55157"/>
                  </a:lnTo>
                  <a:lnTo>
                    <a:pt x="213753" y="54393"/>
                  </a:lnTo>
                  <a:lnTo>
                    <a:pt x="216611" y="56458"/>
                  </a:lnTo>
                  <a:lnTo>
                    <a:pt x="216410" y="60745"/>
                  </a:lnTo>
                  <a:lnTo>
                    <a:pt x="219200" y="64339"/>
                  </a:lnTo>
                  <a:lnTo>
                    <a:pt x="221825" y="69235"/>
                  </a:lnTo>
                  <a:lnTo>
                    <a:pt x="224148" y="67624"/>
                  </a:lnTo>
                  <a:lnTo>
                    <a:pt x="224752" y="64992"/>
                  </a:lnTo>
                  <a:lnTo>
                    <a:pt x="224454" y="61883"/>
                  </a:lnTo>
                  <a:lnTo>
                    <a:pt x="225736" y="59638"/>
                  </a:lnTo>
                  <a:lnTo>
                    <a:pt x="230183" y="58630"/>
                  </a:lnTo>
                  <a:lnTo>
                    <a:pt x="235021" y="58428"/>
                  </a:lnTo>
                  <a:lnTo>
                    <a:pt x="237765" y="60746"/>
                  </a:lnTo>
                  <a:lnTo>
                    <a:pt x="239152" y="65644"/>
                  </a:lnTo>
                  <a:lnTo>
                    <a:pt x="243159" y="65929"/>
                  </a:lnTo>
                  <a:lnTo>
                    <a:pt x="247721" y="67647"/>
                  </a:lnTo>
                  <a:lnTo>
                    <a:pt x="248487" y="67935"/>
                  </a:lnTo>
                  <a:lnTo>
                    <a:pt x="251484" y="67713"/>
                  </a:lnTo>
                  <a:lnTo>
                    <a:pt x="253081" y="73015"/>
                  </a:lnTo>
                  <a:lnTo>
                    <a:pt x="259173" y="73131"/>
                  </a:lnTo>
                  <a:lnTo>
                    <a:pt x="260336" y="76778"/>
                  </a:lnTo>
                  <a:lnTo>
                    <a:pt x="263717" y="75491"/>
                  </a:lnTo>
                  <a:lnTo>
                    <a:pt x="269520" y="74667"/>
                  </a:lnTo>
                  <a:lnTo>
                    <a:pt x="273316" y="73259"/>
                  </a:lnTo>
                  <a:lnTo>
                    <a:pt x="277125" y="68970"/>
                  </a:lnTo>
                  <a:lnTo>
                    <a:pt x="282301" y="64955"/>
                  </a:lnTo>
                  <a:lnTo>
                    <a:pt x="287596" y="61141"/>
                  </a:lnTo>
                  <a:lnTo>
                    <a:pt x="290390" y="60392"/>
                  </a:lnTo>
                  <a:lnTo>
                    <a:pt x="292692" y="64638"/>
                  </a:lnTo>
                  <a:lnTo>
                    <a:pt x="294412" y="68255"/>
                  </a:lnTo>
                  <a:lnTo>
                    <a:pt x="297883" y="69649"/>
                  </a:lnTo>
                  <a:lnTo>
                    <a:pt x="303869" y="67116"/>
                  </a:lnTo>
                  <a:lnTo>
                    <a:pt x="308292" y="67724"/>
                  </a:lnTo>
                  <a:lnTo>
                    <a:pt x="315242" y="67039"/>
                  </a:lnTo>
                  <a:lnTo>
                    <a:pt x="323328" y="65469"/>
                  </a:lnTo>
                  <a:lnTo>
                    <a:pt x="328341" y="66529"/>
                  </a:lnTo>
                  <a:lnTo>
                    <a:pt x="331460" y="70758"/>
                  </a:lnTo>
                  <a:lnTo>
                    <a:pt x="336478" y="72214"/>
                  </a:lnTo>
                  <a:lnTo>
                    <a:pt x="341541" y="69264"/>
                  </a:lnTo>
                  <a:lnTo>
                    <a:pt x="347248" y="69335"/>
                  </a:lnTo>
                  <a:lnTo>
                    <a:pt x="353344" y="68324"/>
                  </a:lnTo>
                  <a:lnTo>
                    <a:pt x="350740" y="71399"/>
                  </a:lnTo>
                  <a:lnTo>
                    <a:pt x="346189" y="73620"/>
                  </a:lnTo>
                  <a:lnTo>
                    <a:pt x="343012" y="76305"/>
                  </a:lnTo>
                  <a:lnTo>
                    <a:pt x="340720" y="78446"/>
                  </a:lnTo>
                  <a:lnTo>
                    <a:pt x="335095" y="81180"/>
                  </a:lnTo>
                  <a:lnTo>
                    <a:pt x="333079" y="83604"/>
                  </a:lnTo>
                  <a:lnTo>
                    <a:pt x="328822" y="85473"/>
                  </a:lnTo>
                  <a:lnTo>
                    <a:pt x="323866" y="88356"/>
                  </a:lnTo>
                  <a:lnTo>
                    <a:pt x="317913" y="90760"/>
                  </a:lnTo>
                  <a:lnTo>
                    <a:pt x="313623" y="92559"/>
                  </a:lnTo>
                  <a:lnTo>
                    <a:pt x="308634" y="95361"/>
                  </a:lnTo>
                  <a:lnTo>
                    <a:pt x="303983" y="99130"/>
                  </a:lnTo>
                  <a:lnTo>
                    <a:pt x="300233" y="101754"/>
                  </a:lnTo>
                  <a:lnTo>
                    <a:pt x="294742" y="107019"/>
                  </a:lnTo>
                  <a:lnTo>
                    <a:pt x="288397" y="114049"/>
                  </a:lnTo>
                  <a:lnTo>
                    <a:pt x="283380" y="120340"/>
                  </a:lnTo>
                  <a:lnTo>
                    <a:pt x="278864" y="127847"/>
                  </a:lnTo>
                  <a:lnTo>
                    <a:pt x="273838" y="134702"/>
                  </a:lnTo>
                  <a:lnTo>
                    <a:pt x="270979" y="138311"/>
                  </a:lnTo>
                  <a:lnTo>
                    <a:pt x="265962" y="142220"/>
                  </a:lnTo>
                  <a:lnTo>
                    <a:pt x="263161" y="146862"/>
                  </a:lnTo>
                  <a:lnTo>
                    <a:pt x="259205" y="150264"/>
                  </a:lnTo>
                  <a:lnTo>
                    <a:pt x="256848" y="153271"/>
                  </a:lnTo>
                  <a:lnTo>
                    <a:pt x="256333" y="153927"/>
                  </a:lnTo>
                  <a:lnTo>
                    <a:pt x="252025" y="157278"/>
                  </a:lnTo>
                  <a:lnTo>
                    <a:pt x="247476" y="161675"/>
                  </a:lnTo>
                  <a:lnTo>
                    <a:pt x="245424" y="163913"/>
                  </a:lnTo>
                  <a:lnTo>
                    <a:pt x="248261" y="170315"/>
                  </a:lnTo>
                  <a:lnTo>
                    <a:pt x="246585" y="170204"/>
                  </a:lnTo>
                  <a:lnTo>
                    <a:pt x="244128" y="168808"/>
                  </a:lnTo>
                  <a:lnTo>
                    <a:pt x="242149" y="169199"/>
                  </a:lnTo>
                  <a:lnTo>
                    <a:pt x="240549" y="171845"/>
                  </a:lnTo>
                  <a:lnTo>
                    <a:pt x="239713" y="174016"/>
                  </a:lnTo>
                  <a:lnTo>
                    <a:pt x="235694" y="174507"/>
                  </a:lnTo>
                  <a:lnTo>
                    <a:pt x="236793" y="185882"/>
                  </a:lnTo>
                  <a:lnTo>
                    <a:pt x="237292" y="191201"/>
                  </a:lnTo>
                  <a:lnTo>
                    <a:pt x="238392" y="202954"/>
                  </a:lnTo>
                  <a:lnTo>
                    <a:pt x="238952" y="208839"/>
                  </a:lnTo>
                  <a:lnTo>
                    <a:pt x="239487" y="214467"/>
                  </a:lnTo>
                  <a:lnTo>
                    <a:pt x="237556" y="216174"/>
                  </a:lnTo>
                  <a:lnTo>
                    <a:pt x="237158" y="218709"/>
                  </a:lnTo>
                  <a:lnTo>
                    <a:pt x="235209" y="218630"/>
                  </a:lnTo>
                  <a:lnTo>
                    <a:pt x="232642" y="220056"/>
                  </a:lnTo>
                  <a:lnTo>
                    <a:pt x="231741" y="222147"/>
                  </a:lnTo>
                  <a:lnTo>
                    <a:pt x="228327" y="222659"/>
                  </a:lnTo>
                  <a:lnTo>
                    <a:pt x="226836" y="224431"/>
                  </a:lnTo>
                  <a:lnTo>
                    <a:pt x="223413" y="226238"/>
                  </a:lnTo>
                  <a:lnTo>
                    <a:pt x="220601" y="229275"/>
                  </a:lnTo>
                  <a:lnTo>
                    <a:pt x="219092" y="232728"/>
                  </a:lnTo>
                  <a:lnTo>
                    <a:pt x="218565" y="235877"/>
                  </a:lnTo>
                  <a:lnTo>
                    <a:pt x="216551" y="239709"/>
                  </a:lnTo>
                  <a:lnTo>
                    <a:pt x="215898" y="240264"/>
                  </a:lnTo>
                  <a:lnTo>
                    <a:pt x="214615" y="241353"/>
                  </a:lnTo>
                  <a:lnTo>
                    <a:pt x="214239" y="246244"/>
                  </a:lnTo>
                  <a:lnTo>
                    <a:pt x="214211" y="246598"/>
                  </a:lnTo>
                  <a:lnTo>
                    <a:pt x="214928" y="251023"/>
                  </a:lnTo>
                  <a:lnTo>
                    <a:pt x="218769" y="251404"/>
                  </a:lnTo>
                  <a:lnTo>
                    <a:pt x="220918" y="251578"/>
                  </a:lnTo>
                  <a:lnTo>
                    <a:pt x="222483" y="253616"/>
                  </a:lnTo>
                  <a:lnTo>
                    <a:pt x="224770" y="257062"/>
                  </a:lnTo>
                  <a:lnTo>
                    <a:pt x="226885" y="259220"/>
                  </a:lnTo>
                  <a:lnTo>
                    <a:pt x="226587" y="262113"/>
                  </a:lnTo>
                  <a:lnTo>
                    <a:pt x="225029" y="266339"/>
                  </a:lnTo>
                  <a:lnTo>
                    <a:pt x="222928" y="269288"/>
                  </a:lnTo>
                  <a:lnTo>
                    <a:pt x="222348" y="270101"/>
                  </a:lnTo>
                  <a:lnTo>
                    <a:pt x="222603" y="275205"/>
                  </a:lnTo>
                  <a:lnTo>
                    <a:pt x="222654" y="276221"/>
                  </a:lnTo>
                  <a:lnTo>
                    <a:pt x="224415" y="281655"/>
                  </a:lnTo>
                  <a:lnTo>
                    <a:pt x="222292" y="284435"/>
                  </a:lnTo>
                  <a:lnTo>
                    <a:pt x="221721" y="285180"/>
                  </a:lnTo>
                  <a:lnTo>
                    <a:pt x="223945" y="287919"/>
                  </a:lnTo>
                  <a:lnTo>
                    <a:pt x="224969" y="293364"/>
                  </a:lnTo>
                  <a:lnTo>
                    <a:pt x="224672" y="298868"/>
                  </a:lnTo>
                  <a:lnTo>
                    <a:pt x="224645" y="299360"/>
                  </a:lnTo>
                  <a:lnTo>
                    <a:pt x="223401" y="305356"/>
                  </a:lnTo>
                  <a:lnTo>
                    <a:pt x="224079" y="305937"/>
                  </a:lnTo>
                  <a:lnTo>
                    <a:pt x="227269" y="308667"/>
                  </a:lnTo>
                  <a:lnTo>
                    <a:pt x="229116" y="310244"/>
                  </a:lnTo>
                  <a:lnTo>
                    <a:pt x="233367" y="315098"/>
                  </a:lnTo>
                  <a:lnTo>
                    <a:pt x="236901" y="317181"/>
                  </a:lnTo>
                  <a:lnTo>
                    <a:pt x="244260" y="317824"/>
                  </a:lnTo>
                  <a:lnTo>
                    <a:pt x="246077" y="317609"/>
                  </a:lnTo>
                  <a:lnTo>
                    <a:pt x="248355" y="318739"/>
                  </a:lnTo>
                  <a:lnTo>
                    <a:pt x="248501" y="318812"/>
                  </a:lnTo>
                  <a:lnTo>
                    <a:pt x="249952" y="322272"/>
                  </a:lnTo>
                  <a:lnTo>
                    <a:pt x="252358" y="324179"/>
                  </a:lnTo>
                  <a:lnTo>
                    <a:pt x="253038" y="324717"/>
                  </a:lnTo>
                  <a:lnTo>
                    <a:pt x="259112" y="326285"/>
                  </a:lnTo>
                  <a:lnTo>
                    <a:pt x="260457" y="326793"/>
                  </a:lnTo>
                  <a:lnTo>
                    <a:pt x="266589" y="329100"/>
                  </a:lnTo>
                  <a:lnTo>
                    <a:pt x="269179" y="331857"/>
                  </a:lnTo>
                  <a:lnTo>
                    <a:pt x="270903" y="337644"/>
                  </a:lnTo>
                  <a:lnTo>
                    <a:pt x="272984" y="339756"/>
                  </a:lnTo>
                  <a:lnTo>
                    <a:pt x="275013" y="341812"/>
                  </a:lnTo>
                  <a:lnTo>
                    <a:pt x="280022" y="343727"/>
                  </a:lnTo>
                  <a:lnTo>
                    <a:pt x="283929" y="347763"/>
                  </a:lnTo>
                  <a:lnTo>
                    <a:pt x="287814" y="349910"/>
                  </a:lnTo>
                  <a:lnTo>
                    <a:pt x="288517" y="350021"/>
                  </a:lnTo>
                  <a:lnTo>
                    <a:pt x="294449" y="350955"/>
                  </a:lnTo>
                  <a:lnTo>
                    <a:pt x="295396" y="352034"/>
                  </a:lnTo>
                  <a:lnTo>
                    <a:pt x="299094" y="356239"/>
                  </a:lnTo>
                  <a:lnTo>
                    <a:pt x="302794" y="360265"/>
                  </a:lnTo>
                  <a:lnTo>
                    <a:pt x="302998" y="360632"/>
                  </a:lnTo>
                  <a:lnTo>
                    <a:pt x="305664" y="365420"/>
                  </a:lnTo>
                  <a:lnTo>
                    <a:pt x="305369" y="368702"/>
                  </a:lnTo>
                  <a:lnTo>
                    <a:pt x="305001" y="372790"/>
                  </a:lnTo>
                  <a:lnTo>
                    <a:pt x="306472" y="377175"/>
                  </a:lnTo>
                  <a:lnTo>
                    <a:pt x="307714" y="379477"/>
                  </a:lnTo>
                  <a:lnTo>
                    <a:pt x="308919" y="383756"/>
                  </a:lnTo>
                  <a:lnTo>
                    <a:pt x="295511" y="385176"/>
                  </a:lnTo>
                  <a:lnTo>
                    <a:pt x="289634" y="385789"/>
                  </a:lnTo>
                  <a:lnTo>
                    <a:pt x="283776" y="386391"/>
                  </a:lnTo>
                  <a:lnTo>
                    <a:pt x="279131" y="386862"/>
                  </a:lnTo>
                  <a:lnTo>
                    <a:pt x="266615" y="388102"/>
                  </a:lnTo>
                  <a:lnTo>
                    <a:pt x="261750" y="388573"/>
                  </a:lnTo>
                  <a:lnTo>
                    <a:pt x="248486" y="389850"/>
                  </a:lnTo>
                  <a:lnTo>
                    <a:pt x="243366" y="390330"/>
                  </a:lnTo>
                  <a:lnTo>
                    <a:pt x="227785" y="391780"/>
                  </a:lnTo>
                  <a:lnTo>
                    <a:pt x="220210" y="392437"/>
                  </a:lnTo>
                  <a:lnTo>
                    <a:pt x="218989" y="392542"/>
                  </a:lnTo>
                  <a:lnTo>
                    <a:pt x="210153" y="393287"/>
                  </a:lnTo>
                  <a:lnTo>
                    <a:pt x="196946" y="394368"/>
                  </a:lnTo>
                  <a:lnTo>
                    <a:pt x="193041" y="394680"/>
                  </a:lnTo>
                  <a:lnTo>
                    <a:pt x="189508" y="394956"/>
                  </a:lnTo>
                  <a:lnTo>
                    <a:pt x="173649" y="396159"/>
                  </a:lnTo>
                  <a:lnTo>
                    <a:pt x="159998" y="397109"/>
                  </a:lnTo>
                  <a:lnTo>
                    <a:pt x="152973" y="397579"/>
                  </a:lnTo>
                  <a:lnTo>
                    <a:pt x="150400" y="397755"/>
                  </a:lnTo>
                  <a:lnTo>
                    <a:pt x="130119" y="399084"/>
                  </a:lnTo>
                  <a:lnTo>
                    <a:pt x="129149" y="399145"/>
                  </a:lnTo>
                  <a:lnTo>
                    <a:pt x="127159" y="399267"/>
                  </a:lnTo>
                  <a:lnTo>
                    <a:pt x="112358" y="400145"/>
                  </a:lnTo>
                  <a:lnTo>
                    <a:pt x="103840" y="400664"/>
                  </a:lnTo>
                  <a:lnTo>
                    <a:pt x="100555" y="400859"/>
                  </a:lnTo>
                  <a:lnTo>
                    <a:pt x="98959" y="400953"/>
                  </a:lnTo>
                  <a:lnTo>
                    <a:pt x="81821" y="401886"/>
                  </a:lnTo>
                  <a:lnTo>
                    <a:pt x="80513" y="401950"/>
                  </a:lnTo>
                  <a:lnTo>
                    <a:pt x="71032" y="402408"/>
                  </a:lnTo>
                  <a:lnTo>
                    <a:pt x="63864" y="402739"/>
                  </a:lnTo>
                  <a:lnTo>
                    <a:pt x="51296" y="403302"/>
                  </a:lnTo>
                  <a:lnTo>
                    <a:pt x="51141" y="399770"/>
                  </a:lnTo>
                  <a:lnTo>
                    <a:pt x="50290" y="379547"/>
                  </a:lnTo>
                  <a:lnTo>
                    <a:pt x="49292" y="355916"/>
                  </a:lnTo>
                  <a:lnTo>
                    <a:pt x="48820" y="344801"/>
                  </a:lnTo>
                  <a:lnTo>
                    <a:pt x="48225" y="332319"/>
                  </a:lnTo>
                  <a:lnTo>
                    <a:pt x="47940" y="326353"/>
                  </a:lnTo>
                  <a:lnTo>
                    <a:pt x="47374" y="314501"/>
                  </a:lnTo>
                  <a:lnTo>
                    <a:pt x="46814" y="302814"/>
                  </a:lnTo>
                  <a:lnTo>
                    <a:pt x="45863" y="282980"/>
                  </a:lnTo>
                  <a:lnTo>
                    <a:pt x="45736" y="280346"/>
                  </a:lnTo>
                  <a:lnTo>
                    <a:pt x="45091" y="279066"/>
                  </a:lnTo>
                  <a:lnTo>
                    <a:pt x="44436" y="277767"/>
                  </a:lnTo>
                  <a:lnTo>
                    <a:pt x="42475" y="275850"/>
                  </a:lnTo>
                  <a:lnTo>
                    <a:pt x="40517" y="275222"/>
                  </a:lnTo>
                  <a:lnTo>
                    <a:pt x="37799" y="273837"/>
                  </a:lnTo>
                  <a:lnTo>
                    <a:pt x="35037" y="273806"/>
                  </a:lnTo>
                  <a:lnTo>
                    <a:pt x="33275" y="272058"/>
                  </a:lnTo>
                  <a:lnTo>
                    <a:pt x="31646" y="269275"/>
                  </a:lnTo>
                  <a:lnTo>
                    <a:pt x="29652" y="265453"/>
                  </a:lnTo>
                  <a:lnTo>
                    <a:pt x="26927" y="262142"/>
                  </a:lnTo>
                  <a:lnTo>
                    <a:pt x="26499" y="261622"/>
                  </a:lnTo>
                  <a:lnTo>
                    <a:pt x="26067" y="259907"/>
                  </a:lnTo>
                  <a:lnTo>
                    <a:pt x="27185" y="257495"/>
                  </a:lnTo>
                  <a:lnTo>
                    <a:pt x="30909" y="254115"/>
                  </a:lnTo>
                  <a:lnTo>
                    <a:pt x="34262" y="251882"/>
                  </a:lnTo>
                  <a:lnTo>
                    <a:pt x="36124" y="248477"/>
                  </a:lnTo>
                  <a:lnTo>
                    <a:pt x="38081" y="245989"/>
                  </a:lnTo>
                  <a:lnTo>
                    <a:pt x="38641" y="242189"/>
                  </a:lnTo>
                  <a:lnTo>
                    <a:pt x="38844" y="237859"/>
                  </a:lnTo>
                  <a:lnTo>
                    <a:pt x="38106" y="232349"/>
                  </a:lnTo>
                  <a:lnTo>
                    <a:pt x="38165" y="231982"/>
                  </a:lnTo>
                  <a:lnTo>
                    <a:pt x="38842" y="227721"/>
                  </a:lnTo>
                  <a:lnTo>
                    <a:pt x="36505" y="218558"/>
                  </a:lnTo>
                  <a:lnTo>
                    <a:pt x="35963" y="211785"/>
                  </a:lnTo>
                  <a:lnTo>
                    <a:pt x="33679" y="209227"/>
                  </a:lnTo>
                  <a:lnTo>
                    <a:pt x="30561" y="204121"/>
                  </a:lnTo>
                  <a:lnTo>
                    <a:pt x="28540" y="195298"/>
                  </a:lnTo>
                  <a:lnTo>
                    <a:pt x="26431" y="191046"/>
                  </a:lnTo>
                  <a:lnTo>
                    <a:pt x="26189" y="190559"/>
                  </a:lnTo>
                  <a:lnTo>
                    <a:pt x="26207" y="186747"/>
                  </a:lnTo>
                  <a:lnTo>
                    <a:pt x="25882" y="180983"/>
                  </a:lnTo>
                  <a:lnTo>
                    <a:pt x="26663" y="171756"/>
                  </a:lnTo>
                  <a:lnTo>
                    <a:pt x="23165" y="165244"/>
                  </a:lnTo>
                  <a:lnTo>
                    <a:pt x="23640" y="160384"/>
                  </a:lnTo>
                  <a:lnTo>
                    <a:pt x="23102" y="155677"/>
                  </a:lnTo>
                  <a:lnTo>
                    <a:pt x="22427" y="149745"/>
                  </a:lnTo>
                  <a:lnTo>
                    <a:pt x="22125" y="147099"/>
                  </a:lnTo>
                  <a:lnTo>
                    <a:pt x="20884" y="136008"/>
                  </a:lnTo>
                  <a:lnTo>
                    <a:pt x="20794" y="132011"/>
                  </a:lnTo>
                  <a:lnTo>
                    <a:pt x="20682" y="127052"/>
                  </a:lnTo>
                  <a:lnTo>
                    <a:pt x="19174" y="121863"/>
                  </a:lnTo>
                  <a:lnTo>
                    <a:pt x="18602" y="120312"/>
                  </a:lnTo>
                  <a:lnTo>
                    <a:pt x="16803" y="115424"/>
                  </a:lnTo>
                  <a:lnTo>
                    <a:pt x="13438" y="108772"/>
                  </a:lnTo>
                  <a:lnTo>
                    <a:pt x="11337" y="102795"/>
                  </a:lnTo>
                  <a:lnTo>
                    <a:pt x="9656" y="96522"/>
                  </a:lnTo>
                  <a:lnTo>
                    <a:pt x="7825" y="92154"/>
                  </a:lnTo>
                  <a:lnTo>
                    <a:pt x="5762" y="86970"/>
                  </a:lnTo>
                  <a:lnTo>
                    <a:pt x="5792" y="86651"/>
                  </a:lnTo>
                  <a:lnTo>
                    <a:pt x="5920" y="85252"/>
                  </a:lnTo>
                  <a:lnTo>
                    <a:pt x="6319" y="80870"/>
                  </a:lnTo>
                  <a:lnTo>
                    <a:pt x="5723" y="74981"/>
                  </a:lnTo>
                  <a:lnTo>
                    <a:pt x="5449" y="69136"/>
                  </a:lnTo>
                  <a:lnTo>
                    <a:pt x="4745" y="62229"/>
                  </a:lnTo>
                  <a:lnTo>
                    <a:pt x="4770" y="61654"/>
                  </a:lnTo>
                  <a:lnTo>
                    <a:pt x="4779" y="61439"/>
                  </a:lnTo>
                  <a:lnTo>
                    <a:pt x="4896" y="58721"/>
                  </a:lnTo>
                  <a:lnTo>
                    <a:pt x="6613" y="52924"/>
                  </a:lnTo>
                  <a:lnTo>
                    <a:pt x="5542" y="49853"/>
                  </a:lnTo>
                  <a:lnTo>
                    <a:pt x="3987" y="45890"/>
                  </a:lnTo>
                  <a:lnTo>
                    <a:pt x="2191" y="39484"/>
                  </a:lnTo>
                  <a:lnTo>
                    <a:pt x="187" y="3422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361774" y="3479485"/>
              <a:ext cx="668781" cy="545947"/>
            </a:xfrm>
            <a:custGeom>
              <a:avLst/>
              <a:pathLst>
                <a:path w="668781" h="545947">
                  <a:moveTo>
                    <a:pt x="0" y="31743"/>
                  </a:moveTo>
                  <a:lnTo>
                    <a:pt x="21520" y="30969"/>
                  </a:lnTo>
                  <a:lnTo>
                    <a:pt x="36261" y="30390"/>
                  </a:lnTo>
                  <a:lnTo>
                    <a:pt x="39809" y="30247"/>
                  </a:lnTo>
                  <a:lnTo>
                    <a:pt x="52148" y="29722"/>
                  </a:lnTo>
                  <a:lnTo>
                    <a:pt x="64488" y="29176"/>
                  </a:lnTo>
                  <a:lnTo>
                    <a:pt x="78743" y="28550"/>
                  </a:lnTo>
                  <a:lnTo>
                    <a:pt x="87527" y="28150"/>
                  </a:lnTo>
                  <a:lnTo>
                    <a:pt x="104915" y="27277"/>
                  </a:lnTo>
                  <a:lnTo>
                    <a:pt x="113994" y="26805"/>
                  </a:lnTo>
                  <a:lnTo>
                    <a:pt x="119784" y="26392"/>
                  </a:lnTo>
                  <a:lnTo>
                    <a:pt x="134610" y="25314"/>
                  </a:lnTo>
                  <a:lnTo>
                    <a:pt x="141858" y="24750"/>
                  </a:lnTo>
                  <a:lnTo>
                    <a:pt x="154891" y="23718"/>
                  </a:lnTo>
                  <a:lnTo>
                    <a:pt x="161864" y="23071"/>
                  </a:lnTo>
                  <a:lnTo>
                    <a:pt x="177963" y="21553"/>
                  </a:lnTo>
                  <a:lnTo>
                    <a:pt x="184105" y="21000"/>
                  </a:lnTo>
                  <a:lnTo>
                    <a:pt x="200428" y="19509"/>
                  </a:lnTo>
                  <a:lnTo>
                    <a:pt x="204162" y="19197"/>
                  </a:lnTo>
                  <a:lnTo>
                    <a:pt x="221001" y="17771"/>
                  </a:lnTo>
                  <a:lnTo>
                    <a:pt x="223671" y="17541"/>
                  </a:lnTo>
                  <a:lnTo>
                    <a:pt x="242993" y="15668"/>
                  </a:lnTo>
                  <a:lnTo>
                    <a:pt x="246536" y="15253"/>
                  </a:lnTo>
                  <a:lnTo>
                    <a:pt x="260859" y="13559"/>
                  </a:lnTo>
                  <a:lnTo>
                    <a:pt x="281773" y="11511"/>
                  </a:lnTo>
                  <a:lnTo>
                    <a:pt x="284344" y="11255"/>
                  </a:lnTo>
                  <a:lnTo>
                    <a:pt x="288830" y="10714"/>
                  </a:lnTo>
                  <a:lnTo>
                    <a:pt x="305759" y="8650"/>
                  </a:lnTo>
                  <a:lnTo>
                    <a:pt x="315224" y="7534"/>
                  </a:lnTo>
                  <a:lnTo>
                    <a:pt x="330945" y="5654"/>
                  </a:lnTo>
                  <a:lnTo>
                    <a:pt x="352679" y="2877"/>
                  </a:lnTo>
                  <a:lnTo>
                    <a:pt x="353030" y="2832"/>
                  </a:lnTo>
                  <a:lnTo>
                    <a:pt x="372291" y="0"/>
                  </a:lnTo>
                  <a:lnTo>
                    <a:pt x="373554" y="1086"/>
                  </a:lnTo>
                  <a:lnTo>
                    <a:pt x="376726" y="3812"/>
                  </a:lnTo>
                  <a:lnTo>
                    <a:pt x="378380" y="7072"/>
                  </a:lnTo>
                  <a:lnTo>
                    <a:pt x="383310" y="8023"/>
                  </a:lnTo>
                  <a:lnTo>
                    <a:pt x="384755" y="12663"/>
                  </a:lnTo>
                  <a:lnTo>
                    <a:pt x="389322" y="16984"/>
                  </a:lnTo>
                  <a:lnTo>
                    <a:pt x="393783" y="19978"/>
                  </a:lnTo>
                  <a:lnTo>
                    <a:pt x="396096" y="23528"/>
                  </a:lnTo>
                  <a:lnTo>
                    <a:pt x="403643" y="25646"/>
                  </a:lnTo>
                  <a:lnTo>
                    <a:pt x="399677" y="32908"/>
                  </a:lnTo>
                  <a:lnTo>
                    <a:pt x="398160" y="39501"/>
                  </a:lnTo>
                  <a:lnTo>
                    <a:pt x="398038" y="42115"/>
                  </a:lnTo>
                  <a:lnTo>
                    <a:pt x="397758" y="48097"/>
                  </a:lnTo>
                  <a:lnTo>
                    <a:pt x="397585" y="51758"/>
                  </a:lnTo>
                  <a:lnTo>
                    <a:pt x="400012" y="62810"/>
                  </a:lnTo>
                  <a:lnTo>
                    <a:pt x="401978" y="69832"/>
                  </a:lnTo>
                  <a:lnTo>
                    <a:pt x="407215" y="78229"/>
                  </a:lnTo>
                  <a:lnTo>
                    <a:pt x="407252" y="78369"/>
                  </a:lnTo>
                  <a:lnTo>
                    <a:pt x="408436" y="82845"/>
                  </a:lnTo>
                  <a:lnTo>
                    <a:pt x="408523" y="90465"/>
                  </a:lnTo>
                  <a:lnTo>
                    <a:pt x="412372" y="93054"/>
                  </a:lnTo>
                  <a:lnTo>
                    <a:pt x="416156" y="96775"/>
                  </a:lnTo>
                  <a:lnTo>
                    <a:pt x="416221" y="100303"/>
                  </a:lnTo>
                  <a:lnTo>
                    <a:pt x="416287" y="103937"/>
                  </a:lnTo>
                  <a:lnTo>
                    <a:pt x="422586" y="108524"/>
                  </a:lnTo>
                  <a:lnTo>
                    <a:pt x="425598" y="110715"/>
                  </a:lnTo>
                  <a:lnTo>
                    <a:pt x="435131" y="117982"/>
                  </a:lnTo>
                  <a:lnTo>
                    <a:pt x="436015" y="118654"/>
                  </a:lnTo>
                  <a:lnTo>
                    <a:pt x="439010" y="123997"/>
                  </a:lnTo>
                  <a:lnTo>
                    <a:pt x="443580" y="124376"/>
                  </a:lnTo>
                  <a:lnTo>
                    <a:pt x="447493" y="129356"/>
                  </a:lnTo>
                  <a:lnTo>
                    <a:pt x="450505" y="134697"/>
                  </a:lnTo>
                  <a:lnTo>
                    <a:pt x="460542" y="139444"/>
                  </a:lnTo>
                  <a:lnTo>
                    <a:pt x="460758" y="139583"/>
                  </a:lnTo>
                  <a:lnTo>
                    <a:pt x="470421" y="145759"/>
                  </a:lnTo>
                  <a:lnTo>
                    <a:pt x="481828" y="154859"/>
                  </a:lnTo>
                  <a:lnTo>
                    <a:pt x="482864" y="158644"/>
                  </a:lnTo>
                  <a:lnTo>
                    <a:pt x="485251" y="167363"/>
                  </a:lnTo>
                  <a:lnTo>
                    <a:pt x="488419" y="173175"/>
                  </a:lnTo>
                  <a:lnTo>
                    <a:pt x="485960" y="179172"/>
                  </a:lnTo>
                  <a:lnTo>
                    <a:pt x="490364" y="187250"/>
                  </a:lnTo>
                  <a:lnTo>
                    <a:pt x="492396" y="193081"/>
                  </a:lnTo>
                  <a:lnTo>
                    <a:pt x="492990" y="194785"/>
                  </a:lnTo>
                  <a:lnTo>
                    <a:pt x="499411" y="199606"/>
                  </a:lnTo>
                  <a:lnTo>
                    <a:pt x="503206" y="199697"/>
                  </a:lnTo>
                  <a:lnTo>
                    <a:pt x="507927" y="194293"/>
                  </a:lnTo>
                  <a:lnTo>
                    <a:pt x="510296" y="187711"/>
                  </a:lnTo>
                  <a:lnTo>
                    <a:pt x="511885" y="187578"/>
                  </a:lnTo>
                  <a:lnTo>
                    <a:pt x="517096" y="187141"/>
                  </a:lnTo>
                  <a:lnTo>
                    <a:pt x="526728" y="190514"/>
                  </a:lnTo>
                  <a:lnTo>
                    <a:pt x="528877" y="190762"/>
                  </a:lnTo>
                  <a:lnTo>
                    <a:pt x="533337" y="191274"/>
                  </a:lnTo>
                  <a:lnTo>
                    <a:pt x="537301" y="193332"/>
                  </a:lnTo>
                  <a:lnTo>
                    <a:pt x="545197" y="197422"/>
                  </a:lnTo>
                  <a:lnTo>
                    <a:pt x="545378" y="202750"/>
                  </a:lnTo>
                  <a:lnTo>
                    <a:pt x="541205" y="207358"/>
                  </a:lnTo>
                  <a:lnTo>
                    <a:pt x="537757" y="213444"/>
                  </a:lnTo>
                  <a:lnTo>
                    <a:pt x="539665" y="217945"/>
                  </a:lnTo>
                  <a:lnTo>
                    <a:pt x="541376" y="221180"/>
                  </a:lnTo>
                  <a:lnTo>
                    <a:pt x="541702" y="227035"/>
                  </a:lnTo>
                  <a:lnTo>
                    <a:pt x="536506" y="235850"/>
                  </a:lnTo>
                  <a:lnTo>
                    <a:pt x="536087" y="237604"/>
                  </a:lnTo>
                  <a:lnTo>
                    <a:pt x="535706" y="239196"/>
                  </a:lnTo>
                  <a:lnTo>
                    <a:pt x="535035" y="242002"/>
                  </a:lnTo>
                  <a:lnTo>
                    <a:pt x="534144" y="249177"/>
                  </a:lnTo>
                  <a:lnTo>
                    <a:pt x="529946" y="255972"/>
                  </a:lnTo>
                  <a:lnTo>
                    <a:pt x="529170" y="257226"/>
                  </a:lnTo>
                  <a:lnTo>
                    <a:pt x="527724" y="264053"/>
                  </a:lnTo>
                  <a:lnTo>
                    <a:pt x="529687" y="274501"/>
                  </a:lnTo>
                  <a:lnTo>
                    <a:pt x="534367" y="280676"/>
                  </a:lnTo>
                  <a:lnTo>
                    <a:pt x="541738" y="286443"/>
                  </a:lnTo>
                  <a:lnTo>
                    <a:pt x="545398" y="290087"/>
                  </a:lnTo>
                  <a:lnTo>
                    <a:pt x="546904" y="290769"/>
                  </a:lnTo>
                  <a:lnTo>
                    <a:pt x="554823" y="294346"/>
                  </a:lnTo>
                  <a:lnTo>
                    <a:pt x="559593" y="298090"/>
                  </a:lnTo>
                  <a:lnTo>
                    <a:pt x="567134" y="302740"/>
                  </a:lnTo>
                  <a:lnTo>
                    <a:pt x="572283" y="302552"/>
                  </a:lnTo>
                  <a:lnTo>
                    <a:pt x="571088" y="308520"/>
                  </a:lnTo>
                  <a:lnTo>
                    <a:pt x="575551" y="312782"/>
                  </a:lnTo>
                  <a:lnTo>
                    <a:pt x="576627" y="313809"/>
                  </a:lnTo>
                  <a:lnTo>
                    <a:pt x="583060" y="308935"/>
                  </a:lnTo>
                  <a:lnTo>
                    <a:pt x="590330" y="314046"/>
                  </a:lnTo>
                  <a:lnTo>
                    <a:pt x="599068" y="317971"/>
                  </a:lnTo>
                  <a:lnTo>
                    <a:pt x="600210" y="320029"/>
                  </a:lnTo>
                  <a:lnTo>
                    <a:pt x="602568" y="324273"/>
                  </a:lnTo>
                  <a:lnTo>
                    <a:pt x="610413" y="327702"/>
                  </a:lnTo>
                  <a:lnTo>
                    <a:pt x="617434" y="330151"/>
                  </a:lnTo>
                  <a:lnTo>
                    <a:pt x="619923" y="338612"/>
                  </a:lnTo>
                  <a:lnTo>
                    <a:pt x="621762" y="343900"/>
                  </a:lnTo>
                  <a:lnTo>
                    <a:pt x="621551" y="345171"/>
                  </a:lnTo>
                  <a:lnTo>
                    <a:pt x="621321" y="346562"/>
                  </a:lnTo>
                  <a:lnTo>
                    <a:pt x="620716" y="350212"/>
                  </a:lnTo>
                  <a:lnTo>
                    <a:pt x="625571" y="357379"/>
                  </a:lnTo>
                  <a:lnTo>
                    <a:pt x="630760" y="363968"/>
                  </a:lnTo>
                  <a:lnTo>
                    <a:pt x="631277" y="370207"/>
                  </a:lnTo>
                  <a:lnTo>
                    <a:pt x="627137" y="373393"/>
                  </a:lnTo>
                  <a:lnTo>
                    <a:pt x="625280" y="374820"/>
                  </a:lnTo>
                  <a:lnTo>
                    <a:pt x="623782" y="380276"/>
                  </a:lnTo>
                  <a:lnTo>
                    <a:pt x="627366" y="382398"/>
                  </a:lnTo>
                  <a:lnTo>
                    <a:pt x="628665" y="383167"/>
                  </a:lnTo>
                  <a:lnTo>
                    <a:pt x="630980" y="390887"/>
                  </a:lnTo>
                  <a:lnTo>
                    <a:pt x="639125" y="400274"/>
                  </a:lnTo>
                  <a:lnTo>
                    <a:pt x="642378" y="407310"/>
                  </a:lnTo>
                  <a:lnTo>
                    <a:pt x="647529" y="408327"/>
                  </a:lnTo>
                  <a:lnTo>
                    <a:pt x="652604" y="409326"/>
                  </a:lnTo>
                  <a:lnTo>
                    <a:pt x="659021" y="411657"/>
                  </a:lnTo>
                  <a:lnTo>
                    <a:pt x="665135" y="411808"/>
                  </a:lnTo>
                  <a:lnTo>
                    <a:pt x="668781" y="414306"/>
                  </a:lnTo>
                  <a:lnTo>
                    <a:pt x="668557" y="415943"/>
                  </a:lnTo>
                  <a:lnTo>
                    <a:pt x="667653" y="422558"/>
                  </a:lnTo>
                  <a:lnTo>
                    <a:pt x="665672" y="428316"/>
                  </a:lnTo>
                  <a:lnTo>
                    <a:pt x="665719" y="435439"/>
                  </a:lnTo>
                  <a:lnTo>
                    <a:pt x="665751" y="435783"/>
                  </a:lnTo>
                  <a:lnTo>
                    <a:pt x="666093" y="439464"/>
                  </a:lnTo>
                  <a:lnTo>
                    <a:pt x="662249" y="444798"/>
                  </a:lnTo>
                  <a:lnTo>
                    <a:pt x="666624" y="450888"/>
                  </a:lnTo>
                  <a:lnTo>
                    <a:pt x="665798" y="452360"/>
                  </a:lnTo>
                  <a:lnTo>
                    <a:pt x="663888" y="455761"/>
                  </a:lnTo>
                  <a:lnTo>
                    <a:pt x="661960" y="462923"/>
                  </a:lnTo>
                  <a:lnTo>
                    <a:pt x="656825" y="462563"/>
                  </a:lnTo>
                  <a:lnTo>
                    <a:pt x="651721" y="457527"/>
                  </a:lnTo>
                  <a:lnTo>
                    <a:pt x="651464" y="457571"/>
                  </a:lnTo>
                  <a:lnTo>
                    <a:pt x="646497" y="458408"/>
                  </a:lnTo>
                  <a:lnTo>
                    <a:pt x="644506" y="466023"/>
                  </a:lnTo>
                  <a:lnTo>
                    <a:pt x="637505" y="466429"/>
                  </a:lnTo>
                  <a:lnTo>
                    <a:pt x="631061" y="466226"/>
                  </a:lnTo>
                  <a:lnTo>
                    <a:pt x="628937" y="470963"/>
                  </a:lnTo>
                  <a:lnTo>
                    <a:pt x="632634" y="475429"/>
                  </a:lnTo>
                  <a:lnTo>
                    <a:pt x="634909" y="479563"/>
                  </a:lnTo>
                  <a:lnTo>
                    <a:pt x="633415" y="484885"/>
                  </a:lnTo>
                  <a:lnTo>
                    <a:pt x="637111" y="489545"/>
                  </a:lnTo>
                  <a:lnTo>
                    <a:pt x="636378" y="493757"/>
                  </a:lnTo>
                  <a:lnTo>
                    <a:pt x="634207" y="494093"/>
                  </a:lnTo>
                  <a:lnTo>
                    <a:pt x="628810" y="494925"/>
                  </a:lnTo>
                  <a:lnTo>
                    <a:pt x="628177" y="499164"/>
                  </a:lnTo>
                  <a:lnTo>
                    <a:pt x="634227" y="502255"/>
                  </a:lnTo>
                  <a:lnTo>
                    <a:pt x="630079" y="507638"/>
                  </a:lnTo>
                  <a:lnTo>
                    <a:pt x="622546" y="507322"/>
                  </a:lnTo>
                  <a:lnTo>
                    <a:pt x="621440" y="510320"/>
                  </a:lnTo>
                  <a:lnTo>
                    <a:pt x="628334" y="514315"/>
                  </a:lnTo>
                  <a:lnTo>
                    <a:pt x="628742" y="514551"/>
                  </a:lnTo>
                  <a:lnTo>
                    <a:pt x="632496" y="519911"/>
                  </a:lnTo>
                  <a:lnTo>
                    <a:pt x="627954" y="524402"/>
                  </a:lnTo>
                  <a:lnTo>
                    <a:pt x="624620" y="527406"/>
                  </a:lnTo>
                  <a:lnTo>
                    <a:pt x="624250" y="535057"/>
                  </a:lnTo>
                  <a:lnTo>
                    <a:pt x="620536" y="537954"/>
                  </a:lnTo>
                  <a:lnTo>
                    <a:pt x="604072" y="540111"/>
                  </a:lnTo>
                  <a:lnTo>
                    <a:pt x="598370" y="540840"/>
                  </a:lnTo>
                  <a:lnTo>
                    <a:pt x="584211" y="542633"/>
                  </a:lnTo>
                  <a:lnTo>
                    <a:pt x="566058" y="544959"/>
                  </a:lnTo>
                  <a:lnTo>
                    <a:pt x="558252" y="545947"/>
                  </a:lnTo>
                  <a:lnTo>
                    <a:pt x="560479" y="539404"/>
                  </a:lnTo>
                  <a:lnTo>
                    <a:pt x="564032" y="530925"/>
                  </a:lnTo>
                  <a:lnTo>
                    <a:pt x="569460" y="527042"/>
                  </a:lnTo>
                  <a:lnTo>
                    <a:pt x="570358" y="521386"/>
                  </a:lnTo>
                  <a:lnTo>
                    <a:pt x="573238" y="519304"/>
                  </a:lnTo>
                  <a:lnTo>
                    <a:pt x="576287" y="517098"/>
                  </a:lnTo>
                  <a:lnTo>
                    <a:pt x="579623" y="510388"/>
                  </a:lnTo>
                  <a:lnTo>
                    <a:pt x="584108" y="505265"/>
                  </a:lnTo>
                  <a:lnTo>
                    <a:pt x="583441" y="498738"/>
                  </a:lnTo>
                  <a:lnTo>
                    <a:pt x="582799" y="495214"/>
                  </a:lnTo>
                  <a:lnTo>
                    <a:pt x="576087" y="492479"/>
                  </a:lnTo>
                  <a:lnTo>
                    <a:pt x="574489" y="487173"/>
                  </a:lnTo>
                  <a:lnTo>
                    <a:pt x="572808" y="483022"/>
                  </a:lnTo>
                  <a:lnTo>
                    <a:pt x="566282" y="483716"/>
                  </a:lnTo>
                  <a:lnTo>
                    <a:pt x="539559" y="486503"/>
                  </a:lnTo>
                  <a:lnTo>
                    <a:pt x="531602" y="487400"/>
                  </a:lnTo>
                  <a:lnTo>
                    <a:pt x="513120" y="489452"/>
                  </a:lnTo>
                  <a:lnTo>
                    <a:pt x="511330" y="489653"/>
                  </a:lnTo>
                  <a:lnTo>
                    <a:pt x="488510" y="492186"/>
                  </a:lnTo>
                  <a:lnTo>
                    <a:pt x="477918" y="493349"/>
                  </a:lnTo>
                  <a:lnTo>
                    <a:pt x="450750" y="496269"/>
                  </a:lnTo>
                  <a:lnTo>
                    <a:pt x="450559" y="496286"/>
                  </a:lnTo>
                  <a:lnTo>
                    <a:pt x="446341" y="496669"/>
                  </a:lnTo>
                  <a:lnTo>
                    <a:pt x="427514" y="498351"/>
                  </a:lnTo>
                  <a:lnTo>
                    <a:pt x="424610" y="498650"/>
                  </a:lnTo>
                  <a:lnTo>
                    <a:pt x="393993" y="501740"/>
                  </a:lnTo>
                  <a:lnTo>
                    <a:pt x="380842" y="503017"/>
                  </a:lnTo>
                  <a:lnTo>
                    <a:pt x="377918" y="503298"/>
                  </a:lnTo>
                  <a:lnTo>
                    <a:pt x="358373" y="505150"/>
                  </a:lnTo>
                  <a:lnTo>
                    <a:pt x="340879" y="506682"/>
                  </a:lnTo>
                  <a:lnTo>
                    <a:pt x="337446" y="506979"/>
                  </a:lnTo>
                  <a:lnTo>
                    <a:pt x="317093" y="508778"/>
                  </a:lnTo>
                  <a:lnTo>
                    <a:pt x="310583" y="509343"/>
                  </a:lnTo>
                  <a:lnTo>
                    <a:pt x="309103" y="509471"/>
                  </a:lnTo>
                  <a:lnTo>
                    <a:pt x="282493" y="511717"/>
                  </a:lnTo>
                  <a:lnTo>
                    <a:pt x="266133" y="512992"/>
                  </a:lnTo>
                  <a:lnTo>
                    <a:pt x="263954" y="513160"/>
                  </a:lnTo>
                  <a:lnTo>
                    <a:pt x="253020" y="513991"/>
                  </a:lnTo>
                  <a:lnTo>
                    <a:pt x="237619" y="515144"/>
                  </a:lnTo>
                  <a:lnTo>
                    <a:pt x="226266" y="515976"/>
                  </a:lnTo>
                  <a:lnTo>
                    <a:pt x="209959" y="517217"/>
                  </a:lnTo>
                  <a:lnTo>
                    <a:pt x="200900" y="517893"/>
                  </a:lnTo>
                  <a:lnTo>
                    <a:pt x="189348" y="518685"/>
                  </a:lnTo>
                  <a:lnTo>
                    <a:pt x="161504" y="520526"/>
                  </a:lnTo>
                  <a:lnTo>
                    <a:pt x="136344" y="522201"/>
                  </a:lnTo>
                  <a:lnTo>
                    <a:pt x="135541" y="508455"/>
                  </a:lnTo>
                  <a:lnTo>
                    <a:pt x="135126" y="501738"/>
                  </a:lnTo>
                  <a:lnTo>
                    <a:pt x="134386" y="489761"/>
                  </a:lnTo>
                  <a:lnTo>
                    <a:pt x="132743" y="461538"/>
                  </a:lnTo>
                  <a:lnTo>
                    <a:pt x="132311" y="454507"/>
                  </a:lnTo>
                  <a:lnTo>
                    <a:pt x="131538" y="441947"/>
                  </a:lnTo>
                  <a:lnTo>
                    <a:pt x="130303" y="420294"/>
                  </a:lnTo>
                  <a:lnTo>
                    <a:pt x="130124" y="417164"/>
                  </a:lnTo>
                  <a:lnTo>
                    <a:pt x="129799" y="411485"/>
                  </a:lnTo>
                  <a:lnTo>
                    <a:pt x="127998" y="382003"/>
                  </a:lnTo>
                  <a:lnTo>
                    <a:pt x="127853" y="379629"/>
                  </a:lnTo>
                  <a:lnTo>
                    <a:pt x="127786" y="378523"/>
                  </a:lnTo>
                  <a:lnTo>
                    <a:pt x="125877" y="341367"/>
                  </a:lnTo>
                  <a:lnTo>
                    <a:pt x="125550" y="335379"/>
                  </a:lnTo>
                  <a:lnTo>
                    <a:pt x="125397" y="332583"/>
                  </a:lnTo>
                  <a:lnTo>
                    <a:pt x="124215" y="310976"/>
                  </a:lnTo>
                  <a:lnTo>
                    <a:pt x="123086" y="292629"/>
                  </a:lnTo>
                  <a:lnTo>
                    <a:pt x="122420" y="281825"/>
                  </a:lnTo>
                  <a:lnTo>
                    <a:pt x="120809" y="250137"/>
                  </a:lnTo>
                  <a:lnTo>
                    <a:pt x="120793" y="249821"/>
                  </a:lnTo>
                  <a:lnTo>
                    <a:pt x="120048" y="236869"/>
                  </a:lnTo>
                  <a:lnTo>
                    <a:pt x="119104" y="220501"/>
                  </a:lnTo>
                  <a:lnTo>
                    <a:pt x="118683" y="212926"/>
                  </a:lnTo>
                  <a:lnTo>
                    <a:pt x="118374" y="207368"/>
                  </a:lnTo>
                  <a:lnTo>
                    <a:pt x="118214" y="204490"/>
                  </a:lnTo>
                  <a:lnTo>
                    <a:pt x="119359" y="199342"/>
                  </a:lnTo>
                  <a:lnTo>
                    <a:pt x="118411" y="199343"/>
                  </a:lnTo>
                  <a:lnTo>
                    <a:pt x="116326" y="199344"/>
                  </a:lnTo>
                  <a:lnTo>
                    <a:pt x="110796" y="196319"/>
                  </a:lnTo>
                  <a:lnTo>
                    <a:pt x="105085" y="198404"/>
                  </a:lnTo>
                  <a:lnTo>
                    <a:pt x="100135" y="194926"/>
                  </a:lnTo>
                  <a:lnTo>
                    <a:pt x="99377" y="194392"/>
                  </a:lnTo>
                  <a:lnTo>
                    <a:pt x="96667" y="190203"/>
                  </a:lnTo>
                  <a:lnTo>
                    <a:pt x="93475" y="186484"/>
                  </a:lnTo>
                  <a:lnTo>
                    <a:pt x="88315" y="180720"/>
                  </a:lnTo>
                  <a:lnTo>
                    <a:pt x="89625" y="172245"/>
                  </a:lnTo>
                  <a:lnTo>
                    <a:pt x="84145" y="171692"/>
                  </a:lnTo>
                  <a:lnTo>
                    <a:pt x="82195" y="169130"/>
                  </a:lnTo>
                  <a:lnTo>
                    <a:pt x="80520" y="166929"/>
                  </a:lnTo>
                  <a:lnTo>
                    <a:pt x="73781" y="160760"/>
                  </a:lnTo>
                  <a:lnTo>
                    <a:pt x="69608" y="156268"/>
                  </a:lnTo>
                  <a:lnTo>
                    <a:pt x="67388" y="153875"/>
                  </a:lnTo>
                  <a:lnTo>
                    <a:pt x="70693" y="150894"/>
                  </a:lnTo>
                  <a:lnTo>
                    <a:pt x="73337" y="148496"/>
                  </a:lnTo>
                  <a:lnTo>
                    <a:pt x="73501" y="146222"/>
                  </a:lnTo>
                  <a:lnTo>
                    <a:pt x="73847" y="141412"/>
                  </a:lnTo>
                  <a:lnTo>
                    <a:pt x="79813" y="136963"/>
                  </a:lnTo>
                  <a:lnTo>
                    <a:pt x="79577" y="132493"/>
                  </a:lnTo>
                  <a:lnTo>
                    <a:pt x="86291" y="131972"/>
                  </a:lnTo>
                  <a:lnTo>
                    <a:pt x="89755" y="128647"/>
                  </a:lnTo>
                  <a:lnTo>
                    <a:pt x="88578" y="125855"/>
                  </a:lnTo>
                  <a:lnTo>
                    <a:pt x="87608" y="120091"/>
                  </a:lnTo>
                  <a:lnTo>
                    <a:pt x="87489" y="119388"/>
                  </a:lnTo>
                  <a:lnTo>
                    <a:pt x="82480" y="113614"/>
                  </a:lnTo>
                  <a:lnTo>
                    <a:pt x="80153" y="110804"/>
                  </a:lnTo>
                  <a:lnTo>
                    <a:pt x="76259" y="111280"/>
                  </a:lnTo>
                  <a:lnTo>
                    <a:pt x="73898" y="111569"/>
                  </a:lnTo>
                  <a:lnTo>
                    <a:pt x="68278" y="116257"/>
                  </a:lnTo>
                  <a:lnTo>
                    <a:pt x="62355" y="112493"/>
                  </a:lnTo>
                  <a:lnTo>
                    <a:pt x="53747" y="107091"/>
                  </a:lnTo>
                  <a:lnTo>
                    <a:pt x="46171" y="100664"/>
                  </a:lnTo>
                  <a:lnTo>
                    <a:pt x="42202" y="97312"/>
                  </a:lnTo>
                  <a:lnTo>
                    <a:pt x="39029" y="97757"/>
                  </a:lnTo>
                  <a:lnTo>
                    <a:pt x="35790" y="92725"/>
                  </a:lnTo>
                  <a:lnTo>
                    <a:pt x="37453" y="87941"/>
                  </a:lnTo>
                  <a:lnTo>
                    <a:pt x="33708" y="84151"/>
                  </a:lnTo>
                  <a:lnTo>
                    <a:pt x="28857" y="78621"/>
                  </a:lnTo>
                  <a:lnTo>
                    <a:pt x="29342" y="72791"/>
                  </a:lnTo>
                  <a:lnTo>
                    <a:pt x="22260" y="70370"/>
                  </a:lnTo>
                  <a:lnTo>
                    <a:pt x="22171" y="69922"/>
                  </a:lnTo>
                  <a:lnTo>
                    <a:pt x="22132" y="69725"/>
                  </a:lnTo>
                  <a:lnTo>
                    <a:pt x="21489" y="66496"/>
                  </a:lnTo>
                  <a:lnTo>
                    <a:pt x="17159" y="64452"/>
                  </a:lnTo>
                  <a:lnTo>
                    <a:pt x="11965" y="63168"/>
                  </a:lnTo>
                  <a:lnTo>
                    <a:pt x="12875" y="57773"/>
                  </a:lnTo>
                  <a:lnTo>
                    <a:pt x="11914" y="54194"/>
                  </a:lnTo>
                  <a:lnTo>
                    <a:pt x="8262" y="46183"/>
                  </a:lnTo>
                  <a:lnTo>
                    <a:pt x="7118" y="42553"/>
                  </a:lnTo>
                  <a:lnTo>
                    <a:pt x="5309" y="38968"/>
                  </a:lnTo>
                  <a:lnTo>
                    <a:pt x="5102" y="38557"/>
                  </a:lnTo>
                  <a:lnTo>
                    <a:pt x="1145" y="389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40885" y="4113532"/>
              <a:ext cx="391642" cy="668821"/>
            </a:xfrm>
            <a:custGeom>
              <a:avLst/>
              <a:pathLst>
                <a:path w="391642" h="668821">
                  <a:moveTo>
                    <a:pt x="2300" y="549310"/>
                  </a:moveTo>
                  <a:lnTo>
                    <a:pt x="9036" y="549490"/>
                  </a:lnTo>
                  <a:lnTo>
                    <a:pt x="15139" y="544805"/>
                  </a:lnTo>
                  <a:lnTo>
                    <a:pt x="11428" y="538817"/>
                  </a:lnTo>
                  <a:lnTo>
                    <a:pt x="11260" y="531769"/>
                  </a:lnTo>
                  <a:lnTo>
                    <a:pt x="13253" y="524951"/>
                  </a:lnTo>
                  <a:lnTo>
                    <a:pt x="11773" y="517006"/>
                  </a:lnTo>
                  <a:lnTo>
                    <a:pt x="14554" y="511848"/>
                  </a:lnTo>
                  <a:lnTo>
                    <a:pt x="20456" y="509640"/>
                  </a:lnTo>
                  <a:lnTo>
                    <a:pt x="17659" y="504285"/>
                  </a:lnTo>
                  <a:lnTo>
                    <a:pt x="16542" y="499932"/>
                  </a:lnTo>
                  <a:lnTo>
                    <a:pt x="24166" y="495929"/>
                  </a:lnTo>
                  <a:lnTo>
                    <a:pt x="24926" y="483809"/>
                  </a:lnTo>
                  <a:lnTo>
                    <a:pt x="31908" y="481375"/>
                  </a:lnTo>
                  <a:lnTo>
                    <a:pt x="31660" y="481062"/>
                  </a:lnTo>
                  <a:lnTo>
                    <a:pt x="26520" y="474562"/>
                  </a:lnTo>
                  <a:lnTo>
                    <a:pt x="27600" y="468530"/>
                  </a:lnTo>
                  <a:lnTo>
                    <a:pt x="34144" y="469118"/>
                  </a:lnTo>
                  <a:lnTo>
                    <a:pt x="39046" y="463705"/>
                  </a:lnTo>
                  <a:lnTo>
                    <a:pt x="40015" y="462634"/>
                  </a:lnTo>
                  <a:lnTo>
                    <a:pt x="45712" y="456165"/>
                  </a:lnTo>
                  <a:lnTo>
                    <a:pt x="45491" y="448941"/>
                  </a:lnTo>
                  <a:lnTo>
                    <a:pt x="52254" y="446360"/>
                  </a:lnTo>
                  <a:lnTo>
                    <a:pt x="56033" y="441007"/>
                  </a:lnTo>
                  <a:lnTo>
                    <a:pt x="55898" y="437370"/>
                  </a:lnTo>
                  <a:lnTo>
                    <a:pt x="60392" y="429977"/>
                  </a:lnTo>
                  <a:lnTo>
                    <a:pt x="59757" y="429102"/>
                  </a:lnTo>
                  <a:lnTo>
                    <a:pt x="50558" y="416412"/>
                  </a:lnTo>
                  <a:lnTo>
                    <a:pt x="63988" y="414116"/>
                  </a:lnTo>
                  <a:lnTo>
                    <a:pt x="68120" y="404297"/>
                  </a:lnTo>
                  <a:lnTo>
                    <a:pt x="70449" y="396063"/>
                  </a:lnTo>
                  <a:lnTo>
                    <a:pt x="62795" y="395555"/>
                  </a:lnTo>
                  <a:lnTo>
                    <a:pt x="64254" y="385442"/>
                  </a:lnTo>
                  <a:lnTo>
                    <a:pt x="54098" y="384655"/>
                  </a:lnTo>
                  <a:lnTo>
                    <a:pt x="52302" y="374767"/>
                  </a:lnTo>
                  <a:lnTo>
                    <a:pt x="57901" y="373601"/>
                  </a:lnTo>
                  <a:lnTo>
                    <a:pt x="52822" y="366361"/>
                  </a:lnTo>
                  <a:lnTo>
                    <a:pt x="52055" y="365696"/>
                  </a:lnTo>
                  <a:lnTo>
                    <a:pt x="49022" y="363071"/>
                  </a:lnTo>
                  <a:lnTo>
                    <a:pt x="45761" y="351877"/>
                  </a:lnTo>
                  <a:lnTo>
                    <a:pt x="50040" y="345935"/>
                  </a:lnTo>
                  <a:lnTo>
                    <a:pt x="43375" y="344671"/>
                  </a:lnTo>
                  <a:lnTo>
                    <a:pt x="37895" y="340325"/>
                  </a:lnTo>
                  <a:lnTo>
                    <a:pt x="36980" y="335453"/>
                  </a:lnTo>
                  <a:lnTo>
                    <a:pt x="39246" y="330239"/>
                  </a:lnTo>
                  <a:lnTo>
                    <a:pt x="46440" y="324075"/>
                  </a:lnTo>
                  <a:lnTo>
                    <a:pt x="45655" y="317452"/>
                  </a:lnTo>
                  <a:lnTo>
                    <a:pt x="38004" y="312429"/>
                  </a:lnTo>
                  <a:lnTo>
                    <a:pt x="34098" y="309621"/>
                  </a:lnTo>
                  <a:lnTo>
                    <a:pt x="34747" y="308580"/>
                  </a:lnTo>
                  <a:lnTo>
                    <a:pt x="38682" y="302267"/>
                  </a:lnTo>
                  <a:lnTo>
                    <a:pt x="31243" y="297063"/>
                  </a:lnTo>
                  <a:lnTo>
                    <a:pt x="33956" y="291772"/>
                  </a:lnTo>
                  <a:lnTo>
                    <a:pt x="39547" y="291665"/>
                  </a:lnTo>
                  <a:lnTo>
                    <a:pt x="41200" y="284773"/>
                  </a:lnTo>
                  <a:lnTo>
                    <a:pt x="42326" y="277550"/>
                  </a:lnTo>
                  <a:lnTo>
                    <a:pt x="39830" y="272258"/>
                  </a:lnTo>
                  <a:lnTo>
                    <a:pt x="35267" y="271835"/>
                  </a:lnTo>
                  <a:lnTo>
                    <a:pt x="32509" y="262747"/>
                  </a:lnTo>
                  <a:lnTo>
                    <a:pt x="35187" y="256446"/>
                  </a:lnTo>
                  <a:lnTo>
                    <a:pt x="30910" y="252248"/>
                  </a:lnTo>
                  <a:lnTo>
                    <a:pt x="27730" y="247781"/>
                  </a:lnTo>
                  <a:lnTo>
                    <a:pt x="25353" y="243845"/>
                  </a:lnTo>
                  <a:lnTo>
                    <a:pt x="21916" y="239233"/>
                  </a:lnTo>
                  <a:lnTo>
                    <a:pt x="22763" y="236934"/>
                  </a:lnTo>
                  <a:lnTo>
                    <a:pt x="24361" y="232594"/>
                  </a:lnTo>
                  <a:lnTo>
                    <a:pt x="30500" y="227220"/>
                  </a:lnTo>
                  <a:lnTo>
                    <a:pt x="24627" y="222349"/>
                  </a:lnTo>
                  <a:lnTo>
                    <a:pt x="33260" y="220158"/>
                  </a:lnTo>
                  <a:lnTo>
                    <a:pt x="35472" y="212576"/>
                  </a:lnTo>
                  <a:lnTo>
                    <a:pt x="27381" y="208957"/>
                  </a:lnTo>
                  <a:lnTo>
                    <a:pt x="30627" y="204874"/>
                  </a:lnTo>
                  <a:lnTo>
                    <a:pt x="33540" y="204316"/>
                  </a:lnTo>
                  <a:lnTo>
                    <a:pt x="40340" y="205341"/>
                  </a:lnTo>
                  <a:lnTo>
                    <a:pt x="39980" y="199604"/>
                  </a:lnTo>
                  <a:lnTo>
                    <a:pt x="36625" y="197471"/>
                  </a:lnTo>
                  <a:lnTo>
                    <a:pt x="34993" y="190364"/>
                  </a:lnTo>
                  <a:lnTo>
                    <a:pt x="38537" y="185829"/>
                  </a:lnTo>
                  <a:lnTo>
                    <a:pt x="36998" y="181108"/>
                  </a:lnTo>
                  <a:lnTo>
                    <a:pt x="30828" y="179360"/>
                  </a:lnTo>
                  <a:lnTo>
                    <a:pt x="35071" y="175671"/>
                  </a:lnTo>
                  <a:lnTo>
                    <a:pt x="40064" y="176243"/>
                  </a:lnTo>
                  <a:lnTo>
                    <a:pt x="42588" y="172821"/>
                  </a:lnTo>
                  <a:lnTo>
                    <a:pt x="46555" y="169947"/>
                  </a:lnTo>
                  <a:lnTo>
                    <a:pt x="52099" y="168148"/>
                  </a:lnTo>
                  <a:lnTo>
                    <a:pt x="53522" y="161825"/>
                  </a:lnTo>
                  <a:lnTo>
                    <a:pt x="50235" y="159089"/>
                  </a:lnTo>
                  <a:lnTo>
                    <a:pt x="44959" y="157647"/>
                  </a:lnTo>
                  <a:lnTo>
                    <a:pt x="45034" y="156677"/>
                  </a:lnTo>
                  <a:lnTo>
                    <a:pt x="45073" y="156175"/>
                  </a:lnTo>
                  <a:lnTo>
                    <a:pt x="45377" y="152225"/>
                  </a:lnTo>
                  <a:lnTo>
                    <a:pt x="50129" y="150048"/>
                  </a:lnTo>
                  <a:lnTo>
                    <a:pt x="51136" y="146742"/>
                  </a:lnTo>
                  <a:lnTo>
                    <a:pt x="49280" y="141477"/>
                  </a:lnTo>
                  <a:lnTo>
                    <a:pt x="55257" y="139228"/>
                  </a:lnTo>
                  <a:lnTo>
                    <a:pt x="57734" y="133041"/>
                  </a:lnTo>
                  <a:lnTo>
                    <a:pt x="64354" y="130976"/>
                  </a:lnTo>
                  <a:lnTo>
                    <a:pt x="62241" y="123891"/>
                  </a:lnTo>
                  <a:lnTo>
                    <a:pt x="65997" y="120557"/>
                  </a:lnTo>
                  <a:lnTo>
                    <a:pt x="74083" y="123552"/>
                  </a:lnTo>
                  <a:lnTo>
                    <a:pt x="75567" y="116814"/>
                  </a:lnTo>
                  <a:lnTo>
                    <a:pt x="82544" y="111762"/>
                  </a:lnTo>
                  <a:lnTo>
                    <a:pt x="81013" y="105963"/>
                  </a:lnTo>
                  <a:lnTo>
                    <a:pt x="81724" y="96858"/>
                  </a:lnTo>
                  <a:lnTo>
                    <a:pt x="83382" y="90762"/>
                  </a:lnTo>
                  <a:lnTo>
                    <a:pt x="78490" y="84799"/>
                  </a:lnTo>
                  <a:lnTo>
                    <a:pt x="79654" y="82492"/>
                  </a:lnTo>
                  <a:lnTo>
                    <a:pt x="81978" y="77886"/>
                  </a:lnTo>
                  <a:lnTo>
                    <a:pt x="81908" y="72612"/>
                  </a:lnTo>
                  <a:lnTo>
                    <a:pt x="85575" y="63656"/>
                  </a:lnTo>
                  <a:lnTo>
                    <a:pt x="88804" y="59973"/>
                  </a:lnTo>
                  <a:lnTo>
                    <a:pt x="89251" y="53620"/>
                  </a:lnTo>
                  <a:lnTo>
                    <a:pt x="95462" y="52868"/>
                  </a:lnTo>
                  <a:lnTo>
                    <a:pt x="96169" y="52782"/>
                  </a:lnTo>
                  <a:lnTo>
                    <a:pt x="105474" y="46738"/>
                  </a:lnTo>
                  <a:lnTo>
                    <a:pt x="105684" y="46558"/>
                  </a:lnTo>
                  <a:lnTo>
                    <a:pt x="112023" y="41109"/>
                  </a:lnTo>
                  <a:lnTo>
                    <a:pt x="112219" y="36944"/>
                  </a:lnTo>
                  <a:lnTo>
                    <a:pt x="104194" y="29924"/>
                  </a:lnTo>
                  <a:lnTo>
                    <a:pt x="161313" y="23357"/>
                  </a:lnTo>
                  <a:lnTo>
                    <a:pt x="169181" y="22413"/>
                  </a:lnTo>
                  <a:lnTo>
                    <a:pt x="171148" y="22176"/>
                  </a:lnTo>
                  <a:lnTo>
                    <a:pt x="178092" y="21336"/>
                  </a:lnTo>
                  <a:lnTo>
                    <a:pt x="201299" y="18491"/>
                  </a:lnTo>
                  <a:lnTo>
                    <a:pt x="210423" y="17305"/>
                  </a:lnTo>
                  <a:lnTo>
                    <a:pt x="227539" y="15057"/>
                  </a:lnTo>
                  <a:lnTo>
                    <a:pt x="246574" y="12519"/>
                  </a:lnTo>
                  <a:lnTo>
                    <a:pt x="247617" y="12381"/>
                  </a:lnTo>
                  <a:lnTo>
                    <a:pt x="269123" y="9509"/>
                  </a:lnTo>
                  <a:lnTo>
                    <a:pt x="273160" y="8964"/>
                  </a:lnTo>
                  <a:lnTo>
                    <a:pt x="308232" y="4102"/>
                  </a:lnTo>
                  <a:lnTo>
                    <a:pt x="318133" y="2768"/>
                  </a:lnTo>
                  <a:lnTo>
                    <a:pt x="320012" y="2514"/>
                  </a:lnTo>
                  <a:lnTo>
                    <a:pt x="331687" y="925"/>
                  </a:lnTo>
                  <a:lnTo>
                    <a:pt x="338108" y="0"/>
                  </a:lnTo>
                  <a:lnTo>
                    <a:pt x="344398" y="9172"/>
                  </a:lnTo>
                  <a:lnTo>
                    <a:pt x="351203" y="12355"/>
                  </a:lnTo>
                  <a:lnTo>
                    <a:pt x="351803" y="49287"/>
                  </a:lnTo>
                  <a:lnTo>
                    <a:pt x="351916" y="54896"/>
                  </a:lnTo>
                  <a:lnTo>
                    <a:pt x="352236" y="71143"/>
                  </a:lnTo>
                  <a:lnTo>
                    <a:pt x="352607" y="90583"/>
                  </a:lnTo>
                  <a:lnTo>
                    <a:pt x="353191" y="122687"/>
                  </a:lnTo>
                  <a:lnTo>
                    <a:pt x="353259" y="126546"/>
                  </a:lnTo>
                  <a:lnTo>
                    <a:pt x="353907" y="169455"/>
                  </a:lnTo>
                  <a:lnTo>
                    <a:pt x="353997" y="175770"/>
                  </a:lnTo>
                  <a:lnTo>
                    <a:pt x="354483" y="198301"/>
                  </a:lnTo>
                  <a:lnTo>
                    <a:pt x="355178" y="231890"/>
                  </a:lnTo>
                  <a:lnTo>
                    <a:pt x="355461" y="246134"/>
                  </a:lnTo>
                  <a:lnTo>
                    <a:pt x="356029" y="272488"/>
                  </a:lnTo>
                  <a:lnTo>
                    <a:pt x="356207" y="280991"/>
                  </a:lnTo>
                  <a:lnTo>
                    <a:pt x="356811" y="310667"/>
                  </a:lnTo>
                  <a:lnTo>
                    <a:pt x="357168" y="328932"/>
                  </a:lnTo>
                  <a:lnTo>
                    <a:pt x="357856" y="365736"/>
                  </a:lnTo>
                  <a:lnTo>
                    <a:pt x="357999" y="373730"/>
                  </a:lnTo>
                  <a:lnTo>
                    <a:pt x="358032" y="376807"/>
                  </a:lnTo>
                  <a:lnTo>
                    <a:pt x="358434" y="417057"/>
                  </a:lnTo>
                  <a:lnTo>
                    <a:pt x="359060" y="422352"/>
                  </a:lnTo>
                  <a:lnTo>
                    <a:pt x="360699" y="436242"/>
                  </a:lnTo>
                  <a:lnTo>
                    <a:pt x="362755" y="448658"/>
                  </a:lnTo>
                  <a:lnTo>
                    <a:pt x="364444" y="458866"/>
                  </a:lnTo>
                  <a:lnTo>
                    <a:pt x="368547" y="483727"/>
                  </a:lnTo>
                  <a:lnTo>
                    <a:pt x="368869" y="485675"/>
                  </a:lnTo>
                  <a:lnTo>
                    <a:pt x="375647" y="526736"/>
                  </a:lnTo>
                  <a:lnTo>
                    <a:pt x="378169" y="542256"/>
                  </a:lnTo>
                  <a:lnTo>
                    <a:pt x="382789" y="570702"/>
                  </a:lnTo>
                  <a:lnTo>
                    <a:pt x="383875" y="577390"/>
                  </a:lnTo>
                  <a:lnTo>
                    <a:pt x="383958" y="577901"/>
                  </a:lnTo>
                  <a:lnTo>
                    <a:pt x="387882" y="603117"/>
                  </a:lnTo>
                  <a:lnTo>
                    <a:pt x="391642" y="626372"/>
                  </a:lnTo>
                  <a:lnTo>
                    <a:pt x="390320" y="630282"/>
                  </a:lnTo>
                  <a:lnTo>
                    <a:pt x="385946" y="630102"/>
                  </a:lnTo>
                  <a:lnTo>
                    <a:pt x="383400" y="634233"/>
                  </a:lnTo>
                  <a:lnTo>
                    <a:pt x="377155" y="632330"/>
                  </a:lnTo>
                  <a:lnTo>
                    <a:pt x="370324" y="634475"/>
                  </a:lnTo>
                  <a:lnTo>
                    <a:pt x="366329" y="631879"/>
                  </a:lnTo>
                  <a:lnTo>
                    <a:pt x="360246" y="631574"/>
                  </a:lnTo>
                  <a:lnTo>
                    <a:pt x="356214" y="634620"/>
                  </a:lnTo>
                  <a:lnTo>
                    <a:pt x="350717" y="634806"/>
                  </a:lnTo>
                  <a:lnTo>
                    <a:pt x="344309" y="634329"/>
                  </a:lnTo>
                  <a:lnTo>
                    <a:pt x="342098" y="634163"/>
                  </a:lnTo>
                  <a:lnTo>
                    <a:pt x="332791" y="630894"/>
                  </a:lnTo>
                  <a:lnTo>
                    <a:pt x="323765" y="632414"/>
                  </a:lnTo>
                  <a:lnTo>
                    <a:pt x="310960" y="637149"/>
                  </a:lnTo>
                  <a:lnTo>
                    <a:pt x="299339" y="643655"/>
                  </a:lnTo>
                  <a:lnTo>
                    <a:pt x="287043" y="648415"/>
                  </a:lnTo>
                  <a:lnTo>
                    <a:pt x="285617" y="649084"/>
                  </a:lnTo>
                  <a:lnTo>
                    <a:pt x="281341" y="651088"/>
                  </a:lnTo>
                  <a:lnTo>
                    <a:pt x="272633" y="658682"/>
                  </a:lnTo>
                  <a:lnTo>
                    <a:pt x="270518" y="664436"/>
                  </a:lnTo>
                  <a:lnTo>
                    <a:pt x="267373" y="666667"/>
                  </a:lnTo>
                  <a:lnTo>
                    <a:pt x="261797" y="668821"/>
                  </a:lnTo>
                  <a:lnTo>
                    <a:pt x="251505" y="665117"/>
                  </a:lnTo>
                  <a:lnTo>
                    <a:pt x="247113" y="653224"/>
                  </a:lnTo>
                  <a:lnTo>
                    <a:pt x="240438" y="639611"/>
                  </a:lnTo>
                  <a:lnTo>
                    <a:pt x="237368" y="634524"/>
                  </a:lnTo>
                  <a:lnTo>
                    <a:pt x="235569" y="631540"/>
                  </a:lnTo>
                  <a:lnTo>
                    <a:pt x="225262" y="622683"/>
                  </a:lnTo>
                  <a:lnTo>
                    <a:pt x="220450" y="610646"/>
                  </a:lnTo>
                  <a:lnTo>
                    <a:pt x="219604" y="607366"/>
                  </a:lnTo>
                  <a:lnTo>
                    <a:pt x="217613" y="599645"/>
                  </a:lnTo>
                  <a:lnTo>
                    <a:pt x="221542" y="586473"/>
                  </a:lnTo>
                  <a:lnTo>
                    <a:pt x="225125" y="573427"/>
                  </a:lnTo>
                  <a:lnTo>
                    <a:pt x="226436" y="561064"/>
                  </a:lnTo>
                  <a:lnTo>
                    <a:pt x="213873" y="562608"/>
                  </a:lnTo>
                  <a:lnTo>
                    <a:pt x="206690" y="563483"/>
                  </a:lnTo>
                  <a:lnTo>
                    <a:pt x="164463" y="568544"/>
                  </a:lnTo>
                  <a:lnTo>
                    <a:pt x="154376" y="569726"/>
                  </a:lnTo>
                  <a:lnTo>
                    <a:pt x="154224" y="569743"/>
                  </a:lnTo>
                  <a:lnTo>
                    <a:pt x="130847" y="572400"/>
                  </a:lnTo>
                  <a:lnTo>
                    <a:pt x="128556" y="572657"/>
                  </a:lnTo>
                  <a:lnTo>
                    <a:pt x="106186" y="575142"/>
                  </a:lnTo>
                  <a:lnTo>
                    <a:pt x="98353" y="575991"/>
                  </a:lnTo>
                  <a:lnTo>
                    <a:pt x="70980" y="578908"/>
                  </a:lnTo>
                  <a:lnTo>
                    <a:pt x="57422" y="580325"/>
                  </a:lnTo>
                  <a:lnTo>
                    <a:pt x="51820" y="580905"/>
                  </a:lnTo>
                  <a:lnTo>
                    <a:pt x="3542" y="585693"/>
                  </a:lnTo>
                  <a:lnTo>
                    <a:pt x="4493" y="584828"/>
                  </a:lnTo>
                  <a:lnTo>
                    <a:pt x="11923" y="578061"/>
                  </a:lnTo>
                  <a:lnTo>
                    <a:pt x="7431" y="572798"/>
                  </a:lnTo>
                  <a:lnTo>
                    <a:pt x="3760" y="566978"/>
                  </a:lnTo>
                  <a:lnTo>
                    <a:pt x="6710" y="559191"/>
                  </a:lnTo>
                  <a:lnTo>
                    <a:pt x="6801" y="558952"/>
                  </a:lnTo>
                  <a:lnTo>
                    <a:pt x="0" y="5540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564960" y="2290577"/>
              <a:ext cx="1054828" cy="666199"/>
            </a:xfrm>
            <a:custGeom>
              <a:avLst/>
              <a:pathLst>
                <a:path w="1054828" h="666199">
                  <a:moveTo>
                    <a:pt x="27231" y="0"/>
                  </a:moveTo>
                  <a:lnTo>
                    <a:pt x="73524" y="9396"/>
                  </a:lnTo>
                  <a:lnTo>
                    <a:pt x="98275" y="14463"/>
                  </a:lnTo>
                  <a:lnTo>
                    <a:pt x="139027" y="22087"/>
                  </a:lnTo>
                  <a:lnTo>
                    <a:pt x="143169" y="22847"/>
                  </a:lnTo>
                  <a:lnTo>
                    <a:pt x="168811" y="27520"/>
                  </a:lnTo>
                  <a:lnTo>
                    <a:pt x="185381" y="30769"/>
                  </a:lnTo>
                  <a:lnTo>
                    <a:pt x="194883" y="32530"/>
                  </a:lnTo>
                  <a:lnTo>
                    <a:pt x="208517" y="35032"/>
                  </a:lnTo>
                  <a:lnTo>
                    <a:pt x="226714" y="38402"/>
                  </a:lnTo>
                  <a:lnTo>
                    <a:pt x="253695" y="42934"/>
                  </a:lnTo>
                  <a:lnTo>
                    <a:pt x="275782" y="46676"/>
                  </a:lnTo>
                  <a:lnTo>
                    <a:pt x="354452" y="59291"/>
                  </a:lnTo>
                  <a:lnTo>
                    <a:pt x="358688" y="59943"/>
                  </a:lnTo>
                  <a:lnTo>
                    <a:pt x="383400" y="63826"/>
                  </a:lnTo>
                  <a:lnTo>
                    <a:pt x="413560" y="68448"/>
                  </a:lnTo>
                  <a:lnTo>
                    <a:pt x="433310" y="71267"/>
                  </a:lnTo>
                  <a:lnTo>
                    <a:pt x="456066" y="74441"/>
                  </a:lnTo>
                  <a:lnTo>
                    <a:pt x="478401" y="77459"/>
                  </a:lnTo>
                  <a:lnTo>
                    <a:pt x="496515" y="79851"/>
                  </a:lnTo>
                  <a:lnTo>
                    <a:pt x="504535" y="80810"/>
                  </a:lnTo>
                  <a:lnTo>
                    <a:pt x="527378" y="83783"/>
                  </a:lnTo>
                  <a:lnTo>
                    <a:pt x="584939" y="90794"/>
                  </a:lnTo>
                  <a:lnTo>
                    <a:pt x="585899" y="90912"/>
                  </a:lnTo>
                  <a:lnTo>
                    <a:pt x="606395" y="93396"/>
                  </a:lnTo>
                  <a:lnTo>
                    <a:pt x="627856" y="95976"/>
                  </a:lnTo>
                  <a:lnTo>
                    <a:pt x="667179" y="100316"/>
                  </a:lnTo>
                  <a:lnTo>
                    <a:pt x="693569" y="103089"/>
                  </a:lnTo>
                  <a:lnTo>
                    <a:pt x="739327" y="107652"/>
                  </a:lnTo>
                  <a:lnTo>
                    <a:pt x="762026" y="109888"/>
                  </a:lnTo>
                  <a:lnTo>
                    <a:pt x="768704" y="110425"/>
                  </a:lnTo>
                  <a:lnTo>
                    <a:pt x="784535" y="111891"/>
                  </a:lnTo>
                  <a:lnTo>
                    <a:pt x="832996" y="116149"/>
                  </a:lnTo>
                  <a:lnTo>
                    <a:pt x="866075" y="118849"/>
                  </a:lnTo>
                  <a:lnTo>
                    <a:pt x="876593" y="119686"/>
                  </a:lnTo>
                  <a:lnTo>
                    <a:pt x="881901" y="120102"/>
                  </a:lnTo>
                  <a:lnTo>
                    <a:pt x="905616" y="121811"/>
                  </a:lnTo>
                  <a:lnTo>
                    <a:pt x="941868" y="124388"/>
                  </a:lnTo>
                  <a:lnTo>
                    <a:pt x="949702" y="124893"/>
                  </a:lnTo>
                  <a:lnTo>
                    <a:pt x="967628" y="126093"/>
                  </a:lnTo>
                  <a:lnTo>
                    <a:pt x="983359" y="127108"/>
                  </a:lnTo>
                  <a:lnTo>
                    <a:pt x="1012043" y="128735"/>
                  </a:lnTo>
                  <a:lnTo>
                    <a:pt x="1054828" y="131002"/>
                  </a:lnTo>
                  <a:lnTo>
                    <a:pt x="1053757" y="151087"/>
                  </a:lnTo>
                  <a:lnTo>
                    <a:pt x="1052353" y="179210"/>
                  </a:lnTo>
                  <a:lnTo>
                    <a:pt x="1051436" y="197624"/>
                  </a:lnTo>
                  <a:lnTo>
                    <a:pt x="1050782" y="211439"/>
                  </a:lnTo>
                  <a:lnTo>
                    <a:pt x="1049862" y="230926"/>
                  </a:lnTo>
                  <a:lnTo>
                    <a:pt x="1048322" y="263255"/>
                  </a:lnTo>
                  <a:lnTo>
                    <a:pt x="1048168" y="266492"/>
                  </a:lnTo>
                  <a:lnTo>
                    <a:pt x="1047156" y="288668"/>
                  </a:lnTo>
                  <a:lnTo>
                    <a:pt x="1045658" y="315017"/>
                  </a:lnTo>
                  <a:lnTo>
                    <a:pt x="1044161" y="342178"/>
                  </a:lnTo>
                  <a:lnTo>
                    <a:pt x="1043689" y="350756"/>
                  </a:lnTo>
                  <a:lnTo>
                    <a:pt x="1043678" y="350995"/>
                  </a:lnTo>
                  <a:lnTo>
                    <a:pt x="1042351" y="377709"/>
                  </a:lnTo>
                  <a:lnTo>
                    <a:pt x="1040975" y="403211"/>
                  </a:lnTo>
                  <a:lnTo>
                    <a:pt x="1039489" y="432204"/>
                  </a:lnTo>
                  <a:lnTo>
                    <a:pt x="1039019" y="441743"/>
                  </a:lnTo>
                  <a:lnTo>
                    <a:pt x="1038366" y="455008"/>
                  </a:lnTo>
                  <a:lnTo>
                    <a:pt x="1038164" y="459103"/>
                  </a:lnTo>
                  <a:lnTo>
                    <a:pt x="1036883" y="483515"/>
                  </a:lnTo>
                  <a:lnTo>
                    <a:pt x="1036586" y="489375"/>
                  </a:lnTo>
                  <a:lnTo>
                    <a:pt x="1034351" y="533497"/>
                  </a:lnTo>
                  <a:lnTo>
                    <a:pt x="1034050" y="541850"/>
                  </a:lnTo>
                  <a:lnTo>
                    <a:pt x="1033967" y="544128"/>
                  </a:lnTo>
                  <a:lnTo>
                    <a:pt x="1033313" y="559252"/>
                  </a:lnTo>
                  <a:lnTo>
                    <a:pt x="1032099" y="584573"/>
                  </a:lnTo>
                  <a:lnTo>
                    <a:pt x="1031670" y="593421"/>
                  </a:lnTo>
                  <a:lnTo>
                    <a:pt x="1030776" y="613837"/>
                  </a:lnTo>
                  <a:lnTo>
                    <a:pt x="1029984" y="630057"/>
                  </a:lnTo>
                  <a:lnTo>
                    <a:pt x="1029420" y="641644"/>
                  </a:lnTo>
                  <a:lnTo>
                    <a:pt x="1028665" y="658317"/>
                  </a:lnTo>
                  <a:lnTo>
                    <a:pt x="1026929" y="658374"/>
                  </a:lnTo>
                  <a:lnTo>
                    <a:pt x="936866" y="652940"/>
                  </a:lnTo>
                  <a:lnTo>
                    <a:pt x="935658" y="652865"/>
                  </a:lnTo>
                  <a:lnTo>
                    <a:pt x="932089" y="652641"/>
                  </a:lnTo>
                  <a:lnTo>
                    <a:pt x="860329" y="647778"/>
                  </a:lnTo>
                  <a:lnTo>
                    <a:pt x="843862" y="646940"/>
                  </a:lnTo>
                  <a:lnTo>
                    <a:pt x="821623" y="645751"/>
                  </a:lnTo>
                  <a:lnTo>
                    <a:pt x="763571" y="640745"/>
                  </a:lnTo>
                  <a:lnTo>
                    <a:pt x="720682" y="636229"/>
                  </a:lnTo>
                  <a:lnTo>
                    <a:pt x="668727" y="631294"/>
                  </a:lnTo>
                  <a:lnTo>
                    <a:pt x="660769" y="630506"/>
                  </a:lnTo>
                  <a:lnTo>
                    <a:pt x="637474" y="628282"/>
                  </a:lnTo>
                  <a:lnTo>
                    <a:pt x="614096" y="625976"/>
                  </a:lnTo>
                  <a:lnTo>
                    <a:pt x="602904" y="624788"/>
                  </a:lnTo>
                  <a:lnTo>
                    <a:pt x="562092" y="620313"/>
                  </a:lnTo>
                  <a:lnTo>
                    <a:pt x="558373" y="619058"/>
                  </a:lnTo>
                  <a:lnTo>
                    <a:pt x="514766" y="614431"/>
                  </a:lnTo>
                  <a:lnTo>
                    <a:pt x="494047" y="611896"/>
                  </a:lnTo>
                  <a:lnTo>
                    <a:pt x="475886" y="609626"/>
                  </a:lnTo>
                  <a:lnTo>
                    <a:pt x="445395" y="606306"/>
                  </a:lnTo>
                  <a:lnTo>
                    <a:pt x="410124" y="602597"/>
                  </a:lnTo>
                  <a:lnTo>
                    <a:pt x="402952" y="600219"/>
                  </a:lnTo>
                  <a:lnTo>
                    <a:pt x="379001" y="597237"/>
                  </a:lnTo>
                  <a:lnTo>
                    <a:pt x="375432" y="614662"/>
                  </a:lnTo>
                  <a:lnTo>
                    <a:pt x="373026" y="633194"/>
                  </a:lnTo>
                  <a:lnTo>
                    <a:pt x="371985" y="640937"/>
                  </a:lnTo>
                  <a:lnTo>
                    <a:pt x="371257" y="646354"/>
                  </a:lnTo>
                  <a:lnTo>
                    <a:pt x="369142" y="666199"/>
                  </a:lnTo>
                  <a:lnTo>
                    <a:pt x="362638" y="662687"/>
                  </a:lnTo>
                  <a:lnTo>
                    <a:pt x="361451" y="656906"/>
                  </a:lnTo>
                  <a:lnTo>
                    <a:pt x="356794" y="650923"/>
                  </a:lnTo>
                  <a:lnTo>
                    <a:pt x="355552" y="644380"/>
                  </a:lnTo>
                  <a:lnTo>
                    <a:pt x="352234" y="637922"/>
                  </a:lnTo>
                  <a:lnTo>
                    <a:pt x="348174" y="629846"/>
                  </a:lnTo>
                  <a:lnTo>
                    <a:pt x="343716" y="625647"/>
                  </a:lnTo>
                  <a:lnTo>
                    <a:pt x="343060" y="625029"/>
                  </a:lnTo>
                  <a:lnTo>
                    <a:pt x="337443" y="628849"/>
                  </a:lnTo>
                  <a:lnTo>
                    <a:pt x="335300" y="631871"/>
                  </a:lnTo>
                  <a:lnTo>
                    <a:pt x="333897" y="633849"/>
                  </a:lnTo>
                  <a:lnTo>
                    <a:pt x="327441" y="645807"/>
                  </a:lnTo>
                  <a:lnTo>
                    <a:pt x="322870" y="648852"/>
                  </a:lnTo>
                  <a:lnTo>
                    <a:pt x="317867" y="647873"/>
                  </a:lnTo>
                  <a:lnTo>
                    <a:pt x="309842" y="646296"/>
                  </a:lnTo>
                  <a:lnTo>
                    <a:pt x="299298" y="651234"/>
                  </a:lnTo>
                  <a:lnTo>
                    <a:pt x="294491" y="643530"/>
                  </a:lnTo>
                  <a:lnTo>
                    <a:pt x="278808" y="644713"/>
                  </a:lnTo>
                  <a:lnTo>
                    <a:pt x="270192" y="644645"/>
                  </a:lnTo>
                  <a:lnTo>
                    <a:pt x="261530" y="641324"/>
                  </a:lnTo>
                  <a:lnTo>
                    <a:pt x="256048" y="637147"/>
                  </a:lnTo>
                  <a:lnTo>
                    <a:pt x="248520" y="641294"/>
                  </a:lnTo>
                  <a:lnTo>
                    <a:pt x="244265" y="651452"/>
                  </a:lnTo>
                  <a:lnTo>
                    <a:pt x="236945" y="646037"/>
                  </a:lnTo>
                  <a:lnTo>
                    <a:pt x="225238" y="642735"/>
                  </a:lnTo>
                  <a:lnTo>
                    <a:pt x="215665" y="639614"/>
                  </a:lnTo>
                  <a:lnTo>
                    <a:pt x="213059" y="639718"/>
                  </a:lnTo>
                  <a:lnTo>
                    <a:pt x="203260" y="645751"/>
                  </a:lnTo>
                  <a:lnTo>
                    <a:pt x="203119" y="650424"/>
                  </a:lnTo>
                  <a:lnTo>
                    <a:pt x="202615" y="650643"/>
                  </a:lnTo>
                  <a:lnTo>
                    <a:pt x="197001" y="653078"/>
                  </a:lnTo>
                  <a:lnTo>
                    <a:pt x="191323" y="647285"/>
                  </a:lnTo>
                  <a:lnTo>
                    <a:pt x="187312" y="639259"/>
                  </a:lnTo>
                  <a:lnTo>
                    <a:pt x="188295" y="633154"/>
                  </a:lnTo>
                  <a:lnTo>
                    <a:pt x="184517" y="624643"/>
                  </a:lnTo>
                  <a:lnTo>
                    <a:pt x="186698" y="618018"/>
                  </a:lnTo>
                  <a:lnTo>
                    <a:pt x="183592" y="606890"/>
                  </a:lnTo>
                  <a:lnTo>
                    <a:pt x="181997" y="599096"/>
                  </a:lnTo>
                  <a:lnTo>
                    <a:pt x="172581" y="589733"/>
                  </a:lnTo>
                  <a:lnTo>
                    <a:pt x="167065" y="592032"/>
                  </a:lnTo>
                  <a:lnTo>
                    <a:pt x="160881" y="586186"/>
                  </a:lnTo>
                  <a:lnTo>
                    <a:pt x="156891" y="584478"/>
                  </a:lnTo>
                  <a:lnTo>
                    <a:pt x="153584" y="574759"/>
                  </a:lnTo>
                  <a:lnTo>
                    <a:pt x="156868" y="569580"/>
                  </a:lnTo>
                  <a:lnTo>
                    <a:pt x="159064" y="562779"/>
                  </a:lnTo>
                  <a:lnTo>
                    <a:pt x="158902" y="555733"/>
                  </a:lnTo>
                  <a:lnTo>
                    <a:pt x="154406" y="549515"/>
                  </a:lnTo>
                  <a:lnTo>
                    <a:pt x="149193" y="544802"/>
                  </a:lnTo>
                  <a:lnTo>
                    <a:pt x="144662" y="529751"/>
                  </a:lnTo>
                  <a:lnTo>
                    <a:pt x="138886" y="516593"/>
                  </a:lnTo>
                  <a:lnTo>
                    <a:pt x="140518" y="508841"/>
                  </a:lnTo>
                  <a:lnTo>
                    <a:pt x="138659" y="502787"/>
                  </a:lnTo>
                  <a:lnTo>
                    <a:pt x="140158" y="495924"/>
                  </a:lnTo>
                  <a:lnTo>
                    <a:pt x="137222" y="489715"/>
                  </a:lnTo>
                  <a:lnTo>
                    <a:pt x="138654" y="479349"/>
                  </a:lnTo>
                  <a:lnTo>
                    <a:pt x="134189" y="475680"/>
                  </a:lnTo>
                  <a:lnTo>
                    <a:pt x="131261" y="472413"/>
                  </a:lnTo>
                  <a:lnTo>
                    <a:pt x="127664" y="466619"/>
                  </a:lnTo>
                  <a:lnTo>
                    <a:pt x="125975" y="463895"/>
                  </a:lnTo>
                  <a:lnTo>
                    <a:pt x="121887" y="463781"/>
                  </a:lnTo>
                  <a:lnTo>
                    <a:pt x="120980" y="469285"/>
                  </a:lnTo>
                  <a:lnTo>
                    <a:pt x="113659" y="474716"/>
                  </a:lnTo>
                  <a:lnTo>
                    <a:pt x="102948" y="480674"/>
                  </a:lnTo>
                  <a:lnTo>
                    <a:pt x="96846" y="480622"/>
                  </a:lnTo>
                  <a:lnTo>
                    <a:pt x="93030" y="487633"/>
                  </a:lnTo>
                  <a:lnTo>
                    <a:pt x="85216" y="484597"/>
                  </a:lnTo>
                  <a:lnTo>
                    <a:pt x="78429" y="476464"/>
                  </a:lnTo>
                  <a:lnTo>
                    <a:pt x="74302" y="473661"/>
                  </a:lnTo>
                  <a:lnTo>
                    <a:pt x="73344" y="469970"/>
                  </a:lnTo>
                  <a:lnTo>
                    <a:pt x="72557" y="466930"/>
                  </a:lnTo>
                  <a:lnTo>
                    <a:pt x="73812" y="461265"/>
                  </a:lnTo>
                  <a:lnTo>
                    <a:pt x="77515" y="459461"/>
                  </a:lnTo>
                  <a:lnTo>
                    <a:pt x="78305" y="452450"/>
                  </a:lnTo>
                  <a:lnTo>
                    <a:pt x="74483" y="443973"/>
                  </a:lnTo>
                  <a:lnTo>
                    <a:pt x="79907" y="437418"/>
                  </a:lnTo>
                  <a:lnTo>
                    <a:pt x="88849" y="436438"/>
                  </a:lnTo>
                  <a:lnTo>
                    <a:pt x="92612" y="433493"/>
                  </a:lnTo>
                  <a:lnTo>
                    <a:pt x="91059" y="429288"/>
                  </a:lnTo>
                  <a:lnTo>
                    <a:pt x="93224" y="422949"/>
                  </a:lnTo>
                  <a:lnTo>
                    <a:pt x="90366" y="418799"/>
                  </a:lnTo>
                  <a:lnTo>
                    <a:pt x="87855" y="412704"/>
                  </a:lnTo>
                  <a:lnTo>
                    <a:pt x="91257" y="404334"/>
                  </a:lnTo>
                  <a:lnTo>
                    <a:pt x="86441" y="399658"/>
                  </a:lnTo>
                  <a:lnTo>
                    <a:pt x="88046" y="394237"/>
                  </a:lnTo>
                  <a:lnTo>
                    <a:pt x="94351" y="394554"/>
                  </a:lnTo>
                  <a:lnTo>
                    <a:pt x="95509" y="386258"/>
                  </a:lnTo>
                  <a:lnTo>
                    <a:pt x="97142" y="381618"/>
                  </a:lnTo>
                  <a:lnTo>
                    <a:pt x="98882" y="376961"/>
                  </a:lnTo>
                  <a:lnTo>
                    <a:pt x="101527" y="367164"/>
                  </a:lnTo>
                  <a:lnTo>
                    <a:pt x="105477" y="364559"/>
                  </a:lnTo>
                  <a:lnTo>
                    <a:pt x="105919" y="352942"/>
                  </a:lnTo>
                  <a:lnTo>
                    <a:pt x="110715" y="352542"/>
                  </a:lnTo>
                  <a:lnTo>
                    <a:pt x="114176" y="343793"/>
                  </a:lnTo>
                  <a:lnTo>
                    <a:pt x="116767" y="334951"/>
                  </a:lnTo>
                  <a:lnTo>
                    <a:pt x="115628" y="333626"/>
                  </a:lnTo>
                  <a:lnTo>
                    <a:pt x="113739" y="331428"/>
                  </a:lnTo>
                  <a:lnTo>
                    <a:pt x="105056" y="332510"/>
                  </a:lnTo>
                  <a:lnTo>
                    <a:pt x="96593" y="331601"/>
                  </a:lnTo>
                  <a:lnTo>
                    <a:pt x="92903" y="329835"/>
                  </a:lnTo>
                  <a:lnTo>
                    <a:pt x="90345" y="328608"/>
                  </a:lnTo>
                  <a:lnTo>
                    <a:pt x="91211" y="321394"/>
                  </a:lnTo>
                  <a:lnTo>
                    <a:pt x="87232" y="318103"/>
                  </a:lnTo>
                  <a:lnTo>
                    <a:pt x="85473" y="316646"/>
                  </a:lnTo>
                  <a:lnTo>
                    <a:pt x="79404" y="315702"/>
                  </a:lnTo>
                  <a:lnTo>
                    <a:pt x="78361" y="310129"/>
                  </a:lnTo>
                  <a:lnTo>
                    <a:pt x="71171" y="304321"/>
                  </a:lnTo>
                  <a:lnTo>
                    <a:pt x="67028" y="295963"/>
                  </a:lnTo>
                  <a:lnTo>
                    <a:pt x="69574" y="290213"/>
                  </a:lnTo>
                  <a:lnTo>
                    <a:pt x="67042" y="287211"/>
                  </a:lnTo>
                  <a:lnTo>
                    <a:pt x="61820" y="281005"/>
                  </a:lnTo>
                  <a:lnTo>
                    <a:pt x="59601" y="273764"/>
                  </a:lnTo>
                  <a:lnTo>
                    <a:pt x="56220" y="267834"/>
                  </a:lnTo>
                  <a:lnTo>
                    <a:pt x="51964" y="257598"/>
                  </a:lnTo>
                  <a:lnTo>
                    <a:pt x="47256" y="250791"/>
                  </a:lnTo>
                  <a:lnTo>
                    <a:pt x="44969" y="245605"/>
                  </a:lnTo>
                  <a:lnTo>
                    <a:pt x="43100" y="239024"/>
                  </a:lnTo>
                  <a:lnTo>
                    <a:pt x="39408" y="237048"/>
                  </a:lnTo>
                  <a:lnTo>
                    <a:pt x="31246" y="232792"/>
                  </a:lnTo>
                  <a:lnTo>
                    <a:pt x="26672" y="227940"/>
                  </a:lnTo>
                  <a:lnTo>
                    <a:pt x="23975" y="220261"/>
                  </a:lnTo>
                  <a:lnTo>
                    <a:pt x="13818" y="211377"/>
                  </a:lnTo>
                  <a:lnTo>
                    <a:pt x="16372" y="206555"/>
                  </a:lnTo>
                  <a:lnTo>
                    <a:pt x="22086" y="204381"/>
                  </a:lnTo>
                  <a:lnTo>
                    <a:pt x="16260" y="196334"/>
                  </a:lnTo>
                  <a:lnTo>
                    <a:pt x="17046" y="190594"/>
                  </a:lnTo>
                  <a:lnTo>
                    <a:pt x="20626" y="184939"/>
                  </a:lnTo>
                  <a:lnTo>
                    <a:pt x="17808" y="180144"/>
                  </a:lnTo>
                  <a:lnTo>
                    <a:pt x="19998" y="174918"/>
                  </a:lnTo>
                  <a:lnTo>
                    <a:pt x="12039" y="164625"/>
                  </a:lnTo>
                  <a:lnTo>
                    <a:pt x="12602" y="157436"/>
                  </a:lnTo>
                  <a:lnTo>
                    <a:pt x="8560" y="152817"/>
                  </a:lnTo>
                  <a:lnTo>
                    <a:pt x="4943" y="144631"/>
                  </a:lnTo>
                  <a:lnTo>
                    <a:pt x="866" y="133623"/>
                  </a:lnTo>
                  <a:lnTo>
                    <a:pt x="498" y="132021"/>
                  </a:lnTo>
                  <a:lnTo>
                    <a:pt x="0" y="129850"/>
                  </a:lnTo>
                  <a:lnTo>
                    <a:pt x="3403" y="113633"/>
                  </a:lnTo>
                  <a:lnTo>
                    <a:pt x="5873" y="101800"/>
                  </a:lnTo>
                  <a:lnTo>
                    <a:pt x="8414" y="89640"/>
                  </a:lnTo>
                  <a:lnTo>
                    <a:pt x="13054" y="67400"/>
                  </a:lnTo>
                  <a:lnTo>
                    <a:pt x="13620" y="647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50736" y="3724323"/>
              <a:ext cx="684830" cy="318598"/>
            </a:xfrm>
            <a:custGeom>
              <a:avLst/>
              <a:pathLst>
                <a:path w="684830" h="318598">
                  <a:moveTo>
                    <a:pt x="78" y="289687"/>
                  </a:moveTo>
                  <a:lnTo>
                    <a:pt x="0" y="287604"/>
                  </a:lnTo>
                  <a:lnTo>
                    <a:pt x="4014" y="282560"/>
                  </a:lnTo>
                  <a:lnTo>
                    <a:pt x="8077" y="284648"/>
                  </a:lnTo>
                  <a:lnTo>
                    <a:pt x="14393" y="282765"/>
                  </a:lnTo>
                  <a:lnTo>
                    <a:pt x="19063" y="277357"/>
                  </a:lnTo>
                  <a:lnTo>
                    <a:pt x="19444" y="276914"/>
                  </a:lnTo>
                  <a:lnTo>
                    <a:pt x="17399" y="272007"/>
                  </a:lnTo>
                  <a:lnTo>
                    <a:pt x="19420" y="269268"/>
                  </a:lnTo>
                  <a:lnTo>
                    <a:pt x="17689" y="265996"/>
                  </a:lnTo>
                  <a:lnTo>
                    <a:pt x="20767" y="260846"/>
                  </a:lnTo>
                  <a:lnTo>
                    <a:pt x="21804" y="260109"/>
                  </a:lnTo>
                  <a:lnTo>
                    <a:pt x="22218" y="259815"/>
                  </a:lnTo>
                  <a:lnTo>
                    <a:pt x="24867" y="257930"/>
                  </a:lnTo>
                  <a:lnTo>
                    <a:pt x="29482" y="252427"/>
                  </a:lnTo>
                  <a:lnTo>
                    <a:pt x="34806" y="247060"/>
                  </a:lnTo>
                  <a:lnTo>
                    <a:pt x="43297" y="244816"/>
                  </a:lnTo>
                  <a:lnTo>
                    <a:pt x="44058" y="244614"/>
                  </a:lnTo>
                  <a:lnTo>
                    <a:pt x="49236" y="243725"/>
                  </a:lnTo>
                  <a:lnTo>
                    <a:pt x="56365" y="242709"/>
                  </a:lnTo>
                  <a:lnTo>
                    <a:pt x="59282" y="238091"/>
                  </a:lnTo>
                  <a:lnTo>
                    <a:pt x="61568" y="236798"/>
                  </a:lnTo>
                  <a:lnTo>
                    <a:pt x="66550" y="230816"/>
                  </a:lnTo>
                  <a:lnTo>
                    <a:pt x="70543" y="230285"/>
                  </a:lnTo>
                  <a:lnTo>
                    <a:pt x="72286" y="225349"/>
                  </a:lnTo>
                  <a:lnTo>
                    <a:pt x="72790" y="223919"/>
                  </a:lnTo>
                  <a:lnTo>
                    <a:pt x="77114" y="222104"/>
                  </a:lnTo>
                  <a:lnTo>
                    <a:pt x="79321" y="217825"/>
                  </a:lnTo>
                  <a:lnTo>
                    <a:pt x="84148" y="215553"/>
                  </a:lnTo>
                  <a:lnTo>
                    <a:pt x="87760" y="213635"/>
                  </a:lnTo>
                  <a:lnTo>
                    <a:pt x="93358" y="212998"/>
                  </a:lnTo>
                  <a:lnTo>
                    <a:pt x="94048" y="211557"/>
                  </a:lnTo>
                  <a:lnTo>
                    <a:pt x="95761" y="207977"/>
                  </a:lnTo>
                  <a:lnTo>
                    <a:pt x="97856" y="202757"/>
                  </a:lnTo>
                  <a:lnTo>
                    <a:pt x="96045" y="197836"/>
                  </a:lnTo>
                  <a:lnTo>
                    <a:pt x="97239" y="196887"/>
                  </a:lnTo>
                  <a:lnTo>
                    <a:pt x="99577" y="195028"/>
                  </a:lnTo>
                  <a:lnTo>
                    <a:pt x="103500" y="196584"/>
                  </a:lnTo>
                  <a:lnTo>
                    <a:pt x="105227" y="193371"/>
                  </a:lnTo>
                  <a:lnTo>
                    <a:pt x="105114" y="189308"/>
                  </a:lnTo>
                  <a:lnTo>
                    <a:pt x="108889" y="185915"/>
                  </a:lnTo>
                  <a:lnTo>
                    <a:pt x="115633" y="180049"/>
                  </a:lnTo>
                  <a:lnTo>
                    <a:pt x="117869" y="182100"/>
                  </a:lnTo>
                  <a:lnTo>
                    <a:pt x="118873" y="183022"/>
                  </a:lnTo>
                  <a:lnTo>
                    <a:pt x="118633" y="188298"/>
                  </a:lnTo>
                  <a:lnTo>
                    <a:pt x="123164" y="189421"/>
                  </a:lnTo>
                  <a:lnTo>
                    <a:pt x="126538" y="185856"/>
                  </a:lnTo>
                  <a:lnTo>
                    <a:pt x="129476" y="182748"/>
                  </a:lnTo>
                  <a:lnTo>
                    <a:pt x="131944" y="175483"/>
                  </a:lnTo>
                  <a:lnTo>
                    <a:pt x="132331" y="174342"/>
                  </a:lnTo>
                  <a:lnTo>
                    <a:pt x="136615" y="170199"/>
                  </a:lnTo>
                  <a:lnTo>
                    <a:pt x="140106" y="167593"/>
                  </a:lnTo>
                  <a:lnTo>
                    <a:pt x="142710" y="167629"/>
                  </a:lnTo>
                  <a:lnTo>
                    <a:pt x="145753" y="164313"/>
                  </a:lnTo>
                  <a:lnTo>
                    <a:pt x="146355" y="163656"/>
                  </a:lnTo>
                  <a:lnTo>
                    <a:pt x="152279" y="164684"/>
                  </a:lnTo>
                  <a:lnTo>
                    <a:pt x="153957" y="167547"/>
                  </a:lnTo>
                  <a:lnTo>
                    <a:pt x="157597" y="166622"/>
                  </a:lnTo>
                  <a:lnTo>
                    <a:pt x="161245" y="163936"/>
                  </a:lnTo>
                  <a:lnTo>
                    <a:pt x="164581" y="152664"/>
                  </a:lnTo>
                  <a:lnTo>
                    <a:pt x="165872" y="148665"/>
                  </a:lnTo>
                  <a:lnTo>
                    <a:pt x="166669" y="146189"/>
                  </a:lnTo>
                  <a:lnTo>
                    <a:pt x="167185" y="144587"/>
                  </a:lnTo>
                  <a:lnTo>
                    <a:pt x="172120" y="138891"/>
                  </a:lnTo>
                  <a:lnTo>
                    <a:pt x="177230" y="138397"/>
                  </a:lnTo>
                  <a:lnTo>
                    <a:pt x="182171" y="137555"/>
                  </a:lnTo>
                  <a:lnTo>
                    <a:pt x="179656" y="132908"/>
                  </a:lnTo>
                  <a:lnTo>
                    <a:pt x="178497" y="130766"/>
                  </a:lnTo>
                  <a:lnTo>
                    <a:pt x="180444" y="124785"/>
                  </a:lnTo>
                  <a:lnTo>
                    <a:pt x="178722" y="118162"/>
                  </a:lnTo>
                  <a:lnTo>
                    <a:pt x="179442" y="112786"/>
                  </a:lnTo>
                  <a:lnTo>
                    <a:pt x="193347" y="110503"/>
                  </a:lnTo>
                  <a:lnTo>
                    <a:pt x="204750" y="108279"/>
                  </a:lnTo>
                  <a:lnTo>
                    <a:pt x="218472" y="105575"/>
                  </a:lnTo>
                  <a:lnTo>
                    <a:pt x="227440" y="104003"/>
                  </a:lnTo>
                  <a:lnTo>
                    <a:pt x="239914" y="101637"/>
                  </a:lnTo>
                  <a:lnTo>
                    <a:pt x="244651" y="100510"/>
                  </a:lnTo>
                  <a:lnTo>
                    <a:pt x="255085" y="98013"/>
                  </a:lnTo>
                  <a:lnTo>
                    <a:pt x="262314" y="96719"/>
                  </a:lnTo>
                  <a:lnTo>
                    <a:pt x="275718" y="94297"/>
                  </a:lnTo>
                  <a:lnTo>
                    <a:pt x="276400" y="94173"/>
                  </a:lnTo>
                  <a:lnTo>
                    <a:pt x="287037" y="92250"/>
                  </a:lnTo>
                  <a:lnTo>
                    <a:pt x="305680" y="87852"/>
                  </a:lnTo>
                  <a:lnTo>
                    <a:pt x="307698" y="87373"/>
                  </a:lnTo>
                  <a:lnTo>
                    <a:pt x="331747" y="81537"/>
                  </a:lnTo>
                  <a:lnTo>
                    <a:pt x="347221" y="77730"/>
                  </a:lnTo>
                  <a:lnTo>
                    <a:pt x="347452" y="77673"/>
                  </a:lnTo>
                  <a:lnTo>
                    <a:pt x="350567" y="76877"/>
                  </a:lnTo>
                  <a:lnTo>
                    <a:pt x="360305" y="74379"/>
                  </a:lnTo>
                  <a:lnTo>
                    <a:pt x="369864" y="71911"/>
                  </a:lnTo>
                  <a:lnTo>
                    <a:pt x="376006" y="70317"/>
                  </a:lnTo>
                  <a:lnTo>
                    <a:pt x="391046" y="66386"/>
                  </a:lnTo>
                  <a:lnTo>
                    <a:pt x="402220" y="63513"/>
                  </a:lnTo>
                  <a:lnTo>
                    <a:pt x="406983" y="62282"/>
                  </a:lnTo>
                  <a:lnTo>
                    <a:pt x="424153" y="57811"/>
                  </a:lnTo>
                  <a:lnTo>
                    <a:pt x="428174" y="56704"/>
                  </a:lnTo>
                  <a:lnTo>
                    <a:pt x="438365" y="53886"/>
                  </a:lnTo>
                  <a:lnTo>
                    <a:pt x="452914" y="49831"/>
                  </a:lnTo>
                  <a:lnTo>
                    <a:pt x="459527" y="48000"/>
                  </a:lnTo>
                  <a:lnTo>
                    <a:pt x="470690" y="44893"/>
                  </a:lnTo>
                  <a:lnTo>
                    <a:pt x="480798" y="42061"/>
                  </a:lnTo>
                  <a:lnTo>
                    <a:pt x="482124" y="41688"/>
                  </a:lnTo>
                  <a:lnTo>
                    <a:pt x="516461" y="32078"/>
                  </a:lnTo>
                  <a:lnTo>
                    <a:pt x="524734" y="29732"/>
                  </a:lnTo>
                  <a:lnTo>
                    <a:pt x="526701" y="29176"/>
                  </a:lnTo>
                  <a:lnTo>
                    <a:pt x="533754" y="27179"/>
                  </a:lnTo>
                  <a:lnTo>
                    <a:pt x="545607" y="23798"/>
                  </a:lnTo>
                  <a:lnTo>
                    <a:pt x="558962" y="19448"/>
                  </a:lnTo>
                  <a:lnTo>
                    <a:pt x="573873" y="15141"/>
                  </a:lnTo>
                  <a:lnTo>
                    <a:pt x="577704" y="14028"/>
                  </a:lnTo>
                  <a:lnTo>
                    <a:pt x="591227" y="10078"/>
                  </a:lnTo>
                  <a:lnTo>
                    <a:pt x="605689" y="5798"/>
                  </a:lnTo>
                  <a:lnTo>
                    <a:pt x="612928" y="3641"/>
                  </a:lnTo>
                  <a:lnTo>
                    <a:pt x="625009" y="0"/>
                  </a:lnTo>
                  <a:lnTo>
                    <a:pt x="630191" y="10490"/>
                  </a:lnTo>
                  <a:lnTo>
                    <a:pt x="637138" y="23431"/>
                  </a:lnTo>
                  <a:lnTo>
                    <a:pt x="640609" y="28445"/>
                  </a:lnTo>
                  <a:lnTo>
                    <a:pt x="647668" y="38630"/>
                  </a:lnTo>
                  <a:lnTo>
                    <a:pt x="654645" y="46219"/>
                  </a:lnTo>
                  <a:lnTo>
                    <a:pt x="665504" y="59273"/>
                  </a:lnTo>
                  <a:lnTo>
                    <a:pt x="671838" y="67151"/>
                  </a:lnTo>
                  <a:lnTo>
                    <a:pt x="674648" y="70518"/>
                  </a:lnTo>
                  <a:lnTo>
                    <a:pt x="680952" y="82325"/>
                  </a:lnTo>
                  <a:lnTo>
                    <a:pt x="684133" y="102681"/>
                  </a:lnTo>
                  <a:lnTo>
                    <a:pt x="684830" y="119717"/>
                  </a:lnTo>
                  <a:lnTo>
                    <a:pt x="677134" y="122625"/>
                  </a:lnTo>
                  <a:lnTo>
                    <a:pt x="669238" y="128603"/>
                  </a:lnTo>
                  <a:lnTo>
                    <a:pt x="668660" y="129040"/>
                  </a:lnTo>
                  <a:lnTo>
                    <a:pt x="658320" y="138725"/>
                  </a:lnTo>
                  <a:lnTo>
                    <a:pt x="652049" y="146582"/>
                  </a:lnTo>
                  <a:lnTo>
                    <a:pt x="644315" y="156543"/>
                  </a:lnTo>
                  <a:lnTo>
                    <a:pt x="638958" y="166658"/>
                  </a:lnTo>
                  <a:lnTo>
                    <a:pt x="634304" y="173529"/>
                  </a:lnTo>
                  <a:lnTo>
                    <a:pt x="630039" y="181788"/>
                  </a:lnTo>
                  <a:lnTo>
                    <a:pt x="626827" y="189981"/>
                  </a:lnTo>
                  <a:lnTo>
                    <a:pt x="623270" y="204036"/>
                  </a:lnTo>
                  <a:lnTo>
                    <a:pt x="620904" y="200615"/>
                  </a:lnTo>
                  <a:lnTo>
                    <a:pt x="614760" y="197804"/>
                  </a:lnTo>
                  <a:lnTo>
                    <a:pt x="605738" y="197899"/>
                  </a:lnTo>
                  <a:lnTo>
                    <a:pt x="592103" y="203223"/>
                  </a:lnTo>
                  <a:lnTo>
                    <a:pt x="577052" y="212095"/>
                  </a:lnTo>
                  <a:lnTo>
                    <a:pt x="575311" y="213118"/>
                  </a:lnTo>
                  <a:lnTo>
                    <a:pt x="568258" y="219779"/>
                  </a:lnTo>
                  <a:lnTo>
                    <a:pt x="563115" y="226569"/>
                  </a:lnTo>
                  <a:lnTo>
                    <a:pt x="553638" y="235816"/>
                  </a:lnTo>
                  <a:lnTo>
                    <a:pt x="550338" y="240227"/>
                  </a:lnTo>
                  <a:lnTo>
                    <a:pt x="542756" y="250325"/>
                  </a:lnTo>
                  <a:lnTo>
                    <a:pt x="538202" y="258703"/>
                  </a:lnTo>
                  <a:lnTo>
                    <a:pt x="535263" y="264093"/>
                  </a:lnTo>
                  <a:lnTo>
                    <a:pt x="532048" y="273506"/>
                  </a:lnTo>
                  <a:lnTo>
                    <a:pt x="530473" y="286721"/>
                  </a:lnTo>
                  <a:lnTo>
                    <a:pt x="529622" y="293788"/>
                  </a:lnTo>
                  <a:lnTo>
                    <a:pt x="529268" y="299143"/>
                  </a:lnTo>
                  <a:lnTo>
                    <a:pt x="528798" y="306178"/>
                  </a:lnTo>
                  <a:lnTo>
                    <a:pt x="524986" y="306648"/>
                  </a:lnTo>
                  <a:lnTo>
                    <a:pt x="523369" y="304043"/>
                  </a:lnTo>
                  <a:lnTo>
                    <a:pt x="513465" y="304238"/>
                  </a:lnTo>
                  <a:lnTo>
                    <a:pt x="502439" y="307150"/>
                  </a:lnTo>
                  <a:lnTo>
                    <a:pt x="494131" y="310414"/>
                  </a:lnTo>
                  <a:lnTo>
                    <a:pt x="482806" y="318598"/>
                  </a:lnTo>
                  <a:lnTo>
                    <a:pt x="475440" y="313918"/>
                  </a:lnTo>
                  <a:lnTo>
                    <a:pt x="472015" y="311782"/>
                  </a:lnTo>
                  <a:lnTo>
                    <a:pt x="456270" y="301931"/>
                  </a:lnTo>
                  <a:lnTo>
                    <a:pt x="430951" y="286070"/>
                  </a:lnTo>
                  <a:lnTo>
                    <a:pt x="427323" y="283737"/>
                  </a:lnTo>
                  <a:lnTo>
                    <a:pt x="402943" y="267986"/>
                  </a:lnTo>
                  <a:lnTo>
                    <a:pt x="394069" y="262516"/>
                  </a:lnTo>
                  <a:lnTo>
                    <a:pt x="392959" y="261831"/>
                  </a:lnTo>
                  <a:lnTo>
                    <a:pt x="372398" y="249089"/>
                  </a:lnTo>
                  <a:lnTo>
                    <a:pt x="371005" y="249412"/>
                  </a:lnTo>
                  <a:lnTo>
                    <a:pt x="352700" y="253621"/>
                  </a:lnTo>
                  <a:lnTo>
                    <a:pt x="352485" y="253670"/>
                  </a:lnTo>
                  <a:lnTo>
                    <a:pt x="340644" y="256364"/>
                  </a:lnTo>
                  <a:lnTo>
                    <a:pt x="321358" y="260611"/>
                  </a:lnTo>
                  <a:lnTo>
                    <a:pt x="302275" y="264755"/>
                  </a:lnTo>
                  <a:lnTo>
                    <a:pt x="283569" y="268495"/>
                  </a:lnTo>
                  <a:lnTo>
                    <a:pt x="282486" y="257354"/>
                  </a:lnTo>
                  <a:lnTo>
                    <a:pt x="276545" y="252054"/>
                  </a:lnTo>
                  <a:lnTo>
                    <a:pt x="269888" y="246102"/>
                  </a:lnTo>
                  <a:lnTo>
                    <a:pt x="266972" y="243492"/>
                  </a:lnTo>
                  <a:lnTo>
                    <a:pt x="259839" y="251521"/>
                  </a:lnTo>
                  <a:lnTo>
                    <a:pt x="257966" y="249054"/>
                  </a:lnTo>
                  <a:lnTo>
                    <a:pt x="258653" y="243873"/>
                  </a:lnTo>
                  <a:lnTo>
                    <a:pt x="257731" y="241621"/>
                  </a:lnTo>
                  <a:lnTo>
                    <a:pt x="257637" y="241391"/>
                  </a:lnTo>
                  <a:lnTo>
                    <a:pt x="234920" y="245257"/>
                  </a:lnTo>
                  <a:lnTo>
                    <a:pt x="231772" y="245787"/>
                  </a:lnTo>
                  <a:lnTo>
                    <a:pt x="221679" y="247473"/>
                  </a:lnTo>
                  <a:lnTo>
                    <a:pt x="199898" y="251330"/>
                  </a:lnTo>
                  <a:lnTo>
                    <a:pt x="191442" y="252807"/>
                  </a:lnTo>
                  <a:lnTo>
                    <a:pt x="183886" y="254118"/>
                  </a:lnTo>
                  <a:lnTo>
                    <a:pt x="178291" y="255082"/>
                  </a:lnTo>
                  <a:lnTo>
                    <a:pt x="173039" y="256078"/>
                  </a:lnTo>
                  <a:lnTo>
                    <a:pt x="164298" y="257727"/>
                  </a:lnTo>
                  <a:lnTo>
                    <a:pt x="157999" y="258907"/>
                  </a:lnTo>
                  <a:lnTo>
                    <a:pt x="156555" y="259098"/>
                  </a:lnTo>
                  <a:lnTo>
                    <a:pt x="153362" y="259520"/>
                  </a:lnTo>
                  <a:lnTo>
                    <a:pt x="148700" y="260132"/>
                  </a:lnTo>
                  <a:lnTo>
                    <a:pt x="145664" y="263316"/>
                  </a:lnTo>
                  <a:lnTo>
                    <a:pt x="139984" y="266728"/>
                  </a:lnTo>
                  <a:lnTo>
                    <a:pt x="136582" y="268372"/>
                  </a:lnTo>
                  <a:lnTo>
                    <a:pt x="128413" y="272308"/>
                  </a:lnTo>
                  <a:lnTo>
                    <a:pt x="124461" y="277730"/>
                  </a:lnTo>
                  <a:lnTo>
                    <a:pt x="123195" y="277721"/>
                  </a:lnTo>
                  <a:lnTo>
                    <a:pt x="121424" y="277708"/>
                  </a:lnTo>
                  <a:lnTo>
                    <a:pt x="112905" y="282468"/>
                  </a:lnTo>
                  <a:lnTo>
                    <a:pt x="104637" y="287111"/>
                  </a:lnTo>
                  <a:lnTo>
                    <a:pt x="97156" y="291297"/>
                  </a:lnTo>
                  <a:lnTo>
                    <a:pt x="80234" y="295208"/>
                  </a:lnTo>
                  <a:lnTo>
                    <a:pt x="67600" y="298243"/>
                  </a:lnTo>
                  <a:lnTo>
                    <a:pt x="62365" y="299492"/>
                  </a:lnTo>
                  <a:lnTo>
                    <a:pt x="56774" y="300822"/>
                  </a:lnTo>
                  <a:lnTo>
                    <a:pt x="31568" y="305659"/>
                  </a:lnTo>
                  <a:lnTo>
                    <a:pt x="26098" y="306698"/>
                  </a:lnTo>
                  <a:lnTo>
                    <a:pt x="16212" y="308565"/>
                  </a:lnTo>
                  <a:lnTo>
                    <a:pt x="878" y="31143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670589" y="2488946"/>
              <a:ext cx="495145" cy="297572"/>
            </a:xfrm>
            <a:custGeom>
              <a:avLst/>
              <a:pathLst>
                <a:path w="495145" h="297572">
                  <a:moveTo>
                    <a:pt x="14777" y="0"/>
                  </a:moveTo>
                  <a:lnTo>
                    <a:pt x="56795" y="2049"/>
                  </a:lnTo>
                  <a:lnTo>
                    <a:pt x="84052" y="3092"/>
                  </a:lnTo>
                  <a:lnTo>
                    <a:pt x="89579" y="3285"/>
                  </a:lnTo>
                  <a:lnTo>
                    <a:pt x="129143" y="4628"/>
                  </a:lnTo>
                  <a:lnTo>
                    <a:pt x="141375" y="4935"/>
                  </a:lnTo>
                  <a:lnTo>
                    <a:pt x="166105" y="5462"/>
                  </a:lnTo>
                  <a:lnTo>
                    <a:pt x="174158" y="5622"/>
                  </a:lnTo>
                  <a:lnTo>
                    <a:pt x="197350" y="6010"/>
                  </a:lnTo>
                  <a:lnTo>
                    <a:pt x="240708" y="6404"/>
                  </a:lnTo>
                  <a:lnTo>
                    <a:pt x="256275" y="6480"/>
                  </a:lnTo>
                  <a:lnTo>
                    <a:pt x="273077" y="6507"/>
                  </a:lnTo>
                  <a:lnTo>
                    <a:pt x="297328" y="6401"/>
                  </a:lnTo>
                  <a:lnTo>
                    <a:pt x="306684" y="6328"/>
                  </a:lnTo>
                  <a:lnTo>
                    <a:pt x="330198" y="6028"/>
                  </a:lnTo>
                  <a:lnTo>
                    <a:pt x="338370" y="5898"/>
                  </a:lnTo>
                  <a:lnTo>
                    <a:pt x="395794" y="4722"/>
                  </a:lnTo>
                  <a:lnTo>
                    <a:pt x="406680" y="4424"/>
                  </a:lnTo>
                  <a:lnTo>
                    <a:pt x="440828" y="3341"/>
                  </a:lnTo>
                  <a:lnTo>
                    <a:pt x="441090" y="8553"/>
                  </a:lnTo>
                  <a:lnTo>
                    <a:pt x="443893" y="15908"/>
                  </a:lnTo>
                  <a:lnTo>
                    <a:pt x="446404" y="24866"/>
                  </a:lnTo>
                  <a:lnTo>
                    <a:pt x="448579" y="30407"/>
                  </a:lnTo>
                  <a:lnTo>
                    <a:pt x="450076" y="34702"/>
                  </a:lnTo>
                  <a:lnTo>
                    <a:pt x="447675" y="42808"/>
                  </a:lnTo>
                  <a:lnTo>
                    <a:pt x="447512" y="46608"/>
                  </a:lnTo>
                  <a:lnTo>
                    <a:pt x="447499" y="46908"/>
                  </a:lnTo>
                  <a:lnTo>
                    <a:pt x="447464" y="47713"/>
                  </a:lnTo>
                  <a:lnTo>
                    <a:pt x="448449" y="57372"/>
                  </a:lnTo>
                  <a:lnTo>
                    <a:pt x="448831" y="65544"/>
                  </a:lnTo>
                  <a:lnTo>
                    <a:pt x="449665" y="73779"/>
                  </a:lnTo>
                  <a:lnTo>
                    <a:pt x="449106" y="79906"/>
                  </a:lnTo>
                  <a:lnTo>
                    <a:pt x="448927" y="81863"/>
                  </a:lnTo>
                  <a:lnTo>
                    <a:pt x="448886" y="82309"/>
                  </a:lnTo>
                  <a:lnTo>
                    <a:pt x="451770" y="89558"/>
                  </a:lnTo>
                  <a:lnTo>
                    <a:pt x="454331" y="95665"/>
                  </a:lnTo>
                  <a:lnTo>
                    <a:pt x="456681" y="104437"/>
                  </a:lnTo>
                  <a:lnTo>
                    <a:pt x="459619" y="112794"/>
                  </a:lnTo>
                  <a:lnTo>
                    <a:pt x="464325" y="122096"/>
                  </a:lnTo>
                  <a:lnTo>
                    <a:pt x="466840" y="128931"/>
                  </a:lnTo>
                  <a:lnTo>
                    <a:pt x="467640" y="131101"/>
                  </a:lnTo>
                  <a:lnTo>
                    <a:pt x="469748" y="138357"/>
                  </a:lnTo>
                  <a:lnTo>
                    <a:pt x="469905" y="145290"/>
                  </a:lnTo>
                  <a:lnTo>
                    <a:pt x="470031" y="150880"/>
                  </a:lnTo>
                  <a:lnTo>
                    <a:pt x="471767" y="166388"/>
                  </a:lnTo>
                  <a:lnTo>
                    <a:pt x="472188" y="170088"/>
                  </a:lnTo>
                  <a:lnTo>
                    <a:pt x="473133" y="178383"/>
                  </a:lnTo>
                  <a:lnTo>
                    <a:pt x="473884" y="184965"/>
                  </a:lnTo>
                  <a:lnTo>
                    <a:pt x="473221" y="191761"/>
                  </a:lnTo>
                  <a:lnTo>
                    <a:pt x="478112" y="200866"/>
                  </a:lnTo>
                  <a:lnTo>
                    <a:pt x="477020" y="213769"/>
                  </a:lnTo>
                  <a:lnTo>
                    <a:pt x="477474" y="221829"/>
                  </a:lnTo>
                  <a:lnTo>
                    <a:pt x="477502" y="227265"/>
                  </a:lnTo>
                  <a:lnTo>
                    <a:pt x="477787" y="227840"/>
                  </a:lnTo>
                  <a:lnTo>
                    <a:pt x="480737" y="233786"/>
                  </a:lnTo>
                  <a:lnTo>
                    <a:pt x="483563" y="246123"/>
                  </a:lnTo>
                  <a:lnTo>
                    <a:pt x="487922" y="253263"/>
                  </a:lnTo>
                  <a:lnTo>
                    <a:pt x="491117" y="256840"/>
                  </a:lnTo>
                  <a:lnTo>
                    <a:pt x="491875" y="266311"/>
                  </a:lnTo>
                  <a:lnTo>
                    <a:pt x="495142" y="279123"/>
                  </a:lnTo>
                  <a:lnTo>
                    <a:pt x="494195" y="285081"/>
                  </a:lnTo>
                  <a:lnTo>
                    <a:pt x="494113" y="285595"/>
                  </a:lnTo>
                  <a:lnTo>
                    <a:pt x="495145" y="293300"/>
                  </a:lnTo>
                  <a:lnTo>
                    <a:pt x="460848" y="294594"/>
                  </a:lnTo>
                  <a:lnTo>
                    <a:pt x="451176" y="294953"/>
                  </a:lnTo>
                  <a:lnTo>
                    <a:pt x="430378" y="295665"/>
                  </a:lnTo>
                  <a:lnTo>
                    <a:pt x="414862" y="296103"/>
                  </a:lnTo>
                  <a:lnTo>
                    <a:pt x="401508" y="296402"/>
                  </a:lnTo>
                  <a:lnTo>
                    <a:pt x="399567" y="296443"/>
                  </a:lnTo>
                  <a:lnTo>
                    <a:pt x="395435" y="296528"/>
                  </a:lnTo>
                  <a:lnTo>
                    <a:pt x="372663" y="296993"/>
                  </a:lnTo>
                  <a:lnTo>
                    <a:pt x="358701" y="297085"/>
                  </a:lnTo>
                  <a:lnTo>
                    <a:pt x="352147" y="297150"/>
                  </a:lnTo>
                  <a:lnTo>
                    <a:pt x="333516" y="297291"/>
                  </a:lnTo>
                  <a:lnTo>
                    <a:pt x="327749" y="297336"/>
                  </a:lnTo>
                  <a:lnTo>
                    <a:pt x="311058" y="297487"/>
                  </a:lnTo>
                  <a:lnTo>
                    <a:pt x="301438" y="297550"/>
                  </a:lnTo>
                  <a:lnTo>
                    <a:pt x="293433" y="297525"/>
                  </a:lnTo>
                  <a:lnTo>
                    <a:pt x="286354" y="297572"/>
                  </a:lnTo>
                  <a:lnTo>
                    <a:pt x="275614" y="297526"/>
                  </a:lnTo>
                  <a:lnTo>
                    <a:pt x="257619" y="297445"/>
                  </a:lnTo>
                  <a:lnTo>
                    <a:pt x="248215" y="297345"/>
                  </a:lnTo>
                  <a:lnTo>
                    <a:pt x="234627" y="297243"/>
                  </a:lnTo>
                  <a:lnTo>
                    <a:pt x="233794" y="297236"/>
                  </a:lnTo>
                  <a:lnTo>
                    <a:pt x="217232" y="297094"/>
                  </a:lnTo>
                  <a:lnTo>
                    <a:pt x="194412" y="296809"/>
                  </a:lnTo>
                  <a:lnTo>
                    <a:pt x="177303" y="296537"/>
                  </a:lnTo>
                  <a:lnTo>
                    <a:pt x="164594" y="296306"/>
                  </a:lnTo>
                  <a:lnTo>
                    <a:pt x="148886" y="295952"/>
                  </a:lnTo>
                  <a:lnTo>
                    <a:pt x="135377" y="295621"/>
                  </a:lnTo>
                  <a:lnTo>
                    <a:pt x="135248" y="295617"/>
                  </a:lnTo>
                  <a:lnTo>
                    <a:pt x="129499" y="295466"/>
                  </a:lnTo>
                  <a:lnTo>
                    <a:pt x="113573" y="295010"/>
                  </a:lnTo>
                  <a:lnTo>
                    <a:pt x="98837" y="294545"/>
                  </a:lnTo>
                  <a:lnTo>
                    <a:pt x="88653" y="294207"/>
                  </a:lnTo>
                  <a:lnTo>
                    <a:pt x="77050" y="293806"/>
                  </a:lnTo>
                  <a:lnTo>
                    <a:pt x="72961" y="293656"/>
                  </a:lnTo>
                  <a:lnTo>
                    <a:pt x="69444" y="293524"/>
                  </a:lnTo>
                  <a:lnTo>
                    <a:pt x="54684" y="292947"/>
                  </a:lnTo>
                  <a:lnTo>
                    <a:pt x="40369" y="292348"/>
                  </a:lnTo>
                  <a:lnTo>
                    <a:pt x="25430" y="291695"/>
                  </a:lnTo>
                  <a:lnTo>
                    <a:pt x="0" y="290473"/>
                  </a:lnTo>
                  <a:lnTo>
                    <a:pt x="1612" y="258631"/>
                  </a:lnTo>
                  <a:lnTo>
                    <a:pt x="1827" y="254402"/>
                  </a:lnTo>
                  <a:lnTo>
                    <a:pt x="2751" y="236784"/>
                  </a:lnTo>
                  <a:lnTo>
                    <a:pt x="2897" y="233829"/>
                  </a:lnTo>
                  <a:lnTo>
                    <a:pt x="3368" y="224256"/>
                  </a:lnTo>
                  <a:lnTo>
                    <a:pt x="3707" y="217372"/>
                  </a:lnTo>
                  <a:lnTo>
                    <a:pt x="4779" y="196448"/>
                  </a:lnTo>
                  <a:lnTo>
                    <a:pt x="5772" y="178044"/>
                  </a:lnTo>
                  <a:lnTo>
                    <a:pt x="6730" y="158764"/>
                  </a:lnTo>
                  <a:lnTo>
                    <a:pt x="6739" y="158592"/>
                  </a:lnTo>
                  <a:lnTo>
                    <a:pt x="7079" y="152401"/>
                  </a:lnTo>
                  <a:lnTo>
                    <a:pt x="8159" y="132800"/>
                  </a:lnTo>
                  <a:lnTo>
                    <a:pt x="9240" y="113784"/>
                  </a:lnTo>
                  <a:lnTo>
                    <a:pt x="9970" y="97780"/>
                  </a:lnTo>
                  <a:lnTo>
                    <a:pt x="10082" y="95442"/>
                  </a:lnTo>
                  <a:lnTo>
                    <a:pt x="11193" y="72113"/>
                  </a:lnTo>
                  <a:lnTo>
                    <a:pt x="11857" y="58049"/>
                  </a:lnTo>
                  <a:lnTo>
                    <a:pt x="12329" y="48080"/>
                  </a:lnTo>
                  <a:lnTo>
                    <a:pt x="12991" y="34790"/>
                  </a:lnTo>
                  <a:lnTo>
                    <a:pt x="14004" y="144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00195" y="3981589"/>
              <a:ext cx="495740" cy="458923"/>
            </a:xfrm>
            <a:custGeom>
              <a:avLst/>
              <a:pathLst>
                <a:path w="495740" h="458923">
                  <a:moveTo>
                    <a:pt x="0" y="39312"/>
                  </a:moveTo>
                  <a:lnTo>
                    <a:pt x="25245" y="37632"/>
                  </a:lnTo>
                  <a:lnTo>
                    <a:pt x="53185" y="35784"/>
                  </a:lnTo>
                  <a:lnTo>
                    <a:pt x="64776" y="34989"/>
                  </a:lnTo>
                  <a:lnTo>
                    <a:pt x="73867" y="34312"/>
                  </a:lnTo>
                  <a:lnTo>
                    <a:pt x="90230" y="33066"/>
                  </a:lnTo>
                  <a:lnTo>
                    <a:pt x="101621" y="32231"/>
                  </a:lnTo>
                  <a:lnTo>
                    <a:pt x="117075" y="31074"/>
                  </a:lnTo>
                  <a:lnTo>
                    <a:pt x="128047" y="30240"/>
                  </a:lnTo>
                  <a:lnTo>
                    <a:pt x="130233" y="30072"/>
                  </a:lnTo>
                  <a:lnTo>
                    <a:pt x="146648" y="28792"/>
                  </a:lnTo>
                  <a:lnTo>
                    <a:pt x="173350" y="26538"/>
                  </a:lnTo>
                  <a:lnTo>
                    <a:pt x="174836" y="26410"/>
                  </a:lnTo>
                  <a:lnTo>
                    <a:pt x="181367" y="25844"/>
                  </a:lnTo>
                  <a:lnTo>
                    <a:pt x="201790" y="24038"/>
                  </a:lnTo>
                  <a:lnTo>
                    <a:pt x="205235" y="23740"/>
                  </a:lnTo>
                  <a:lnTo>
                    <a:pt x="222789" y="22203"/>
                  </a:lnTo>
                  <a:lnTo>
                    <a:pt x="242401" y="20345"/>
                  </a:lnTo>
                  <a:lnTo>
                    <a:pt x="245334" y="20063"/>
                  </a:lnTo>
                  <a:lnTo>
                    <a:pt x="258530" y="18781"/>
                  </a:lnTo>
                  <a:lnTo>
                    <a:pt x="289252" y="15681"/>
                  </a:lnTo>
                  <a:lnTo>
                    <a:pt x="292167" y="15381"/>
                  </a:lnTo>
                  <a:lnTo>
                    <a:pt x="311058" y="13693"/>
                  </a:lnTo>
                  <a:lnTo>
                    <a:pt x="315290" y="13309"/>
                  </a:lnTo>
                  <a:lnTo>
                    <a:pt x="315482" y="13291"/>
                  </a:lnTo>
                  <a:lnTo>
                    <a:pt x="342743" y="10361"/>
                  </a:lnTo>
                  <a:lnTo>
                    <a:pt x="353371" y="9194"/>
                  </a:lnTo>
                  <a:lnTo>
                    <a:pt x="376269" y="6653"/>
                  </a:lnTo>
                  <a:lnTo>
                    <a:pt x="378065" y="6451"/>
                  </a:lnTo>
                  <a:lnTo>
                    <a:pt x="396610" y="4392"/>
                  </a:lnTo>
                  <a:lnTo>
                    <a:pt x="404595" y="3492"/>
                  </a:lnTo>
                  <a:lnTo>
                    <a:pt x="431410" y="696"/>
                  </a:lnTo>
                  <a:lnTo>
                    <a:pt x="437957" y="0"/>
                  </a:lnTo>
                  <a:lnTo>
                    <a:pt x="439644" y="4165"/>
                  </a:lnTo>
                  <a:lnTo>
                    <a:pt x="441248" y="9488"/>
                  </a:lnTo>
                  <a:lnTo>
                    <a:pt x="447982" y="12233"/>
                  </a:lnTo>
                  <a:lnTo>
                    <a:pt x="448627" y="15769"/>
                  </a:lnTo>
                  <a:lnTo>
                    <a:pt x="449296" y="22318"/>
                  </a:lnTo>
                  <a:lnTo>
                    <a:pt x="444796" y="27458"/>
                  </a:lnTo>
                  <a:lnTo>
                    <a:pt x="441449" y="34191"/>
                  </a:lnTo>
                  <a:lnTo>
                    <a:pt x="438389" y="36405"/>
                  </a:lnTo>
                  <a:lnTo>
                    <a:pt x="435499" y="38495"/>
                  </a:lnTo>
                  <a:lnTo>
                    <a:pt x="434598" y="44170"/>
                  </a:lnTo>
                  <a:lnTo>
                    <a:pt x="429152" y="48066"/>
                  </a:lnTo>
                  <a:lnTo>
                    <a:pt x="425587" y="56574"/>
                  </a:lnTo>
                  <a:lnTo>
                    <a:pt x="423351" y="63139"/>
                  </a:lnTo>
                  <a:lnTo>
                    <a:pt x="431185" y="62148"/>
                  </a:lnTo>
                  <a:lnTo>
                    <a:pt x="449400" y="59814"/>
                  </a:lnTo>
                  <a:lnTo>
                    <a:pt x="463607" y="58015"/>
                  </a:lnTo>
                  <a:lnTo>
                    <a:pt x="469329" y="57283"/>
                  </a:lnTo>
                  <a:lnTo>
                    <a:pt x="485848" y="55119"/>
                  </a:lnTo>
                  <a:lnTo>
                    <a:pt x="491113" y="60982"/>
                  </a:lnTo>
                  <a:lnTo>
                    <a:pt x="494883" y="63748"/>
                  </a:lnTo>
                  <a:lnTo>
                    <a:pt x="495424" y="65743"/>
                  </a:lnTo>
                  <a:lnTo>
                    <a:pt x="495740" y="66909"/>
                  </a:lnTo>
                  <a:lnTo>
                    <a:pt x="488605" y="70398"/>
                  </a:lnTo>
                  <a:lnTo>
                    <a:pt x="488282" y="73649"/>
                  </a:lnTo>
                  <a:lnTo>
                    <a:pt x="489402" y="78218"/>
                  </a:lnTo>
                  <a:lnTo>
                    <a:pt x="482501" y="82352"/>
                  </a:lnTo>
                  <a:lnTo>
                    <a:pt x="476378" y="87409"/>
                  </a:lnTo>
                  <a:lnTo>
                    <a:pt x="471184" y="87135"/>
                  </a:lnTo>
                  <a:lnTo>
                    <a:pt x="467915" y="94838"/>
                  </a:lnTo>
                  <a:lnTo>
                    <a:pt x="474207" y="99566"/>
                  </a:lnTo>
                  <a:lnTo>
                    <a:pt x="476742" y="102243"/>
                  </a:lnTo>
                  <a:lnTo>
                    <a:pt x="471458" y="105191"/>
                  </a:lnTo>
                  <a:lnTo>
                    <a:pt x="470876" y="111110"/>
                  </a:lnTo>
                  <a:lnTo>
                    <a:pt x="469762" y="113532"/>
                  </a:lnTo>
                  <a:lnTo>
                    <a:pt x="461815" y="113419"/>
                  </a:lnTo>
                  <a:lnTo>
                    <a:pt x="461709" y="120047"/>
                  </a:lnTo>
                  <a:lnTo>
                    <a:pt x="464575" y="124521"/>
                  </a:lnTo>
                  <a:lnTo>
                    <a:pt x="462820" y="129887"/>
                  </a:lnTo>
                  <a:lnTo>
                    <a:pt x="460213" y="129230"/>
                  </a:lnTo>
                  <a:lnTo>
                    <a:pt x="456223" y="131316"/>
                  </a:lnTo>
                  <a:lnTo>
                    <a:pt x="459274" y="136720"/>
                  </a:lnTo>
                  <a:lnTo>
                    <a:pt x="456664" y="144248"/>
                  </a:lnTo>
                  <a:lnTo>
                    <a:pt x="452606" y="148406"/>
                  </a:lnTo>
                  <a:lnTo>
                    <a:pt x="459748" y="150591"/>
                  </a:lnTo>
                  <a:lnTo>
                    <a:pt x="460818" y="156206"/>
                  </a:lnTo>
                  <a:lnTo>
                    <a:pt x="460675" y="160993"/>
                  </a:lnTo>
                  <a:lnTo>
                    <a:pt x="462186" y="166492"/>
                  </a:lnTo>
                  <a:lnTo>
                    <a:pt x="455134" y="166025"/>
                  </a:lnTo>
                  <a:lnTo>
                    <a:pt x="453491" y="170817"/>
                  </a:lnTo>
                  <a:lnTo>
                    <a:pt x="452441" y="175938"/>
                  </a:lnTo>
                  <a:lnTo>
                    <a:pt x="445780" y="177994"/>
                  </a:lnTo>
                  <a:lnTo>
                    <a:pt x="442395" y="179798"/>
                  </a:lnTo>
                  <a:lnTo>
                    <a:pt x="441956" y="183916"/>
                  </a:lnTo>
                  <a:lnTo>
                    <a:pt x="449163" y="190221"/>
                  </a:lnTo>
                  <a:lnTo>
                    <a:pt x="448987" y="193961"/>
                  </a:lnTo>
                  <a:lnTo>
                    <a:pt x="443294" y="198855"/>
                  </a:lnTo>
                  <a:lnTo>
                    <a:pt x="443105" y="199017"/>
                  </a:lnTo>
                  <a:lnTo>
                    <a:pt x="434749" y="204444"/>
                  </a:lnTo>
                  <a:lnTo>
                    <a:pt x="434114" y="204521"/>
                  </a:lnTo>
                  <a:lnTo>
                    <a:pt x="428536" y="205197"/>
                  </a:lnTo>
                  <a:lnTo>
                    <a:pt x="428134" y="210902"/>
                  </a:lnTo>
                  <a:lnTo>
                    <a:pt x="425235" y="214210"/>
                  </a:lnTo>
                  <a:lnTo>
                    <a:pt x="421942" y="222253"/>
                  </a:lnTo>
                  <a:lnTo>
                    <a:pt x="422005" y="226989"/>
                  </a:lnTo>
                  <a:lnTo>
                    <a:pt x="419918" y="231126"/>
                  </a:lnTo>
                  <a:lnTo>
                    <a:pt x="418871" y="233198"/>
                  </a:lnTo>
                  <a:lnTo>
                    <a:pt x="423266" y="238554"/>
                  </a:lnTo>
                  <a:lnTo>
                    <a:pt x="421771" y="244092"/>
                  </a:lnTo>
                  <a:lnTo>
                    <a:pt x="421138" y="252205"/>
                  </a:lnTo>
                  <a:lnTo>
                    <a:pt x="422513" y="257413"/>
                  </a:lnTo>
                  <a:lnTo>
                    <a:pt x="416246" y="261950"/>
                  </a:lnTo>
                  <a:lnTo>
                    <a:pt x="414914" y="268002"/>
                  </a:lnTo>
                  <a:lnTo>
                    <a:pt x="407652" y="265311"/>
                  </a:lnTo>
                  <a:lnTo>
                    <a:pt x="404279" y="268305"/>
                  </a:lnTo>
                  <a:lnTo>
                    <a:pt x="406177" y="274668"/>
                  </a:lnTo>
                  <a:lnTo>
                    <a:pt x="400231" y="276523"/>
                  </a:lnTo>
                  <a:lnTo>
                    <a:pt x="398007" y="282080"/>
                  </a:lnTo>
                  <a:lnTo>
                    <a:pt x="392639" y="284099"/>
                  </a:lnTo>
                  <a:lnTo>
                    <a:pt x="394306" y="288828"/>
                  </a:lnTo>
                  <a:lnTo>
                    <a:pt x="393401" y="291797"/>
                  </a:lnTo>
                  <a:lnTo>
                    <a:pt x="389134" y="293752"/>
                  </a:lnTo>
                  <a:lnTo>
                    <a:pt x="388860" y="297299"/>
                  </a:lnTo>
                  <a:lnTo>
                    <a:pt x="388826" y="297750"/>
                  </a:lnTo>
                  <a:lnTo>
                    <a:pt x="388759" y="298621"/>
                  </a:lnTo>
                  <a:lnTo>
                    <a:pt x="393497" y="299916"/>
                  </a:lnTo>
                  <a:lnTo>
                    <a:pt x="396449" y="302373"/>
                  </a:lnTo>
                  <a:lnTo>
                    <a:pt x="395171" y="308052"/>
                  </a:lnTo>
                  <a:lnTo>
                    <a:pt x="390192" y="309667"/>
                  </a:lnTo>
                  <a:lnTo>
                    <a:pt x="386629" y="312248"/>
                  </a:lnTo>
                  <a:lnTo>
                    <a:pt x="384362" y="315322"/>
                  </a:lnTo>
                  <a:lnTo>
                    <a:pt x="379878" y="314808"/>
                  </a:lnTo>
                  <a:lnTo>
                    <a:pt x="376068" y="318121"/>
                  </a:lnTo>
                  <a:lnTo>
                    <a:pt x="381609" y="319691"/>
                  </a:lnTo>
                  <a:lnTo>
                    <a:pt x="382991" y="323931"/>
                  </a:lnTo>
                  <a:lnTo>
                    <a:pt x="379808" y="328004"/>
                  </a:lnTo>
                  <a:lnTo>
                    <a:pt x="381274" y="334386"/>
                  </a:lnTo>
                  <a:lnTo>
                    <a:pt x="384287" y="336301"/>
                  </a:lnTo>
                  <a:lnTo>
                    <a:pt x="384610" y="341454"/>
                  </a:lnTo>
                  <a:lnTo>
                    <a:pt x="378504" y="340534"/>
                  </a:lnTo>
                  <a:lnTo>
                    <a:pt x="375888" y="341034"/>
                  </a:lnTo>
                  <a:lnTo>
                    <a:pt x="372972" y="344701"/>
                  </a:lnTo>
                  <a:lnTo>
                    <a:pt x="380239" y="347951"/>
                  </a:lnTo>
                  <a:lnTo>
                    <a:pt x="378252" y="354761"/>
                  </a:lnTo>
                  <a:lnTo>
                    <a:pt x="370498" y="356728"/>
                  </a:lnTo>
                  <a:lnTo>
                    <a:pt x="375773" y="361103"/>
                  </a:lnTo>
                  <a:lnTo>
                    <a:pt x="370260" y="365929"/>
                  </a:lnTo>
                  <a:lnTo>
                    <a:pt x="368825" y="369827"/>
                  </a:lnTo>
                  <a:lnTo>
                    <a:pt x="368065" y="371893"/>
                  </a:lnTo>
                  <a:lnTo>
                    <a:pt x="371151" y="376033"/>
                  </a:lnTo>
                  <a:lnTo>
                    <a:pt x="373286" y="379568"/>
                  </a:lnTo>
                  <a:lnTo>
                    <a:pt x="376142" y="383580"/>
                  </a:lnTo>
                  <a:lnTo>
                    <a:pt x="379982" y="387350"/>
                  </a:lnTo>
                  <a:lnTo>
                    <a:pt x="377577" y="393009"/>
                  </a:lnTo>
                  <a:lnTo>
                    <a:pt x="380054" y="401171"/>
                  </a:lnTo>
                  <a:lnTo>
                    <a:pt x="384153" y="401550"/>
                  </a:lnTo>
                  <a:lnTo>
                    <a:pt x="386394" y="406303"/>
                  </a:lnTo>
                  <a:lnTo>
                    <a:pt x="385383" y="412790"/>
                  </a:lnTo>
                  <a:lnTo>
                    <a:pt x="383898" y="418979"/>
                  </a:lnTo>
                  <a:lnTo>
                    <a:pt x="378876" y="419076"/>
                  </a:lnTo>
                  <a:lnTo>
                    <a:pt x="376440" y="423828"/>
                  </a:lnTo>
                  <a:lnTo>
                    <a:pt x="383121" y="428501"/>
                  </a:lnTo>
                  <a:lnTo>
                    <a:pt x="379587" y="434171"/>
                  </a:lnTo>
                  <a:lnTo>
                    <a:pt x="379004" y="435106"/>
                  </a:lnTo>
                  <a:lnTo>
                    <a:pt x="368903" y="436072"/>
                  </a:lnTo>
                  <a:lnTo>
                    <a:pt x="351325" y="437725"/>
                  </a:lnTo>
                  <a:lnTo>
                    <a:pt x="348817" y="437958"/>
                  </a:lnTo>
                  <a:lnTo>
                    <a:pt x="345863" y="438232"/>
                  </a:lnTo>
                  <a:lnTo>
                    <a:pt x="306266" y="441915"/>
                  </a:lnTo>
                  <a:lnTo>
                    <a:pt x="286367" y="443700"/>
                  </a:lnTo>
                  <a:lnTo>
                    <a:pt x="270578" y="445084"/>
                  </a:lnTo>
                  <a:lnTo>
                    <a:pt x="241957" y="447275"/>
                  </a:lnTo>
                  <a:lnTo>
                    <a:pt x="219004" y="448999"/>
                  </a:lnTo>
                  <a:lnTo>
                    <a:pt x="193674" y="450778"/>
                  </a:lnTo>
                  <a:lnTo>
                    <a:pt x="191862" y="450920"/>
                  </a:lnTo>
                  <a:lnTo>
                    <a:pt x="170424" y="452572"/>
                  </a:lnTo>
                  <a:lnTo>
                    <a:pt x="166186" y="452902"/>
                  </a:lnTo>
                  <a:lnTo>
                    <a:pt x="151955" y="453993"/>
                  </a:lnTo>
                  <a:lnTo>
                    <a:pt x="140296" y="454842"/>
                  </a:lnTo>
                  <a:lnTo>
                    <a:pt x="137167" y="455067"/>
                  </a:lnTo>
                  <a:lnTo>
                    <a:pt x="116370" y="456536"/>
                  </a:lnTo>
                  <a:lnTo>
                    <a:pt x="107751" y="457174"/>
                  </a:lnTo>
                  <a:lnTo>
                    <a:pt x="106982" y="457230"/>
                  </a:lnTo>
                  <a:lnTo>
                    <a:pt x="83504" y="458923"/>
                  </a:lnTo>
                  <a:lnTo>
                    <a:pt x="82465" y="441779"/>
                  </a:lnTo>
                  <a:lnTo>
                    <a:pt x="81604" y="428297"/>
                  </a:lnTo>
                  <a:lnTo>
                    <a:pt x="81143" y="421096"/>
                  </a:lnTo>
                  <a:lnTo>
                    <a:pt x="80353" y="408294"/>
                  </a:lnTo>
                  <a:lnTo>
                    <a:pt x="79431" y="394245"/>
                  </a:lnTo>
                  <a:lnTo>
                    <a:pt x="76286" y="391925"/>
                  </a:lnTo>
                  <a:lnTo>
                    <a:pt x="69060" y="391755"/>
                  </a:lnTo>
                  <a:lnTo>
                    <a:pt x="64829" y="390276"/>
                  </a:lnTo>
                  <a:lnTo>
                    <a:pt x="61903" y="393112"/>
                  </a:lnTo>
                  <a:lnTo>
                    <a:pt x="59278" y="392545"/>
                  </a:lnTo>
                  <a:lnTo>
                    <a:pt x="52741" y="394479"/>
                  </a:lnTo>
                  <a:lnTo>
                    <a:pt x="49179" y="394400"/>
                  </a:lnTo>
                  <a:lnTo>
                    <a:pt x="47647" y="395799"/>
                  </a:lnTo>
                  <a:lnTo>
                    <a:pt x="44119" y="394927"/>
                  </a:lnTo>
                  <a:lnTo>
                    <a:pt x="40868" y="393712"/>
                  </a:lnTo>
                  <a:lnTo>
                    <a:pt x="33615" y="386782"/>
                  </a:lnTo>
                  <a:lnTo>
                    <a:pt x="32960" y="368377"/>
                  </a:lnTo>
                  <a:lnTo>
                    <a:pt x="32351" y="349883"/>
                  </a:lnTo>
                  <a:lnTo>
                    <a:pt x="32033" y="340280"/>
                  </a:lnTo>
                  <a:lnTo>
                    <a:pt x="31302" y="319507"/>
                  </a:lnTo>
                  <a:lnTo>
                    <a:pt x="30571" y="298871"/>
                  </a:lnTo>
                  <a:lnTo>
                    <a:pt x="29941" y="280848"/>
                  </a:lnTo>
                  <a:lnTo>
                    <a:pt x="29395" y="265311"/>
                  </a:lnTo>
                  <a:lnTo>
                    <a:pt x="29031" y="253851"/>
                  </a:lnTo>
                  <a:lnTo>
                    <a:pt x="28400" y="234148"/>
                  </a:lnTo>
                  <a:lnTo>
                    <a:pt x="28241" y="228841"/>
                  </a:lnTo>
                  <a:lnTo>
                    <a:pt x="27085" y="190713"/>
                  </a:lnTo>
                  <a:lnTo>
                    <a:pt x="26976" y="187153"/>
                  </a:lnTo>
                  <a:lnTo>
                    <a:pt x="26672" y="175720"/>
                  </a:lnTo>
                  <a:lnTo>
                    <a:pt x="26285" y="173560"/>
                  </a:lnTo>
                  <a:lnTo>
                    <a:pt x="26174" y="172938"/>
                  </a:lnTo>
                  <a:lnTo>
                    <a:pt x="23928" y="160362"/>
                  </a:lnTo>
                  <a:lnTo>
                    <a:pt x="20561" y="143245"/>
                  </a:lnTo>
                  <a:lnTo>
                    <a:pt x="17700" y="128676"/>
                  </a:lnTo>
                  <a:lnTo>
                    <a:pt x="17485" y="127583"/>
                  </a:lnTo>
                  <a:lnTo>
                    <a:pt x="12169" y="101086"/>
                  </a:lnTo>
                  <a:lnTo>
                    <a:pt x="9379" y="87294"/>
                  </a:lnTo>
                  <a:lnTo>
                    <a:pt x="7920" y="80070"/>
                  </a:lnTo>
                  <a:lnTo>
                    <a:pt x="4561" y="634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798876" y="3288157"/>
              <a:ext cx="458638" cy="211672"/>
            </a:xfrm>
            <a:custGeom>
              <a:avLst/>
              <a:pathLst>
                <a:path w="458638" h="211672">
                  <a:moveTo>
                    <a:pt x="374" y="129846"/>
                  </a:moveTo>
                  <a:lnTo>
                    <a:pt x="946" y="118577"/>
                  </a:lnTo>
                  <a:lnTo>
                    <a:pt x="1332" y="110654"/>
                  </a:lnTo>
                  <a:lnTo>
                    <a:pt x="1876" y="98885"/>
                  </a:lnTo>
                  <a:lnTo>
                    <a:pt x="2033" y="95484"/>
                  </a:lnTo>
                  <a:lnTo>
                    <a:pt x="2306" y="89691"/>
                  </a:lnTo>
                  <a:lnTo>
                    <a:pt x="2915" y="76774"/>
                  </a:lnTo>
                  <a:lnTo>
                    <a:pt x="3313" y="68770"/>
                  </a:lnTo>
                  <a:lnTo>
                    <a:pt x="3363" y="67766"/>
                  </a:lnTo>
                  <a:lnTo>
                    <a:pt x="4135" y="51681"/>
                  </a:lnTo>
                  <a:lnTo>
                    <a:pt x="4951" y="34468"/>
                  </a:lnTo>
                  <a:lnTo>
                    <a:pt x="5346" y="26772"/>
                  </a:lnTo>
                  <a:lnTo>
                    <a:pt x="5414" y="25453"/>
                  </a:lnTo>
                  <a:lnTo>
                    <a:pt x="6624" y="0"/>
                  </a:lnTo>
                  <a:lnTo>
                    <a:pt x="34216" y="1265"/>
                  </a:lnTo>
                  <a:lnTo>
                    <a:pt x="35675" y="1326"/>
                  </a:lnTo>
                  <a:lnTo>
                    <a:pt x="59623" y="2311"/>
                  </a:lnTo>
                  <a:lnTo>
                    <a:pt x="70126" y="2699"/>
                  </a:lnTo>
                  <a:lnTo>
                    <a:pt x="89445" y="3342"/>
                  </a:lnTo>
                  <a:lnTo>
                    <a:pt x="105879" y="3827"/>
                  </a:lnTo>
                  <a:lnTo>
                    <a:pt x="148945" y="4787"/>
                  </a:lnTo>
                  <a:lnTo>
                    <a:pt x="160418" y="4967"/>
                  </a:lnTo>
                  <a:lnTo>
                    <a:pt x="200851" y="5233"/>
                  </a:lnTo>
                  <a:lnTo>
                    <a:pt x="218415" y="5224"/>
                  </a:lnTo>
                  <a:lnTo>
                    <a:pt x="234345" y="5162"/>
                  </a:lnTo>
                  <a:lnTo>
                    <a:pt x="248441" y="5056"/>
                  </a:lnTo>
                  <a:lnTo>
                    <a:pt x="268931" y="4816"/>
                  </a:lnTo>
                  <a:lnTo>
                    <a:pt x="286545" y="4509"/>
                  </a:lnTo>
                  <a:lnTo>
                    <a:pt x="287579" y="6904"/>
                  </a:lnTo>
                  <a:lnTo>
                    <a:pt x="289863" y="9226"/>
                  </a:lnTo>
                  <a:lnTo>
                    <a:pt x="292303" y="9924"/>
                  </a:lnTo>
                  <a:lnTo>
                    <a:pt x="296297" y="12044"/>
                  </a:lnTo>
                  <a:lnTo>
                    <a:pt x="297737" y="12806"/>
                  </a:lnTo>
                  <a:lnTo>
                    <a:pt x="300185" y="13709"/>
                  </a:lnTo>
                  <a:lnTo>
                    <a:pt x="304223" y="14998"/>
                  </a:lnTo>
                  <a:lnTo>
                    <a:pt x="304454" y="15071"/>
                  </a:lnTo>
                  <a:lnTo>
                    <a:pt x="306694" y="17194"/>
                  </a:lnTo>
                  <a:lnTo>
                    <a:pt x="310288" y="20161"/>
                  </a:lnTo>
                  <a:lnTo>
                    <a:pt x="314573" y="19682"/>
                  </a:lnTo>
                  <a:lnTo>
                    <a:pt x="316806" y="17609"/>
                  </a:lnTo>
                  <a:lnTo>
                    <a:pt x="318133" y="13866"/>
                  </a:lnTo>
                  <a:lnTo>
                    <a:pt x="319068" y="12985"/>
                  </a:lnTo>
                  <a:lnTo>
                    <a:pt x="321940" y="13398"/>
                  </a:lnTo>
                  <a:lnTo>
                    <a:pt x="327033" y="14237"/>
                  </a:lnTo>
                  <a:lnTo>
                    <a:pt x="330331" y="13590"/>
                  </a:lnTo>
                  <a:lnTo>
                    <a:pt x="332150" y="13233"/>
                  </a:lnTo>
                  <a:lnTo>
                    <a:pt x="336363" y="13278"/>
                  </a:lnTo>
                  <a:lnTo>
                    <a:pt x="337938" y="13488"/>
                  </a:lnTo>
                  <a:lnTo>
                    <a:pt x="339600" y="13709"/>
                  </a:lnTo>
                  <a:lnTo>
                    <a:pt x="341331" y="12285"/>
                  </a:lnTo>
                  <a:lnTo>
                    <a:pt x="345185" y="12853"/>
                  </a:lnTo>
                  <a:lnTo>
                    <a:pt x="347138" y="12115"/>
                  </a:lnTo>
                  <a:lnTo>
                    <a:pt x="350408" y="12869"/>
                  </a:lnTo>
                  <a:lnTo>
                    <a:pt x="351692" y="15101"/>
                  </a:lnTo>
                  <a:lnTo>
                    <a:pt x="354228" y="16981"/>
                  </a:lnTo>
                  <a:lnTo>
                    <a:pt x="355980" y="18278"/>
                  </a:lnTo>
                  <a:lnTo>
                    <a:pt x="361388" y="18740"/>
                  </a:lnTo>
                  <a:lnTo>
                    <a:pt x="361869" y="19129"/>
                  </a:lnTo>
                  <a:lnTo>
                    <a:pt x="364475" y="21240"/>
                  </a:lnTo>
                  <a:lnTo>
                    <a:pt x="367431" y="20490"/>
                  </a:lnTo>
                  <a:lnTo>
                    <a:pt x="372548" y="22578"/>
                  </a:lnTo>
                  <a:lnTo>
                    <a:pt x="372842" y="22698"/>
                  </a:lnTo>
                  <a:lnTo>
                    <a:pt x="374125" y="25116"/>
                  </a:lnTo>
                  <a:lnTo>
                    <a:pt x="378214" y="25218"/>
                  </a:lnTo>
                  <a:lnTo>
                    <a:pt x="377774" y="29057"/>
                  </a:lnTo>
                  <a:lnTo>
                    <a:pt x="380439" y="31524"/>
                  </a:lnTo>
                  <a:lnTo>
                    <a:pt x="382111" y="34168"/>
                  </a:lnTo>
                  <a:lnTo>
                    <a:pt x="383004" y="35580"/>
                  </a:lnTo>
                  <a:lnTo>
                    <a:pt x="387376" y="35111"/>
                  </a:lnTo>
                  <a:lnTo>
                    <a:pt x="388664" y="36952"/>
                  </a:lnTo>
                  <a:lnTo>
                    <a:pt x="391476" y="36287"/>
                  </a:lnTo>
                  <a:lnTo>
                    <a:pt x="394821" y="38137"/>
                  </a:lnTo>
                  <a:lnTo>
                    <a:pt x="393422" y="41703"/>
                  </a:lnTo>
                  <a:lnTo>
                    <a:pt x="393832" y="46755"/>
                  </a:lnTo>
                  <a:lnTo>
                    <a:pt x="396854" y="50520"/>
                  </a:lnTo>
                  <a:lnTo>
                    <a:pt x="397715" y="51592"/>
                  </a:lnTo>
                  <a:lnTo>
                    <a:pt x="397836" y="54752"/>
                  </a:lnTo>
                  <a:lnTo>
                    <a:pt x="397803" y="55035"/>
                  </a:lnTo>
                  <a:lnTo>
                    <a:pt x="397409" y="58367"/>
                  </a:lnTo>
                  <a:lnTo>
                    <a:pt x="401596" y="61850"/>
                  </a:lnTo>
                  <a:lnTo>
                    <a:pt x="401595" y="66427"/>
                  </a:lnTo>
                  <a:lnTo>
                    <a:pt x="404190" y="68005"/>
                  </a:lnTo>
                  <a:lnTo>
                    <a:pt x="409000" y="71094"/>
                  </a:lnTo>
                  <a:lnTo>
                    <a:pt x="407843" y="75604"/>
                  </a:lnTo>
                  <a:lnTo>
                    <a:pt x="409636" y="78552"/>
                  </a:lnTo>
                  <a:lnTo>
                    <a:pt x="410687" y="80280"/>
                  </a:lnTo>
                  <a:lnTo>
                    <a:pt x="413064" y="83432"/>
                  </a:lnTo>
                  <a:lnTo>
                    <a:pt x="412106" y="88365"/>
                  </a:lnTo>
                  <a:lnTo>
                    <a:pt x="411205" y="91558"/>
                  </a:lnTo>
                  <a:lnTo>
                    <a:pt x="411048" y="92115"/>
                  </a:lnTo>
                  <a:lnTo>
                    <a:pt x="410881" y="95921"/>
                  </a:lnTo>
                  <a:lnTo>
                    <a:pt x="412400" y="99465"/>
                  </a:lnTo>
                  <a:lnTo>
                    <a:pt x="413089" y="101701"/>
                  </a:lnTo>
                  <a:lnTo>
                    <a:pt x="416925" y="100426"/>
                  </a:lnTo>
                  <a:lnTo>
                    <a:pt x="417615" y="102953"/>
                  </a:lnTo>
                  <a:lnTo>
                    <a:pt x="418306" y="105480"/>
                  </a:lnTo>
                  <a:lnTo>
                    <a:pt x="421470" y="106291"/>
                  </a:lnTo>
                  <a:lnTo>
                    <a:pt x="421439" y="110831"/>
                  </a:lnTo>
                  <a:lnTo>
                    <a:pt x="421430" y="112204"/>
                  </a:lnTo>
                  <a:lnTo>
                    <a:pt x="421748" y="115493"/>
                  </a:lnTo>
                  <a:lnTo>
                    <a:pt x="423732" y="118422"/>
                  </a:lnTo>
                  <a:lnTo>
                    <a:pt x="422766" y="121252"/>
                  </a:lnTo>
                  <a:lnTo>
                    <a:pt x="422996" y="124454"/>
                  </a:lnTo>
                  <a:lnTo>
                    <a:pt x="423031" y="124936"/>
                  </a:lnTo>
                  <a:lnTo>
                    <a:pt x="425763" y="124613"/>
                  </a:lnTo>
                  <a:lnTo>
                    <a:pt x="425588" y="126471"/>
                  </a:lnTo>
                  <a:lnTo>
                    <a:pt x="425355" y="128939"/>
                  </a:lnTo>
                  <a:lnTo>
                    <a:pt x="425744" y="131762"/>
                  </a:lnTo>
                  <a:lnTo>
                    <a:pt x="425797" y="133874"/>
                  </a:lnTo>
                  <a:lnTo>
                    <a:pt x="425858" y="136317"/>
                  </a:lnTo>
                  <a:lnTo>
                    <a:pt x="427960" y="139317"/>
                  </a:lnTo>
                  <a:lnTo>
                    <a:pt x="427629" y="142622"/>
                  </a:lnTo>
                  <a:lnTo>
                    <a:pt x="428710" y="144414"/>
                  </a:lnTo>
                  <a:lnTo>
                    <a:pt x="429165" y="145168"/>
                  </a:lnTo>
                  <a:lnTo>
                    <a:pt x="427710" y="148076"/>
                  </a:lnTo>
                  <a:lnTo>
                    <a:pt x="428292" y="152364"/>
                  </a:lnTo>
                  <a:lnTo>
                    <a:pt x="425602" y="155723"/>
                  </a:lnTo>
                  <a:lnTo>
                    <a:pt x="428007" y="159306"/>
                  </a:lnTo>
                  <a:lnTo>
                    <a:pt x="431455" y="161154"/>
                  </a:lnTo>
                  <a:lnTo>
                    <a:pt x="433363" y="164500"/>
                  </a:lnTo>
                  <a:lnTo>
                    <a:pt x="432535" y="165794"/>
                  </a:lnTo>
                  <a:lnTo>
                    <a:pt x="433183" y="169846"/>
                  </a:lnTo>
                  <a:lnTo>
                    <a:pt x="435420" y="169647"/>
                  </a:lnTo>
                  <a:lnTo>
                    <a:pt x="435537" y="169879"/>
                  </a:lnTo>
                  <a:lnTo>
                    <a:pt x="436560" y="171906"/>
                  </a:lnTo>
                  <a:lnTo>
                    <a:pt x="437207" y="173958"/>
                  </a:lnTo>
                  <a:lnTo>
                    <a:pt x="439271" y="178487"/>
                  </a:lnTo>
                  <a:lnTo>
                    <a:pt x="439814" y="180511"/>
                  </a:lnTo>
                  <a:lnTo>
                    <a:pt x="439300" y="183560"/>
                  </a:lnTo>
                  <a:lnTo>
                    <a:pt x="442236" y="184286"/>
                  </a:lnTo>
                  <a:lnTo>
                    <a:pt x="444684" y="185442"/>
                  </a:lnTo>
                  <a:lnTo>
                    <a:pt x="445070" y="187379"/>
                  </a:lnTo>
                  <a:lnTo>
                    <a:pt x="445120" y="187632"/>
                  </a:lnTo>
                  <a:lnTo>
                    <a:pt x="449124" y="189001"/>
                  </a:lnTo>
                  <a:lnTo>
                    <a:pt x="448850" y="192297"/>
                  </a:lnTo>
                  <a:lnTo>
                    <a:pt x="451592" y="195423"/>
                  </a:lnTo>
                  <a:lnTo>
                    <a:pt x="453710" y="197566"/>
                  </a:lnTo>
                  <a:lnTo>
                    <a:pt x="452769" y="200270"/>
                  </a:lnTo>
                  <a:lnTo>
                    <a:pt x="454600" y="203115"/>
                  </a:lnTo>
                  <a:lnTo>
                    <a:pt x="456394" y="202864"/>
                  </a:lnTo>
                  <a:lnTo>
                    <a:pt x="458638" y="204759"/>
                  </a:lnTo>
                  <a:lnTo>
                    <a:pt x="456971" y="204851"/>
                  </a:lnTo>
                  <a:lnTo>
                    <a:pt x="433511" y="206080"/>
                  </a:lnTo>
                  <a:lnTo>
                    <a:pt x="433324" y="206089"/>
                  </a:lnTo>
                  <a:lnTo>
                    <a:pt x="421579" y="206655"/>
                  </a:lnTo>
                  <a:lnTo>
                    <a:pt x="420871" y="206688"/>
                  </a:lnTo>
                  <a:lnTo>
                    <a:pt x="413997" y="207028"/>
                  </a:lnTo>
                  <a:lnTo>
                    <a:pt x="409518" y="207220"/>
                  </a:lnTo>
                  <a:lnTo>
                    <a:pt x="397667" y="207725"/>
                  </a:lnTo>
                  <a:lnTo>
                    <a:pt x="397338" y="207738"/>
                  </a:lnTo>
                  <a:lnTo>
                    <a:pt x="379608" y="208431"/>
                  </a:lnTo>
                  <a:lnTo>
                    <a:pt x="376015" y="208562"/>
                  </a:lnTo>
                  <a:lnTo>
                    <a:pt x="373766" y="208646"/>
                  </a:lnTo>
                  <a:lnTo>
                    <a:pt x="368868" y="208825"/>
                  </a:lnTo>
                  <a:lnTo>
                    <a:pt x="349854" y="209438"/>
                  </a:lnTo>
                  <a:lnTo>
                    <a:pt x="347391" y="209512"/>
                  </a:lnTo>
                  <a:lnTo>
                    <a:pt x="328306" y="210054"/>
                  </a:lnTo>
                  <a:lnTo>
                    <a:pt x="325964" y="210115"/>
                  </a:lnTo>
                  <a:lnTo>
                    <a:pt x="320136" y="210261"/>
                  </a:lnTo>
                  <a:lnTo>
                    <a:pt x="312517" y="210440"/>
                  </a:lnTo>
                  <a:lnTo>
                    <a:pt x="302058" y="210668"/>
                  </a:lnTo>
                  <a:lnTo>
                    <a:pt x="289883" y="210902"/>
                  </a:lnTo>
                  <a:lnTo>
                    <a:pt x="284108" y="211001"/>
                  </a:lnTo>
                  <a:lnTo>
                    <a:pt x="278157" y="211101"/>
                  </a:lnTo>
                  <a:lnTo>
                    <a:pt x="260158" y="211354"/>
                  </a:lnTo>
                  <a:lnTo>
                    <a:pt x="259176" y="211366"/>
                  </a:lnTo>
                  <a:lnTo>
                    <a:pt x="254233" y="211419"/>
                  </a:lnTo>
                  <a:lnTo>
                    <a:pt x="237183" y="211561"/>
                  </a:lnTo>
                  <a:lnTo>
                    <a:pt x="230654" y="211612"/>
                  </a:lnTo>
                  <a:lnTo>
                    <a:pt x="230500" y="211613"/>
                  </a:lnTo>
                  <a:lnTo>
                    <a:pt x="220715" y="211672"/>
                  </a:lnTo>
                  <a:lnTo>
                    <a:pt x="201458" y="211662"/>
                  </a:lnTo>
                  <a:lnTo>
                    <a:pt x="200624" y="211659"/>
                  </a:lnTo>
                  <a:lnTo>
                    <a:pt x="185645" y="211586"/>
                  </a:lnTo>
                  <a:lnTo>
                    <a:pt x="171811" y="211449"/>
                  </a:lnTo>
                  <a:lnTo>
                    <a:pt x="170753" y="211437"/>
                  </a:lnTo>
                  <a:lnTo>
                    <a:pt x="154822" y="211262"/>
                  </a:lnTo>
                  <a:lnTo>
                    <a:pt x="142475" y="211069"/>
                  </a:lnTo>
                  <a:lnTo>
                    <a:pt x="140888" y="211044"/>
                  </a:lnTo>
                  <a:lnTo>
                    <a:pt x="136291" y="210967"/>
                  </a:lnTo>
                  <a:lnTo>
                    <a:pt x="129357" y="210841"/>
                  </a:lnTo>
                  <a:lnTo>
                    <a:pt x="114042" y="210507"/>
                  </a:lnTo>
                  <a:lnTo>
                    <a:pt x="102442" y="210225"/>
                  </a:lnTo>
                  <a:lnTo>
                    <a:pt x="103013" y="187140"/>
                  </a:lnTo>
                  <a:lnTo>
                    <a:pt x="103030" y="186393"/>
                  </a:lnTo>
                  <a:lnTo>
                    <a:pt x="103179" y="180142"/>
                  </a:lnTo>
                  <a:lnTo>
                    <a:pt x="103603" y="162408"/>
                  </a:lnTo>
                  <a:lnTo>
                    <a:pt x="103689" y="158824"/>
                  </a:lnTo>
                  <a:lnTo>
                    <a:pt x="104083" y="141415"/>
                  </a:lnTo>
                  <a:lnTo>
                    <a:pt x="77809" y="140692"/>
                  </a:lnTo>
                  <a:lnTo>
                    <a:pt x="74467" y="140586"/>
                  </a:lnTo>
                  <a:lnTo>
                    <a:pt x="72780" y="140532"/>
                  </a:lnTo>
                  <a:lnTo>
                    <a:pt x="50777" y="139765"/>
                  </a:lnTo>
                  <a:lnTo>
                    <a:pt x="34868" y="139164"/>
                  </a:lnTo>
                  <a:lnTo>
                    <a:pt x="24884" y="138757"/>
                  </a:lnTo>
                  <a:lnTo>
                    <a:pt x="0" y="13762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53629" y="2553851"/>
              <a:ext cx="83763" cy="177938"/>
            </a:xfrm>
            <a:custGeom>
              <a:avLst/>
              <a:pathLst>
                <a:path w="83763" h="177938">
                  <a:moveTo>
                    <a:pt x="8326" y="170965"/>
                  </a:moveTo>
                  <a:lnTo>
                    <a:pt x="8734" y="168654"/>
                  </a:lnTo>
                  <a:lnTo>
                    <a:pt x="7520" y="165195"/>
                  </a:lnTo>
                  <a:lnTo>
                    <a:pt x="8966" y="163808"/>
                  </a:lnTo>
                  <a:lnTo>
                    <a:pt x="10256" y="160832"/>
                  </a:lnTo>
                  <a:lnTo>
                    <a:pt x="8681" y="158678"/>
                  </a:lnTo>
                  <a:lnTo>
                    <a:pt x="8963" y="155677"/>
                  </a:lnTo>
                  <a:lnTo>
                    <a:pt x="6852" y="151866"/>
                  </a:lnTo>
                  <a:lnTo>
                    <a:pt x="6751" y="151374"/>
                  </a:lnTo>
                  <a:lnTo>
                    <a:pt x="6045" y="147933"/>
                  </a:lnTo>
                  <a:lnTo>
                    <a:pt x="5975" y="146754"/>
                  </a:lnTo>
                  <a:lnTo>
                    <a:pt x="5852" y="144707"/>
                  </a:lnTo>
                  <a:lnTo>
                    <a:pt x="5477" y="140949"/>
                  </a:lnTo>
                  <a:lnTo>
                    <a:pt x="4125" y="138540"/>
                  </a:lnTo>
                  <a:lnTo>
                    <a:pt x="2782" y="130095"/>
                  </a:lnTo>
                  <a:lnTo>
                    <a:pt x="1147" y="125167"/>
                  </a:lnTo>
                  <a:lnTo>
                    <a:pt x="2440" y="122542"/>
                  </a:lnTo>
                  <a:lnTo>
                    <a:pt x="2554" y="122309"/>
                  </a:lnTo>
                  <a:lnTo>
                    <a:pt x="2095" y="114811"/>
                  </a:lnTo>
                  <a:lnTo>
                    <a:pt x="3927" y="111442"/>
                  </a:lnTo>
                  <a:lnTo>
                    <a:pt x="4097" y="110475"/>
                  </a:lnTo>
                  <a:lnTo>
                    <a:pt x="4547" y="107904"/>
                  </a:lnTo>
                  <a:lnTo>
                    <a:pt x="3734" y="103730"/>
                  </a:lnTo>
                  <a:lnTo>
                    <a:pt x="4824" y="98127"/>
                  </a:lnTo>
                  <a:lnTo>
                    <a:pt x="3456" y="95709"/>
                  </a:lnTo>
                  <a:lnTo>
                    <a:pt x="4288" y="92479"/>
                  </a:lnTo>
                  <a:lnTo>
                    <a:pt x="4451" y="87722"/>
                  </a:lnTo>
                  <a:lnTo>
                    <a:pt x="2516" y="84537"/>
                  </a:lnTo>
                  <a:lnTo>
                    <a:pt x="1664" y="83134"/>
                  </a:lnTo>
                  <a:lnTo>
                    <a:pt x="644" y="79258"/>
                  </a:lnTo>
                  <a:lnTo>
                    <a:pt x="0" y="76405"/>
                  </a:lnTo>
                  <a:lnTo>
                    <a:pt x="1142" y="73728"/>
                  </a:lnTo>
                  <a:lnTo>
                    <a:pt x="3267" y="72060"/>
                  </a:lnTo>
                  <a:lnTo>
                    <a:pt x="6186" y="71006"/>
                  </a:lnTo>
                  <a:lnTo>
                    <a:pt x="7558" y="69784"/>
                  </a:lnTo>
                  <a:lnTo>
                    <a:pt x="8243" y="69174"/>
                  </a:lnTo>
                  <a:lnTo>
                    <a:pt x="8914" y="65705"/>
                  </a:lnTo>
                  <a:lnTo>
                    <a:pt x="9479" y="65236"/>
                  </a:lnTo>
                  <a:lnTo>
                    <a:pt x="12123" y="63036"/>
                  </a:lnTo>
                  <a:lnTo>
                    <a:pt x="12942" y="59455"/>
                  </a:lnTo>
                  <a:lnTo>
                    <a:pt x="15007" y="56418"/>
                  </a:lnTo>
                  <a:lnTo>
                    <a:pt x="13659" y="53754"/>
                  </a:lnTo>
                  <a:lnTo>
                    <a:pt x="14772" y="51174"/>
                  </a:lnTo>
                  <a:lnTo>
                    <a:pt x="13427" y="48354"/>
                  </a:lnTo>
                  <a:lnTo>
                    <a:pt x="11229" y="46583"/>
                  </a:lnTo>
                  <a:lnTo>
                    <a:pt x="7669" y="42286"/>
                  </a:lnTo>
                  <a:lnTo>
                    <a:pt x="8745" y="37888"/>
                  </a:lnTo>
                  <a:lnTo>
                    <a:pt x="9076" y="32564"/>
                  </a:lnTo>
                  <a:lnTo>
                    <a:pt x="9553" y="30249"/>
                  </a:lnTo>
                  <a:lnTo>
                    <a:pt x="6594" y="26945"/>
                  </a:lnTo>
                  <a:lnTo>
                    <a:pt x="7033" y="24208"/>
                  </a:lnTo>
                  <a:lnTo>
                    <a:pt x="5901" y="20762"/>
                  </a:lnTo>
                  <a:lnTo>
                    <a:pt x="7084" y="17603"/>
                  </a:lnTo>
                  <a:lnTo>
                    <a:pt x="6943" y="13421"/>
                  </a:lnTo>
                  <a:lnTo>
                    <a:pt x="6883" y="11539"/>
                  </a:lnTo>
                  <a:lnTo>
                    <a:pt x="4618" y="9581"/>
                  </a:lnTo>
                  <a:lnTo>
                    <a:pt x="7140" y="6500"/>
                  </a:lnTo>
                  <a:lnTo>
                    <a:pt x="9591" y="3351"/>
                  </a:lnTo>
                  <a:lnTo>
                    <a:pt x="11959" y="4782"/>
                  </a:lnTo>
                  <a:lnTo>
                    <a:pt x="15112" y="5444"/>
                  </a:lnTo>
                  <a:lnTo>
                    <a:pt x="16845" y="4650"/>
                  </a:lnTo>
                  <a:lnTo>
                    <a:pt x="17201" y="1804"/>
                  </a:lnTo>
                  <a:lnTo>
                    <a:pt x="17723" y="0"/>
                  </a:lnTo>
                  <a:lnTo>
                    <a:pt x="25657" y="18037"/>
                  </a:lnTo>
                  <a:lnTo>
                    <a:pt x="32437" y="33627"/>
                  </a:lnTo>
                  <a:lnTo>
                    <a:pt x="38291" y="47701"/>
                  </a:lnTo>
                  <a:lnTo>
                    <a:pt x="43200" y="59498"/>
                  </a:lnTo>
                  <a:lnTo>
                    <a:pt x="43619" y="60508"/>
                  </a:lnTo>
                  <a:lnTo>
                    <a:pt x="44264" y="62059"/>
                  </a:lnTo>
                  <a:lnTo>
                    <a:pt x="48262" y="71975"/>
                  </a:lnTo>
                  <a:lnTo>
                    <a:pt x="54372" y="87138"/>
                  </a:lnTo>
                  <a:lnTo>
                    <a:pt x="55510" y="89894"/>
                  </a:lnTo>
                  <a:lnTo>
                    <a:pt x="57771" y="95376"/>
                  </a:lnTo>
                  <a:lnTo>
                    <a:pt x="61051" y="103137"/>
                  </a:lnTo>
                  <a:lnTo>
                    <a:pt x="62093" y="104810"/>
                  </a:lnTo>
                  <a:lnTo>
                    <a:pt x="63148" y="106505"/>
                  </a:lnTo>
                  <a:lnTo>
                    <a:pt x="64348" y="111599"/>
                  </a:lnTo>
                  <a:lnTo>
                    <a:pt x="64832" y="115072"/>
                  </a:lnTo>
                  <a:lnTo>
                    <a:pt x="68531" y="117199"/>
                  </a:lnTo>
                  <a:lnTo>
                    <a:pt x="71921" y="119668"/>
                  </a:lnTo>
                  <a:lnTo>
                    <a:pt x="75621" y="121897"/>
                  </a:lnTo>
                  <a:lnTo>
                    <a:pt x="75954" y="124362"/>
                  </a:lnTo>
                  <a:lnTo>
                    <a:pt x="76931" y="127479"/>
                  </a:lnTo>
                  <a:lnTo>
                    <a:pt x="77425" y="127693"/>
                  </a:lnTo>
                  <a:lnTo>
                    <a:pt x="81074" y="129274"/>
                  </a:lnTo>
                  <a:lnTo>
                    <a:pt x="83763" y="129629"/>
                  </a:lnTo>
                  <a:lnTo>
                    <a:pt x="83466" y="133032"/>
                  </a:lnTo>
                  <a:lnTo>
                    <a:pt x="83009" y="135752"/>
                  </a:lnTo>
                  <a:lnTo>
                    <a:pt x="82707" y="139393"/>
                  </a:lnTo>
                  <a:lnTo>
                    <a:pt x="82760" y="139919"/>
                  </a:lnTo>
                  <a:lnTo>
                    <a:pt x="82912" y="141433"/>
                  </a:lnTo>
                  <a:lnTo>
                    <a:pt x="83053" y="142847"/>
                  </a:lnTo>
                  <a:lnTo>
                    <a:pt x="81065" y="143750"/>
                  </a:lnTo>
                  <a:lnTo>
                    <a:pt x="77921" y="143965"/>
                  </a:lnTo>
                  <a:lnTo>
                    <a:pt x="76732" y="145494"/>
                  </a:lnTo>
                  <a:lnTo>
                    <a:pt x="74174" y="147151"/>
                  </a:lnTo>
                  <a:lnTo>
                    <a:pt x="74035" y="149135"/>
                  </a:lnTo>
                  <a:lnTo>
                    <a:pt x="73911" y="150889"/>
                  </a:lnTo>
                  <a:lnTo>
                    <a:pt x="71548" y="151400"/>
                  </a:lnTo>
                  <a:lnTo>
                    <a:pt x="70038" y="151725"/>
                  </a:lnTo>
                  <a:lnTo>
                    <a:pt x="69013" y="153820"/>
                  </a:lnTo>
                  <a:lnTo>
                    <a:pt x="70351" y="156970"/>
                  </a:lnTo>
                  <a:lnTo>
                    <a:pt x="67637" y="158065"/>
                  </a:lnTo>
                  <a:lnTo>
                    <a:pt x="67201" y="158241"/>
                  </a:lnTo>
                  <a:lnTo>
                    <a:pt x="66391" y="161257"/>
                  </a:lnTo>
                  <a:lnTo>
                    <a:pt x="63881" y="162120"/>
                  </a:lnTo>
                  <a:lnTo>
                    <a:pt x="51474" y="166289"/>
                  </a:lnTo>
                  <a:lnTo>
                    <a:pt x="46690" y="167896"/>
                  </a:lnTo>
                  <a:lnTo>
                    <a:pt x="39994" y="170077"/>
                  </a:lnTo>
                  <a:lnTo>
                    <a:pt x="38668" y="170506"/>
                  </a:lnTo>
                  <a:lnTo>
                    <a:pt x="30691" y="173081"/>
                  </a:lnTo>
                  <a:lnTo>
                    <a:pt x="30101" y="173271"/>
                  </a:lnTo>
                  <a:lnTo>
                    <a:pt x="23147" y="175494"/>
                  </a:lnTo>
                  <a:lnTo>
                    <a:pt x="15443" y="177938"/>
                  </a:lnTo>
                  <a:lnTo>
                    <a:pt x="13902" y="176141"/>
                  </a:lnTo>
                  <a:lnTo>
                    <a:pt x="10313" y="1744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25821" y="3133106"/>
              <a:ext cx="53073" cy="116409"/>
            </a:xfrm>
            <a:custGeom>
              <a:avLst/>
              <a:pathLst>
                <a:path w="53073" h="116409">
                  <a:moveTo>
                    <a:pt x="3657" y="90348"/>
                  </a:moveTo>
                  <a:lnTo>
                    <a:pt x="4279" y="89267"/>
                  </a:lnTo>
                  <a:lnTo>
                    <a:pt x="4649" y="87166"/>
                  </a:lnTo>
                  <a:lnTo>
                    <a:pt x="5389" y="85461"/>
                  </a:lnTo>
                  <a:lnTo>
                    <a:pt x="5341" y="82881"/>
                  </a:lnTo>
                  <a:lnTo>
                    <a:pt x="6411" y="80704"/>
                  </a:lnTo>
                  <a:lnTo>
                    <a:pt x="6535" y="80525"/>
                  </a:lnTo>
                  <a:lnTo>
                    <a:pt x="8385" y="77831"/>
                  </a:lnTo>
                  <a:lnTo>
                    <a:pt x="10046" y="77173"/>
                  </a:lnTo>
                  <a:lnTo>
                    <a:pt x="11229" y="76487"/>
                  </a:lnTo>
                  <a:lnTo>
                    <a:pt x="12416" y="75798"/>
                  </a:lnTo>
                  <a:lnTo>
                    <a:pt x="12681" y="75444"/>
                  </a:lnTo>
                  <a:lnTo>
                    <a:pt x="13461" y="74400"/>
                  </a:lnTo>
                  <a:lnTo>
                    <a:pt x="14775" y="73367"/>
                  </a:lnTo>
                  <a:lnTo>
                    <a:pt x="15005" y="73187"/>
                  </a:lnTo>
                  <a:lnTo>
                    <a:pt x="14718" y="72320"/>
                  </a:lnTo>
                  <a:lnTo>
                    <a:pt x="14283" y="71005"/>
                  </a:lnTo>
                  <a:lnTo>
                    <a:pt x="14224" y="70829"/>
                  </a:lnTo>
                  <a:lnTo>
                    <a:pt x="14550" y="69790"/>
                  </a:lnTo>
                  <a:lnTo>
                    <a:pt x="16282" y="67855"/>
                  </a:lnTo>
                  <a:lnTo>
                    <a:pt x="18078" y="64991"/>
                  </a:lnTo>
                  <a:lnTo>
                    <a:pt x="18538" y="64383"/>
                  </a:lnTo>
                  <a:lnTo>
                    <a:pt x="19662" y="62894"/>
                  </a:lnTo>
                  <a:lnTo>
                    <a:pt x="21857" y="61486"/>
                  </a:lnTo>
                  <a:lnTo>
                    <a:pt x="22597" y="59112"/>
                  </a:lnTo>
                  <a:lnTo>
                    <a:pt x="24490" y="58236"/>
                  </a:lnTo>
                  <a:lnTo>
                    <a:pt x="25813" y="56546"/>
                  </a:lnTo>
                  <a:lnTo>
                    <a:pt x="24440" y="55394"/>
                  </a:lnTo>
                  <a:lnTo>
                    <a:pt x="23823" y="54875"/>
                  </a:lnTo>
                  <a:lnTo>
                    <a:pt x="21023" y="53590"/>
                  </a:lnTo>
                  <a:lnTo>
                    <a:pt x="19387" y="52275"/>
                  </a:lnTo>
                  <a:lnTo>
                    <a:pt x="17226" y="51009"/>
                  </a:lnTo>
                  <a:lnTo>
                    <a:pt x="16026" y="50152"/>
                  </a:lnTo>
                  <a:lnTo>
                    <a:pt x="15161" y="49533"/>
                  </a:lnTo>
                  <a:lnTo>
                    <a:pt x="13749" y="47808"/>
                  </a:lnTo>
                  <a:lnTo>
                    <a:pt x="11781" y="48246"/>
                  </a:lnTo>
                  <a:lnTo>
                    <a:pt x="10517" y="48002"/>
                  </a:lnTo>
                  <a:lnTo>
                    <a:pt x="9472" y="46332"/>
                  </a:lnTo>
                  <a:lnTo>
                    <a:pt x="9397" y="45013"/>
                  </a:lnTo>
                  <a:lnTo>
                    <a:pt x="7902" y="42062"/>
                  </a:lnTo>
                  <a:lnTo>
                    <a:pt x="5502" y="41419"/>
                  </a:lnTo>
                  <a:lnTo>
                    <a:pt x="3857" y="42264"/>
                  </a:lnTo>
                  <a:lnTo>
                    <a:pt x="3484" y="41194"/>
                  </a:lnTo>
                  <a:lnTo>
                    <a:pt x="3221" y="40436"/>
                  </a:lnTo>
                  <a:lnTo>
                    <a:pt x="2757" y="39102"/>
                  </a:lnTo>
                  <a:lnTo>
                    <a:pt x="1623" y="35474"/>
                  </a:lnTo>
                  <a:lnTo>
                    <a:pt x="1475" y="33046"/>
                  </a:lnTo>
                  <a:lnTo>
                    <a:pt x="3484" y="31033"/>
                  </a:lnTo>
                  <a:lnTo>
                    <a:pt x="3280" y="28123"/>
                  </a:lnTo>
                  <a:lnTo>
                    <a:pt x="3651" y="26136"/>
                  </a:lnTo>
                  <a:lnTo>
                    <a:pt x="1965" y="24572"/>
                  </a:lnTo>
                  <a:lnTo>
                    <a:pt x="546" y="23045"/>
                  </a:lnTo>
                  <a:lnTo>
                    <a:pt x="0" y="22457"/>
                  </a:lnTo>
                  <a:lnTo>
                    <a:pt x="1616" y="19974"/>
                  </a:lnTo>
                  <a:lnTo>
                    <a:pt x="2919" y="17376"/>
                  </a:lnTo>
                  <a:lnTo>
                    <a:pt x="3258" y="15637"/>
                  </a:lnTo>
                  <a:lnTo>
                    <a:pt x="3397" y="14927"/>
                  </a:lnTo>
                  <a:lnTo>
                    <a:pt x="3444" y="14686"/>
                  </a:lnTo>
                  <a:lnTo>
                    <a:pt x="5367" y="11750"/>
                  </a:lnTo>
                  <a:lnTo>
                    <a:pt x="5558" y="9157"/>
                  </a:lnTo>
                  <a:lnTo>
                    <a:pt x="5646" y="7963"/>
                  </a:lnTo>
                  <a:lnTo>
                    <a:pt x="6446" y="4197"/>
                  </a:lnTo>
                  <a:lnTo>
                    <a:pt x="7712" y="1522"/>
                  </a:lnTo>
                  <a:lnTo>
                    <a:pt x="9703" y="0"/>
                  </a:lnTo>
                  <a:lnTo>
                    <a:pt x="19377" y="2456"/>
                  </a:lnTo>
                  <a:lnTo>
                    <a:pt x="23106" y="3495"/>
                  </a:lnTo>
                  <a:lnTo>
                    <a:pt x="25786" y="4238"/>
                  </a:lnTo>
                  <a:lnTo>
                    <a:pt x="28525" y="4863"/>
                  </a:lnTo>
                  <a:lnTo>
                    <a:pt x="29450" y="5066"/>
                  </a:lnTo>
                  <a:lnTo>
                    <a:pt x="36358" y="6576"/>
                  </a:lnTo>
                  <a:lnTo>
                    <a:pt x="42295" y="7780"/>
                  </a:lnTo>
                  <a:lnTo>
                    <a:pt x="42508" y="10063"/>
                  </a:lnTo>
                  <a:lnTo>
                    <a:pt x="42537" y="11750"/>
                  </a:lnTo>
                  <a:lnTo>
                    <a:pt x="42568" y="13590"/>
                  </a:lnTo>
                  <a:lnTo>
                    <a:pt x="42575" y="13998"/>
                  </a:lnTo>
                  <a:lnTo>
                    <a:pt x="42519" y="14659"/>
                  </a:lnTo>
                  <a:lnTo>
                    <a:pt x="42453" y="15441"/>
                  </a:lnTo>
                  <a:lnTo>
                    <a:pt x="42355" y="16605"/>
                  </a:lnTo>
                  <a:lnTo>
                    <a:pt x="42333" y="16860"/>
                  </a:lnTo>
                  <a:lnTo>
                    <a:pt x="42290" y="17100"/>
                  </a:lnTo>
                  <a:lnTo>
                    <a:pt x="42104" y="18128"/>
                  </a:lnTo>
                  <a:lnTo>
                    <a:pt x="41696" y="20373"/>
                  </a:lnTo>
                  <a:lnTo>
                    <a:pt x="41663" y="20965"/>
                  </a:lnTo>
                  <a:lnTo>
                    <a:pt x="41606" y="21996"/>
                  </a:lnTo>
                  <a:lnTo>
                    <a:pt x="41503" y="23842"/>
                  </a:lnTo>
                  <a:lnTo>
                    <a:pt x="41092" y="25012"/>
                  </a:lnTo>
                  <a:lnTo>
                    <a:pt x="41024" y="25206"/>
                  </a:lnTo>
                  <a:lnTo>
                    <a:pt x="40706" y="26107"/>
                  </a:lnTo>
                  <a:lnTo>
                    <a:pt x="38260" y="27202"/>
                  </a:lnTo>
                  <a:lnTo>
                    <a:pt x="37910" y="27358"/>
                  </a:lnTo>
                  <a:lnTo>
                    <a:pt x="37027" y="28390"/>
                  </a:lnTo>
                  <a:lnTo>
                    <a:pt x="37528" y="30190"/>
                  </a:lnTo>
                  <a:lnTo>
                    <a:pt x="37564" y="31930"/>
                  </a:lnTo>
                  <a:lnTo>
                    <a:pt x="36641" y="32931"/>
                  </a:lnTo>
                  <a:lnTo>
                    <a:pt x="36860" y="35051"/>
                  </a:lnTo>
                  <a:lnTo>
                    <a:pt x="37357" y="36827"/>
                  </a:lnTo>
                  <a:lnTo>
                    <a:pt x="38874" y="37152"/>
                  </a:lnTo>
                  <a:lnTo>
                    <a:pt x="39627" y="37312"/>
                  </a:lnTo>
                  <a:lnTo>
                    <a:pt x="41226" y="36432"/>
                  </a:lnTo>
                  <a:lnTo>
                    <a:pt x="42967" y="36050"/>
                  </a:lnTo>
                  <a:lnTo>
                    <a:pt x="45414" y="36519"/>
                  </a:lnTo>
                  <a:lnTo>
                    <a:pt x="45643" y="33749"/>
                  </a:lnTo>
                  <a:lnTo>
                    <a:pt x="46303" y="33250"/>
                  </a:lnTo>
                  <a:lnTo>
                    <a:pt x="48015" y="36189"/>
                  </a:lnTo>
                  <a:lnTo>
                    <a:pt x="49084" y="38947"/>
                  </a:lnTo>
                  <a:lnTo>
                    <a:pt x="49720" y="42266"/>
                  </a:lnTo>
                  <a:lnTo>
                    <a:pt x="50031" y="46476"/>
                  </a:lnTo>
                  <a:lnTo>
                    <a:pt x="50297" y="50133"/>
                  </a:lnTo>
                  <a:lnTo>
                    <a:pt x="50422" y="51132"/>
                  </a:lnTo>
                  <a:lnTo>
                    <a:pt x="51182" y="57229"/>
                  </a:lnTo>
                  <a:lnTo>
                    <a:pt x="51703" y="60562"/>
                  </a:lnTo>
                  <a:lnTo>
                    <a:pt x="52814" y="65903"/>
                  </a:lnTo>
                  <a:lnTo>
                    <a:pt x="52850" y="66206"/>
                  </a:lnTo>
                  <a:lnTo>
                    <a:pt x="53073" y="68070"/>
                  </a:lnTo>
                  <a:lnTo>
                    <a:pt x="51809" y="75222"/>
                  </a:lnTo>
                  <a:lnTo>
                    <a:pt x="49945" y="81864"/>
                  </a:lnTo>
                  <a:lnTo>
                    <a:pt x="49991" y="83179"/>
                  </a:lnTo>
                  <a:lnTo>
                    <a:pt x="50009" y="83705"/>
                  </a:lnTo>
                  <a:lnTo>
                    <a:pt x="48786" y="87668"/>
                  </a:lnTo>
                  <a:lnTo>
                    <a:pt x="47756" y="90117"/>
                  </a:lnTo>
                  <a:lnTo>
                    <a:pt x="44571" y="93562"/>
                  </a:lnTo>
                  <a:lnTo>
                    <a:pt x="44094" y="94423"/>
                  </a:lnTo>
                  <a:lnTo>
                    <a:pt x="43083" y="96247"/>
                  </a:lnTo>
                  <a:lnTo>
                    <a:pt x="41585" y="99744"/>
                  </a:lnTo>
                  <a:lnTo>
                    <a:pt x="41154" y="101533"/>
                  </a:lnTo>
                  <a:lnTo>
                    <a:pt x="40467" y="104827"/>
                  </a:lnTo>
                  <a:lnTo>
                    <a:pt x="41000" y="105520"/>
                  </a:lnTo>
                  <a:lnTo>
                    <a:pt x="39520" y="110083"/>
                  </a:lnTo>
                  <a:lnTo>
                    <a:pt x="38997" y="112151"/>
                  </a:lnTo>
                  <a:lnTo>
                    <a:pt x="37616" y="114922"/>
                  </a:lnTo>
                  <a:lnTo>
                    <a:pt x="35324" y="116258"/>
                  </a:lnTo>
                  <a:lnTo>
                    <a:pt x="34059" y="116409"/>
                  </a:lnTo>
                  <a:lnTo>
                    <a:pt x="33555" y="113098"/>
                  </a:lnTo>
                  <a:lnTo>
                    <a:pt x="34208" y="108482"/>
                  </a:lnTo>
                  <a:lnTo>
                    <a:pt x="34066" y="105652"/>
                  </a:lnTo>
                  <a:lnTo>
                    <a:pt x="32954" y="104403"/>
                  </a:lnTo>
                  <a:lnTo>
                    <a:pt x="32577" y="104433"/>
                  </a:lnTo>
                  <a:lnTo>
                    <a:pt x="29445" y="104682"/>
                  </a:lnTo>
                  <a:lnTo>
                    <a:pt x="27330" y="104125"/>
                  </a:lnTo>
                  <a:lnTo>
                    <a:pt x="25893" y="104805"/>
                  </a:lnTo>
                  <a:lnTo>
                    <a:pt x="24662" y="106671"/>
                  </a:lnTo>
                  <a:lnTo>
                    <a:pt x="23046" y="105099"/>
                  </a:lnTo>
                  <a:lnTo>
                    <a:pt x="20877" y="103727"/>
                  </a:lnTo>
                  <a:lnTo>
                    <a:pt x="19438" y="103006"/>
                  </a:lnTo>
                  <a:lnTo>
                    <a:pt x="17900" y="103155"/>
                  </a:lnTo>
                  <a:lnTo>
                    <a:pt x="15889" y="101727"/>
                  </a:lnTo>
                  <a:lnTo>
                    <a:pt x="14662" y="101326"/>
                  </a:lnTo>
                  <a:lnTo>
                    <a:pt x="12687" y="100324"/>
                  </a:lnTo>
                  <a:lnTo>
                    <a:pt x="11931" y="100078"/>
                  </a:lnTo>
                  <a:lnTo>
                    <a:pt x="10856" y="99729"/>
                  </a:lnTo>
                  <a:lnTo>
                    <a:pt x="9555" y="98263"/>
                  </a:lnTo>
                  <a:lnTo>
                    <a:pt x="6747" y="98030"/>
                  </a:lnTo>
                  <a:lnTo>
                    <a:pt x="6537" y="96178"/>
                  </a:lnTo>
                  <a:lnTo>
                    <a:pt x="6051" y="94432"/>
                  </a:lnTo>
                  <a:lnTo>
                    <a:pt x="6003" y="92266"/>
                  </a:lnTo>
                  <a:lnTo>
                    <a:pt x="4658" y="9176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919905" y="3892061"/>
              <a:ext cx="730808" cy="775578"/>
            </a:xfrm>
            <a:custGeom>
              <a:avLst/>
              <a:pathLst>
                <a:path w="730808" h="775578">
                  <a:moveTo>
                    <a:pt x="5864" y="703244"/>
                  </a:moveTo>
                  <a:lnTo>
                    <a:pt x="9563" y="664454"/>
                  </a:lnTo>
                  <a:lnTo>
                    <a:pt x="13945" y="618263"/>
                  </a:lnTo>
                  <a:lnTo>
                    <a:pt x="18445" y="570823"/>
                  </a:lnTo>
                  <a:lnTo>
                    <a:pt x="23919" y="512590"/>
                  </a:lnTo>
                  <a:lnTo>
                    <a:pt x="26482" y="485461"/>
                  </a:lnTo>
                  <a:lnTo>
                    <a:pt x="31286" y="435797"/>
                  </a:lnTo>
                  <a:lnTo>
                    <a:pt x="32566" y="422603"/>
                  </a:lnTo>
                  <a:lnTo>
                    <a:pt x="40998" y="335101"/>
                  </a:lnTo>
                  <a:lnTo>
                    <a:pt x="41746" y="327409"/>
                  </a:lnTo>
                  <a:lnTo>
                    <a:pt x="46764" y="275954"/>
                  </a:lnTo>
                  <a:lnTo>
                    <a:pt x="49547" y="246776"/>
                  </a:lnTo>
                  <a:lnTo>
                    <a:pt x="51983" y="221326"/>
                  </a:lnTo>
                  <a:lnTo>
                    <a:pt x="55360" y="187423"/>
                  </a:lnTo>
                  <a:lnTo>
                    <a:pt x="58924" y="151495"/>
                  </a:lnTo>
                  <a:lnTo>
                    <a:pt x="60582" y="134866"/>
                  </a:lnTo>
                  <a:lnTo>
                    <a:pt x="62126" y="119395"/>
                  </a:lnTo>
                  <a:lnTo>
                    <a:pt x="72358" y="16853"/>
                  </a:lnTo>
                  <a:lnTo>
                    <a:pt x="74068" y="0"/>
                  </a:lnTo>
                  <a:lnTo>
                    <a:pt x="120092" y="4843"/>
                  </a:lnTo>
                  <a:lnTo>
                    <a:pt x="146211" y="7465"/>
                  </a:lnTo>
                  <a:lnTo>
                    <a:pt x="187270" y="11431"/>
                  </a:lnTo>
                  <a:lnTo>
                    <a:pt x="243557" y="16645"/>
                  </a:lnTo>
                  <a:lnTo>
                    <a:pt x="250158" y="17233"/>
                  </a:lnTo>
                  <a:lnTo>
                    <a:pt x="309176" y="22260"/>
                  </a:lnTo>
                  <a:lnTo>
                    <a:pt x="309911" y="23373"/>
                  </a:lnTo>
                  <a:lnTo>
                    <a:pt x="352679" y="26600"/>
                  </a:lnTo>
                  <a:lnTo>
                    <a:pt x="367147" y="27646"/>
                  </a:lnTo>
                  <a:lnTo>
                    <a:pt x="403768" y="30190"/>
                  </a:lnTo>
                  <a:lnTo>
                    <a:pt x="404730" y="30254"/>
                  </a:lnTo>
                  <a:lnTo>
                    <a:pt x="435070" y="32318"/>
                  </a:lnTo>
                  <a:lnTo>
                    <a:pt x="435287" y="32333"/>
                  </a:lnTo>
                  <a:lnTo>
                    <a:pt x="455140" y="33663"/>
                  </a:lnTo>
                  <a:lnTo>
                    <a:pt x="467607" y="34480"/>
                  </a:lnTo>
                  <a:lnTo>
                    <a:pt x="485882" y="35678"/>
                  </a:lnTo>
                  <a:lnTo>
                    <a:pt x="489232" y="35893"/>
                  </a:lnTo>
                  <a:lnTo>
                    <a:pt x="496353" y="36346"/>
                  </a:lnTo>
                  <a:lnTo>
                    <a:pt x="500079" y="36581"/>
                  </a:lnTo>
                  <a:lnTo>
                    <a:pt x="542373" y="39337"/>
                  </a:lnTo>
                  <a:lnTo>
                    <a:pt x="585178" y="41641"/>
                  </a:lnTo>
                  <a:lnTo>
                    <a:pt x="621235" y="43102"/>
                  </a:lnTo>
                  <a:lnTo>
                    <a:pt x="651155" y="44207"/>
                  </a:lnTo>
                  <a:lnTo>
                    <a:pt x="721665" y="46821"/>
                  </a:lnTo>
                  <a:lnTo>
                    <a:pt x="730808" y="47120"/>
                  </a:lnTo>
                  <a:lnTo>
                    <a:pt x="730426" y="59418"/>
                  </a:lnTo>
                  <a:lnTo>
                    <a:pt x="729313" y="91250"/>
                  </a:lnTo>
                  <a:lnTo>
                    <a:pt x="729024" y="101093"/>
                  </a:lnTo>
                  <a:lnTo>
                    <a:pt x="728539" y="114986"/>
                  </a:lnTo>
                  <a:lnTo>
                    <a:pt x="724207" y="114825"/>
                  </a:lnTo>
                  <a:lnTo>
                    <a:pt x="722319" y="175276"/>
                  </a:lnTo>
                  <a:lnTo>
                    <a:pt x="720843" y="218139"/>
                  </a:lnTo>
                  <a:lnTo>
                    <a:pt x="720298" y="234010"/>
                  </a:lnTo>
                  <a:lnTo>
                    <a:pt x="718223" y="293619"/>
                  </a:lnTo>
                  <a:lnTo>
                    <a:pt x="718043" y="298831"/>
                  </a:lnTo>
                  <a:lnTo>
                    <a:pt x="717195" y="324686"/>
                  </a:lnTo>
                  <a:lnTo>
                    <a:pt x="716279" y="352733"/>
                  </a:lnTo>
                  <a:lnTo>
                    <a:pt x="715683" y="370034"/>
                  </a:lnTo>
                  <a:lnTo>
                    <a:pt x="714530" y="402605"/>
                  </a:lnTo>
                  <a:lnTo>
                    <a:pt x="714248" y="411662"/>
                  </a:lnTo>
                  <a:lnTo>
                    <a:pt x="714206" y="413032"/>
                  </a:lnTo>
                  <a:lnTo>
                    <a:pt x="713267" y="443301"/>
                  </a:lnTo>
                  <a:lnTo>
                    <a:pt x="711723" y="477808"/>
                  </a:lnTo>
                  <a:lnTo>
                    <a:pt x="710021" y="512219"/>
                  </a:lnTo>
                  <a:lnTo>
                    <a:pt x="708788" y="536883"/>
                  </a:lnTo>
                  <a:lnTo>
                    <a:pt x="707644" y="559788"/>
                  </a:lnTo>
                  <a:lnTo>
                    <a:pt x="706135" y="595004"/>
                  </a:lnTo>
                  <a:lnTo>
                    <a:pt x="705500" y="609859"/>
                  </a:lnTo>
                  <a:lnTo>
                    <a:pt x="704980" y="626434"/>
                  </a:lnTo>
                  <a:lnTo>
                    <a:pt x="704392" y="645248"/>
                  </a:lnTo>
                  <a:lnTo>
                    <a:pt x="704118" y="654154"/>
                  </a:lnTo>
                  <a:lnTo>
                    <a:pt x="702541" y="705205"/>
                  </a:lnTo>
                  <a:lnTo>
                    <a:pt x="702295" y="713047"/>
                  </a:lnTo>
                  <a:lnTo>
                    <a:pt x="701928" y="724756"/>
                  </a:lnTo>
                  <a:lnTo>
                    <a:pt x="671483" y="723643"/>
                  </a:lnTo>
                  <a:lnTo>
                    <a:pt x="625445" y="721780"/>
                  </a:lnTo>
                  <a:lnTo>
                    <a:pt x="595563" y="720457"/>
                  </a:lnTo>
                  <a:lnTo>
                    <a:pt x="590419" y="720220"/>
                  </a:lnTo>
                  <a:lnTo>
                    <a:pt x="518566" y="716532"/>
                  </a:lnTo>
                  <a:lnTo>
                    <a:pt x="494868" y="715218"/>
                  </a:lnTo>
                  <a:lnTo>
                    <a:pt x="486674" y="714750"/>
                  </a:lnTo>
                  <a:lnTo>
                    <a:pt x="459336" y="713142"/>
                  </a:lnTo>
                  <a:lnTo>
                    <a:pt x="390167" y="708511"/>
                  </a:lnTo>
                  <a:lnTo>
                    <a:pt x="361479" y="706576"/>
                  </a:lnTo>
                  <a:lnTo>
                    <a:pt x="337981" y="704928"/>
                  </a:lnTo>
                  <a:lnTo>
                    <a:pt x="317526" y="703501"/>
                  </a:lnTo>
                  <a:lnTo>
                    <a:pt x="301671" y="702365"/>
                  </a:lnTo>
                  <a:lnTo>
                    <a:pt x="289563" y="701480"/>
                  </a:lnTo>
                  <a:lnTo>
                    <a:pt x="287947" y="705327"/>
                  </a:lnTo>
                  <a:lnTo>
                    <a:pt x="288196" y="713119"/>
                  </a:lnTo>
                  <a:lnTo>
                    <a:pt x="286365" y="718753"/>
                  </a:lnTo>
                  <a:lnTo>
                    <a:pt x="292169" y="727024"/>
                  </a:lnTo>
                  <a:lnTo>
                    <a:pt x="298058" y="731652"/>
                  </a:lnTo>
                  <a:lnTo>
                    <a:pt x="297659" y="731518"/>
                  </a:lnTo>
                  <a:lnTo>
                    <a:pt x="244031" y="727316"/>
                  </a:lnTo>
                  <a:lnTo>
                    <a:pt x="208833" y="724390"/>
                  </a:lnTo>
                  <a:lnTo>
                    <a:pt x="194275" y="723142"/>
                  </a:lnTo>
                  <a:lnTo>
                    <a:pt x="103103" y="714819"/>
                  </a:lnTo>
                  <a:lnTo>
                    <a:pt x="99879" y="753130"/>
                  </a:lnTo>
                  <a:lnTo>
                    <a:pt x="98009" y="775578"/>
                  </a:lnTo>
                  <a:lnTo>
                    <a:pt x="39869" y="769869"/>
                  </a:lnTo>
                  <a:lnTo>
                    <a:pt x="22000" y="768156"/>
                  </a:lnTo>
                  <a:lnTo>
                    <a:pt x="0" y="76583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025213" y="3172352"/>
              <a:ext cx="551476" cy="854206"/>
            </a:xfrm>
            <a:custGeom>
              <a:avLst/>
              <a:pathLst>
                <a:path w="551476" h="854206">
                  <a:moveTo>
                    <a:pt x="7613" y="288938"/>
                  </a:moveTo>
                  <a:lnTo>
                    <a:pt x="10985" y="275092"/>
                  </a:lnTo>
                  <a:lnTo>
                    <a:pt x="13448" y="264990"/>
                  </a:lnTo>
                  <a:lnTo>
                    <a:pt x="18217" y="245208"/>
                  </a:lnTo>
                  <a:lnTo>
                    <a:pt x="24316" y="219981"/>
                  </a:lnTo>
                  <a:lnTo>
                    <a:pt x="28659" y="201654"/>
                  </a:lnTo>
                  <a:lnTo>
                    <a:pt x="33685" y="180636"/>
                  </a:lnTo>
                  <a:lnTo>
                    <a:pt x="43763" y="137459"/>
                  </a:lnTo>
                  <a:lnTo>
                    <a:pt x="47335" y="121785"/>
                  </a:lnTo>
                  <a:lnTo>
                    <a:pt x="55450" y="87445"/>
                  </a:lnTo>
                  <a:lnTo>
                    <a:pt x="66797" y="40559"/>
                  </a:lnTo>
                  <a:lnTo>
                    <a:pt x="73359" y="12905"/>
                  </a:lnTo>
                  <a:lnTo>
                    <a:pt x="76478" y="0"/>
                  </a:lnTo>
                  <a:lnTo>
                    <a:pt x="98114" y="5207"/>
                  </a:lnTo>
                  <a:lnTo>
                    <a:pt x="126961" y="12546"/>
                  </a:lnTo>
                  <a:lnTo>
                    <a:pt x="129799" y="13261"/>
                  </a:lnTo>
                  <a:lnTo>
                    <a:pt x="138954" y="15556"/>
                  </a:lnTo>
                  <a:lnTo>
                    <a:pt x="155381" y="19425"/>
                  </a:lnTo>
                  <a:lnTo>
                    <a:pt x="173197" y="23772"/>
                  </a:lnTo>
                  <a:lnTo>
                    <a:pt x="195066" y="28568"/>
                  </a:lnTo>
                  <a:lnTo>
                    <a:pt x="219225" y="33944"/>
                  </a:lnTo>
                  <a:lnTo>
                    <a:pt x="244987" y="39605"/>
                  </a:lnTo>
                  <a:lnTo>
                    <a:pt x="264859" y="43999"/>
                  </a:lnTo>
                  <a:lnTo>
                    <a:pt x="282404" y="47744"/>
                  </a:lnTo>
                  <a:lnTo>
                    <a:pt x="298828" y="51168"/>
                  </a:lnTo>
                  <a:lnTo>
                    <a:pt x="312498" y="54142"/>
                  </a:lnTo>
                  <a:lnTo>
                    <a:pt x="313134" y="54283"/>
                  </a:lnTo>
                  <a:lnTo>
                    <a:pt x="344383" y="61115"/>
                  </a:lnTo>
                  <a:lnTo>
                    <a:pt x="367804" y="65934"/>
                  </a:lnTo>
                  <a:lnTo>
                    <a:pt x="404793" y="73403"/>
                  </a:lnTo>
                  <a:lnTo>
                    <a:pt x="424365" y="77161"/>
                  </a:lnTo>
                  <a:lnTo>
                    <a:pt x="449344" y="82109"/>
                  </a:lnTo>
                  <a:lnTo>
                    <a:pt x="471511" y="86000"/>
                  </a:lnTo>
                  <a:lnTo>
                    <a:pt x="482683" y="87931"/>
                  </a:lnTo>
                  <a:lnTo>
                    <a:pt x="506745" y="92938"/>
                  </a:lnTo>
                  <a:lnTo>
                    <a:pt x="532175" y="97521"/>
                  </a:lnTo>
                  <a:lnTo>
                    <a:pt x="551476" y="100961"/>
                  </a:lnTo>
                  <a:lnTo>
                    <a:pt x="547238" y="127155"/>
                  </a:lnTo>
                  <a:lnTo>
                    <a:pt x="542439" y="155734"/>
                  </a:lnTo>
                  <a:lnTo>
                    <a:pt x="537188" y="186685"/>
                  </a:lnTo>
                  <a:lnTo>
                    <a:pt x="533373" y="209345"/>
                  </a:lnTo>
                  <a:lnTo>
                    <a:pt x="528330" y="239166"/>
                  </a:lnTo>
                  <a:lnTo>
                    <a:pt x="524020" y="264275"/>
                  </a:lnTo>
                  <a:lnTo>
                    <a:pt x="522223" y="274899"/>
                  </a:lnTo>
                  <a:lnTo>
                    <a:pt x="517178" y="305585"/>
                  </a:lnTo>
                  <a:lnTo>
                    <a:pt x="516837" y="307661"/>
                  </a:lnTo>
                  <a:lnTo>
                    <a:pt x="513348" y="328566"/>
                  </a:lnTo>
                  <a:lnTo>
                    <a:pt x="511316" y="340767"/>
                  </a:lnTo>
                  <a:lnTo>
                    <a:pt x="506910" y="368195"/>
                  </a:lnTo>
                  <a:lnTo>
                    <a:pt x="506161" y="372865"/>
                  </a:lnTo>
                  <a:lnTo>
                    <a:pt x="497280" y="426756"/>
                  </a:lnTo>
                  <a:lnTo>
                    <a:pt x="495144" y="440601"/>
                  </a:lnTo>
                  <a:lnTo>
                    <a:pt x="491504" y="462536"/>
                  </a:lnTo>
                  <a:lnTo>
                    <a:pt x="489619" y="473914"/>
                  </a:lnTo>
                  <a:lnTo>
                    <a:pt x="486688" y="492276"/>
                  </a:lnTo>
                  <a:lnTo>
                    <a:pt x="483999" y="509131"/>
                  </a:lnTo>
                  <a:lnTo>
                    <a:pt x="482260" y="520186"/>
                  </a:lnTo>
                  <a:lnTo>
                    <a:pt x="477657" y="549327"/>
                  </a:lnTo>
                  <a:lnTo>
                    <a:pt x="475144" y="564056"/>
                  </a:lnTo>
                  <a:lnTo>
                    <a:pt x="472648" y="579442"/>
                  </a:lnTo>
                  <a:lnTo>
                    <a:pt x="470690" y="591732"/>
                  </a:lnTo>
                  <a:lnTo>
                    <a:pt x="467195" y="614364"/>
                  </a:lnTo>
                  <a:lnTo>
                    <a:pt x="463863" y="635742"/>
                  </a:lnTo>
                  <a:lnTo>
                    <a:pt x="462461" y="645356"/>
                  </a:lnTo>
                  <a:lnTo>
                    <a:pt x="459823" y="662504"/>
                  </a:lnTo>
                  <a:lnTo>
                    <a:pt x="455824" y="688573"/>
                  </a:lnTo>
                  <a:lnTo>
                    <a:pt x="451284" y="718953"/>
                  </a:lnTo>
                  <a:lnTo>
                    <a:pt x="450272" y="725122"/>
                  </a:lnTo>
                  <a:lnTo>
                    <a:pt x="449134" y="733295"/>
                  </a:lnTo>
                  <a:lnTo>
                    <a:pt x="443261" y="740397"/>
                  </a:lnTo>
                  <a:lnTo>
                    <a:pt x="438739" y="747288"/>
                  </a:lnTo>
                  <a:lnTo>
                    <a:pt x="437067" y="750202"/>
                  </a:lnTo>
                  <a:lnTo>
                    <a:pt x="431471" y="750246"/>
                  </a:lnTo>
                  <a:lnTo>
                    <a:pt x="426810" y="747197"/>
                  </a:lnTo>
                  <a:lnTo>
                    <a:pt x="423285" y="743526"/>
                  </a:lnTo>
                  <a:lnTo>
                    <a:pt x="422197" y="738312"/>
                  </a:lnTo>
                  <a:lnTo>
                    <a:pt x="419745" y="733961"/>
                  </a:lnTo>
                  <a:lnTo>
                    <a:pt x="415859" y="732990"/>
                  </a:lnTo>
                  <a:lnTo>
                    <a:pt x="412745" y="734614"/>
                  </a:lnTo>
                  <a:lnTo>
                    <a:pt x="409432" y="733701"/>
                  </a:lnTo>
                  <a:lnTo>
                    <a:pt x="407642" y="730974"/>
                  </a:lnTo>
                  <a:lnTo>
                    <a:pt x="402368" y="729976"/>
                  </a:lnTo>
                  <a:lnTo>
                    <a:pt x="397292" y="730268"/>
                  </a:lnTo>
                  <a:lnTo>
                    <a:pt x="393487" y="732246"/>
                  </a:lnTo>
                  <a:lnTo>
                    <a:pt x="387156" y="732577"/>
                  </a:lnTo>
                  <a:lnTo>
                    <a:pt x="385930" y="736148"/>
                  </a:lnTo>
                  <a:lnTo>
                    <a:pt x="385853" y="736650"/>
                  </a:lnTo>
                  <a:lnTo>
                    <a:pt x="384913" y="742752"/>
                  </a:lnTo>
                  <a:lnTo>
                    <a:pt x="384771" y="750124"/>
                  </a:lnTo>
                  <a:lnTo>
                    <a:pt x="386745" y="755194"/>
                  </a:lnTo>
                  <a:lnTo>
                    <a:pt x="388792" y="759665"/>
                  </a:lnTo>
                  <a:lnTo>
                    <a:pt x="384915" y="764634"/>
                  </a:lnTo>
                  <a:lnTo>
                    <a:pt x="384063" y="773541"/>
                  </a:lnTo>
                  <a:lnTo>
                    <a:pt x="383323" y="782622"/>
                  </a:lnTo>
                  <a:lnTo>
                    <a:pt x="385791" y="787605"/>
                  </a:lnTo>
                  <a:lnTo>
                    <a:pt x="385169" y="790047"/>
                  </a:lnTo>
                  <a:lnTo>
                    <a:pt x="383434" y="796850"/>
                  </a:lnTo>
                  <a:lnTo>
                    <a:pt x="382008" y="804992"/>
                  </a:lnTo>
                  <a:lnTo>
                    <a:pt x="384620" y="809929"/>
                  </a:lnTo>
                  <a:lnTo>
                    <a:pt x="385624" y="826569"/>
                  </a:lnTo>
                  <a:lnTo>
                    <a:pt x="384774" y="840254"/>
                  </a:lnTo>
                  <a:lnTo>
                    <a:pt x="382128" y="841767"/>
                  </a:lnTo>
                  <a:lnTo>
                    <a:pt x="380291" y="841380"/>
                  </a:lnTo>
                  <a:lnTo>
                    <a:pt x="378917" y="847086"/>
                  </a:lnTo>
                  <a:lnTo>
                    <a:pt x="377022" y="854206"/>
                  </a:lnTo>
                  <a:lnTo>
                    <a:pt x="364234" y="836521"/>
                  </a:lnTo>
                  <a:lnTo>
                    <a:pt x="353498" y="821667"/>
                  </a:lnTo>
                  <a:lnTo>
                    <a:pt x="346388" y="811782"/>
                  </a:lnTo>
                  <a:lnTo>
                    <a:pt x="337754" y="799891"/>
                  </a:lnTo>
                  <a:lnTo>
                    <a:pt x="327130" y="785153"/>
                  </a:lnTo>
                  <a:lnTo>
                    <a:pt x="319694" y="774872"/>
                  </a:lnTo>
                  <a:lnTo>
                    <a:pt x="301830" y="749977"/>
                  </a:lnTo>
                  <a:lnTo>
                    <a:pt x="287354" y="729936"/>
                  </a:lnTo>
                  <a:lnTo>
                    <a:pt x="283943" y="725190"/>
                  </a:lnTo>
                  <a:lnTo>
                    <a:pt x="269392" y="704857"/>
                  </a:lnTo>
                  <a:lnTo>
                    <a:pt x="249027" y="676465"/>
                  </a:lnTo>
                  <a:lnTo>
                    <a:pt x="240976" y="665118"/>
                  </a:lnTo>
                  <a:lnTo>
                    <a:pt x="204480" y="613889"/>
                  </a:lnTo>
                  <a:lnTo>
                    <a:pt x="192819" y="597523"/>
                  </a:lnTo>
                  <a:lnTo>
                    <a:pt x="187267" y="589692"/>
                  </a:lnTo>
                  <a:lnTo>
                    <a:pt x="156807" y="546675"/>
                  </a:lnTo>
                  <a:lnTo>
                    <a:pt x="146179" y="531746"/>
                  </a:lnTo>
                  <a:lnTo>
                    <a:pt x="133135" y="513297"/>
                  </a:lnTo>
                  <a:lnTo>
                    <a:pt x="105293" y="473785"/>
                  </a:lnTo>
                  <a:lnTo>
                    <a:pt x="100327" y="466668"/>
                  </a:lnTo>
                  <a:lnTo>
                    <a:pt x="69932" y="423325"/>
                  </a:lnTo>
                  <a:lnTo>
                    <a:pt x="56058" y="403633"/>
                  </a:lnTo>
                  <a:lnTo>
                    <a:pt x="47795" y="391826"/>
                  </a:lnTo>
                  <a:lnTo>
                    <a:pt x="44378" y="386959"/>
                  </a:lnTo>
                  <a:lnTo>
                    <a:pt x="27414" y="362638"/>
                  </a:lnTo>
                  <a:lnTo>
                    <a:pt x="27264" y="362421"/>
                  </a:lnTo>
                  <a:lnTo>
                    <a:pt x="6354" y="332371"/>
                  </a:lnTo>
                  <a:lnTo>
                    <a:pt x="0" y="323234"/>
                  </a:lnTo>
                  <a:lnTo>
                    <a:pt x="1616" y="315880"/>
                  </a:lnTo>
                  <a:lnTo>
                    <a:pt x="2692" y="310987"/>
                  </a:lnTo>
                  <a:lnTo>
                    <a:pt x="3954" y="305255"/>
                  </a:lnTo>
                  <a:lnTo>
                    <a:pt x="6953" y="29165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58218" y="2936811"/>
              <a:ext cx="3830" cy="3931"/>
            </a:xfrm>
            <a:custGeom>
              <a:avLst/>
              <a:pathLst>
                <a:path w="3830" h="3931">
                  <a:moveTo>
                    <a:pt x="0" y="1893"/>
                  </a:moveTo>
                  <a:lnTo>
                    <a:pt x="2886" y="0"/>
                  </a:lnTo>
                  <a:lnTo>
                    <a:pt x="3830" y="1700"/>
                  </a:lnTo>
                  <a:lnTo>
                    <a:pt x="85" y="393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77294" y="2779145"/>
              <a:ext cx="289727" cy="222657"/>
            </a:xfrm>
            <a:custGeom>
              <a:avLst/>
              <a:pathLst>
                <a:path w="289727" h="222657">
                  <a:moveTo>
                    <a:pt x="0" y="194718"/>
                  </a:moveTo>
                  <a:lnTo>
                    <a:pt x="4033" y="190898"/>
                  </a:lnTo>
                  <a:lnTo>
                    <a:pt x="9048" y="185204"/>
                  </a:lnTo>
                  <a:lnTo>
                    <a:pt x="10869" y="181914"/>
                  </a:lnTo>
                  <a:lnTo>
                    <a:pt x="13746" y="178884"/>
                  </a:lnTo>
                  <a:lnTo>
                    <a:pt x="16446" y="176410"/>
                  </a:lnTo>
                  <a:lnTo>
                    <a:pt x="18111" y="175024"/>
                  </a:lnTo>
                  <a:lnTo>
                    <a:pt x="18145" y="174775"/>
                  </a:lnTo>
                  <a:lnTo>
                    <a:pt x="18458" y="172441"/>
                  </a:lnTo>
                  <a:lnTo>
                    <a:pt x="19719" y="170507"/>
                  </a:lnTo>
                  <a:lnTo>
                    <a:pt x="19691" y="168251"/>
                  </a:lnTo>
                  <a:lnTo>
                    <a:pt x="21999" y="166269"/>
                  </a:lnTo>
                  <a:lnTo>
                    <a:pt x="23955" y="164210"/>
                  </a:lnTo>
                  <a:lnTo>
                    <a:pt x="25234" y="161540"/>
                  </a:lnTo>
                  <a:lnTo>
                    <a:pt x="24877" y="160945"/>
                  </a:lnTo>
                  <a:lnTo>
                    <a:pt x="24310" y="160002"/>
                  </a:lnTo>
                  <a:lnTo>
                    <a:pt x="23231" y="158225"/>
                  </a:lnTo>
                  <a:lnTo>
                    <a:pt x="21966" y="157579"/>
                  </a:lnTo>
                  <a:lnTo>
                    <a:pt x="21504" y="155321"/>
                  </a:lnTo>
                  <a:lnTo>
                    <a:pt x="20617" y="154555"/>
                  </a:lnTo>
                  <a:lnTo>
                    <a:pt x="19398" y="154634"/>
                  </a:lnTo>
                  <a:lnTo>
                    <a:pt x="16947" y="153401"/>
                  </a:lnTo>
                  <a:lnTo>
                    <a:pt x="16678" y="150287"/>
                  </a:lnTo>
                  <a:lnTo>
                    <a:pt x="16082" y="149984"/>
                  </a:lnTo>
                  <a:lnTo>
                    <a:pt x="14061" y="149932"/>
                  </a:lnTo>
                  <a:lnTo>
                    <a:pt x="13974" y="147562"/>
                  </a:lnTo>
                  <a:lnTo>
                    <a:pt x="14032" y="147089"/>
                  </a:lnTo>
                  <a:lnTo>
                    <a:pt x="14160" y="146062"/>
                  </a:lnTo>
                  <a:lnTo>
                    <a:pt x="13031" y="142854"/>
                  </a:lnTo>
                  <a:lnTo>
                    <a:pt x="11934" y="141086"/>
                  </a:lnTo>
                  <a:lnTo>
                    <a:pt x="19318" y="136299"/>
                  </a:lnTo>
                  <a:lnTo>
                    <a:pt x="28428" y="131174"/>
                  </a:lnTo>
                  <a:lnTo>
                    <a:pt x="31194" y="130347"/>
                  </a:lnTo>
                  <a:lnTo>
                    <a:pt x="35793" y="128966"/>
                  </a:lnTo>
                  <a:lnTo>
                    <a:pt x="42018" y="127117"/>
                  </a:lnTo>
                  <a:lnTo>
                    <a:pt x="47254" y="126177"/>
                  </a:lnTo>
                  <a:lnTo>
                    <a:pt x="53584" y="125504"/>
                  </a:lnTo>
                  <a:lnTo>
                    <a:pt x="55525" y="125076"/>
                  </a:lnTo>
                  <a:lnTo>
                    <a:pt x="59674" y="126878"/>
                  </a:lnTo>
                  <a:lnTo>
                    <a:pt x="64004" y="128062"/>
                  </a:lnTo>
                  <a:lnTo>
                    <a:pt x="65512" y="126880"/>
                  </a:lnTo>
                  <a:lnTo>
                    <a:pt x="69433" y="124534"/>
                  </a:lnTo>
                  <a:lnTo>
                    <a:pt x="70530" y="123876"/>
                  </a:lnTo>
                  <a:lnTo>
                    <a:pt x="73180" y="123276"/>
                  </a:lnTo>
                  <a:lnTo>
                    <a:pt x="77598" y="121561"/>
                  </a:lnTo>
                  <a:lnTo>
                    <a:pt x="82213" y="120935"/>
                  </a:lnTo>
                  <a:lnTo>
                    <a:pt x="83831" y="120497"/>
                  </a:lnTo>
                  <a:lnTo>
                    <a:pt x="87097" y="117744"/>
                  </a:lnTo>
                  <a:lnTo>
                    <a:pt x="89374" y="116395"/>
                  </a:lnTo>
                  <a:lnTo>
                    <a:pt x="90701" y="115014"/>
                  </a:lnTo>
                  <a:lnTo>
                    <a:pt x="91748" y="113923"/>
                  </a:lnTo>
                  <a:lnTo>
                    <a:pt x="92748" y="110503"/>
                  </a:lnTo>
                  <a:lnTo>
                    <a:pt x="93111" y="110043"/>
                  </a:lnTo>
                  <a:lnTo>
                    <a:pt x="95822" y="106600"/>
                  </a:lnTo>
                  <a:lnTo>
                    <a:pt x="98434" y="103223"/>
                  </a:lnTo>
                  <a:lnTo>
                    <a:pt x="100008" y="102512"/>
                  </a:lnTo>
                  <a:lnTo>
                    <a:pt x="101847" y="102651"/>
                  </a:lnTo>
                  <a:lnTo>
                    <a:pt x="104427" y="100988"/>
                  </a:lnTo>
                  <a:lnTo>
                    <a:pt x="104873" y="98490"/>
                  </a:lnTo>
                  <a:lnTo>
                    <a:pt x="104056" y="94878"/>
                  </a:lnTo>
                  <a:lnTo>
                    <a:pt x="103465" y="93482"/>
                  </a:lnTo>
                  <a:lnTo>
                    <a:pt x="102046" y="90135"/>
                  </a:lnTo>
                  <a:lnTo>
                    <a:pt x="100799" y="87902"/>
                  </a:lnTo>
                  <a:lnTo>
                    <a:pt x="97804" y="86083"/>
                  </a:lnTo>
                  <a:lnTo>
                    <a:pt x="95441" y="86003"/>
                  </a:lnTo>
                  <a:lnTo>
                    <a:pt x="92599" y="86336"/>
                  </a:lnTo>
                  <a:lnTo>
                    <a:pt x="92995" y="84007"/>
                  </a:lnTo>
                  <a:lnTo>
                    <a:pt x="96769" y="80441"/>
                  </a:lnTo>
                  <a:lnTo>
                    <a:pt x="95084" y="78229"/>
                  </a:lnTo>
                  <a:lnTo>
                    <a:pt x="92736" y="78621"/>
                  </a:lnTo>
                  <a:lnTo>
                    <a:pt x="92617" y="76531"/>
                  </a:lnTo>
                  <a:lnTo>
                    <a:pt x="91933" y="75306"/>
                  </a:lnTo>
                  <a:lnTo>
                    <a:pt x="91974" y="73602"/>
                  </a:lnTo>
                  <a:lnTo>
                    <a:pt x="92231" y="71888"/>
                  </a:lnTo>
                  <a:lnTo>
                    <a:pt x="93280" y="69562"/>
                  </a:lnTo>
                  <a:lnTo>
                    <a:pt x="95775" y="68241"/>
                  </a:lnTo>
                  <a:lnTo>
                    <a:pt x="96830" y="66622"/>
                  </a:lnTo>
                  <a:lnTo>
                    <a:pt x="96328" y="64648"/>
                  </a:lnTo>
                  <a:lnTo>
                    <a:pt x="98197" y="63102"/>
                  </a:lnTo>
                  <a:lnTo>
                    <a:pt x="100702" y="59845"/>
                  </a:lnTo>
                  <a:lnTo>
                    <a:pt x="102380" y="59242"/>
                  </a:lnTo>
                  <a:lnTo>
                    <a:pt x="104490" y="55685"/>
                  </a:lnTo>
                  <a:lnTo>
                    <a:pt x="105140" y="54588"/>
                  </a:lnTo>
                  <a:lnTo>
                    <a:pt x="105301" y="51989"/>
                  </a:lnTo>
                  <a:lnTo>
                    <a:pt x="106032" y="49471"/>
                  </a:lnTo>
                  <a:lnTo>
                    <a:pt x="110495" y="40662"/>
                  </a:lnTo>
                  <a:lnTo>
                    <a:pt x="113768" y="34558"/>
                  </a:lnTo>
                  <a:lnTo>
                    <a:pt x="115982" y="31253"/>
                  </a:lnTo>
                  <a:lnTo>
                    <a:pt x="117780" y="28014"/>
                  </a:lnTo>
                  <a:lnTo>
                    <a:pt x="120819" y="24822"/>
                  </a:lnTo>
                  <a:lnTo>
                    <a:pt x="122872" y="22601"/>
                  </a:lnTo>
                  <a:lnTo>
                    <a:pt x="124439" y="20624"/>
                  </a:lnTo>
                  <a:lnTo>
                    <a:pt x="124558" y="19595"/>
                  </a:lnTo>
                  <a:lnTo>
                    <a:pt x="127226" y="18417"/>
                  </a:lnTo>
                  <a:lnTo>
                    <a:pt x="129136" y="16162"/>
                  </a:lnTo>
                  <a:lnTo>
                    <a:pt x="132423" y="16337"/>
                  </a:lnTo>
                  <a:lnTo>
                    <a:pt x="133016" y="16079"/>
                  </a:lnTo>
                  <a:lnTo>
                    <a:pt x="135568" y="14964"/>
                  </a:lnTo>
                  <a:lnTo>
                    <a:pt x="136628" y="14500"/>
                  </a:lnTo>
                  <a:lnTo>
                    <a:pt x="142321" y="12765"/>
                  </a:lnTo>
                  <a:lnTo>
                    <a:pt x="148953" y="10753"/>
                  </a:lnTo>
                  <a:lnTo>
                    <a:pt x="155562" y="8246"/>
                  </a:lnTo>
                  <a:lnTo>
                    <a:pt x="160443" y="6381"/>
                  </a:lnTo>
                  <a:lnTo>
                    <a:pt x="167994" y="3669"/>
                  </a:lnTo>
                  <a:lnTo>
                    <a:pt x="177441" y="0"/>
                  </a:lnTo>
                  <a:lnTo>
                    <a:pt x="178032" y="1911"/>
                  </a:lnTo>
                  <a:lnTo>
                    <a:pt x="179058" y="4321"/>
                  </a:lnTo>
                  <a:lnTo>
                    <a:pt x="178704" y="7626"/>
                  </a:lnTo>
                  <a:lnTo>
                    <a:pt x="179647" y="8901"/>
                  </a:lnTo>
                  <a:lnTo>
                    <a:pt x="181043" y="9686"/>
                  </a:lnTo>
                  <a:lnTo>
                    <a:pt x="181104" y="12349"/>
                  </a:lnTo>
                  <a:lnTo>
                    <a:pt x="181654" y="14817"/>
                  </a:lnTo>
                  <a:lnTo>
                    <a:pt x="182141" y="18878"/>
                  </a:lnTo>
                  <a:lnTo>
                    <a:pt x="183702" y="21064"/>
                  </a:lnTo>
                  <a:lnTo>
                    <a:pt x="183883" y="21211"/>
                  </a:lnTo>
                  <a:lnTo>
                    <a:pt x="184668" y="21849"/>
                  </a:lnTo>
                  <a:lnTo>
                    <a:pt x="186426" y="23276"/>
                  </a:lnTo>
                  <a:lnTo>
                    <a:pt x="188109" y="26186"/>
                  </a:lnTo>
                  <a:lnTo>
                    <a:pt x="188136" y="29213"/>
                  </a:lnTo>
                  <a:lnTo>
                    <a:pt x="188098" y="30579"/>
                  </a:lnTo>
                  <a:lnTo>
                    <a:pt x="189178" y="32659"/>
                  </a:lnTo>
                  <a:lnTo>
                    <a:pt x="190134" y="34764"/>
                  </a:lnTo>
                  <a:lnTo>
                    <a:pt x="190253" y="35025"/>
                  </a:lnTo>
                  <a:lnTo>
                    <a:pt x="189599" y="36690"/>
                  </a:lnTo>
                  <a:lnTo>
                    <a:pt x="189111" y="40186"/>
                  </a:lnTo>
                  <a:lnTo>
                    <a:pt x="189487" y="43592"/>
                  </a:lnTo>
                  <a:lnTo>
                    <a:pt x="189706" y="46495"/>
                  </a:lnTo>
                  <a:lnTo>
                    <a:pt x="191207" y="47603"/>
                  </a:lnTo>
                  <a:lnTo>
                    <a:pt x="191598" y="49348"/>
                  </a:lnTo>
                  <a:lnTo>
                    <a:pt x="192430" y="51455"/>
                  </a:lnTo>
                  <a:lnTo>
                    <a:pt x="194390" y="53621"/>
                  </a:lnTo>
                  <a:lnTo>
                    <a:pt x="194768" y="56539"/>
                  </a:lnTo>
                  <a:lnTo>
                    <a:pt x="195168" y="56883"/>
                  </a:lnTo>
                  <a:lnTo>
                    <a:pt x="196807" y="58289"/>
                  </a:lnTo>
                  <a:lnTo>
                    <a:pt x="196735" y="59218"/>
                  </a:lnTo>
                  <a:lnTo>
                    <a:pt x="196505" y="62129"/>
                  </a:lnTo>
                  <a:lnTo>
                    <a:pt x="196459" y="64292"/>
                  </a:lnTo>
                  <a:lnTo>
                    <a:pt x="197043" y="67203"/>
                  </a:lnTo>
                  <a:lnTo>
                    <a:pt x="198487" y="68311"/>
                  </a:lnTo>
                  <a:lnTo>
                    <a:pt x="199832" y="64814"/>
                  </a:lnTo>
                  <a:lnTo>
                    <a:pt x="201656" y="66349"/>
                  </a:lnTo>
                  <a:lnTo>
                    <a:pt x="204089" y="68101"/>
                  </a:lnTo>
                  <a:lnTo>
                    <a:pt x="206413" y="76272"/>
                  </a:lnTo>
                  <a:lnTo>
                    <a:pt x="207095" y="78601"/>
                  </a:lnTo>
                  <a:lnTo>
                    <a:pt x="210966" y="91856"/>
                  </a:lnTo>
                  <a:lnTo>
                    <a:pt x="212268" y="96239"/>
                  </a:lnTo>
                  <a:lnTo>
                    <a:pt x="213762" y="101279"/>
                  </a:lnTo>
                  <a:lnTo>
                    <a:pt x="213820" y="101475"/>
                  </a:lnTo>
                  <a:lnTo>
                    <a:pt x="213899" y="103098"/>
                  </a:lnTo>
                  <a:lnTo>
                    <a:pt x="215638" y="105427"/>
                  </a:lnTo>
                  <a:lnTo>
                    <a:pt x="216349" y="117537"/>
                  </a:lnTo>
                  <a:lnTo>
                    <a:pt x="217590" y="139280"/>
                  </a:lnTo>
                  <a:lnTo>
                    <a:pt x="218712" y="140593"/>
                  </a:lnTo>
                  <a:lnTo>
                    <a:pt x="218856" y="140761"/>
                  </a:lnTo>
                  <a:lnTo>
                    <a:pt x="221694" y="151598"/>
                  </a:lnTo>
                  <a:lnTo>
                    <a:pt x="223638" y="159143"/>
                  </a:lnTo>
                  <a:lnTo>
                    <a:pt x="223953" y="160369"/>
                  </a:lnTo>
                  <a:lnTo>
                    <a:pt x="224216" y="161400"/>
                  </a:lnTo>
                  <a:lnTo>
                    <a:pt x="225350" y="165852"/>
                  </a:lnTo>
                  <a:lnTo>
                    <a:pt x="226401" y="169990"/>
                  </a:lnTo>
                  <a:lnTo>
                    <a:pt x="227160" y="173092"/>
                  </a:lnTo>
                  <a:lnTo>
                    <a:pt x="227281" y="173588"/>
                  </a:lnTo>
                  <a:lnTo>
                    <a:pt x="228118" y="177015"/>
                  </a:lnTo>
                  <a:lnTo>
                    <a:pt x="231713" y="180108"/>
                  </a:lnTo>
                  <a:lnTo>
                    <a:pt x="224947" y="188257"/>
                  </a:lnTo>
                  <a:lnTo>
                    <a:pt x="226092" y="189248"/>
                  </a:lnTo>
                  <a:lnTo>
                    <a:pt x="228542" y="191364"/>
                  </a:lnTo>
                  <a:lnTo>
                    <a:pt x="228754" y="192014"/>
                  </a:lnTo>
                  <a:lnTo>
                    <a:pt x="229106" y="192879"/>
                  </a:lnTo>
                  <a:lnTo>
                    <a:pt x="228381" y="195503"/>
                  </a:lnTo>
                  <a:lnTo>
                    <a:pt x="226747" y="197463"/>
                  </a:lnTo>
                  <a:lnTo>
                    <a:pt x="226886" y="199059"/>
                  </a:lnTo>
                  <a:lnTo>
                    <a:pt x="227833" y="199013"/>
                  </a:lnTo>
                  <a:lnTo>
                    <a:pt x="228873" y="198963"/>
                  </a:lnTo>
                  <a:lnTo>
                    <a:pt x="230807" y="197886"/>
                  </a:lnTo>
                  <a:lnTo>
                    <a:pt x="231787" y="196526"/>
                  </a:lnTo>
                  <a:lnTo>
                    <a:pt x="235554" y="194187"/>
                  </a:lnTo>
                  <a:lnTo>
                    <a:pt x="235568" y="193921"/>
                  </a:lnTo>
                  <a:lnTo>
                    <a:pt x="235633" y="192686"/>
                  </a:lnTo>
                  <a:lnTo>
                    <a:pt x="237490" y="192653"/>
                  </a:lnTo>
                  <a:lnTo>
                    <a:pt x="237684" y="192415"/>
                  </a:lnTo>
                  <a:lnTo>
                    <a:pt x="238696" y="191174"/>
                  </a:lnTo>
                  <a:lnTo>
                    <a:pt x="241209" y="191656"/>
                  </a:lnTo>
                  <a:lnTo>
                    <a:pt x="245107" y="191596"/>
                  </a:lnTo>
                  <a:lnTo>
                    <a:pt x="247518" y="189519"/>
                  </a:lnTo>
                  <a:lnTo>
                    <a:pt x="247257" y="188199"/>
                  </a:lnTo>
                  <a:lnTo>
                    <a:pt x="248195" y="187032"/>
                  </a:lnTo>
                  <a:lnTo>
                    <a:pt x="250720" y="186546"/>
                  </a:lnTo>
                  <a:lnTo>
                    <a:pt x="256920" y="184300"/>
                  </a:lnTo>
                  <a:lnTo>
                    <a:pt x="261963" y="181912"/>
                  </a:lnTo>
                  <a:lnTo>
                    <a:pt x="265878" y="179493"/>
                  </a:lnTo>
                  <a:lnTo>
                    <a:pt x="267950" y="176356"/>
                  </a:lnTo>
                  <a:lnTo>
                    <a:pt x="269308" y="173626"/>
                  </a:lnTo>
                  <a:lnTo>
                    <a:pt x="270861" y="171905"/>
                  </a:lnTo>
                  <a:lnTo>
                    <a:pt x="271587" y="169982"/>
                  </a:lnTo>
                  <a:lnTo>
                    <a:pt x="273495" y="168462"/>
                  </a:lnTo>
                  <a:lnTo>
                    <a:pt x="276388" y="165440"/>
                  </a:lnTo>
                  <a:lnTo>
                    <a:pt x="276872" y="166065"/>
                  </a:lnTo>
                  <a:lnTo>
                    <a:pt x="275450" y="170128"/>
                  </a:lnTo>
                  <a:lnTo>
                    <a:pt x="275154" y="172494"/>
                  </a:lnTo>
                  <a:lnTo>
                    <a:pt x="277833" y="172966"/>
                  </a:lnTo>
                  <a:lnTo>
                    <a:pt x="279505" y="171702"/>
                  </a:lnTo>
                  <a:lnTo>
                    <a:pt x="279765" y="168348"/>
                  </a:lnTo>
                  <a:lnTo>
                    <a:pt x="281435" y="168461"/>
                  </a:lnTo>
                  <a:lnTo>
                    <a:pt x="281794" y="170832"/>
                  </a:lnTo>
                  <a:lnTo>
                    <a:pt x="283825" y="171861"/>
                  </a:lnTo>
                  <a:lnTo>
                    <a:pt x="286180" y="168335"/>
                  </a:lnTo>
                  <a:lnTo>
                    <a:pt x="287408" y="167400"/>
                  </a:lnTo>
                  <a:lnTo>
                    <a:pt x="289727" y="167077"/>
                  </a:lnTo>
                  <a:lnTo>
                    <a:pt x="287991" y="171106"/>
                  </a:lnTo>
                  <a:lnTo>
                    <a:pt x="283242" y="175316"/>
                  </a:lnTo>
                  <a:lnTo>
                    <a:pt x="277205" y="180419"/>
                  </a:lnTo>
                  <a:lnTo>
                    <a:pt x="274436" y="183327"/>
                  </a:lnTo>
                  <a:lnTo>
                    <a:pt x="263566" y="192543"/>
                  </a:lnTo>
                  <a:lnTo>
                    <a:pt x="262056" y="193890"/>
                  </a:lnTo>
                  <a:lnTo>
                    <a:pt x="258611" y="196955"/>
                  </a:lnTo>
                  <a:lnTo>
                    <a:pt x="256032" y="199613"/>
                  </a:lnTo>
                  <a:lnTo>
                    <a:pt x="249982" y="204258"/>
                  </a:lnTo>
                  <a:lnTo>
                    <a:pt x="246735" y="205904"/>
                  </a:lnTo>
                  <a:lnTo>
                    <a:pt x="245024" y="205981"/>
                  </a:lnTo>
                  <a:lnTo>
                    <a:pt x="242760" y="207658"/>
                  </a:lnTo>
                  <a:lnTo>
                    <a:pt x="240865" y="209059"/>
                  </a:lnTo>
                  <a:lnTo>
                    <a:pt x="240164" y="209577"/>
                  </a:lnTo>
                  <a:lnTo>
                    <a:pt x="235676" y="211652"/>
                  </a:lnTo>
                  <a:lnTo>
                    <a:pt x="231760" y="212634"/>
                  </a:lnTo>
                  <a:lnTo>
                    <a:pt x="230892" y="212851"/>
                  </a:lnTo>
                  <a:lnTo>
                    <a:pt x="229347" y="214132"/>
                  </a:lnTo>
                  <a:lnTo>
                    <a:pt x="225825" y="217043"/>
                  </a:lnTo>
                  <a:lnTo>
                    <a:pt x="224403" y="216582"/>
                  </a:lnTo>
                  <a:lnTo>
                    <a:pt x="223652" y="216338"/>
                  </a:lnTo>
                  <a:lnTo>
                    <a:pt x="221744" y="215972"/>
                  </a:lnTo>
                  <a:lnTo>
                    <a:pt x="220953" y="215820"/>
                  </a:lnTo>
                  <a:lnTo>
                    <a:pt x="219755" y="218817"/>
                  </a:lnTo>
                  <a:lnTo>
                    <a:pt x="217228" y="221519"/>
                  </a:lnTo>
                  <a:lnTo>
                    <a:pt x="215242" y="222657"/>
                  </a:lnTo>
                  <a:lnTo>
                    <a:pt x="215021" y="220513"/>
                  </a:lnTo>
                  <a:lnTo>
                    <a:pt x="215955" y="219500"/>
                  </a:lnTo>
                  <a:lnTo>
                    <a:pt x="215911" y="217715"/>
                  </a:lnTo>
                  <a:lnTo>
                    <a:pt x="215470" y="215851"/>
                  </a:lnTo>
                  <a:lnTo>
                    <a:pt x="216305" y="214875"/>
                  </a:lnTo>
                  <a:lnTo>
                    <a:pt x="216658" y="214717"/>
                  </a:lnTo>
                  <a:lnTo>
                    <a:pt x="219133" y="213610"/>
                  </a:lnTo>
                  <a:lnTo>
                    <a:pt x="219454" y="212698"/>
                  </a:lnTo>
                  <a:lnTo>
                    <a:pt x="219523" y="212503"/>
                  </a:lnTo>
                  <a:lnTo>
                    <a:pt x="219941" y="211290"/>
                  </a:lnTo>
                  <a:lnTo>
                    <a:pt x="220044" y="209451"/>
                  </a:lnTo>
                  <a:lnTo>
                    <a:pt x="220102" y="208408"/>
                  </a:lnTo>
                  <a:lnTo>
                    <a:pt x="220135" y="207809"/>
                  </a:lnTo>
                  <a:lnTo>
                    <a:pt x="220547" y="205539"/>
                  </a:lnTo>
                  <a:lnTo>
                    <a:pt x="220735" y="204499"/>
                  </a:lnTo>
                  <a:lnTo>
                    <a:pt x="220779" y="204255"/>
                  </a:lnTo>
                  <a:lnTo>
                    <a:pt x="220805" y="203955"/>
                  </a:lnTo>
                  <a:lnTo>
                    <a:pt x="220901" y="202820"/>
                  </a:lnTo>
                  <a:lnTo>
                    <a:pt x="220967" y="202029"/>
                  </a:lnTo>
                  <a:lnTo>
                    <a:pt x="221024" y="201360"/>
                  </a:lnTo>
                  <a:lnTo>
                    <a:pt x="221017" y="200948"/>
                  </a:lnTo>
                  <a:lnTo>
                    <a:pt x="220986" y="199086"/>
                  </a:lnTo>
                  <a:lnTo>
                    <a:pt x="220956" y="197380"/>
                  </a:lnTo>
                  <a:lnTo>
                    <a:pt x="220740" y="195070"/>
                  </a:lnTo>
                  <a:lnTo>
                    <a:pt x="214735" y="193852"/>
                  </a:lnTo>
                  <a:lnTo>
                    <a:pt x="207746" y="192325"/>
                  </a:lnTo>
                  <a:lnTo>
                    <a:pt x="206810" y="192119"/>
                  </a:lnTo>
                  <a:lnTo>
                    <a:pt x="204040" y="191487"/>
                  </a:lnTo>
                  <a:lnTo>
                    <a:pt x="201328" y="190735"/>
                  </a:lnTo>
                  <a:lnTo>
                    <a:pt x="197556" y="189684"/>
                  </a:lnTo>
                  <a:lnTo>
                    <a:pt x="187770" y="187199"/>
                  </a:lnTo>
                  <a:lnTo>
                    <a:pt x="185402" y="184415"/>
                  </a:lnTo>
                  <a:lnTo>
                    <a:pt x="184638" y="184568"/>
                  </a:lnTo>
                  <a:lnTo>
                    <a:pt x="183091" y="184878"/>
                  </a:lnTo>
                  <a:lnTo>
                    <a:pt x="179610" y="184753"/>
                  </a:lnTo>
                  <a:lnTo>
                    <a:pt x="175840" y="183828"/>
                  </a:lnTo>
                  <a:lnTo>
                    <a:pt x="172597" y="180789"/>
                  </a:lnTo>
                  <a:lnTo>
                    <a:pt x="172108" y="179458"/>
                  </a:lnTo>
                  <a:lnTo>
                    <a:pt x="171457" y="177691"/>
                  </a:lnTo>
                  <a:lnTo>
                    <a:pt x="169731" y="172503"/>
                  </a:lnTo>
                  <a:lnTo>
                    <a:pt x="168299" y="170386"/>
                  </a:lnTo>
                  <a:lnTo>
                    <a:pt x="166410" y="168992"/>
                  </a:lnTo>
                  <a:lnTo>
                    <a:pt x="165184" y="168915"/>
                  </a:lnTo>
                  <a:lnTo>
                    <a:pt x="163460" y="168804"/>
                  </a:lnTo>
                  <a:lnTo>
                    <a:pt x="160636" y="168527"/>
                  </a:lnTo>
                  <a:lnTo>
                    <a:pt x="158767" y="165907"/>
                  </a:lnTo>
                  <a:lnTo>
                    <a:pt x="156425" y="164282"/>
                  </a:lnTo>
                  <a:lnTo>
                    <a:pt x="155767" y="164443"/>
                  </a:lnTo>
                  <a:lnTo>
                    <a:pt x="151664" y="165439"/>
                  </a:lnTo>
                  <a:lnTo>
                    <a:pt x="151458" y="165504"/>
                  </a:lnTo>
                  <a:lnTo>
                    <a:pt x="138152" y="169676"/>
                  </a:lnTo>
                  <a:lnTo>
                    <a:pt x="130060" y="172159"/>
                  </a:lnTo>
                  <a:lnTo>
                    <a:pt x="128694" y="172575"/>
                  </a:lnTo>
                  <a:lnTo>
                    <a:pt x="117782" y="175872"/>
                  </a:lnTo>
                  <a:lnTo>
                    <a:pt x="114456" y="176806"/>
                  </a:lnTo>
                  <a:lnTo>
                    <a:pt x="101715" y="180553"/>
                  </a:lnTo>
                  <a:lnTo>
                    <a:pt x="100371" y="180945"/>
                  </a:lnTo>
                  <a:lnTo>
                    <a:pt x="98924" y="181366"/>
                  </a:lnTo>
                  <a:lnTo>
                    <a:pt x="78094" y="187463"/>
                  </a:lnTo>
                  <a:lnTo>
                    <a:pt x="73248" y="188856"/>
                  </a:lnTo>
                  <a:lnTo>
                    <a:pt x="70403" y="189670"/>
                  </a:lnTo>
                  <a:lnTo>
                    <a:pt x="63480" y="191563"/>
                  </a:lnTo>
                  <a:lnTo>
                    <a:pt x="57398" y="193266"/>
                  </a:lnTo>
                  <a:lnTo>
                    <a:pt x="55146" y="193893"/>
                  </a:lnTo>
                  <a:lnTo>
                    <a:pt x="53861" y="194242"/>
                  </a:lnTo>
                  <a:lnTo>
                    <a:pt x="43815" y="196941"/>
                  </a:lnTo>
                  <a:lnTo>
                    <a:pt x="32600" y="199993"/>
                  </a:lnTo>
                  <a:lnTo>
                    <a:pt x="30366" y="200596"/>
                  </a:lnTo>
                  <a:lnTo>
                    <a:pt x="27640" y="201324"/>
                  </a:lnTo>
                  <a:lnTo>
                    <a:pt x="13295" y="205108"/>
                  </a:lnTo>
                  <a:lnTo>
                    <a:pt x="8457" y="206342"/>
                  </a:lnTo>
                  <a:lnTo>
                    <a:pt x="3193" y="207676"/>
                  </a:lnTo>
                  <a:lnTo>
                    <a:pt x="1617" y="2013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67007" y="3253791"/>
              <a:ext cx="6047" cy="8977"/>
            </a:xfrm>
            <a:custGeom>
              <a:avLst/>
              <a:pathLst>
                <a:path w="6047" h="8977">
                  <a:moveTo>
                    <a:pt x="0" y="3242"/>
                  </a:moveTo>
                  <a:lnTo>
                    <a:pt x="2016" y="0"/>
                  </a:lnTo>
                  <a:lnTo>
                    <a:pt x="5498" y="2034"/>
                  </a:lnTo>
                  <a:lnTo>
                    <a:pt x="6047" y="6837"/>
                  </a:lnTo>
                  <a:lnTo>
                    <a:pt x="2690" y="897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33896" y="3194403"/>
              <a:ext cx="316117" cy="362322"/>
            </a:xfrm>
            <a:custGeom>
              <a:avLst/>
              <a:pathLst>
                <a:path w="316117" h="362322">
                  <a:moveTo>
                    <a:pt x="39785" y="318451"/>
                  </a:moveTo>
                  <a:lnTo>
                    <a:pt x="38612" y="311200"/>
                  </a:lnTo>
                  <a:lnTo>
                    <a:pt x="37307" y="303145"/>
                  </a:lnTo>
                  <a:lnTo>
                    <a:pt x="35279" y="291043"/>
                  </a:lnTo>
                  <a:lnTo>
                    <a:pt x="34566" y="286791"/>
                  </a:lnTo>
                  <a:lnTo>
                    <a:pt x="32084" y="272023"/>
                  </a:lnTo>
                  <a:lnTo>
                    <a:pt x="29162" y="254327"/>
                  </a:lnTo>
                  <a:lnTo>
                    <a:pt x="27804" y="246129"/>
                  </a:lnTo>
                  <a:lnTo>
                    <a:pt x="26229" y="236629"/>
                  </a:lnTo>
                  <a:lnTo>
                    <a:pt x="25125" y="229840"/>
                  </a:lnTo>
                  <a:lnTo>
                    <a:pt x="23156" y="217751"/>
                  </a:lnTo>
                  <a:lnTo>
                    <a:pt x="22507" y="213773"/>
                  </a:lnTo>
                  <a:lnTo>
                    <a:pt x="20156" y="199927"/>
                  </a:lnTo>
                  <a:lnTo>
                    <a:pt x="19001" y="193392"/>
                  </a:lnTo>
                  <a:lnTo>
                    <a:pt x="16437" y="178915"/>
                  </a:lnTo>
                  <a:lnTo>
                    <a:pt x="13170" y="160881"/>
                  </a:lnTo>
                  <a:lnTo>
                    <a:pt x="12045" y="154683"/>
                  </a:lnTo>
                  <a:lnTo>
                    <a:pt x="9819" y="142435"/>
                  </a:lnTo>
                  <a:lnTo>
                    <a:pt x="7601" y="130269"/>
                  </a:lnTo>
                  <a:lnTo>
                    <a:pt x="7290" y="128565"/>
                  </a:lnTo>
                  <a:lnTo>
                    <a:pt x="4962" y="115824"/>
                  </a:lnTo>
                  <a:lnTo>
                    <a:pt x="4656" y="114177"/>
                  </a:lnTo>
                  <a:lnTo>
                    <a:pt x="2863" y="104527"/>
                  </a:lnTo>
                  <a:lnTo>
                    <a:pt x="0" y="89142"/>
                  </a:lnTo>
                  <a:lnTo>
                    <a:pt x="25114" y="83506"/>
                  </a:lnTo>
                  <a:lnTo>
                    <a:pt x="27739" y="82900"/>
                  </a:lnTo>
                  <a:lnTo>
                    <a:pt x="30406" y="82284"/>
                  </a:lnTo>
                  <a:lnTo>
                    <a:pt x="45797" y="78700"/>
                  </a:lnTo>
                  <a:lnTo>
                    <a:pt x="63072" y="74569"/>
                  </a:lnTo>
                  <a:lnTo>
                    <a:pt x="71046" y="72642"/>
                  </a:lnTo>
                  <a:lnTo>
                    <a:pt x="92035" y="67487"/>
                  </a:lnTo>
                  <a:lnTo>
                    <a:pt x="95823" y="70696"/>
                  </a:lnTo>
                  <a:lnTo>
                    <a:pt x="101291" y="68570"/>
                  </a:lnTo>
                  <a:lnTo>
                    <a:pt x="108860" y="72523"/>
                  </a:lnTo>
                  <a:lnTo>
                    <a:pt x="113875" y="73411"/>
                  </a:lnTo>
                  <a:lnTo>
                    <a:pt x="121066" y="74677"/>
                  </a:lnTo>
                  <a:lnTo>
                    <a:pt x="124445" y="77792"/>
                  </a:lnTo>
                  <a:lnTo>
                    <a:pt x="131638" y="80253"/>
                  </a:lnTo>
                  <a:lnTo>
                    <a:pt x="135591" y="73426"/>
                  </a:lnTo>
                  <a:lnTo>
                    <a:pt x="137119" y="72017"/>
                  </a:lnTo>
                  <a:lnTo>
                    <a:pt x="145937" y="74533"/>
                  </a:lnTo>
                  <a:lnTo>
                    <a:pt x="148669" y="78312"/>
                  </a:lnTo>
                  <a:lnTo>
                    <a:pt x="148934" y="78678"/>
                  </a:lnTo>
                  <a:lnTo>
                    <a:pt x="155017" y="83536"/>
                  </a:lnTo>
                  <a:lnTo>
                    <a:pt x="161471" y="85735"/>
                  </a:lnTo>
                  <a:lnTo>
                    <a:pt x="166541" y="85098"/>
                  </a:lnTo>
                  <a:lnTo>
                    <a:pt x="172529" y="79887"/>
                  </a:lnTo>
                  <a:lnTo>
                    <a:pt x="173459" y="79623"/>
                  </a:lnTo>
                  <a:lnTo>
                    <a:pt x="178835" y="78091"/>
                  </a:lnTo>
                  <a:lnTo>
                    <a:pt x="183979" y="73005"/>
                  </a:lnTo>
                  <a:lnTo>
                    <a:pt x="195915" y="66195"/>
                  </a:lnTo>
                  <a:lnTo>
                    <a:pt x="197906" y="66771"/>
                  </a:lnTo>
                  <a:lnTo>
                    <a:pt x="200244" y="67446"/>
                  </a:lnTo>
                  <a:lnTo>
                    <a:pt x="206597" y="65709"/>
                  </a:lnTo>
                  <a:lnTo>
                    <a:pt x="208839" y="65094"/>
                  </a:lnTo>
                  <a:lnTo>
                    <a:pt x="213896" y="64630"/>
                  </a:lnTo>
                  <a:lnTo>
                    <a:pt x="220018" y="58199"/>
                  </a:lnTo>
                  <a:lnTo>
                    <a:pt x="227978" y="47250"/>
                  </a:lnTo>
                  <a:lnTo>
                    <a:pt x="229218" y="45538"/>
                  </a:lnTo>
                  <a:lnTo>
                    <a:pt x="233290" y="38966"/>
                  </a:lnTo>
                  <a:lnTo>
                    <a:pt x="239099" y="32455"/>
                  </a:lnTo>
                  <a:lnTo>
                    <a:pt x="245506" y="28384"/>
                  </a:lnTo>
                  <a:lnTo>
                    <a:pt x="253375" y="21385"/>
                  </a:lnTo>
                  <a:lnTo>
                    <a:pt x="256534" y="19699"/>
                  </a:lnTo>
                  <a:lnTo>
                    <a:pt x="263014" y="16233"/>
                  </a:lnTo>
                  <a:lnTo>
                    <a:pt x="268879" y="10864"/>
                  </a:lnTo>
                  <a:lnTo>
                    <a:pt x="282632" y="2862"/>
                  </a:lnTo>
                  <a:lnTo>
                    <a:pt x="286414" y="0"/>
                  </a:lnTo>
                  <a:lnTo>
                    <a:pt x="289178" y="11779"/>
                  </a:lnTo>
                  <a:lnTo>
                    <a:pt x="293053" y="28331"/>
                  </a:lnTo>
                  <a:lnTo>
                    <a:pt x="296727" y="44020"/>
                  </a:lnTo>
                  <a:lnTo>
                    <a:pt x="296947" y="44961"/>
                  </a:lnTo>
                  <a:lnTo>
                    <a:pt x="302461" y="68580"/>
                  </a:lnTo>
                  <a:lnTo>
                    <a:pt x="304563" y="77732"/>
                  </a:lnTo>
                  <a:lnTo>
                    <a:pt x="304734" y="78481"/>
                  </a:lnTo>
                  <a:lnTo>
                    <a:pt x="309345" y="98607"/>
                  </a:lnTo>
                  <a:lnTo>
                    <a:pt x="309481" y="99191"/>
                  </a:lnTo>
                  <a:lnTo>
                    <a:pt x="310535" y="103699"/>
                  </a:lnTo>
                  <a:lnTo>
                    <a:pt x="315098" y="123261"/>
                  </a:lnTo>
                  <a:lnTo>
                    <a:pt x="311137" y="126487"/>
                  </a:lnTo>
                  <a:lnTo>
                    <a:pt x="308043" y="126807"/>
                  </a:lnTo>
                  <a:lnTo>
                    <a:pt x="306019" y="130936"/>
                  </a:lnTo>
                  <a:lnTo>
                    <a:pt x="310481" y="135885"/>
                  </a:lnTo>
                  <a:lnTo>
                    <a:pt x="313231" y="142397"/>
                  </a:lnTo>
                  <a:lnTo>
                    <a:pt x="312761" y="147517"/>
                  </a:lnTo>
                  <a:lnTo>
                    <a:pt x="312672" y="148481"/>
                  </a:lnTo>
                  <a:lnTo>
                    <a:pt x="316117" y="155581"/>
                  </a:lnTo>
                  <a:lnTo>
                    <a:pt x="314588" y="161062"/>
                  </a:lnTo>
                  <a:lnTo>
                    <a:pt x="313187" y="167644"/>
                  </a:lnTo>
                  <a:lnTo>
                    <a:pt x="312533" y="170704"/>
                  </a:lnTo>
                  <a:lnTo>
                    <a:pt x="312412" y="171273"/>
                  </a:lnTo>
                  <a:lnTo>
                    <a:pt x="311761" y="178377"/>
                  </a:lnTo>
                  <a:lnTo>
                    <a:pt x="312624" y="182657"/>
                  </a:lnTo>
                  <a:lnTo>
                    <a:pt x="313801" y="188503"/>
                  </a:lnTo>
                  <a:lnTo>
                    <a:pt x="312531" y="190803"/>
                  </a:lnTo>
                  <a:lnTo>
                    <a:pt x="310471" y="194353"/>
                  </a:lnTo>
                  <a:lnTo>
                    <a:pt x="310493" y="201022"/>
                  </a:lnTo>
                  <a:lnTo>
                    <a:pt x="310494" y="201301"/>
                  </a:lnTo>
                  <a:lnTo>
                    <a:pt x="311396" y="205558"/>
                  </a:lnTo>
                  <a:lnTo>
                    <a:pt x="309027" y="209766"/>
                  </a:lnTo>
                  <a:lnTo>
                    <a:pt x="312345" y="213278"/>
                  </a:lnTo>
                  <a:lnTo>
                    <a:pt x="312901" y="213865"/>
                  </a:lnTo>
                  <a:lnTo>
                    <a:pt x="311404" y="218986"/>
                  </a:lnTo>
                  <a:lnTo>
                    <a:pt x="307070" y="225432"/>
                  </a:lnTo>
                  <a:lnTo>
                    <a:pt x="301910" y="233331"/>
                  </a:lnTo>
                  <a:lnTo>
                    <a:pt x="299777" y="236587"/>
                  </a:lnTo>
                  <a:lnTo>
                    <a:pt x="297645" y="242125"/>
                  </a:lnTo>
                  <a:lnTo>
                    <a:pt x="297303" y="243012"/>
                  </a:lnTo>
                  <a:lnTo>
                    <a:pt x="293641" y="245675"/>
                  </a:lnTo>
                  <a:lnTo>
                    <a:pt x="290017" y="250468"/>
                  </a:lnTo>
                  <a:lnTo>
                    <a:pt x="283965" y="256155"/>
                  </a:lnTo>
                  <a:lnTo>
                    <a:pt x="282298" y="256256"/>
                  </a:lnTo>
                  <a:lnTo>
                    <a:pt x="280589" y="256358"/>
                  </a:lnTo>
                  <a:lnTo>
                    <a:pt x="278403" y="252705"/>
                  </a:lnTo>
                  <a:lnTo>
                    <a:pt x="275052" y="252056"/>
                  </a:lnTo>
                  <a:lnTo>
                    <a:pt x="272451" y="256142"/>
                  </a:lnTo>
                  <a:lnTo>
                    <a:pt x="269309" y="260972"/>
                  </a:lnTo>
                  <a:lnTo>
                    <a:pt x="269990" y="266102"/>
                  </a:lnTo>
                  <a:lnTo>
                    <a:pt x="266571" y="266961"/>
                  </a:lnTo>
                  <a:lnTo>
                    <a:pt x="262052" y="268141"/>
                  </a:lnTo>
                  <a:lnTo>
                    <a:pt x="260765" y="273708"/>
                  </a:lnTo>
                  <a:lnTo>
                    <a:pt x="260230" y="274628"/>
                  </a:lnTo>
                  <a:lnTo>
                    <a:pt x="258530" y="277555"/>
                  </a:lnTo>
                  <a:lnTo>
                    <a:pt x="258633" y="277884"/>
                  </a:lnTo>
                  <a:lnTo>
                    <a:pt x="260744" y="284610"/>
                  </a:lnTo>
                  <a:lnTo>
                    <a:pt x="260275" y="284962"/>
                  </a:lnTo>
                  <a:lnTo>
                    <a:pt x="256585" y="287732"/>
                  </a:lnTo>
                  <a:lnTo>
                    <a:pt x="258462" y="291529"/>
                  </a:lnTo>
                  <a:lnTo>
                    <a:pt x="260863" y="296755"/>
                  </a:lnTo>
                  <a:lnTo>
                    <a:pt x="257873" y="300795"/>
                  </a:lnTo>
                  <a:lnTo>
                    <a:pt x="253136" y="303431"/>
                  </a:lnTo>
                  <a:lnTo>
                    <a:pt x="248832" y="298235"/>
                  </a:lnTo>
                  <a:lnTo>
                    <a:pt x="243506" y="295913"/>
                  </a:lnTo>
                  <a:lnTo>
                    <a:pt x="241281" y="297537"/>
                  </a:lnTo>
                  <a:lnTo>
                    <a:pt x="238708" y="302155"/>
                  </a:lnTo>
                  <a:lnTo>
                    <a:pt x="238299" y="303704"/>
                  </a:lnTo>
                  <a:lnTo>
                    <a:pt x="236798" y="309376"/>
                  </a:lnTo>
                  <a:lnTo>
                    <a:pt x="236425" y="317276"/>
                  </a:lnTo>
                  <a:lnTo>
                    <a:pt x="233441" y="320052"/>
                  </a:lnTo>
                  <a:lnTo>
                    <a:pt x="234792" y="323840"/>
                  </a:lnTo>
                  <a:lnTo>
                    <a:pt x="237833" y="332905"/>
                  </a:lnTo>
                  <a:lnTo>
                    <a:pt x="239539" y="337465"/>
                  </a:lnTo>
                  <a:lnTo>
                    <a:pt x="236726" y="339703"/>
                  </a:lnTo>
                  <a:lnTo>
                    <a:pt x="232735" y="340382"/>
                  </a:lnTo>
                  <a:lnTo>
                    <a:pt x="232432" y="341782"/>
                  </a:lnTo>
                  <a:lnTo>
                    <a:pt x="232002" y="343766"/>
                  </a:lnTo>
                  <a:lnTo>
                    <a:pt x="232415" y="349850"/>
                  </a:lnTo>
                  <a:lnTo>
                    <a:pt x="231877" y="354506"/>
                  </a:lnTo>
                  <a:lnTo>
                    <a:pt x="228006" y="356743"/>
                  </a:lnTo>
                  <a:lnTo>
                    <a:pt x="223469" y="358477"/>
                  </a:lnTo>
                  <a:lnTo>
                    <a:pt x="219259" y="360573"/>
                  </a:lnTo>
                  <a:lnTo>
                    <a:pt x="215740" y="362322"/>
                  </a:lnTo>
                  <a:lnTo>
                    <a:pt x="213050" y="361213"/>
                  </a:lnTo>
                  <a:lnTo>
                    <a:pt x="210257" y="356481"/>
                  </a:lnTo>
                  <a:lnTo>
                    <a:pt x="206423" y="354346"/>
                  </a:lnTo>
                  <a:lnTo>
                    <a:pt x="205449" y="353803"/>
                  </a:lnTo>
                  <a:lnTo>
                    <a:pt x="201160" y="350657"/>
                  </a:lnTo>
                  <a:lnTo>
                    <a:pt x="195666" y="351283"/>
                  </a:lnTo>
                  <a:lnTo>
                    <a:pt x="194680" y="350606"/>
                  </a:lnTo>
                  <a:lnTo>
                    <a:pt x="191251" y="348249"/>
                  </a:lnTo>
                  <a:lnTo>
                    <a:pt x="188603" y="341693"/>
                  </a:lnTo>
                  <a:lnTo>
                    <a:pt x="187759" y="337998"/>
                  </a:lnTo>
                  <a:lnTo>
                    <a:pt x="185788" y="334780"/>
                  </a:lnTo>
                  <a:lnTo>
                    <a:pt x="182164" y="336774"/>
                  </a:lnTo>
                  <a:lnTo>
                    <a:pt x="177492" y="339025"/>
                  </a:lnTo>
                  <a:lnTo>
                    <a:pt x="176405" y="340522"/>
                  </a:lnTo>
                  <a:lnTo>
                    <a:pt x="175700" y="341492"/>
                  </a:lnTo>
                  <a:lnTo>
                    <a:pt x="171345" y="345924"/>
                  </a:lnTo>
                  <a:lnTo>
                    <a:pt x="170718" y="349082"/>
                  </a:lnTo>
                  <a:lnTo>
                    <a:pt x="167945" y="351579"/>
                  </a:lnTo>
                  <a:lnTo>
                    <a:pt x="163005" y="351795"/>
                  </a:lnTo>
                  <a:lnTo>
                    <a:pt x="161505" y="353591"/>
                  </a:lnTo>
                  <a:lnTo>
                    <a:pt x="160155" y="355204"/>
                  </a:lnTo>
                  <a:lnTo>
                    <a:pt x="157301" y="353531"/>
                  </a:lnTo>
                  <a:lnTo>
                    <a:pt x="152620" y="350759"/>
                  </a:lnTo>
                  <a:lnTo>
                    <a:pt x="147888" y="350964"/>
                  </a:lnTo>
                  <a:lnTo>
                    <a:pt x="140654" y="349280"/>
                  </a:lnTo>
                  <a:lnTo>
                    <a:pt x="134342" y="352736"/>
                  </a:lnTo>
                  <a:lnTo>
                    <a:pt x="133815" y="356313"/>
                  </a:lnTo>
                  <a:lnTo>
                    <a:pt x="133555" y="356503"/>
                  </a:lnTo>
                  <a:lnTo>
                    <a:pt x="131426" y="358063"/>
                  </a:lnTo>
                  <a:lnTo>
                    <a:pt x="129395" y="357701"/>
                  </a:lnTo>
                  <a:lnTo>
                    <a:pt x="124291" y="356785"/>
                  </a:lnTo>
                  <a:lnTo>
                    <a:pt x="122824" y="353475"/>
                  </a:lnTo>
                  <a:lnTo>
                    <a:pt x="118861" y="352305"/>
                  </a:lnTo>
                  <a:lnTo>
                    <a:pt x="116958" y="349279"/>
                  </a:lnTo>
                  <a:lnTo>
                    <a:pt x="112939" y="348551"/>
                  </a:lnTo>
                  <a:lnTo>
                    <a:pt x="111089" y="348215"/>
                  </a:lnTo>
                  <a:lnTo>
                    <a:pt x="107267" y="347764"/>
                  </a:lnTo>
                  <a:lnTo>
                    <a:pt x="102240" y="350237"/>
                  </a:lnTo>
                  <a:lnTo>
                    <a:pt x="96025" y="349732"/>
                  </a:lnTo>
                  <a:lnTo>
                    <a:pt x="90174" y="349310"/>
                  </a:lnTo>
                  <a:lnTo>
                    <a:pt x="88821" y="347263"/>
                  </a:lnTo>
                  <a:lnTo>
                    <a:pt x="88095" y="346165"/>
                  </a:lnTo>
                  <a:lnTo>
                    <a:pt x="87627" y="343181"/>
                  </a:lnTo>
                  <a:lnTo>
                    <a:pt x="87543" y="342643"/>
                  </a:lnTo>
                  <a:lnTo>
                    <a:pt x="82271" y="336434"/>
                  </a:lnTo>
                  <a:lnTo>
                    <a:pt x="81054" y="333415"/>
                  </a:lnTo>
                  <a:lnTo>
                    <a:pt x="78826" y="330880"/>
                  </a:lnTo>
                  <a:lnTo>
                    <a:pt x="78330" y="330315"/>
                  </a:lnTo>
                  <a:lnTo>
                    <a:pt x="72697" y="329582"/>
                  </a:lnTo>
                  <a:lnTo>
                    <a:pt x="69786" y="326532"/>
                  </a:lnTo>
                  <a:lnTo>
                    <a:pt x="68401" y="323870"/>
                  </a:lnTo>
                  <a:lnTo>
                    <a:pt x="67080" y="323422"/>
                  </a:lnTo>
                  <a:lnTo>
                    <a:pt x="65813" y="324143"/>
                  </a:lnTo>
                  <a:lnTo>
                    <a:pt x="65135" y="325643"/>
                  </a:lnTo>
                  <a:lnTo>
                    <a:pt x="64234" y="325881"/>
                  </a:lnTo>
                  <a:lnTo>
                    <a:pt x="61107" y="326705"/>
                  </a:lnTo>
                  <a:lnTo>
                    <a:pt x="57457" y="329899"/>
                  </a:lnTo>
                  <a:lnTo>
                    <a:pt x="56364" y="329617"/>
                  </a:lnTo>
                  <a:lnTo>
                    <a:pt x="52092" y="328510"/>
                  </a:lnTo>
                  <a:lnTo>
                    <a:pt x="49084" y="325967"/>
                  </a:lnTo>
                  <a:lnTo>
                    <a:pt x="48901" y="325812"/>
                  </a:lnTo>
                  <a:lnTo>
                    <a:pt x="46039" y="324938"/>
                  </a:lnTo>
                  <a:lnTo>
                    <a:pt x="41758" y="32974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687693" y="3977996"/>
              <a:ext cx="798277" cy="382297"/>
            </a:xfrm>
            <a:custGeom>
              <a:avLst/>
              <a:pathLst>
                <a:path w="798277" h="382297">
                  <a:moveTo>
                    <a:pt x="644" y="47459"/>
                  </a:moveTo>
                  <a:lnTo>
                    <a:pt x="1572" y="20919"/>
                  </a:lnTo>
                  <a:lnTo>
                    <a:pt x="1891" y="10666"/>
                  </a:lnTo>
                  <a:lnTo>
                    <a:pt x="16445" y="11230"/>
                  </a:lnTo>
                  <a:lnTo>
                    <a:pt x="29500" y="12165"/>
                  </a:lnTo>
                  <a:lnTo>
                    <a:pt x="60655" y="13176"/>
                  </a:lnTo>
                  <a:lnTo>
                    <a:pt x="89104" y="14083"/>
                  </a:lnTo>
                  <a:lnTo>
                    <a:pt x="90380" y="14106"/>
                  </a:lnTo>
                  <a:lnTo>
                    <a:pt x="101813" y="14311"/>
                  </a:lnTo>
                  <a:lnTo>
                    <a:pt x="133377" y="14781"/>
                  </a:lnTo>
                  <a:lnTo>
                    <a:pt x="139735" y="14860"/>
                  </a:lnTo>
                  <a:lnTo>
                    <a:pt x="164632" y="15088"/>
                  </a:lnTo>
                  <a:lnTo>
                    <a:pt x="177819" y="15198"/>
                  </a:lnTo>
                  <a:lnTo>
                    <a:pt x="188819" y="15272"/>
                  </a:lnTo>
                  <a:lnTo>
                    <a:pt x="196987" y="15316"/>
                  </a:lnTo>
                  <a:lnTo>
                    <a:pt x="217200" y="15320"/>
                  </a:lnTo>
                  <a:lnTo>
                    <a:pt x="224532" y="15308"/>
                  </a:lnTo>
                  <a:lnTo>
                    <a:pt x="266646" y="15385"/>
                  </a:lnTo>
                  <a:lnTo>
                    <a:pt x="274548" y="15374"/>
                  </a:lnTo>
                  <a:lnTo>
                    <a:pt x="275218" y="15372"/>
                  </a:lnTo>
                  <a:lnTo>
                    <a:pt x="305907" y="15471"/>
                  </a:lnTo>
                  <a:lnTo>
                    <a:pt x="316503" y="15453"/>
                  </a:lnTo>
                  <a:lnTo>
                    <a:pt x="324224" y="15431"/>
                  </a:lnTo>
                  <a:lnTo>
                    <a:pt x="328696" y="15414"/>
                  </a:lnTo>
                  <a:lnTo>
                    <a:pt x="353932" y="15212"/>
                  </a:lnTo>
                  <a:lnTo>
                    <a:pt x="365673" y="15089"/>
                  </a:lnTo>
                  <a:lnTo>
                    <a:pt x="384616" y="14851"/>
                  </a:lnTo>
                  <a:lnTo>
                    <a:pt x="407097" y="14577"/>
                  </a:lnTo>
                  <a:lnTo>
                    <a:pt x="424423" y="14321"/>
                  </a:lnTo>
                  <a:lnTo>
                    <a:pt x="425052" y="14308"/>
                  </a:lnTo>
                  <a:lnTo>
                    <a:pt x="446428" y="13825"/>
                  </a:lnTo>
                  <a:lnTo>
                    <a:pt x="452485" y="13678"/>
                  </a:lnTo>
                  <a:lnTo>
                    <a:pt x="474573" y="13089"/>
                  </a:lnTo>
                  <a:lnTo>
                    <a:pt x="477627" y="13003"/>
                  </a:lnTo>
                  <a:lnTo>
                    <a:pt x="505468" y="12204"/>
                  </a:lnTo>
                  <a:lnTo>
                    <a:pt x="512503" y="11985"/>
                  </a:lnTo>
                  <a:lnTo>
                    <a:pt x="534055" y="11269"/>
                  </a:lnTo>
                  <a:lnTo>
                    <a:pt x="538332" y="11119"/>
                  </a:lnTo>
                  <a:lnTo>
                    <a:pt x="570202" y="9952"/>
                  </a:lnTo>
                  <a:lnTo>
                    <a:pt x="590573" y="9171"/>
                  </a:lnTo>
                  <a:lnTo>
                    <a:pt x="592871" y="9080"/>
                  </a:lnTo>
                  <a:lnTo>
                    <a:pt x="618544" y="7917"/>
                  </a:lnTo>
                  <a:lnTo>
                    <a:pt x="638226" y="6989"/>
                  </a:lnTo>
                  <a:lnTo>
                    <a:pt x="641543" y="6827"/>
                  </a:lnTo>
                  <a:lnTo>
                    <a:pt x="644825" y="6666"/>
                  </a:lnTo>
                  <a:lnTo>
                    <a:pt x="657658" y="6029"/>
                  </a:lnTo>
                  <a:lnTo>
                    <a:pt x="677008" y="5028"/>
                  </a:lnTo>
                  <a:lnTo>
                    <a:pt x="681653" y="4780"/>
                  </a:lnTo>
                  <a:lnTo>
                    <a:pt x="692061" y="4214"/>
                  </a:lnTo>
                  <a:lnTo>
                    <a:pt x="699790" y="3785"/>
                  </a:lnTo>
                  <a:lnTo>
                    <a:pt x="722389" y="2475"/>
                  </a:lnTo>
                  <a:lnTo>
                    <a:pt x="728366" y="2118"/>
                  </a:lnTo>
                  <a:lnTo>
                    <a:pt x="729484" y="2050"/>
                  </a:lnTo>
                  <a:lnTo>
                    <a:pt x="755117" y="560"/>
                  </a:lnTo>
                  <a:lnTo>
                    <a:pt x="763715" y="0"/>
                  </a:lnTo>
                  <a:lnTo>
                    <a:pt x="765245" y="26290"/>
                  </a:lnTo>
                  <a:lnTo>
                    <a:pt x="765935" y="37448"/>
                  </a:lnTo>
                  <a:lnTo>
                    <a:pt x="766322" y="43705"/>
                  </a:lnTo>
                  <a:lnTo>
                    <a:pt x="767069" y="56510"/>
                  </a:lnTo>
                  <a:lnTo>
                    <a:pt x="771304" y="78883"/>
                  </a:lnTo>
                  <a:lnTo>
                    <a:pt x="774423" y="94348"/>
                  </a:lnTo>
                  <a:lnTo>
                    <a:pt x="775777" y="101055"/>
                  </a:lnTo>
                  <a:lnTo>
                    <a:pt x="778367" y="113859"/>
                  </a:lnTo>
                  <a:lnTo>
                    <a:pt x="783303" y="138458"/>
                  </a:lnTo>
                  <a:lnTo>
                    <a:pt x="783502" y="139473"/>
                  </a:lnTo>
                  <a:lnTo>
                    <a:pt x="786158" y="152998"/>
                  </a:lnTo>
                  <a:lnTo>
                    <a:pt x="789284" y="168889"/>
                  </a:lnTo>
                  <a:lnTo>
                    <a:pt x="791369" y="180564"/>
                  </a:lnTo>
                  <a:lnTo>
                    <a:pt x="791472" y="181142"/>
                  </a:lnTo>
                  <a:lnTo>
                    <a:pt x="791831" y="183148"/>
                  </a:lnTo>
                  <a:lnTo>
                    <a:pt x="792114" y="193761"/>
                  </a:lnTo>
                  <a:lnTo>
                    <a:pt x="792215" y="197066"/>
                  </a:lnTo>
                  <a:lnTo>
                    <a:pt x="793288" y="232464"/>
                  </a:lnTo>
                  <a:lnTo>
                    <a:pt x="793435" y="237390"/>
                  </a:lnTo>
                  <a:lnTo>
                    <a:pt x="794021" y="255682"/>
                  </a:lnTo>
                  <a:lnTo>
                    <a:pt x="794359" y="266321"/>
                  </a:lnTo>
                  <a:lnTo>
                    <a:pt x="794866" y="280745"/>
                  </a:lnTo>
                  <a:lnTo>
                    <a:pt x="795451" y="297478"/>
                  </a:lnTo>
                  <a:lnTo>
                    <a:pt x="796130" y="316635"/>
                  </a:lnTo>
                  <a:lnTo>
                    <a:pt x="796808" y="335921"/>
                  </a:lnTo>
                  <a:lnTo>
                    <a:pt x="797104" y="344836"/>
                  </a:lnTo>
                  <a:lnTo>
                    <a:pt x="797669" y="362005"/>
                  </a:lnTo>
                  <a:lnTo>
                    <a:pt x="798277" y="379092"/>
                  </a:lnTo>
                  <a:lnTo>
                    <a:pt x="794301" y="381165"/>
                  </a:lnTo>
                  <a:lnTo>
                    <a:pt x="789826" y="376008"/>
                  </a:lnTo>
                  <a:lnTo>
                    <a:pt x="784335" y="375958"/>
                  </a:lnTo>
                  <a:lnTo>
                    <a:pt x="776137" y="372635"/>
                  </a:lnTo>
                  <a:lnTo>
                    <a:pt x="774436" y="371203"/>
                  </a:lnTo>
                  <a:lnTo>
                    <a:pt x="771027" y="368332"/>
                  </a:lnTo>
                  <a:lnTo>
                    <a:pt x="763933" y="369740"/>
                  </a:lnTo>
                  <a:lnTo>
                    <a:pt x="757968" y="365924"/>
                  </a:lnTo>
                  <a:lnTo>
                    <a:pt x="754233" y="362272"/>
                  </a:lnTo>
                  <a:lnTo>
                    <a:pt x="750001" y="357790"/>
                  </a:lnTo>
                  <a:lnTo>
                    <a:pt x="743802" y="356989"/>
                  </a:lnTo>
                  <a:lnTo>
                    <a:pt x="738975" y="352483"/>
                  </a:lnTo>
                  <a:lnTo>
                    <a:pt x="733646" y="349218"/>
                  </a:lnTo>
                  <a:lnTo>
                    <a:pt x="733025" y="349011"/>
                  </a:lnTo>
                  <a:lnTo>
                    <a:pt x="726232" y="346736"/>
                  </a:lnTo>
                  <a:lnTo>
                    <a:pt x="723843" y="350522"/>
                  </a:lnTo>
                  <a:lnTo>
                    <a:pt x="721317" y="356548"/>
                  </a:lnTo>
                  <a:lnTo>
                    <a:pt x="718785" y="357130"/>
                  </a:lnTo>
                  <a:lnTo>
                    <a:pt x="714857" y="358031"/>
                  </a:lnTo>
                  <a:lnTo>
                    <a:pt x="705864" y="358398"/>
                  </a:lnTo>
                  <a:lnTo>
                    <a:pt x="698403" y="356910"/>
                  </a:lnTo>
                  <a:lnTo>
                    <a:pt x="695195" y="352375"/>
                  </a:lnTo>
                  <a:lnTo>
                    <a:pt x="690776" y="352585"/>
                  </a:lnTo>
                  <a:lnTo>
                    <a:pt x="684618" y="355318"/>
                  </a:lnTo>
                  <a:lnTo>
                    <a:pt x="678283" y="356757"/>
                  </a:lnTo>
                  <a:lnTo>
                    <a:pt x="673471" y="359660"/>
                  </a:lnTo>
                  <a:lnTo>
                    <a:pt x="670612" y="361383"/>
                  </a:lnTo>
                  <a:lnTo>
                    <a:pt x="668304" y="361275"/>
                  </a:lnTo>
                  <a:lnTo>
                    <a:pt x="664256" y="361083"/>
                  </a:lnTo>
                  <a:lnTo>
                    <a:pt x="659676" y="360030"/>
                  </a:lnTo>
                  <a:lnTo>
                    <a:pt x="647666" y="364395"/>
                  </a:lnTo>
                  <a:lnTo>
                    <a:pt x="639408" y="365857"/>
                  </a:lnTo>
                  <a:lnTo>
                    <a:pt x="637526" y="369494"/>
                  </a:lnTo>
                  <a:lnTo>
                    <a:pt x="632458" y="375666"/>
                  </a:lnTo>
                  <a:lnTo>
                    <a:pt x="627789" y="373414"/>
                  </a:lnTo>
                  <a:lnTo>
                    <a:pt x="625088" y="377462"/>
                  </a:lnTo>
                  <a:lnTo>
                    <a:pt x="619979" y="382297"/>
                  </a:lnTo>
                  <a:lnTo>
                    <a:pt x="618320" y="379956"/>
                  </a:lnTo>
                  <a:lnTo>
                    <a:pt x="615928" y="376577"/>
                  </a:lnTo>
                  <a:lnTo>
                    <a:pt x="612662" y="372894"/>
                  </a:lnTo>
                  <a:lnTo>
                    <a:pt x="606452" y="373897"/>
                  </a:lnTo>
                  <a:lnTo>
                    <a:pt x="604222" y="368936"/>
                  </a:lnTo>
                  <a:lnTo>
                    <a:pt x="599571" y="369013"/>
                  </a:lnTo>
                  <a:lnTo>
                    <a:pt x="597630" y="367754"/>
                  </a:lnTo>
                  <a:lnTo>
                    <a:pt x="597694" y="362123"/>
                  </a:lnTo>
                  <a:lnTo>
                    <a:pt x="597253" y="361874"/>
                  </a:lnTo>
                  <a:lnTo>
                    <a:pt x="590947" y="358317"/>
                  </a:lnTo>
                  <a:lnTo>
                    <a:pt x="589004" y="362921"/>
                  </a:lnTo>
                  <a:lnTo>
                    <a:pt x="586311" y="368118"/>
                  </a:lnTo>
                  <a:lnTo>
                    <a:pt x="580177" y="367183"/>
                  </a:lnTo>
                  <a:lnTo>
                    <a:pt x="578417" y="364205"/>
                  </a:lnTo>
                  <a:lnTo>
                    <a:pt x="573167" y="366853"/>
                  </a:lnTo>
                  <a:lnTo>
                    <a:pt x="568548" y="360716"/>
                  </a:lnTo>
                  <a:lnTo>
                    <a:pt x="567622" y="355742"/>
                  </a:lnTo>
                  <a:lnTo>
                    <a:pt x="564877" y="356026"/>
                  </a:lnTo>
                  <a:lnTo>
                    <a:pt x="563907" y="356126"/>
                  </a:lnTo>
                  <a:lnTo>
                    <a:pt x="563181" y="356201"/>
                  </a:lnTo>
                  <a:lnTo>
                    <a:pt x="559829" y="359274"/>
                  </a:lnTo>
                  <a:lnTo>
                    <a:pt x="560244" y="362874"/>
                  </a:lnTo>
                  <a:lnTo>
                    <a:pt x="553701" y="366585"/>
                  </a:lnTo>
                  <a:lnTo>
                    <a:pt x="551696" y="371516"/>
                  </a:lnTo>
                  <a:lnTo>
                    <a:pt x="550952" y="375914"/>
                  </a:lnTo>
                  <a:lnTo>
                    <a:pt x="550782" y="380329"/>
                  </a:lnTo>
                  <a:lnTo>
                    <a:pt x="545295" y="382002"/>
                  </a:lnTo>
                  <a:lnTo>
                    <a:pt x="539667" y="372251"/>
                  </a:lnTo>
                  <a:lnTo>
                    <a:pt x="543238" y="367893"/>
                  </a:lnTo>
                  <a:lnTo>
                    <a:pt x="539274" y="360449"/>
                  </a:lnTo>
                  <a:lnTo>
                    <a:pt x="535530" y="362147"/>
                  </a:lnTo>
                  <a:lnTo>
                    <a:pt x="528822" y="366346"/>
                  </a:lnTo>
                  <a:lnTo>
                    <a:pt x="523786" y="371668"/>
                  </a:lnTo>
                  <a:lnTo>
                    <a:pt x="517021" y="371385"/>
                  </a:lnTo>
                  <a:lnTo>
                    <a:pt x="516189" y="366077"/>
                  </a:lnTo>
                  <a:lnTo>
                    <a:pt x="512966" y="361314"/>
                  </a:lnTo>
                  <a:lnTo>
                    <a:pt x="512734" y="360970"/>
                  </a:lnTo>
                  <a:lnTo>
                    <a:pt x="506000" y="363416"/>
                  </a:lnTo>
                  <a:lnTo>
                    <a:pt x="505713" y="363202"/>
                  </a:lnTo>
                  <a:lnTo>
                    <a:pt x="502342" y="360692"/>
                  </a:lnTo>
                  <a:lnTo>
                    <a:pt x="500987" y="355529"/>
                  </a:lnTo>
                  <a:lnTo>
                    <a:pt x="494994" y="353062"/>
                  </a:lnTo>
                  <a:lnTo>
                    <a:pt x="486843" y="360763"/>
                  </a:lnTo>
                  <a:lnTo>
                    <a:pt x="482831" y="365959"/>
                  </a:lnTo>
                  <a:lnTo>
                    <a:pt x="477011" y="369590"/>
                  </a:lnTo>
                  <a:lnTo>
                    <a:pt x="468845" y="366507"/>
                  </a:lnTo>
                  <a:lnTo>
                    <a:pt x="468749" y="365062"/>
                  </a:lnTo>
                  <a:lnTo>
                    <a:pt x="468499" y="361320"/>
                  </a:lnTo>
                  <a:lnTo>
                    <a:pt x="468915" y="353769"/>
                  </a:lnTo>
                  <a:lnTo>
                    <a:pt x="463409" y="353345"/>
                  </a:lnTo>
                  <a:lnTo>
                    <a:pt x="456097" y="352784"/>
                  </a:lnTo>
                  <a:lnTo>
                    <a:pt x="454455" y="347593"/>
                  </a:lnTo>
                  <a:lnTo>
                    <a:pt x="454307" y="341302"/>
                  </a:lnTo>
                  <a:lnTo>
                    <a:pt x="451923" y="335672"/>
                  </a:lnTo>
                  <a:lnTo>
                    <a:pt x="450527" y="337211"/>
                  </a:lnTo>
                  <a:lnTo>
                    <a:pt x="447694" y="340330"/>
                  </a:lnTo>
                  <a:lnTo>
                    <a:pt x="442363" y="338964"/>
                  </a:lnTo>
                  <a:lnTo>
                    <a:pt x="433500" y="336976"/>
                  </a:lnTo>
                  <a:lnTo>
                    <a:pt x="429206" y="335851"/>
                  </a:lnTo>
                  <a:lnTo>
                    <a:pt x="426013" y="339152"/>
                  </a:lnTo>
                  <a:lnTo>
                    <a:pt x="424586" y="344084"/>
                  </a:lnTo>
                  <a:lnTo>
                    <a:pt x="423731" y="344454"/>
                  </a:lnTo>
                  <a:lnTo>
                    <a:pt x="418895" y="346541"/>
                  </a:lnTo>
                  <a:lnTo>
                    <a:pt x="413820" y="343160"/>
                  </a:lnTo>
                  <a:lnTo>
                    <a:pt x="409106" y="337133"/>
                  </a:lnTo>
                  <a:lnTo>
                    <a:pt x="405973" y="336369"/>
                  </a:lnTo>
                  <a:lnTo>
                    <a:pt x="402385" y="335493"/>
                  </a:lnTo>
                  <a:lnTo>
                    <a:pt x="398470" y="339092"/>
                  </a:lnTo>
                  <a:lnTo>
                    <a:pt x="394021" y="339404"/>
                  </a:lnTo>
                  <a:lnTo>
                    <a:pt x="387416" y="336682"/>
                  </a:lnTo>
                  <a:lnTo>
                    <a:pt x="381235" y="336253"/>
                  </a:lnTo>
                  <a:lnTo>
                    <a:pt x="374763" y="331446"/>
                  </a:lnTo>
                  <a:lnTo>
                    <a:pt x="373619" y="331349"/>
                  </a:lnTo>
                  <a:lnTo>
                    <a:pt x="368842" y="330942"/>
                  </a:lnTo>
                  <a:lnTo>
                    <a:pt x="363579" y="331853"/>
                  </a:lnTo>
                  <a:lnTo>
                    <a:pt x="356707" y="331010"/>
                  </a:lnTo>
                  <a:lnTo>
                    <a:pt x="351235" y="330503"/>
                  </a:lnTo>
                  <a:lnTo>
                    <a:pt x="349057" y="319254"/>
                  </a:lnTo>
                  <a:lnTo>
                    <a:pt x="348104" y="317974"/>
                  </a:lnTo>
                  <a:lnTo>
                    <a:pt x="342989" y="311095"/>
                  </a:lnTo>
                  <a:lnTo>
                    <a:pt x="335884" y="305443"/>
                  </a:lnTo>
                  <a:lnTo>
                    <a:pt x="331690" y="304907"/>
                  </a:lnTo>
                  <a:lnTo>
                    <a:pt x="329337" y="311894"/>
                  </a:lnTo>
                  <a:lnTo>
                    <a:pt x="324570" y="310114"/>
                  </a:lnTo>
                  <a:lnTo>
                    <a:pt x="324188" y="310071"/>
                  </a:lnTo>
                  <a:lnTo>
                    <a:pt x="313882" y="308907"/>
                  </a:lnTo>
                  <a:lnTo>
                    <a:pt x="312435" y="312644"/>
                  </a:lnTo>
                  <a:lnTo>
                    <a:pt x="303354" y="311964"/>
                  </a:lnTo>
                  <a:lnTo>
                    <a:pt x="296898" y="305851"/>
                  </a:lnTo>
                  <a:lnTo>
                    <a:pt x="291873" y="299918"/>
                  </a:lnTo>
                  <a:lnTo>
                    <a:pt x="289624" y="297763"/>
                  </a:lnTo>
                  <a:lnTo>
                    <a:pt x="281417" y="289882"/>
                  </a:lnTo>
                  <a:lnTo>
                    <a:pt x="275004" y="291646"/>
                  </a:lnTo>
                  <a:lnTo>
                    <a:pt x="274746" y="291717"/>
                  </a:lnTo>
                  <a:lnTo>
                    <a:pt x="274746" y="270696"/>
                  </a:lnTo>
                  <a:lnTo>
                    <a:pt x="274746" y="238615"/>
                  </a:lnTo>
                  <a:lnTo>
                    <a:pt x="274746" y="221329"/>
                  </a:lnTo>
                  <a:lnTo>
                    <a:pt x="274745" y="194207"/>
                  </a:lnTo>
                  <a:lnTo>
                    <a:pt x="274745" y="171937"/>
                  </a:lnTo>
                  <a:lnTo>
                    <a:pt x="274745" y="142265"/>
                  </a:lnTo>
                  <a:lnTo>
                    <a:pt x="274745" y="122514"/>
                  </a:lnTo>
                  <a:lnTo>
                    <a:pt x="274744" y="72230"/>
                  </a:lnTo>
                  <a:lnTo>
                    <a:pt x="274437" y="72230"/>
                  </a:lnTo>
                  <a:lnTo>
                    <a:pt x="246310" y="72179"/>
                  </a:lnTo>
                  <a:lnTo>
                    <a:pt x="224785" y="72090"/>
                  </a:lnTo>
                  <a:lnTo>
                    <a:pt x="220531" y="72066"/>
                  </a:lnTo>
                  <a:lnTo>
                    <a:pt x="193842" y="71807"/>
                  </a:lnTo>
                  <a:lnTo>
                    <a:pt x="187436" y="71755"/>
                  </a:lnTo>
                  <a:lnTo>
                    <a:pt x="175444" y="71642"/>
                  </a:lnTo>
                  <a:lnTo>
                    <a:pt x="126132" y="70816"/>
                  </a:lnTo>
                  <a:lnTo>
                    <a:pt x="107585" y="70421"/>
                  </a:lnTo>
                  <a:lnTo>
                    <a:pt x="88755" y="69943"/>
                  </a:lnTo>
                  <a:lnTo>
                    <a:pt x="76848" y="69616"/>
                  </a:lnTo>
                  <a:lnTo>
                    <a:pt x="0" y="67249"/>
                  </a:lnTo>
                  <a:lnTo>
                    <a:pt x="404" y="556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780862" y="2555306"/>
              <a:ext cx="581130" cy="494885"/>
            </a:xfrm>
            <a:custGeom>
              <a:avLst/>
              <a:pathLst>
                <a:path w="581130" h="494885">
                  <a:moveTo>
                    <a:pt x="6700" y="290652"/>
                  </a:moveTo>
                  <a:lnTo>
                    <a:pt x="14220" y="282228"/>
                  </a:lnTo>
                  <a:lnTo>
                    <a:pt x="14363" y="281997"/>
                  </a:lnTo>
                  <a:lnTo>
                    <a:pt x="20271" y="272472"/>
                  </a:lnTo>
                  <a:lnTo>
                    <a:pt x="24217" y="265097"/>
                  </a:lnTo>
                  <a:lnTo>
                    <a:pt x="26933" y="259718"/>
                  </a:lnTo>
                  <a:lnTo>
                    <a:pt x="29005" y="255868"/>
                  </a:lnTo>
                  <a:lnTo>
                    <a:pt x="28730" y="252673"/>
                  </a:lnTo>
                  <a:lnTo>
                    <a:pt x="32789" y="250002"/>
                  </a:lnTo>
                  <a:lnTo>
                    <a:pt x="39488" y="242993"/>
                  </a:lnTo>
                  <a:lnTo>
                    <a:pt x="46083" y="233304"/>
                  </a:lnTo>
                  <a:lnTo>
                    <a:pt x="48433" y="228806"/>
                  </a:lnTo>
                  <a:lnTo>
                    <a:pt x="52589" y="220850"/>
                  </a:lnTo>
                  <a:lnTo>
                    <a:pt x="58895" y="207489"/>
                  </a:lnTo>
                  <a:lnTo>
                    <a:pt x="60779" y="203494"/>
                  </a:lnTo>
                  <a:lnTo>
                    <a:pt x="67711" y="186831"/>
                  </a:lnTo>
                  <a:lnTo>
                    <a:pt x="71925" y="175443"/>
                  </a:lnTo>
                  <a:lnTo>
                    <a:pt x="72825" y="171724"/>
                  </a:lnTo>
                  <a:lnTo>
                    <a:pt x="73050" y="170794"/>
                  </a:lnTo>
                  <a:lnTo>
                    <a:pt x="78434" y="159916"/>
                  </a:lnTo>
                  <a:lnTo>
                    <a:pt x="80786" y="152334"/>
                  </a:lnTo>
                  <a:lnTo>
                    <a:pt x="85475" y="141020"/>
                  </a:lnTo>
                  <a:lnTo>
                    <a:pt x="87480" y="134773"/>
                  </a:lnTo>
                  <a:lnTo>
                    <a:pt x="89386" y="126135"/>
                  </a:lnTo>
                  <a:lnTo>
                    <a:pt x="91064" y="123038"/>
                  </a:lnTo>
                  <a:lnTo>
                    <a:pt x="96575" y="113622"/>
                  </a:lnTo>
                  <a:lnTo>
                    <a:pt x="99991" y="105431"/>
                  </a:lnTo>
                  <a:lnTo>
                    <a:pt x="100072" y="105236"/>
                  </a:lnTo>
                  <a:lnTo>
                    <a:pt x="104832" y="97168"/>
                  </a:lnTo>
                  <a:lnTo>
                    <a:pt x="106913" y="90883"/>
                  </a:lnTo>
                  <a:lnTo>
                    <a:pt x="109243" y="85440"/>
                  </a:lnTo>
                  <a:lnTo>
                    <a:pt x="110044" y="79125"/>
                  </a:lnTo>
                  <a:lnTo>
                    <a:pt x="113464" y="72114"/>
                  </a:lnTo>
                  <a:lnTo>
                    <a:pt x="114090" y="66576"/>
                  </a:lnTo>
                  <a:lnTo>
                    <a:pt x="117892" y="60453"/>
                  </a:lnTo>
                  <a:lnTo>
                    <a:pt x="121047" y="51999"/>
                  </a:lnTo>
                  <a:lnTo>
                    <a:pt x="122294" y="47829"/>
                  </a:lnTo>
                  <a:lnTo>
                    <a:pt x="121842" y="42999"/>
                  </a:lnTo>
                  <a:lnTo>
                    <a:pt x="122690" y="40728"/>
                  </a:lnTo>
                  <a:lnTo>
                    <a:pt x="124448" y="36023"/>
                  </a:lnTo>
                  <a:lnTo>
                    <a:pt x="126008" y="29633"/>
                  </a:lnTo>
                  <a:lnTo>
                    <a:pt x="125489" y="25714"/>
                  </a:lnTo>
                  <a:lnTo>
                    <a:pt x="129724" y="24032"/>
                  </a:lnTo>
                  <a:lnTo>
                    <a:pt x="131979" y="18445"/>
                  </a:lnTo>
                  <a:lnTo>
                    <a:pt x="132905" y="9038"/>
                  </a:lnTo>
                  <a:lnTo>
                    <a:pt x="129517" y="2530"/>
                  </a:lnTo>
                  <a:lnTo>
                    <a:pt x="133136" y="0"/>
                  </a:lnTo>
                  <a:lnTo>
                    <a:pt x="136750" y="6563"/>
                  </a:lnTo>
                  <a:lnTo>
                    <a:pt x="141522" y="6806"/>
                  </a:lnTo>
                  <a:lnTo>
                    <a:pt x="146968" y="6474"/>
                  </a:lnTo>
                  <a:lnTo>
                    <a:pt x="148688" y="9338"/>
                  </a:lnTo>
                  <a:lnTo>
                    <a:pt x="152872" y="7976"/>
                  </a:lnTo>
                  <a:lnTo>
                    <a:pt x="157696" y="8259"/>
                  </a:lnTo>
                  <a:lnTo>
                    <a:pt x="160834" y="6264"/>
                  </a:lnTo>
                  <a:lnTo>
                    <a:pt x="165192" y="6625"/>
                  </a:lnTo>
                  <a:lnTo>
                    <a:pt x="167254" y="11115"/>
                  </a:lnTo>
                  <a:lnTo>
                    <a:pt x="165788" y="15278"/>
                  </a:lnTo>
                  <a:lnTo>
                    <a:pt x="168420" y="19519"/>
                  </a:lnTo>
                  <a:lnTo>
                    <a:pt x="168881" y="19671"/>
                  </a:lnTo>
                  <a:lnTo>
                    <a:pt x="173884" y="21323"/>
                  </a:lnTo>
                  <a:lnTo>
                    <a:pt x="178662" y="20221"/>
                  </a:lnTo>
                  <a:lnTo>
                    <a:pt x="181915" y="19468"/>
                  </a:lnTo>
                  <a:lnTo>
                    <a:pt x="184863" y="20713"/>
                  </a:lnTo>
                  <a:lnTo>
                    <a:pt x="190249" y="27308"/>
                  </a:lnTo>
                  <a:lnTo>
                    <a:pt x="191999" y="30638"/>
                  </a:lnTo>
                  <a:lnTo>
                    <a:pt x="194988" y="33568"/>
                  </a:lnTo>
                  <a:lnTo>
                    <a:pt x="196084" y="40595"/>
                  </a:lnTo>
                  <a:lnTo>
                    <a:pt x="197247" y="46113"/>
                  </a:lnTo>
                  <a:lnTo>
                    <a:pt x="196143" y="50455"/>
                  </a:lnTo>
                  <a:lnTo>
                    <a:pt x="196583" y="54940"/>
                  </a:lnTo>
                  <a:lnTo>
                    <a:pt x="195964" y="56371"/>
                  </a:lnTo>
                  <a:lnTo>
                    <a:pt x="194443" y="59888"/>
                  </a:lnTo>
                  <a:lnTo>
                    <a:pt x="195205" y="65029"/>
                  </a:lnTo>
                  <a:lnTo>
                    <a:pt x="194107" y="67655"/>
                  </a:lnTo>
                  <a:lnTo>
                    <a:pt x="192372" y="71807"/>
                  </a:lnTo>
                  <a:lnTo>
                    <a:pt x="193008" y="73736"/>
                  </a:lnTo>
                  <a:lnTo>
                    <a:pt x="193654" y="75694"/>
                  </a:lnTo>
                  <a:lnTo>
                    <a:pt x="198521" y="80447"/>
                  </a:lnTo>
                  <a:lnTo>
                    <a:pt x="207115" y="85509"/>
                  </a:lnTo>
                  <a:lnTo>
                    <a:pt x="209892" y="88217"/>
                  </a:lnTo>
                  <a:lnTo>
                    <a:pt x="213779" y="88149"/>
                  </a:lnTo>
                  <a:lnTo>
                    <a:pt x="216064" y="91482"/>
                  </a:lnTo>
                  <a:lnTo>
                    <a:pt x="220185" y="93046"/>
                  </a:lnTo>
                  <a:lnTo>
                    <a:pt x="221151" y="92776"/>
                  </a:lnTo>
                  <a:lnTo>
                    <a:pt x="225863" y="91455"/>
                  </a:lnTo>
                  <a:lnTo>
                    <a:pt x="231035" y="92371"/>
                  </a:lnTo>
                  <a:lnTo>
                    <a:pt x="237850" y="91185"/>
                  </a:lnTo>
                  <a:lnTo>
                    <a:pt x="241751" y="89495"/>
                  </a:lnTo>
                  <a:lnTo>
                    <a:pt x="243706" y="89142"/>
                  </a:lnTo>
                  <a:lnTo>
                    <a:pt x="245299" y="88854"/>
                  </a:lnTo>
                  <a:lnTo>
                    <a:pt x="248140" y="86645"/>
                  </a:lnTo>
                  <a:lnTo>
                    <a:pt x="251894" y="86403"/>
                  </a:lnTo>
                  <a:lnTo>
                    <a:pt x="256246" y="88849"/>
                  </a:lnTo>
                  <a:lnTo>
                    <a:pt x="260607" y="89006"/>
                  </a:lnTo>
                  <a:lnTo>
                    <a:pt x="269421" y="89394"/>
                  </a:lnTo>
                  <a:lnTo>
                    <a:pt x="269912" y="89790"/>
                  </a:lnTo>
                  <a:lnTo>
                    <a:pt x="274415" y="93416"/>
                  </a:lnTo>
                  <a:lnTo>
                    <a:pt x="275340" y="94160"/>
                  </a:lnTo>
                  <a:lnTo>
                    <a:pt x="280871" y="94629"/>
                  </a:lnTo>
                  <a:lnTo>
                    <a:pt x="287544" y="99694"/>
                  </a:lnTo>
                  <a:lnTo>
                    <a:pt x="287946" y="106025"/>
                  </a:lnTo>
                  <a:lnTo>
                    <a:pt x="291968" y="106194"/>
                  </a:lnTo>
                  <a:lnTo>
                    <a:pt x="295023" y="103968"/>
                  </a:lnTo>
                  <a:lnTo>
                    <a:pt x="303895" y="105544"/>
                  </a:lnTo>
                  <a:lnTo>
                    <a:pt x="305544" y="106790"/>
                  </a:lnTo>
                  <a:lnTo>
                    <a:pt x="306552" y="107552"/>
                  </a:lnTo>
                  <a:lnTo>
                    <a:pt x="309686" y="105650"/>
                  </a:lnTo>
                  <a:lnTo>
                    <a:pt x="320962" y="104411"/>
                  </a:lnTo>
                  <a:lnTo>
                    <a:pt x="323706" y="103192"/>
                  </a:lnTo>
                  <a:lnTo>
                    <a:pt x="325013" y="102611"/>
                  </a:lnTo>
                  <a:lnTo>
                    <a:pt x="327723" y="103261"/>
                  </a:lnTo>
                  <a:lnTo>
                    <a:pt x="331884" y="108812"/>
                  </a:lnTo>
                  <a:lnTo>
                    <a:pt x="332947" y="109104"/>
                  </a:lnTo>
                  <a:lnTo>
                    <a:pt x="338141" y="110530"/>
                  </a:lnTo>
                  <a:lnTo>
                    <a:pt x="346154" y="110514"/>
                  </a:lnTo>
                  <a:lnTo>
                    <a:pt x="350661" y="111235"/>
                  </a:lnTo>
                  <a:lnTo>
                    <a:pt x="356020" y="108107"/>
                  </a:lnTo>
                  <a:lnTo>
                    <a:pt x="360680" y="108161"/>
                  </a:lnTo>
                  <a:lnTo>
                    <a:pt x="365636" y="106897"/>
                  </a:lnTo>
                  <a:lnTo>
                    <a:pt x="368003" y="106292"/>
                  </a:lnTo>
                  <a:lnTo>
                    <a:pt x="374327" y="106581"/>
                  </a:lnTo>
                  <a:lnTo>
                    <a:pt x="378570" y="106771"/>
                  </a:lnTo>
                  <a:lnTo>
                    <a:pt x="386958" y="107999"/>
                  </a:lnTo>
                  <a:lnTo>
                    <a:pt x="392632" y="103441"/>
                  </a:lnTo>
                  <a:lnTo>
                    <a:pt x="394546" y="103361"/>
                  </a:lnTo>
                  <a:lnTo>
                    <a:pt x="399276" y="106369"/>
                  </a:lnTo>
                  <a:lnTo>
                    <a:pt x="402860" y="106603"/>
                  </a:lnTo>
                  <a:lnTo>
                    <a:pt x="407219" y="106884"/>
                  </a:lnTo>
                  <a:lnTo>
                    <a:pt x="414229" y="106870"/>
                  </a:lnTo>
                  <a:lnTo>
                    <a:pt x="422149" y="109486"/>
                  </a:lnTo>
                  <a:lnTo>
                    <a:pt x="426695" y="108151"/>
                  </a:lnTo>
                  <a:lnTo>
                    <a:pt x="432173" y="105549"/>
                  </a:lnTo>
                  <a:lnTo>
                    <a:pt x="451259" y="110038"/>
                  </a:lnTo>
                  <a:lnTo>
                    <a:pt x="470387" y="114588"/>
                  </a:lnTo>
                  <a:lnTo>
                    <a:pt x="493290" y="119937"/>
                  </a:lnTo>
                  <a:lnTo>
                    <a:pt x="494483" y="120213"/>
                  </a:lnTo>
                  <a:lnTo>
                    <a:pt x="510549" y="123893"/>
                  </a:lnTo>
                  <a:lnTo>
                    <a:pt x="517610" y="125584"/>
                  </a:lnTo>
                  <a:lnTo>
                    <a:pt x="525234" y="127398"/>
                  </a:lnTo>
                  <a:lnTo>
                    <a:pt x="533017" y="129238"/>
                  </a:lnTo>
                  <a:lnTo>
                    <a:pt x="560160" y="135235"/>
                  </a:lnTo>
                  <a:lnTo>
                    <a:pt x="561258" y="138947"/>
                  </a:lnTo>
                  <a:lnTo>
                    <a:pt x="561948" y="143946"/>
                  </a:lnTo>
                  <a:lnTo>
                    <a:pt x="564637" y="149830"/>
                  </a:lnTo>
                  <a:lnTo>
                    <a:pt x="565157" y="150964"/>
                  </a:lnTo>
                  <a:lnTo>
                    <a:pt x="568080" y="152910"/>
                  </a:lnTo>
                  <a:lnTo>
                    <a:pt x="571659" y="157838"/>
                  </a:lnTo>
                  <a:lnTo>
                    <a:pt x="576105" y="159102"/>
                  </a:lnTo>
                  <a:lnTo>
                    <a:pt x="578844" y="163858"/>
                  </a:lnTo>
                  <a:lnTo>
                    <a:pt x="578314" y="168725"/>
                  </a:lnTo>
                  <a:lnTo>
                    <a:pt x="581130" y="175510"/>
                  </a:lnTo>
                  <a:lnTo>
                    <a:pt x="577750" y="179443"/>
                  </a:lnTo>
                  <a:lnTo>
                    <a:pt x="570065" y="189504"/>
                  </a:lnTo>
                  <a:lnTo>
                    <a:pt x="562206" y="199985"/>
                  </a:lnTo>
                  <a:lnTo>
                    <a:pt x="560325" y="203869"/>
                  </a:lnTo>
                  <a:lnTo>
                    <a:pt x="559731" y="205094"/>
                  </a:lnTo>
                  <a:lnTo>
                    <a:pt x="553373" y="217032"/>
                  </a:lnTo>
                  <a:lnTo>
                    <a:pt x="550837" y="219987"/>
                  </a:lnTo>
                  <a:lnTo>
                    <a:pt x="546323" y="223377"/>
                  </a:lnTo>
                  <a:lnTo>
                    <a:pt x="544256" y="227861"/>
                  </a:lnTo>
                  <a:lnTo>
                    <a:pt x="544871" y="232693"/>
                  </a:lnTo>
                  <a:lnTo>
                    <a:pt x="541753" y="237542"/>
                  </a:lnTo>
                  <a:lnTo>
                    <a:pt x="539663" y="239936"/>
                  </a:lnTo>
                  <a:lnTo>
                    <a:pt x="535952" y="244182"/>
                  </a:lnTo>
                  <a:lnTo>
                    <a:pt x="530170" y="245809"/>
                  </a:lnTo>
                  <a:lnTo>
                    <a:pt x="526525" y="247830"/>
                  </a:lnTo>
                  <a:lnTo>
                    <a:pt x="523005" y="254171"/>
                  </a:lnTo>
                  <a:lnTo>
                    <a:pt x="518132" y="262074"/>
                  </a:lnTo>
                  <a:lnTo>
                    <a:pt x="515937" y="264794"/>
                  </a:lnTo>
                  <a:lnTo>
                    <a:pt x="511345" y="267960"/>
                  </a:lnTo>
                  <a:lnTo>
                    <a:pt x="511029" y="272828"/>
                  </a:lnTo>
                  <a:lnTo>
                    <a:pt x="508547" y="275710"/>
                  </a:lnTo>
                  <a:lnTo>
                    <a:pt x="509619" y="278855"/>
                  </a:lnTo>
                  <a:lnTo>
                    <a:pt x="510589" y="282047"/>
                  </a:lnTo>
                  <a:lnTo>
                    <a:pt x="508705" y="284679"/>
                  </a:lnTo>
                  <a:lnTo>
                    <a:pt x="508230" y="285342"/>
                  </a:lnTo>
                  <a:lnTo>
                    <a:pt x="510645" y="288650"/>
                  </a:lnTo>
                  <a:lnTo>
                    <a:pt x="514157" y="287643"/>
                  </a:lnTo>
                  <a:lnTo>
                    <a:pt x="517333" y="292138"/>
                  </a:lnTo>
                  <a:lnTo>
                    <a:pt x="522898" y="293480"/>
                  </a:lnTo>
                  <a:lnTo>
                    <a:pt x="522523" y="297324"/>
                  </a:lnTo>
                  <a:lnTo>
                    <a:pt x="526267" y="299507"/>
                  </a:lnTo>
                  <a:lnTo>
                    <a:pt x="526229" y="301876"/>
                  </a:lnTo>
                  <a:lnTo>
                    <a:pt x="526075" y="301997"/>
                  </a:lnTo>
                  <a:lnTo>
                    <a:pt x="519701" y="306993"/>
                  </a:lnTo>
                  <a:lnTo>
                    <a:pt x="521211" y="312602"/>
                  </a:lnTo>
                  <a:lnTo>
                    <a:pt x="518885" y="316493"/>
                  </a:lnTo>
                  <a:lnTo>
                    <a:pt x="516194" y="324169"/>
                  </a:lnTo>
                  <a:lnTo>
                    <a:pt x="515309" y="325337"/>
                  </a:lnTo>
                  <a:lnTo>
                    <a:pt x="511772" y="329999"/>
                  </a:lnTo>
                  <a:lnTo>
                    <a:pt x="508922" y="342943"/>
                  </a:lnTo>
                  <a:lnTo>
                    <a:pt x="507250" y="350544"/>
                  </a:lnTo>
                  <a:lnTo>
                    <a:pt x="496525" y="402163"/>
                  </a:lnTo>
                  <a:lnTo>
                    <a:pt x="492477" y="421852"/>
                  </a:lnTo>
                  <a:lnTo>
                    <a:pt x="484466" y="460633"/>
                  </a:lnTo>
                  <a:lnTo>
                    <a:pt x="477472" y="494885"/>
                  </a:lnTo>
                  <a:lnTo>
                    <a:pt x="466079" y="492406"/>
                  </a:lnTo>
                  <a:lnTo>
                    <a:pt x="452391" y="489553"/>
                  </a:lnTo>
                  <a:lnTo>
                    <a:pt x="437768" y="486431"/>
                  </a:lnTo>
                  <a:lnTo>
                    <a:pt x="421206" y="482769"/>
                  </a:lnTo>
                  <a:lnTo>
                    <a:pt x="399722" y="478048"/>
                  </a:lnTo>
                  <a:lnTo>
                    <a:pt x="379599" y="473571"/>
                  </a:lnTo>
                  <a:lnTo>
                    <a:pt x="361372" y="469574"/>
                  </a:lnTo>
                  <a:lnTo>
                    <a:pt x="346523" y="465951"/>
                  </a:lnTo>
                  <a:lnTo>
                    <a:pt x="332832" y="462725"/>
                  </a:lnTo>
                  <a:lnTo>
                    <a:pt x="325202" y="460813"/>
                  </a:lnTo>
                  <a:lnTo>
                    <a:pt x="322836" y="460217"/>
                  </a:lnTo>
                  <a:lnTo>
                    <a:pt x="298794" y="454100"/>
                  </a:lnTo>
                  <a:lnTo>
                    <a:pt x="280761" y="449760"/>
                  </a:lnTo>
                  <a:lnTo>
                    <a:pt x="268770" y="446721"/>
                  </a:lnTo>
                  <a:lnTo>
                    <a:pt x="247764" y="441412"/>
                  </a:lnTo>
                  <a:lnTo>
                    <a:pt x="235218" y="438162"/>
                  </a:lnTo>
                  <a:lnTo>
                    <a:pt x="222905" y="434949"/>
                  </a:lnTo>
                  <a:lnTo>
                    <a:pt x="212727" y="432270"/>
                  </a:lnTo>
                  <a:lnTo>
                    <a:pt x="198688" y="428110"/>
                  </a:lnTo>
                  <a:lnTo>
                    <a:pt x="186345" y="424824"/>
                  </a:lnTo>
                  <a:lnTo>
                    <a:pt x="185829" y="424673"/>
                  </a:lnTo>
                  <a:lnTo>
                    <a:pt x="171013" y="420326"/>
                  </a:lnTo>
                  <a:lnTo>
                    <a:pt x="159887" y="416997"/>
                  </a:lnTo>
                  <a:lnTo>
                    <a:pt x="143302" y="412116"/>
                  </a:lnTo>
                  <a:lnTo>
                    <a:pt x="131109" y="408489"/>
                  </a:lnTo>
                  <a:lnTo>
                    <a:pt x="117361" y="404511"/>
                  </a:lnTo>
                  <a:lnTo>
                    <a:pt x="97809" y="399303"/>
                  </a:lnTo>
                  <a:lnTo>
                    <a:pt x="81855" y="394747"/>
                  </a:lnTo>
                  <a:lnTo>
                    <a:pt x="75472" y="392271"/>
                  </a:lnTo>
                  <a:lnTo>
                    <a:pt x="69847" y="391023"/>
                  </a:lnTo>
                  <a:lnTo>
                    <a:pt x="62138" y="389301"/>
                  </a:lnTo>
                  <a:lnTo>
                    <a:pt x="56548" y="387389"/>
                  </a:lnTo>
                  <a:lnTo>
                    <a:pt x="51020" y="385972"/>
                  </a:lnTo>
                  <a:lnTo>
                    <a:pt x="41984" y="383643"/>
                  </a:lnTo>
                  <a:lnTo>
                    <a:pt x="31313" y="380362"/>
                  </a:lnTo>
                  <a:lnTo>
                    <a:pt x="19739" y="376774"/>
                  </a:lnTo>
                  <a:lnTo>
                    <a:pt x="6201" y="372376"/>
                  </a:lnTo>
                  <a:lnTo>
                    <a:pt x="3638" y="367006"/>
                  </a:lnTo>
                  <a:lnTo>
                    <a:pt x="1398" y="364142"/>
                  </a:lnTo>
                  <a:lnTo>
                    <a:pt x="630" y="357884"/>
                  </a:lnTo>
                  <a:lnTo>
                    <a:pt x="1366" y="353161"/>
                  </a:lnTo>
                  <a:lnTo>
                    <a:pt x="1138" y="348578"/>
                  </a:lnTo>
                  <a:lnTo>
                    <a:pt x="0" y="345948"/>
                  </a:lnTo>
                  <a:lnTo>
                    <a:pt x="1535" y="340898"/>
                  </a:lnTo>
                  <a:lnTo>
                    <a:pt x="1752" y="336644"/>
                  </a:lnTo>
                  <a:lnTo>
                    <a:pt x="3486" y="328601"/>
                  </a:lnTo>
                  <a:lnTo>
                    <a:pt x="8445" y="320453"/>
                  </a:lnTo>
                  <a:lnTo>
                    <a:pt x="9859" y="315295"/>
                  </a:lnTo>
                  <a:lnTo>
                    <a:pt x="10689" y="309679"/>
                  </a:lnTo>
                  <a:lnTo>
                    <a:pt x="8765" y="307337"/>
                  </a:lnTo>
                  <a:lnTo>
                    <a:pt x="9289" y="306129"/>
                  </a:lnTo>
                  <a:lnTo>
                    <a:pt x="6562" y="30090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877529" y="3042766"/>
              <a:ext cx="405455" cy="284135"/>
            </a:xfrm>
            <a:custGeom>
              <a:avLst/>
              <a:pathLst>
                <a:path w="405455" h="284135">
                  <a:moveTo>
                    <a:pt x="21301" y="182728"/>
                  </a:moveTo>
                  <a:lnTo>
                    <a:pt x="17018" y="164032"/>
                  </a:lnTo>
                  <a:lnTo>
                    <a:pt x="16858" y="163336"/>
                  </a:lnTo>
                  <a:lnTo>
                    <a:pt x="14906" y="154834"/>
                  </a:lnTo>
                  <a:lnTo>
                    <a:pt x="9784" y="132894"/>
                  </a:lnTo>
                  <a:lnTo>
                    <a:pt x="9579" y="132019"/>
                  </a:lnTo>
                  <a:lnTo>
                    <a:pt x="6166" y="117445"/>
                  </a:lnTo>
                  <a:lnTo>
                    <a:pt x="2567" y="102069"/>
                  </a:lnTo>
                  <a:lnTo>
                    <a:pt x="0" y="91127"/>
                  </a:lnTo>
                  <a:lnTo>
                    <a:pt x="10672" y="83195"/>
                  </a:lnTo>
                  <a:lnTo>
                    <a:pt x="20057" y="73746"/>
                  </a:lnTo>
                  <a:lnTo>
                    <a:pt x="20451" y="70462"/>
                  </a:lnTo>
                  <a:lnTo>
                    <a:pt x="22948" y="67731"/>
                  </a:lnTo>
                  <a:lnTo>
                    <a:pt x="27405" y="67523"/>
                  </a:lnTo>
                  <a:lnTo>
                    <a:pt x="32490" y="62212"/>
                  </a:lnTo>
                  <a:lnTo>
                    <a:pt x="36842" y="58575"/>
                  </a:lnTo>
                  <a:lnTo>
                    <a:pt x="41267" y="54331"/>
                  </a:lnTo>
                  <a:lnTo>
                    <a:pt x="44154" y="66167"/>
                  </a:lnTo>
                  <a:lnTo>
                    <a:pt x="46968" y="77460"/>
                  </a:lnTo>
                  <a:lnTo>
                    <a:pt x="56365" y="75080"/>
                  </a:lnTo>
                  <a:lnTo>
                    <a:pt x="65001" y="72876"/>
                  </a:lnTo>
                  <a:lnTo>
                    <a:pt x="90609" y="66121"/>
                  </a:lnTo>
                  <a:lnTo>
                    <a:pt x="95473" y="64822"/>
                  </a:lnTo>
                  <a:lnTo>
                    <a:pt x="99463" y="63747"/>
                  </a:lnTo>
                  <a:lnTo>
                    <a:pt x="119481" y="58298"/>
                  </a:lnTo>
                  <a:lnTo>
                    <a:pt x="137414" y="53480"/>
                  </a:lnTo>
                  <a:lnTo>
                    <a:pt x="139709" y="52858"/>
                  </a:lnTo>
                  <a:lnTo>
                    <a:pt x="143728" y="51739"/>
                  </a:lnTo>
                  <a:lnTo>
                    <a:pt x="154585" y="48698"/>
                  </a:lnTo>
                  <a:lnTo>
                    <a:pt x="166944" y="45319"/>
                  </a:lnTo>
                  <a:lnTo>
                    <a:pt x="172022" y="43866"/>
                  </a:lnTo>
                  <a:lnTo>
                    <a:pt x="180673" y="41379"/>
                  </a:lnTo>
                  <a:lnTo>
                    <a:pt x="217855" y="30495"/>
                  </a:lnTo>
                  <a:lnTo>
                    <a:pt x="220438" y="29744"/>
                  </a:lnTo>
                  <a:lnTo>
                    <a:pt x="222837" y="29045"/>
                  </a:lnTo>
                  <a:lnTo>
                    <a:pt x="245607" y="22349"/>
                  </a:lnTo>
                  <a:lnTo>
                    <a:pt x="251519" y="20689"/>
                  </a:lnTo>
                  <a:lnTo>
                    <a:pt x="270997" y="14803"/>
                  </a:lnTo>
                  <a:lnTo>
                    <a:pt x="273436" y="14059"/>
                  </a:lnTo>
                  <a:lnTo>
                    <a:pt x="287880" y="9628"/>
                  </a:lnTo>
                  <a:lnTo>
                    <a:pt x="311632" y="2181"/>
                  </a:lnTo>
                  <a:lnTo>
                    <a:pt x="312000" y="2064"/>
                  </a:lnTo>
                  <a:lnTo>
                    <a:pt x="319324" y="286"/>
                  </a:lnTo>
                  <a:lnTo>
                    <a:pt x="320499" y="0"/>
                  </a:lnTo>
                  <a:lnTo>
                    <a:pt x="324681" y="2901"/>
                  </a:lnTo>
                  <a:lnTo>
                    <a:pt x="328016" y="7576"/>
                  </a:lnTo>
                  <a:lnTo>
                    <a:pt x="333056" y="8072"/>
                  </a:lnTo>
                  <a:lnTo>
                    <a:pt x="336134" y="8269"/>
                  </a:lnTo>
                  <a:lnTo>
                    <a:pt x="338322" y="8408"/>
                  </a:lnTo>
                  <a:lnTo>
                    <a:pt x="341695" y="10895"/>
                  </a:lnTo>
                  <a:lnTo>
                    <a:pt x="344251" y="14674"/>
                  </a:lnTo>
                  <a:lnTo>
                    <a:pt x="347332" y="23935"/>
                  </a:lnTo>
                  <a:lnTo>
                    <a:pt x="348494" y="27090"/>
                  </a:lnTo>
                  <a:lnTo>
                    <a:pt x="349368" y="29465"/>
                  </a:lnTo>
                  <a:lnTo>
                    <a:pt x="355157" y="34891"/>
                  </a:lnTo>
                  <a:lnTo>
                    <a:pt x="361886" y="36541"/>
                  </a:lnTo>
                  <a:lnTo>
                    <a:pt x="368100" y="36765"/>
                  </a:lnTo>
                  <a:lnTo>
                    <a:pt x="370862" y="36211"/>
                  </a:lnTo>
                  <a:lnTo>
                    <a:pt x="372226" y="35938"/>
                  </a:lnTo>
                  <a:lnTo>
                    <a:pt x="376453" y="40908"/>
                  </a:lnTo>
                  <a:lnTo>
                    <a:pt x="372857" y="43657"/>
                  </a:lnTo>
                  <a:lnTo>
                    <a:pt x="370572" y="48489"/>
                  </a:lnTo>
                  <a:lnTo>
                    <a:pt x="369125" y="55289"/>
                  </a:lnTo>
                  <a:lnTo>
                    <a:pt x="368968" y="57444"/>
                  </a:lnTo>
                  <a:lnTo>
                    <a:pt x="368623" y="62128"/>
                  </a:lnTo>
                  <a:lnTo>
                    <a:pt x="365149" y="67429"/>
                  </a:lnTo>
                  <a:lnTo>
                    <a:pt x="365065" y="67864"/>
                  </a:lnTo>
                  <a:lnTo>
                    <a:pt x="364815" y="69146"/>
                  </a:lnTo>
                  <a:lnTo>
                    <a:pt x="364202" y="72286"/>
                  </a:lnTo>
                  <a:lnTo>
                    <a:pt x="361848" y="76978"/>
                  </a:lnTo>
                  <a:lnTo>
                    <a:pt x="358930" y="81461"/>
                  </a:lnTo>
                  <a:lnTo>
                    <a:pt x="359916" y="82524"/>
                  </a:lnTo>
                  <a:lnTo>
                    <a:pt x="362479" y="85281"/>
                  </a:lnTo>
                  <a:lnTo>
                    <a:pt x="365523" y="88105"/>
                  </a:lnTo>
                  <a:lnTo>
                    <a:pt x="364853" y="91694"/>
                  </a:lnTo>
                  <a:lnTo>
                    <a:pt x="365223" y="96949"/>
                  </a:lnTo>
                  <a:lnTo>
                    <a:pt x="361594" y="100583"/>
                  </a:lnTo>
                  <a:lnTo>
                    <a:pt x="361861" y="104968"/>
                  </a:lnTo>
                  <a:lnTo>
                    <a:pt x="363909" y="111521"/>
                  </a:lnTo>
                  <a:lnTo>
                    <a:pt x="364746" y="113928"/>
                  </a:lnTo>
                  <a:lnTo>
                    <a:pt x="365223" y="115297"/>
                  </a:lnTo>
                  <a:lnTo>
                    <a:pt x="365895" y="117229"/>
                  </a:lnTo>
                  <a:lnTo>
                    <a:pt x="368866" y="115704"/>
                  </a:lnTo>
                  <a:lnTo>
                    <a:pt x="373201" y="116866"/>
                  </a:lnTo>
                  <a:lnTo>
                    <a:pt x="375900" y="122194"/>
                  </a:lnTo>
                  <a:lnTo>
                    <a:pt x="376035" y="124576"/>
                  </a:lnTo>
                  <a:lnTo>
                    <a:pt x="377923" y="127592"/>
                  </a:lnTo>
                  <a:lnTo>
                    <a:pt x="380205" y="128032"/>
                  </a:lnTo>
                  <a:lnTo>
                    <a:pt x="383759" y="127241"/>
                  </a:lnTo>
                  <a:lnTo>
                    <a:pt x="386308" y="130356"/>
                  </a:lnTo>
                  <a:lnTo>
                    <a:pt x="387871" y="131473"/>
                  </a:lnTo>
                  <a:lnTo>
                    <a:pt x="390038" y="133022"/>
                  </a:lnTo>
                  <a:lnTo>
                    <a:pt x="393940" y="135307"/>
                  </a:lnTo>
                  <a:lnTo>
                    <a:pt x="396895" y="137683"/>
                  </a:lnTo>
                  <a:lnTo>
                    <a:pt x="401950" y="140002"/>
                  </a:lnTo>
                  <a:lnTo>
                    <a:pt x="403065" y="140939"/>
                  </a:lnTo>
                  <a:lnTo>
                    <a:pt x="405455" y="143134"/>
                  </a:lnTo>
                  <a:lnTo>
                    <a:pt x="403155" y="146073"/>
                  </a:lnTo>
                  <a:lnTo>
                    <a:pt x="399736" y="147654"/>
                  </a:lnTo>
                  <a:lnTo>
                    <a:pt x="398400" y="151941"/>
                  </a:lnTo>
                  <a:lnTo>
                    <a:pt x="394436" y="154484"/>
                  </a:lnTo>
                  <a:lnTo>
                    <a:pt x="392406" y="157172"/>
                  </a:lnTo>
                  <a:lnTo>
                    <a:pt x="391576" y="158271"/>
                  </a:lnTo>
                  <a:lnTo>
                    <a:pt x="388243" y="163543"/>
                  </a:lnTo>
                  <a:lnTo>
                    <a:pt x="385205" y="166937"/>
                  </a:lnTo>
                  <a:lnTo>
                    <a:pt x="384617" y="168813"/>
                  </a:lnTo>
                  <a:lnTo>
                    <a:pt x="384722" y="169131"/>
                  </a:lnTo>
                  <a:lnTo>
                    <a:pt x="385508" y="171505"/>
                  </a:lnTo>
                  <a:lnTo>
                    <a:pt x="386026" y="173070"/>
                  </a:lnTo>
                  <a:lnTo>
                    <a:pt x="385612" y="173396"/>
                  </a:lnTo>
                  <a:lnTo>
                    <a:pt x="383239" y="175261"/>
                  </a:lnTo>
                  <a:lnTo>
                    <a:pt x="381830" y="177146"/>
                  </a:lnTo>
                  <a:lnTo>
                    <a:pt x="381351" y="177786"/>
                  </a:lnTo>
                  <a:lnTo>
                    <a:pt x="379207" y="179030"/>
                  </a:lnTo>
                  <a:lnTo>
                    <a:pt x="377072" y="180268"/>
                  </a:lnTo>
                  <a:lnTo>
                    <a:pt x="374072" y="181457"/>
                  </a:lnTo>
                  <a:lnTo>
                    <a:pt x="370731" y="186321"/>
                  </a:lnTo>
                  <a:lnTo>
                    <a:pt x="370508" y="186645"/>
                  </a:lnTo>
                  <a:lnTo>
                    <a:pt x="365644" y="185644"/>
                  </a:lnTo>
                  <a:lnTo>
                    <a:pt x="359739" y="186555"/>
                  </a:lnTo>
                  <a:lnTo>
                    <a:pt x="359197" y="186886"/>
                  </a:lnTo>
                  <a:lnTo>
                    <a:pt x="358335" y="187413"/>
                  </a:lnTo>
                  <a:lnTo>
                    <a:pt x="354304" y="189871"/>
                  </a:lnTo>
                  <a:lnTo>
                    <a:pt x="351566" y="193395"/>
                  </a:lnTo>
                  <a:lnTo>
                    <a:pt x="350098" y="197009"/>
                  </a:lnTo>
                  <a:lnTo>
                    <a:pt x="349654" y="200441"/>
                  </a:lnTo>
                  <a:lnTo>
                    <a:pt x="348712" y="200730"/>
                  </a:lnTo>
                  <a:lnTo>
                    <a:pt x="326616" y="207488"/>
                  </a:lnTo>
                  <a:lnTo>
                    <a:pt x="320384" y="209375"/>
                  </a:lnTo>
                  <a:lnTo>
                    <a:pt x="319989" y="209494"/>
                  </a:lnTo>
                  <a:lnTo>
                    <a:pt x="308553" y="212923"/>
                  </a:lnTo>
                  <a:lnTo>
                    <a:pt x="298948" y="215779"/>
                  </a:lnTo>
                  <a:lnTo>
                    <a:pt x="290759" y="218198"/>
                  </a:lnTo>
                  <a:lnTo>
                    <a:pt x="289601" y="218538"/>
                  </a:lnTo>
                  <a:lnTo>
                    <a:pt x="285050" y="219904"/>
                  </a:lnTo>
                  <a:lnTo>
                    <a:pt x="272028" y="223787"/>
                  </a:lnTo>
                  <a:lnTo>
                    <a:pt x="271500" y="223940"/>
                  </a:lnTo>
                  <a:lnTo>
                    <a:pt x="257559" y="227944"/>
                  </a:lnTo>
                  <a:lnTo>
                    <a:pt x="256090" y="228363"/>
                  </a:lnTo>
                  <a:lnTo>
                    <a:pt x="242043" y="232366"/>
                  </a:lnTo>
                  <a:lnTo>
                    <a:pt x="241393" y="232550"/>
                  </a:lnTo>
                  <a:lnTo>
                    <a:pt x="222156" y="237841"/>
                  </a:lnTo>
                  <a:lnTo>
                    <a:pt x="202400" y="243232"/>
                  </a:lnTo>
                  <a:lnTo>
                    <a:pt x="200914" y="243639"/>
                  </a:lnTo>
                  <a:lnTo>
                    <a:pt x="185224" y="247906"/>
                  </a:lnTo>
                  <a:lnTo>
                    <a:pt x="182801" y="248559"/>
                  </a:lnTo>
                  <a:lnTo>
                    <a:pt x="160693" y="254459"/>
                  </a:lnTo>
                  <a:lnTo>
                    <a:pt x="155233" y="255914"/>
                  </a:lnTo>
                  <a:lnTo>
                    <a:pt x="147488" y="257968"/>
                  </a:lnTo>
                  <a:lnTo>
                    <a:pt x="139930" y="259960"/>
                  </a:lnTo>
                  <a:lnTo>
                    <a:pt x="117560" y="265903"/>
                  </a:lnTo>
                  <a:lnTo>
                    <a:pt x="112124" y="267331"/>
                  </a:lnTo>
                  <a:lnTo>
                    <a:pt x="93559" y="272078"/>
                  </a:lnTo>
                  <a:lnTo>
                    <a:pt x="83698" y="274531"/>
                  </a:lnTo>
                  <a:lnTo>
                    <a:pt x="73333" y="277088"/>
                  </a:lnTo>
                  <a:lnTo>
                    <a:pt x="50939" y="282609"/>
                  </a:lnTo>
                  <a:lnTo>
                    <a:pt x="44579" y="284135"/>
                  </a:lnTo>
                  <a:lnTo>
                    <a:pt x="39900" y="263526"/>
                  </a:lnTo>
                  <a:lnTo>
                    <a:pt x="38844" y="258886"/>
                  </a:lnTo>
                  <a:lnTo>
                    <a:pt x="36046" y="246627"/>
                  </a:lnTo>
                  <a:lnTo>
                    <a:pt x="32475" y="231017"/>
                  </a:lnTo>
                  <a:lnTo>
                    <a:pt x="31346" y="226093"/>
                  </a:lnTo>
                  <a:lnTo>
                    <a:pt x="29820" y="219443"/>
                  </a:lnTo>
                  <a:lnTo>
                    <a:pt x="26645" y="205630"/>
                  </a:lnTo>
                  <a:lnTo>
                    <a:pt x="22406" y="187458"/>
                  </a:lnTo>
                  <a:lnTo>
                    <a:pt x="21428" y="18327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78629" y="3904571"/>
              <a:ext cx="552143" cy="647078"/>
            </a:xfrm>
            <a:custGeom>
              <a:avLst/>
              <a:pathLst>
                <a:path w="552143" h="647078">
                  <a:moveTo>
                    <a:pt x="2794" y="445136"/>
                  </a:moveTo>
                  <a:lnTo>
                    <a:pt x="2322" y="442559"/>
                  </a:lnTo>
                  <a:lnTo>
                    <a:pt x="6708" y="439903"/>
                  </a:lnTo>
                  <a:lnTo>
                    <a:pt x="11757" y="433424"/>
                  </a:lnTo>
                  <a:lnTo>
                    <a:pt x="13330" y="431277"/>
                  </a:lnTo>
                  <a:lnTo>
                    <a:pt x="16541" y="432618"/>
                  </a:lnTo>
                  <a:lnTo>
                    <a:pt x="21160" y="432673"/>
                  </a:lnTo>
                  <a:lnTo>
                    <a:pt x="25180" y="432718"/>
                  </a:lnTo>
                  <a:lnTo>
                    <a:pt x="28258" y="430342"/>
                  </a:lnTo>
                  <a:lnTo>
                    <a:pt x="29119" y="429676"/>
                  </a:lnTo>
                  <a:lnTo>
                    <a:pt x="35562" y="424139"/>
                  </a:lnTo>
                  <a:lnTo>
                    <a:pt x="36956" y="418360"/>
                  </a:lnTo>
                  <a:lnTo>
                    <a:pt x="36122" y="415910"/>
                  </a:lnTo>
                  <a:lnTo>
                    <a:pt x="36474" y="410831"/>
                  </a:lnTo>
                  <a:lnTo>
                    <a:pt x="34673" y="405068"/>
                  </a:lnTo>
                  <a:lnTo>
                    <a:pt x="34159" y="404846"/>
                  </a:lnTo>
                  <a:lnTo>
                    <a:pt x="29341" y="402757"/>
                  </a:lnTo>
                  <a:lnTo>
                    <a:pt x="24644" y="402524"/>
                  </a:lnTo>
                  <a:lnTo>
                    <a:pt x="21066" y="401165"/>
                  </a:lnTo>
                  <a:lnTo>
                    <a:pt x="19071" y="393666"/>
                  </a:lnTo>
                  <a:lnTo>
                    <a:pt x="22258" y="388470"/>
                  </a:lnTo>
                  <a:lnTo>
                    <a:pt x="23495" y="381170"/>
                  </a:lnTo>
                  <a:lnTo>
                    <a:pt x="24210" y="378609"/>
                  </a:lnTo>
                  <a:lnTo>
                    <a:pt x="20511" y="374512"/>
                  </a:lnTo>
                  <a:lnTo>
                    <a:pt x="22399" y="371090"/>
                  </a:lnTo>
                  <a:lnTo>
                    <a:pt x="23304" y="365597"/>
                  </a:lnTo>
                  <a:lnTo>
                    <a:pt x="22211" y="362387"/>
                  </a:lnTo>
                  <a:lnTo>
                    <a:pt x="26859" y="361793"/>
                  </a:lnTo>
                  <a:lnTo>
                    <a:pt x="30272" y="361919"/>
                  </a:lnTo>
                  <a:lnTo>
                    <a:pt x="30966" y="360891"/>
                  </a:lnTo>
                  <a:lnTo>
                    <a:pt x="34625" y="355464"/>
                  </a:lnTo>
                  <a:lnTo>
                    <a:pt x="41872" y="350183"/>
                  </a:lnTo>
                  <a:lnTo>
                    <a:pt x="42341" y="344485"/>
                  </a:lnTo>
                  <a:lnTo>
                    <a:pt x="43557" y="338862"/>
                  </a:lnTo>
                  <a:lnTo>
                    <a:pt x="45795" y="335911"/>
                  </a:lnTo>
                  <a:lnTo>
                    <a:pt x="46936" y="333333"/>
                  </a:lnTo>
                  <a:lnTo>
                    <a:pt x="46878" y="328936"/>
                  </a:lnTo>
                  <a:lnTo>
                    <a:pt x="46608" y="321741"/>
                  </a:lnTo>
                  <a:lnTo>
                    <a:pt x="48463" y="318185"/>
                  </a:lnTo>
                  <a:lnTo>
                    <a:pt x="48778" y="314378"/>
                  </a:lnTo>
                  <a:lnTo>
                    <a:pt x="46967" y="311104"/>
                  </a:lnTo>
                  <a:lnTo>
                    <a:pt x="49607" y="308507"/>
                  </a:lnTo>
                  <a:lnTo>
                    <a:pt x="55158" y="303762"/>
                  </a:lnTo>
                  <a:lnTo>
                    <a:pt x="57316" y="300773"/>
                  </a:lnTo>
                  <a:lnTo>
                    <a:pt x="58357" y="297095"/>
                  </a:lnTo>
                  <a:lnTo>
                    <a:pt x="58754" y="295692"/>
                  </a:lnTo>
                  <a:lnTo>
                    <a:pt x="60943" y="294077"/>
                  </a:lnTo>
                  <a:lnTo>
                    <a:pt x="66263" y="292557"/>
                  </a:lnTo>
                  <a:lnTo>
                    <a:pt x="71502" y="290027"/>
                  </a:lnTo>
                  <a:lnTo>
                    <a:pt x="77220" y="288856"/>
                  </a:lnTo>
                  <a:lnTo>
                    <a:pt x="82472" y="284116"/>
                  </a:lnTo>
                  <a:lnTo>
                    <a:pt x="86113" y="282654"/>
                  </a:lnTo>
                  <a:lnTo>
                    <a:pt x="86644" y="278116"/>
                  </a:lnTo>
                  <a:lnTo>
                    <a:pt x="86678" y="277826"/>
                  </a:lnTo>
                  <a:lnTo>
                    <a:pt x="84562" y="273321"/>
                  </a:lnTo>
                  <a:lnTo>
                    <a:pt x="77639" y="266160"/>
                  </a:lnTo>
                  <a:lnTo>
                    <a:pt x="72349" y="260081"/>
                  </a:lnTo>
                  <a:lnTo>
                    <a:pt x="68647" y="259409"/>
                  </a:lnTo>
                  <a:lnTo>
                    <a:pt x="69755" y="252572"/>
                  </a:lnTo>
                  <a:lnTo>
                    <a:pt x="67021" y="245280"/>
                  </a:lnTo>
                  <a:lnTo>
                    <a:pt x="65149" y="233214"/>
                  </a:lnTo>
                  <a:lnTo>
                    <a:pt x="63506" y="229352"/>
                  </a:lnTo>
                  <a:lnTo>
                    <a:pt x="57715" y="218727"/>
                  </a:lnTo>
                  <a:lnTo>
                    <a:pt x="53742" y="211906"/>
                  </a:lnTo>
                  <a:lnTo>
                    <a:pt x="55278" y="204715"/>
                  </a:lnTo>
                  <a:lnTo>
                    <a:pt x="55925" y="198573"/>
                  </a:lnTo>
                  <a:lnTo>
                    <a:pt x="57727" y="191803"/>
                  </a:lnTo>
                  <a:lnTo>
                    <a:pt x="59033" y="186378"/>
                  </a:lnTo>
                  <a:lnTo>
                    <a:pt x="60779" y="186746"/>
                  </a:lnTo>
                  <a:lnTo>
                    <a:pt x="63296" y="185307"/>
                  </a:lnTo>
                  <a:lnTo>
                    <a:pt x="64104" y="172295"/>
                  </a:lnTo>
                  <a:lnTo>
                    <a:pt x="63149" y="156474"/>
                  </a:lnTo>
                  <a:lnTo>
                    <a:pt x="60666" y="151781"/>
                  </a:lnTo>
                  <a:lnTo>
                    <a:pt x="62022" y="144039"/>
                  </a:lnTo>
                  <a:lnTo>
                    <a:pt x="63671" y="137571"/>
                  </a:lnTo>
                  <a:lnTo>
                    <a:pt x="64263" y="135249"/>
                  </a:lnTo>
                  <a:lnTo>
                    <a:pt x="61916" y="130511"/>
                  </a:lnTo>
                  <a:lnTo>
                    <a:pt x="62620" y="121877"/>
                  </a:lnTo>
                  <a:lnTo>
                    <a:pt x="63430" y="113408"/>
                  </a:lnTo>
                  <a:lnTo>
                    <a:pt x="67115" y="108684"/>
                  </a:lnTo>
                  <a:lnTo>
                    <a:pt x="65170" y="104433"/>
                  </a:lnTo>
                  <a:lnTo>
                    <a:pt x="63292" y="99613"/>
                  </a:lnTo>
                  <a:lnTo>
                    <a:pt x="63427" y="92603"/>
                  </a:lnTo>
                  <a:lnTo>
                    <a:pt x="64321" y="86801"/>
                  </a:lnTo>
                  <a:lnTo>
                    <a:pt x="64395" y="86324"/>
                  </a:lnTo>
                  <a:lnTo>
                    <a:pt x="65560" y="82928"/>
                  </a:lnTo>
                  <a:lnTo>
                    <a:pt x="71579" y="82614"/>
                  </a:lnTo>
                  <a:lnTo>
                    <a:pt x="75197" y="80734"/>
                  </a:lnTo>
                  <a:lnTo>
                    <a:pt x="80024" y="80456"/>
                  </a:lnTo>
                  <a:lnTo>
                    <a:pt x="85038" y="81405"/>
                  </a:lnTo>
                  <a:lnTo>
                    <a:pt x="86740" y="83998"/>
                  </a:lnTo>
                  <a:lnTo>
                    <a:pt x="89890" y="84865"/>
                  </a:lnTo>
                  <a:lnTo>
                    <a:pt x="92851" y="83321"/>
                  </a:lnTo>
                  <a:lnTo>
                    <a:pt x="96546" y="84244"/>
                  </a:lnTo>
                  <a:lnTo>
                    <a:pt x="98877" y="88382"/>
                  </a:lnTo>
                  <a:lnTo>
                    <a:pt x="99912" y="93339"/>
                  </a:lnTo>
                  <a:lnTo>
                    <a:pt x="103262" y="96829"/>
                  </a:lnTo>
                  <a:lnTo>
                    <a:pt x="107694" y="99729"/>
                  </a:lnTo>
                  <a:lnTo>
                    <a:pt x="113015" y="99686"/>
                  </a:lnTo>
                  <a:lnTo>
                    <a:pt x="114605" y="96916"/>
                  </a:lnTo>
                  <a:lnTo>
                    <a:pt x="118905" y="90364"/>
                  </a:lnTo>
                  <a:lnTo>
                    <a:pt x="124488" y="83612"/>
                  </a:lnTo>
                  <a:lnTo>
                    <a:pt x="125570" y="75841"/>
                  </a:lnTo>
                  <a:lnTo>
                    <a:pt x="126532" y="69975"/>
                  </a:lnTo>
                  <a:lnTo>
                    <a:pt x="130849" y="41090"/>
                  </a:lnTo>
                  <a:lnTo>
                    <a:pt x="134651" y="16303"/>
                  </a:lnTo>
                  <a:lnTo>
                    <a:pt x="137160" y="0"/>
                  </a:lnTo>
                  <a:lnTo>
                    <a:pt x="144138" y="1222"/>
                  </a:lnTo>
                  <a:lnTo>
                    <a:pt x="226667" y="14630"/>
                  </a:lnTo>
                  <a:lnTo>
                    <a:pt x="232230" y="15490"/>
                  </a:lnTo>
                  <a:lnTo>
                    <a:pt x="237994" y="16376"/>
                  </a:lnTo>
                  <a:lnTo>
                    <a:pt x="261526" y="19941"/>
                  </a:lnTo>
                  <a:lnTo>
                    <a:pt x="262066" y="20021"/>
                  </a:lnTo>
                  <a:lnTo>
                    <a:pt x="277041" y="22239"/>
                  </a:lnTo>
                  <a:lnTo>
                    <a:pt x="355328" y="33399"/>
                  </a:lnTo>
                  <a:lnTo>
                    <a:pt x="355921" y="33480"/>
                  </a:lnTo>
                  <a:lnTo>
                    <a:pt x="366492" y="35030"/>
                  </a:lnTo>
                  <a:lnTo>
                    <a:pt x="368779" y="35313"/>
                  </a:lnTo>
                  <a:lnTo>
                    <a:pt x="384093" y="37192"/>
                  </a:lnTo>
                  <a:lnTo>
                    <a:pt x="410324" y="40547"/>
                  </a:lnTo>
                  <a:lnTo>
                    <a:pt x="433563" y="44059"/>
                  </a:lnTo>
                  <a:lnTo>
                    <a:pt x="472598" y="48860"/>
                  </a:lnTo>
                  <a:lnTo>
                    <a:pt x="514659" y="53661"/>
                  </a:lnTo>
                  <a:lnTo>
                    <a:pt x="552143" y="57830"/>
                  </a:lnTo>
                  <a:lnTo>
                    <a:pt x="550827" y="70797"/>
                  </a:lnTo>
                  <a:lnTo>
                    <a:pt x="542954" y="149696"/>
                  </a:lnTo>
                  <a:lnTo>
                    <a:pt x="541766" y="161599"/>
                  </a:lnTo>
                  <a:lnTo>
                    <a:pt x="540491" y="174394"/>
                  </a:lnTo>
                  <a:lnTo>
                    <a:pt x="537749" y="202038"/>
                  </a:lnTo>
                  <a:lnTo>
                    <a:pt x="535150" y="228124"/>
                  </a:lnTo>
                  <a:lnTo>
                    <a:pt x="533276" y="247705"/>
                  </a:lnTo>
                  <a:lnTo>
                    <a:pt x="531133" y="270166"/>
                  </a:lnTo>
                  <a:lnTo>
                    <a:pt x="527273" y="309746"/>
                  </a:lnTo>
                  <a:lnTo>
                    <a:pt x="526698" y="315665"/>
                  </a:lnTo>
                  <a:lnTo>
                    <a:pt x="520210" y="382991"/>
                  </a:lnTo>
                  <a:lnTo>
                    <a:pt x="519225" y="393142"/>
                  </a:lnTo>
                  <a:lnTo>
                    <a:pt x="515529" y="431355"/>
                  </a:lnTo>
                  <a:lnTo>
                    <a:pt x="513556" y="452236"/>
                  </a:lnTo>
                  <a:lnTo>
                    <a:pt x="509343" y="497058"/>
                  </a:lnTo>
                  <a:lnTo>
                    <a:pt x="505883" y="533536"/>
                  </a:lnTo>
                  <a:lnTo>
                    <a:pt x="502511" y="569077"/>
                  </a:lnTo>
                  <a:lnTo>
                    <a:pt x="499665" y="598922"/>
                  </a:lnTo>
                  <a:lnTo>
                    <a:pt x="495153" y="647078"/>
                  </a:lnTo>
                  <a:lnTo>
                    <a:pt x="455373" y="642677"/>
                  </a:lnTo>
                  <a:lnTo>
                    <a:pt x="425391" y="639221"/>
                  </a:lnTo>
                  <a:lnTo>
                    <a:pt x="369056" y="632635"/>
                  </a:lnTo>
                  <a:lnTo>
                    <a:pt x="314119" y="625805"/>
                  </a:lnTo>
                  <a:lnTo>
                    <a:pt x="289176" y="612795"/>
                  </a:lnTo>
                  <a:lnTo>
                    <a:pt x="204446" y="567670"/>
                  </a:lnTo>
                  <a:lnTo>
                    <a:pt x="122947" y="523753"/>
                  </a:lnTo>
                  <a:lnTo>
                    <a:pt x="88119" y="504565"/>
                  </a:lnTo>
                  <a:lnTo>
                    <a:pt x="0" y="455189"/>
                  </a:lnTo>
                  <a:lnTo>
                    <a:pt x="635" y="452270"/>
                  </a:lnTo>
                  <a:lnTo>
                    <a:pt x="2469" y="449607"/>
                  </a:lnTo>
                  <a:lnTo>
                    <a:pt x="1071" y="4478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87497" y="2933928"/>
              <a:ext cx="4242" cy="5296"/>
            </a:xfrm>
            <a:custGeom>
              <a:avLst/>
              <a:pathLst>
                <a:path w="4242" h="5296">
                  <a:moveTo>
                    <a:pt x="0" y="4802"/>
                  </a:moveTo>
                  <a:lnTo>
                    <a:pt x="163" y="880"/>
                  </a:lnTo>
                  <a:lnTo>
                    <a:pt x="1762" y="0"/>
                  </a:lnTo>
                  <a:lnTo>
                    <a:pt x="3179" y="2799"/>
                  </a:lnTo>
                  <a:lnTo>
                    <a:pt x="4242" y="4166"/>
                  </a:lnTo>
                  <a:lnTo>
                    <a:pt x="1671" y="529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67557" y="2894243"/>
              <a:ext cx="32307" cy="40545"/>
            </a:xfrm>
            <a:custGeom>
              <a:avLst/>
              <a:pathLst>
                <a:path w="32307" h="40545">
                  <a:moveTo>
                    <a:pt x="9315" y="40009"/>
                  </a:moveTo>
                  <a:lnTo>
                    <a:pt x="9622" y="38060"/>
                  </a:lnTo>
                  <a:lnTo>
                    <a:pt x="8526" y="35288"/>
                  </a:lnTo>
                  <a:lnTo>
                    <a:pt x="9925" y="34526"/>
                  </a:lnTo>
                  <a:lnTo>
                    <a:pt x="8588" y="30158"/>
                  </a:lnTo>
                  <a:lnTo>
                    <a:pt x="7217" y="25688"/>
                  </a:lnTo>
                  <a:lnTo>
                    <a:pt x="5065" y="19479"/>
                  </a:lnTo>
                  <a:lnTo>
                    <a:pt x="3591" y="15556"/>
                  </a:lnTo>
                  <a:lnTo>
                    <a:pt x="0" y="5903"/>
                  </a:lnTo>
                  <a:lnTo>
                    <a:pt x="6613" y="3187"/>
                  </a:lnTo>
                  <a:lnTo>
                    <a:pt x="7149" y="2967"/>
                  </a:lnTo>
                  <a:lnTo>
                    <a:pt x="8235" y="2518"/>
                  </a:lnTo>
                  <a:lnTo>
                    <a:pt x="10336" y="1654"/>
                  </a:lnTo>
                  <a:lnTo>
                    <a:pt x="14344" y="0"/>
                  </a:lnTo>
                  <a:lnTo>
                    <a:pt x="14916" y="1630"/>
                  </a:lnTo>
                  <a:lnTo>
                    <a:pt x="15475" y="3224"/>
                  </a:lnTo>
                  <a:lnTo>
                    <a:pt x="16468" y="6077"/>
                  </a:lnTo>
                  <a:lnTo>
                    <a:pt x="17940" y="5516"/>
                  </a:lnTo>
                  <a:lnTo>
                    <a:pt x="18972" y="8489"/>
                  </a:lnTo>
                  <a:lnTo>
                    <a:pt x="20167" y="10745"/>
                  </a:lnTo>
                  <a:lnTo>
                    <a:pt x="20676" y="10847"/>
                  </a:lnTo>
                  <a:lnTo>
                    <a:pt x="23052" y="11322"/>
                  </a:lnTo>
                  <a:lnTo>
                    <a:pt x="25947" y="13629"/>
                  </a:lnTo>
                  <a:lnTo>
                    <a:pt x="26659" y="14194"/>
                  </a:lnTo>
                  <a:lnTo>
                    <a:pt x="29103" y="14095"/>
                  </a:lnTo>
                  <a:lnTo>
                    <a:pt x="29655" y="16007"/>
                  </a:lnTo>
                  <a:lnTo>
                    <a:pt x="29924" y="16937"/>
                  </a:lnTo>
                  <a:lnTo>
                    <a:pt x="32307" y="21796"/>
                  </a:lnTo>
                  <a:lnTo>
                    <a:pt x="31817" y="22615"/>
                  </a:lnTo>
                  <a:lnTo>
                    <a:pt x="30444" y="24660"/>
                  </a:lnTo>
                  <a:lnTo>
                    <a:pt x="28193" y="24225"/>
                  </a:lnTo>
                  <a:lnTo>
                    <a:pt x="26695" y="24431"/>
                  </a:lnTo>
                  <a:lnTo>
                    <a:pt x="26364" y="26546"/>
                  </a:lnTo>
                  <a:lnTo>
                    <a:pt x="25028" y="27078"/>
                  </a:lnTo>
                  <a:lnTo>
                    <a:pt x="23524" y="27102"/>
                  </a:lnTo>
                  <a:lnTo>
                    <a:pt x="22623" y="27688"/>
                  </a:lnTo>
                  <a:lnTo>
                    <a:pt x="22253" y="27928"/>
                  </a:lnTo>
                  <a:lnTo>
                    <a:pt x="22094" y="30512"/>
                  </a:lnTo>
                  <a:lnTo>
                    <a:pt x="21723" y="32630"/>
                  </a:lnTo>
                  <a:lnTo>
                    <a:pt x="19164" y="33492"/>
                  </a:lnTo>
                  <a:lnTo>
                    <a:pt x="16944" y="34992"/>
                  </a:lnTo>
                  <a:lnTo>
                    <a:pt x="14630" y="37148"/>
                  </a:lnTo>
                  <a:lnTo>
                    <a:pt x="11850" y="38782"/>
                  </a:lnTo>
                  <a:lnTo>
                    <a:pt x="9409" y="4054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690250" y="3994560"/>
              <a:ext cx="476256" cy="356305"/>
            </a:xfrm>
            <a:custGeom>
              <a:avLst/>
              <a:pathLst>
                <a:path w="476256" h="356305">
                  <a:moveTo>
                    <a:pt x="0" y="95593"/>
                  </a:moveTo>
                  <a:lnTo>
                    <a:pt x="2500" y="91371"/>
                  </a:lnTo>
                  <a:lnTo>
                    <a:pt x="1512" y="87953"/>
                  </a:lnTo>
                  <a:lnTo>
                    <a:pt x="4515" y="83344"/>
                  </a:lnTo>
                  <a:lnTo>
                    <a:pt x="6930" y="79199"/>
                  </a:lnTo>
                  <a:lnTo>
                    <a:pt x="11139" y="74601"/>
                  </a:lnTo>
                  <a:lnTo>
                    <a:pt x="16018" y="68771"/>
                  </a:lnTo>
                  <a:lnTo>
                    <a:pt x="16912" y="64943"/>
                  </a:lnTo>
                  <a:lnTo>
                    <a:pt x="17458" y="59364"/>
                  </a:lnTo>
                  <a:lnTo>
                    <a:pt x="26340" y="54394"/>
                  </a:lnTo>
                  <a:lnTo>
                    <a:pt x="36181" y="48868"/>
                  </a:lnTo>
                  <a:lnTo>
                    <a:pt x="46312" y="43207"/>
                  </a:lnTo>
                  <a:lnTo>
                    <a:pt x="48418" y="43222"/>
                  </a:lnTo>
                  <a:lnTo>
                    <a:pt x="49925" y="43233"/>
                  </a:lnTo>
                  <a:lnTo>
                    <a:pt x="54627" y="36782"/>
                  </a:lnTo>
                  <a:lnTo>
                    <a:pt x="64345" y="32100"/>
                  </a:lnTo>
                  <a:lnTo>
                    <a:pt x="68393" y="30144"/>
                  </a:lnTo>
                  <a:lnTo>
                    <a:pt x="75151" y="26085"/>
                  </a:lnTo>
                  <a:lnTo>
                    <a:pt x="78762" y="22297"/>
                  </a:lnTo>
                  <a:lnTo>
                    <a:pt x="84309" y="21568"/>
                  </a:lnTo>
                  <a:lnTo>
                    <a:pt x="88108" y="21066"/>
                  </a:lnTo>
                  <a:lnTo>
                    <a:pt x="89826" y="20839"/>
                  </a:lnTo>
                  <a:lnTo>
                    <a:pt x="97320" y="19435"/>
                  </a:lnTo>
                  <a:lnTo>
                    <a:pt x="107719" y="17474"/>
                  </a:lnTo>
                  <a:lnTo>
                    <a:pt x="113967" y="16289"/>
                  </a:lnTo>
                  <a:lnTo>
                    <a:pt x="120624" y="15141"/>
                  </a:lnTo>
                  <a:lnTo>
                    <a:pt x="129614" y="13582"/>
                  </a:lnTo>
                  <a:lnTo>
                    <a:pt x="139674" y="11824"/>
                  </a:lnTo>
                  <a:lnTo>
                    <a:pt x="165587" y="7236"/>
                  </a:lnTo>
                  <a:lnTo>
                    <a:pt x="177595" y="5229"/>
                  </a:lnTo>
                  <a:lnTo>
                    <a:pt x="181341" y="4599"/>
                  </a:lnTo>
                  <a:lnTo>
                    <a:pt x="208367" y="0"/>
                  </a:lnTo>
                  <a:lnTo>
                    <a:pt x="208480" y="274"/>
                  </a:lnTo>
                  <a:lnTo>
                    <a:pt x="209576" y="2953"/>
                  </a:lnTo>
                  <a:lnTo>
                    <a:pt x="208759" y="9116"/>
                  </a:lnTo>
                  <a:lnTo>
                    <a:pt x="210988" y="12051"/>
                  </a:lnTo>
                  <a:lnTo>
                    <a:pt x="219474" y="2499"/>
                  </a:lnTo>
                  <a:lnTo>
                    <a:pt x="222943" y="5605"/>
                  </a:lnTo>
                  <a:lnTo>
                    <a:pt x="230863" y="12686"/>
                  </a:lnTo>
                  <a:lnTo>
                    <a:pt x="237931" y="18992"/>
                  </a:lnTo>
                  <a:lnTo>
                    <a:pt x="239219" y="32246"/>
                  </a:lnTo>
                  <a:lnTo>
                    <a:pt x="261480" y="27796"/>
                  </a:lnTo>
                  <a:lnTo>
                    <a:pt x="284179" y="22867"/>
                  </a:lnTo>
                  <a:lnTo>
                    <a:pt x="307123" y="17813"/>
                  </a:lnTo>
                  <a:lnTo>
                    <a:pt x="321211" y="14609"/>
                  </a:lnTo>
                  <a:lnTo>
                    <a:pt x="321466" y="14550"/>
                  </a:lnTo>
                  <a:lnTo>
                    <a:pt x="343244" y="9542"/>
                  </a:lnTo>
                  <a:lnTo>
                    <a:pt x="344902" y="9158"/>
                  </a:lnTo>
                  <a:lnTo>
                    <a:pt x="369364" y="24318"/>
                  </a:lnTo>
                  <a:lnTo>
                    <a:pt x="370685" y="25133"/>
                  </a:lnTo>
                  <a:lnTo>
                    <a:pt x="381242" y="31640"/>
                  </a:lnTo>
                  <a:lnTo>
                    <a:pt x="410248" y="50380"/>
                  </a:lnTo>
                  <a:lnTo>
                    <a:pt x="414574" y="53162"/>
                  </a:lnTo>
                  <a:lnTo>
                    <a:pt x="444686" y="72026"/>
                  </a:lnTo>
                  <a:lnTo>
                    <a:pt x="463419" y="83746"/>
                  </a:lnTo>
                  <a:lnTo>
                    <a:pt x="467493" y="86287"/>
                  </a:lnTo>
                  <a:lnTo>
                    <a:pt x="476256" y="91855"/>
                  </a:lnTo>
                  <a:lnTo>
                    <a:pt x="464751" y="98940"/>
                  </a:lnTo>
                  <a:lnTo>
                    <a:pt x="456537" y="107047"/>
                  </a:lnTo>
                  <a:lnTo>
                    <a:pt x="449637" y="116481"/>
                  </a:lnTo>
                  <a:lnTo>
                    <a:pt x="444223" y="125886"/>
                  </a:lnTo>
                  <a:lnTo>
                    <a:pt x="440544" y="135001"/>
                  </a:lnTo>
                  <a:lnTo>
                    <a:pt x="438386" y="140334"/>
                  </a:lnTo>
                  <a:lnTo>
                    <a:pt x="434334" y="147411"/>
                  </a:lnTo>
                  <a:lnTo>
                    <a:pt x="431537" y="157826"/>
                  </a:lnTo>
                  <a:lnTo>
                    <a:pt x="430929" y="167298"/>
                  </a:lnTo>
                  <a:lnTo>
                    <a:pt x="431461" y="178020"/>
                  </a:lnTo>
                  <a:lnTo>
                    <a:pt x="433036" y="181438"/>
                  </a:lnTo>
                  <a:lnTo>
                    <a:pt x="430219" y="188348"/>
                  </a:lnTo>
                  <a:lnTo>
                    <a:pt x="425477" y="193856"/>
                  </a:lnTo>
                  <a:lnTo>
                    <a:pt x="424102" y="195450"/>
                  </a:lnTo>
                  <a:lnTo>
                    <a:pt x="420938" y="198646"/>
                  </a:lnTo>
                  <a:lnTo>
                    <a:pt x="421035" y="203439"/>
                  </a:lnTo>
                  <a:lnTo>
                    <a:pt x="420155" y="208963"/>
                  </a:lnTo>
                  <a:lnTo>
                    <a:pt x="413867" y="209508"/>
                  </a:lnTo>
                  <a:lnTo>
                    <a:pt x="408462" y="212529"/>
                  </a:lnTo>
                  <a:lnTo>
                    <a:pt x="403883" y="209525"/>
                  </a:lnTo>
                  <a:lnTo>
                    <a:pt x="399020" y="214235"/>
                  </a:lnTo>
                  <a:lnTo>
                    <a:pt x="397387" y="218788"/>
                  </a:lnTo>
                  <a:lnTo>
                    <a:pt x="402049" y="223167"/>
                  </a:lnTo>
                  <a:lnTo>
                    <a:pt x="399730" y="227202"/>
                  </a:lnTo>
                  <a:lnTo>
                    <a:pt x="391902" y="234919"/>
                  </a:lnTo>
                  <a:lnTo>
                    <a:pt x="389992" y="240772"/>
                  </a:lnTo>
                  <a:lnTo>
                    <a:pt x="382133" y="247496"/>
                  </a:lnTo>
                  <a:lnTo>
                    <a:pt x="378081" y="252300"/>
                  </a:lnTo>
                  <a:lnTo>
                    <a:pt x="377709" y="258504"/>
                  </a:lnTo>
                  <a:lnTo>
                    <a:pt x="370748" y="265600"/>
                  </a:lnTo>
                  <a:lnTo>
                    <a:pt x="368449" y="270254"/>
                  </a:lnTo>
                  <a:lnTo>
                    <a:pt x="361159" y="272318"/>
                  </a:lnTo>
                  <a:lnTo>
                    <a:pt x="354870" y="276831"/>
                  </a:lnTo>
                  <a:lnTo>
                    <a:pt x="351601" y="281441"/>
                  </a:lnTo>
                  <a:lnTo>
                    <a:pt x="346543" y="284548"/>
                  </a:lnTo>
                  <a:lnTo>
                    <a:pt x="346070" y="285053"/>
                  </a:lnTo>
                  <a:lnTo>
                    <a:pt x="338897" y="292698"/>
                  </a:lnTo>
                  <a:lnTo>
                    <a:pt x="331808" y="295285"/>
                  </a:lnTo>
                  <a:lnTo>
                    <a:pt x="326190" y="293688"/>
                  </a:lnTo>
                  <a:lnTo>
                    <a:pt x="325835" y="295217"/>
                  </a:lnTo>
                  <a:lnTo>
                    <a:pt x="325169" y="298078"/>
                  </a:lnTo>
                  <a:lnTo>
                    <a:pt x="328985" y="303313"/>
                  </a:lnTo>
                  <a:lnTo>
                    <a:pt x="332056" y="306832"/>
                  </a:lnTo>
                  <a:lnTo>
                    <a:pt x="331178" y="312930"/>
                  </a:lnTo>
                  <a:lnTo>
                    <a:pt x="323935" y="319393"/>
                  </a:lnTo>
                  <a:lnTo>
                    <a:pt x="318723" y="322237"/>
                  </a:lnTo>
                  <a:lnTo>
                    <a:pt x="313610" y="321258"/>
                  </a:lnTo>
                  <a:lnTo>
                    <a:pt x="306046" y="318885"/>
                  </a:lnTo>
                  <a:lnTo>
                    <a:pt x="301820" y="323853"/>
                  </a:lnTo>
                  <a:lnTo>
                    <a:pt x="306234" y="326082"/>
                  </a:lnTo>
                  <a:lnTo>
                    <a:pt x="312979" y="330429"/>
                  </a:lnTo>
                  <a:lnTo>
                    <a:pt x="309202" y="338110"/>
                  </a:lnTo>
                  <a:lnTo>
                    <a:pt x="301517" y="346000"/>
                  </a:lnTo>
                  <a:lnTo>
                    <a:pt x="297252" y="348207"/>
                  </a:lnTo>
                  <a:lnTo>
                    <a:pt x="296889" y="350836"/>
                  </a:lnTo>
                  <a:lnTo>
                    <a:pt x="296131" y="356305"/>
                  </a:lnTo>
                  <a:lnTo>
                    <a:pt x="289981" y="354909"/>
                  </a:lnTo>
                  <a:lnTo>
                    <a:pt x="282809" y="351317"/>
                  </a:lnTo>
                  <a:lnTo>
                    <a:pt x="280119" y="353940"/>
                  </a:lnTo>
                  <a:lnTo>
                    <a:pt x="272158" y="352279"/>
                  </a:lnTo>
                  <a:lnTo>
                    <a:pt x="270125" y="345029"/>
                  </a:lnTo>
                  <a:lnTo>
                    <a:pt x="266247" y="339872"/>
                  </a:lnTo>
                  <a:lnTo>
                    <a:pt x="265432" y="338788"/>
                  </a:lnTo>
                  <a:lnTo>
                    <a:pt x="267037" y="333769"/>
                  </a:lnTo>
                  <a:lnTo>
                    <a:pt x="265225" y="327123"/>
                  </a:lnTo>
                  <a:lnTo>
                    <a:pt x="260164" y="322223"/>
                  </a:lnTo>
                  <a:lnTo>
                    <a:pt x="257479" y="319622"/>
                  </a:lnTo>
                  <a:lnTo>
                    <a:pt x="256276" y="313429"/>
                  </a:lnTo>
                  <a:lnTo>
                    <a:pt x="246723" y="306043"/>
                  </a:lnTo>
                  <a:lnTo>
                    <a:pt x="245754" y="305904"/>
                  </a:lnTo>
                  <a:lnTo>
                    <a:pt x="241122" y="305241"/>
                  </a:lnTo>
                  <a:lnTo>
                    <a:pt x="234639" y="302140"/>
                  </a:lnTo>
                  <a:lnTo>
                    <a:pt x="233501" y="301596"/>
                  </a:lnTo>
                  <a:lnTo>
                    <a:pt x="232744" y="295990"/>
                  </a:lnTo>
                  <a:lnTo>
                    <a:pt x="228995" y="286507"/>
                  </a:lnTo>
                  <a:lnTo>
                    <a:pt x="228835" y="285918"/>
                  </a:lnTo>
                  <a:lnTo>
                    <a:pt x="226153" y="276031"/>
                  </a:lnTo>
                  <a:lnTo>
                    <a:pt x="220459" y="269270"/>
                  </a:lnTo>
                  <a:lnTo>
                    <a:pt x="216001" y="264727"/>
                  </a:lnTo>
                  <a:lnTo>
                    <a:pt x="214160" y="256528"/>
                  </a:lnTo>
                  <a:lnTo>
                    <a:pt x="209459" y="254041"/>
                  </a:lnTo>
                  <a:lnTo>
                    <a:pt x="202996" y="250614"/>
                  </a:lnTo>
                  <a:lnTo>
                    <a:pt x="201514" y="250381"/>
                  </a:lnTo>
                  <a:lnTo>
                    <a:pt x="197113" y="249687"/>
                  </a:lnTo>
                  <a:lnTo>
                    <a:pt x="186718" y="246139"/>
                  </a:lnTo>
                  <a:lnTo>
                    <a:pt x="184992" y="241008"/>
                  </a:lnTo>
                  <a:lnTo>
                    <a:pt x="184751" y="240292"/>
                  </a:lnTo>
                  <a:lnTo>
                    <a:pt x="175917" y="237633"/>
                  </a:lnTo>
                  <a:lnTo>
                    <a:pt x="175798" y="236995"/>
                  </a:lnTo>
                  <a:lnTo>
                    <a:pt x="174579" y="230443"/>
                  </a:lnTo>
                  <a:lnTo>
                    <a:pt x="165374" y="227664"/>
                  </a:lnTo>
                  <a:lnTo>
                    <a:pt x="165101" y="219627"/>
                  </a:lnTo>
                  <a:lnTo>
                    <a:pt x="163350" y="213721"/>
                  </a:lnTo>
                  <a:lnTo>
                    <a:pt x="156457" y="211445"/>
                  </a:lnTo>
                  <a:lnTo>
                    <a:pt x="153228" y="207946"/>
                  </a:lnTo>
                  <a:lnTo>
                    <a:pt x="151760" y="206355"/>
                  </a:lnTo>
                  <a:lnTo>
                    <a:pt x="143164" y="202102"/>
                  </a:lnTo>
                  <a:lnTo>
                    <a:pt x="142308" y="202013"/>
                  </a:lnTo>
                  <a:lnTo>
                    <a:pt x="137497" y="201512"/>
                  </a:lnTo>
                  <a:lnTo>
                    <a:pt x="132842" y="196855"/>
                  </a:lnTo>
                  <a:lnTo>
                    <a:pt x="130631" y="193698"/>
                  </a:lnTo>
                  <a:lnTo>
                    <a:pt x="127471" y="189183"/>
                  </a:lnTo>
                  <a:lnTo>
                    <a:pt x="117354" y="180605"/>
                  </a:lnTo>
                  <a:lnTo>
                    <a:pt x="106128" y="177326"/>
                  </a:lnTo>
                  <a:lnTo>
                    <a:pt x="96795" y="170881"/>
                  </a:lnTo>
                  <a:lnTo>
                    <a:pt x="92419" y="170791"/>
                  </a:lnTo>
                  <a:lnTo>
                    <a:pt x="91589" y="169618"/>
                  </a:lnTo>
                  <a:lnTo>
                    <a:pt x="87702" y="164121"/>
                  </a:lnTo>
                  <a:lnTo>
                    <a:pt x="87303" y="163663"/>
                  </a:lnTo>
                  <a:lnTo>
                    <a:pt x="81284" y="156766"/>
                  </a:lnTo>
                  <a:lnTo>
                    <a:pt x="72926" y="150467"/>
                  </a:lnTo>
                  <a:lnTo>
                    <a:pt x="69521" y="143081"/>
                  </a:lnTo>
                  <a:lnTo>
                    <a:pt x="68034" y="139854"/>
                  </a:lnTo>
                  <a:lnTo>
                    <a:pt x="64279" y="135401"/>
                  </a:lnTo>
                  <a:lnTo>
                    <a:pt x="63560" y="134547"/>
                  </a:lnTo>
                  <a:lnTo>
                    <a:pt x="58129" y="128195"/>
                  </a:lnTo>
                  <a:lnTo>
                    <a:pt x="55489" y="123823"/>
                  </a:lnTo>
                  <a:lnTo>
                    <a:pt x="50932" y="116136"/>
                  </a:lnTo>
                  <a:lnTo>
                    <a:pt x="45777" y="115960"/>
                  </a:lnTo>
                  <a:lnTo>
                    <a:pt x="39727" y="118263"/>
                  </a:lnTo>
                  <a:lnTo>
                    <a:pt x="39386" y="118393"/>
                  </a:lnTo>
                  <a:lnTo>
                    <a:pt x="33889" y="117020"/>
                  </a:lnTo>
                  <a:lnTo>
                    <a:pt x="33634" y="116856"/>
                  </a:lnTo>
                  <a:lnTo>
                    <a:pt x="28466" y="113526"/>
                  </a:lnTo>
                  <a:lnTo>
                    <a:pt x="27770" y="112958"/>
                  </a:lnTo>
                  <a:lnTo>
                    <a:pt x="21791" y="108072"/>
                  </a:lnTo>
                  <a:lnTo>
                    <a:pt x="14989" y="106836"/>
                  </a:lnTo>
                  <a:lnTo>
                    <a:pt x="8889" y="103873"/>
                  </a:lnTo>
                  <a:lnTo>
                    <a:pt x="2350" y="100725"/>
                  </a:lnTo>
                  <a:lnTo>
                    <a:pt x="2132" y="100249"/>
                  </a:lnTo>
                  <a:lnTo>
                    <a:pt x="586" y="9687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712981" y="2894163"/>
              <a:ext cx="480373" cy="299200"/>
            </a:xfrm>
            <a:custGeom>
              <a:avLst/>
              <a:pathLst>
                <a:path w="480373" h="299200">
                  <a:moveTo>
                    <a:pt x="8200" y="81432"/>
                  </a:moveTo>
                  <a:lnTo>
                    <a:pt x="9332" y="81395"/>
                  </a:lnTo>
                  <a:lnTo>
                    <a:pt x="9824" y="70523"/>
                  </a:lnTo>
                  <a:lnTo>
                    <a:pt x="10193" y="62967"/>
                  </a:lnTo>
                  <a:lnTo>
                    <a:pt x="10709" y="52389"/>
                  </a:lnTo>
                  <a:lnTo>
                    <a:pt x="11292" y="39076"/>
                  </a:lnTo>
                  <a:lnTo>
                    <a:pt x="11571" y="33306"/>
                  </a:lnTo>
                  <a:lnTo>
                    <a:pt x="12363" y="16795"/>
                  </a:lnTo>
                  <a:lnTo>
                    <a:pt x="12790" y="6932"/>
                  </a:lnTo>
                  <a:lnTo>
                    <a:pt x="12844" y="5447"/>
                  </a:lnTo>
                  <a:lnTo>
                    <a:pt x="13040" y="0"/>
                  </a:lnTo>
                  <a:lnTo>
                    <a:pt x="36019" y="1104"/>
                  </a:lnTo>
                  <a:lnTo>
                    <a:pt x="49518" y="1694"/>
                  </a:lnTo>
                  <a:lnTo>
                    <a:pt x="62453" y="2235"/>
                  </a:lnTo>
                  <a:lnTo>
                    <a:pt x="75789" y="2756"/>
                  </a:lnTo>
                  <a:lnTo>
                    <a:pt x="78968" y="2875"/>
                  </a:lnTo>
                  <a:lnTo>
                    <a:pt x="82663" y="3011"/>
                  </a:lnTo>
                  <a:lnTo>
                    <a:pt x="93147" y="3374"/>
                  </a:lnTo>
                  <a:lnTo>
                    <a:pt x="102348" y="3678"/>
                  </a:lnTo>
                  <a:lnTo>
                    <a:pt x="115664" y="4099"/>
                  </a:lnTo>
                  <a:lnTo>
                    <a:pt x="130054" y="4511"/>
                  </a:lnTo>
                  <a:lnTo>
                    <a:pt x="135366" y="4651"/>
                  </a:lnTo>
                  <a:lnTo>
                    <a:pt x="147573" y="4950"/>
                  </a:lnTo>
                  <a:lnTo>
                    <a:pt x="161766" y="5270"/>
                  </a:lnTo>
                  <a:lnTo>
                    <a:pt x="173249" y="5479"/>
                  </a:lnTo>
                  <a:lnTo>
                    <a:pt x="188709" y="5725"/>
                  </a:lnTo>
                  <a:lnTo>
                    <a:pt x="209329" y="5982"/>
                  </a:lnTo>
                  <a:lnTo>
                    <a:pt x="224303" y="6110"/>
                  </a:lnTo>
                  <a:lnTo>
                    <a:pt x="225047" y="6117"/>
                  </a:lnTo>
                  <a:lnTo>
                    <a:pt x="237325" y="6209"/>
                  </a:lnTo>
                  <a:lnTo>
                    <a:pt x="245822" y="6299"/>
                  </a:lnTo>
                  <a:lnTo>
                    <a:pt x="262096" y="6373"/>
                  </a:lnTo>
                  <a:lnTo>
                    <a:pt x="271787" y="6414"/>
                  </a:lnTo>
                  <a:lnTo>
                    <a:pt x="278183" y="6371"/>
                  </a:lnTo>
                  <a:lnTo>
                    <a:pt x="285417" y="6394"/>
                  </a:lnTo>
                  <a:lnTo>
                    <a:pt x="294109" y="6337"/>
                  </a:lnTo>
                  <a:lnTo>
                    <a:pt x="309190" y="6201"/>
                  </a:lnTo>
                  <a:lnTo>
                    <a:pt x="314409" y="6160"/>
                  </a:lnTo>
                  <a:lnTo>
                    <a:pt x="331236" y="6033"/>
                  </a:lnTo>
                  <a:lnTo>
                    <a:pt x="337159" y="5974"/>
                  </a:lnTo>
                  <a:lnTo>
                    <a:pt x="349775" y="5891"/>
                  </a:lnTo>
                  <a:lnTo>
                    <a:pt x="370351" y="5470"/>
                  </a:lnTo>
                  <a:lnTo>
                    <a:pt x="374085" y="5394"/>
                  </a:lnTo>
                  <a:lnTo>
                    <a:pt x="375839" y="5357"/>
                  </a:lnTo>
                  <a:lnTo>
                    <a:pt x="387905" y="5086"/>
                  </a:lnTo>
                  <a:lnTo>
                    <a:pt x="401925" y="4691"/>
                  </a:lnTo>
                  <a:lnTo>
                    <a:pt x="420718" y="4048"/>
                  </a:lnTo>
                  <a:lnTo>
                    <a:pt x="429458" y="3723"/>
                  </a:lnTo>
                  <a:lnTo>
                    <a:pt x="460448" y="2554"/>
                  </a:lnTo>
                  <a:lnTo>
                    <a:pt x="460191" y="8025"/>
                  </a:lnTo>
                  <a:lnTo>
                    <a:pt x="459484" y="12827"/>
                  </a:lnTo>
                  <a:lnTo>
                    <a:pt x="457011" y="15970"/>
                  </a:lnTo>
                  <a:lnTo>
                    <a:pt x="454658" y="20272"/>
                  </a:lnTo>
                  <a:lnTo>
                    <a:pt x="450421" y="23094"/>
                  </a:lnTo>
                  <a:lnTo>
                    <a:pt x="445716" y="27364"/>
                  </a:lnTo>
                  <a:lnTo>
                    <a:pt x="444303" y="30412"/>
                  </a:lnTo>
                  <a:lnTo>
                    <a:pt x="444850" y="32579"/>
                  </a:lnTo>
                  <a:lnTo>
                    <a:pt x="445390" y="33236"/>
                  </a:lnTo>
                  <a:lnTo>
                    <a:pt x="448834" y="37419"/>
                  </a:lnTo>
                  <a:lnTo>
                    <a:pt x="451352" y="42248"/>
                  </a:lnTo>
                  <a:lnTo>
                    <a:pt x="453411" y="45764"/>
                  </a:lnTo>
                  <a:lnTo>
                    <a:pt x="455637" y="47973"/>
                  </a:lnTo>
                  <a:lnTo>
                    <a:pt x="459127" y="48012"/>
                  </a:lnTo>
                  <a:lnTo>
                    <a:pt x="462561" y="49762"/>
                  </a:lnTo>
                  <a:lnTo>
                    <a:pt x="465035" y="50555"/>
                  </a:lnTo>
                  <a:lnTo>
                    <a:pt x="467513" y="52978"/>
                  </a:lnTo>
                  <a:lnTo>
                    <a:pt x="468340" y="54619"/>
                  </a:lnTo>
                  <a:lnTo>
                    <a:pt x="469156" y="56237"/>
                  </a:lnTo>
                  <a:lnTo>
                    <a:pt x="469315" y="59564"/>
                  </a:lnTo>
                  <a:lnTo>
                    <a:pt x="470518" y="84624"/>
                  </a:lnTo>
                  <a:lnTo>
                    <a:pt x="471225" y="99391"/>
                  </a:lnTo>
                  <a:lnTo>
                    <a:pt x="471941" y="114366"/>
                  </a:lnTo>
                  <a:lnTo>
                    <a:pt x="472301" y="121904"/>
                  </a:lnTo>
                  <a:lnTo>
                    <a:pt x="473053" y="137676"/>
                  </a:lnTo>
                  <a:lnTo>
                    <a:pt x="473649" y="151721"/>
                  </a:lnTo>
                  <a:lnTo>
                    <a:pt x="474910" y="181577"/>
                  </a:lnTo>
                  <a:lnTo>
                    <a:pt x="475985" y="207129"/>
                  </a:lnTo>
                  <a:lnTo>
                    <a:pt x="476180" y="211591"/>
                  </a:lnTo>
                  <a:lnTo>
                    <a:pt x="467099" y="211972"/>
                  </a:lnTo>
                  <a:lnTo>
                    <a:pt x="468102" y="214587"/>
                  </a:lnTo>
                  <a:lnTo>
                    <a:pt x="467626" y="217661"/>
                  </a:lnTo>
                  <a:lnTo>
                    <a:pt x="472337" y="221640"/>
                  </a:lnTo>
                  <a:lnTo>
                    <a:pt x="472306" y="224950"/>
                  </a:lnTo>
                  <a:lnTo>
                    <a:pt x="472094" y="229022"/>
                  </a:lnTo>
                  <a:lnTo>
                    <a:pt x="469097" y="229919"/>
                  </a:lnTo>
                  <a:lnTo>
                    <a:pt x="470455" y="232750"/>
                  </a:lnTo>
                  <a:lnTo>
                    <a:pt x="470871" y="233617"/>
                  </a:lnTo>
                  <a:lnTo>
                    <a:pt x="472899" y="235798"/>
                  </a:lnTo>
                  <a:lnTo>
                    <a:pt x="475812" y="235665"/>
                  </a:lnTo>
                  <a:lnTo>
                    <a:pt x="477144" y="242299"/>
                  </a:lnTo>
                  <a:lnTo>
                    <a:pt x="478477" y="244776"/>
                  </a:lnTo>
                  <a:lnTo>
                    <a:pt x="477791" y="247507"/>
                  </a:lnTo>
                  <a:lnTo>
                    <a:pt x="477463" y="248813"/>
                  </a:lnTo>
                  <a:lnTo>
                    <a:pt x="474210" y="251332"/>
                  </a:lnTo>
                  <a:lnTo>
                    <a:pt x="475524" y="254276"/>
                  </a:lnTo>
                  <a:lnTo>
                    <a:pt x="473891" y="256710"/>
                  </a:lnTo>
                  <a:lnTo>
                    <a:pt x="475211" y="258225"/>
                  </a:lnTo>
                  <a:lnTo>
                    <a:pt x="472739" y="261501"/>
                  </a:lnTo>
                  <a:lnTo>
                    <a:pt x="472866" y="262699"/>
                  </a:lnTo>
                  <a:lnTo>
                    <a:pt x="473138" y="265282"/>
                  </a:lnTo>
                  <a:lnTo>
                    <a:pt x="470793" y="269757"/>
                  </a:lnTo>
                  <a:lnTo>
                    <a:pt x="468192" y="274033"/>
                  </a:lnTo>
                  <a:lnTo>
                    <a:pt x="468200" y="278661"/>
                  </a:lnTo>
                  <a:lnTo>
                    <a:pt x="470422" y="281791"/>
                  </a:lnTo>
                  <a:lnTo>
                    <a:pt x="474686" y="285650"/>
                  </a:lnTo>
                  <a:lnTo>
                    <a:pt x="477930" y="292388"/>
                  </a:lnTo>
                  <a:lnTo>
                    <a:pt x="478143" y="292830"/>
                  </a:lnTo>
                  <a:lnTo>
                    <a:pt x="477269" y="296209"/>
                  </a:lnTo>
                  <a:lnTo>
                    <a:pt x="478280" y="296828"/>
                  </a:lnTo>
                  <a:lnTo>
                    <a:pt x="480373" y="298370"/>
                  </a:lnTo>
                  <a:lnTo>
                    <a:pt x="476864" y="299200"/>
                  </a:lnTo>
                  <a:lnTo>
                    <a:pt x="475256" y="296902"/>
                  </a:lnTo>
                  <a:lnTo>
                    <a:pt x="469799" y="297487"/>
                  </a:lnTo>
                  <a:lnTo>
                    <a:pt x="468684" y="295725"/>
                  </a:lnTo>
                  <a:lnTo>
                    <a:pt x="466597" y="292424"/>
                  </a:lnTo>
                  <a:lnTo>
                    <a:pt x="463271" y="289345"/>
                  </a:lnTo>
                  <a:lnTo>
                    <a:pt x="463820" y="284553"/>
                  </a:lnTo>
                  <a:lnTo>
                    <a:pt x="458716" y="284425"/>
                  </a:lnTo>
                  <a:lnTo>
                    <a:pt x="457115" y="281408"/>
                  </a:lnTo>
                  <a:lnTo>
                    <a:pt x="456747" y="281258"/>
                  </a:lnTo>
                  <a:lnTo>
                    <a:pt x="450360" y="278652"/>
                  </a:lnTo>
                  <a:lnTo>
                    <a:pt x="446671" y="279588"/>
                  </a:lnTo>
                  <a:lnTo>
                    <a:pt x="443417" y="276954"/>
                  </a:lnTo>
                  <a:lnTo>
                    <a:pt x="442817" y="276467"/>
                  </a:lnTo>
                  <a:lnTo>
                    <a:pt x="436068" y="275891"/>
                  </a:lnTo>
                  <a:lnTo>
                    <a:pt x="433881" y="274272"/>
                  </a:lnTo>
                  <a:lnTo>
                    <a:pt x="430714" y="271925"/>
                  </a:lnTo>
                  <a:lnTo>
                    <a:pt x="429112" y="269139"/>
                  </a:lnTo>
                  <a:lnTo>
                    <a:pt x="425030" y="268198"/>
                  </a:lnTo>
                  <a:lnTo>
                    <a:pt x="422592" y="269120"/>
                  </a:lnTo>
                  <a:lnTo>
                    <a:pt x="417782" y="268410"/>
                  </a:lnTo>
                  <a:lnTo>
                    <a:pt x="415621" y="270188"/>
                  </a:lnTo>
                  <a:lnTo>
                    <a:pt x="413547" y="269912"/>
                  </a:lnTo>
                  <a:lnTo>
                    <a:pt x="411581" y="269649"/>
                  </a:lnTo>
                  <a:lnTo>
                    <a:pt x="406323" y="269593"/>
                  </a:lnTo>
                  <a:lnTo>
                    <a:pt x="404052" y="270040"/>
                  </a:lnTo>
                  <a:lnTo>
                    <a:pt x="399936" y="270847"/>
                  </a:lnTo>
                  <a:lnTo>
                    <a:pt x="393578" y="269799"/>
                  </a:lnTo>
                  <a:lnTo>
                    <a:pt x="389993" y="269284"/>
                  </a:lnTo>
                  <a:lnTo>
                    <a:pt x="388827" y="270384"/>
                  </a:lnTo>
                  <a:lnTo>
                    <a:pt x="387171" y="275056"/>
                  </a:lnTo>
                  <a:lnTo>
                    <a:pt x="384383" y="277644"/>
                  </a:lnTo>
                  <a:lnTo>
                    <a:pt x="379034" y="278241"/>
                  </a:lnTo>
                  <a:lnTo>
                    <a:pt x="374548" y="274537"/>
                  </a:lnTo>
                  <a:lnTo>
                    <a:pt x="371752" y="271888"/>
                  </a:lnTo>
                  <a:lnTo>
                    <a:pt x="371464" y="271796"/>
                  </a:lnTo>
                  <a:lnTo>
                    <a:pt x="366424" y="270188"/>
                  </a:lnTo>
                  <a:lnTo>
                    <a:pt x="363367" y="269061"/>
                  </a:lnTo>
                  <a:lnTo>
                    <a:pt x="361571" y="268109"/>
                  </a:lnTo>
                  <a:lnTo>
                    <a:pt x="356585" y="265464"/>
                  </a:lnTo>
                  <a:lnTo>
                    <a:pt x="353540" y="264592"/>
                  </a:lnTo>
                  <a:lnTo>
                    <a:pt x="350689" y="261694"/>
                  </a:lnTo>
                  <a:lnTo>
                    <a:pt x="349399" y="258704"/>
                  </a:lnTo>
                  <a:lnTo>
                    <a:pt x="327413" y="259088"/>
                  </a:lnTo>
                  <a:lnTo>
                    <a:pt x="301836" y="259387"/>
                  </a:lnTo>
                  <a:lnTo>
                    <a:pt x="284242" y="259520"/>
                  </a:lnTo>
                  <a:lnTo>
                    <a:pt x="264357" y="259597"/>
                  </a:lnTo>
                  <a:lnTo>
                    <a:pt x="242434" y="259607"/>
                  </a:lnTo>
                  <a:lnTo>
                    <a:pt x="191965" y="259276"/>
                  </a:lnTo>
                  <a:lnTo>
                    <a:pt x="177645" y="259051"/>
                  </a:lnTo>
                  <a:lnTo>
                    <a:pt x="123886" y="257853"/>
                  </a:lnTo>
                  <a:lnTo>
                    <a:pt x="103377" y="257247"/>
                  </a:lnTo>
                  <a:lnTo>
                    <a:pt x="79262" y="256445"/>
                  </a:lnTo>
                  <a:lnTo>
                    <a:pt x="66153" y="255961"/>
                  </a:lnTo>
                  <a:lnTo>
                    <a:pt x="36261" y="254732"/>
                  </a:lnTo>
                  <a:lnTo>
                    <a:pt x="34440" y="254655"/>
                  </a:lnTo>
                  <a:lnTo>
                    <a:pt x="0" y="253075"/>
                  </a:lnTo>
                  <a:lnTo>
                    <a:pt x="1167" y="228216"/>
                  </a:lnTo>
                  <a:lnTo>
                    <a:pt x="1908" y="212054"/>
                  </a:lnTo>
                  <a:lnTo>
                    <a:pt x="2009" y="209861"/>
                  </a:lnTo>
                  <a:lnTo>
                    <a:pt x="2228" y="205110"/>
                  </a:lnTo>
                  <a:lnTo>
                    <a:pt x="3447" y="179764"/>
                  </a:lnTo>
                  <a:lnTo>
                    <a:pt x="4673" y="155044"/>
                  </a:lnTo>
                  <a:lnTo>
                    <a:pt x="4841" y="151666"/>
                  </a:lnTo>
                  <a:lnTo>
                    <a:pt x="5139" y="145684"/>
                  </a:lnTo>
                  <a:lnTo>
                    <a:pt x="6491" y="118092"/>
                  </a:lnTo>
                  <a:lnTo>
                    <a:pt x="7000" y="10774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971595" y="3821369"/>
              <a:ext cx="804134" cy="332458"/>
            </a:xfrm>
            <a:custGeom>
              <a:avLst/>
              <a:pathLst>
                <a:path w="804134" h="332458">
                  <a:moveTo>
                    <a:pt x="431" y="328411"/>
                  </a:moveTo>
                  <a:lnTo>
                    <a:pt x="3758" y="326638"/>
                  </a:lnTo>
                  <a:lnTo>
                    <a:pt x="10306" y="324617"/>
                  </a:lnTo>
                  <a:lnTo>
                    <a:pt x="11337" y="319583"/>
                  </a:lnTo>
                  <a:lnTo>
                    <a:pt x="12953" y="314873"/>
                  </a:lnTo>
                  <a:lnTo>
                    <a:pt x="19885" y="315332"/>
                  </a:lnTo>
                  <a:lnTo>
                    <a:pt x="18399" y="309927"/>
                  </a:lnTo>
                  <a:lnTo>
                    <a:pt x="18540" y="305221"/>
                  </a:lnTo>
                  <a:lnTo>
                    <a:pt x="17488" y="299702"/>
                  </a:lnTo>
                  <a:lnTo>
                    <a:pt x="10468" y="297554"/>
                  </a:lnTo>
                  <a:lnTo>
                    <a:pt x="14456" y="293468"/>
                  </a:lnTo>
                  <a:lnTo>
                    <a:pt x="17022" y="286068"/>
                  </a:lnTo>
                  <a:lnTo>
                    <a:pt x="14023" y="280756"/>
                  </a:lnTo>
                  <a:lnTo>
                    <a:pt x="17945" y="278705"/>
                  </a:lnTo>
                  <a:lnTo>
                    <a:pt x="20507" y="279351"/>
                  </a:lnTo>
                  <a:lnTo>
                    <a:pt x="22233" y="274077"/>
                  </a:lnTo>
                  <a:lnTo>
                    <a:pt x="19415" y="269678"/>
                  </a:lnTo>
                  <a:lnTo>
                    <a:pt x="19520" y="263164"/>
                  </a:lnTo>
                  <a:lnTo>
                    <a:pt x="27331" y="263275"/>
                  </a:lnTo>
                  <a:lnTo>
                    <a:pt x="28427" y="260894"/>
                  </a:lnTo>
                  <a:lnTo>
                    <a:pt x="28999" y="255076"/>
                  </a:lnTo>
                  <a:lnTo>
                    <a:pt x="34192" y="252179"/>
                  </a:lnTo>
                  <a:lnTo>
                    <a:pt x="31701" y="249547"/>
                  </a:lnTo>
                  <a:lnTo>
                    <a:pt x="25515" y="244900"/>
                  </a:lnTo>
                  <a:lnTo>
                    <a:pt x="28729" y="237328"/>
                  </a:lnTo>
                  <a:lnTo>
                    <a:pt x="33834" y="237597"/>
                  </a:lnTo>
                  <a:lnTo>
                    <a:pt x="39853" y="232627"/>
                  </a:lnTo>
                  <a:lnTo>
                    <a:pt x="46636" y="228564"/>
                  </a:lnTo>
                  <a:lnTo>
                    <a:pt x="45535" y="224072"/>
                  </a:lnTo>
                  <a:lnTo>
                    <a:pt x="45853" y="220877"/>
                  </a:lnTo>
                  <a:lnTo>
                    <a:pt x="52866" y="217447"/>
                  </a:lnTo>
                  <a:lnTo>
                    <a:pt x="52555" y="216301"/>
                  </a:lnTo>
                  <a:lnTo>
                    <a:pt x="52024" y="214340"/>
                  </a:lnTo>
                  <a:lnTo>
                    <a:pt x="48318" y="211621"/>
                  </a:lnTo>
                  <a:lnTo>
                    <a:pt x="43143" y="205859"/>
                  </a:lnTo>
                  <a:lnTo>
                    <a:pt x="46807" y="203000"/>
                  </a:lnTo>
                  <a:lnTo>
                    <a:pt x="47172" y="195455"/>
                  </a:lnTo>
                  <a:lnTo>
                    <a:pt x="50460" y="192492"/>
                  </a:lnTo>
                  <a:lnTo>
                    <a:pt x="54940" y="188062"/>
                  </a:lnTo>
                  <a:lnTo>
                    <a:pt x="51237" y="182775"/>
                  </a:lnTo>
                  <a:lnTo>
                    <a:pt x="50836" y="182543"/>
                  </a:lnTo>
                  <a:lnTo>
                    <a:pt x="44036" y="178603"/>
                  </a:lnTo>
                  <a:lnTo>
                    <a:pt x="45126" y="175645"/>
                  </a:lnTo>
                  <a:lnTo>
                    <a:pt x="52556" y="175957"/>
                  </a:lnTo>
                  <a:lnTo>
                    <a:pt x="56647" y="170648"/>
                  </a:lnTo>
                  <a:lnTo>
                    <a:pt x="50681" y="167599"/>
                  </a:lnTo>
                  <a:lnTo>
                    <a:pt x="51304" y="163418"/>
                  </a:lnTo>
                  <a:lnTo>
                    <a:pt x="56627" y="162598"/>
                  </a:lnTo>
                  <a:lnTo>
                    <a:pt x="58769" y="162267"/>
                  </a:lnTo>
                  <a:lnTo>
                    <a:pt x="59492" y="158112"/>
                  </a:lnTo>
                  <a:lnTo>
                    <a:pt x="55847" y="153515"/>
                  </a:lnTo>
                  <a:lnTo>
                    <a:pt x="57320" y="148266"/>
                  </a:lnTo>
                  <a:lnTo>
                    <a:pt x="55076" y="144189"/>
                  </a:lnTo>
                  <a:lnTo>
                    <a:pt x="66766" y="142582"/>
                  </a:lnTo>
                  <a:lnTo>
                    <a:pt x="73653" y="141425"/>
                  </a:lnTo>
                  <a:lnTo>
                    <a:pt x="86430" y="139263"/>
                  </a:lnTo>
                  <a:lnTo>
                    <a:pt x="110164" y="136573"/>
                  </a:lnTo>
                  <a:lnTo>
                    <a:pt x="122621" y="134939"/>
                  </a:lnTo>
                  <a:lnTo>
                    <a:pt x="123331" y="134845"/>
                  </a:lnTo>
                  <a:lnTo>
                    <a:pt x="124330" y="134713"/>
                  </a:lnTo>
                  <a:lnTo>
                    <a:pt x="153127" y="130854"/>
                  </a:lnTo>
                  <a:lnTo>
                    <a:pt x="153553" y="130797"/>
                  </a:lnTo>
                  <a:lnTo>
                    <a:pt x="155744" y="130515"/>
                  </a:lnTo>
                  <a:lnTo>
                    <a:pt x="190426" y="125977"/>
                  </a:lnTo>
                  <a:lnTo>
                    <a:pt x="197490" y="124789"/>
                  </a:lnTo>
                  <a:lnTo>
                    <a:pt x="197765" y="124743"/>
                  </a:lnTo>
                  <a:lnTo>
                    <a:pt x="198548" y="118354"/>
                  </a:lnTo>
                  <a:lnTo>
                    <a:pt x="195212" y="109272"/>
                  </a:lnTo>
                  <a:lnTo>
                    <a:pt x="193050" y="103796"/>
                  </a:lnTo>
                  <a:lnTo>
                    <a:pt x="198676" y="103120"/>
                  </a:lnTo>
                  <a:lnTo>
                    <a:pt x="214376" y="102458"/>
                  </a:lnTo>
                  <a:lnTo>
                    <a:pt x="214516" y="106138"/>
                  </a:lnTo>
                  <a:lnTo>
                    <a:pt x="229642" y="103476"/>
                  </a:lnTo>
                  <a:lnTo>
                    <a:pt x="234685" y="102582"/>
                  </a:lnTo>
                  <a:lnTo>
                    <a:pt x="262621" y="97962"/>
                  </a:lnTo>
                  <a:lnTo>
                    <a:pt x="263746" y="97774"/>
                  </a:lnTo>
                  <a:lnTo>
                    <a:pt x="284775" y="94226"/>
                  </a:lnTo>
                  <a:lnTo>
                    <a:pt x="289929" y="93348"/>
                  </a:lnTo>
                  <a:lnTo>
                    <a:pt x="313492" y="89287"/>
                  </a:lnTo>
                  <a:lnTo>
                    <a:pt x="318212" y="88405"/>
                  </a:lnTo>
                  <a:lnTo>
                    <a:pt x="333094" y="85602"/>
                  </a:lnTo>
                  <a:lnTo>
                    <a:pt x="337515" y="86271"/>
                  </a:lnTo>
                  <a:lnTo>
                    <a:pt x="338590" y="86433"/>
                  </a:lnTo>
                  <a:lnTo>
                    <a:pt x="342477" y="84040"/>
                  </a:lnTo>
                  <a:lnTo>
                    <a:pt x="351715" y="83043"/>
                  </a:lnTo>
                  <a:lnTo>
                    <a:pt x="371472" y="80874"/>
                  </a:lnTo>
                  <a:lnTo>
                    <a:pt x="383330" y="79549"/>
                  </a:lnTo>
                  <a:lnTo>
                    <a:pt x="393528" y="78464"/>
                  </a:lnTo>
                  <a:lnTo>
                    <a:pt x="403306" y="77411"/>
                  </a:lnTo>
                  <a:lnTo>
                    <a:pt x="411451" y="76253"/>
                  </a:lnTo>
                  <a:lnTo>
                    <a:pt x="416864" y="75478"/>
                  </a:lnTo>
                  <a:lnTo>
                    <a:pt x="440106" y="72099"/>
                  </a:lnTo>
                  <a:lnTo>
                    <a:pt x="444982" y="70874"/>
                  </a:lnTo>
                  <a:lnTo>
                    <a:pt x="458176" y="67544"/>
                  </a:lnTo>
                  <a:lnTo>
                    <a:pt x="458662" y="67420"/>
                  </a:lnTo>
                  <a:lnTo>
                    <a:pt x="460029" y="67213"/>
                  </a:lnTo>
                  <a:lnTo>
                    <a:pt x="477199" y="64584"/>
                  </a:lnTo>
                  <a:lnTo>
                    <a:pt x="488859" y="63439"/>
                  </a:lnTo>
                  <a:lnTo>
                    <a:pt x="491832" y="63144"/>
                  </a:lnTo>
                  <a:lnTo>
                    <a:pt x="507059" y="61479"/>
                  </a:lnTo>
                  <a:lnTo>
                    <a:pt x="507715" y="61378"/>
                  </a:lnTo>
                  <a:lnTo>
                    <a:pt x="534250" y="57240"/>
                  </a:lnTo>
                  <a:lnTo>
                    <a:pt x="556937" y="53426"/>
                  </a:lnTo>
                  <a:lnTo>
                    <a:pt x="560181" y="52875"/>
                  </a:lnTo>
                  <a:lnTo>
                    <a:pt x="582917" y="48810"/>
                  </a:lnTo>
                  <a:lnTo>
                    <a:pt x="588336" y="47987"/>
                  </a:lnTo>
                  <a:lnTo>
                    <a:pt x="591801" y="47460"/>
                  </a:lnTo>
                  <a:lnTo>
                    <a:pt x="611153" y="44131"/>
                  </a:lnTo>
                  <a:lnTo>
                    <a:pt x="612209" y="41683"/>
                  </a:lnTo>
                  <a:lnTo>
                    <a:pt x="631454" y="38007"/>
                  </a:lnTo>
                  <a:lnTo>
                    <a:pt x="649976" y="34422"/>
                  </a:lnTo>
                  <a:lnTo>
                    <a:pt x="677588" y="29113"/>
                  </a:lnTo>
                  <a:lnTo>
                    <a:pt x="692152" y="26272"/>
                  </a:lnTo>
                  <a:lnTo>
                    <a:pt x="712980" y="21726"/>
                  </a:lnTo>
                  <a:lnTo>
                    <a:pt x="724453" y="19197"/>
                  </a:lnTo>
                  <a:lnTo>
                    <a:pt x="742656" y="15382"/>
                  </a:lnTo>
                  <a:lnTo>
                    <a:pt x="747439" y="14373"/>
                  </a:lnTo>
                  <a:lnTo>
                    <a:pt x="753978" y="12987"/>
                  </a:lnTo>
                  <a:lnTo>
                    <a:pt x="756652" y="12411"/>
                  </a:lnTo>
                  <a:lnTo>
                    <a:pt x="776550" y="8094"/>
                  </a:lnTo>
                  <a:lnTo>
                    <a:pt x="777109" y="5255"/>
                  </a:lnTo>
                  <a:lnTo>
                    <a:pt x="786159" y="3437"/>
                  </a:lnTo>
                  <a:lnTo>
                    <a:pt x="803123" y="0"/>
                  </a:lnTo>
                  <a:lnTo>
                    <a:pt x="800818" y="3457"/>
                  </a:lnTo>
                  <a:lnTo>
                    <a:pt x="799943" y="9988"/>
                  </a:lnTo>
                  <a:lnTo>
                    <a:pt x="802036" y="18034"/>
                  </a:lnTo>
                  <a:lnTo>
                    <a:pt x="799671" y="25303"/>
                  </a:lnTo>
                  <a:lnTo>
                    <a:pt x="801078" y="27904"/>
                  </a:lnTo>
                  <a:lnTo>
                    <a:pt x="804134" y="33551"/>
                  </a:lnTo>
                  <a:lnTo>
                    <a:pt x="798130" y="34574"/>
                  </a:lnTo>
                  <a:lnTo>
                    <a:pt x="791922" y="35174"/>
                  </a:lnTo>
                  <a:lnTo>
                    <a:pt x="785926" y="42095"/>
                  </a:lnTo>
                  <a:lnTo>
                    <a:pt x="785299" y="44042"/>
                  </a:lnTo>
                  <a:lnTo>
                    <a:pt x="784330" y="47049"/>
                  </a:lnTo>
                  <a:lnTo>
                    <a:pt x="782761" y="51909"/>
                  </a:lnTo>
                  <a:lnTo>
                    <a:pt x="778708" y="65605"/>
                  </a:lnTo>
                  <a:lnTo>
                    <a:pt x="774181" y="68892"/>
                  </a:lnTo>
                  <a:lnTo>
                    <a:pt x="769853" y="69991"/>
                  </a:lnTo>
                  <a:lnTo>
                    <a:pt x="767815" y="66513"/>
                  </a:lnTo>
                  <a:lnTo>
                    <a:pt x="760617" y="65264"/>
                  </a:lnTo>
                  <a:lnTo>
                    <a:pt x="759885" y="66062"/>
                  </a:lnTo>
                  <a:lnTo>
                    <a:pt x="756188" y="70092"/>
                  </a:lnTo>
                  <a:lnTo>
                    <a:pt x="753023" y="70047"/>
                  </a:lnTo>
                  <a:lnTo>
                    <a:pt x="748783" y="73214"/>
                  </a:lnTo>
                  <a:lnTo>
                    <a:pt x="743578" y="78248"/>
                  </a:lnTo>
                  <a:lnTo>
                    <a:pt x="743107" y="79634"/>
                  </a:lnTo>
                  <a:lnTo>
                    <a:pt x="740108" y="88461"/>
                  </a:lnTo>
                  <a:lnTo>
                    <a:pt x="736539" y="92237"/>
                  </a:lnTo>
                  <a:lnTo>
                    <a:pt x="732439" y="96569"/>
                  </a:lnTo>
                  <a:lnTo>
                    <a:pt x="726934" y="95204"/>
                  </a:lnTo>
                  <a:lnTo>
                    <a:pt x="727226" y="88794"/>
                  </a:lnTo>
                  <a:lnTo>
                    <a:pt x="726005" y="87674"/>
                  </a:lnTo>
                  <a:lnTo>
                    <a:pt x="723289" y="85182"/>
                  </a:lnTo>
                  <a:lnTo>
                    <a:pt x="715095" y="92310"/>
                  </a:lnTo>
                  <a:lnTo>
                    <a:pt x="710508" y="96432"/>
                  </a:lnTo>
                  <a:lnTo>
                    <a:pt x="710645" y="101368"/>
                  </a:lnTo>
                  <a:lnTo>
                    <a:pt x="708548" y="105272"/>
                  </a:lnTo>
                  <a:lnTo>
                    <a:pt x="703780" y="103381"/>
                  </a:lnTo>
                  <a:lnTo>
                    <a:pt x="700939" y="105641"/>
                  </a:lnTo>
                  <a:lnTo>
                    <a:pt x="699489" y="106794"/>
                  </a:lnTo>
                  <a:lnTo>
                    <a:pt x="701689" y="112773"/>
                  </a:lnTo>
                  <a:lnTo>
                    <a:pt x="699143" y="119115"/>
                  </a:lnTo>
                  <a:lnTo>
                    <a:pt x="697063" y="123464"/>
                  </a:lnTo>
                  <a:lnTo>
                    <a:pt x="696225" y="125216"/>
                  </a:lnTo>
                  <a:lnTo>
                    <a:pt x="689422" y="125990"/>
                  </a:lnTo>
                  <a:lnTo>
                    <a:pt x="685034" y="128320"/>
                  </a:lnTo>
                  <a:lnTo>
                    <a:pt x="679169" y="131080"/>
                  </a:lnTo>
                  <a:lnTo>
                    <a:pt x="676487" y="136279"/>
                  </a:lnTo>
                  <a:lnTo>
                    <a:pt x="671234" y="138485"/>
                  </a:lnTo>
                  <a:lnTo>
                    <a:pt x="671182" y="138631"/>
                  </a:lnTo>
                  <a:lnTo>
                    <a:pt x="670621" y="140223"/>
                  </a:lnTo>
                  <a:lnTo>
                    <a:pt x="668504" y="146220"/>
                  </a:lnTo>
                  <a:lnTo>
                    <a:pt x="663651" y="146865"/>
                  </a:lnTo>
                  <a:lnTo>
                    <a:pt x="657599" y="154133"/>
                  </a:lnTo>
                  <a:lnTo>
                    <a:pt x="654822" y="155705"/>
                  </a:lnTo>
                  <a:lnTo>
                    <a:pt x="651278" y="161315"/>
                  </a:lnTo>
                  <a:lnTo>
                    <a:pt x="642615" y="162550"/>
                  </a:lnTo>
                  <a:lnTo>
                    <a:pt x="636323" y="163630"/>
                  </a:lnTo>
                  <a:lnTo>
                    <a:pt x="635399" y="163875"/>
                  </a:lnTo>
                  <a:lnTo>
                    <a:pt x="625083" y="166602"/>
                  </a:lnTo>
                  <a:lnTo>
                    <a:pt x="618614" y="173122"/>
                  </a:lnTo>
                  <a:lnTo>
                    <a:pt x="613006" y="179810"/>
                  </a:lnTo>
                  <a:lnTo>
                    <a:pt x="609787" y="182100"/>
                  </a:lnTo>
                  <a:lnTo>
                    <a:pt x="609285" y="182457"/>
                  </a:lnTo>
                  <a:lnTo>
                    <a:pt x="608025" y="183352"/>
                  </a:lnTo>
                  <a:lnTo>
                    <a:pt x="604284" y="189609"/>
                  </a:lnTo>
                  <a:lnTo>
                    <a:pt x="606387" y="193585"/>
                  </a:lnTo>
                  <a:lnTo>
                    <a:pt x="603932" y="196912"/>
                  </a:lnTo>
                  <a:lnTo>
                    <a:pt x="606418" y="202875"/>
                  </a:lnTo>
                  <a:lnTo>
                    <a:pt x="605954" y="203413"/>
                  </a:lnTo>
                  <a:lnTo>
                    <a:pt x="600280" y="209984"/>
                  </a:lnTo>
                  <a:lnTo>
                    <a:pt x="592606" y="212272"/>
                  </a:lnTo>
                  <a:lnTo>
                    <a:pt x="587669" y="209735"/>
                  </a:lnTo>
                  <a:lnTo>
                    <a:pt x="582792" y="215863"/>
                  </a:lnTo>
                  <a:lnTo>
                    <a:pt x="582887" y="218394"/>
                  </a:lnTo>
                  <a:lnTo>
                    <a:pt x="583859" y="244812"/>
                  </a:lnTo>
                  <a:lnTo>
                    <a:pt x="565742" y="248255"/>
                  </a:lnTo>
                  <a:lnTo>
                    <a:pt x="554845" y="250241"/>
                  </a:lnTo>
                  <a:lnTo>
                    <a:pt x="544585" y="252170"/>
                  </a:lnTo>
                  <a:lnTo>
                    <a:pt x="539895" y="253039"/>
                  </a:lnTo>
                  <a:lnTo>
                    <a:pt x="536539" y="253660"/>
                  </a:lnTo>
                  <a:lnTo>
                    <a:pt x="531613" y="254568"/>
                  </a:lnTo>
                  <a:lnTo>
                    <a:pt x="520409" y="256668"/>
                  </a:lnTo>
                  <a:lnTo>
                    <a:pt x="520130" y="256720"/>
                  </a:lnTo>
                  <a:lnTo>
                    <a:pt x="513800" y="257899"/>
                  </a:lnTo>
                  <a:lnTo>
                    <a:pt x="492502" y="261916"/>
                  </a:lnTo>
                  <a:lnTo>
                    <a:pt x="491291" y="262143"/>
                  </a:lnTo>
                  <a:lnTo>
                    <a:pt x="482938" y="263810"/>
                  </a:lnTo>
                  <a:lnTo>
                    <a:pt x="480902" y="264215"/>
                  </a:lnTo>
                  <a:lnTo>
                    <a:pt x="472212" y="265651"/>
                  </a:lnTo>
                  <a:lnTo>
                    <a:pt x="459487" y="267736"/>
                  </a:lnTo>
                  <a:lnTo>
                    <a:pt x="433415" y="271898"/>
                  </a:lnTo>
                  <a:lnTo>
                    <a:pt x="390726" y="278527"/>
                  </a:lnTo>
                  <a:lnTo>
                    <a:pt x="389998" y="278648"/>
                  </a:lnTo>
                  <a:lnTo>
                    <a:pt x="375501" y="281058"/>
                  </a:lnTo>
                  <a:lnTo>
                    <a:pt x="344727" y="285834"/>
                  </a:lnTo>
                  <a:lnTo>
                    <a:pt x="339584" y="286539"/>
                  </a:lnTo>
                  <a:lnTo>
                    <a:pt x="302988" y="291459"/>
                  </a:lnTo>
                  <a:lnTo>
                    <a:pt x="302408" y="291535"/>
                  </a:lnTo>
                  <a:lnTo>
                    <a:pt x="301688" y="291635"/>
                  </a:lnTo>
                  <a:lnTo>
                    <a:pt x="282066" y="294334"/>
                  </a:lnTo>
                  <a:lnTo>
                    <a:pt x="264359" y="296729"/>
                  </a:lnTo>
                  <a:lnTo>
                    <a:pt x="262509" y="296976"/>
                  </a:lnTo>
                  <a:lnTo>
                    <a:pt x="240338" y="299989"/>
                  </a:lnTo>
                  <a:lnTo>
                    <a:pt x="227347" y="301832"/>
                  </a:lnTo>
                  <a:lnTo>
                    <a:pt x="225870" y="302041"/>
                  </a:lnTo>
                  <a:lnTo>
                    <a:pt x="206020" y="304606"/>
                  </a:lnTo>
                  <a:lnTo>
                    <a:pt x="206490" y="306043"/>
                  </a:lnTo>
                  <a:lnTo>
                    <a:pt x="200821" y="306859"/>
                  </a:lnTo>
                  <a:lnTo>
                    <a:pt x="190515" y="308262"/>
                  </a:lnTo>
                  <a:lnTo>
                    <a:pt x="188857" y="308487"/>
                  </a:lnTo>
                  <a:lnTo>
                    <a:pt x="180116" y="309664"/>
                  </a:lnTo>
                  <a:lnTo>
                    <a:pt x="149156" y="313956"/>
                  </a:lnTo>
                  <a:lnTo>
                    <a:pt x="145593" y="314437"/>
                  </a:lnTo>
                  <a:lnTo>
                    <a:pt x="126608" y="316973"/>
                  </a:lnTo>
                  <a:lnTo>
                    <a:pt x="125687" y="317094"/>
                  </a:lnTo>
                  <a:lnTo>
                    <a:pt x="108884" y="319335"/>
                  </a:lnTo>
                  <a:lnTo>
                    <a:pt x="93774" y="321319"/>
                  </a:lnTo>
                  <a:lnTo>
                    <a:pt x="85720" y="322366"/>
                  </a:lnTo>
                  <a:lnTo>
                    <a:pt x="65234" y="324877"/>
                  </a:lnTo>
                  <a:lnTo>
                    <a:pt x="59103" y="325619"/>
                  </a:lnTo>
                  <a:lnTo>
                    <a:pt x="57367" y="325828"/>
                  </a:lnTo>
                  <a:lnTo>
                    <a:pt x="50422" y="326662"/>
                  </a:lnTo>
                  <a:lnTo>
                    <a:pt x="0" y="332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45328" y="4222754"/>
              <a:ext cx="1028943" cy="968440"/>
            </a:xfrm>
            <a:custGeom>
              <a:avLst/>
              <a:pathLst>
                <a:path w="1028943" h="968440">
                  <a:moveTo>
                    <a:pt x="1229" y="401696"/>
                  </a:moveTo>
                  <a:lnTo>
                    <a:pt x="1062" y="396464"/>
                  </a:lnTo>
                  <a:lnTo>
                    <a:pt x="2146" y="393881"/>
                  </a:lnTo>
                  <a:lnTo>
                    <a:pt x="10276" y="394475"/>
                  </a:lnTo>
                  <a:lnTo>
                    <a:pt x="20922" y="395238"/>
                  </a:lnTo>
                  <a:lnTo>
                    <a:pt x="34655" y="396197"/>
                  </a:lnTo>
                  <a:lnTo>
                    <a:pt x="50431" y="397302"/>
                  </a:lnTo>
                  <a:lnTo>
                    <a:pt x="69692" y="398602"/>
                  </a:lnTo>
                  <a:lnTo>
                    <a:pt x="116133" y="401711"/>
                  </a:lnTo>
                  <a:lnTo>
                    <a:pt x="134488" y="402791"/>
                  </a:lnTo>
                  <a:lnTo>
                    <a:pt x="139989" y="403105"/>
                  </a:lnTo>
                  <a:lnTo>
                    <a:pt x="155900" y="403987"/>
                  </a:lnTo>
                  <a:lnTo>
                    <a:pt x="204142" y="406463"/>
                  </a:lnTo>
                  <a:lnTo>
                    <a:pt x="207596" y="406622"/>
                  </a:lnTo>
                  <a:lnTo>
                    <a:pt x="227659" y="407511"/>
                  </a:lnTo>
                  <a:lnTo>
                    <a:pt x="258569" y="408761"/>
                  </a:lnTo>
                  <a:lnTo>
                    <a:pt x="279010" y="409509"/>
                  </a:lnTo>
                  <a:lnTo>
                    <a:pt x="279256" y="401647"/>
                  </a:lnTo>
                  <a:lnTo>
                    <a:pt x="279421" y="396382"/>
                  </a:lnTo>
                  <a:lnTo>
                    <a:pt x="280480" y="362107"/>
                  </a:lnTo>
                  <a:lnTo>
                    <a:pt x="280664" y="356127"/>
                  </a:lnTo>
                  <a:lnTo>
                    <a:pt x="281059" y="343495"/>
                  </a:lnTo>
                  <a:lnTo>
                    <a:pt x="281408" y="332367"/>
                  </a:lnTo>
                  <a:lnTo>
                    <a:pt x="281834" y="322393"/>
                  </a:lnTo>
                  <a:lnTo>
                    <a:pt x="282847" y="298749"/>
                  </a:lnTo>
                  <a:lnTo>
                    <a:pt x="283616" y="283371"/>
                  </a:lnTo>
                  <a:lnTo>
                    <a:pt x="284443" y="266809"/>
                  </a:lnTo>
                  <a:lnTo>
                    <a:pt x="285586" y="243707"/>
                  </a:lnTo>
                  <a:lnTo>
                    <a:pt x="286622" y="220539"/>
                  </a:lnTo>
                  <a:lnTo>
                    <a:pt x="287253" y="200217"/>
                  </a:lnTo>
                  <a:lnTo>
                    <a:pt x="287282" y="199297"/>
                  </a:lnTo>
                  <a:lnTo>
                    <a:pt x="287471" y="193215"/>
                  </a:lnTo>
                  <a:lnTo>
                    <a:pt x="288245" y="171347"/>
                  </a:lnTo>
                  <a:lnTo>
                    <a:pt x="288645" y="159731"/>
                  </a:lnTo>
                  <a:lnTo>
                    <a:pt x="289260" y="140901"/>
                  </a:lnTo>
                  <a:lnTo>
                    <a:pt x="289829" y="123542"/>
                  </a:lnTo>
                  <a:lnTo>
                    <a:pt x="289950" y="120042"/>
                  </a:lnTo>
                  <a:lnTo>
                    <a:pt x="291343" y="80021"/>
                  </a:lnTo>
                  <a:lnTo>
                    <a:pt x="291709" y="69365"/>
                  </a:lnTo>
                  <a:lnTo>
                    <a:pt x="292700" y="40586"/>
                  </a:lnTo>
                  <a:lnTo>
                    <a:pt x="293968" y="0"/>
                  </a:lnTo>
                  <a:lnTo>
                    <a:pt x="296877" y="108"/>
                  </a:lnTo>
                  <a:lnTo>
                    <a:pt x="358761" y="2014"/>
                  </a:lnTo>
                  <a:lnTo>
                    <a:pt x="368350" y="2277"/>
                  </a:lnTo>
                  <a:lnTo>
                    <a:pt x="383513" y="2662"/>
                  </a:lnTo>
                  <a:lnTo>
                    <a:pt x="398448" y="2980"/>
                  </a:lnTo>
                  <a:lnTo>
                    <a:pt x="438159" y="3645"/>
                  </a:lnTo>
                  <a:lnTo>
                    <a:pt x="447816" y="3736"/>
                  </a:lnTo>
                  <a:lnTo>
                    <a:pt x="452974" y="3779"/>
                  </a:lnTo>
                  <a:lnTo>
                    <a:pt x="474466" y="3987"/>
                  </a:lnTo>
                  <a:lnTo>
                    <a:pt x="477892" y="4007"/>
                  </a:lnTo>
                  <a:lnTo>
                    <a:pt x="495225" y="4078"/>
                  </a:lnTo>
                  <a:lnTo>
                    <a:pt x="517876" y="4119"/>
                  </a:lnTo>
                  <a:lnTo>
                    <a:pt x="518123" y="4119"/>
                  </a:lnTo>
                  <a:lnTo>
                    <a:pt x="518123" y="44612"/>
                  </a:lnTo>
                  <a:lnTo>
                    <a:pt x="518124" y="60516"/>
                  </a:lnTo>
                  <a:lnTo>
                    <a:pt x="518124" y="84411"/>
                  </a:lnTo>
                  <a:lnTo>
                    <a:pt x="518124" y="102344"/>
                  </a:lnTo>
                  <a:lnTo>
                    <a:pt x="518124" y="124185"/>
                  </a:lnTo>
                  <a:lnTo>
                    <a:pt x="518124" y="138105"/>
                  </a:lnTo>
                  <a:lnTo>
                    <a:pt x="518124" y="163939"/>
                  </a:lnTo>
                  <a:lnTo>
                    <a:pt x="518124" y="180868"/>
                  </a:lnTo>
                  <a:lnTo>
                    <a:pt x="518332" y="180811"/>
                  </a:lnTo>
                  <a:lnTo>
                    <a:pt x="523496" y="179390"/>
                  </a:lnTo>
                  <a:lnTo>
                    <a:pt x="530106" y="185736"/>
                  </a:lnTo>
                  <a:lnTo>
                    <a:pt x="531916" y="187472"/>
                  </a:lnTo>
                  <a:lnTo>
                    <a:pt x="535963" y="192250"/>
                  </a:lnTo>
                  <a:lnTo>
                    <a:pt x="541162" y="197172"/>
                  </a:lnTo>
                  <a:lnTo>
                    <a:pt x="548474" y="197720"/>
                  </a:lnTo>
                  <a:lnTo>
                    <a:pt x="549640" y="194710"/>
                  </a:lnTo>
                  <a:lnTo>
                    <a:pt x="557939" y="195648"/>
                  </a:lnTo>
                  <a:lnTo>
                    <a:pt x="558247" y="195682"/>
                  </a:lnTo>
                  <a:lnTo>
                    <a:pt x="562086" y="197115"/>
                  </a:lnTo>
                  <a:lnTo>
                    <a:pt x="563981" y="191489"/>
                  </a:lnTo>
                  <a:lnTo>
                    <a:pt x="567358" y="191921"/>
                  </a:lnTo>
                  <a:lnTo>
                    <a:pt x="573079" y="196472"/>
                  </a:lnTo>
                  <a:lnTo>
                    <a:pt x="577198" y="202011"/>
                  </a:lnTo>
                  <a:lnTo>
                    <a:pt x="577966" y="203043"/>
                  </a:lnTo>
                  <a:lnTo>
                    <a:pt x="579719" y="212101"/>
                  </a:lnTo>
                  <a:lnTo>
                    <a:pt x="584126" y="212510"/>
                  </a:lnTo>
                  <a:lnTo>
                    <a:pt x="589660" y="213188"/>
                  </a:lnTo>
                  <a:lnTo>
                    <a:pt x="593898" y="212454"/>
                  </a:lnTo>
                  <a:lnTo>
                    <a:pt x="597745" y="212783"/>
                  </a:lnTo>
                  <a:lnTo>
                    <a:pt x="598666" y="212861"/>
                  </a:lnTo>
                  <a:lnTo>
                    <a:pt x="603878" y="216731"/>
                  </a:lnTo>
                  <a:lnTo>
                    <a:pt x="608855" y="217077"/>
                  </a:lnTo>
                  <a:lnTo>
                    <a:pt x="614174" y="219269"/>
                  </a:lnTo>
                  <a:lnTo>
                    <a:pt x="617757" y="219017"/>
                  </a:lnTo>
                  <a:lnTo>
                    <a:pt x="620910" y="216119"/>
                  </a:lnTo>
                  <a:lnTo>
                    <a:pt x="623799" y="216825"/>
                  </a:lnTo>
                  <a:lnTo>
                    <a:pt x="626322" y="217440"/>
                  </a:lnTo>
                  <a:lnTo>
                    <a:pt x="630118" y="222293"/>
                  </a:lnTo>
                  <a:lnTo>
                    <a:pt x="634205" y="225016"/>
                  </a:lnTo>
                  <a:lnTo>
                    <a:pt x="638099" y="223335"/>
                  </a:lnTo>
                  <a:lnTo>
                    <a:pt x="638787" y="223038"/>
                  </a:lnTo>
                  <a:lnTo>
                    <a:pt x="639936" y="219066"/>
                  </a:lnTo>
                  <a:lnTo>
                    <a:pt x="642508" y="216407"/>
                  </a:lnTo>
                  <a:lnTo>
                    <a:pt x="645966" y="217313"/>
                  </a:lnTo>
                  <a:lnTo>
                    <a:pt x="653103" y="218915"/>
                  </a:lnTo>
                  <a:lnTo>
                    <a:pt x="657396" y="220014"/>
                  </a:lnTo>
                  <a:lnTo>
                    <a:pt x="659677" y="217503"/>
                  </a:lnTo>
                  <a:lnTo>
                    <a:pt x="660801" y="216264"/>
                  </a:lnTo>
                  <a:lnTo>
                    <a:pt x="662721" y="220797"/>
                  </a:lnTo>
                  <a:lnTo>
                    <a:pt x="662841" y="225863"/>
                  </a:lnTo>
                  <a:lnTo>
                    <a:pt x="664163" y="230043"/>
                  </a:lnTo>
                  <a:lnTo>
                    <a:pt x="670051" y="230495"/>
                  </a:lnTo>
                  <a:lnTo>
                    <a:pt x="674485" y="230837"/>
                  </a:lnTo>
                  <a:lnTo>
                    <a:pt x="674149" y="236917"/>
                  </a:lnTo>
                  <a:lnTo>
                    <a:pt x="674351" y="239931"/>
                  </a:lnTo>
                  <a:lnTo>
                    <a:pt x="674429" y="241095"/>
                  </a:lnTo>
                  <a:lnTo>
                    <a:pt x="681004" y="243577"/>
                  </a:lnTo>
                  <a:lnTo>
                    <a:pt x="685691" y="240653"/>
                  </a:lnTo>
                  <a:lnTo>
                    <a:pt x="688922" y="236469"/>
                  </a:lnTo>
                  <a:lnTo>
                    <a:pt x="695485" y="230267"/>
                  </a:lnTo>
                  <a:lnTo>
                    <a:pt x="700312" y="232254"/>
                  </a:lnTo>
                  <a:lnTo>
                    <a:pt x="701403" y="236411"/>
                  </a:lnTo>
                  <a:lnTo>
                    <a:pt x="704117" y="238433"/>
                  </a:lnTo>
                  <a:lnTo>
                    <a:pt x="704349" y="238605"/>
                  </a:lnTo>
                  <a:lnTo>
                    <a:pt x="709771" y="236635"/>
                  </a:lnTo>
                  <a:lnTo>
                    <a:pt x="709959" y="236912"/>
                  </a:lnTo>
                  <a:lnTo>
                    <a:pt x="712554" y="240748"/>
                  </a:lnTo>
                  <a:lnTo>
                    <a:pt x="713224" y="245023"/>
                  </a:lnTo>
                  <a:lnTo>
                    <a:pt x="718671" y="245250"/>
                  </a:lnTo>
                  <a:lnTo>
                    <a:pt x="722727" y="240964"/>
                  </a:lnTo>
                  <a:lnTo>
                    <a:pt x="728129" y="237584"/>
                  </a:lnTo>
                  <a:lnTo>
                    <a:pt x="731143" y="236216"/>
                  </a:lnTo>
                  <a:lnTo>
                    <a:pt x="734336" y="242211"/>
                  </a:lnTo>
                  <a:lnTo>
                    <a:pt x="731460" y="245720"/>
                  </a:lnTo>
                  <a:lnTo>
                    <a:pt x="735992" y="253572"/>
                  </a:lnTo>
                  <a:lnTo>
                    <a:pt x="740411" y="252225"/>
                  </a:lnTo>
                  <a:lnTo>
                    <a:pt x="740548" y="248670"/>
                  </a:lnTo>
                  <a:lnTo>
                    <a:pt x="741147" y="245128"/>
                  </a:lnTo>
                  <a:lnTo>
                    <a:pt x="742761" y="241157"/>
                  </a:lnTo>
                  <a:lnTo>
                    <a:pt x="748031" y="238168"/>
                  </a:lnTo>
                  <a:lnTo>
                    <a:pt x="747696" y="235270"/>
                  </a:lnTo>
                  <a:lnTo>
                    <a:pt x="750395" y="232795"/>
                  </a:lnTo>
                  <a:lnTo>
                    <a:pt x="750980" y="232734"/>
                  </a:lnTo>
                  <a:lnTo>
                    <a:pt x="751761" y="232654"/>
                  </a:lnTo>
                  <a:lnTo>
                    <a:pt x="753972" y="232425"/>
                  </a:lnTo>
                  <a:lnTo>
                    <a:pt x="754717" y="236431"/>
                  </a:lnTo>
                  <a:lnTo>
                    <a:pt x="758437" y="241373"/>
                  </a:lnTo>
                  <a:lnTo>
                    <a:pt x="762664" y="239240"/>
                  </a:lnTo>
                  <a:lnTo>
                    <a:pt x="764082" y="241638"/>
                  </a:lnTo>
                  <a:lnTo>
                    <a:pt x="769021" y="242392"/>
                  </a:lnTo>
                  <a:lnTo>
                    <a:pt x="771190" y="238207"/>
                  </a:lnTo>
                  <a:lnTo>
                    <a:pt x="772755" y="234499"/>
                  </a:lnTo>
                  <a:lnTo>
                    <a:pt x="777833" y="237363"/>
                  </a:lnTo>
                  <a:lnTo>
                    <a:pt x="778188" y="237564"/>
                  </a:lnTo>
                  <a:lnTo>
                    <a:pt x="778136" y="242099"/>
                  </a:lnTo>
                  <a:lnTo>
                    <a:pt x="779699" y="243113"/>
                  </a:lnTo>
                  <a:lnTo>
                    <a:pt x="783445" y="243051"/>
                  </a:lnTo>
                  <a:lnTo>
                    <a:pt x="785240" y="247046"/>
                  </a:lnTo>
                  <a:lnTo>
                    <a:pt x="790241" y="246238"/>
                  </a:lnTo>
                  <a:lnTo>
                    <a:pt x="792871" y="249203"/>
                  </a:lnTo>
                  <a:lnTo>
                    <a:pt x="794798" y="251924"/>
                  </a:lnTo>
                  <a:lnTo>
                    <a:pt x="796134" y="253810"/>
                  </a:lnTo>
                  <a:lnTo>
                    <a:pt x="800247" y="249916"/>
                  </a:lnTo>
                  <a:lnTo>
                    <a:pt x="802423" y="246656"/>
                  </a:lnTo>
                  <a:lnTo>
                    <a:pt x="806182" y="248470"/>
                  </a:lnTo>
                  <a:lnTo>
                    <a:pt x="810264" y="243500"/>
                  </a:lnTo>
                  <a:lnTo>
                    <a:pt x="811780" y="240571"/>
                  </a:lnTo>
                  <a:lnTo>
                    <a:pt x="818430" y="239394"/>
                  </a:lnTo>
                  <a:lnTo>
                    <a:pt x="828100" y="235879"/>
                  </a:lnTo>
                  <a:lnTo>
                    <a:pt x="831789" y="236726"/>
                  </a:lnTo>
                  <a:lnTo>
                    <a:pt x="835049" y="236881"/>
                  </a:lnTo>
                  <a:lnTo>
                    <a:pt x="836907" y="236968"/>
                  </a:lnTo>
                  <a:lnTo>
                    <a:pt x="839209" y="235581"/>
                  </a:lnTo>
                  <a:lnTo>
                    <a:pt x="843084" y="233243"/>
                  </a:lnTo>
                  <a:lnTo>
                    <a:pt x="848186" y="232084"/>
                  </a:lnTo>
                  <a:lnTo>
                    <a:pt x="853145" y="229883"/>
                  </a:lnTo>
                  <a:lnTo>
                    <a:pt x="856704" y="229714"/>
                  </a:lnTo>
                  <a:lnTo>
                    <a:pt x="859287" y="233366"/>
                  </a:lnTo>
                  <a:lnTo>
                    <a:pt x="865295" y="234564"/>
                  </a:lnTo>
                  <a:lnTo>
                    <a:pt x="872537" y="234269"/>
                  </a:lnTo>
                  <a:lnTo>
                    <a:pt x="875700" y="233543"/>
                  </a:lnTo>
                  <a:lnTo>
                    <a:pt x="877739" y="233075"/>
                  </a:lnTo>
                  <a:lnTo>
                    <a:pt x="879773" y="228222"/>
                  </a:lnTo>
                  <a:lnTo>
                    <a:pt x="881697" y="225173"/>
                  </a:lnTo>
                  <a:lnTo>
                    <a:pt x="887167" y="227005"/>
                  </a:lnTo>
                  <a:lnTo>
                    <a:pt x="887668" y="227172"/>
                  </a:lnTo>
                  <a:lnTo>
                    <a:pt x="891959" y="229801"/>
                  </a:lnTo>
                  <a:lnTo>
                    <a:pt x="895846" y="233429"/>
                  </a:lnTo>
                  <a:lnTo>
                    <a:pt x="900838" y="234075"/>
                  </a:lnTo>
                  <a:lnTo>
                    <a:pt x="904246" y="237684"/>
                  </a:lnTo>
                  <a:lnTo>
                    <a:pt x="907253" y="240625"/>
                  </a:lnTo>
                  <a:lnTo>
                    <a:pt x="912057" y="243698"/>
                  </a:lnTo>
                  <a:lnTo>
                    <a:pt x="917769" y="242564"/>
                  </a:lnTo>
                  <a:lnTo>
                    <a:pt x="920515" y="244876"/>
                  </a:lnTo>
                  <a:lnTo>
                    <a:pt x="921885" y="246029"/>
                  </a:lnTo>
                  <a:lnTo>
                    <a:pt x="928486" y="248705"/>
                  </a:lnTo>
                  <a:lnTo>
                    <a:pt x="932908" y="248745"/>
                  </a:lnTo>
                  <a:lnTo>
                    <a:pt x="936511" y="252898"/>
                  </a:lnTo>
                  <a:lnTo>
                    <a:pt x="939714" y="251229"/>
                  </a:lnTo>
                  <a:lnTo>
                    <a:pt x="945136" y="256409"/>
                  </a:lnTo>
                  <a:lnTo>
                    <a:pt x="947567" y="257317"/>
                  </a:lnTo>
                  <a:lnTo>
                    <a:pt x="950204" y="257970"/>
                  </a:lnTo>
                  <a:lnTo>
                    <a:pt x="951349" y="256924"/>
                  </a:lnTo>
                  <a:lnTo>
                    <a:pt x="954012" y="256983"/>
                  </a:lnTo>
                  <a:lnTo>
                    <a:pt x="958899" y="255537"/>
                  </a:lnTo>
                  <a:lnTo>
                    <a:pt x="960862" y="255960"/>
                  </a:lnTo>
                  <a:lnTo>
                    <a:pt x="963049" y="253841"/>
                  </a:lnTo>
                  <a:lnTo>
                    <a:pt x="966212" y="254946"/>
                  </a:lnTo>
                  <a:lnTo>
                    <a:pt x="971614" y="255073"/>
                  </a:lnTo>
                  <a:lnTo>
                    <a:pt x="973965" y="256808"/>
                  </a:lnTo>
                  <a:lnTo>
                    <a:pt x="974655" y="267311"/>
                  </a:lnTo>
                  <a:lnTo>
                    <a:pt x="975245" y="276882"/>
                  </a:lnTo>
                  <a:lnTo>
                    <a:pt x="975590" y="282265"/>
                  </a:lnTo>
                  <a:lnTo>
                    <a:pt x="976234" y="292344"/>
                  </a:lnTo>
                  <a:lnTo>
                    <a:pt x="977010" y="305161"/>
                  </a:lnTo>
                  <a:lnTo>
                    <a:pt x="977784" y="317708"/>
                  </a:lnTo>
                  <a:lnTo>
                    <a:pt x="978252" y="325302"/>
                  </a:lnTo>
                  <a:lnTo>
                    <a:pt x="978835" y="334788"/>
                  </a:lnTo>
                  <a:lnTo>
                    <a:pt x="979553" y="346481"/>
                  </a:lnTo>
                  <a:lnTo>
                    <a:pt x="980535" y="362094"/>
                  </a:lnTo>
                  <a:lnTo>
                    <a:pt x="980699" y="364701"/>
                  </a:lnTo>
                  <a:lnTo>
                    <a:pt x="981634" y="379906"/>
                  </a:lnTo>
                  <a:lnTo>
                    <a:pt x="981957" y="385180"/>
                  </a:lnTo>
                  <a:lnTo>
                    <a:pt x="982830" y="398386"/>
                  </a:lnTo>
                  <a:lnTo>
                    <a:pt x="983866" y="399473"/>
                  </a:lnTo>
                  <a:lnTo>
                    <a:pt x="988209" y="404024"/>
                  </a:lnTo>
                  <a:lnTo>
                    <a:pt x="993686" y="406670"/>
                  </a:lnTo>
                  <a:lnTo>
                    <a:pt x="996402" y="410930"/>
                  </a:lnTo>
                  <a:lnTo>
                    <a:pt x="998561" y="414313"/>
                  </a:lnTo>
                  <a:lnTo>
                    <a:pt x="1003059" y="423538"/>
                  </a:lnTo>
                  <a:lnTo>
                    <a:pt x="1002458" y="430706"/>
                  </a:lnTo>
                  <a:lnTo>
                    <a:pt x="1001251" y="434100"/>
                  </a:lnTo>
                  <a:lnTo>
                    <a:pt x="1005281" y="439174"/>
                  </a:lnTo>
                  <a:lnTo>
                    <a:pt x="1010248" y="440931"/>
                  </a:lnTo>
                  <a:lnTo>
                    <a:pt x="1008609" y="444276"/>
                  </a:lnTo>
                  <a:lnTo>
                    <a:pt x="1012904" y="447633"/>
                  </a:lnTo>
                  <a:lnTo>
                    <a:pt x="1015522" y="452297"/>
                  </a:lnTo>
                  <a:lnTo>
                    <a:pt x="1015380" y="459056"/>
                  </a:lnTo>
                  <a:lnTo>
                    <a:pt x="1020448" y="462477"/>
                  </a:lnTo>
                  <a:lnTo>
                    <a:pt x="1021801" y="469376"/>
                  </a:lnTo>
                  <a:lnTo>
                    <a:pt x="1021945" y="469358"/>
                  </a:lnTo>
                  <a:lnTo>
                    <a:pt x="1025711" y="468877"/>
                  </a:lnTo>
                  <a:lnTo>
                    <a:pt x="1027073" y="468702"/>
                  </a:lnTo>
                  <a:lnTo>
                    <a:pt x="1027001" y="473877"/>
                  </a:lnTo>
                  <a:lnTo>
                    <a:pt x="1028170" y="480821"/>
                  </a:lnTo>
                  <a:lnTo>
                    <a:pt x="1027771" y="484785"/>
                  </a:lnTo>
                  <a:lnTo>
                    <a:pt x="1027203" y="488597"/>
                  </a:lnTo>
                  <a:lnTo>
                    <a:pt x="1028943" y="492345"/>
                  </a:lnTo>
                  <a:lnTo>
                    <a:pt x="1027357" y="496750"/>
                  </a:lnTo>
                  <a:lnTo>
                    <a:pt x="1027085" y="497503"/>
                  </a:lnTo>
                  <a:lnTo>
                    <a:pt x="1026632" y="503589"/>
                  </a:lnTo>
                  <a:lnTo>
                    <a:pt x="1023189" y="509718"/>
                  </a:lnTo>
                  <a:lnTo>
                    <a:pt x="1022563" y="515094"/>
                  </a:lnTo>
                  <a:lnTo>
                    <a:pt x="1018514" y="520376"/>
                  </a:lnTo>
                  <a:lnTo>
                    <a:pt x="1018763" y="523327"/>
                  </a:lnTo>
                  <a:lnTo>
                    <a:pt x="1015486" y="527912"/>
                  </a:lnTo>
                  <a:lnTo>
                    <a:pt x="1017215" y="531285"/>
                  </a:lnTo>
                  <a:lnTo>
                    <a:pt x="1018240" y="538169"/>
                  </a:lnTo>
                  <a:lnTo>
                    <a:pt x="1015581" y="540856"/>
                  </a:lnTo>
                  <a:lnTo>
                    <a:pt x="1015045" y="541398"/>
                  </a:lnTo>
                  <a:lnTo>
                    <a:pt x="1014234" y="547563"/>
                  </a:lnTo>
                  <a:lnTo>
                    <a:pt x="1018759" y="552186"/>
                  </a:lnTo>
                  <a:lnTo>
                    <a:pt x="1018630" y="555066"/>
                  </a:lnTo>
                  <a:lnTo>
                    <a:pt x="1018553" y="556774"/>
                  </a:lnTo>
                  <a:lnTo>
                    <a:pt x="1019606" y="561367"/>
                  </a:lnTo>
                  <a:lnTo>
                    <a:pt x="1020058" y="566904"/>
                  </a:lnTo>
                  <a:lnTo>
                    <a:pt x="1020269" y="572204"/>
                  </a:lnTo>
                  <a:lnTo>
                    <a:pt x="1020102" y="572396"/>
                  </a:lnTo>
                  <a:lnTo>
                    <a:pt x="1017498" y="575382"/>
                  </a:lnTo>
                  <a:lnTo>
                    <a:pt x="1012556" y="581834"/>
                  </a:lnTo>
                  <a:lnTo>
                    <a:pt x="1011092" y="587413"/>
                  </a:lnTo>
                  <a:lnTo>
                    <a:pt x="1009465" y="589554"/>
                  </a:lnTo>
                  <a:lnTo>
                    <a:pt x="1007971" y="591519"/>
                  </a:lnTo>
                  <a:lnTo>
                    <a:pt x="1003707" y="596248"/>
                  </a:lnTo>
                  <a:lnTo>
                    <a:pt x="1006996" y="599770"/>
                  </a:lnTo>
                  <a:lnTo>
                    <a:pt x="1009408" y="603019"/>
                  </a:lnTo>
                  <a:lnTo>
                    <a:pt x="1011607" y="605904"/>
                  </a:lnTo>
                  <a:lnTo>
                    <a:pt x="1009807" y="607087"/>
                  </a:lnTo>
                  <a:lnTo>
                    <a:pt x="1001751" y="607362"/>
                  </a:lnTo>
                  <a:lnTo>
                    <a:pt x="994244" y="608886"/>
                  </a:lnTo>
                  <a:lnTo>
                    <a:pt x="986026" y="612587"/>
                  </a:lnTo>
                  <a:lnTo>
                    <a:pt x="970995" y="620352"/>
                  </a:lnTo>
                  <a:lnTo>
                    <a:pt x="969690" y="621023"/>
                  </a:lnTo>
                  <a:lnTo>
                    <a:pt x="959527" y="626243"/>
                  </a:lnTo>
                  <a:lnTo>
                    <a:pt x="952170" y="630109"/>
                  </a:lnTo>
                  <a:lnTo>
                    <a:pt x="946290" y="633845"/>
                  </a:lnTo>
                  <a:lnTo>
                    <a:pt x="941712" y="639722"/>
                  </a:lnTo>
                  <a:lnTo>
                    <a:pt x="942572" y="643093"/>
                  </a:lnTo>
                  <a:lnTo>
                    <a:pt x="936295" y="648212"/>
                  </a:lnTo>
                  <a:lnTo>
                    <a:pt x="918990" y="661133"/>
                  </a:lnTo>
                  <a:lnTo>
                    <a:pt x="912153" y="668102"/>
                  </a:lnTo>
                  <a:lnTo>
                    <a:pt x="911376" y="668892"/>
                  </a:lnTo>
                  <a:lnTo>
                    <a:pt x="906225" y="673193"/>
                  </a:lnTo>
                  <a:lnTo>
                    <a:pt x="898069" y="681715"/>
                  </a:lnTo>
                  <a:lnTo>
                    <a:pt x="891466" y="688213"/>
                  </a:lnTo>
                  <a:lnTo>
                    <a:pt x="886875" y="689119"/>
                  </a:lnTo>
                  <a:lnTo>
                    <a:pt x="881564" y="692505"/>
                  </a:lnTo>
                  <a:lnTo>
                    <a:pt x="875118" y="696604"/>
                  </a:lnTo>
                  <a:lnTo>
                    <a:pt x="867601" y="701436"/>
                  </a:lnTo>
                  <a:lnTo>
                    <a:pt x="857467" y="708195"/>
                  </a:lnTo>
                  <a:lnTo>
                    <a:pt x="842500" y="715851"/>
                  </a:lnTo>
                  <a:lnTo>
                    <a:pt x="827087" y="724336"/>
                  </a:lnTo>
                  <a:lnTo>
                    <a:pt x="816435" y="731911"/>
                  </a:lnTo>
                  <a:lnTo>
                    <a:pt x="812505" y="735136"/>
                  </a:lnTo>
                  <a:lnTo>
                    <a:pt x="811569" y="735904"/>
                  </a:lnTo>
                  <a:lnTo>
                    <a:pt x="807505" y="741882"/>
                  </a:lnTo>
                  <a:lnTo>
                    <a:pt x="792405" y="751071"/>
                  </a:lnTo>
                  <a:lnTo>
                    <a:pt x="785440" y="756609"/>
                  </a:lnTo>
                  <a:lnTo>
                    <a:pt x="779684" y="761721"/>
                  </a:lnTo>
                  <a:lnTo>
                    <a:pt x="774940" y="766481"/>
                  </a:lnTo>
                  <a:lnTo>
                    <a:pt x="772214" y="769212"/>
                  </a:lnTo>
                  <a:lnTo>
                    <a:pt x="763000" y="780616"/>
                  </a:lnTo>
                  <a:lnTo>
                    <a:pt x="759887" y="787217"/>
                  </a:lnTo>
                  <a:lnTo>
                    <a:pt x="759797" y="787407"/>
                  </a:lnTo>
                  <a:lnTo>
                    <a:pt x="756168" y="791925"/>
                  </a:lnTo>
                  <a:lnTo>
                    <a:pt x="752240" y="798316"/>
                  </a:lnTo>
                  <a:lnTo>
                    <a:pt x="746649" y="809377"/>
                  </a:lnTo>
                  <a:lnTo>
                    <a:pt x="745852" y="811194"/>
                  </a:lnTo>
                  <a:lnTo>
                    <a:pt x="743193" y="817245"/>
                  </a:lnTo>
                  <a:lnTo>
                    <a:pt x="740209" y="824886"/>
                  </a:lnTo>
                  <a:lnTo>
                    <a:pt x="737169" y="834869"/>
                  </a:lnTo>
                  <a:lnTo>
                    <a:pt x="736377" y="838497"/>
                  </a:lnTo>
                  <a:lnTo>
                    <a:pt x="735519" y="842425"/>
                  </a:lnTo>
                  <a:lnTo>
                    <a:pt x="734244" y="858261"/>
                  </a:lnTo>
                  <a:lnTo>
                    <a:pt x="735608" y="873988"/>
                  </a:lnTo>
                  <a:lnTo>
                    <a:pt x="739666" y="890477"/>
                  </a:lnTo>
                  <a:lnTo>
                    <a:pt x="742810" y="899542"/>
                  </a:lnTo>
                  <a:lnTo>
                    <a:pt x="745827" y="908226"/>
                  </a:lnTo>
                  <a:lnTo>
                    <a:pt x="748239" y="916459"/>
                  </a:lnTo>
                  <a:lnTo>
                    <a:pt x="751003" y="925882"/>
                  </a:lnTo>
                  <a:lnTo>
                    <a:pt x="754699" y="945916"/>
                  </a:lnTo>
                  <a:lnTo>
                    <a:pt x="755426" y="951761"/>
                  </a:lnTo>
                  <a:lnTo>
                    <a:pt x="756065" y="955940"/>
                  </a:lnTo>
                  <a:lnTo>
                    <a:pt x="755198" y="957963"/>
                  </a:lnTo>
                  <a:lnTo>
                    <a:pt x="750975" y="957026"/>
                  </a:lnTo>
                  <a:lnTo>
                    <a:pt x="745182" y="959504"/>
                  </a:lnTo>
                  <a:lnTo>
                    <a:pt x="740110" y="960770"/>
                  </a:lnTo>
                  <a:lnTo>
                    <a:pt x="737852" y="962704"/>
                  </a:lnTo>
                  <a:lnTo>
                    <a:pt x="738416" y="965717"/>
                  </a:lnTo>
                  <a:lnTo>
                    <a:pt x="737413" y="968341"/>
                  </a:lnTo>
                  <a:lnTo>
                    <a:pt x="733260" y="968440"/>
                  </a:lnTo>
                  <a:lnTo>
                    <a:pt x="730500" y="965005"/>
                  </a:lnTo>
                  <a:lnTo>
                    <a:pt x="726985" y="965040"/>
                  </a:lnTo>
                  <a:lnTo>
                    <a:pt x="723059" y="961543"/>
                  </a:lnTo>
                  <a:lnTo>
                    <a:pt x="719721" y="960026"/>
                  </a:lnTo>
                  <a:lnTo>
                    <a:pt x="714465" y="953964"/>
                  </a:lnTo>
                  <a:lnTo>
                    <a:pt x="710012" y="952561"/>
                  </a:lnTo>
                  <a:lnTo>
                    <a:pt x="704852" y="951911"/>
                  </a:lnTo>
                  <a:lnTo>
                    <a:pt x="701773" y="949905"/>
                  </a:lnTo>
                  <a:lnTo>
                    <a:pt x="696193" y="949814"/>
                  </a:lnTo>
                  <a:lnTo>
                    <a:pt x="695449" y="949801"/>
                  </a:lnTo>
                  <a:lnTo>
                    <a:pt x="689355" y="949807"/>
                  </a:lnTo>
                  <a:lnTo>
                    <a:pt x="683800" y="949551"/>
                  </a:lnTo>
                  <a:lnTo>
                    <a:pt x="681483" y="951641"/>
                  </a:lnTo>
                  <a:lnTo>
                    <a:pt x="678056" y="950442"/>
                  </a:lnTo>
                  <a:lnTo>
                    <a:pt x="677141" y="950121"/>
                  </a:lnTo>
                  <a:lnTo>
                    <a:pt x="672281" y="950528"/>
                  </a:lnTo>
                  <a:lnTo>
                    <a:pt x="668318" y="950579"/>
                  </a:lnTo>
                  <a:lnTo>
                    <a:pt x="663983" y="949137"/>
                  </a:lnTo>
                  <a:lnTo>
                    <a:pt x="659420" y="945892"/>
                  </a:lnTo>
                  <a:lnTo>
                    <a:pt x="652388" y="941708"/>
                  </a:lnTo>
                  <a:lnTo>
                    <a:pt x="647689" y="938067"/>
                  </a:lnTo>
                  <a:lnTo>
                    <a:pt x="642600" y="936743"/>
                  </a:lnTo>
                  <a:lnTo>
                    <a:pt x="636531" y="935000"/>
                  </a:lnTo>
                  <a:lnTo>
                    <a:pt x="635111" y="934332"/>
                  </a:lnTo>
                  <a:lnTo>
                    <a:pt x="633413" y="933533"/>
                  </a:lnTo>
                  <a:lnTo>
                    <a:pt x="630043" y="935035"/>
                  </a:lnTo>
                  <a:lnTo>
                    <a:pt x="626300" y="932414"/>
                  </a:lnTo>
                  <a:lnTo>
                    <a:pt x="619501" y="927013"/>
                  </a:lnTo>
                  <a:lnTo>
                    <a:pt x="617180" y="923174"/>
                  </a:lnTo>
                  <a:lnTo>
                    <a:pt x="610249" y="924334"/>
                  </a:lnTo>
                  <a:lnTo>
                    <a:pt x="604623" y="921109"/>
                  </a:lnTo>
                  <a:lnTo>
                    <a:pt x="598467" y="919552"/>
                  </a:lnTo>
                  <a:lnTo>
                    <a:pt x="594355" y="921002"/>
                  </a:lnTo>
                  <a:lnTo>
                    <a:pt x="591938" y="918340"/>
                  </a:lnTo>
                  <a:lnTo>
                    <a:pt x="593495" y="913747"/>
                  </a:lnTo>
                  <a:lnTo>
                    <a:pt x="592366" y="911650"/>
                  </a:lnTo>
                  <a:lnTo>
                    <a:pt x="586828" y="907234"/>
                  </a:lnTo>
                  <a:lnTo>
                    <a:pt x="586366" y="905450"/>
                  </a:lnTo>
                  <a:lnTo>
                    <a:pt x="584343" y="897633"/>
                  </a:lnTo>
                  <a:lnTo>
                    <a:pt x="583603" y="891470"/>
                  </a:lnTo>
                  <a:lnTo>
                    <a:pt x="580788" y="885761"/>
                  </a:lnTo>
                  <a:lnTo>
                    <a:pt x="578591" y="880816"/>
                  </a:lnTo>
                  <a:lnTo>
                    <a:pt x="573588" y="877555"/>
                  </a:lnTo>
                  <a:lnTo>
                    <a:pt x="570898" y="873135"/>
                  </a:lnTo>
                  <a:lnTo>
                    <a:pt x="568706" y="868320"/>
                  </a:lnTo>
                  <a:lnTo>
                    <a:pt x="563767" y="864411"/>
                  </a:lnTo>
                  <a:lnTo>
                    <a:pt x="564128" y="857108"/>
                  </a:lnTo>
                  <a:lnTo>
                    <a:pt x="565103" y="852375"/>
                  </a:lnTo>
                  <a:lnTo>
                    <a:pt x="563817" y="846583"/>
                  </a:lnTo>
                  <a:lnTo>
                    <a:pt x="562516" y="843076"/>
                  </a:lnTo>
                  <a:lnTo>
                    <a:pt x="562309" y="842517"/>
                  </a:lnTo>
                  <a:lnTo>
                    <a:pt x="560271" y="840134"/>
                  </a:lnTo>
                  <a:lnTo>
                    <a:pt x="556835" y="839149"/>
                  </a:lnTo>
                  <a:lnTo>
                    <a:pt x="560254" y="829519"/>
                  </a:lnTo>
                  <a:lnTo>
                    <a:pt x="559614" y="825986"/>
                  </a:lnTo>
                  <a:lnTo>
                    <a:pt x="559395" y="821560"/>
                  </a:lnTo>
                  <a:lnTo>
                    <a:pt x="556867" y="821719"/>
                  </a:lnTo>
                  <a:lnTo>
                    <a:pt x="556685" y="814369"/>
                  </a:lnTo>
                  <a:lnTo>
                    <a:pt x="554485" y="811295"/>
                  </a:lnTo>
                  <a:lnTo>
                    <a:pt x="548928" y="809497"/>
                  </a:lnTo>
                  <a:lnTo>
                    <a:pt x="542359" y="807674"/>
                  </a:lnTo>
                  <a:lnTo>
                    <a:pt x="537927" y="802071"/>
                  </a:lnTo>
                  <a:lnTo>
                    <a:pt x="534392" y="799846"/>
                  </a:lnTo>
                  <a:lnTo>
                    <a:pt x="530859" y="796504"/>
                  </a:lnTo>
                  <a:lnTo>
                    <a:pt x="528146" y="792388"/>
                  </a:lnTo>
                  <a:lnTo>
                    <a:pt x="525970" y="787787"/>
                  </a:lnTo>
                  <a:lnTo>
                    <a:pt x="524898" y="783927"/>
                  </a:lnTo>
                  <a:lnTo>
                    <a:pt x="523694" y="779429"/>
                  </a:lnTo>
                  <a:lnTo>
                    <a:pt x="519384" y="777349"/>
                  </a:lnTo>
                  <a:lnTo>
                    <a:pt x="515810" y="769896"/>
                  </a:lnTo>
                  <a:lnTo>
                    <a:pt x="511999" y="765211"/>
                  </a:lnTo>
                  <a:lnTo>
                    <a:pt x="503940" y="760263"/>
                  </a:lnTo>
                  <a:lnTo>
                    <a:pt x="502061" y="758670"/>
                  </a:lnTo>
                  <a:lnTo>
                    <a:pt x="496362" y="753835"/>
                  </a:lnTo>
                  <a:lnTo>
                    <a:pt x="494751" y="749231"/>
                  </a:lnTo>
                  <a:lnTo>
                    <a:pt x="492095" y="743700"/>
                  </a:lnTo>
                  <a:lnTo>
                    <a:pt x="490759" y="737809"/>
                  </a:lnTo>
                  <a:lnTo>
                    <a:pt x="488237" y="733269"/>
                  </a:lnTo>
                  <a:lnTo>
                    <a:pt x="486578" y="729773"/>
                  </a:lnTo>
                  <a:lnTo>
                    <a:pt x="485916" y="724349"/>
                  </a:lnTo>
                  <a:lnTo>
                    <a:pt x="481763" y="720605"/>
                  </a:lnTo>
                  <a:lnTo>
                    <a:pt x="477589" y="716491"/>
                  </a:lnTo>
                  <a:lnTo>
                    <a:pt x="477099" y="711528"/>
                  </a:lnTo>
                  <a:lnTo>
                    <a:pt x="474989" y="707302"/>
                  </a:lnTo>
                  <a:lnTo>
                    <a:pt x="474781" y="703443"/>
                  </a:lnTo>
                  <a:lnTo>
                    <a:pt x="471476" y="700680"/>
                  </a:lnTo>
                  <a:lnTo>
                    <a:pt x="467439" y="694534"/>
                  </a:lnTo>
                  <a:lnTo>
                    <a:pt x="465869" y="689691"/>
                  </a:lnTo>
                  <a:lnTo>
                    <a:pt x="464845" y="682943"/>
                  </a:lnTo>
                  <a:lnTo>
                    <a:pt x="463987" y="678225"/>
                  </a:lnTo>
                  <a:lnTo>
                    <a:pt x="463719" y="676750"/>
                  </a:lnTo>
                  <a:lnTo>
                    <a:pt x="459477" y="674057"/>
                  </a:lnTo>
                  <a:lnTo>
                    <a:pt x="455859" y="670460"/>
                  </a:lnTo>
                  <a:lnTo>
                    <a:pt x="454044" y="665076"/>
                  </a:lnTo>
                  <a:lnTo>
                    <a:pt x="453549" y="664610"/>
                  </a:lnTo>
                  <a:lnTo>
                    <a:pt x="449808" y="661078"/>
                  </a:lnTo>
                  <a:lnTo>
                    <a:pt x="446762" y="657747"/>
                  </a:lnTo>
                  <a:lnTo>
                    <a:pt x="438056" y="652619"/>
                  </a:lnTo>
                  <a:lnTo>
                    <a:pt x="432953" y="643926"/>
                  </a:lnTo>
                  <a:lnTo>
                    <a:pt x="426752" y="642499"/>
                  </a:lnTo>
                  <a:lnTo>
                    <a:pt x="422365" y="638204"/>
                  </a:lnTo>
                  <a:lnTo>
                    <a:pt x="417372" y="638128"/>
                  </a:lnTo>
                  <a:lnTo>
                    <a:pt x="413373" y="632850"/>
                  </a:lnTo>
                  <a:lnTo>
                    <a:pt x="413302" y="627157"/>
                  </a:lnTo>
                  <a:lnTo>
                    <a:pt x="408529" y="624969"/>
                  </a:lnTo>
                  <a:lnTo>
                    <a:pt x="405941" y="618216"/>
                  </a:lnTo>
                  <a:lnTo>
                    <a:pt x="401734" y="616189"/>
                  </a:lnTo>
                  <a:lnTo>
                    <a:pt x="397758" y="615676"/>
                  </a:lnTo>
                  <a:lnTo>
                    <a:pt x="393128" y="612867"/>
                  </a:lnTo>
                  <a:lnTo>
                    <a:pt x="385639" y="615403"/>
                  </a:lnTo>
                  <a:lnTo>
                    <a:pt x="380866" y="615084"/>
                  </a:lnTo>
                  <a:lnTo>
                    <a:pt x="377089" y="613993"/>
                  </a:lnTo>
                  <a:lnTo>
                    <a:pt x="373278" y="612889"/>
                  </a:lnTo>
                  <a:lnTo>
                    <a:pt x="368005" y="612427"/>
                  </a:lnTo>
                  <a:lnTo>
                    <a:pt x="360763" y="611059"/>
                  </a:lnTo>
                  <a:lnTo>
                    <a:pt x="356292" y="611396"/>
                  </a:lnTo>
                  <a:lnTo>
                    <a:pt x="352123" y="612710"/>
                  </a:lnTo>
                  <a:lnTo>
                    <a:pt x="348769" y="612133"/>
                  </a:lnTo>
                  <a:lnTo>
                    <a:pt x="345140" y="609586"/>
                  </a:lnTo>
                  <a:lnTo>
                    <a:pt x="339916" y="607273"/>
                  </a:lnTo>
                  <a:lnTo>
                    <a:pt x="334081" y="604025"/>
                  </a:lnTo>
                  <a:lnTo>
                    <a:pt x="332686" y="604485"/>
                  </a:lnTo>
                  <a:lnTo>
                    <a:pt x="330172" y="605313"/>
                  </a:lnTo>
                  <a:lnTo>
                    <a:pt x="328511" y="609070"/>
                  </a:lnTo>
                  <a:lnTo>
                    <a:pt x="326523" y="613988"/>
                  </a:lnTo>
                  <a:lnTo>
                    <a:pt x="320467" y="612526"/>
                  </a:lnTo>
                  <a:lnTo>
                    <a:pt x="316967" y="612381"/>
                  </a:lnTo>
                  <a:lnTo>
                    <a:pt x="313830" y="614825"/>
                  </a:lnTo>
                  <a:lnTo>
                    <a:pt x="308872" y="615056"/>
                  </a:lnTo>
                  <a:lnTo>
                    <a:pt x="303699" y="615798"/>
                  </a:lnTo>
                  <a:lnTo>
                    <a:pt x="302248" y="621354"/>
                  </a:lnTo>
                  <a:lnTo>
                    <a:pt x="298512" y="626187"/>
                  </a:lnTo>
                  <a:lnTo>
                    <a:pt x="295215" y="632017"/>
                  </a:lnTo>
                  <a:lnTo>
                    <a:pt x="292630" y="635033"/>
                  </a:lnTo>
                  <a:lnTo>
                    <a:pt x="290646" y="642046"/>
                  </a:lnTo>
                  <a:lnTo>
                    <a:pt x="291048" y="646113"/>
                  </a:lnTo>
                  <a:lnTo>
                    <a:pt x="287126" y="650289"/>
                  </a:lnTo>
                  <a:lnTo>
                    <a:pt x="285419" y="656123"/>
                  </a:lnTo>
                  <a:lnTo>
                    <a:pt x="286887" y="660296"/>
                  </a:lnTo>
                  <a:lnTo>
                    <a:pt x="283015" y="664784"/>
                  </a:lnTo>
                  <a:lnTo>
                    <a:pt x="276664" y="667241"/>
                  </a:lnTo>
                  <a:lnTo>
                    <a:pt x="273285" y="672398"/>
                  </a:lnTo>
                  <a:lnTo>
                    <a:pt x="269959" y="673850"/>
                  </a:lnTo>
                  <a:lnTo>
                    <a:pt x="267862" y="679110"/>
                  </a:lnTo>
                  <a:lnTo>
                    <a:pt x="265610" y="683086"/>
                  </a:lnTo>
                  <a:lnTo>
                    <a:pt x="257480" y="681937"/>
                  </a:lnTo>
                  <a:lnTo>
                    <a:pt x="253143" y="682626"/>
                  </a:lnTo>
                  <a:lnTo>
                    <a:pt x="246729" y="679048"/>
                  </a:lnTo>
                  <a:lnTo>
                    <a:pt x="238711" y="674390"/>
                  </a:lnTo>
                  <a:lnTo>
                    <a:pt x="233927" y="669286"/>
                  </a:lnTo>
                  <a:lnTo>
                    <a:pt x="228560" y="666413"/>
                  </a:lnTo>
                  <a:lnTo>
                    <a:pt x="223162" y="664313"/>
                  </a:lnTo>
                  <a:lnTo>
                    <a:pt x="218032" y="662233"/>
                  </a:lnTo>
                  <a:lnTo>
                    <a:pt x="213077" y="656030"/>
                  </a:lnTo>
                  <a:lnTo>
                    <a:pt x="212693" y="655856"/>
                  </a:lnTo>
                  <a:lnTo>
                    <a:pt x="207700" y="653585"/>
                  </a:lnTo>
                  <a:lnTo>
                    <a:pt x="198232" y="651874"/>
                  </a:lnTo>
                  <a:lnTo>
                    <a:pt x="191896" y="648415"/>
                  </a:lnTo>
                  <a:lnTo>
                    <a:pt x="185008" y="643339"/>
                  </a:lnTo>
                  <a:lnTo>
                    <a:pt x="182149" y="639301"/>
                  </a:lnTo>
                  <a:lnTo>
                    <a:pt x="178516" y="634154"/>
                  </a:lnTo>
                  <a:lnTo>
                    <a:pt x="172285" y="629919"/>
                  </a:lnTo>
                  <a:lnTo>
                    <a:pt x="167357" y="627973"/>
                  </a:lnTo>
                  <a:lnTo>
                    <a:pt x="161094" y="622154"/>
                  </a:lnTo>
                  <a:lnTo>
                    <a:pt x="154380" y="615232"/>
                  </a:lnTo>
                  <a:lnTo>
                    <a:pt x="152690" y="606572"/>
                  </a:lnTo>
                  <a:lnTo>
                    <a:pt x="148729" y="599644"/>
                  </a:lnTo>
                  <a:lnTo>
                    <a:pt x="144751" y="593376"/>
                  </a:lnTo>
                  <a:lnTo>
                    <a:pt x="144032" y="586176"/>
                  </a:lnTo>
                  <a:lnTo>
                    <a:pt x="142700" y="582991"/>
                  </a:lnTo>
                  <a:lnTo>
                    <a:pt x="143999" y="575513"/>
                  </a:lnTo>
                  <a:lnTo>
                    <a:pt x="143589" y="566002"/>
                  </a:lnTo>
                  <a:lnTo>
                    <a:pt x="140797" y="561514"/>
                  </a:lnTo>
                  <a:lnTo>
                    <a:pt x="139291" y="557643"/>
                  </a:lnTo>
                  <a:lnTo>
                    <a:pt x="134612" y="551083"/>
                  </a:lnTo>
                  <a:lnTo>
                    <a:pt x="131904" y="549119"/>
                  </a:lnTo>
                  <a:lnTo>
                    <a:pt x="131383" y="542887"/>
                  </a:lnTo>
                  <a:lnTo>
                    <a:pt x="130174" y="535865"/>
                  </a:lnTo>
                  <a:lnTo>
                    <a:pt x="127678" y="529387"/>
                  </a:lnTo>
                  <a:lnTo>
                    <a:pt x="123959" y="528681"/>
                  </a:lnTo>
                  <a:lnTo>
                    <a:pt x="123356" y="526959"/>
                  </a:lnTo>
                  <a:lnTo>
                    <a:pt x="121933" y="522897"/>
                  </a:lnTo>
                  <a:lnTo>
                    <a:pt x="117162" y="521371"/>
                  </a:lnTo>
                  <a:lnTo>
                    <a:pt x="114470" y="518247"/>
                  </a:lnTo>
                  <a:lnTo>
                    <a:pt x="109757" y="514497"/>
                  </a:lnTo>
                  <a:lnTo>
                    <a:pt x="105345" y="510184"/>
                  </a:lnTo>
                  <a:lnTo>
                    <a:pt x="97821" y="508324"/>
                  </a:lnTo>
                  <a:lnTo>
                    <a:pt x="91730" y="504669"/>
                  </a:lnTo>
                  <a:lnTo>
                    <a:pt x="91483" y="501381"/>
                  </a:lnTo>
                  <a:lnTo>
                    <a:pt x="84779" y="496014"/>
                  </a:lnTo>
                  <a:lnTo>
                    <a:pt x="79546" y="491406"/>
                  </a:lnTo>
                  <a:lnTo>
                    <a:pt x="78034" y="487197"/>
                  </a:lnTo>
                  <a:lnTo>
                    <a:pt x="74594" y="481225"/>
                  </a:lnTo>
                  <a:lnTo>
                    <a:pt x="68329" y="477369"/>
                  </a:lnTo>
                  <a:lnTo>
                    <a:pt x="63475" y="474267"/>
                  </a:lnTo>
                  <a:lnTo>
                    <a:pt x="62002" y="470950"/>
                  </a:lnTo>
                  <a:lnTo>
                    <a:pt x="56576" y="462715"/>
                  </a:lnTo>
                  <a:lnTo>
                    <a:pt x="51317" y="459613"/>
                  </a:lnTo>
                  <a:lnTo>
                    <a:pt x="50353" y="455355"/>
                  </a:lnTo>
                  <a:lnTo>
                    <a:pt x="47149" y="453029"/>
                  </a:lnTo>
                  <a:lnTo>
                    <a:pt x="46508" y="452564"/>
                  </a:lnTo>
                  <a:lnTo>
                    <a:pt x="40638" y="451582"/>
                  </a:lnTo>
                  <a:lnTo>
                    <a:pt x="33487" y="445827"/>
                  </a:lnTo>
                  <a:lnTo>
                    <a:pt x="29028" y="440303"/>
                  </a:lnTo>
                  <a:lnTo>
                    <a:pt x="25866" y="435636"/>
                  </a:lnTo>
                  <a:lnTo>
                    <a:pt x="24428" y="430212"/>
                  </a:lnTo>
                  <a:lnTo>
                    <a:pt x="21872" y="425527"/>
                  </a:lnTo>
                  <a:lnTo>
                    <a:pt x="19754" y="421637"/>
                  </a:lnTo>
                  <a:lnTo>
                    <a:pt x="16268" y="417613"/>
                  </a:lnTo>
                  <a:lnTo>
                    <a:pt x="12435" y="416632"/>
                  </a:lnTo>
                  <a:lnTo>
                    <a:pt x="11038" y="417602"/>
                  </a:lnTo>
                  <a:lnTo>
                    <a:pt x="7850" y="414138"/>
                  </a:lnTo>
                  <a:lnTo>
                    <a:pt x="3896" y="411032"/>
                  </a:lnTo>
                  <a:lnTo>
                    <a:pt x="0" y="4054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601346" y="3336536"/>
              <a:ext cx="361082" cy="454019"/>
            </a:xfrm>
            <a:custGeom>
              <a:avLst/>
              <a:pathLst>
                <a:path w="361082" h="454019">
                  <a:moveTo>
                    <a:pt x="7641" y="358944"/>
                  </a:moveTo>
                  <a:lnTo>
                    <a:pt x="9513" y="347402"/>
                  </a:lnTo>
                  <a:lnTo>
                    <a:pt x="11399" y="336353"/>
                  </a:lnTo>
                  <a:lnTo>
                    <a:pt x="14854" y="314479"/>
                  </a:lnTo>
                  <a:lnTo>
                    <a:pt x="16156" y="306198"/>
                  </a:lnTo>
                  <a:lnTo>
                    <a:pt x="18173" y="293554"/>
                  </a:lnTo>
                  <a:lnTo>
                    <a:pt x="20373" y="279775"/>
                  </a:lnTo>
                  <a:lnTo>
                    <a:pt x="21786" y="271244"/>
                  </a:lnTo>
                  <a:lnTo>
                    <a:pt x="24517" y="254789"/>
                  </a:lnTo>
                  <a:lnTo>
                    <a:pt x="26119" y="244403"/>
                  </a:lnTo>
                  <a:lnTo>
                    <a:pt x="32782" y="203975"/>
                  </a:lnTo>
                  <a:lnTo>
                    <a:pt x="33344" y="200472"/>
                  </a:lnTo>
                  <a:lnTo>
                    <a:pt x="36649" y="179896"/>
                  </a:lnTo>
                  <a:lnTo>
                    <a:pt x="38174" y="170743"/>
                  </a:lnTo>
                  <a:lnTo>
                    <a:pt x="40791" y="155061"/>
                  </a:lnTo>
                  <a:lnTo>
                    <a:pt x="41047" y="153503"/>
                  </a:lnTo>
                  <a:lnTo>
                    <a:pt x="44831" y="130484"/>
                  </a:lnTo>
                  <a:lnTo>
                    <a:pt x="46179" y="122514"/>
                  </a:lnTo>
                  <a:lnTo>
                    <a:pt x="49413" y="103677"/>
                  </a:lnTo>
                  <a:lnTo>
                    <a:pt x="53196" y="81304"/>
                  </a:lnTo>
                  <a:lnTo>
                    <a:pt x="56058" y="64307"/>
                  </a:lnTo>
                  <a:lnTo>
                    <a:pt x="59996" y="41089"/>
                  </a:lnTo>
                  <a:lnTo>
                    <a:pt x="63597" y="19649"/>
                  </a:lnTo>
                  <a:lnTo>
                    <a:pt x="66776" y="0"/>
                  </a:lnTo>
                  <a:lnTo>
                    <a:pt x="80217" y="2749"/>
                  </a:lnTo>
                  <a:lnTo>
                    <a:pt x="99701" y="5642"/>
                  </a:lnTo>
                  <a:lnTo>
                    <a:pt x="114696" y="7877"/>
                  </a:lnTo>
                  <a:lnTo>
                    <a:pt x="129793" y="10155"/>
                  </a:lnTo>
                  <a:lnTo>
                    <a:pt x="151131" y="13358"/>
                  </a:lnTo>
                  <a:lnTo>
                    <a:pt x="174351" y="16869"/>
                  </a:lnTo>
                  <a:lnTo>
                    <a:pt x="180735" y="18024"/>
                  </a:lnTo>
                  <a:lnTo>
                    <a:pt x="183738" y="18564"/>
                  </a:lnTo>
                  <a:lnTo>
                    <a:pt x="205517" y="21620"/>
                  </a:lnTo>
                  <a:lnTo>
                    <a:pt x="220271" y="23704"/>
                  </a:lnTo>
                  <a:lnTo>
                    <a:pt x="222483" y="24012"/>
                  </a:lnTo>
                  <a:lnTo>
                    <a:pt x="228403" y="24748"/>
                  </a:lnTo>
                  <a:lnTo>
                    <a:pt x="248305" y="27437"/>
                  </a:lnTo>
                  <a:lnTo>
                    <a:pt x="243811" y="62084"/>
                  </a:lnTo>
                  <a:lnTo>
                    <a:pt x="243659" y="63257"/>
                  </a:lnTo>
                  <a:lnTo>
                    <a:pt x="241411" y="80078"/>
                  </a:lnTo>
                  <a:lnTo>
                    <a:pt x="240240" y="89036"/>
                  </a:lnTo>
                  <a:lnTo>
                    <a:pt x="237525" y="109870"/>
                  </a:lnTo>
                  <a:lnTo>
                    <a:pt x="248307" y="111364"/>
                  </a:lnTo>
                  <a:lnTo>
                    <a:pt x="268827" y="114141"/>
                  </a:lnTo>
                  <a:lnTo>
                    <a:pt x="294695" y="117346"/>
                  </a:lnTo>
                  <a:lnTo>
                    <a:pt x="299223" y="117888"/>
                  </a:lnTo>
                  <a:lnTo>
                    <a:pt x="302180" y="118240"/>
                  </a:lnTo>
                  <a:lnTo>
                    <a:pt x="319846" y="120305"/>
                  </a:lnTo>
                  <a:lnTo>
                    <a:pt x="348651" y="123406"/>
                  </a:lnTo>
                  <a:lnTo>
                    <a:pt x="361082" y="124824"/>
                  </a:lnTo>
                  <a:lnTo>
                    <a:pt x="359659" y="139203"/>
                  </a:lnTo>
                  <a:lnTo>
                    <a:pt x="358248" y="152659"/>
                  </a:lnTo>
                  <a:lnTo>
                    <a:pt x="358170" y="153400"/>
                  </a:lnTo>
                  <a:lnTo>
                    <a:pt x="354278" y="188847"/>
                  </a:lnTo>
                  <a:lnTo>
                    <a:pt x="353902" y="192285"/>
                  </a:lnTo>
                  <a:lnTo>
                    <a:pt x="351288" y="217457"/>
                  </a:lnTo>
                  <a:lnTo>
                    <a:pt x="349429" y="235104"/>
                  </a:lnTo>
                  <a:lnTo>
                    <a:pt x="348023" y="248492"/>
                  </a:lnTo>
                  <a:lnTo>
                    <a:pt x="346893" y="259274"/>
                  </a:lnTo>
                  <a:lnTo>
                    <a:pt x="344824" y="279064"/>
                  </a:lnTo>
                  <a:lnTo>
                    <a:pt x="338977" y="330506"/>
                  </a:lnTo>
                  <a:lnTo>
                    <a:pt x="337079" y="348969"/>
                  </a:lnTo>
                  <a:lnTo>
                    <a:pt x="337331" y="358210"/>
                  </a:lnTo>
                  <a:lnTo>
                    <a:pt x="337231" y="359168"/>
                  </a:lnTo>
                  <a:lnTo>
                    <a:pt x="334905" y="381526"/>
                  </a:lnTo>
                  <a:lnTo>
                    <a:pt x="331531" y="414099"/>
                  </a:lnTo>
                  <a:lnTo>
                    <a:pt x="327421" y="454019"/>
                  </a:lnTo>
                  <a:lnTo>
                    <a:pt x="297847" y="450730"/>
                  </a:lnTo>
                  <a:lnTo>
                    <a:pt x="264660" y="446942"/>
                  </a:lnTo>
                  <a:lnTo>
                    <a:pt x="233862" y="443154"/>
                  </a:lnTo>
                  <a:lnTo>
                    <a:pt x="215526" y="440383"/>
                  </a:lnTo>
                  <a:lnTo>
                    <a:pt x="194829" y="437736"/>
                  </a:lnTo>
                  <a:lnTo>
                    <a:pt x="182747" y="436254"/>
                  </a:lnTo>
                  <a:lnTo>
                    <a:pt x="180942" y="436030"/>
                  </a:lnTo>
                  <a:lnTo>
                    <a:pt x="172602" y="434807"/>
                  </a:lnTo>
                  <a:lnTo>
                    <a:pt x="172134" y="434743"/>
                  </a:lnTo>
                  <a:lnTo>
                    <a:pt x="110365" y="425938"/>
                  </a:lnTo>
                  <a:lnTo>
                    <a:pt x="98550" y="424188"/>
                  </a:lnTo>
                  <a:lnTo>
                    <a:pt x="98124" y="424125"/>
                  </a:lnTo>
                  <a:lnTo>
                    <a:pt x="79558" y="421312"/>
                  </a:lnTo>
                  <a:lnTo>
                    <a:pt x="75010" y="420613"/>
                  </a:lnTo>
                  <a:lnTo>
                    <a:pt x="70620" y="419935"/>
                  </a:lnTo>
                  <a:lnTo>
                    <a:pt x="5505" y="409355"/>
                  </a:lnTo>
                  <a:lnTo>
                    <a:pt x="0" y="408391"/>
                  </a:lnTo>
                  <a:lnTo>
                    <a:pt x="1051" y="401179"/>
                  </a:lnTo>
                  <a:lnTo>
                    <a:pt x="3551" y="385142"/>
                  </a:lnTo>
                  <a:lnTo>
                    <a:pt x="6173" y="3681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42462" y="3512270"/>
              <a:ext cx="34452" cy="92626"/>
            </a:xfrm>
            <a:custGeom>
              <a:avLst/>
              <a:pathLst>
                <a:path w="34452" h="92626">
                  <a:moveTo>
                    <a:pt x="927" y="77463"/>
                  </a:moveTo>
                  <a:lnTo>
                    <a:pt x="1486" y="70072"/>
                  </a:lnTo>
                  <a:lnTo>
                    <a:pt x="431" y="63452"/>
                  </a:lnTo>
                  <a:lnTo>
                    <a:pt x="54" y="54095"/>
                  </a:lnTo>
                  <a:lnTo>
                    <a:pt x="0" y="52766"/>
                  </a:lnTo>
                  <a:lnTo>
                    <a:pt x="1118" y="45919"/>
                  </a:lnTo>
                  <a:lnTo>
                    <a:pt x="2116" y="39460"/>
                  </a:lnTo>
                  <a:lnTo>
                    <a:pt x="4101" y="34638"/>
                  </a:lnTo>
                  <a:lnTo>
                    <a:pt x="2735" y="31212"/>
                  </a:lnTo>
                  <a:lnTo>
                    <a:pt x="7492" y="27504"/>
                  </a:lnTo>
                  <a:lnTo>
                    <a:pt x="8857" y="24074"/>
                  </a:lnTo>
                  <a:lnTo>
                    <a:pt x="4043" y="20601"/>
                  </a:lnTo>
                  <a:lnTo>
                    <a:pt x="8643" y="14930"/>
                  </a:lnTo>
                  <a:lnTo>
                    <a:pt x="10560" y="10388"/>
                  </a:lnTo>
                  <a:lnTo>
                    <a:pt x="34452" y="0"/>
                  </a:lnTo>
                  <a:lnTo>
                    <a:pt x="31373" y="13021"/>
                  </a:lnTo>
                  <a:lnTo>
                    <a:pt x="29680" y="17493"/>
                  </a:lnTo>
                  <a:lnTo>
                    <a:pt x="25487" y="17181"/>
                  </a:lnTo>
                  <a:lnTo>
                    <a:pt x="23102" y="21277"/>
                  </a:lnTo>
                  <a:lnTo>
                    <a:pt x="21024" y="29601"/>
                  </a:lnTo>
                  <a:lnTo>
                    <a:pt x="20413" y="37526"/>
                  </a:lnTo>
                  <a:lnTo>
                    <a:pt x="20205" y="42497"/>
                  </a:lnTo>
                  <a:lnTo>
                    <a:pt x="21775" y="46442"/>
                  </a:lnTo>
                  <a:lnTo>
                    <a:pt x="19333" y="54199"/>
                  </a:lnTo>
                  <a:lnTo>
                    <a:pt x="20200" y="55428"/>
                  </a:lnTo>
                  <a:lnTo>
                    <a:pt x="21019" y="56587"/>
                  </a:lnTo>
                  <a:lnTo>
                    <a:pt x="18778" y="64431"/>
                  </a:lnTo>
                  <a:lnTo>
                    <a:pt x="18665" y="67896"/>
                  </a:lnTo>
                  <a:lnTo>
                    <a:pt x="16741" y="71960"/>
                  </a:lnTo>
                  <a:lnTo>
                    <a:pt x="16827" y="76489"/>
                  </a:lnTo>
                  <a:lnTo>
                    <a:pt x="16608" y="81435"/>
                  </a:lnTo>
                  <a:lnTo>
                    <a:pt x="13104" y="89348"/>
                  </a:lnTo>
                  <a:lnTo>
                    <a:pt x="10797" y="92626"/>
                  </a:lnTo>
                  <a:lnTo>
                    <a:pt x="8108" y="92448"/>
                  </a:lnTo>
                  <a:lnTo>
                    <a:pt x="4844" y="8540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45698" y="3449352"/>
              <a:ext cx="524807" cy="325325"/>
            </a:xfrm>
            <a:custGeom>
              <a:avLst/>
              <a:pathLst>
                <a:path w="524807" h="325325">
                  <a:moveTo>
                    <a:pt x="3625" y="321677"/>
                  </a:moveTo>
                  <a:lnTo>
                    <a:pt x="9062" y="317765"/>
                  </a:lnTo>
                  <a:lnTo>
                    <a:pt x="13550" y="316852"/>
                  </a:lnTo>
                  <a:lnTo>
                    <a:pt x="15208" y="316514"/>
                  </a:lnTo>
                  <a:lnTo>
                    <a:pt x="18308" y="314086"/>
                  </a:lnTo>
                  <a:lnTo>
                    <a:pt x="27820" y="308594"/>
                  </a:lnTo>
                  <a:lnTo>
                    <a:pt x="34336" y="305828"/>
                  </a:lnTo>
                  <a:lnTo>
                    <a:pt x="34958" y="301014"/>
                  </a:lnTo>
                  <a:lnTo>
                    <a:pt x="36730" y="295829"/>
                  </a:lnTo>
                  <a:lnTo>
                    <a:pt x="41042" y="295230"/>
                  </a:lnTo>
                  <a:lnTo>
                    <a:pt x="48394" y="290619"/>
                  </a:lnTo>
                  <a:lnTo>
                    <a:pt x="48940" y="289179"/>
                  </a:lnTo>
                  <a:lnTo>
                    <a:pt x="49807" y="286892"/>
                  </a:lnTo>
                  <a:lnTo>
                    <a:pt x="48671" y="282415"/>
                  </a:lnTo>
                  <a:lnTo>
                    <a:pt x="51735" y="278851"/>
                  </a:lnTo>
                  <a:lnTo>
                    <a:pt x="55841" y="276491"/>
                  </a:lnTo>
                  <a:lnTo>
                    <a:pt x="57203" y="273208"/>
                  </a:lnTo>
                  <a:lnTo>
                    <a:pt x="56044" y="268678"/>
                  </a:lnTo>
                  <a:lnTo>
                    <a:pt x="65480" y="259232"/>
                  </a:lnTo>
                  <a:lnTo>
                    <a:pt x="65896" y="258815"/>
                  </a:lnTo>
                  <a:lnTo>
                    <a:pt x="66170" y="258593"/>
                  </a:lnTo>
                  <a:lnTo>
                    <a:pt x="72475" y="253482"/>
                  </a:lnTo>
                  <a:lnTo>
                    <a:pt x="78412" y="250315"/>
                  </a:lnTo>
                  <a:lnTo>
                    <a:pt x="80635" y="247078"/>
                  </a:lnTo>
                  <a:lnTo>
                    <a:pt x="80903" y="246686"/>
                  </a:lnTo>
                  <a:lnTo>
                    <a:pt x="86842" y="238739"/>
                  </a:lnTo>
                  <a:lnTo>
                    <a:pt x="99653" y="221485"/>
                  </a:lnTo>
                  <a:lnTo>
                    <a:pt x="102504" y="223149"/>
                  </a:lnTo>
                  <a:lnTo>
                    <a:pt x="99986" y="228826"/>
                  </a:lnTo>
                  <a:lnTo>
                    <a:pt x="103783" y="231041"/>
                  </a:lnTo>
                  <a:lnTo>
                    <a:pt x="104537" y="233601"/>
                  </a:lnTo>
                  <a:lnTo>
                    <a:pt x="108041" y="237910"/>
                  </a:lnTo>
                  <a:lnTo>
                    <a:pt x="111932" y="241198"/>
                  </a:lnTo>
                  <a:lnTo>
                    <a:pt x="117146" y="240959"/>
                  </a:lnTo>
                  <a:lnTo>
                    <a:pt x="119766" y="243245"/>
                  </a:lnTo>
                  <a:lnTo>
                    <a:pt x="120150" y="243428"/>
                  </a:lnTo>
                  <a:lnTo>
                    <a:pt x="124845" y="245667"/>
                  </a:lnTo>
                  <a:lnTo>
                    <a:pt x="132671" y="243532"/>
                  </a:lnTo>
                  <a:lnTo>
                    <a:pt x="134221" y="241692"/>
                  </a:lnTo>
                  <a:lnTo>
                    <a:pt x="137054" y="238632"/>
                  </a:lnTo>
                  <a:lnTo>
                    <a:pt x="140412" y="236053"/>
                  </a:lnTo>
                  <a:lnTo>
                    <a:pt x="143623" y="229389"/>
                  </a:lnTo>
                  <a:lnTo>
                    <a:pt x="154616" y="236017"/>
                  </a:lnTo>
                  <a:lnTo>
                    <a:pt x="161349" y="230577"/>
                  </a:lnTo>
                  <a:lnTo>
                    <a:pt x="168750" y="226981"/>
                  </a:lnTo>
                  <a:lnTo>
                    <a:pt x="169739" y="226633"/>
                  </a:lnTo>
                  <a:lnTo>
                    <a:pt x="173751" y="225221"/>
                  </a:lnTo>
                  <a:lnTo>
                    <a:pt x="178814" y="221477"/>
                  </a:lnTo>
                  <a:lnTo>
                    <a:pt x="174733" y="218060"/>
                  </a:lnTo>
                  <a:lnTo>
                    <a:pt x="175281" y="214723"/>
                  </a:lnTo>
                  <a:lnTo>
                    <a:pt x="175777" y="214499"/>
                  </a:lnTo>
                  <a:lnTo>
                    <a:pt x="177110" y="213897"/>
                  </a:lnTo>
                  <a:lnTo>
                    <a:pt x="182484" y="217265"/>
                  </a:lnTo>
                  <a:lnTo>
                    <a:pt x="188710" y="212056"/>
                  </a:lnTo>
                  <a:lnTo>
                    <a:pt x="195577" y="205021"/>
                  </a:lnTo>
                  <a:lnTo>
                    <a:pt x="201432" y="207693"/>
                  </a:lnTo>
                  <a:lnTo>
                    <a:pt x="201802" y="207861"/>
                  </a:lnTo>
                  <a:lnTo>
                    <a:pt x="205441" y="203756"/>
                  </a:lnTo>
                  <a:lnTo>
                    <a:pt x="211230" y="195728"/>
                  </a:lnTo>
                  <a:lnTo>
                    <a:pt x="210916" y="191429"/>
                  </a:lnTo>
                  <a:lnTo>
                    <a:pt x="214039" y="187228"/>
                  </a:lnTo>
                  <a:lnTo>
                    <a:pt x="208408" y="183261"/>
                  </a:lnTo>
                  <a:lnTo>
                    <a:pt x="208510" y="183021"/>
                  </a:lnTo>
                  <a:lnTo>
                    <a:pt x="209967" y="179586"/>
                  </a:lnTo>
                  <a:lnTo>
                    <a:pt x="211391" y="173637"/>
                  </a:lnTo>
                  <a:lnTo>
                    <a:pt x="211803" y="169585"/>
                  </a:lnTo>
                  <a:lnTo>
                    <a:pt x="215089" y="163238"/>
                  </a:lnTo>
                  <a:lnTo>
                    <a:pt x="218911" y="156720"/>
                  </a:lnTo>
                  <a:lnTo>
                    <a:pt x="219892" y="155043"/>
                  </a:lnTo>
                  <a:lnTo>
                    <a:pt x="222697" y="147514"/>
                  </a:lnTo>
                  <a:lnTo>
                    <a:pt x="222933" y="145730"/>
                  </a:lnTo>
                  <a:lnTo>
                    <a:pt x="223517" y="141289"/>
                  </a:lnTo>
                  <a:lnTo>
                    <a:pt x="223602" y="134755"/>
                  </a:lnTo>
                  <a:lnTo>
                    <a:pt x="226969" y="129535"/>
                  </a:lnTo>
                  <a:lnTo>
                    <a:pt x="229801" y="125789"/>
                  </a:lnTo>
                  <a:lnTo>
                    <a:pt x="230303" y="125123"/>
                  </a:lnTo>
                  <a:lnTo>
                    <a:pt x="228424" y="121955"/>
                  </a:lnTo>
                  <a:lnTo>
                    <a:pt x="232133" y="117191"/>
                  </a:lnTo>
                  <a:lnTo>
                    <a:pt x="233601" y="110129"/>
                  </a:lnTo>
                  <a:lnTo>
                    <a:pt x="232872" y="107418"/>
                  </a:lnTo>
                  <a:lnTo>
                    <a:pt x="233375" y="103066"/>
                  </a:lnTo>
                  <a:lnTo>
                    <a:pt x="233089" y="95912"/>
                  </a:lnTo>
                  <a:lnTo>
                    <a:pt x="240790" y="97395"/>
                  </a:lnTo>
                  <a:lnTo>
                    <a:pt x="247000" y="104424"/>
                  </a:lnTo>
                  <a:lnTo>
                    <a:pt x="254538" y="105189"/>
                  </a:lnTo>
                  <a:lnTo>
                    <a:pt x="258565" y="104945"/>
                  </a:lnTo>
                  <a:lnTo>
                    <a:pt x="259489" y="104888"/>
                  </a:lnTo>
                  <a:lnTo>
                    <a:pt x="262643" y="98906"/>
                  </a:lnTo>
                  <a:lnTo>
                    <a:pt x="262736" y="98370"/>
                  </a:lnTo>
                  <a:lnTo>
                    <a:pt x="263523" y="93851"/>
                  </a:lnTo>
                  <a:lnTo>
                    <a:pt x="264995" y="86404"/>
                  </a:lnTo>
                  <a:lnTo>
                    <a:pt x="267910" y="80887"/>
                  </a:lnTo>
                  <a:lnTo>
                    <a:pt x="267605" y="78218"/>
                  </a:lnTo>
                  <a:lnTo>
                    <a:pt x="268151" y="71670"/>
                  </a:lnTo>
                  <a:lnTo>
                    <a:pt x="269608" y="67947"/>
                  </a:lnTo>
                  <a:lnTo>
                    <a:pt x="270316" y="64036"/>
                  </a:lnTo>
                  <a:lnTo>
                    <a:pt x="280305" y="68345"/>
                  </a:lnTo>
                  <a:lnTo>
                    <a:pt x="282019" y="61780"/>
                  </a:lnTo>
                  <a:lnTo>
                    <a:pt x="283850" y="55651"/>
                  </a:lnTo>
                  <a:lnTo>
                    <a:pt x="289075" y="51376"/>
                  </a:lnTo>
                  <a:lnTo>
                    <a:pt x="291840" y="45531"/>
                  </a:lnTo>
                  <a:lnTo>
                    <a:pt x="295077" y="42289"/>
                  </a:lnTo>
                  <a:lnTo>
                    <a:pt x="296057" y="38086"/>
                  </a:lnTo>
                  <a:lnTo>
                    <a:pt x="296858" y="34641"/>
                  </a:lnTo>
                  <a:lnTo>
                    <a:pt x="301447" y="27119"/>
                  </a:lnTo>
                  <a:lnTo>
                    <a:pt x="299889" y="24944"/>
                  </a:lnTo>
                  <a:lnTo>
                    <a:pt x="300338" y="20246"/>
                  </a:lnTo>
                  <a:lnTo>
                    <a:pt x="299720" y="16921"/>
                  </a:lnTo>
                  <a:lnTo>
                    <a:pt x="302024" y="9380"/>
                  </a:lnTo>
                  <a:lnTo>
                    <a:pt x="301052" y="4624"/>
                  </a:lnTo>
                  <a:lnTo>
                    <a:pt x="299204" y="0"/>
                  </a:lnTo>
                  <a:lnTo>
                    <a:pt x="308364" y="4305"/>
                  </a:lnTo>
                  <a:lnTo>
                    <a:pt x="311610" y="5826"/>
                  </a:lnTo>
                  <a:lnTo>
                    <a:pt x="323652" y="11512"/>
                  </a:lnTo>
                  <a:lnTo>
                    <a:pt x="339638" y="19021"/>
                  </a:lnTo>
                  <a:lnTo>
                    <a:pt x="340072" y="15627"/>
                  </a:lnTo>
                  <a:lnTo>
                    <a:pt x="340740" y="9953"/>
                  </a:lnTo>
                  <a:lnTo>
                    <a:pt x="342479" y="1153"/>
                  </a:lnTo>
                  <a:lnTo>
                    <a:pt x="345228" y="690"/>
                  </a:lnTo>
                  <a:lnTo>
                    <a:pt x="345988" y="561"/>
                  </a:lnTo>
                  <a:lnTo>
                    <a:pt x="351300" y="432"/>
                  </a:lnTo>
                  <a:lnTo>
                    <a:pt x="354046" y="1711"/>
                  </a:lnTo>
                  <a:lnTo>
                    <a:pt x="358283" y="3070"/>
                  </a:lnTo>
                  <a:lnTo>
                    <a:pt x="361347" y="5132"/>
                  </a:lnTo>
                  <a:lnTo>
                    <a:pt x="360406" y="8385"/>
                  </a:lnTo>
                  <a:lnTo>
                    <a:pt x="358691" y="11095"/>
                  </a:lnTo>
                  <a:lnTo>
                    <a:pt x="359657" y="14452"/>
                  </a:lnTo>
                  <a:lnTo>
                    <a:pt x="362471" y="15039"/>
                  </a:lnTo>
                  <a:lnTo>
                    <a:pt x="364317" y="17179"/>
                  </a:lnTo>
                  <a:lnTo>
                    <a:pt x="371231" y="16509"/>
                  </a:lnTo>
                  <a:lnTo>
                    <a:pt x="372378" y="16492"/>
                  </a:lnTo>
                  <a:lnTo>
                    <a:pt x="373267" y="16479"/>
                  </a:lnTo>
                  <a:lnTo>
                    <a:pt x="374594" y="16458"/>
                  </a:lnTo>
                  <a:lnTo>
                    <a:pt x="379146" y="17433"/>
                  </a:lnTo>
                  <a:lnTo>
                    <a:pt x="379968" y="20911"/>
                  </a:lnTo>
                  <a:lnTo>
                    <a:pt x="383404" y="21560"/>
                  </a:lnTo>
                  <a:lnTo>
                    <a:pt x="384878" y="21272"/>
                  </a:lnTo>
                  <a:lnTo>
                    <a:pt x="387073" y="20844"/>
                  </a:lnTo>
                  <a:lnTo>
                    <a:pt x="389462" y="22864"/>
                  </a:lnTo>
                  <a:lnTo>
                    <a:pt x="392033" y="24856"/>
                  </a:lnTo>
                  <a:lnTo>
                    <a:pt x="396122" y="26950"/>
                  </a:lnTo>
                  <a:lnTo>
                    <a:pt x="396725" y="29208"/>
                  </a:lnTo>
                  <a:lnTo>
                    <a:pt x="397839" y="33384"/>
                  </a:lnTo>
                  <a:lnTo>
                    <a:pt x="397965" y="33919"/>
                  </a:lnTo>
                  <a:lnTo>
                    <a:pt x="398737" y="37198"/>
                  </a:lnTo>
                  <a:lnTo>
                    <a:pt x="398913" y="37943"/>
                  </a:lnTo>
                  <a:lnTo>
                    <a:pt x="398753" y="40525"/>
                  </a:lnTo>
                  <a:lnTo>
                    <a:pt x="397069" y="41046"/>
                  </a:lnTo>
                  <a:lnTo>
                    <a:pt x="396759" y="41518"/>
                  </a:lnTo>
                  <a:lnTo>
                    <a:pt x="394450" y="45030"/>
                  </a:lnTo>
                  <a:lnTo>
                    <a:pt x="395462" y="48254"/>
                  </a:lnTo>
                  <a:lnTo>
                    <a:pt x="389400" y="49972"/>
                  </a:lnTo>
                  <a:lnTo>
                    <a:pt x="387945" y="50383"/>
                  </a:lnTo>
                  <a:lnTo>
                    <a:pt x="386424" y="57430"/>
                  </a:lnTo>
                  <a:lnTo>
                    <a:pt x="386631" y="62818"/>
                  </a:lnTo>
                  <a:lnTo>
                    <a:pt x="386749" y="65933"/>
                  </a:lnTo>
                  <a:lnTo>
                    <a:pt x="388931" y="72872"/>
                  </a:lnTo>
                  <a:lnTo>
                    <a:pt x="391767" y="74957"/>
                  </a:lnTo>
                  <a:lnTo>
                    <a:pt x="393407" y="76162"/>
                  </a:lnTo>
                  <a:lnTo>
                    <a:pt x="399770" y="73188"/>
                  </a:lnTo>
                  <a:lnTo>
                    <a:pt x="404085" y="71337"/>
                  </a:lnTo>
                  <a:lnTo>
                    <a:pt x="406872" y="69873"/>
                  </a:lnTo>
                  <a:lnTo>
                    <a:pt x="409318" y="71966"/>
                  </a:lnTo>
                  <a:lnTo>
                    <a:pt x="409562" y="74304"/>
                  </a:lnTo>
                  <a:lnTo>
                    <a:pt x="411997" y="75735"/>
                  </a:lnTo>
                  <a:lnTo>
                    <a:pt x="412537" y="76052"/>
                  </a:lnTo>
                  <a:lnTo>
                    <a:pt x="415324" y="78035"/>
                  </a:lnTo>
                  <a:lnTo>
                    <a:pt x="415680" y="80569"/>
                  </a:lnTo>
                  <a:lnTo>
                    <a:pt x="419396" y="81037"/>
                  </a:lnTo>
                  <a:lnTo>
                    <a:pt x="424816" y="82513"/>
                  </a:lnTo>
                  <a:lnTo>
                    <a:pt x="430623" y="80950"/>
                  </a:lnTo>
                  <a:lnTo>
                    <a:pt x="434949" y="80199"/>
                  </a:lnTo>
                  <a:lnTo>
                    <a:pt x="439724" y="79520"/>
                  </a:lnTo>
                  <a:lnTo>
                    <a:pt x="441436" y="82512"/>
                  </a:lnTo>
                  <a:lnTo>
                    <a:pt x="446568" y="84685"/>
                  </a:lnTo>
                  <a:lnTo>
                    <a:pt x="448883" y="86731"/>
                  </a:lnTo>
                  <a:lnTo>
                    <a:pt x="450600" y="88246"/>
                  </a:lnTo>
                  <a:lnTo>
                    <a:pt x="455697" y="90391"/>
                  </a:lnTo>
                  <a:lnTo>
                    <a:pt x="463829" y="91808"/>
                  </a:lnTo>
                  <a:lnTo>
                    <a:pt x="470081" y="94107"/>
                  </a:lnTo>
                  <a:lnTo>
                    <a:pt x="470411" y="99104"/>
                  </a:lnTo>
                  <a:lnTo>
                    <a:pt x="467450" y="103455"/>
                  </a:lnTo>
                  <a:lnTo>
                    <a:pt x="468977" y="109767"/>
                  </a:lnTo>
                  <a:lnTo>
                    <a:pt x="469024" y="113182"/>
                  </a:lnTo>
                  <a:lnTo>
                    <a:pt x="469038" y="114231"/>
                  </a:lnTo>
                  <a:lnTo>
                    <a:pt x="473474" y="117705"/>
                  </a:lnTo>
                  <a:lnTo>
                    <a:pt x="473559" y="120482"/>
                  </a:lnTo>
                  <a:lnTo>
                    <a:pt x="473641" y="123156"/>
                  </a:lnTo>
                  <a:lnTo>
                    <a:pt x="474683" y="124805"/>
                  </a:lnTo>
                  <a:lnTo>
                    <a:pt x="476652" y="127921"/>
                  </a:lnTo>
                  <a:lnTo>
                    <a:pt x="479822" y="133647"/>
                  </a:lnTo>
                  <a:lnTo>
                    <a:pt x="481013" y="137538"/>
                  </a:lnTo>
                  <a:lnTo>
                    <a:pt x="480715" y="143543"/>
                  </a:lnTo>
                  <a:lnTo>
                    <a:pt x="473286" y="139883"/>
                  </a:lnTo>
                  <a:lnTo>
                    <a:pt x="471022" y="138605"/>
                  </a:lnTo>
                  <a:lnTo>
                    <a:pt x="470509" y="139059"/>
                  </a:lnTo>
                  <a:lnTo>
                    <a:pt x="468535" y="140806"/>
                  </a:lnTo>
                  <a:lnTo>
                    <a:pt x="473415" y="145908"/>
                  </a:lnTo>
                  <a:lnTo>
                    <a:pt x="475928" y="148564"/>
                  </a:lnTo>
                  <a:lnTo>
                    <a:pt x="475435" y="150590"/>
                  </a:lnTo>
                  <a:lnTo>
                    <a:pt x="474854" y="152970"/>
                  </a:lnTo>
                  <a:lnTo>
                    <a:pt x="478733" y="155047"/>
                  </a:lnTo>
                  <a:lnTo>
                    <a:pt x="479071" y="155228"/>
                  </a:lnTo>
                  <a:lnTo>
                    <a:pt x="482254" y="158648"/>
                  </a:lnTo>
                  <a:lnTo>
                    <a:pt x="483982" y="160345"/>
                  </a:lnTo>
                  <a:lnTo>
                    <a:pt x="486086" y="162410"/>
                  </a:lnTo>
                  <a:lnTo>
                    <a:pt x="485788" y="170044"/>
                  </a:lnTo>
                  <a:lnTo>
                    <a:pt x="487853" y="171578"/>
                  </a:lnTo>
                  <a:lnTo>
                    <a:pt x="489006" y="172434"/>
                  </a:lnTo>
                  <a:lnTo>
                    <a:pt x="494886" y="173695"/>
                  </a:lnTo>
                  <a:lnTo>
                    <a:pt x="495808" y="173685"/>
                  </a:lnTo>
                  <a:lnTo>
                    <a:pt x="502115" y="173613"/>
                  </a:lnTo>
                  <a:lnTo>
                    <a:pt x="504640" y="171143"/>
                  </a:lnTo>
                  <a:lnTo>
                    <a:pt x="507844" y="170684"/>
                  </a:lnTo>
                  <a:lnTo>
                    <a:pt x="512901" y="180255"/>
                  </a:lnTo>
                  <a:lnTo>
                    <a:pt x="517982" y="188536"/>
                  </a:lnTo>
                  <a:lnTo>
                    <a:pt x="521409" y="193076"/>
                  </a:lnTo>
                  <a:lnTo>
                    <a:pt x="524807" y="199322"/>
                  </a:lnTo>
                  <a:lnTo>
                    <a:pt x="514254" y="202503"/>
                  </a:lnTo>
                  <a:lnTo>
                    <a:pt x="507931" y="204387"/>
                  </a:lnTo>
                  <a:lnTo>
                    <a:pt x="495292" y="208128"/>
                  </a:lnTo>
                  <a:lnTo>
                    <a:pt x="483486" y="211576"/>
                  </a:lnTo>
                  <a:lnTo>
                    <a:pt x="480139" y="212548"/>
                  </a:lnTo>
                  <a:lnTo>
                    <a:pt x="467114" y="216311"/>
                  </a:lnTo>
                  <a:lnTo>
                    <a:pt x="455343" y="220144"/>
                  </a:lnTo>
                  <a:lnTo>
                    <a:pt x="445094" y="223063"/>
                  </a:lnTo>
                  <a:lnTo>
                    <a:pt x="438933" y="224808"/>
                  </a:lnTo>
                  <a:lnTo>
                    <a:pt x="437215" y="225293"/>
                  </a:lnTo>
                  <a:lnTo>
                    <a:pt x="429988" y="227343"/>
                  </a:lnTo>
                  <a:lnTo>
                    <a:pt x="399994" y="235738"/>
                  </a:lnTo>
                  <a:lnTo>
                    <a:pt x="398837" y="236063"/>
                  </a:lnTo>
                  <a:lnTo>
                    <a:pt x="390007" y="238537"/>
                  </a:lnTo>
                  <a:lnTo>
                    <a:pt x="380256" y="241251"/>
                  </a:lnTo>
                  <a:lnTo>
                    <a:pt x="374479" y="242850"/>
                  </a:lnTo>
                  <a:lnTo>
                    <a:pt x="361770" y="246392"/>
                  </a:lnTo>
                  <a:lnTo>
                    <a:pt x="352869" y="248854"/>
                  </a:lnTo>
                  <a:lnTo>
                    <a:pt x="349356" y="249821"/>
                  </a:lnTo>
                  <a:lnTo>
                    <a:pt x="334357" y="253727"/>
                  </a:lnTo>
                  <a:lnTo>
                    <a:pt x="330197" y="254802"/>
                  </a:lnTo>
                  <a:lnTo>
                    <a:pt x="320437" y="257312"/>
                  </a:lnTo>
                  <a:lnTo>
                    <a:pt x="307298" y="260746"/>
                  </a:lnTo>
                  <a:lnTo>
                    <a:pt x="301934" y="262138"/>
                  </a:lnTo>
                  <a:lnTo>
                    <a:pt x="293584" y="264294"/>
                  </a:lnTo>
                  <a:lnTo>
                    <a:pt x="285077" y="266476"/>
                  </a:lnTo>
                  <a:lnTo>
                    <a:pt x="282356" y="267171"/>
                  </a:lnTo>
                  <a:lnTo>
                    <a:pt x="282154" y="267221"/>
                  </a:lnTo>
                  <a:lnTo>
                    <a:pt x="268638" y="270546"/>
                  </a:lnTo>
                  <a:lnTo>
                    <a:pt x="247626" y="275645"/>
                  </a:lnTo>
                  <a:lnTo>
                    <a:pt x="245868" y="276063"/>
                  </a:lnTo>
                  <a:lnTo>
                    <a:pt x="229583" y="279904"/>
                  </a:lnTo>
                  <a:lnTo>
                    <a:pt x="220291" y="281584"/>
                  </a:lnTo>
                  <a:lnTo>
                    <a:pt x="219696" y="281692"/>
                  </a:lnTo>
                  <a:lnTo>
                    <a:pt x="207986" y="283808"/>
                  </a:lnTo>
                  <a:lnTo>
                    <a:pt x="201672" y="284938"/>
                  </a:lnTo>
                  <a:lnTo>
                    <a:pt x="192558" y="287119"/>
                  </a:lnTo>
                  <a:lnTo>
                    <a:pt x="188415" y="288105"/>
                  </a:lnTo>
                  <a:lnTo>
                    <a:pt x="177524" y="290171"/>
                  </a:lnTo>
                  <a:lnTo>
                    <a:pt x="169690" y="291543"/>
                  </a:lnTo>
                  <a:lnTo>
                    <a:pt x="157704" y="293906"/>
                  </a:lnTo>
                  <a:lnTo>
                    <a:pt x="147743" y="295848"/>
                  </a:lnTo>
                  <a:lnTo>
                    <a:pt x="135597" y="297843"/>
                  </a:lnTo>
                  <a:lnTo>
                    <a:pt x="137254" y="295358"/>
                  </a:lnTo>
                  <a:lnTo>
                    <a:pt x="125058" y="297829"/>
                  </a:lnTo>
                  <a:lnTo>
                    <a:pt x="118551" y="299136"/>
                  </a:lnTo>
                  <a:lnTo>
                    <a:pt x="118149" y="301177"/>
                  </a:lnTo>
                  <a:lnTo>
                    <a:pt x="103844" y="304281"/>
                  </a:lnTo>
                  <a:lnTo>
                    <a:pt x="101921" y="304695"/>
                  </a:lnTo>
                  <a:lnTo>
                    <a:pt x="97221" y="305691"/>
                  </a:lnTo>
                  <a:lnTo>
                    <a:pt x="93782" y="306417"/>
                  </a:lnTo>
                  <a:lnTo>
                    <a:pt x="80696" y="309159"/>
                  </a:lnTo>
                  <a:lnTo>
                    <a:pt x="72447" y="310978"/>
                  </a:lnTo>
                  <a:lnTo>
                    <a:pt x="57473" y="314246"/>
                  </a:lnTo>
                  <a:lnTo>
                    <a:pt x="47003" y="316289"/>
                  </a:lnTo>
                  <a:lnTo>
                    <a:pt x="27152" y="320105"/>
                  </a:lnTo>
                  <a:lnTo>
                    <a:pt x="13835" y="322683"/>
                  </a:lnTo>
                  <a:lnTo>
                    <a:pt x="0" y="3253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19838" y="2556778"/>
              <a:ext cx="106813" cy="207200"/>
            </a:xfrm>
            <a:custGeom>
              <a:avLst/>
              <a:pathLst>
                <a:path w="106813" h="207200">
                  <a:moveTo>
                    <a:pt x="19653" y="106318"/>
                  </a:moveTo>
                  <a:lnTo>
                    <a:pt x="19039" y="100762"/>
                  </a:lnTo>
                  <a:lnTo>
                    <a:pt x="19835" y="95058"/>
                  </a:lnTo>
                  <a:lnTo>
                    <a:pt x="20902" y="92341"/>
                  </a:lnTo>
                  <a:lnTo>
                    <a:pt x="20709" y="91916"/>
                  </a:lnTo>
                  <a:lnTo>
                    <a:pt x="19149" y="88482"/>
                  </a:lnTo>
                  <a:lnTo>
                    <a:pt x="17387" y="85088"/>
                  </a:lnTo>
                  <a:lnTo>
                    <a:pt x="17449" y="82859"/>
                  </a:lnTo>
                  <a:lnTo>
                    <a:pt x="17405" y="77921"/>
                  </a:lnTo>
                  <a:lnTo>
                    <a:pt x="14658" y="73174"/>
                  </a:lnTo>
                  <a:lnTo>
                    <a:pt x="11790" y="70845"/>
                  </a:lnTo>
                  <a:lnTo>
                    <a:pt x="10510" y="69805"/>
                  </a:lnTo>
                  <a:lnTo>
                    <a:pt x="10215" y="69565"/>
                  </a:lnTo>
                  <a:lnTo>
                    <a:pt x="7668" y="65998"/>
                  </a:lnTo>
                  <a:lnTo>
                    <a:pt x="6873" y="59373"/>
                  </a:lnTo>
                  <a:lnTo>
                    <a:pt x="5977" y="55346"/>
                  </a:lnTo>
                  <a:lnTo>
                    <a:pt x="5877" y="51002"/>
                  </a:lnTo>
                  <a:lnTo>
                    <a:pt x="3599" y="49721"/>
                  </a:lnTo>
                  <a:lnTo>
                    <a:pt x="2061" y="47641"/>
                  </a:lnTo>
                  <a:lnTo>
                    <a:pt x="2639" y="42249"/>
                  </a:lnTo>
                  <a:lnTo>
                    <a:pt x="964" y="38316"/>
                  </a:lnTo>
                  <a:lnTo>
                    <a:pt x="0" y="35198"/>
                  </a:lnTo>
                  <a:lnTo>
                    <a:pt x="7857" y="32269"/>
                  </a:lnTo>
                  <a:lnTo>
                    <a:pt x="15375" y="29449"/>
                  </a:lnTo>
                  <a:lnTo>
                    <a:pt x="21261" y="27405"/>
                  </a:lnTo>
                  <a:lnTo>
                    <a:pt x="39883" y="20965"/>
                  </a:lnTo>
                  <a:lnTo>
                    <a:pt x="41436" y="20585"/>
                  </a:lnTo>
                  <a:lnTo>
                    <a:pt x="42591" y="20303"/>
                  </a:lnTo>
                  <a:lnTo>
                    <a:pt x="52270" y="16980"/>
                  </a:lnTo>
                  <a:lnTo>
                    <a:pt x="69227" y="10657"/>
                  </a:lnTo>
                  <a:lnTo>
                    <a:pt x="74847" y="8490"/>
                  </a:lnTo>
                  <a:lnTo>
                    <a:pt x="75658" y="8167"/>
                  </a:lnTo>
                  <a:lnTo>
                    <a:pt x="86373" y="3881"/>
                  </a:lnTo>
                  <a:lnTo>
                    <a:pt x="90609" y="2181"/>
                  </a:lnTo>
                  <a:lnTo>
                    <a:pt x="96248" y="0"/>
                  </a:lnTo>
                  <a:lnTo>
                    <a:pt x="95696" y="3438"/>
                  </a:lnTo>
                  <a:lnTo>
                    <a:pt x="99414" y="7588"/>
                  </a:lnTo>
                  <a:lnTo>
                    <a:pt x="98815" y="10497"/>
                  </a:lnTo>
                  <a:lnTo>
                    <a:pt x="98399" y="17185"/>
                  </a:lnTo>
                  <a:lnTo>
                    <a:pt x="97047" y="22710"/>
                  </a:lnTo>
                  <a:lnTo>
                    <a:pt x="101519" y="28108"/>
                  </a:lnTo>
                  <a:lnTo>
                    <a:pt x="104280" y="30334"/>
                  </a:lnTo>
                  <a:lnTo>
                    <a:pt x="105969" y="33876"/>
                  </a:lnTo>
                  <a:lnTo>
                    <a:pt x="104571" y="37117"/>
                  </a:lnTo>
                  <a:lnTo>
                    <a:pt x="106264" y="40464"/>
                  </a:lnTo>
                  <a:lnTo>
                    <a:pt x="103670" y="44279"/>
                  </a:lnTo>
                  <a:lnTo>
                    <a:pt x="102642" y="48778"/>
                  </a:lnTo>
                  <a:lnTo>
                    <a:pt x="99320" y="51542"/>
                  </a:lnTo>
                  <a:lnTo>
                    <a:pt x="98611" y="52131"/>
                  </a:lnTo>
                  <a:lnTo>
                    <a:pt x="97768" y="56488"/>
                  </a:lnTo>
                  <a:lnTo>
                    <a:pt x="96907" y="57256"/>
                  </a:lnTo>
                  <a:lnTo>
                    <a:pt x="95184" y="58790"/>
                  </a:lnTo>
                  <a:lnTo>
                    <a:pt x="91516" y="60115"/>
                  </a:lnTo>
                  <a:lnTo>
                    <a:pt x="88847" y="62209"/>
                  </a:lnTo>
                  <a:lnTo>
                    <a:pt x="87412" y="65572"/>
                  </a:lnTo>
                  <a:lnTo>
                    <a:pt x="88221" y="69157"/>
                  </a:lnTo>
                  <a:lnTo>
                    <a:pt x="89503" y="74026"/>
                  </a:lnTo>
                  <a:lnTo>
                    <a:pt x="90573" y="75788"/>
                  </a:lnTo>
                  <a:lnTo>
                    <a:pt x="93004" y="79789"/>
                  </a:lnTo>
                  <a:lnTo>
                    <a:pt x="92799" y="85766"/>
                  </a:lnTo>
                  <a:lnTo>
                    <a:pt x="91754" y="89823"/>
                  </a:lnTo>
                  <a:lnTo>
                    <a:pt x="93472" y="92861"/>
                  </a:lnTo>
                  <a:lnTo>
                    <a:pt x="92103" y="99900"/>
                  </a:lnTo>
                  <a:lnTo>
                    <a:pt x="93124" y="105144"/>
                  </a:lnTo>
                  <a:lnTo>
                    <a:pt x="92559" y="108373"/>
                  </a:lnTo>
                  <a:lnTo>
                    <a:pt x="92346" y="109588"/>
                  </a:lnTo>
                  <a:lnTo>
                    <a:pt x="90043" y="113821"/>
                  </a:lnTo>
                  <a:lnTo>
                    <a:pt x="90621" y="123240"/>
                  </a:lnTo>
                  <a:lnTo>
                    <a:pt x="90477" y="123533"/>
                  </a:lnTo>
                  <a:lnTo>
                    <a:pt x="88853" y="126831"/>
                  </a:lnTo>
                  <a:lnTo>
                    <a:pt x="90907" y="133022"/>
                  </a:lnTo>
                  <a:lnTo>
                    <a:pt x="92594" y="143630"/>
                  </a:lnTo>
                  <a:lnTo>
                    <a:pt x="94293" y="146657"/>
                  </a:lnTo>
                  <a:lnTo>
                    <a:pt x="94764" y="151379"/>
                  </a:lnTo>
                  <a:lnTo>
                    <a:pt x="94918" y="153950"/>
                  </a:lnTo>
                  <a:lnTo>
                    <a:pt x="95006" y="155431"/>
                  </a:lnTo>
                  <a:lnTo>
                    <a:pt x="95893" y="159753"/>
                  </a:lnTo>
                  <a:lnTo>
                    <a:pt x="96020" y="160371"/>
                  </a:lnTo>
                  <a:lnTo>
                    <a:pt x="98672" y="165160"/>
                  </a:lnTo>
                  <a:lnTo>
                    <a:pt x="98318" y="168929"/>
                  </a:lnTo>
                  <a:lnTo>
                    <a:pt x="100296" y="171635"/>
                  </a:lnTo>
                  <a:lnTo>
                    <a:pt x="98676" y="175374"/>
                  </a:lnTo>
                  <a:lnTo>
                    <a:pt x="96860" y="177116"/>
                  </a:lnTo>
                  <a:lnTo>
                    <a:pt x="98385" y="181462"/>
                  </a:lnTo>
                  <a:lnTo>
                    <a:pt x="97872" y="184366"/>
                  </a:lnTo>
                  <a:lnTo>
                    <a:pt x="100368" y="188743"/>
                  </a:lnTo>
                  <a:lnTo>
                    <a:pt x="104877" y="190868"/>
                  </a:lnTo>
                  <a:lnTo>
                    <a:pt x="106813" y="193126"/>
                  </a:lnTo>
                  <a:lnTo>
                    <a:pt x="87453" y="199191"/>
                  </a:lnTo>
                  <a:lnTo>
                    <a:pt x="84413" y="200169"/>
                  </a:lnTo>
                  <a:lnTo>
                    <a:pt x="80787" y="201331"/>
                  </a:lnTo>
                  <a:lnTo>
                    <a:pt x="75665" y="202968"/>
                  </a:lnTo>
                  <a:lnTo>
                    <a:pt x="62318" y="207200"/>
                  </a:lnTo>
                  <a:lnTo>
                    <a:pt x="59480" y="203400"/>
                  </a:lnTo>
                  <a:lnTo>
                    <a:pt x="59352" y="200753"/>
                  </a:lnTo>
                  <a:lnTo>
                    <a:pt x="59257" y="200434"/>
                  </a:lnTo>
                  <a:lnTo>
                    <a:pt x="56820" y="192211"/>
                  </a:lnTo>
                  <a:lnTo>
                    <a:pt x="54696" y="185060"/>
                  </a:lnTo>
                  <a:lnTo>
                    <a:pt x="48380" y="163435"/>
                  </a:lnTo>
                  <a:lnTo>
                    <a:pt x="47267" y="159636"/>
                  </a:lnTo>
                  <a:lnTo>
                    <a:pt x="43476" y="146304"/>
                  </a:lnTo>
                  <a:lnTo>
                    <a:pt x="39507" y="143446"/>
                  </a:lnTo>
                  <a:lnTo>
                    <a:pt x="36530" y="140941"/>
                  </a:lnTo>
                  <a:lnTo>
                    <a:pt x="34337" y="146646"/>
                  </a:lnTo>
                  <a:lnTo>
                    <a:pt x="31980" y="144840"/>
                  </a:lnTo>
                  <a:lnTo>
                    <a:pt x="31028" y="140090"/>
                  </a:lnTo>
                  <a:lnTo>
                    <a:pt x="31103" y="136560"/>
                  </a:lnTo>
                  <a:lnTo>
                    <a:pt x="31477" y="131811"/>
                  </a:lnTo>
                  <a:lnTo>
                    <a:pt x="31595" y="130297"/>
                  </a:lnTo>
                  <a:lnTo>
                    <a:pt x="28921" y="128003"/>
                  </a:lnTo>
                  <a:lnTo>
                    <a:pt x="28268" y="127442"/>
                  </a:lnTo>
                  <a:lnTo>
                    <a:pt x="27652" y="122681"/>
                  </a:lnTo>
                  <a:lnTo>
                    <a:pt x="24454" y="119146"/>
                  </a:lnTo>
                  <a:lnTo>
                    <a:pt x="23096" y="115710"/>
                  </a:lnTo>
                  <a:lnTo>
                    <a:pt x="22460" y="112862"/>
                  </a:lnTo>
                  <a:lnTo>
                    <a:pt x="20009" y="11105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043286" y="2286404"/>
              <a:ext cx="23115" cy="28011"/>
            </a:xfrm>
            <a:custGeom>
              <a:avLst/>
              <a:pathLst>
                <a:path w="23115" h="28011">
                  <a:moveTo>
                    <a:pt x="461" y="3472"/>
                  </a:moveTo>
                  <a:lnTo>
                    <a:pt x="8622" y="4652"/>
                  </a:lnTo>
                  <a:lnTo>
                    <a:pt x="11466" y="3829"/>
                  </a:lnTo>
                  <a:lnTo>
                    <a:pt x="14676" y="36"/>
                  </a:lnTo>
                  <a:lnTo>
                    <a:pt x="16808" y="0"/>
                  </a:lnTo>
                  <a:lnTo>
                    <a:pt x="21391" y="4977"/>
                  </a:lnTo>
                  <a:lnTo>
                    <a:pt x="23115" y="12002"/>
                  </a:lnTo>
                  <a:lnTo>
                    <a:pt x="19240" y="15360"/>
                  </a:lnTo>
                  <a:lnTo>
                    <a:pt x="19623" y="18804"/>
                  </a:lnTo>
                  <a:lnTo>
                    <a:pt x="18085" y="22560"/>
                  </a:lnTo>
                  <a:lnTo>
                    <a:pt x="15715" y="23824"/>
                  </a:lnTo>
                  <a:lnTo>
                    <a:pt x="15189" y="28011"/>
                  </a:lnTo>
                  <a:lnTo>
                    <a:pt x="11635" y="27779"/>
                  </a:lnTo>
                  <a:lnTo>
                    <a:pt x="9577" y="25445"/>
                  </a:lnTo>
                  <a:lnTo>
                    <a:pt x="4791" y="22422"/>
                  </a:lnTo>
                  <a:lnTo>
                    <a:pt x="986" y="17696"/>
                  </a:lnTo>
                  <a:lnTo>
                    <a:pt x="0" y="1069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949466" y="2273606"/>
              <a:ext cx="393482" cy="291778"/>
            </a:xfrm>
            <a:custGeom>
              <a:avLst/>
              <a:pathLst>
                <a:path w="393482" h="291778">
                  <a:moveTo>
                    <a:pt x="17928" y="15719"/>
                  </a:moveTo>
                  <a:lnTo>
                    <a:pt x="21427" y="16488"/>
                  </a:lnTo>
                  <a:lnTo>
                    <a:pt x="25554" y="20777"/>
                  </a:lnTo>
                  <a:lnTo>
                    <a:pt x="31686" y="28228"/>
                  </a:lnTo>
                  <a:lnTo>
                    <a:pt x="37317" y="31614"/>
                  </a:lnTo>
                  <a:lnTo>
                    <a:pt x="43212" y="37289"/>
                  </a:lnTo>
                  <a:lnTo>
                    <a:pt x="44714" y="40867"/>
                  </a:lnTo>
                  <a:lnTo>
                    <a:pt x="52353" y="44632"/>
                  </a:lnTo>
                  <a:lnTo>
                    <a:pt x="59530" y="46704"/>
                  </a:lnTo>
                  <a:lnTo>
                    <a:pt x="62181" y="47536"/>
                  </a:lnTo>
                  <a:lnTo>
                    <a:pt x="67646" y="50127"/>
                  </a:lnTo>
                  <a:lnTo>
                    <a:pt x="72191" y="53672"/>
                  </a:lnTo>
                  <a:lnTo>
                    <a:pt x="77974" y="56277"/>
                  </a:lnTo>
                  <a:lnTo>
                    <a:pt x="81640" y="57041"/>
                  </a:lnTo>
                  <a:lnTo>
                    <a:pt x="87373" y="54228"/>
                  </a:lnTo>
                  <a:lnTo>
                    <a:pt x="89866" y="59359"/>
                  </a:lnTo>
                  <a:lnTo>
                    <a:pt x="92148" y="62410"/>
                  </a:lnTo>
                  <a:lnTo>
                    <a:pt x="95070" y="62655"/>
                  </a:lnTo>
                  <a:lnTo>
                    <a:pt x="96994" y="62346"/>
                  </a:lnTo>
                  <a:lnTo>
                    <a:pt x="101200" y="61666"/>
                  </a:lnTo>
                  <a:lnTo>
                    <a:pt x="104836" y="62054"/>
                  </a:lnTo>
                  <a:lnTo>
                    <a:pt x="106904" y="65830"/>
                  </a:lnTo>
                  <a:lnTo>
                    <a:pt x="104864" y="72075"/>
                  </a:lnTo>
                  <a:lnTo>
                    <a:pt x="103959" y="75202"/>
                  </a:lnTo>
                  <a:lnTo>
                    <a:pt x="105227" y="79671"/>
                  </a:lnTo>
                  <a:lnTo>
                    <a:pt x="106078" y="79761"/>
                  </a:lnTo>
                  <a:lnTo>
                    <a:pt x="106951" y="79854"/>
                  </a:lnTo>
                  <a:lnTo>
                    <a:pt x="109551" y="78586"/>
                  </a:lnTo>
                  <a:lnTo>
                    <a:pt x="111179" y="77790"/>
                  </a:lnTo>
                  <a:lnTo>
                    <a:pt x="111991" y="75732"/>
                  </a:lnTo>
                  <a:lnTo>
                    <a:pt x="109673" y="72327"/>
                  </a:lnTo>
                  <a:lnTo>
                    <a:pt x="111815" y="66693"/>
                  </a:lnTo>
                  <a:lnTo>
                    <a:pt x="111297" y="62395"/>
                  </a:lnTo>
                  <a:lnTo>
                    <a:pt x="108243" y="59104"/>
                  </a:lnTo>
                  <a:lnTo>
                    <a:pt x="107743" y="53719"/>
                  </a:lnTo>
                  <a:lnTo>
                    <a:pt x="111090" y="50365"/>
                  </a:lnTo>
                  <a:lnTo>
                    <a:pt x="115087" y="43900"/>
                  </a:lnTo>
                  <a:lnTo>
                    <a:pt x="115251" y="43635"/>
                  </a:lnTo>
                  <a:lnTo>
                    <a:pt x="115440" y="38936"/>
                  </a:lnTo>
                  <a:lnTo>
                    <a:pt x="118422" y="35624"/>
                  </a:lnTo>
                  <a:lnTo>
                    <a:pt x="120046" y="31525"/>
                  </a:lnTo>
                  <a:lnTo>
                    <a:pt x="119934" y="27007"/>
                  </a:lnTo>
                  <a:lnTo>
                    <a:pt x="119788" y="20905"/>
                  </a:lnTo>
                  <a:lnTo>
                    <a:pt x="120786" y="15929"/>
                  </a:lnTo>
                  <a:lnTo>
                    <a:pt x="121271" y="12222"/>
                  </a:lnTo>
                  <a:lnTo>
                    <a:pt x="119385" y="8110"/>
                  </a:lnTo>
                  <a:lnTo>
                    <a:pt x="119374" y="3518"/>
                  </a:lnTo>
                  <a:lnTo>
                    <a:pt x="123674" y="0"/>
                  </a:lnTo>
                  <a:lnTo>
                    <a:pt x="147303" y="6966"/>
                  </a:lnTo>
                  <a:lnTo>
                    <a:pt x="154423" y="9062"/>
                  </a:lnTo>
                  <a:lnTo>
                    <a:pt x="170544" y="14061"/>
                  </a:lnTo>
                  <a:lnTo>
                    <a:pt x="187245" y="18579"/>
                  </a:lnTo>
                  <a:lnTo>
                    <a:pt x="199900" y="21970"/>
                  </a:lnTo>
                  <a:lnTo>
                    <a:pt x="212775" y="25559"/>
                  </a:lnTo>
                  <a:lnTo>
                    <a:pt x="219104" y="27305"/>
                  </a:lnTo>
                  <a:lnTo>
                    <a:pt x="235118" y="31550"/>
                  </a:lnTo>
                  <a:lnTo>
                    <a:pt x="252753" y="36280"/>
                  </a:lnTo>
                  <a:lnTo>
                    <a:pt x="278411" y="42788"/>
                  </a:lnTo>
                  <a:lnTo>
                    <a:pt x="293799" y="46637"/>
                  </a:lnTo>
                  <a:lnTo>
                    <a:pt x="307783" y="50072"/>
                  </a:lnTo>
                  <a:lnTo>
                    <a:pt x="338088" y="57321"/>
                  </a:lnTo>
                  <a:lnTo>
                    <a:pt x="347363" y="59487"/>
                  </a:lnTo>
                  <a:lnTo>
                    <a:pt x="366132" y="63767"/>
                  </a:lnTo>
                  <a:lnTo>
                    <a:pt x="374561" y="65713"/>
                  </a:lnTo>
                  <a:lnTo>
                    <a:pt x="382253" y="67470"/>
                  </a:lnTo>
                  <a:lnTo>
                    <a:pt x="393482" y="69998"/>
                  </a:lnTo>
                  <a:lnTo>
                    <a:pt x="390946" y="81177"/>
                  </a:lnTo>
                  <a:lnTo>
                    <a:pt x="387798" y="95088"/>
                  </a:lnTo>
                  <a:lnTo>
                    <a:pt x="383888" y="112249"/>
                  </a:lnTo>
                  <a:lnTo>
                    <a:pt x="378747" y="134040"/>
                  </a:lnTo>
                  <a:lnTo>
                    <a:pt x="377449" y="139868"/>
                  </a:lnTo>
                  <a:lnTo>
                    <a:pt x="376338" y="144858"/>
                  </a:lnTo>
                  <a:lnTo>
                    <a:pt x="372390" y="162627"/>
                  </a:lnTo>
                  <a:lnTo>
                    <a:pt x="366473" y="189748"/>
                  </a:lnTo>
                  <a:lnTo>
                    <a:pt x="364768" y="197590"/>
                  </a:lnTo>
                  <a:lnTo>
                    <a:pt x="363100" y="205269"/>
                  </a:lnTo>
                  <a:lnTo>
                    <a:pt x="362658" y="207286"/>
                  </a:lnTo>
                  <a:lnTo>
                    <a:pt x="353273" y="250293"/>
                  </a:lnTo>
                  <a:lnTo>
                    <a:pt x="352157" y="255430"/>
                  </a:lnTo>
                  <a:lnTo>
                    <a:pt x="351584" y="258820"/>
                  </a:lnTo>
                  <a:lnTo>
                    <a:pt x="351383" y="260014"/>
                  </a:lnTo>
                  <a:lnTo>
                    <a:pt x="349120" y="263860"/>
                  </a:lnTo>
                  <a:lnTo>
                    <a:pt x="351603" y="268281"/>
                  </a:lnTo>
                  <a:lnTo>
                    <a:pt x="352463" y="272302"/>
                  </a:lnTo>
                  <a:lnTo>
                    <a:pt x="351685" y="276256"/>
                  </a:lnTo>
                  <a:lnTo>
                    <a:pt x="353194" y="278792"/>
                  </a:lnTo>
                  <a:lnTo>
                    <a:pt x="352164" y="280760"/>
                  </a:lnTo>
                  <a:lnTo>
                    <a:pt x="348912" y="284483"/>
                  </a:lnTo>
                  <a:lnTo>
                    <a:pt x="350516" y="286668"/>
                  </a:lnTo>
                  <a:lnTo>
                    <a:pt x="350828" y="291778"/>
                  </a:lnTo>
                  <a:lnTo>
                    <a:pt x="328739" y="286897"/>
                  </a:lnTo>
                  <a:lnTo>
                    <a:pt x="322405" y="285400"/>
                  </a:lnTo>
                  <a:lnTo>
                    <a:pt x="316201" y="283924"/>
                  </a:lnTo>
                  <a:lnTo>
                    <a:pt x="310455" y="282547"/>
                  </a:lnTo>
                  <a:lnTo>
                    <a:pt x="297381" y="279553"/>
                  </a:lnTo>
                  <a:lnTo>
                    <a:pt x="296409" y="279328"/>
                  </a:lnTo>
                  <a:lnTo>
                    <a:pt x="277771" y="274975"/>
                  </a:lnTo>
                  <a:lnTo>
                    <a:pt x="262205" y="271272"/>
                  </a:lnTo>
                  <a:lnTo>
                    <a:pt x="246667" y="267622"/>
                  </a:lnTo>
                  <a:lnTo>
                    <a:pt x="242214" y="269737"/>
                  </a:lnTo>
                  <a:lnTo>
                    <a:pt x="238516" y="270823"/>
                  </a:lnTo>
                  <a:lnTo>
                    <a:pt x="232070" y="268694"/>
                  </a:lnTo>
                  <a:lnTo>
                    <a:pt x="226365" y="268706"/>
                  </a:lnTo>
                  <a:lnTo>
                    <a:pt x="222818" y="268477"/>
                  </a:lnTo>
                  <a:lnTo>
                    <a:pt x="219902" y="268287"/>
                  </a:lnTo>
                  <a:lnTo>
                    <a:pt x="216052" y="265838"/>
                  </a:lnTo>
                  <a:lnTo>
                    <a:pt x="214495" y="265904"/>
                  </a:lnTo>
                  <a:lnTo>
                    <a:pt x="209877" y="269613"/>
                  </a:lnTo>
                  <a:lnTo>
                    <a:pt x="203051" y="268614"/>
                  </a:lnTo>
                  <a:lnTo>
                    <a:pt x="199598" y="268459"/>
                  </a:lnTo>
                  <a:lnTo>
                    <a:pt x="194452" y="268224"/>
                  </a:lnTo>
                  <a:lnTo>
                    <a:pt x="192525" y="268717"/>
                  </a:lnTo>
                  <a:lnTo>
                    <a:pt x="188492" y="269745"/>
                  </a:lnTo>
                  <a:lnTo>
                    <a:pt x="184700" y="269701"/>
                  </a:lnTo>
                  <a:lnTo>
                    <a:pt x="180339" y="272246"/>
                  </a:lnTo>
                  <a:lnTo>
                    <a:pt x="176671" y="271660"/>
                  </a:lnTo>
                  <a:lnTo>
                    <a:pt x="170150" y="271672"/>
                  </a:lnTo>
                  <a:lnTo>
                    <a:pt x="165923" y="270512"/>
                  </a:lnTo>
                  <a:lnTo>
                    <a:pt x="165058" y="270274"/>
                  </a:lnTo>
                  <a:lnTo>
                    <a:pt x="161672" y="265758"/>
                  </a:lnTo>
                  <a:lnTo>
                    <a:pt x="159466" y="265229"/>
                  </a:lnTo>
                  <a:lnTo>
                    <a:pt x="158403" y="265701"/>
                  </a:lnTo>
                  <a:lnTo>
                    <a:pt x="156170" y="266693"/>
                  </a:lnTo>
                  <a:lnTo>
                    <a:pt x="146993" y="267701"/>
                  </a:lnTo>
                  <a:lnTo>
                    <a:pt x="144443" y="269249"/>
                  </a:lnTo>
                  <a:lnTo>
                    <a:pt x="143623" y="268629"/>
                  </a:lnTo>
                  <a:lnTo>
                    <a:pt x="142281" y="267615"/>
                  </a:lnTo>
                  <a:lnTo>
                    <a:pt x="135061" y="266333"/>
                  </a:lnTo>
                  <a:lnTo>
                    <a:pt x="132575" y="268145"/>
                  </a:lnTo>
                  <a:lnTo>
                    <a:pt x="129301" y="268007"/>
                  </a:lnTo>
                  <a:lnTo>
                    <a:pt x="128974" y="262854"/>
                  </a:lnTo>
                  <a:lnTo>
                    <a:pt x="123544" y="258733"/>
                  </a:lnTo>
                  <a:lnTo>
                    <a:pt x="119043" y="258351"/>
                  </a:lnTo>
                  <a:lnTo>
                    <a:pt x="118290" y="257746"/>
                  </a:lnTo>
                  <a:lnTo>
                    <a:pt x="114626" y="254795"/>
                  </a:lnTo>
                  <a:lnTo>
                    <a:pt x="114226" y="254473"/>
                  </a:lnTo>
                  <a:lnTo>
                    <a:pt x="107053" y="254157"/>
                  </a:lnTo>
                  <a:lnTo>
                    <a:pt x="103504" y="254029"/>
                  </a:lnTo>
                  <a:lnTo>
                    <a:pt x="99963" y="252039"/>
                  </a:lnTo>
                  <a:lnTo>
                    <a:pt x="96908" y="252235"/>
                  </a:lnTo>
                  <a:lnTo>
                    <a:pt x="94596" y="254033"/>
                  </a:lnTo>
                  <a:lnTo>
                    <a:pt x="93300" y="254268"/>
                  </a:lnTo>
                  <a:lnTo>
                    <a:pt x="91709" y="254554"/>
                  </a:lnTo>
                  <a:lnTo>
                    <a:pt x="88534" y="255930"/>
                  </a:lnTo>
                  <a:lnTo>
                    <a:pt x="82988" y="256895"/>
                  </a:lnTo>
                  <a:lnTo>
                    <a:pt x="78779" y="256149"/>
                  </a:lnTo>
                  <a:lnTo>
                    <a:pt x="74945" y="257224"/>
                  </a:lnTo>
                  <a:lnTo>
                    <a:pt x="74158" y="257444"/>
                  </a:lnTo>
                  <a:lnTo>
                    <a:pt x="70805" y="256171"/>
                  </a:lnTo>
                  <a:lnTo>
                    <a:pt x="68945" y="253459"/>
                  </a:lnTo>
                  <a:lnTo>
                    <a:pt x="65782" y="253514"/>
                  </a:lnTo>
                  <a:lnTo>
                    <a:pt x="63522" y="251311"/>
                  </a:lnTo>
                  <a:lnTo>
                    <a:pt x="56528" y="247192"/>
                  </a:lnTo>
                  <a:lnTo>
                    <a:pt x="52568" y="243324"/>
                  </a:lnTo>
                  <a:lnTo>
                    <a:pt x="52042" y="241730"/>
                  </a:lnTo>
                  <a:lnTo>
                    <a:pt x="51524" y="240160"/>
                  </a:lnTo>
                  <a:lnTo>
                    <a:pt x="52936" y="236781"/>
                  </a:lnTo>
                  <a:lnTo>
                    <a:pt x="53829" y="234644"/>
                  </a:lnTo>
                  <a:lnTo>
                    <a:pt x="53210" y="230461"/>
                  </a:lnTo>
                  <a:lnTo>
                    <a:pt x="54447" y="227599"/>
                  </a:lnTo>
                  <a:lnTo>
                    <a:pt x="54951" y="226434"/>
                  </a:lnTo>
                  <a:lnTo>
                    <a:pt x="54593" y="222784"/>
                  </a:lnTo>
                  <a:lnTo>
                    <a:pt x="55491" y="219251"/>
                  </a:lnTo>
                  <a:lnTo>
                    <a:pt x="54545" y="214760"/>
                  </a:lnTo>
                  <a:lnTo>
                    <a:pt x="53653" y="209041"/>
                  </a:lnTo>
                  <a:lnTo>
                    <a:pt x="51221" y="206657"/>
                  </a:lnTo>
                  <a:lnTo>
                    <a:pt x="49797" y="203947"/>
                  </a:lnTo>
                  <a:lnTo>
                    <a:pt x="45414" y="198581"/>
                  </a:lnTo>
                  <a:lnTo>
                    <a:pt x="43014" y="197567"/>
                  </a:lnTo>
                  <a:lnTo>
                    <a:pt x="40367" y="198180"/>
                  </a:lnTo>
                  <a:lnTo>
                    <a:pt x="36478" y="199076"/>
                  </a:lnTo>
                  <a:lnTo>
                    <a:pt x="32407" y="197732"/>
                  </a:lnTo>
                  <a:lnTo>
                    <a:pt x="32033" y="197608"/>
                  </a:lnTo>
                  <a:lnTo>
                    <a:pt x="29890" y="194158"/>
                  </a:lnTo>
                  <a:lnTo>
                    <a:pt x="31083" y="190769"/>
                  </a:lnTo>
                  <a:lnTo>
                    <a:pt x="29405" y="187116"/>
                  </a:lnTo>
                  <a:lnTo>
                    <a:pt x="25859" y="186822"/>
                  </a:lnTo>
                  <a:lnTo>
                    <a:pt x="20070" y="184433"/>
                  </a:lnTo>
                  <a:lnTo>
                    <a:pt x="19390" y="181184"/>
                  </a:lnTo>
                  <a:lnTo>
                    <a:pt x="17756" y="181782"/>
                  </a:lnTo>
                  <a:lnTo>
                    <a:pt x="15851" y="182478"/>
                  </a:lnTo>
                  <a:lnTo>
                    <a:pt x="13764" y="181158"/>
                  </a:lnTo>
                  <a:lnTo>
                    <a:pt x="9403" y="183269"/>
                  </a:lnTo>
                  <a:lnTo>
                    <a:pt x="7879" y="182343"/>
                  </a:lnTo>
                  <a:lnTo>
                    <a:pt x="6381" y="179382"/>
                  </a:lnTo>
                  <a:lnTo>
                    <a:pt x="5967" y="178113"/>
                  </a:lnTo>
                  <a:lnTo>
                    <a:pt x="0" y="178156"/>
                  </a:lnTo>
                  <a:lnTo>
                    <a:pt x="2119" y="174096"/>
                  </a:lnTo>
                  <a:lnTo>
                    <a:pt x="6221" y="162201"/>
                  </a:lnTo>
                  <a:lnTo>
                    <a:pt x="8697" y="152102"/>
                  </a:lnTo>
                  <a:lnTo>
                    <a:pt x="14105" y="153346"/>
                  </a:lnTo>
                  <a:lnTo>
                    <a:pt x="16730" y="151289"/>
                  </a:lnTo>
                  <a:lnTo>
                    <a:pt x="15142" y="147525"/>
                  </a:lnTo>
                  <a:lnTo>
                    <a:pt x="10495" y="144401"/>
                  </a:lnTo>
                  <a:lnTo>
                    <a:pt x="11063" y="139898"/>
                  </a:lnTo>
                  <a:lnTo>
                    <a:pt x="11223" y="138636"/>
                  </a:lnTo>
                  <a:lnTo>
                    <a:pt x="11583" y="131230"/>
                  </a:lnTo>
                  <a:lnTo>
                    <a:pt x="10037" y="129091"/>
                  </a:lnTo>
                  <a:lnTo>
                    <a:pt x="12112" y="124345"/>
                  </a:lnTo>
                  <a:lnTo>
                    <a:pt x="14890" y="112275"/>
                  </a:lnTo>
                  <a:lnTo>
                    <a:pt x="14905" y="111000"/>
                  </a:lnTo>
                  <a:lnTo>
                    <a:pt x="15551" y="102221"/>
                  </a:lnTo>
                  <a:lnTo>
                    <a:pt x="13147" y="96040"/>
                  </a:lnTo>
                  <a:lnTo>
                    <a:pt x="15603" y="82701"/>
                  </a:lnTo>
                  <a:lnTo>
                    <a:pt x="15772" y="81790"/>
                  </a:lnTo>
                  <a:lnTo>
                    <a:pt x="16461" y="70461"/>
                  </a:lnTo>
                  <a:lnTo>
                    <a:pt x="15392" y="64105"/>
                  </a:lnTo>
                  <a:lnTo>
                    <a:pt x="13794" y="58025"/>
                  </a:lnTo>
                  <a:lnTo>
                    <a:pt x="11356" y="53770"/>
                  </a:lnTo>
                  <a:lnTo>
                    <a:pt x="10944" y="53049"/>
                  </a:lnTo>
                  <a:lnTo>
                    <a:pt x="10522" y="46834"/>
                  </a:lnTo>
                  <a:lnTo>
                    <a:pt x="11900" y="40538"/>
                  </a:lnTo>
                  <a:lnTo>
                    <a:pt x="12979" y="36960"/>
                  </a:lnTo>
                  <a:lnTo>
                    <a:pt x="12636" y="32511"/>
                  </a:lnTo>
                  <a:lnTo>
                    <a:pt x="15670" y="28207"/>
                  </a:lnTo>
                  <a:lnTo>
                    <a:pt x="18460" y="2302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45631" y="4007116"/>
              <a:ext cx="14705" cy="13754"/>
            </a:xfrm>
            <a:custGeom>
              <a:avLst/>
              <a:pathLst>
                <a:path w="14705" h="13754">
                  <a:moveTo>
                    <a:pt x="0" y="4"/>
                  </a:moveTo>
                  <a:lnTo>
                    <a:pt x="5969" y="0"/>
                  </a:lnTo>
                  <a:lnTo>
                    <a:pt x="11003" y="6269"/>
                  </a:lnTo>
                  <a:lnTo>
                    <a:pt x="14705" y="10895"/>
                  </a:lnTo>
                  <a:lnTo>
                    <a:pt x="12019" y="13754"/>
                  </a:lnTo>
                  <a:lnTo>
                    <a:pt x="9675" y="11854"/>
                  </a:lnTo>
                  <a:lnTo>
                    <a:pt x="4993" y="10422"/>
                  </a:lnTo>
                  <a:lnTo>
                    <a:pt x="4630" y="7451"/>
                  </a:lnTo>
                  <a:lnTo>
                    <a:pt x="1191" y="24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937546" y="4034353"/>
              <a:ext cx="12800" cy="16836"/>
            </a:xfrm>
            <a:custGeom>
              <a:avLst/>
              <a:pathLst>
                <a:path w="12800" h="16836">
                  <a:moveTo>
                    <a:pt x="2736" y="0"/>
                  </a:moveTo>
                  <a:lnTo>
                    <a:pt x="4900" y="4108"/>
                  </a:lnTo>
                  <a:lnTo>
                    <a:pt x="8771" y="10600"/>
                  </a:lnTo>
                  <a:lnTo>
                    <a:pt x="12800" y="16327"/>
                  </a:lnTo>
                  <a:lnTo>
                    <a:pt x="8729" y="16836"/>
                  </a:lnTo>
                  <a:lnTo>
                    <a:pt x="5978" y="13329"/>
                  </a:lnTo>
                  <a:lnTo>
                    <a:pt x="2109" y="6731"/>
                  </a:lnTo>
                  <a:lnTo>
                    <a:pt x="0" y="62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891673" y="4006197"/>
              <a:ext cx="7778" cy="6354"/>
            </a:xfrm>
            <a:custGeom>
              <a:avLst/>
              <a:pathLst>
                <a:path w="7778" h="6354">
                  <a:moveTo>
                    <a:pt x="0" y="961"/>
                  </a:moveTo>
                  <a:lnTo>
                    <a:pt x="3954" y="0"/>
                  </a:lnTo>
                  <a:lnTo>
                    <a:pt x="7778" y="3625"/>
                  </a:lnTo>
                  <a:lnTo>
                    <a:pt x="7163" y="5983"/>
                  </a:lnTo>
                  <a:lnTo>
                    <a:pt x="5156" y="6354"/>
                  </a:lnTo>
                  <a:lnTo>
                    <a:pt x="1140" y="422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884460" y="3953727"/>
              <a:ext cx="28485" cy="10570"/>
            </a:xfrm>
            <a:custGeom>
              <a:avLst/>
              <a:pathLst>
                <a:path w="28485" h="10570">
                  <a:moveTo>
                    <a:pt x="0" y="81"/>
                  </a:moveTo>
                  <a:lnTo>
                    <a:pt x="3221" y="0"/>
                  </a:lnTo>
                  <a:lnTo>
                    <a:pt x="9025" y="2850"/>
                  </a:lnTo>
                  <a:lnTo>
                    <a:pt x="18028" y="4719"/>
                  </a:lnTo>
                  <a:lnTo>
                    <a:pt x="23007" y="5860"/>
                  </a:lnTo>
                  <a:lnTo>
                    <a:pt x="24464" y="6192"/>
                  </a:lnTo>
                  <a:lnTo>
                    <a:pt x="28485" y="7360"/>
                  </a:lnTo>
                  <a:lnTo>
                    <a:pt x="27888" y="10544"/>
                  </a:lnTo>
                  <a:lnTo>
                    <a:pt x="26332" y="10570"/>
                  </a:lnTo>
                  <a:lnTo>
                    <a:pt x="21371" y="9278"/>
                  </a:lnTo>
                  <a:lnTo>
                    <a:pt x="17927" y="8378"/>
                  </a:lnTo>
                  <a:lnTo>
                    <a:pt x="12153" y="7796"/>
                  </a:lnTo>
                  <a:lnTo>
                    <a:pt x="8777" y="8733"/>
                  </a:lnTo>
                  <a:lnTo>
                    <a:pt x="4949" y="7595"/>
                  </a:lnTo>
                  <a:lnTo>
                    <a:pt x="1171" y="5531"/>
                  </a:lnTo>
                  <a:lnTo>
                    <a:pt x="1565" y="276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56240" y="3946955"/>
              <a:ext cx="23693" cy="14519"/>
            </a:xfrm>
            <a:custGeom>
              <a:avLst/>
              <a:pathLst>
                <a:path w="23693" h="14519">
                  <a:moveTo>
                    <a:pt x="5100" y="0"/>
                  </a:moveTo>
                  <a:lnTo>
                    <a:pt x="11334" y="2817"/>
                  </a:lnTo>
                  <a:lnTo>
                    <a:pt x="16423" y="6126"/>
                  </a:lnTo>
                  <a:lnTo>
                    <a:pt x="20757" y="6411"/>
                  </a:lnTo>
                  <a:lnTo>
                    <a:pt x="23693" y="10690"/>
                  </a:lnTo>
                  <a:lnTo>
                    <a:pt x="23685" y="13436"/>
                  </a:lnTo>
                  <a:lnTo>
                    <a:pt x="19372" y="14241"/>
                  </a:lnTo>
                  <a:lnTo>
                    <a:pt x="15380" y="14519"/>
                  </a:lnTo>
                  <a:lnTo>
                    <a:pt x="12854" y="11760"/>
                  </a:lnTo>
                  <a:lnTo>
                    <a:pt x="12159" y="9672"/>
                  </a:lnTo>
                  <a:lnTo>
                    <a:pt x="4114" y="5377"/>
                  </a:lnTo>
                  <a:lnTo>
                    <a:pt x="0" y="19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63247" y="3398447"/>
              <a:ext cx="425104" cy="696884"/>
            </a:xfrm>
            <a:custGeom>
              <a:avLst/>
              <a:pathLst>
                <a:path w="425104" h="696884">
                  <a:moveTo>
                    <a:pt x="3312" y="90624"/>
                  </a:moveTo>
                  <a:lnTo>
                    <a:pt x="10073" y="82203"/>
                  </a:lnTo>
                  <a:lnTo>
                    <a:pt x="19147" y="72501"/>
                  </a:lnTo>
                  <a:lnTo>
                    <a:pt x="24470" y="64244"/>
                  </a:lnTo>
                  <a:lnTo>
                    <a:pt x="25203" y="60445"/>
                  </a:lnTo>
                  <a:lnTo>
                    <a:pt x="24566" y="57623"/>
                  </a:lnTo>
                  <a:lnTo>
                    <a:pt x="25063" y="54276"/>
                  </a:lnTo>
                  <a:lnTo>
                    <a:pt x="27881" y="51675"/>
                  </a:lnTo>
                  <a:lnTo>
                    <a:pt x="31045" y="45991"/>
                  </a:lnTo>
                  <a:lnTo>
                    <a:pt x="35128" y="36928"/>
                  </a:lnTo>
                  <a:lnTo>
                    <a:pt x="35382" y="35297"/>
                  </a:lnTo>
                  <a:lnTo>
                    <a:pt x="36225" y="29915"/>
                  </a:lnTo>
                  <a:lnTo>
                    <a:pt x="36146" y="24381"/>
                  </a:lnTo>
                  <a:lnTo>
                    <a:pt x="36362" y="18981"/>
                  </a:lnTo>
                  <a:lnTo>
                    <a:pt x="36228" y="17613"/>
                  </a:lnTo>
                  <a:lnTo>
                    <a:pt x="34690" y="16643"/>
                  </a:lnTo>
                  <a:lnTo>
                    <a:pt x="33267" y="12380"/>
                  </a:lnTo>
                  <a:lnTo>
                    <a:pt x="35412" y="9363"/>
                  </a:lnTo>
                  <a:lnTo>
                    <a:pt x="37877" y="3698"/>
                  </a:lnTo>
                  <a:lnTo>
                    <a:pt x="38560" y="0"/>
                  </a:lnTo>
                  <a:lnTo>
                    <a:pt x="48040" y="3079"/>
                  </a:lnTo>
                  <a:lnTo>
                    <a:pt x="56145" y="5591"/>
                  </a:lnTo>
                  <a:lnTo>
                    <a:pt x="63618" y="7889"/>
                  </a:lnTo>
                  <a:lnTo>
                    <a:pt x="69944" y="9520"/>
                  </a:lnTo>
                  <a:lnTo>
                    <a:pt x="73816" y="10512"/>
                  </a:lnTo>
                  <a:lnTo>
                    <a:pt x="77730" y="11851"/>
                  </a:lnTo>
                  <a:lnTo>
                    <a:pt x="83128" y="13057"/>
                  </a:lnTo>
                  <a:lnTo>
                    <a:pt x="87068" y="13931"/>
                  </a:lnTo>
                  <a:lnTo>
                    <a:pt x="91537" y="15665"/>
                  </a:lnTo>
                  <a:lnTo>
                    <a:pt x="102709" y="18855"/>
                  </a:lnTo>
                  <a:lnTo>
                    <a:pt x="116400" y="22502"/>
                  </a:lnTo>
                  <a:lnTo>
                    <a:pt x="126037" y="25290"/>
                  </a:lnTo>
                  <a:lnTo>
                    <a:pt x="134566" y="27827"/>
                  </a:lnTo>
                  <a:lnTo>
                    <a:pt x="146180" y="31245"/>
                  </a:lnTo>
                  <a:lnTo>
                    <a:pt x="153971" y="33576"/>
                  </a:lnTo>
                  <a:lnTo>
                    <a:pt x="164345" y="36621"/>
                  </a:lnTo>
                  <a:lnTo>
                    <a:pt x="164706" y="36726"/>
                  </a:lnTo>
                  <a:lnTo>
                    <a:pt x="173350" y="39027"/>
                  </a:lnTo>
                  <a:lnTo>
                    <a:pt x="183181" y="41940"/>
                  </a:lnTo>
                  <a:lnTo>
                    <a:pt x="190308" y="43816"/>
                  </a:lnTo>
                  <a:lnTo>
                    <a:pt x="198930" y="46066"/>
                  </a:lnTo>
                  <a:lnTo>
                    <a:pt x="207716" y="48342"/>
                  </a:lnTo>
                  <a:lnTo>
                    <a:pt x="222425" y="52060"/>
                  </a:lnTo>
                  <a:lnTo>
                    <a:pt x="230822" y="54188"/>
                  </a:lnTo>
                  <a:lnTo>
                    <a:pt x="229002" y="61720"/>
                  </a:lnTo>
                  <a:lnTo>
                    <a:pt x="225172" y="77860"/>
                  </a:lnTo>
                  <a:lnTo>
                    <a:pt x="218549" y="105223"/>
                  </a:lnTo>
                  <a:lnTo>
                    <a:pt x="213813" y="125265"/>
                  </a:lnTo>
                  <a:lnTo>
                    <a:pt x="211729" y="134413"/>
                  </a:lnTo>
                  <a:lnTo>
                    <a:pt x="205847" y="159612"/>
                  </a:lnTo>
                  <a:lnTo>
                    <a:pt x="202913" y="171879"/>
                  </a:lnTo>
                  <a:lnTo>
                    <a:pt x="200379" y="182575"/>
                  </a:lnTo>
                  <a:lnTo>
                    <a:pt x="196819" y="197298"/>
                  </a:lnTo>
                  <a:lnTo>
                    <a:pt x="194036" y="208843"/>
                  </a:lnTo>
                  <a:lnTo>
                    <a:pt x="192598" y="214739"/>
                  </a:lnTo>
                  <a:lnTo>
                    <a:pt x="190631" y="222820"/>
                  </a:lnTo>
                  <a:lnTo>
                    <a:pt x="190245" y="224405"/>
                  </a:lnTo>
                  <a:lnTo>
                    <a:pt x="188495" y="232343"/>
                  </a:lnTo>
                  <a:lnTo>
                    <a:pt x="187758" y="235688"/>
                  </a:lnTo>
                  <a:lnTo>
                    <a:pt x="187130" y="238544"/>
                  </a:lnTo>
                  <a:lnTo>
                    <a:pt x="186187" y="242836"/>
                  </a:lnTo>
                  <a:lnTo>
                    <a:pt x="189896" y="248169"/>
                  </a:lnTo>
                  <a:lnTo>
                    <a:pt x="202187" y="265833"/>
                  </a:lnTo>
                  <a:lnTo>
                    <a:pt x="212088" y="280027"/>
                  </a:lnTo>
                  <a:lnTo>
                    <a:pt x="214082" y="282868"/>
                  </a:lnTo>
                  <a:lnTo>
                    <a:pt x="218904" y="289759"/>
                  </a:lnTo>
                  <a:lnTo>
                    <a:pt x="227001" y="301252"/>
                  </a:lnTo>
                  <a:lnTo>
                    <a:pt x="244741" y="326548"/>
                  </a:lnTo>
                  <a:lnTo>
                    <a:pt x="247639" y="330702"/>
                  </a:lnTo>
                  <a:lnTo>
                    <a:pt x="263888" y="353762"/>
                  </a:lnTo>
                  <a:lnTo>
                    <a:pt x="271501" y="364529"/>
                  </a:lnTo>
                  <a:lnTo>
                    <a:pt x="277704" y="373242"/>
                  </a:lnTo>
                  <a:lnTo>
                    <a:pt x="295481" y="398348"/>
                  </a:lnTo>
                  <a:lnTo>
                    <a:pt x="298721" y="402918"/>
                  </a:lnTo>
                  <a:lnTo>
                    <a:pt x="305527" y="412470"/>
                  </a:lnTo>
                  <a:lnTo>
                    <a:pt x="326827" y="442368"/>
                  </a:lnTo>
                  <a:lnTo>
                    <a:pt x="331526" y="448991"/>
                  </a:lnTo>
                  <a:lnTo>
                    <a:pt x="343412" y="465561"/>
                  </a:lnTo>
                  <a:lnTo>
                    <a:pt x="351904" y="477428"/>
                  </a:lnTo>
                  <a:lnTo>
                    <a:pt x="353895" y="480198"/>
                  </a:lnTo>
                  <a:lnTo>
                    <a:pt x="362358" y="491915"/>
                  </a:lnTo>
                  <a:lnTo>
                    <a:pt x="372769" y="506424"/>
                  </a:lnTo>
                  <a:lnTo>
                    <a:pt x="377109" y="512424"/>
                  </a:lnTo>
                  <a:lnTo>
                    <a:pt x="383310" y="521025"/>
                  </a:lnTo>
                  <a:lnTo>
                    <a:pt x="388349" y="527966"/>
                  </a:lnTo>
                  <a:lnTo>
                    <a:pt x="392498" y="533734"/>
                  </a:lnTo>
                  <a:lnTo>
                    <a:pt x="398764" y="542404"/>
                  </a:lnTo>
                  <a:lnTo>
                    <a:pt x="406227" y="552725"/>
                  </a:lnTo>
                  <a:lnTo>
                    <a:pt x="405830" y="556496"/>
                  </a:lnTo>
                  <a:lnTo>
                    <a:pt x="404887" y="560910"/>
                  </a:lnTo>
                  <a:lnTo>
                    <a:pt x="407326" y="565096"/>
                  </a:lnTo>
                  <a:lnTo>
                    <a:pt x="410881" y="571619"/>
                  </a:lnTo>
                  <a:lnTo>
                    <a:pt x="411889" y="573989"/>
                  </a:lnTo>
                  <a:lnTo>
                    <a:pt x="413038" y="581396"/>
                  </a:lnTo>
                  <a:lnTo>
                    <a:pt x="414717" y="585872"/>
                  </a:lnTo>
                  <a:lnTo>
                    <a:pt x="414036" y="590069"/>
                  </a:lnTo>
                  <a:lnTo>
                    <a:pt x="416309" y="590481"/>
                  </a:lnTo>
                  <a:lnTo>
                    <a:pt x="419556" y="594212"/>
                  </a:lnTo>
                  <a:lnTo>
                    <a:pt x="423806" y="598608"/>
                  </a:lnTo>
                  <a:lnTo>
                    <a:pt x="425104" y="601373"/>
                  </a:lnTo>
                  <a:lnTo>
                    <a:pt x="425083" y="601551"/>
                  </a:lnTo>
                  <a:lnTo>
                    <a:pt x="424758" y="604337"/>
                  </a:lnTo>
                  <a:lnTo>
                    <a:pt x="422523" y="605234"/>
                  </a:lnTo>
                  <a:lnTo>
                    <a:pt x="419299" y="608144"/>
                  </a:lnTo>
                  <a:lnTo>
                    <a:pt x="415789" y="608862"/>
                  </a:lnTo>
                  <a:lnTo>
                    <a:pt x="412573" y="610416"/>
                  </a:lnTo>
                  <a:lnTo>
                    <a:pt x="409308" y="611349"/>
                  </a:lnTo>
                  <a:lnTo>
                    <a:pt x="407964" y="612340"/>
                  </a:lnTo>
                  <a:lnTo>
                    <a:pt x="407720" y="613201"/>
                  </a:lnTo>
                  <a:lnTo>
                    <a:pt x="407081" y="615459"/>
                  </a:lnTo>
                  <a:lnTo>
                    <a:pt x="405757" y="617294"/>
                  </a:lnTo>
                  <a:lnTo>
                    <a:pt x="402349" y="620206"/>
                  </a:lnTo>
                  <a:lnTo>
                    <a:pt x="400729" y="621801"/>
                  </a:lnTo>
                  <a:lnTo>
                    <a:pt x="401840" y="623810"/>
                  </a:lnTo>
                  <a:lnTo>
                    <a:pt x="401647" y="626147"/>
                  </a:lnTo>
                  <a:lnTo>
                    <a:pt x="400508" y="628329"/>
                  </a:lnTo>
                  <a:lnTo>
                    <a:pt x="400674" y="632747"/>
                  </a:lnTo>
                  <a:lnTo>
                    <a:pt x="400709" y="635446"/>
                  </a:lnTo>
                  <a:lnTo>
                    <a:pt x="400010" y="637028"/>
                  </a:lnTo>
                  <a:lnTo>
                    <a:pt x="398635" y="638839"/>
                  </a:lnTo>
                  <a:lnTo>
                    <a:pt x="397889" y="642291"/>
                  </a:lnTo>
                  <a:lnTo>
                    <a:pt x="397601" y="645788"/>
                  </a:lnTo>
                  <a:lnTo>
                    <a:pt x="393153" y="649030"/>
                  </a:lnTo>
                  <a:lnTo>
                    <a:pt x="390907" y="652361"/>
                  </a:lnTo>
                  <a:lnTo>
                    <a:pt x="390481" y="652992"/>
                  </a:lnTo>
                  <a:lnTo>
                    <a:pt x="388386" y="652915"/>
                  </a:lnTo>
                  <a:lnTo>
                    <a:pt x="385533" y="653279"/>
                  </a:lnTo>
                  <a:lnTo>
                    <a:pt x="386204" y="655250"/>
                  </a:lnTo>
                  <a:lnTo>
                    <a:pt x="385648" y="658621"/>
                  </a:lnTo>
                  <a:lnTo>
                    <a:pt x="384489" y="660722"/>
                  </a:lnTo>
                  <a:lnTo>
                    <a:pt x="386760" y="663237"/>
                  </a:lnTo>
                  <a:lnTo>
                    <a:pt x="386321" y="664809"/>
                  </a:lnTo>
                  <a:lnTo>
                    <a:pt x="385561" y="669290"/>
                  </a:lnTo>
                  <a:lnTo>
                    <a:pt x="383605" y="672479"/>
                  </a:lnTo>
                  <a:lnTo>
                    <a:pt x="384830" y="677083"/>
                  </a:lnTo>
                  <a:lnTo>
                    <a:pt x="387026" y="677917"/>
                  </a:lnTo>
                  <a:lnTo>
                    <a:pt x="389909" y="678060"/>
                  </a:lnTo>
                  <a:lnTo>
                    <a:pt x="392867" y="679342"/>
                  </a:lnTo>
                  <a:lnTo>
                    <a:pt x="393182" y="679479"/>
                  </a:lnTo>
                  <a:lnTo>
                    <a:pt x="394288" y="683016"/>
                  </a:lnTo>
                  <a:lnTo>
                    <a:pt x="394071" y="686134"/>
                  </a:lnTo>
                  <a:lnTo>
                    <a:pt x="394584" y="687638"/>
                  </a:lnTo>
                  <a:lnTo>
                    <a:pt x="393728" y="691185"/>
                  </a:lnTo>
                  <a:lnTo>
                    <a:pt x="389773" y="694584"/>
                  </a:lnTo>
                  <a:lnTo>
                    <a:pt x="389244" y="694992"/>
                  </a:lnTo>
                  <a:lnTo>
                    <a:pt x="387355" y="696451"/>
                  </a:lnTo>
                  <a:lnTo>
                    <a:pt x="384888" y="696423"/>
                  </a:lnTo>
                  <a:lnTo>
                    <a:pt x="382052" y="696390"/>
                  </a:lnTo>
                  <a:lnTo>
                    <a:pt x="380081" y="695567"/>
                  </a:lnTo>
                  <a:lnTo>
                    <a:pt x="379115" y="696884"/>
                  </a:lnTo>
                  <a:lnTo>
                    <a:pt x="363903" y="695443"/>
                  </a:lnTo>
                  <a:lnTo>
                    <a:pt x="338777" y="693017"/>
                  </a:lnTo>
                  <a:lnTo>
                    <a:pt x="307298" y="689971"/>
                  </a:lnTo>
                  <a:lnTo>
                    <a:pt x="304072" y="689666"/>
                  </a:lnTo>
                  <a:lnTo>
                    <a:pt x="280540" y="687367"/>
                  </a:lnTo>
                  <a:lnTo>
                    <a:pt x="275855" y="686930"/>
                  </a:lnTo>
                  <a:lnTo>
                    <a:pt x="263609" y="685695"/>
                  </a:lnTo>
                  <a:lnTo>
                    <a:pt x="263392" y="685673"/>
                  </a:lnTo>
                  <a:lnTo>
                    <a:pt x="248880" y="684257"/>
                  </a:lnTo>
                  <a:lnTo>
                    <a:pt x="249079" y="680925"/>
                  </a:lnTo>
                  <a:lnTo>
                    <a:pt x="249207" y="678777"/>
                  </a:lnTo>
                  <a:lnTo>
                    <a:pt x="248098" y="675061"/>
                  </a:lnTo>
                  <a:lnTo>
                    <a:pt x="246808" y="673688"/>
                  </a:lnTo>
                  <a:lnTo>
                    <a:pt x="243968" y="674383"/>
                  </a:lnTo>
                  <a:lnTo>
                    <a:pt x="243835" y="672341"/>
                  </a:lnTo>
                  <a:lnTo>
                    <a:pt x="244837" y="666847"/>
                  </a:lnTo>
                  <a:lnTo>
                    <a:pt x="243861" y="664329"/>
                  </a:lnTo>
                  <a:lnTo>
                    <a:pt x="243996" y="663222"/>
                  </a:lnTo>
                  <a:lnTo>
                    <a:pt x="244572" y="662560"/>
                  </a:lnTo>
                  <a:lnTo>
                    <a:pt x="245129" y="662813"/>
                  </a:lnTo>
                  <a:lnTo>
                    <a:pt x="245601" y="662248"/>
                  </a:lnTo>
                  <a:lnTo>
                    <a:pt x="246157" y="659692"/>
                  </a:lnTo>
                  <a:lnTo>
                    <a:pt x="246119" y="657099"/>
                  </a:lnTo>
                  <a:lnTo>
                    <a:pt x="246050" y="652307"/>
                  </a:lnTo>
                  <a:lnTo>
                    <a:pt x="245159" y="646795"/>
                  </a:lnTo>
                  <a:lnTo>
                    <a:pt x="243527" y="641536"/>
                  </a:lnTo>
                  <a:lnTo>
                    <a:pt x="240311" y="634292"/>
                  </a:lnTo>
                  <a:lnTo>
                    <a:pt x="236068" y="627031"/>
                  </a:lnTo>
                  <a:lnTo>
                    <a:pt x="233770" y="625135"/>
                  </a:lnTo>
                  <a:lnTo>
                    <a:pt x="231807" y="621185"/>
                  </a:lnTo>
                  <a:lnTo>
                    <a:pt x="228377" y="619153"/>
                  </a:lnTo>
                  <a:lnTo>
                    <a:pt x="228063" y="617583"/>
                  </a:lnTo>
                  <a:lnTo>
                    <a:pt x="227520" y="616817"/>
                  </a:lnTo>
                  <a:lnTo>
                    <a:pt x="224281" y="612250"/>
                  </a:lnTo>
                  <a:lnTo>
                    <a:pt x="223167" y="610610"/>
                  </a:lnTo>
                  <a:lnTo>
                    <a:pt x="219002" y="607609"/>
                  </a:lnTo>
                  <a:lnTo>
                    <a:pt x="215741" y="603693"/>
                  </a:lnTo>
                  <a:lnTo>
                    <a:pt x="212038" y="597918"/>
                  </a:lnTo>
                  <a:lnTo>
                    <a:pt x="210839" y="596735"/>
                  </a:lnTo>
                  <a:lnTo>
                    <a:pt x="210033" y="595939"/>
                  </a:lnTo>
                  <a:lnTo>
                    <a:pt x="207160" y="596437"/>
                  </a:lnTo>
                  <a:lnTo>
                    <a:pt x="204385" y="597200"/>
                  </a:lnTo>
                  <a:lnTo>
                    <a:pt x="202845" y="597623"/>
                  </a:lnTo>
                  <a:lnTo>
                    <a:pt x="199898" y="596376"/>
                  </a:lnTo>
                  <a:lnTo>
                    <a:pt x="199161" y="595662"/>
                  </a:lnTo>
                  <a:lnTo>
                    <a:pt x="198180" y="594711"/>
                  </a:lnTo>
                  <a:lnTo>
                    <a:pt x="196036" y="593999"/>
                  </a:lnTo>
                  <a:lnTo>
                    <a:pt x="194856" y="591180"/>
                  </a:lnTo>
                  <a:lnTo>
                    <a:pt x="197002" y="589705"/>
                  </a:lnTo>
                  <a:lnTo>
                    <a:pt x="197029" y="584463"/>
                  </a:lnTo>
                  <a:lnTo>
                    <a:pt x="195592" y="578526"/>
                  </a:lnTo>
                  <a:lnTo>
                    <a:pt x="193345" y="574319"/>
                  </a:lnTo>
                  <a:lnTo>
                    <a:pt x="193257" y="574152"/>
                  </a:lnTo>
                  <a:lnTo>
                    <a:pt x="189031" y="572444"/>
                  </a:lnTo>
                  <a:lnTo>
                    <a:pt x="185019" y="571923"/>
                  </a:lnTo>
                  <a:lnTo>
                    <a:pt x="181596" y="571225"/>
                  </a:lnTo>
                  <a:lnTo>
                    <a:pt x="178079" y="572465"/>
                  </a:lnTo>
                  <a:lnTo>
                    <a:pt x="175924" y="569798"/>
                  </a:lnTo>
                  <a:lnTo>
                    <a:pt x="171420" y="567941"/>
                  </a:lnTo>
                  <a:lnTo>
                    <a:pt x="170906" y="567729"/>
                  </a:lnTo>
                  <a:lnTo>
                    <a:pt x="165470" y="563684"/>
                  </a:lnTo>
                  <a:lnTo>
                    <a:pt x="163458" y="562949"/>
                  </a:lnTo>
                  <a:lnTo>
                    <a:pt x="158216" y="557292"/>
                  </a:lnTo>
                  <a:lnTo>
                    <a:pt x="157370" y="553684"/>
                  </a:lnTo>
                  <a:lnTo>
                    <a:pt x="157278" y="552154"/>
                  </a:lnTo>
                  <a:lnTo>
                    <a:pt x="157209" y="551027"/>
                  </a:lnTo>
                  <a:lnTo>
                    <a:pt x="155290" y="549071"/>
                  </a:lnTo>
                  <a:lnTo>
                    <a:pt x="152643" y="545445"/>
                  </a:lnTo>
                  <a:lnTo>
                    <a:pt x="148939" y="541068"/>
                  </a:lnTo>
                  <a:lnTo>
                    <a:pt x="148129" y="540561"/>
                  </a:lnTo>
                  <a:lnTo>
                    <a:pt x="145306" y="538790"/>
                  </a:lnTo>
                  <a:lnTo>
                    <a:pt x="141525" y="536203"/>
                  </a:lnTo>
                  <a:lnTo>
                    <a:pt x="137861" y="536170"/>
                  </a:lnTo>
                  <a:lnTo>
                    <a:pt x="136431" y="536683"/>
                  </a:lnTo>
                  <a:lnTo>
                    <a:pt x="132749" y="534435"/>
                  </a:lnTo>
                  <a:lnTo>
                    <a:pt x="130176" y="533829"/>
                  </a:lnTo>
                  <a:lnTo>
                    <a:pt x="128114" y="533796"/>
                  </a:lnTo>
                  <a:lnTo>
                    <a:pt x="123555" y="530316"/>
                  </a:lnTo>
                  <a:lnTo>
                    <a:pt x="119735" y="528258"/>
                  </a:lnTo>
                  <a:lnTo>
                    <a:pt x="115243" y="526381"/>
                  </a:lnTo>
                  <a:lnTo>
                    <a:pt x="107295" y="524611"/>
                  </a:lnTo>
                  <a:lnTo>
                    <a:pt x="98935" y="524101"/>
                  </a:lnTo>
                  <a:lnTo>
                    <a:pt x="96911" y="518556"/>
                  </a:lnTo>
                  <a:lnTo>
                    <a:pt x="95204" y="516810"/>
                  </a:lnTo>
                  <a:lnTo>
                    <a:pt x="93802" y="515517"/>
                  </a:lnTo>
                  <a:lnTo>
                    <a:pt x="91645" y="515171"/>
                  </a:lnTo>
                  <a:lnTo>
                    <a:pt x="90837" y="513172"/>
                  </a:lnTo>
                  <a:lnTo>
                    <a:pt x="94639" y="506742"/>
                  </a:lnTo>
                  <a:lnTo>
                    <a:pt x="94523" y="504145"/>
                  </a:lnTo>
                  <a:lnTo>
                    <a:pt x="94040" y="503534"/>
                  </a:lnTo>
                  <a:lnTo>
                    <a:pt x="96552" y="496178"/>
                  </a:lnTo>
                  <a:lnTo>
                    <a:pt x="94109" y="492507"/>
                  </a:lnTo>
                  <a:lnTo>
                    <a:pt x="96162" y="488298"/>
                  </a:lnTo>
                  <a:lnTo>
                    <a:pt x="97834" y="484866"/>
                  </a:lnTo>
                  <a:lnTo>
                    <a:pt x="98678" y="482066"/>
                  </a:lnTo>
                  <a:lnTo>
                    <a:pt x="99006" y="479125"/>
                  </a:lnTo>
                  <a:lnTo>
                    <a:pt x="97422" y="476779"/>
                  </a:lnTo>
                  <a:lnTo>
                    <a:pt x="95760" y="474832"/>
                  </a:lnTo>
                  <a:lnTo>
                    <a:pt x="93409" y="475270"/>
                  </a:lnTo>
                  <a:lnTo>
                    <a:pt x="89435" y="471331"/>
                  </a:lnTo>
                  <a:lnTo>
                    <a:pt x="87515" y="467947"/>
                  </a:lnTo>
                  <a:lnTo>
                    <a:pt x="89054" y="465256"/>
                  </a:lnTo>
                  <a:lnTo>
                    <a:pt x="90895" y="461292"/>
                  </a:lnTo>
                  <a:lnTo>
                    <a:pt x="90749" y="456629"/>
                  </a:lnTo>
                  <a:lnTo>
                    <a:pt x="87491" y="454225"/>
                  </a:lnTo>
                  <a:lnTo>
                    <a:pt x="86116" y="453594"/>
                  </a:lnTo>
                  <a:lnTo>
                    <a:pt x="85189" y="453169"/>
                  </a:lnTo>
                  <a:lnTo>
                    <a:pt x="81201" y="444738"/>
                  </a:lnTo>
                  <a:lnTo>
                    <a:pt x="79485" y="440045"/>
                  </a:lnTo>
                  <a:lnTo>
                    <a:pt x="74622" y="436689"/>
                  </a:lnTo>
                  <a:lnTo>
                    <a:pt x="73178" y="433202"/>
                  </a:lnTo>
                  <a:lnTo>
                    <a:pt x="73314" y="428577"/>
                  </a:lnTo>
                  <a:lnTo>
                    <a:pt x="72758" y="427625"/>
                  </a:lnTo>
                  <a:lnTo>
                    <a:pt x="70488" y="423727"/>
                  </a:lnTo>
                  <a:lnTo>
                    <a:pt x="68314" y="420416"/>
                  </a:lnTo>
                  <a:lnTo>
                    <a:pt x="68378" y="414772"/>
                  </a:lnTo>
                  <a:lnTo>
                    <a:pt x="66748" y="411399"/>
                  </a:lnTo>
                  <a:lnTo>
                    <a:pt x="64770" y="410153"/>
                  </a:lnTo>
                  <a:lnTo>
                    <a:pt x="63519" y="404837"/>
                  </a:lnTo>
                  <a:lnTo>
                    <a:pt x="61612" y="399906"/>
                  </a:lnTo>
                  <a:lnTo>
                    <a:pt x="57568" y="394703"/>
                  </a:lnTo>
                  <a:lnTo>
                    <a:pt x="55464" y="393170"/>
                  </a:lnTo>
                  <a:lnTo>
                    <a:pt x="53301" y="388507"/>
                  </a:lnTo>
                  <a:lnTo>
                    <a:pt x="53960" y="382605"/>
                  </a:lnTo>
                  <a:lnTo>
                    <a:pt x="53464" y="376310"/>
                  </a:lnTo>
                  <a:lnTo>
                    <a:pt x="53529" y="369820"/>
                  </a:lnTo>
                  <a:lnTo>
                    <a:pt x="56637" y="367193"/>
                  </a:lnTo>
                  <a:lnTo>
                    <a:pt x="59414" y="369513"/>
                  </a:lnTo>
                  <a:lnTo>
                    <a:pt x="62803" y="365625"/>
                  </a:lnTo>
                  <a:lnTo>
                    <a:pt x="65130" y="359912"/>
                  </a:lnTo>
                  <a:lnTo>
                    <a:pt x="65969" y="357618"/>
                  </a:lnTo>
                  <a:lnTo>
                    <a:pt x="65457" y="355145"/>
                  </a:lnTo>
                  <a:lnTo>
                    <a:pt x="64264" y="349364"/>
                  </a:lnTo>
                  <a:lnTo>
                    <a:pt x="62660" y="346424"/>
                  </a:lnTo>
                  <a:lnTo>
                    <a:pt x="60468" y="345661"/>
                  </a:lnTo>
                  <a:lnTo>
                    <a:pt x="56427" y="345921"/>
                  </a:lnTo>
                  <a:lnTo>
                    <a:pt x="52614" y="344557"/>
                  </a:lnTo>
                  <a:lnTo>
                    <a:pt x="48583" y="339560"/>
                  </a:lnTo>
                  <a:lnTo>
                    <a:pt x="46830" y="335145"/>
                  </a:lnTo>
                  <a:lnTo>
                    <a:pt x="46090" y="332980"/>
                  </a:lnTo>
                  <a:lnTo>
                    <a:pt x="45679" y="332639"/>
                  </a:lnTo>
                  <a:lnTo>
                    <a:pt x="44433" y="331601"/>
                  </a:lnTo>
                  <a:lnTo>
                    <a:pt x="43851" y="329517"/>
                  </a:lnTo>
                  <a:lnTo>
                    <a:pt x="41929" y="326086"/>
                  </a:lnTo>
                  <a:lnTo>
                    <a:pt x="41852" y="321950"/>
                  </a:lnTo>
                  <a:lnTo>
                    <a:pt x="44099" y="316632"/>
                  </a:lnTo>
                  <a:lnTo>
                    <a:pt x="44312" y="314153"/>
                  </a:lnTo>
                  <a:lnTo>
                    <a:pt x="43601" y="309848"/>
                  </a:lnTo>
                  <a:lnTo>
                    <a:pt x="43897" y="308210"/>
                  </a:lnTo>
                  <a:lnTo>
                    <a:pt x="42053" y="305625"/>
                  </a:lnTo>
                  <a:lnTo>
                    <a:pt x="41399" y="303493"/>
                  </a:lnTo>
                  <a:lnTo>
                    <a:pt x="42209" y="300037"/>
                  </a:lnTo>
                  <a:lnTo>
                    <a:pt x="43826" y="298071"/>
                  </a:lnTo>
                  <a:lnTo>
                    <a:pt x="44684" y="294716"/>
                  </a:lnTo>
                  <a:lnTo>
                    <a:pt x="45018" y="293411"/>
                  </a:lnTo>
                  <a:lnTo>
                    <a:pt x="45177" y="291996"/>
                  </a:lnTo>
                  <a:lnTo>
                    <a:pt x="45639" y="287891"/>
                  </a:lnTo>
                  <a:lnTo>
                    <a:pt x="48384" y="286660"/>
                  </a:lnTo>
                  <a:lnTo>
                    <a:pt x="51733" y="287276"/>
                  </a:lnTo>
                  <a:lnTo>
                    <a:pt x="52118" y="288385"/>
                  </a:lnTo>
                  <a:lnTo>
                    <a:pt x="51716" y="291778"/>
                  </a:lnTo>
                  <a:lnTo>
                    <a:pt x="52530" y="292613"/>
                  </a:lnTo>
                  <a:lnTo>
                    <a:pt x="52056" y="293455"/>
                  </a:lnTo>
                  <a:lnTo>
                    <a:pt x="50581" y="293493"/>
                  </a:lnTo>
                  <a:lnTo>
                    <a:pt x="50405" y="293498"/>
                  </a:lnTo>
                  <a:lnTo>
                    <a:pt x="50177" y="301162"/>
                  </a:lnTo>
                  <a:lnTo>
                    <a:pt x="55290" y="304888"/>
                  </a:lnTo>
                  <a:lnTo>
                    <a:pt x="58148" y="309301"/>
                  </a:lnTo>
                  <a:lnTo>
                    <a:pt x="60339" y="308751"/>
                  </a:lnTo>
                  <a:lnTo>
                    <a:pt x="61299" y="308510"/>
                  </a:lnTo>
                  <a:lnTo>
                    <a:pt x="60551" y="304747"/>
                  </a:lnTo>
                  <a:lnTo>
                    <a:pt x="61065" y="300935"/>
                  </a:lnTo>
                  <a:lnTo>
                    <a:pt x="61000" y="299093"/>
                  </a:lnTo>
                  <a:lnTo>
                    <a:pt x="59012" y="296480"/>
                  </a:lnTo>
                  <a:lnTo>
                    <a:pt x="57694" y="294255"/>
                  </a:lnTo>
                  <a:lnTo>
                    <a:pt x="58022" y="292417"/>
                  </a:lnTo>
                  <a:lnTo>
                    <a:pt x="55426" y="290211"/>
                  </a:lnTo>
                  <a:lnTo>
                    <a:pt x="54936" y="287888"/>
                  </a:lnTo>
                  <a:lnTo>
                    <a:pt x="56709" y="287018"/>
                  </a:lnTo>
                  <a:lnTo>
                    <a:pt x="56521" y="282684"/>
                  </a:lnTo>
                  <a:lnTo>
                    <a:pt x="56478" y="281666"/>
                  </a:lnTo>
                  <a:lnTo>
                    <a:pt x="54273" y="281294"/>
                  </a:lnTo>
                  <a:lnTo>
                    <a:pt x="52822" y="277496"/>
                  </a:lnTo>
                  <a:lnTo>
                    <a:pt x="55983" y="276867"/>
                  </a:lnTo>
                  <a:lnTo>
                    <a:pt x="56397" y="274981"/>
                  </a:lnTo>
                  <a:lnTo>
                    <a:pt x="58725" y="275471"/>
                  </a:lnTo>
                  <a:lnTo>
                    <a:pt x="62238" y="273681"/>
                  </a:lnTo>
                  <a:lnTo>
                    <a:pt x="62067" y="273036"/>
                  </a:lnTo>
                  <a:lnTo>
                    <a:pt x="61208" y="269789"/>
                  </a:lnTo>
                  <a:lnTo>
                    <a:pt x="57377" y="266147"/>
                  </a:lnTo>
                  <a:lnTo>
                    <a:pt x="57160" y="266184"/>
                  </a:lnTo>
                  <a:lnTo>
                    <a:pt x="52226" y="267015"/>
                  </a:lnTo>
                  <a:lnTo>
                    <a:pt x="52075" y="267040"/>
                  </a:lnTo>
                  <a:lnTo>
                    <a:pt x="50453" y="271691"/>
                  </a:lnTo>
                  <a:lnTo>
                    <a:pt x="52127" y="274580"/>
                  </a:lnTo>
                  <a:lnTo>
                    <a:pt x="49921" y="275942"/>
                  </a:lnTo>
                  <a:lnTo>
                    <a:pt x="49310" y="278785"/>
                  </a:lnTo>
                  <a:lnTo>
                    <a:pt x="50697" y="281087"/>
                  </a:lnTo>
                  <a:lnTo>
                    <a:pt x="51499" y="284046"/>
                  </a:lnTo>
                  <a:lnTo>
                    <a:pt x="47920" y="284793"/>
                  </a:lnTo>
                  <a:lnTo>
                    <a:pt x="45362" y="283833"/>
                  </a:lnTo>
                  <a:lnTo>
                    <a:pt x="42975" y="280149"/>
                  </a:lnTo>
                  <a:lnTo>
                    <a:pt x="39737" y="277117"/>
                  </a:lnTo>
                  <a:lnTo>
                    <a:pt x="38356" y="277587"/>
                  </a:lnTo>
                  <a:lnTo>
                    <a:pt x="36514" y="274257"/>
                  </a:lnTo>
                  <a:lnTo>
                    <a:pt x="35110" y="271090"/>
                  </a:lnTo>
                  <a:lnTo>
                    <a:pt x="32899" y="267762"/>
                  </a:lnTo>
                  <a:lnTo>
                    <a:pt x="29124" y="265659"/>
                  </a:lnTo>
                  <a:lnTo>
                    <a:pt x="26796" y="267651"/>
                  </a:lnTo>
                  <a:lnTo>
                    <a:pt x="25180" y="266445"/>
                  </a:lnTo>
                  <a:lnTo>
                    <a:pt x="29435" y="260287"/>
                  </a:lnTo>
                  <a:lnTo>
                    <a:pt x="30820" y="256459"/>
                  </a:lnTo>
                  <a:lnTo>
                    <a:pt x="30224" y="252119"/>
                  </a:lnTo>
                  <a:lnTo>
                    <a:pt x="30853" y="249899"/>
                  </a:lnTo>
                  <a:lnTo>
                    <a:pt x="30390" y="248158"/>
                  </a:lnTo>
                  <a:lnTo>
                    <a:pt x="28050" y="247324"/>
                  </a:lnTo>
                  <a:lnTo>
                    <a:pt x="27926" y="244872"/>
                  </a:lnTo>
                  <a:lnTo>
                    <a:pt x="28021" y="241170"/>
                  </a:lnTo>
                  <a:lnTo>
                    <a:pt x="25542" y="234758"/>
                  </a:lnTo>
                  <a:lnTo>
                    <a:pt x="22145" y="231334"/>
                  </a:lnTo>
                  <a:lnTo>
                    <a:pt x="19124" y="226772"/>
                  </a:lnTo>
                  <a:lnTo>
                    <a:pt x="18803" y="224567"/>
                  </a:lnTo>
                  <a:lnTo>
                    <a:pt x="16135" y="216831"/>
                  </a:lnTo>
                  <a:lnTo>
                    <a:pt x="13364" y="213160"/>
                  </a:lnTo>
                  <a:lnTo>
                    <a:pt x="12554" y="211184"/>
                  </a:lnTo>
                  <a:lnTo>
                    <a:pt x="11592" y="208836"/>
                  </a:lnTo>
                  <a:lnTo>
                    <a:pt x="9196" y="205036"/>
                  </a:lnTo>
                  <a:lnTo>
                    <a:pt x="8677" y="202943"/>
                  </a:lnTo>
                  <a:lnTo>
                    <a:pt x="6963" y="199679"/>
                  </a:lnTo>
                  <a:lnTo>
                    <a:pt x="6619" y="196750"/>
                  </a:lnTo>
                  <a:lnTo>
                    <a:pt x="9766" y="193203"/>
                  </a:lnTo>
                  <a:lnTo>
                    <a:pt x="10100" y="186263"/>
                  </a:lnTo>
                  <a:lnTo>
                    <a:pt x="9178" y="181362"/>
                  </a:lnTo>
                  <a:lnTo>
                    <a:pt x="8958" y="176036"/>
                  </a:lnTo>
                  <a:lnTo>
                    <a:pt x="9269" y="170071"/>
                  </a:lnTo>
                  <a:lnTo>
                    <a:pt x="11264" y="164865"/>
                  </a:lnTo>
                  <a:lnTo>
                    <a:pt x="15389" y="158908"/>
                  </a:lnTo>
                  <a:lnTo>
                    <a:pt x="15840" y="154391"/>
                  </a:lnTo>
                  <a:lnTo>
                    <a:pt x="16447" y="150331"/>
                  </a:lnTo>
                  <a:lnTo>
                    <a:pt x="15394" y="147376"/>
                  </a:lnTo>
                  <a:lnTo>
                    <a:pt x="16263" y="140254"/>
                  </a:lnTo>
                  <a:lnTo>
                    <a:pt x="14184" y="137526"/>
                  </a:lnTo>
                  <a:lnTo>
                    <a:pt x="13015" y="133149"/>
                  </a:lnTo>
                  <a:lnTo>
                    <a:pt x="11124" y="127222"/>
                  </a:lnTo>
                  <a:lnTo>
                    <a:pt x="10837" y="126320"/>
                  </a:lnTo>
                  <a:lnTo>
                    <a:pt x="9436" y="125351"/>
                  </a:lnTo>
                  <a:lnTo>
                    <a:pt x="9602" y="121525"/>
                  </a:lnTo>
                  <a:lnTo>
                    <a:pt x="7811" y="118405"/>
                  </a:lnTo>
                  <a:lnTo>
                    <a:pt x="5830" y="116835"/>
                  </a:lnTo>
                  <a:lnTo>
                    <a:pt x="3506" y="112472"/>
                  </a:lnTo>
                  <a:lnTo>
                    <a:pt x="639" y="107532"/>
                  </a:lnTo>
                  <a:lnTo>
                    <a:pt x="0" y="106180"/>
                  </a:lnTo>
                  <a:lnTo>
                    <a:pt x="1748" y="101933"/>
                  </a:lnTo>
                  <a:lnTo>
                    <a:pt x="1964" y="99049"/>
                  </a:lnTo>
                  <a:lnTo>
                    <a:pt x="1056" y="9447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010461" y="2829120"/>
              <a:ext cx="7769" cy="13293"/>
            </a:xfrm>
            <a:custGeom>
              <a:avLst/>
              <a:pathLst>
                <a:path w="7769" h="13293">
                  <a:moveTo>
                    <a:pt x="328" y="3302"/>
                  </a:moveTo>
                  <a:lnTo>
                    <a:pt x="5561" y="0"/>
                  </a:lnTo>
                  <a:lnTo>
                    <a:pt x="7769" y="2770"/>
                  </a:lnTo>
                  <a:lnTo>
                    <a:pt x="5041" y="8252"/>
                  </a:lnTo>
                  <a:lnTo>
                    <a:pt x="3979" y="13293"/>
                  </a:lnTo>
                  <a:lnTo>
                    <a:pt x="0" y="9168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75124" y="2727885"/>
              <a:ext cx="15453" cy="12081"/>
            </a:xfrm>
            <a:custGeom>
              <a:avLst/>
              <a:pathLst>
                <a:path w="15453" h="12081">
                  <a:moveTo>
                    <a:pt x="0" y="3319"/>
                  </a:moveTo>
                  <a:lnTo>
                    <a:pt x="1940" y="2112"/>
                  </a:lnTo>
                  <a:lnTo>
                    <a:pt x="6775" y="0"/>
                  </a:lnTo>
                  <a:lnTo>
                    <a:pt x="11948" y="863"/>
                  </a:lnTo>
                  <a:lnTo>
                    <a:pt x="13040" y="2371"/>
                  </a:lnTo>
                  <a:lnTo>
                    <a:pt x="15453" y="6753"/>
                  </a:lnTo>
                  <a:lnTo>
                    <a:pt x="15013" y="8953"/>
                  </a:lnTo>
                  <a:lnTo>
                    <a:pt x="13810" y="10781"/>
                  </a:lnTo>
                  <a:lnTo>
                    <a:pt x="8966" y="12081"/>
                  </a:lnTo>
                  <a:lnTo>
                    <a:pt x="6115" y="8303"/>
                  </a:lnTo>
                  <a:lnTo>
                    <a:pt x="4007" y="6111"/>
                  </a:lnTo>
                  <a:lnTo>
                    <a:pt x="712" y="507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67108" y="2733995"/>
              <a:ext cx="343723" cy="367889"/>
            </a:xfrm>
            <a:custGeom>
              <a:avLst/>
              <a:pathLst>
                <a:path w="343723" h="367889">
                  <a:moveTo>
                    <a:pt x="33" y="123076"/>
                  </a:moveTo>
                  <a:lnTo>
                    <a:pt x="490" y="117136"/>
                  </a:lnTo>
                  <a:lnTo>
                    <a:pt x="2048" y="115813"/>
                  </a:lnTo>
                  <a:lnTo>
                    <a:pt x="2841" y="115139"/>
                  </a:lnTo>
                  <a:lnTo>
                    <a:pt x="5288" y="110486"/>
                  </a:lnTo>
                  <a:lnTo>
                    <a:pt x="5927" y="106661"/>
                  </a:lnTo>
                  <a:lnTo>
                    <a:pt x="7760" y="102467"/>
                  </a:lnTo>
                  <a:lnTo>
                    <a:pt x="11175" y="98779"/>
                  </a:lnTo>
                  <a:lnTo>
                    <a:pt x="15332" y="96584"/>
                  </a:lnTo>
                  <a:lnTo>
                    <a:pt x="17143" y="94432"/>
                  </a:lnTo>
                  <a:lnTo>
                    <a:pt x="21289" y="93810"/>
                  </a:lnTo>
                  <a:lnTo>
                    <a:pt x="22383" y="91271"/>
                  </a:lnTo>
                  <a:lnTo>
                    <a:pt x="25500" y="89539"/>
                  </a:lnTo>
                  <a:lnTo>
                    <a:pt x="27868" y="89635"/>
                  </a:lnTo>
                  <a:lnTo>
                    <a:pt x="28351" y="86556"/>
                  </a:lnTo>
                  <a:lnTo>
                    <a:pt x="30696" y="84483"/>
                  </a:lnTo>
                  <a:lnTo>
                    <a:pt x="30047" y="77648"/>
                  </a:lnTo>
                  <a:lnTo>
                    <a:pt x="29367" y="70501"/>
                  </a:lnTo>
                  <a:lnTo>
                    <a:pt x="28031" y="56227"/>
                  </a:lnTo>
                  <a:lnTo>
                    <a:pt x="27425" y="49768"/>
                  </a:lnTo>
                  <a:lnTo>
                    <a:pt x="26090" y="35953"/>
                  </a:lnTo>
                  <a:lnTo>
                    <a:pt x="30970" y="35356"/>
                  </a:lnTo>
                  <a:lnTo>
                    <a:pt x="31986" y="32720"/>
                  </a:lnTo>
                  <a:lnTo>
                    <a:pt x="33929" y="29505"/>
                  </a:lnTo>
                  <a:lnTo>
                    <a:pt x="36333" y="29032"/>
                  </a:lnTo>
                  <a:lnTo>
                    <a:pt x="39317" y="30727"/>
                  </a:lnTo>
                  <a:lnTo>
                    <a:pt x="41353" y="30861"/>
                  </a:lnTo>
                  <a:lnTo>
                    <a:pt x="44563" y="32530"/>
                  </a:lnTo>
                  <a:lnTo>
                    <a:pt x="48722" y="31472"/>
                  </a:lnTo>
                  <a:lnTo>
                    <a:pt x="52495" y="31091"/>
                  </a:lnTo>
                  <a:lnTo>
                    <a:pt x="61942" y="26405"/>
                  </a:lnTo>
                  <a:lnTo>
                    <a:pt x="65751" y="24111"/>
                  </a:lnTo>
                  <a:lnTo>
                    <a:pt x="67042" y="23976"/>
                  </a:lnTo>
                  <a:lnTo>
                    <a:pt x="69308" y="23738"/>
                  </a:lnTo>
                  <a:lnTo>
                    <a:pt x="74604" y="20492"/>
                  </a:lnTo>
                  <a:lnTo>
                    <a:pt x="77395" y="19483"/>
                  </a:lnTo>
                  <a:lnTo>
                    <a:pt x="79719" y="16842"/>
                  </a:lnTo>
                  <a:lnTo>
                    <a:pt x="82891" y="15658"/>
                  </a:lnTo>
                  <a:lnTo>
                    <a:pt x="85147" y="12916"/>
                  </a:lnTo>
                  <a:lnTo>
                    <a:pt x="87822" y="14459"/>
                  </a:lnTo>
                  <a:lnTo>
                    <a:pt x="89672" y="12150"/>
                  </a:lnTo>
                  <a:lnTo>
                    <a:pt x="92003" y="11102"/>
                  </a:lnTo>
                  <a:lnTo>
                    <a:pt x="94746" y="8830"/>
                  </a:lnTo>
                  <a:lnTo>
                    <a:pt x="97332" y="6660"/>
                  </a:lnTo>
                  <a:lnTo>
                    <a:pt x="96531" y="2027"/>
                  </a:lnTo>
                  <a:lnTo>
                    <a:pt x="99997" y="0"/>
                  </a:lnTo>
                  <a:lnTo>
                    <a:pt x="104362" y="2779"/>
                  </a:lnTo>
                  <a:lnTo>
                    <a:pt x="107197" y="4439"/>
                  </a:lnTo>
                  <a:lnTo>
                    <a:pt x="111042" y="7703"/>
                  </a:lnTo>
                  <a:lnTo>
                    <a:pt x="108719" y="13901"/>
                  </a:lnTo>
                  <a:lnTo>
                    <a:pt x="105781" y="19033"/>
                  </a:lnTo>
                  <a:lnTo>
                    <a:pt x="104913" y="21272"/>
                  </a:lnTo>
                  <a:lnTo>
                    <a:pt x="106880" y="24413"/>
                  </a:lnTo>
                  <a:lnTo>
                    <a:pt x="103756" y="28201"/>
                  </a:lnTo>
                  <a:lnTo>
                    <a:pt x="103160" y="31696"/>
                  </a:lnTo>
                  <a:lnTo>
                    <a:pt x="102096" y="33883"/>
                  </a:lnTo>
                  <a:lnTo>
                    <a:pt x="103859" y="34101"/>
                  </a:lnTo>
                  <a:lnTo>
                    <a:pt x="105418" y="34293"/>
                  </a:lnTo>
                  <a:lnTo>
                    <a:pt x="109009" y="31131"/>
                  </a:lnTo>
                  <a:lnTo>
                    <a:pt x="110854" y="30179"/>
                  </a:lnTo>
                  <a:lnTo>
                    <a:pt x="112873" y="28166"/>
                  </a:lnTo>
                  <a:lnTo>
                    <a:pt x="113444" y="24266"/>
                  </a:lnTo>
                  <a:lnTo>
                    <a:pt x="118063" y="27642"/>
                  </a:lnTo>
                  <a:lnTo>
                    <a:pt x="124156" y="31966"/>
                  </a:lnTo>
                  <a:lnTo>
                    <a:pt x="125100" y="31743"/>
                  </a:lnTo>
                  <a:lnTo>
                    <a:pt x="127471" y="31180"/>
                  </a:lnTo>
                  <a:lnTo>
                    <a:pt x="131599" y="33033"/>
                  </a:lnTo>
                  <a:lnTo>
                    <a:pt x="132649" y="32523"/>
                  </a:lnTo>
                  <a:lnTo>
                    <a:pt x="134715" y="34981"/>
                  </a:lnTo>
                  <a:lnTo>
                    <a:pt x="137638" y="32991"/>
                  </a:lnTo>
                  <a:lnTo>
                    <a:pt x="140588" y="35507"/>
                  </a:lnTo>
                  <a:lnTo>
                    <a:pt x="144775" y="36573"/>
                  </a:lnTo>
                  <a:lnTo>
                    <a:pt x="148780" y="42713"/>
                  </a:lnTo>
                  <a:lnTo>
                    <a:pt x="151769" y="49325"/>
                  </a:lnTo>
                  <a:lnTo>
                    <a:pt x="162976" y="51010"/>
                  </a:lnTo>
                  <a:lnTo>
                    <a:pt x="180020" y="53518"/>
                  </a:lnTo>
                  <a:lnTo>
                    <a:pt x="212139" y="58043"/>
                  </a:lnTo>
                  <a:lnTo>
                    <a:pt x="218304" y="60708"/>
                  </a:lnTo>
                  <a:lnTo>
                    <a:pt x="221896" y="62256"/>
                  </a:lnTo>
                  <a:lnTo>
                    <a:pt x="229328" y="65446"/>
                  </a:lnTo>
                  <a:lnTo>
                    <a:pt x="233343" y="64404"/>
                  </a:lnTo>
                  <a:lnTo>
                    <a:pt x="236712" y="65003"/>
                  </a:lnTo>
                  <a:lnTo>
                    <a:pt x="236956" y="65046"/>
                  </a:lnTo>
                  <a:lnTo>
                    <a:pt x="238452" y="66864"/>
                  </a:lnTo>
                  <a:lnTo>
                    <a:pt x="240972" y="66393"/>
                  </a:lnTo>
                  <a:lnTo>
                    <a:pt x="241773" y="64226"/>
                  </a:lnTo>
                  <a:lnTo>
                    <a:pt x="245516" y="63213"/>
                  </a:lnTo>
                  <a:lnTo>
                    <a:pt x="252629" y="65631"/>
                  </a:lnTo>
                  <a:lnTo>
                    <a:pt x="254170" y="64404"/>
                  </a:lnTo>
                  <a:lnTo>
                    <a:pt x="258566" y="66467"/>
                  </a:lnTo>
                  <a:lnTo>
                    <a:pt x="262108" y="65644"/>
                  </a:lnTo>
                  <a:lnTo>
                    <a:pt x="266175" y="66373"/>
                  </a:lnTo>
                  <a:lnTo>
                    <a:pt x="270034" y="67887"/>
                  </a:lnTo>
                  <a:lnTo>
                    <a:pt x="272956" y="71359"/>
                  </a:lnTo>
                  <a:lnTo>
                    <a:pt x="270144" y="76296"/>
                  </a:lnTo>
                  <a:lnTo>
                    <a:pt x="272103" y="77921"/>
                  </a:lnTo>
                  <a:lnTo>
                    <a:pt x="275032" y="78645"/>
                  </a:lnTo>
                  <a:lnTo>
                    <a:pt x="275545" y="78772"/>
                  </a:lnTo>
                  <a:lnTo>
                    <a:pt x="278380" y="77266"/>
                  </a:lnTo>
                  <a:lnTo>
                    <a:pt x="280412" y="79594"/>
                  </a:lnTo>
                  <a:lnTo>
                    <a:pt x="285484" y="79596"/>
                  </a:lnTo>
                  <a:lnTo>
                    <a:pt x="288546" y="81822"/>
                  </a:lnTo>
                  <a:lnTo>
                    <a:pt x="290378" y="83152"/>
                  </a:lnTo>
                  <a:lnTo>
                    <a:pt x="292120" y="85371"/>
                  </a:lnTo>
                  <a:lnTo>
                    <a:pt x="289892" y="87450"/>
                  </a:lnTo>
                  <a:lnTo>
                    <a:pt x="293123" y="90648"/>
                  </a:lnTo>
                  <a:lnTo>
                    <a:pt x="293004" y="93544"/>
                  </a:lnTo>
                  <a:lnTo>
                    <a:pt x="292668" y="97809"/>
                  </a:lnTo>
                  <a:lnTo>
                    <a:pt x="293222" y="102048"/>
                  </a:lnTo>
                  <a:lnTo>
                    <a:pt x="291202" y="104785"/>
                  </a:lnTo>
                  <a:lnTo>
                    <a:pt x="291299" y="109054"/>
                  </a:lnTo>
                  <a:lnTo>
                    <a:pt x="291416" y="112398"/>
                  </a:lnTo>
                  <a:lnTo>
                    <a:pt x="295019" y="111800"/>
                  </a:lnTo>
                  <a:lnTo>
                    <a:pt x="297839" y="111249"/>
                  </a:lnTo>
                  <a:lnTo>
                    <a:pt x="300006" y="108501"/>
                  </a:lnTo>
                  <a:lnTo>
                    <a:pt x="303024" y="109300"/>
                  </a:lnTo>
                  <a:lnTo>
                    <a:pt x="303109" y="113684"/>
                  </a:lnTo>
                  <a:lnTo>
                    <a:pt x="301478" y="119904"/>
                  </a:lnTo>
                  <a:lnTo>
                    <a:pt x="300341" y="124120"/>
                  </a:lnTo>
                  <a:lnTo>
                    <a:pt x="303610" y="127522"/>
                  </a:lnTo>
                  <a:lnTo>
                    <a:pt x="306860" y="130726"/>
                  </a:lnTo>
                  <a:lnTo>
                    <a:pt x="310335" y="131120"/>
                  </a:lnTo>
                  <a:lnTo>
                    <a:pt x="308923" y="135544"/>
                  </a:lnTo>
                  <a:lnTo>
                    <a:pt x="309522" y="141182"/>
                  </a:lnTo>
                  <a:lnTo>
                    <a:pt x="305739" y="141986"/>
                  </a:lnTo>
                  <a:lnTo>
                    <a:pt x="302068" y="143512"/>
                  </a:lnTo>
                  <a:lnTo>
                    <a:pt x="299272" y="144672"/>
                  </a:lnTo>
                  <a:lnTo>
                    <a:pt x="297883" y="147371"/>
                  </a:lnTo>
                  <a:lnTo>
                    <a:pt x="298799" y="151456"/>
                  </a:lnTo>
                  <a:lnTo>
                    <a:pt x="298056" y="152929"/>
                  </a:lnTo>
                  <a:lnTo>
                    <a:pt x="295658" y="156567"/>
                  </a:lnTo>
                  <a:lnTo>
                    <a:pt x="294287" y="162027"/>
                  </a:lnTo>
                  <a:lnTo>
                    <a:pt x="292290" y="165335"/>
                  </a:lnTo>
                  <a:lnTo>
                    <a:pt x="291992" y="168946"/>
                  </a:lnTo>
                  <a:lnTo>
                    <a:pt x="291896" y="170103"/>
                  </a:lnTo>
                  <a:lnTo>
                    <a:pt x="292758" y="174564"/>
                  </a:lnTo>
                  <a:lnTo>
                    <a:pt x="290735" y="177943"/>
                  </a:lnTo>
                  <a:lnTo>
                    <a:pt x="293214" y="180371"/>
                  </a:lnTo>
                  <a:lnTo>
                    <a:pt x="296918" y="180614"/>
                  </a:lnTo>
                  <a:lnTo>
                    <a:pt x="298984" y="176576"/>
                  </a:lnTo>
                  <a:lnTo>
                    <a:pt x="300422" y="173482"/>
                  </a:lnTo>
                  <a:lnTo>
                    <a:pt x="305363" y="170144"/>
                  </a:lnTo>
                  <a:lnTo>
                    <a:pt x="305988" y="168840"/>
                  </a:lnTo>
                  <a:lnTo>
                    <a:pt x="306569" y="167625"/>
                  </a:lnTo>
                  <a:lnTo>
                    <a:pt x="307074" y="166718"/>
                  </a:lnTo>
                  <a:lnTo>
                    <a:pt x="307903" y="165229"/>
                  </a:lnTo>
                  <a:lnTo>
                    <a:pt x="307449" y="162672"/>
                  </a:lnTo>
                  <a:lnTo>
                    <a:pt x="310837" y="155926"/>
                  </a:lnTo>
                  <a:lnTo>
                    <a:pt x="313926" y="150997"/>
                  </a:lnTo>
                  <a:lnTo>
                    <a:pt x="316760" y="150082"/>
                  </a:lnTo>
                  <a:lnTo>
                    <a:pt x="317521" y="148943"/>
                  </a:lnTo>
                  <a:lnTo>
                    <a:pt x="321275" y="146969"/>
                  </a:lnTo>
                  <a:lnTo>
                    <a:pt x="323718" y="142531"/>
                  </a:lnTo>
                  <a:lnTo>
                    <a:pt x="325981" y="135528"/>
                  </a:lnTo>
                  <a:lnTo>
                    <a:pt x="329220" y="129317"/>
                  </a:lnTo>
                  <a:lnTo>
                    <a:pt x="329634" y="122036"/>
                  </a:lnTo>
                  <a:lnTo>
                    <a:pt x="333183" y="120981"/>
                  </a:lnTo>
                  <a:lnTo>
                    <a:pt x="335767" y="117479"/>
                  </a:lnTo>
                  <a:lnTo>
                    <a:pt x="335883" y="113492"/>
                  </a:lnTo>
                  <a:lnTo>
                    <a:pt x="338337" y="110084"/>
                  </a:lnTo>
                  <a:lnTo>
                    <a:pt x="340575" y="109181"/>
                  </a:lnTo>
                  <a:lnTo>
                    <a:pt x="342936" y="109516"/>
                  </a:lnTo>
                  <a:lnTo>
                    <a:pt x="343723" y="114713"/>
                  </a:lnTo>
                  <a:lnTo>
                    <a:pt x="340509" y="118631"/>
                  </a:lnTo>
                  <a:lnTo>
                    <a:pt x="341105" y="122900"/>
                  </a:lnTo>
                  <a:lnTo>
                    <a:pt x="340840" y="127622"/>
                  </a:lnTo>
                  <a:lnTo>
                    <a:pt x="337335" y="133797"/>
                  </a:lnTo>
                  <a:lnTo>
                    <a:pt x="335357" y="139532"/>
                  </a:lnTo>
                  <a:lnTo>
                    <a:pt x="335134" y="144789"/>
                  </a:lnTo>
                  <a:lnTo>
                    <a:pt x="331793" y="149752"/>
                  </a:lnTo>
                  <a:lnTo>
                    <a:pt x="330110" y="155213"/>
                  </a:lnTo>
                  <a:lnTo>
                    <a:pt x="328071" y="163582"/>
                  </a:lnTo>
                  <a:lnTo>
                    <a:pt x="327123" y="167453"/>
                  </a:lnTo>
                  <a:lnTo>
                    <a:pt x="325067" y="171546"/>
                  </a:lnTo>
                  <a:lnTo>
                    <a:pt x="323657" y="182309"/>
                  </a:lnTo>
                  <a:lnTo>
                    <a:pt x="322736" y="193630"/>
                  </a:lnTo>
                  <a:lnTo>
                    <a:pt x="322693" y="194151"/>
                  </a:lnTo>
                  <a:lnTo>
                    <a:pt x="324844" y="198972"/>
                  </a:lnTo>
                  <a:lnTo>
                    <a:pt x="326300" y="202871"/>
                  </a:lnTo>
                  <a:lnTo>
                    <a:pt x="325042" y="207356"/>
                  </a:lnTo>
                  <a:lnTo>
                    <a:pt x="321829" y="210203"/>
                  </a:lnTo>
                  <a:lnTo>
                    <a:pt x="319272" y="214775"/>
                  </a:lnTo>
                  <a:lnTo>
                    <a:pt x="318145" y="224676"/>
                  </a:lnTo>
                  <a:lnTo>
                    <a:pt x="317314" y="230988"/>
                  </a:lnTo>
                  <a:lnTo>
                    <a:pt x="317105" y="232570"/>
                  </a:lnTo>
                  <a:lnTo>
                    <a:pt x="318448" y="237673"/>
                  </a:lnTo>
                  <a:lnTo>
                    <a:pt x="320519" y="240972"/>
                  </a:lnTo>
                  <a:lnTo>
                    <a:pt x="320599" y="244688"/>
                  </a:lnTo>
                  <a:lnTo>
                    <a:pt x="321249" y="248225"/>
                  </a:lnTo>
                  <a:lnTo>
                    <a:pt x="317723" y="258532"/>
                  </a:lnTo>
                  <a:lnTo>
                    <a:pt x="317915" y="260183"/>
                  </a:lnTo>
                  <a:lnTo>
                    <a:pt x="318397" y="264323"/>
                  </a:lnTo>
                  <a:lnTo>
                    <a:pt x="316449" y="270664"/>
                  </a:lnTo>
                  <a:lnTo>
                    <a:pt x="314955" y="280365"/>
                  </a:lnTo>
                  <a:lnTo>
                    <a:pt x="315867" y="289496"/>
                  </a:lnTo>
                  <a:lnTo>
                    <a:pt x="315910" y="289906"/>
                  </a:lnTo>
                  <a:lnTo>
                    <a:pt x="316474" y="295373"/>
                  </a:lnTo>
                  <a:lnTo>
                    <a:pt x="319019" y="300147"/>
                  </a:lnTo>
                  <a:lnTo>
                    <a:pt x="318077" y="304362"/>
                  </a:lnTo>
                  <a:lnTo>
                    <a:pt x="319774" y="306639"/>
                  </a:lnTo>
                  <a:lnTo>
                    <a:pt x="322109" y="309767"/>
                  </a:lnTo>
                  <a:lnTo>
                    <a:pt x="323628" y="316866"/>
                  </a:lnTo>
                  <a:lnTo>
                    <a:pt x="324622" y="317927"/>
                  </a:lnTo>
                  <a:lnTo>
                    <a:pt x="328575" y="322141"/>
                  </a:lnTo>
                  <a:lnTo>
                    <a:pt x="328489" y="329203"/>
                  </a:lnTo>
                  <a:lnTo>
                    <a:pt x="327865" y="332023"/>
                  </a:lnTo>
                  <a:lnTo>
                    <a:pt x="327398" y="334130"/>
                  </a:lnTo>
                  <a:lnTo>
                    <a:pt x="328262" y="339432"/>
                  </a:lnTo>
                  <a:lnTo>
                    <a:pt x="330080" y="346477"/>
                  </a:lnTo>
                  <a:lnTo>
                    <a:pt x="306032" y="349720"/>
                  </a:lnTo>
                  <a:lnTo>
                    <a:pt x="304975" y="349860"/>
                  </a:lnTo>
                  <a:lnTo>
                    <a:pt x="299693" y="350651"/>
                  </a:lnTo>
                  <a:lnTo>
                    <a:pt x="289647" y="352141"/>
                  </a:lnTo>
                  <a:lnTo>
                    <a:pt x="287523" y="352454"/>
                  </a:lnTo>
                  <a:lnTo>
                    <a:pt x="275457" y="354258"/>
                  </a:lnTo>
                  <a:lnTo>
                    <a:pt x="271281" y="354792"/>
                  </a:lnTo>
                  <a:lnTo>
                    <a:pt x="261393" y="356041"/>
                  </a:lnTo>
                  <a:lnTo>
                    <a:pt x="255203" y="356813"/>
                  </a:lnTo>
                  <a:lnTo>
                    <a:pt x="253720" y="356989"/>
                  </a:lnTo>
                  <a:lnTo>
                    <a:pt x="235684" y="359095"/>
                  </a:lnTo>
                  <a:lnTo>
                    <a:pt x="233531" y="359342"/>
                  </a:lnTo>
                  <a:lnTo>
                    <a:pt x="227979" y="359974"/>
                  </a:lnTo>
                  <a:lnTo>
                    <a:pt x="207153" y="362340"/>
                  </a:lnTo>
                  <a:lnTo>
                    <a:pt x="201776" y="362936"/>
                  </a:lnTo>
                  <a:lnTo>
                    <a:pt x="183831" y="364963"/>
                  </a:lnTo>
                  <a:lnTo>
                    <a:pt x="171555" y="366473"/>
                  </a:lnTo>
                  <a:lnTo>
                    <a:pt x="170912" y="366551"/>
                  </a:lnTo>
                  <a:lnTo>
                    <a:pt x="158454" y="367889"/>
                  </a:lnTo>
                  <a:lnTo>
                    <a:pt x="156020" y="362491"/>
                  </a:lnTo>
                  <a:lnTo>
                    <a:pt x="153862" y="358584"/>
                  </a:lnTo>
                  <a:lnTo>
                    <a:pt x="151103" y="357306"/>
                  </a:lnTo>
                  <a:lnTo>
                    <a:pt x="144360" y="356464"/>
                  </a:lnTo>
                  <a:lnTo>
                    <a:pt x="141591" y="355983"/>
                  </a:lnTo>
                  <a:lnTo>
                    <a:pt x="138815" y="355499"/>
                  </a:lnTo>
                  <a:lnTo>
                    <a:pt x="133931" y="353065"/>
                  </a:lnTo>
                  <a:lnTo>
                    <a:pt x="130212" y="348816"/>
                  </a:lnTo>
                  <a:lnTo>
                    <a:pt x="127734" y="341681"/>
                  </a:lnTo>
                  <a:lnTo>
                    <a:pt x="125031" y="338699"/>
                  </a:lnTo>
                  <a:lnTo>
                    <a:pt x="123346" y="332885"/>
                  </a:lnTo>
                  <a:lnTo>
                    <a:pt x="123029" y="331945"/>
                  </a:lnTo>
                  <a:lnTo>
                    <a:pt x="121643" y="327828"/>
                  </a:lnTo>
                  <a:lnTo>
                    <a:pt x="121264" y="324409"/>
                  </a:lnTo>
                  <a:lnTo>
                    <a:pt x="120767" y="319932"/>
                  </a:lnTo>
                  <a:lnTo>
                    <a:pt x="122878" y="316392"/>
                  </a:lnTo>
                  <a:lnTo>
                    <a:pt x="125253" y="312176"/>
                  </a:lnTo>
                  <a:lnTo>
                    <a:pt x="126735" y="309341"/>
                  </a:lnTo>
                  <a:lnTo>
                    <a:pt x="123257" y="304752"/>
                  </a:lnTo>
                  <a:lnTo>
                    <a:pt x="120229" y="303318"/>
                  </a:lnTo>
                  <a:lnTo>
                    <a:pt x="116750" y="300462"/>
                  </a:lnTo>
                  <a:lnTo>
                    <a:pt x="116967" y="297992"/>
                  </a:lnTo>
                  <a:lnTo>
                    <a:pt x="116151" y="296714"/>
                  </a:lnTo>
                  <a:lnTo>
                    <a:pt x="114587" y="294259"/>
                  </a:lnTo>
                  <a:lnTo>
                    <a:pt x="115020" y="290081"/>
                  </a:lnTo>
                  <a:lnTo>
                    <a:pt x="113556" y="284885"/>
                  </a:lnTo>
                  <a:lnTo>
                    <a:pt x="112049" y="282089"/>
                  </a:lnTo>
                  <a:lnTo>
                    <a:pt x="110261" y="276763"/>
                  </a:lnTo>
                  <a:lnTo>
                    <a:pt x="110709" y="271798"/>
                  </a:lnTo>
                  <a:lnTo>
                    <a:pt x="111067" y="267813"/>
                  </a:lnTo>
                  <a:lnTo>
                    <a:pt x="107829" y="261997"/>
                  </a:lnTo>
                  <a:lnTo>
                    <a:pt x="107581" y="261552"/>
                  </a:lnTo>
                  <a:lnTo>
                    <a:pt x="103088" y="256662"/>
                  </a:lnTo>
                  <a:lnTo>
                    <a:pt x="98597" y="251555"/>
                  </a:lnTo>
                  <a:lnTo>
                    <a:pt x="97447" y="250245"/>
                  </a:lnTo>
                  <a:lnTo>
                    <a:pt x="90242" y="249111"/>
                  </a:lnTo>
                  <a:lnTo>
                    <a:pt x="89388" y="248976"/>
                  </a:lnTo>
                  <a:lnTo>
                    <a:pt x="84670" y="246368"/>
                  </a:lnTo>
                  <a:lnTo>
                    <a:pt x="79925" y="241467"/>
                  </a:lnTo>
                  <a:lnTo>
                    <a:pt x="73841" y="239141"/>
                  </a:lnTo>
                  <a:lnTo>
                    <a:pt x="71378" y="236644"/>
                  </a:lnTo>
                  <a:lnTo>
                    <a:pt x="68850" y="234079"/>
                  </a:lnTo>
                  <a:lnTo>
                    <a:pt x="66756" y="227051"/>
                  </a:lnTo>
                  <a:lnTo>
                    <a:pt x="63611" y="223702"/>
                  </a:lnTo>
                  <a:lnTo>
                    <a:pt x="56164" y="220901"/>
                  </a:lnTo>
                  <a:lnTo>
                    <a:pt x="54530" y="220284"/>
                  </a:lnTo>
                  <a:lnTo>
                    <a:pt x="47154" y="218380"/>
                  </a:lnTo>
                  <a:lnTo>
                    <a:pt x="46328" y="217726"/>
                  </a:lnTo>
                  <a:lnTo>
                    <a:pt x="43406" y="215410"/>
                  </a:lnTo>
                  <a:lnTo>
                    <a:pt x="41643" y="211207"/>
                  </a:lnTo>
                  <a:lnTo>
                    <a:pt x="41466" y="211119"/>
                  </a:lnTo>
                  <a:lnTo>
                    <a:pt x="38700" y="209747"/>
                  </a:lnTo>
                  <a:lnTo>
                    <a:pt x="36493" y="210008"/>
                  </a:lnTo>
                  <a:lnTo>
                    <a:pt x="27555" y="209227"/>
                  </a:lnTo>
                  <a:lnTo>
                    <a:pt x="23264" y="206698"/>
                  </a:lnTo>
                  <a:lnTo>
                    <a:pt x="18101" y="200803"/>
                  </a:lnTo>
                  <a:lnTo>
                    <a:pt x="15858" y="198887"/>
                  </a:lnTo>
                  <a:lnTo>
                    <a:pt x="11984" y="195572"/>
                  </a:lnTo>
                  <a:lnTo>
                    <a:pt x="11160" y="194866"/>
                  </a:lnTo>
                  <a:lnTo>
                    <a:pt x="12672" y="187584"/>
                  </a:lnTo>
                  <a:lnTo>
                    <a:pt x="12706" y="186948"/>
                  </a:lnTo>
                  <a:lnTo>
                    <a:pt x="13064" y="180301"/>
                  </a:lnTo>
                  <a:lnTo>
                    <a:pt x="11821" y="173689"/>
                  </a:lnTo>
                  <a:lnTo>
                    <a:pt x="9121" y="170363"/>
                  </a:lnTo>
                  <a:lnTo>
                    <a:pt x="9813" y="169457"/>
                  </a:lnTo>
                  <a:lnTo>
                    <a:pt x="12391" y="166081"/>
                  </a:lnTo>
                  <a:lnTo>
                    <a:pt x="10253" y="159482"/>
                  </a:lnTo>
                  <a:lnTo>
                    <a:pt x="10191" y="158248"/>
                  </a:lnTo>
                  <a:lnTo>
                    <a:pt x="9881" y="152050"/>
                  </a:lnTo>
                  <a:lnTo>
                    <a:pt x="10586" y="151062"/>
                  </a:lnTo>
                  <a:lnTo>
                    <a:pt x="13138" y="147481"/>
                  </a:lnTo>
                  <a:lnTo>
                    <a:pt x="15030" y="142348"/>
                  </a:lnTo>
                  <a:lnTo>
                    <a:pt x="15391" y="138834"/>
                  </a:lnTo>
                  <a:lnTo>
                    <a:pt x="12823" y="136214"/>
                  </a:lnTo>
                  <a:lnTo>
                    <a:pt x="10046" y="132028"/>
                  </a:lnTo>
                  <a:lnTo>
                    <a:pt x="8144" y="129553"/>
                  </a:lnTo>
                  <a:lnTo>
                    <a:pt x="5535" y="129342"/>
                  </a:lnTo>
                  <a:lnTo>
                    <a:pt x="870" y="128880"/>
                  </a:lnTo>
                  <a:lnTo>
                    <a:pt x="0" y="12350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701301" y="3328665"/>
              <a:ext cx="350021" cy="361514"/>
            </a:xfrm>
            <a:custGeom>
              <a:avLst/>
              <a:pathLst>
                <a:path w="350021" h="361514">
                  <a:moveTo>
                    <a:pt x="3953" y="277963"/>
                  </a:moveTo>
                  <a:lnTo>
                    <a:pt x="4271" y="273799"/>
                  </a:lnTo>
                  <a:lnTo>
                    <a:pt x="4336" y="272947"/>
                  </a:lnTo>
                  <a:lnTo>
                    <a:pt x="3777" y="266101"/>
                  </a:lnTo>
                  <a:lnTo>
                    <a:pt x="1185" y="263635"/>
                  </a:lnTo>
                  <a:lnTo>
                    <a:pt x="0" y="255915"/>
                  </a:lnTo>
                  <a:lnTo>
                    <a:pt x="2892" y="257108"/>
                  </a:lnTo>
                  <a:lnTo>
                    <a:pt x="6677" y="255227"/>
                  </a:lnTo>
                  <a:lnTo>
                    <a:pt x="11205" y="252972"/>
                  </a:lnTo>
                  <a:lnTo>
                    <a:pt x="16085" y="251108"/>
                  </a:lnTo>
                  <a:lnTo>
                    <a:pt x="20247" y="248702"/>
                  </a:lnTo>
                  <a:lnTo>
                    <a:pt x="20826" y="243694"/>
                  </a:lnTo>
                  <a:lnTo>
                    <a:pt x="20382" y="237150"/>
                  </a:lnTo>
                  <a:lnTo>
                    <a:pt x="20844" y="235017"/>
                  </a:lnTo>
                  <a:lnTo>
                    <a:pt x="21170" y="233511"/>
                  </a:lnTo>
                  <a:lnTo>
                    <a:pt x="25462" y="232781"/>
                  </a:lnTo>
                  <a:lnTo>
                    <a:pt x="28488" y="230374"/>
                  </a:lnTo>
                  <a:lnTo>
                    <a:pt x="26653" y="225470"/>
                  </a:lnTo>
                  <a:lnTo>
                    <a:pt x="23382" y="215721"/>
                  </a:lnTo>
                  <a:lnTo>
                    <a:pt x="21929" y="211647"/>
                  </a:lnTo>
                  <a:lnTo>
                    <a:pt x="25139" y="208661"/>
                  </a:lnTo>
                  <a:lnTo>
                    <a:pt x="25540" y="200165"/>
                  </a:lnTo>
                  <a:lnTo>
                    <a:pt x="27154" y="194064"/>
                  </a:lnTo>
                  <a:lnTo>
                    <a:pt x="27594" y="192398"/>
                  </a:lnTo>
                  <a:lnTo>
                    <a:pt x="30362" y="187432"/>
                  </a:lnTo>
                  <a:lnTo>
                    <a:pt x="32755" y="185685"/>
                  </a:lnTo>
                  <a:lnTo>
                    <a:pt x="38483" y="188182"/>
                  </a:lnTo>
                  <a:lnTo>
                    <a:pt x="43112" y="193771"/>
                  </a:lnTo>
                  <a:lnTo>
                    <a:pt x="48206" y="190936"/>
                  </a:lnTo>
                  <a:lnTo>
                    <a:pt x="51422" y="186590"/>
                  </a:lnTo>
                  <a:lnTo>
                    <a:pt x="48839" y="180971"/>
                  </a:lnTo>
                  <a:lnTo>
                    <a:pt x="46820" y="176887"/>
                  </a:lnTo>
                  <a:lnTo>
                    <a:pt x="50789" y="173908"/>
                  </a:lnTo>
                  <a:lnTo>
                    <a:pt x="51293" y="173529"/>
                  </a:lnTo>
                  <a:lnTo>
                    <a:pt x="49024" y="166295"/>
                  </a:lnTo>
                  <a:lnTo>
                    <a:pt x="48913" y="165941"/>
                  </a:lnTo>
                  <a:lnTo>
                    <a:pt x="50741" y="162794"/>
                  </a:lnTo>
                  <a:lnTo>
                    <a:pt x="51316" y="161804"/>
                  </a:lnTo>
                  <a:lnTo>
                    <a:pt x="52700" y="155816"/>
                  </a:lnTo>
                  <a:lnTo>
                    <a:pt x="57561" y="154548"/>
                  </a:lnTo>
                  <a:lnTo>
                    <a:pt x="61237" y="153624"/>
                  </a:lnTo>
                  <a:lnTo>
                    <a:pt x="60505" y="148106"/>
                  </a:lnTo>
                  <a:lnTo>
                    <a:pt x="63885" y="142912"/>
                  </a:lnTo>
                  <a:lnTo>
                    <a:pt x="66682" y="138517"/>
                  </a:lnTo>
                  <a:lnTo>
                    <a:pt x="70285" y="139216"/>
                  </a:lnTo>
                  <a:lnTo>
                    <a:pt x="72636" y="143145"/>
                  </a:lnTo>
                  <a:lnTo>
                    <a:pt x="74475" y="143034"/>
                  </a:lnTo>
                  <a:lnTo>
                    <a:pt x="76267" y="142925"/>
                  </a:lnTo>
                  <a:lnTo>
                    <a:pt x="82776" y="136809"/>
                  </a:lnTo>
                  <a:lnTo>
                    <a:pt x="86674" y="131655"/>
                  </a:lnTo>
                  <a:lnTo>
                    <a:pt x="90612" y="128791"/>
                  </a:lnTo>
                  <a:lnTo>
                    <a:pt x="90980" y="127837"/>
                  </a:lnTo>
                  <a:lnTo>
                    <a:pt x="93274" y="121880"/>
                  </a:lnTo>
                  <a:lnTo>
                    <a:pt x="95567" y="118379"/>
                  </a:lnTo>
                  <a:lnTo>
                    <a:pt x="101117" y="109884"/>
                  </a:lnTo>
                  <a:lnTo>
                    <a:pt x="105779" y="102951"/>
                  </a:lnTo>
                  <a:lnTo>
                    <a:pt x="107388" y="97443"/>
                  </a:lnTo>
                  <a:lnTo>
                    <a:pt x="106790" y="96812"/>
                  </a:lnTo>
                  <a:lnTo>
                    <a:pt x="103222" y="93035"/>
                  </a:lnTo>
                  <a:lnTo>
                    <a:pt x="105769" y="88509"/>
                  </a:lnTo>
                  <a:lnTo>
                    <a:pt x="104799" y="83930"/>
                  </a:lnTo>
                  <a:lnTo>
                    <a:pt x="104798" y="83630"/>
                  </a:lnTo>
                  <a:lnTo>
                    <a:pt x="104774" y="76458"/>
                  </a:lnTo>
                  <a:lnTo>
                    <a:pt x="106990" y="72640"/>
                  </a:lnTo>
                  <a:lnTo>
                    <a:pt x="108356" y="70167"/>
                  </a:lnTo>
                  <a:lnTo>
                    <a:pt x="107090" y="63880"/>
                  </a:lnTo>
                  <a:lnTo>
                    <a:pt x="106162" y="59276"/>
                  </a:lnTo>
                  <a:lnTo>
                    <a:pt x="106862" y="51635"/>
                  </a:lnTo>
                  <a:lnTo>
                    <a:pt x="106993" y="51024"/>
                  </a:lnTo>
                  <a:lnTo>
                    <a:pt x="107696" y="47733"/>
                  </a:lnTo>
                  <a:lnTo>
                    <a:pt x="109202" y="40654"/>
                  </a:lnTo>
                  <a:lnTo>
                    <a:pt x="110847" y="34759"/>
                  </a:lnTo>
                  <a:lnTo>
                    <a:pt x="107142" y="27123"/>
                  </a:lnTo>
                  <a:lnTo>
                    <a:pt x="107238" y="26086"/>
                  </a:lnTo>
                  <a:lnTo>
                    <a:pt x="107743" y="20580"/>
                  </a:lnTo>
                  <a:lnTo>
                    <a:pt x="104786" y="13576"/>
                  </a:lnTo>
                  <a:lnTo>
                    <a:pt x="99986" y="8253"/>
                  </a:lnTo>
                  <a:lnTo>
                    <a:pt x="102163" y="3813"/>
                  </a:lnTo>
                  <a:lnTo>
                    <a:pt x="105491" y="3469"/>
                  </a:lnTo>
                  <a:lnTo>
                    <a:pt x="109751" y="0"/>
                  </a:lnTo>
                  <a:lnTo>
                    <a:pt x="113427" y="15991"/>
                  </a:lnTo>
                  <a:lnTo>
                    <a:pt x="115194" y="23691"/>
                  </a:lnTo>
                  <a:lnTo>
                    <a:pt x="116500" y="29391"/>
                  </a:lnTo>
                  <a:lnTo>
                    <a:pt x="120635" y="47464"/>
                  </a:lnTo>
                  <a:lnTo>
                    <a:pt x="123875" y="61657"/>
                  </a:lnTo>
                  <a:lnTo>
                    <a:pt x="125097" y="67028"/>
                  </a:lnTo>
                  <a:lnTo>
                    <a:pt x="130514" y="90888"/>
                  </a:lnTo>
                  <a:lnTo>
                    <a:pt x="137877" y="89122"/>
                  </a:lnTo>
                  <a:lnTo>
                    <a:pt x="163804" y="82730"/>
                  </a:lnTo>
                  <a:lnTo>
                    <a:pt x="175804" y="79770"/>
                  </a:lnTo>
                  <a:lnTo>
                    <a:pt x="187221" y="76930"/>
                  </a:lnTo>
                  <a:lnTo>
                    <a:pt x="208715" y="71433"/>
                  </a:lnTo>
                  <a:lnTo>
                    <a:pt x="212771" y="90268"/>
                  </a:lnTo>
                  <a:lnTo>
                    <a:pt x="217044" y="108836"/>
                  </a:lnTo>
                  <a:lnTo>
                    <a:pt x="220113" y="122563"/>
                  </a:lnTo>
                  <a:lnTo>
                    <a:pt x="224300" y="119162"/>
                  </a:lnTo>
                  <a:lnTo>
                    <a:pt x="228446" y="112865"/>
                  </a:lnTo>
                  <a:lnTo>
                    <a:pt x="232967" y="108382"/>
                  </a:lnTo>
                  <a:lnTo>
                    <a:pt x="234177" y="106326"/>
                  </a:lnTo>
                  <a:lnTo>
                    <a:pt x="239603" y="97080"/>
                  </a:lnTo>
                  <a:lnTo>
                    <a:pt x="243529" y="88544"/>
                  </a:lnTo>
                  <a:lnTo>
                    <a:pt x="245310" y="88037"/>
                  </a:lnTo>
                  <a:lnTo>
                    <a:pt x="247684" y="87359"/>
                  </a:lnTo>
                  <a:lnTo>
                    <a:pt x="254400" y="89075"/>
                  </a:lnTo>
                  <a:lnTo>
                    <a:pt x="254506" y="84910"/>
                  </a:lnTo>
                  <a:lnTo>
                    <a:pt x="259559" y="75750"/>
                  </a:lnTo>
                  <a:lnTo>
                    <a:pt x="263473" y="65840"/>
                  </a:lnTo>
                  <a:lnTo>
                    <a:pt x="266574" y="68035"/>
                  </a:lnTo>
                  <a:lnTo>
                    <a:pt x="270284" y="72714"/>
                  </a:lnTo>
                  <a:lnTo>
                    <a:pt x="274461" y="72808"/>
                  </a:lnTo>
                  <a:lnTo>
                    <a:pt x="279626" y="72921"/>
                  </a:lnTo>
                  <a:lnTo>
                    <a:pt x="288876" y="70854"/>
                  </a:lnTo>
                  <a:lnTo>
                    <a:pt x="289430" y="70730"/>
                  </a:lnTo>
                  <a:lnTo>
                    <a:pt x="290200" y="66567"/>
                  </a:lnTo>
                  <a:lnTo>
                    <a:pt x="292862" y="59660"/>
                  </a:lnTo>
                  <a:lnTo>
                    <a:pt x="296449" y="58025"/>
                  </a:lnTo>
                  <a:lnTo>
                    <a:pt x="297861" y="57381"/>
                  </a:lnTo>
                  <a:lnTo>
                    <a:pt x="303721" y="52846"/>
                  </a:lnTo>
                  <a:lnTo>
                    <a:pt x="314053" y="48720"/>
                  </a:lnTo>
                  <a:lnTo>
                    <a:pt x="319402" y="52578"/>
                  </a:lnTo>
                  <a:lnTo>
                    <a:pt x="321449" y="54053"/>
                  </a:lnTo>
                  <a:lnTo>
                    <a:pt x="327306" y="51769"/>
                  </a:lnTo>
                  <a:lnTo>
                    <a:pt x="334990" y="51786"/>
                  </a:lnTo>
                  <a:lnTo>
                    <a:pt x="337009" y="57708"/>
                  </a:lnTo>
                  <a:lnTo>
                    <a:pt x="338608" y="59921"/>
                  </a:lnTo>
                  <a:lnTo>
                    <a:pt x="340198" y="62122"/>
                  </a:lnTo>
                  <a:lnTo>
                    <a:pt x="346434" y="68203"/>
                  </a:lnTo>
                  <a:lnTo>
                    <a:pt x="347231" y="73102"/>
                  </a:lnTo>
                  <a:lnTo>
                    <a:pt x="350021" y="75694"/>
                  </a:lnTo>
                  <a:lnTo>
                    <a:pt x="347989" y="85980"/>
                  </a:lnTo>
                  <a:lnTo>
                    <a:pt x="347207" y="92612"/>
                  </a:lnTo>
                  <a:lnTo>
                    <a:pt x="346687" y="96573"/>
                  </a:lnTo>
                  <a:lnTo>
                    <a:pt x="327982" y="87788"/>
                  </a:lnTo>
                  <a:lnTo>
                    <a:pt x="313937" y="81156"/>
                  </a:lnTo>
                  <a:lnTo>
                    <a:pt x="310143" y="79378"/>
                  </a:lnTo>
                  <a:lnTo>
                    <a:pt x="299436" y="74345"/>
                  </a:lnTo>
                  <a:lnTo>
                    <a:pt x="301596" y="79750"/>
                  </a:lnTo>
                  <a:lnTo>
                    <a:pt x="302732" y="85310"/>
                  </a:lnTo>
                  <a:lnTo>
                    <a:pt x="300039" y="94125"/>
                  </a:lnTo>
                  <a:lnTo>
                    <a:pt x="300761" y="98012"/>
                  </a:lnTo>
                  <a:lnTo>
                    <a:pt x="300236" y="103503"/>
                  </a:lnTo>
                  <a:lnTo>
                    <a:pt x="302057" y="106046"/>
                  </a:lnTo>
                  <a:lnTo>
                    <a:pt x="296693" y="114839"/>
                  </a:lnTo>
                  <a:lnTo>
                    <a:pt x="295757" y="118866"/>
                  </a:lnTo>
                  <a:lnTo>
                    <a:pt x="294612" y="123778"/>
                  </a:lnTo>
                  <a:lnTo>
                    <a:pt x="290828" y="127568"/>
                  </a:lnTo>
                  <a:lnTo>
                    <a:pt x="287596" y="134401"/>
                  </a:lnTo>
                  <a:lnTo>
                    <a:pt x="281488" y="139397"/>
                  </a:lnTo>
                  <a:lnTo>
                    <a:pt x="279348" y="146562"/>
                  </a:lnTo>
                  <a:lnTo>
                    <a:pt x="277345" y="154237"/>
                  </a:lnTo>
                  <a:lnTo>
                    <a:pt x="265668" y="149199"/>
                  </a:lnTo>
                  <a:lnTo>
                    <a:pt x="264840" y="153771"/>
                  </a:lnTo>
                  <a:lnTo>
                    <a:pt x="263137" y="158123"/>
                  </a:lnTo>
                  <a:lnTo>
                    <a:pt x="262499" y="165777"/>
                  </a:lnTo>
                  <a:lnTo>
                    <a:pt x="262855" y="168897"/>
                  </a:lnTo>
                  <a:lnTo>
                    <a:pt x="259448" y="175346"/>
                  </a:lnTo>
                  <a:lnTo>
                    <a:pt x="257727" y="184051"/>
                  </a:lnTo>
                  <a:lnTo>
                    <a:pt x="256808" y="189334"/>
                  </a:lnTo>
                  <a:lnTo>
                    <a:pt x="256698" y="189960"/>
                  </a:lnTo>
                  <a:lnTo>
                    <a:pt x="253011" y="196953"/>
                  </a:lnTo>
                  <a:lnTo>
                    <a:pt x="251931" y="197019"/>
                  </a:lnTo>
                  <a:lnTo>
                    <a:pt x="247224" y="197304"/>
                  </a:lnTo>
                  <a:lnTo>
                    <a:pt x="238413" y="196410"/>
                  </a:lnTo>
                  <a:lnTo>
                    <a:pt x="231154" y="188194"/>
                  </a:lnTo>
                  <a:lnTo>
                    <a:pt x="222152" y="186460"/>
                  </a:lnTo>
                  <a:lnTo>
                    <a:pt x="222486" y="194823"/>
                  </a:lnTo>
                  <a:lnTo>
                    <a:pt x="221898" y="199909"/>
                  </a:lnTo>
                  <a:lnTo>
                    <a:pt x="222750" y="203078"/>
                  </a:lnTo>
                  <a:lnTo>
                    <a:pt x="221035" y="211334"/>
                  </a:lnTo>
                  <a:lnTo>
                    <a:pt x="216699" y="216903"/>
                  </a:lnTo>
                  <a:lnTo>
                    <a:pt x="218895" y="220606"/>
                  </a:lnTo>
                  <a:lnTo>
                    <a:pt x="218308" y="221384"/>
                  </a:lnTo>
                  <a:lnTo>
                    <a:pt x="214998" y="225763"/>
                  </a:lnTo>
                  <a:lnTo>
                    <a:pt x="211062" y="231865"/>
                  </a:lnTo>
                  <a:lnTo>
                    <a:pt x="210963" y="239503"/>
                  </a:lnTo>
                  <a:lnTo>
                    <a:pt x="210280" y="244694"/>
                  </a:lnTo>
                  <a:lnTo>
                    <a:pt x="210005" y="246779"/>
                  </a:lnTo>
                  <a:lnTo>
                    <a:pt x="206725" y="255580"/>
                  </a:lnTo>
                  <a:lnTo>
                    <a:pt x="205579" y="257540"/>
                  </a:lnTo>
                  <a:lnTo>
                    <a:pt x="201111" y="265160"/>
                  </a:lnTo>
                  <a:lnTo>
                    <a:pt x="197270" y="272578"/>
                  </a:lnTo>
                  <a:lnTo>
                    <a:pt x="196788" y="277316"/>
                  </a:lnTo>
                  <a:lnTo>
                    <a:pt x="195124" y="284269"/>
                  </a:lnTo>
                  <a:lnTo>
                    <a:pt x="193420" y="288284"/>
                  </a:lnTo>
                  <a:lnTo>
                    <a:pt x="193301" y="288564"/>
                  </a:lnTo>
                  <a:lnTo>
                    <a:pt x="199973" y="293265"/>
                  </a:lnTo>
                  <a:lnTo>
                    <a:pt x="196233" y="298113"/>
                  </a:lnTo>
                  <a:lnTo>
                    <a:pt x="196601" y="303138"/>
                  </a:lnTo>
                  <a:lnTo>
                    <a:pt x="189833" y="312522"/>
                  </a:lnTo>
                  <a:lnTo>
                    <a:pt x="185579" y="317321"/>
                  </a:lnTo>
                  <a:lnTo>
                    <a:pt x="185147" y="317124"/>
                  </a:lnTo>
                  <a:lnTo>
                    <a:pt x="178303" y="314001"/>
                  </a:lnTo>
                  <a:lnTo>
                    <a:pt x="170276" y="322225"/>
                  </a:lnTo>
                  <a:lnTo>
                    <a:pt x="162998" y="328313"/>
                  </a:lnTo>
                  <a:lnTo>
                    <a:pt x="156717" y="324377"/>
                  </a:lnTo>
                  <a:lnTo>
                    <a:pt x="155100" y="325106"/>
                  </a:lnTo>
                  <a:lnTo>
                    <a:pt x="154578" y="325342"/>
                  </a:lnTo>
                  <a:lnTo>
                    <a:pt x="153938" y="329243"/>
                  </a:lnTo>
                  <a:lnTo>
                    <a:pt x="158709" y="333237"/>
                  </a:lnTo>
                  <a:lnTo>
                    <a:pt x="152790" y="337614"/>
                  </a:lnTo>
                  <a:lnTo>
                    <a:pt x="148100" y="339264"/>
                  </a:lnTo>
                  <a:lnTo>
                    <a:pt x="146945" y="339670"/>
                  </a:lnTo>
                  <a:lnTo>
                    <a:pt x="138292" y="343874"/>
                  </a:lnTo>
                  <a:lnTo>
                    <a:pt x="130422" y="350233"/>
                  </a:lnTo>
                  <a:lnTo>
                    <a:pt x="117573" y="342485"/>
                  </a:lnTo>
                  <a:lnTo>
                    <a:pt x="113819" y="350276"/>
                  </a:lnTo>
                  <a:lnTo>
                    <a:pt x="109894" y="353290"/>
                  </a:lnTo>
                  <a:lnTo>
                    <a:pt x="106582" y="356867"/>
                  </a:lnTo>
                  <a:lnTo>
                    <a:pt x="104770" y="359018"/>
                  </a:lnTo>
                  <a:lnTo>
                    <a:pt x="95622" y="361514"/>
                  </a:lnTo>
                  <a:lnTo>
                    <a:pt x="90135" y="358896"/>
                  </a:lnTo>
                  <a:lnTo>
                    <a:pt x="89686" y="358682"/>
                  </a:lnTo>
                  <a:lnTo>
                    <a:pt x="86622" y="356010"/>
                  </a:lnTo>
                  <a:lnTo>
                    <a:pt x="80528" y="356289"/>
                  </a:lnTo>
                  <a:lnTo>
                    <a:pt x="75980" y="352446"/>
                  </a:lnTo>
                  <a:lnTo>
                    <a:pt x="71884" y="347409"/>
                  </a:lnTo>
                  <a:lnTo>
                    <a:pt x="71002" y="344417"/>
                  </a:lnTo>
                  <a:lnTo>
                    <a:pt x="66564" y="341827"/>
                  </a:lnTo>
                  <a:lnTo>
                    <a:pt x="69507" y="335192"/>
                  </a:lnTo>
                  <a:lnTo>
                    <a:pt x="66175" y="333246"/>
                  </a:lnTo>
                  <a:lnTo>
                    <a:pt x="58542" y="334231"/>
                  </a:lnTo>
                  <a:lnTo>
                    <a:pt x="51510" y="330517"/>
                  </a:lnTo>
                  <a:lnTo>
                    <a:pt x="43761" y="326198"/>
                  </a:lnTo>
                  <a:lnTo>
                    <a:pt x="37648" y="324096"/>
                  </a:lnTo>
                  <a:lnTo>
                    <a:pt x="34547" y="318566"/>
                  </a:lnTo>
                  <a:lnTo>
                    <a:pt x="33704" y="317062"/>
                  </a:lnTo>
                  <a:lnTo>
                    <a:pt x="29603" y="313850"/>
                  </a:lnTo>
                  <a:lnTo>
                    <a:pt x="26569" y="310222"/>
                  </a:lnTo>
                  <a:lnTo>
                    <a:pt x="24416" y="307646"/>
                  </a:lnTo>
                  <a:lnTo>
                    <a:pt x="18182" y="304362"/>
                  </a:lnTo>
                  <a:lnTo>
                    <a:pt x="18388" y="302080"/>
                  </a:lnTo>
                  <a:lnTo>
                    <a:pt x="18753" y="298030"/>
                  </a:lnTo>
                  <a:lnTo>
                    <a:pt x="10501" y="290863"/>
                  </a:lnTo>
                  <a:lnTo>
                    <a:pt x="3138" y="2849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52061" y="2861566"/>
              <a:ext cx="741486" cy="606947"/>
            </a:xfrm>
            <a:custGeom>
              <a:avLst/>
              <a:pathLst>
                <a:path w="741486" h="606947">
                  <a:moveTo>
                    <a:pt x="68819" y="18053"/>
                  </a:moveTo>
                  <a:lnTo>
                    <a:pt x="72517" y="0"/>
                  </a:lnTo>
                  <a:lnTo>
                    <a:pt x="97234" y="3141"/>
                  </a:lnTo>
                  <a:lnTo>
                    <a:pt x="104638" y="5596"/>
                  </a:lnTo>
                  <a:lnTo>
                    <a:pt x="141056" y="9424"/>
                  </a:lnTo>
                  <a:lnTo>
                    <a:pt x="172538" y="12853"/>
                  </a:lnTo>
                  <a:lnTo>
                    <a:pt x="191288" y="15197"/>
                  </a:lnTo>
                  <a:lnTo>
                    <a:pt x="212680" y="17814"/>
                  </a:lnTo>
                  <a:lnTo>
                    <a:pt x="257705" y="22591"/>
                  </a:lnTo>
                  <a:lnTo>
                    <a:pt x="261544" y="23887"/>
                  </a:lnTo>
                  <a:lnTo>
                    <a:pt x="303683" y="28508"/>
                  </a:lnTo>
                  <a:lnTo>
                    <a:pt x="315238" y="29734"/>
                  </a:lnTo>
                  <a:lnTo>
                    <a:pt x="339376" y="32115"/>
                  </a:lnTo>
                  <a:lnTo>
                    <a:pt x="363428" y="34411"/>
                  </a:lnTo>
                  <a:lnTo>
                    <a:pt x="371645" y="35225"/>
                  </a:lnTo>
                  <a:lnTo>
                    <a:pt x="425288" y="40320"/>
                  </a:lnTo>
                  <a:lnTo>
                    <a:pt x="469570" y="44983"/>
                  </a:lnTo>
                  <a:lnTo>
                    <a:pt x="529521" y="50153"/>
                  </a:lnTo>
                  <a:lnTo>
                    <a:pt x="552470" y="51380"/>
                  </a:lnTo>
                  <a:lnTo>
                    <a:pt x="569472" y="52245"/>
                  </a:lnTo>
                  <a:lnTo>
                    <a:pt x="643564" y="57265"/>
                  </a:lnTo>
                  <a:lnTo>
                    <a:pt x="647249" y="57496"/>
                  </a:lnTo>
                  <a:lnTo>
                    <a:pt x="648496" y="57574"/>
                  </a:lnTo>
                  <a:lnTo>
                    <a:pt x="741486" y="63185"/>
                  </a:lnTo>
                  <a:lnTo>
                    <a:pt x="739585" y="104850"/>
                  </a:lnTo>
                  <a:lnTo>
                    <a:pt x="738780" y="121229"/>
                  </a:lnTo>
                  <a:lnTo>
                    <a:pt x="736638" y="164917"/>
                  </a:lnTo>
                  <a:lnTo>
                    <a:pt x="736167" y="174389"/>
                  </a:lnTo>
                  <a:lnTo>
                    <a:pt x="735901" y="179737"/>
                  </a:lnTo>
                  <a:lnTo>
                    <a:pt x="733960" y="218877"/>
                  </a:lnTo>
                  <a:lnTo>
                    <a:pt x="732029" y="259007"/>
                  </a:lnTo>
                  <a:lnTo>
                    <a:pt x="731683" y="266530"/>
                  </a:lnTo>
                  <a:lnTo>
                    <a:pt x="731523" y="270003"/>
                  </a:lnTo>
                  <a:lnTo>
                    <a:pt x="730349" y="295592"/>
                  </a:lnTo>
                  <a:lnTo>
                    <a:pt x="728501" y="334952"/>
                  </a:lnTo>
                  <a:lnTo>
                    <a:pt x="726109" y="385257"/>
                  </a:lnTo>
                  <a:lnTo>
                    <a:pt x="725975" y="387863"/>
                  </a:lnTo>
                  <a:lnTo>
                    <a:pt x="725194" y="403073"/>
                  </a:lnTo>
                  <a:lnTo>
                    <a:pt x="723581" y="437091"/>
                  </a:lnTo>
                  <a:lnTo>
                    <a:pt x="722056" y="468881"/>
                  </a:lnTo>
                  <a:lnTo>
                    <a:pt x="721958" y="470865"/>
                  </a:lnTo>
                  <a:lnTo>
                    <a:pt x="721171" y="486682"/>
                  </a:lnTo>
                  <a:lnTo>
                    <a:pt x="719967" y="512212"/>
                  </a:lnTo>
                  <a:lnTo>
                    <a:pt x="719428" y="523660"/>
                  </a:lnTo>
                  <a:lnTo>
                    <a:pt x="719117" y="530381"/>
                  </a:lnTo>
                  <a:lnTo>
                    <a:pt x="718042" y="553654"/>
                  </a:lnTo>
                  <a:lnTo>
                    <a:pt x="717279" y="569299"/>
                  </a:lnTo>
                  <a:lnTo>
                    <a:pt x="716150" y="591570"/>
                  </a:lnTo>
                  <a:lnTo>
                    <a:pt x="715409" y="606947"/>
                  </a:lnTo>
                  <a:lnTo>
                    <a:pt x="669837" y="604527"/>
                  </a:lnTo>
                  <a:lnTo>
                    <a:pt x="633035" y="602949"/>
                  </a:lnTo>
                  <a:lnTo>
                    <a:pt x="623993" y="602407"/>
                  </a:lnTo>
                  <a:lnTo>
                    <a:pt x="589742" y="600267"/>
                  </a:lnTo>
                  <a:lnTo>
                    <a:pt x="496060" y="593794"/>
                  </a:lnTo>
                  <a:lnTo>
                    <a:pt x="493290" y="593587"/>
                  </a:lnTo>
                  <a:lnTo>
                    <a:pt x="482676" y="592712"/>
                  </a:lnTo>
                  <a:lnTo>
                    <a:pt x="427457" y="587941"/>
                  </a:lnTo>
                  <a:lnTo>
                    <a:pt x="380646" y="583610"/>
                  </a:lnTo>
                  <a:lnTo>
                    <a:pt x="375568" y="583124"/>
                  </a:lnTo>
                  <a:lnTo>
                    <a:pt x="319174" y="578126"/>
                  </a:lnTo>
                  <a:lnTo>
                    <a:pt x="285189" y="574929"/>
                  </a:lnTo>
                  <a:lnTo>
                    <a:pt x="203527" y="566236"/>
                  </a:lnTo>
                  <a:lnTo>
                    <a:pt x="183050" y="563901"/>
                  </a:lnTo>
                  <a:lnTo>
                    <a:pt x="135602" y="558791"/>
                  </a:lnTo>
                  <a:lnTo>
                    <a:pt x="106501" y="555390"/>
                  </a:lnTo>
                  <a:lnTo>
                    <a:pt x="101631" y="554811"/>
                  </a:lnTo>
                  <a:lnTo>
                    <a:pt x="94172" y="553918"/>
                  </a:lnTo>
                  <a:lnTo>
                    <a:pt x="51561" y="548638"/>
                  </a:lnTo>
                  <a:lnTo>
                    <a:pt x="17760" y="544063"/>
                  </a:lnTo>
                  <a:lnTo>
                    <a:pt x="0" y="541603"/>
                  </a:lnTo>
                  <a:lnTo>
                    <a:pt x="4472" y="507284"/>
                  </a:lnTo>
                  <a:lnTo>
                    <a:pt x="6400" y="492529"/>
                  </a:lnTo>
                  <a:lnTo>
                    <a:pt x="10104" y="464820"/>
                  </a:lnTo>
                  <a:lnTo>
                    <a:pt x="10354" y="462888"/>
                  </a:lnTo>
                  <a:lnTo>
                    <a:pt x="17756" y="405816"/>
                  </a:lnTo>
                  <a:lnTo>
                    <a:pt x="23928" y="358745"/>
                  </a:lnTo>
                  <a:lnTo>
                    <a:pt x="27029" y="336509"/>
                  </a:lnTo>
                  <a:lnTo>
                    <a:pt x="30973" y="308297"/>
                  </a:lnTo>
                  <a:lnTo>
                    <a:pt x="35290" y="275572"/>
                  </a:lnTo>
                  <a:lnTo>
                    <a:pt x="36273" y="268134"/>
                  </a:lnTo>
                  <a:lnTo>
                    <a:pt x="37221" y="260968"/>
                  </a:lnTo>
                  <a:lnTo>
                    <a:pt x="41579" y="228036"/>
                  </a:lnTo>
                  <a:lnTo>
                    <a:pt x="44871" y="202951"/>
                  </a:lnTo>
                  <a:lnTo>
                    <a:pt x="48197" y="177668"/>
                  </a:lnTo>
                  <a:lnTo>
                    <a:pt x="52183" y="147827"/>
                  </a:lnTo>
                  <a:lnTo>
                    <a:pt x="53487" y="137663"/>
                  </a:lnTo>
                  <a:lnTo>
                    <a:pt x="55774" y="119870"/>
                  </a:lnTo>
                  <a:lnTo>
                    <a:pt x="60483" y="84674"/>
                  </a:lnTo>
                  <a:lnTo>
                    <a:pt x="62325" y="71264"/>
                  </a:lnTo>
                  <a:lnTo>
                    <a:pt x="64509" y="50774"/>
                  </a:lnTo>
                  <a:lnTo>
                    <a:pt x="65260" y="45181"/>
                  </a:lnTo>
                  <a:lnTo>
                    <a:pt x="66335" y="371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094510" y="3468280"/>
              <a:ext cx="582957" cy="447549"/>
            </a:xfrm>
            <a:custGeom>
              <a:avLst/>
              <a:pathLst>
                <a:path w="582957" h="447549">
                  <a:moveTo>
                    <a:pt x="14355" y="255493"/>
                  </a:moveTo>
                  <a:lnTo>
                    <a:pt x="21617" y="191595"/>
                  </a:lnTo>
                  <a:lnTo>
                    <a:pt x="24187" y="167012"/>
                  </a:lnTo>
                  <a:lnTo>
                    <a:pt x="25591" y="153619"/>
                  </a:lnTo>
                  <a:lnTo>
                    <a:pt x="27338" y="136989"/>
                  </a:lnTo>
                  <a:lnTo>
                    <a:pt x="29646" y="115068"/>
                  </a:lnTo>
                  <a:lnTo>
                    <a:pt x="32894" y="83799"/>
                  </a:lnTo>
                  <a:lnTo>
                    <a:pt x="33362" y="79528"/>
                  </a:lnTo>
                  <a:lnTo>
                    <a:pt x="38196" y="35496"/>
                  </a:lnTo>
                  <a:lnTo>
                    <a:pt x="38292" y="34575"/>
                  </a:lnTo>
                  <a:lnTo>
                    <a:pt x="40045" y="17861"/>
                  </a:lnTo>
                  <a:lnTo>
                    <a:pt x="41813" y="0"/>
                  </a:lnTo>
                  <a:lnTo>
                    <a:pt x="103395" y="6555"/>
                  </a:lnTo>
                  <a:lnTo>
                    <a:pt x="129023" y="8965"/>
                  </a:lnTo>
                  <a:lnTo>
                    <a:pt x="171550" y="12735"/>
                  </a:lnTo>
                  <a:lnTo>
                    <a:pt x="175380" y="13101"/>
                  </a:lnTo>
                  <a:lnTo>
                    <a:pt x="210680" y="16367"/>
                  </a:lnTo>
                  <a:lnTo>
                    <a:pt x="252321" y="19965"/>
                  </a:lnTo>
                  <a:lnTo>
                    <a:pt x="260325" y="20625"/>
                  </a:lnTo>
                  <a:lnTo>
                    <a:pt x="262414" y="20781"/>
                  </a:lnTo>
                  <a:lnTo>
                    <a:pt x="333082" y="25663"/>
                  </a:lnTo>
                  <a:lnTo>
                    <a:pt x="358889" y="27276"/>
                  </a:lnTo>
                  <a:lnTo>
                    <a:pt x="365708" y="27685"/>
                  </a:lnTo>
                  <a:lnTo>
                    <a:pt x="393460" y="28875"/>
                  </a:lnTo>
                  <a:lnTo>
                    <a:pt x="427827" y="30700"/>
                  </a:lnTo>
                  <a:lnTo>
                    <a:pt x="464971" y="32387"/>
                  </a:lnTo>
                  <a:lnTo>
                    <a:pt x="479793" y="32992"/>
                  </a:lnTo>
                  <a:lnTo>
                    <a:pt x="503504" y="33888"/>
                  </a:lnTo>
                  <a:lnTo>
                    <a:pt x="536296" y="35030"/>
                  </a:lnTo>
                  <a:lnTo>
                    <a:pt x="538810" y="35111"/>
                  </a:lnTo>
                  <a:lnTo>
                    <a:pt x="543790" y="35268"/>
                  </a:lnTo>
                  <a:lnTo>
                    <a:pt x="582957" y="36346"/>
                  </a:lnTo>
                  <a:lnTo>
                    <a:pt x="582360" y="62292"/>
                  </a:lnTo>
                  <a:lnTo>
                    <a:pt x="582232" y="67633"/>
                  </a:lnTo>
                  <a:lnTo>
                    <a:pt x="581601" y="94063"/>
                  </a:lnTo>
                  <a:lnTo>
                    <a:pt x="581379" y="103380"/>
                  </a:lnTo>
                  <a:lnTo>
                    <a:pt x="581353" y="104492"/>
                  </a:lnTo>
                  <a:lnTo>
                    <a:pt x="580503" y="138897"/>
                  </a:lnTo>
                  <a:lnTo>
                    <a:pt x="580095" y="157786"/>
                  </a:lnTo>
                  <a:lnTo>
                    <a:pt x="579603" y="182917"/>
                  </a:lnTo>
                  <a:lnTo>
                    <a:pt x="579591" y="183520"/>
                  </a:lnTo>
                  <a:lnTo>
                    <a:pt x="579202" y="203471"/>
                  </a:lnTo>
                  <a:lnTo>
                    <a:pt x="578766" y="228150"/>
                  </a:lnTo>
                  <a:lnTo>
                    <a:pt x="578610" y="236983"/>
                  </a:lnTo>
                  <a:lnTo>
                    <a:pt x="577846" y="272826"/>
                  </a:lnTo>
                  <a:lnTo>
                    <a:pt x="577667" y="281276"/>
                  </a:lnTo>
                  <a:lnTo>
                    <a:pt x="577166" y="304938"/>
                  </a:lnTo>
                  <a:lnTo>
                    <a:pt x="576917" y="316798"/>
                  </a:lnTo>
                  <a:lnTo>
                    <a:pt x="576903" y="317448"/>
                  </a:lnTo>
                  <a:lnTo>
                    <a:pt x="576582" y="332766"/>
                  </a:lnTo>
                  <a:lnTo>
                    <a:pt x="575889" y="371157"/>
                  </a:lnTo>
                  <a:lnTo>
                    <a:pt x="575862" y="372660"/>
                  </a:lnTo>
                  <a:lnTo>
                    <a:pt x="575675" y="380819"/>
                  </a:lnTo>
                  <a:lnTo>
                    <a:pt x="575077" y="406962"/>
                  </a:lnTo>
                  <a:lnTo>
                    <a:pt x="574771" y="420388"/>
                  </a:lnTo>
                  <a:lnTo>
                    <a:pt x="574418" y="435924"/>
                  </a:lnTo>
                  <a:lnTo>
                    <a:pt x="574258" y="443246"/>
                  </a:lnTo>
                  <a:lnTo>
                    <a:pt x="574134" y="447549"/>
                  </a:lnTo>
                  <a:lnTo>
                    <a:pt x="548403" y="446729"/>
                  </a:lnTo>
                  <a:lnTo>
                    <a:pt x="520224" y="445815"/>
                  </a:lnTo>
                  <a:lnTo>
                    <a:pt x="508416" y="444969"/>
                  </a:lnTo>
                  <a:lnTo>
                    <a:pt x="495252" y="444458"/>
                  </a:lnTo>
                  <a:lnTo>
                    <a:pt x="488357" y="444233"/>
                  </a:lnTo>
                  <a:lnTo>
                    <a:pt x="435185" y="442261"/>
                  </a:lnTo>
                  <a:lnTo>
                    <a:pt x="412623" y="441428"/>
                  </a:lnTo>
                  <a:lnTo>
                    <a:pt x="385432" y="440326"/>
                  </a:lnTo>
                  <a:lnTo>
                    <a:pt x="353152" y="438589"/>
                  </a:lnTo>
                  <a:lnTo>
                    <a:pt x="321257" y="436511"/>
                  </a:lnTo>
                  <a:lnTo>
                    <a:pt x="318448" y="436334"/>
                  </a:lnTo>
                  <a:lnTo>
                    <a:pt x="313078" y="435992"/>
                  </a:lnTo>
                  <a:lnTo>
                    <a:pt x="310552" y="435830"/>
                  </a:lnTo>
                  <a:lnTo>
                    <a:pt x="296770" y="434926"/>
                  </a:lnTo>
                  <a:lnTo>
                    <a:pt x="287369" y="434310"/>
                  </a:lnTo>
                  <a:lnTo>
                    <a:pt x="272398" y="433307"/>
                  </a:lnTo>
                  <a:lnTo>
                    <a:pt x="272234" y="433296"/>
                  </a:lnTo>
                  <a:lnTo>
                    <a:pt x="249354" y="431740"/>
                  </a:lnTo>
                  <a:lnTo>
                    <a:pt x="248629" y="431691"/>
                  </a:lnTo>
                  <a:lnTo>
                    <a:pt x="221012" y="429773"/>
                  </a:lnTo>
                  <a:lnTo>
                    <a:pt x="210102" y="428984"/>
                  </a:lnTo>
                  <a:lnTo>
                    <a:pt x="177850" y="426551"/>
                  </a:lnTo>
                  <a:lnTo>
                    <a:pt x="177296" y="425711"/>
                  </a:lnTo>
                  <a:lnTo>
                    <a:pt x="132790" y="421920"/>
                  </a:lnTo>
                  <a:lnTo>
                    <a:pt x="127813" y="421477"/>
                  </a:lnTo>
                  <a:lnTo>
                    <a:pt x="85366" y="417545"/>
                  </a:lnTo>
                  <a:lnTo>
                    <a:pt x="54403" y="414554"/>
                  </a:lnTo>
                  <a:lnTo>
                    <a:pt x="34706" y="412577"/>
                  </a:lnTo>
                  <a:lnTo>
                    <a:pt x="0" y="408924"/>
                  </a:lnTo>
                  <a:lnTo>
                    <a:pt x="5105" y="359336"/>
                  </a:lnTo>
                  <a:lnTo>
                    <a:pt x="9296" y="318873"/>
                  </a:lnTo>
                  <a:lnTo>
                    <a:pt x="12186" y="291101"/>
                  </a:lnTo>
                  <a:lnTo>
                    <a:pt x="12310" y="289910"/>
                  </a:lnTo>
                  <a:lnTo>
                    <a:pt x="11997" y="27843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38366" y="2929702"/>
              <a:ext cx="75937" cy="80244"/>
            </a:xfrm>
            <a:custGeom>
              <a:avLst/>
              <a:pathLst>
                <a:path w="75937" h="80244">
                  <a:moveTo>
                    <a:pt x="6870" y="75031"/>
                  </a:moveTo>
                  <a:lnTo>
                    <a:pt x="14502" y="65838"/>
                  </a:lnTo>
                  <a:lnTo>
                    <a:pt x="10448" y="62350"/>
                  </a:lnTo>
                  <a:lnTo>
                    <a:pt x="9503" y="58484"/>
                  </a:lnTo>
                  <a:lnTo>
                    <a:pt x="9367" y="57924"/>
                  </a:lnTo>
                  <a:lnTo>
                    <a:pt x="8510" y="54425"/>
                  </a:lnTo>
                  <a:lnTo>
                    <a:pt x="7325" y="49757"/>
                  </a:lnTo>
                  <a:lnTo>
                    <a:pt x="6046" y="44736"/>
                  </a:lnTo>
                  <a:lnTo>
                    <a:pt x="5750" y="43573"/>
                  </a:lnTo>
                  <a:lnTo>
                    <a:pt x="5394" y="42190"/>
                  </a:lnTo>
                  <a:lnTo>
                    <a:pt x="3201" y="33679"/>
                  </a:lnTo>
                  <a:lnTo>
                    <a:pt x="0" y="21455"/>
                  </a:lnTo>
                  <a:lnTo>
                    <a:pt x="9888" y="18324"/>
                  </a:lnTo>
                  <a:lnTo>
                    <a:pt x="13907" y="17095"/>
                  </a:lnTo>
                  <a:lnTo>
                    <a:pt x="16764" y="16218"/>
                  </a:lnTo>
                  <a:lnTo>
                    <a:pt x="18847" y="15577"/>
                  </a:lnTo>
                  <a:lnTo>
                    <a:pt x="24063" y="13839"/>
                  </a:lnTo>
                  <a:lnTo>
                    <a:pt x="24698" y="13627"/>
                  </a:lnTo>
                  <a:lnTo>
                    <a:pt x="26793" y="15172"/>
                  </a:lnTo>
                  <a:lnTo>
                    <a:pt x="28074" y="14495"/>
                  </a:lnTo>
                  <a:lnTo>
                    <a:pt x="28365" y="14341"/>
                  </a:lnTo>
                  <a:lnTo>
                    <a:pt x="28967" y="12150"/>
                  </a:lnTo>
                  <a:lnTo>
                    <a:pt x="33932" y="10721"/>
                  </a:lnTo>
                  <a:lnTo>
                    <a:pt x="36911" y="9452"/>
                  </a:lnTo>
                  <a:lnTo>
                    <a:pt x="44989" y="6699"/>
                  </a:lnTo>
                  <a:lnTo>
                    <a:pt x="49274" y="5255"/>
                  </a:lnTo>
                  <a:lnTo>
                    <a:pt x="51941" y="4352"/>
                  </a:lnTo>
                  <a:lnTo>
                    <a:pt x="57624" y="2420"/>
                  </a:lnTo>
                  <a:lnTo>
                    <a:pt x="63037" y="589"/>
                  </a:lnTo>
                  <a:lnTo>
                    <a:pt x="64774" y="0"/>
                  </a:lnTo>
                  <a:lnTo>
                    <a:pt x="65111" y="799"/>
                  </a:lnTo>
                  <a:lnTo>
                    <a:pt x="69028" y="11329"/>
                  </a:lnTo>
                  <a:lnTo>
                    <a:pt x="70645" y="15631"/>
                  </a:lnTo>
                  <a:lnTo>
                    <a:pt x="72984" y="22383"/>
                  </a:lnTo>
                  <a:lnTo>
                    <a:pt x="74479" y="27256"/>
                  </a:lnTo>
                  <a:lnTo>
                    <a:pt x="75937" y="32019"/>
                  </a:lnTo>
                  <a:lnTo>
                    <a:pt x="74411" y="32851"/>
                  </a:lnTo>
                  <a:lnTo>
                    <a:pt x="75606" y="35875"/>
                  </a:lnTo>
                  <a:lnTo>
                    <a:pt x="75272" y="38001"/>
                  </a:lnTo>
                  <a:lnTo>
                    <a:pt x="73989" y="37508"/>
                  </a:lnTo>
                  <a:lnTo>
                    <a:pt x="71401" y="38840"/>
                  </a:lnTo>
                  <a:lnTo>
                    <a:pt x="69130" y="40440"/>
                  </a:lnTo>
                  <a:lnTo>
                    <a:pt x="66388" y="41593"/>
                  </a:lnTo>
                  <a:lnTo>
                    <a:pt x="65122" y="42928"/>
                  </a:lnTo>
                  <a:lnTo>
                    <a:pt x="62244" y="42999"/>
                  </a:lnTo>
                  <a:lnTo>
                    <a:pt x="61203" y="44280"/>
                  </a:lnTo>
                  <a:lnTo>
                    <a:pt x="60790" y="44698"/>
                  </a:lnTo>
                  <a:lnTo>
                    <a:pt x="59350" y="46155"/>
                  </a:lnTo>
                  <a:lnTo>
                    <a:pt x="57254" y="47061"/>
                  </a:lnTo>
                  <a:lnTo>
                    <a:pt x="56067" y="48413"/>
                  </a:lnTo>
                  <a:lnTo>
                    <a:pt x="55028" y="47800"/>
                  </a:lnTo>
                  <a:lnTo>
                    <a:pt x="52606" y="49156"/>
                  </a:lnTo>
                  <a:lnTo>
                    <a:pt x="50499" y="50870"/>
                  </a:lnTo>
                  <a:lnTo>
                    <a:pt x="50069" y="51220"/>
                  </a:lnTo>
                  <a:lnTo>
                    <a:pt x="47787" y="50952"/>
                  </a:lnTo>
                  <a:lnTo>
                    <a:pt x="45666" y="51885"/>
                  </a:lnTo>
                  <a:lnTo>
                    <a:pt x="44604" y="53381"/>
                  </a:lnTo>
                  <a:lnTo>
                    <a:pt x="41998" y="54623"/>
                  </a:lnTo>
                  <a:lnTo>
                    <a:pt x="40589" y="53724"/>
                  </a:lnTo>
                  <a:lnTo>
                    <a:pt x="37291" y="56195"/>
                  </a:lnTo>
                  <a:lnTo>
                    <a:pt x="36306" y="56150"/>
                  </a:lnTo>
                  <a:lnTo>
                    <a:pt x="34918" y="56085"/>
                  </a:lnTo>
                  <a:lnTo>
                    <a:pt x="33868" y="57470"/>
                  </a:lnTo>
                  <a:lnTo>
                    <a:pt x="33394" y="58095"/>
                  </a:lnTo>
                  <a:lnTo>
                    <a:pt x="32539" y="59994"/>
                  </a:lnTo>
                  <a:lnTo>
                    <a:pt x="30467" y="61446"/>
                  </a:lnTo>
                  <a:lnTo>
                    <a:pt x="30147" y="63346"/>
                  </a:lnTo>
                  <a:lnTo>
                    <a:pt x="30042" y="63973"/>
                  </a:lnTo>
                  <a:lnTo>
                    <a:pt x="29311" y="64635"/>
                  </a:lnTo>
                  <a:lnTo>
                    <a:pt x="27545" y="64855"/>
                  </a:lnTo>
                  <a:lnTo>
                    <a:pt x="26308" y="65007"/>
                  </a:lnTo>
                  <a:lnTo>
                    <a:pt x="24687" y="67963"/>
                  </a:lnTo>
                  <a:lnTo>
                    <a:pt x="24411" y="68106"/>
                  </a:lnTo>
                  <a:lnTo>
                    <a:pt x="23398" y="68632"/>
                  </a:lnTo>
                  <a:lnTo>
                    <a:pt x="22162" y="69274"/>
                  </a:lnTo>
                  <a:lnTo>
                    <a:pt x="20645" y="70147"/>
                  </a:lnTo>
                  <a:lnTo>
                    <a:pt x="21661" y="70882"/>
                  </a:lnTo>
                  <a:lnTo>
                    <a:pt x="20845" y="72777"/>
                  </a:lnTo>
                  <a:lnTo>
                    <a:pt x="19668" y="73810"/>
                  </a:lnTo>
                  <a:lnTo>
                    <a:pt x="17810" y="74222"/>
                  </a:lnTo>
                  <a:lnTo>
                    <a:pt x="16130" y="75538"/>
                  </a:lnTo>
                  <a:lnTo>
                    <a:pt x="14746" y="77301"/>
                  </a:lnTo>
                  <a:lnTo>
                    <a:pt x="13445" y="77791"/>
                  </a:lnTo>
                  <a:lnTo>
                    <a:pt x="11562" y="80244"/>
                  </a:lnTo>
                  <a:lnTo>
                    <a:pt x="11165" y="79268"/>
                  </a:lnTo>
                  <a:lnTo>
                    <a:pt x="10925" y="78535"/>
                  </a:lnTo>
                  <a:lnTo>
                    <a:pt x="8162" y="7614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80939" y="3273869"/>
              <a:ext cx="82407" cy="126440"/>
            </a:xfrm>
            <a:custGeom>
              <a:avLst/>
              <a:pathLst>
                <a:path w="82407" h="126440">
                  <a:moveTo>
                    <a:pt x="991" y="15575"/>
                  </a:moveTo>
                  <a:lnTo>
                    <a:pt x="1458" y="11962"/>
                  </a:lnTo>
                  <a:lnTo>
                    <a:pt x="3004" y="8158"/>
                  </a:lnTo>
                  <a:lnTo>
                    <a:pt x="5886" y="4449"/>
                  </a:lnTo>
                  <a:lnTo>
                    <a:pt x="10237" y="1795"/>
                  </a:lnTo>
                  <a:lnTo>
                    <a:pt x="11036" y="1307"/>
                  </a:lnTo>
                  <a:lnTo>
                    <a:pt x="11606" y="958"/>
                  </a:lnTo>
                  <a:lnTo>
                    <a:pt x="17822" y="0"/>
                  </a:lnTo>
                  <a:lnTo>
                    <a:pt x="22942" y="1053"/>
                  </a:lnTo>
                  <a:lnTo>
                    <a:pt x="20908" y="5192"/>
                  </a:lnTo>
                  <a:lnTo>
                    <a:pt x="20998" y="10095"/>
                  </a:lnTo>
                  <a:lnTo>
                    <a:pt x="19593" y="13336"/>
                  </a:lnTo>
                  <a:lnTo>
                    <a:pt x="18889" y="17329"/>
                  </a:lnTo>
                  <a:lnTo>
                    <a:pt x="17707" y="19384"/>
                  </a:lnTo>
                  <a:lnTo>
                    <a:pt x="19610" y="22075"/>
                  </a:lnTo>
                  <a:lnTo>
                    <a:pt x="22165" y="23029"/>
                  </a:lnTo>
                  <a:lnTo>
                    <a:pt x="22257" y="27146"/>
                  </a:lnTo>
                  <a:lnTo>
                    <a:pt x="23180" y="30466"/>
                  </a:lnTo>
                  <a:lnTo>
                    <a:pt x="19300" y="33502"/>
                  </a:lnTo>
                  <a:lnTo>
                    <a:pt x="21755" y="36651"/>
                  </a:lnTo>
                  <a:lnTo>
                    <a:pt x="26429" y="40154"/>
                  </a:lnTo>
                  <a:lnTo>
                    <a:pt x="27954" y="41377"/>
                  </a:lnTo>
                  <a:lnTo>
                    <a:pt x="31409" y="44145"/>
                  </a:lnTo>
                  <a:lnTo>
                    <a:pt x="37205" y="48761"/>
                  </a:lnTo>
                  <a:lnTo>
                    <a:pt x="40076" y="55277"/>
                  </a:lnTo>
                  <a:lnTo>
                    <a:pt x="40619" y="60411"/>
                  </a:lnTo>
                  <a:lnTo>
                    <a:pt x="43313" y="66931"/>
                  </a:lnTo>
                  <a:lnTo>
                    <a:pt x="48025" y="69144"/>
                  </a:lnTo>
                  <a:lnTo>
                    <a:pt x="52190" y="74862"/>
                  </a:lnTo>
                  <a:lnTo>
                    <a:pt x="52689" y="75547"/>
                  </a:lnTo>
                  <a:lnTo>
                    <a:pt x="53248" y="77881"/>
                  </a:lnTo>
                  <a:lnTo>
                    <a:pt x="59890" y="82494"/>
                  </a:lnTo>
                  <a:lnTo>
                    <a:pt x="66223" y="85759"/>
                  </a:lnTo>
                  <a:lnTo>
                    <a:pt x="69503" y="85427"/>
                  </a:lnTo>
                  <a:lnTo>
                    <a:pt x="70753" y="83654"/>
                  </a:lnTo>
                  <a:lnTo>
                    <a:pt x="74545" y="92243"/>
                  </a:lnTo>
                  <a:lnTo>
                    <a:pt x="79880" y="106127"/>
                  </a:lnTo>
                  <a:lnTo>
                    <a:pt x="82407" y="113589"/>
                  </a:lnTo>
                  <a:lnTo>
                    <a:pt x="73120" y="116529"/>
                  </a:lnTo>
                  <a:lnTo>
                    <a:pt x="62467" y="119713"/>
                  </a:lnTo>
                  <a:lnTo>
                    <a:pt x="53028" y="122516"/>
                  </a:lnTo>
                  <a:lnTo>
                    <a:pt x="38237" y="126440"/>
                  </a:lnTo>
                  <a:lnTo>
                    <a:pt x="35714" y="119211"/>
                  </a:lnTo>
                  <a:lnTo>
                    <a:pt x="35167" y="117633"/>
                  </a:lnTo>
                  <a:lnTo>
                    <a:pt x="32902" y="111100"/>
                  </a:lnTo>
                  <a:lnTo>
                    <a:pt x="26962" y="94085"/>
                  </a:lnTo>
                  <a:lnTo>
                    <a:pt x="17376" y="66669"/>
                  </a:lnTo>
                  <a:lnTo>
                    <a:pt x="14203" y="57607"/>
                  </a:lnTo>
                  <a:lnTo>
                    <a:pt x="12667" y="53223"/>
                  </a:lnTo>
                  <a:lnTo>
                    <a:pt x="10188" y="46147"/>
                  </a:lnTo>
                  <a:lnTo>
                    <a:pt x="0" y="1587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462604" y="5743119"/>
              <a:ext cx="7400" cy="7201"/>
            </a:xfrm>
            <a:custGeom>
              <a:avLst/>
              <a:pathLst>
                <a:path w="7400" h="7201">
                  <a:moveTo>
                    <a:pt x="382" y="1044"/>
                  </a:moveTo>
                  <a:lnTo>
                    <a:pt x="3183" y="0"/>
                  </a:lnTo>
                  <a:lnTo>
                    <a:pt x="4559" y="54"/>
                  </a:lnTo>
                  <a:lnTo>
                    <a:pt x="7400" y="3775"/>
                  </a:lnTo>
                  <a:lnTo>
                    <a:pt x="6159" y="6241"/>
                  </a:lnTo>
                  <a:lnTo>
                    <a:pt x="3578" y="7201"/>
                  </a:lnTo>
                  <a:lnTo>
                    <a:pt x="1163" y="5488"/>
                  </a:lnTo>
                  <a:lnTo>
                    <a:pt x="0" y="35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64702" y="5483275"/>
              <a:ext cx="65557" cy="63557"/>
            </a:xfrm>
            <a:custGeom>
              <a:avLst/>
              <a:pathLst>
                <a:path w="65557" h="63557">
                  <a:moveTo>
                    <a:pt x="976" y="24268"/>
                  </a:moveTo>
                  <a:lnTo>
                    <a:pt x="2836" y="21314"/>
                  </a:lnTo>
                  <a:lnTo>
                    <a:pt x="3572" y="17804"/>
                  </a:lnTo>
                  <a:lnTo>
                    <a:pt x="4193" y="14827"/>
                  </a:lnTo>
                  <a:lnTo>
                    <a:pt x="3762" y="12865"/>
                  </a:lnTo>
                  <a:lnTo>
                    <a:pt x="1479" y="9226"/>
                  </a:lnTo>
                  <a:lnTo>
                    <a:pt x="788" y="6664"/>
                  </a:lnTo>
                  <a:lnTo>
                    <a:pt x="0" y="4775"/>
                  </a:lnTo>
                  <a:lnTo>
                    <a:pt x="1171" y="2993"/>
                  </a:lnTo>
                  <a:lnTo>
                    <a:pt x="5096" y="2224"/>
                  </a:lnTo>
                  <a:lnTo>
                    <a:pt x="9900" y="0"/>
                  </a:lnTo>
                  <a:lnTo>
                    <a:pt x="11067" y="365"/>
                  </a:lnTo>
                  <a:lnTo>
                    <a:pt x="14018" y="2360"/>
                  </a:lnTo>
                  <a:lnTo>
                    <a:pt x="14992" y="2295"/>
                  </a:lnTo>
                  <a:lnTo>
                    <a:pt x="16845" y="2171"/>
                  </a:lnTo>
                  <a:lnTo>
                    <a:pt x="19494" y="3479"/>
                  </a:lnTo>
                  <a:lnTo>
                    <a:pt x="21905" y="5768"/>
                  </a:lnTo>
                  <a:lnTo>
                    <a:pt x="20613" y="6570"/>
                  </a:lnTo>
                  <a:lnTo>
                    <a:pt x="22258" y="8126"/>
                  </a:lnTo>
                  <a:lnTo>
                    <a:pt x="23255" y="9067"/>
                  </a:lnTo>
                  <a:lnTo>
                    <a:pt x="30092" y="11456"/>
                  </a:lnTo>
                  <a:lnTo>
                    <a:pt x="35686" y="15224"/>
                  </a:lnTo>
                  <a:lnTo>
                    <a:pt x="37842" y="19563"/>
                  </a:lnTo>
                  <a:lnTo>
                    <a:pt x="39761" y="19081"/>
                  </a:lnTo>
                  <a:lnTo>
                    <a:pt x="43653" y="22900"/>
                  </a:lnTo>
                  <a:lnTo>
                    <a:pt x="48861" y="25033"/>
                  </a:lnTo>
                  <a:lnTo>
                    <a:pt x="47086" y="27946"/>
                  </a:lnTo>
                  <a:lnTo>
                    <a:pt x="52365" y="31761"/>
                  </a:lnTo>
                  <a:lnTo>
                    <a:pt x="54592" y="31355"/>
                  </a:lnTo>
                  <a:lnTo>
                    <a:pt x="57671" y="34550"/>
                  </a:lnTo>
                  <a:lnTo>
                    <a:pt x="57976" y="38186"/>
                  </a:lnTo>
                  <a:lnTo>
                    <a:pt x="60362" y="40846"/>
                  </a:lnTo>
                  <a:lnTo>
                    <a:pt x="62821" y="46122"/>
                  </a:lnTo>
                  <a:lnTo>
                    <a:pt x="65384" y="50179"/>
                  </a:lnTo>
                  <a:lnTo>
                    <a:pt x="65557" y="53036"/>
                  </a:lnTo>
                  <a:lnTo>
                    <a:pt x="65455" y="54612"/>
                  </a:lnTo>
                  <a:lnTo>
                    <a:pt x="62541" y="56361"/>
                  </a:lnTo>
                  <a:lnTo>
                    <a:pt x="60543" y="55772"/>
                  </a:lnTo>
                  <a:lnTo>
                    <a:pt x="58869" y="56888"/>
                  </a:lnTo>
                  <a:lnTo>
                    <a:pt x="56951" y="56189"/>
                  </a:lnTo>
                  <a:lnTo>
                    <a:pt x="55497" y="55224"/>
                  </a:lnTo>
                  <a:lnTo>
                    <a:pt x="53178" y="56484"/>
                  </a:lnTo>
                  <a:lnTo>
                    <a:pt x="50773" y="59000"/>
                  </a:lnTo>
                  <a:lnTo>
                    <a:pt x="51420" y="62582"/>
                  </a:lnTo>
                  <a:lnTo>
                    <a:pt x="49669" y="63472"/>
                  </a:lnTo>
                  <a:lnTo>
                    <a:pt x="46612" y="63557"/>
                  </a:lnTo>
                  <a:lnTo>
                    <a:pt x="45392" y="61488"/>
                  </a:lnTo>
                  <a:lnTo>
                    <a:pt x="43918" y="60718"/>
                  </a:lnTo>
                  <a:lnTo>
                    <a:pt x="41611" y="59925"/>
                  </a:lnTo>
                  <a:lnTo>
                    <a:pt x="37391" y="57039"/>
                  </a:lnTo>
                  <a:lnTo>
                    <a:pt x="34867" y="55347"/>
                  </a:lnTo>
                  <a:lnTo>
                    <a:pt x="33108" y="53370"/>
                  </a:lnTo>
                  <a:lnTo>
                    <a:pt x="31104" y="51382"/>
                  </a:lnTo>
                  <a:lnTo>
                    <a:pt x="30857" y="49305"/>
                  </a:lnTo>
                  <a:lnTo>
                    <a:pt x="29354" y="46941"/>
                  </a:lnTo>
                  <a:lnTo>
                    <a:pt x="27919" y="46697"/>
                  </a:lnTo>
                  <a:lnTo>
                    <a:pt x="26797" y="47772"/>
                  </a:lnTo>
                  <a:lnTo>
                    <a:pt x="25216" y="48035"/>
                  </a:lnTo>
                  <a:lnTo>
                    <a:pt x="23126" y="47383"/>
                  </a:lnTo>
                  <a:lnTo>
                    <a:pt x="22601" y="45942"/>
                  </a:lnTo>
                  <a:lnTo>
                    <a:pt x="19472" y="46024"/>
                  </a:lnTo>
                  <a:lnTo>
                    <a:pt x="20852" y="49853"/>
                  </a:lnTo>
                  <a:lnTo>
                    <a:pt x="19216" y="49881"/>
                  </a:lnTo>
                  <a:lnTo>
                    <a:pt x="17234" y="47249"/>
                  </a:lnTo>
                  <a:lnTo>
                    <a:pt x="17505" y="44331"/>
                  </a:lnTo>
                  <a:lnTo>
                    <a:pt x="16581" y="42054"/>
                  </a:lnTo>
                  <a:lnTo>
                    <a:pt x="14405" y="41134"/>
                  </a:lnTo>
                  <a:lnTo>
                    <a:pt x="12318" y="41917"/>
                  </a:lnTo>
                  <a:lnTo>
                    <a:pt x="11603" y="37995"/>
                  </a:lnTo>
                  <a:lnTo>
                    <a:pt x="11284" y="35740"/>
                  </a:lnTo>
                  <a:lnTo>
                    <a:pt x="10367" y="32856"/>
                  </a:lnTo>
                  <a:lnTo>
                    <a:pt x="10780" y="29291"/>
                  </a:lnTo>
                  <a:lnTo>
                    <a:pt x="8513" y="27553"/>
                  </a:lnTo>
                  <a:lnTo>
                    <a:pt x="7610" y="25392"/>
                  </a:lnTo>
                  <a:lnTo>
                    <a:pt x="3863" y="26507"/>
                  </a:lnTo>
                  <a:lnTo>
                    <a:pt x="2355" y="266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39462" y="5454703"/>
              <a:ext cx="43054" cy="60997"/>
            </a:xfrm>
            <a:custGeom>
              <a:avLst/>
              <a:pathLst>
                <a:path w="43054" h="60997">
                  <a:moveTo>
                    <a:pt x="0" y="18168"/>
                  </a:moveTo>
                  <a:lnTo>
                    <a:pt x="1432" y="14060"/>
                  </a:lnTo>
                  <a:lnTo>
                    <a:pt x="3118" y="13420"/>
                  </a:lnTo>
                  <a:lnTo>
                    <a:pt x="3724" y="12012"/>
                  </a:lnTo>
                  <a:lnTo>
                    <a:pt x="6443" y="12480"/>
                  </a:lnTo>
                  <a:lnTo>
                    <a:pt x="8554" y="15046"/>
                  </a:lnTo>
                  <a:lnTo>
                    <a:pt x="10720" y="16344"/>
                  </a:lnTo>
                  <a:lnTo>
                    <a:pt x="11617" y="13968"/>
                  </a:lnTo>
                  <a:lnTo>
                    <a:pt x="8499" y="9687"/>
                  </a:lnTo>
                  <a:lnTo>
                    <a:pt x="4593" y="8096"/>
                  </a:lnTo>
                  <a:lnTo>
                    <a:pt x="4683" y="5836"/>
                  </a:lnTo>
                  <a:lnTo>
                    <a:pt x="6876" y="3733"/>
                  </a:lnTo>
                  <a:lnTo>
                    <a:pt x="10497" y="3379"/>
                  </a:lnTo>
                  <a:lnTo>
                    <a:pt x="15427" y="2818"/>
                  </a:lnTo>
                  <a:lnTo>
                    <a:pt x="20384" y="2365"/>
                  </a:lnTo>
                  <a:lnTo>
                    <a:pt x="20731" y="2197"/>
                  </a:lnTo>
                  <a:lnTo>
                    <a:pt x="25240" y="0"/>
                  </a:lnTo>
                  <a:lnTo>
                    <a:pt x="29261" y="2014"/>
                  </a:lnTo>
                  <a:lnTo>
                    <a:pt x="33133" y="6328"/>
                  </a:lnTo>
                  <a:lnTo>
                    <a:pt x="35897" y="6368"/>
                  </a:lnTo>
                  <a:lnTo>
                    <a:pt x="38174" y="8430"/>
                  </a:lnTo>
                  <a:lnTo>
                    <a:pt x="41789" y="9363"/>
                  </a:lnTo>
                  <a:lnTo>
                    <a:pt x="43054" y="11776"/>
                  </a:lnTo>
                  <a:lnTo>
                    <a:pt x="42786" y="14705"/>
                  </a:lnTo>
                  <a:lnTo>
                    <a:pt x="40529" y="17604"/>
                  </a:lnTo>
                  <a:lnTo>
                    <a:pt x="37502" y="18177"/>
                  </a:lnTo>
                  <a:lnTo>
                    <a:pt x="35219" y="19414"/>
                  </a:lnTo>
                  <a:lnTo>
                    <a:pt x="33286" y="23453"/>
                  </a:lnTo>
                  <a:lnTo>
                    <a:pt x="30603" y="24276"/>
                  </a:lnTo>
                  <a:lnTo>
                    <a:pt x="28221" y="25644"/>
                  </a:lnTo>
                  <a:lnTo>
                    <a:pt x="27273" y="26187"/>
                  </a:lnTo>
                  <a:lnTo>
                    <a:pt x="23245" y="28579"/>
                  </a:lnTo>
                  <a:lnTo>
                    <a:pt x="20510" y="32286"/>
                  </a:lnTo>
                  <a:lnTo>
                    <a:pt x="21476" y="35377"/>
                  </a:lnTo>
                  <a:lnTo>
                    <a:pt x="21320" y="37600"/>
                  </a:lnTo>
                  <a:lnTo>
                    <a:pt x="22137" y="39820"/>
                  </a:lnTo>
                  <a:lnTo>
                    <a:pt x="21553" y="42192"/>
                  </a:lnTo>
                  <a:lnTo>
                    <a:pt x="22459" y="43464"/>
                  </a:lnTo>
                  <a:lnTo>
                    <a:pt x="22687" y="46039"/>
                  </a:lnTo>
                  <a:lnTo>
                    <a:pt x="21478" y="46731"/>
                  </a:lnTo>
                  <a:lnTo>
                    <a:pt x="19835" y="47125"/>
                  </a:lnTo>
                  <a:lnTo>
                    <a:pt x="20203" y="50149"/>
                  </a:lnTo>
                  <a:lnTo>
                    <a:pt x="21480" y="51827"/>
                  </a:lnTo>
                  <a:lnTo>
                    <a:pt x="22281" y="54878"/>
                  </a:lnTo>
                  <a:lnTo>
                    <a:pt x="20944" y="57325"/>
                  </a:lnTo>
                  <a:lnTo>
                    <a:pt x="20462" y="59109"/>
                  </a:lnTo>
                  <a:lnTo>
                    <a:pt x="19764" y="60997"/>
                  </a:lnTo>
                  <a:lnTo>
                    <a:pt x="18449" y="59907"/>
                  </a:lnTo>
                  <a:lnTo>
                    <a:pt x="16365" y="56797"/>
                  </a:lnTo>
                  <a:lnTo>
                    <a:pt x="18243" y="56087"/>
                  </a:lnTo>
                  <a:lnTo>
                    <a:pt x="18342" y="50709"/>
                  </a:lnTo>
                  <a:lnTo>
                    <a:pt x="15366" y="47156"/>
                  </a:lnTo>
                  <a:lnTo>
                    <a:pt x="12806" y="42388"/>
                  </a:lnTo>
                  <a:lnTo>
                    <a:pt x="11142" y="39148"/>
                  </a:lnTo>
                  <a:lnTo>
                    <a:pt x="11243" y="36174"/>
                  </a:lnTo>
                  <a:lnTo>
                    <a:pt x="10215" y="34237"/>
                  </a:lnTo>
                  <a:lnTo>
                    <a:pt x="9909" y="30140"/>
                  </a:lnTo>
                  <a:lnTo>
                    <a:pt x="8532" y="29544"/>
                  </a:lnTo>
                  <a:lnTo>
                    <a:pt x="6849" y="30331"/>
                  </a:lnTo>
                  <a:lnTo>
                    <a:pt x="6139" y="27421"/>
                  </a:lnTo>
                  <a:lnTo>
                    <a:pt x="3685" y="26130"/>
                  </a:lnTo>
                  <a:lnTo>
                    <a:pt x="159" y="201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01839" y="5413917"/>
              <a:ext cx="42993" cy="53943"/>
            </a:xfrm>
            <a:custGeom>
              <a:avLst/>
              <a:pathLst>
                <a:path w="42993" h="53943">
                  <a:moveTo>
                    <a:pt x="0" y="0"/>
                  </a:moveTo>
                  <a:lnTo>
                    <a:pt x="2744" y="1103"/>
                  </a:lnTo>
                  <a:lnTo>
                    <a:pt x="5457" y="3272"/>
                  </a:lnTo>
                  <a:lnTo>
                    <a:pt x="7450" y="5078"/>
                  </a:lnTo>
                  <a:lnTo>
                    <a:pt x="8073" y="5950"/>
                  </a:lnTo>
                  <a:lnTo>
                    <a:pt x="9403" y="7807"/>
                  </a:lnTo>
                  <a:lnTo>
                    <a:pt x="11139" y="6572"/>
                  </a:lnTo>
                  <a:lnTo>
                    <a:pt x="14418" y="5768"/>
                  </a:lnTo>
                  <a:lnTo>
                    <a:pt x="17577" y="5590"/>
                  </a:lnTo>
                  <a:lnTo>
                    <a:pt x="18951" y="4517"/>
                  </a:lnTo>
                  <a:lnTo>
                    <a:pt x="20988" y="4584"/>
                  </a:lnTo>
                  <a:lnTo>
                    <a:pt x="21592" y="6665"/>
                  </a:lnTo>
                  <a:lnTo>
                    <a:pt x="23057" y="7502"/>
                  </a:lnTo>
                  <a:lnTo>
                    <a:pt x="24970" y="9140"/>
                  </a:lnTo>
                  <a:lnTo>
                    <a:pt x="28186" y="11724"/>
                  </a:lnTo>
                  <a:lnTo>
                    <a:pt x="32006" y="15297"/>
                  </a:lnTo>
                  <a:lnTo>
                    <a:pt x="34251" y="20272"/>
                  </a:lnTo>
                  <a:lnTo>
                    <a:pt x="37416" y="22589"/>
                  </a:lnTo>
                  <a:lnTo>
                    <a:pt x="37926" y="24383"/>
                  </a:lnTo>
                  <a:lnTo>
                    <a:pt x="38223" y="28374"/>
                  </a:lnTo>
                  <a:lnTo>
                    <a:pt x="40312" y="33143"/>
                  </a:lnTo>
                  <a:lnTo>
                    <a:pt x="42993" y="34715"/>
                  </a:lnTo>
                  <a:lnTo>
                    <a:pt x="42527" y="36903"/>
                  </a:lnTo>
                  <a:lnTo>
                    <a:pt x="41845" y="37374"/>
                  </a:lnTo>
                  <a:lnTo>
                    <a:pt x="38943" y="36931"/>
                  </a:lnTo>
                  <a:lnTo>
                    <a:pt x="37079" y="39538"/>
                  </a:lnTo>
                  <a:lnTo>
                    <a:pt x="36466" y="43787"/>
                  </a:lnTo>
                  <a:lnTo>
                    <a:pt x="34949" y="46811"/>
                  </a:lnTo>
                  <a:lnTo>
                    <a:pt x="33691" y="48410"/>
                  </a:lnTo>
                  <a:lnTo>
                    <a:pt x="33993" y="49628"/>
                  </a:lnTo>
                  <a:lnTo>
                    <a:pt x="33177" y="51208"/>
                  </a:lnTo>
                  <a:lnTo>
                    <a:pt x="32542" y="53002"/>
                  </a:lnTo>
                  <a:lnTo>
                    <a:pt x="31205" y="53943"/>
                  </a:lnTo>
                  <a:lnTo>
                    <a:pt x="28277" y="51000"/>
                  </a:lnTo>
                  <a:lnTo>
                    <a:pt x="25979" y="45645"/>
                  </a:lnTo>
                  <a:lnTo>
                    <a:pt x="24982" y="37897"/>
                  </a:lnTo>
                  <a:lnTo>
                    <a:pt x="22109" y="33980"/>
                  </a:lnTo>
                  <a:lnTo>
                    <a:pt x="17377" y="27606"/>
                  </a:lnTo>
                  <a:lnTo>
                    <a:pt x="15511" y="23765"/>
                  </a:lnTo>
                  <a:lnTo>
                    <a:pt x="11975" y="17552"/>
                  </a:lnTo>
                  <a:lnTo>
                    <a:pt x="8953" y="11856"/>
                  </a:lnTo>
                  <a:lnTo>
                    <a:pt x="5654" y="8474"/>
                  </a:lnTo>
                  <a:lnTo>
                    <a:pt x="1379" y="33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73672" y="5425934"/>
              <a:ext cx="71488" cy="78539"/>
            </a:xfrm>
            <a:custGeom>
              <a:avLst/>
              <a:pathLst>
                <a:path w="71488" h="78539">
                  <a:moveTo>
                    <a:pt x="385" y="17168"/>
                  </a:moveTo>
                  <a:lnTo>
                    <a:pt x="0" y="14498"/>
                  </a:lnTo>
                  <a:lnTo>
                    <a:pt x="1651" y="12897"/>
                  </a:lnTo>
                  <a:lnTo>
                    <a:pt x="2803" y="10723"/>
                  </a:lnTo>
                  <a:lnTo>
                    <a:pt x="740" y="6538"/>
                  </a:lnTo>
                  <a:lnTo>
                    <a:pt x="2784" y="5756"/>
                  </a:lnTo>
                  <a:lnTo>
                    <a:pt x="4968" y="4238"/>
                  </a:lnTo>
                  <a:lnTo>
                    <a:pt x="7782" y="2545"/>
                  </a:lnTo>
                  <a:lnTo>
                    <a:pt x="11324" y="1929"/>
                  </a:lnTo>
                  <a:lnTo>
                    <a:pt x="12871" y="0"/>
                  </a:lnTo>
                  <a:lnTo>
                    <a:pt x="15229" y="1694"/>
                  </a:lnTo>
                  <a:lnTo>
                    <a:pt x="20735" y="2490"/>
                  </a:lnTo>
                  <a:lnTo>
                    <a:pt x="26556" y="3566"/>
                  </a:lnTo>
                  <a:lnTo>
                    <a:pt x="30202" y="2468"/>
                  </a:lnTo>
                  <a:lnTo>
                    <a:pt x="34358" y="3214"/>
                  </a:lnTo>
                  <a:lnTo>
                    <a:pt x="36759" y="7799"/>
                  </a:lnTo>
                  <a:lnTo>
                    <a:pt x="35720" y="10067"/>
                  </a:lnTo>
                  <a:lnTo>
                    <a:pt x="38584" y="13875"/>
                  </a:lnTo>
                  <a:lnTo>
                    <a:pt x="39075" y="14526"/>
                  </a:lnTo>
                  <a:lnTo>
                    <a:pt x="45868" y="24479"/>
                  </a:lnTo>
                  <a:lnTo>
                    <a:pt x="47975" y="29816"/>
                  </a:lnTo>
                  <a:lnTo>
                    <a:pt x="49130" y="34557"/>
                  </a:lnTo>
                  <a:lnTo>
                    <a:pt x="56459" y="45519"/>
                  </a:lnTo>
                  <a:lnTo>
                    <a:pt x="58632" y="48244"/>
                  </a:lnTo>
                  <a:lnTo>
                    <a:pt x="60946" y="51940"/>
                  </a:lnTo>
                  <a:lnTo>
                    <a:pt x="63280" y="55577"/>
                  </a:lnTo>
                  <a:lnTo>
                    <a:pt x="64798" y="58454"/>
                  </a:lnTo>
                  <a:lnTo>
                    <a:pt x="65968" y="62023"/>
                  </a:lnTo>
                  <a:lnTo>
                    <a:pt x="65536" y="63660"/>
                  </a:lnTo>
                  <a:lnTo>
                    <a:pt x="67477" y="66665"/>
                  </a:lnTo>
                  <a:lnTo>
                    <a:pt x="69325" y="70760"/>
                  </a:lnTo>
                  <a:lnTo>
                    <a:pt x="70675" y="74059"/>
                  </a:lnTo>
                  <a:lnTo>
                    <a:pt x="71398" y="77041"/>
                  </a:lnTo>
                  <a:lnTo>
                    <a:pt x="71488" y="78539"/>
                  </a:lnTo>
                  <a:lnTo>
                    <a:pt x="68783" y="77582"/>
                  </a:lnTo>
                  <a:lnTo>
                    <a:pt x="67173" y="76583"/>
                  </a:lnTo>
                  <a:lnTo>
                    <a:pt x="65445" y="74179"/>
                  </a:lnTo>
                  <a:lnTo>
                    <a:pt x="62906" y="72769"/>
                  </a:lnTo>
                  <a:lnTo>
                    <a:pt x="60280" y="70145"/>
                  </a:lnTo>
                  <a:lnTo>
                    <a:pt x="56965" y="67061"/>
                  </a:lnTo>
                  <a:lnTo>
                    <a:pt x="54322" y="64605"/>
                  </a:lnTo>
                  <a:lnTo>
                    <a:pt x="51933" y="61957"/>
                  </a:lnTo>
                  <a:lnTo>
                    <a:pt x="51269" y="62847"/>
                  </a:lnTo>
                  <a:lnTo>
                    <a:pt x="48317" y="61116"/>
                  </a:lnTo>
                  <a:lnTo>
                    <a:pt x="46540" y="60285"/>
                  </a:lnTo>
                  <a:lnTo>
                    <a:pt x="44049" y="60708"/>
                  </a:lnTo>
                  <a:lnTo>
                    <a:pt x="41090" y="58543"/>
                  </a:lnTo>
                  <a:lnTo>
                    <a:pt x="41638" y="57113"/>
                  </a:lnTo>
                  <a:lnTo>
                    <a:pt x="41878" y="55786"/>
                  </a:lnTo>
                  <a:lnTo>
                    <a:pt x="41789" y="53338"/>
                  </a:lnTo>
                  <a:lnTo>
                    <a:pt x="42426" y="49253"/>
                  </a:lnTo>
                  <a:lnTo>
                    <a:pt x="39364" y="48134"/>
                  </a:lnTo>
                  <a:lnTo>
                    <a:pt x="36333" y="47665"/>
                  </a:lnTo>
                  <a:lnTo>
                    <a:pt x="36591" y="50465"/>
                  </a:lnTo>
                  <a:lnTo>
                    <a:pt x="36476" y="52259"/>
                  </a:lnTo>
                  <a:lnTo>
                    <a:pt x="32725" y="54813"/>
                  </a:lnTo>
                  <a:lnTo>
                    <a:pt x="31959" y="54806"/>
                  </a:lnTo>
                  <a:lnTo>
                    <a:pt x="30790" y="51019"/>
                  </a:lnTo>
                  <a:lnTo>
                    <a:pt x="32075" y="48532"/>
                  </a:lnTo>
                  <a:lnTo>
                    <a:pt x="31408" y="46709"/>
                  </a:lnTo>
                  <a:lnTo>
                    <a:pt x="29655" y="47258"/>
                  </a:lnTo>
                  <a:lnTo>
                    <a:pt x="28010" y="45457"/>
                  </a:lnTo>
                  <a:lnTo>
                    <a:pt x="27746" y="42634"/>
                  </a:lnTo>
                  <a:lnTo>
                    <a:pt x="26676" y="41166"/>
                  </a:lnTo>
                  <a:lnTo>
                    <a:pt x="24558" y="37826"/>
                  </a:lnTo>
                  <a:lnTo>
                    <a:pt x="22640" y="36147"/>
                  </a:lnTo>
                  <a:lnTo>
                    <a:pt x="19542" y="34739"/>
                  </a:lnTo>
                  <a:lnTo>
                    <a:pt x="18016" y="33345"/>
                  </a:lnTo>
                  <a:lnTo>
                    <a:pt x="16356" y="33841"/>
                  </a:lnTo>
                  <a:lnTo>
                    <a:pt x="13691" y="31663"/>
                  </a:lnTo>
                  <a:lnTo>
                    <a:pt x="12494" y="29295"/>
                  </a:lnTo>
                  <a:lnTo>
                    <a:pt x="9992" y="26125"/>
                  </a:lnTo>
                  <a:lnTo>
                    <a:pt x="7589" y="24108"/>
                  </a:lnTo>
                  <a:lnTo>
                    <a:pt x="5419" y="23940"/>
                  </a:lnTo>
                  <a:lnTo>
                    <a:pt x="4209" y="22351"/>
                  </a:lnTo>
                  <a:lnTo>
                    <a:pt x="1847" y="218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123551" y="5419130"/>
              <a:ext cx="4238" cy="8069"/>
            </a:xfrm>
            <a:custGeom>
              <a:avLst/>
              <a:pathLst>
                <a:path w="4238" h="8069">
                  <a:moveTo>
                    <a:pt x="0" y="4563"/>
                  </a:moveTo>
                  <a:lnTo>
                    <a:pt x="1774" y="0"/>
                  </a:lnTo>
                  <a:lnTo>
                    <a:pt x="4238" y="817"/>
                  </a:lnTo>
                  <a:lnTo>
                    <a:pt x="3420" y="3043"/>
                  </a:lnTo>
                  <a:lnTo>
                    <a:pt x="2495" y="6517"/>
                  </a:lnTo>
                  <a:lnTo>
                    <a:pt x="93" y="80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96893" y="5472869"/>
              <a:ext cx="5345" cy="4552"/>
            </a:xfrm>
            <a:custGeom>
              <a:avLst/>
              <a:pathLst>
                <a:path w="5345" h="4552">
                  <a:moveTo>
                    <a:pt x="0" y="1725"/>
                  </a:moveTo>
                  <a:lnTo>
                    <a:pt x="2159" y="174"/>
                  </a:lnTo>
                  <a:lnTo>
                    <a:pt x="3783" y="0"/>
                  </a:lnTo>
                  <a:lnTo>
                    <a:pt x="5345" y="1543"/>
                  </a:lnTo>
                  <a:lnTo>
                    <a:pt x="4754" y="3797"/>
                  </a:lnTo>
                  <a:lnTo>
                    <a:pt x="2074" y="4552"/>
                  </a:lnTo>
                  <a:lnTo>
                    <a:pt x="1353" y="41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081024" y="5505581"/>
              <a:ext cx="61465" cy="94090"/>
            </a:xfrm>
            <a:custGeom>
              <a:avLst/>
              <a:pathLst>
                <a:path w="61465" h="94090">
                  <a:moveTo>
                    <a:pt x="0" y="64183"/>
                  </a:moveTo>
                  <a:lnTo>
                    <a:pt x="1544" y="60343"/>
                  </a:lnTo>
                  <a:lnTo>
                    <a:pt x="2874" y="57024"/>
                  </a:lnTo>
                  <a:lnTo>
                    <a:pt x="4723" y="53935"/>
                  </a:lnTo>
                  <a:lnTo>
                    <a:pt x="7092" y="52742"/>
                  </a:lnTo>
                  <a:lnTo>
                    <a:pt x="9513" y="50378"/>
                  </a:lnTo>
                  <a:lnTo>
                    <a:pt x="11538" y="49224"/>
                  </a:lnTo>
                  <a:lnTo>
                    <a:pt x="16092" y="49102"/>
                  </a:lnTo>
                  <a:lnTo>
                    <a:pt x="17312" y="47124"/>
                  </a:lnTo>
                  <a:lnTo>
                    <a:pt x="16585" y="41817"/>
                  </a:lnTo>
                  <a:lnTo>
                    <a:pt x="19659" y="38548"/>
                  </a:lnTo>
                  <a:lnTo>
                    <a:pt x="20918" y="37751"/>
                  </a:lnTo>
                  <a:lnTo>
                    <a:pt x="22578" y="38053"/>
                  </a:lnTo>
                  <a:lnTo>
                    <a:pt x="25449" y="36383"/>
                  </a:lnTo>
                  <a:lnTo>
                    <a:pt x="24804" y="34975"/>
                  </a:lnTo>
                  <a:lnTo>
                    <a:pt x="25684" y="33236"/>
                  </a:lnTo>
                  <a:lnTo>
                    <a:pt x="28077" y="34812"/>
                  </a:lnTo>
                  <a:lnTo>
                    <a:pt x="29735" y="32343"/>
                  </a:lnTo>
                  <a:lnTo>
                    <a:pt x="27966" y="30075"/>
                  </a:lnTo>
                  <a:lnTo>
                    <a:pt x="26657" y="29273"/>
                  </a:lnTo>
                  <a:lnTo>
                    <a:pt x="27663" y="26972"/>
                  </a:lnTo>
                  <a:lnTo>
                    <a:pt x="28492" y="25319"/>
                  </a:lnTo>
                  <a:lnTo>
                    <a:pt x="30404" y="24087"/>
                  </a:lnTo>
                  <a:lnTo>
                    <a:pt x="30605" y="21934"/>
                  </a:lnTo>
                  <a:lnTo>
                    <a:pt x="32540" y="19393"/>
                  </a:lnTo>
                  <a:lnTo>
                    <a:pt x="33527" y="17032"/>
                  </a:lnTo>
                  <a:lnTo>
                    <a:pt x="35935" y="15194"/>
                  </a:lnTo>
                  <a:lnTo>
                    <a:pt x="36515" y="12307"/>
                  </a:lnTo>
                  <a:lnTo>
                    <a:pt x="38534" y="11553"/>
                  </a:lnTo>
                  <a:lnTo>
                    <a:pt x="39424" y="9155"/>
                  </a:lnTo>
                  <a:lnTo>
                    <a:pt x="41409" y="8478"/>
                  </a:lnTo>
                  <a:lnTo>
                    <a:pt x="40412" y="5165"/>
                  </a:lnTo>
                  <a:lnTo>
                    <a:pt x="41164" y="2393"/>
                  </a:lnTo>
                  <a:lnTo>
                    <a:pt x="42274" y="1425"/>
                  </a:lnTo>
                  <a:lnTo>
                    <a:pt x="44588" y="1181"/>
                  </a:lnTo>
                  <a:lnTo>
                    <a:pt x="46620" y="0"/>
                  </a:lnTo>
                  <a:lnTo>
                    <a:pt x="47294" y="2191"/>
                  </a:lnTo>
                  <a:lnTo>
                    <a:pt x="46596" y="5352"/>
                  </a:lnTo>
                  <a:lnTo>
                    <a:pt x="45140" y="7686"/>
                  </a:lnTo>
                  <a:lnTo>
                    <a:pt x="44446" y="10059"/>
                  </a:lnTo>
                  <a:lnTo>
                    <a:pt x="45080" y="12526"/>
                  </a:lnTo>
                  <a:lnTo>
                    <a:pt x="46630" y="13118"/>
                  </a:lnTo>
                  <a:lnTo>
                    <a:pt x="47585" y="12794"/>
                  </a:lnTo>
                  <a:lnTo>
                    <a:pt x="48318" y="11208"/>
                  </a:lnTo>
                  <a:lnTo>
                    <a:pt x="47881" y="9790"/>
                  </a:lnTo>
                  <a:lnTo>
                    <a:pt x="49035" y="9395"/>
                  </a:lnTo>
                  <a:lnTo>
                    <a:pt x="50966" y="11560"/>
                  </a:lnTo>
                  <a:lnTo>
                    <a:pt x="52995" y="10360"/>
                  </a:lnTo>
                  <a:lnTo>
                    <a:pt x="54047" y="11551"/>
                  </a:lnTo>
                  <a:lnTo>
                    <a:pt x="56518" y="12123"/>
                  </a:lnTo>
                  <a:lnTo>
                    <a:pt x="60658" y="15464"/>
                  </a:lnTo>
                  <a:lnTo>
                    <a:pt x="61465" y="17778"/>
                  </a:lnTo>
                  <a:lnTo>
                    <a:pt x="60279" y="19931"/>
                  </a:lnTo>
                  <a:lnTo>
                    <a:pt x="56408" y="19754"/>
                  </a:lnTo>
                  <a:lnTo>
                    <a:pt x="54915" y="21590"/>
                  </a:lnTo>
                  <a:lnTo>
                    <a:pt x="51634" y="22629"/>
                  </a:lnTo>
                  <a:lnTo>
                    <a:pt x="49328" y="23665"/>
                  </a:lnTo>
                  <a:lnTo>
                    <a:pt x="46886" y="23532"/>
                  </a:lnTo>
                  <a:lnTo>
                    <a:pt x="46085" y="25307"/>
                  </a:lnTo>
                  <a:lnTo>
                    <a:pt x="43467" y="27162"/>
                  </a:lnTo>
                  <a:lnTo>
                    <a:pt x="41231" y="28890"/>
                  </a:lnTo>
                  <a:lnTo>
                    <a:pt x="42458" y="30706"/>
                  </a:lnTo>
                  <a:lnTo>
                    <a:pt x="42129" y="33245"/>
                  </a:lnTo>
                  <a:lnTo>
                    <a:pt x="41164" y="34957"/>
                  </a:lnTo>
                  <a:lnTo>
                    <a:pt x="41733" y="36790"/>
                  </a:lnTo>
                  <a:lnTo>
                    <a:pt x="42689" y="37763"/>
                  </a:lnTo>
                  <a:lnTo>
                    <a:pt x="44042" y="35680"/>
                  </a:lnTo>
                  <a:lnTo>
                    <a:pt x="44797" y="33593"/>
                  </a:lnTo>
                  <a:lnTo>
                    <a:pt x="47243" y="33523"/>
                  </a:lnTo>
                  <a:lnTo>
                    <a:pt x="48929" y="30393"/>
                  </a:lnTo>
                  <a:lnTo>
                    <a:pt x="49320" y="31610"/>
                  </a:lnTo>
                  <a:lnTo>
                    <a:pt x="51696" y="32780"/>
                  </a:lnTo>
                  <a:lnTo>
                    <a:pt x="51608" y="36586"/>
                  </a:lnTo>
                  <a:lnTo>
                    <a:pt x="54962" y="38142"/>
                  </a:lnTo>
                  <a:lnTo>
                    <a:pt x="53328" y="40474"/>
                  </a:lnTo>
                  <a:lnTo>
                    <a:pt x="50306" y="41772"/>
                  </a:lnTo>
                  <a:lnTo>
                    <a:pt x="51861" y="44287"/>
                  </a:lnTo>
                  <a:lnTo>
                    <a:pt x="53682" y="45503"/>
                  </a:lnTo>
                  <a:lnTo>
                    <a:pt x="57163" y="45638"/>
                  </a:lnTo>
                  <a:lnTo>
                    <a:pt x="57397" y="46982"/>
                  </a:lnTo>
                  <a:lnTo>
                    <a:pt x="55592" y="50311"/>
                  </a:lnTo>
                  <a:lnTo>
                    <a:pt x="54539" y="53203"/>
                  </a:lnTo>
                  <a:lnTo>
                    <a:pt x="56648" y="56804"/>
                  </a:lnTo>
                  <a:lnTo>
                    <a:pt x="55341" y="58900"/>
                  </a:lnTo>
                  <a:lnTo>
                    <a:pt x="51365" y="55189"/>
                  </a:lnTo>
                  <a:lnTo>
                    <a:pt x="49129" y="54803"/>
                  </a:lnTo>
                  <a:lnTo>
                    <a:pt x="48860" y="57932"/>
                  </a:lnTo>
                  <a:lnTo>
                    <a:pt x="48574" y="60728"/>
                  </a:lnTo>
                  <a:lnTo>
                    <a:pt x="47364" y="62803"/>
                  </a:lnTo>
                  <a:lnTo>
                    <a:pt x="44704" y="63884"/>
                  </a:lnTo>
                  <a:lnTo>
                    <a:pt x="41934" y="64625"/>
                  </a:lnTo>
                  <a:lnTo>
                    <a:pt x="42226" y="67815"/>
                  </a:lnTo>
                  <a:lnTo>
                    <a:pt x="43922" y="68645"/>
                  </a:lnTo>
                  <a:lnTo>
                    <a:pt x="43667" y="70195"/>
                  </a:lnTo>
                  <a:lnTo>
                    <a:pt x="40136" y="71949"/>
                  </a:lnTo>
                  <a:lnTo>
                    <a:pt x="37432" y="75143"/>
                  </a:lnTo>
                  <a:lnTo>
                    <a:pt x="36175" y="77261"/>
                  </a:lnTo>
                  <a:lnTo>
                    <a:pt x="34569" y="78234"/>
                  </a:lnTo>
                  <a:lnTo>
                    <a:pt x="32581" y="73944"/>
                  </a:lnTo>
                  <a:lnTo>
                    <a:pt x="30686" y="73917"/>
                  </a:lnTo>
                  <a:lnTo>
                    <a:pt x="28764" y="75849"/>
                  </a:lnTo>
                  <a:lnTo>
                    <a:pt x="29924" y="78207"/>
                  </a:lnTo>
                  <a:lnTo>
                    <a:pt x="30595" y="83104"/>
                  </a:lnTo>
                  <a:lnTo>
                    <a:pt x="29184" y="83293"/>
                  </a:lnTo>
                  <a:lnTo>
                    <a:pt x="27187" y="85004"/>
                  </a:lnTo>
                  <a:lnTo>
                    <a:pt x="25575" y="86348"/>
                  </a:lnTo>
                  <a:lnTo>
                    <a:pt x="24182" y="86886"/>
                  </a:lnTo>
                  <a:lnTo>
                    <a:pt x="23044" y="89371"/>
                  </a:lnTo>
                  <a:lnTo>
                    <a:pt x="21603" y="90751"/>
                  </a:lnTo>
                  <a:lnTo>
                    <a:pt x="20881" y="93404"/>
                  </a:lnTo>
                  <a:lnTo>
                    <a:pt x="17808" y="94090"/>
                  </a:lnTo>
                  <a:lnTo>
                    <a:pt x="18024" y="91265"/>
                  </a:lnTo>
                  <a:lnTo>
                    <a:pt x="13417" y="86904"/>
                  </a:lnTo>
                  <a:lnTo>
                    <a:pt x="12866" y="83635"/>
                  </a:lnTo>
                  <a:lnTo>
                    <a:pt x="10450" y="81585"/>
                  </a:lnTo>
                  <a:lnTo>
                    <a:pt x="7524" y="80327"/>
                  </a:lnTo>
                  <a:lnTo>
                    <a:pt x="6978" y="74490"/>
                  </a:lnTo>
                  <a:lnTo>
                    <a:pt x="4705" y="68784"/>
                  </a:lnTo>
                  <a:lnTo>
                    <a:pt x="2385" y="67763"/>
                  </a:lnTo>
                  <a:lnTo>
                    <a:pt x="63" y="677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084452" y="5602452"/>
              <a:ext cx="21327" cy="11427"/>
            </a:xfrm>
            <a:custGeom>
              <a:avLst/>
              <a:pathLst>
                <a:path w="21327" h="11427">
                  <a:moveTo>
                    <a:pt x="0" y="10793"/>
                  </a:moveTo>
                  <a:lnTo>
                    <a:pt x="2561" y="5867"/>
                  </a:lnTo>
                  <a:lnTo>
                    <a:pt x="6532" y="1636"/>
                  </a:lnTo>
                  <a:lnTo>
                    <a:pt x="13470" y="652"/>
                  </a:lnTo>
                  <a:lnTo>
                    <a:pt x="16051" y="0"/>
                  </a:lnTo>
                  <a:lnTo>
                    <a:pt x="17931" y="1891"/>
                  </a:lnTo>
                  <a:lnTo>
                    <a:pt x="21327" y="1820"/>
                  </a:lnTo>
                  <a:lnTo>
                    <a:pt x="21308" y="3317"/>
                  </a:lnTo>
                  <a:lnTo>
                    <a:pt x="18540" y="6016"/>
                  </a:lnTo>
                  <a:lnTo>
                    <a:pt x="12812" y="5971"/>
                  </a:lnTo>
                  <a:lnTo>
                    <a:pt x="6723" y="6313"/>
                  </a:lnTo>
                  <a:lnTo>
                    <a:pt x="4689" y="7790"/>
                  </a:lnTo>
                  <a:lnTo>
                    <a:pt x="2347" y="114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066345" y="5637394"/>
              <a:ext cx="4686" cy="7636"/>
            </a:xfrm>
            <a:custGeom>
              <a:avLst/>
              <a:pathLst>
                <a:path w="4686" h="7636">
                  <a:moveTo>
                    <a:pt x="0" y="5194"/>
                  </a:moveTo>
                  <a:lnTo>
                    <a:pt x="1237" y="3098"/>
                  </a:lnTo>
                  <a:lnTo>
                    <a:pt x="2856" y="0"/>
                  </a:lnTo>
                  <a:lnTo>
                    <a:pt x="4686" y="611"/>
                  </a:lnTo>
                  <a:lnTo>
                    <a:pt x="4462" y="3675"/>
                  </a:lnTo>
                  <a:lnTo>
                    <a:pt x="4465" y="6312"/>
                  </a:lnTo>
                  <a:lnTo>
                    <a:pt x="4025" y="7636"/>
                  </a:lnTo>
                  <a:lnTo>
                    <a:pt x="979" y="74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42211" y="5631502"/>
              <a:ext cx="2943" cy="4805"/>
            </a:xfrm>
            <a:custGeom>
              <a:avLst/>
              <a:pathLst>
                <a:path w="2943" h="4805">
                  <a:moveTo>
                    <a:pt x="0" y="1054"/>
                  </a:moveTo>
                  <a:lnTo>
                    <a:pt x="1088" y="0"/>
                  </a:lnTo>
                  <a:lnTo>
                    <a:pt x="2819" y="1439"/>
                  </a:lnTo>
                  <a:lnTo>
                    <a:pt x="2943" y="3624"/>
                  </a:lnTo>
                  <a:lnTo>
                    <a:pt x="1560" y="4805"/>
                  </a:lnTo>
                  <a:lnTo>
                    <a:pt x="193" y="358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438686" y="5750386"/>
              <a:ext cx="19130" cy="22076"/>
            </a:xfrm>
            <a:custGeom>
              <a:avLst/>
              <a:pathLst>
                <a:path w="19130" h="22076">
                  <a:moveTo>
                    <a:pt x="245" y="737"/>
                  </a:moveTo>
                  <a:lnTo>
                    <a:pt x="1945" y="0"/>
                  </a:lnTo>
                  <a:lnTo>
                    <a:pt x="7826" y="5126"/>
                  </a:lnTo>
                  <a:lnTo>
                    <a:pt x="13124" y="14288"/>
                  </a:lnTo>
                  <a:lnTo>
                    <a:pt x="15079" y="17891"/>
                  </a:lnTo>
                  <a:lnTo>
                    <a:pt x="18044" y="19108"/>
                  </a:lnTo>
                  <a:lnTo>
                    <a:pt x="19130" y="22076"/>
                  </a:lnTo>
                  <a:lnTo>
                    <a:pt x="13352" y="21311"/>
                  </a:lnTo>
                  <a:lnTo>
                    <a:pt x="8898" y="14126"/>
                  </a:lnTo>
                  <a:lnTo>
                    <a:pt x="7127" y="9508"/>
                  </a:lnTo>
                  <a:lnTo>
                    <a:pt x="5882" y="7716"/>
                  </a:lnTo>
                  <a:lnTo>
                    <a:pt x="3508" y="6974"/>
                  </a:lnTo>
                  <a:lnTo>
                    <a:pt x="0" y="25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026736" y="5609214"/>
              <a:ext cx="8001" cy="3557"/>
            </a:xfrm>
            <a:custGeom>
              <a:avLst/>
              <a:pathLst>
                <a:path w="8001" h="3557">
                  <a:moveTo>
                    <a:pt x="707" y="1626"/>
                  </a:moveTo>
                  <a:lnTo>
                    <a:pt x="3267" y="0"/>
                  </a:lnTo>
                  <a:lnTo>
                    <a:pt x="5188" y="671"/>
                  </a:lnTo>
                  <a:lnTo>
                    <a:pt x="8001" y="2387"/>
                  </a:lnTo>
                  <a:lnTo>
                    <a:pt x="6434" y="3431"/>
                  </a:lnTo>
                  <a:lnTo>
                    <a:pt x="3598" y="3121"/>
                  </a:lnTo>
                  <a:lnTo>
                    <a:pt x="0" y="35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1963037" y="5672187"/>
              <a:ext cx="25131" cy="19606"/>
            </a:xfrm>
            <a:custGeom>
              <a:avLst/>
              <a:pathLst>
                <a:path w="25131" h="19606">
                  <a:moveTo>
                    <a:pt x="0" y="17335"/>
                  </a:moveTo>
                  <a:lnTo>
                    <a:pt x="1136" y="11532"/>
                  </a:lnTo>
                  <a:lnTo>
                    <a:pt x="1050" y="7814"/>
                  </a:lnTo>
                  <a:lnTo>
                    <a:pt x="2111" y="5336"/>
                  </a:lnTo>
                  <a:lnTo>
                    <a:pt x="4689" y="3804"/>
                  </a:lnTo>
                  <a:lnTo>
                    <a:pt x="8153" y="0"/>
                  </a:lnTo>
                  <a:lnTo>
                    <a:pt x="8881" y="1634"/>
                  </a:lnTo>
                  <a:lnTo>
                    <a:pt x="9723" y="4925"/>
                  </a:lnTo>
                  <a:lnTo>
                    <a:pt x="13187" y="4662"/>
                  </a:lnTo>
                  <a:lnTo>
                    <a:pt x="16535" y="1300"/>
                  </a:lnTo>
                  <a:lnTo>
                    <a:pt x="17488" y="4271"/>
                  </a:lnTo>
                  <a:lnTo>
                    <a:pt x="21489" y="10759"/>
                  </a:lnTo>
                  <a:lnTo>
                    <a:pt x="25131" y="16767"/>
                  </a:lnTo>
                  <a:lnTo>
                    <a:pt x="23634" y="19155"/>
                  </a:lnTo>
                  <a:lnTo>
                    <a:pt x="22733" y="19105"/>
                  </a:lnTo>
                  <a:lnTo>
                    <a:pt x="19188" y="15695"/>
                  </a:lnTo>
                  <a:lnTo>
                    <a:pt x="17583" y="11751"/>
                  </a:lnTo>
                  <a:lnTo>
                    <a:pt x="14431" y="11358"/>
                  </a:lnTo>
                  <a:lnTo>
                    <a:pt x="11544" y="10079"/>
                  </a:lnTo>
                  <a:lnTo>
                    <a:pt x="10199" y="11895"/>
                  </a:lnTo>
                  <a:lnTo>
                    <a:pt x="5120" y="12281"/>
                  </a:lnTo>
                  <a:lnTo>
                    <a:pt x="3544" y="14993"/>
                  </a:lnTo>
                  <a:lnTo>
                    <a:pt x="742" y="196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47741" y="5664019"/>
              <a:ext cx="16728" cy="16094"/>
            </a:xfrm>
            <a:custGeom>
              <a:avLst/>
              <a:pathLst>
                <a:path w="16728" h="16094">
                  <a:moveTo>
                    <a:pt x="0" y="6787"/>
                  </a:moveTo>
                  <a:lnTo>
                    <a:pt x="1025" y="4392"/>
                  </a:lnTo>
                  <a:lnTo>
                    <a:pt x="3832" y="2902"/>
                  </a:lnTo>
                  <a:lnTo>
                    <a:pt x="7898" y="3948"/>
                  </a:lnTo>
                  <a:lnTo>
                    <a:pt x="12122" y="1253"/>
                  </a:lnTo>
                  <a:lnTo>
                    <a:pt x="13781" y="0"/>
                  </a:lnTo>
                  <a:lnTo>
                    <a:pt x="16728" y="572"/>
                  </a:lnTo>
                  <a:lnTo>
                    <a:pt x="16501" y="3967"/>
                  </a:lnTo>
                  <a:lnTo>
                    <a:pt x="13065" y="7443"/>
                  </a:lnTo>
                  <a:lnTo>
                    <a:pt x="12364" y="9835"/>
                  </a:lnTo>
                  <a:lnTo>
                    <a:pt x="9265" y="8135"/>
                  </a:lnTo>
                  <a:lnTo>
                    <a:pt x="7930" y="9652"/>
                  </a:lnTo>
                  <a:lnTo>
                    <a:pt x="9073" y="13097"/>
                  </a:lnTo>
                  <a:lnTo>
                    <a:pt x="8271" y="15517"/>
                  </a:lnTo>
                  <a:lnTo>
                    <a:pt x="5102" y="14121"/>
                  </a:lnTo>
                  <a:lnTo>
                    <a:pt x="3233" y="14540"/>
                  </a:lnTo>
                  <a:lnTo>
                    <a:pt x="1247" y="16094"/>
                  </a:lnTo>
                  <a:lnTo>
                    <a:pt x="579" y="120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938473" y="5508377"/>
              <a:ext cx="8521" cy="12323"/>
            </a:xfrm>
            <a:custGeom>
              <a:avLst/>
              <a:pathLst>
                <a:path w="8521" h="12323">
                  <a:moveTo>
                    <a:pt x="0" y="8341"/>
                  </a:moveTo>
                  <a:lnTo>
                    <a:pt x="436" y="5251"/>
                  </a:lnTo>
                  <a:lnTo>
                    <a:pt x="3387" y="3216"/>
                  </a:lnTo>
                  <a:lnTo>
                    <a:pt x="8035" y="0"/>
                  </a:lnTo>
                  <a:lnTo>
                    <a:pt x="8521" y="1729"/>
                  </a:lnTo>
                  <a:lnTo>
                    <a:pt x="4319" y="10923"/>
                  </a:lnTo>
                  <a:lnTo>
                    <a:pt x="2584" y="12182"/>
                  </a:lnTo>
                  <a:lnTo>
                    <a:pt x="111" y="123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933896" y="5675258"/>
              <a:ext cx="2811" cy="2916"/>
            </a:xfrm>
            <a:custGeom>
              <a:avLst/>
              <a:pathLst>
                <a:path w="2811" h="2916">
                  <a:moveTo>
                    <a:pt x="535" y="202"/>
                  </a:moveTo>
                  <a:lnTo>
                    <a:pt x="2170" y="0"/>
                  </a:lnTo>
                  <a:lnTo>
                    <a:pt x="2811" y="91"/>
                  </a:lnTo>
                  <a:lnTo>
                    <a:pt x="2579" y="2916"/>
                  </a:lnTo>
                  <a:lnTo>
                    <a:pt x="0" y="19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927949" y="5672876"/>
              <a:ext cx="4081" cy="3345"/>
            </a:xfrm>
            <a:custGeom>
              <a:avLst/>
              <a:pathLst>
                <a:path w="4081" h="3345">
                  <a:moveTo>
                    <a:pt x="0" y="989"/>
                  </a:moveTo>
                  <a:lnTo>
                    <a:pt x="4081" y="0"/>
                  </a:lnTo>
                  <a:lnTo>
                    <a:pt x="3313" y="2989"/>
                  </a:lnTo>
                  <a:lnTo>
                    <a:pt x="209" y="33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901162" y="5707552"/>
              <a:ext cx="12531" cy="8062"/>
            </a:xfrm>
            <a:custGeom>
              <a:avLst/>
              <a:pathLst>
                <a:path w="12531" h="8062">
                  <a:moveTo>
                    <a:pt x="323" y="0"/>
                  </a:moveTo>
                  <a:lnTo>
                    <a:pt x="6651" y="3091"/>
                  </a:lnTo>
                  <a:lnTo>
                    <a:pt x="12531" y="5408"/>
                  </a:lnTo>
                  <a:lnTo>
                    <a:pt x="11516" y="6950"/>
                  </a:lnTo>
                  <a:lnTo>
                    <a:pt x="9658" y="8062"/>
                  </a:lnTo>
                  <a:lnTo>
                    <a:pt x="6191" y="6741"/>
                  </a:lnTo>
                  <a:lnTo>
                    <a:pt x="2516" y="6492"/>
                  </a:lnTo>
                  <a:lnTo>
                    <a:pt x="0" y="39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834907" y="5718509"/>
              <a:ext cx="20309" cy="8099"/>
            </a:xfrm>
            <a:custGeom>
              <a:avLst/>
              <a:pathLst>
                <a:path w="20309" h="8099">
                  <a:moveTo>
                    <a:pt x="0" y="6997"/>
                  </a:moveTo>
                  <a:lnTo>
                    <a:pt x="3265" y="5647"/>
                  </a:lnTo>
                  <a:lnTo>
                    <a:pt x="7823" y="4311"/>
                  </a:lnTo>
                  <a:lnTo>
                    <a:pt x="11216" y="3835"/>
                  </a:lnTo>
                  <a:lnTo>
                    <a:pt x="14444" y="3881"/>
                  </a:lnTo>
                  <a:lnTo>
                    <a:pt x="17471" y="1231"/>
                  </a:lnTo>
                  <a:lnTo>
                    <a:pt x="18844" y="0"/>
                  </a:lnTo>
                  <a:lnTo>
                    <a:pt x="20309" y="206"/>
                  </a:lnTo>
                  <a:lnTo>
                    <a:pt x="19041" y="3125"/>
                  </a:lnTo>
                  <a:lnTo>
                    <a:pt x="15700" y="7415"/>
                  </a:lnTo>
                  <a:lnTo>
                    <a:pt x="12489" y="6657"/>
                  </a:lnTo>
                  <a:lnTo>
                    <a:pt x="7640" y="7902"/>
                  </a:lnTo>
                  <a:lnTo>
                    <a:pt x="1120" y="809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822583" y="5713626"/>
              <a:ext cx="17674" cy="11753"/>
            </a:xfrm>
            <a:custGeom>
              <a:avLst/>
              <a:pathLst>
                <a:path w="17674" h="11753">
                  <a:moveTo>
                    <a:pt x="1271" y="4428"/>
                  </a:moveTo>
                  <a:lnTo>
                    <a:pt x="3756" y="2967"/>
                  </a:lnTo>
                  <a:lnTo>
                    <a:pt x="5965" y="3440"/>
                  </a:lnTo>
                  <a:lnTo>
                    <a:pt x="11871" y="0"/>
                  </a:lnTo>
                  <a:lnTo>
                    <a:pt x="15419" y="450"/>
                  </a:lnTo>
                  <a:lnTo>
                    <a:pt x="17674" y="5225"/>
                  </a:lnTo>
                  <a:lnTo>
                    <a:pt x="13636" y="8859"/>
                  </a:lnTo>
                  <a:lnTo>
                    <a:pt x="7912" y="10396"/>
                  </a:lnTo>
                  <a:lnTo>
                    <a:pt x="5694" y="11753"/>
                  </a:lnTo>
                  <a:lnTo>
                    <a:pt x="5065" y="10465"/>
                  </a:lnTo>
                  <a:lnTo>
                    <a:pt x="1541" y="11036"/>
                  </a:lnTo>
                  <a:lnTo>
                    <a:pt x="0" y="72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807841" y="5426079"/>
              <a:ext cx="38007" cy="31932"/>
            </a:xfrm>
            <a:custGeom>
              <a:avLst/>
              <a:pathLst>
                <a:path w="38007" h="31932">
                  <a:moveTo>
                    <a:pt x="0" y="7965"/>
                  </a:moveTo>
                  <a:lnTo>
                    <a:pt x="2437" y="6662"/>
                  </a:lnTo>
                  <a:lnTo>
                    <a:pt x="6598" y="7211"/>
                  </a:lnTo>
                  <a:lnTo>
                    <a:pt x="10077" y="8445"/>
                  </a:lnTo>
                  <a:lnTo>
                    <a:pt x="12016" y="8888"/>
                  </a:lnTo>
                  <a:lnTo>
                    <a:pt x="12763" y="7129"/>
                  </a:lnTo>
                  <a:lnTo>
                    <a:pt x="12372" y="6186"/>
                  </a:lnTo>
                  <a:lnTo>
                    <a:pt x="15074" y="3759"/>
                  </a:lnTo>
                  <a:lnTo>
                    <a:pt x="17013" y="4377"/>
                  </a:lnTo>
                  <a:lnTo>
                    <a:pt x="18547" y="2554"/>
                  </a:lnTo>
                  <a:lnTo>
                    <a:pt x="19827" y="1406"/>
                  </a:lnTo>
                  <a:lnTo>
                    <a:pt x="22108" y="3288"/>
                  </a:lnTo>
                  <a:lnTo>
                    <a:pt x="24880" y="2024"/>
                  </a:lnTo>
                  <a:lnTo>
                    <a:pt x="26893" y="0"/>
                  </a:lnTo>
                  <a:lnTo>
                    <a:pt x="27602" y="3341"/>
                  </a:lnTo>
                  <a:lnTo>
                    <a:pt x="28785" y="5722"/>
                  </a:lnTo>
                  <a:lnTo>
                    <a:pt x="31999" y="4947"/>
                  </a:lnTo>
                  <a:lnTo>
                    <a:pt x="35977" y="7758"/>
                  </a:lnTo>
                  <a:lnTo>
                    <a:pt x="34937" y="10279"/>
                  </a:lnTo>
                  <a:lnTo>
                    <a:pt x="35619" y="12140"/>
                  </a:lnTo>
                  <a:lnTo>
                    <a:pt x="34699" y="13665"/>
                  </a:lnTo>
                  <a:lnTo>
                    <a:pt x="35744" y="15628"/>
                  </a:lnTo>
                  <a:lnTo>
                    <a:pt x="34700" y="18258"/>
                  </a:lnTo>
                  <a:lnTo>
                    <a:pt x="36112" y="20581"/>
                  </a:lnTo>
                  <a:lnTo>
                    <a:pt x="38007" y="23877"/>
                  </a:lnTo>
                  <a:lnTo>
                    <a:pt x="36857" y="25883"/>
                  </a:lnTo>
                  <a:lnTo>
                    <a:pt x="34222" y="26774"/>
                  </a:lnTo>
                  <a:lnTo>
                    <a:pt x="32967" y="25850"/>
                  </a:lnTo>
                  <a:lnTo>
                    <a:pt x="31082" y="27098"/>
                  </a:lnTo>
                  <a:lnTo>
                    <a:pt x="28498" y="26735"/>
                  </a:lnTo>
                  <a:lnTo>
                    <a:pt x="26281" y="27998"/>
                  </a:lnTo>
                  <a:lnTo>
                    <a:pt x="26100" y="30966"/>
                  </a:lnTo>
                  <a:lnTo>
                    <a:pt x="23824" y="31932"/>
                  </a:lnTo>
                  <a:lnTo>
                    <a:pt x="22328" y="28886"/>
                  </a:lnTo>
                  <a:lnTo>
                    <a:pt x="20559" y="27409"/>
                  </a:lnTo>
                  <a:lnTo>
                    <a:pt x="17478" y="26685"/>
                  </a:lnTo>
                  <a:lnTo>
                    <a:pt x="14441" y="24832"/>
                  </a:lnTo>
                  <a:lnTo>
                    <a:pt x="11898" y="22876"/>
                  </a:lnTo>
                  <a:lnTo>
                    <a:pt x="9124" y="20069"/>
                  </a:lnTo>
                  <a:lnTo>
                    <a:pt x="6621" y="18694"/>
                  </a:lnTo>
                  <a:lnTo>
                    <a:pt x="3551" y="15803"/>
                  </a:lnTo>
                  <a:lnTo>
                    <a:pt x="1455" y="14312"/>
                  </a:lnTo>
                  <a:lnTo>
                    <a:pt x="1485" y="115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437706" y="5734509"/>
              <a:ext cx="3694" cy="4600"/>
            </a:xfrm>
            <a:custGeom>
              <a:avLst/>
              <a:pathLst>
                <a:path w="3694" h="4600">
                  <a:moveTo>
                    <a:pt x="945" y="0"/>
                  </a:moveTo>
                  <a:lnTo>
                    <a:pt x="2954" y="1455"/>
                  </a:lnTo>
                  <a:lnTo>
                    <a:pt x="3694" y="2795"/>
                  </a:lnTo>
                  <a:lnTo>
                    <a:pt x="1992" y="4600"/>
                  </a:lnTo>
                  <a:lnTo>
                    <a:pt x="1074" y="4430"/>
                  </a:lnTo>
                  <a:lnTo>
                    <a:pt x="0" y="7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79246" y="5724430"/>
              <a:ext cx="44129" cy="33458"/>
            </a:xfrm>
            <a:custGeom>
              <a:avLst/>
              <a:pathLst>
                <a:path w="44129" h="33458">
                  <a:moveTo>
                    <a:pt x="1528" y="29007"/>
                  </a:moveTo>
                  <a:lnTo>
                    <a:pt x="3972" y="26826"/>
                  </a:lnTo>
                  <a:lnTo>
                    <a:pt x="6516" y="26865"/>
                  </a:lnTo>
                  <a:lnTo>
                    <a:pt x="9868" y="24920"/>
                  </a:lnTo>
                  <a:lnTo>
                    <a:pt x="12027" y="24788"/>
                  </a:lnTo>
                  <a:lnTo>
                    <a:pt x="14293" y="23725"/>
                  </a:lnTo>
                  <a:lnTo>
                    <a:pt x="16572" y="21836"/>
                  </a:lnTo>
                  <a:lnTo>
                    <a:pt x="17885" y="20702"/>
                  </a:lnTo>
                  <a:lnTo>
                    <a:pt x="17311" y="18082"/>
                  </a:lnTo>
                  <a:lnTo>
                    <a:pt x="18658" y="16952"/>
                  </a:lnTo>
                  <a:lnTo>
                    <a:pt x="19575" y="15526"/>
                  </a:lnTo>
                  <a:lnTo>
                    <a:pt x="20369" y="13625"/>
                  </a:lnTo>
                  <a:lnTo>
                    <a:pt x="21287" y="11495"/>
                  </a:lnTo>
                  <a:lnTo>
                    <a:pt x="19088" y="9182"/>
                  </a:lnTo>
                  <a:lnTo>
                    <a:pt x="18053" y="7811"/>
                  </a:lnTo>
                  <a:lnTo>
                    <a:pt x="18126" y="5953"/>
                  </a:lnTo>
                  <a:lnTo>
                    <a:pt x="20888" y="2570"/>
                  </a:lnTo>
                  <a:lnTo>
                    <a:pt x="24620" y="917"/>
                  </a:lnTo>
                  <a:lnTo>
                    <a:pt x="27969" y="0"/>
                  </a:lnTo>
                  <a:lnTo>
                    <a:pt x="30343" y="280"/>
                  </a:lnTo>
                  <a:lnTo>
                    <a:pt x="31679" y="2967"/>
                  </a:lnTo>
                  <a:lnTo>
                    <a:pt x="33566" y="4825"/>
                  </a:lnTo>
                  <a:lnTo>
                    <a:pt x="35326" y="3509"/>
                  </a:lnTo>
                  <a:lnTo>
                    <a:pt x="37307" y="1509"/>
                  </a:lnTo>
                  <a:lnTo>
                    <a:pt x="39536" y="2872"/>
                  </a:lnTo>
                  <a:lnTo>
                    <a:pt x="40487" y="2552"/>
                  </a:lnTo>
                  <a:lnTo>
                    <a:pt x="41789" y="2113"/>
                  </a:lnTo>
                  <a:lnTo>
                    <a:pt x="44129" y="3653"/>
                  </a:lnTo>
                  <a:lnTo>
                    <a:pt x="42024" y="5054"/>
                  </a:lnTo>
                  <a:lnTo>
                    <a:pt x="40800" y="5866"/>
                  </a:lnTo>
                  <a:lnTo>
                    <a:pt x="39793" y="7602"/>
                  </a:lnTo>
                  <a:lnTo>
                    <a:pt x="38106" y="7791"/>
                  </a:lnTo>
                  <a:lnTo>
                    <a:pt x="35991" y="10410"/>
                  </a:lnTo>
                  <a:lnTo>
                    <a:pt x="37637" y="11602"/>
                  </a:lnTo>
                  <a:lnTo>
                    <a:pt x="41037" y="9617"/>
                  </a:lnTo>
                  <a:lnTo>
                    <a:pt x="43138" y="8979"/>
                  </a:lnTo>
                  <a:lnTo>
                    <a:pt x="43500" y="10262"/>
                  </a:lnTo>
                  <a:lnTo>
                    <a:pt x="42440" y="14648"/>
                  </a:lnTo>
                  <a:lnTo>
                    <a:pt x="39850" y="15371"/>
                  </a:lnTo>
                  <a:lnTo>
                    <a:pt x="37962" y="16904"/>
                  </a:lnTo>
                  <a:lnTo>
                    <a:pt x="34888" y="18194"/>
                  </a:lnTo>
                  <a:lnTo>
                    <a:pt x="33276" y="20702"/>
                  </a:lnTo>
                  <a:lnTo>
                    <a:pt x="31469" y="23026"/>
                  </a:lnTo>
                  <a:lnTo>
                    <a:pt x="29588" y="24873"/>
                  </a:lnTo>
                  <a:lnTo>
                    <a:pt x="27267" y="26809"/>
                  </a:lnTo>
                  <a:lnTo>
                    <a:pt x="24087" y="27013"/>
                  </a:lnTo>
                  <a:lnTo>
                    <a:pt x="21228" y="26758"/>
                  </a:lnTo>
                  <a:lnTo>
                    <a:pt x="19231" y="26751"/>
                  </a:lnTo>
                  <a:lnTo>
                    <a:pt x="16982" y="27088"/>
                  </a:lnTo>
                  <a:lnTo>
                    <a:pt x="13843" y="29036"/>
                  </a:lnTo>
                  <a:lnTo>
                    <a:pt x="13408" y="30383"/>
                  </a:lnTo>
                  <a:lnTo>
                    <a:pt x="10705" y="30302"/>
                  </a:lnTo>
                  <a:lnTo>
                    <a:pt x="8895" y="32948"/>
                  </a:lnTo>
                  <a:lnTo>
                    <a:pt x="7648" y="32401"/>
                  </a:lnTo>
                  <a:lnTo>
                    <a:pt x="5570" y="33458"/>
                  </a:lnTo>
                  <a:lnTo>
                    <a:pt x="2505" y="32023"/>
                  </a:lnTo>
                  <a:lnTo>
                    <a:pt x="0" y="300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824804" y="4927389"/>
              <a:ext cx="839596" cy="783646"/>
            </a:xfrm>
            <a:custGeom>
              <a:avLst/>
              <a:pathLst>
                <a:path w="839596" h="783646">
                  <a:moveTo>
                    <a:pt x="0" y="250656"/>
                  </a:moveTo>
                  <a:lnTo>
                    <a:pt x="2983" y="247722"/>
                  </a:lnTo>
                  <a:lnTo>
                    <a:pt x="8940" y="245478"/>
                  </a:lnTo>
                  <a:lnTo>
                    <a:pt x="15718" y="241718"/>
                  </a:lnTo>
                  <a:lnTo>
                    <a:pt x="25314" y="235042"/>
                  </a:lnTo>
                  <a:lnTo>
                    <a:pt x="38569" y="227380"/>
                  </a:lnTo>
                  <a:lnTo>
                    <a:pt x="49771" y="221678"/>
                  </a:lnTo>
                  <a:lnTo>
                    <a:pt x="59996" y="217938"/>
                  </a:lnTo>
                  <a:lnTo>
                    <a:pt x="67141" y="216060"/>
                  </a:lnTo>
                  <a:lnTo>
                    <a:pt x="76540" y="216485"/>
                  </a:lnTo>
                  <a:lnTo>
                    <a:pt x="80003" y="218371"/>
                  </a:lnTo>
                  <a:lnTo>
                    <a:pt x="77708" y="220955"/>
                  </a:lnTo>
                  <a:lnTo>
                    <a:pt x="76286" y="223716"/>
                  </a:lnTo>
                  <a:lnTo>
                    <a:pt x="74852" y="225828"/>
                  </a:lnTo>
                  <a:lnTo>
                    <a:pt x="74897" y="229646"/>
                  </a:lnTo>
                  <a:lnTo>
                    <a:pt x="74793" y="231875"/>
                  </a:lnTo>
                  <a:lnTo>
                    <a:pt x="73282" y="233367"/>
                  </a:lnTo>
                  <a:lnTo>
                    <a:pt x="73277" y="234987"/>
                  </a:lnTo>
                  <a:lnTo>
                    <a:pt x="74776" y="239363"/>
                  </a:lnTo>
                  <a:lnTo>
                    <a:pt x="76417" y="241407"/>
                  </a:lnTo>
                  <a:lnTo>
                    <a:pt x="79858" y="240494"/>
                  </a:lnTo>
                  <a:lnTo>
                    <a:pt x="81926" y="240683"/>
                  </a:lnTo>
                  <a:lnTo>
                    <a:pt x="85600" y="242173"/>
                  </a:lnTo>
                  <a:lnTo>
                    <a:pt x="88164" y="241559"/>
                  </a:lnTo>
                  <a:lnTo>
                    <a:pt x="92343" y="241243"/>
                  </a:lnTo>
                  <a:lnTo>
                    <a:pt x="94324" y="243747"/>
                  </a:lnTo>
                  <a:lnTo>
                    <a:pt x="97688" y="243530"/>
                  </a:lnTo>
                  <a:lnTo>
                    <a:pt x="99185" y="244447"/>
                  </a:lnTo>
                  <a:lnTo>
                    <a:pt x="102587" y="242457"/>
                  </a:lnTo>
                  <a:lnTo>
                    <a:pt x="107453" y="245346"/>
                  </a:lnTo>
                  <a:lnTo>
                    <a:pt x="108649" y="243027"/>
                  </a:lnTo>
                  <a:lnTo>
                    <a:pt x="111645" y="238385"/>
                  </a:lnTo>
                  <a:lnTo>
                    <a:pt x="112914" y="235504"/>
                  </a:lnTo>
                  <a:lnTo>
                    <a:pt x="114041" y="234511"/>
                  </a:lnTo>
                  <a:lnTo>
                    <a:pt x="116414" y="234966"/>
                  </a:lnTo>
                  <a:lnTo>
                    <a:pt x="116674" y="236445"/>
                  </a:lnTo>
                  <a:lnTo>
                    <a:pt x="118679" y="237124"/>
                  </a:lnTo>
                  <a:lnTo>
                    <a:pt x="122165" y="236177"/>
                  </a:lnTo>
                  <a:lnTo>
                    <a:pt x="120770" y="232364"/>
                  </a:lnTo>
                  <a:lnTo>
                    <a:pt x="117029" y="229711"/>
                  </a:lnTo>
                  <a:lnTo>
                    <a:pt x="112900" y="228194"/>
                  </a:lnTo>
                  <a:lnTo>
                    <a:pt x="110924" y="228120"/>
                  </a:lnTo>
                  <a:lnTo>
                    <a:pt x="107103" y="230086"/>
                  </a:lnTo>
                  <a:lnTo>
                    <a:pt x="108308" y="225025"/>
                  </a:lnTo>
                  <a:lnTo>
                    <a:pt x="108281" y="222601"/>
                  </a:lnTo>
                  <a:lnTo>
                    <a:pt x="104833" y="217214"/>
                  </a:lnTo>
                  <a:lnTo>
                    <a:pt x="103903" y="214114"/>
                  </a:lnTo>
                  <a:lnTo>
                    <a:pt x="101183" y="212122"/>
                  </a:lnTo>
                  <a:lnTo>
                    <a:pt x="98762" y="211221"/>
                  </a:lnTo>
                  <a:lnTo>
                    <a:pt x="97147" y="205639"/>
                  </a:lnTo>
                  <a:lnTo>
                    <a:pt x="98023" y="203613"/>
                  </a:lnTo>
                  <a:lnTo>
                    <a:pt x="100076" y="201575"/>
                  </a:lnTo>
                  <a:lnTo>
                    <a:pt x="100155" y="200198"/>
                  </a:lnTo>
                  <a:lnTo>
                    <a:pt x="97522" y="199179"/>
                  </a:lnTo>
                  <a:lnTo>
                    <a:pt x="94144" y="199268"/>
                  </a:lnTo>
                  <a:lnTo>
                    <a:pt x="91574" y="197275"/>
                  </a:lnTo>
                  <a:lnTo>
                    <a:pt x="87074" y="195447"/>
                  </a:lnTo>
                  <a:lnTo>
                    <a:pt x="82522" y="193570"/>
                  </a:lnTo>
                  <a:lnTo>
                    <a:pt x="80821" y="192618"/>
                  </a:lnTo>
                  <a:lnTo>
                    <a:pt x="80658" y="187890"/>
                  </a:lnTo>
                  <a:lnTo>
                    <a:pt x="79429" y="178109"/>
                  </a:lnTo>
                  <a:lnTo>
                    <a:pt x="77437" y="170868"/>
                  </a:lnTo>
                  <a:lnTo>
                    <a:pt x="74647" y="166581"/>
                  </a:lnTo>
                  <a:lnTo>
                    <a:pt x="70705" y="162687"/>
                  </a:lnTo>
                  <a:lnTo>
                    <a:pt x="63170" y="152115"/>
                  </a:lnTo>
                  <a:lnTo>
                    <a:pt x="59790" y="147277"/>
                  </a:lnTo>
                  <a:lnTo>
                    <a:pt x="59131" y="146776"/>
                  </a:lnTo>
                  <a:lnTo>
                    <a:pt x="55012" y="143618"/>
                  </a:lnTo>
                  <a:lnTo>
                    <a:pt x="52329" y="142332"/>
                  </a:lnTo>
                  <a:lnTo>
                    <a:pt x="50960" y="140687"/>
                  </a:lnTo>
                  <a:lnTo>
                    <a:pt x="49744" y="136720"/>
                  </a:lnTo>
                  <a:lnTo>
                    <a:pt x="46811" y="133095"/>
                  </a:lnTo>
                  <a:lnTo>
                    <a:pt x="42777" y="130396"/>
                  </a:lnTo>
                  <a:lnTo>
                    <a:pt x="39220" y="129686"/>
                  </a:lnTo>
                  <a:lnTo>
                    <a:pt x="43414" y="127086"/>
                  </a:lnTo>
                  <a:lnTo>
                    <a:pt x="47617" y="125970"/>
                  </a:lnTo>
                  <a:lnTo>
                    <a:pt x="48834" y="122410"/>
                  </a:lnTo>
                  <a:lnTo>
                    <a:pt x="50260" y="118240"/>
                  </a:lnTo>
                  <a:lnTo>
                    <a:pt x="51570" y="113091"/>
                  </a:lnTo>
                  <a:lnTo>
                    <a:pt x="52124" y="106241"/>
                  </a:lnTo>
                  <a:lnTo>
                    <a:pt x="56515" y="107090"/>
                  </a:lnTo>
                  <a:lnTo>
                    <a:pt x="62352" y="108475"/>
                  </a:lnTo>
                  <a:lnTo>
                    <a:pt x="70717" y="108254"/>
                  </a:lnTo>
                  <a:lnTo>
                    <a:pt x="77435" y="107403"/>
                  </a:lnTo>
                  <a:lnTo>
                    <a:pt x="81554" y="107248"/>
                  </a:lnTo>
                  <a:lnTo>
                    <a:pt x="86755" y="104518"/>
                  </a:lnTo>
                  <a:lnTo>
                    <a:pt x="92606" y="99322"/>
                  </a:lnTo>
                  <a:lnTo>
                    <a:pt x="98363" y="91339"/>
                  </a:lnTo>
                  <a:lnTo>
                    <a:pt x="100350" y="85707"/>
                  </a:lnTo>
                  <a:lnTo>
                    <a:pt x="101282" y="77257"/>
                  </a:lnTo>
                  <a:lnTo>
                    <a:pt x="103062" y="71569"/>
                  </a:lnTo>
                  <a:lnTo>
                    <a:pt x="104693" y="67614"/>
                  </a:lnTo>
                  <a:lnTo>
                    <a:pt x="108075" y="63051"/>
                  </a:lnTo>
                  <a:lnTo>
                    <a:pt x="112942" y="55451"/>
                  </a:lnTo>
                  <a:lnTo>
                    <a:pt x="116271" y="50865"/>
                  </a:lnTo>
                  <a:lnTo>
                    <a:pt x="122768" y="45511"/>
                  </a:lnTo>
                  <a:lnTo>
                    <a:pt x="126799" y="47012"/>
                  </a:lnTo>
                  <a:lnTo>
                    <a:pt x="130878" y="47550"/>
                  </a:lnTo>
                  <a:lnTo>
                    <a:pt x="137837" y="44216"/>
                  </a:lnTo>
                  <a:lnTo>
                    <a:pt x="146818" y="36156"/>
                  </a:lnTo>
                  <a:lnTo>
                    <a:pt x="152093" y="29522"/>
                  </a:lnTo>
                  <a:lnTo>
                    <a:pt x="155413" y="25554"/>
                  </a:lnTo>
                  <a:lnTo>
                    <a:pt x="162181" y="22000"/>
                  </a:lnTo>
                  <a:lnTo>
                    <a:pt x="162791" y="24686"/>
                  </a:lnTo>
                  <a:lnTo>
                    <a:pt x="166307" y="25916"/>
                  </a:lnTo>
                  <a:lnTo>
                    <a:pt x="170151" y="25854"/>
                  </a:lnTo>
                  <a:lnTo>
                    <a:pt x="173060" y="24741"/>
                  </a:lnTo>
                  <a:lnTo>
                    <a:pt x="177669" y="24189"/>
                  </a:lnTo>
                  <a:lnTo>
                    <a:pt x="181376" y="22180"/>
                  </a:lnTo>
                  <a:lnTo>
                    <a:pt x="186313" y="17498"/>
                  </a:lnTo>
                  <a:lnTo>
                    <a:pt x="189847" y="11986"/>
                  </a:lnTo>
                  <a:lnTo>
                    <a:pt x="193723" y="5290"/>
                  </a:lnTo>
                  <a:lnTo>
                    <a:pt x="195092" y="3089"/>
                  </a:lnTo>
                  <a:lnTo>
                    <a:pt x="198418" y="0"/>
                  </a:lnTo>
                  <a:lnTo>
                    <a:pt x="198847" y="2582"/>
                  </a:lnTo>
                  <a:lnTo>
                    <a:pt x="201778" y="4193"/>
                  </a:lnTo>
                  <a:lnTo>
                    <a:pt x="204932" y="4907"/>
                  </a:lnTo>
                  <a:lnTo>
                    <a:pt x="205280" y="7558"/>
                  </a:lnTo>
                  <a:lnTo>
                    <a:pt x="207309" y="7070"/>
                  </a:lnTo>
                  <a:lnTo>
                    <a:pt x="211451" y="7905"/>
                  </a:lnTo>
                  <a:lnTo>
                    <a:pt x="212320" y="11098"/>
                  </a:lnTo>
                  <a:lnTo>
                    <a:pt x="212130" y="12707"/>
                  </a:lnTo>
                  <a:lnTo>
                    <a:pt x="209758" y="14986"/>
                  </a:lnTo>
                  <a:lnTo>
                    <a:pt x="208964" y="16604"/>
                  </a:lnTo>
                  <a:lnTo>
                    <a:pt x="206353" y="17652"/>
                  </a:lnTo>
                  <a:lnTo>
                    <a:pt x="205945" y="19798"/>
                  </a:lnTo>
                  <a:lnTo>
                    <a:pt x="206641" y="22807"/>
                  </a:lnTo>
                  <a:lnTo>
                    <a:pt x="209284" y="23707"/>
                  </a:lnTo>
                  <a:lnTo>
                    <a:pt x="211890" y="22869"/>
                  </a:lnTo>
                  <a:lnTo>
                    <a:pt x="212692" y="21053"/>
                  </a:lnTo>
                  <a:lnTo>
                    <a:pt x="212341" y="18550"/>
                  </a:lnTo>
                  <a:lnTo>
                    <a:pt x="214403" y="15996"/>
                  </a:lnTo>
                  <a:lnTo>
                    <a:pt x="215819" y="12025"/>
                  </a:lnTo>
                  <a:lnTo>
                    <a:pt x="218579" y="8848"/>
                  </a:lnTo>
                  <a:lnTo>
                    <a:pt x="220175" y="9652"/>
                  </a:lnTo>
                  <a:lnTo>
                    <a:pt x="225101" y="14862"/>
                  </a:lnTo>
                  <a:lnTo>
                    <a:pt x="224739" y="17869"/>
                  </a:lnTo>
                  <a:lnTo>
                    <a:pt x="225253" y="23197"/>
                  </a:lnTo>
                  <a:lnTo>
                    <a:pt x="227212" y="22839"/>
                  </a:lnTo>
                  <a:lnTo>
                    <a:pt x="229145" y="23170"/>
                  </a:lnTo>
                  <a:lnTo>
                    <a:pt x="231413" y="25021"/>
                  </a:lnTo>
                  <a:lnTo>
                    <a:pt x="234616" y="19860"/>
                  </a:lnTo>
                  <a:lnTo>
                    <a:pt x="237700" y="19747"/>
                  </a:lnTo>
                  <a:lnTo>
                    <a:pt x="240996" y="19195"/>
                  </a:lnTo>
                  <a:lnTo>
                    <a:pt x="243543" y="17510"/>
                  </a:lnTo>
                  <a:lnTo>
                    <a:pt x="246154" y="17728"/>
                  </a:lnTo>
                  <a:lnTo>
                    <a:pt x="248184" y="18900"/>
                  </a:lnTo>
                  <a:lnTo>
                    <a:pt x="251040" y="18733"/>
                  </a:lnTo>
                  <a:lnTo>
                    <a:pt x="254841" y="19460"/>
                  </a:lnTo>
                  <a:lnTo>
                    <a:pt x="257665" y="20757"/>
                  </a:lnTo>
                  <a:lnTo>
                    <a:pt x="258141" y="22057"/>
                  </a:lnTo>
                  <a:lnTo>
                    <a:pt x="256074" y="24596"/>
                  </a:lnTo>
                  <a:lnTo>
                    <a:pt x="256104" y="26733"/>
                  </a:lnTo>
                  <a:lnTo>
                    <a:pt x="254445" y="27540"/>
                  </a:lnTo>
                  <a:lnTo>
                    <a:pt x="255111" y="30544"/>
                  </a:lnTo>
                  <a:lnTo>
                    <a:pt x="257049" y="31032"/>
                  </a:lnTo>
                  <a:lnTo>
                    <a:pt x="260127" y="31546"/>
                  </a:lnTo>
                  <a:lnTo>
                    <a:pt x="261608" y="32374"/>
                  </a:lnTo>
                  <a:lnTo>
                    <a:pt x="265537" y="32673"/>
                  </a:lnTo>
                  <a:lnTo>
                    <a:pt x="265118" y="34752"/>
                  </a:lnTo>
                  <a:lnTo>
                    <a:pt x="265192" y="37836"/>
                  </a:lnTo>
                  <a:lnTo>
                    <a:pt x="268517" y="37709"/>
                  </a:lnTo>
                  <a:lnTo>
                    <a:pt x="271505" y="38768"/>
                  </a:lnTo>
                  <a:lnTo>
                    <a:pt x="273297" y="39719"/>
                  </a:lnTo>
                  <a:lnTo>
                    <a:pt x="275318" y="36802"/>
                  </a:lnTo>
                  <a:lnTo>
                    <a:pt x="276883" y="35370"/>
                  </a:lnTo>
                  <a:lnTo>
                    <a:pt x="278526" y="35061"/>
                  </a:lnTo>
                  <a:lnTo>
                    <a:pt x="281685" y="33822"/>
                  </a:lnTo>
                  <a:lnTo>
                    <a:pt x="283762" y="34565"/>
                  </a:lnTo>
                  <a:lnTo>
                    <a:pt x="285481" y="36240"/>
                  </a:lnTo>
                  <a:lnTo>
                    <a:pt x="288606" y="34861"/>
                  </a:lnTo>
                  <a:lnTo>
                    <a:pt x="291275" y="31212"/>
                  </a:lnTo>
                  <a:lnTo>
                    <a:pt x="293093" y="31539"/>
                  </a:lnTo>
                  <a:lnTo>
                    <a:pt x="296920" y="30067"/>
                  </a:lnTo>
                  <a:lnTo>
                    <a:pt x="301007" y="30961"/>
                  </a:lnTo>
                  <a:lnTo>
                    <a:pt x="304760" y="33096"/>
                  </a:lnTo>
                  <a:lnTo>
                    <a:pt x="308428" y="32372"/>
                  </a:lnTo>
                  <a:lnTo>
                    <a:pt x="311417" y="35159"/>
                  </a:lnTo>
                  <a:lnTo>
                    <a:pt x="311776" y="37193"/>
                  </a:lnTo>
                  <a:lnTo>
                    <a:pt x="313439" y="37342"/>
                  </a:lnTo>
                  <a:lnTo>
                    <a:pt x="315325" y="35016"/>
                  </a:lnTo>
                  <a:lnTo>
                    <a:pt x="318903" y="35975"/>
                  </a:lnTo>
                  <a:lnTo>
                    <a:pt x="320387" y="36682"/>
                  </a:lnTo>
                  <a:lnTo>
                    <a:pt x="322150" y="39761"/>
                  </a:lnTo>
                  <a:lnTo>
                    <a:pt x="327044" y="40318"/>
                  </a:lnTo>
                  <a:lnTo>
                    <a:pt x="329757" y="38960"/>
                  </a:lnTo>
                  <a:lnTo>
                    <a:pt x="331057" y="41114"/>
                  </a:lnTo>
                  <a:lnTo>
                    <a:pt x="333526" y="41022"/>
                  </a:lnTo>
                  <a:lnTo>
                    <a:pt x="334808" y="39014"/>
                  </a:lnTo>
                  <a:lnTo>
                    <a:pt x="340166" y="37974"/>
                  </a:lnTo>
                  <a:lnTo>
                    <a:pt x="345702" y="38120"/>
                  </a:lnTo>
                  <a:lnTo>
                    <a:pt x="347566" y="38596"/>
                  </a:lnTo>
                  <a:lnTo>
                    <a:pt x="349508" y="37014"/>
                  </a:lnTo>
                  <a:lnTo>
                    <a:pt x="353371" y="39975"/>
                  </a:lnTo>
                  <a:lnTo>
                    <a:pt x="356368" y="41525"/>
                  </a:lnTo>
                  <a:lnTo>
                    <a:pt x="360381" y="42747"/>
                  </a:lnTo>
                  <a:lnTo>
                    <a:pt x="364468" y="43099"/>
                  </a:lnTo>
                  <a:lnTo>
                    <a:pt x="365928" y="42063"/>
                  </a:lnTo>
                  <a:lnTo>
                    <a:pt x="367739" y="42250"/>
                  </a:lnTo>
                  <a:lnTo>
                    <a:pt x="370340" y="38489"/>
                  </a:lnTo>
                  <a:lnTo>
                    <a:pt x="372810" y="37290"/>
                  </a:lnTo>
                  <a:lnTo>
                    <a:pt x="377429" y="33091"/>
                  </a:lnTo>
                  <a:lnTo>
                    <a:pt x="382874" y="30711"/>
                  </a:lnTo>
                  <a:lnTo>
                    <a:pt x="384284" y="30987"/>
                  </a:lnTo>
                  <a:lnTo>
                    <a:pt x="386102" y="29321"/>
                  </a:lnTo>
                  <a:lnTo>
                    <a:pt x="390603" y="31092"/>
                  </a:lnTo>
                  <a:lnTo>
                    <a:pt x="394570" y="32193"/>
                  </a:lnTo>
                  <a:lnTo>
                    <a:pt x="399465" y="34829"/>
                  </a:lnTo>
                  <a:lnTo>
                    <a:pt x="400516" y="36484"/>
                  </a:lnTo>
                  <a:lnTo>
                    <a:pt x="403036" y="36735"/>
                  </a:lnTo>
                  <a:lnTo>
                    <a:pt x="406758" y="38453"/>
                  </a:lnTo>
                  <a:lnTo>
                    <a:pt x="411521" y="39396"/>
                  </a:lnTo>
                  <a:lnTo>
                    <a:pt x="416448" y="42409"/>
                  </a:lnTo>
                  <a:lnTo>
                    <a:pt x="419718" y="41986"/>
                  </a:lnTo>
                  <a:lnTo>
                    <a:pt x="423077" y="42817"/>
                  </a:lnTo>
                  <a:lnTo>
                    <a:pt x="434359" y="93135"/>
                  </a:lnTo>
                  <a:lnTo>
                    <a:pt x="461961" y="209600"/>
                  </a:lnTo>
                  <a:lnTo>
                    <a:pt x="506495" y="381442"/>
                  </a:lnTo>
                  <a:lnTo>
                    <a:pt x="524761" y="447271"/>
                  </a:lnTo>
                  <a:lnTo>
                    <a:pt x="525813" y="450992"/>
                  </a:lnTo>
                  <a:lnTo>
                    <a:pt x="536265" y="451543"/>
                  </a:lnTo>
                  <a:lnTo>
                    <a:pt x="536443" y="447389"/>
                  </a:lnTo>
                  <a:lnTo>
                    <a:pt x="547796" y="449621"/>
                  </a:lnTo>
                  <a:lnTo>
                    <a:pt x="551635" y="440962"/>
                  </a:lnTo>
                  <a:lnTo>
                    <a:pt x="563678" y="436030"/>
                  </a:lnTo>
                  <a:lnTo>
                    <a:pt x="564221" y="437454"/>
                  </a:lnTo>
                  <a:lnTo>
                    <a:pt x="564976" y="448305"/>
                  </a:lnTo>
                  <a:lnTo>
                    <a:pt x="569336" y="451202"/>
                  </a:lnTo>
                  <a:lnTo>
                    <a:pt x="577510" y="452530"/>
                  </a:lnTo>
                  <a:lnTo>
                    <a:pt x="580325" y="457156"/>
                  </a:lnTo>
                  <a:lnTo>
                    <a:pt x="582072" y="458448"/>
                  </a:lnTo>
                  <a:lnTo>
                    <a:pt x="609380" y="472872"/>
                  </a:lnTo>
                  <a:lnTo>
                    <a:pt x="615315" y="482958"/>
                  </a:lnTo>
                  <a:lnTo>
                    <a:pt x="615917" y="486568"/>
                  </a:lnTo>
                  <a:lnTo>
                    <a:pt x="617512" y="485838"/>
                  </a:lnTo>
                  <a:lnTo>
                    <a:pt x="619921" y="480462"/>
                  </a:lnTo>
                  <a:lnTo>
                    <a:pt x="626153" y="471519"/>
                  </a:lnTo>
                  <a:lnTo>
                    <a:pt x="626619" y="470379"/>
                  </a:lnTo>
                  <a:lnTo>
                    <a:pt x="631554" y="468142"/>
                  </a:lnTo>
                  <a:lnTo>
                    <a:pt x="631982" y="463383"/>
                  </a:lnTo>
                  <a:lnTo>
                    <a:pt x="632089" y="462175"/>
                  </a:lnTo>
                  <a:lnTo>
                    <a:pt x="629201" y="454631"/>
                  </a:lnTo>
                  <a:lnTo>
                    <a:pt x="631791" y="454318"/>
                  </a:lnTo>
                  <a:lnTo>
                    <a:pt x="633164" y="450158"/>
                  </a:lnTo>
                  <a:lnTo>
                    <a:pt x="632581" y="448748"/>
                  </a:lnTo>
                  <a:lnTo>
                    <a:pt x="629667" y="447942"/>
                  </a:lnTo>
                  <a:lnTo>
                    <a:pt x="632292" y="444947"/>
                  </a:lnTo>
                  <a:lnTo>
                    <a:pt x="636861" y="441966"/>
                  </a:lnTo>
                  <a:lnTo>
                    <a:pt x="640350" y="437435"/>
                  </a:lnTo>
                  <a:lnTo>
                    <a:pt x="644174" y="432432"/>
                  </a:lnTo>
                  <a:lnTo>
                    <a:pt x="650731" y="434699"/>
                  </a:lnTo>
                  <a:lnTo>
                    <a:pt x="651589" y="435936"/>
                  </a:lnTo>
                  <a:lnTo>
                    <a:pt x="654246" y="436819"/>
                  </a:lnTo>
                  <a:lnTo>
                    <a:pt x="656953" y="438590"/>
                  </a:lnTo>
                  <a:lnTo>
                    <a:pt x="658399" y="442308"/>
                  </a:lnTo>
                  <a:lnTo>
                    <a:pt x="658414" y="444865"/>
                  </a:lnTo>
                  <a:lnTo>
                    <a:pt x="660224" y="446079"/>
                  </a:lnTo>
                  <a:lnTo>
                    <a:pt x="660410" y="447746"/>
                  </a:lnTo>
                  <a:lnTo>
                    <a:pt x="662818" y="449894"/>
                  </a:lnTo>
                  <a:lnTo>
                    <a:pt x="668614" y="449034"/>
                  </a:lnTo>
                  <a:lnTo>
                    <a:pt x="670476" y="451487"/>
                  </a:lnTo>
                  <a:lnTo>
                    <a:pt x="673319" y="452851"/>
                  </a:lnTo>
                  <a:lnTo>
                    <a:pt x="675062" y="452118"/>
                  </a:lnTo>
                  <a:lnTo>
                    <a:pt x="678658" y="455112"/>
                  </a:lnTo>
                  <a:lnTo>
                    <a:pt x="679191" y="457745"/>
                  </a:lnTo>
                  <a:lnTo>
                    <a:pt x="680912" y="457682"/>
                  </a:lnTo>
                  <a:lnTo>
                    <a:pt x="681598" y="459469"/>
                  </a:lnTo>
                  <a:lnTo>
                    <a:pt x="684221" y="461338"/>
                  </a:lnTo>
                  <a:lnTo>
                    <a:pt x="694798" y="463077"/>
                  </a:lnTo>
                  <a:lnTo>
                    <a:pt x="699723" y="466808"/>
                  </a:lnTo>
                  <a:lnTo>
                    <a:pt x="709370" y="471295"/>
                  </a:lnTo>
                  <a:lnTo>
                    <a:pt x="708413" y="473801"/>
                  </a:lnTo>
                  <a:lnTo>
                    <a:pt x="712817" y="477445"/>
                  </a:lnTo>
                  <a:lnTo>
                    <a:pt x="718372" y="480865"/>
                  </a:lnTo>
                  <a:lnTo>
                    <a:pt x="723066" y="486121"/>
                  </a:lnTo>
                  <a:lnTo>
                    <a:pt x="730132" y="490604"/>
                  </a:lnTo>
                  <a:lnTo>
                    <a:pt x="734915" y="495188"/>
                  </a:lnTo>
                  <a:lnTo>
                    <a:pt x="738876" y="498448"/>
                  </a:lnTo>
                  <a:lnTo>
                    <a:pt x="742636" y="501525"/>
                  </a:lnTo>
                  <a:lnTo>
                    <a:pt x="749443" y="506006"/>
                  </a:lnTo>
                  <a:lnTo>
                    <a:pt x="754286" y="510301"/>
                  </a:lnTo>
                  <a:lnTo>
                    <a:pt x="753931" y="516414"/>
                  </a:lnTo>
                  <a:lnTo>
                    <a:pt x="761532" y="515007"/>
                  </a:lnTo>
                  <a:lnTo>
                    <a:pt x="762997" y="522221"/>
                  </a:lnTo>
                  <a:lnTo>
                    <a:pt x="763148" y="522967"/>
                  </a:lnTo>
                  <a:lnTo>
                    <a:pt x="769847" y="523230"/>
                  </a:lnTo>
                  <a:lnTo>
                    <a:pt x="770156" y="525648"/>
                  </a:lnTo>
                  <a:lnTo>
                    <a:pt x="774363" y="531130"/>
                  </a:lnTo>
                  <a:lnTo>
                    <a:pt x="779594" y="528046"/>
                  </a:lnTo>
                  <a:lnTo>
                    <a:pt x="783367" y="529461"/>
                  </a:lnTo>
                  <a:lnTo>
                    <a:pt x="791532" y="530420"/>
                  </a:lnTo>
                  <a:lnTo>
                    <a:pt x="794084" y="531246"/>
                  </a:lnTo>
                  <a:lnTo>
                    <a:pt x="800656" y="529759"/>
                  </a:lnTo>
                  <a:lnTo>
                    <a:pt x="802695" y="530145"/>
                  </a:lnTo>
                  <a:lnTo>
                    <a:pt x="806663" y="531903"/>
                  </a:lnTo>
                  <a:lnTo>
                    <a:pt x="810545" y="531358"/>
                  </a:lnTo>
                  <a:lnTo>
                    <a:pt x="813340" y="534901"/>
                  </a:lnTo>
                  <a:lnTo>
                    <a:pt x="815362" y="534554"/>
                  </a:lnTo>
                  <a:lnTo>
                    <a:pt x="818061" y="534700"/>
                  </a:lnTo>
                  <a:lnTo>
                    <a:pt x="820748" y="532339"/>
                  </a:lnTo>
                  <a:lnTo>
                    <a:pt x="825269" y="536203"/>
                  </a:lnTo>
                  <a:lnTo>
                    <a:pt x="826579" y="539390"/>
                  </a:lnTo>
                  <a:lnTo>
                    <a:pt x="826840" y="543886"/>
                  </a:lnTo>
                  <a:lnTo>
                    <a:pt x="826321" y="545000"/>
                  </a:lnTo>
                  <a:lnTo>
                    <a:pt x="826864" y="546927"/>
                  </a:lnTo>
                  <a:lnTo>
                    <a:pt x="827307" y="548500"/>
                  </a:lnTo>
                  <a:lnTo>
                    <a:pt x="829019" y="549882"/>
                  </a:lnTo>
                  <a:lnTo>
                    <a:pt x="831142" y="554715"/>
                  </a:lnTo>
                  <a:lnTo>
                    <a:pt x="833314" y="557231"/>
                  </a:lnTo>
                  <a:lnTo>
                    <a:pt x="835524" y="559211"/>
                  </a:lnTo>
                  <a:lnTo>
                    <a:pt x="837670" y="562681"/>
                  </a:lnTo>
                  <a:lnTo>
                    <a:pt x="839283" y="563666"/>
                  </a:lnTo>
                  <a:lnTo>
                    <a:pt x="839596" y="565387"/>
                  </a:lnTo>
                  <a:lnTo>
                    <a:pt x="838818" y="569577"/>
                  </a:lnTo>
                  <a:lnTo>
                    <a:pt x="839035" y="573654"/>
                  </a:lnTo>
                  <a:lnTo>
                    <a:pt x="839439" y="577428"/>
                  </a:lnTo>
                  <a:lnTo>
                    <a:pt x="838876" y="582955"/>
                  </a:lnTo>
                  <a:lnTo>
                    <a:pt x="836819" y="589528"/>
                  </a:lnTo>
                  <a:lnTo>
                    <a:pt x="835057" y="592041"/>
                  </a:lnTo>
                  <a:lnTo>
                    <a:pt x="836010" y="593516"/>
                  </a:lnTo>
                  <a:lnTo>
                    <a:pt x="835149" y="595071"/>
                  </a:lnTo>
                  <a:lnTo>
                    <a:pt x="833297" y="594172"/>
                  </a:lnTo>
                  <a:lnTo>
                    <a:pt x="831473" y="593526"/>
                  </a:lnTo>
                  <a:lnTo>
                    <a:pt x="830680" y="594871"/>
                  </a:lnTo>
                  <a:lnTo>
                    <a:pt x="830110" y="594993"/>
                  </a:lnTo>
                  <a:lnTo>
                    <a:pt x="827917" y="594197"/>
                  </a:lnTo>
                  <a:lnTo>
                    <a:pt x="826050" y="591146"/>
                  </a:lnTo>
                  <a:lnTo>
                    <a:pt x="824857" y="589397"/>
                  </a:lnTo>
                  <a:lnTo>
                    <a:pt x="823741" y="587899"/>
                  </a:lnTo>
                  <a:lnTo>
                    <a:pt x="822508" y="587445"/>
                  </a:lnTo>
                  <a:lnTo>
                    <a:pt x="821920" y="585342"/>
                  </a:lnTo>
                  <a:lnTo>
                    <a:pt x="820684" y="583672"/>
                  </a:lnTo>
                  <a:lnTo>
                    <a:pt x="819280" y="582968"/>
                  </a:lnTo>
                  <a:lnTo>
                    <a:pt x="817643" y="581542"/>
                  </a:lnTo>
                  <a:lnTo>
                    <a:pt x="816963" y="580468"/>
                  </a:lnTo>
                  <a:lnTo>
                    <a:pt x="815371" y="580949"/>
                  </a:lnTo>
                  <a:lnTo>
                    <a:pt x="816409" y="584894"/>
                  </a:lnTo>
                  <a:lnTo>
                    <a:pt x="817659" y="587507"/>
                  </a:lnTo>
                  <a:lnTo>
                    <a:pt x="817437" y="590288"/>
                  </a:lnTo>
                  <a:lnTo>
                    <a:pt x="818373" y="592271"/>
                  </a:lnTo>
                  <a:lnTo>
                    <a:pt x="819899" y="592550"/>
                  </a:lnTo>
                  <a:lnTo>
                    <a:pt x="819607" y="595334"/>
                  </a:lnTo>
                  <a:lnTo>
                    <a:pt x="818103" y="596456"/>
                  </a:lnTo>
                  <a:lnTo>
                    <a:pt x="815030" y="596101"/>
                  </a:lnTo>
                  <a:lnTo>
                    <a:pt x="813094" y="595364"/>
                  </a:lnTo>
                  <a:lnTo>
                    <a:pt x="810781" y="596456"/>
                  </a:lnTo>
                  <a:lnTo>
                    <a:pt x="809879" y="596129"/>
                  </a:lnTo>
                  <a:lnTo>
                    <a:pt x="809429" y="594571"/>
                  </a:lnTo>
                  <a:lnTo>
                    <a:pt x="809151" y="593607"/>
                  </a:lnTo>
                  <a:lnTo>
                    <a:pt x="807658" y="592783"/>
                  </a:lnTo>
                  <a:lnTo>
                    <a:pt x="807918" y="590004"/>
                  </a:lnTo>
                  <a:lnTo>
                    <a:pt x="807216" y="589427"/>
                  </a:lnTo>
                  <a:lnTo>
                    <a:pt x="805245" y="589805"/>
                  </a:lnTo>
                  <a:lnTo>
                    <a:pt x="803640" y="590111"/>
                  </a:lnTo>
                  <a:lnTo>
                    <a:pt x="800552" y="588132"/>
                  </a:lnTo>
                  <a:lnTo>
                    <a:pt x="798106" y="584804"/>
                  </a:lnTo>
                  <a:lnTo>
                    <a:pt x="795821" y="579365"/>
                  </a:lnTo>
                  <a:lnTo>
                    <a:pt x="795380" y="577808"/>
                  </a:lnTo>
                  <a:lnTo>
                    <a:pt x="791791" y="577472"/>
                  </a:lnTo>
                  <a:lnTo>
                    <a:pt x="787671" y="576847"/>
                  </a:lnTo>
                  <a:lnTo>
                    <a:pt x="785468" y="576038"/>
                  </a:lnTo>
                  <a:lnTo>
                    <a:pt x="784249" y="574328"/>
                  </a:lnTo>
                  <a:lnTo>
                    <a:pt x="782474" y="571834"/>
                  </a:lnTo>
                  <a:lnTo>
                    <a:pt x="780466" y="569796"/>
                  </a:lnTo>
                  <a:lnTo>
                    <a:pt x="782514" y="566387"/>
                  </a:lnTo>
                  <a:lnTo>
                    <a:pt x="782720" y="563136"/>
                  </a:lnTo>
                  <a:lnTo>
                    <a:pt x="779660" y="562406"/>
                  </a:lnTo>
                  <a:lnTo>
                    <a:pt x="777157" y="563314"/>
                  </a:lnTo>
                  <a:lnTo>
                    <a:pt x="777545" y="566739"/>
                  </a:lnTo>
                  <a:lnTo>
                    <a:pt x="775429" y="566403"/>
                  </a:lnTo>
                  <a:lnTo>
                    <a:pt x="772869" y="563785"/>
                  </a:lnTo>
                  <a:lnTo>
                    <a:pt x="769925" y="559719"/>
                  </a:lnTo>
                  <a:lnTo>
                    <a:pt x="768519" y="562579"/>
                  </a:lnTo>
                  <a:lnTo>
                    <a:pt x="764388" y="560049"/>
                  </a:lnTo>
                  <a:lnTo>
                    <a:pt x="762274" y="555823"/>
                  </a:lnTo>
                  <a:lnTo>
                    <a:pt x="759164" y="556218"/>
                  </a:lnTo>
                  <a:lnTo>
                    <a:pt x="758402" y="556502"/>
                  </a:lnTo>
                  <a:lnTo>
                    <a:pt x="756868" y="555934"/>
                  </a:lnTo>
                  <a:lnTo>
                    <a:pt x="755586" y="555048"/>
                  </a:lnTo>
                  <a:lnTo>
                    <a:pt x="753744" y="554932"/>
                  </a:lnTo>
                  <a:lnTo>
                    <a:pt x="752596" y="554708"/>
                  </a:lnTo>
                  <a:lnTo>
                    <a:pt x="752332" y="554072"/>
                  </a:lnTo>
                  <a:lnTo>
                    <a:pt x="752318" y="553485"/>
                  </a:lnTo>
                  <a:lnTo>
                    <a:pt x="752676" y="549318"/>
                  </a:lnTo>
                  <a:lnTo>
                    <a:pt x="754100" y="547761"/>
                  </a:lnTo>
                  <a:lnTo>
                    <a:pt x="756519" y="547078"/>
                  </a:lnTo>
                  <a:lnTo>
                    <a:pt x="759828" y="544866"/>
                  </a:lnTo>
                  <a:lnTo>
                    <a:pt x="760767" y="541151"/>
                  </a:lnTo>
                  <a:lnTo>
                    <a:pt x="761816" y="538941"/>
                  </a:lnTo>
                  <a:lnTo>
                    <a:pt x="758798" y="536706"/>
                  </a:lnTo>
                  <a:lnTo>
                    <a:pt x="757348" y="534228"/>
                  </a:lnTo>
                  <a:lnTo>
                    <a:pt x="757074" y="533777"/>
                  </a:lnTo>
                  <a:lnTo>
                    <a:pt x="756055" y="532101"/>
                  </a:lnTo>
                  <a:lnTo>
                    <a:pt x="749238" y="530387"/>
                  </a:lnTo>
                  <a:lnTo>
                    <a:pt x="744657" y="525758"/>
                  </a:lnTo>
                  <a:lnTo>
                    <a:pt x="742713" y="523929"/>
                  </a:lnTo>
                  <a:lnTo>
                    <a:pt x="737265" y="524552"/>
                  </a:lnTo>
                  <a:lnTo>
                    <a:pt x="734544" y="523304"/>
                  </a:lnTo>
                  <a:lnTo>
                    <a:pt x="733366" y="525020"/>
                  </a:lnTo>
                  <a:lnTo>
                    <a:pt x="729468" y="524488"/>
                  </a:lnTo>
                  <a:lnTo>
                    <a:pt x="726362" y="521799"/>
                  </a:lnTo>
                  <a:lnTo>
                    <a:pt x="726448" y="518689"/>
                  </a:lnTo>
                  <a:lnTo>
                    <a:pt x="725723" y="515901"/>
                  </a:lnTo>
                  <a:lnTo>
                    <a:pt x="722999" y="511988"/>
                  </a:lnTo>
                  <a:lnTo>
                    <a:pt x="721909" y="509663"/>
                  </a:lnTo>
                  <a:lnTo>
                    <a:pt x="718939" y="508626"/>
                  </a:lnTo>
                  <a:lnTo>
                    <a:pt x="716968" y="507237"/>
                  </a:lnTo>
                  <a:lnTo>
                    <a:pt x="715910" y="503372"/>
                  </a:lnTo>
                  <a:lnTo>
                    <a:pt x="713736" y="500810"/>
                  </a:lnTo>
                  <a:lnTo>
                    <a:pt x="713543" y="500581"/>
                  </a:lnTo>
                  <a:lnTo>
                    <a:pt x="708040" y="496003"/>
                  </a:lnTo>
                  <a:lnTo>
                    <a:pt x="701693" y="492602"/>
                  </a:lnTo>
                  <a:lnTo>
                    <a:pt x="699580" y="489127"/>
                  </a:lnTo>
                  <a:lnTo>
                    <a:pt x="697361" y="487797"/>
                  </a:lnTo>
                  <a:lnTo>
                    <a:pt x="695560" y="488670"/>
                  </a:lnTo>
                  <a:lnTo>
                    <a:pt x="692429" y="489465"/>
                  </a:lnTo>
                  <a:lnTo>
                    <a:pt x="690262" y="489488"/>
                  </a:lnTo>
                  <a:lnTo>
                    <a:pt x="686456" y="490141"/>
                  </a:lnTo>
                  <a:lnTo>
                    <a:pt x="681599" y="485192"/>
                  </a:lnTo>
                  <a:lnTo>
                    <a:pt x="676650" y="484077"/>
                  </a:lnTo>
                  <a:lnTo>
                    <a:pt x="674134" y="485435"/>
                  </a:lnTo>
                  <a:lnTo>
                    <a:pt x="673303" y="485882"/>
                  </a:lnTo>
                  <a:lnTo>
                    <a:pt x="675269" y="488709"/>
                  </a:lnTo>
                  <a:lnTo>
                    <a:pt x="676727" y="491251"/>
                  </a:lnTo>
                  <a:lnTo>
                    <a:pt x="675910" y="492405"/>
                  </a:lnTo>
                  <a:lnTo>
                    <a:pt x="677692" y="496156"/>
                  </a:lnTo>
                  <a:lnTo>
                    <a:pt x="674168" y="495839"/>
                  </a:lnTo>
                  <a:lnTo>
                    <a:pt x="672423" y="496274"/>
                  </a:lnTo>
                  <a:lnTo>
                    <a:pt x="668690" y="492962"/>
                  </a:lnTo>
                  <a:lnTo>
                    <a:pt x="667878" y="493488"/>
                  </a:lnTo>
                  <a:lnTo>
                    <a:pt x="666051" y="494670"/>
                  </a:lnTo>
                  <a:lnTo>
                    <a:pt x="663933" y="495816"/>
                  </a:lnTo>
                  <a:lnTo>
                    <a:pt x="661147" y="493439"/>
                  </a:lnTo>
                  <a:lnTo>
                    <a:pt x="657430" y="495716"/>
                  </a:lnTo>
                  <a:lnTo>
                    <a:pt x="654856" y="496807"/>
                  </a:lnTo>
                  <a:lnTo>
                    <a:pt x="653978" y="498981"/>
                  </a:lnTo>
                  <a:lnTo>
                    <a:pt x="651188" y="501454"/>
                  </a:lnTo>
                  <a:lnTo>
                    <a:pt x="647782" y="503392"/>
                  </a:lnTo>
                  <a:lnTo>
                    <a:pt x="645294" y="503675"/>
                  </a:lnTo>
                  <a:lnTo>
                    <a:pt x="645217" y="505574"/>
                  </a:lnTo>
                  <a:lnTo>
                    <a:pt x="645909" y="506885"/>
                  </a:lnTo>
                  <a:lnTo>
                    <a:pt x="645824" y="508235"/>
                  </a:lnTo>
                  <a:lnTo>
                    <a:pt x="643498" y="509075"/>
                  </a:lnTo>
                  <a:lnTo>
                    <a:pt x="642335" y="506921"/>
                  </a:lnTo>
                  <a:lnTo>
                    <a:pt x="638724" y="506262"/>
                  </a:lnTo>
                  <a:lnTo>
                    <a:pt x="636767" y="504424"/>
                  </a:lnTo>
                  <a:lnTo>
                    <a:pt x="634687" y="503601"/>
                  </a:lnTo>
                  <a:lnTo>
                    <a:pt x="632860" y="504623"/>
                  </a:lnTo>
                  <a:lnTo>
                    <a:pt x="628637" y="503562"/>
                  </a:lnTo>
                  <a:lnTo>
                    <a:pt x="625618" y="502825"/>
                  </a:lnTo>
                  <a:lnTo>
                    <a:pt x="619738" y="500452"/>
                  </a:lnTo>
                  <a:lnTo>
                    <a:pt x="617649" y="500260"/>
                  </a:lnTo>
                  <a:lnTo>
                    <a:pt x="616357" y="498431"/>
                  </a:lnTo>
                  <a:lnTo>
                    <a:pt x="611878" y="496015"/>
                  </a:lnTo>
                  <a:lnTo>
                    <a:pt x="608913" y="494582"/>
                  </a:lnTo>
                  <a:lnTo>
                    <a:pt x="608795" y="493843"/>
                  </a:lnTo>
                  <a:lnTo>
                    <a:pt x="608553" y="492335"/>
                  </a:lnTo>
                  <a:lnTo>
                    <a:pt x="607373" y="490751"/>
                  </a:lnTo>
                  <a:lnTo>
                    <a:pt x="603971" y="488594"/>
                  </a:lnTo>
                  <a:lnTo>
                    <a:pt x="599616" y="486588"/>
                  </a:lnTo>
                  <a:lnTo>
                    <a:pt x="596318" y="486005"/>
                  </a:lnTo>
                  <a:lnTo>
                    <a:pt x="589678" y="485464"/>
                  </a:lnTo>
                  <a:lnTo>
                    <a:pt x="585059" y="483369"/>
                  </a:lnTo>
                  <a:lnTo>
                    <a:pt x="582180" y="482486"/>
                  </a:lnTo>
                  <a:lnTo>
                    <a:pt x="578513" y="481928"/>
                  </a:lnTo>
                  <a:lnTo>
                    <a:pt x="573706" y="481200"/>
                  </a:lnTo>
                  <a:lnTo>
                    <a:pt x="570055" y="480440"/>
                  </a:lnTo>
                  <a:lnTo>
                    <a:pt x="564594" y="478486"/>
                  </a:lnTo>
                  <a:lnTo>
                    <a:pt x="558741" y="476330"/>
                  </a:lnTo>
                  <a:lnTo>
                    <a:pt x="560159" y="472180"/>
                  </a:lnTo>
                  <a:lnTo>
                    <a:pt x="563124" y="470277"/>
                  </a:lnTo>
                  <a:lnTo>
                    <a:pt x="562181" y="467445"/>
                  </a:lnTo>
                  <a:lnTo>
                    <a:pt x="560277" y="462711"/>
                  </a:lnTo>
                  <a:lnTo>
                    <a:pt x="556689" y="463358"/>
                  </a:lnTo>
                  <a:lnTo>
                    <a:pt x="555173" y="465351"/>
                  </a:lnTo>
                  <a:lnTo>
                    <a:pt x="551502" y="468776"/>
                  </a:lnTo>
                  <a:lnTo>
                    <a:pt x="549805" y="470303"/>
                  </a:lnTo>
                  <a:lnTo>
                    <a:pt x="549067" y="472830"/>
                  </a:lnTo>
                  <a:lnTo>
                    <a:pt x="545442" y="473458"/>
                  </a:lnTo>
                  <a:lnTo>
                    <a:pt x="537264" y="474725"/>
                  </a:lnTo>
                  <a:lnTo>
                    <a:pt x="534303" y="474572"/>
                  </a:lnTo>
                  <a:lnTo>
                    <a:pt x="528737" y="473394"/>
                  </a:lnTo>
                  <a:lnTo>
                    <a:pt x="523201" y="472445"/>
                  </a:lnTo>
                  <a:lnTo>
                    <a:pt x="520641" y="470632"/>
                  </a:lnTo>
                  <a:lnTo>
                    <a:pt x="517942" y="469715"/>
                  </a:lnTo>
                  <a:lnTo>
                    <a:pt x="515062" y="470592"/>
                  </a:lnTo>
                  <a:lnTo>
                    <a:pt x="510895" y="469587"/>
                  </a:lnTo>
                  <a:lnTo>
                    <a:pt x="507660" y="469893"/>
                  </a:lnTo>
                  <a:lnTo>
                    <a:pt x="499670" y="470015"/>
                  </a:lnTo>
                  <a:lnTo>
                    <a:pt x="492903" y="470882"/>
                  </a:lnTo>
                  <a:lnTo>
                    <a:pt x="489594" y="472003"/>
                  </a:lnTo>
                  <a:lnTo>
                    <a:pt x="486567" y="473879"/>
                  </a:lnTo>
                  <a:lnTo>
                    <a:pt x="482600" y="475455"/>
                  </a:lnTo>
                  <a:lnTo>
                    <a:pt x="475529" y="478402"/>
                  </a:lnTo>
                  <a:lnTo>
                    <a:pt x="472585" y="480462"/>
                  </a:lnTo>
                  <a:lnTo>
                    <a:pt x="470475" y="482175"/>
                  </a:lnTo>
                  <a:lnTo>
                    <a:pt x="467950" y="481577"/>
                  </a:lnTo>
                  <a:lnTo>
                    <a:pt x="466687" y="480561"/>
                  </a:lnTo>
                  <a:lnTo>
                    <a:pt x="464899" y="478349"/>
                  </a:lnTo>
                  <a:lnTo>
                    <a:pt x="463142" y="477964"/>
                  </a:lnTo>
                  <a:lnTo>
                    <a:pt x="460085" y="479971"/>
                  </a:lnTo>
                  <a:lnTo>
                    <a:pt x="457850" y="477884"/>
                  </a:lnTo>
                  <a:lnTo>
                    <a:pt x="454959" y="477198"/>
                  </a:lnTo>
                  <a:lnTo>
                    <a:pt x="452646" y="476551"/>
                  </a:lnTo>
                  <a:lnTo>
                    <a:pt x="446793" y="476929"/>
                  </a:lnTo>
                  <a:lnTo>
                    <a:pt x="445613" y="474418"/>
                  </a:lnTo>
                  <a:lnTo>
                    <a:pt x="442616" y="473669"/>
                  </a:lnTo>
                  <a:lnTo>
                    <a:pt x="441878" y="474965"/>
                  </a:lnTo>
                  <a:lnTo>
                    <a:pt x="439317" y="474879"/>
                  </a:lnTo>
                  <a:lnTo>
                    <a:pt x="436355" y="473662"/>
                  </a:lnTo>
                  <a:lnTo>
                    <a:pt x="434017" y="475840"/>
                  </a:lnTo>
                  <a:lnTo>
                    <a:pt x="431547" y="477193"/>
                  </a:lnTo>
                  <a:lnTo>
                    <a:pt x="427164" y="475968"/>
                  </a:lnTo>
                  <a:lnTo>
                    <a:pt x="423603" y="475063"/>
                  </a:lnTo>
                  <a:lnTo>
                    <a:pt x="421776" y="476532"/>
                  </a:lnTo>
                  <a:lnTo>
                    <a:pt x="419699" y="477788"/>
                  </a:lnTo>
                  <a:lnTo>
                    <a:pt x="419060" y="478374"/>
                  </a:lnTo>
                  <a:lnTo>
                    <a:pt x="415877" y="479626"/>
                  </a:lnTo>
                  <a:lnTo>
                    <a:pt x="414172" y="481527"/>
                  </a:lnTo>
                  <a:lnTo>
                    <a:pt x="412257" y="484462"/>
                  </a:lnTo>
                  <a:lnTo>
                    <a:pt x="411354" y="484578"/>
                  </a:lnTo>
                  <a:lnTo>
                    <a:pt x="410142" y="483136"/>
                  </a:lnTo>
                  <a:lnTo>
                    <a:pt x="405477" y="483625"/>
                  </a:lnTo>
                  <a:lnTo>
                    <a:pt x="404343" y="486242"/>
                  </a:lnTo>
                  <a:lnTo>
                    <a:pt x="401816" y="489990"/>
                  </a:lnTo>
                  <a:lnTo>
                    <a:pt x="400041" y="493323"/>
                  </a:lnTo>
                  <a:lnTo>
                    <a:pt x="398376" y="497947"/>
                  </a:lnTo>
                  <a:lnTo>
                    <a:pt x="399598" y="500211"/>
                  </a:lnTo>
                  <a:lnTo>
                    <a:pt x="397336" y="501062"/>
                  </a:lnTo>
                  <a:lnTo>
                    <a:pt x="397364" y="503260"/>
                  </a:lnTo>
                  <a:lnTo>
                    <a:pt x="399242" y="504217"/>
                  </a:lnTo>
                  <a:lnTo>
                    <a:pt x="397126" y="506328"/>
                  </a:lnTo>
                  <a:lnTo>
                    <a:pt x="394463" y="508003"/>
                  </a:lnTo>
                  <a:lnTo>
                    <a:pt x="392165" y="509492"/>
                  </a:lnTo>
                  <a:lnTo>
                    <a:pt x="390110" y="511403"/>
                  </a:lnTo>
                  <a:lnTo>
                    <a:pt x="388843" y="510728"/>
                  </a:lnTo>
                  <a:lnTo>
                    <a:pt x="388733" y="508268"/>
                  </a:lnTo>
                  <a:lnTo>
                    <a:pt x="389657" y="506464"/>
                  </a:lnTo>
                  <a:lnTo>
                    <a:pt x="386820" y="502961"/>
                  </a:lnTo>
                  <a:lnTo>
                    <a:pt x="383875" y="503854"/>
                  </a:lnTo>
                  <a:lnTo>
                    <a:pt x="380865" y="505397"/>
                  </a:lnTo>
                  <a:lnTo>
                    <a:pt x="381206" y="503283"/>
                  </a:lnTo>
                  <a:lnTo>
                    <a:pt x="378808" y="501075"/>
                  </a:lnTo>
                  <a:lnTo>
                    <a:pt x="377435" y="503947"/>
                  </a:lnTo>
                  <a:lnTo>
                    <a:pt x="376163" y="506146"/>
                  </a:lnTo>
                  <a:lnTo>
                    <a:pt x="373079" y="507667"/>
                  </a:lnTo>
                  <a:lnTo>
                    <a:pt x="372711" y="507373"/>
                  </a:lnTo>
                  <a:lnTo>
                    <a:pt x="371715" y="506578"/>
                  </a:lnTo>
                  <a:lnTo>
                    <a:pt x="369327" y="506648"/>
                  </a:lnTo>
                  <a:lnTo>
                    <a:pt x="368334" y="508153"/>
                  </a:lnTo>
                  <a:lnTo>
                    <a:pt x="366513" y="507140"/>
                  </a:lnTo>
                  <a:lnTo>
                    <a:pt x="364518" y="508030"/>
                  </a:lnTo>
                  <a:lnTo>
                    <a:pt x="362513" y="507166"/>
                  </a:lnTo>
                  <a:lnTo>
                    <a:pt x="360702" y="508878"/>
                  </a:lnTo>
                  <a:lnTo>
                    <a:pt x="360166" y="512072"/>
                  </a:lnTo>
                  <a:lnTo>
                    <a:pt x="358224" y="514100"/>
                  </a:lnTo>
                  <a:lnTo>
                    <a:pt x="355730" y="511388"/>
                  </a:lnTo>
                  <a:lnTo>
                    <a:pt x="354009" y="514075"/>
                  </a:lnTo>
                  <a:lnTo>
                    <a:pt x="353929" y="516625"/>
                  </a:lnTo>
                  <a:lnTo>
                    <a:pt x="355981" y="517512"/>
                  </a:lnTo>
                  <a:lnTo>
                    <a:pt x="356011" y="520484"/>
                  </a:lnTo>
                  <a:lnTo>
                    <a:pt x="353745" y="519598"/>
                  </a:lnTo>
                  <a:lnTo>
                    <a:pt x="351731" y="521228"/>
                  </a:lnTo>
                  <a:lnTo>
                    <a:pt x="351932" y="524408"/>
                  </a:lnTo>
                  <a:lnTo>
                    <a:pt x="349448" y="521873"/>
                  </a:lnTo>
                  <a:lnTo>
                    <a:pt x="347905" y="522573"/>
                  </a:lnTo>
                  <a:lnTo>
                    <a:pt x="346599" y="525638"/>
                  </a:lnTo>
                  <a:lnTo>
                    <a:pt x="344353" y="529437"/>
                  </a:lnTo>
                  <a:lnTo>
                    <a:pt x="341878" y="534019"/>
                  </a:lnTo>
                  <a:lnTo>
                    <a:pt x="341827" y="535981"/>
                  </a:lnTo>
                  <a:lnTo>
                    <a:pt x="340692" y="537329"/>
                  </a:lnTo>
                  <a:lnTo>
                    <a:pt x="340534" y="540034"/>
                  </a:lnTo>
                  <a:lnTo>
                    <a:pt x="339574" y="540124"/>
                  </a:lnTo>
                  <a:lnTo>
                    <a:pt x="338024" y="536718"/>
                  </a:lnTo>
                  <a:lnTo>
                    <a:pt x="337342" y="535240"/>
                  </a:lnTo>
                  <a:lnTo>
                    <a:pt x="335678" y="536018"/>
                  </a:lnTo>
                  <a:lnTo>
                    <a:pt x="335478" y="538784"/>
                  </a:lnTo>
                  <a:lnTo>
                    <a:pt x="334512" y="542691"/>
                  </a:lnTo>
                  <a:lnTo>
                    <a:pt x="333733" y="543431"/>
                  </a:lnTo>
                  <a:lnTo>
                    <a:pt x="331329" y="542010"/>
                  </a:lnTo>
                  <a:lnTo>
                    <a:pt x="329587" y="543464"/>
                  </a:lnTo>
                  <a:lnTo>
                    <a:pt x="330366" y="545075"/>
                  </a:lnTo>
                  <a:lnTo>
                    <a:pt x="329440" y="546830"/>
                  </a:lnTo>
                  <a:lnTo>
                    <a:pt x="328243" y="547430"/>
                  </a:lnTo>
                  <a:lnTo>
                    <a:pt x="325673" y="548478"/>
                  </a:lnTo>
                  <a:lnTo>
                    <a:pt x="322170" y="548558"/>
                  </a:lnTo>
                  <a:lnTo>
                    <a:pt x="321005" y="548598"/>
                  </a:lnTo>
                  <a:lnTo>
                    <a:pt x="318128" y="548071"/>
                  </a:lnTo>
                  <a:lnTo>
                    <a:pt x="319600" y="552824"/>
                  </a:lnTo>
                  <a:lnTo>
                    <a:pt x="314995" y="555607"/>
                  </a:lnTo>
                  <a:lnTo>
                    <a:pt x="310474" y="553712"/>
                  </a:lnTo>
                  <a:lnTo>
                    <a:pt x="308740" y="550090"/>
                  </a:lnTo>
                  <a:lnTo>
                    <a:pt x="306976" y="547958"/>
                  </a:lnTo>
                  <a:lnTo>
                    <a:pt x="307026" y="544880"/>
                  </a:lnTo>
                  <a:lnTo>
                    <a:pt x="308196" y="541195"/>
                  </a:lnTo>
                  <a:lnTo>
                    <a:pt x="310952" y="538624"/>
                  </a:lnTo>
                  <a:lnTo>
                    <a:pt x="315404" y="535437"/>
                  </a:lnTo>
                  <a:lnTo>
                    <a:pt x="319075" y="532612"/>
                  </a:lnTo>
                  <a:lnTo>
                    <a:pt x="321291" y="529633"/>
                  </a:lnTo>
                  <a:lnTo>
                    <a:pt x="318949" y="526889"/>
                  </a:lnTo>
                  <a:lnTo>
                    <a:pt x="316060" y="529564"/>
                  </a:lnTo>
                  <a:lnTo>
                    <a:pt x="311977" y="530199"/>
                  </a:lnTo>
                  <a:lnTo>
                    <a:pt x="309557" y="528716"/>
                  </a:lnTo>
                  <a:lnTo>
                    <a:pt x="306490" y="525293"/>
                  </a:lnTo>
                  <a:lnTo>
                    <a:pt x="307218" y="521712"/>
                  </a:lnTo>
                  <a:lnTo>
                    <a:pt x="307954" y="518212"/>
                  </a:lnTo>
                  <a:lnTo>
                    <a:pt x="308241" y="513917"/>
                  </a:lnTo>
                  <a:lnTo>
                    <a:pt x="310019" y="509495"/>
                  </a:lnTo>
                  <a:lnTo>
                    <a:pt x="313181" y="503796"/>
                  </a:lnTo>
                  <a:lnTo>
                    <a:pt x="313498" y="499857"/>
                  </a:lnTo>
                  <a:lnTo>
                    <a:pt x="313355" y="496368"/>
                  </a:lnTo>
                  <a:lnTo>
                    <a:pt x="314519" y="495525"/>
                  </a:lnTo>
                  <a:lnTo>
                    <a:pt x="314365" y="490506"/>
                  </a:lnTo>
                  <a:lnTo>
                    <a:pt x="313537" y="487598"/>
                  </a:lnTo>
                  <a:lnTo>
                    <a:pt x="312140" y="484399"/>
                  </a:lnTo>
                  <a:lnTo>
                    <a:pt x="310465" y="481097"/>
                  </a:lnTo>
                  <a:lnTo>
                    <a:pt x="311143" y="479957"/>
                  </a:lnTo>
                  <a:lnTo>
                    <a:pt x="313152" y="477992"/>
                  </a:lnTo>
                  <a:lnTo>
                    <a:pt x="317090" y="476605"/>
                  </a:lnTo>
                  <a:lnTo>
                    <a:pt x="320083" y="473116"/>
                  </a:lnTo>
                  <a:lnTo>
                    <a:pt x="323404" y="468694"/>
                  </a:lnTo>
                  <a:lnTo>
                    <a:pt x="327085" y="464876"/>
                  </a:lnTo>
                  <a:lnTo>
                    <a:pt x="328925" y="463278"/>
                  </a:lnTo>
                  <a:lnTo>
                    <a:pt x="330214" y="463633"/>
                  </a:lnTo>
                  <a:lnTo>
                    <a:pt x="333991" y="468730"/>
                  </a:lnTo>
                  <a:lnTo>
                    <a:pt x="335781" y="468951"/>
                  </a:lnTo>
                  <a:lnTo>
                    <a:pt x="338365" y="469055"/>
                  </a:lnTo>
                  <a:lnTo>
                    <a:pt x="339682" y="466008"/>
                  </a:lnTo>
                  <a:lnTo>
                    <a:pt x="340436" y="464614"/>
                  </a:lnTo>
                  <a:lnTo>
                    <a:pt x="342332" y="462727"/>
                  </a:lnTo>
                  <a:lnTo>
                    <a:pt x="342894" y="462166"/>
                  </a:lnTo>
                  <a:lnTo>
                    <a:pt x="340145" y="459614"/>
                  </a:lnTo>
                  <a:lnTo>
                    <a:pt x="336249" y="457362"/>
                  </a:lnTo>
                  <a:lnTo>
                    <a:pt x="334950" y="456992"/>
                  </a:lnTo>
                  <a:lnTo>
                    <a:pt x="331080" y="458712"/>
                  </a:lnTo>
                  <a:lnTo>
                    <a:pt x="331599" y="456996"/>
                  </a:lnTo>
                  <a:lnTo>
                    <a:pt x="331554" y="455586"/>
                  </a:lnTo>
                  <a:lnTo>
                    <a:pt x="331456" y="452523"/>
                  </a:lnTo>
                  <a:lnTo>
                    <a:pt x="327137" y="453852"/>
                  </a:lnTo>
                  <a:lnTo>
                    <a:pt x="324763" y="453098"/>
                  </a:lnTo>
                  <a:lnTo>
                    <a:pt x="321905" y="453712"/>
                  </a:lnTo>
                  <a:lnTo>
                    <a:pt x="319179" y="455860"/>
                  </a:lnTo>
                  <a:lnTo>
                    <a:pt x="317042" y="457015"/>
                  </a:lnTo>
                  <a:lnTo>
                    <a:pt x="316439" y="457837"/>
                  </a:lnTo>
                  <a:lnTo>
                    <a:pt x="315157" y="459580"/>
                  </a:lnTo>
                  <a:lnTo>
                    <a:pt x="314126" y="463312"/>
                  </a:lnTo>
                  <a:lnTo>
                    <a:pt x="313439" y="465134"/>
                  </a:lnTo>
                  <a:lnTo>
                    <a:pt x="311747" y="465674"/>
                  </a:lnTo>
                  <a:lnTo>
                    <a:pt x="309970" y="467314"/>
                  </a:lnTo>
                  <a:lnTo>
                    <a:pt x="307313" y="467644"/>
                  </a:lnTo>
                  <a:lnTo>
                    <a:pt x="305148" y="470042"/>
                  </a:lnTo>
                  <a:lnTo>
                    <a:pt x="303048" y="473169"/>
                  </a:lnTo>
                  <a:lnTo>
                    <a:pt x="301718" y="475691"/>
                  </a:lnTo>
                  <a:lnTo>
                    <a:pt x="302425" y="477597"/>
                  </a:lnTo>
                  <a:lnTo>
                    <a:pt x="304360" y="480953"/>
                  </a:lnTo>
                  <a:lnTo>
                    <a:pt x="304228" y="481988"/>
                  </a:lnTo>
                  <a:lnTo>
                    <a:pt x="300463" y="481968"/>
                  </a:lnTo>
                  <a:lnTo>
                    <a:pt x="297913" y="485140"/>
                  </a:lnTo>
                  <a:lnTo>
                    <a:pt x="296382" y="489139"/>
                  </a:lnTo>
                  <a:lnTo>
                    <a:pt x="294031" y="491304"/>
                  </a:lnTo>
                  <a:lnTo>
                    <a:pt x="292944" y="494439"/>
                  </a:lnTo>
                  <a:lnTo>
                    <a:pt x="293867" y="497063"/>
                  </a:lnTo>
                  <a:lnTo>
                    <a:pt x="295372" y="497818"/>
                  </a:lnTo>
                  <a:lnTo>
                    <a:pt x="292695" y="500394"/>
                  </a:lnTo>
                  <a:lnTo>
                    <a:pt x="292292" y="503119"/>
                  </a:lnTo>
                  <a:lnTo>
                    <a:pt x="289880" y="505560"/>
                  </a:lnTo>
                  <a:lnTo>
                    <a:pt x="289340" y="507256"/>
                  </a:lnTo>
                  <a:lnTo>
                    <a:pt x="289455" y="508936"/>
                  </a:lnTo>
                  <a:lnTo>
                    <a:pt x="290347" y="511427"/>
                  </a:lnTo>
                  <a:lnTo>
                    <a:pt x="290177" y="514479"/>
                  </a:lnTo>
                  <a:lnTo>
                    <a:pt x="288432" y="518408"/>
                  </a:lnTo>
                  <a:lnTo>
                    <a:pt x="288239" y="520643"/>
                  </a:lnTo>
                  <a:lnTo>
                    <a:pt x="285131" y="523114"/>
                  </a:lnTo>
                  <a:lnTo>
                    <a:pt x="282871" y="523082"/>
                  </a:lnTo>
                  <a:lnTo>
                    <a:pt x="282258" y="525509"/>
                  </a:lnTo>
                  <a:lnTo>
                    <a:pt x="282516" y="529161"/>
                  </a:lnTo>
                  <a:lnTo>
                    <a:pt x="282084" y="531969"/>
                  </a:lnTo>
                  <a:lnTo>
                    <a:pt x="280098" y="533923"/>
                  </a:lnTo>
                  <a:lnTo>
                    <a:pt x="278419" y="535130"/>
                  </a:lnTo>
                  <a:lnTo>
                    <a:pt x="277002" y="535601"/>
                  </a:lnTo>
                  <a:lnTo>
                    <a:pt x="274829" y="535352"/>
                  </a:lnTo>
                  <a:lnTo>
                    <a:pt x="272054" y="535938"/>
                  </a:lnTo>
                  <a:lnTo>
                    <a:pt x="271991" y="537482"/>
                  </a:lnTo>
                  <a:lnTo>
                    <a:pt x="271671" y="539417"/>
                  </a:lnTo>
                  <a:lnTo>
                    <a:pt x="269423" y="539803"/>
                  </a:lnTo>
                  <a:lnTo>
                    <a:pt x="267851" y="540407"/>
                  </a:lnTo>
                  <a:lnTo>
                    <a:pt x="269557" y="543922"/>
                  </a:lnTo>
                  <a:lnTo>
                    <a:pt x="268700" y="545584"/>
                  </a:lnTo>
                  <a:lnTo>
                    <a:pt x="266288" y="546093"/>
                  </a:lnTo>
                  <a:lnTo>
                    <a:pt x="265038" y="547096"/>
                  </a:lnTo>
                  <a:lnTo>
                    <a:pt x="263581" y="548196"/>
                  </a:lnTo>
                  <a:lnTo>
                    <a:pt x="263165" y="550908"/>
                  </a:lnTo>
                  <a:lnTo>
                    <a:pt x="261394" y="552912"/>
                  </a:lnTo>
                  <a:lnTo>
                    <a:pt x="261330" y="556206"/>
                  </a:lnTo>
                  <a:lnTo>
                    <a:pt x="260858" y="558295"/>
                  </a:lnTo>
                  <a:lnTo>
                    <a:pt x="260922" y="560569"/>
                  </a:lnTo>
                  <a:lnTo>
                    <a:pt x="263674" y="562658"/>
                  </a:lnTo>
                  <a:lnTo>
                    <a:pt x="266520" y="562804"/>
                  </a:lnTo>
                  <a:lnTo>
                    <a:pt x="269453" y="562092"/>
                  </a:lnTo>
                  <a:lnTo>
                    <a:pt x="271547" y="561749"/>
                  </a:lnTo>
                  <a:lnTo>
                    <a:pt x="274046" y="564895"/>
                  </a:lnTo>
                  <a:lnTo>
                    <a:pt x="276574" y="564842"/>
                  </a:lnTo>
                  <a:lnTo>
                    <a:pt x="278670" y="566654"/>
                  </a:lnTo>
                  <a:lnTo>
                    <a:pt x="280408" y="568459"/>
                  </a:lnTo>
                  <a:lnTo>
                    <a:pt x="281818" y="570179"/>
                  </a:lnTo>
                  <a:lnTo>
                    <a:pt x="281300" y="570803"/>
                  </a:lnTo>
                  <a:lnTo>
                    <a:pt x="279863" y="572532"/>
                  </a:lnTo>
                  <a:lnTo>
                    <a:pt x="279564" y="576209"/>
                  </a:lnTo>
                  <a:lnTo>
                    <a:pt x="278819" y="577835"/>
                  </a:lnTo>
                  <a:lnTo>
                    <a:pt x="276604" y="579109"/>
                  </a:lnTo>
                  <a:lnTo>
                    <a:pt x="276004" y="581356"/>
                  </a:lnTo>
                  <a:lnTo>
                    <a:pt x="273144" y="583145"/>
                  </a:lnTo>
                  <a:lnTo>
                    <a:pt x="270510" y="583259"/>
                  </a:lnTo>
                  <a:lnTo>
                    <a:pt x="269494" y="585713"/>
                  </a:lnTo>
                  <a:lnTo>
                    <a:pt x="269370" y="588678"/>
                  </a:lnTo>
                  <a:lnTo>
                    <a:pt x="267839" y="589076"/>
                  </a:lnTo>
                  <a:lnTo>
                    <a:pt x="266601" y="591628"/>
                  </a:lnTo>
                  <a:lnTo>
                    <a:pt x="268710" y="593684"/>
                  </a:lnTo>
                  <a:lnTo>
                    <a:pt x="266962" y="595636"/>
                  </a:lnTo>
                  <a:lnTo>
                    <a:pt x="266685" y="599022"/>
                  </a:lnTo>
                  <a:lnTo>
                    <a:pt x="266114" y="602287"/>
                  </a:lnTo>
                  <a:lnTo>
                    <a:pt x="264810" y="606049"/>
                  </a:lnTo>
                  <a:lnTo>
                    <a:pt x="262418" y="608219"/>
                  </a:lnTo>
                  <a:lnTo>
                    <a:pt x="259575" y="610285"/>
                  </a:lnTo>
                  <a:lnTo>
                    <a:pt x="257449" y="612023"/>
                  </a:lnTo>
                  <a:lnTo>
                    <a:pt x="253465" y="613122"/>
                  </a:lnTo>
                  <a:lnTo>
                    <a:pt x="250895" y="612247"/>
                  </a:lnTo>
                  <a:lnTo>
                    <a:pt x="247718" y="613848"/>
                  </a:lnTo>
                  <a:lnTo>
                    <a:pt x="245882" y="616111"/>
                  </a:lnTo>
                  <a:lnTo>
                    <a:pt x="247366" y="618277"/>
                  </a:lnTo>
                  <a:lnTo>
                    <a:pt x="246761" y="620135"/>
                  </a:lnTo>
                  <a:lnTo>
                    <a:pt x="243046" y="622372"/>
                  </a:lnTo>
                  <a:lnTo>
                    <a:pt x="243062" y="625392"/>
                  </a:lnTo>
                  <a:lnTo>
                    <a:pt x="241728" y="627518"/>
                  </a:lnTo>
                  <a:lnTo>
                    <a:pt x="238131" y="625699"/>
                  </a:lnTo>
                  <a:lnTo>
                    <a:pt x="235772" y="625115"/>
                  </a:lnTo>
                  <a:lnTo>
                    <a:pt x="236027" y="629244"/>
                  </a:lnTo>
                  <a:lnTo>
                    <a:pt x="235835" y="630727"/>
                  </a:lnTo>
                  <a:lnTo>
                    <a:pt x="233830" y="631947"/>
                  </a:lnTo>
                  <a:lnTo>
                    <a:pt x="233995" y="635810"/>
                  </a:lnTo>
                  <a:lnTo>
                    <a:pt x="229972" y="636786"/>
                  </a:lnTo>
                  <a:lnTo>
                    <a:pt x="227067" y="637447"/>
                  </a:lnTo>
                  <a:lnTo>
                    <a:pt x="228135" y="640809"/>
                  </a:lnTo>
                  <a:lnTo>
                    <a:pt x="226414" y="641471"/>
                  </a:lnTo>
                  <a:lnTo>
                    <a:pt x="223510" y="641426"/>
                  </a:lnTo>
                  <a:lnTo>
                    <a:pt x="220502" y="643710"/>
                  </a:lnTo>
                  <a:lnTo>
                    <a:pt x="221333" y="646634"/>
                  </a:lnTo>
                  <a:lnTo>
                    <a:pt x="221539" y="650696"/>
                  </a:lnTo>
                  <a:lnTo>
                    <a:pt x="221998" y="653708"/>
                  </a:lnTo>
                  <a:lnTo>
                    <a:pt x="221842" y="653925"/>
                  </a:lnTo>
                  <a:lnTo>
                    <a:pt x="219794" y="656766"/>
                  </a:lnTo>
                  <a:lnTo>
                    <a:pt x="219181" y="659175"/>
                  </a:lnTo>
                  <a:lnTo>
                    <a:pt x="217895" y="663140"/>
                  </a:lnTo>
                  <a:lnTo>
                    <a:pt x="215875" y="662843"/>
                  </a:lnTo>
                  <a:lnTo>
                    <a:pt x="214394" y="663254"/>
                  </a:lnTo>
                  <a:lnTo>
                    <a:pt x="211971" y="667547"/>
                  </a:lnTo>
                  <a:lnTo>
                    <a:pt x="209389" y="666667"/>
                  </a:lnTo>
                  <a:lnTo>
                    <a:pt x="207268" y="668441"/>
                  </a:lnTo>
                  <a:lnTo>
                    <a:pt x="206555" y="670619"/>
                  </a:lnTo>
                  <a:lnTo>
                    <a:pt x="204297" y="673956"/>
                  </a:lnTo>
                  <a:lnTo>
                    <a:pt x="201726" y="672449"/>
                  </a:lnTo>
                  <a:lnTo>
                    <a:pt x="199058" y="673813"/>
                  </a:lnTo>
                  <a:lnTo>
                    <a:pt x="196418" y="675088"/>
                  </a:lnTo>
                  <a:lnTo>
                    <a:pt x="195838" y="677449"/>
                  </a:lnTo>
                  <a:lnTo>
                    <a:pt x="198607" y="680094"/>
                  </a:lnTo>
                  <a:lnTo>
                    <a:pt x="197684" y="681361"/>
                  </a:lnTo>
                  <a:lnTo>
                    <a:pt x="195174" y="681284"/>
                  </a:lnTo>
                  <a:lnTo>
                    <a:pt x="193624" y="681908"/>
                  </a:lnTo>
                  <a:lnTo>
                    <a:pt x="192455" y="679946"/>
                  </a:lnTo>
                  <a:lnTo>
                    <a:pt x="190728" y="679212"/>
                  </a:lnTo>
                  <a:lnTo>
                    <a:pt x="187916" y="680617"/>
                  </a:lnTo>
                  <a:lnTo>
                    <a:pt x="189285" y="684089"/>
                  </a:lnTo>
                  <a:lnTo>
                    <a:pt x="190659" y="686463"/>
                  </a:lnTo>
                  <a:lnTo>
                    <a:pt x="189674" y="689176"/>
                  </a:lnTo>
                  <a:lnTo>
                    <a:pt x="187244" y="688353"/>
                  </a:lnTo>
                  <a:lnTo>
                    <a:pt x="183710" y="689243"/>
                  </a:lnTo>
                  <a:lnTo>
                    <a:pt x="180959" y="689108"/>
                  </a:lnTo>
                  <a:lnTo>
                    <a:pt x="180025" y="688452"/>
                  </a:lnTo>
                  <a:lnTo>
                    <a:pt x="178059" y="689164"/>
                  </a:lnTo>
                  <a:lnTo>
                    <a:pt x="176650" y="691063"/>
                  </a:lnTo>
                  <a:lnTo>
                    <a:pt x="175731" y="695062"/>
                  </a:lnTo>
                  <a:lnTo>
                    <a:pt x="177468" y="695259"/>
                  </a:lnTo>
                  <a:lnTo>
                    <a:pt x="180460" y="696078"/>
                  </a:lnTo>
                  <a:lnTo>
                    <a:pt x="182402" y="697006"/>
                  </a:lnTo>
                  <a:lnTo>
                    <a:pt x="184685" y="699858"/>
                  </a:lnTo>
                  <a:lnTo>
                    <a:pt x="181038" y="702673"/>
                  </a:lnTo>
                  <a:lnTo>
                    <a:pt x="179047" y="704543"/>
                  </a:lnTo>
                  <a:lnTo>
                    <a:pt x="178792" y="707786"/>
                  </a:lnTo>
                  <a:lnTo>
                    <a:pt x="178166" y="711064"/>
                  </a:lnTo>
                  <a:lnTo>
                    <a:pt x="176386" y="711818"/>
                  </a:lnTo>
                  <a:lnTo>
                    <a:pt x="173346" y="711226"/>
                  </a:lnTo>
                  <a:lnTo>
                    <a:pt x="173108" y="712908"/>
                  </a:lnTo>
                  <a:lnTo>
                    <a:pt x="170881" y="712948"/>
                  </a:lnTo>
                  <a:lnTo>
                    <a:pt x="167416" y="713443"/>
                  </a:lnTo>
                  <a:lnTo>
                    <a:pt x="162898" y="715254"/>
                  </a:lnTo>
                  <a:lnTo>
                    <a:pt x="163359" y="718942"/>
                  </a:lnTo>
                  <a:lnTo>
                    <a:pt x="156469" y="724672"/>
                  </a:lnTo>
                  <a:lnTo>
                    <a:pt x="153329" y="726525"/>
                  </a:lnTo>
                  <a:lnTo>
                    <a:pt x="152749" y="728182"/>
                  </a:lnTo>
                  <a:lnTo>
                    <a:pt x="152533" y="728800"/>
                  </a:lnTo>
                  <a:lnTo>
                    <a:pt x="149744" y="731373"/>
                  </a:lnTo>
                  <a:lnTo>
                    <a:pt x="148877" y="731542"/>
                  </a:lnTo>
                  <a:lnTo>
                    <a:pt x="148138" y="729459"/>
                  </a:lnTo>
                  <a:lnTo>
                    <a:pt x="149942" y="727541"/>
                  </a:lnTo>
                  <a:lnTo>
                    <a:pt x="149839" y="723137"/>
                  </a:lnTo>
                  <a:lnTo>
                    <a:pt x="150776" y="720696"/>
                  </a:lnTo>
                  <a:lnTo>
                    <a:pt x="149462" y="719074"/>
                  </a:lnTo>
                  <a:lnTo>
                    <a:pt x="147312" y="718479"/>
                  </a:lnTo>
                  <a:lnTo>
                    <a:pt x="145630" y="720815"/>
                  </a:lnTo>
                  <a:lnTo>
                    <a:pt x="143528" y="720808"/>
                  </a:lnTo>
                  <a:lnTo>
                    <a:pt x="141466" y="721344"/>
                  </a:lnTo>
                  <a:lnTo>
                    <a:pt x="140876" y="724622"/>
                  </a:lnTo>
                  <a:lnTo>
                    <a:pt x="139280" y="726509"/>
                  </a:lnTo>
                  <a:lnTo>
                    <a:pt x="135862" y="728396"/>
                  </a:lnTo>
                  <a:lnTo>
                    <a:pt x="133296" y="730204"/>
                  </a:lnTo>
                  <a:lnTo>
                    <a:pt x="131758" y="733437"/>
                  </a:lnTo>
                  <a:lnTo>
                    <a:pt x="131852" y="734670"/>
                  </a:lnTo>
                  <a:lnTo>
                    <a:pt x="130540" y="736171"/>
                  </a:lnTo>
                  <a:lnTo>
                    <a:pt x="127328" y="734410"/>
                  </a:lnTo>
                  <a:lnTo>
                    <a:pt x="127135" y="736861"/>
                  </a:lnTo>
                  <a:lnTo>
                    <a:pt x="124449" y="737234"/>
                  </a:lnTo>
                  <a:lnTo>
                    <a:pt x="123102" y="736243"/>
                  </a:lnTo>
                  <a:lnTo>
                    <a:pt x="119804" y="736253"/>
                  </a:lnTo>
                  <a:lnTo>
                    <a:pt x="117468" y="739224"/>
                  </a:lnTo>
                  <a:lnTo>
                    <a:pt x="113463" y="741639"/>
                  </a:lnTo>
                  <a:lnTo>
                    <a:pt x="107968" y="741426"/>
                  </a:lnTo>
                  <a:lnTo>
                    <a:pt x="107263" y="740214"/>
                  </a:lnTo>
                  <a:lnTo>
                    <a:pt x="108024" y="737653"/>
                  </a:lnTo>
                  <a:lnTo>
                    <a:pt x="108149" y="735045"/>
                  </a:lnTo>
                  <a:lnTo>
                    <a:pt x="110227" y="731681"/>
                  </a:lnTo>
                  <a:lnTo>
                    <a:pt x="109748" y="728963"/>
                  </a:lnTo>
                  <a:lnTo>
                    <a:pt x="107639" y="728671"/>
                  </a:lnTo>
                  <a:lnTo>
                    <a:pt x="105195" y="729284"/>
                  </a:lnTo>
                  <a:lnTo>
                    <a:pt x="103606" y="732028"/>
                  </a:lnTo>
                  <a:lnTo>
                    <a:pt x="102688" y="734152"/>
                  </a:lnTo>
                  <a:lnTo>
                    <a:pt x="103160" y="739098"/>
                  </a:lnTo>
                  <a:lnTo>
                    <a:pt x="101125" y="742718"/>
                  </a:lnTo>
                  <a:lnTo>
                    <a:pt x="99180" y="745582"/>
                  </a:lnTo>
                  <a:lnTo>
                    <a:pt x="100403" y="749804"/>
                  </a:lnTo>
                  <a:lnTo>
                    <a:pt x="102779" y="750880"/>
                  </a:lnTo>
                  <a:lnTo>
                    <a:pt x="106235" y="753265"/>
                  </a:lnTo>
                  <a:lnTo>
                    <a:pt x="106924" y="755042"/>
                  </a:lnTo>
                  <a:lnTo>
                    <a:pt x="103569" y="754405"/>
                  </a:lnTo>
                  <a:lnTo>
                    <a:pt x="101182" y="755586"/>
                  </a:lnTo>
                  <a:lnTo>
                    <a:pt x="98394" y="753307"/>
                  </a:lnTo>
                  <a:lnTo>
                    <a:pt x="97184" y="752734"/>
                  </a:lnTo>
                  <a:lnTo>
                    <a:pt x="94937" y="754453"/>
                  </a:lnTo>
                  <a:lnTo>
                    <a:pt x="93341" y="753086"/>
                  </a:lnTo>
                  <a:lnTo>
                    <a:pt x="91684" y="754718"/>
                  </a:lnTo>
                  <a:lnTo>
                    <a:pt x="91043" y="756468"/>
                  </a:lnTo>
                  <a:lnTo>
                    <a:pt x="90739" y="759545"/>
                  </a:lnTo>
                  <a:lnTo>
                    <a:pt x="90818" y="763308"/>
                  </a:lnTo>
                  <a:lnTo>
                    <a:pt x="89768" y="765160"/>
                  </a:lnTo>
                  <a:lnTo>
                    <a:pt x="88186" y="765362"/>
                  </a:lnTo>
                  <a:lnTo>
                    <a:pt x="86225" y="762552"/>
                  </a:lnTo>
                  <a:lnTo>
                    <a:pt x="86011" y="760976"/>
                  </a:lnTo>
                  <a:lnTo>
                    <a:pt x="86409" y="756000"/>
                  </a:lnTo>
                  <a:lnTo>
                    <a:pt x="85014" y="755248"/>
                  </a:lnTo>
                  <a:lnTo>
                    <a:pt x="82734" y="757382"/>
                  </a:lnTo>
                  <a:lnTo>
                    <a:pt x="82324" y="758885"/>
                  </a:lnTo>
                  <a:lnTo>
                    <a:pt x="79465" y="759426"/>
                  </a:lnTo>
                  <a:lnTo>
                    <a:pt x="76495" y="760800"/>
                  </a:lnTo>
                  <a:lnTo>
                    <a:pt x="74579" y="759645"/>
                  </a:lnTo>
                  <a:lnTo>
                    <a:pt x="73385" y="757591"/>
                  </a:lnTo>
                  <a:lnTo>
                    <a:pt x="70976" y="760634"/>
                  </a:lnTo>
                  <a:lnTo>
                    <a:pt x="69003" y="762432"/>
                  </a:lnTo>
                  <a:lnTo>
                    <a:pt x="66530" y="764519"/>
                  </a:lnTo>
                  <a:lnTo>
                    <a:pt x="64197" y="765759"/>
                  </a:lnTo>
                  <a:lnTo>
                    <a:pt x="65934" y="767387"/>
                  </a:lnTo>
                  <a:lnTo>
                    <a:pt x="68260" y="767565"/>
                  </a:lnTo>
                  <a:lnTo>
                    <a:pt x="71077" y="770570"/>
                  </a:lnTo>
                  <a:lnTo>
                    <a:pt x="71885" y="773650"/>
                  </a:lnTo>
                  <a:lnTo>
                    <a:pt x="67407" y="772090"/>
                  </a:lnTo>
                  <a:lnTo>
                    <a:pt x="63363" y="772780"/>
                  </a:lnTo>
                  <a:lnTo>
                    <a:pt x="59060" y="774233"/>
                  </a:lnTo>
                  <a:lnTo>
                    <a:pt x="53500" y="773351"/>
                  </a:lnTo>
                  <a:lnTo>
                    <a:pt x="47872" y="773611"/>
                  </a:lnTo>
                  <a:lnTo>
                    <a:pt x="42620" y="775740"/>
                  </a:lnTo>
                  <a:lnTo>
                    <a:pt x="40708" y="777887"/>
                  </a:lnTo>
                  <a:lnTo>
                    <a:pt x="40355" y="780626"/>
                  </a:lnTo>
                  <a:lnTo>
                    <a:pt x="37861" y="782583"/>
                  </a:lnTo>
                  <a:lnTo>
                    <a:pt x="33429" y="783646"/>
                  </a:lnTo>
                  <a:lnTo>
                    <a:pt x="30932" y="783344"/>
                  </a:lnTo>
                  <a:lnTo>
                    <a:pt x="28102" y="781425"/>
                  </a:lnTo>
                  <a:lnTo>
                    <a:pt x="27085" y="778192"/>
                  </a:lnTo>
                  <a:lnTo>
                    <a:pt x="26116" y="776553"/>
                  </a:lnTo>
                  <a:lnTo>
                    <a:pt x="26025" y="774356"/>
                  </a:lnTo>
                  <a:lnTo>
                    <a:pt x="28058" y="772616"/>
                  </a:lnTo>
                  <a:lnTo>
                    <a:pt x="30997" y="771635"/>
                  </a:lnTo>
                  <a:lnTo>
                    <a:pt x="32607" y="769075"/>
                  </a:lnTo>
                  <a:lnTo>
                    <a:pt x="34956" y="763540"/>
                  </a:lnTo>
                  <a:lnTo>
                    <a:pt x="34978" y="760242"/>
                  </a:lnTo>
                  <a:lnTo>
                    <a:pt x="38337" y="758691"/>
                  </a:lnTo>
                  <a:lnTo>
                    <a:pt x="40521" y="760641"/>
                  </a:lnTo>
                  <a:lnTo>
                    <a:pt x="43821" y="759106"/>
                  </a:lnTo>
                  <a:lnTo>
                    <a:pt x="45855" y="757443"/>
                  </a:lnTo>
                  <a:lnTo>
                    <a:pt x="48827" y="756959"/>
                  </a:lnTo>
                  <a:lnTo>
                    <a:pt x="51178" y="754486"/>
                  </a:lnTo>
                  <a:lnTo>
                    <a:pt x="54038" y="753857"/>
                  </a:lnTo>
                  <a:lnTo>
                    <a:pt x="59912" y="754835"/>
                  </a:lnTo>
                  <a:lnTo>
                    <a:pt x="62279" y="758949"/>
                  </a:lnTo>
                  <a:lnTo>
                    <a:pt x="64311" y="758122"/>
                  </a:lnTo>
                  <a:lnTo>
                    <a:pt x="65774" y="755461"/>
                  </a:lnTo>
                  <a:lnTo>
                    <a:pt x="64913" y="751081"/>
                  </a:lnTo>
                  <a:lnTo>
                    <a:pt x="69210" y="748777"/>
                  </a:lnTo>
                  <a:lnTo>
                    <a:pt x="71580" y="749217"/>
                  </a:lnTo>
                  <a:lnTo>
                    <a:pt x="75607" y="748146"/>
                  </a:lnTo>
                  <a:lnTo>
                    <a:pt x="74652" y="745595"/>
                  </a:lnTo>
                  <a:lnTo>
                    <a:pt x="76666" y="743481"/>
                  </a:lnTo>
                  <a:lnTo>
                    <a:pt x="80640" y="739283"/>
                  </a:lnTo>
                  <a:lnTo>
                    <a:pt x="82370" y="735884"/>
                  </a:lnTo>
                  <a:lnTo>
                    <a:pt x="86942" y="729616"/>
                  </a:lnTo>
                  <a:lnTo>
                    <a:pt x="90257" y="724765"/>
                  </a:lnTo>
                  <a:lnTo>
                    <a:pt x="92525" y="723045"/>
                  </a:lnTo>
                  <a:lnTo>
                    <a:pt x="94123" y="721140"/>
                  </a:lnTo>
                  <a:lnTo>
                    <a:pt x="97617" y="719239"/>
                  </a:lnTo>
                  <a:lnTo>
                    <a:pt x="99674" y="716563"/>
                  </a:lnTo>
                  <a:lnTo>
                    <a:pt x="101885" y="716033"/>
                  </a:lnTo>
                  <a:lnTo>
                    <a:pt x="107917" y="713793"/>
                  </a:lnTo>
                  <a:lnTo>
                    <a:pt x="114663" y="711186"/>
                  </a:lnTo>
                  <a:lnTo>
                    <a:pt x="119111" y="710680"/>
                  </a:lnTo>
                  <a:lnTo>
                    <a:pt x="122776" y="710684"/>
                  </a:lnTo>
                  <a:lnTo>
                    <a:pt x="122820" y="714245"/>
                  </a:lnTo>
                  <a:lnTo>
                    <a:pt x="123346" y="717089"/>
                  </a:lnTo>
                  <a:lnTo>
                    <a:pt x="128739" y="718120"/>
                  </a:lnTo>
                  <a:lnTo>
                    <a:pt x="130026" y="717854"/>
                  </a:lnTo>
                  <a:lnTo>
                    <a:pt x="131126" y="715630"/>
                  </a:lnTo>
                  <a:lnTo>
                    <a:pt x="129258" y="713655"/>
                  </a:lnTo>
                  <a:lnTo>
                    <a:pt x="127912" y="712586"/>
                  </a:lnTo>
                  <a:lnTo>
                    <a:pt x="130078" y="708213"/>
                  </a:lnTo>
                  <a:lnTo>
                    <a:pt x="131747" y="702143"/>
                  </a:lnTo>
                  <a:lnTo>
                    <a:pt x="132070" y="698813"/>
                  </a:lnTo>
                  <a:lnTo>
                    <a:pt x="135704" y="695679"/>
                  </a:lnTo>
                  <a:lnTo>
                    <a:pt x="137364" y="693194"/>
                  </a:lnTo>
                  <a:lnTo>
                    <a:pt x="140961" y="690864"/>
                  </a:lnTo>
                  <a:lnTo>
                    <a:pt x="144382" y="686457"/>
                  </a:lnTo>
                  <a:lnTo>
                    <a:pt x="150920" y="682530"/>
                  </a:lnTo>
                  <a:lnTo>
                    <a:pt x="157858" y="677155"/>
                  </a:lnTo>
                  <a:lnTo>
                    <a:pt x="163242" y="672270"/>
                  </a:lnTo>
                  <a:lnTo>
                    <a:pt x="165132" y="673741"/>
                  </a:lnTo>
                  <a:lnTo>
                    <a:pt x="166094" y="674487"/>
                  </a:lnTo>
                  <a:lnTo>
                    <a:pt x="168569" y="674299"/>
                  </a:lnTo>
                  <a:lnTo>
                    <a:pt x="170540" y="673548"/>
                  </a:lnTo>
                  <a:lnTo>
                    <a:pt x="170656" y="671831"/>
                  </a:lnTo>
                  <a:lnTo>
                    <a:pt x="169583" y="668873"/>
                  </a:lnTo>
                  <a:lnTo>
                    <a:pt x="169531" y="665303"/>
                  </a:lnTo>
                  <a:lnTo>
                    <a:pt x="172496" y="658559"/>
                  </a:lnTo>
                  <a:lnTo>
                    <a:pt x="176849" y="651488"/>
                  </a:lnTo>
                  <a:lnTo>
                    <a:pt x="178770" y="649567"/>
                  </a:lnTo>
                  <a:lnTo>
                    <a:pt x="181953" y="647793"/>
                  </a:lnTo>
                  <a:lnTo>
                    <a:pt x="185019" y="642155"/>
                  </a:lnTo>
                  <a:lnTo>
                    <a:pt x="188369" y="638730"/>
                  </a:lnTo>
                  <a:lnTo>
                    <a:pt x="190411" y="637859"/>
                  </a:lnTo>
                  <a:lnTo>
                    <a:pt x="190149" y="635736"/>
                  </a:lnTo>
                  <a:lnTo>
                    <a:pt x="189449" y="633568"/>
                  </a:lnTo>
                  <a:lnTo>
                    <a:pt x="189733" y="629098"/>
                  </a:lnTo>
                  <a:lnTo>
                    <a:pt x="190301" y="623742"/>
                  </a:lnTo>
                  <a:lnTo>
                    <a:pt x="190657" y="613541"/>
                  </a:lnTo>
                  <a:lnTo>
                    <a:pt x="191363" y="610741"/>
                  </a:lnTo>
                  <a:lnTo>
                    <a:pt x="192839" y="607481"/>
                  </a:lnTo>
                  <a:lnTo>
                    <a:pt x="191191" y="604769"/>
                  </a:lnTo>
                  <a:lnTo>
                    <a:pt x="191039" y="600155"/>
                  </a:lnTo>
                  <a:lnTo>
                    <a:pt x="192042" y="595317"/>
                  </a:lnTo>
                  <a:lnTo>
                    <a:pt x="195453" y="591253"/>
                  </a:lnTo>
                  <a:lnTo>
                    <a:pt x="197000" y="588821"/>
                  </a:lnTo>
                  <a:lnTo>
                    <a:pt x="198966" y="585720"/>
                  </a:lnTo>
                  <a:lnTo>
                    <a:pt x="200382" y="582894"/>
                  </a:lnTo>
                  <a:lnTo>
                    <a:pt x="201573" y="578357"/>
                  </a:lnTo>
                  <a:lnTo>
                    <a:pt x="201006" y="577151"/>
                  </a:lnTo>
                  <a:lnTo>
                    <a:pt x="199288" y="577093"/>
                  </a:lnTo>
                  <a:lnTo>
                    <a:pt x="198822" y="577077"/>
                  </a:lnTo>
                  <a:lnTo>
                    <a:pt x="197162" y="578002"/>
                  </a:lnTo>
                  <a:lnTo>
                    <a:pt x="193137" y="580234"/>
                  </a:lnTo>
                  <a:lnTo>
                    <a:pt x="189314" y="582931"/>
                  </a:lnTo>
                  <a:lnTo>
                    <a:pt x="184995" y="585315"/>
                  </a:lnTo>
                  <a:lnTo>
                    <a:pt x="177361" y="589689"/>
                  </a:lnTo>
                  <a:lnTo>
                    <a:pt x="175354" y="589531"/>
                  </a:lnTo>
                  <a:lnTo>
                    <a:pt x="173085" y="587499"/>
                  </a:lnTo>
                  <a:lnTo>
                    <a:pt x="171931" y="583700"/>
                  </a:lnTo>
                  <a:lnTo>
                    <a:pt x="170869" y="582721"/>
                  </a:lnTo>
                  <a:lnTo>
                    <a:pt x="167755" y="581285"/>
                  </a:lnTo>
                  <a:lnTo>
                    <a:pt x="168602" y="578741"/>
                  </a:lnTo>
                  <a:lnTo>
                    <a:pt x="166353" y="576300"/>
                  </a:lnTo>
                  <a:lnTo>
                    <a:pt x="163258" y="578543"/>
                  </a:lnTo>
                  <a:lnTo>
                    <a:pt x="162884" y="581312"/>
                  </a:lnTo>
                  <a:lnTo>
                    <a:pt x="163204" y="583665"/>
                  </a:lnTo>
                  <a:lnTo>
                    <a:pt x="161564" y="586401"/>
                  </a:lnTo>
                  <a:lnTo>
                    <a:pt x="162421" y="589587"/>
                  </a:lnTo>
                  <a:lnTo>
                    <a:pt x="165404" y="596175"/>
                  </a:lnTo>
                  <a:lnTo>
                    <a:pt x="163571" y="599684"/>
                  </a:lnTo>
                  <a:lnTo>
                    <a:pt x="161738" y="600532"/>
                  </a:lnTo>
                  <a:lnTo>
                    <a:pt x="157694" y="599111"/>
                  </a:lnTo>
                  <a:lnTo>
                    <a:pt x="153778" y="590838"/>
                  </a:lnTo>
                  <a:lnTo>
                    <a:pt x="149574" y="582987"/>
                  </a:lnTo>
                  <a:lnTo>
                    <a:pt x="146841" y="580235"/>
                  </a:lnTo>
                  <a:lnTo>
                    <a:pt x="144430" y="579725"/>
                  </a:lnTo>
                  <a:lnTo>
                    <a:pt x="145272" y="577881"/>
                  </a:lnTo>
                  <a:lnTo>
                    <a:pt x="144902" y="575707"/>
                  </a:lnTo>
                  <a:lnTo>
                    <a:pt x="142843" y="575821"/>
                  </a:lnTo>
                  <a:lnTo>
                    <a:pt x="142137" y="578314"/>
                  </a:lnTo>
                  <a:lnTo>
                    <a:pt x="141241" y="580725"/>
                  </a:lnTo>
                  <a:lnTo>
                    <a:pt x="138808" y="582781"/>
                  </a:lnTo>
                  <a:lnTo>
                    <a:pt x="137213" y="580204"/>
                  </a:lnTo>
                  <a:lnTo>
                    <a:pt x="133495" y="578790"/>
                  </a:lnTo>
                  <a:lnTo>
                    <a:pt x="131692" y="577160"/>
                  </a:lnTo>
                  <a:lnTo>
                    <a:pt x="129707" y="574701"/>
                  </a:lnTo>
                  <a:lnTo>
                    <a:pt x="131091" y="572824"/>
                  </a:lnTo>
                  <a:lnTo>
                    <a:pt x="129714" y="569291"/>
                  </a:lnTo>
                  <a:lnTo>
                    <a:pt x="125513" y="572017"/>
                  </a:lnTo>
                  <a:lnTo>
                    <a:pt x="120980" y="576157"/>
                  </a:lnTo>
                  <a:lnTo>
                    <a:pt x="119052" y="580411"/>
                  </a:lnTo>
                  <a:lnTo>
                    <a:pt x="117979" y="578105"/>
                  </a:lnTo>
                  <a:lnTo>
                    <a:pt x="115221" y="579403"/>
                  </a:lnTo>
                  <a:lnTo>
                    <a:pt x="114574" y="579852"/>
                  </a:lnTo>
                  <a:lnTo>
                    <a:pt x="113671" y="580478"/>
                  </a:lnTo>
                  <a:lnTo>
                    <a:pt x="110504" y="582666"/>
                  </a:lnTo>
                  <a:lnTo>
                    <a:pt x="108018" y="584235"/>
                  </a:lnTo>
                  <a:lnTo>
                    <a:pt x="107985" y="584401"/>
                  </a:lnTo>
                  <a:lnTo>
                    <a:pt x="107305" y="587788"/>
                  </a:lnTo>
                  <a:lnTo>
                    <a:pt x="103471" y="590259"/>
                  </a:lnTo>
                  <a:lnTo>
                    <a:pt x="99124" y="592906"/>
                  </a:lnTo>
                  <a:lnTo>
                    <a:pt x="98030" y="590062"/>
                  </a:lnTo>
                  <a:lnTo>
                    <a:pt x="93163" y="590159"/>
                  </a:lnTo>
                  <a:lnTo>
                    <a:pt x="90048" y="588127"/>
                  </a:lnTo>
                  <a:lnTo>
                    <a:pt x="93872" y="586376"/>
                  </a:lnTo>
                  <a:lnTo>
                    <a:pt x="97546" y="584362"/>
                  </a:lnTo>
                  <a:lnTo>
                    <a:pt x="98817" y="579203"/>
                  </a:lnTo>
                  <a:lnTo>
                    <a:pt x="97976" y="572410"/>
                  </a:lnTo>
                  <a:lnTo>
                    <a:pt x="95717" y="567604"/>
                  </a:lnTo>
                  <a:lnTo>
                    <a:pt x="93890" y="563791"/>
                  </a:lnTo>
                  <a:lnTo>
                    <a:pt x="92813" y="560028"/>
                  </a:lnTo>
                  <a:lnTo>
                    <a:pt x="94017" y="556150"/>
                  </a:lnTo>
                  <a:lnTo>
                    <a:pt x="97083" y="551872"/>
                  </a:lnTo>
                  <a:lnTo>
                    <a:pt x="98327" y="550249"/>
                  </a:lnTo>
                  <a:lnTo>
                    <a:pt x="100182" y="549249"/>
                  </a:lnTo>
                  <a:lnTo>
                    <a:pt x="98716" y="545699"/>
                  </a:lnTo>
                  <a:lnTo>
                    <a:pt x="96621" y="541757"/>
                  </a:lnTo>
                  <a:lnTo>
                    <a:pt x="96396" y="539473"/>
                  </a:lnTo>
                  <a:lnTo>
                    <a:pt x="93103" y="532313"/>
                  </a:lnTo>
                  <a:lnTo>
                    <a:pt x="91848" y="528987"/>
                  </a:lnTo>
                  <a:lnTo>
                    <a:pt x="91166" y="526753"/>
                  </a:lnTo>
                  <a:lnTo>
                    <a:pt x="89459" y="522549"/>
                  </a:lnTo>
                  <a:lnTo>
                    <a:pt x="86576" y="517269"/>
                  </a:lnTo>
                  <a:lnTo>
                    <a:pt x="84954" y="516854"/>
                  </a:lnTo>
                  <a:lnTo>
                    <a:pt x="84028" y="518867"/>
                  </a:lnTo>
                  <a:lnTo>
                    <a:pt x="83952" y="521255"/>
                  </a:lnTo>
                  <a:lnTo>
                    <a:pt x="84071" y="523631"/>
                  </a:lnTo>
                  <a:lnTo>
                    <a:pt x="83453" y="526022"/>
                  </a:lnTo>
                  <a:lnTo>
                    <a:pt x="81225" y="526122"/>
                  </a:lnTo>
                  <a:lnTo>
                    <a:pt x="78844" y="525986"/>
                  </a:lnTo>
                  <a:lnTo>
                    <a:pt x="77331" y="527696"/>
                  </a:lnTo>
                  <a:lnTo>
                    <a:pt x="74800" y="528772"/>
                  </a:lnTo>
                  <a:lnTo>
                    <a:pt x="69668" y="531430"/>
                  </a:lnTo>
                  <a:lnTo>
                    <a:pt x="63687" y="532714"/>
                  </a:lnTo>
                  <a:lnTo>
                    <a:pt x="57133" y="532960"/>
                  </a:lnTo>
                  <a:lnTo>
                    <a:pt x="53851" y="532350"/>
                  </a:lnTo>
                  <a:lnTo>
                    <a:pt x="49720" y="530101"/>
                  </a:lnTo>
                  <a:lnTo>
                    <a:pt x="48333" y="525842"/>
                  </a:lnTo>
                  <a:lnTo>
                    <a:pt x="49002" y="524613"/>
                  </a:lnTo>
                  <a:lnTo>
                    <a:pt x="50027" y="523317"/>
                  </a:lnTo>
                  <a:lnTo>
                    <a:pt x="47227" y="520531"/>
                  </a:lnTo>
                  <a:lnTo>
                    <a:pt x="44489" y="517908"/>
                  </a:lnTo>
                  <a:lnTo>
                    <a:pt x="42522" y="512983"/>
                  </a:lnTo>
                  <a:lnTo>
                    <a:pt x="40517" y="511158"/>
                  </a:lnTo>
                  <a:lnTo>
                    <a:pt x="39039" y="508159"/>
                  </a:lnTo>
                  <a:lnTo>
                    <a:pt x="37432" y="508135"/>
                  </a:lnTo>
                  <a:lnTo>
                    <a:pt x="33345" y="505143"/>
                  </a:lnTo>
                  <a:lnTo>
                    <a:pt x="30621" y="500964"/>
                  </a:lnTo>
                  <a:lnTo>
                    <a:pt x="31908" y="499809"/>
                  </a:lnTo>
                  <a:lnTo>
                    <a:pt x="33043" y="499421"/>
                  </a:lnTo>
                  <a:lnTo>
                    <a:pt x="34377" y="496898"/>
                  </a:lnTo>
                  <a:lnTo>
                    <a:pt x="33805" y="496163"/>
                  </a:lnTo>
                  <a:lnTo>
                    <a:pt x="31610" y="496454"/>
                  </a:lnTo>
                  <a:lnTo>
                    <a:pt x="29560" y="497848"/>
                  </a:lnTo>
                  <a:lnTo>
                    <a:pt x="27852" y="497637"/>
                  </a:lnTo>
                  <a:lnTo>
                    <a:pt x="26089" y="497097"/>
                  </a:lnTo>
                  <a:lnTo>
                    <a:pt x="25057" y="494938"/>
                  </a:lnTo>
                  <a:lnTo>
                    <a:pt x="26212" y="493623"/>
                  </a:lnTo>
                  <a:lnTo>
                    <a:pt x="29554" y="492584"/>
                  </a:lnTo>
                  <a:lnTo>
                    <a:pt x="32454" y="489389"/>
                  </a:lnTo>
                  <a:lnTo>
                    <a:pt x="34136" y="488860"/>
                  </a:lnTo>
                  <a:lnTo>
                    <a:pt x="33884" y="486682"/>
                  </a:lnTo>
                  <a:lnTo>
                    <a:pt x="33351" y="485326"/>
                  </a:lnTo>
                  <a:lnTo>
                    <a:pt x="33750" y="482297"/>
                  </a:lnTo>
                  <a:lnTo>
                    <a:pt x="32867" y="478663"/>
                  </a:lnTo>
                  <a:lnTo>
                    <a:pt x="32436" y="478021"/>
                  </a:lnTo>
                  <a:lnTo>
                    <a:pt x="30849" y="475648"/>
                  </a:lnTo>
                  <a:lnTo>
                    <a:pt x="32178" y="474024"/>
                  </a:lnTo>
                  <a:lnTo>
                    <a:pt x="33838" y="471908"/>
                  </a:lnTo>
                  <a:lnTo>
                    <a:pt x="32313" y="470205"/>
                  </a:lnTo>
                  <a:lnTo>
                    <a:pt x="31209" y="467404"/>
                  </a:lnTo>
                  <a:lnTo>
                    <a:pt x="28851" y="466281"/>
                  </a:lnTo>
                  <a:lnTo>
                    <a:pt x="27378" y="470345"/>
                  </a:lnTo>
                  <a:lnTo>
                    <a:pt x="25923" y="470017"/>
                  </a:lnTo>
                  <a:lnTo>
                    <a:pt x="24046" y="469389"/>
                  </a:lnTo>
                  <a:lnTo>
                    <a:pt x="22506" y="467095"/>
                  </a:lnTo>
                  <a:lnTo>
                    <a:pt x="22956" y="462919"/>
                  </a:lnTo>
                  <a:lnTo>
                    <a:pt x="23316" y="460586"/>
                  </a:lnTo>
                  <a:lnTo>
                    <a:pt x="20187" y="458763"/>
                  </a:lnTo>
                  <a:lnTo>
                    <a:pt x="19309" y="458825"/>
                  </a:lnTo>
                  <a:lnTo>
                    <a:pt x="17887" y="454136"/>
                  </a:lnTo>
                  <a:lnTo>
                    <a:pt x="18855" y="452924"/>
                  </a:lnTo>
                  <a:lnTo>
                    <a:pt x="20611" y="452238"/>
                  </a:lnTo>
                  <a:lnTo>
                    <a:pt x="21629" y="450495"/>
                  </a:lnTo>
                  <a:lnTo>
                    <a:pt x="19457" y="448105"/>
                  </a:lnTo>
                  <a:lnTo>
                    <a:pt x="18619" y="447017"/>
                  </a:lnTo>
                  <a:lnTo>
                    <a:pt x="16856" y="447593"/>
                  </a:lnTo>
                  <a:lnTo>
                    <a:pt x="15195" y="449602"/>
                  </a:lnTo>
                  <a:lnTo>
                    <a:pt x="13821" y="448487"/>
                  </a:lnTo>
                  <a:lnTo>
                    <a:pt x="12974" y="443912"/>
                  </a:lnTo>
                  <a:lnTo>
                    <a:pt x="14752" y="438662"/>
                  </a:lnTo>
                  <a:lnTo>
                    <a:pt x="16718" y="436898"/>
                  </a:lnTo>
                  <a:lnTo>
                    <a:pt x="16062" y="434601"/>
                  </a:lnTo>
                  <a:lnTo>
                    <a:pt x="19171" y="433302"/>
                  </a:lnTo>
                  <a:lnTo>
                    <a:pt x="21734" y="434691"/>
                  </a:lnTo>
                  <a:lnTo>
                    <a:pt x="25001" y="434047"/>
                  </a:lnTo>
                  <a:lnTo>
                    <a:pt x="24895" y="432759"/>
                  </a:lnTo>
                  <a:lnTo>
                    <a:pt x="23417" y="428442"/>
                  </a:lnTo>
                  <a:lnTo>
                    <a:pt x="23562" y="424065"/>
                  </a:lnTo>
                  <a:lnTo>
                    <a:pt x="25461" y="420328"/>
                  </a:lnTo>
                  <a:lnTo>
                    <a:pt x="30086" y="414108"/>
                  </a:lnTo>
                  <a:lnTo>
                    <a:pt x="34224" y="407754"/>
                  </a:lnTo>
                  <a:lnTo>
                    <a:pt x="37856" y="403659"/>
                  </a:lnTo>
                  <a:lnTo>
                    <a:pt x="38960" y="400213"/>
                  </a:lnTo>
                  <a:lnTo>
                    <a:pt x="40871" y="397585"/>
                  </a:lnTo>
                  <a:lnTo>
                    <a:pt x="43321" y="396557"/>
                  </a:lnTo>
                  <a:lnTo>
                    <a:pt x="43051" y="393397"/>
                  </a:lnTo>
                  <a:lnTo>
                    <a:pt x="43030" y="390851"/>
                  </a:lnTo>
                  <a:lnTo>
                    <a:pt x="44552" y="386416"/>
                  </a:lnTo>
                  <a:lnTo>
                    <a:pt x="47359" y="381137"/>
                  </a:lnTo>
                  <a:lnTo>
                    <a:pt x="49126" y="377049"/>
                  </a:lnTo>
                  <a:lnTo>
                    <a:pt x="52505" y="373153"/>
                  </a:lnTo>
                  <a:lnTo>
                    <a:pt x="56990" y="371266"/>
                  </a:lnTo>
                  <a:lnTo>
                    <a:pt x="59668" y="370991"/>
                  </a:lnTo>
                  <a:lnTo>
                    <a:pt x="62920" y="373133"/>
                  </a:lnTo>
                  <a:lnTo>
                    <a:pt x="65725" y="373781"/>
                  </a:lnTo>
                  <a:lnTo>
                    <a:pt x="67682" y="377304"/>
                  </a:lnTo>
                  <a:lnTo>
                    <a:pt x="69276" y="377696"/>
                  </a:lnTo>
                  <a:lnTo>
                    <a:pt x="73006" y="382533"/>
                  </a:lnTo>
                  <a:lnTo>
                    <a:pt x="77968" y="381910"/>
                  </a:lnTo>
                  <a:lnTo>
                    <a:pt x="80630" y="379196"/>
                  </a:lnTo>
                  <a:lnTo>
                    <a:pt x="82115" y="377700"/>
                  </a:lnTo>
                  <a:lnTo>
                    <a:pt x="82674" y="375334"/>
                  </a:lnTo>
                  <a:lnTo>
                    <a:pt x="84504" y="375026"/>
                  </a:lnTo>
                  <a:lnTo>
                    <a:pt x="86904" y="372249"/>
                  </a:lnTo>
                  <a:lnTo>
                    <a:pt x="88410" y="370499"/>
                  </a:lnTo>
                  <a:lnTo>
                    <a:pt x="90562" y="366307"/>
                  </a:lnTo>
                  <a:lnTo>
                    <a:pt x="91942" y="364281"/>
                  </a:lnTo>
                  <a:lnTo>
                    <a:pt x="88256" y="360197"/>
                  </a:lnTo>
                  <a:lnTo>
                    <a:pt x="85672" y="358151"/>
                  </a:lnTo>
                  <a:lnTo>
                    <a:pt x="87994" y="356074"/>
                  </a:lnTo>
                  <a:lnTo>
                    <a:pt x="91439" y="355842"/>
                  </a:lnTo>
                  <a:lnTo>
                    <a:pt x="93975" y="360301"/>
                  </a:lnTo>
                  <a:lnTo>
                    <a:pt x="97226" y="361774"/>
                  </a:lnTo>
                  <a:lnTo>
                    <a:pt x="98776" y="364995"/>
                  </a:lnTo>
                  <a:lnTo>
                    <a:pt x="104469" y="364384"/>
                  </a:lnTo>
                  <a:lnTo>
                    <a:pt x="109193" y="364802"/>
                  </a:lnTo>
                  <a:lnTo>
                    <a:pt x="113496" y="363566"/>
                  </a:lnTo>
                  <a:lnTo>
                    <a:pt x="115771" y="360309"/>
                  </a:lnTo>
                  <a:lnTo>
                    <a:pt x="121368" y="351586"/>
                  </a:lnTo>
                  <a:lnTo>
                    <a:pt x="121789" y="348072"/>
                  </a:lnTo>
                  <a:lnTo>
                    <a:pt x="119556" y="340116"/>
                  </a:lnTo>
                  <a:lnTo>
                    <a:pt x="118917" y="336934"/>
                  </a:lnTo>
                  <a:lnTo>
                    <a:pt x="118773" y="329753"/>
                  </a:lnTo>
                  <a:lnTo>
                    <a:pt x="115092" y="323902"/>
                  </a:lnTo>
                  <a:lnTo>
                    <a:pt x="113650" y="321305"/>
                  </a:lnTo>
                  <a:lnTo>
                    <a:pt x="109375" y="319969"/>
                  </a:lnTo>
                  <a:lnTo>
                    <a:pt x="110182" y="316115"/>
                  </a:lnTo>
                  <a:lnTo>
                    <a:pt x="111675" y="314257"/>
                  </a:lnTo>
                  <a:lnTo>
                    <a:pt x="115001" y="316773"/>
                  </a:lnTo>
                  <a:lnTo>
                    <a:pt x="118741" y="314830"/>
                  </a:lnTo>
                  <a:lnTo>
                    <a:pt x="122425" y="311322"/>
                  </a:lnTo>
                  <a:lnTo>
                    <a:pt x="122760" y="306782"/>
                  </a:lnTo>
                  <a:lnTo>
                    <a:pt x="120240" y="301805"/>
                  </a:lnTo>
                  <a:lnTo>
                    <a:pt x="117791" y="299522"/>
                  </a:lnTo>
                  <a:lnTo>
                    <a:pt x="116906" y="298154"/>
                  </a:lnTo>
                  <a:lnTo>
                    <a:pt x="115457" y="298791"/>
                  </a:lnTo>
                  <a:lnTo>
                    <a:pt x="113339" y="301195"/>
                  </a:lnTo>
                  <a:lnTo>
                    <a:pt x="112356" y="303799"/>
                  </a:lnTo>
                  <a:lnTo>
                    <a:pt x="109818" y="304611"/>
                  </a:lnTo>
                  <a:lnTo>
                    <a:pt x="107619" y="303429"/>
                  </a:lnTo>
                  <a:lnTo>
                    <a:pt x="105306" y="304585"/>
                  </a:lnTo>
                  <a:lnTo>
                    <a:pt x="103350" y="306342"/>
                  </a:lnTo>
                  <a:lnTo>
                    <a:pt x="100090" y="306945"/>
                  </a:lnTo>
                  <a:lnTo>
                    <a:pt x="97776" y="307773"/>
                  </a:lnTo>
                  <a:lnTo>
                    <a:pt x="96820" y="310194"/>
                  </a:lnTo>
                  <a:lnTo>
                    <a:pt x="91161" y="313984"/>
                  </a:lnTo>
                  <a:lnTo>
                    <a:pt x="89896" y="316287"/>
                  </a:lnTo>
                  <a:lnTo>
                    <a:pt x="89122" y="320635"/>
                  </a:lnTo>
                  <a:lnTo>
                    <a:pt x="86542" y="322908"/>
                  </a:lnTo>
                  <a:lnTo>
                    <a:pt x="85616" y="318027"/>
                  </a:lnTo>
                  <a:lnTo>
                    <a:pt x="85424" y="315067"/>
                  </a:lnTo>
                  <a:lnTo>
                    <a:pt x="84070" y="312982"/>
                  </a:lnTo>
                  <a:lnTo>
                    <a:pt x="82358" y="313942"/>
                  </a:lnTo>
                  <a:lnTo>
                    <a:pt x="82342" y="315875"/>
                  </a:lnTo>
                  <a:lnTo>
                    <a:pt x="81074" y="317664"/>
                  </a:lnTo>
                  <a:lnTo>
                    <a:pt x="80161" y="320211"/>
                  </a:lnTo>
                  <a:lnTo>
                    <a:pt x="78324" y="316599"/>
                  </a:lnTo>
                  <a:lnTo>
                    <a:pt x="75633" y="313178"/>
                  </a:lnTo>
                  <a:lnTo>
                    <a:pt x="70933" y="310751"/>
                  </a:lnTo>
                  <a:lnTo>
                    <a:pt x="68416" y="310251"/>
                  </a:lnTo>
                  <a:lnTo>
                    <a:pt x="65771" y="311128"/>
                  </a:lnTo>
                  <a:lnTo>
                    <a:pt x="62763" y="310241"/>
                  </a:lnTo>
                  <a:lnTo>
                    <a:pt x="59918" y="310122"/>
                  </a:lnTo>
                  <a:lnTo>
                    <a:pt x="55477" y="311795"/>
                  </a:lnTo>
                  <a:lnTo>
                    <a:pt x="50605" y="314466"/>
                  </a:lnTo>
                  <a:lnTo>
                    <a:pt x="47096" y="314829"/>
                  </a:lnTo>
                  <a:lnTo>
                    <a:pt x="42172" y="312092"/>
                  </a:lnTo>
                  <a:lnTo>
                    <a:pt x="33132" y="308241"/>
                  </a:lnTo>
                  <a:lnTo>
                    <a:pt x="26009" y="305302"/>
                  </a:lnTo>
                  <a:lnTo>
                    <a:pt x="23259" y="301748"/>
                  </a:lnTo>
                  <a:lnTo>
                    <a:pt x="22614" y="296757"/>
                  </a:lnTo>
                  <a:lnTo>
                    <a:pt x="22905" y="294815"/>
                  </a:lnTo>
                  <a:lnTo>
                    <a:pt x="24449" y="292414"/>
                  </a:lnTo>
                  <a:lnTo>
                    <a:pt x="24183" y="290920"/>
                  </a:lnTo>
                  <a:lnTo>
                    <a:pt x="21916" y="287185"/>
                  </a:lnTo>
                  <a:lnTo>
                    <a:pt x="20183" y="285268"/>
                  </a:lnTo>
                  <a:lnTo>
                    <a:pt x="19708" y="283484"/>
                  </a:lnTo>
                  <a:lnTo>
                    <a:pt x="17269" y="278482"/>
                  </a:lnTo>
                  <a:lnTo>
                    <a:pt x="17777" y="277950"/>
                  </a:lnTo>
                  <a:lnTo>
                    <a:pt x="22034" y="279160"/>
                  </a:lnTo>
                  <a:lnTo>
                    <a:pt x="24919" y="277601"/>
                  </a:lnTo>
                  <a:lnTo>
                    <a:pt x="25787" y="274463"/>
                  </a:lnTo>
                  <a:lnTo>
                    <a:pt x="27798" y="272837"/>
                  </a:lnTo>
                  <a:lnTo>
                    <a:pt x="26460" y="270639"/>
                  </a:lnTo>
                  <a:lnTo>
                    <a:pt x="23870" y="269471"/>
                  </a:lnTo>
                  <a:lnTo>
                    <a:pt x="21232" y="269247"/>
                  </a:lnTo>
                  <a:lnTo>
                    <a:pt x="18857" y="267607"/>
                  </a:lnTo>
                  <a:lnTo>
                    <a:pt x="16147" y="266053"/>
                  </a:lnTo>
                  <a:lnTo>
                    <a:pt x="11456" y="264742"/>
                  </a:lnTo>
                  <a:lnTo>
                    <a:pt x="9426" y="263724"/>
                  </a:lnTo>
                  <a:lnTo>
                    <a:pt x="6359" y="259619"/>
                  </a:lnTo>
                  <a:lnTo>
                    <a:pt x="3868" y="256886"/>
                  </a:lnTo>
                  <a:lnTo>
                    <a:pt x="773" y="2549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42851" y="5742138"/>
              <a:ext cx="38233" cy="33782"/>
            </a:xfrm>
            <a:custGeom>
              <a:avLst/>
              <a:pathLst>
                <a:path w="38233" h="33782">
                  <a:moveTo>
                    <a:pt x="0" y="32301"/>
                  </a:moveTo>
                  <a:lnTo>
                    <a:pt x="6226" y="28030"/>
                  </a:lnTo>
                  <a:lnTo>
                    <a:pt x="8415" y="26316"/>
                  </a:lnTo>
                  <a:lnTo>
                    <a:pt x="11004" y="22921"/>
                  </a:lnTo>
                  <a:lnTo>
                    <a:pt x="12932" y="21832"/>
                  </a:lnTo>
                  <a:lnTo>
                    <a:pt x="12591" y="18263"/>
                  </a:lnTo>
                  <a:lnTo>
                    <a:pt x="13737" y="15465"/>
                  </a:lnTo>
                  <a:lnTo>
                    <a:pt x="18397" y="11204"/>
                  </a:lnTo>
                  <a:lnTo>
                    <a:pt x="21722" y="12626"/>
                  </a:lnTo>
                  <a:lnTo>
                    <a:pt x="22428" y="10020"/>
                  </a:lnTo>
                  <a:lnTo>
                    <a:pt x="23181" y="6592"/>
                  </a:lnTo>
                  <a:lnTo>
                    <a:pt x="24626" y="3102"/>
                  </a:lnTo>
                  <a:lnTo>
                    <a:pt x="27247" y="1275"/>
                  </a:lnTo>
                  <a:lnTo>
                    <a:pt x="32483" y="0"/>
                  </a:lnTo>
                  <a:lnTo>
                    <a:pt x="35166" y="2199"/>
                  </a:lnTo>
                  <a:lnTo>
                    <a:pt x="38233" y="2717"/>
                  </a:lnTo>
                  <a:lnTo>
                    <a:pt x="37701" y="4787"/>
                  </a:lnTo>
                  <a:lnTo>
                    <a:pt x="36439" y="6762"/>
                  </a:lnTo>
                  <a:lnTo>
                    <a:pt x="36733" y="8771"/>
                  </a:lnTo>
                  <a:lnTo>
                    <a:pt x="33797" y="10522"/>
                  </a:lnTo>
                  <a:lnTo>
                    <a:pt x="30446" y="12631"/>
                  </a:lnTo>
                  <a:lnTo>
                    <a:pt x="25320" y="14867"/>
                  </a:lnTo>
                  <a:lnTo>
                    <a:pt x="24070" y="17371"/>
                  </a:lnTo>
                  <a:lnTo>
                    <a:pt x="22256" y="19954"/>
                  </a:lnTo>
                  <a:lnTo>
                    <a:pt x="21061" y="22377"/>
                  </a:lnTo>
                  <a:lnTo>
                    <a:pt x="17100" y="24080"/>
                  </a:lnTo>
                  <a:lnTo>
                    <a:pt x="15181" y="25821"/>
                  </a:lnTo>
                  <a:lnTo>
                    <a:pt x="13413" y="28356"/>
                  </a:lnTo>
                  <a:lnTo>
                    <a:pt x="11047" y="28018"/>
                  </a:lnTo>
                  <a:lnTo>
                    <a:pt x="7078" y="31151"/>
                  </a:lnTo>
                  <a:lnTo>
                    <a:pt x="2868" y="33081"/>
                  </a:lnTo>
                  <a:lnTo>
                    <a:pt x="553" y="337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742110" y="5592714"/>
              <a:ext cx="7983" cy="5378"/>
            </a:xfrm>
            <a:custGeom>
              <a:avLst/>
              <a:pathLst>
                <a:path w="7983" h="5378">
                  <a:moveTo>
                    <a:pt x="0" y="0"/>
                  </a:moveTo>
                  <a:lnTo>
                    <a:pt x="4545" y="1258"/>
                  </a:lnTo>
                  <a:lnTo>
                    <a:pt x="7682" y="1646"/>
                  </a:lnTo>
                  <a:lnTo>
                    <a:pt x="7983" y="3653"/>
                  </a:lnTo>
                  <a:lnTo>
                    <a:pt x="4905" y="5378"/>
                  </a:lnTo>
                  <a:lnTo>
                    <a:pt x="2595" y="48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19806" y="5758365"/>
              <a:ext cx="14109" cy="16213"/>
            </a:xfrm>
            <a:custGeom>
              <a:avLst/>
              <a:pathLst>
                <a:path w="14109" h="16213">
                  <a:moveTo>
                    <a:pt x="1120" y="12804"/>
                  </a:moveTo>
                  <a:lnTo>
                    <a:pt x="3414" y="6822"/>
                  </a:lnTo>
                  <a:lnTo>
                    <a:pt x="5107" y="5882"/>
                  </a:lnTo>
                  <a:lnTo>
                    <a:pt x="9182" y="8221"/>
                  </a:lnTo>
                  <a:lnTo>
                    <a:pt x="11695" y="5325"/>
                  </a:lnTo>
                  <a:lnTo>
                    <a:pt x="10500" y="964"/>
                  </a:lnTo>
                  <a:lnTo>
                    <a:pt x="12357" y="0"/>
                  </a:lnTo>
                  <a:lnTo>
                    <a:pt x="13874" y="2965"/>
                  </a:lnTo>
                  <a:lnTo>
                    <a:pt x="14109" y="6924"/>
                  </a:lnTo>
                  <a:lnTo>
                    <a:pt x="13800" y="10994"/>
                  </a:lnTo>
                  <a:lnTo>
                    <a:pt x="12670" y="14935"/>
                  </a:lnTo>
                  <a:lnTo>
                    <a:pt x="9861" y="13834"/>
                  </a:lnTo>
                  <a:lnTo>
                    <a:pt x="6559" y="13473"/>
                  </a:lnTo>
                  <a:lnTo>
                    <a:pt x="3258" y="16179"/>
                  </a:lnTo>
                  <a:lnTo>
                    <a:pt x="0" y="162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731015" y="5562650"/>
              <a:ext cx="6496" cy="5193"/>
            </a:xfrm>
            <a:custGeom>
              <a:avLst/>
              <a:pathLst>
                <a:path w="6496" h="5193">
                  <a:moveTo>
                    <a:pt x="283" y="713"/>
                  </a:moveTo>
                  <a:lnTo>
                    <a:pt x="2974" y="0"/>
                  </a:lnTo>
                  <a:lnTo>
                    <a:pt x="6496" y="392"/>
                  </a:lnTo>
                  <a:lnTo>
                    <a:pt x="6440" y="3300"/>
                  </a:lnTo>
                  <a:lnTo>
                    <a:pt x="2835" y="5193"/>
                  </a:lnTo>
                  <a:lnTo>
                    <a:pt x="0" y="31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3647" y="5773226"/>
              <a:ext cx="8038" cy="6894"/>
            </a:xfrm>
            <a:custGeom>
              <a:avLst/>
              <a:pathLst>
                <a:path w="8038" h="6894">
                  <a:moveTo>
                    <a:pt x="825" y="2282"/>
                  </a:moveTo>
                  <a:lnTo>
                    <a:pt x="4634" y="0"/>
                  </a:lnTo>
                  <a:lnTo>
                    <a:pt x="8038" y="1415"/>
                  </a:lnTo>
                  <a:lnTo>
                    <a:pt x="6468" y="5538"/>
                  </a:lnTo>
                  <a:lnTo>
                    <a:pt x="3943" y="5403"/>
                  </a:lnTo>
                  <a:lnTo>
                    <a:pt x="1276" y="6894"/>
                  </a:lnTo>
                  <a:lnTo>
                    <a:pt x="0" y="58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691753" y="5778666"/>
              <a:ext cx="2919" cy="4539"/>
            </a:xfrm>
            <a:custGeom>
              <a:avLst/>
              <a:pathLst>
                <a:path w="2919" h="4539">
                  <a:moveTo>
                    <a:pt x="0" y="1394"/>
                  </a:moveTo>
                  <a:lnTo>
                    <a:pt x="1499" y="0"/>
                  </a:lnTo>
                  <a:lnTo>
                    <a:pt x="2919" y="1596"/>
                  </a:lnTo>
                  <a:lnTo>
                    <a:pt x="1950" y="4539"/>
                  </a:lnTo>
                  <a:lnTo>
                    <a:pt x="72" y="34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743813" y="5252423"/>
              <a:ext cx="55778" cy="47158"/>
            </a:xfrm>
            <a:custGeom>
              <a:avLst/>
              <a:pathLst>
                <a:path w="55778" h="47158">
                  <a:moveTo>
                    <a:pt x="903" y="9711"/>
                  </a:moveTo>
                  <a:lnTo>
                    <a:pt x="2171" y="7316"/>
                  </a:lnTo>
                  <a:lnTo>
                    <a:pt x="2782" y="2838"/>
                  </a:lnTo>
                  <a:lnTo>
                    <a:pt x="4395" y="0"/>
                  </a:lnTo>
                  <a:lnTo>
                    <a:pt x="6716" y="433"/>
                  </a:lnTo>
                  <a:lnTo>
                    <a:pt x="6672" y="3773"/>
                  </a:lnTo>
                  <a:lnTo>
                    <a:pt x="6800" y="6179"/>
                  </a:lnTo>
                  <a:lnTo>
                    <a:pt x="10766" y="9245"/>
                  </a:lnTo>
                  <a:lnTo>
                    <a:pt x="16763" y="13006"/>
                  </a:lnTo>
                  <a:lnTo>
                    <a:pt x="18540" y="12552"/>
                  </a:lnTo>
                  <a:lnTo>
                    <a:pt x="23712" y="9553"/>
                  </a:lnTo>
                  <a:lnTo>
                    <a:pt x="26002" y="8877"/>
                  </a:lnTo>
                  <a:lnTo>
                    <a:pt x="28542" y="9518"/>
                  </a:lnTo>
                  <a:lnTo>
                    <a:pt x="29788" y="10653"/>
                  </a:lnTo>
                  <a:lnTo>
                    <a:pt x="31046" y="13316"/>
                  </a:lnTo>
                  <a:lnTo>
                    <a:pt x="32397" y="14197"/>
                  </a:lnTo>
                  <a:lnTo>
                    <a:pt x="32697" y="17833"/>
                  </a:lnTo>
                  <a:lnTo>
                    <a:pt x="32986" y="20882"/>
                  </a:lnTo>
                  <a:lnTo>
                    <a:pt x="35470" y="22965"/>
                  </a:lnTo>
                  <a:lnTo>
                    <a:pt x="39012" y="24218"/>
                  </a:lnTo>
                  <a:lnTo>
                    <a:pt x="40356" y="26439"/>
                  </a:lnTo>
                  <a:lnTo>
                    <a:pt x="42046" y="28103"/>
                  </a:lnTo>
                  <a:lnTo>
                    <a:pt x="48725" y="30248"/>
                  </a:lnTo>
                  <a:lnTo>
                    <a:pt x="51417" y="31064"/>
                  </a:lnTo>
                  <a:lnTo>
                    <a:pt x="55778" y="33595"/>
                  </a:lnTo>
                  <a:lnTo>
                    <a:pt x="54076" y="37037"/>
                  </a:lnTo>
                  <a:lnTo>
                    <a:pt x="52026" y="39734"/>
                  </a:lnTo>
                  <a:lnTo>
                    <a:pt x="50137" y="40177"/>
                  </a:lnTo>
                  <a:lnTo>
                    <a:pt x="47904" y="37878"/>
                  </a:lnTo>
                  <a:lnTo>
                    <a:pt x="45030" y="37590"/>
                  </a:lnTo>
                  <a:lnTo>
                    <a:pt x="40866" y="39663"/>
                  </a:lnTo>
                  <a:lnTo>
                    <a:pt x="38806" y="41153"/>
                  </a:lnTo>
                  <a:lnTo>
                    <a:pt x="37719" y="43209"/>
                  </a:lnTo>
                  <a:lnTo>
                    <a:pt x="37549" y="45571"/>
                  </a:lnTo>
                  <a:lnTo>
                    <a:pt x="35993" y="47158"/>
                  </a:lnTo>
                  <a:lnTo>
                    <a:pt x="33957" y="45698"/>
                  </a:lnTo>
                  <a:lnTo>
                    <a:pt x="33949" y="41736"/>
                  </a:lnTo>
                  <a:lnTo>
                    <a:pt x="32683" y="38492"/>
                  </a:lnTo>
                  <a:lnTo>
                    <a:pt x="30012" y="35223"/>
                  </a:lnTo>
                  <a:lnTo>
                    <a:pt x="27649" y="33884"/>
                  </a:lnTo>
                  <a:lnTo>
                    <a:pt x="26238" y="33721"/>
                  </a:lnTo>
                  <a:lnTo>
                    <a:pt x="25930" y="30809"/>
                  </a:lnTo>
                  <a:lnTo>
                    <a:pt x="24180" y="26834"/>
                  </a:lnTo>
                  <a:lnTo>
                    <a:pt x="20433" y="23097"/>
                  </a:lnTo>
                  <a:lnTo>
                    <a:pt x="16560" y="20282"/>
                  </a:lnTo>
                  <a:lnTo>
                    <a:pt x="13529" y="19302"/>
                  </a:lnTo>
                  <a:lnTo>
                    <a:pt x="10445" y="20046"/>
                  </a:lnTo>
                  <a:lnTo>
                    <a:pt x="9155" y="21140"/>
                  </a:lnTo>
                  <a:lnTo>
                    <a:pt x="6022" y="23278"/>
                  </a:lnTo>
                  <a:lnTo>
                    <a:pt x="4455" y="22090"/>
                  </a:lnTo>
                  <a:lnTo>
                    <a:pt x="2209" y="20076"/>
                  </a:lnTo>
                  <a:lnTo>
                    <a:pt x="749" y="18514"/>
                  </a:lnTo>
                  <a:lnTo>
                    <a:pt x="0" y="133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657868" y="5779540"/>
              <a:ext cx="8743" cy="6012"/>
            </a:xfrm>
            <a:custGeom>
              <a:avLst/>
              <a:pathLst>
                <a:path w="8743" h="6012">
                  <a:moveTo>
                    <a:pt x="930" y="3140"/>
                  </a:moveTo>
                  <a:lnTo>
                    <a:pt x="2796" y="1089"/>
                  </a:lnTo>
                  <a:lnTo>
                    <a:pt x="5331" y="0"/>
                  </a:lnTo>
                  <a:lnTo>
                    <a:pt x="8258" y="1762"/>
                  </a:lnTo>
                  <a:lnTo>
                    <a:pt x="8743" y="3590"/>
                  </a:lnTo>
                  <a:lnTo>
                    <a:pt x="5735" y="5526"/>
                  </a:lnTo>
                  <a:lnTo>
                    <a:pt x="2821" y="6012"/>
                  </a:lnTo>
                  <a:lnTo>
                    <a:pt x="0" y="59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430998" y="5739366"/>
              <a:ext cx="3815" cy="5403"/>
            </a:xfrm>
            <a:custGeom>
              <a:avLst/>
              <a:pathLst>
                <a:path w="3815" h="5403">
                  <a:moveTo>
                    <a:pt x="0" y="0"/>
                  </a:moveTo>
                  <a:lnTo>
                    <a:pt x="3060" y="887"/>
                  </a:lnTo>
                  <a:lnTo>
                    <a:pt x="3815" y="3372"/>
                  </a:lnTo>
                  <a:lnTo>
                    <a:pt x="3311" y="5403"/>
                  </a:lnTo>
                  <a:lnTo>
                    <a:pt x="990" y="36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696842" y="5389163"/>
              <a:ext cx="15057" cy="22728"/>
            </a:xfrm>
            <a:custGeom>
              <a:avLst/>
              <a:pathLst>
                <a:path w="15057" h="22728">
                  <a:moveTo>
                    <a:pt x="1382" y="0"/>
                  </a:moveTo>
                  <a:lnTo>
                    <a:pt x="3764" y="5436"/>
                  </a:lnTo>
                  <a:lnTo>
                    <a:pt x="4370" y="9800"/>
                  </a:lnTo>
                  <a:lnTo>
                    <a:pt x="9526" y="16060"/>
                  </a:lnTo>
                  <a:lnTo>
                    <a:pt x="12574" y="18186"/>
                  </a:lnTo>
                  <a:lnTo>
                    <a:pt x="15057" y="20973"/>
                  </a:lnTo>
                  <a:lnTo>
                    <a:pt x="14466" y="22728"/>
                  </a:lnTo>
                  <a:lnTo>
                    <a:pt x="11365" y="21202"/>
                  </a:lnTo>
                  <a:lnTo>
                    <a:pt x="7277" y="19259"/>
                  </a:lnTo>
                  <a:lnTo>
                    <a:pt x="2901" y="12640"/>
                  </a:lnTo>
                  <a:lnTo>
                    <a:pt x="0" y="9426"/>
                  </a:lnTo>
                  <a:lnTo>
                    <a:pt x="218" y="192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590164" y="5769080"/>
              <a:ext cx="59494" cy="23076"/>
            </a:xfrm>
            <a:custGeom>
              <a:avLst/>
              <a:pathLst>
                <a:path w="59494" h="23076">
                  <a:moveTo>
                    <a:pt x="798" y="10236"/>
                  </a:moveTo>
                  <a:lnTo>
                    <a:pt x="7679" y="10202"/>
                  </a:lnTo>
                  <a:lnTo>
                    <a:pt x="11430" y="9374"/>
                  </a:lnTo>
                  <a:lnTo>
                    <a:pt x="15679" y="10464"/>
                  </a:lnTo>
                  <a:lnTo>
                    <a:pt x="19818" y="9873"/>
                  </a:lnTo>
                  <a:lnTo>
                    <a:pt x="22349" y="7955"/>
                  </a:lnTo>
                  <a:lnTo>
                    <a:pt x="23025" y="3297"/>
                  </a:lnTo>
                  <a:lnTo>
                    <a:pt x="26433" y="1235"/>
                  </a:lnTo>
                  <a:lnTo>
                    <a:pt x="30210" y="0"/>
                  </a:lnTo>
                  <a:lnTo>
                    <a:pt x="32962" y="1947"/>
                  </a:lnTo>
                  <a:lnTo>
                    <a:pt x="34664" y="5811"/>
                  </a:lnTo>
                  <a:lnTo>
                    <a:pt x="32751" y="9261"/>
                  </a:lnTo>
                  <a:lnTo>
                    <a:pt x="32872" y="14187"/>
                  </a:lnTo>
                  <a:lnTo>
                    <a:pt x="35945" y="14585"/>
                  </a:lnTo>
                  <a:lnTo>
                    <a:pt x="42071" y="15651"/>
                  </a:lnTo>
                  <a:lnTo>
                    <a:pt x="45222" y="15714"/>
                  </a:lnTo>
                  <a:lnTo>
                    <a:pt x="48849" y="18935"/>
                  </a:lnTo>
                  <a:lnTo>
                    <a:pt x="53925" y="19156"/>
                  </a:lnTo>
                  <a:lnTo>
                    <a:pt x="59494" y="21219"/>
                  </a:lnTo>
                  <a:lnTo>
                    <a:pt x="58512" y="23076"/>
                  </a:lnTo>
                  <a:lnTo>
                    <a:pt x="53705" y="23033"/>
                  </a:lnTo>
                  <a:lnTo>
                    <a:pt x="48043" y="22552"/>
                  </a:lnTo>
                  <a:lnTo>
                    <a:pt x="45059" y="22067"/>
                  </a:lnTo>
                  <a:lnTo>
                    <a:pt x="40650" y="19672"/>
                  </a:lnTo>
                  <a:lnTo>
                    <a:pt x="37475" y="19540"/>
                  </a:lnTo>
                  <a:lnTo>
                    <a:pt x="35503" y="18806"/>
                  </a:lnTo>
                  <a:lnTo>
                    <a:pt x="30666" y="16628"/>
                  </a:lnTo>
                  <a:lnTo>
                    <a:pt x="26318" y="14794"/>
                  </a:lnTo>
                  <a:lnTo>
                    <a:pt x="23691" y="14556"/>
                  </a:lnTo>
                  <a:lnTo>
                    <a:pt x="22710" y="17618"/>
                  </a:lnTo>
                  <a:lnTo>
                    <a:pt x="19162" y="15637"/>
                  </a:lnTo>
                  <a:lnTo>
                    <a:pt x="14540" y="15940"/>
                  </a:lnTo>
                  <a:lnTo>
                    <a:pt x="10741" y="14426"/>
                  </a:lnTo>
                  <a:lnTo>
                    <a:pt x="7638" y="14274"/>
                  </a:lnTo>
                  <a:lnTo>
                    <a:pt x="4172" y="13198"/>
                  </a:lnTo>
                  <a:lnTo>
                    <a:pt x="0" y="123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46599" y="5770974"/>
              <a:ext cx="40859" cy="19335"/>
            </a:xfrm>
            <a:custGeom>
              <a:avLst/>
              <a:pathLst>
                <a:path w="40859" h="19335">
                  <a:moveTo>
                    <a:pt x="1421" y="14610"/>
                  </a:moveTo>
                  <a:lnTo>
                    <a:pt x="2929" y="9704"/>
                  </a:lnTo>
                  <a:lnTo>
                    <a:pt x="6488" y="9000"/>
                  </a:lnTo>
                  <a:lnTo>
                    <a:pt x="7188" y="7480"/>
                  </a:lnTo>
                  <a:lnTo>
                    <a:pt x="6376" y="4390"/>
                  </a:lnTo>
                  <a:lnTo>
                    <a:pt x="7516" y="2835"/>
                  </a:lnTo>
                  <a:lnTo>
                    <a:pt x="9359" y="3422"/>
                  </a:lnTo>
                  <a:lnTo>
                    <a:pt x="12524" y="2430"/>
                  </a:lnTo>
                  <a:lnTo>
                    <a:pt x="12990" y="4862"/>
                  </a:lnTo>
                  <a:lnTo>
                    <a:pt x="12574" y="6955"/>
                  </a:lnTo>
                  <a:lnTo>
                    <a:pt x="11625" y="9954"/>
                  </a:lnTo>
                  <a:lnTo>
                    <a:pt x="15315" y="10059"/>
                  </a:lnTo>
                  <a:lnTo>
                    <a:pt x="18351" y="10342"/>
                  </a:lnTo>
                  <a:lnTo>
                    <a:pt x="21815" y="10797"/>
                  </a:lnTo>
                  <a:lnTo>
                    <a:pt x="22330" y="7775"/>
                  </a:lnTo>
                  <a:lnTo>
                    <a:pt x="22276" y="5308"/>
                  </a:lnTo>
                  <a:lnTo>
                    <a:pt x="21974" y="2054"/>
                  </a:lnTo>
                  <a:lnTo>
                    <a:pt x="23807" y="0"/>
                  </a:lnTo>
                  <a:lnTo>
                    <a:pt x="26059" y="995"/>
                  </a:lnTo>
                  <a:lnTo>
                    <a:pt x="26997" y="3329"/>
                  </a:lnTo>
                  <a:lnTo>
                    <a:pt x="29546" y="7428"/>
                  </a:lnTo>
                  <a:lnTo>
                    <a:pt x="31482" y="8200"/>
                  </a:lnTo>
                  <a:lnTo>
                    <a:pt x="35055" y="8929"/>
                  </a:lnTo>
                  <a:lnTo>
                    <a:pt x="40446" y="9408"/>
                  </a:lnTo>
                  <a:lnTo>
                    <a:pt x="40859" y="11455"/>
                  </a:lnTo>
                  <a:lnTo>
                    <a:pt x="35325" y="11895"/>
                  </a:lnTo>
                  <a:lnTo>
                    <a:pt x="31547" y="11602"/>
                  </a:lnTo>
                  <a:lnTo>
                    <a:pt x="26824" y="13876"/>
                  </a:lnTo>
                  <a:lnTo>
                    <a:pt x="25690" y="15729"/>
                  </a:lnTo>
                  <a:lnTo>
                    <a:pt x="21540" y="16194"/>
                  </a:lnTo>
                  <a:lnTo>
                    <a:pt x="18114" y="16583"/>
                  </a:lnTo>
                  <a:lnTo>
                    <a:pt x="13633" y="16087"/>
                  </a:lnTo>
                  <a:lnTo>
                    <a:pt x="11559" y="16865"/>
                  </a:lnTo>
                  <a:lnTo>
                    <a:pt x="8535" y="17980"/>
                  </a:lnTo>
                  <a:lnTo>
                    <a:pt x="6831" y="19335"/>
                  </a:lnTo>
                  <a:lnTo>
                    <a:pt x="4483" y="18880"/>
                  </a:lnTo>
                  <a:lnTo>
                    <a:pt x="1103" y="19148"/>
                  </a:lnTo>
                  <a:lnTo>
                    <a:pt x="0" y="180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529411" y="5772008"/>
              <a:ext cx="17607" cy="11557"/>
            </a:xfrm>
            <a:custGeom>
              <a:avLst/>
              <a:pathLst>
                <a:path w="17607" h="11557">
                  <a:moveTo>
                    <a:pt x="1198" y="5760"/>
                  </a:moveTo>
                  <a:lnTo>
                    <a:pt x="5762" y="5809"/>
                  </a:lnTo>
                  <a:lnTo>
                    <a:pt x="10225" y="6735"/>
                  </a:lnTo>
                  <a:lnTo>
                    <a:pt x="12486" y="6154"/>
                  </a:lnTo>
                  <a:lnTo>
                    <a:pt x="13882" y="1402"/>
                  </a:lnTo>
                  <a:lnTo>
                    <a:pt x="14545" y="0"/>
                  </a:lnTo>
                  <a:lnTo>
                    <a:pt x="16515" y="910"/>
                  </a:lnTo>
                  <a:lnTo>
                    <a:pt x="17607" y="3039"/>
                  </a:lnTo>
                  <a:lnTo>
                    <a:pt x="15845" y="5871"/>
                  </a:lnTo>
                  <a:lnTo>
                    <a:pt x="14980" y="10962"/>
                  </a:lnTo>
                  <a:lnTo>
                    <a:pt x="12744" y="11389"/>
                  </a:lnTo>
                  <a:lnTo>
                    <a:pt x="10531" y="11557"/>
                  </a:lnTo>
                  <a:lnTo>
                    <a:pt x="8833" y="10287"/>
                  </a:lnTo>
                  <a:lnTo>
                    <a:pt x="5383" y="9965"/>
                  </a:lnTo>
                  <a:lnTo>
                    <a:pt x="1059" y="10075"/>
                  </a:lnTo>
                  <a:lnTo>
                    <a:pt x="0" y="73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517843" y="5766291"/>
              <a:ext cx="14865" cy="16529"/>
            </a:xfrm>
            <a:custGeom>
              <a:avLst/>
              <a:pathLst>
                <a:path w="14865" h="16529">
                  <a:moveTo>
                    <a:pt x="950" y="0"/>
                  </a:moveTo>
                  <a:lnTo>
                    <a:pt x="3653" y="157"/>
                  </a:lnTo>
                  <a:lnTo>
                    <a:pt x="7016" y="1386"/>
                  </a:lnTo>
                  <a:lnTo>
                    <a:pt x="8155" y="4867"/>
                  </a:lnTo>
                  <a:lnTo>
                    <a:pt x="11319" y="6010"/>
                  </a:lnTo>
                  <a:lnTo>
                    <a:pt x="14865" y="6682"/>
                  </a:lnTo>
                  <a:lnTo>
                    <a:pt x="13671" y="8910"/>
                  </a:lnTo>
                  <a:lnTo>
                    <a:pt x="10874" y="9480"/>
                  </a:lnTo>
                  <a:lnTo>
                    <a:pt x="8677" y="11769"/>
                  </a:lnTo>
                  <a:lnTo>
                    <a:pt x="7458" y="12990"/>
                  </a:lnTo>
                  <a:lnTo>
                    <a:pt x="5879" y="16529"/>
                  </a:lnTo>
                  <a:lnTo>
                    <a:pt x="2740" y="13951"/>
                  </a:lnTo>
                  <a:lnTo>
                    <a:pt x="1292" y="11183"/>
                  </a:lnTo>
                  <a:lnTo>
                    <a:pt x="3031" y="10407"/>
                  </a:lnTo>
                  <a:lnTo>
                    <a:pt x="4907" y="10453"/>
                  </a:lnTo>
                  <a:lnTo>
                    <a:pt x="5027" y="7285"/>
                  </a:lnTo>
                  <a:lnTo>
                    <a:pt x="2982" y="5369"/>
                  </a:lnTo>
                  <a:lnTo>
                    <a:pt x="0" y="16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499328" y="5775606"/>
              <a:ext cx="8597" cy="3618"/>
            </a:xfrm>
            <a:custGeom>
              <a:avLst/>
              <a:pathLst>
                <a:path w="8597" h="3618">
                  <a:moveTo>
                    <a:pt x="0" y="918"/>
                  </a:moveTo>
                  <a:lnTo>
                    <a:pt x="5597" y="0"/>
                  </a:lnTo>
                  <a:lnTo>
                    <a:pt x="8597" y="1725"/>
                  </a:lnTo>
                  <a:lnTo>
                    <a:pt x="7444" y="3618"/>
                  </a:lnTo>
                  <a:lnTo>
                    <a:pt x="3601" y="3444"/>
                  </a:lnTo>
                  <a:lnTo>
                    <a:pt x="1387" y="25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500718" y="5764198"/>
              <a:ext cx="4012" cy="4932"/>
            </a:xfrm>
            <a:custGeom>
              <a:avLst/>
              <a:pathLst>
                <a:path w="4012" h="4932">
                  <a:moveTo>
                    <a:pt x="906" y="0"/>
                  </a:moveTo>
                  <a:lnTo>
                    <a:pt x="3381" y="134"/>
                  </a:lnTo>
                  <a:lnTo>
                    <a:pt x="4012" y="3638"/>
                  </a:lnTo>
                  <a:lnTo>
                    <a:pt x="2286" y="4932"/>
                  </a:lnTo>
                  <a:lnTo>
                    <a:pt x="0" y="25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490152" y="5782917"/>
              <a:ext cx="7010" cy="7983"/>
            </a:xfrm>
            <a:custGeom>
              <a:avLst/>
              <a:pathLst>
                <a:path w="7010" h="7983">
                  <a:moveTo>
                    <a:pt x="0" y="4850"/>
                  </a:moveTo>
                  <a:lnTo>
                    <a:pt x="5411" y="0"/>
                  </a:lnTo>
                  <a:lnTo>
                    <a:pt x="6880" y="1981"/>
                  </a:lnTo>
                  <a:lnTo>
                    <a:pt x="7010" y="4125"/>
                  </a:lnTo>
                  <a:lnTo>
                    <a:pt x="2313" y="6978"/>
                  </a:lnTo>
                  <a:lnTo>
                    <a:pt x="735" y="79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429763" y="5727990"/>
              <a:ext cx="3031" cy="3948"/>
            </a:xfrm>
            <a:custGeom>
              <a:avLst/>
              <a:pathLst>
                <a:path w="3031" h="3948">
                  <a:moveTo>
                    <a:pt x="686" y="0"/>
                  </a:moveTo>
                  <a:lnTo>
                    <a:pt x="2202" y="278"/>
                  </a:lnTo>
                  <a:lnTo>
                    <a:pt x="3031" y="2090"/>
                  </a:lnTo>
                  <a:lnTo>
                    <a:pt x="2643" y="3948"/>
                  </a:lnTo>
                  <a:lnTo>
                    <a:pt x="600" y="3857"/>
                  </a:lnTo>
                  <a:lnTo>
                    <a:pt x="0" y="15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406958" y="5719019"/>
              <a:ext cx="13909" cy="12090"/>
            </a:xfrm>
            <a:custGeom>
              <a:avLst/>
              <a:pathLst>
                <a:path w="13909" h="12090">
                  <a:moveTo>
                    <a:pt x="1223" y="6785"/>
                  </a:moveTo>
                  <a:lnTo>
                    <a:pt x="3675" y="7141"/>
                  </a:lnTo>
                  <a:lnTo>
                    <a:pt x="5366" y="6073"/>
                  </a:lnTo>
                  <a:lnTo>
                    <a:pt x="7889" y="5527"/>
                  </a:lnTo>
                  <a:lnTo>
                    <a:pt x="9946" y="3193"/>
                  </a:lnTo>
                  <a:lnTo>
                    <a:pt x="12178" y="0"/>
                  </a:lnTo>
                  <a:lnTo>
                    <a:pt x="13638" y="1288"/>
                  </a:lnTo>
                  <a:lnTo>
                    <a:pt x="13909" y="3332"/>
                  </a:lnTo>
                  <a:lnTo>
                    <a:pt x="11701" y="5626"/>
                  </a:lnTo>
                  <a:lnTo>
                    <a:pt x="10560" y="6502"/>
                  </a:lnTo>
                  <a:lnTo>
                    <a:pt x="11005" y="9229"/>
                  </a:lnTo>
                  <a:lnTo>
                    <a:pt x="10476" y="10444"/>
                  </a:lnTo>
                  <a:lnTo>
                    <a:pt x="8050" y="9479"/>
                  </a:lnTo>
                  <a:lnTo>
                    <a:pt x="5999" y="8209"/>
                  </a:lnTo>
                  <a:lnTo>
                    <a:pt x="4805" y="9169"/>
                  </a:lnTo>
                  <a:lnTo>
                    <a:pt x="3577" y="10430"/>
                  </a:lnTo>
                  <a:lnTo>
                    <a:pt x="2641" y="12090"/>
                  </a:lnTo>
                  <a:lnTo>
                    <a:pt x="1813" y="9954"/>
                  </a:lnTo>
                  <a:lnTo>
                    <a:pt x="0" y="83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338740" y="5650836"/>
              <a:ext cx="7173" cy="7201"/>
            </a:xfrm>
            <a:custGeom>
              <a:avLst/>
              <a:pathLst>
                <a:path w="7173" h="7201">
                  <a:moveTo>
                    <a:pt x="1423" y="0"/>
                  </a:moveTo>
                  <a:lnTo>
                    <a:pt x="5603" y="3848"/>
                  </a:lnTo>
                  <a:lnTo>
                    <a:pt x="7173" y="4969"/>
                  </a:lnTo>
                  <a:lnTo>
                    <a:pt x="7038" y="7201"/>
                  </a:lnTo>
                  <a:lnTo>
                    <a:pt x="2894" y="5104"/>
                  </a:lnTo>
                  <a:lnTo>
                    <a:pt x="0" y="9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323065" y="5660479"/>
              <a:ext cx="11534" cy="8610"/>
            </a:xfrm>
            <a:custGeom>
              <a:avLst/>
              <a:pathLst>
                <a:path w="11534" h="8610">
                  <a:moveTo>
                    <a:pt x="3442" y="171"/>
                  </a:moveTo>
                  <a:lnTo>
                    <a:pt x="6211" y="1096"/>
                  </a:lnTo>
                  <a:lnTo>
                    <a:pt x="8641" y="0"/>
                  </a:lnTo>
                  <a:lnTo>
                    <a:pt x="11534" y="2173"/>
                  </a:lnTo>
                  <a:lnTo>
                    <a:pt x="9000" y="4789"/>
                  </a:lnTo>
                  <a:lnTo>
                    <a:pt x="9530" y="7240"/>
                  </a:lnTo>
                  <a:lnTo>
                    <a:pt x="8574" y="8610"/>
                  </a:lnTo>
                  <a:lnTo>
                    <a:pt x="6869" y="7775"/>
                  </a:lnTo>
                  <a:lnTo>
                    <a:pt x="4861" y="4903"/>
                  </a:lnTo>
                  <a:lnTo>
                    <a:pt x="3252" y="5340"/>
                  </a:lnTo>
                  <a:lnTo>
                    <a:pt x="0" y="14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310145" y="5627233"/>
              <a:ext cx="21066" cy="16987"/>
            </a:xfrm>
            <a:custGeom>
              <a:avLst/>
              <a:pathLst>
                <a:path w="21066" h="16987">
                  <a:moveTo>
                    <a:pt x="545" y="110"/>
                  </a:moveTo>
                  <a:lnTo>
                    <a:pt x="5322" y="0"/>
                  </a:lnTo>
                  <a:lnTo>
                    <a:pt x="8704" y="1584"/>
                  </a:lnTo>
                  <a:lnTo>
                    <a:pt x="15820" y="6215"/>
                  </a:lnTo>
                  <a:lnTo>
                    <a:pt x="18125" y="9781"/>
                  </a:lnTo>
                  <a:lnTo>
                    <a:pt x="21066" y="15212"/>
                  </a:lnTo>
                  <a:lnTo>
                    <a:pt x="20529" y="16987"/>
                  </a:lnTo>
                  <a:lnTo>
                    <a:pt x="17378" y="15436"/>
                  </a:lnTo>
                  <a:lnTo>
                    <a:pt x="15859" y="13574"/>
                  </a:lnTo>
                  <a:lnTo>
                    <a:pt x="14314" y="15569"/>
                  </a:lnTo>
                  <a:lnTo>
                    <a:pt x="12615" y="15137"/>
                  </a:lnTo>
                  <a:lnTo>
                    <a:pt x="10115" y="13628"/>
                  </a:lnTo>
                  <a:lnTo>
                    <a:pt x="7959" y="14043"/>
                  </a:lnTo>
                  <a:lnTo>
                    <a:pt x="6202" y="11694"/>
                  </a:lnTo>
                  <a:lnTo>
                    <a:pt x="5618" y="9602"/>
                  </a:lnTo>
                  <a:lnTo>
                    <a:pt x="6119" y="7061"/>
                  </a:lnTo>
                  <a:lnTo>
                    <a:pt x="4701" y="4468"/>
                  </a:lnTo>
                  <a:lnTo>
                    <a:pt x="2916" y="3097"/>
                  </a:lnTo>
                  <a:lnTo>
                    <a:pt x="0" y="31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5996919" y="5149482"/>
              <a:ext cx="43420" cy="29154"/>
            </a:xfrm>
            <a:custGeom>
              <a:avLst/>
              <a:pathLst>
                <a:path w="43420" h="29154">
                  <a:moveTo>
                    <a:pt x="0" y="27144"/>
                  </a:moveTo>
                  <a:lnTo>
                    <a:pt x="3579" y="18868"/>
                  </a:lnTo>
                  <a:lnTo>
                    <a:pt x="9163" y="13608"/>
                  </a:lnTo>
                  <a:lnTo>
                    <a:pt x="15561" y="8950"/>
                  </a:lnTo>
                  <a:lnTo>
                    <a:pt x="16341" y="7038"/>
                  </a:lnTo>
                  <a:lnTo>
                    <a:pt x="25590" y="0"/>
                  </a:lnTo>
                  <a:lnTo>
                    <a:pt x="37357" y="2643"/>
                  </a:lnTo>
                  <a:lnTo>
                    <a:pt x="43420" y="8551"/>
                  </a:lnTo>
                  <a:lnTo>
                    <a:pt x="36133" y="13343"/>
                  </a:lnTo>
                  <a:lnTo>
                    <a:pt x="31623" y="15577"/>
                  </a:lnTo>
                  <a:lnTo>
                    <a:pt x="28027" y="14647"/>
                  </a:lnTo>
                  <a:lnTo>
                    <a:pt x="22528" y="17725"/>
                  </a:lnTo>
                  <a:lnTo>
                    <a:pt x="16770" y="21447"/>
                  </a:lnTo>
                  <a:lnTo>
                    <a:pt x="10149" y="25905"/>
                  </a:lnTo>
                  <a:lnTo>
                    <a:pt x="262" y="291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80763" y="5176251"/>
              <a:ext cx="11426" cy="9949"/>
            </a:xfrm>
            <a:custGeom>
              <a:avLst/>
              <a:pathLst>
                <a:path w="11426" h="9949">
                  <a:moveTo>
                    <a:pt x="425" y="5927"/>
                  </a:moveTo>
                  <a:lnTo>
                    <a:pt x="2355" y="2191"/>
                  </a:lnTo>
                  <a:lnTo>
                    <a:pt x="11426" y="0"/>
                  </a:lnTo>
                  <a:lnTo>
                    <a:pt x="8664" y="8204"/>
                  </a:lnTo>
                  <a:lnTo>
                    <a:pt x="0" y="99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67034" y="5177473"/>
              <a:ext cx="7817" cy="8556"/>
            </a:xfrm>
            <a:custGeom>
              <a:avLst/>
              <a:pathLst>
                <a:path w="7817" h="8556">
                  <a:moveTo>
                    <a:pt x="0" y="4814"/>
                  </a:moveTo>
                  <a:lnTo>
                    <a:pt x="2817" y="0"/>
                  </a:lnTo>
                  <a:lnTo>
                    <a:pt x="7817" y="1845"/>
                  </a:lnTo>
                  <a:lnTo>
                    <a:pt x="7489" y="6948"/>
                  </a:lnTo>
                  <a:lnTo>
                    <a:pt x="1305" y="85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68264" y="4640244"/>
              <a:ext cx="645077" cy="515780"/>
            </a:xfrm>
            <a:custGeom>
              <a:avLst/>
              <a:pathLst>
                <a:path w="645077" h="515780">
                  <a:moveTo>
                    <a:pt x="2288" y="64952"/>
                  </a:moveTo>
                  <a:lnTo>
                    <a:pt x="1281" y="61038"/>
                  </a:lnTo>
                  <a:lnTo>
                    <a:pt x="7221" y="60161"/>
                  </a:lnTo>
                  <a:lnTo>
                    <a:pt x="14238" y="59085"/>
                  </a:lnTo>
                  <a:lnTo>
                    <a:pt x="22742" y="57795"/>
                  </a:lnTo>
                  <a:lnTo>
                    <a:pt x="33934" y="56064"/>
                  </a:lnTo>
                  <a:lnTo>
                    <a:pt x="51523" y="53510"/>
                  </a:lnTo>
                  <a:lnTo>
                    <a:pt x="58700" y="52433"/>
                  </a:lnTo>
                  <a:lnTo>
                    <a:pt x="62167" y="51929"/>
                  </a:lnTo>
                  <a:lnTo>
                    <a:pt x="69466" y="50861"/>
                  </a:lnTo>
                  <a:lnTo>
                    <a:pt x="78806" y="49483"/>
                  </a:lnTo>
                  <a:lnTo>
                    <a:pt x="91885" y="47464"/>
                  </a:lnTo>
                  <a:lnTo>
                    <a:pt x="93656" y="47189"/>
                  </a:lnTo>
                  <a:lnTo>
                    <a:pt x="106940" y="45079"/>
                  </a:lnTo>
                  <a:lnTo>
                    <a:pt x="111015" y="44426"/>
                  </a:lnTo>
                  <a:lnTo>
                    <a:pt x="118314" y="43250"/>
                  </a:lnTo>
                  <a:lnTo>
                    <a:pt x="128876" y="41532"/>
                  </a:lnTo>
                  <a:lnTo>
                    <a:pt x="139596" y="39582"/>
                  </a:lnTo>
                  <a:lnTo>
                    <a:pt x="158343" y="36181"/>
                  </a:lnTo>
                  <a:lnTo>
                    <a:pt x="159065" y="36049"/>
                  </a:lnTo>
                  <a:lnTo>
                    <a:pt x="170601" y="33926"/>
                  </a:lnTo>
                  <a:lnTo>
                    <a:pt x="184551" y="31399"/>
                  </a:lnTo>
                  <a:lnTo>
                    <a:pt x="193095" y="29901"/>
                  </a:lnTo>
                  <a:lnTo>
                    <a:pt x="195239" y="29520"/>
                  </a:lnTo>
                  <a:lnTo>
                    <a:pt x="195285" y="31613"/>
                  </a:lnTo>
                  <a:lnTo>
                    <a:pt x="197474" y="34785"/>
                  </a:lnTo>
                  <a:lnTo>
                    <a:pt x="201824" y="39194"/>
                  </a:lnTo>
                  <a:lnTo>
                    <a:pt x="202519" y="43041"/>
                  </a:lnTo>
                  <a:lnTo>
                    <a:pt x="204539" y="48187"/>
                  </a:lnTo>
                  <a:lnTo>
                    <a:pt x="209423" y="52703"/>
                  </a:lnTo>
                  <a:lnTo>
                    <a:pt x="213218" y="52189"/>
                  </a:lnTo>
                  <a:lnTo>
                    <a:pt x="238722" y="49075"/>
                  </a:lnTo>
                  <a:lnTo>
                    <a:pt x="245775" y="48133"/>
                  </a:lnTo>
                  <a:lnTo>
                    <a:pt x="252938" y="47167"/>
                  </a:lnTo>
                  <a:lnTo>
                    <a:pt x="265009" y="45522"/>
                  </a:lnTo>
                  <a:lnTo>
                    <a:pt x="268114" y="45126"/>
                  </a:lnTo>
                  <a:lnTo>
                    <a:pt x="273859" y="44390"/>
                  </a:lnTo>
                  <a:lnTo>
                    <a:pt x="287897" y="42569"/>
                  </a:lnTo>
                  <a:lnTo>
                    <a:pt x="293713" y="41819"/>
                  </a:lnTo>
                  <a:lnTo>
                    <a:pt x="303653" y="40525"/>
                  </a:lnTo>
                  <a:lnTo>
                    <a:pt x="312064" y="39417"/>
                  </a:lnTo>
                  <a:lnTo>
                    <a:pt x="322782" y="38079"/>
                  </a:lnTo>
                  <a:lnTo>
                    <a:pt x="326427" y="37620"/>
                  </a:lnTo>
                  <a:lnTo>
                    <a:pt x="339439" y="35964"/>
                  </a:lnTo>
                  <a:lnTo>
                    <a:pt x="339830" y="35914"/>
                  </a:lnTo>
                  <a:lnTo>
                    <a:pt x="358958" y="33370"/>
                  </a:lnTo>
                  <a:lnTo>
                    <a:pt x="373094" y="31485"/>
                  </a:lnTo>
                  <a:lnTo>
                    <a:pt x="381036" y="30412"/>
                  </a:lnTo>
                  <a:lnTo>
                    <a:pt x="390398" y="29134"/>
                  </a:lnTo>
                  <a:lnTo>
                    <a:pt x="393467" y="28796"/>
                  </a:lnTo>
                  <a:lnTo>
                    <a:pt x="408612" y="27102"/>
                  </a:lnTo>
                  <a:lnTo>
                    <a:pt x="408481" y="31030"/>
                  </a:lnTo>
                  <a:lnTo>
                    <a:pt x="411315" y="34585"/>
                  </a:lnTo>
                  <a:lnTo>
                    <a:pt x="411389" y="39031"/>
                  </a:lnTo>
                  <a:lnTo>
                    <a:pt x="414507" y="43382"/>
                  </a:lnTo>
                  <a:lnTo>
                    <a:pt x="417323" y="43256"/>
                  </a:lnTo>
                  <a:lnTo>
                    <a:pt x="420982" y="42715"/>
                  </a:lnTo>
                  <a:lnTo>
                    <a:pt x="424119" y="41369"/>
                  </a:lnTo>
                  <a:lnTo>
                    <a:pt x="424852" y="41054"/>
                  </a:lnTo>
                  <a:lnTo>
                    <a:pt x="424243" y="38219"/>
                  </a:lnTo>
                  <a:lnTo>
                    <a:pt x="424580" y="34196"/>
                  </a:lnTo>
                  <a:lnTo>
                    <a:pt x="424003" y="26815"/>
                  </a:lnTo>
                  <a:lnTo>
                    <a:pt x="423097" y="20692"/>
                  </a:lnTo>
                  <a:lnTo>
                    <a:pt x="419746" y="16583"/>
                  </a:lnTo>
                  <a:lnTo>
                    <a:pt x="419740" y="13286"/>
                  </a:lnTo>
                  <a:lnTo>
                    <a:pt x="419506" y="8113"/>
                  </a:lnTo>
                  <a:lnTo>
                    <a:pt x="421741" y="4465"/>
                  </a:lnTo>
                  <a:lnTo>
                    <a:pt x="424924" y="77"/>
                  </a:lnTo>
                  <a:lnTo>
                    <a:pt x="427773" y="6"/>
                  </a:lnTo>
                  <a:lnTo>
                    <a:pt x="428050" y="0"/>
                  </a:lnTo>
                  <a:lnTo>
                    <a:pt x="430991" y="1882"/>
                  </a:lnTo>
                  <a:lnTo>
                    <a:pt x="435481" y="1160"/>
                  </a:lnTo>
                  <a:lnTo>
                    <a:pt x="439081" y="1833"/>
                  </a:lnTo>
                  <a:lnTo>
                    <a:pt x="441772" y="3418"/>
                  </a:lnTo>
                  <a:lnTo>
                    <a:pt x="446586" y="2820"/>
                  </a:lnTo>
                  <a:lnTo>
                    <a:pt x="449418" y="3552"/>
                  </a:lnTo>
                  <a:lnTo>
                    <a:pt x="454940" y="3601"/>
                  </a:lnTo>
                  <a:lnTo>
                    <a:pt x="457289" y="2390"/>
                  </a:lnTo>
                  <a:lnTo>
                    <a:pt x="458855" y="2084"/>
                  </a:lnTo>
                  <a:lnTo>
                    <a:pt x="463737" y="2196"/>
                  </a:lnTo>
                  <a:lnTo>
                    <a:pt x="465163" y="2931"/>
                  </a:lnTo>
                  <a:lnTo>
                    <a:pt x="465572" y="11552"/>
                  </a:lnTo>
                  <a:lnTo>
                    <a:pt x="467507" y="18157"/>
                  </a:lnTo>
                  <a:lnTo>
                    <a:pt x="468151" y="19485"/>
                  </a:lnTo>
                  <a:lnTo>
                    <a:pt x="468522" y="20251"/>
                  </a:lnTo>
                  <a:lnTo>
                    <a:pt x="469887" y="21268"/>
                  </a:lnTo>
                  <a:lnTo>
                    <a:pt x="471825" y="28189"/>
                  </a:lnTo>
                  <a:lnTo>
                    <a:pt x="473247" y="33266"/>
                  </a:lnTo>
                  <a:lnTo>
                    <a:pt x="476289" y="40408"/>
                  </a:lnTo>
                  <a:lnTo>
                    <a:pt x="488094" y="68090"/>
                  </a:lnTo>
                  <a:lnTo>
                    <a:pt x="489992" y="70546"/>
                  </a:lnTo>
                  <a:lnTo>
                    <a:pt x="491609" y="75656"/>
                  </a:lnTo>
                  <a:lnTo>
                    <a:pt x="492602" y="78792"/>
                  </a:lnTo>
                  <a:lnTo>
                    <a:pt x="497900" y="87843"/>
                  </a:lnTo>
                  <a:lnTo>
                    <a:pt x="503263" y="96993"/>
                  </a:lnTo>
                  <a:lnTo>
                    <a:pt x="509873" y="107022"/>
                  </a:lnTo>
                  <a:lnTo>
                    <a:pt x="516019" y="116331"/>
                  </a:lnTo>
                  <a:lnTo>
                    <a:pt x="521513" y="124228"/>
                  </a:lnTo>
                  <a:lnTo>
                    <a:pt x="524650" y="128732"/>
                  </a:lnTo>
                  <a:lnTo>
                    <a:pt x="530436" y="134935"/>
                  </a:lnTo>
                  <a:lnTo>
                    <a:pt x="542557" y="149144"/>
                  </a:lnTo>
                  <a:lnTo>
                    <a:pt x="548412" y="155355"/>
                  </a:lnTo>
                  <a:lnTo>
                    <a:pt x="556312" y="163719"/>
                  </a:lnTo>
                  <a:lnTo>
                    <a:pt x="562409" y="169517"/>
                  </a:lnTo>
                  <a:lnTo>
                    <a:pt x="569112" y="180382"/>
                  </a:lnTo>
                  <a:lnTo>
                    <a:pt x="565153" y="185647"/>
                  </a:lnTo>
                  <a:lnTo>
                    <a:pt x="564916" y="192370"/>
                  </a:lnTo>
                  <a:lnTo>
                    <a:pt x="566393" y="199092"/>
                  </a:lnTo>
                  <a:lnTo>
                    <a:pt x="568765" y="205699"/>
                  </a:lnTo>
                  <a:lnTo>
                    <a:pt x="574069" y="216068"/>
                  </a:lnTo>
                  <a:lnTo>
                    <a:pt x="584728" y="230500"/>
                  </a:lnTo>
                  <a:lnTo>
                    <a:pt x="591557" y="239727"/>
                  </a:lnTo>
                  <a:lnTo>
                    <a:pt x="597893" y="251038"/>
                  </a:lnTo>
                  <a:lnTo>
                    <a:pt x="599635" y="254239"/>
                  </a:lnTo>
                  <a:lnTo>
                    <a:pt x="607332" y="268371"/>
                  </a:lnTo>
                  <a:lnTo>
                    <a:pt x="613487" y="277409"/>
                  </a:lnTo>
                  <a:lnTo>
                    <a:pt x="618429" y="284657"/>
                  </a:lnTo>
                  <a:lnTo>
                    <a:pt x="620499" y="289354"/>
                  </a:lnTo>
                  <a:lnTo>
                    <a:pt x="622810" y="292322"/>
                  </a:lnTo>
                  <a:lnTo>
                    <a:pt x="627050" y="300461"/>
                  </a:lnTo>
                  <a:lnTo>
                    <a:pt x="631685" y="309351"/>
                  </a:lnTo>
                  <a:lnTo>
                    <a:pt x="634195" y="316623"/>
                  </a:lnTo>
                  <a:lnTo>
                    <a:pt x="634234" y="316876"/>
                  </a:lnTo>
                  <a:lnTo>
                    <a:pt x="635460" y="324881"/>
                  </a:lnTo>
                  <a:lnTo>
                    <a:pt x="636521" y="330339"/>
                  </a:lnTo>
                  <a:lnTo>
                    <a:pt x="636945" y="334090"/>
                  </a:lnTo>
                  <a:lnTo>
                    <a:pt x="637022" y="339427"/>
                  </a:lnTo>
                  <a:lnTo>
                    <a:pt x="637492" y="346762"/>
                  </a:lnTo>
                  <a:lnTo>
                    <a:pt x="638082" y="356068"/>
                  </a:lnTo>
                  <a:lnTo>
                    <a:pt x="638480" y="362388"/>
                  </a:lnTo>
                  <a:lnTo>
                    <a:pt x="639181" y="376180"/>
                  </a:lnTo>
                  <a:lnTo>
                    <a:pt x="639208" y="376722"/>
                  </a:lnTo>
                  <a:lnTo>
                    <a:pt x="640565" y="386411"/>
                  </a:lnTo>
                  <a:lnTo>
                    <a:pt x="641286" y="391570"/>
                  </a:lnTo>
                  <a:lnTo>
                    <a:pt x="643450" y="399788"/>
                  </a:lnTo>
                  <a:lnTo>
                    <a:pt x="643251" y="404796"/>
                  </a:lnTo>
                  <a:lnTo>
                    <a:pt x="643100" y="406315"/>
                  </a:lnTo>
                  <a:lnTo>
                    <a:pt x="642361" y="413697"/>
                  </a:lnTo>
                  <a:lnTo>
                    <a:pt x="640344" y="412413"/>
                  </a:lnTo>
                  <a:lnTo>
                    <a:pt x="635533" y="409280"/>
                  </a:lnTo>
                  <a:lnTo>
                    <a:pt x="633833" y="416295"/>
                  </a:lnTo>
                  <a:lnTo>
                    <a:pt x="631764" y="420796"/>
                  </a:lnTo>
                  <a:lnTo>
                    <a:pt x="631951" y="427375"/>
                  </a:lnTo>
                  <a:lnTo>
                    <a:pt x="631892" y="427973"/>
                  </a:lnTo>
                  <a:lnTo>
                    <a:pt x="631290" y="434090"/>
                  </a:lnTo>
                  <a:lnTo>
                    <a:pt x="634556" y="440122"/>
                  </a:lnTo>
                  <a:lnTo>
                    <a:pt x="639952" y="436006"/>
                  </a:lnTo>
                  <a:lnTo>
                    <a:pt x="642991" y="426449"/>
                  </a:lnTo>
                  <a:lnTo>
                    <a:pt x="645077" y="432127"/>
                  </a:lnTo>
                  <a:lnTo>
                    <a:pt x="641628" y="442751"/>
                  </a:lnTo>
                  <a:lnTo>
                    <a:pt x="641147" y="444228"/>
                  </a:lnTo>
                  <a:lnTo>
                    <a:pt x="634478" y="461248"/>
                  </a:lnTo>
                  <a:lnTo>
                    <a:pt x="625975" y="476905"/>
                  </a:lnTo>
                  <a:lnTo>
                    <a:pt x="615867" y="491050"/>
                  </a:lnTo>
                  <a:lnTo>
                    <a:pt x="593428" y="510121"/>
                  </a:lnTo>
                  <a:lnTo>
                    <a:pt x="583180" y="515780"/>
                  </a:lnTo>
                  <a:lnTo>
                    <a:pt x="578999" y="513043"/>
                  </a:lnTo>
                  <a:lnTo>
                    <a:pt x="586742" y="505827"/>
                  </a:lnTo>
                  <a:lnTo>
                    <a:pt x="600641" y="495720"/>
                  </a:lnTo>
                  <a:lnTo>
                    <a:pt x="616899" y="478264"/>
                  </a:lnTo>
                  <a:lnTo>
                    <a:pt x="622951" y="469015"/>
                  </a:lnTo>
                  <a:lnTo>
                    <a:pt x="623272" y="463483"/>
                  </a:lnTo>
                  <a:lnTo>
                    <a:pt x="623012" y="459694"/>
                  </a:lnTo>
                  <a:lnTo>
                    <a:pt x="619229" y="459962"/>
                  </a:lnTo>
                  <a:lnTo>
                    <a:pt x="611018" y="463350"/>
                  </a:lnTo>
                  <a:lnTo>
                    <a:pt x="606863" y="467539"/>
                  </a:lnTo>
                  <a:lnTo>
                    <a:pt x="604027" y="468626"/>
                  </a:lnTo>
                  <a:lnTo>
                    <a:pt x="598393" y="466440"/>
                  </a:lnTo>
                  <a:lnTo>
                    <a:pt x="594910" y="467972"/>
                  </a:lnTo>
                  <a:lnTo>
                    <a:pt x="593602" y="468547"/>
                  </a:lnTo>
                  <a:lnTo>
                    <a:pt x="590923" y="472081"/>
                  </a:lnTo>
                  <a:lnTo>
                    <a:pt x="583806" y="475065"/>
                  </a:lnTo>
                  <a:lnTo>
                    <a:pt x="578387" y="476842"/>
                  </a:lnTo>
                  <a:lnTo>
                    <a:pt x="572532" y="472405"/>
                  </a:lnTo>
                  <a:lnTo>
                    <a:pt x="569352" y="467503"/>
                  </a:lnTo>
                  <a:lnTo>
                    <a:pt x="569850" y="459654"/>
                  </a:lnTo>
                  <a:lnTo>
                    <a:pt x="568841" y="453214"/>
                  </a:lnTo>
                  <a:lnTo>
                    <a:pt x="562581" y="445909"/>
                  </a:lnTo>
                  <a:lnTo>
                    <a:pt x="558654" y="438385"/>
                  </a:lnTo>
                  <a:lnTo>
                    <a:pt x="553685" y="432828"/>
                  </a:lnTo>
                  <a:lnTo>
                    <a:pt x="548075" y="431374"/>
                  </a:lnTo>
                  <a:lnTo>
                    <a:pt x="544817" y="425557"/>
                  </a:lnTo>
                  <a:lnTo>
                    <a:pt x="539855" y="424259"/>
                  </a:lnTo>
                  <a:lnTo>
                    <a:pt x="537317" y="423594"/>
                  </a:lnTo>
                  <a:lnTo>
                    <a:pt x="525058" y="419359"/>
                  </a:lnTo>
                  <a:lnTo>
                    <a:pt x="523308" y="421195"/>
                  </a:lnTo>
                  <a:lnTo>
                    <a:pt x="521084" y="423526"/>
                  </a:lnTo>
                  <a:lnTo>
                    <a:pt x="516094" y="420086"/>
                  </a:lnTo>
                  <a:lnTo>
                    <a:pt x="514272" y="416422"/>
                  </a:lnTo>
                  <a:lnTo>
                    <a:pt x="512365" y="412585"/>
                  </a:lnTo>
                  <a:lnTo>
                    <a:pt x="506146" y="400383"/>
                  </a:lnTo>
                  <a:lnTo>
                    <a:pt x="500804" y="385892"/>
                  </a:lnTo>
                  <a:lnTo>
                    <a:pt x="500615" y="385695"/>
                  </a:lnTo>
                  <a:lnTo>
                    <a:pt x="493070" y="377822"/>
                  </a:lnTo>
                  <a:lnTo>
                    <a:pt x="490278" y="377010"/>
                  </a:lnTo>
                  <a:lnTo>
                    <a:pt x="485830" y="377968"/>
                  </a:lnTo>
                  <a:lnTo>
                    <a:pt x="481515" y="381537"/>
                  </a:lnTo>
                  <a:lnTo>
                    <a:pt x="477295" y="381149"/>
                  </a:lnTo>
                  <a:lnTo>
                    <a:pt x="472518" y="378582"/>
                  </a:lnTo>
                  <a:lnTo>
                    <a:pt x="465701" y="368886"/>
                  </a:lnTo>
                  <a:lnTo>
                    <a:pt x="462831" y="360812"/>
                  </a:lnTo>
                  <a:lnTo>
                    <a:pt x="461966" y="355800"/>
                  </a:lnTo>
                  <a:lnTo>
                    <a:pt x="460270" y="353260"/>
                  </a:lnTo>
                  <a:lnTo>
                    <a:pt x="456663" y="347857"/>
                  </a:lnTo>
                  <a:lnTo>
                    <a:pt x="451152" y="341186"/>
                  </a:lnTo>
                  <a:lnTo>
                    <a:pt x="442786" y="331040"/>
                  </a:lnTo>
                  <a:lnTo>
                    <a:pt x="433559" y="317352"/>
                  </a:lnTo>
                  <a:lnTo>
                    <a:pt x="426744" y="310328"/>
                  </a:lnTo>
                  <a:lnTo>
                    <a:pt x="423263" y="307393"/>
                  </a:lnTo>
                  <a:lnTo>
                    <a:pt x="419223" y="303983"/>
                  </a:lnTo>
                  <a:lnTo>
                    <a:pt x="413945" y="296694"/>
                  </a:lnTo>
                  <a:lnTo>
                    <a:pt x="415759" y="296521"/>
                  </a:lnTo>
                  <a:lnTo>
                    <a:pt x="421163" y="295948"/>
                  </a:lnTo>
                  <a:lnTo>
                    <a:pt x="425204" y="288640"/>
                  </a:lnTo>
                  <a:lnTo>
                    <a:pt x="426933" y="283888"/>
                  </a:lnTo>
                  <a:lnTo>
                    <a:pt x="427377" y="282669"/>
                  </a:lnTo>
                  <a:lnTo>
                    <a:pt x="429033" y="278105"/>
                  </a:lnTo>
                  <a:lnTo>
                    <a:pt x="431593" y="276031"/>
                  </a:lnTo>
                  <a:lnTo>
                    <a:pt x="434443" y="271431"/>
                  </a:lnTo>
                  <a:lnTo>
                    <a:pt x="432545" y="268084"/>
                  </a:lnTo>
                  <a:lnTo>
                    <a:pt x="429213" y="267647"/>
                  </a:lnTo>
                  <a:lnTo>
                    <a:pt x="423924" y="266424"/>
                  </a:lnTo>
                  <a:lnTo>
                    <a:pt x="423146" y="267662"/>
                  </a:lnTo>
                  <a:lnTo>
                    <a:pt x="421884" y="269667"/>
                  </a:lnTo>
                  <a:lnTo>
                    <a:pt x="419636" y="273403"/>
                  </a:lnTo>
                  <a:lnTo>
                    <a:pt x="420138" y="277501"/>
                  </a:lnTo>
                  <a:lnTo>
                    <a:pt x="418490" y="280718"/>
                  </a:lnTo>
                  <a:lnTo>
                    <a:pt x="417080" y="284184"/>
                  </a:lnTo>
                  <a:lnTo>
                    <a:pt x="415528" y="287992"/>
                  </a:lnTo>
                  <a:lnTo>
                    <a:pt x="413546" y="289489"/>
                  </a:lnTo>
                  <a:lnTo>
                    <a:pt x="412198" y="283929"/>
                  </a:lnTo>
                  <a:lnTo>
                    <a:pt x="410849" y="279502"/>
                  </a:lnTo>
                  <a:lnTo>
                    <a:pt x="406611" y="274988"/>
                  </a:lnTo>
                  <a:lnTo>
                    <a:pt x="401397" y="270454"/>
                  </a:lnTo>
                  <a:lnTo>
                    <a:pt x="400652" y="263229"/>
                  </a:lnTo>
                  <a:lnTo>
                    <a:pt x="400444" y="255886"/>
                  </a:lnTo>
                  <a:lnTo>
                    <a:pt x="397530" y="249142"/>
                  </a:lnTo>
                  <a:lnTo>
                    <a:pt x="395884" y="243265"/>
                  </a:lnTo>
                  <a:lnTo>
                    <a:pt x="395837" y="243100"/>
                  </a:lnTo>
                  <a:lnTo>
                    <a:pt x="402132" y="235583"/>
                  </a:lnTo>
                  <a:lnTo>
                    <a:pt x="403462" y="228124"/>
                  </a:lnTo>
                  <a:lnTo>
                    <a:pt x="404682" y="219405"/>
                  </a:lnTo>
                  <a:lnTo>
                    <a:pt x="404997" y="218171"/>
                  </a:lnTo>
                  <a:lnTo>
                    <a:pt x="406217" y="213367"/>
                  </a:lnTo>
                  <a:lnTo>
                    <a:pt x="405976" y="208035"/>
                  </a:lnTo>
                  <a:lnTo>
                    <a:pt x="403975" y="201525"/>
                  </a:lnTo>
                  <a:lnTo>
                    <a:pt x="402888" y="195357"/>
                  </a:lnTo>
                  <a:lnTo>
                    <a:pt x="402864" y="195221"/>
                  </a:lnTo>
                  <a:lnTo>
                    <a:pt x="399179" y="193717"/>
                  </a:lnTo>
                  <a:lnTo>
                    <a:pt x="397966" y="186888"/>
                  </a:lnTo>
                  <a:lnTo>
                    <a:pt x="395940" y="182853"/>
                  </a:lnTo>
                  <a:lnTo>
                    <a:pt x="398269" y="177436"/>
                  </a:lnTo>
                  <a:lnTo>
                    <a:pt x="394916" y="173845"/>
                  </a:lnTo>
                  <a:lnTo>
                    <a:pt x="391821" y="170244"/>
                  </a:lnTo>
                  <a:lnTo>
                    <a:pt x="391450" y="169812"/>
                  </a:lnTo>
                  <a:lnTo>
                    <a:pt x="390731" y="165715"/>
                  </a:lnTo>
                  <a:lnTo>
                    <a:pt x="385237" y="162839"/>
                  </a:lnTo>
                  <a:lnTo>
                    <a:pt x="386885" y="161115"/>
                  </a:lnTo>
                  <a:lnTo>
                    <a:pt x="384112" y="157758"/>
                  </a:lnTo>
                  <a:lnTo>
                    <a:pt x="376393" y="158376"/>
                  </a:lnTo>
                  <a:lnTo>
                    <a:pt x="371037" y="158631"/>
                  </a:lnTo>
                  <a:lnTo>
                    <a:pt x="370275" y="163480"/>
                  </a:lnTo>
                  <a:lnTo>
                    <a:pt x="367399" y="163565"/>
                  </a:lnTo>
                  <a:lnTo>
                    <a:pt x="364497" y="158251"/>
                  </a:lnTo>
                  <a:lnTo>
                    <a:pt x="364085" y="153786"/>
                  </a:lnTo>
                  <a:lnTo>
                    <a:pt x="361309" y="152473"/>
                  </a:lnTo>
                  <a:lnTo>
                    <a:pt x="356630" y="151611"/>
                  </a:lnTo>
                  <a:lnTo>
                    <a:pt x="356306" y="151551"/>
                  </a:lnTo>
                  <a:lnTo>
                    <a:pt x="355079" y="146952"/>
                  </a:lnTo>
                  <a:lnTo>
                    <a:pt x="352333" y="143063"/>
                  </a:lnTo>
                  <a:lnTo>
                    <a:pt x="348905" y="140286"/>
                  </a:lnTo>
                  <a:lnTo>
                    <a:pt x="344742" y="140681"/>
                  </a:lnTo>
                  <a:lnTo>
                    <a:pt x="343314" y="138205"/>
                  </a:lnTo>
                  <a:lnTo>
                    <a:pt x="335468" y="134891"/>
                  </a:lnTo>
                  <a:lnTo>
                    <a:pt x="334177" y="128705"/>
                  </a:lnTo>
                  <a:lnTo>
                    <a:pt x="332491" y="122743"/>
                  </a:lnTo>
                  <a:lnTo>
                    <a:pt x="332387" y="122376"/>
                  </a:lnTo>
                  <a:lnTo>
                    <a:pt x="326803" y="120967"/>
                  </a:lnTo>
                  <a:lnTo>
                    <a:pt x="322383" y="119640"/>
                  </a:lnTo>
                  <a:lnTo>
                    <a:pt x="318059" y="114754"/>
                  </a:lnTo>
                  <a:lnTo>
                    <a:pt x="313921" y="109355"/>
                  </a:lnTo>
                  <a:lnTo>
                    <a:pt x="308980" y="104817"/>
                  </a:lnTo>
                  <a:lnTo>
                    <a:pt x="299931" y="101342"/>
                  </a:lnTo>
                  <a:lnTo>
                    <a:pt x="288341" y="98016"/>
                  </a:lnTo>
                  <a:lnTo>
                    <a:pt x="283081" y="94540"/>
                  </a:lnTo>
                  <a:lnTo>
                    <a:pt x="282354" y="94060"/>
                  </a:lnTo>
                  <a:lnTo>
                    <a:pt x="277607" y="94491"/>
                  </a:lnTo>
                  <a:lnTo>
                    <a:pt x="276651" y="94874"/>
                  </a:lnTo>
                  <a:lnTo>
                    <a:pt x="273106" y="96292"/>
                  </a:lnTo>
                  <a:lnTo>
                    <a:pt x="269268" y="98557"/>
                  </a:lnTo>
                  <a:lnTo>
                    <a:pt x="266941" y="97958"/>
                  </a:lnTo>
                  <a:lnTo>
                    <a:pt x="261175" y="101479"/>
                  </a:lnTo>
                  <a:lnTo>
                    <a:pt x="256086" y="106731"/>
                  </a:lnTo>
                  <a:lnTo>
                    <a:pt x="258166" y="109808"/>
                  </a:lnTo>
                  <a:lnTo>
                    <a:pt x="258569" y="110405"/>
                  </a:lnTo>
                  <a:lnTo>
                    <a:pt x="259667" y="113624"/>
                  </a:lnTo>
                  <a:lnTo>
                    <a:pt x="258876" y="116162"/>
                  </a:lnTo>
                  <a:lnTo>
                    <a:pt x="253161" y="116660"/>
                  </a:lnTo>
                  <a:lnTo>
                    <a:pt x="249371" y="115439"/>
                  </a:lnTo>
                  <a:lnTo>
                    <a:pt x="244625" y="117585"/>
                  </a:lnTo>
                  <a:lnTo>
                    <a:pt x="241788" y="120077"/>
                  </a:lnTo>
                  <a:lnTo>
                    <a:pt x="243757" y="126618"/>
                  </a:lnTo>
                  <a:lnTo>
                    <a:pt x="241132" y="129239"/>
                  </a:lnTo>
                  <a:lnTo>
                    <a:pt x="234746" y="132430"/>
                  </a:lnTo>
                  <a:lnTo>
                    <a:pt x="229302" y="139694"/>
                  </a:lnTo>
                  <a:lnTo>
                    <a:pt x="222232" y="144185"/>
                  </a:lnTo>
                  <a:lnTo>
                    <a:pt x="210378" y="152373"/>
                  </a:lnTo>
                  <a:lnTo>
                    <a:pt x="201168" y="149022"/>
                  </a:lnTo>
                  <a:lnTo>
                    <a:pt x="196114" y="147809"/>
                  </a:lnTo>
                  <a:lnTo>
                    <a:pt x="192931" y="147043"/>
                  </a:lnTo>
                  <a:lnTo>
                    <a:pt x="186169" y="150112"/>
                  </a:lnTo>
                  <a:lnTo>
                    <a:pt x="181129" y="142200"/>
                  </a:lnTo>
                  <a:lnTo>
                    <a:pt x="179041" y="135124"/>
                  </a:lnTo>
                  <a:lnTo>
                    <a:pt x="180461" y="127938"/>
                  </a:lnTo>
                  <a:lnTo>
                    <a:pt x="180088" y="127726"/>
                  </a:lnTo>
                  <a:lnTo>
                    <a:pt x="176986" y="125966"/>
                  </a:lnTo>
                  <a:lnTo>
                    <a:pt x="172179" y="125780"/>
                  </a:lnTo>
                  <a:lnTo>
                    <a:pt x="165016" y="121214"/>
                  </a:lnTo>
                  <a:lnTo>
                    <a:pt x="162437" y="118999"/>
                  </a:lnTo>
                  <a:lnTo>
                    <a:pt x="154723" y="116702"/>
                  </a:lnTo>
                  <a:lnTo>
                    <a:pt x="145097" y="111094"/>
                  </a:lnTo>
                  <a:lnTo>
                    <a:pt x="130078" y="105557"/>
                  </a:lnTo>
                  <a:lnTo>
                    <a:pt x="129754" y="105437"/>
                  </a:lnTo>
                  <a:lnTo>
                    <a:pt x="122579" y="103706"/>
                  </a:lnTo>
                  <a:lnTo>
                    <a:pt x="115495" y="102458"/>
                  </a:lnTo>
                  <a:lnTo>
                    <a:pt x="112116" y="101860"/>
                  </a:lnTo>
                  <a:lnTo>
                    <a:pt x="98553" y="101034"/>
                  </a:lnTo>
                  <a:lnTo>
                    <a:pt x="97413" y="100963"/>
                  </a:lnTo>
                  <a:lnTo>
                    <a:pt x="80596" y="102206"/>
                  </a:lnTo>
                  <a:lnTo>
                    <a:pt x="68181" y="105175"/>
                  </a:lnTo>
                  <a:lnTo>
                    <a:pt x="64375" y="106080"/>
                  </a:lnTo>
                  <a:lnTo>
                    <a:pt x="59367" y="107903"/>
                  </a:lnTo>
                  <a:lnTo>
                    <a:pt x="41994" y="114187"/>
                  </a:lnTo>
                  <a:lnTo>
                    <a:pt x="36540" y="115712"/>
                  </a:lnTo>
                  <a:lnTo>
                    <a:pt x="33645" y="116519"/>
                  </a:lnTo>
                  <a:lnTo>
                    <a:pt x="29718" y="116897"/>
                  </a:lnTo>
                  <a:lnTo>
                    <a:pt x="22368" y="119808"/>
                  </a:lnTo>
                  <a:lnTo>
                    <a:pt x="15112" y="122345"/>
                  </a:lnTo>
                  <a:lnTo>
                    <a:pt x="19409" y="116096"/>
                  </a:lnTo>
                  <a:lnTo>
                    <a:pt x="20312" y="110744"/>
                  </a:lnTo>
                  <a:lnTo>
                    <a:pt x="24861" y="107120"/>
                  </a:lnTo>
                  <a:lnTo>
                    <a:pt x="21011" y="105864"/>
                  </a:lnTo>
                  <a:lnTo>
                    <a:pt x="18199" y="101844"/>
                  </a:lnTo>
                  <a:lnTo>
                    <a:pt x="18731" y="97989"/>
                  </a:lnTo>
                  <a:lnTo>
                    <a:pt x="20416" y="92959"/>
                  </a:lnTo>
                  <a:lnTo>
                    <a:pt x="19911" y="88367"/>
                  </a:lnTo>
                  <a:lnTo>
                    <a:pt x="16357" y="85758"/>
                  </a:lnTo>
                  <a:lnTo>
                    <a:pt x="9745" y="82697"/>
                  </a:lnTo>
                  <a:lnTo>
                    <a:pt x="8026" y="80369"/>
                  </a:lnTo>
                  <a:lnTo>
                    <a:pt x="0" y="728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28316" y="4139489"/>
              <a:ext cx="387887" cy="395510"/>
            </a:xfrm>
            <a:custGeom>
              <a:avLst/>
              <a:pathLst>
                <a:path w="387887" h="395510">
                  <a:moveTo>
                    <a:pt x="0" y="34631"/>
                  </a:moveTo>
                  <a:lnTo>
                    <a:pt x="9299" y="33107"/>
                  </a:lnTo>
                  <a:lnTo>
                    <a:pt x="15650" y="32057"/>
                  </a:lnTo>
                  <a:lnTo>
                    <a:pt x="17138" y="31761"/>
                  </a:lnTo>
                  <a:lnTo>
                    <a:pt x="23243" y="30543"/>
                  </a:lnTo>
                  <a:lnTo>
                    <a:pt x="24128" y="30378"/>
                  </a:lnTo>
                  <a:lnTo>
                    <a:pt x="39694" y="27442"/>
                  </a:lnTo>
                  <a:lnTo>
                    <a:pt x="44320" y="26580"/>
                  </a:lnTo>
                  <a:lnTo>
                    <a:pt x="44524" y="26542"/>
                  </a:lnTo>
                  <a:lnTo>
                    <a:pt x="52712" y="25007"/>
                  </a:lnTo>
                  <a:lnTo>
                    <a:pt x="56312" y="24343"/>
                  </a:lnTo>
                  <a:lnTo>
                    <a:pt x="58765" y="23890"/>
                  </a:lnTo>
                  <a:lnTo>
                    <a:pt x="62192" y="23254"/>
                  </a:lnTo>
                  <a:lnTo>
                    <a:pt x="69691" y="21845"/>
                  </a:lnTo>
                  <a:lnTo>
                    <a:pt x="77655" y="20393"/>
                  </a:lnTo>
                  <a:lnTo>
                    <a:pt x="90896" y="17877"/>
                  </a:lnTo>
                  <a:lnTo>
                    <a:pt x="104512" y="15333"/>
                  </a:lnTo>
                  <a:lnTo>
                    <a:pt x="113291" y="13676"/>
                  </a:lnTo>
                  <a:lnTo>
                    <a:pt x="118164" y="12750"/>
                  </a:lnTo>
                  <a:lnTo>
                    <a:pt x="140531" y="8457"/>
                  </a:lnTo>
                  <a:lnTo>
                    <a:pt x="145496" y="7277"/>
                  </a:lnTo>
                  <a:lnTo>
                    <a:pt x="150144" y="6167"/>
                  </a:lnTo>
                  <a:lnTo>
                    <a:pt x="161363" y="3473"/>
                  </a:lnTo>
                  <a:lnTo>
                    <a:pt x="176390" y="0"/>
                  </a:lnTo>
                  <a:lnTo>
                    <a:pt x="175996" y="4156"/>
                  </a:lnTo>
                  <a:lnTo>
                    <a:pt x="175329" y="7013"/>
                  </a:lnTo>
                  <a:lnTo>
                    <a:pt x="171687" y="11365"/>
                  </a:lnTo>
                  <a:lnTo>
                    <a:pt x="168546" y="14796"/>
                  </a:lnTo>
                  <a:lnTo>
                    <a:pt x="166744" y="17890"/>
                  </a:lnTo>
                  <a:lnTo>
                    <a:pt x="164502" y="21331"/>
                  </a:lnTo>
                  <a:lnTo>
                    <a:pt x="165240" y="23881"/>
                  </a:lnTo>
                  <a:lnTo>
                    <a:pt x="163373" y="27032"/>
                  </a:lnTo>
                  <a:lnTo>
                    <a:pt x="163811" y="27988"/>
                  </a:lnTo>
                  <a:lnTo>
                    <a:pt x="164965" y="30507"/>
                  </a:lnTo>
                  <a:lnTo>
                    <a:pt x="165128" y="30863"/>
                  </a:lnTo>
                  <a:lnTo>
                    <a:pt x="170008" y="33212"/>
                  </a:lnTo>
                  <a:lnTo>
                    <a:pt x="174561" y="35424"/>
                  </a:lnTo>
                  <a:lnTo>
                    <a:pt x="179638" y="36346"/>
                  </a:lnTo>
                  <a:lnTo>
                    <a:pt x="184101" y="39993"/>
                  </a:lnTo>
                  <a:lnTo>
                    <a:pt x="184620" y="40417"/>
                  </a:lnTo>
                  <a:lnTo>
                    <a:pt x="188477" y="42903"/>
                  </a:lnTo>
                  <a:lnTo>
                    <a:pt x="188668" y="43025"/>
                  </a:lnTo>
                  <a:lnTo>
                    <a:pt x="192770" y="44050"/>
                  </a:lnTo>
                  <a:lnTo>
                    <a:pt x="193025" y="43953"/>
                  </a:lnTo>
                  <a:lnTo>
                    <a:pt x="197541" y="42234"/>
                  </a:lnTo>
                  <a:lnTo>
                    <a:pt x="201388" y="42366"/>
                  </a:lnTo>
                  <a:lnTo>
                    <a:pt x="204789" y="48103"/>
                  </a:lnTo>
                  <a:lnTo>
                    <a:pt x="206760" y="51366"/>
                  </a:lnTo>
                  <a:lnTo>
                    <a:pt x="210814" y="56108"/>
                  </a:lnTo>
                  <a:lnTo>
                    <a:pt x="211351" y="56744"/>
                  </a:lnTo>
                  <a:lnTo>
                    <a:pt x="214153" y="60068"/>
                  </a:lnTo>
                  <a:lnTo>
                    <a:pt x="215263" y="62477"/>
                  </a:lnTo>
                  <a:lnTo>
                    <a:pt x="217804" y="67990"/>
                  </a:lnTo>
                  <a:lnTo>
                    <a:pt x="224043" y="72691"/>
                  </a:lnTo>
                  <a:lnTo>
                    <a:pt x="228535" y="77839"/>
                  </a:lnTo>
                  <a:lnTo>
                    <a:pt x="228833" y="78181"/>
                  </a:lnTo>
                  <a:lnTo>
                    <a:pt x="231734" y="82284"/>
                  </a:lnTo>
                  <a:lnTo>
                    <a:pt x="232353" y="83159"/>
                  </a:lnTo>
                  <a:lnTo>
                    <a:pt x="235619" y="83226"/>
                  </a:lnTo>
                  <a:lnTo>
                    <a:pt x="242586" y="88037"/>
                  </a:lnTo>
                  <a:lnTo>
                    <a:pt x="250964" y="90484"/>
                  </a:lnTo>
                  <a:lnTo>
                    <a:pt x="258516" y="96886"/>
                  </a:lnTo>
                  <a:lnTo>
                    <a:pt x="260875" y="100257"/>
                  </a:lnTo>
                  <a:lnTo>
                    <a:pt x="262524" y="102613"/>
                  </a:lnTo>
                  <a:lnTo>
                    <a:pt x="265999" y="106089"/>
                  </a:lnTo>
                  <a:lnTo>
                    <a:pt x="269590" y="106463"/>
                  </a:lnTo>
                  <a:lnTo>
                    <a:pt x="270229" y="106529"/>
                  </a:lnTo>
                  <a:lnTo>
                    <a:pt x="276645" y="109703"/>
                  </a:lnTo>
                  <a:lnTo>
                    <a:pt x="277740" y="110891"/>
                  </a:lnTo>
                  <a:lnTo>
                    <a:pt x="280151" y="113503"/>
                  </a:lnTo>
                  <a:lnTo>
                    <a:pt x="285295" y="115201"/>
                  </a:lnTo>
                  <a:lnTo>
                    <a:pt x="286602" y="119609"/>
                  </a:lnTo>
                  <a:lnTo>
                    <a:pt x="286806" y="125609"/>
                  </a:lnTo>
                  <a:lnTo>
                    <a:pt x="293677" y="127683"/>
                  </a:lnTo>
                  <a:lnTo>
                    <a:pt x="294587" y="132573"/>
                  </a:lnTo>
                  <a:lnTo>
                    <a:pt x="294675" y="133049"/>
                  </a:lnTo>
                  <a:lnTo>
                    <a:pt x="301269" y="135034"/>
                  </a:lnTo>
                  <a:lnTo>
                    <a:pt x="301449" y="135568"/>
                  </a:lnTo>
                  <a:lnTo>
                    <a:pt x="302737" y="139398"/>
                  </a:lnTo>
                  <a:lnTo>
                    <a:pt x="310495" y="142046"/>
                  </a:lnTo>
                  <a:lnTo>
                    <a:pt x="313781" y="142564"/>
                  </a:lnTo>
                  <a:lnTo>
                    <a:pt x="314887" y="142738"/>
                  </a:lnTo>
                  <a:lnTo>
                    <a:pt x="319710" y="145295"/>
                  </a:lnTo>
                  <a:lnTo>
                    <a:pt x="323219" y="147152"/>
                  </a:lnTo>
                  <a:lnTo>
                    <a:pt x="324594" y="153271"/>
                  </a:lnTo>
                  <a:lnTo>
                    <a:pt x="327921" y="156663"/>
                  </a:lnTo>
                  <a:lnTo>
                    <a:pt x="332171" y="161709"/>
                  </a:lnTo>
                  <a:lnTo>
                    <a:pt x="334173" y="169088"/>
                  </a:lnTo>
                  <a:lnTo>
                    <a:pt x="334292" y="169528"/>
                  </a:lnTo>
                  <a:lnTo>
                    <a:pt x="337090" y="176606"/>
                  </a:lnTo>
                  <a:lnTo>
                    <a:pt x="337655" y="180790"/>
                  </a:lnTo>
                  <a:lnTo>
                    <a:pt x="338504" y="181196"/>
                  </a:lnTo>
                  <a:lnTo>
                    <a:pt x="343343" y="183510"/>
                  </a:lnTo>
                  <a:lnTo>
                    <a:pt x="346800" y="184006"/>
                  </a:lnTo>
                  <a:lnTo>
                    <a:pt x="347524" y="184109"/>
                  </a:lnTo>
                  <a:lnTo>
                    <a:pt x="354654" y="189622"/>
                  </a:lnTo>
                  <a:lnTo>
                    <a:pt x="355552" y="194244"/>
                  </a:lnTo>
                  <a:lnTo>
                    <a:pt x="357556" y="196186"/>
                  </a:lnTo>
                  <a:lnTo>
                    <a:pt x="361334" y="199843"/>
                  </a:lnTo>
                  <a:lnTo>
                    <a:pt x="362686" y="204803"/>
                  </a:lnTo>
                  <a:lnTo>
                    <a:pt x="361488" y="208549"/>
                  </a:lnTo>
                  <a:lnTo>
                    <a:pt x="362096" y="209359"/>
                  </a:lnTo>
                  <a:lnTo>
                    <a:pt x="364991" y="213207"/>
                  </a:lnTo>
                  <a:lnTo>
                    <a:pt x="366508" y="218619"/>
                  </a:lnTo>
                  <a:lnTo>
                    <a:pt x="372450" y="219859"/>
                  </a:lnTo>
                  <a:lnTo>
                    <a:pt x="374458" y="217901"/>
                  </a:lnTo>
                  <a:lnTo>
                    <a:pt x="379810" y="220582"/>
                  </a:lnTo>
                  <a:lnTo>
                    <a:pt x="384401" y="221624"/>
                  </a:lnTo>
                  <a:lnTo>
                    <a:pt x="387660" y="221812"/>
                  </a:lnTo>
                  <a:lnTo>
                    <a:pt x="387887" y="224997"/>
                  </a:lnTo>
                  <a:lnTo>
                    <a:pt x="384079" y="229878"/>
                  </a:lnTo>
                  <a:lnTo>
                    <a:pt x="382407" y="233031"/>
                  </a:lnTo>
                  <a:lnTo>
                    <a:pt x="379065" y="238855"/>
                  </a:lnTo>
                  <a:lnTo>
                    <a:pt x="377143" y="243254"/>
                  </a:lnTo>
                  <a:lnTo>
                    <a:pt x="375077" y="248352"/>
                  </a:lnTo>
                  <a:lnTo>
                    <a:pt x="371813" y="252559"/>
                  </a:lnTo>
                  <a:lnTo>
                    <a:pt x="371675" y="253681"/>
                  </a:lnTo>
                  <a:lnTo>
                    <a:pt x="371554" y="254666"/>
                  </a:lnTo>
                  <a:lnTo>
                    <a:pt x="373266" y="261167"/>
                  </a:lnTo>
                  <a:lnTo>
                    <a:pt x="371496" y="267631"/>
                  </a:lnTo>
                  <a:lnTo>
                    <a:pt x="371639" y="269065"/>
                  </a:lnTo>
                  <a:lnTo>
                    <a:pt x="371837" y="271046"/>
                  </a:lnTo>
                  <a:lnTo>
                    <a:pt x="370085" y="276317"/>
                  </a:lnTo>
                  <a:lnTo>
                    <a:pt x="367744" y="282090"/>
                  </a:lnTo>
                  <a:lnTo>
                    <a:pt x="367105" y="287023"/>
                  </a:lnTo>
                  <a:lnTo>
                    <a:pt x="369234" y="290791"/>
                  </a:lnTo>
                  <a:lnTo>
                    <a:pt x="369137" y="291649"/>
                  </a:lnTo>
                  <a:lnTo>
                    <a:pt x="368609" y="296284"/>
                  </a:lnTo>
                  <a:lnTo>
                    <a:pt x="367612" y="299934"/>
                  </a:lnTo>
                  <a:lnTo>
                    <a:pt x="364099" y="306971"/>
                  </a:lnTo>
                  <a:lnTo>
                    <a:pt x="361789" y="308484"/>
                  </a:lnTo>
                  <a:lnTo>
                    <a:pt x="362709" y="313004"/>
                  </a:lnTo>
                  <a:lnTo>
                    <a:pt x="362209" y="318150"/>
                  </a:lnTo>
                  <a:lnTo>
                    <a:pt x="363217" y="320250"/>
                  </a:lnTo>
                  <a:lnTo>
                    <a:pt x="363728" y="321314"/>
                  </a:lnTo>
                  <a:lnTo>
                    <a:pt x="365106" y="327251"/>
                  </a:lnTo>
                  <a:lnTo>
                    <a:pt x="363933" y="335304"/>
                  </a:lnTo>
                  <a:lnTo>
                    <a:pt x="363294" y="340063"/>
                  </a:lnTo>
                  <a:lnTo>
                    <a:pt x="365447" y="344991"/>
                  </a:lnTo>
                  <a:lnTo>
                    <a:pt x="360565" y="344879"/>
                  </a:lnTo>
                  <a:lnTo>
                    <a:pt x="358999" y="345185"/>
                  </a:lnTo>
                  <a:lnTo>
                    <a:pt x="356650" y="346396"/>
                  </a:lnTo>
                  <a:lnTo>
                    <a:pt x="351128" y="346347"/>
                  </a:lnTo>
                  <a:lnTo>
                    <a:pt x="348296" y="345615"/>
                  </a:lnTo>
                  <a:lnTo>
                    <a:pt x="343482" y="346214"/>
                  </a:lnTo>
                  <a:lnTo>
                    <a:pt x="340791" y="344628"/>
                  </a:lnTo>
                  <a:lnTo>
                    <a:pt x="337192" y="343955"/>
                  </a:lnTo>
                  <a:lnTo>
                    <a:pt x="332701" y="344678"/>
                  </a:lnTo>
                  <a:lnTo>
                    <a:pt x="329761" y="342795"/>
                  </a:lnTo>
                  <a:lnTo>
                    <a:pt x="329483" y="342802"/>
                  </a:lnTo>
                  <a:lnTo>
                    <a:pt x="326634" y="342873"/>
                  </a:lnTo>
                  <a:lnTo>
                    <a:pt x="323451" y="347260"/>
                  </a:lnTo>
                  <a:lnTo>
                    <a:pt x="321216" y="350909"/>
                  </a:lnTo>
                  <a:lnTo>
                    <a:pt x="321450" y="356081"/>
                  </a:lnTo>
                  <a:lnTo>
                    <a:pt x="321456" y="359379"/>
                  </a:lnTo>
                  <a:lnTo>
                    <a:pt x="324807" y="363488"/>
                  </a:lnTo>
                  <a:lnTo>
                    <a:pt x="325713" y="369611"/>
                  </a:lnTo>
                  <a:lnTo>
                    <a:pt x="326290" y="376991"/>
                  </a:lnTo>
                  <a:lnTo>
                    <a:pt x="325953" y="381014"/>
                  </a:lnTo>
                  <a:lnTo>
                    <a:pt x="326562" y="383849"/>
                  </a:lnTo>
                  <a:lnTo>
                    <a:pt x="325829" y="384164"/>
                  </a:lnTo>
                  <a:lnTo>
                    <a:pt x="322692" y="385511"/>
                  </a:lnTo>
                  <a:lnTo>
                    <a:pt x="319034" y="386051"/>
                  </a:lnTo>
                  <a:lnTo>
                    <a:pt x="316217" y="386178"/>
                  </a:lnTo>
                  <a:lnTo>
                    <a:pt x="313099" y="381826"/>
                  </a:lnTo>
                  <a:lnTo>
                    <a:pt x="313025" y="377381"/>
                  </a:lnTo>
                  <a:lnTo>
                    <a:pt x="310191" y="373826"/>
                  </a:lnTo>
                  <a:lnTo>
                    <a:pt x="310322" y="369898"/>
                  </a:lnTo>
                  <a:lnTo>
                    <a:pt x="295177" y="371591"/>
                  </a:lnTo>
                  <a:lnTo>
                    <a:pt x="292092" y="371932"/>
                  </a:lnTo>
                  <a:lnTo>
                    <a:pt x="282746" y="373208"/>
                  </a:lnTo>
                  <a:lnTo>
                    <a:pt x="274804" y="374281"/>
                  </a:lnTo>
                  <a:lnTo>
                    <a:pt x="260668" y="376165"/>
                  </a:lnTo>
                  <a:lnTo>
                    <a:pt x="241540" y="378709"/>
                  </a:lnTo>
                  <a:lnTo>
                    <a:pt x="241149" y="378760"/>
                  </a:lnTo>
                  <a:lnTo>
                    <a:pt x="228137" y="380416"/>
                  </a:lnTo>
                  <a:lnTo>
                    <a:pt x="224492" y="380875"/>
                  </a:lnTo>
                  <a:lnTo>
                    <a:pt x="213774" y="382212"/>
                  </a:lnTo>
                  <a:lnTo>
                    <a:pt x="205363" y="383320"/>
                  </a:lnTo>
                  <a:lnTo>
                    <a:pt x="195424" y="384614"/>
                  </a:lnTo>
                  <a:lnTo>
                    <a:pt x="189608" y="385364"/>
                  </a:lnTo>
                  <a:lnTo>
                    <a:pt x="175569" y="387185"/>
                  </a:lnTo>
                  <a:lnTo>
                    <a:pt x="169824" y="387922"/>
                  </a:lnTo>
                  <a:lnTo>
                    <a:pt x="166719" y="388317"/>
                  </a:lnTo>
                  <a:lnTo>
                    <a:pt x="154648" y="389963"/>
                  </a:lnTo>
                  <a:lnTo>
                    <a:pt x="147485" y="390928"/>
                  </a:lnTo>
                  <a:lnTo>
                    <a:pt x="140432" y="391871"/>
                  </a:lnTo>
                  <a:lnTo>
                    <a:pt x="114928" y="394985"/>
                  </a:lnTo>
                  <a:lnTo>
                    <a:pt x="111040" y="395510"/>
                  </a:lnTo>
                  <a:lnTo>
                    <a:pt x="106249" y="390983"/>
                  </a:lnTo>
                  <a:lnTo>
                    <a:pt x="104229" y="385836"/>
                  </a:lnTo>
                  <a:lnTo>
                    <a:pt x="103534" y="381989"/>
                  </a:lnTo>
                  <a:lnTo>
                    <a:pt x="99184" y="377581"/>
                  </a:lnTo>
                  <a:lnTo>
                    <a:pt x="96995" y="374408"/>
                  </a:lnTo>
                  <a:lnTo>
                    <a:pt x="96949" y="372315"/>
                  </a:lnTo>
                  <a:lnTo>
                    <a:pt x="95592" y="367857"/>
                  </a:lnTo>
                  <a:lnTo>
                    <a:pt x="94580" y="366087"/>
                  </a:lnTo>
                  <a:lnTo>
                    <a:pt x="93070" y="363445"/>
                  </a:lnTo>
                  <a:lnTo>
                    <a:pt x="86696" y="357612"/>
                  </a:lnTo>
                  <a:lnTo>
                    <a:pt x="85700" y="351376"/>
                  </a:lnTo>
                  <a:lnTo>
                    <a:pt x="86589" y="347981"/>
                  </a:lnTo>
                  <a:lnTo>
                    <a:pt x="86480" y="346789"/>
                  </a:lnTo>
                  <a:lnTo>
                    <a:pt x="86376" y="345652"/>
                  </a:lnTo>
                  <a:lnTo>
                    <a:pt x="85496" y="342142"/>
                  </a:lnTo>
                  <a:lnTo>
                    <a:pt x="86557" y="335866"/>
                  </a:lnTo>
                  <a:lnTo>
                    <a:pt x="85652" y="332734"/>
                  </a:lnTo>
                  <a:lnTo>
                    <a:pt x="86453" y="328045"/>
                  </a:lnTo>
                  <a:lnTo>
                    <a:pt x="86846" y="325739"/>
                  </a:lnTo>
                  <a:lnTo>
                    <a:pt x="85310" y="323685"/>
                  </a:lnTo>
                  <a:lnTo>
                    <a:pt x="84641" y="319411"/>
                  </a:lnTo>
                  <a:lnTo>
                    <a:pt x="78673" y="313817"/>
                  </a:lnTo>
                  <a:lnTo>
                    <a:pt x="78662" y="310466"/>
                  </a:lnTo>
                  <a:lnTo>
                    <a:pt x="77781" y="307926"/>
                  </a:lnTo>
                  <a:lnTo>
                    <a:pt x="77278" y="306475"/>
                  </a:lnTo>
                  <a:lnTo>
                    <a:pt x="75563" y="301531"/>
                  </a:lnTo>
                  <a:lnTo>
                    <a:pt x="76897" y="296485"/>
                  </a:lnTo>
                  <a:lnTo>
                    <a:pt x="79318" y="289475"/>
                  </a:lnTo>
                  <a:lnTo>
                    <a:pt x="79304" y="287298"/>
                  </a:lnTo>
                  <a:lnTo>
                    <a:pt x="79261" y="281042"/>
                  </a:lnTo>
                  <a:lnTo>
                    <a:pt x="79246" y="278808"/>
                  </a:lnTo>
                  <a:lnTo>
                    <a:pt x="77737" y="274748"/>
                  </a:lnTo>
                  <a:lnTo>
                    <a:pt x="81555" y="269672"/>
                  </a:lnTo>
                  <a:lnTo>
                    <a:pt x="86069" y="265876"/>
                  </a:lnTo>
                  <a:lnTo>
                    <a:pt x="86657" y="264721"/>
                  </a:lnTo>
                  <a:lnTo>
                    <a:pt x="88278" y="261532"/>
                  </a:lnTo>
                  <a:lnTo>
                    <a:pt x="83020" y="258688"/>
                  </a:lnTo>
                  <a:lnTo>
                    <a:pt x="78765" y="256707"/>
                  </a:lnTo>
                  <a:lnTo>
                    <a:pt x="80213" y="254089"/>
                  </a:lnTo>
                  <a:lnTo>
                    <a:pt x="80169" y="252686"/>
                  </a:lnTo>
                  <a:lnTo>
                    <a:pt x="79990" y="247037"/>
                  </a:lnTo>
                  <a:lnTo>
                    <a:pt x="77077" y="241838"/>
                  </a:lnTo>
                  <a:lnTo>
                    <a:pt x="76937" y="241588"/>
                  </a:lnTo>
                  <a:lnTo>
                    <a:pt x="76316" y="240478"/>
                  </a:lnTo>
                  <a:lnTo>
                    <a:pt x="70929" y="236157"/>
                  </a:lnTo>
                  <a:lnTo>
                    <a:pt x="70139" y="234078"/>
                  </a:lnTo>
                  <a:lnTo>
                    <a:pt x="68557" y="229917"/>
                  </a:lnTo>
                  <a:lnTo>
                    <a:pt x="65705" y="223968"/>
                  </a:lnTo>
                  <a:lnTo>
                    <a:pt x="64670" y="222265"/>
                  </a:lnTo>
                  <a:lnTo>
                    <a:pt x="61006" y="216231"/>
                  </a:lnTo>
                  <a:lnTo>
                    <a:pt x="58833" y="213529"/>
                  </a:lnTo>
                  <a:lnTo>
                    <a:pt x="58589" y="212787"/>
                  </a:lnTo>
                  <a:lnTo>
                    <a:pt x="52026" y="192756"/>
                  </a:lnTo>
                  <a:lnTo>
                    <a:pt x="51436" y="190948"/>
                  </a:lnTo>
                  <a:lnTo>
                    <a:pt x="43241" y="165807"/>
                  </a:lnTo>
                  <a:lnTo>
                    <a:pt x="41738" y="161193"/>
                  </a:lnTo>
                  <a:lnTo>
                    <a:pt x="40448" y="157229"/>
                  </a:lnTo>
                  <a:lnTo>
                    <a:pt x="37051" y="146840"/>
                  </a:lnTo>
                  <a:lnTo>
                    <a:pt x="33890" y="137163"/>
                  </a:lnTo>
                  <a:lnTo>
                    <a:pt x="30208" y="125891"/>
                  </a:lnTo>
                  <a:lnTo>
                    <a:pt x="28491" y="120629"/>
                  </a:lnTo>
                  <a:lnTo>
                    <a:pt x="25325" y="110786"/>
                  </a:lnTo>
                  <a:lnTo>
                    <a:pt x="24124" y="107049"/>
                  </a:lnTo>
                  <a:lnTo>
                    <a:pt x="19542" y="93493"/>
                  </a:lnTo>
                  <a:lnTo>
                    <a:pt x="14191" y="77640"/>
                  </a:lnTo>
                  <a:lnTo>
                    <a:pt x="12770" y="73483"/>
                  </a:lnTo>
                  <a:lnTo>
                    <a:pt x="10909" y="68036"/>
                  </a:lnTo>
                  <a:lnTo>
                    <a:pt x="9900" y="65082"/>
                  </a:lnTo>
                  <a:lnTo>
                    <a:pt x="6273" y="54456"/>
                  </a:lnTo>
                  <a:lnTo>
                    <a:pt x="3263" y="45141"/>
                  </a:lnTo>
                  <a:lnTo>
                    <a:pt x="1526" y="397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428786" y="5321863"/>
              <a:ext cx="106529" cy="121065"/>
            </a:xfrm>
            <a:custGeom>
              <a:avLst/>
              <a:pathLst>
                <a:path w="106529" h="121065">
                  <a:moveTo>
                    <a:pt x="556" y="42593"/>
                  </a:moveTo>
                  <a:lnTo>
                    <a:pt x="3647" y="39529"/>
                  </a:lnTo>
                  <a:lnTo>
                    <a:pt x="5656" y="36761"/>
                  </a:lnTo>
                  <a:lnTo>
                    <a:pt x="7832" y="36330"/>
                  </a:lnTo>
                  <a:lnTo>
                    <a:pt x="10206" y="33835"/>
                  </a:lnTo>
                  <a:lnTo>
                    <a:pt x="11518" y="29956"/>
                  </a:lnTo>
                  <a:lnTo>
                    <a:pt x="13997" y="26882"/>
                  </a:lnTo>
                  <a:lnTo>
                    <a:pt x="15845" y="25777"/>
                  </a:lnTo>
                  <a:lnTo>
                    <a:pt x="15808" y="21976"/>
                  </a:lnTo>
                  <a:lnTo>
                    <a:pt x="13272" y="18596"/>
                  </a:lnTo>
                  <a:lnTo>
                    <a:pt x="9153" y="12956"/>
                  </a:lnTo>
                  <a:lnTo>
                    <a:pt x="7455" y="8135"/>
                  </a:lnTo>
                  <a:lnTo>
                    <a:pt x="7436" y="1250"/>
                  </a:lnTo>
                  <a:lnTo>
                    <a:pt x="10298" y="0"/>
                  </a:lnTo>
                  <a:lnTo>
                    <a:pt x="15001" y="1837"/>
                  </a:lnTo>
                  <a:lnTo>
                    <a:pt x="20504" y="4945"/>
                  </a:lnTo>
                  <a:lnTo>
                    <a:pt x="23602" y="7875"/>
                  </a:lnTo>
                  <a:lnTo>
                    <a:pt x="29619" y="11648"/>
                  </a:lnTo>
                  <a:lnTo>
                    <a:pt x="33246" y="14378"/>
                  </a:lnTo>
                  <a:lnTo>
                    <a:pt x="36374" y="13947"/>
                  </a:lnTo>
                  <a:lnTo>
                    <a:pt x="41252" y="15770"/>
                  </a:lnTo>
                  <a:lnTo>
                    <a:pt x="51363" y="20496"/>
                  </a:lnTo>
                  <a:lnTo>
                    <a:pt x="61748" y="25708"/>
                  </a:lnTo>
                  <a:lnTo>
                    <a:pt x="71357" y="32971"/>
                  </a:lnTo>
                  <a:lnTo>
                    <a:pt x="75387" y="36755"/>
                  </a:lnTo>
                  <a:lnTo>
                    <a:pt x="79131" y="40634"/>
                  </a:lnTo>
                  <a:lnTo>
                    <a:pt x="79829" y="47617"/>
                  </a:lnTo>
                  <a:lnTo>
                    <a:pt x="80845" y="51919"/>
                  </a:lnTo>
                  <a:lnTo>
                    <a:pt x="84132" y="51051"/>
                  </a:lnTo>
                  <a:lnTo>
                    <a:pt x="87363" y="51262"/>
                  </a:lnTo>
                  <a:lnTo>
                    <a:pt x="90143" y="55673"/>
                  </a:lnTo>
                  <a:lnTo>
                    <a:pt x="91515" y="60791"/>
                  </a:lnTo>
                  <a:lnTo>
                    <a:pt x="94173" y="63413"/>
                  </a:lnTo>
                  <a:lnTo>
                    <a:pt x="102797" y="68722"/>
                  </a:lnTo>
                  <a:lnTo>
                    <a:pt x="106237" y="70561"/>
                  </a:lnTo>
                  <a:lnTo>
                    <a:pt x="106529" y="73160"/>
                  </a:lnTo>
                  <a:lnTo>
                    <a:pt x="102473" y="78887"/>
                  </a:lnTo>
                  <a:lnTo>
                    <a:pt x="97605" y="83162"/>
                  </a:lnTo>
                  <a:lnTo>
                    <a:pt x="91994" y="87323"/>
                  </a:lnTo>
                  <a:lnTo>
                    <a:pt x="84878" y="90540"/>
                  </a:lnTo>
                  <a:lnTo>
                    <a:pt x="81346" y="92312"/>
                  </a:lnTo>
                  <a:lnTo>
                    <a:pt x="77611" y="92775"/>
                  </a:lnTo>
                  <a:lnTo>
                    <a:pt x="72543" y="91342"/>
                  </a:lnTo>
                  <a:lnTo>
                    <a:pt x="68829" y="93209"/>
                  </a:lnTo>
                  <a:lnTo>
                    <a:pt x="65497" y="96697"/>
                  </a:lnTo>
                  <a:lnTo>
                    <a:pt x="63109" y="97249"/>
                  </a:lnTo>
                  <a:lnTo>
                    <a:pt x="58588" y="101322"/>
                  </a:lnTo>
                  <a:lnTo>
                    <a:pt x="54484" y="102327"/>
                  </a:lnTo>
                  <a:lnTo>
                    <a:pt x="51296" y="108164"/>
                  </a:lnTo>
                  <a:lnTo>
                    <a:pt x="49230" y="113462"/>
                  </a:lnTo>
                  <a:lnTo>
                    <a:pt x="47824" y="116653"/>
                  </a:lnTo>
                  <a:lnTo>
                    <a:pt x="46227" y="119079"/>
                  </a:lnTo>
                  <a:lnTo>
                    <a:pt x="43746" y="121065"/>
                  </a:lnTo>
                  <a:lnTo>
                    <a:pt x="38508" y="116203"/>
                  </a:lnTo>
                  <a:lnTo>
                    <a:pt x="31217" y="111865"/>
                  </a:lnTo>
                  <a:lnTo>
                    <a:pt x="24624" y="109479"/>
                  </a:lnTo>
                  <a:lnTo>
                    <a:pt x="21035" y="103773"/>
                  </a:lnTo>
                  <a:lnTo>
                    <a:pt x="20103" y="96694"/>
                  </a:lnTo>
                  <a:lnTo>
                    <a:pt x="19796" y="89709"/>
                  </a:lnTo>
                  <a:lnTo>
                    <a:pt x="20211" y="86179"/>
                  </a:lnTo>
                  <a:lnTo>
                    <a:pt x="19713" y="81832"/>
                  </a:lnTo>
                  <a:lnTo>
                    <a:pt x="17099" y="75746"/>
                  </a:lnTo>
                  <a:lnTo>
                    <a:pt x="15278" y="72252"/>
                  </a:lnTo>
                  <a:lnTo>
                    <a:pt x="12616" y="69207"/>
                  </a:lnTo>
                  <a:lnTo>
                    <a:pt x="10199" y="62960"/>
                  </a:lnTo>
                  <a:lnTo>
                    <a:pt x="8763" y="58280"/>
                  </a:lnTo>
                  <a:lnTo>
                    <a:pt x="6683" y="55098"/>
                  </a:lnTo>
                  <a:lnTo>
                    <a:pt x="4000" y="54284"/>
                  </a:lnTo>
                  <a:lnTo>
                    <a:pt x="3385" y="52562"/>
                  </a:lnTo>
                  <a:lnTo>
                    <a:pt x="0" y="4692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61636" y="5250003"/>
              <a:ext cx="60578" cy="41576"/>
            </a:xfrm>
            <a:custGeom>
              <a:avLst/>
              <a:pathLst>
                <a:path w="60578" h="41576">
                  <a:moveTo>
                    <a:pt x="0" y="9048"/>
                  </a:moveTo>
                  <a:lnTo>
                    <a:pt x="847" y="3848"/>
                  </a:lnTo>
                  <a:lnTo>
                    <a:pt x="5292" y="0"/>
                  </a:lnTo>
                  <a:lnTo>
                    <a:pt x="10066" y="1399"/>
                  </a:lnTo>
                  <a:lnTo>
                    <a:pt x="14394" y="7164"/>
                  </a:lnTo>
                  <a:lnTo>
                    <a:pt x="18145" y="12436"/>
                  </a:lnTo>
                  <a:lnTo>
                    <a:pt x="24287" y="11343"/>
                  </a:lnTo>
                  <a:lnTo>
                    <a:pt x="29677" y="9040"/>
                  </a:lnTo>
                  <a:lnTo>
                    <a:pt x="37157" y="10348"/>
                  </a:lnTo>
                  <a:lnTo>
                    <a:pt x="41626" y="14718"/>
                  </a:lnTo>
                  <a:lnTo>
                    <a:pt x="47075" y="17807"/>
                  </a:lnTo>
                  <a:lnTo>
                    <a:pt x="53664" y="22754"/>
                  </a:lnTo>
                  <a:lnTo>
                    <a:pt x="58454" y="24408"/>
                  </a:lnTo>
                  <a:lnTo>
                    <a:pt x="60578" y="29078"/>
                  </a:lnTo>
                  <a:lnTo>
                    <a:pt x="59808" y="33098"/>
                  </a:lnTo>
                  <a:lnTo>
                    <a:pt x="56789" y="35816"/>
                  </a:lnTo>
                  <a:lnTo>
                    <a:pt x="50199" y="38656"/>
                  </a:lnTo>
                  <a:lnTo>
                    <a:pt x="43601" y="38103"/>
                  </a:lnTo>
                  <a:lnTo>
                    <a:pt x="37922" y="40522"/>
                  </a:lnTo>
                  <a:lnTo>
                    <a:pt x="30502" y="41576"/>
                  </a:lnTo>
                  <a:lnTo>
                    <a:pt x="25813" y="39492"/>
                  </a:lnTo>
                  <a:lnTo>
                    <a:pt x="24137" y="34261"/>
                  </a:lnTo>
                  <a:lnTo>
                    <a:pt x="21945" y="26980"/>
                  </a:lnTo>
                  <a:lnTo>
                    <a:pt x="21424" y="25417"/>
                  </a:lnTo>
                  <a:lnTo>
                    <a:pt x="20052" y="22065"/>
                  </a:lnTo>
                  <a:lnTo>
                    <a:pt x="17292" y="21088"/>
                  </a:lnTo>
                  <a:lnTo>
                    <a:pt x="14950" y="22768"/>
                  </a:lnTo>
                  <a:lnTo>
                    <a:pt x="13478" y="21977"/>
                  </a:lnTo>
                  <a:lnTo>
                    <a:pt x="6745" y="18354"/>
                  </a:lnTo>
                  <a:lnTo>
                    <a:pt x="1341" y="117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66089" y="5288060"/>
              <a:ext cx="13391" cy="8290"/>
            </a:xfrm>
            <a:custGeom>
              <a:avLst/>
              <a:pathLst>
                <a:path w="13391" h="8290">
                  <a:moveTo>
                    <a:pt x="2273" y="3361"/>
                  </a:moveTo>
                  <a:lnTo>
                    <a:pt x="6757" y="719"/>
                  </a:lnTo>
                  <a:lnTo>
                    <a:pt x="10193" y="0"/>
                  </a:lnTo>
                  <a:lnTo>
                    <a:pt x="12471" y="2359"/>
                  </a:lnTo>
                  <a:lnTo>
                    <a:pt x="13391" y="7057"/>
                  </a:lnTo>
                  <a:lnTo>
                    <a:pt x="9765" y="8188"/>
                  </a:lnTo>
                  <a:lnTo>
                    <a:pt x="3079" y="8290"/>
                  </a:lnTo>
                  <a:lnTo>
                    <a:pt x="0" y="560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332384" y="5256174"/>
              <a:ext cx="21563" cy="17671"/>
            </a:xfrm>
            <a:custGeom>
              <a:avLst/>
              <a:pathLst>
                <a:path w="21563" h="17671">
                  <a:moveTo>
                    <a:pt x="0" y="1123"/>
                  </a:moveTo>
                  <a:lnTo>
                    <a:pt x="3822" y="0"/>
                  </a:lnTo>
                  <a:lnTo>
                    <a:pt x="9790" y="892"/>
                  </a:lnTo>
                  <a:lnTo>
                    <a:pt x="15407" y="4056"/>
                  </a:lnTo>
                  <a:lnTo>
                    <a:pt x="18719" y="7073"/>
                  </a:lnTo>
                  <a:lnTo>
                    <a:pt x="21563" y="11116"/>
                  </a:lnTo>
                  <a:lnTo>
                    <a:pt x="19782" y="15902"/>
                  </a:lnTo>
                  <a:lnTo>
                    <a:pt x="15765" y="17318"/>
                  </a:lnTo>
                  <a:lnTo>
                    <a:pt x="14291" y="17668"/>
                  </a:lnTo>
                  <a:lnTo>
                    <a:pt x="9533" y="17671"/>
                  </a:lnTo>
                  <a:lnTo>
                    <a:pt x="7191" y="13872"/>
                  </a:lnTo>
                  <a:lnTo>
                    <a:pt x="6504" y="9337"/>
                  </a:lnTo>
                  <a:lnTo>
                    <a:pt x="4620" y="6718"/>
                  </a:lnTo>
                  <a:lnTo>
                    <a:pt x="288" y="36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309724" y="5227963"/>
              <a:ext cx="48374" cy="18432"/>
            </a:xfrm>
            <a:custGeom>
              <a:avLst/>
              <a:pathLst>
                <a:path w="48374" h="18432">
                  <a:moveTo>
                    <a:pt x="2096" y="5896"/>
                  </a:moveTo>
                  <a:lnTo>
                    <a:pt x="4047" y="3771"/>
                  </a:lnTo>
                  <a:lnTo>
                    <a:pt x="2692" y="0"/>
                  </a:lnTo>
                  <a:lnTo>
                    <a:pt x="7529" y="990"/>
                  </a:lnTo>
                  <a:lnTo>
                    <a:pt x="13746" y="3106"/>
                  </a:lnTo>
                  <a:lnTo>
                    <a:pt x="21049" y="4668"/>
                  </a:lnTo>
                  <a:lnTo>
                    <a:pt x="23032" y="3971"/>
                  </a:lnTo>
                  <a:lnTo>
                    <a:pt x="25364" y="3151"/>
                  </a:lnTo>
                  <a:lnTo>
                    <a:pt x="27089" y="3302"/>
                  </a:lnTo>
                  <a:lnTo>
                    <a:pt x="30980" y="7435"/>
                  </a:lnTo>
                  <a:lnTo>
                    <a:pt x="31245" y="7461"/>
                  </a:lnTo>
                  <a:lnTo>
                    <a:pt x="37471" y="8073"/>
                  </a:lnTo>
                  <a:lnTo>
                    <a:pt x="45471" y="7991"/>
                  </a:lnTo>
                  <a:lnTo>
                    <a:pt x="48374" y="9777"/>
                  </a:lnTo>
                  <a:lnTo>
                    <a:pt x="46458" y="13805"/>
                  </a:lnTo>
                  <a:lnTo>
                    <a:pt x="41847" y="17342"/>
                  </a:lnTo>
                  <a:lnTo>
                    <a:pt x="35941" y="18432"/>
                  </a:lnTo>
                  <a:lnTo>
                    <a:pt x="29489" y="16411"/>
                  </a:lnTo>
                  <a:lnTo>
                    <a:pt x="23333" y="13871"/>
                  </a:lnTo>
                  <a:lnTo>
                    <a:pt x="18744" y="12335"/>
                  </a:lnTo>
                  <a:lnTo>
                    <a:pt x="11460" y="12705"/>
                  </a:lnTo>
                  <a:lnTo>
                    <a:pt x="4899" y="12401"/>
                  </a:lnTo>
                  <a:lnTo>
                    <a:pt x="0" y="107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226123" y="5178906"/>
              <a:ext cx="53522" cy="42348"/>
            </a:xfrm>
            <a:custGeom>
              <a:avLst/>
              <a:pathLst>
                <a:path w="53522" h="42348">
                  <a:moveTo>
                    <a:pt x="3632" y="9380"/>
                  </a:moveTo>
                  <a:lnTo>
                    <a:pt x="12234" y="10009"/>
                  </a:lnTo>
                  <a:lnTo>
                    <a:pt x="15517" y="6677"/>
                  </a:lnTo>
                  <a:lnTo>
                    <a:pt x="17444" y="3050"/>
                  </a:lnTo>
                  <a:lnTo>
                    <a:pt x="21796" y="228"/>
                  </a:lnTo>
                  <a:lnTo>
                    <a:pt x="23664" y="0"/>
                  </a:lnTo>
                  <a:lnTo>
                    <a:pt x="27855" y="5875"/>
                  </a:lnTo>
                  <a:lnTo>
                    <a:pt x="32463" y="13061"/>
                  </a:lnTo>
                  <a:lnTo>
                    <a:pt x="36208" y="17447"/>
                  </a:lnTo>
                  <a:lnTo>
                    <a:pt x="36175" y="23044"/>
                  </a:lnTo>
                  <a:lnTo>
                    <a:pt x="39015" y="25664"/>
                  </a:lnTo>
                  <a:lnTo>
                    <a:pt x="42797" y="24168"/>
                  </a:lnTo>
                  <a:lnTo>
                    <a:pt x="46232" y="24686"/>
                  </a:lnTo>
                  <a:lnTo>
                    <a:pt x="46676" y="29681"/>
                  </a:lnTo>
                  <a:lnTo>
                    <a:pt x="48267" y="33802"/>
                  </a:lnTo>
                  <a:lnTo>
                    <a:pt x="53522" y="38251"/>
                  </a:lnTo>
                  <a:lnTo>
                    <a:pt x="53308" y="38630"/>
                  </a:lnTo>
                  <a:lnTo>
                    <a:pt x="52112" y="40747"/>
                  </a:lnTo>
                  <a:lnTo>
                    <a:pt x="50132" y="42348"/>
                  </a:lnTo>
                  <a:lnTo>
                    <a:pt x="45340" y="40650"/>
                  </a:lnTo>
                  <a:lnTo>
                    <a:pt x="43628" y="41615"/>
                  </a:lnTo>
                  <a:lnTo>
                    <a:pt x="41298" y="42059"/>
                  </a:lnTo>
                  <a:lnTo>
                    <a:pt x="37644" y="39328"/>
                  </a:lnTo>
                  <a:lnTo>
                    <a:pt x="34246" y="37051"/>
                  </a:lnTo>
                  <a:lnTo>
                    <a:pt x="29249" y="36027"/>
                  </a:lnTo>
                  <a:lnTo>
                    <a:pt x="26713" y="35475"/>
                  </a:lnTo>
                  <a:lnTo>
                    <a:pt x="23291" y="35718"/>
                  </a:lnTo>
                  <a:lnTo>
                    <a:pt x="18351" y="36128"/>
                  </a:lnTo>
                  <a:lnTo>
                    <a:pt x="18219" y="36139"/>
                  </a:lnTo>
                  <a:lnTo>
                    <a:pt x="17010" y="36097"/>
                  </a:lnTo>
                  <a:lnTo>
                    <a:pt x="14407" y="31675"/>
                  </a:lnTo>
                  <a:lnTo>
                    <a:pt x="13220" y="28986"/>
                  </a:lnTo>
                  <a:lnTo>
                    <a:pt x="9750" y="25928"/>
                  </a:lnTo>
                  <a:lnTo>
                    <a:pt x="9207" y="23588"/>
                  </a:lnTo>
                  <a:lnTo>
                    <a:pt x="4539" y="18006"/>
                  </a:lnTo>
                  <a:lnTo>
                    <a:pt x="4320" y="14768"/>
                  </a:lnTo>
                  <a:lnTo>
                    <a:pt x="0" y="9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100143" y="5118212"/>
              <a:ext cx="38947" cy="33338"/>
            </a:xfrm>
            <a:custGeom>
              <a:avLst/>
              <a:pathLst>
                <a:path w="38947" h="33338">
                  <a:moveTo>
                    <a:pt x="0" y="12213"/>
                  </a:moveTo>
                  <a:lnTo>
                    <a:pt x="2819" y="9672"/>
                  </a:lnTo>
                  <a:lnTo>
                    <a:pt x="3644" y="5997"/>
                  </a:lnTo>
                  <a:lnTo>
                    <a:pt x="5490" y="4509"/>
                  </a:lnTo>
                  <a:lnTo>
                    <a:pt x="12675" y="1680"/>
                  </a:lnTo>
                  <a:lnTo>
                    <a:pt x="14944" y="0"/>
                  </a:lnTo>
                  <a:lnTo>
                    <a:pt x="17940" y="538"/>
                  </a:lnTo>
                  <a:lnTo>
                    <a:pt x="20757" y="2509"/>
                  </a:lnTo>
                  <a:lnTo>
                    <a:pt x="22368" y="398"/>
                  </a:lnTo>
                  <a:lnTo>
                    <a:pt x="26964" y="1818"/>
                  </a:lnTo>
                  <a:lnTo>
                    <a:pt x="29204" y="976"/>
                  </a:lnTo>
                  <a:lnTo>
                    <a:pt x="32652" y="3050"/>
                  </a:lnTo>
                  <a:lnTo>
                    <a:pt x="36874" y="6329"/>
                  </a:lnTo>
                  <a:lnTo>
                    <a:pt x="38947" y="11934"/>
                  </a:lnTo>
                  <a:lnTo>
                    <a:pt x="37454" y="17228"/>
                  </a:lnTo>
                  <a:lnTo>
                    <a:pt x="36324" y="18845"/>
                  </a:lnTo>
                  <a:lnTo>
                    <a:pt x="36851" y="22677"/>
                  </a:lnTo>
                  <a:lnTo>
                    <a:pt x="36866" y="26965"/>
                  </a:lnTo>
                  <a:lnTo>
                    <a:pt x="33376" y="29984"/>
                  </a:lnTo>
                  <a:lnTo>
                    <a:pt x="28962" y="33338"/>
                  </a:lnTo>
                  <a:lnTo>
                    <a:pt x="22218" y="31145"/>
                  </a:lnTo>
                  <a:lnTo>
                    <a:pt x="18306" y="29862"/>
                  </a:lnTo>
                  <a:lnTo>
                    <a:pt x="15995" y="29622"/>
                  </a:lnTo>
                  <a:lnTo>
                    <a:pt x="11891" y="25402"/>
                  </a:lnTo>
                  <a:lnTo>
                    <a:pt x="6986" y="22341"/>
                  </a:lnTo>
                  <a:lnTo>
                    <a:pt x="3064" y="20366"/>
                  </a:lnTo>
                  <a:lnTo>
                    <a:pt x="150" y="163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64754" y="5132934"/>
              <a:ext cx="14595" cy="18745"/>
            </a:xfrm>
            <a:custGeom>
              <a:avLst/>
              <a:pathLst>
                <a:path w="14595" h="18745">
                  <a:moveTo>
                    <a:pt x="0" y="15056"/>
                  </a:moveTo>
                  <a:lnTo>
                    <a:pt x="1052" y="8609"/>
                  </a:lnTo>
                  <a:lnTo>
                    <a:pt x="3594" y="5988"/>
                  </a:lnTo>
                  <a:lnTo>
                    <a:pt x="7955" y="4236"/>
                  </a:lnTo>
                  <a:lnTo>
                    <a:pt x="9026" y="3110"/>
                  </a:lnTo>
                  <a:lnTo>
                    <a:pt x="9526" y="293"/>
                  </a:lnTo>
                  <a:lnTo>
                    <a:pt x="12724" y="0"/>
                  </a:lnTo>
                  <a:lnTo>
                    <a:pt x="13873" y="772"/>
                  </a:lnTo>
                  <a:lnTo>
                    <a:pt x="14595" y="2233"/>
                  </a:lnTo>
                  <a:lnTo>
                    <a:pt x="13196" y="3571"/>
                  </a:lnTo>
                  <a:lnTo>
                    <a:pt x="12253" y="6711"/>
                  </a:lnTo>
                  <a:lnTo>
                    <a:pt x="13053" y="9598"/>
                  </a:lnTo>
                  <a:lnTo>
                    <a:pt x="9575" y="10853"/>
                  </a:lnTo>
                  <a:lnTo>
                    <a:pt x="7089" y="11309"/>
                  </a:lnTo>
                  <a:lnTo>
                    <a:pt x="5758" y="13002"/>
                  </a:lnTo>
                  <a:lnTo>
                    <a:pt x="4755" y="15047"/>
                  </a:lnTo>
                  <a:lnTo>
                    <a:pt x="3818" y="18745"/>
                  </a:lnTo>
                  <a:lnTo>
                    <a:pt x="1759" y="175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46313" y="3162517"/>
              <a:ext cx="425482" cy="278999"/>
            </a:xfrm>
            <a:custGeom>
              <a:avLst/>
              <a:pathLst>
                <a:path w="425482" h="278999">
                  <a:moveTo>
                    <a:pt x="1116" y="89011"/>
                  </a:moveTo>
                  <a:lnTo>
                    <a:pt x="3773" y="84644"/>
                  </a:lnTo>
                  <a:lnTo>
                    <a:pt x="6168" y="80071"/>
                  </a:lnTo>
                  <a:lnTo>
                    <a:pt x="5890" y="77434"/>
                  </a:lnTo>
                  <a:lnTo>
                    <a:pt x="5761" y="76209"/>
                  </a:lnTo>
                  <a:lnTo>
                    <a:pt x="8285" y="72863"/>
                  </a:lnTo>
                  <a:lnTo>
                    <a:pt x="6937" y="71315"/>
                  </a:lnTo>
                  <a:lnTo>
                    <a:pt x="8605" y="68829"/>
                  </a:lnTo>
                  <a:lnTo>
                    <a:pt x="7263" y="65822"/>
                  </a:lnTo>
                  <a:lnTo>
                    <a:pt x="10586" y="63249"/>
                  </a:lnTo>
                  <a:lnTo>
                    <a:pt x="10921" y="61915"/>
                  </a:lnTo>
                  <a:lnTo>
                    <a:pt x="11621" y="59125"/>
                  </a:lnTo>
                  <a:lnTo>
                    <a:pt x="10260" y="56594"/>
                  </a:lnTo>
                  <a:lnTo>
                    <a:pt x="8900" y="49818"/>
                  </a:lnTo>
                  <a:lnTo>
                    <a:pt x="5924" y="49954"/>
                  </a:lnTo>
                  <a:lnTo>
                    <a:pt x="3853" y="47726"/>
                  </a:lnTo>
                  <a:lnTo>
                    <a:pt x="3427" y="46840"/>
                  </a:lnTo>
                  <a:lnTo>
                    <a:pt x="2040" y="43948"/>
                  </a:lnTo>
                  <a:lnTo>
                    <a:pt x="5102" y="43033"/>
                  </a:lnTo>
                  <a:lnTo>
                    <a:pt x="5318" y="38873"/>
                  </a:lnTo>
                  <a:lnTo>
                    <a:pt x="5350" y="35491"/>
                  </a:lnTo>
                  <a:lnTo>
                    <a:pt x="537" y="31426"/>
                  </a:lnTo>
                  <a:lnTo>
                    <a:pt x="1024" y="28287"/>
                  </a:lnTo>
                  <a:lnTo>
                    <a:pt x="0" y="25616"/>
                  </a:lnTo>
                  <a:lnTo>
                    <a:pt x="9276" y="25227"/>
                  </a:lnTo>
                  <a:lnTo>
                    <a:pt x="25497" y="24500"/>
                  </a:lnTo>
                  <a:lnTo>
                    <a:pt x="34749" y="24073"/>
                  </a:lnTo>
                  <a:lnTo>
                    <a:pt x="46985" y="23483"/>
                  </a:lnTo>
                  <a:lnTo>
                    <a:pt x="48674" y="23399"/>
                  </a:lnTo>
                  <a:lnTo>
                    <a:pt x="70794" y="22196"/>
                  </a:lnTo>
                  <a:lnTo>
                    <a:pt x="72853" y="22074"/>
                  </a:lnTo>
                  <a:lnTo>
                    <a:pt x="77093" y="21822"/>
                  </a:lnTo>
                  <a:lnTo>
                    <a:pt x="88087" y="21152"/>
                  </a:lnTo>
                  <a:lnTo>
                    <a:pt x="107191" y="20019"/>
                  </a:lnTo>
                  <a:lnTo>
                    <a:pt x="109759" y="19861"/>
                  </a:lnTo>
                  <a:lnTo>
                    <a:pt x="111010" y="19783"/>
                  </a:lnTo>
                  <a:lnTo>
                    <a:pt x="137187" y="18068"/>
                  </a:lnTo>
                  <a:lnTo>
                    <a:pt x="140508" y="17841"/>
                  </a:lnTo>
                  <a:lnTo>
                    <a:pt x="149575" y="17233"/>
                  </a:lnTo>
                  <a:lnTo>
                    <a:pt x="167193" y="16008"/>
                  </a:lnTo>
                  <a:lnTo>
                    <a:pt x="187662" y="14455"/>
                  </a:lnTo>
                  <a:lnTo>
                    <a:pt x="192223" y="14098"/>
                  </a:lnTo>
                  <a:lnTo>
                    <a:pt x="197263" y="13697"/>
                  </a:lnTo>
                  <a:lnTo>
                    <a:pt x="214309" y="12301"/>
                  </a:lnTo>
                  <a:lnTo>
                    <a:pt x="225712" y="11339"/>
                  </a:lnTo>
                  <a:lnTo>
                    <a:pt x="227289" y="11204"/>
                  </a:lnTo>
                  <a:lnTo>
                    <a:pt x="237066" y="10356"/>
                  </a:lnTo>
                  <a:lnTo>
                    <a:pt x="257178" y="8485"/>
                  </a:lnTo>
                  <a:lnTo>
                    <a:pt x="263783" y="7864"/>
                  </a:lnTo>
                  <a:lnTo>
                    <a:pt x="280903" y="6217"/>
                  </a:lnTo>
                  <a:lnTo>
                    <a:pt x="287182" y="5609"/>
                  </a:lnTo>
                  <a:lnTo>
                    <a:pt x="303337" y="4008"/>
                  </a:lnTo>
                  <a:lnTo>
                    <a:pt x="309331" y="3400"/>
                  </a:lnTo>
                  <a:lnTo>
                    <a:pt x="316892" y="2623"/>
                  </a:lnTo>
                  <a:lnTo>
                    <a:pt x="324478" y="1833"/>
                  </a:lnTo>
                  <a:lnTo>
                    <a:pt x="341782" y="0"/>
                  </a:lnTo>
                  <a:lnTo>
                    <a:pt x="341322" y="4439"/>
                  </a:lnTo>
                  <a:lnTo>
                    <a:pt x="342985" y="7048"/>
                  </a:lnTo>
                  <a:lnTo>
                    <a:pt x="343851" y="8407"/>
                  </a:lnTo>
                  <a:lnTo>
                    <a:pt x="343621" y="11032"/>
                  </a:lnTo>
                  <a:lnTo>
                    <a:pt x="347318" y="14067"/>
                  </a:lnTo>
                  <a:lnTo>
                    <a:pt x="350536" y="15590"/>
                  </a:lnTo>
                  <a:lnTo>
                    <a:pt x="354233" y="20467"/>
                  </a:lnTo>
                  <a:lnTo>
                    <a:pt x="352658" y="23480"/>
                  </a:lnTo>
                  <a:lnTo>
                    <a:pt x="350133" y="27961"/>
                  </a:lnTo>
                  <a:lnTo>
                    <a:pt x="347890" y="31723"/>
                  </a:lnTo>
                  <a:lnTo>
                    <a:pt x="348418" y="36481"/>
                  </a:lnTo>
                  <a:lnTo>
                    <a:pt x="348821" y="40115"/>
                  </a:lnTo>
                  <a:lnTo>
                    <a:pt x="350294" y="44490"/>
                  </a:lnTo>
                  <a:lnTo>
                    <a:pt x="350631" y="45489"/>
                  </a:lnTo>
                  <a:lnTo>
                    <a:pt x="352422" y="51667"/>
                  </a:lnTo>
                  <a:lnTo>
                    <a:pt x="355295" y="54836"/>
                  </a:lnTo>
                  <a:lnTo>
                    <a:pt x="357927" y="62419"/>
                  </a:lnTo>
                  <a:lnTo>
                    <a:pt x="361880" y="66935"/>
                  </a:lnTo>
                  <a:lnTo>
                    <a:pt x="367070" y="69522"/>
                  </a:lnTo>
                  <a:lnTo>
                    <a:pt x="370021" y="70036"/>
                  </a:lnTo>
                  <a:lnTo>
                    <a:pt x="372963" y="70547"/>
                  </a:lnTo>
                  <a:lnTo>
                    <a:pt x="380129" y="71441"/>
                  </a:lnTo>
                  <a:lnTo>
                    <a:pt x="383062" y="72800"/>
                  </a:lnTo>
                  <a:lnTo>
                    <a:pt x="385354" y="76952"/>
                  </a:lnTo>
                  <a:lnTo>
                    <a:pt x="387941" y="82689"/>
                  </a:lnTo>
                  <a:lnTo>
                    <a:pt x="388050" y="85917"/>
                  </a:lnTo>
                  <a:lnTo>
                    <a:pt x="391912" y="87634"/>
                  </a:lnTo>
                  <a:lnTo>
                    <a:pt x="393617" y="88211"/>
                  </a:lnTo>
                  <a:lnTo>
                    <a:pt x="397042" y="90978"/>
                  </a:lnTo>
                  <a:lnTo>
                    <a:pt x="399391" y="92602"/>
                  </a:lnTo>
                  <a:lnTo>
                    <a:pt x="402084" y="94462"/>
                  </a:lnTo>
                  <a:lnTo>
                    <a:pt x="404336" y="97485"/>
                  </a:lnTo>
                  <a:lnTo>
                    <a:pt x="403867" y="101236"/>
                  </a:lnTo>
                  <a:lnTo>
                    <a:pt x="406206" y="104411"/>
                  </a:lnTo>
                  <a:lnTo>
                    <a:pt x="410601" y="107079"/>
                  </a:lnTo>
                  <a:lnTo>
                    <a:pt x="412184" y="107742"/>
                  </a:lnTo>
                  <a:lnTo>
                    <a:pt x="415353" y="109067"/>
                  </a:lnTo>
                  <a:lnTo>
                    <a:pt x="419594" y="110809"/>
                  </a:lnTo>
                  <a:lnTo>
                    <a:pt x="423021" y="114184"/>
                  </a:lnTo>
                  <a:lnTo>
                    <a:pt x="423549" y="119968"/>
                  </a:lnTo>
                  <a:lnTo>
                    <a:pt x="423867" y="120578"/>
                  </a:lnTo>
                  <a:lnTo>
                    <a:pt x="425482" y="123671"/>
                  </a:lnTo>
                  <a:lnTo>
                    <a:pt x="425019" y="128852"/>
                  </a:lnTo>
                  <a:lnTo>
                    <a:pt x="425023" y="129591"/>
                  </a:lnTo>
                  <a:lnTo>
                    <a:pt x="425046" y="133672"/>
                  </a:lnTo>
                  <a:lnTo>
                    <a:pt x="424385" y="137220"/>
                  </a:lnTo>
                  <a:lnTo>
                    <a:pt x="424768" y="140069"/>
                  </a:lnTo>
                  <a:lnTo>
                    <a:pt x="421054" y="143104"/>
                  </a:lnTo>
                  <a:lnTo>
                    <a:pt x="420677" y="143412"/>
                  </a:lnTo>
                  <a:lnTo>
                    <a:pt x="417021" y="147179"/>
                  </a:lnTo>
                  <a:lnTo>
                    <a:pt x="417084" y="148384"/>
                  </a:lnTo>
                  <a:lnTo>
                    <a:pt x="417238" y="151352"/>
                  </a:lnTo>
                  <a:lnTo>
                    <a:pt x="416107" y="154171"/>
                  </a:lnTo>
                  <a:lnTo>
                    <a:pt x="416584" y="159953"/>
                  </a:lnTo>
                  <a:lnTo>
                    <a:pt x="415169" y="161804"/>
                  </a:lnTo>
                  <a:lnTo>
                    <a:pt x="411964" y="163661"/>
                  </a:lnTo>
                  <a:lnTo>
                    <a:pt x="409378" y="167454"/>
                  </a:lnTo>
                  <a:lnTo>
                    <a:pt x="406042" y="168197"/>
                  </a:lnTo>
                  <a:lnTo>
                    <a:pt x="402286" y="168915"/>
                  </a:lnTo>
                  <a:lnTo>
                    <a:pt x="399495" y="172008"/>
                  </a:lnTo>
                  <a:lnTo>
                    <a:pt x="394387" y="175274"/>
                  </a:lnTo>
                  <a:lnTo>
                    <a:pt x="388840" y="176067"/>
                  </a:lnTo>
                  <a:lnTo>
                    <a:pt x="383588" y="177070"/>
                  </a:lnTo>
                  <a:lnTo>
                    <a:pt x="380093" y="179703"/>
                  </a:lnTo>
                  <a:lnTo>
                    <a:pt x="377257" y="179381"/>
                  </a:lnTo>
                  <a:lnTo>
                    <a:pt x="373318" y="180385"/>
                  </a:lnTo>
                  <a:lnTo>
                    <a:pt x="371381" y="185420"/>
                  </a:lnTo>
                  <a:lnTo>
                    <a:pt x="371227" y="188043"/>
                  </a:lnTo>
                  <a:lnTo>
                    <a:pt x="371095" y="188590"/>
                  </a:lnTo>
                  <a:lnTo>
                    <a:pt x="369254" y="196187"/>
                  </a:lnTo>
                  <a:lnTo>
                    <a:pt x="371729" y="199068"/>
                  </a:lnTo>
                  <a:lnTo>
                    <a:pt x="374795" y="203006"/>
                  </a:lnTo>
                  <a:lnTo>
                    <a:pt x="377695" y="203004"/>
                  </a:lnTo>
                  <a:lnTo>
                    <a:pt x="380845" y="207213"/>
                  </a:lnTo>
                  <a:lnTo>
                    <a:pt x="381529" y="210531"/>
                  </a:lnTo>
                  <a:lnTo>
                    <a:pt x="381580" y="210778"/>
                  </a:lnTo>
                  <a:lnTo>
                    <a:pt x="382483" y="215156"/>
                  </a:lnTo>
                  <a:lnTo>
                    <a:pt x="382633" y="220912"/>
                  </a:lnTo>
                  <a:lnTo>
                    <a:pt x="380830" y="224818"/>
                  </a:lnTo>
                  <a:lnTo>
                    <a:pt x="377328" y="229076"/>
                  </a:lnTo>
                  <a:lnTo>
                    <a:pt x="374568" y="233560"/>
                  </a:lnTo>
                  <a:lnTo>
                    <a:pt x="375030" y="237169"/>
                  </a:lnTo>
                  <a:lnTo>
                    <a:pt x="373937" y="242112"/>
                  </a:lnTo>
                  <a:lnTo>
                    <a:pt x="374005" y="244372"/>
                  </a:lnTo>
                  <a:lnTo>
                    <a:pt x="374076" y="246732"/>
                  </a:lnTo>
                  <a:lnTo>
                    <a:pt x="370014" y="250308"/>
                  </a:lnTo>
                  <a:lnTo>
                    <a:pt x="365970" y="250644"/>
                  </a:lnTo>
                  <a:lnTo>
                    <a:pt x="360102" y="253468"/>
                  </a:lnTo>
                  <a:lnTo>
                    <a:pt x="358084" y="256412"/>
                  </a:lnTo>
                  <a:lnTo>
                    <a:pt x="357165" y="260757"/>
                  </a:lnTo>
                  <a:lnTo>
                    <a:pt x="359142" y="262677"/>
                  </a:lnTo>
                  <a:lnTo>
                    <a:pt x="358856" y="267868"/>
                  </a:lnTo>
                  <a:lnTo>
                    <a:pt x="359786" y="272456"/>
                  </a:lnTo>
                  <a:lnTo>
                    <a:pt x="356874" y="274603"/>
                  </a:lnTo>
                  <a:lnTo>
                    <a:pt x="351433" y="273077"/>
                  </a:lnTo>
                  <a:lnTo>
                    <a:pt x="349767" y="270518"/>
                  </a:lnTo>
                  <a:lnTo>
                    <a:pt x="346551" y="268360"/>
                  </a:lnTo>
                  <a:lnTo>
                    <a:pt x="343258" y="265245"/>
                  </a:lnTo>
                  <a:lnTo>
                    <a:pt x="342217" y="261901"/>
                  </a:lnTo>
                  <a:lnTo>
                    <a:pt x="338663" y="261214"/>
                  </a:lnTo>
                  <a:lnTo>
                    <a:pt x="337471" y="258865"/>
                  </a:lnTo>
                  <a:lnTo>
                    <a:pt x="335185" y="256900"/>
                  </a:lnTo>
                  <a:lnTo>
                    <a:pt x="334274" y="256117"/>
                  </a:lnTo>
                  <a:lnTo>
                    <a:pt x="320390" y="258158"/>
                  </a:lnTo>
                  <a:lnTo>
                    <a:pt x="320137" y="258191"/>
                  </a:lnTo>
                  <a:lnTo>
                    <a:pt x="304470" y="260193"/>
                  </a:lnTo>
                  <a:lnTo>
                    <a:pt x="293138" y="261548"/>
                  </a:lnTo>
                  <a:lnTo>
                    <a:pt x="286315" y="262352"/>
                  </a:lnTo>
                  <a:lnTo>
                    <a:pt x="274112" y="263840"/>
                  </a:lnTo>
                  <a:lnTo>
                    <a:pt x="270878" y="264230"/>
                  </a:lnTo>
                  <a:lnTo>
                    <a:pt x="269025" y="264414"/>
                  </a:lnTo>
                  <a:lnTo>
                    <a:pt x="253950" y="265891"/>
                  </a:lnTo>
                  <a:lnTo>
                    <a:pt x="243625" y="267112"/>
                  </a:lnTo>
                  <a:lnTo>
                    <a:pt x="241071" y="267411"/>
                  </a:lnTo>
                  <a:lnTo>
                    <a:pt x="227143" y="268761"/>
                  </a:lnTo>
                  <a:lnTo>
                    <a:pt x="225218" y="268927"/>
                  </a:lnTo>
                  <a:lnTo>
                    <a:pt x="213080" y="269955"/>
                  </a:lnTo>
                  <a:lnTo>
                    <a:pt x="210389" y="270180"/>
                  </a:lnTo>
                  <a:lnTo>
                    <a:pt x="198622" y="271255"/>
                  </a:lnTo>
                  <a:lnTo>
                    <a:pt x="194194" y="271653"/>
                  </a:lnTo>
                  <a:lnTo>
                    <a:pt x="182590" y="272748"/>
                  </a:lnTo>
                  <a:lnTo>
                    <a:pt x="177564" y="273214"/>
                  </a:lnTo>
                  <a:lnTo>
                    <a:pt x="168169" y="273958"/>
                  </a:lnTo>
                  <a:lnTo>
                    <a:pt x="162944" y="274364"/>
                  </a:lnTo>
                  <a:lnTo>
                    <a:pt x="152257" y="275141"/>
                  </a:lnTo>
                  <a:lnTo>
                    <a:pt x="148083" y="275439"/>
                  </a:lnTo>
                  <a:lnTo>
                    <a:pt x="141539" y="275779"/>
                  </a:lnTo>
                  <a:lnTo>
                    <a:pt x="129005" y="276409"/>
                  </a:lnTo>
                  <a:lnTo>
                    <a:pt x="122673" y="276697"/>
                  </a:lnTo>
                  <a:lnTo>
                    <a:pt x="112398" y="277148"/>
                  </a:lnTo>
                  <a:lnTo>
                    <a:pt x="103503" y="277542"/>
                  </a:lnTo>
                  <a:lnTo>
                    <a:pt x="94608" y="277920"/>
                  </a:lnTo>
                  <a:lnTo>
                    <a:pt x="92050" y="278024"/>
                  </a:lnTo>
                  <a:lnTo>
                    <a:pt x="81424" y="278441"/>
                  </a:lnTo>
                  <a:lnTo>
                    <a:pt x="65912" y="278999"/>
                  </a:lnTo>
                  <a:lnTo>
                    <a:pt x="66968" y="277348"/>
                  </a:lnTo>
                  <a:lnTo>
                    <a:pt x="64534" y="273082"/>
                  </a:lnTo>
                  <a:lnTo>
                    <a:pt x="60138" y="270725"/>
                  </a:lnTo>
                  <a:lnTo>
                    <a:pt x="57071" y="266157"/>
                  </a:lnTo>
                  <a:lnTo>
                    <a:pt x="60492" y="261807"/>
                  </a:lnTo>
                  <a:lnTo>
                    <a:pt x="59759" y="256407"/>
                  </a:lnTo>
                  <a:lnTo>
                    <a:pt x="61615" y="252699"/>
                  </a:lnTo>
                  <a:lnTo>
                    <a:pt x="61034" y="251738"/>
                  </a:lnTo>
                  <a:lnTo>
                    <a:pt x="59656" y="249453"/>
                  </a:lnTo>
                  <a:lnTo>
                    <a:pt x="60078" y="245239"/>
                  </a:lnTo>
                  <a:lnTo>
                    <a:pt x="57398" y="241413"/>
                  </a:lnTo>
                  <a:lnTo>
                    <a:pt x="57320" y="238299"/>
                  </a:lnTo>
                  <a:lnTo>
                    <a:pt x="57252" y="235605"/>
                  </a:lnTo>
                  <a:lnTo>
                    <a:pt x="56756" y="232007"/>
                  </a:lnTo>
                  <a:lnTo>
                    <a:pt x="57054" y="228859"/>
                  </a:lnTo>
                  <a:lnTo>
                    <a:pt x="57277" y="226491"/>
                  </a:lnTo>
                  <a:lnTo>
                    <a:pt x="53793" y="226903"/>
                  </a:lnTo>
                  <a:lnTo>
                    <a:pt x="53749" y="226287"/>
                  </a:lnTo>
                  <a:lnTo>
                    <a:pt x="53455" y="222204"/>
                  </a:lnTo>
                  <a:lnTo>
                    <a:pt x="54687" y="218597"/>
                  </a:lnTo>
                  <a:lnTo>
                    <a:pt x="52157" y="214862"/>
                  </a:lnTo>
                  <a:lnTo>
                    <a:pt x="51752" y="210668"/>
                  </a:lnTo>
                  <a:lnTo>
                    <a:pt x="51764" y="208917"/>
                  </a:lnTo>
                  <a:lnTo>
                    <a:pt x="51804" y="203129"/>
                  </a:lnTo>
                  <a:lnTo>
                    <a:pt x="47769" y="202095"/>
                  </a:lnTo>
                  <a:lnTo>
                    <a:pt x="46888" y="198873"/>
                  </a:lnTo>
                  <a:lnTo>
                    <a:pt x="46008" y="195651"/>
                  </a:lnTo>
                  <a:lnTo>
                    <a:pt x="41116" y="197277"/>
                  </a:lnTo>
                  <a:lnTo>
                    <a:pt x="40239" y="194426"/>
                  </a:lnTo>
                  <a:lnTo>
                    <a:pt x="38301" y="189907"/>
                  </a:lnTo>
                  <a:lnTo>
                    <a:pt x="38514" y="185054"/>
                  </a:lnTo>
                  <a:lnTo>
                    <a:pt x="38715" y="184344"/>
                  </a:lnTo>
                  <a:lnTo>
                    <a:pt x="39863" y="180272"/>
                  </a:lnTo>
                  <a:lnTo>
                    <a:pt x="41085" y="173983"/>
                  </a:lnTo>
                  <a:lnTo>
                    <a:pt x="38054" y="169964"/>
                  </a:lnTo>
                  <a:lnTo>
                    <a:pt x="36714" y="167761"/>
                  </a:lnTo>
                  <a:lnTo>
                    <a:pt x="34428" y="164001"/>
                  </a:lnTo>
                  <a:lnTo>
                    <a:pt x="35904" y="158252"/>
                  </a:lnTo>
                  <a:lnTo>
                    <a:pt x="29771" y="154313"/>
                  </a:lnTo>
                  <a:lnTo>
                    <a:pt x="26462" y="152301"/>
                  </a:lnTo>
                  <a:lnTo>
                    <a:pt x="26463" y="146464"/>
                  </a:lnTo>
                  <a:lnTo>
                    <a:pt x="21125" y="142024"/>
                  </a:lnTo>
                  <a:lnTo>
                    <a:pt x="21627" y="137775"/>
                  </a:lnTo>
                  <a:lnTo>
                    <a:pt x="21669" y="137415"/>
                  </a:lnTo>
                  <a:lnTo>
                    <a:pt x="21514" y="133386"/>
                  </a:lnTo>
                  <a:lnTo>
                    <a:pt x="20416" y="132019"/>
                  </a:lnTo>
                  <a:lnTo>
                    <a:pt x="16564" y="127218"/>
                  </a:lnTo>
                  <a:lnTo>
                    <a:pt x="16040" y="120777"/>
                  </a:lnTo>
                  <a:lnTo>
                    <a:pt x="17825" y="116230"/>
                  </a:lnTo>
                  <a:lnTo>
                    <a:pt x="13559" y="113871"/>
                  </a:lnTo>
                  <a:lnTo>
                    <a:pt x="11420" y="112296"/>
                  </a:lnTo>
                  <a:lnTo>
                    <a:pt x="10388" y="111664"/>
                  </a:lnTo>
                  <a:lnTo>
                    <a:pt x="11281" y="108213"/>
                  </a:lnTo>
                  <a:lnTo>
                    <a:pt x="11063" y="107761"/>
                  </a:lnTo>
                  <a:lnTo>
                    <a:pt x="7749" y="100878"/>
                  </a:lnTo>
                  <a:lnTo>
                    <a:pt x="3393" y="96936"/>
                  </a:lnTo>
                  <a:lnTo>
                    <a:pt x="1124" y="9373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426610" y="2445053"/>
              <a:ext cx="412193" cy="671194"/>
            </a:xfrm>
            <a:custGeom>
              <a:avLst/>
              <a:pathLst>
                <a:path w="412193" h="671194">
                  <a:moveTo>
                    <a:pt x="29724" y="395056"/>
                  </a:moveTo>
                  <a:lnTo>
                    <a:pt x="32098" y="392300"/>
                  </a:lnTo>
                  <a:lnTo>
                    <a:pt x="32401" y="387643"/>
                  </a:lnTo>
                  <a:lnTo>
                    <a:pt x="36793" y="384614"/>
                  </a:lnTo>
                  <a:lnTo>
                    <a:pt x="38893" y="382013"/>
                  </a:lnTo>
                  <a:lnTo>
                    <a:pt x="43554" y="374453"/>
                  </a:lnTo>
                  <a:lnTo>
                    <a:pt x="46921" y="368388"/>
                  </a:lnTo>
                  <a:lnTo>
                    <a:pt x="50408" y="366454"/>
                  </a:lnTo>
                  <a:lnTo>
                    <a:pt x="55938" y="364898"/>
                  </a:lnTo>
                  <a:lnTo>
                    <a:pt x="59489" y="360837"/>
                  </a:lnTo>
                  <a:lnTo>
                    <a:pt x="61488" y="358547"/>
                  </a:lnTo>
                  <a:lnTo>
                    <a:pt x="64470" y="353908"/>
                  </a:lnTo>
                  <a:lnTo>
                    <a:pt x="63882" y="349286"/>
                  </a:lnTo>
                  <a:lnTo>
                    <a:pt x="65859" y="344997"/>
                  </a:lnTo>
                  <a:lnTo>
                    <a:pt x="70225" y="341698"/>
                  </a:lnTo>
                  <a:lnTo>
                    <a:pt x="72603" y="338927"/>
                  </a:lnTo>
                  <a:lnTo>
                    <a:pt x="78684" y="327508"/>
                  </a:lnTo>
                  <a:lnTo>
                    <a:pt x="79252" y="326336"/>
                  </a:lnTo>
                  <a:lnTo>
                    <a:pt x="81052" y="322621"/>
                  </a:lnTo>
                  <a:lnTo>
                    <a:pt x="88570" y="312596"/>
                  </a:lnTo>
                  <a:lnTo>
                    <a:pt x="95920" y="302972"/>
                  </a:lnTo>
                  <a:lnTo>
                    <a:pt x="99154" y="299209"/>
                  </a:lnTo>
                  <a:lnTo>
                    <a:pt x="96460" y="292719"/>
                  </a:lnTo>
                  <a:lnTo>
                    <a:pt x="96967" y="288064"/>
                  </a:lnTo>
                  <a:lnTo>
                    <a:pt x="94347" y="283514"/>
                  </a:lnTo>
                  <a:lnTo>
                    <a:pt x="90094" y="282306"/>
                  </a:lnTo>
                  <a:lnTo>
                    <a:pt x="86671" y="277591"/>
                  </a:lnTo>
                  <a:lnTo>
                    <a:pt x="83874" y="275730"/>
                  </a:lnTo>
                  <a:lnTo>
                    <a:pt x="83377" y="274645"/>
                  </a:lnTo>
                  <a:lnTo>
                    <a:pt x="80805" y="269017"/>
                  </a:lnTo>
                  <a:lnTo>
                    <a:pt x="80145" y="264235"/>
                  </a:lnTo>
                  <a:lnTo>
                    <a:pt x="79095" y="260685"/>
                  </a:lnTo>
                  <a:lnTo>
                    <a:pt x="78728" y="254678"/>
                  </a:lnTo>
                  <a:lnTo>
                    <a:pt x="76842" y="252111"/>
                  </a:lnTo>
                  <a:lnTo>
                    <a:pt x="80666" y="247734"/>
                  </a:lnTo>
                  <a:lnTo>
                    <a:pt x="81876" y="245421"/>
                  </a:lnTo>
                  <a:lnTo>
                    <a:pt x="80103" y="242440"/>
                  </a:lnTo>
                  <a:lnTo>
                    <a:pt x="81017" y="237792"/>
                  </a:lnTo>
                  <a:lnTo>
                    <a:pt x="80006" y="233066"/>
                  </a:lnTo>
                  <a:lnTo>
                    <a:pt x="77087" y="227870"/>
                  </a:lnTo>
                  <a:lnTo>
                    <a:pt x="79747" y="223349"/>
                  </a:lnTo>
                  <a:lnTo>
                    <a:pt x="79984" y="221945"/>
                  </a:lnTo>
                  <a:lnTo>
                    <a:pt x="80657" y="217961"/>
                  </a:lnTo>
                  <a:lnTo>
                    <a:pt x="81969" y="211923"/>
                  </a:lnTo>
                  <a:lnTo>
                    <a:pt x="93000" y="161371"/>
                  </a:lnTo>
                  <a:lnTo>
                    <a:pt x="93520" y="159001"/>
                  </a:lnTo>
                  <a:lnTo>
                    <a:pt x="95480" y="149974"/>
                  </a:lnTo>
                  <a:lnTo>
                    <a:pt x="97485" y="140757"/>
                  </a:lnTo>
                  <a:lnTo>
                    <a:pt x="104440" y="108879"/>
                  </a:lnTo>
                  <a:lnTo>
                    <a:pt x="109080" y="87992"/>
                  </a:lnTo>
                  <a:lnTo>
                    <a:pt x="110386" y="82127"/>
                  </a:lnTo>
                  <a:lnTo>
                    <a:pt x="111912" y="75276"/>
                  </a:lnTo>
                  <a:lnTo>
                    <a:pt x="117955" y="49663"/>
                  </a:lnTo>
                  <a:lnTo>
                    <a:pt x="122551" y="29491"/>
                  </a:lnTo>
                  <a:lnTo>
                    <a:pt x="126251" y="13140"/>
                  </a:lnTo>
                  <a:lnTo>
                    <a:pt x="129231" y="0"/>
                  </a:lnTo>
                  <a:lnTo>
                    <a:pt x="144667" y="3287"/>
                  </a:lnTo>
                  <a:lnTo>
                    <a:pt x="163732" y="7338"/>
                  </a:lnTo>
                  <a:lnTo>
                    <a:pt x="184438" y="11582"/>
                  </a:lnTo>
                  <a:lnTo>
                    <a:pt x="175371" y="54682"/>
                  </a:lnTo>
                  <a:lnTo>
                    <a:pt x="174995" y="56479"/>
                  </a:lnTo>
                  <a:lnTo>
                    <a:pt x="171904" y="71294"/>
                  </a:lnTo>
                  <a:lnTo>
                    <a:pt x="170211" y="79394"/>
                  </a:lnTo>
                  <a:lnTo>
                    <a:pt x="168566" y="87276"/>
                  </a:lnTo>
                  <a:lnTo>
                    <a:pt x="166299" y="98078"/>
                  </a:lnTo>
                  <a:lnTo>
                    <a:pt x="166630" y="99525"/>
                  </a:lnTo>
                  <a:lnTo>
                    <a:pt x="166876" y="100592"/>
                  </a:lnTo>
                  <a:lnTo>
                    <a:pt x="169592" y="107925"/>
                  </a:lnTo>
                  <a:lnTo>
                    <a:pt x="172001" y="113377"/>
                  </a:lnTo>
                  <a:lnTo>
                    <a:pt x="174694" y="116454"/>
                  </a:lnTo>
                  <a:lnTo>
                    <a:pt x="174318" y="121243"/>
                  </a:lnTo>
                  <a:lnTo>
                    <a:pt x="179620" y="128099"/>
                  </a:lnTo>
                  <a:lnTo>
                    <a:pt x="178161" y="131580"/>
                  </a:lnTo>
                  <a:lnTo>
                    <a:pt x="180038" y="134775"/>
                  </a:lnTo>
                  <a:lnTo>
                    <a:pt x="177654" y="138541"/>
                  </a:lnTo>
                  <a:lnTo>
                    <a:pt x="177130" y="142365"/>
                  </a:lnTo>
                  <a:lnTo>
                    <a:pt x="181011" y="147725"/>
                  </a:lnTo>
                  <a:lnTo>
                    <a:pt x="177205" y="149173"/>
                  </a:lnTo>
                  <a:lnTo>
                    <a:pt x="175504" y="152385"/>
                  </a:lnTo>
                  <a:lnTo>
                    <a:pt x="182269" y="158304"/>
                  </a:lnTo>
                  <a:lnTo>
                    <a:pt x="184066" y="163418"/>
                  </a:lnTo>
                  <a:lnTo>
                    <a:pt x="187113" y="166651"/>
                  </a:lnTo>
                  <a:lnTo>
                    <a:pt x="192550" y="169486"/>
                  </a:lnTo>
                  <a:lnTo>
                    <a:pt x="195009" y="170802"/>
                  </a:lnTo>
                  <a:lnTo>
                    <a:pt x="196254" y="175185"/>
                  </a:lnTo>
                  <a:lnTo>
                    <a:pt x="197778" y="178640"/>
                  </a:lnTo>
                  <a:lnTo>
                    <a:pt x="200914" y="183175"/>
                  </a:lnTo>
                  <a:lnTo>
                    <a:pt x="203748" y="189993"/>
                  </a:lnTo>
                  <a:lnTo>
                    <a:pt x="206001" y="193943"/>
                  </a:lnTo>
                  <a:lnTo>
                    <a:pt x="207479" y="198766"/>
                  </a:lnTo>
                  <a:lnTo>
                    <a:pt x="210957" y="202900"/>
                  </a:lnTo>
                  <a:lnTo>
                    <a:pt x="212644" y="204900"/>
                  </a:lnTo>
                  <a:lnTo>
                    <a:pt x="210948" y="208730"/>
                  </a:lnTo>
                  <a:lnTo>
                    <a:pt x="213708" y="214297"/>
                  </a:lnTo>
                  <a:lnTo>
                    <a:pt x="218497" y="218166"/>
                  </a:lnTo>
                  <a:lnTo>
                    <a:pt x="219192" y="221879"/>
                  </a:lnTo>
                  <a:lnTo>
                    <a:pt x="223235" y="222508"/>
                  </a:lnTo>
                  <a:lnTo>
                    <a:pt x="224406" y="223478"/>
                  </a:lnTo>
                  <a:lnTo>
                    <a:pt x="227057" y="225670"/>
                  </a:lnTo>
                  <a:lnTo>
                    <a:pt x="226480" y="230476"/>
                  </a:lnTo>
                  <a:lnTo>
                    <a:pt x="228184" y="231293"/>
                  </a:lnTo>
                  <a:lnTo>
                    <a:pt x="230642" y="232470"/>
                  </a:lnTo>
                  <a:lnTo>
                    <a:pt x="236279" y="233075"/>
                  </a:lnTo>
                  <a:lnTo>
                    <a:pt x="242063" y="232354"/>
                  </a:lnTo>
                  <a:lnTo>
                    <a:pt x="243322" y="233819"/>
                  </a:lnTo>
                  <a:lnTo>
                    <a:pt x="244081" y="234701"/>
                  </a:lnTo>
                  <a:lnTo>
                    <a:pt x="242355" y="240591"/>
                  </a:lnTo>
                  <a:lnTo>
                    <a:pt x="240049" y="246419"/>
                  </a:lnTo>
                  <a:lnTo>
                    <a:pt x="236854" y="246686"/>
                  </a:lnTo>
                  <a:lnTo>
                    <a:pt x="236560" y="254424"/>
                  </a:lnTo>
                  <a:lnTo>
                    <a:pt x="233929" y="256159"/>
                  </a:lnTo>
                  <a:lnTo>
                    <a:pt x="232167" y="262685"/>
                  </a:lnTo>
                  <a:lnTo>
                    <a:pt x="231008" y="265787"/>
                  </a:lnTo>
                  <a:lnTo>
                    <a:pt x="229920" y="268878"/>
                  </a:lnTo>
                  <a:lnTo>
                    <a:pt x="229149" y="274404"/>
                  </a:lnTo>
                  <a:lnTo>
                    <a:pt x="224949" y="274193"/>
                  </a:lnTo>
                  <a:lnTo>
                    <a:pt x="223879" y="277804"/>
                  </a:lnTo>
                  <a:lnTo>
                    <a:pt x="227087" y="280919"/>
                  </a:lnTo>
                  <a:lnTo>
                    <a:pt x="224821" y="286494"/>
                  </a:lnTo>
                  <a:lnTo>
                    <a:pt x="226494" y="290555"/>
                  </a:lnTo>
                  <a:lnTo>
                    <a:pt x="228398" y="293319"/>
                  </a:lnTo>
                  <a:lnTo>
                    <a:pt x="226956" y="297541"/>
                  </a:lnTo>
                  <a:lnTo>
                    <a:pt x="227990" y="300342"/>
                  </a:lnTo>
                  <a:lnTo>
                    <a:pt x="225483" y="302304"/>
                  </a:lnTo>
                  <a:lnTo>
                    <a:pt x="219527" y="302957"/>
                  </a:lnTo>
                  <a:lnTo>
                    <a:pt x="215914" y="307324"/>
                  </a:lnTo>
                  <a:lnTo>
                    <a:pt x="218460" y="312970"/>
                  </a:lnTo>
                  <a:lnTo>
                    <a:pt x="217933" y="317640"/>
                  </a:lnTo>
                  <a:lnTo>
                    <a:pt x="215467" y="318842"/>
                  </a:lnTo>
                  <a:lnTo>
                    <a:pt x="214631" y="322616"/>
                  </a:lnTo>
                  <a:lnTo>
                    <a:pt x="215155" y="324641"/>
                  </a:lnTo>
                  <a:lnTo>
                    <a:pt x="215793" y="327099"/>
                  </a:lnTo>
                  <a:lnTo>
                    <a:pt x="218542" y="328967"/>
                  </a:lnTo>
                  <a:lnTo>
                    <a:pt x="223063" y="334384"/>
                  </a:lnTo>
                  <a:lnTo>
                    <a:pt x="228269" y="336407"/>
                  </a:lnTo>
                  <a:lnTo>
                    <a:pt x="230810" y="331736"/>
                  </a:lnTo>
                  <a:lnTo>
                    <a:pt x="234875" y="331771"/>
                  </a:lnTo>
                  <a:lnTo>
                    <a:pt x="242010" y="327802"/>
                  </a:lnTo>
                  <a:lnTo>
                    <a:pt x="246887" y="324184"/>
                  </a:lnTo>
                  <a:lnTo>
                    <a:pt x="247491" y="320518"/>
                  </a:lnTo>
                  <a:lnTo>
                    <a:pt x="250214" y="320594"/>
                  </a:lnTo>
                  <a:lnTo>
                    <a:pt x="251339" y="322409"/>
                  </a:lnTo>
                  <a:lnTo>
                    <a:pt x="253735" y="326268"/>
                  </a:lnTo>
                  <a:lnTo>
                    <a:pt x="255685" y="328444"/>
                  </a:lnTo>
                  <a:lnTo>
                    <a:pt x="258660" y="330888"/>
                  </a:lnTo>
                  <a:lnTo>
                    <a:pt x="257706" y="337793"/>
                  </a:lnTo>
                  <a:lnTo>
                    <a:pt x="259661" y="341929"/>
                  </a:lnTo>
                  <a:lnTo>
                    <a:pt x="258663" y="346501"/>
                  </a:lnTo>
                  <a:lnTo>
                    <a:pt x="259901" y="350534"/>
                  </a:lnTo>
                  <a:lnTo>
                    <a:pt x="258814" y="355698"/>
                  </a:lnTo>
                  <a:lnTo>
                    <a:pt x="262662" y="364462"/>
                  </a:lnTo>
                  <a:lnTo>
                    <a:pt x="265680" y="374488"/>
                  </a:lnTo>
                  <a:lnTo>
                    <a:pt x="269152" y="377627"/>
                  </a:lnTo>
                  <a:lnTo>
                    <a:pt x="272147" y="381769"/>
                  </a:lnTo>
                  <a:lnTo>
                    <a:pt x="272256" y="386463"/>
                  </a:lnTo>
                  <a:lnTo>
                    <a:pt x="270793" y="390994"/>
                  </a:lnTo>
                  <a:lnTo>
                    <a:pt x="268605" y="394443"/>
                  </a:lnTo>
                  <a:lnTo>
                    <a:pt x="270808" y="400917"/>
                  </a:lnTo>
                  <a:lnTo>
                    <a:pt x="273466" y="402055"/>
                  </a:lnTo>
                  <a:lnTo>
                    <a:pt x="277585" y="405949"/>
                  </a:lnTo>
                  <a:lnTo>
                    <a:pt x="281260" y="404418"/>
                  </a:lnTo>
                  <a:lnTo>
                    <a:pt x="287532" y="410654"/>
                  </a:lnTo>
                  <a:lnTo>
                    <a:pt x="288594" y="415846"/>
                  </a:lnTo>
                  <a:lnTo>
                    <a:pt x="290663" y="423259"/>
                  </a:lnTo>
                  <a:lnTo>
                    <a:pt x="289210" y="427672"/>
                  </a:lnTo>
                  <a:lnTo>
                    <a:pt x="291727" y="433342"/>
                  </a:lnTo>
                  <a:lnTo>
                    <a:pt x="291072" y="437409"/>
                  </a:lnTo>
                  <a:lnTo>
                    <a:pt x="293744" y="442755"/>
                  </a:lnTo>
                  <a:lnTo>
                    <a:pt x="297526" y="446613"/>
                  </a:lnTo>
                  <a:lnTo>
                    <a:pt x="301266" y="444991"/>
                  </a:lnTo>
                  <a:lnTo>
                    <a:pt x="301602" y="444846"/>
                  </a:lnTo>
                  <a:lnTo>
                    <a:pt x="301695" y="441733"/>
                  </a:lnTo>
                  <a:lnTo>
                    <a:pt x="308223" y="437714"/>
                  </a:lnTo>
                  <a:lnTo>
                    <a:pt x="309959" y="437645"/>
                  </a:lnTo>
                  <a:lnTo>
                    <a:pt x="316336" y="439723"/>
                  </a:lnTo>
                  <a:lnTo>
                    <a:pt x="324134" y="441923"/>
                  </a:lnTo>
                  <a:lnTo>
                    <a:pt x="329010" y="445531"/>
                  </a:lnTo>
                  <a:lnTo>
                    <a:pt x="331844" y="438763"/>
                  </a:lnTo>
                  <a:lnTo>
                    <a:pt x="336859" y="436001"/>
                  </a:lnTo>
                  <a:lnTo>
                    <a:pt x="340511" y="438784"/>
                  </a:lnTo>
                  <a:lnTo>
                    <a:pt x="346280" y="440996"/>
                  </a:lnTo>
                  <a:lnTo>
                    <a:pt x="352020" y="441041"/>
                  </a:lnTo>
                  <a:lnTo>
                    <a:pt x="362467" y="440253"/>
                  </a:lnTo>
                  <a:lnTo>
                    <a:pt x="365669" y="445385"/>
                  </a:lnTo>
                  <a:lnTo>
                    <a:pt x="372693" y="442096"/>
                  </a:lnTo>
                  <a:lnTo>
                    <a:pt x="378038" y="443146"/>
                  </a:lnTo>
                  <a:lnTo>
                    <a:pt x="381371" y="443798"/>
                  </a:lnTo>
                  <a:lnTo>
                    <a:pt x="384416" y="441770"/>
                  </a:lnTo>
                  <a:lnTo>
                    <a:pt x="388716" y="433804"/>
                  </a:lnTo>
                  <a:lnTo>
                    <a:pt x="389651" y="432487"/>
                  </a:lnTo>
                  <a:lnTo>
                    <a:pt x="391078" y="430474"/>
                  </a:lnTo>
                  <a:lnTo>
                    <a:pt x="394820" y="427929"/>
                  </a:lnTo>
                  <a:lnTo>
                    <a:pt x="395257" y="428341"/>
                  </a:lnTo>
                  <a:lnTo>
                    <a:pt x="398226" y="431138"/>
                  </a:lnTo>
                  <a:lnTo>
                    <a:pt x="400931" y="436518"/>
                  </a:lnTo>
                  <a:lnTo>
                    <a:pt x="403141" y="440819"/>
                  </a:lnTo>
                  <a:lnTo>
                    <a:pt x="403968" y="445178"/>
                  </a:lnTo>
                  <a:lnTo>
                    <a:pt x="407071" y="449163"/>
                  </a:lnTo>
                  <a:lnTo>
                    <a:pt x="407861" y="453014"/>
                  </a:lnTo>
                  <a:lnTo>
                    <a:pt x="412193" y="455353"/>
                  </a:lnTo>
                  <a:lnTo>
                    <a:pt x="411005" y="464005"/>
                  </a:lnTo>
                  <a:lnTo>
                    <a:pt x="407967" y="486712"/>
                  </a:lnTo>
                  <a:lnTo>
                    <a:pt x="406491" y="498192"/>
                  </a:lnTo>
                  <a:lnTo>
                    <a:pt x="405650" y="504749"/>
                  </a:lnTo>
                  <a:lnTo>
                    <a:pt x="403079" y="524001"/>
                  </a:lnTo>
                  <a:lnTo>
                    <a:pt x="400933" y="540313"/>
                  </a:lnTo>
                  <a:lnTo>
                    <a:pt x="398809" y="556497"/>
                  </a:lnTo>
                  <a:lnTo>
                    <a:pt x="395997" y="577743"/>
                  </a:lnTo>
                  <a:lnTo>
                    <a:pt x="395386" y="582367"/>
                  </a:lnTo>
                  <a:lnTo>
                    <a:pt x="394752" y="587165"/>
                  </a:lnTo>
                  <a:lnTo>
                    <a:pt x="391966" y="608278"/>
                  </a:lnTo>
                  <a:lnTo>
                    <a:pt x="389422" y="626480"/>
                  </a:lnTo>
                  <a:lnTo>
                    <a:pt x="387421" y="640825"/>
                  </a:lnTo>
                  <a:lnTo>
                    <a:pt x="383439" y="671194"/>
                  </a:lnTo>
                  <a:lnTo>
                    <a:pt x="362289" y="668336"/>
                  </a:lnTo>
                  <a:lnTo>
                    <a:pt x="355998" y="667554"/>
                  </a:lnTo>
                  <a:lnTo>
                    <a:pt x="353646" y="667226"/>
                  </a:lnTo>
                  <a:lnTo>
                    <a:pt x="337967" y="665012"/>
                  </a:lnTo>
                  <a:lnTo>
                    <a:pt x="314816" y="661763"/>
                  </a:lnTo>
                  <a:lnTo>
                    <a:pt x="311630" y="661190"/>
                  </a:lnTo>
                  <a:lnTo>
                    <a:pt x="304846" y="659962"/>
                  </a:lnTo>
                  <a:lnTo>
                    <a:pt x="280169" y="656232"/>
                  </a:lnTo>
                  <a:lnTo>
                    <a:pt x="257443" y="652819"/>
                  </a:lnTo>
                  <a:lnTo>
                    <a:pt x="241449" y="650407"/>
                  </a:lnTo>
                  <a:lnTo>
                    <a:pt x="225512" y="648032"/>
                  </a:lnTo>
                  <a:lnTo>
                    <a:pt x="204806" y="644957"/>
                  </a:lnTo>
                  <a:lnTo>
                    <a:pt x="190523" y="642035"/>
                  </a:lnTo>
                  <a:lnTo>
                    <a:pt x="175131" y="639292"/>
                  </a:lnTo>
                  <a:lnTo>
                    <a:pt x="154861" y="635638"/>
                  </a:lnTo>
                  <a:lnTo>
                    <a:pt x="135678" y="631646"/>
                  </a:lnTo>
                  <a:lnTo>
                    <a:pt x="126771" y="630107"/>
                  </a:lnTo>
                  <a:lnTo>
                    <a:pt x="109098" y="627005"/>
                  </a:lnTo>
                  <a:lnTo>
                    <a:pt x="89184" y="623060"/>
                  </a:lnTo>
                  <a:lnTo>
                    <a:pt x="73581" y="620064"/>
                  </a:lnTo>
                  <a:lnTo>
                    <a:pt x="44092" y="614109"/>
                  </a:lnTo>
                  <a:lnTo>
                    <a:pt x="25420" y="610268"/>
                  </a:lnTo>
                  <a:lnTo>
                    <a:pt x="507" y="604821"/>
                  </a:lnTo>
                  <a:lnTo>
                    <a:pt x="0" y="604709"/>
                  </a:lnTo>
                  <a:lnTo>
                    <a:pt x="6689" y="571944"/>
                  </a:lnTo>
                  <a:lnTo>
                    <a:pt x="14353" y="534848"/>
                  </a:lnTo>
                  <a:lnTo>
                    <a:pt x="18224" y="516015"/>
                  </a:lnTo>
                  <a:lnTo>
                    <a:pt x="28484" y="466638"/>
                  </a:lnTo>
                  <a:lnTo>
                    <a:pt x="30082" y="459368"/>
                  </a:lnTo>
                  <a:lnTo>
                    <a:pt x="32809" y="446986"/>
                  </a:lnTo>
                  <a:lnTo>
                    <a:pt x="36192" y="442527"/>
                  </a:lnTo>
                  <a:lnTo>
                    <a:pt x="37038" y="441410"/>
                  </a:lnTo>
                  <a:lnTo>
                    <a:pt x="39613" y="434067"/>
                  </a:lnTo>
                  <a:lnTo>
                    <a:pt x="41838" y="430346"/>
                  </a:lnTo>
                  <a:lnTo>
                    <a:pt x="40394" y="424980"/>
                  </a:lnTo>
                  <a:lnTo>
                    <a:pt x="46491" y="420201"/>
                  </a:lnTo>
                  <a:lnTo>
                    <a:pt x="46638" y="420085"/>
                  </a:lnTo>
                  <a:lnTo>
                    <a:pt x="46675" y="417819"/>
                  </a:lnTo>
                  <a:lnTo>
                    <a:pt x="43093" y="415731"/>
                  </a:lnTo>
                  <a:lnTo>
                    <a:pt x="43452" y="412054"/>
                  </a:lnTo>
                  <a:lnTo>
                    <a:pt x="38128" y="410771"/>
                  </a:lnTo>
                  <a:lnTo>
                    <a:pt x="35091" y="406470"/>
                  </a:lnTo>
                  <a:lnTo>
                    <a:pt x="31731" y="407434"/>
                  </a:lnTo>
                  <a:lnTo>
                    <a:pt x="29421" y="404269"/>
                  </a:lnTo>
                  <a:lnTo>
                    <a:pt x="29875" y="403636"/>
                  </a:lnTo>
                  <a:lnTo>
                    <a:pt x="31677" y="401117"/>
                  </a:lnTo>
                  <a:lnTo>
                    <a:pt x="30749" y="3980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26094" y="3296741"/>
              <a:ext cx="284713" cy="493031"/>
            </a:xfrm>
            <a:custGeom>
              <a:avLst/>
              <a:pathLst>
                <a:path w="284713" h="493031">
                  <a:moveTo>
                    <a:pt x="124" y="230854"/>
                  </a:moveTo>
                  <a:lnTo>
                    <a:pt x="326" y="226542"/>
                  </a:lnTo>
                  <a:lnTo>
                    <a:pt x="413" y="224657"/>
                  </a:lnTo>
                  <a:lnTo>
                    <a:pt x="1507" y="219905"/>
                  </a:lnTo>
                  <a:lnTo>
                    <a:pt x="4366" y="214670"/>
                  </a:lnTo>
                  <a:lnTo>
                    <a:pt x="7278" y="212522"/>
                  </a:lnTo>
                  <a:lnTo>
                    <a:pt x="6348" y="207934"/>
                  </a:lnTo>
                  <a:lnTo>
                    <a:pt x="6634" y="202743"/>
                  </a:lnTo>
                  <a:lnTo>
                    <a:pt x="4657" y="200823"/>
                  </a:lnTo>
                  <a:lnTo>
                    <a:pt x="5577" y="196479"/>
                  </a:lnTo>
                  <a:lnTo>
                    <a:pt x="7594" y="193534"/>
                  </a:lnTo>
                  <a:lnTo>
                    <a:pt x="13463" y="190710"/>
                  </a:lnTo>
                  <a:lnTo>
                    <a:pt x="17599" y="190292"/>
                  </a:lnTo>
                  <a:lnTo>
                    <a:pt x="21568" y="186798"/>
                  </a:lnTo>
                  <a:lnTo>
                    <a:pt x="21497" y="184439"/>
                  </a:lnTo>
                  <a:lnTo>
                    <a:pt x="21429" y="182179"/>
                  </a:lnTo>
                  <a:lnTo>
                    <a:pt x="22522" y="177235"/>
                  </a:lnTo>
                  <a:lnTo>
                    <a:pt x="22060" y="173626"/>
                  </a:lnTo>
                  <a:lnTo>
                    <a:pt x="24820" y="169143"/>
                  </a:lnTo>
                  <a:lnTo>
                    <a:pt x="28323" y="164885"/>
                  </a:lnTo>
                  <a:lnTo>
                    <a:pt x="30126" y="160978"/>
                  </a:lnTo>
                  <a:lnTo>
                    <a:pt x="29975" y="155222"/>
                  </a:lnTo>
                  <a:lnTo>
                    <a:pt x="29072" y="150845"/>
                  </a:lnTo>
                  <a:lnTo>
                    <a:pt x="29021" y="150597"/>
                  </a:lnTo>
                  <a:lnTo>
                    <a:pt x="28337" y="147279"/>
                  </a:lnTo>
                  <a:lnTo>
                    <a:pt x="25187" y="143070"/>
                  </a:lnTo>
                  <a:lnTo>
                    <a:pt x="22287" y="143072"/>
                  </a:lnTo>
                  <a:lnTo>
                    <a:pt x="19221" y="139134"/>
                  </a:lnTo>
                  <a:lnTo>
                    <a:pt x="16746" y="136254"/>
                  </a:lnTo>
                  <a:lnTo>
                    <a:pt x="18602" y="128593"/>
                  </a:lnTo>
                  <a:lnTo>
                    <a:pt x="18719" y="128109"/>
                  </a:lnTo>
                  <a:lnTo>
                    <a:pt x="18873" y="125486"/>
                  </a:lnTo>
                  <a:lnTo>
                    <a:pt x="20810" y="120451"/>
                  </a:lnTo>
                  <a:lnTo>
                    <a:pt x="24749" y="119447"/>
                  </a:lnTo>
                  <a:lnTo>
                    <a:pt x="27586" y="119769"/>
                  </a:lnTo>
                  <a:lnTo>
                    <a:pt x="31080" y="117136"/>
                  </a:lnTo>
                  <a:lnTo>
                    <a:pt x="36332" y="116133"/>
                  </a:lnTo>
                  <a:lnTo>
                    <a:pt x="41880" y="115340"/>
                  </a:lnTo>
                  <a:lnTo>
                    <a:pt x="46987" y="112074"/>
                  </a:lnTo>
                  <a:lnTo>
                    <a:pt x="49778" y="108981"/>
                  </a:lnTo>
                  <a:lnTo>
                    <a:pt x="53534" y="108263"/>
                  </a:lnTo>
                  <a:lnTo>
                    <a:pt x="56870" y="107520"/>
                  </a:lnTo>
                  <a:lnTo>
                    <a:pt x="59456" y="103727"/>
                  </a:lnTo>
                  <a:lnTo>
                    <a:pt x="62662" y="101870"/>
                  </a:lnTo>
                  <a:lnTo>
                    <a:pt x="64076" y="100019"/>
                  </a:lnTo>
                  <a:lnTo>
                    <a:pt x="63599" y="94237"/>
                  </a:lnTo>
                  <a:lnTo>
                    <a:pt x="64730" y="91418"/>
                  </a:lnTo>
                  <a:lnTo>
                    <a:pt x="64576" y="88450"/>
                  </a:lnTo>
                  <a:lnTo>
                    <a:pt x="64513" y="87245"/>
                  </a:lnTo>
                  <a:lnTo>
                    <a:pt x="68170" y="83478"/>
                  </a:lnTo>
                  <a:lnTo>
                    <a:pt x="68547" y="83170"/>
                  </a:lnTo>
                  <a:lnTo>
                    <a:pt x="72260" y="80135"/>
                  </a:lnTo>
                  <a:lnTo>
                    <a:pt x="71877" y="77286"/>
                  </a:lnTo>
                  <a:lnTo>
                    <a:pt x="72538" y="73738"/>
                  </a:lnTo>
                  <a:lnTo>
                    <a:pt x="72515" y="69657"/>
                  </a:lnTo>
                  <a:lnTo>
                    <a:pt x="72511" y="68919"/>
                  </a:lnTo>
                  <a:lnTo>
                    <a:pt x="72974" y="63737"/>
                  </a:lnTo>
                  <a:lnTo>
                    <a:pt x="71359" y="60645"/>
                  </a:lnTo>
                  <a:lnTo>
                    <a:pt x="71041" y="60034"/>
                  </a:lnTo>
                  <a:lnTo>
                    <a:pt x="70513" y="54251"/>
                  </a:lnTo>
                  <a:lnTo>
                    <a:pt x="67086" y="50875"/>
                  </a:lnTo>
                  <a:lnTo>
                    <a:pt x="62845" y="49133"/>
                  </a:lnTo>
                  <a:lnTo>
                    <a:pt x="59676" y="47808"/>
                  </a:lnTo>
                  <a:lnTo>
                    <a:pt x="58093" y="47145"/>
                  </a:lnTo>
                  <a:lnTo>
                    <a:pt x="53699" y="44477"/>
                  </a:lnTo>
                  <a:lnTo>
                    <a:pt x="51359" y="41302"/>
                  </a:lnTo>
                  <a:lnTo>
                    <a:pt x="51828" y="37551"/>
                  </a:lnTo>
                  <a:lnTo>
                    <a:pt x="49576" y="34528"/>
                  </a:lnTo>
                  <a:lnTo>
                    <a:pt x="46883" y="32668"/>
                  </a:lnTo>
                  <a:lnTo>
                    <a:pt x="44535" y="31044"/>
                  </a:lnTo>
                  <a:lnTo>
                    <a:pt x="41109" y="28278"/>
                  </a:lnTo>
                  <a:lnTo>
                    <a:pt x="39404" y="27700"/>
                  </a:lnTo>
                  <a:lnTo>
                    <a:pt x="35542" y="25983"/>
                  </a:lnTo>
                  <a:lnTo>
                    <a:pt x="35433" y="22755"/>
                  </a:lnTo>
                  <a:lnTo>
                    <a:pt x="48673" y="21333"/>
                  </a:lnTo>
                  <a:lnTo>
                    <a:pt x="49356" y="21250"/>
                  </a:lnTo>
                  <a:lnTo>
                    <a:pt x="62402" y="19646"/>
                  </a:lnTo>
                  <a:lnTo>
                    <a:pt x="81475" y="17491"/>
                  </a:lnTo>
                  <a:lnTo>
                    <a:pt x="87188" y="16858"/>
                  </a:lnTo>
                  <a:lnTo>
                    <a:pt x="109321" y="14343"/>
                  </a:lnTo>
                  <a:lnTo>
                    <a:pt x="115220" y="13672"/>
                  </a:lnTo>
                  <a:lnTo>
                    <a:pt x="117509" y="13409"/>
                  </a:lnTo>
                  <a:lnTo>
                    <a:pt x="136676" y="11172"/>
                  </a:lnTo>
                  <a:lnTo>
                    <a:pt x="138252" y="10985"/>
                  </a:lnTo>
                  <a:lnTo>
                    <a:pt x="144831" y="10164"/>
                  </a:lnTo>
                  <a:lnTo>
                    <a:pt x="155339" y="8836"/>
                  </a:lnTo>
                  <a:lnTo>
                    <a:pt x="159779" y="8269"/>
                  </a:lnTo>
                  <a:lnTo>
                    <a:pt x="172600" y="6351"/>
                  </a:lnTo>
                  <a:lnTo>
                    <a:pt x="174857" y="6019"/>
                  </a:lnTo>
                  <a:lnTo>
                    <a:pt x="185534" y="4436"/>
                  </a:lnTo>
                  <a:lnTo>
                    <a:pt x="191147" y="3595"/>
                  </a:lnTo>
                  <a:lnTo>
                    <a:pt x="192270" y="3446"/>
                  </a:lnTo>
                  <a:lnTo>
                    <a:pt x="217827" y="0"/>
                  </a:lnTo>
                  <a:lnTo>
                    <a:pt x="218552" y="6242"/>
                  </a:lnTo>
                  <a:lnTo>
                    <a:pt x="218184" y="11557"/>
                  </a:lnTo>
                  <a:lnTo>
                    <a:pt x="218057" y="16927"/>
                  </a:lnTo>
                  <a:lnTo>
                    <a:pt x="218194" y="17240"/>
                  </a:lnTo>
                  <a:lnTo>
                    <a:pt x="221415" y="24611"/>
                  </a:lnTo>
                  <a:lnTo>
                    <a:pt x="221472" y="24742"/>
                  </a:lnTo>
                  <a:lnTo>
                    <a:pt x="224805" y="29208"/>
                  </a:lnTo>
                  <a:lnTo>
                    <a:pt x="226265" y="31152"/>
                  </a:lnTo>
                  <a:lnTo>
                    <a:pt x="230204" y="34663"/>
                  </a:lnTo>
                  <a:lnTo>
                    <a:pt x="230728" y="35129"/>
                  </a:lnTo>
                  <a:lnTo>
                    <a:pt x="232186" y="39058"/>
                  </a:lnTo>
                  <a:lnTo>
                    <a:pt x="234864" y="45277"/>
                  </a:lnTo>
                  <a:lnTo>
                    <a:pt x="236686" y="49503"/>
                  </a:lnTo>
                  <a:lnTo>
                    <a:pt x="237237" y="50015"/>
                  </a:lnTo>
                  <a:lnTo>
                    <a:pt x="237585" y="50337"/>
                  </a:lnTo>
                  <a:lnTo>
                    <a:pt x="237617" y="51121"/>
                  </a:lnTo>
                  <a:lnTo>
                    <a:pt x="237615" y="52329"/>
                  </a:lnTo>
                  <a:lnTo>
                    <a:pt x="238159" y="53861"/>
                  </a:lnTo>
                  <a:lnTo>
                    <a:pt x="238387" y="54501"/>
                  </a:lnTo>
                  <a:lnTo>
                    <a:pt x="239876" y="56794"/>
                  </a:lnTo>
                  <a:lnTo>
                    <a:pt x="242559" y="60920"/>
                  </a:lnTo>
                  <a:lnTo>
                    <a:pt x="244722" y="62175"/>
                  </a:lnTo>
                  <a:lnTo>
                    <a:pt x="245247" y="63628"/>
                  </a:lnTo>
                  <a:lnTo>
                    <a:pt x="245462" y="64222"/>
                  </a:lnTo>
                  <a:lnTo>
                    <a:pt x="245671" y="65585"/>
                  </a:lnTo>
                  <a:lnTo>
                    <a:pt x="247918" y="81157"/>
                  </a:lnTo>
                  <a:lnTo>
                    <a:pt x="248653" y="86342"/>
                  </a:lnTo>
                  <a:lnTo>
                    <a:pt x="250780" y="101363"/>
                  </a:lnTo>
                  <a:lnTo>
                    <a:pt x="252481" y="112861"/>
                  </a:lnTo>
                  <a:lnTo>
                    <a:pt x="254299" y="125168"/>
                  </a:lnTo>
                  <a:lnTo>
                    <a:pt x="254488" y="126431"/>
                  </a:lnTo>
                  <a:lnTo>
                    <a:pt x="255985" y="136426"/>
                  </a:lnTo>
                  <a:lnTo>
                    <a:pt x="258002" y="150255"/>
                  </a:lnTo>
                  <a:lnTo>
                    <a:pt x="260556" y="167813"/>
                  </a:lnTo>
                  <a:lnTo>
                    <a:pt x="261079" y="171669"/>
                  </a:lnTo>
                  <a:lnTo>
                    <a:pt x="261248" y="172920"/>
                  </a:lnTo>
                  <a:lnTo>
                    <a:pt x="263918" y="192661"/>
                  </a:lnTo>
                  <a:lnTo>
                    <a:pt x="265152" y="201613"/>
                  </a:lnTo>
                  <a:lnTo>
                    <a:pt x="266223" y="209397"/>
                  </a:lnTo>
                  <a:lnTo>
                    <a:pt x="266789" y="213515"/>
                  </a:lnTo>
                  <a:lnTo>
                    <a:pt x="268399" y="224721"/>
                  </a:lnTo>
                  <a:lnTo>
                    <a:pt x="271123" y="243728"/>
                  </a:lnTo>
                  <a:lnTo>
                    <a:pt x="271866" y="248740"/>
                  </a:lnTo>
                  <a:lnTo>
                    <a:pt x="273545" y="260076"/>
                  </a:lnTo>
                  <a:lnTo>
                    <a:pt x="273645" y="260749"/>
                  </a:lnTo>
                  <a:lnTo>
                    <a:pt x="275162" y="271334"/>
                  </a:lnTo>
                  <a:lnTo>
                    <a:pt x="272123" y="272466"/>
                  </a:lnTo>
                  <a:lnTo>
                    <a:pt x="270983" y="275081"/>
                  </a:lnTo>
                  <a:lnTo>
                    <a:pt x="272027" y="279687"/>
                  </a:lnTo>
                  <a:lnTo>
                    <a:pt x="272260" y="280714"/>
                  </a:lnTo>
                  <a:lnTo>
                    <a:pt x="273817" y="283712"/>
                  </a:lnTo>
                  <a:lnTo>
                    <a:pt x="270102" y="288223"/>
                  </a:lnTo>
                  <a:lnTo>
                    <a:pt x="270351" y="288979"/>
                  </a:lnTo>
                  <a:lnTo>
                    <a:pt x="271917" y="293727"/>
                  </a:lnTo>
                  <a:lnTo>
                    <a:pt x="276025" y="297069"/>
                  </a:lnTo>
                  <a:lnTo>
                    <a:pt x="276274" y="301986"/>
                  </a:lnTo>
                  <a:lnTo>
                    <a:pt x="279990" y="304065"/>
                  </a:lnTo>
                  <a:lnTo>
                    <a:pt x="280912" y="309642"/>
                  </a:lnTo>
                  <a:lnTo>
                    <a:pt x="280861" y="309805"/>
                  </a:lnTo>
                  <a:lnTo>
                    <a:pt x="279978" y="312638"/>
                  </a:lnTo>
                  <a:lnTo>
                    <a:pt x="281083" y="314529"/>
                  </a:lnTo>
                  <a:lnTo>
                    <a:pt x="282322" y="316647"/>
                  </a:lnTo>
                  <a:lnTo>
                    <a:pt x="284713" y="322407"/>
                  </a:lnTo>
                  <a:lnTo>
                    <a:pt x="282551" y="329868"/>
                  </a:lnTo>
                  <a:lnTo>
                    <a:pt x="277965" y="333952"/>
                  </a:lnTo>
                  <a:lnTo>
                    <a:pt x="277394" y="338573"/>
                  </a:lnTo>
                  <a:lnTo>
                    <a:pt x="276942" y="340587"/>
                  </a:lnTo>
                  <a:lnTo>
                    <a:pt x="276414" y="342938"/>
                  </a:lnTo>
                  <a:lnTo>
                    <a:pt x="277216" y="345413"/>
                  </a:lnTo>
                  <a:lnTo>
                    <a:pt x="273537" y="348812"/>
                  </a:lnTo>
                  <a:lnTo>
                    <a:pt x="272239" y="352946"/>
                  </a:lnTo>
                  <a:lnTo>
                    <a:pt x="271757" y="354505"/>
                  </a:lnTo>
                  <a:lnTo>
                    <a:pt x="270370" y="358979"/>
                  </a:lnTo>
                  <a:lnTo>
                    <a:pt x="267595" y="365045"/>
                  </a:lnTo>
                  <a:lnTo>
                    <a:pt x="262836" y="369181"/>
                  </a:lnTo>
                  <a:lnTo>
                    <a:pt x="259083" y="372502"/>
                  </a:lnTo>
                  <a:lnTo>
                    <a:pt x="259083" y="373134"/>
                  </a:lnTo>
                  <a:lnTo>
                    <a:pt x="259084" y="376017"/>
                  </a:lnTo>
                  <a:lnTo>
                    <a:pt x="262932" y="379533"/>
                  </a:lnTo>
                  <a:lnTo>
                    <a:pt x="261172" y="384402"/>
                  </a:lnTo>
                  <a:lnTo>
                    <a:pt x="259881" y="388541"/>
                  </a:lnTo>
                  <a:lnTo>
                    <a:pt x="257291" y="391127"/>
                  </a:lnTo>
                  <a:lnTo>
                    <a:pt x="259102" y="397008"/>
                  </a:lnTo>
                  <a:lnTo>
                    <a:pt x="258239" y="403335"/>
                  </a:lnTo>
                  <a:lnTo>
                    <a:pt x="257255" y="405705"/>
                  </a:lnTo>
                  <a:lnTo>
                    <a:pt x="256838" y="406710"/>
                  </a:lnTo>
                  <a:lnTo>
                    <a:pt x="260205" y="411271"/>
                  </a:lnTo>
                  <a:lnTo>
                    <a:pt x="258698" y="416518"/>
                  </a:lnTo>
                  <a:lnTo>
                    <a:pt x="254223" y="421200"/>
                  </a:lnTo>
                  <a:lnTo>
                    <a:pt x="252811" y="425204"/>
                  </a:lnTo>
                  <a:lnTo>
                    <a:pt x="255630" y="431820"/>
                  </a:lnTo>
                  <a:lnTo>
                    <a:pt x="255712" y="432014"/>
                  </a:lnTo>
                  <a:lnTo>
                    <a:pt x="260319" y="435272"/>
                  </a:lnTo>
                  <a:lnTo>
                    <a:pt x="261020" y="437365"/>
                  </a:lnTo>
                  <a:lnTo>
                    <a:pt x="261482" y="438745"/>
                  </a:lnTo>
                  <a:lnTo>
                    <a:pt x="255183" y="441505"/>
                  </a:lnTo>
                  <a:lnTo>
                    <a:pt x="246743" y="443978"/>
                  </a:lnTo>
                  <a:lnTo>
                    <a:pt x="241978" y="448885"/>
                  </a:lnTo>
                  <a:lnTo>
                    <a:pt x="237807" y="448013"/>
                  </a:lnTo>
                  <a:lnTo>
                    <a:pt x="237629" y="447976"/>
                  </a:lnTo>
                  <a:lnTo>
                    <a:pt x="234603" y="450300"/>
                  </a:lnTo>
                  <a:lnTo>
                    <a:pt x="233828" y="455815"/>
                  </a:lnTo>
                  <a:lnTo>
                    <a:pt x="232453" y="460322"/>
                  </a:lnTo>
                  <a:lnTo>
                    <a:pt x="236217" y="466080"/>
                  </a:lnTo>
                  <a:lnTo>
                    <a:pt x="240262" y="471750"/>
                  </a:lnTo>
                  <a:lnTo>
                    <a:pt x="239461" y="476413"/>
                  </a:lnTo>
                  <a:lnTo>
                    <a:pt x="237611" y="479365"/>
                  </a:lnTo>
                  <a:lnTo>
                    <a:pt x="237080" y="479451"/>
                  </a:lnTo>
                  <a:lnTo>
                    <a:pt x="236617" y="479526"/>
                  </a:lnTo>
                  <a:lnTo>
                    <a:pt x="233770" y="479988"/>
                  </a:lnTo>
                  <a:lnTo>
                    <a:pt x="231536" y="478805"/>
                  </a:lnTo>
                  <a:lnTo>
                    <a:pt x="227718" y="476781"/>
                  </a:lnTo>
                  <a:lnTo>
                    <a:pt x="221674" y="475087"/>
                  </a:lnTo>
                  <a:lnTo>
                    <a:pt x="217424" y="474463"/>
                  </a:lnTo>
                  <a:lnTo>
                    <a:pt x="211279" y="471587"/>
                  </a:lnTo>
                  <a:lnTo>
                    <a:pt x="204515" y="469845"/>
                  </a:lnTo>
                  <a:lnTo>
                    <a:pt x="204112" y="469796"/>
                  </a:lnTo>
                  <a:lnTo>
                    <a:pt x="199465" y="470689"/>
                  </a:lnTo>
                  <a:lnTo>
                    <a:pt x="195883" y="474320"/>
                  </a:lnTo>
                  <a:lnTo>
                    <a:pt x="193541" y="478863"/>
                  </a:lnTo>
                  <a:lnTo>
                    <a:pt x="189444" y="485312"/>
                  </a:lnTo>
                  <a:lnTo>
                    <a:pt x="189568" y="485483"/>
                  </a:lnTo>
                  <a:lnTo>
                    <a:pt x="192763" y="489867"/>
                  </a:lnTo>
                  <a:lnTo>
                    <a:pt x="192860" y="493031"/>
                  </a:lnTo>
                  <a:lnTo>
                    <a:pt x="188452" y="492922"/>
                  </a:lnTo>
                  <a:lnTo>
                    <a:pt x="183827" y="491242"/>
                  </a:lnTo>
                  <a:lnTo>
                    <a:pt x="180169" y="490522"/>
                  </a:lnTo>
                  <a:lnTo>
                    <a:pt x="176456" y="489789"/>
                  </a:lnTo>
                  <a:lnTo>
                    <a:pt x="174111" y="484717"/>
                  </a:lnTo>
                  <a:lnTo>
                    <a:pt x="168240" y="477950"/>
                  </a:lnTo>
                  <a:lnTo>
                    <a:pt x="166571" y="472385"/>
                  </a:lnTo>
                  <a:lnTo>
                    <a:pt x="165635" y="471831"/>
                  </a:lnTo>
                  <a:lnTo>
                    <a:pt x="163051" y="470301"/>
                  </a:lnTo>
                  <a:lnTo>
                    <a:pt x="164131" y="466368"/>
                  </a:lnTo>
                  <a:lnTo>
                    <a:pt x="165469" y="465340"/>
                  </a:lnTo>
                  <a:lnTo>
                    <a:pt x="168454" y="463043"/>
                  </a:lnTo>
                  <a:lnTo>
                    <a:pt x="168081" y="458546"/>
                  </a:lnTo>
                  <a:lnTo>
                    <a:pt x="164341" y="453796"/>
                  </a:lnTo>
                  <a:lnTo>
                    <a:pt x="160841" y="448630"/>
                  </a:lnTo>
                  <a:lnTo>
                    <a:pt x="161277" y="445999"/>
                  </a:lnTo>
                  <a:lnTo>
                    <a:pt x="161443" y="444996"/>
                  </a:lnTo>
                  <a:lnTo>
                    <a:pt x="161594" y="444080"/>
                  </a:lnTo>
                  <a:lnTo>
                    <a:pt x="160269" y="440268"/>
                  </a:lnTo>
                  <a:lnTo>
                    <a:pt x="158475" y="434169"/>
                  </a:lnTo>
                  <a:lnTo>
                    <a:pt x="153414" y="432404"/>
                  </a:lnTo>
                  <a:lnTo>
                    <a:pt x="147759" y="429932"/>
                  </a:lnTo>
                  <a:lnTo>
                    <a:pt x="146060" y="426873"/>
                  </a:lnTo>
                  <a:lnTo>
                    <a:pt x="145236" y="425389"/>
                  </a:lnTo>
                  <a:lnTo>
                    <a:pt x="138937" y="422560"/>
                  </a:lnTo>
                  <a:lnTo>
                    <a:pt x="133697" y="418876"/>
                  </a:lnTo>
                  <a:lnTo>
                    <a:pt x="129060" y="422389"/>
                  </a:lnTo>
                  <a:lnTo>
                    <a:pt x="128284" y="421649"/>
                  </a:lnTo>
                  <a:lnTo>
                    <a:pt x="125067" y="418577"/>
                  </a:lnTo>
                  <a:lnTo>
                    <a:pt x="125928" y="414275"/>
                  </a:lnTo>
                  <a:lnTo>
                    <a:pt x="122217" y="414410"/>
                  </a:lnTo>
                  <a:lnTo>
                    <a:pt x="116781" y="411059"/>
                  </a:lnTo>
                  <a:lnTo>
                    <a:pt x="113342" y="408359"/>
                  </a:lnTo>
                  <a:lnTo>
                    <a:pt x="107634" y="405781"/>
                  </a:lnTo>
                  <a:lnTo>
                    <a:pt x="106549" y="405290"/>
                  </a:lnTo>
                  <a:lnTo>
                    <a:pt x="103890" y="402647"/>
                  </a:lnTo>
                  <a:lnTo>
                    <a:pt x="98597" y="398506"/>
                  </a:lnTo>
                  <a:lnTo>
                    <a:pt x="95224" y="394055"/>
                  </a:lnTo>
                  <a:lnTo>
                    <a:pt x="93808" y="386523"/>
                  </a:lnTo>
                  <a:lnTo>
                    <a:pt x="94851" y="381602"/>
                  </a:lnTo>
                  <a:lnTo>
                    <a:pt x="95411" y="380698"/>
                  </a:lnTo>
                  <a:lnTo>
                    <a:pt x="98436" y="375800"/>
                  </a:lnTo>
                  <a:lnTo>
                    <a:pt x="99079" y="370628"/>
                  </a:lnTo>
                  <a:lnTo>
                    <a:pt x="99562" y="368606"/>
                  </a:lnTo>
                  <a:lnTo>
                    <a:pt x="99837" y="367458"/>
                  </a:lnTo>
                  <a:lnTo>
                    <a:pt x="100139" y="366194"/>
                  </a:lnTo>
                  <a:lnTo>
                    <a:pt x="103885" y="359839"/>
                  </a:lnTo>
                  <a:lnTo>
                    <a:pt x="103629" y="355580"/>
                  </a:lnTo>
                  <a:lnTo>
                    <a:pt x="102416" y="353287"/>
                  </a:lnTo>
                  <a:lnTo>
                    <a:pt x="101040" y="350042"/>
                  </a:lnTo>
                  <a:lnTo>
                    <a:pt x="103546" y="345620"/>
                  </a:lnTo>
                  <a:lnTo>
                    <a:pt x="106534" y="342334"/>
                  </a:lnTo>
                  <a:lnTo>
                    <a:pt x="106404" y="338493"/>
                  </a:lnTo>
                  <a:lnTo>
                    <a:pt x="100712" y="335545"/>
                  </a:lnTo>
                  <a:lnTo>
                    <a:pt x="97854" y="334061"/>
                  </a:lnTo>
                  <a:lnTo>
                    <a:pt x="94640" y="333692"/>
                  </a:lnTo>
                  <a:lnTo>
                    <a:pt x="93091" y="333513"/>
                  </a:lnTo>
                  <a:lnTo>
                    <a:pt x="86147" y="331082"/>
                  </a:lnTo>
                  <a:lnTo>
                    <a:pt x="82391" y="331397"/>
                  </a:lnTo>
                  <a:lnTo>
                    <a:pt x="81246" y="331493"/>
                  </a:lnTo>
                  <a:lnTo>
                    <a:pt x="79538" y="336237"/>
                  </a:lnTo>
                  <a:lnTo>
                    <a:pt x="76135" y="340133"/>
                  </a:lnTo>
                  <a:lnTo>
                    <a:pt x="73399" y="340067"/>
                  </a:lnTo>
                  <a:lnTo>
                    <a:pt x="68771" y="336592"/>
                  </a:lnTo>
                  <a:lnTo>
                    <a:pt x="68343" y="335364"/>
                  </a:lnTo>
                  <a:lnTo>
                    <a:pt x="66878" y="331161"/>
                  </a:lnTo>
                  <a:lnTo>
                    <a:pt x="63703" y="325337"/>
                  </a:lnTo>
                  <a:lnTo>
                    <a:pt x="65476" y="321015"/>
                  </a:lnTo>
                  <a:lnTo>
                    <a:pt x="63192" y="316825"/>
                  </a:lnTo>
                  <a:lnTo>
                    <a:pt x="61472" y="310540"/>
                  </a:lnTo>
                  <a:lnTo>
                    <a:pt x="60725" y="307812"/>
                  </a:lnTo>
                  <a:lnTo>
                    <a:pt x="52502" y="301252"/>
                  </a:lnTo>
                  <a:lnTo>
                    <a:pt x="45537" y="296800"/>
                  </a:lnTo>
                  <a:lnTo>
                    <a:pt x="45381" y="296700"/>
                  </a:lnTo>
                  <a:lnTo>
                    <a:pt x="38146" y="293279"/>
                  </a:lnTo>
                  <a:lnTo>
                    <a:pt x="35975" y="289428"/>
                  </a:lnTo>
                  <a:lnTo>
                    <a:pt x="33154" y="285839"/>
                  </a:lnTo>
                  <a:lnTo>
                    <a:pt x="29860" y="285565"/>
                  </a:lnTo>
                  <a:lnTo>
                    <a:pt x="27701" y="281714"/>
                  </a:lnTo>
                  <a:lnTo>
                    <a:pt x="27064" y="281229"/>
                  </a:lnTo>
                  <a:lnTo>
                    <a:pt x="20192" y="275991"/>
                  </a:lnTo>
                  <a:lnTo>
                    <a:pt x="18021" y="274412"/>
                  </a:lnTo>
                  <a:lnTo>
                    <a:pt x="13480" y="271105"/>
                  </a:lnTo>
                  <a:lnTo>
                    <a:pt x="13432" y="268486"/>
                  </a:lnTo>
                  <a:lnTo>
                    <a:pt x="13386" y="265942"/>
                  </a:lnTo>
                  <a:lnTo>
                    <a:pt x="10658" y="263260"/>
                  </a:lnTo>
                  <a:lnTo>
                    <a:pt x="7884" y="261394"/>
                  </a:lnTo>
                  <a:lnTo>
                    <a:pt x="7821" y="255901"/>
                  </a:lnTo>
                  <a:lnTo>
                    <a:pt x="6941" y="252574"/>
                  </a:lnTo>
                  <a:lnTo>
                    <a:pt x="3166" y="246521"/>
                  </a:lnTo>
                  <a:lnTo>
                    <a:pt x="1748" y="241459"/>
                  </a:lnTo>
                  <a:lnTo>
                    <a:pt x="0" y="23349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62253" y="3335812"/>
              <a:ext cx="220121" cy="381086"/>
            </a:xfrm>
            <a:custGeom>
              <a:avLst/>
              <a:pathLst>
                <a:path w="220121" h="381086">
                  <a:moveTo>
                    <a:pt x="11584" y="374582"/>
                  </a:moveTo>
                  <a:lnTo>
                    <a:pt x="12567" y="372212"/>
                  </a:lnTo>
                  <a:lnTo>
                    <a:pt x="13431" y="365885"/>
                  </a:lnTo>
                  <a:lnTo>
                    <a:pt x="11620" y="360004"/>
                  </a:lnTo>
                  <a:lnTo>
                    <a:pt x="14209" y="357418"/>
                  </a:lnTo>
                  <a:lnTo>
                    <a:pt x="15501" y="353279"/>
                  </a:lnTo>
                  <a:lnTo>
                    <a:pt x="17260" y="348410"/>
                  </a:lnTo>
                  <a:lnTo>
                    <a:pt x="13413" y="344894"/>
                  </a:lnTo>
                  <a:lnTo>
                    <a:pt x="13412" y="342011"/>
                  </a:lnTo>
                  <a:lnTo>
                    <a:pt x="13412" y="341379"/>
                  </a:lnTo>
                  <a:lnTo>
                    <a:pt x="17164" y="338058"/>
                  </a:lnTo>
                  <a:lnTo>
                    <a:pt x="21923" y="333921"/>
                  </a:lnTo>
                  <a:lnTo>
                    <a:pt x="24699" y="327856"/>
                  </a:lnTo>
                  <a:lnTo>
                    <a:pt x="26085" y="323382"/>
                  </a:lnTo>
                  <a:lnTo>
                    <a:pt x="26568" y="321822"/>
                  </a:lnTo>
                  <a:lnTo>
                    <a:pt x="27866" y="317689"/>
                  </a:lnTo>
                  <a:lnTo>
                    <a:pt x="31545" y="314290"/>
                  </a:lnTo>
                  <a:lnTo>
                    <a:pt x="30743" y="311815"/>
                  </a:lnTo>
                  <a:lnTo>
                    <a:pt x="31271" y="309464"/>
                  </a:lnTo>
                  <a:lnTo>
                    <a:pt x="31723" y="307450"/>
                  </a:lnTo>
                  <a:lnTo>
                    <a:pt x="32294" y="302829"/>
                  </a:lnTo>
                  <a:lnTo>
                    <a:pt x="36880" y="298745"/>
                  </a:lnTo>
                  <a:lnTo>
                    <a:pt x="39042" y="291284"/>
                  </a:lnTo>
                  <a:lnTo>
                    <a:pt x="36650" y="285524"/>
                  </a:lnTo>
                  <a:lnTo>
                    <a:pt x="35411" y="283406"/>
                  </a:lnTo>
                  <a:lnTo>
                    <a:pt x="34306" y="281515"/>
                  </a:lnTo>
                  <a:lnTo>
                    <a:pt x="35190" y="278682"/>
                  </a:lnTo>
                  <a:lnTo>
                    <a:pt x="35241" y="278519"/>
                  </a:lnTo>
                  <a:lnTo>
                    <a:pt x="34318" y="272942"/>
                  </a:lnTo>
                  <a:lnTo>
                    <a:pt x="30603" y="270863"/>
                  </a:lnTo>
                  <a:lnTo>
                    <a:pt x="30353" y="265946"/>
                  </a:lnTo>
                  <a:lnTo>
                    <a:pt x="26246" y="262604"/>
                  </a:lnTo>
                  <a:lnTo>
                    <a:pt x="24680" y="257856"/>
                  </a:lnTo>
                  <a:lnTo>
                    <a:pt x="24431" y="257100"/>
                  </a:lnTo>
                  <a:lnTo>
                    <a:pt x="28146" y="252588"/>
                  </a:lnTo>
                  <a:lnTo>
                    <a:pt x="26589" y="249591"/>
                  </a:lnTo>
                  <a:lnTo>
                    <a:pt x="26356" y="248564"/>
                  </a:lnTo>
                  <a:lnTo>
                    <a:pt x="25312" y="243958"/>
                  </a:lnTo>
                  <a:lnTo>
                    <a:pt x="26452" y="241343"/>
                  </a:lnTo>
                  <a:lnTo>
                    <a:pt x="29491" y="240211"/>
                  </a:lnTo>
                  <a:lnTo>
                    <a:pt x="27973" y="229626"/>
                  </a:lnTo>
                  <a:lnTo>
                    <a:pt x="27874" y="228953"/>
                  </a:lnTo>
                  <a:lnTo>
                    <a:pt x="26195" y="217617"/>
                  </a:lnTo>
                  <a:lnTo>
                    <a:pt x="25452" y="212605"/>
                  </a:lnTo>
                  <a:lnTo>
                    <a:pt x="22728" y="193597"/>
                  </a:lnTo>
                  <a:lnTo>
                    <a:pt x="21118" y="182392"/>
                  </a:lnTo>
                  <a:lnTo>
                    <a:pt x="20552" y="178274"/>
                  </a:lnTo>
                  <a:lnTo>
                    <a:pt x="19481" y="170490"/>
                  </a:lnTo>
                  <a:lnTo>
                    <a:pt x="18247" y="161538"/>
                  </a:lnTo>
                  <a:lnTo>
                    <a:pt x="15577" y="141797"/>
                  </a:lnTo>
                  <a:lnTo>
                    <a:pt x="15407" y="140545"/>
                  </a:lnTo>
                  <a:lnTo>
                    <a:pt x="14885" y="136690"/>
                  </a:lnTo>
                  <a:lnTo>
                    <a:pt x="12331" y="119132"/>
                  </a:lnTo>
                  <a:lnTo>
                    <a:pt x="10314" y="105303"/>
                  </a:lnTo>
                  <a:lnTo>
                    <a:pt x="8817" y="95308"/>
                  </a:lnTo>
                  <a:lnTo>
                    <a:pt x="8628" y="94045"/>
                  </a:lnTo>
                  <a:lnTo>
                    <a:pt x="6810" y="81738"/>
                  </a:lnTo>
                  <a:lnTo>
                    <a:pt x="5107" y="70229"/>
                  </a:lnTo>
                  <a:lnTo>
                    <a:pt x="2982" y="55219"/>
                  </a:lnTo>
                  <a:lnTo>
                    <a:pt x="2246" y="50034"/>
                  </a:lnTo>
                  <a:lnTo>
                    <a:pt x="0" y="34462"/>
                  </a:lnTo>
                  <a:lnTo>
                    <a:pt x="3908" y="37024"/>
                  </a:lnTo>
                  <a:lnTo>
                    <a:pt x="7263" y="35137"/>
                  </a:lnTo>
                  <a:lnTo>
                    <a:pt x="11289" y="39740"/>
                  </a:lnTo>
                  <a:lnTo>
                    <a:pt x="18137" y="39490"/>
                  </a:lnTo>
                  <a:lnTo>
                    <a:pt x="20531" y="38351"/>
                  </a:lnTo>
                  <a:lnTo>
                    <a:pt x="26522" y="35494"/>
                  </a:lnTo>
                  <a:lnTo>
                    <a:pt x="32530" y="32363"/>
                  </a:lnTo>
                  <a:lnTo>
                    <a:pt x="38108" y="27734"/>
                  </a:lnTo>
                  <a:lnTo>
                    <a:pt x="39498" y="26578"/>
                  </a:lnTo>
                  <a:lnTo>
                    <a:pt x="44487" y="22797"/>
                  </a:lnTo>
                  <a:lnTo>
                    <a:pt x="52567" y="21511"/>
                  </a:lnTo>
                  <a:lnTo>
                    <a:pt x="56416" y="20894"/>
                  </a:lnTo>
                  <a:lnTo>
                    <a:pt x="63887" y="19665"/>
                  </a:lnTo>
                  <a:lnTo>
                    <a:pt x="65335" y="19425"/>
                  </a:lnTo>
                  <a:lnTo>
                    <a:pt x="83099" y="16392"/>
                  </a:lnTo>
                  <a:lnTo>
                    <a:pt x="93637" y="14619"/>
                  </a:lnTo>
                  <a:lnTo>
                    <a:pt x="111108" y="11633"/>
                  </a:lnTo>
                  <a:lnTo>
                    <a:pt x="119573" y="10121"/>
                  </a:lnTo>
                  <a:lnTo>
                    <a:pt x="143202" y="5826"/>
                  </a:lnTo>
                  <a:lnTo>
                    <a:pt x="147014" y="5123"/>
                  </a:lnTo>
                  <a:lnTo>
                    <a:pt x="149331" y="4696"/>
                  </a:lnTo>
                  <a:lnTo>
                    <a:pt x="173193" y="234"/>
                  </a:lnTo>
                  <a:lnTo>
                    <a:pt x="174428" y="0"/>
                  </a:lnTo>
                  <a:lnTo>
                    <a:pt x="175424" y="5568"/>
                  </a:lnTo>
                  <a:lnTo>
                    <a:pt x="178103" y="19958"/>
                  </a:lnTo>
                  <a:lnTo>
                    <a:pt x="179780" y="28984"/>
                  </a:lnTo>
                  <a:lnTo>
                    <a:pt x="180066" y="30524"/>
                  </a:lnTo>
                  <a:lnTo>
                    <a:pt x="182243" y="42441"/>
                  </a:lnTo>
                  <a:lnTo>
                    <a:pt x="182534" y="44035"/>
                  </a:lnTo>
                  <a:lnTo>
                    <a:pt x="184608" y="55413"/>
                  </a:lnTo>
                  <a:lnTo>
                    <a:pt x="186690" y="66869"/>
                  </a:lnTo>
                  <a:lnTo>
                    <a:pt x="187742" y="72666"/>
                  </a:lnTo>
                  <a:lnTo>
                    <a:pt x="190799" y="89535"/>
                  </a:lnTo>
                  <a:lnTo>
                    <a:pt x="193196" y="103074"/>
                  </a:lnTo>
                  <a:lnTo>
                    <a:pt x="194277" y="109187"/>
                  </a:lnTo>
                  <a:lnTo>
                    <a:pt x="196477" y="122144"/>
                  </a:lnTo>
                  <a:lnTo>
                    <a:pt x="197082" y="125857"/>
                  </a:lnTo>
                  <a:lnTo>
                    <a:pt x="198925" y="137165"/>
                  </a:lnTo>
                  <a:lnTo>
                    <a:pt x="199957" y="143515"/>
                  </a:lnTo>
                  <a:lnTo>
                    <a:pt x="201430" y="152399"/>
                  </a:lnTo>
                  <a:lnTo>
                    <a:pt x="202700" y="160067"/>
                  </a:lnTo>
                  <a:lnTo>
                    <a:pt x="205434" y="176624"/>
                  </a:lnTo>
                  <a:lnTo>
                    <a:pt x="207754" y="190431"/>
                  </a:lnTo>
                  <a:lnTo>
                    <a:pt x="208422" y="194409"/>
                  </a:lnTo>
                  <a:lnTo>
                    <a:pt x="210318" y="205728"/>
                  </a:lnTo>
                  <a:lnTo>
                    <a:pt x="211539" y="213264"/>
                  </a:lnTo>
                  <a:lnTo>
                    <a:pt x="212636" y="220043"/>
                  </a:lnTo>
                  <a:lnTo>
                    <a:pt x="214482" y="230611"/>
                  </a:lnTo>
                  <a:lnTo>
                    <a:pt x="212184" y="233488"/>
                  </a:lnTo>
                  <a:lnTo>
                    <a:pt x="210130" y="236174"/>
                  </a:lnTo>
                  <a:lnTo>
                    <a:pt x="211761" y="237766"/>
                  </a:lnTo>
                  <a:lnTo>
                    <a:pt x="214102" y="240051"/>
                  </a:lnTo>
                  <a:lnTo>
                    <a:pt x="215825" y="243267"/>
                  </a:lnTo>
                  <a:lnTo>
                    <a:pt x="213418" y="247396"/>
                  </a:lnTo>
                  <a:lnTo>
                    <a:pt x="214418" y="247799"/>
                  </a:lnTo>
                  <a:lnTo>
                    <a:pt x="216938" y="248814"/>
                  </a:lnTo>
                  <a:lnTo>
                    <a:pt x="220121" y="249569"/>
                  </a:lnTo>
                  <a:lnTo>
                    <a:pt x="219644" y="251719"/>
                  </a:lnTo>
                  <a:lnTo>
                    <a:pt x="219467" y="252513"/>
                  </a:lnTo>
                  <a:lnTo>
                    <a:pt x="219796" y="258244"/>
                  </a:lnTo>
                  <a:lnTo>
                    <a:pt x="216775" y="258434"/>
                  </a:lnTo>
                  <a:lnTo>
                    <a:pt x="209859" y="260802"/>
                  </a:lnTo>
                  <a:lnTo>
                    <a:pt x="206215" y="263218"/>
                  </a:lnTo>
                  <a:lnTo>
                    <a:pt x="203044" y="265316"/>
                  </a:lnTo>
                  <a:lnTo>
                    <a:pt x="198682" y="270240"/>
                  </a:lnTo>
                  <a:lnTo>
                    <a:pt x="196075" y="271412"/>
                  </a:lnTo>
                  <a:lnTo>
                    <a:pt x="194955" y="270735"/>
                  </a:lnTo>
                  <a:lnTo>
                    <a:pt x="192103" y="269008"/>
                  </a:lnTo>
                  <a:lnTo>
                    <a:pt x="189353" y="267831"/>
                  </a:lnTo>
                  <a:lnTo>
                    <a:pt x="185595" y="269075"/>
                  </a:lnTo>
                  <a:lnTo>
                    <a:pt x="185049" y="269255"/>
                  </a:lnTo>
                  <a:lnTo>
                    <a:pt x="181010" y="269790"/>
                  </a:lnTo>
                  <a:lnTo>
                    <a:pt x="178078" y="272334"/>
                  </a:lnTo>
                  <a:lnTo>
                    <a:pt x="179540" y="276909"/>
                  </a:lnTo>
                  <a:lnTo>
                    <a:pt x="180594" y="282180"/>
                  </a:lnTo>
                  <a:lnTo>
                    <a:pt x="181088" y="283166"/>
                  </a:lnTo>
                  <a:lnTo>
                    <a:pt x="182733" y="286446"/>
                  </a:lnTo>
                  <a:lnTo>
                    <a:pt x="181871" y="288605"/>
                  </a:lnTo>
                  <a:lnTo>
                    <a:pt x="179372" y="290823"/>
                  </a:lnTo>
                  <a:lnTo>
                    <a:pt x="178229" y="294229"/>
                  </a:lnTo>
                  <a:lnTo>
                    <a:pt x="172469" y="296831"/>
                  </a:lnTo>
                  <a:lnTo>
                    <a:pt x="170652" y="300136"/>
                  </a:lnTo>
                  <a:lnTo>
                    <a:pt x="170333" y="303650"/>
                  </a:lnTo>
                  <a:lnTo>
                    <a:pt x="170039" y="306872"/>
                  </a:lnTo>
                  <a:lnTo>
                    <a:pt x="168177" y="311438"/>
                  </a:lnTo>
                  <a:lnTo>
                    <a:pt x="163992" y="314632"/>
                  </a:lnTo>
                  <a:lnTo>
                    <a:pt x="160896" y="314267"/>
                  </a:lnTo>
                  <a:lnTo>
                    <a:pt x="159356" y="314085"/>
                  </a:lnTo>
                  <a:lnTo>
                    <a:pt x="158364" y="318115"/>
                  </a:lnTo>
                  <a:lnTo>
                    <a:pt x="155334" y="323218"/>
                  </a:lnTo>
                  <a:lnTo>
                    <a:pt x="155375" y="323975"/>
                  </a:lnTo>
                  <a:lnTo>
                    <a:pt x="155701" y="330067"/>
                  </a:lnTo>
                  <a:lnTo>
                    <a:pt x="155668" y="337430"/>
                  </a:lnTo>
                  <a:lnTo>
                    <a:pt x="153859" y="338966"/>
                  </a:lnTo>
                  <a:lnTo>
                    <a:pt x="152359" y="340238"/>
                  </a:lnTo>
                  <a:lnTo>
                    <a:pt x="151075" y="341557"/>
                  </a:lnTo>
                  <a:lnTo>
                    <a:pt x="148904" y="343787"/>
                  </a:lnTo>
                  <a:lnTo>
                    <a:pt x="144123" y="341156"/>
                  </a:lnTo>
                  <a:lnTo>
                    <a:pt x="136400" y="341300"/>
                  </a:lnTo>
                  <a:lnTo>
                    <a:pt x="130442" y="335459"/>
                  </a:lnTo>
                  <a:lnTo>
                    <a:pt x="126881" y="331689"/>
                  </a:lnTo>
                  <a:lnTo>
                    <a:pt x="122696" y="334415"/>
                  </a:lnTo>
                  <a:lnTo>
                    <a:pt x="120011" y="338236"/>
                  </a:lnTo>
                  <a:lnTo>
                    <a:pt x="117969" y="342188"/>
                  </a:lnTo>
                  <a:lnTo>
                    <a:pt x="116901" y="342590"/>
                  </a:lnTo>
                  <a:lnTo>
                    <a:pt x="114668" y="343432"/>
                  </a:lnTo>
                  <a:lnTo>
                    <a:pt x="115367" y="349568"/>
                  </a:lnTo>
                  <a:lnTo>
                    <a:pt x="117311" y="355075"/>
                  </a:lnTo>
                  <a:lnTo>
                    <a:pt x="111075" y="355747"/>
                  </a:lnTo>
                  <a:lnTo>
                    <a:pt x="110731" y="360607"/>
                  </a:lnTo>
                  <a:lnTo>
                    <a:pt x="108419" y="359908"/>
                  </a:lnTo>
                  <a:lnTo>
                    <a:pt x="107562" y="359648"/>
                  </a:lnTo>
                  <a:lnTo>
                    <a:pt x="102889" y="358329"/>
                  </a:lnTo>
                  <a:lnTo>
                    <a:pt x="98111" y="353406"/>
                  </a:lnTo>
                  <a:lnTo>
                    <a:pt x="95472" y="350209"/>
                  </a:lnTo>
                  <a:lnTo>
                    <a:pt x="95303" y="350332"/>
                  </a:lnTo>
                  <a:lnTo>
                    <a:pt x="91373" y="353213"/>
                  </a:lnTo>
                  <a:lnTo>
                    <a:pt x="88287" y="356893"/>
                  </a:lnTo>
                  <a:lnTo>
                    <a:pt x="84986" y="358240"/>
                  </a:lnTo>
                  <a:lnTo>
                    <a:pt x="82834" y="359116"/>
                  </a:lnTo>
                  <a:lnTo>
                    <a:pt x="81161" y="363352"/>
                  </a:lnTo>
                  <a:lnTo>
                    <a:pt x="80752" y="367653"/>
                  </a:lnTo>
                  <a:lnTo>
                    <a:pt x="78233" y="373374"/>
                  </a:lnTo>
                  <a:lnTo>
                    <a:pt x="75547" y="370265"/>
                  </a:lnTo>
                  <a:lnTo>
                    <a:pt x="72201" y="367749"/>
                  </a:lnTo>
                  <a:lnTo>
                    <a:pt x="66725" y="366287"/>
                  </a:lnTo>
                  <a:lnTo>
                    <a:pt x="65586" y="365742"/>
                  </a:lnTo>
                  <a:lnTo>
                    <a:pt x="63056" y="364530"/>
                  </a:lnTo>
                  <a:lnTo>
                    <a:pt x="60974" y="363531"/>
                  </a:lnTo>
                  <a:lnTo>
                    <a:pt x="54577" y="361261"/>
                  </a:lnTo>
                  <a:lnTo>
                    <a:pt x="52649" y="362524"/>
                  </a:lnTo>
                  <a:lnTo>
                    <a:pt x="50239" y="364103"/>
                  </a:lnTo>
                  <a:lnTo>
                    <a:pt x="45728" y="364323"/>
                  </a:lnTo>
                  <a:lnTo>
                    <a:pt x="42132" y="367231"/>
                  </a:lnTo>
                  <a:lnTo>
                    <a:pt x="41510" y="371492"/>
                  </a:lnTo>
                  <a:lnTo>
                    <a:pt x="37636" y="371716"/>
                  </a:lnTo>
                  <a:lnTo>
                    <a:pt x="35147" y="369675"/>
                  </a:lnTo>
                  <a:lnTo>
                    <a:pt x="34320" y="368996"/>
                  </a:lnTo>
                  <a:lnTo>
                    <a:pt x="28736" y="371322"/>
                  </a:lnTo>
                  <a:lnTo>
                    <a:pt x="23766" y="367983"/>
                  </a:lnTo>
                  <a:lnTo>
                    <a:pt x="20548" y="369619"/>
                  </a:lnTo>
                  <a:lnTo>
                    <a:pt x="20396" y="370378"/>
                  </a:lnTo>
                  <a:lnTo>
                    <a:pt x="19864" y="373028"/>
                  </a:lnTo>
                  <a:lnTo>
                    <a:pt x="22846" y="377292"/>
                  </a:lnTo>
                  <a:lnTo>
                    <a:pt x="20977" y="380058"/>
                  </a:lnTo>
                  <a:lnTo>
                    <a:pt x="18706" y="381086"/>
                  </a:lnTo>
                  <a:lnTo>
                    <a:pt x="14533" y="380148"/>
                  </a:lnTo>
                  <a:lnTo>
                    <a:pt x="11167" y="3755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66138" y="3628588"/>
              <a:ext cx="522018" cy="272104"/>
            </a:xfrm>
            <a:custGeom>
              <a:avLst/>
              <a:pathLst>
                <a:path w="522018" h="272104">
                  <a:moveTo>
                    <a:pt x="5448" y="6969"/>
                  </a:moveTo>
                  <a:lnTo>
                    <a:pt x="20238" y="7329"/>
                  </a:lnTo>
                  <a:lnTo>
                    <a:pt x="39765" y="7755"/>
                  </a:lnTo>
                  <a:lnTo>
                    <a:pt x="48607" y="7915"/>
                  </a:lnTo>
                  <a:lnTo>
                    <a:pt x="54468" y="8013"/>
                  </a:lnTo>
                  <a:lnTo>
                    <a:pt x="56492" y="8046"/>
                  </a:lnTo>
                  <a:lnTo>
                    <a:pt x="72235" y="8292"/>
                  </a:lnTo>
                  <a:lnTo>
                    <a:pt x="92548" y="8515"/>
                  </a:lnTo>
                  <a:lnTo>
                    <a:pt x="93896" y="8531"/>
                  </a:lnTo>
                  <a:lnTo>
                    <a:pt x="111536" y="8705"/>
                  </a:lnTo>
                  <a:lnTo>
                    <a:pt x="130633" y="8798"/>
                  </a:lnTo>
                  <a:lnTo>
                    <a:pt x="131697" y="8801"/>
                  </a:lnTo>
                  <a:lnTo>
                    <a:pt x="156251" y="8814"/>
                  </a:lnTo>
                  <a:lnTo>
                    <a:pt x="168727" y="8740"/>
                  </a:lnTo>
                  <a:lnTo>
                    <a:pt x="168924" y="8738"/>
                  </a:lnTo>
                  <a:lnTo>
                    <a:pt x="177248" y="8672"/>
                  </a:lnTo>
                  <a:lnTo>
                    <a:pt x="198988" y="8492"/>
                  </a:lnTo>
                  <a:lnTo>
                    <a:pt x="205290" y="8424"/>
                  </a:lnTo>
                  <a:lnTo>
                    <a:pt x="206542" y="8409"/>
                  </a:lnTo>
                  <a:lnTo>
                    <a:pt x="229492" y="8086"/>
                  </a:lnTo>
                  <a:lnTo>
                    <a:pt x="237079" y="7959"/>
                  </a:lnTo>
                  <a:lnTo>
                    <a:pt x="244443" y="7833"/>
                  </a:lnTo>
                  <a:lnTo>
                    <a:pt x="259966" y="7534"/>
                  </a:lnTo>
                  <a:lnTo>
                    <a:pt x="273303" y="7244"/>
                  </a:lnTo>
                  <a:lnTo>
                    <a:pt x="283016" y="7015"/>
                  </a:lnTo>
                  <a:lnTo>
                    <a:pt x="290447" y="6829"/>
                  </a:lnTo>
                  <a:lnTo>
                    <a:pt x="293434" y="6751"/>
                  </a:lnTo>
                  <a:lnTo>
                    <a:pt x="317768" y="6060"/>
                  </a:lnTo>
                  <a:lnTo>
                    <a:pt x="320909" y="5966"/>
                  </a:lnTo>
                  <a:lnTo>
                    <a:pt x="345153" y="5185"/>
                  </a:lnTo>
                  <a:lnTo>
                    <a:pt x="351398" y="4956"/>
                  </a:lnTo>
                  <a:lnTo>
                    <a:pt x="354265" y="4849"/>
                  </a:lnTo>
                  <a:lnTo>
                    <a:pt x="358846" y="4682"/>
                  </a:lnTo>
                  <a:lnTo>
                    <a:pt x="381453" y="3798"/>
                  </a:lnTo>
                  <a:lnTo>
                    <a:pt x="381873" y="3781"/>
                  </a:lnTo>
                  <a:lnTo>
                    <a:pt x="396986" y="3138"/>
                  </a:lnTo>
                  <a:lnTo>
                    <a:pt x="402694" y="2893"/>
                  </a:lnTo>
                  <a:lnTo>
                    <a:pt x="411459" y="2459"/>
                  </a:lnTo>
                  <a:lnTo>
                    <a:pt x="412361" y="2417"/>
                  </a:lnTo>
                  <a:lnTo>
                    <a:pt x="427337" y="1696"/>
                  </a:lnTo>
                  <a:lnTo>
                    <a:pt x="427575" y="1684"/>
                  </a:lnTo>
                  <a:lnTo>
                    <a:pt x="457487" y="117"/>
                  </a:lnTo>
                  <a:lnTo>
                    <a:pt x="459613" y="0"/>
                  </a:lnTo>
                  <a:lnTo>
                    <a:pt x="465074" y="4633"/>
                  </a:lnTo>
                  <a:lnTo>
                    <a:pt x="471279" y="8527"/>
                  </a:lnTo>
                  <a:lnTo>
                    <a:pt x="475549" y="11240"/>
                  </a:lnTo>
                  <a:lnTo>
                    <a:pt x="479600" y="7860"/>
                  </a:lnTo>
                  <a:lnTo>
                    <a:pt x="481302" y="7652"/>
                  </a:lnTo>
                  <a:lnTo>
                    <a:pt x="484109" y="7308"/>
                  </a:lnTo>
                  <a:lnTo>
                    <a:pt x="485786" y="9334"/>
                  </a:lnTo>
                  <a:lnTo>
                    <a:pt x="489397" y="13496"/>
                  </a:lnTo>
                  <a:lnTo>
                    <a:pt x="489482" y="14003"/>
                  </a:lnTo>
                  <a:lnTo>
                    <a:pt x="490182" y="18158"/>
                  </a:lnTo>
                  <a:lnTo>
                    <a:pt x="491030" y="20170"/>
                  </a:lnTo>
                  <a:lnTo>
                    <a:pt x="488534" y="22568"/>
                  </a:lnTo>
                  <a:lnTo>
                    <a:pt x="483694" y="22943"/>
                  </a:lnTo>
                  <a:lnTo>
                    <a:pt x="483864" y="26165"/>
                  </a:lnTo>
                  <a:lnTo>
                    <a:pt x="479563" y="29372"/>
                  </a:lnTo>
                  <a:lnTo>
                    <a:pt x="479314" y="32839"/>
                  </a:lnTo>
                  <a:lnTo>
                    <a:pt x="479196" y="34479"/>
                  </a:lnTo>
                  <a:lnTo>
                    <a:pt x="477290" y="36207"/>
                  </a:lnTo>
                  <a:lnTo>
                    <a:pt x="474907" y="38356"/>
                  </a:lnTo>
                  <a:lnTo>
                    <a:pt x="476508" y="40081"/>
                  </a:lnTo>
                  <a:lnTo>
                    <a:pt x="479516" y="43319"/>
                  </a:lnTo>
                  <a:lnTo>
                    <a:pt x="484373" y="47766"/>
                  </a:lnTo>
                  <a:lnTo>
                    <a:pt x="485580" y="49353"/>
                  </a:lnTo>
                  <a:lnTo>
                    <a:pt x="486986" y="51200"/>
                  </a:lnTo>
                  <a:lnTo>
                    <a:pt x="490937" y="51598"/>
                  </a:lnTo>
                  <a:lnTo>
                    <a:pt x="489993" y="57707"/>
                  </a:lnTo>
                  <a:lnTo>
                    <a:pt x="493712" y="61862"/>
                  </a:lnTo>
                  <a:lnTo>
                    <a:pt x="496013" y="64543"/>
                  </a:lnTo>
                  <a:lnTo>
                    <a:pt x="497966" y="67563"/>
                  </a:lnTo>
                  <a:lnTo>
                    <a:pt x="498513" y="67947"/>
                  </a:lnTo>
                  <a:lnTo>
                    <a:pt x="502081" y="70455"/>
                  </a:lnTo>
                  <a:lnTo>
                    <a:pt x="506198" y="68951"/>
                  </a:lnTo>
                  <a:lnTo>
                    <a:pt x="510184" y="71132"/>
                  </a:lnTo>
                  <a:lnTo>
                    <a:pt x="511687" y="71131"/>
                  </a:lnTo>
                  <a:lnTo>
                    <a:pt x="512370" y="71131"/>
                  </a:lnTo>
                  <a:lnTo>
                    <a:pt x="511545" y="74841"/>
                  </a:lnTo>
                  <a:lnTo>
                    <a:pt x="511660" y="76916"/>
                  </a:lnTo>
                  <a:lnTo>
                    <a:pt x="511883" y="80923"/>
                  </a:lnTo>
                  <a:lnTo>
                    <a:pt x="512187" y="86383"/>
                  </a:lnTo>
                  <a:lnTo>
                    <a:pt x="512867" y="98182"/>
                  </a:lnTo>
                  <a:lnTo>
                    <a:pt x="513404" y="107518"/>
                  </a:lnTo>
                  <a:lnTo>
                    <a:pt x="513416" y="107746"/>
                  </a:lnTo>
                  <a:lnTo>
                    <a:pt x="514577" y="130591"/>
                  </a:lnTo>
                  <a:lnTo>
                    <a:pt x="515056" y="138375"/>
                  </a:lnTo>
                  <a:lnTo>
                    <a:pt x="515871" y="151601"/>
                  </a:lnTo>
                  <a:lnTo>
                    <a:pt x="516723" y="167176"/>
                  </a:lnTo>
                  <a:lnTo>
                    <a:pt x="516833" y="169191"/>
                  </a:lnTo>
                  <a:lnTo>
                    <a:pt x="517068" y="173508"/>
                  </a:lnTo>
                  <a:lnTo>
                    <a:pt x="518444" y="200292"/>
                  </a:lnTo>
                  <a:lnTo>
                    <a:pt x="518493" y="201089"/>
                  </a:lnTo>
                  <a:lnTo>
                    <a:pt x="518598" y="202800"/>
                  </a:lnTo>
                  <a:lnTo>
                    <a:pt x="519896" y="224052"/>
                  </a:lnTo>
                  <a:lnTo>
                    <a:pt x="520130" y="228146"/>
                  </a:lnTo>
                  <a:lnTo>
                    <a:pt x="520259" y="230401"/>
                  </a:lnTo>
                  <a:lnTo>
                    <a:pt x="521149" y="246009"/>
                  </a:lnTo>
                  <a:lnTo>
                    <a:pt x="521706" y="255064"/>
                  </a:lnTo>
                  <a:lnTo>
                    <a:pt x="522018" y="260132"/>
                  </a:lnTo>
                  <a:lnTo>
                    <a:pt x="515365" y="260565"/>
                  </a:lnTo>
                  <a:lnTo>
                    <a:pt x="495530" y="261719"/>
                  </a:lnTo>
                  <a:lnTo>
                    <a:pt x="494664" y="261771"/>
                  </a:lnTo>
                  <a:lnTo>
                    <a:pt x="490039" y="262048"/>
                  </a:lnTo>
                  <a:lnTo>
                    <a:pt x="472552" y="263061"/>
                  </a:lnTo>
                  <a:lnTo>
                    <a:pt x="466572" y="263393"/>
                  </a:lnTo>
                  <a:lnTo>
                    <a:pt x="458518" y="263831"/>
                  </a:lnTo>
                  <a:lnTo>
                    <a:pt x="454923" y="264023"/>
                  </a:lnTo>
                  <a:lnTo>
                    <a:pt x="439950" y="264798"/>
                  </a:lnTo>
                  <a:lnTo>
                    <a:pt x="430020" y="265291"/>
                  </a:lnTo>
                  <a:lnTo>
                    <a:pt x="427480" y="265415"/>
                  </a:lnTo>
                  <a:lnTo>
                    <a:pt x="424913" y="265540"/>
                  </a:lnTo>
                  <a:lnTo>
                    <a:pt x="409684" y="266258"/>
                  </a:lnTo>
                  <a:lnTo>
                    <a:pt x="389817" y="267158"/>
                  </a:lnTo>
                  <a:lnTo>
                    <a:pt x="388039" y="267229"/>
                  </a:lnTo>
                  <a:lnTo>
                    <a:pt x="372276" y="267834"/>
                  </a:lnTo>
                  <a:lnTo>
                    <a:pt x="347615" y="268736"/>
                  </a:lnTo>
                  <a:lnTo>
                    <a:pt x="344306" y="268852"/>
                  </a:lnTo>
                  <a:lnTo>
                    <a:pt x="327628" y="269407"/>
                  </a:lnTo>
                  <a:lnTo>
                    <a:pt x="322184" y="269576"/>
                  </a:lnTo>
                  <a:lnTo>
                    <a:pt x="300641" y="270194"/>
                  </a:lnTo>
                  <a:lnTo>
                    <a:pt x="298277" y="270261"/>
                  </a:lnTo>
                  <a:lnTo>
                    <a:pt x="281186" y="270716"/>
                  </a:lnTo>
                  <a:lnTo>
                    <a:pt x="276499" y="270831"/>
                  </a:lnTo>
                  <a:lnTo>
                    <a:pt x="259958" y="271204"/>
                  </a:lnTo>
                  <a:lnTo>
                    <a:pt x="259471" y="271214"/>
                  </a:lnTo>
                  <a:lnTo>
                    <a:pt x="246064" y="271412"/>
                  </a:lnTo>
                  <a:lnTo>
                    <a:pt x="228669" y="271624"/>
                  </a:lnTo>
                  <a:lnTo>
                    <a:pt x="214010" y="271808"/>
                  </a:lnTo>
                  <a:lnTo>
                    <a:pt x="204925" y="271904"/>
                  </a:lnTo>
                  <a:lnTo>
                    <a:pt x="185397" y="272060"/>
                  </a:lnTo>
                  <a:lnTo>
                    <a:pt x="181937" y="272073"/>
                  </a:lnTo>
                  <a:lnTo>
                    <a:pt x="175963" y="272090"/>
                  </a:lnTo>
                  <a:lnTo>
                    <a:pt x="167763" y="272104"/>
                  </a:lnTo>
                  <a:lnTo>
                    <a:pt x="144015" y="272027"/>
                  </a:lnTo>
                  <a:lnTo>
                    <a:pt x="143497" y="272029"/>
                  </a:lnTo>
                  <a:lnTo>
                    <a:pt x="137382" y="272037"/>
                  </a:lnTo>
                  <a:lnTo>
                    <a:pt x="104794" y="271978"/>
                  </a:lnTo>
                  <a:lnTo>
                    <a:pt x="99121" y="271987"/>
                  </a:lnTo>
                  <a:lnTo>
                    <a:pt x="83480" y="271984"/>
                  </a:lnTo>
                  <a:lnTo>
                    <a:pt x="77160" y="271950"/>
                  </a:lnTo>
                  <a:lnTo>
                    <a:pt x="68648" y="271892"/>
                  </a:lnTo>
                  <a:lnTo>
                    <a:pt x="58444" y="271808"/>
                  </a:lnTo>
                  <a:lnTo>
                    <a:pt x="39178" y="271631"/>
                  </a:lnTo>
                  <a:lnTo>
                    <a:pt x="34258" y="271570"/>
                  </a:lnTo>
                  <a:lnTo>
                    <a:pt x="9834" y="271206"/>
                  </a:lnTo>
                  <a:lnTo>
                    <a:pt x="987" y="271048"/>
                  </a:lnTo>
                  <a:lnTo>
                    <a:pt x="0" y="271030"/>
                  </a:lnTo>
                  <a:lnTo>
                    <a:pt x="105" y="267349"/>
                  </a:lnTo>
                  <a:lnTo>
                    <a:pt x="242" y="261084"/>
                  </a:lnTo>
                  <a:lnTo>
                    <a:pt x="544" y="247793"/>
                  </a:lnTo>
                  <a:lnTo>
                    <a:pt x="806" y="236306"/>
                  </a:lnTo>
                  <a:lnTo>
                    <a:pt x="1318" y="213940"/>
                  </a:lnTo>
                  <a:lnTo>
                    <a:pt x="1478" y="206960"/>
                  </a:lnTo>
                  <a:lnTo>
                    <a:pt x="1501" y="205674"/>
                  </a:lnTo>
                  <a:lnTo>
                    <a:pt x="2093" y="172829"/>
                  </a:lnTo>
                  <a:lnTo>
                    <a:pt x="2368" y="159724"/>
                  </a:lnTo>
                  <a:lnTo>
                    <a:pt x="2380" y="159168"/>
                  </a:lnTo>
                  <a:lnTo>
                    <a:pt x="2593" y="149022"/>
                  </a:lnTo>
                  <a:lnTo>
                    <a:pt x="3022" y="128779"/>
                  </a:lnTo>
                  <a:lnTo>
                    <a:pt x="3175" y="121549"/>
                  </a:lnTo>
                  <a:lnTo>
                    <a:pt x="3829" y="90885"/>
                  </a:lnTo>
                  <a:lnTo>
                    <a:pt x="3962" y="83328"/>
                  </a:lnTo>
                  <a:lnTo>
                    <a:pt x="4335" y="62214"/>
                  </a:lnTo>
                  <a:lnTo>
                    <a:pt x="4668" y="45145"/>
                  </a:lnTo>
                  <a:lnTo>
                    <a:pt x="4678" y="44629"/>
                  </a:lnTo>
                  <a:lnTo>
                    <a:pt x="5099" y="231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113517" y="3615025"/>
              <a:ext cx="511147" cy="283075"/>
            </a:xfrm>
            <a:custGeom>
              <a:avLst/>
              <a:pathLst>
                <a:path w="511147" h="283075">
                  <a:moveTo>
                    <a:pt x="1530" y="276441"/>
                  </a:moveTo>
                  <a:lnTo>
                    <a:pt x="6176" y="276587"/>
                  </a:lnTo>
                  <a:lnTo>
                    <a:pt x="11222" y="276294"/>
                  </a:lnTo>
                  <a:lnTo>
                    <a:pt x="12657" y="270806"/>
                  </a:lnTo>
                  <a:lnTo>
                    <a:pt x="16238" y="270202"/>
                  </a:lnTo>
                  <a:lnTo>
                    <a:pt x="16423" y="270171"/>
                  </a:lnTo>
                  <a:lnTo>
                    <a:pt x="20102" y="273800"/>
                  </a:lnTo>
                  <a:lnTo>
                    <a:pt x="23804" y="274060"/>
                  </a:lnTo>
                  <a:lnTo>
                    <a:pt x="25194" y="268897"/>
                  </a:lnTo>
                  <a:lnTo>
                    <a:pt x="26570" y="266446"/>
                  </a:lnTo>
                  <a:lnTo>
                    <a:pt x="27165" y="265385"/>
                  </a:lnTo>
                  <a:lnTo>
                    <a:pt x="24012" y="260995"/>
                  </a:lnTo>
                  <a:lnTo>
                    <a:pt x="26783" y="257150"/>
                  </a:lnTo>
                  <a:lnTo>
                    <a:pt x="26536" y="254496"/>
                  </a:lnTo>
                  <a:lnTo>
                    <a:pt x="26513" y="254248"/>
                  </a:lnTo>
                  <a:lnTo>
                    <a:pt x="26479" y="249114"/>
                  </a:lnTo>
                  <a:lnTo>
                    <a:pt x="27907" y="244964"/>
                  </a:lnTo>
                  <a:lnTo>
                    <a:pt x="28560" y="240195"/>
                  </a:lnTo>
                  <a:lnTo>
                    <a:pt x="28721" y="239015"/>
                  </a:lnTo>
                  <a:lnTo>
                    <a:pt x="26093" y="237214"/>
                  </a:lnTo>
                  <a:lnTo>
                    <a:pt x="25995" y="234051"/>
                  </a:lnTo>
                  <a:lnTo>
                    <a:pt x="22801" y="229666"/>
                  </a:lnTo>
                  <a:lnTo>
                    <a:pt x="22677" y="229496"/>
                  </a:lnTo>
                  <a:lnTo>
                    <a:pt x="26774" y="223047"/>
                  </a:lnTo>
                  <a:lnTo>
                    <a:pt x="29116" y="218504"/>
                  </a:lnTo>
                  <a:lnTo>
                    <a:pt x="32698" y="214873"/>
                  </a:lnTo>
                  <a:lnTo>
                    <a:pt x="37467" y="213956"/>
                  </a:lnTo>
                  <a:lnTo>
                    <a:pt x="37747" y="214029"/>
                  </a:lnTo>
                  <a:lnTo>
                    <a:pt x="44512" y="215771"/>
                  </a:lnTo>
                  <a:lnTo>
                    <a:pt x="50657" y="218646"/>
                  </a:lnTo>
                  <a:lnTo>
                    <a:pt x="54907" y="219271"/>
                  </a:lnTo>
                  <a:lnTo>
                    <a:pt x="60951" y="220964"/>
                  </a:lnTo>
                  <a:lnTo>
                    <a:pt x="64768" y="222988"/>
                  </a:lnTo>
                  <a:lnTo>
                    <a:pt x="67003" y="224172"/>
                  </a:lnTo>
                  <a:lnTo>
                    <a:pt x="69850" y="223710"/>
                  </a:lnTo>
                  <a:lnTo>
                    <a:pt x="70312" y="223635"/>
                  </a:lnTo>
                  <a:lnTo>
                    <a:pt x="70844" y="223548"/>
                  </a:lnTo>
                  <a:lnTo>
                    <a:pt x="72694" y="220597"/>
                  </a:lnTo>
                  <a:lnTo>
                    <a:pt x="73495" y="215934"/>
                  </a:lnTo>
                  <a:lnTo>
                    <a:pt x="69450" y="210264"/>
                  </a:lnTo>
                  <a:lnTo>
                    <a:pt x="65685" y="204506"/>
                  </a:lnTo>
                  <a:lnTo>
                    <a:pt x="67060" y="199999"/>
                  </a:lnTo>
                  <a:lnTo>
                    <a:pt x="67836" y="194483"/>
                  </a:lnTo>
                  <a:lnTo>
                    <a:pt x="70862" y="192159"/>
                  </a:lnTo>
                  <a:lnTo>
                    <a:pt x="71040" y="192196"/>
                  </a:lnTo>
                  <a:lnTo>
                    <a:pt x="75214" y="193070"/>
                  </a:lnTo>
                  <a:lnTo>
                    <a:pt x="79976" y="188162"/>
                  </a:lnTo>
                  <a:lnTo>
                    <a:pt x="88416" y="185689"/>
                  </a:lnTo>
                  <a:lnTo>
                    <a:pt x="94715" y="182929"/>
                  </a:lnTo>
                  <a:lnTo>
                    <a:pt x="94252" y="181548"/>
                  </a:lnTo>
                  <a:lnTo>
                    <a:pt x="93552" y="179456"/>
                  </a:lnTo>
                  <a:lnTo>
                    <a:pt x="88945" y="176198"/>
                  </a:lnTo>
                  <a:lnTo>
                    <a:pt x="88862" y="176004"/>
                  </a:lnTo>
                  <a:lnTo>
                    <a:pt x="86044" y="169388"/>
                  </a:lnTo>
                  <a:lnTo>
                    <a:pt x="87456" y="165384"/>
                  </a:lnTo>
                  <a:lnTo>
                    <a:pt x="91931" y="160702"/>
                  </a:lnTo>
                  <a:lnTo>
                    <a:pt x="93437" y="155455"/>
                  </a:lnTo>
                  <a:lnTo>
                    <a:pt x="97610" y="156392"/>
                  </a:lnTo>
                  <a:lnTo>
                    <a:pt x="99881" y="155364"/>
                  </a:lnTo>
                  <a:lnTo>
                    <a:pt x="101750" y="152598"/>
                  </a:lnTo>
                  <a:lnTo>
                    <a:pt x="98768" y="148334"/>
                  </a:lnTo>
                  <a:lnTo>
                    <a:pt x="99300" y="145685"/>
                  </a:lnTo>
                  <a:lnTo>
                    <a:pt x="99452" y="144926"/>
                  </a:lnTo>
                  <a:lnTo>
                    <a:pt x="102670" y="143289"/>
                  </a:lnTo>
                  <a:lnTo>
                    <a:pt x="107640" y="146629"/>
                  </a:lnTo>
                  <a:lnTo>
                    <a:pt x="113224" y="144303"/>
                  </a:lnTo>
                  <a:lnTo>
                    <a:pt x="114051" y="144981"/>
                  </a:lnTo>
                  <a:lnTo>
                    <a:pt x="116540" y="147022"/>
                  </a:lnTo>
                  <a:lnTo>
                    <a:pt x="120414" y="146799"/>
                  </a:lnTo>
                  <a:lnTo>
                    <a:pt x="121036" y="142538"/>
                  </a:lnTo>
                  <a:lnTo>
                    <a:pt x="124632" y="139629"/>
                  </a:lnTo>
                  <a:lnTo>
                    <a:pt x="129143" y="139410"/>
                  </a:lnTo>
                  <a:lnTo>
                    <a:pt x="131553" y="137831"/>
                  </a:lnTo>
                  <a:lnTo>
                    <a:pt x="133481" y="136567"/>
                  </a:lnTo>
                  <a:lnTo>
                    <a:pt x="139878" y="138837"/>
                  </a:lnTo>
                  <a:lnTo>
                    <a:pt x="141960" y="139836"/>
                  </a:lnTo>
                  <a:lnTo>
                    <a:pt x="144490" y="141049"/>
                  </a:lnTo>
                  <a:lnTo>
                    <a:pt x="145629" y="141594"/>
                  </a:lnTo>
                  <a:lnTo>
                    <a:pt x="151105" y="143056"/>
                  </a:lnTo>
                  <a:lnTo>
                    <a:pt x="154451" y="145571"/>
                  </a:lnTo>
                  <a:lnTo>
                    <a:pt x="157137" y="148680"/>
                  </a:lnTo>
                  <a:lnTo>
                    <a:pt x="159656" y="142960"/>
                  </a:lnTo>
                  <a:lnTo>
                    <a:pt x="160065" y="138659"/>
                  </a:lnTo>
                  <a:lnTo>
                    <a:pt x="161738" y="134423"/>
                  </a:lnTo>
                  <a:lnTo>
                    <a:pt x="163890" y="133546"/>
                  </a:lnTo>
                  <a:lnTo>
                    <a:pt x="167191" y="132200"/>
                  </a:lnTo>
                  <a:lnTo>
                    <a:pt x="170277" y="128520"/>
                  </a:lnTo>
                  <a:lnTo>
                    <a:pt x="174207" y="125639"/>
                  </a:lnTo>
                  <a:lnTo>
                    <a:pt x="174376" y="125515"/>
                  </a:lnTo>
                  <a:lnTo>
                    <a:pt x="177015" y="128712"/>
                  </a:lnTo>
                  <a:lnTo>
                    <a:pt x="181793" y="133636"/>
                  </a:lnTo>
                  <a:lnTo>
                    <a:pt x="186466" y="134955"/>
                  </a:lnTo>
                  <a:lnTo>
                    <a:pt x="187323" y="135214"/>
                  </a:lnTo>
                  <a:lnTo>
                    <a:pt x="189635" y="135914"/>
                  </a:lnTo>
                  <a:lnTo>
                    <a:pt x="189979" y="131054"/>
                  </a:lnTo>
                  <a:lnTo>
                    <a:pt x="196215" y="130381"/>
                  </a:lnTo>
                  <a:lnTo>
                    <a:pt x="194271" y="124874"/>
                  </a:lnTo>
                  <a:lnTo>
                    <a:pt x="193572" y="118739"/>
                  </a:lnTo>
                  <a:lnTo>
                    <a:pt x="195805" y="117897"/>
                  </a:lnTo>
                  <a:lnTo>
                    <a:pt x="196873" y="117494"/>
                  </a:lnTo>
                  <a:lnTo>
                    <a:pt x="198942" y="113504"/>
                  </a:lnTo>
                  <a:lnTo>
                    <a:pt x="201600" y="109722"/>
                  </a:lnTo>
                  <a:lnTo>
                    <a:pt x="205785" y="106996"/>
                  </a:lnTo>
                  <a:lnTo>
                    <a:pt x="209346" y="110766"/>
                  </a:lnTo>
                  <a:lnTo>
                    <a:pt x="215304" y="116607"/>
                  </a:lnTo>
                  <a:lnTo>
                    <a:pt x="223027" y="116463"/>
                  </a:lnTo>
                  <a:lnTo>
                    <a:pt x="227808" y="119094"/>
                  </a:lnTo>
                  <a:lnTo>
                    <a:pt x="229979" y="116864"/>
                  </a:lnTo>
                  <a:lnTo>
                    <a:pt x="231263" y="115544"/>
                  </a:lnTo>
                  <a:lnTo>
                    <a:pt x="232763" y="114272"/>
                  </a:lnTo>
                  <a:lnTo>
                    <a:pt x="234572" y="112736"/>
                  </a:lnTo>
                  <a:lnTo>
                    <a:pt x="234605" y="105374"/>
                  </a:lnTo>
                  <a:lnTo>
                    <a:pt x="234279" y="99281"/>
                  </a:lnTo>
                  <a:lnTo>
                    <a:pt x="234238" y="98525"/>
                  </a:lnTo>
                  <a:lnTo>
                    <a:pt x="237268" y="93422"/>
                  </a:lnTo>
                  <a:lnTo>
                    <a:pt x="238260" y="89392"/>
                  </a:lnTo>
                  <a:lnTo>
                    <a:pt x="239800" y="89574"/>
                  </a:lnTo>
                  <a:lnTo>
                    <a:pt x="242896" y="89938"/>
                  </a:lnTo>
                  <a:lnTo>
                    <a:pt x="247081" y="86744"/>
                  </a:lnTo>
                  <a:lnTo>
                    <a:pt x="248943" y="82179"/>
                  </a:lnTo>
                  <a:lnTo>
                    <a:pt x="249237" y="78956"/>
                  </a:lnTo>
                  <a:lnTo>
                    <a:pt x="249556" y="75442"/>
                  </a:lnTo>
                  <a:lnTo>
                    <a:pt x="251373" y="72137"/>
                  </a:lnTo>
                  <a:lnTo>
                    <a:pt x="257133" y="69536"/>
                  </a:lnTo>
                  <a:lnTo>
                    <a:pt x="258276" y="66129"/>
                  </a:lnTo>
                  <a:lnTo>
                    <a:pt x="260783" y="63892"/>
                  </a:lnTo>
                  <a:lnTo>
                    <a:pt x="261637" y="61752"/>
                  </a:lnTo>
                  <a:lnTo>
                    <a:pt x="259992" y="58472"/>
                  </a:lnTo>
                  <a:lnTo>
                    <a:pt x="259498" y="57486"/>
                  </a:lnTo>
                  <a:lnTo>
                    <a:pt x="258444" y="52215"/>
                  </a:lnTo>
                  <a:lnTo>
                    <a:pt x="256982" y="47641"/>
                  </a:lnTo>
                  <a:lnTo>
                    <a:pt x="259914" y="45097"/>
                  </a:lnTo>
                  <a:lnTo>
                    <a:pt x="263953" y="44562"/>
                  </a:lnTo>
                  <a:lnTo>
                    <a:pt x="264499" y="44381"/>
                  </a:lnTo>
                  <a:lnTo>
                    <a:pt x="268257" y="43138"/>
                  </a:lnTo>
                  <a:lnTo>
                    <a:pt x="271007" y="44314"/>
                  </a:lnTo>
                  <a:lnTo>
                    <a:pt x="273859" y="46041"/>
                  </a:lnTo>
                  <a:lnTo>
                    <a:pt x="274979" y="46719"/>
                  </a:lnTo>
                  <a:lnTo>
                    <a:pt x="277586" y="45547"/>
                  </a:lnTo>
                  <a:lnTo>
                    <a:pt x="281948" y="40622"/>
                  </a:lnTo>
                  <a:lnTo>
                    <a:pt x="285119" y="38524"/>
                  </a:lnTo>
                  <a:lnTo>
                    <a:pt x="288763" y="36108"/>
                  </a:lnTo>
                  <a:lnTo>
                    <a:pt x="295679" y="33740"/>
                  </a:lnTo>
                  <a:lnTo>
                    <a:pt x="298700" y="33551"/>
                  </a:lnTo>
                  <a:lnTo>
                    <a:pt x="298371" y="27820"/>
                  </a:lnTo>
                  <a:lnTo>
                    <a:pt x="298548" y="27025"/>
                  </a:lnTo>
                  <a:lnTo>
                    <a:pt x="299025" y="24876"/>
                  </a:lnTo>
                  <a:lnTo>
                    <a:pt x="295842" y="24120"/>
                  </a:lnTo>
                  <a:lnTo>
                    <a:pt x="293322" y="23106"/>
                  </a:lnTo>
                  <a:lnTo>
                    <a:pt x="292322" y="22703"/>
                  </a:lnTo>
                  <a:lnTo>
                    <a:pt x="294729" y="18574"/>
                  </a:lnTo>
                  <a:lnTo>
                    <a:pt x="293006" y="15358"/>
                  </a:lnTo>
                  <a:lnTo>
                    <a:pt x="290665" y="13073"/>
                  </a:lnTo>
                  <a:lnTo>
                    <a:pt x="289034" y="11480"/>
                  </a:lnTo>
                  <a:lnTo>
                    <a:pt x="291088" y="8794"/>
                  </a:lnTo>
                  <a:lnTo>
                    <a:pt x="293386" y="5918"/>
                  </a:lnTo>
                  <a:lnTo>
                    <a:pt x="297389" y="1418"/>
                  </a:lnTo>
                  <a:lnTo>
                    <a:pt x="300066" y="2235"/>
                  </a:lnTo>
                  <a:lnTo>
                    <a:pt x="300238" y="2380"/>
                  </a:lnTo>
                  <a:lnTo>
                    <a:pt x="303051" y="4759"/>
                  </a:lnTo>
                  <a:lnTo>
                    <a:pt x="307046" y="5794"/>
                  </a:lnTo>
                  <a:lnTo>
                    <a:pt x="308069" y="6058"/>
                  </a:lnTo>
                  <a:lnTo>
                    <a:pt x="311483" y="3070"/>
                  </a:lnTo>
                  <a:lnTo>
                    <a:pt x="314408" y="2299"/>
                  </a:lnTo>
                  <a:lnTo>
                    <a:pt x="315251" y="2077"/>
                  </a:lnTo>
                  <a:lnTo>
                    <a:pt x="315884" y="674"/>
                  </a:lnTo>
                  <a:lnTo>
                    <a:pt x="317069" y="0"/>
                  </a:lnTo>
                  <a:lnTo>
                    <a:pt x="318305" y="419"/>
                  </a:lnTo>
                  <a:lnTo>
                    <a:pt x="319600" y="2908"/>
                  </a:lnTo>
                  <a:lnTo>
                    <a:pt x="322323" y="5761"/>
                  </a:lnTo>
                  <a:lnTo>
                    <a:pt x="327591" y="6447"/>
                  </a:lnTo>
                  <a:lnTo>
                    <a:pt x="328055" y="6975"/>
                  </a:lnTo>
                  <a:lnTo>
                    <a:pt x="330140" y="9346"/>
                  </a:lnTo>
                  <a:lnTo>
                    <a:pt x="331278" y="12170"/>
                  </a:lnTo>
                  <a:lnTo>
                    <a:pt x="336208" y="17977"/>
                  </a:lnTo>
                  <a:lnTo>
                    <a:pt x="336287" y="18480"/>
                  </a:lnTo>
                  <a:lnTo>
                    <a:pt x="336725" y="21271"/>
                  </a:lnTo>
                  <a:lnTo>
                    <a:pt x="337404" y="22298"/>
                  </a:lnTo>
                  <a:lnTo>
                    <a:pt x="338669" y="24213"/>
                  </a:lnTo>
                  <a:lnTo>
                    <a:pt x="344142" y="24608"/>
                  </a:lnTo>
                  <a:lnTo>
                    <a:pt x="350023" y="25085"/>
                  </a:lnTo>
                  <a:lnTo>
                    <a:pt x="354657" y="22767"/>
                  </a:lnTo>
                  <a:lnTo>
                    <a:pt x="358232" y="23188"/>
                  </a:lnTo>
                  <a:lnTo>
                    <a:pt x="359962" y="23503"/>
                  </a:lnTo>
                  <a:lnTo>
                    <a:pt x="363721" y="24184"/>
                  </a:lnTo>
                  <a:lnTo>
                    <a:pt x="365500" y="27014"/>
                  </a:lnTo>
                  <a:lnTo>
                    <a:pt x="369208" y="28108"/>
                  </a:lnTo>
                  <a:lnTo>
                    <a:pt x="370579" y="31205"/>
                  </a:lnTo>
                  <a:lnTo>
                    <a:pt x="375353" y="32061"/>
                  </a:lnTo>
                  <a:lnTo>
                    <a:pt x="377253" y="32400"/>
                  </a:lnTo>
                  <a:lnTo>
                    <a:pt x="379244" y="30941"/>
                  </a:lnTo>
                  <a:lnTo>
                    <a:pt x="379487" y="30762"/>
                  </a:lnTo>
                  <a:lnTo>
                    <a:pt x="379980" y="27417"/>
                  </a:lnTo>
                  <a:lnTo>
                    <a:pt x="385884" y="24185"/>
                  </a:lnTo>
                  <a:lnTo>
                    <a:pt x="392650" y="25759"/>
                  </a:lnTo>
                  <a:lnTo>
                    <a:pt x="397076" y="25568"/>
                  </a:lnTo>
                  <a:lnTo>
                    <a:pt x="401455" y="28161"/>
                  </a:lnTo>
                  <a:lnTo>
                    <a:pt x="404124" y="29726"/>
                  </a:lnTo>
                  <a:lnTo>
                    <a:pt x="405386" y="28217"/>
                  </a:lnTo>
                  <a:lnTo>
                    <a:pt x="406789" y="26537"/>
                  </a:lnTo>
                  <a:lnTo>
                    <a:pt x="411410" y="26335"/>
                  </a:lnTo>
                  <a:lnTo>
                    <a:pt x="414003" y="24000"/>
                  </a:lnTo>
                  <a:lnTo>
                    <a:pt x="414590" y="21046"/>
                  </a:lnTo>
                  <a:lnTo>
                    <a:pt x="418663" y="16900"/>
                  </a:lnTo>
                  <a:lnTo>
                    <a:pt x="419323" y="15993"/>
                  </a:lnTo>
                  <a:lnTo>
                    <a:pt x="420339" y="14593"/>
                  </a:lnTo>
                  <a:lnTo>
                    <a:pt x="424708" y="12488"/>
                  </a:lnTo>
                  <a:lnTo>
                    <a:pt x="428098" y="10623"/>
                  </a:lnTo>
                  <a:lnTo>
                    <a:pt x="429942" y="13632"/>
                  </a:lnTo>
                  <a:lnTo>
                    <a:pt x="430731" y="17088"/>
                  </a:lnTo>
                  <a:lnTo>
                    <a:pt x="433208" y="23221"/>
                  </a:lnTo>
                  <a:lnTo>
                    <a:pt x="436415" y="25425"/>
                  </a:lnTo>
                  <a:lnTo>
                    <a:pt x="437337" y="26058"/>
                  </a:lnTo>
                  <a:lnTo>
                    <a:pt x="442476" y="25473"/>
                  </a:lnTo>
                  <a:lnTo>
                    <a:pt x="446487" y="28415"/>
                  </a:lnTo>
                  <a:lnTo>
                    <a:pt x="447399" y="28923"/>
                  </a:lnTo>
                  <a:lnTo>
                    <a:pt x="450984" y="30920"/>
                  </a:lnTo>
                  <a:lnTo>
                    <a:pt x="453597" y="35346"/>
                  </a:lnTo>
                  <a:lnTo>
                    <a:pt x="454628" y="42060"/>
                  </a:lnTo>
                  <a:lnTo>
                    <a:pt x="456882" y="44204"/>
                  </a:lnTo>
                  <a:lnTo>
                    <a:pt x="457368" y="50158"/>
                  </a:lnTo>
                  <a:lnTo>
                    <a:pt x="457312" y="50899"/>
                  </a:lnTo>
                  <a:lnTo>
                    <a:pt x="457035" y="54520"/>
                  </a:lnTo>
                  <a:lnTo>
                    <a:pt x="456327" y="60636"/>
                  </a:lnTo>
                  <a:lnTo>
                    <a:pt x="462730" y="65739"/>
                  </a:lnTo>
                  <a:lnTo>
                    <a:pt x="469906" y="71972"/>
                  </a:lnTo>
                  <a:lnTo>
                    <a:pt x="469589" y="75493"/>
                  </a:lnTo>
                  <a:lnTo>
                    <a:pt x="469410" y="77478"/>
                  </a:lnTo>
                  <a:lnTo>
                    <a:pt x="474831" y="80334"/>
                  </a:lnTo>
                  <a:lnTo>
                    <a:pt x="476704" y="82574"/>
                  </a:lnTo>
                  <a:lnTo>
                    <a:pt x="479343" y="85730"/>
                  </a:lnTo>
                  <a:lnTo>
                    <a:pt x="482909" y="88523"/>
                  </a:lnTo>
                  <a:lnTo>
                    <a:pt x="483642" y="89831"/>
                  </a:lnTo>
                  <a:lnTo>
                    <a:pt x="486338" y="94640"/>
                  </a:lnTo>
                  <a:lnTo>
                    <a:pt x="491655" y="96468"/>
                  </a:lnTo>
                  <a:lnTo>
                    <a:pt x="498394" y="100224"/>
                  </a:lnTo>
                  <a:lnTo>
                    <a:pt x="504509" y="103454"/>
                  </a:lnTo>
                  <a:lnTo>
                    <a:pt x="511147" y="102598"/>
                  </a:lnTo>
                  <a:lnTo>
                    <a:pt x="498124" y="120138"/>
                  </a:lnTo>
                  <a:lnTo>
                    <a:pt x="492086" y="128216"/>
                  </a:lnTo>
                  <a:lnTo>
                    <a:pt x="491813" y="128614"/>
                  </a:lnTo>
                  <a:lnTo>
                    <a:pt x="489554" y="131905"/>
                  </a:lnTo>
                  <a:lnTo>
                    <a:pt x="483519" y="135125"/>
                  </a:lnTo>
                  <a:lnTo>
                    <a:pt x="477109" y="140321"/>
                  </a:lnTo>
                  <a:lnTo>
                    <a:pt x="476830" y="140547"/>
                  </a:lnTo>
                  <a:lnTo>
                    <a:pt x="476408" y="140970"/>
                  </a:lnTo>
                  <a:lnTo>
                    <a:pt x="466816" y="150573"/>
                  </a:lnTo>
                  <a:lnTo>
                    <a:pt x="467993" y="155177"/>
                  </a:lnTo>
                  <a:lnTo>
                    <a:pt x="466609" y="158516"/>
                  </a:lnTo>
                  <a:lnTo>
                    <a:pt x="462435" y="160914"/>
                  </a:lnTo>
                  <a:lnTo>
                    <a:pt x="459320" y="164537"/>
                  </a:lnTo>
                  <a:lnTo>
                    <a:pt x="460474" y="169088"/>
                  </a:lnTo>
                  <a:lnTo>
                    <a:pt x="459594" y="171413"/>
                  </a:lnTo>
                  <a:lnTo>
                    <a:pt x="459038" y="172877"/>
                  </a:lnTo>
                  <a:lnTo>
                    <a:pt x="451565" y="177565"/>
                  </a:lnTo>
                  <a:lnTo>
                    <a:pt x="447181" y="178173"/>
                  </a:lnTo>
                  <a:lnTo>
                    <a:pt x="445380" y="183444"/>
                  </a:lnTo>
                  <a:lnTo>
                    <a:pt x="444748" y="188339"/>
                  </a:lnTo>
                  <a:lnTo>
                    <a:pt x="438123" y="191150"/>
                  </a:lnTo>
                  <a:lnTo>
                    <a:pt x="428453" y="196733"/>
                  </a:lnTo>
                  <a:lnTo>
                    <a:pt x="425302" y="199201"/>
                  </a:lnTo>
                  <a:lnTo>
                    <a:pt x="423617" y="199545"/>
                  </a:lnTo>
                  <a:lnTo>
                    <a:pt x="419055" y="200474"/>
                  </a:lnTo>
                  <a:lnTo>
                    <a:pt x="413527" y="204450"/>
                  </a:lnTo>
                  <a:lnTo>
                    <a:pt x="409842" y="208159"/>
                  </a:lnTo>
                  <a:lnTo>
                    <a:pt x="409070" y="209948"/>
                  </a:lnTo>
                  <a:lnTo>
                    <a:pt x="394927" y="212381"/>
                  </a:lnTo>
                  <a:lnTo>
                    <a:pt x="392395" y="212766"/>
                  </a:lnTo>
                  <a:lnTo>
                    <a:pt x="388418" y="213370"/>
                  </a:lnTo>
                  <a:lnTo>
                    <a:pt x="371808" y="216340"/>
                  </a:lnTo>
                  <a:lnTo>
                    <a:pt x="369447" y="216741"/>
                  </a:lnTo>
                  <a:lnTo>
                    <a:pt x="352866" y="219528"/>
                  </a:lnTo>
                  <a:lnTo>
                    <a:pt x="333473" y="222552"/>
                  </a:lnTo>
                  <a:lnTo>
                    <a:pt x="332990" y="222627"/>
                  </a:lnTo>
                  <a:lnTo>
                    <a:pt x="321865" y="223843"/>
                  </a:lnTo>
                  <a:lnTo>
                    <a:pt x="319693" y="224059"/>
                  </a:lnTo>
                  <a:lnTo>
                    <a:pt x="311171" y="224896"/>
                  </a:lnTo>
                  <a:lnTo>
                    <a:pt x="298622" y="226817"/>
                  </a:lnTo>
                  <a:lnTo>
                    <a:pt x="297623" y="226969"/>
                  </a:lnTo>
                  <a:lnTo>
                    <a:pt x="297268" y="227059"/>
                  </a:lnTo>
                  <a:lnTo>
                    <a:pt x="287625" y="229493"/>
                  </a:lnTo>
                  <a:lnTo>
                    <a:pt x="284061" y="230388"/>
                  </a:lnTo>
                  <a:lnTo>
                    <a:pt x="267075" y="232858"/>
                  </a:lnTo>
                  <a:lnTo>
                    <a:pt x="263119" y="233424"/>
                  </a:lnTo>
                  <a:lnTo>
                    <a:pt x="257166" y="234271"/>
                  </a:lnTo>
                  <a:lnTo>
                    <a:pt x="250021" y="235040"/>
                  </a:lnTo>
                  <a:lnTo>
                    <a:pt x="242567" y="235833"/>
                  </a:lnTo>
                  <a:lnTo>
                    <a:pt x="233901" y="236802"/>
                  </a:lnTo>
                  <a:lnTo>
                    <a:pt x="219461" y="238386"/>
                  </a:lnTo>
                  <a:lnTo>
                    <a:pt x="212710" y="239115"/>
                  </a:lnTo>
                  <a:lnTo>
                    <a:pt x="209869" y="240864"/>
                  </a:lnTo>
                  <a:lnTo>
                    <a:pt x="209083" y="240746"/>
                  </a:lnTo>
                  <a:lnTo>
                    <a:pt x="205852" y="240257"/>
                  </a:lnTo>
                  <a:lnTo>
                    <a:pt x="194976" y="242305"/>
                  </a:lnTo>
                  <a:lnTo>
                    <a:pt x="191526" y="242950"/>
                  </a:lnTo>
                  <a:lnTo>
                    <a:pt x="174306" y="245918"/>
                  </a:lnTo>
                  <a:lnTo>
                    <a:pt x="170539" y="246560"/>
                  </a:lnTo>
                  <a:lnTo>
                    <a:pt x="155170" y="249153"/>
                  </a:lnTo>
                  <a:lnTo>
                    <a:pt x="154348" y="249290"/>
                  </a:lnTo>
                  <a:lnTo>
                    <a:pt x="133931" y="252667"/>
                  </a:lnTo>
                  <a:lnTo>
                    <a:pt x="130245" y="253320"/>
                  </a:lnTo>
                  <a:lnTo>
                    <a:pt x="119190" y="255265"/>
                  </a:lnTo>
                  <a:lnTo>
                    <a:pt x="119088" y="252576"/>
                  </a:lnTo>
                  <a:lnTo>
                    <a:pt x="107614" y="253059"/>
                  </a:lnTo>
                  <a:lnTo>
                    <a:pt x="103502" y="253554"/>
                  </a:lnTo>
                  <a:lnTo>
                    <a:pt x="105082" y="257555"/>
                  </a:lnTo>
                  <a:lnTo>
                    <a:pt x="107520" y="264194"/>
                  </a:lnTo>
                  <a:lnTo>
                    <a:pt x="106948" y="268863"/>
                  </a:lnTo>
                  <a:lnTo>
                    <a:pt x="106747" y="268896"/>
                  </a:lnTo>
                  <a:lnTo>
                    <a:pt x="101584" y="269765"/>
                  </a:lnTo>
                  <a:lnTo>
                    <a:pt x="76237" y="273081"/>
                  </a:lnTo>
                  <a:lnTo>
                    <a:pt x="74636" y="273287"/>
                  </a:lnTo>
                  <a:lnTo>
                    <a:pt x="74325" y="273329"/>
                  </a:lnTo>
                  <a:lnTo>
                    <a:pt x="53278" y="276150"/>
                  </a:lnTo>
                  <a:lnTo>
                    <a:pt x="52548" y="276246"/>
                  </a:lnTo>
                  <a:lnTo>
                    <a:pt x="52029" y="276315"/>
                  </a:lnTo>
                  <a:lnTo>
                    <a:pt x="42925" y="277508"/>
                  </a:lnTo>
                  <a:lnTo>
                    <a:pt x="25579" y="279475"/>
                  </a:lnTo>
                  <a:lnTo>
                    <a:pt x="16242" y="281055"/>
                  </a:lnTo>
                  <a:lnTo>
                    <a:pt x="11208" y="281900"/>
                  </a:lnTo>
                  <a:lnTo>
                    <a:pt x="2664" y="283075"/>
                  </a:lnTo>
                  <a:lnTo>
                    <a:pt x="0" y="2798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67077" y="4516912"/>
              <a:ext cx="407445" cy="341824"/>
            </a:xfrm>
            <a:custGeom>
              <a:avLst/>
              <a:pathLst>
                <a:path w="407445" h="341824">
                  <a:moveTo>
                    <a:pt x="1753" y="45578"/>
                  </a:moveTo>
                  <a:lnTo>
                    <a:pt x="1192" y="36463"/>
                  </a:lnTo>
                  <a:lnTo>
                    <a:pt x="743" y="29166"/>
                  </a:lnTo>
                  <a:lnTo>
                    <a:pt x="0" y="17109"/>
                  </a:lnTo>
                  <a:lnTo>
                    <a:pt x="16866" y="15894"/>
                  </a:lnTo>
                  <a:lnTo>
                    <a:pt x="17418" y="15853"/>
                  </a:lnTo>
                  <a:lnTo>
                    <a:pt x="23610" y="15395"/>
                  </a:lnTo>
                  <a:lnTo>
                    <a:pt x="38550" y="14340"/>
                  </a:lnTo>
                  <a:lnTo>
                    <a:pt x="40798" y="14178"/>
                  </a:lnTo>
                  <a:lnTo>
                    <a:pt x="49173" y="13568"/>
                  </a:lnTo>
                  <a:lnTo>
                    <a:pt x="59397" y="12784"/>
                  </a:lnTo>
                  <a:lnTo>
                    <a:pt x="62441" y="12547"/>
                  </a:lnTo>
                  <a:lnTo>
                    <a:pt x="77842" y="11360"/>
                  </a:lnTo>
                  <a:lnTo>
                    <a:pt x="79143" y="11258"/>
                  </a:lnTo>
                  <a:lnTo>
                    <a:pt x="97428" y="9974"/>
                  </a:lnTo>
                  <a:lnTo>
                    <a:pt x="113829" y="8742"/>
                  </a:lnTo>
                  <a:lnTo>
                    <a:pt x="134390" y="7168"/>
                  </a:lnTo>
                  <a:lnTo>
                    <a:pt x="145739" y="6173"/>
                  </a:lnTo>
                  <a:lnTo>
                    <a:pt x="160028" y="4891"/>
                  </a:lnTo>
                  <a:lnTo>
                    <a:pt x="188473" y="2245"/>
                  </a:lnTo>
                  <a:lnTo>
                    <a:pt x="190596" y="2049"/>
                  </a:lnTo>
                  <a:lnTo>
                    <a:pt x="192397" y="1881"/>
                  </a:lnTo>
                  <a:lnTo>
                    <a:pt x="205025" y="694"/>
                  </a:lnTo>
                  <a:lnTo>
                    <a:pt x="212281" y="0"/>
                  </a:lnTo>
                  <a:lnTo>
                    <a:pt x="214802" y="1811"/>
                  </a:lnTo>
                  <a:lnTo>
                    <a:pt x="219738" y="5052"/>
                  </a:lnTo>
                  <a:lnTo>
                    <a:pt x="220244" y="9325"/>
                  </a:lnTo>
                  <a:lnTo>
                    <a:pt x="215603" y="13301"/>
                  </a:lnTo>
                  <a:lnTo>
                    <a:pt x="214141" y="16665"/>
                  </a:lnTo>
                  <a:lnTo>
                    <a:pt x="214731" y="19808"/>
                  </a:lnTo>
                  <a:lnTo>
                    <a:pt x="218266" y="22612"/>
                  </a:lnTo>
                  <a:lnTo>
                    <a:pt x="222567" y="23428"/>
                  </a:lnTo>
                  <a:lnTo>
                    <a:pt x="219806" y="27261"/>
                  </a:lnTo>
                  <a:lnTo>
                    <a:pt x="221910" y="34483"/>
                  </a:lnTo>
                  <a:lnTo>
                    <a:pt x="223866" y="36177"/>
                  </a:lnTo>
                  <a:lnTo>
                    <a:pt x="224409" y="36673"/>
                  </a:lnTo>
                  <a:lnTo>
                    <a:pt x="227638" y="41277"/>
                  </a:lnTo>
                  <a:lnTo>
                    <a:pt x="224026" y="42029"/>
                  </a:lnTo>
                  <a:lnTo>
                    <a:pt x="225184" y="48408"/>
                  </a:lnTo>
                  <a:lnTo>
                    <a:pt x="231737" y="48916"/>
                  </a:lnTo>
                  <a:lnTo>
                    <a:pt x="230795" y="55440"/>
                  </a:lnTo>
                  <a:lnTo>
                    <a:pt x="235734" y="55768"/>
                  </a:lnTo>
                  <a:lnTo>
                    <a:pt x="234231" y="61081"/>
                  </a:lnTo>
                  <a:lnTo>
                    <a:pt x="231565" y="67415"/>
                  </a:lnTo>
                  <a:lnTo>
                    <a:pt x="222901" y="68897"/>
                  </a:lnTo>
                  <a:lnTo>
                    <a:pt x="228835" y="77084"/>
                  </a:lnTo>
                  <a:lnTo>
                    <a:pt x="229245" y="77649"/>
                  </a:lnTo>
                  <a:lnTo>
                    <a:pt x="226346" y="82418"/>
                  </a:lnTo>
                  <a:lnTo>
                    <a:pt x="226433" y="84765"/>
                  </a:lnTo>
                  <a:lnTo>
                    <a:pt x="223995" y="88218"/>
                  </a:lnTo>
                  <a:lnTo>
                    <a:pt x="219632" y="89883"/>
                  </a:lnTo>
                  <a:lnTo>
                    <a:pt x="219774" y="94544"/>
                  </a:lnTo>
                  <a:lnTo>
                    <a:pt x="216099" y="98718"/>
                  </a:lnTo>
                  <a:lnTo>
                    <a:pt x="215474" y="99408"/>
                  </a:lnTo>
                  <a:lnTo>
                    <a:pt x="212311" y="102901"/>
                  </a:lnTo>
                  <a:lnTo>
                    <a:pt x="208089" y="102521"/>
                  </a:lnTo>
                  <a:lnTo>
                    <a:pt x="207393" y="106413"/>
                  </a:lnTo>
                  <a:lnTo>
                    <a:pt x="210709" y="110607"/>
                  </a:lnTo>
                  <a:lnTo>
                    <a:pt x="210869" y="110809"/>
                  </a:lnTo>
                  <a:lnTo>
                    <a:pt x="206306" y="112399"/>
                  </a:lnTo>
                  <a:lnTo>
                    <a:pt x="205874" y="120198"/>
                  </a:lnTo>
                  <a:lnTo>
                    <a:pt x="200955" y="122781"/>
                  </a:lnTo>
                  <a:lnTo>
                    <a:pt x="201675" y="125589"/>
                  </a:lnTo>
                  <a:lnTo>
                    <a:pt x="203480" y="129044"/>
                  </a:lnTo>
                  <a:lnTo>
                    <a:pt x="199672" y="130469"/>
                  </a:lnTo>
                  <a:lnTo>
                    <a:pt x="197878" y="133796"/>
                  </a:lnTo>
                  <a:lnTo>
                    <a:pt x="198833" y="138922"/>
                  </a:lnTo>
                  <a:lnTo>
                    <a:pt x="197548" y="143321"/>
                  </a:lnTo>
                  <a:lnTo>
                    <a:pt x="197656" y="147868"/>
                  </a:lnTo>
                  <a:lnTo>
                    <a:pt x="200050" y="151731"/>
                  </a:lnTo>
                  <a:lnTo>
                    <a:pt x="196112" y="154754"/>
                  </a:lnTo>
                  <a:lnTo>
                    <a:pt x="191766" y="154638"/>
                  </a:lnTo>
                  <a:lnTo>
                    <a:pt x="190282" y="157713"/>
                  </a:lnTo>
                  <a:lnTo>
                    <a:pt x="194670" y="160858"/>
                  </a:lnTo>
                  <a:lnTo>
                    <a:pt x="194612" y="161013"/>
                  </a:lnTo>
                  <a:lnTo>
                    <a:pt x="192709" y="166036"/>
                  </a:lnTo>
                  <a:lnTo>
                    <a:pt x="195077" y="169791"/>
                  </a:lnTo>
                  <a:lnTo>
                    <a:pt x="197975" y="173186"/>
                  </a:lnTo>
                  <a:lnTo>
                    <a:pt x="193181" y="177552"/>
                  </a:lnTo>
                  <a:lnTo>
                    <a:pt x="192568" y="178111"/>
                  </a:lnTo>
                  <a:lnTo>
                    <a:pt x="223715" y="175022"/>
                  </a:lnTo>
                  <a:lnTo>
                    <a:pt x="227329" y="174647"/>
                  </a:lnTo>
                  <a:lnTo>
                    <a:pt x="236076" y="173733"/>
                  </a:lnTo>
                  <a:lnTo>
                    <a:pt x="253737" y="171851"/>
                  </a:lnTo>
                  <a:lnTo>
                    <a:pt x="258790" y="171303"/>
                  </a:lnTo>
                  <a:lnTo>
                    <a:pt x="273222" y="169700"/>
                  </a:lnTo>
                  <a:lnTo>
                    <a:pt x="274700" y="169534"/>
                  </a:lnTo>
                  <a:lnTo>
                    <a:pt x="289880" y="167809"/>
                  </a:lnTo>
                  <a:lnTo>
                    <a:pt x="296388" y="167046"/>
                  </a:lnTo>
                  <a:lnTo>
                    <a:pt x="323631" y="163782"/>
                  </a:lnTo>
                  <a:lnTo>
                    <a:pt x="328265" y="163217"/>
                  </a:lnTo>
                  <a:lnTo>
                    <a:pt x="336369" y="162231"/>
                  </a:lnTo>
                  <a:lnTo>
                    <a:pt x="335525" y="170197"/>
                  </a:lnTo>
                  <a:lnTo>
                    <a:pt x="333213" y="178614"/>
                  </a:lnTo>
                  <a:lnTo>
                    <a:pt x="330678" y="187112"/>
                  </a:lnTo>
                  <a:lnTo>
                    <a:pt x="331963" y="192093"/>
                  </a:lnTo>
                  <a:lnTo>
                    <a:pt x="332508" y="194209"/>
                  </a:lnTo>
                  <a:lnTo>
                    <a:pt x="335613" y="201975"/>
                  </a:lnTo>
                  <a:lnTo>
                    <a:pt x="342263" y="207689"/>
                  </a:lnTo>
                  <a:lnTo>
                    <a:pt x="343424" y="209614"/>
                  </a:lnTo>
                  <a:lnTo>
                    <a:pt x="345404" y="212896"/>
                  </a:lnTo>
                  <a:lnTo>
                    <a:pt x="349710" y="221679"/>
                  </a:lnTo>
                  <a:lnTo>
                    <a:pt x="352544" y="229352"/>
                  </a:lnTo>
                  <a:lnTo>
                    <a:pt x="359184" y="231742"/>
                  </a:lnTo>
                  <a:lnTo>
                    <a:pt x="353406" y="235779"/>
                  </a:lnTo>
                  <a:lnTo>
                    <a:pt x="349682" y="238375"/>
                  </a:lnTo>
                  <a:lnTo>
                    <a:pt x="348028" y="242298"/>
                  </a:lnTo>
                  <a:lnTo>
                    <a:pt x="340784" y="245856"/>
                  </a:lnTo>
                  <a:lnTo>
                    <a:pt x="336262" y="248761"/>
                  </a:lnTo>
                  <a:lnTo>
                    <a:pt x="336262" y="248939"/>
                  </a:lnTo>
                  <a:lnTo>
                    <a:pt x="336264" y="254532"/>
                  </a:lnTo>
                  <a:lnTo>
                    <a:pt x="340740" y="255648"/>
                  </a:lnTo>
                  <a:lnTo>
                    <a:pt x="344822" y="256600"/>
                  </a:lnTo>
                  <a:lnTo>
                    <a:pt x="348449" y="259995"/>
                  </a:lnTo>
                  <a:lnTo>
                    <a:pt x="352708" y="260405"/>
                  </a:lnTo>
                  <a:lnTo>
                    <a:pt x="356278" y="258411"/>
                  </a:lnTo>
                  <a:lnTo>
                    <a:pt x="357166" y="249309"/>
                  </a:lnTo>
                  <a:lnTo>
                    <a:pt x="362763" y="243596"/>
                  </a:lnTo>
                  <a:lnTo>
                    <a:pt x="366341" y="241400"/>
                  </a:lnTo>
                  <a:lnTo>
                    <a:pt x="374144" y="240595"/>
                  </a:lnTo>
                  <a:lnTo>
                    <a:pt x="376820" y="237413"/>
                  </a:lnTo>
                  <a:lnTo>
                    <a:pt x="381723" y="232984"/>
                  </a:lnTo>
                  <a:lnTo>
                    <a:pt x="385378" y="231259"/>
                  </a:lnTo>
                  <a:lnTo>
                    <a:pt x="385983" y="238697"/>
                  </a:lnTo>
                  <a:lnTo>
                    <a:pt x="384367" y="245094"/>
                  </a:lnTo>
                  <a:lnTo>
                    <a:pt x="383819" y="251147"/>
                  </a:lnTo>
                  <a:lnTo>
                    <a:pt x="383878" y="255397"/>
                  </a:lnTo>
                  <a:lnTo>
                    <a:pt x="380222" y="262363"/>
                  </a:lnTo>
                  <a:lnTo>
                    <a:pt x="382345" y="266205"/>
                  </a:lnTo>
                  <a:lnTo>
                    <a:pt x="372444" y="266180"/>
                  </a:lnTo>
                  <a:lnTo>
                    <a:pt x="372885" y="273930"/>
                  </a:lnTo>
                  <a:lnTo>
                    <a:pt x="368453" y="277117"/>
                  </a:lnTo>
                  <a:lnTo>
                    <a:pt x="365914" y="279033"/>
                  </a:lnTo>
                  <a:lnTo>
                    <a:pt x="365643" y="279237"/>
                  </a:lnTo>
                  <a:lnTo>
                    <a:pt x="363163" y="278040"/>
                  </a:lnTo>
                  <a:lnTo>
                    <a:pt x="358393" y="281980"/>
                  </a:lnTo>
                  <a:lnTo>
                    <a:pt x="361852" y="287406"/>
                  </a:lnTo>
                  <a:lnTo>
                    <a:pt x="361913" y="291769"/>
                  </a:lnTo>
                  <a:lnTo>
                    <a:pt x="365311" y="296582"/>
                  </a:lnTo>
                  <a:lnTo>
                    <a:pt x="369380" y="298577"/>
                  </a:lnTo>
                  <a:lnTo>
                    <a:pt x="377346" y="298870"/>
                  </a:lnTo>
                  <a:lnTo>
                    <a:pt x="382580" y="298552"/>
                  </a:lnTo>
                  <a:lnTo>
                    <a:pt x="387201" y="302475"/>
                  </a:lnTo>
                  <a:lnTo>
                    <a:pt x="391534" y="301271"/>
                  </a:lnTo>
                  <a:lnTo>
                    <a:pt x="397195" y="306280"/>
                  </a:lnTo>
                  <a:lnTo>
                    <a:pt x="399103" y="311296"/>
                  </a:lnTo>
                  <a:lnTo>
                    <a:pt x="406098" y="310795"/>
                  </a:lnTo>
                  <a:lnTo>
                    <a:pt x="407445" y="314864"/>
                  </a:lnTo>
                  <a:lnTo>
                    <a:pt x="404136" y="321981"/>
                  </a:lnTo>
                  <a:lnTo>
                    <a:pt x="400456" y="323907"/>
                  </a:lnTo>
                  <a:lnTo>
                    <a:pt x="398386" y="328071"/>
                  </a:lnTo>
                  <a:lnTo>
                    <a:pt x="399191" y="331313"/>
                  </a:lnTo>
                  <a:lnTo>
                    <a:pt x="393080" y="329364"/>
                  </a:lnTo>
                  <a:lnTo>
                    <a:pt x="389627" y="326645"/>
                  </a:lnTo>
                  <a:lnTo>
                    <a:pt x="385246" y="331414"/>
                  </a:lnTo>
                  <a:lnTo>
                    <a:pt x="379860" y="338791"/>
                  </a:lnTo>
                  <a:lnTo>
                    <a:pt x="378917" y="331604"/>
                  </a:lnTo>
                  <a:lnTo>
                    <a:pt x="381685" y="326443"/>
                  </a:lnTo>
                  <a:lnTo>
                    <a:pt x="378960" y="322235"/>
                  </a:lnTo>
                  <a:lnTo>
                    <a:pt x="375473" y="320427"/>
                  </a:lnTo>
                  <a:lnTo>
                    <a:pt x="371051" y="315167"/>
                  </a:lnTo>
                  <a:lnTo>
                    <a:pt x="364536" y="313545"/>
                  </a:lnTo>
                  <a:lnTo>
                    <a:pt x="361222" y="313111"/>
                  </a:lnTo>
                  <a:lnTo>
                    <a:pt x="358349" y="310074"/>
                  </a:lnTo>
                  <a:lnTo>
                    <a:pt x="351596" y="309695"/>
                  </a:lnTo>
                  <a:lnTo>
                    <a:pt x="342533" y="309468"/>
                  </a:lnTo>
                  <a:lnTo>
                    <a:pt x="339503" y="310853"/>
                  </a:lnTo>
                  <a:lnTo>
                    <a:pt x="338148" y="312246"/>
                  </a:lnTo>
                  <a:lnTo>
                    <a:pt x="334358" y="316137"/>
                  </a:lnTo>
                  <a:lnTo>
                    <a:pt x="327115" y="323123"/>
                  </a:lnTo>
                  <a:lnTo>
                    <a:pt x="324869" y="325067"/>
                  </a:lnTo>
                  <a:lnTo>
                    <a:pt x="322508" y="327108"/>
                  </a:lnTo>
                  <a:lnTo>
                    <a:pt x="315245" y="333128"/>
                  </a:lnTo>
                  <a:lnTo>
                    <a:pt x="306851" y="335937"/>
                  </a:lnTo>
                  <a:lnTo>
                    <a:pt x="301145" y="337043"/>
                  </a:lnTo>
                  <a:lnTo>
                    <a:pt x="298614" y="337531"/>
                  </a:lnTo>
                  <a:lnTo>
                    <a:pt x="295098" y="337681"/>
                  </a:lnTo>
                  <a:lnTo>
                    <a:pt x="282476" y="339148"/>
                  </a:lnTo>
                  <a:lnTo>
                    <a:pt x="275200" y="341478"/>
                  </a:lnTo>
                  <a:lnTo>
                    <a:pt x="270239" y="341824"/>
                  </a:lnTo>
                  <a:lnTo>
                    <a:pt x="265870" y="341066"/>
                  </a:lnTo>
                  <a:lnTo>
                    <a:pt x="264743" y="336906"/>
                  </a:lnTo>
                  <a:lnTo>
                    <a:pt x="259349" y="332436"/>
                  </a:lnTo>
                  <a:lnTo>
                    <a:pt x="254814" y="332286"/>
                  </a:lnTo>
                  <a:lnTo>
                    <a:pt x="247447" y="331451"/>
                  </a:lnTo>
                  <a:lnTo>
                    <a:pt x="242283" y="329318"/>
                  </a:lnTo>
                  <a:lnTo>
                    <a:pt x="232779" y="327683"/>
                  </a:lnTo>
                  <a:lnTo>
                    <a:pt x="228088" y="323687"/>
                  </a:lnTo>
                  <a:lnTo>
                    <a:pt x="232335" y="320540"/>
                  </a:lnTo>
                  <a:lnTo>
                    <a:pt x="232894" y="317721"/>
                  </a:lnTo>
                  <a:lnTo>
                    <a:pt x="227467" y="315624"/>
                  </a:lnTo>
                  <a:lnTo>
                    <a:pt x="224955" y="313323"/>
                  </a:lnTo>
                  <a:lnTo>
                    <a:pt x="226043" y="311132"/>
                  </a:lnTo>
                  <a:lnTo>
                    <a:pt x="222063" y="306914"/>
                  </a:lnTo>
                  <a:lnTo>
                    <a:pt x="217146" y="309780"/>
                  </a:lnTo>
                  <a:lnTo>
                    <a:pt x="215044" y="307434"/>
                  </a:lnTo>
                  <a:lnTo>
                    <a:pt x="211323" y="304959"/>
                  </a:lnTo>
                  <a:lnTo>
                    <a:pt x="210582" y="302023"/>
                  </a:lnTo>
                  <a:lnTo>
                    <a:pt x="210028" y="299584"/>
                  </a:lnTo>
                  <a:lnTo>
                    <a:pt x="205301" y="296821"/>
                  </a:lnTo>
                  <a:lnTo>
                    <a:pt x="201959" y="297191"/>
                  </a:lnTo>
                  <a:lnTo>
                    <a:pt x="203000" y="291080"/>
                  </a:lnTo>
                  <a:lnTo>
                    <a:pt x="199351" y="287352"/>
                  </a:lnTo>
                  <a:lnTo>
                    <a:pt x="193958" y="287560"/>
                  </a:lnTo>
                  <a:lnTo>
                    <a:pt x="188702" y="290186"/>
                  </a:lnTo>
                  <a:lnTo>
                    <a:pt x="185416" y="292438"/>
                  </a:lnTo>
                  <a:lnTo>
                    <a:pt x="184937" y="295595"/>
                  </a:lnTo>
                  <a:lnTo>
                    <a:pt x="184395" y="299159"/>
                  </a:lnTo>
                  <a:lnTo>
                    <a:pt x="189946" y="301378"/>
                  </a:lnTo>
                  <a:lnTo>
                    <a:pt x="197240" y="303014"/>
                  </a:lnTo>
                  <a:lnTo>
                    <a:pt x="193409" y="310295"/>
                  </a:lnTo>
                  <a:lnTo>
                    <a:pt x="189430" y="312112"/>
                  </a:lnTo>
                  <a:lnTo>
                    <a:pt x="181922" y="308914"/>
                  </a:lnTo>
                  <a:lnTo>
                    <a:pt x="172735" y="305025"/>
                  </a:lnTo>
                  <a:lnTo>
                    <a:pt x="171727" y="304697"/>
                  </a:lnTo>
                  <a:lnTo>
                    <a:pt x="170013" y="304138"/>
                  </a:lnTo>
                  <a:lnTo>
                    <a:pt x="162819" y="305148"/>
                  </a:lnTo>
                  <a:lnTo>
                    <a:pt x="155943" y="309467"/>
                  </a:lnTo>
                  <a:lnTo>
                    <a:pt x="150496" y="310639"/>
                  </a:lnTo>
                  <a:lnTo>
                    <a:pt x="143757" y="309836"/>
                  </a:lnTo>
                  <a:lnTo>
                    <a:pt x="138776" y="309080"/>
                  </a:lnTo>
                  <a:lnTo>
                    <a:pt x="131419" y="308289"/>
                  </a:lnTo>
                  <a:lnTo>
                    <a:pt x="127658" y="307614"/>
                  </a:lnTo>
                  <a:lnTo>
                    <a:pt x="122305" y="306651"/>
                  </a:lnTo>
                  <a:lnTo>
                    <a:pt x="106836" y="301356"/>
                  </a:lnTo>
                  <a:lnTo>
                    <a:pt x="97893" y="298276"/>
                  </a:lnTo>
                  <a:lnTo>
                    <a:pt x="90453" y="296664"/>
                  </a:lnTo>
                  <a:lnTo>
                    <a:pt x="83522" y="295346"/>
                  </a:lnTo>
                  <a:lnTo>
                    <a:pt x="74399" y="295659"/>
                  </a:lnTo>
                  <a:lnTo>
                    <a:pt x="65585" y="297010"/>
                  </a:lnTo>
                  <a:lnTo>
                    <a:pt x="55838" y="298100"/>
                  </a:lnTo>
                  <a:lnTo>
                    <a:pt x="40372" y="301591"/>
                  </a:lnTo>
                  <a:lnTo>
                    <a:pt x="36087" y="303742"/>
                  </a:lnTo>
                  <a:lnTo>
                    <a:pt x="33244" y="306098"/>
                  </a:lnTo>
                  <a:lnTo>
                    <a:pt x="31131" y="303326"/>
                  </a:lnTo>
                  <a:lnTo>
                    <a:pt x="28814" y="300204"/>
                  </a:lnTo>
                  <a:lnTo>
                    <a:pt x="25653" y="296819"/>
                  </a:lnTo>
                  <a:lnTo>
                    <a:pt x="29750" y="292275"/>
                  </a:lnTo>
                  <a:lnTo>
                    <a:pt x="31186" y="290387"/>
                  </a:lnTo>
                  <a:lnTo>
                    <a:pt x="32749" y="288330"/>
                  </a:lnTo>
                  <a:lnTo>
                    <a:pt x="34156" y="282969"/>
                  </a:lnTo>
                  <a:lnTo>
                    <a:pt x="38904" y="276769"/>
                  </a:lnTo>
                  <a:lnTo>
                    <a:pt x="41407" y="273900"/>
                  </a:lnTo>
                  <a:lnTo>
                    <a:pt x="41568" y="273716"/>
                  </a:lnTo>
                  <a:lnTo>
                    <a:pt x="41365" y="268622"/>
                  </a:lnTo>
                  <a:lnTo>
                    <a:pt x="40931" y="263302"/>
                  </a:lnTo>
                  <a:lnTo>
                    <a:pt x="39919" y="258888"/>
                  </a:lnTo>
                  <a:lnTo>
                    <a:pt x="39992" y="257247"/>
                  </a:lnTo>
                  <a:lnTo>
                    <a:pt x="40116" y="254480"/>
                  </a:lnTo>
                  <a:lnTo>
                    <a:pt x="35768" y="250037"/>
                  </a:lnTo>
                  <a:lnTo>
                    <a:pt x="36548" y="244113"/>
                  </a:lnTo>
                  <a:lnTo>
                    <a:pt x="37063" y="243593"/>
                  </a:lnTo>
                  <a:lnTo>
                    <a:pt x="39618" y="241011"/>
                  </a:lnTo>
                  <a:lnTo>
                    <a:pt x="38632" y="234396"/>
                  </a:lnTo>
                  <a:lnTo>
                    <a:pt x="36971" y="231154"/>
                  </a:lnTo>
                  <a:lnTo>
                    <a:pt x="40121" y="226748"/>
                  </a:lnTo>
                  <a:lnTo>
                    <a:pt x="39881" y="223913"/>
                  </a:lnTo>
                  <a:lnTo>
                    <a:pt x="43772" y="218838"/>
                  </a:lnTo>
                  <a:lnTo>
                    <a:pt x="44373" y="213671"/>
                  </a:lnTo>
                  <a:lnTo>
                    <a:pt x="47682" y="207782"/>
                  </a:lnTo>
                  <a:lnTo>
                    <a:pt x="48117" y="201934"/>
                  </a:lnTo>
                  <a:lnTo>
                    <a:pt x="48378" y="201211"/>
                  </a:lnTo>
                  <a:lnTo>
                    <a:pt x="49902" y="196977"/>
                  </a:lnTo>
                  <a:lnTo>
                    <a:pt x="48230" y="193376"/>
                  </a:lnTo>
                  <a:lnTo>
                    <a:pt x="48776" y="189713"/>
                  </a:lnTo>
                  <a:lnTo>
                    <a:pt x="49159" y="185904"/>
                  </a:lnTo>
                  <a:lnTo>
                    <a:pt x="48036" y="179232"/>
                  </a:lnTo>
                  <a:lnTo>
                    <a:pt x="48105" y="174259"/>
                  </a:lnTo>
                  <a:lnTo>
                    <a:pt x="46796" y="174426"/>
                  </a:lnTo>
                  <a:lnTo>
                    <a:pt x="43178" y="174889"/>
                  </a:lnTo>
                  <a:lnTo>
                    <a:pt x="43040" y="174907"/>
                  </a:lnTo>
                  <a:lnTo>
                    <a:pt x="41740" y="168277"/>
                  </a:lnTo>
                  <a:lnTo>
                    <a:pt x="36869" y="164989"/>
                  </a:lnTo>
                  <a:lnTo>
                    <a:pt x="37005" y="158495"/>
                  </a:lnTo>
                  <a:lnTo>
                    <a:pt x="34490" y="154013"/>
                  </a:lnTo>
                  <a:lnTo>
                    <a:pt x="30363" y="150788"/>
                  </a:lnTo>
                  <a:lnTo>
                    <a:pt x="31938" y="147573"/>
                  </a:lnTo>
                  <a:lnTo>
                    <a:pt x="27166" y="145884"/>
                  </a:lnTo>
                  <a:lnTo>
                    <a:pt x="23292" y="141009"/>
                  </a:lnTo>
                  <a:lnTo>
                    <a:pt x="24452" y="137748"/>
                  </a:lnTo>
                  <a:lnTo>
                    <a:pt x="25030" y="130860"/>
                  </a:lnTo>
                  <a:lnTo>
                    <a:pt x="20708" y="121995"/>
                  </a:lnTo>
                  <a:lnTo>
                    <a:pt x="18633" y="118745"/>
                  </a:lnTo>
                  <a:lnTo>
                    <a:pt x="16023" y="114651"/>
                  </a:lnTo>
                  <a:lnTo>
                    <a:pt x="10760" y="112108"/>
                  </a:lnTo>
                  <a:lnTo>
                    <a:pt x="6587" y="107735"/>
                  </a:lnTo>
                  <a:lnTo>
                    <a:pt x="5591" y="106691"/>
                  </a:lnTo>
                  <a:lnTo>
                    <a:pt x="4753" y="94001"/>
                  </a:lnTo>
                  <a:lnTo>
                    <a:pt x="4442" y="88933"/>
                  </a:lnTo>
                  <a:lnTo>
                    <a:pt x="3544" y="74323"/>
                  </a:lnTo>
                  <a:lnTo>
                    <a:pt x="3386" y="71817"/>
                  </a:lnTo>
                  <a:lnTo>
                    <a:pt x="2443" y="568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29778" y="4209745"/>
              <a:ext cx="282195" cy="438301"/>
            </a:xfrm>
            <a:custGeom>
              <a:avLst/>
              <a:pathLst>
                <a:path w="282195" h="438301">
                  <a:moveTo>
                    <a:pt x="13860" y="300481"/>
                  </a:moveTo>
                  <a:lnTo>
                    <a:pt x="13456" y="297065"/>
                  </a:lnTo>
                  <a:lnTo>
                    <a:pt x="13197" y="271097"/>
                  </a:lnTo>
                  <a:lnTo>
                    <a:pt x="13176" y="269112"/>
                  </a:lnTo>
                  <a:lnTo>
                    <a:pt x="13084" y="263955"/>
                  </a:lnTo>
                  <a:lnTo>
                    <a:pt x="12640" y="240210"/>
                  </a:lnTo>
                  <a:lnTo>
                    <a:pt x="12409" y="228426"/>
                  </a:lnTo>
                  <a:lnTo>
                    <a:pt x="12020" y="209280"/>
                  </a:lnTo>
                  <a:lnTo>
                    <a:pt x="11905" y="203795"/>
                  </a:lnTo>
                  <a:lnTo>
                    <a:pt x="11538" y="186792"/>
                  </a:lnTo>
                  <a:lnTo>
                    <a:pt x="11356" y="177602"/>
                  </a:lnTo>
                  <a:lnTo>
                    <a:pt x="10908" y="155932"/>
                  </a:lnTo>
                  <a:lnTo>
                    <a:pt x="10594" y="141396"/>
                  </a:lnTo>
                  <a:lnTo>
                    <a:pt x="10536" y="137322"/>
                  </a:lnTo>
                  <a:lnTo>
                    <a:pt x="10118" y="109639"/>
                  </a:lnTo>
                  <a:lnTo>
                    <a:pt x="10074" y="107149"/>
                  </a:lnTo>
                  <a:lnTo>
                    <a:pt x="9697" y="86437"/>
                  </a:lnTo>
                  <a:lnTo>
                    <a:pt x="9458" y="73895"/>
                  </a:lnTo>
                  <a:lnTo>
                    <a:pt x="9251" y="63413"/>
                  </a:lnTo>
                  <a:lnTo>
                    <a:pt x="9178" y="59794"/>
                  </a:lnTo>
                  <a:lnTo>
                    <a:pt x="8791" y="35967"/>
                  </a:lnTo>
                  <a:lnTo>
                    <a:pt x="4401" y="33913"/>
                  </a:lnTo>
                  <a:lnTo>
                    <a:pt x="343" y="27996"/>
                  </a:lnTo>
                  <a:lnTo>
                    <a:pt x="0" y="26946"/>
                  </a:lnTo>
                  <a:lnTo>
                    <a:pt x="14507" y="25071"/>
                  </a:lnTo>
                  <a:lnTo>
                    <a:pt x="15586" y="24919"/>
                  </a:lnTo>
                  <a:lnTo>
                    <a:pt x="25081" y="23572"/>
                  </a:lnTo>
                  <a:lnTo>
                    <a:pt x="41284" y="21370"/>
                  </a:lnTo>
                  <a:lnTo>
                    <a:pt x="42636" y="21189"/>
                  </a:lnTo>
                  <a:lnTo>
                    <a:pt x="55578" y="19439"/>
                  </a:lnTo>
                  <a:lnTo>
                    <a:pt x="69919" y="17466"/>
                  </a:lnTo>
                  <a:lnTo>
                    <a:pt x="70445" y="17393"/>
                  </a:lnTo>
                  <a:lnTo>
                    <a:pt x="70868" y="17337"/>
                  </a:lnTo>
                  <a:lnTo>
                    <a:pt x="97615" y="13741"/>
                  </a:lnTo>
                  <a:lnTo>
                    <a:pt x="101374" y="13226"/>
                  </a:lnTo>
                  <a:lnTo>
                    <a:pt x="123864" y="9736"/>
                  </a:lnTo>
                  <a:lnTo>
                    <a:pt x="134459" y="7975"/>
                  </a:lnTo>
                  <a:lnTo>
                    <a:pt x="134991" y="7886"/>
                  </a:lnTo>
                  <a:lnTo>
                    <a:pt x="166191" y="3041"/>
                  </a:lnTo>
                  <a:lnTo>
                    <a:pt x="185245" y="0"/>
                  </a:lnTo>
                  <a:lnTo>
                    <a:pt x="186771" y="5129"/>
                  </a:lnTo>
                  <a:lnTo>
                    <a:pt x="188509" y="10509"/>
                  </a:lnTo>
                  <a:lnTo>
                    <a:pt x="191519" y="19825"/>
                  </a:lnTo>
                  <a:lnTo>
                    <a:pt x="195146" y="30451"/>
                  </a:lnTo>
                  <a:lnTo>
                    <a:pt x="196155" y="33405"/>
                  </a:lnTo>
                  <a:lnTo>
                    <a:pt x="198016" y="38852"/>
                  </a:lnTo>
                  <a:lnTo>
                    <a:pt x="199437" y="43009"/>
                  </a:lnTo>
                  <a:lnTo>
                    <a:pt x="204788" y="58862"/>
                  </a:lnTo>
                  <a:lnTo>
                    <a:pt x="209369" y="72418"/>
                  </a:lnTo>
                  <a:lnTo>
                    <a:pt x="210570" y="76155"/>
                  </a:lnTo>
                  <a:lnTo>
                    <a:pt x="213736" y="85998"/>
                  </a:lnTo>
                  <a:lnTo>
                    <a:pt x="215454" y="91260"/>
                  </a:lnTo>
                  <a:lnTo>
                    <a:pt x="219136" y="102532"/>
                  </a:lnTo>
                  <a:lnTo>
                    <a:pt x="222297" y="112209"/>
                  </a:lnTo>
                  <a:lnTo>
                    <a:pt x="225693" y="122598"/>
                  </a:lnTo>
                  <a:lnTo>
                    <a:pt x="226984" y="126562"/>
                  </a:lnTo>
                  <a:lnTo>
                    <a:pt x="228487" y="131176"/>
                  </a:lnTo>
                  <a:lnTo>
                    <a:pt x="236682" y="156316"/>
                  </a:lnTo>
                  <a:lnTo>
                    <a:pt x="237272" y="158124"/>
                  </a:lnTo>
                  <a:lnTo>
                    <a:pt x="243835" y="178155"/>
                  </a:lnTo>
                  <a:lnTo>
                    <a:pt x="244078" y="178898"/>
                  </a:lnTo>
                  <a:lnTo>
                    <a:pt x="246251" y="181599"/>
                  </a:lnTo>
                  <a:lnTo>
                    <a:pt x="249916" y="187634"/>
                  </a:lnTo>
                  <a:lnTo>
                    <a:pt x="250951" y="189337"/>
                  </a:lnTo>
                  <a:lnTo>
                    <a:pt x="253803" y="195286"/>
                  </a:lnTo>
                  <a:lnTo>
                    <a:pt x="255385" y="199447"/>
                  </a:lnTo>
                  <a:lnTo>
                    <a:pt x="256175" y="201526"/>
                  </a:lnTo>
                  <a:lnTo>
                    <a:pt x="261561" y="205847"/>
                  </a:lnTo>
                  <a:lnTo>
                    <a:pt x="262183" y="206957"/>
                  </a:lnTo>
                  <a:lnTo>
                    <a:pt x="262323" y="207207"/>
                  </a:lnTo>
                  <a:lnTo>
                    <a:pt x="265236" y="212406"/>
                  </a:lnTo>
                  <a:lnTo>
                    <a:pt x="265415" y="218055"/>
                  </a:lnTo>
                  <a:lnTo>
                    <a:pt x="265459" y="219458"/>
                  </a:lnTo>
                  <a:lnTo>
                    <a:pt x="264010" y="222076"/>
                  </a:lnTo>
                  <a:lnTo>
                    <a:pt x="268266" y="224057"/>
                  </a:lnTo>
                  <a:lnTo>
                    <a:pt x="273524" y="226901"/>
                  </a:lnTo>
                  <a:lnTo>
                    <a:pt x="271903" y="230090"/>
                  </a:lnTo>
                  <a:lnTo>
                    <a:pt x="271314" y="231245"/>
                  </a:lnTo>
                  <a:lnTo>
                    <a:pt x="266801" y="235041"/>
                  </a:lnTo>
                  <a:lnTo>
                    <a:pt x="262982" y="240117"/>
                  </a:lnTo>
                  <a:lnTo>
                    <a:pt x="264491" y="244177"/>
                  </a:lnTo>
                  <a:lnTo>
                    <a:pt x="264507" y="246411"/>
                  </a:lnTo>
                  <a:lnTo>
                    <a:pt x="264550" y="252667"/>
                  </a:lnTo>
                  <a:lnTo>
                    <a:pt x="264564" y="254844"/>
                  </a:lnTo>
                  <a:lnTo>
                    <a:pt x="262143" y="261854"/>
                  </a:lnTo>
                  <a:lnTo>
                    <a:pt x="260809" y="266900"/>
                  </a:lnTo>
                  <a:lnTo>
                    <a:pt x="262523" y="271844"/>
                  </a:lnTo>
                  <a:lnTo>
                    <a:pt x="263027" y="273295"/>
                  </a:lnTo>
                  <a:lnTo>
                    <a:pt x="263908" y="275835"/>
                  </a:lnTo>
                  <a:lnTo>
                    <a:pt x="263918" y="279186"/>
                  </a:lnTo>
                  <a:lnTo>
                    <a:pt x="269886" y="284780"/>
                  </a:lnTo>
                  <a:lnTo>
                    <a:pt x="270556" y="289054"/>
                  </a:lnTo>
                  <a:lnTo>
                    <a:pt x="272092" y="291108"/>
                  </a:lnTo>
                  <a:lnTo>
                    <a:pt x="271699" y="293413"/>
                  </a:lnTo>
                  <a:lnTo>
                    <a:pt x="270898" y="298103"/>
                  </a:lnTo>
                  <a:lnTo>
                    <a:pt x="271803" y="301235"/>
                  </a:lnTo>
                  <a:lnTo>
                    <a:pt x="270741" y="307510"/>
                  </a:lnTo>
                  <a:lnTo>
                    <a:pt x="271622" y="311021"/>
                  </a:lnTo>
                  <a:lnTo>
                    <a:pt x="271726" y="312158"/>
                  </a:lnTo>
                  <a:lnTo>
                    <a:pt x="271835" y="313350"/>
                  </a:lnTo>
                  <a:lnTo>
                    <a:pt x="270945" y="316745"/>
                  </a:lnTo>
                  <a:lnTo>
                    <a:pt x="271941" y="322981"/>
                  </a:lnTo>
                  <a:lnTo>
                    <a:pt x="278316" y="328814"/>
                  </a:lnTo>
                  <a:lnTo>
                    <a:pt x="279826" y="331456"/>
                  </a:lnTo>
                  <a:lnTo>
                    <a:pt x="280837" y="333225"/>
                  </a:lnTo>
                  <a:lnTo>
                    <a:pt x="282195" y="337684"/>
                  </a:lnTo>
                  <a:lnTo>
                    <a:pt x="280051" y="338066"/>
                  </a:lnTo>
                  <a:lnTo>
                    <a:pt x="271507" y="339563"/>
                  </a:lnTo>
                  <a:lnTo>
                    <a:pt x="257557" y="342090"/>
                  </a:lnTo>
                  <a:lnTo>
                    <a:pt x="246021" y="344213"/>
                  </a:lnTo>
                  <a:lnTo>
                    <a:pt x="245299" y="344345"/>
                  </a:lnTo>
                  <a:lnTo>
                    <a:pt x="226552" y="347747"/>
                  </a:lnTo>
                  <a:lnTo>
                    <a:pt x="215832" y="349697"/>
                  </a:lnTo>
                  <a:lnTo>
                    <a:pt x="205269" y="351414"/>
                  </a:lnTo>
                  <a:lnTo>
                    <a:pt x="197971" y="352590"/>
                  </a:lnTo>
                  <a:lnTo>
                    <a:pt x="193896" y="353243"/>
                  </a:lnTo>
                  <a:lnTo>
                    <a:pt x="180611" y="355353"/>
                  </a:lnTo>
                  <a:lnTo>
                    <a:pt x="178841" y="355629"/>
                  </a:lnTo>
                  <a:lnTo>
                    <a:pt x="165762" y="357647"/>
                  </a:lnTo>
                  <a:lnTo>
                    <a:pt x="156421" y="359026"/>
                  </a:lnTo>
                  <a:lnTo>
                    <a:pt x="149123" y="360093"/>
                  </a:lnTo>
                  <a:lnTo>
                    <a:pt x="145656" y="360597"/>
                  </a:lnTo>
                  <a:lnTo>
                    <a:pt x="138479" y="361674"/>
                  </a:lnTo>
                  <a:lnTo>
                    <a:pt x="120815" y="364240"/>
                  </a:lnTo>
                  <a:lnTo>
                    <a:pt x="109698" y="365959"/>
                  </a:lnTo>
                  <a:lnTo>
                    <a:pt x="101194" y="367249"/>
                  </a:lnTo>
                  <a:lnTo>
                    <a:pt x="94177" y="368325"/>
                  </a:lnTo>
                  <a:lnTo>
                    <a:pt x="88229" y="369204"/>
                  </a:lnTo>
                  <a:lnTo>
                    <a:pt x="89243" y="373117"/>
                  </a:lnTo>
                  <a:lnTo>
                    <a:pt x="86955" y="381010"/>
                  </a:lnTo>
                  <a:lnTo>
                    <a:pt x="94982" y="388533"/>
                  </a:lnTo>
                  <a:lnTo>
                    <a:pt x="96701" y="390861"/>
                  </a:lnTo>
                  <a:lnTo>
                    <a:pt x="103312" y="393922"/>
                  </a:lnTo>
                  <a:lnTo>
                    <a:pt x="106867" y="396531"/>
                  </a:lnTo>
                  <a:lnTo>
                    <a:pt x="107372" y="401123"/>
                  </a:lnTo>
                  <a:lnTo>
                    <a:pt x="105687" y="406153"/>
                  </a:lnTo>
                  <a:lnTo>
                    <a:pt x="105154" y="410009"/>
                  </a:lnTo>
                  <a:lnTo>
                    <a:pt x="107966" y="414028"/>
                  </a:lnTo>
                  <a:lnTo>
                    <a:pt x="111817" y="415284"/>
                  </a:lnTo>
                  <a:lnTo>
                    <a:pt x="107268" y="418909"/>
                  </a:lnTo>
                  <a:lnTo>
                    <a:pt x="106365" y="424260"/>
                  </a:lnTo>
                  <a:lnTo>
                    <a:pt x="102068" y="430509"/>
                  </a:lnTo>
                  <a:lnTo>
                    <a:pt x="91926" y="434692"/>
                  </a:lnTo>
                  <a:lnTo>
                    <a:pt x="79905" y="438301"/>
                  </a:lnTo>
                  <a:lnTo>
                    <a:pt x="74167" y="438150"/>
                  </a:lnTo>
                  <a:lnTo>
                    <a:pt x="80299" y="433702"/>
                  </a:lnTo>
                  <a:lnTo>
                    <a:pt x="80567" y="429747"/>
                  </a:lnTo>
                  <a:lnTo>
                    <a:pt x="74783" y="425341"/>
                  </a:lnTo>
                  <a:lnTo>
                    <a:pt x="70416" y="420427"/>
                  </a:lnTo>
                  <a:lnTo>
                    <a:pt x="68533" y="417056"/>
                  </a:lnTo>
                  <a:lnTo>
                    <a:pt x="70252" y="411209"/>
                  </a:lnTo>
                  <a:lnTo>
                    <a:pt x="68885" y="408312"/>
                  </a:lnTo>
                  <a:lnTo>
                    <a:pt x="66969" y="402688"/>
                  </a:lnTo>
                  <a:lnTo>
                    <a:pt x="60739" y="400786"/>
                  </a:lnTo>
                  <a:lnTo>
                    <a:pt x="57191" y="404749"/>
                  </a:lnTo>
                  <a:lnTo>
                    <a:pt x="57561" y="409690"/>
                  </a:lnTo>
                  <a:lnTo>
                    <a:pt x="56737" y="413508"/>
                  </a:lnTo>
                  <a:lnTo>
                    <a:pt x="55536" y="417681"/>
                  </a:lnTo>
                  <a:lnTo>
                    <a:pt x="56414" y="426294"/>
                  </a:lnTo>
                  <a:lnTo>
                    <a:pt x="54947" y="433652"/>
                  </a:lnTo>
                  <a:lnTo>
                    <a:pt x="50443" y="434229"/>
                  </a:lnTo>
                  <a:lnTo>
                    <a:pt x="45771" y="435075"/>
                  </a:lnTo>
                  <a:lnTo>
                    <a:pt x="41192" y="431295"/>
                  </a:lnTo>
                  <a:lnTo>
                    <a:pt x="37037" y="430177"/>
                  </a:lnTo>
                  <a:lnTo>
                    <a:pt x="34881" y="432107"/>
                  </a:lnTo>
                  <a:lnTo>
                    <a:pt x="32455" y="417104"/>
                  </a:lnTo>
                  <a:lnTo>
                    <a:pt x="29923" y="400836"/>
                  </a:lnTo>
                  <a:lnTo>
                    <a:pt x="29870" y="400506"/>
                  </a:lnTo>
                  <a:lnTo>
                    <a:pt x="29170" y="396191"/>
                  </a:lnTo>
                  <a:lnTo>
                    <a:pt x="26189" y="377839"/>
                  </a:lnTo>
                  <a:lnTo>
                    <a:pt x="24562" y="367826"/>
                  </a:lnTo>
                  <a:lnTo>
                    <a:pt x="20189" y="341335"/>
                  </a:lnTo>
                  <a:lnTo>
                    <a:pt x="19981" y="340078"/>
                  </a:lnTo>
                  <a:lnTo>
                    <a:pt x="17334" y="324039"/>
                  </a:lnTo>
                  <a:lnTo>
                    <a:pt x="16244" y="317453"/>
                  </a:lnTo>
                  <a:lnTo>
                    <a:pt x="14918" y="3094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73852" y="2877337"/>
              <a:ext cx="20520" cy="15825"/>
            </a:xfrm>
            <a:custGeom>
              <a:avLst/>
              <a:pathLst>
                <a:path w="20520" h="15825">
                  <a:moveTo>
                    <a:pt x="0" y="12168"/>
                  </a:moveTo>
                  <a:lnTo>
                    <a:pt x="4860" y="9956"/>
                  </a:lnTo>
                  <a:lnTo>
                    <a:pt x="11629" y="6760"/>
                  </a:lnTo>
                  <a:lnTo>
                    <a:pt x="11240" y="0"/>
                  </a:lnTo>
                  <a:lnTo>
                    <a:pt x="16132" y="1226"/>
                  </a:lnTo>
                  <a:lnTo>
                    <a:pt x="20520" y="8530"/>
                  </a:lnTo>
                  <a:lnTo>
                    <a:pt x="17998" y="12069"/>
                  </a:lnTo>
                  <a:lnTo>
                    <a:pt x="12952" y="13772"/>
                  </a:lnTo>
                  <a:lnTo>
                    <a:pt x="5762" y="158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38649" y="2882785"/>
              <a:ext cx="23413" cy="24479"/>
            </a:xfrm>
            <a:custGeom>
              <a:avLst/>
              <a:pathLst>
                <a:path w="23413" h="24479">
                  <a:moveTo>
                    <a:pt x="0" y="16174"/>
                  </a:moveTo>
                  <a:lnTo>
                    <a:pt x="4253" y="13378"/>
                  </a:lnTo>
                  <a:lnTo>
                    <a:pt x="6292" y="5383"/>
                  </a:lnTo>
                  <a:lnTo>
                    <a:pt x="10111" y="0"/>
                  </a:lnTo>
                  <a:lnTo>
                    <a:pt x="14045" y="1295"/>
                  </a:lnTo>
                  <a:lnTo>
                    <a:pt x="18352" y="2313"/>
                  </a:lnTo>
                  <a:lnTo>
                    <a:pt x="20489" y="2038"/>
                  </a:lnTo>
                  <a:lnTo>
                    <a:pt x="23413" y="7165"/>
                  </a:lnTo>
                  <a:lnTo>
                    <a:pt x="15706" y="10566"/>
                  </a:lnTo>
                  <a:lnTo>
                    <a:pt x="8837" y="13806"/>
                  </a:lnTo>
                  <a:lnTo>
                    <a:pt x="5444" y="18835"/>
                  </a:lnTo>
                  <a:lnTo>
                    <a:pt x="3815" y="24479"/>
                  </a:lnTo>
                  <a:lnTo>
                    <a:pt x="1116" y="192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51254" y="2771178"/>
              <a:ext cx="234019" cy="127576"/>
            </a:xfrm>
            <a:custGeom>
              <a:avLst/>
              <a:pathLst>
                <a:path w="234019" h="127576">
                  <a:moveTo>
                    <a:pt x="3508" y="124914"/>
                  </a:moveTo>
                  <a:lnTo>
                    <a:pt x="1276" y="85834"/>
                  </a:lnTo>
                  <a:lnTo>
                    <a:pt x="0" y="64069"/>
                  </a:lnTo>
                  <a:lnTo>
                    <a:pt x="14703" y="59406"/>
                  </a:lnTo>
                  <a:lnTo>
                    <a:pt x="20345" y="57604"/>
                  </a:lnTo>
                  <a:lnTo>
                    <a:pt x="24340" y="56323"/>
                  </a:lnTo>
                  <a:lnTo>
                    <a:pt x="27689" y="55246"/>
                  </a:lnTo>
                  <a:lnTo>
                    <a:pt x="49017" y="48564"/>
                  </a:lnTo>
                  <a:lnTo>
                    <a:pt x="59679" y="45181"/>
                  </a:lnTo>
                  <a:lnTo>
                    <a:pt x="69302" y="42104"/>
                  </a:lnTo>
                  <a:lnTo>
                    <a:pt x="70120" y="41842"/>
                  </a:lnTo>
                  <a:lnTo>
                    <a:pt x="81160" y="38279"/>
                  </a:lnTo>
                  <a:lnTo>
                    <a:pt x="82994" y="37684"/>
                  </a:lnTo>
                  <a:lnTo>
                    <a:pt x="92262" y="34666"/>
                  </a:lnTo>
                  <a:lnTo>
                    <a:pt x="98882" y="32442"/>
                  </a:lnTo>
                  <a:lnTo>
                    <a:pt x="116053" y="26672"/>
                  </a:lnTo>
                  <a:lnTo>
                    <a:pt x="119527" y="25477"/>
                  </a:lnTo>
                  <a:lnTo>
                    <a:pt x="120677" y="21292"/>
                  </a:lnTo>
                  <a:lnTo>
                    <a:pt x="121251" y="21060"/>
                  </a:lnTo>
                  <a:lnTo>
                    <a:pt x="125007" y="19544"/>
                  </a:lnTo>
                  <a:lnTo>
                    <a:pt x="123155" y="15185"/>
                  </a:lnTo>
                  <a:lnTo>
                    <a:pt x="124574" y="12285"/>
                  </a:lnTo>
                  <a:lnTo>
                    <a:pt x="126663" y="11835"/>
                  </a:lnTo>
                  <a:lnTo>
                    <a:pt x="129934" y="11129"/>
                  </a:lnTo>
                  <a:lnTo>
                    <a:pt x="130106" y="8701"/>
                  </a:lnTo>
                  <a:lnTo>
                    <a:pt x="130299" y="5956"/>
                  </a:lnTo>
                  <a:lnTo>
                    <a:pt x="133839" y="3662"/>
                  </a:lnTo>
                  <a:lnTo>
                    <a:pt x="135483" y="1546"/>
                  </a:lnTo>
                  <a:lnTo>
                    <a:pt x="139835" y="1249"/>
                  </a:lnTo>
                  <a:lnTo>
                    <a:pt x="142587" y="0"/>
                  </a:lnTo>
                  <a:lnTo>
                    <a:pt x="146059" y="7308"/>
                  </a:lnTo>
                  <a:lnTo>
                    <a:pt x="150169" y="12484"/>
                  </a:lnTo>
                  <a:lnTo>
                    <a:pt x="153955" y="14988"/>
                  </a:lnTo>
                  <a:lnTo>
                    <a:pt x="157043" y="14492"/>
                  </a:lnTo>
                  <a:lnTo>
                    <a:pt x="158384" y="11387"/>
                  </a:lnTo>
                  <a:lnTo>
                    <a:pt x="161273" y="11391"/>
                  </a:lnTo>
                  <a:lnTo>
                    <a:pt x="163083" y="14770"/>
                  </a:lnTo>
                  <a:lnTo>
                    <a:pt x="161086" y="20587"/>
                  </a:lnTo>
                  <a:lnTo>
                    <a:pt x="158623" y="21999"/>
                  </a:lnTo>
                  <a:lnTo>
                    <a:pt x="152819" y="25738"/>
                  </a:lnTo>
                  <a:lnTo>
                    <a:pt x="150518" y="27708"/>
                  </a:lnTo>
                  <a:lnTo>
                    <a:pt x="153073" y="32427"/>
                  </a:lnTo>
                  <a:lnTo>
                    <a:pt x="150673" y="35282"/>
                  </a:lnTo>
                  <a:lnTo>
                    <a:pt x="150362" y="39455"/>
                  </a:lnTo>
                  <a:lnTo>
                    <a:pt x="147917" y="40600"/>
                  </a:lnTo>
                  <a:lnTo>
                    <a:pt x="146301" y="41356"/>
                  </a:lnTo>
                  <a:lnTo>
                    <a:pt x="146441" y="41662"/>
                  </a:lnTo>
                  <a:lnTo>
                    <a:pt x="148837" y="46889"/>
                  </a:lnTo>
                  <a:lnTo>
                    <a:pt x="148823" y="47038"/>
                  </a:lnTo>
                  <a:lnTo>
                    <a:pt x="148719" y="48114"/>
                  </a:lnTo>
                  <a:lnTo>
                    <a:pt x="148505" y="50317"/>
                  </a:lnTo>
                  <a:lnTo>
                    <a:pt x="149041" y="50906"/>
                  </a:lnTo>
                  <a:lnTo>
                    <a:pt x="151927" y="54073"/>
                  </a:lnTo>
                  <a:lnTo>
                    <a:pt x="152630" y="52452"/>
                  </a:lnTo>
                  <a:lnTo>
                    <a:pt x="153785" y="49787"/>
                  </a:lnTo>
                  <a:lnTo>
                    <a:pt x="156107" y="49381"/>
                  </a:lnTo>
                  <a:lnTo>
                    <a:pt x="158890" y="51408"/>
                  </a:lnTo>
                  <a:lnTo>
                    <a:pt x="159909" y="51353"/>
                  </a:lnTo>
                  <a:lnTo>
                    <a:pt x="163060" y="51181"/>
                  </a:lnTo>
                  <a:lnTo>
                    <a:pt x="163648" y="51460"/>
                  </a:lnTo>
                  <a:lnTo>
                    <a:pt x="167845" y="53449"/>
                  </a:lnTo>
                  <a:lnTo>
                    <a:pt x="172918" y="58939"/>
                  </a:lnTo>
                  <a:lnTo>
                    <a:pt x="177287" y="62171"/>
                  </a:lnTo>
                  <a:lnTo>
                    <a:pt x="178018" y="65298"/>
                  </a:lnTo>
                  <a:lnTo>
                    <a:pt x="177170" y="69480"/>
                  </a:lnTo>
                  <a:lnTo>
                    <a:pt x="179511" y="72869"/>
                  </a:lnTo>
                  <a:lnTo>
                    <a:pt x="183380" y="73280"/>
                  </a:lnTo>
                  <a:lnTo>
                    <a:pt x="184577" y="71929"/>
                  </a:lnTo>
                  <a:lnTo>
                    <a:pt x="187822" y="73854"/>
                  </a:lnTo>
                  <a:lnTo>
                    <a:pt x="190836" y="78233"/>
                  </a:lnTo>
                  <a:lnTo>
                    <a:pt x="191209" y="82196"/>
                  </a:lnTo>
                  <a:lnTo>
                    <a:pt x="191612" y="82433"/>
                  </a:lnTo>
                  <a:lnTo>
                    <a:pt x="195310" y="84612"/>
                  </a:lnTo>
                  <a:lnTo>
                    <a:pt x="199102" y="85150"/>
                  </a:lnTo>
                  <a:lnTo>
                    <a:pt x="206720" y="83802"/>
                  </a:lnTo>
                  <a:lnTo>
                    <a:pt x="210273" y="83825"/>
                  </a:lnTo>
                  <a:lnTo>
                    <a:pt x="212997" y="80691"/>
                  </a:lnTo>
                  <a:lnTo>
                    <a:pt x="218173" y="77145"/>
                  </a:lnTo>
                  <a:lnTo>
                    <a:pt x="223142" y="72460"/>
                  </a:lnTo>
                  <a:lnTo>
                    <a:pt x="223745" y="70195"/>
                  </a:lnTo>
                  <a:lnTo>
                    <a:pt x="222254" y="66577"/>
                  </a:lnTo>
                  <a:lnTo>
                    <a:pt x="217476" y="65341"/>
                  </a:lnTo>
                  <a:lnTo>
                    <a:pt x="215519" y="60963"/>
                  </a:lnTo>
                  <a:lnTo>
                    <a:pt x="212670" y="55052"/>
                  </a:lnTo>
                  <a:lnTo>
                    <a:pt x="208210" y="55412"/>
                  </a:lnTo>
                  <a:lnTo>
                    <a:pt x="206011" y="56901"/>
                  </a:lnTo>
                  <a:lnTo>
                    <a:pt x="201400" y="54521"/>
                  </a:lnTo>
                  <a:lnTo>
                    <a:pt x="204185" y="51649"/>
                  </a:lnTo>
                  <a:lnTo>
                    <a:pt x="206873" y="49582"/>
                  </a:lnTo>
                  <a:lnTo>
                    <a:pt x="213102" y="49836"/>
                  </a:lnTo>
                  <a:lnTo>
                    <a:pt x="218432" y="54006"/>
                  </a:lnTo>
                  <a:lnTo>
                    <a:pt x="221886" y="59752"/>
                  </a:lnTo>
                  <a:lnTo>
                    <a:pt x="227793" y="68510"/>
                  </a:lnTo>
                  <a:lnTo>
                    <a:pt x="231894" y="78177"/>
                  </a:lnTo>
                  <a:lnTo>
                    <a:pt x="233853" y="84022"/>
                  </a:lnTo>
                  <a:lnTo>
                    <a:pt x="234019" y="90815"/>
                  </a:lnTo>
                  <a:lnTo>
                    <a:pt x="231450" y="92515"/>
                  </a:lnTo>
                  <a:lnTo>
                    <a:pt x="229072" y="86182"/>
                  </a:lnTo>
                  <a:lnTo>
                    <a:pt x="227776" y="81730"/>
                  </a:lnTo>
                  <a:lnTo>
                    <a:pt x="225062" y="83443"/>
                  </a:lnTo>
                  <a:lnTo>
                    <a:pt x="219293" y="87087"/>
                  </a:lnTo>
                  <a:lnTo>
                    <a:pt x="213593" y="92440"/>
                  </a:lnTo>
                  <a:lnTo>
                    <a:pt x="210072" y="92593"/>
                  </a:lnTo>
                  <a:lnTo>
                    <a:pt x="206036" y="96467"/>
                  </a:lnTo>
                  <a:lnTo>
                    <a:pt x="203777" y="98735"/>
                  </a:lnTo>
                  <a:lnTo>
                    <a:pt x="202914" y="102252"/>
                  </a:lnTo>
                  <a:lnTo>
                    <a:pt x="198174" y="105053"/>
                  </a:lnTo>
                  <a:lnTo>
                    <a:pt x="193340" y="109709"/>
                  </a:lnTo>
                  <a:lnTo>
                    <a:pt x="192617" y="110568"/>
                  </a:lnTo>
                  <a:lnTo>
                    <a:pt x="189460" y="114315"/>
                  </a:lnTo>
                  <a:lnTo>
                    <a:pt x="187262" y="118969"/>
                  </a:lnTo>
                  <a:lnTo>
                    <a:pt x="183792" y="122253"/>
                  </a:lnTo>
                  <a:lnTo>
                    <a:pt x="178761" y="125743"/>
                  </a:lnTo>
                  <a:lnTo>
                    <a:pt x="178224" y="121612"/>
                  </a:lnTo>
                  <a:lnTo>
                    <a:pt x="184722" y="115052"/>
                  </a:lnTo>
                  <a:lnTo>
                    <a:pt x="188250" y="109350"/>
                  </a:lnTo>
                  <a:lnTo>
                    <a:pt x="189466" y="107380"/>
                  </a:lnTo>
                  <a:lnTo>
                    <a:pt x="188327" y="103662"/>
                  </a:lnTo>
                  <a:lnTo>
                    <a:pt x="186736" y="103177"/>
                  </a:lnTo>
                  <a:lnTo>
                    <a:pt x="182914" y="102010"/>
                  </a:lnTo>
                  <a:lnTo>
                    <a:pt x="181785" y="106262"/>
                  </a:lnTo>
                  <a:lnTo>
                    <a:pt x="181257" y="108244"/>
                  </a:lnTo>
                  <a:lnTo>
                    <a:pt x="179232" y="108589"/>
                  </a:lnTo>
                  <a:lnTo>
                    <a:pt x="176081" y="110765"/>
                  </a:lnTo>
                  <a:lnTo>
                    <a:pt x="175266" y="114595"/>
                  </a:lnTo>
                  <a:lnTo>
                    <a:pt x="173738" y="118038"/>
                  </a:lnTo>
                  <a:lnTo>
                    <a:pt x="170798" y="120200"/>
                  </a:lnTo>
                  <a:lnTo>
                    <a:pt x="167447" y="120490"/>
                  </a:lnTo>
                  <a:lnTo>
                    <a:pt x="165677" y="122285"/>
                  </a:lnTo>
                  <a:lnTo>
                    <a:pt x="161536" y="113841"/>
                  </a:lnTo>
                  <a:lnTo>
                    <a:pt x="161069" y="112224"/>
                  </a:lnTo>
                  <a:lnTo>
                    <a:pt x="160109" y="108901"/>
                  </a:lnTo>
                  <a:lnTo>
                    <a:pt x="155861" y="109074"/>
                  </a:lnTo>
                  <a:lnTo>
                    <a:pt x="154624" y="108090"/>
                  </a:lnTo>
                  <a:lnTo>
                    <a:pt x="149592" y="104082"/>
                  </a:lnTo>
                  <a:lnTo>
                    <a:pt x="145462" y="103256"/>
                  </a:lnTo>
                  <a:lnTo>
                    <a:pt x="144578" y="103079"/>
                  </a:lnTo>
                  <a:lnTo>
                    <a:pt x="142502" y="99158"/>
                  </a:lnTo>
                  <a:lnTo>
                    <a:pt x="140707" y="93991"/>
                  </a:lnTo>
                  <a:lnTo>
                    <a:pt x="138149" y="94966"/>
                  </a:lnTo>
                  <a:lnTo>
                    <a:pt x="136424" y="90007"/>
                  </a:lnTo>
                  <a:lnTo>
                    <a:pt x="135453" y="87237"/>
                  </a:lnTo>
                  <a:lnTo>
                    <a:pt x="134459" y="84403"/>
                  </a:lnTo>
                  <a:lnTo>
                    <a:pt x="127493" y="87279"/>
                  </a:lnTo>
                  <a:lnTo>
                    <a:pt x="123841" y="88781"/>
                  </a:lnTo>
                  <a:lnTo>
                    <a:pt x="121952" y="89560"/>
                  </a:lnTo>
                  <a:lnTo>
                    <a:pt x="121022" y="89944"/>
                  </a:lnTo>
                  <a:lnTo>
                    <a:pt x="109527" y="94663"/>
                  </a:lnTo>
                  <a:lnTo>
                    <a:pt x="108991" y="93390"/>
                  </a:lnTo>
                  <a:lnTo>
                    <a:pt x="106224" y="94329"/>
                  </a:lnTo>
                  <a:lnTo>
                    <a:pt x="97598" y="97247"/>
                  </a:lnTo>
                  <a:lnTo>
                    <a:pt x="88544" y="100325"/>
                  </a:lnTo>
                  <a:lnTo>
                    <a:pt x="84294" y="101764"/>
                  </a:lnTo>
                  <a:lnTo>
                    <a:pt x="77467" y="104065"/>
                  </a:lnTo>
                  <a:lnTo>
                    <a:pt x="64596" y="108451"/>
                  </a:lnTo>
                  <a:lnTo>
                    <a:pt x="59848" y="110473"/>
                  </a:lnTo>
                  <a:lnTo>
                    <a:pt x="51938" y="112749"/>
                  </a:lnTo>
                  <a:lnTo>
                    <a:pt x="50979" y="116240"/>
                  </a:lnTo>
                  <a:lnTo>
                    <a:pt x="50516" y="116486"/>
                  </a:lnTo>
                  <a:lnTo>
                    <a:pt x="48474" y="117566"/>
                  </a:lnTo>
                  <a:lnTo>
                    <a:pt x="45136" y="115103"/>
                  </a:lnTo>
                  <a:lnTo>
                    <a:pt x="44124" y="115442"/>
                  </a:lnTo>
                  <a:lnTo>
                    <a:pt x="35813" y="118210"/>
                  </a:lnTo>
                  <a:lnTo>
                    <a:pt x="32494" y="119232"/>
                  </a:lnTo>
                  <a:lnTo>
                    <a:pt x="27942" y="120629"/>
                  </a:lnTo>
                  <a:lnTo>
                    <a:pt x="21538" y="122587"/>
                  </a:lnTo>
                  <a:lnTo>
                    <a:pt x="5782" y="127576"/>
                  </a:lnTo>
                  <a:lnTo>
                    <a:pt x="5524" y="1272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70936" y="3463579"/>
              <a:ext cx="6105" cy="7967"/>
            </a:xfrm>
            <a:custGeom>
              <a:avLst/>
              <a:pathLst>
                <a:path w="6105" h="7967">
                  <a:moveTo>
                    <a:pt x="0" y="1723"/>
                  </a:moveTo>
                  <a:lnTo>
                    <a:pt x="2295" y="0"/>
                  </a:lnTo>
                  <a:lnTo>
                    <a:pt x="4836" y="2176"/>
                  </a:lnTo>
                  <a:lnTo>
                    <a:pt x="6105" y="7967"/>
                  </a:lnTo>
                  <a:lnTo>
                    <a:pt x="1665" y="78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08957" y="3315448"/>
              <a:ext cx="317767" cy="156086"/>
            </a:xfrm>
            <a:custGeom>
              <a:avLst/>
              <a:pathLst>
                <a:path w="317767" h="156086">
                  <a:moveTo>
                    <a:pt x="7243" y="99584"/>
                  </a:moveTo>
                  <a:lnTo>
                    <a:pt x="3527" y="83437"/>
                  </a:lnTo>
                  <a:lnTo>
                    <a:pt x="0" y="67057"/>
                  </a:lnTo>
                  <a:lnTo>
                    <a:pt x="5472" y="65619"/>
                  </a:lnTo>
                  <a:lnTo>
                    <a:pt x="27996" y="59635"/>
                  </a:lnTo>
                  <a:lnTo>
                    <a:pt x="35606" y="57630"/>
                  </a:lnTo>
                  <a:lnTo>
                    <a:pt x="43403" y="55562"/>
                  </a:lnTo>
                  <a:lnTo>
                    <a:pt x="48901" y="54096"/>
                  </a:lnTo>
                  <a:lnTo>
                    <a:pt x="71160" y="48156"/>
                  </a:lnTo>
                  <a:lnTo>
                    <a:pt x="73616" y="47495"/>
                  </a:lnTo>
                  <a:lnTo>
                    <a:pt x="89397" y="43203"/>
                  </a:lnTo>
                  <a:lnTo>
                    <a:pt x="90894" y="42793"/>
                  </a:lnTo>
                  <a:lnTo>
                    <a:pt x="110785" y="37365"/>
                  </a:lnTo>
                  <a:lnTo>
                    <a:pt x="130162" y="32035"/>
                  </a:lnTo>
                  <a:lnTo>
                    <a:pt x="130808" y="31852"/>
                  </a:lnTo>
                  <a:lnTo>
                    <a:pt x="144951" y="27822"/>
                  </a:lnTo>
                  <a:lnTo>
                    <a:pt x="146430" y="27400"/>
                  </a:lnTo>
                  <a:lnTo>
                    <a:pt x="160467" y="23368"/>
                  </a:lnTo>
                  <a:lnTo>
                    <a:pt x="160999" y="23215"/>
                  </a:lnTo>
                  <a:lnTo>
                    <a:pt x="174110" y="19305"/>
                  </a:lnTo>
                  <a:lnTo>
                    <a:pt x="178693" y="17930"/>
                  </a:lnTo>
                  <a:lnTo>
                    <a:pt x="179858" y="17587"/>
                  </a:lnTo>
                  <a:lnTo>
                    <a:pt x="188103" y="15151"/>
                  </a:lnTo>
                  <a:lnTo>
                    <a:pt x="197774" y="12276"/>
                  </a:lnTo>
                  <a:lnTo>
                    <a:pt x="209288" y="8823"/>
                  </a:lnTo>
                  <a:lnTo>
                    <a:pt x="209699" y="8699"/>
                  </a:lnTo>
                  <a:lnTo>
                    <a:pt x="215960" y="6804"/>
                  </a:lnTo>
                  <a:lnTo>
                    <a:pt x="238208" y="0"/>
                  </a:lnTo>
                  <a:lnTo>
                    <a:pt x="247958" y="28966"/>
                  </a:lnTo>
                  <a:lnTo>
                    <a:pt x="250325" y="35721"/>
                  </a:lnTo>
                  <a:lnTo>
                    <a:pt x="251794" y="39915"/>
                  </a:lnTo>
                  <a:lnTo>
                    <a:pt x="254829" y="48583"/>
                  </a:lnTo>
                  <a:lnTo>
                    <a:pt x="263999" y="74807"/>
                  </a:lnTo>
                  <a:lnTo>
                    <a:pt x="269683" y="91087"/>
                  </a:lnTo>
                  <a:lnTo>
                    <a:pt x="271847" y="97333"/>
                  </a:lnTo>
                  <a:lnTo>
                    <a:pt x="272370" y="98842"/>
                  </a:lnTo>
                  <a:lnTo>
                    <a:pt x="274784" y="105757"/>
                  </a:lnTo>
                  <a:lnTo>
                    <a:pt x="288933" y="102003"/>
                  </a:lnTo>
                  <a:lnTo>
                    <a:pt x="297962" y="99322"/>
                  </a:lnTo>
                  <a:lnTo>
                    <a:pt x="308151" y="96276"/>
                  </a:lnTo>
                  <a:lnTo>
                    <a:pt x="317035" y="93464"/>
                  </a:lnTo>
                  <a:lnTo>
                    <a:pt x="317767" y="105031"/>
                  </a:lnTo>
                  <a:lnTo>
                    <a:pt x="316942" y="106474"/>
                  </a:lnTo>
                  <a:lnTo>
                    <a:pt x="316536" y="115055"/>
                  </a:lnTo>
                  <a:lnTo>
                    <a:pt x="316506" y="123462"/>
                  </a:lnTo>
                  <a:lnTo>
                    <a:pt x="316259" y="126695"/>
                  </a:lnTo>
                  <a:lnTo>
                    <a:pt x="314753" y="133550"/>
                  </a:lnTo>
                  <a:lnTo>
                    <a:pt x="290465" y="144111"/>
                  </a:lnTo>
                  <a:lnTo>
                    <a:pt x="288516" y="148727"/>
                  </a:lnTo>
                  <a:lnTo>
                    <a:pt x="284546" y="148040"/>
                  </a:lnTo>
                  <a:lnTo>
                    <a:pt x="280493" y="149155"/>
                  </a:lnTo>
                  <a:lnTo>
                    <a:pt x="276713" y="155324"/>
                  </a:lnTo>
                  <a:lnTo>
                    <a:pt x="274643" y="156086"/>
                  </a:lnTo>
                  <a:lnTo>
                    <a:pt x="272870" y="151288"/>
                  </a:lnTo>
                  <a:lnTo>
                    <a:pt x="274080" y="144977"/>
                  </a:lnTo>
                  <a:lnTo>
                    <a:pt x="273484" y="143182"/>
                  </a:lnTo>
                  <a:lnTo>
                    <a:pt x="272195" y="139795"/>
                  </a:lnTo>
                  <a:lnTo>
                    <a:pt x="266832" y="139267"/>
                  </a:lnTo>
                  <a:lnTo>
                    <a:pt x="265001" y="134007"/>
                  </a:lnTo>
                  <a:lnTo>
                    <a:pt x="269810" y="131275"/>
                  </a:lnTo>
                  <a:lnTo>
                    <a:pt x="268620" y="129892"/>
                  </a:lnTo>
                  <a:lnTo>
                    <a:pt x="267249" y="128298"/>
                  </a:lnTo>
                  <a:lnTo>
                    <a:pt x="264823" y="128583"/>
                  </a:lnTo>
                  <a:lnTo>
                    <a:pt x="263396" y="128749"/>
                  </a:lnTo>
                  <a:lnTo>
                    <a:pt x="257066" y="130123"/>
                  </a:lnTo>
                  <a:lnTo>
                    <a:pt x="259111" y="135750"/>
                  </a:lnTo>
                  <a:lnTo>
                    <a:pt x="261963" y="140920"/>
                  </a:lnTo>
                  <a:lnTo>
                    <a:pt x="263417" y="144647"/>
                  </a:lnTo>
                  <a:lnTo>
                    <a:pt x="260379" y="144677"/>
                  </a:lnTo>
                  <a:lnTo>
                    <a:pt x="256398" y="142324"/>
                  </a:lnTo>
                  <a:lnTo>
                    <a:pt x="255268" y="136421"/>
                  </a:lnTo>
                  <a:lnTo>
                    <a:pt x="251263" y="133967"/>
                  </a:lnTo>
                  <a:lnTo>
                    <a:pt x="244155" y="129301"/>
                  </a:lnTo>
                  <a:lnTo>
                    <a:pt x="241080" y="128447"/>
                  </a:lnTo>
                  <a:lnTo>
                    <a:pt x="240708" y="125098"/>
                  </a:lnTo>
                  <a:lnTo>
                    <a:pt x="237752" y="122206"/>
                  </a:lnTo>
                  <a:lnTo>
                    <a:pt x="232018" y="115682"/>
                  </a:lnTo>
                  <a:lnTo>
                    <a:pt x="234711" y="110297"/>
                  </a:lnTo>
                  <a:lnTo>
                    <a:pt x="233249" y="108210"/>
                  </a:lnTo>
                  <a:lnTo>
                    <a:pt x="232987" y="104559"/>
                  </a:lnTo>
                  <a:lnTo>
                    <a:pt x="236043" y="103232"/>
                  </a:lnTo>
                  <a:lnTo>
                    <a:pt x="237956" y="102962"/>
                  </a:lnTo>
                  <a:lnTo>
                    <a:pt x="240425" y="102273"/>
                  </a:lnTo>
                  <a:lnTo>
                    <a:pt x="239396" y="99749"/>
                  </a:lnTo>
                  <a:lnTo>
                    <a:pt x="238307" y="97080"/>
                  </a:lnTo>
                  <a:lnTo>
                    <a:pt x="236723" y="97782"/>
                  </a:lnTo>
                  <a:lnTo>
                    <a:pt x="233230" y="94938"/>
                  </a:lnTo>
                  <a:lnTo>
                    <a:pt x="230866" y="95656"/>
                  </a:lnTo>
                  <a:lnTo>
                    <a:pt x="228557" y="99431"/>
                  </a:lnTo>
                  <a:lnTo>
                    <a:pt x="226726" y="99335"/>
                  </a:lnTo>
                  <a:lnTo>
                    <a:pt x="226180" y="95423"/>
                  </a:lnTo>
                  <a:lnTo>
                    <a:pt x="222308" y="94110"/>
                  </a:lnTo>
                  <a:lnTo>
                    <a:pt x="222268" y="91230"/>
                  </a:lnTo>
                  <a:lnTo>
                    <a:pt x="226607" y="89151"/>
                  </a:lnTo>
                  <a:lnTo>
                    <a:pt x="227824" y="83712"/>
                  </a:lnTo>
                  <a:lnTo>
                    <a:pt x="232152" y="86061"/>
                  </a:lnTo>
                  <a:lnTo>
                    <a:pt x="233582" y="84034"/>
                  </a:lnTo>
                  <a:lnTo>
                    <a:pt x="232591" y="81920"/>
                  </a:lnTo>
                  <a:lnTo>
                    <a:pt x="231185" y="78921"/>
                  </a:lnTo>
                  <a:lnTo>
                    <a:pt x="230437" y="75849"/>
                  </a:lnTo>
                  <a:lnTo>
                    <a:pt x="227370" y="76779"/>
                  </a:lnTo>
                  <a:lnTo>
                    <a:pt x="223408" y="79527"/>
                  </a:lnTo>
                  <a:lnTo>
                    <a:pt x="223561" y="84201"/>
                  </a:lnTo>
                  <a:lnTo>
                    <a:pt x="221044" y="85852"/>
                  </a:lnTo>
                  <a:lnTo>
                    <a:pt x="219907" y="77994"/>
                  </a:lnTo>
                  <a:lnTo>
                    <a:pt x="220891" y="71492"/>
                  </a:lnTo>
                  <a:lnTo>
                    <a:pt x="221435" y="68254"/>
                  </a:lnTo>
                  <a:lnTo>
                    <a:pt x="224086" y="68488"/>
                  </a:lnTo>
                  <a:lnTo>
                    <a:pt x="226482" y="68699"/>
                  </a:lnTo>
                  <a:lnTo>
                    <a:pt x="224651" y="62510"/>
                  </a:lnTo>
                  <a:lnTo>
                    <a:pt x="223140" y="60355"/>
                  </a:lnTo>
                  <a:lnTo>
                    <a:pt x="220445" y="58740"/>
                  </a:lnTo>
                  <a:lnTo>
                    <a:pt x="221137" y="52283"/>
                  </a:lnTo>
                  <a:lnTo>
                    <a:pt x="221864" y="46845"/>
                  </a:lnTo>
                  <a:lnTo>
                    <a:pt x="223346" y="43728"/>
                  </a:lnTo>
                  <a:lnTo>
                    <a:pt x="223626" y="40202"/>
                  </a:lnTo>
                  <a:lnTo>
                    <a:pt x="225932" y="36144"/>
                  </a:lnTo>
                  <a:lnTo>
                    <a:pt x="228725" y="33868"/>
                  </a:lnTo>
                  <a:lnTo>
                    <a:pt x="229894" y="32913"/>
                  </a:lnTo>
                  <a:lnTo>
                    <a:pt x="231605" y="30517"/>
                  </a:lnTo>
                  <a:lnTo>
                    <a:pt x="230330" y="27330"/>
                  </a:lnTo>
                  <a:lnTo>
                    <a:pt x="228709" y="27865"/>
                  </a:lnTo>
                  <a:lnTo>
                    <a:pt x="227220" y="28356"/>
                  </a:lnTo>
                  <a:lnTo>
                    <a:pt x="222832" y="34020"/>
                  </a:lnTo>
                  <a:lnTo>
                    <a:pt x="219061" y="40012"/>
                  </a:lnTo>
                  <a:lnTo>
                    <a:pt x="215604" y="45822"/>
                  </a:lnTo>
                  <a:lnTo>
                    <a:pt x="214408" y="48790"/>
                  </a:lnTo>
                  <a:lnTo>
                    <a:pt x="213387" y="51320"/>
                  </a:lnTo>
                  <a:lnTo>
                    <a:pt x="211468" y="53086"/>
                  </a:lnTo>
                  <a:lnTo>
                    <a:pt x="210844" y="53659"/>
                  </a:lnTo>
                  <a:lnTo>
                    <a:pt x="209527" y="56453"/>
                  </a:lnTo>
                  <a:lnTo>
                    <a:pt x="207048" y="57170"/>
                  </a:lnTo>
                  <a:lnTo>
                    <a:pt x="204812" y="57933"/>
                  </a:lnTo>
                  <a:lnTo>
                    <a:pt x="204577" y="58513"/>
                  </a:lnTo>
                  <a:lnTo>
                    <a:pt x="203666" y="60757"/>
                  </a:lnTo>
                  <a:lnTo>
                    <a:pt x="211043" y="62839"/>
                  </a:lnTo>
                  <a:lnTo>
                    <a:pt x="212665" y="67002"/>
                  </a:lnTo>
                  <a:lnTo>
                    <a:pt x="213683" y="70337"/>
                  </a:lnTo>
                  <a:lnTo>
                    <a:pt x="216113" y="72457"/>
                  </a:lnTo>
                  <a:lnTo>
                    <a:pt x="213213" y="75950"/>
                  </a:lnTo>
                  <a:lnTo>
                    <a:pt x="212378" y="78626"/>
                  </a:lnTo>
                  <a:lnTo>
                    <a:pt x="214103" y="79538"/>
                  </a:lnTo>
                  <a:lnTo>
                    <a:pt x="213643" y="82768"/>
                  </a:lnTo>
                  <a:lnTo>
                    <a:pt x="213459" y="83277"/>
                  </a:lnTo>
                  <a:lnTo>
                    <a:pt x="212788" y="85126"/>
                  </a:lnTo>
                  <a:lnTo>
                    <a:pt x="211862" y="88507"/>
                  </a:lnTo>
                  <a:lnTo>
                    <a:pt x="213915" y="89049"/>
                  </a:lnTo>
                  <a:lnTo>
                    <a:pt x="212700" y="94181"/>
                  </a:lnTo>
                  <a:lnTo>
                    <a:pt x="211340" y="97412"/>
                  </a:lnTo>
                  <a:lnTo>
                    <a:pt x="214175" y="99524"/>
                  </a:lnTo>
                  <a:lnTo>
                    <a:pt x="214417" y="100530"/>
                  </a:lnTo>
                  <a:lnTo>
                    <a:pt x="215432" y="104741"/>
                  </a:lnTo>
                  <a:lnTo>
                    <a:pt x="217702" y="108516"/>
                  </a:lnTo>
                  <a:lnTo>
                    <a:pt x="219071" y="115182"/>
                  </a:lnTo>
                  <a:lnTo>
                    <a:pt x="222000" y="119514"/>
                  </a:lnTo>
                  <a:lnTo>
                    <a:pt x="225673" y="122162"/>
                  </a:lnTo>
                  <a:lnTo>
                    <a:pt x="230676" y="125570"/>
                  </a:lnTo>
                  <a:lnTo>
                    <a:pt x="231749" y="127856"/>
                  </a:lnTo>
                  <a:lnTo>
                    <a:pt x="231845" y="131650"/>
                  </a:lnTo>
                  <a:lnTo>
                    <a:pt x="231864" y="132426"/>
                  </a:lnTo>
                  <a:lnTo>
                    <a:pt x="234079" y="133160"/>
                  </a:lnTo>
                  <a:lnTo>
                    <a:pt x="234200" y="138357"/>
                  </a:lnTo>
                  <a:lnTo>
                    <a:pt x="238201" y="142852"/>
                  </a:lnTo>
                  <a:lnTo>
                    <a:pt x="241321" y="145601"/>
                  </a:lnTo>
                  <a:lnTo>
                    <a:pt x="241525" y="149142"/>
                  </a:lnTo>
                  <a:lnTo>
                    <a:pt x="243556" y="154341"/>
                  </a:lnTo>
                  <a:lnTo>
                    <a:pt x="239284" y="151631"/>
                  </a:lnTo>
                  <a:lnTo>
                    <a:pt x="234502" y="149370"/>
                  </a:lnTo>
                  <a:lnTo>
                    <a:pt x="231250" y="150653"/>
                  </a:lnTo>
                  <a:lnTo>
                    <a:pt x="226487" y="148630"/>
                  </a:lnTo>
                  <a:lnTo>
                    <a:pt x="221771" y="144367"/>
                  </a:lnTo>
                  <a:lnTo>
                    <a:pt x="215859" y="144236"/>
                  </a:lnTo>
                  <a:lnTo>
                    <a:pt x="211457" y="145444"/>
                  </a:lnTo>
                  <a:lnTo>
                    <a:pt x="206731" y="145247"/>
                  </a:lnTo>
                  <a:lnTo>
                    <a:pt x="205206" y="145134"/>
                  </a:lnTo>
                  <a:lnTo>
                    <a:pt x="202512" y="144934"/>
                  </a:lnTo>
                  <a:lnTo>
                    <a:pt x="197740" y="142409"/>
                  </a:lnTo>
                  <a:lnTo>
                    <a:pt x="193416" y="140342"/>
                  </a:lnTo>
                  <a:lnTo>
                    <a:pt x="190006" y="134452"/>
                  </a:lnTo>
                  <a:lnTo>
                    <a:pt x="188503" y="132710"/>
                  </a:lnTo>
                  <a:lnTo>
                    <a:pt x="185091" y="135611"/>
                  </a:lnTo>
                  <a:lnTo>
                    <a:pt x="182263" y="137716"/>
                  </a:lnTo>
                  <a:lnTo>
                    <a:pt x="177158" y="141933"/>
                  </a:lnTo>
                  <a:lnTo>
                    <a:pt x="172712" y="138125"/>
                  </a:lnTo>
                  <a:lnTo>
                    <a:pt x="171292" y="129098"/>
                  </a:lnTo>
                  <a:lnTo>
                    <a:pt x="174011" y="122585"/>
                  </a:lnTo>
                  <a:lnTo>
                    <a:pt x="177288" y="120389"/>
                  </a:lnTo>
                  <a:lnTo>
                    <a:pt x="176748" y="118643"/>
                  </a:lnTo>
                  <a:lnTo>
                    <a:pt x="175720" y="115366"/>
                  </a:lnTo>
                  <a:lnTo>
                    <a:pt x="178067" y="111796"/>
                  </a:lnTo>
                  <a:lnTo>
                    <a:pt x="178382" y="111315"/>
                  </a:lnTo>
                  <a:lnTo>
                    <a:pt x="180094" y="110786"/>
                  </a:lnTo>
                  <a:lnTo>
                    <a:pt x="180257" y="108161"/>
                  </a:lnTo>
                  <a:lnTo>
                    <a:pt x="180078" y="107404"/>
                  </a:lnTo>
                  <a:lnTo>
                    <a:pt x="179294" y="104071"/>
                  </a:lnTo>
                  <a:lnTo>
                    <a:pt x="179165" y="103526"/>
                  </a:lnTo>
                  <a:lnTo>
                    <a:pt x="182001" y="98456"/>
                  </a:lnTo>
                  <a:lnTo>
                    <a:pt x="185318" y="92424"/>
                  </a:lnTo>
                  <a:lnTo>
                    <a:pt x="177582" y="87964"/>
                  </a:lnTo>
                  <a:lnTo>
                    <a:pt x="174390" y="86119"/>
                  </a:lnTo>
                  <a:lnTo>
                    <a:pt x="170647" y="92830"/>
                  </a:lnTo>
                  <a:lnTo>
                    <a:pt x="168220" y="90779"/>
                  </a:lnTo>
                  <a:lnTo>
                    <a:pt x="165990" y="91214"/>
                  </a:lnTo>
                  <a:lnTo>
                    <a:pt x="164491" y="91506"/>
                  </a:lnTo>
                  <a:lnTo>
                    <a:pt x="160998" y="90847"/>
                  </a:lnTo>
                  <a:lnTo>
                    <a:pt x="160163" y="87312"/>
                  </a:lnTo>
                  <a:lnTo>
                    <a:pt x="155535" y="86320"/>
                  </a:lnTo>
                  <a:lnTo>
                    <a:pt x="154186" y="86341"/>
                  </a:lnTo>
                  <a:lnTo>
                    <a:pt x="153282" y="86355"/>
                  </a:lnTo>
                  <a:lnTo>
                    <a:pt x="152116" y="86372"/>
                  </a:lnTo>
                  <a:lnTo>
                    <a:pt x="145087" y="87053"/>
                  </a:lnTo>
                  <a:lnTo>
                    <a:pt x="143212" y="84878"/>
                  </a:lnTo>
                  <a:lnTo>
                    <a:pt x="140351" y="84281"/>
                  </a:lnTo>
                  <a:lnTo>
                    <a:pt x="139368" y="80868"/>
                  </a:lnTo>
                  <a:lnTo>
                    <a:pt x="141112" y="78113"/>
                  </a:lnTo>
                  <a:lnTo>
                    <a:pt x="142053" y="74796"/>
                  </a:lnTo>
                  <a:lnTo>
                    <a:pt x="138953" y="72710"/>
                  </a:lnTo>
                  <a:lnTo>
                    <a:pt x="134646" y="71329"/>
                  </a:lnTo>
                  <a:lnTo>
                    <a:pt x="131855" y="70028"/>
                  </a:lnTo>
                  <a:lnTo>
                    <a:pt x="126455" y="70160"/>
                  </a:lnTo>
                  <a:lnTo>
                    <a:pt x="125682" y="70290"/>
                  </a:lnTo>
                  <a:lnTo>
                    <a:pt x="122888" y="70762"/>
                  </a:lnTo>
                  <a:lnTo>
                    <a:pt x="120461" y="68508"/>
                  </a:lnTo>
                  <a:lnTo>
                    <a:pt x="119768" y="64247"/>
                  </a:lnTo>
                  <a:lnTo>
                    <a:pt x="114345" y="58959"/>
                  </a:lnTo>
                  <a:lnTo>
                    <a:pt x="112962" y="57045"/>
                  </a:lnTo>
                  <a:lnTo>
                    <a:pt x="111572" y="55120"/>
                  </a:lnTo>
                  <a:lnTo>
                    <a:pt x="109816" y="49970"/>
                  </a:lnTo>
                  <a:lnTo>
                    <a:pt x="103133" y="49955"/>
                  </a:lnTo>
                  <a:lnTo>
                    <a:pt x="98039" y="51942"/>
                  </a:lnTo>
                  <a:lnTo>
                    <a:pt x="96259" y="50659"/>
                  </a:lnTo>
                  <a:lnTo>
                    <a:pt x="91608" y="47303"/>
                  </a:lnTo>
                  <a:lnTo>
                    <a:pt x="82623" y="50892"/>
                  </a:lnTo>
                  <a:lnTo>
                    <a:pt x="77526" y="54836"/>
                  </a:lnTo>
                  <a:lnTo>
                    <a:pt x="76298" y="55396"/>
                  </a:lnTo>
                  <a:lnTo>
                    <a:pt x="73179" y="56818"/>
                  </a:lnTo>
                  <a:lnTo>
                    <a:pt x="70863" y="62825"/>
                  </a:lnTo>
                  <a:lnTo>
                    <a:pt x="70194" y="66445"/>
                  </a:lnTo>
                  <a:lnTo>
                    <a:pt x="69713" y="66553"/>
                  </a:lnTo>
                  <a:lnTo>
                    <a:pt x="61668" y="68351"/>
                  </a:lnTo>
                  <a:lnTo>
                    <a:pt x="57176" y="68253"/>
                  </a:lnTo>
                  <a:lnTo>
                    <a:pt x="53544" y="68171"/>
                  </a:lnTo>
                  <a:lnTo>
                    <a:pt x="50317" y="64101"/>
                  </a:lnTo>
                  <a:lnTo>
                    <a:pt x="47620" y="62192"/>
                  </a:lnTo>
                  <a:lnTo>
                    <a:pt x="44217" y="70811"/>
                  </a:lnTo>
                  <a:lnTo>
                    <a:pt x="39823" y="78777"/>
                  </a:lnTo>
                  <a:lnTo>
                    <a:pt x="39730" y="82399"/>
                  </a:lnTo>
                  <a:lnTo>
                    <a:pt x="33890" y="80907"/>
                  </a:lnTo>
                  <a:lnTo>
                    <a:pt x="31825" y="81496"/>
                  </a:lnTo>
                  <a:lnTo>
                    <a:pt x="30276" y="81937"/>
                  </a:lnTo>
                  <a:lnTo>
                    <a:pt x="26862" y="89361"/>
                  </a:lnTo>
                  <a:lnTo>
                    <a:pt x="22143" y="97401"/>
                  </a:lnTo>
                  <a:lnTo>
                    <a:pt x="21091" y="99189"/>
                  </a:lnTo>
                  <a:lnTo>
                    <a:pt x="17159" y="103088"/>
                  </a:lnTo>
                  <a:lnTo>
                    <a:pt x="13554" y="108564"/>
                  </a:lnTo>
                  <a:lnTo>
                    <a:pt x="9912" y="11152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79187" y="2510532"/>
              <a:ext cx="5484" cy="8715"/>
            </a:xfrm>
            <a:custGeom>
              <a:avLst/>
              <a:pathLst>
                <a:path w="5484" h="8715">
                  <a:moveTo>
                    <a:pt x="0" y="2780"/>
                  </a:moveTo>
                  <a:lnTo>
                    <a:pt x="2197" y="0"/>
                  </a:lnTo>
                  <a:lnTo>
                    <a:pt x="5484" y="3942"/>
                  </a:lnTo>
                  <a:lnTo>
                    <a:pt x="4724" y="8715"/>
                  </a:lnTo>
                  <a:lnTo>
                    <a:pt x="466" y="74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510217" y="2210491"/>
              <a:ext cx="249157" cy="413230"/>
            </a:xfrm>
            <a:custGeom>
              <a:avLst/>
              <a:pathLst>
                <a:path w="249157" h="413230">
                  <a:moveTo>
                    <a:pt x="0" y="233828"/>
                  </a:moveTo>
                  <a:lnTo>
                    <a:pt x="2396" y="232288"/>
                  </a:lnTo>
                  <a:lnTo>
                    <a:pt x="2817" y="228986"/>
                  </a:lnTo>
                  <a:lnTo>
                    <a:pt x="6829" y="228703"/>
                  </a:lnTo>
                  <a:lnTo>
                    <a:pt x="10051" y="230837"/>
                  </a:lnTo>
                  <a:lnTo>
                    <a:pt x="12932" y="235177"/>
                  </a:lnTo>
                  <a:lnTo>
                    <a:pt x="15829" y="234501"/>
                  </a:lnTo>
                  <a:lnTo>
                    <a:pt x="15251" y="231157"/>
                  </a:lnTo>
                  <a:lnTo>
                    <a:pt x="15016" y="229799"/>
                  </a:lnTo>
                  <a:lnTo>
                    <a:pt x="15443" y="227273"/>
                  </a:lnTo>
                  <a:lnTo>
                    <a:pt x="13889" y="225021"/>
                  </a:lnTo>
                  <a:lnTo>
                    <a:pt x="13535" y="221797"/>
                  </a:lnTo>
                  <a:lnTo>
                    <a:pt x="11691" y="220240"/>
                  </a:lnTo>
                  <a:lnTo>
                    <a:pt x="13219" y="216692"/>
                  </a:lnTo>
                  <a:lnTo>
                    <a:pt x="14774" y="216355"/>
                  </a:lnTo>
                  <a:lnTo>
                    <a:pt x="17138" y="218211"/>
                  </a:lnTo>
                  <a:lnTo>
                    <a:pt x="20238" y="217480"/>
                  </a:lnTo>
                  <a:lnTo>
                    <a:pt x="23031" y="217419"/>
                  </a:lnTo>
                  <a:lnTo>
                    <a:pt x="21585" y="213748"/>
                  </a:lnTo>
                  <a:lnTo>
                    <a:pt x="18578" y="212568"/>
                  </a:lnTo>
                  <a:lnTo>
                    <a:pt x="14004" y="208799"/>
                  </a:lnTo>
                  <a:lnTo>
                    <a:pt x="14296" y="203551"/>
                  </a:lnTo>
                  <a:lnTo>
                    <a:pt x="15393" y="199848"/>
                  </a:lnTo>
                  <a:lnTo>
                    <a:pt x="17651" y="195858"/>
                  </a:lnTo>
                  <a:lnTo>
                    <a:pt x="18631" y="191897"/>
                  </a:lnTo>
                  <a:lnTo>
                    <a:pt x="23432" y="186533"/>
                  </a:lnTo>
                  <a:lnTo>
                    <a:pt x="26004" y="182557"/>
                  </a:lnTo>
                  <a:lnTo>
                    <a:pt x="22558" y="178997"/>
                  </a:lnTo>
                  <a:lnTo>
                    <a:pt x="22911" y="176714"/>
                  </a:lnTo>
                  <a:lnTo>
                    <a:pt x="25204" y="171454"/>
                  </a:lnTo>
                  <a:lnTo>
                    <a:pt x="27968" y="166805"/>
                  </a:lnTo>
                  <a:lnTo>
                    <a:pt x="26969" y="163126"/>
                  </a:lnTo>
                  <a:lnTo>
                    <a:pt x="25297" y="160955"/>
                  </a:lnTo>
                  <a:lnTo>
                    <a:pt x="22666" y="162082"/>
                  </a:lnTo>
                  <a:lnTo>
                    <a:pt x="22026" y="158770"/>
                  </a:lnTo>
                  <a:lnTo>
                    <a:pt x="20563" y="157420"/>
                  </a:lnTo>
                  <a:lnTo>
                    <a:pt x="19808" y="153660"/>
                  </a:lnTo>
                  <a:lnTo>
                    <a:pt x="20780" y="149463"/>
                  </a:lnTo>
                  <a:lnTo>
                    <a:pt x="20921" y="145392"/>
                  </a:lnTo>
                  <a:lnTo>
                    <a:pt x="16672" y="142945"/>
                  </a:lnTo>
                  <a:lnTo>
                    <a:pt x="16680" y="137117"/>
                  </a:lnTo>
                  <a:lnTo>
                    <a:pt x="16716" y="133451"/>
                  </a:lnTo>
                  <a:lnTo>
                    <a:pt x="17712" y="131569"/>
                  </a:lnTo>
                  <a:lnTo>
                    <a:pt x="16597" y="128990"/>
                  </a:lnTo>
                  <a:lnTo>
                    <a:pt x="18187" y="125501"/>
                  </a:lnTo>
                  <a:lnTo>
                    <a:pt x="19798" y="122618"/>
                  </a:lnTo>
                  <a:lnTo>
                    <a:pt x="21060" y="119581"/>
                  </a:lnTo>
                  <a:lnTo>
                    <a:pt x="21918" y="117435"/>
                  </a:lnTo>
                  <a:lnTo>
                    <a:pt x="18897" y="104764"/>
                  </a:lnTo>
                  <a:lnTo>
                    <a:pt x="16333" y="94073"/>
                  </a:lnTo>
                  <a:lnTo>
                    <a:pt x="20202" y="75175"/>
                  </a:lnTo>
                  <a:lnTo>
                    <a:pt x="25643" y="48815"/>
                  </a:lnTo>
                  <a:lnTo>
                    <a:pt x="28354" y="35613"/>
                  </a:lnTo>
                  <a:lnTo>
                    <a:pt x="33202" y="13550"/>
                  </a:lnTo>
                  <a:lnTo>
                    <a:pt x="36855" y="12616"/>
                  </a:lnTo>
                  <a:lnTo>
                    <a:pt x="39951" y="12793"/>
                  </a:lnTo>
                  <a:lnTo>
                    <a:pt x="44130" y="12364"/>
                  </a:lnTo>
                  <a:lnTo>
                    <a:pt x="44855" y="16355"/>
                  </a:lnTo>
                  <a:lnTo>
                    <a:pt x="50120" y="27020"/>
                  </a:lnTo>
                  <a:lnTo>
                    <a:pt x="55213" y="28021"/>
                  </a:lnTo>
                  <a:lnTo>
                    <a:pt x="59920" y="29354"/>
                  </a:lnTo>
                  <a:lnTo>
                    <a:pt x="63902" y="24028"/>
                  </a:lnTo>
                  <a:lnTo>
                    <a:pt x="69876" y="18907"/>
                  </a:lnTo>
                  <a:lnTo>
                    <a:pt x="73475" y="16713"/>
                  </a:lnTo>
                  <a:lnTo>
                    <a:pt x="73226" y="13677"/>
                  </a:lnTo>
                  <a:lnTo>
                    <a:pt x="77086" y="10574"/>
                  </a:lnTo>
                  <a:lnTo>
                    <a:pt x="80002" y="10352"/>
                  </a:lnTo>
                  <a:lnTo>
                    <a:pt x="84329" y="7888"/>
                  </a:lnTo>
                  <a:lnTo>
                    <a:pt x="82656" y="5230"/>
                  </a:lnTo>
                  <a:lnTo>
                    <a:pt x="82879" y="2341"/>
                  </a:lnTo>
                  <a:lnTo>
                    <a:pt x="87875" y="367"/>
                  </a:lnTo>
                  <a:lnTo>
                    <a:pt x="91876" y="0"/>
                  </a:lnTo>
                  <a:lnTo>
                    <a:pt x="95499" y="934"/>
                  </a:lnTo>
                  <a:lnTo>
                    <a:pt x="100766" y="2754"/>
                  </a:lnTo>
                  <a:lnTo>
                    <a:pt x="107215" y="5222"/>
                  </a:lnTo>
                  <a:lnTo>
                    <a:pt x="110444" y="5931"/>
                  </a:lnTo>
                  <a:lnTo>
                    <a:pt x="116561" y="10813"/>
                  </a:lnTo>
                  <a:lnTo>
                    <a:pt x="123778" y="12830"/>
                  </a:lnTo>
                  <a:lnTo>
                    <a:pt x="133329" y="35120"/>
                  </a:lnTo>
                  <a:lnTo>
                    <a:pt x="140195" y="50982"/>
                  </a:lnTo>
                  <a:lnTo>
                    <a:pt x="151844" y="77388"/>
                  </a:lnTo>
                  <a:lnTo>
                    <a:pt x="160357" y="97202"/>
                  </a:lnTo>
                  <a:lnTo>
                    <a:pt x="163880" y="105458"/>
                  </a:lnTo>
                  <a:lnTo>
                    <a:pt x="166212" y="106418"/>
                  </a:lnTo>
                  <a:lnTo>
                    <a:pt x="164973" y="111700"/>
                  </a:lnTo>
                  <a:lnTo>
                    <a:pt x="168532" y="113992"/>
                  </a:lnTo>
                  <a:lnTo>
                    <a:pt x="168028" y="118935"/>
                  </a:lnTo>
                  <a:lnTo>
                    <a:pt x="170981" y="122571"/>
                  </a:lnTo>
                  <a:lnTo>
                    <a:pt x="171650" y="127485"/>
                  </a:lnTo>
                  <a:lnTo>
                    <a:pt x="176728" y="125119"/>
                  </a:lnTo>
                  <a:lnTo>
                    <a:pt x="180350" y="128262"/>
                  </a:lnTo>
                  <a:lnTo>
                    <a:pt x="183095" y="127991"/>
                  </a:lnTo>
                  <a:lnTo>
                    <a:pt x="189353" y="127778"/>
                  </a:lnTo>
                  <a:lnTo>
                    <a:pt x="193420" y="125079"/>
                  </a:lnTo>
                  <a:lnTo>
                    <a:pt x="196314" y="126982"/>
                  </a:lnTo>
                  <a:lnTo>
                    <a:pt x="199118" y="132610"/>
                  </a:lnTo>
                  <a:lnTo>
                    <a:pt x="195997" y="134454"/>
                  </a:lnTo>
                  <a:lnTo>
                    <a:pt x="197168" y="138369"/>
                  </a:lnTo>
                  <a:lnTo>
                    <a:pt x="203068" y="143422"/>
                  </a:lnTo>
                  <a:lnTo>
                    <a:pt x="203783" y="150281"/>
                  </a:lnTo>
                  <a:lnTo>
                    <a:pt x="203812" y="153417"/>
                  </a:lnTo>
                  <a:lnTo>
                    <a:pt x="206245" y="154992"/>
                  </a:lnTo>
                  <a:lnTo>
                    <a:pt x="212781" y="160619"/>
                  </a:lnTo>
                  <a:lnTo>
                    <a:pt x="216600" y="161721"/>
                  </a:lnTo>
                  <a:lnTo>
                    <a:pt x="218180" y="158957"/>
                  </a:lnTo>
                  <a:lnTo>
                    <a:pt x="218132" y="154628"/>
                  </a:lnTo>
                  <a:lnTo>
                    <a:pt x="222553" y="154590"/>
                  </a:lnTo>
                  <a:lnTo>
                    <a:pt x="225224" y="154236"/>
                  </a:lnTo>
                  <a:lnTo>
                    <a:pt x="229716" y="157188"/>
                  </a:lnTo>
                  <a:lnTo>
                    <a:pt x="232454" y="160241"/>
                  </a:lnTo>
                  <a:lnTo>
                    <a:pt x="234315" y="163246"/>
                  </a:lnTo>
                  <a:lnTo>
                    <a:pt x="240179" y="169420"/>
                  </a:lnTo>
                  <a:lnTo>
                    <a:pt x="244253" y="171191"/>
                  </a:lnTo>
                  <a:lnTo>
                    <a:pt x="245634" y="175881"/>
                  </a:lnTo>
                  <a:lnTo>
                    <a:pt x="249157" y="177418"/>
                  </a:lnTo>
                  <a:lnTo>
                    <a:pt x="246630" y="183380"/>
                  </a:lnTo>
                  <a:lnTo>
                    <a:pt x="244907" y="186723"/>
                  </a:lnTo>
                  <a:lnTo>
                    <a:pt x="243739" y="190758"/>
                  </a:lnTo>
                  <a:lnTo>
                    <a:pt x="242303" y="195710"/>
                  </a:lnTo>
                  <a:lnTo>
                    <a:pt x="239559" y="199368"/>
                  </a:lnTo>
                  <a:lnTo>
                    <a:pt x="237561" y="203967"/>
                  </a:lnTo>
                  <a:lnTo>
                    <a:pt x="232471" y="203730"/>
                  </a:lnTo>
                  <a:lnTo>
                    <a:pt x="231510" y="206310"/>
                  </a:lnTo>
                  <a:lnTo>
                    <a:pt x="228805" y="207728"/>
                  </a:lnTo>
                  <a:lnTo>
                    <a:pt x="227902" y="212446"/>
                  </a:lnTo>
                  <a:lnTo>
                    <a:pt x="227841" y="216989"/>
                  </a:lnTo>
                  <a:lnTo>
                    <a:pt x="229993" y="219269"/>
                  </a:lnTo>
                  <a:lnTo>
                    <a:pt x="227323" y="225107"/>
                  </a:lnTo>
                  <a:lnTo>
                    <a:pt x="222220" y="221682"/>
                  </a:lnTo>
                  <a:lnTo>
                    <a:pt x="219853" y="218930"/>
                  </a:lnTo>
                  <a:lnTo>
                    <a:pt x="217651" y="222218"/>
                  </a:lnTo>
                  <a:lnTo>
                    <a:pt x="212991" y="224947"/>
                  </a:lnTo>
                  <a:lnTo>
                    <a:pt x="211515" y="228524"/>
                  </a:lnTo>
                  <a:lnTo>
                    <a:pt x="212089" y="232685"/>
                  </a:lnTo>
                  <a:lnTo>
                    <a:pt x="210437" y="235871"/>
                  </a:lnTo>
                  <a:lnTo>
                    <a:pt x="207761" y="235360"/>
                  </a:lnTo>
                  <a:lnTo>
                    <a:pt x="207489" y="235884"/>
                  </a:lnTo>
                  <a:lnTo>
                    <a:pt x="206184" y="238393"/>
                  </a:lnTo>
                  <a:lnTo>
                    <a:pt x="204085" y="238984"/>
                  </a:lnTo>
                  <a:lnTo>
                    <a:pt x="204100" y="244773"/>
                  </a:lnTo>
                  <a:lnTo>
                    <a:pt x="199872" y="243315"/>
                  </a:lnTo>
                  <a:lnTo>
                    <a:pt x="197861" y="241962"/>
                  </a:lnTo>
                  <a:lnTo>
                    <a:pt x="194706" y="244606"/>
                  </a:lnTo>
                  <a:lnTo>
                    <a:pt x="197123" y="247991"/>
                  </a:lnTo>
                  <a:lnTo>
                    <a:pt x="196816" y="250235"/>
                  </a:lnTo>
                  <a:lnTo>
                    <a:pt x="196021" y="254441"/>
                  </a:lnTo>
                  <a:lnTo>
                    <a:pt x="200541" y="256497"/>
                  </a:lnTo>
                  <a:lnTo>
                    <a:pt x="192716" y="258968"/>
                  </a:lnTo>
                  <a:lnTo>
                    <a:pt x="193510" y="262290"/>
                  </a:lnTo>
                  <a:lnTo>
                    <a:pt x="195588" y="270109"/>
                  </a:lnTo>
                  <a:lnTo>
                    <a:pt x="189162" y="271998"/>
                  </a:lnTo>
                  <a:lnTo>
                    <a:pt x="186030" y="274919"/>
                  </a:lnTo>
                  <a:lnTo>
                    <a:pt x="184731" y="276425"/>
                  </a:lnTo>
                  <a:lnTo>
                    <a:pt x="182325" y="279209"/>
                  </a:lnTo>
                  <a:lnTo>
                    <a:pt x="182479" y="285107"/>
                  </a:lnTo>
                  <a:lnTo>
                    <a:pt x="180397" y="286588"/>
                  </a:lnTo>
                  <a:lnTo>
                    <a:pt x="177285" y="280864"/>
                  </a:lnTo>
                  <a:lnTo>
                    <a:pt x="171585" y="285052"/>
                  </a:lnTo>
                  <a:lnTo>
                    <a:pt x="167235" y="290002"/>
                  </a:lnTo>
                  <a:lnTo>
                    <a:pt x="163747" y="286421"/>
                  </a:lnTo>
                  <a:lnTo>
                    <a:pt x="160269" y="282735"/>
                  </a:lnTo>
                  <a:lnTo>
                    <a:pt x="161985" y="279199"/>
                  </a:lnTo>
                  <a:lnTo>
                    <a:pt x="160063" y="278024"/>
                  </a:lnTo>
                  <a:lnTo>
                    <a:pt x="156413" y="275790"/>
                  </a:lnTo>
                  <a:lnTo>
                    <a:pt x="152070" y="276458"/>
                  </a:lnTo>
                  <a:lnTo>
                    <a:pt x="150869" y="276642"/>
                  </a:lnTo>
                  <a:lnTo>
                    <a:pt x="152086" y="282145"/>
                  </a:lnTo>
                  <a:lnTo>
                    <a:pt x="152238" y="286100"/>
                  </a:lnTo>
                  <a:lnTo>
                    <a:pt x="156420" y="289297"/>
                  </a:lnTo>
                  <a:lnTo>
                    <a:pt x="155626" y="293421"/>
                  </a:lnTo>
                  <a:lnTo>
                    <a:pt x="158110" y="295626"/>
                  </a:lnTo>
                  <a:lnTo>
                    <a:pt x="157276" y="299129"/>
                  </a:lnTo>
                  <a:lnTo>
                    <a:pt x="154061" y="300220"/>
                  </a:lnTo>
                  <a:lnTo>
                    <a:pt x="151533" y="301177"/>
                  </a:lnTo>
                  <a:lnTo>
                    <a:pt x="151157" y="306696"/>
                  </a:lnTo>
                  <a:lnTo>
                    <a:pt x="149519" y="307617"/>
                  </a:lnTo>
                  <a:lnTo>
                    <a:pt x="148654" y="311759"/>
                  </a:lnTo>
                  <a:lnTo>
                    <a:pt x="147023" y="314633"/>
                  </a:lnTo>
                  <a:lnTo>
                    <a:pt x="143110" y="310341"/>
                  </a:lnTo>
                  <a:lnTo>
                    <a:pt x="140778" y="308797"/>
                  </a:lnTo>
                  <a:lnTo>
                    <a:pt x="139627" y="308034"/>
                  </a:lnTo>
                  <a:lnTo>
                    <a:pt x="139048" y="311489"/>
                  </a:lnTo>
                  <a:lnTo>
                    <a:pt x="138560" y="312990"/>
                  </a:lnTo>
                  <a:lnTo>
                    <a:pt x="137110" y="320506"/>
                  </a:lnTo>
                  <a:lnTo>
                    <a:pt x="134141" y="321356"/>
                  </a:lnTo>
                  <a:lnTo>
                    <a:pt x="133221" y="323465"/>
                  </a:lnTo>
                  <a:lnTo>
                    <a:pt x="129663" y="326783"/>
                  </a:lnTo>
                  <a:lnTo>
                    <a:pt x="127305" y="328478"/>
                  </a:lnTo>
                  <a:lnTo>
                    <a:pt x="126190" y="329279"/>
                  </a:lnTo>
                  <a:lnTo>
                    <a:pt x="125594" y="334188"/>
                  </a:lnTo>
                  <a:lnTo>
                    <a:pt x="123007" y="336745"/>
                  </a:lnTo>
                  <a:lnTo>
                    <a:pt x="122344" y="339587"/>
                  </a:lnTo>
                  <a:lnTo>
                    <a:pt x="120979" y="339801"/>
                  </a:lnTo>
                  <a:lnTo>
                    <a:pt x="118845" y="335443"/>
                  </a:lnTo>
                  <a:lnTo>
                    <a:pt x="117137" y="335392"/>
                  </a:lnTo>
                  <a:lnTo>
                    <a:pt x="115231" y="335335"/>
                  </a:lnTo>
                  <a:lnTo>
                    <a:pt x="112252" y="339474"/>
                  </a:lnTo>
                  <a:lnTo>
                    <a:pt x="112307" y="342719"/>
                  </a:lnTo>
                  <a:lnTo>
                    <a:pt x="108129" y="344054"/>
                  </a:lnTo>
                  <a:lnTo>
                    <a:pt x="107999" y="348089"/>
                  </a:lnTo>
                  <a:lnTo>
                    <a:pt x="103707" y="349514"/>
                  </a:lnTo>
                  <a:lnTo>
                    <a:pt x="103327" y="352499"/>
                  </a:lnTo>
                  <a:lnTo>
                    <a:pt x="103323" y="357188"/>
                  </a:lnTo>
                  <a:lnTo>
                    <a:pt x="105188" y="360201"/>
                  </a:lnTo>
                  <a:lnTo>
                    <a:pt x="103454" y="362610"/>
                  </a:lnTo>
                  <a:lnTo>
                    <a:pt x="99424" y="365381"/>
                  </a:lnTo>
                  <a:lnTo>
                    <a:pt x="98368" y="365714"/>
                  </a:lnTo>
                  <a:lnTo>
                    <a:pt x="97021" y="366139"/>
                  </a:lnTo>
                  <a:lnTo>
                    <a:pt x="96909" y="370222"/>
                  </a:lnTo>
                  <a:lnTo>
                    <a:pt x="101208" y="371268"/>
                  </a:lnTo>
                  <a:lnTo>
                    <a:pt x="99311" y="376379"/>
                  </a:lnTo>
                  <a:lnTo>
                    <a:pt x="99017" y="381452"/>
                  </a:lnTo>
                  <a:lnTo>
                    <a:pt x="96750" y="384330"/>
                  </a:lnTo>
                  <a:lnTo>
                    <a:pt x="93598" y="385195"/>
                  </a:lnTo>
                  <a:lnTo>
                    <a:pt x="92160" y="387874"/>
                  </a:lnTo>
                  <a:lnTo>
                    <a:pt x="91918" y="392921"/>
                  </a:lnTo>
                  <a:lnTo>
                    <a:pt x="93960" y="396745"/>
                  </a:lnTo>
                  <a:lnTo>
                    <a:pt x="94559" y="402098"/>
                  </a:lnTo>
                  <a:lnTo>
                    <a:pt x="93898" y="405118"/>
                  </a:lnTo>
                  <a:lnTo>
                    <a:pt x="93128" y="410993"/>
                  </a:lnTo>
                  <a:lnTo>
                    <a:pt x="91397" y="413230"/>
                  </a:lnTo>
                  <a:lnTo>
                    <a:pt x="87675" y="412738"/>
                  </a:lnTo>
                  <a:lnTo>
                    <a:pt x="82624" y="410550"/>
                  </a:lnTo>
                  <a:lnTo>
                    <a:pt x="81941" y="410254"/>
                  </a:lnTo>
                  <a:lnTo>
                    <a:pt x="80589" y="405940"/>
                  </a:lnTo>
                  <a:lnTo>
                    <a:pt x="80128" y="402529"/>
                  </a:lnTo>
                  <a:lnTo>
                    <a:pt x="75008" y="399444"/>
                  </a:lnTo>
                  <a:lnTo>
                    <a:pt x="70316" y="396027"/>
                  </a:lnTo>
                  <a:lnTo>
                    <a:pt x="65196" y="393084"/>
                  </a:lnTo>
                  <a:lnTo>
                    <a:pt x="64527" y="388277"/>
                  </a:lnTo>
                  <a:lnTo>
                    <a:pt x="62866" y="381227"/>
                  </a:lnTo>
                  <a:lnTo>
                    <a:pt x="61406" y="378881"/>
                  </a:lnTo>
                  <a:lnTo>
                    <a:pt x="59964" y="376566"/>
                  </a:lnTo>
                  <a:lnTo>
                    <a:pt x="55424" y="365825"/>
                  </a:lnTo>
                  <a:lnTo>
                    <a:pt x="52295" y="358238"/>
                  </a:lnTo>
                  <a:lnTo>
                    <a:pt x="50721" y="354424"/>
                  </a:lnTo>
                  <a:lnTo>
                    <a:pt x="42265" y="333438"/>
                  </a:lnTo>
                  <a:lnTo>
                    <a:pt x="36731" y="319716"/>
                  </a:lnTo>
                  <a:lnTo>
                    <a:pt x="35839" y="317569"/>
                  </a:lnTo>
                  <a:lnTo>
                    <a:pt x="35258" y="316172"/>
                  </a:lnTo>
                  <a:lnTo>
                    <a:pt x="28465" y="299845"/>
                  </a:lnTo>
                  <a:lnTo>
                    <a:pt x="20364" y="280367"/>
                  </a:lnTo>
                  <a:lnTo>
                    <a:pt x="10980" y="2587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57790" y="2739246"/>
              <a:ext cx="19115" cy="12646"/>
            </a:xfrm>
            <a:custGeom>
              <a:avLst/>
              <a:pathLst>
                <a:path w="19115" h="12646">
                  <a:moveTo>
                    <a:pt x="1474" y="0"/>
                  </a:moveTo>
                  <a:lnTo>
                    <a:pt x="8466" y="4565"/>
                  </a:lnTo>
                  <a:lnTo>
                    <a:pt x="14828" y="5900"/>
                  </a:lnTo>
                  <a:lnTo>
                    <a:pt x="19115" y="7567"/>
                  </a:lnTo>
                  <a:lnTo>
                    <a:pt x="17594" y="11852"/>
                  </a:lnTo>
                  <a:lnTo>
                    <a:pt x="12143" y="12646"/>
                  </a:lnTo>
                  <a:lnTo>
                    <a:pt x="4665" y="7272"/>
                  </a:lnTo>
                  <a:lnTo>
                    <a:pt x="0" y="34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196748" y="2754366"/>
              <a:ext cx="19184" cy="23505"/>
            </a:xfrm>
            <a:custGeom>
              <a:avLst/>
              <a:pathLst>
                <a:path w="19184" h="23505">
                  <a:moveTo>
                    <a:pt x="0" y="10800"/>
                  </a:moveTo>
                  <a:lnTo>
                    <a:pt x="2893" y="9650"/>
                  </a:lnTo>
                  <a:lnTo>
                    <a:pt x="9181" y="737"/>
                  </a:lnTo>
                  <a:lnTo>
                    <a:pt x="19184" y="0"/>
                  </a:lnTo>
                  <a:lnTo>
                    <a:pt x="18989" y="4391"/>
                  </a:lnTo>
                  <a:lnTo>
                    <a:pt x="13782" y="20824"/>
                  </a:lnTo>
                  <a:lnTo>
                    <a:pt x="11009" y="23505"/>
                  </a:lnTo>
                  <a:lnTo>
                    <a:pt x="7108" y="22973"/>
                  </a:lnTo>
                  <a:lnTo>
                    <a:pt x="903" y="141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80533" y="2818928"/>
              <a:ext cx="10468" cy="15123"/>
            </a:xfrm>
            <a:custGeom>
              <a:avLst/>
              <a:pathLst>
                <a:path w="10468" h="15123">
                  <a:moveTo>
                    <a:pt x="410" y="11123"/>
                  </a:moveTo>
                  <a:lnTo>
                    <a:pt x="4357" y="0"/>
                  </a:lnTo>
                  <a:lnTo>
                    <a:pt x="7832" y="152"/>
                  </a:lnTo>
                  <a:lnTo>
                    <a:pt x="10468" y="2535"/>
                  </a:lnTo>
                  <a:lnTo>
                    <a:pt x="9937" y="7700"/>
                  </a:lnTo>
                  <a:lnTo>
                    <a:pt x="4658" y="15123"/>
                  </a:lnTo>
                  <a:lnTo>
                    <a:pt x="0" y="148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72264" y="2750172"/>
              <a:ext cx="273810" cy="372705"/>
            </a:xfrm>
            <a:custGeom>
              <a:avLst/>
              <a:pathLst>
                <a:path w="273810" h="372705">
                  <a:moveTo>
                    <a:pt x="12611" y="372705"/>
                  </a:moveTo>
                  <a:lnTo>
                    <a:pt x="20062" y="364776"/>
                  </a:lnTo>
                  <a:lnTo>
                    <a:pt x="25053" y="356549"/>
                  </a:lnTo>
                  <a:lnTo>
                    <a:pt x="27860" y="345350"/>
                  </a:lnTo>
                  <a:lnTo>
                    <a:pt x="28932" y="341050"/>
                  </a:lnTo>
                  <a:lnTo>
                    <a:pt x="30478" y="336336"/>
                  </a:lnTo>
                  <a:lnTo>
                    <a:pt x="35334" y="325803"/>
                  </a:lnTo>
                  <a:lnTo>
                    <a:pt x="35826" y="324731"/>
                  </a:lnTo>
                  <a:lnTo>
                    <a:pt x="38404" y="311742"/>
                  </a:lnTo>
                  <a:lnTo>
                    <a:pt x="38525" y="309508"/>
                  </a:lnTo>
                  <a:lnTo>
                    <a:pt x="39105" y="298616"/>
                  </a:lnTo>
                  <a:lnTo>
                    <a:pt x="38481" y="289339"/>
                  </a:lnTo>
                  <a:lnTo>
                    <a:pt x="37939" y="278889"/>
                  </a:lnTo>
                  <a:lnTo>
                    <a:pt x="37856" y="278478"/>
                  </a:lnTo>
                  <a:lnTo>
                    <a:pt x="35790" y="268335"/>
                  </a:lnTo>
                  <a:lnTo>
                    <a:pt x="33531" y="259472"/>
                  </a:lnTo>
                  <a:lnTo>
                    <a:pt x="30362" y="251505"/>
                  </a:lnTo>
                  <a:lnTo>
                    <a:pt x="28640" y="248672"/>
                  </a:lnTo>
                  <a:lnTo>
                    <a:pt x="24863" y="242451"/>
                  </a:lnTo>
                  <a:lnTo>
                    <a:pt x="22143" y="238463"/>
                  </a:lnTo>
                  <a:lnTo>
                    <a:pt x="17037" y="230962"/>
                  </a:lnTo>
                  <a:lnTo>
                    <a:pt x="13124" y="223255"/>
                  </a:lnTo>
                  <a:lnTo>
                    <a:pt x="11619" y="219904"/>
                  </a:lnTo>
                  <a:lnTo>
                    <a:pt x="10014" y="216329"/>
                  </a:lnTo>
                  <a:lnTo>
                    <a:pt x="5750" y="210060"/>
                  </a:lnTo>
                  <a:lnTo>
                    <a:pt x="4313" y="205730"/>
                  </a:lnTo>
                  <a:lnTo>
                    <a:pt x="5442" y="200710"/>
                  </a:lnTo>
                  <a:lnTo>
                    <a:pt x="8462" y="193680"/>
                  </a:lnTo>
                  <a:lnTo>
                    <a:pt x="8371" y="189415"/>
                  </a:lnTo>
                  <a:lnTo>
                    <a:pt x="8330" y="187517"/>
                  </a:lnTo>
                  <a:lnTo>
                    <a:pt x="6171" y="180964"/>
                  </a:lnTo>
                  <a:lnTo>
                    <a:pt x="4460" y="176523"/>
                  </a:lnTo>
                  <a:lnTo>
                    <a:pt x="1326" y="172497"/>
                  </a:lnTo>
                  <a:lnTo>
                    <a:pt x="0" y="169483"/>
                  </a:lnTo>
                  <a:lnTo>
                    <a:pt x="4370" y="163231"/>
                  </a:lnTo>
                  <a:lnTo>
                    <a:pt x="6117" y="157665"/>
                  </a:lnTo>
                  <a:lnTo>
                    <a:pt x="7617" y="152871"/>
                  </a:lnTo>
                  <a:lnTo>
                    <a:pt x="11041" y="141917"/>
                  </a:lnTo>
                  <a:lnTo>
                    <a:pt x="11256" y="136900"/>
                  </a:lnTo>
                  <a:lnTo>
                    <a:pt x="10230" y="129736"/>
                  </a:lnTo>
                  <a:lnTo>
                    <a:pt x="10440" y="126542"/>
                  </a:lnTo>
                  <a:lnTo>
                    <a:pt x="10727" y="122157"/>
                  </a:lnTo>
                  <a:lnTo>
                    <a:pt x="7478" y="115438"/>
                  </a:lnTo>
                  <a:lnTo>
                    <a:pt x="7060" y="110949"/>
                  </a:lnTo>
                  <a:lnTo>
                    <a:pt x="12035" y="107481"/>
                  </a:lnTo>
                  <a:lnTo>
                    <a:pt x="16192" y="105567"/>
                  </a:lnTo>
                  <a:lnTo>
                    <a:pt x="16294" y="102252"/>
                  </a:lnTo>
                  <a:lnTo>
                    <a:pt x="16412" y="98364"/>
                  </a:lnTo>
                  <a:lnTo>
                    <a:pt x="15499" y="90511"/>
                  </a:lnTo>
                  <a:lnTo>
                    <a:pt x="20376" y="90092"/>
                  </a:lnTo>
                  <a:lnTo>
                    <a:pt x="22393" y="84126"/>
                  </a:lnTo>
                  <a:lnTo>
                    <a:pt x="27576" y="85953"/>
                  </a:lnTo>
                  <a:lnTo>
                    <a:pt x="31471" y="81695"/>
                  </a:lnTo>
                  <a:lnTo>
                    <a:pt x="32413" y="74958"/>
                  </a:lnTo>
                  <a:lnTo>
                    <a:pt x="35749" y="70644"/>
                  </a:lnTo>
                  <a:lnTo>
                    <a:pt x="37449" y="63327"/>
                  </a:lnTo>
                  <a:lnTo>
                    <a:pt x="41807" y="58965"/>
                  </a:lnTo>
                  <a:lnTo>
                    <a:pt x="43523" y="61657"/>
                  </a:lnTo>
                  <a:lnTo>
                    <a:pt x="43507" y="73641"/>
                  </a:lnTo>
                  <a:lnTo>
                    <a:pt x="44435" y="74961"/>
                  </a:lnTo>
                  <a:lnTo>
                    <a:pt x="47403" y="79178"/>
                  </a:lnTo>
                  <a:lnTo>
                    <a:pt x="49866" y="77200"/>
                  </a:lnTo>
                  <a:lnTo>
                    <a:pt x="52129" y="74490"/>
                  </a:lnTo>
                  <a:lnTo>
                    <a:pt x="54749" y="71349"/>
                  </a:lnTo>
                  <a:lnTo>
                    <a:pt x="54719" y="66395"/>
                  </a:lnTo>
                  <a:lnTo>
                    <a:pt x="52630" y="59666"/>
                  </a:lnTo>
                  <a:lnTo>
                    <a:pt x="52366" y="57314"/>
                  </a:lnTo>
                  <a:lnTo>
                    <a:pt x="51741" y="51759"/>
                  </a:lnTo>
                  <a:lnTo>
                    <a:pt x="55662" y="46947"/>
                  </a:lnTo>
                  <a:lnTo>
                    <a:pt x="60889" y="42006"/>
                  </a:lnTo>
                  <a:lnTo>
                    <a:pt x="66933" y="40656"/>
                  </a:lnTo>
                  <a:lnTo>
                    <a:pt x="69410" y="40100"/>
                  </a:lnTo>
                  <a:lnTo>
                    <a:pt x="74997" y="37978"/>
                  </a:lnTo>
                  <a:lnTo>
                    <a:pt x="77230" y="34517"/>
                  </a:lnTo>
                  <a:lnTo>
                    <a:pt x="72806" y="33595"/>
                  </a:lnTo>
                  <a:lnTo>
                    <a:pt x="69067" y="33644"/>
                  </a:lnTo>
                  <a:lnTo>
                    <a:pt x="63568" y="27052"/>
                  </a:lnTo>
                  <a:lnTo>
                    <a:pt x="62168" y="23059"/>
                  </a:lnTo>
                  <a:lnTo>
                    <a:pt x="64528" y="16287"/>
                  </a:lnTo>
                  <a:lnTo>
                    <a:pt x="69203" y="11197"/>
                  </a:lnTo>
                  <a:lnTo>
                    <a:pt x="65376" y="5275"/>
                  </a:lnTo>
                  <a:lnTo>
                    <a:pt x="74361" y="4310"/>
                  </a:lnTo>
                  <a:lnTo>
                    <a:pt x="79391" y="0"/>
                  </a:lnTo>
                  <a:lnTo>
                    <a:pt x="81966" y="295"/>
                  </a:lnTo>
                  <a:lnTo>
                    <a:pt x="82813" y="392"/>
                  </a:lnTo>
                  <a:lnTo>
                    <a:pt x="94065" y="5316"/>
                  </a:lnTo>
                  <a:lnTo>
                    <a:pt x="100342" y="8240"/>
                  </a:lnTo>
                  <a:lnTo>
                    <a:pt x="102935" y="6199"/>
                  </a:lnTo>
                  <a:lnTo>
                    <a:pt x="108065" y="5640"/>
                  </a:lnTo>
                  <a:lnTo>
                    <a:pt x="115835" y="7530"/>
                  </a:lnTo>
                  <a:lnTo>
                    <a:pt x="116808" y="7765"/>
                  </a:lnTo>
                  <a:lnTo>
                    <a:pt x="122099" y="12545"/>
                  </a:lnTo>
                  <a:lnTo>
                    <a:pt x="124965" y="17312"/>
                  </a:lnTo>
                  <a:lnTo>
                    <a:pt x="130934" y="16662"/>
                  </a:lnTo>
                  <a:lnTo>
                    <a:pt x="136368" y="16044"/>
                  </a:lnTo>
                  <a:lnTo>
                    <a:pt x="141337" y="19583"/>
                  </a:lnTo>
                  <a:lnTo>
                    <a:pt x="150698" y="21183"/>
                  </a:lnTo>
                  <a:lnTo>
                    <a:pt x="157371" y="23743"/>
                  </a:lnTo>
                  <a:lnTo>
                    <a:pt x="163956" y="22074"/>
                  </a:lnTo>
                  <a:lnTo>
                    <a:pt x="171665" y="27830"/>
                  </a:lnTo>
                  <a:lnTo>
                    <a:pt x="171259" y="32162"/>
                  </a:lnTo>
                  <a:lnTo>
                    <a:pt x="172867" y="33634"/>
                  </a:lnTo>
                  <a:lnTo>
                    <a:pt x="178256" y="38558"/>
                  </a:lnTo>
                  <a:lnTo>
                    <a:pt x="183323" y="47704"/>
                  </a:lnTo>
                  <a:lnTo>
                    <a:pt x="178563" y="47381"/>
                  </a:lnTo>
                  <a:lnTo>
                    <a:pt x="174478" y="45638"/>
                  </a:lnTo>
                  <a:lnTo>
                    <a:pt x="172238" y="47850"/>
                  </a:lnTo>
                  <a:lnTo>
                    <a:pt x="173528" y="52186"/>
                  </a:lnTo>
                  <a:lnTo>
                    <a:pt x="174403" y="57343"/>
                  </a:lnTo>
                  <a:lnTo>
                    <a:pt x="180598" y="60979"/>
                  </a:lnTo>
                  <a:lnTo>
                    <a:pt x="182657" y="61051"/>
                  </a:lnTo>
                  <a:lnTo>
                    <a:pt x="183309" y="62898"/>
                  </a:lnTo>
                  <a:lnTo>
                    <a:pt x="186282" y="71308"/>
                  </a:lnTo>
                  <a:lnTo>
                    <a:pt x="188750" y="77029"/>
                  </a:lnTo>
                  <a:lnTo>
                    <a:pt x="187906" y="84486"/>
                  </a:lnTo>
                  <a:lnTo>
                    <a:pt x="189496" y="92911"/>
                  </a:lnTo>
                  <a:lnTo>
                    <a:pt x="189916" y="95136"/>
                  </a:lnTo>
                  <a:lnTo>
                    <a:pt x="191470" y="108632"/>
                  </a:lnTo>
                  <a:lnTo>
                    <a:pt x="188054" y="112153"/>
                  </a:lnTo>
                  <a:lnTo>
                    <a:pt x="186194" y="115832"/>
                  </a:lnTo>
                  <a:lnTo>
                    <a:pt x="181229" y="117207"/>
                  </a:lnTo>
                  <a:lnTo>
                    <a:pt x="180510" y="126197"/>
                  </a:lnTo>
                  <a:lnTo>
                    <a:pt x="180454" y="126897"/>
                  </a:lnTo>
                  <a:lnTo>
                    <a:pt x="181188" y="135686"/>
                  </a:lnTo>
                  <a:lnTo>
                    <a:pt x="175661" y="138661"/>
                  </a:lnTo>
                  <a:lnTo>
                    <a:pt x="175654" y="142953"/>
                  </a:lnTo>
                  <a:lnTo>
                    <a:pt x="169879" y="144447"/>
                  </a:lnTo>
                  <a:lnTo>
                    <a:pt x="165272" y="147595"/>
                  </a:lnTo>
                  <a:lnTo>
                    <a:pt x="164200" y="152523"/>
                  </a:lnTo>
                  <a:lnTo>
                    <a:pt x="163887" y="153956"/>
                  </a:lnTo>
                  <a:lnTo>
                    <a:pt x="164715" y="164249"/>
                  </a:lnTo>
                  <a:lnTo>
                    <a:pt x="164294" y="168110"/>
                  </a:lnTo>
                  <a:lnTo>
                    <a:pt x="167734" y="173050"/>
                  </a:lnTo>
                  <a:lnTo>
                    <a:pt x="173393" y="171799"/>
                  </a:lnTo>
                  <a:lnTo>
                    <a:pt x="179650" y="175069"/>
                  </a:lnTo>
                  <a:lnTo>
                    <a:pt x="181986" y="176551"/>
                  </a:lnTo>
                  <a:lnTo>
                    <a:pt x="183174" y="177304"/>
                  </a:lnTo>
                  <a:lnTo>
                    <a:pt x="191278" y="162731"/>
                  </a:lnTo>
                  <a:lnTo>
                    <a:pt x="191465" y="161662"/>
                  </a:lnTo>
                  <a:lnTo>
                    <a:pt x="192253" y="157127"/>
                  </a:lnTo>
                  <a:lnTo>
                    <a:pt x="193539" y="148592"/>
                  </a:lnTo>
                  <a:lnTo>
                    <a:pt x="194500" y="145277"/>
                  </a:lnTo>
                  <a:lnTo>
                    <a:pt x="201871" y="142089"/>
                  </a:lnTo>
                  <a:lnTo>
                    <a:pt x="202518" y="138749"/>
                  </a:lnTo>
                  <a:lnTo>
                    <a:pt x="209961" y="135404"/>
                  </a:lnTo>
                  <a:lnTo>
                    <a:pt x="214986" y="132297"/>
                  </a:lnTo>
                  <a:lnTo>
                    <a:pt x="215803" y="129461"/>
                  </a:lnTo>
                  <a:lnTo>
                    <a:pt x="221243" y="126107"/>
                  </a:lnTo>
                  <a:lnTo>
                    <a:pt x="230420" y="128297"/>
                  </a:lnTo>
                  <a:lnTo>
                    <a:pt x="236923" y="133667"/>
                  </a:lnTo>
                  <a:lnTo>
                    <a:pt x="243771" y="142754"/>
                  </a:lnTo>
                  <a:lnTo>
                    <a:pt x="246781" y="150368"/>
                  </a:lnTo>
                  <a:lnTo>
                    <a:pt x="248047" y="154552"/>
                  </a:lnTo>
                  <a:lnTo>
                    <a:pt x="250844" y="163797"/>
                  </a:lnTo>
                  <a:lnTo>
                    <a:pt x="257118" y="176813"/>
                  </a:lnTo>
                  <a:lnTo>
                    <a:pt x="261801" y="193607"/>
                  </a:lnTo>
                  <a:lnTo>
                    <a:pt x="263905" y="198259"/>
                  </a:lnTo>
                  <a:lnTo>
                    <a:pt x="266375" y="203718"/>
                  </a:lnTo>
                  <a:lnTo>
                    <a:pt x="272539" y="211130"/>
                  </a:lnTo>
                  <a:lnTo>
                    <a:pt x="272739" y="215931"/>
                  </a:lnTo>
                  <a:lnTo>
                    <a:pt x="271347" y="222077"/>
                  </a:lnTo>
                  <a:lnTo>
                    <a:pt x="273810" y="232893"/>
                  </a:lnTo>
                  <a:lnTo>
                    <a:pt x="273433" y="244247"/>
                  </a:lnTo>
                  <a:lnTo>
                    <a:pt x="270298" y="252460"/>
                  </a:lnTo>
                  <a:lnTo>
                    <a:pt x="264892" y="256513"/>
                  </a:lnTo>
                  <a:lnTo>
                    <a:pt x="261382" y="248335"/>
                  </a:lnTo>
                  <a:lnTo>
                    <a:pt x="264844" y="243957"/>
                  </a:lnTo>
                  <a:lnTo>
                    <a:pt x="260302" y="243653"/>
                  </a:lnTo>
                  <a:lnTo>
                    <a:pt x="255278" y="248890"/>
                  </a:lnTo>
                  <a:lnTo>
                    <a:pt x="258012" y="250966"/>
                  </a:lnTo>
                  <a:lnTo>
                    <a:pt x="259289" y="253911"/>
                  </a:lnTo>
                  <a:lnTo>
                    <a:pt x="253183" y="257255"/>
                  </a:lnTo>
                  <a:lnTo>
                    <a:pt x="254118" y="265279"/>
                  </a:lnTo>
                  <a:lnTo>
                    <a:pt x="252497" y="274550"/>
                  </a:lnTo>
                  <a:lnTo>
                    <a:pt x="248759" y="277119"/>
                  </a:lnTo>
                  <a:lnTo>
                    <a:pt x="242680" y="282224"/>
                  </a:lnTo>
                  <a:lnTo>
                    <a:pt x="242418" y="290339"/>
                  </a:lnTo>
                  <a:lnTo>
                    <a:pt x="242340" y="292710"/>
                  </a:lnTo>
                  <a:lnTo>
                    <a:pt x="243885" y="300198"/>
                  </a:lnTo>
                  <a:lnTo>
                    <a:pt x="241209" y="304000"/>
                  </a:lnTo>
                  <a:lnTo>
                    <a:pt x="240943" y="305781"/>
                  </a:lnTo>
                  <a:lnTo>
                    <a:pt x="240324" y="309929"/>
                  </a:lnTo>
                  <a:lnTo>
                    <a:pt x="237835" y="314915"/>
                  </a:lnTo>
                  <a:lnTo>
                    <a:pt x="234479" y="316884"/>
                  </a:lnTo>
                  <a:lnTo>
                    <a:pt x="234267" y="320985"/>
                  </a:lnTo>
                  <a:lnTo>
                    <a:pt x="231245" y="324045"/>
                  </a:lnTo>
                  <a:lnTo>
                    <a:pt x="229105" y="328481"/>
                  </a:lnTo>
                  <a:lnTo>
                    <a:pt x="231394" y="334130"/>
                  </a:lnTo>
                  <a:lnTo>
                    <a:pt x="229630" y="335222"/>
                  </a:lnTo>
                  <a:lnTo>
                    <a:pt x="209992" y="340046"/>
                  </a:lnTo>
                  <a:lnTo>
                    <a:pt x="202540" y="341846"/>
                  </a:lnTo>
                  <a:lnTo>
                    <a:pt x="186383" y="345709"/>
                  </a:lnTo>
                  <a:lnTo>
                    <a:pt x="171987" y="349062"/>
                  </a:lnTo>
                  <a:lnTo>
                    <a:pt x="169493" y="349638"/>
                  </a:lnTo>
                  <a:lnTo>
                    <a:pt x="167038" y="350205"/>
                  </a:lnTo>
                  <a:lnTo>
                    <a:pt x="143548" y="355476"/>
                  </a:lnTo>
                  <a:lnTo>
                    <a:pt x="142552" y="349908"/>
                  </a:lnTo>
                  <a:lnTo>
                    <a:pt x="141317" y="350142"/>
                  </a:lnTo>
                  <a:lnTo>
                    <a:pt x="117455" y="354604"/>
                  </a:lnTo>
                  <a:lnTo>
                    <a:pt x="115138" y="355032"/>
                  </a:lnTo>
                  <a:lnTo>
                    <a:pt x="111325" y="355735"/>
                  </a:lnTo>
                  <a:lnTo>
                    <a:pt x="87697" y="360030"/>
                  </a:lnTo>
                  <a:lnTo>
                    <a:pt x="79230" y="361542"/>
                  </a:lnTo>
                  <a:lnTo>
                    <a:pt x="61761" y="364528"/>
                  </a:lnTo>
                  <a:lnTo>
                    <a:pt x="51221" y="366300"/>
                  </a:lnTo>
                  <a:lnTo>
                    <a:pt x="33459" y="369334"/>
                  </a:lnTo>
                  <a:lnTo>
                    <a:pt x="32011" y="369573"/>
                  </a:lnTo>
                  <a:lnTo>
                    <a:pt x="24540" y="370802"/>
                  </a:lnTo>
                  <a:lnTo>
                    <a:pt x="20691" y="3714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56612" y="2576196"/>
              <a:ext cx="44430" cy="39726"/>
            </a:xfrm>
            <a:custGeom>
              <a:avLst/>
              <a:pathLst>
                <a:path w="44430" h="39726">
                  <a:moveTo>
                    <a:pt x="1587" y="32901"/>
                  </a:moveTo>
                  <a:lnTo>
                    <a:pt x="3716" y="30215"/>
                  </a:lnTo>
                  <a:lnTo>
                    <a:pt x="12369" y="23913"/>
                  </a:lnTo>
                  <a:lnTo>
                    <a:pt x="16532" y="20927"/>
                  </a:lnTo>
                  <a:lnTo>
                    <a:pt x="19084" y="19220"/>
                  </a:lnTo>
                  <a:lnTo>
                    <a:pt x="23311" y="16647"/>
                  </a:lnTo>
                  <a:lnTo>
                    <a:pt x="27841" y="12009"/>
                  </a:lnTo>
                  <a:lnTo>
                    <a:pt x="32829" y="7167"/>
                  </a:lnTo>
                  <a:lnTo>
                    <a:pt x="37400" y="4142"/>
                  </a:lnTo>
                  <a:lnTo>
                    <a:pt x="43985" y="0"/>
                  </a:lnTo>
                  <a:lnTo>
                    <a:pt x="44430" y="3841"/>
                  </a:lnTo>
                  <a:lnTo>
                    <a:pt x="38142" y="10512"/>
                  </a:lnTo>
                  <a:lnTo>
                    <a:pt x="37265" y="16099"/>
                  </a:lnTo>
                  <a:lnTo>
                    <a:pt x="29755" y="21236"/>
                  </a:lnTo>
                  <a:lnTo>
                    <a:pt x="22322" y="24941"/>
                  </a:lnTo>
                  <a:lnTo>
                    <a:pt x="20450" y="30952"/>
                  </a:lnTo>
                  <a:lnTo>
                    <a:pt x="12532" y="36050"/>
                  </a:lnTo>
                  <a:lnTo>
                    <a:pt x="6315" y="39726"/>
                  </a:lnTo>
                  <a:lnTo>
                    <a:pt x="3425" y="37790"/>
                  </a:lnTo>
                  <a:lnTo>
                    <a:pt x="0" y="359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902727" y="2634951"/>
              <a:ext cx="422454" cy="205138"/>
            </a:xfrm>
            <a:custGeom>
              <a:avLst/>
              <a:pathLst>
                <a:path w="422454" h="205138">
                  <a:moveTo>
                    <a:pt x="0" y="100356"/>
                  </a:moveTo>
                  <a:lnTo>
                    <a:pt x="4974" y="96064"/>
                  </a:lnTo>
                  <a:lnTo>
                    <a:pt x="10179" y="93945"/>
                  </a:lnTo>
                  <a:lnTo>
                    <a:pt x="21188" y="88701"/>
                  </a:lnTo>
                  <a:lnTo>
                    <a:pt x="27966" y="81456"/>
                  </a:lnTo>
                  <a:lnTo>
                    <a:pt x="29720" y="79002"/>
                  </a:lnTo>
                  <a:lnTo>
                    <a:pt x="32406" y="75236"/>
                  </a:lnTo>
                  <a:lnTo>
                    <a:pt x="38756" y="72081"/>
                  </a:lnTo>
                  <a:lnTo>
                    <a:pt x="43458" y="71923"/>
                  </a:lnTo>
                  <a:lnTo>
                    <a:pt x="47694" y="70792"/>
                  </a:lnTo>
                  <a:lnTo>
                    <a:pt x="51787" y="69387"/>
                  </a:lnTo>
                  <a:lnTo>
                    <a:pt x="56751" y="68520"/>
                  </a:lnTo>
                  <a:lnTo>
                    <a:pt x="67058" y="61009"/>
                  </a:lnTo>
                  <a:lnTo>
                    <a:pt x="71256" y="54048"/>
                  </a:lnTo>
                  <a:lnTo>
                    <a:pt x="77793" y="51703"/>
                  </a:lnTo>
                  <a:lnTo>
                    <a:pt x="81821" y="50492"/>
                  </a:lnTo>
                  <a:lnTo>
                    <a:pt x="83055" y="48088"/>
                  </a:lnTo>
                  <a:lnTo>
                    <a:pt x="83475" y="47268"/>
                  </a:lnTo>
                  <a:lnTo>
                    <a:pt x="84845" y="41882"/>
                  </a:lnTo>
                  <a:lnTo>
                    <a:pt x="88729" y="37706"/>
                  </a:lnTo>
                  <a:lnTo>
                    <a:pt x="94732" y="31213"/>
                  </a:lnTo>
                  <a:lnTo>
                    <a:pt x="101021" y="26974"/>
                  </a:lnTo>
                  <a:lnTo>
                    <a:pt x="104700" y="22549"/>
                  </a:lnTo>
                  <a:lnTo>
                    <a:pt x="105322" y="21801"/>
                  </a:lnTo>
                  <a:lnTo>
                    <a:pt x="109149" y="14328"/>
                  </a:lnTo>
                  <a:lnTo>
                    <a:pt x="116320" y="8715"/>
                  </a:lnTo>
                  <a:lnTo>
                    <a:pt x="119926" y="5834"/>
                  </a:lnTo>
                  <a:lnTo>
                    <a:pt x="127429" y="2911"/>
                  </a:lnTo>
                  <a:lnTo>
                    <a:pt x="136436" y="676"/>
                  </a:lnTo>
                  <a:lnTo>
                    <a:pt x="144009" y="0"/>
                  </a:lnTo>
                  <a:lnTo>
                    <a:pt x="151342" y="435"/>
                  </a:lnTo>
                  <a:lnTo>
                    <a:pt x="156965" y="2372"/>
                  </a:lnTo>
                  <a:lnTo>
                    <a:pt x="156682" y="5582"/>
                  </a:lnTo>
                  <a:lnTo>
                    <a:pt x="145167" y="7057"/>
                  </a:lnTo>
                  <a:lnTo>
                    <a:pt x="136906" y="8507"/>
                  </a:lnTo>
                  <a:lnTo>
                    <a:pt x="137532" y="13240"/>
                  </a:lnTo>
                  <a:lnTo>
                    <a:pt x="133634" y="16471"/>
                  </a:lnTo>
                  <a:lnTo>
                    <a:pt x="129507" y="21096"/>
                  </a:lnTo>
                  <a:lnTo>
                    <a:pt x="124463" y="26492"/>
                  </a:lnTo>
                  <a:lnTo>
                    <a:pt x="124221" y="27377"/>
                  </a:lnTo>
                  <a:lnTo>
                    <a:pt x="122687" y="32974"/>
                  </a:lnTo>
                  <a:lnTo>
                    <a:pt x="117543" y="38982"/>
                  </a:lnTo>
                  <a:lnTo>
                    <a:pt x="115833" y="45997"/>
                  </a:lnTo>
                  <a:lnTo>
                    <a:pt x="113456" y="51912"/>
                  </a:lnTo>
                  <a:lnTo>
                    <a:pt x="112745" y="53677"/>
                  </a:lnTo>
                  <a:lnTo>
                    <a:pt x="112340" y="60213"/>
                  </a:lnTo>
                  <a:lnTo>
                    <a:pt x="118304" y="57410"/>
                  </a:lnTo>
                  <a:lnTo>
                    <a:pt x="125159" y="51296"/>
                  </a:lnTo>
                  <a:lnTo>
                    <a:pt x="130637" y="47181"/>
                  </a:lnTo>
                  <a:lnTo>
                    <a:pt x="135917" y="50675"/>
                  </a:lnTo>
                  <a:lnTo>
                    <a:pt x="137156" y="50588"/>
                  </a:lnTo>
                  <a:lnTo>
                    <a:pt x="145794" y="49971"/>
                  </a:lnTo>
                  <a:lnTo>
                    <a:pt x="153544" y="51722"/>
                  </a:lnTo>
                  <a:lnTo>
                    <a:pt x="159336" y="53947"/>
                  </a:lnTo>
                  <a:lnTo>
                    <a:pt x="165584" y="58218"/>
                  </a:lnTo>
                  <a:lnTo>
                    <a:pt x="167754" y="63452"/>
                  </a:lnTo>
                  <a:lnTo>
                    <a:pt x="172927" y="69150"/>
                  </a:lnTo>
                  <a:lnTo>
                    <a:pt x="181079" y="73879"/>
                  </a:lnTo>
                  <a:lnTo>
                    <a:pt x="182979" y="80071"/>
                  </a:lnTo>
                  <a:lnTo>
                    <a:pt x="194531" y="79090"/>
                  </a:lnTo>
                  <a:lnTo>
                    <a:pt x="197903" y="77776"/>
                  </a:lnTo>
                  <a:lnTo>
                    <a:pt x="205905" y="74645"/>
                  </a:lnTo>
                  <a:lnTo>
                    <a:pt x="211132" y="79185"/>
                  </a:lnTo>
                  <a:lnTo>
                    <a:pt x="216894" y="79703"/>
                  </a:lnTo>
                  <a:lnTo>
                    <a:pt x="220084" y="76540"/>
                  </a:lnTo>
                  <a:lnTo>
                    <a:pt x="222212" y="69397"/>
                  </a:lnTo>
                  <a:lnTo>
                    <a:pt x="226582" y="70568"/>
                  </a:lnTo>
                  <a:lnTo>
                    <a:pt x="231405" y="73890"/>
                  </a:lnTo>
                  <a:lnTo>
                    <a:pt x="236256" y="67296"/>
                  </a:lnTo>
                  <a:lnTo>
                    <a:pt x="250835" y="55643"/>
                  </a:lnTo>
                  <a:lnTo>
                    <a:pt x="253489" y="53484"/>
                  </a:lnTo>
                  <a:lnTo>
                    <a:pt x="261954" y="51928"/>
                  </a:lnTo>
                  <a:lnTo>
                    <a:pt x="269468" y="49436"/>
                  </a:lnTo>
                  <a:lnTo>
                    <a:pt x="270823" y="48985"/>
                  </a:lnTo>
                  <a:lnTo>
                    <a:pt x="292169" y="45873"/>
                  </a:lnTo>
                  <a:lnTo>
                    <a:pt x="304279" y="37084"/>
                  </a:lnTo>
                  <a:lnTo>
                    <a:pt x="305360" y="36673"/>
                  </a:lnTo>
                  <a:lnTo>
                    <a:pt x="309051" y="35269"/>
                  </a:lnTo>
                  <a:lnTo>
                    <a:pt x="321172" y="32148"/>
                  </a:lnTo>
                  <a:lnTo>
                    <a:pt x="319042" y="41332"/>
                  </a:lnTo>
                  <a:lnTo>
                    <a:pt x="321103" y="51843"/>
                  </a:lnTo>
                  <a:lnTo>
                    <a:pt x="325810" y="57908"/>
                  </a:lnTo>
                  <a:lnTo>
                    <a:pt x="333163" y="57945"/>
                  </a:lnTo>
                  <a:lnTo>
                    <a:pt x="342839" y="53610"/>
                  </a:lnTo>
                  <a:lnTo>
                    <a:pt x="347532" y="55480"/>
                  </a:lnTo>
                  <a:lnTo>
                    <a:pt x="354587" y="55577"/>
                  </a:lnTo>
                  <a:lnTo>
                    <a:pt x="356005" y="52936"/>
                  </a:lnTo>
                  <a:lnTo>
                    <a:pt x="357869" y="49463"/>
                  </a:lnTo>
                  <a:lnTo>
                    <a:pt x="365529" y="48689"/>
                  </a:lnTo>
                  <a:lnTo>
                    <a:pt x="370571" y="43438"/>
                  </a:lnTo>
                  <a:lnTo>
                    <a:pt x="375432" y="44469"/>
                  </a:lnTo>
                  <a:lnTo>
                    <a:pt x="375844" y="48663"/>
                  </a:lnTo>
                  <a:lnTo>
                    <a:pt x="376734" y="57304"/>
                  </a:lnTo>
                  <a:lnTo>
                    <a:pt x="381190" y="66828"/>
                  </a:lnTo>
                  <a:lnTo>
                    <a:pt x="380845" y="68274"/>
                  </a:lnTo>
                  <a:lnTo>
                    <a:pt x="381609" y="74166"/>
                  </a:lnTo>
                  <a:lnTo>
                    <a:pt x="387602" y="76782"/>
                  </a:lnTo>
                  <a:lnTo>
                    <a:pt x="391602" y="80485"/>
                  </a:lnTo>
                  <a:lnTo>
                    <a:pt x="397750" y="82791"/>
                  </a:lnTo>
                  <a:lnTo>
                    <a:pt x="400525" y="76232"/>
                  </a:lnTo>
                  <a:lnTo>
                    <a:pt x="406361" y="75707"/>
                  </a:lnTo>
                  <a:lnTo>
                    <a:pt x="413752" y="75163"/>
                  </a:lnTo>
                  <a:lnTo>
                    <a:pt x="422454" y="81821"/>
                  </a:lnTo>
                  <a:lnTo>
                    <a:pt x="421134" y="89093"/>
                  </a:lnTo>
                  <a:lnTo>
                    <a:pt x="417806" y="90032"/>
                  </a:lnTo>
                  <a:lnTo>
                    <a:pt x="412834" y="88399"/>
                  </a:lnTo>
                  <a:lnTo>
                    <a:pt x="404436" y="90842"/>
                  </a:lnTo>
                  <a:lnTo>
                    <a:pt x="397400" y="89754"/>
                  </a:lnTo>
                  <a:lnTo>
                    <a:pt x="387227" y="91346"/>
                  </a:lnTo>
                  <a:lnTo>
                    <a:pt x="385219" y="92013"/>
                  </a:lnTo>
                  <a:lnTo>
                    <a:pt x="377057" y="94713"/>
                  </a:lnTo>
                  <a:lnTo>
                    <a:pt x="370223" y="98238"/>
                  </a:lnTo>
                  <a:lnTo>
                    <a:pt x="363236" y="95493"/>
                  </a:lnTo>
                  <a:lnTo>
                    <a:pt x="358550" y="99115"/>
                  </a:lnTo>
                  <a:lnTo>
                    <a:pt x="354592" y="99588"/>
                  </a:lnTo>
                  <a:lnTo>
                    <a:pt x="349286" y="104569"/>
                  </a:lnTo>
                  <a:lnTo>
                    <a:pt x="351913" y="109309"/>
                  </a:lnTo>
                  <a:lnTo>
                    <a:pt x="346577" y="109435"/>
                  </a:lnTo>
                  <a:lnTo>
                    <a:pt x="337924" y="104622"/>
                  </a:lnTo>
                  <a:lnTo>
                    <a:pt x="331536" y="99057"/>
                  </a:lnTo>
                  <a:lnTo>
                    <a:pt x="321944" y="96860"/>
                  </a:lnTo>
                  <a:lnTo>
                    <a:pt x="314873" y="96829"/>
                  </a:lnTo>
                  <a:lnTo>
                    <a:pt x="307745" y="96690"/>
                  </a:lnTo>
                  <a:lnTo>
                    <a:pt x="298262" y="98651"/>
                  </a:lnTo>
                  <a:lnTo>
                    <a:pt x="293335" y="108145"/>
                  </a:lnTo>
                  <a:lnTo>
                    <a:pt x="290793" y="110714"/>
                  </a:lnTo>
                  <a:lnTo>
                    <a:pt x="283701" y="110202"/>
                  </a:lnTo>
                  <a:lnTo>
                    <a:pt x="280886" y="113618"/>
                  </a:lnTo>
                  <a:lnTo>
                    <a:pt x="278447" y="116572"/>
                  </a:lnTo>
                  <a:lnTo>
                    <a:pt x="268253" y="114262"/>
                  </a:lnTo>
                  <a:lnTo>
                    <a:pt x="256254" y="118433"/>
                  </a:lnTo>
                  <a:lnTo>
                    <a:pt x="253597" y="128546"/>
                  </a:lnTo>
                  <a:lnTo>
                    <a:pt x="249242" y="135867"/>
                  </a:lnTo>
                  <a:lnTo>
                    <a:pt x="248179" y="136982"/>
                  </a:lnTo>
                  <a:lnTo>
                    <a:pt x="243885" y="141478"/>
                  </a:lnTo>
                  <a:lnTo>
                    <a:pt x="240608" y="149858"/>
                  </a:lnTo>
                  <a:lnTo>
                    <a:pt x="240548" y="156890"/>
                  </a:lnTo>
                  <a:lnTo>
                    <a:pt x="234986" y="151662"/>
                  </a:lnTo>
                  <a:lnTo>
                    <a:pt x="234258" y="144635"/>
                  </a:lnTo>
                  <a:lnTo>
                    <a:pt x="237141" y="140423"/>
                  </a:lnTo>
                  <a:lnTo>
                    <a:pt x="228407" y="134840"/>
                  </a:lnTo>
                  <a:lnTo>
                    <a:pt x="225745" y="143243"/>
                  </a:lnTo>
                  <a:lnTo>
                    <a:pt x="218876" y="148800"/>
                  </a:lnTo>
                  <a:lnTo>
                    <a:pt x="211812" y="145840"/>
                  </a:lnTo>
                  <a:lnTo>
                    <a:pt x="206464" y="151794"/>
                  </a:lnTo>
                  <a:lnTo>
                    <a:pt x="203107" y="162303"/>
                  </a:lnTo>
                  <a:lnTo>
                    <a:pt x="201642" y="166867"/>
                  </a:lnTo>
                  <a:lnTo>
                    <a:pt x="199167" y="175638"/>
                  </a:lnTo>
                  <a:lnTo>
                    <a:pt x="194050" y="188438"/>
                  </a:lnTo>
                  <a:lnTo>
                    <a:pt x="190053" y="196357"/>
                  </a:lnTo>
                  <a:lnTo>
                    <a:pt x="188833" y="205138"/>
                  </a:lnTo>
                  <a:lnTo>
                    <a:pt x="185139" y="204720"/>
                  </a:lnTo>
                  <a:lnTo>
                    <a:pt x="181686" y="201315"/>
                  </a:lnTo>
                  <a:lnTo>
                    <a:pt x="178211" y="197700"/>
                  </a:lnTo>
                  <a:lnTo>
                    <a:pt x="179419" y="193219"/>
                  </a:lnTo>
                  <a:lnTo>
                    <a:pt x="181153" y="186608"/>
                  </a:lnTo>
                  <a:lnTo>
                    <a:pt x="181063" y="181950"/>
                  </a:lnTo>
                  <a:lnTo>
                    <a:pt x="177855" y="181100"/>
                  </a:lnTo>
                  <a:lnTo>
                    <a:pt x="175552" y="184021"/>
                  </a:lnTo>
                  <a:lnTo>
                    <a:pt x="172556" y="184607"/>
                  </a:lnTo>
                  <a:lnTo>
                    <a:pt x="168726" y="185243"/>
                  </a:lnTo>
                  <a:lnTo>
                    <a:pt x="168602" y="181688"/>
                  </a:lnTo>
                  <a:lnTo>
                    <a:pt x="168499" y="177151"/>
                  </a:lnTo>
                  <a:lnTo>
                    <a:pt x="170646" y="174242"/>
                  </a:lnTo>
                  <a:lnTo>
                    <a:pt x="170057" y="169738"/>
                  </a:lnTo>
                  <a:lnTo>
                    <a:pt x="170414" y="165205"/>
                  </a:lnTo>
                  <a:lnTo>
                    <a:pt x="170540" y="162128"/>
                  </a:lnTo>
                  <a:lnTo>
                    <a:pt x="167107" y="158729"/>
                  </a:lnTo>
                  <a:lnTo>
                    <a:pt x="169475" y="156520"/>
                  </a:lnTo>
                  <a:lnTo>
                    <a:pt x="167623" y="154162"/>
                  </a:lnTo>
                  <a:lnTo>
                    <a:pt x="165676" y="152748"/>
                  </a:lnTo>
                  <a:lnTo>
                    <a:pt x="162422" y="150382"/>
                  </a:lnTo>
                  <a:lnTo>
                    <a:pt x="157032" y="150380"/>
                  </a:lnTo>
                  <a:lnTo>
                    <a:pt x="154872" y="147906"/>
                  </a:lnTo>
                  <a:lnTo>
                    <a:pt x="151860" y="149507"/>
                  </a:lnTo>
                  <a:lnTo>
                    <a:pt x="151315" y="149372"/>
                  </a:lnTo>
                  <a:lnTo>
                    <a:pt x="148202" y="148602"/>
                  </a:lnTo>
                  <a:lnTo>
                    <a:pt x="146120" y="146876"/>
                  </a:lnTo>
                  <a:lnTo>
                    <a:pt x="149109" y="141628"/>
                  </a:lnTo>
                  <a:lnTo>
                    <a:pt x="145904" y="137899"/>
                  </a:lnTo>
                  <a:lnTo>
                    <a:pt x="141902" y="136330"/>
                  </a:lnTo>
                  <a:lnTo>
                    <a:pt x="137579" y="135555"/>
                  </a:lnTo>
                  <a:lnTo>
                    <a:pt x="133815" y="136430"/>
                  </a:lnTo>
                  <a:lnTo>
                    <a:pt x="129143" y="134237"/>
                  </a:lnTo>
                  <a:lnTo>
                    <a:pt x="127507" y="135541"/>
                  </a:lnTo>
                  <a:lnTo>
                    <a:pt x="119947" y="132972"/>
                  </a:lnTo>
                  <a:lnTo>
                    <a:pt x="115970" y="134048"/>
                  </a:lnTo>
                  <a:lnTo>
                    <a:pt x="115118" y="136351"/>
                  </a:lnTo>
                  <a:lnTo>
                    <a:pt x="112440" y="136851"/>
                  </a:lnTo>
                  <a:lnTo>
                    <a:pt x="110850" y="134919"/>
                  </a:lnTo>
                  <a:lnTo>
                    <a:pt x="110591" y="134873"/>
                  </a:lnTo>
                  <a:lnTo>
                    <a:pt x="107011" y="134237"/>
                  </a:lnTo>
                  <a:lnTo>
                    <a:pt x="102743" y="135344"/>
                  </a:lnTo>
                  <a:lnTo>
                    <a:pt x="94845" y="131954"/>
                  </a:lnTo>
                  <a:lnTo>
                    <a:pt x="91028" y="130309"/>
                  </a:lnTo>
                  <a:lnTo>
                    <a:pt x="84476" y="127477"/>
                  </a:lnTo>
                  <a:lnTo>
                    <a:pt x="50342" y="122668"/>
                  </a:lnTo>
                  <a:lnTo>
                    <a:pt x="32229" y="120003"/>
                  </a:lnTo>
                  <a:lnTo>
                    <a:pt x="20319" y="118212"/>
                  </a:lnTo>
                  <a:lnTo>
                    <a:pt x="17142" y="111185"/>
                  </a:lnTo>
                  <a:lnTo>
                    <a:pt x="12885" y="104660"/>
                  </a:lnTo>
                  <a:lnTo>
                    <a:pt x="8436" y="103527"/>
                  </a:lnTo>
                  <a:lnTo>
                    <a:pt x="5301" y="100854"/>
                  </a:lnTo>
                  <a:lnTo>
                    <a:pt x="2195" y="1029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67844" y="2487015"/>
              <a:ext cx="456051" cy="520530"/>
            </a:xfrm>
            <a:custGeom>
              <a:avLst/>
              <a:pathLst>
                <a:path w="456051" h="520530">
                  <a:moveTo>
                    <a:pt x="0" y="39362"/>
                  </a:moveTo>
                  <a:lnTo>
                    <a:pt x="17183" y="38793"/>
                  </a:lnTo>
                  <a:lnTo>
                    <a:pt x="47468" y="37525"/>
                  </a:lnTo>
                  <a:lnTo>
                    <a:pt x="72240" y="36338"/>
                  </a:lnTo>
                  <a:lnTo>
                    <a:pt x="108777" y="34452"/>
                  </a:lnTo>
                  <a:lnTo>
                    <a:pt x="109990" y="34380"/>
                  </a:lnTo>
                  <a:lnTo>
                    <a:pt x="119554" y="33794"/>
                  </a:lnTo>
                  <a:lnTo>
                    <a:pt x="118540" y="17491"/>
                  </a:lnTo>
                  <a:lnTo>
                    <a:pt x="117849" y="6582"/>
                  </a:lnTo>
                  <a:lnTo>
                    <a:pt x="117433" y="0"/>
                  </a:lnTo>
                  <a:lnTo>
                    <a:pt x="123030" y="2400"/>
                  </a:lnTo>
                  <a:lnTo>
                    <a:pt x="126911" y="772"/>
                  </a:lnTo>
                  <a:lnTo>
                    <a:pt x="129014" y="658"/>
                  </a:lnTo>
                  <a:lnTo>
                    <a:pt x="133430" y="3499"/>
                  </a:lnTo>
                  <a:lnTo>
                    <a:pt x="137059" y="4338"/>
                  </a:lnTo>
                  <a:lnTo>
                    <a:pt x="138779" y="13622"/>
                  </a:lnTo>
                  <a:lnTo>
                    <a:pt x="140631" y="21363"/>
                  </a:lnTo>
                  <a:lnTo>
                    <a:pt x="142160" y="23484"/>
                  </a:lnTo>
                  <a:lnTo>
                    <a:pt x="144566" y="32104"/>
                  </a:lnTo>
                  <a:lnTo>
                    <a:pt x="147333" y="42142"/>
                  </a:lnTo>
                  <a:lnTo>
                    <a:pt x="147447" y="45993"/>
                  </a:lnTo>
                  <a:lnTo>
                    <a:pt x="147256" y="50477"/>
                  </a:lnTo>
                  <a:lnTo>
                    <a:pt x="151923" y="54742"/>
                  </a:lnTo>
                  <a:lnTo>
                    <a:pt x="158523" y="57551"/>
                  </a:lnTo>
                  <a:lnTo>
                    <a:pt x="162172" y="57956"/>
                  </a:lnTo>
                  <a:lnTo>
                    <a:pt x="163087" y="57415"/>
                  </a:lnTo>
                  <a:lnTo>
                    <a:pt x="165392" y="56051"/>
                  </a:lnTo>
                  <a:lnTo>
                    <a:pt x="171627" y="56197"/>
                  </a:lnTo>
                  <a:lnTo>
                    <a:pt x="173540" y="57975"/>
                  </a:lnTo>
                  <a:lnTo>
                    <a:pt x="173774" y="60354"/>
                  </a:lnTo>
                  <a:lnTo>
                    <a:pt x="183060" y="60789"/>
                  </a:lnTo>
                  <a:lnTo>
                    <a:pt x="192653" y="61163"/>
                  </a:lnTo>
                  <a:lnTo>
                    <a:pt x="197471" y="60954"/>
                  </a:lnTo>
                  <a:lnTo>
                    <a:pt x="200129" y="65958"/>
                  </a:lnTo>
                  <a:lnTo>
                    <a:pt x="199861" y="69840"/>
                  </a:lnTo>
                  <a:lnTo>
                    <a:pt x="208090" y="70093"/>
                  </a:lnTo>
                  <a:lnTo>
                    <a:pt x="214524" y="68466"/>
                  </a:lnTo>
                  <a:lnTo>
                    <a:pt x="219883" y="66550"/>
                  </a:lnTo>
                  <a:lnTo>
                    <a:pt x="219726" y="62494"/>
                  </a:lnTo>
                  <a:lnTo>
                    <a:pt x="225020" y="60882"/>
                  </a:lnTo>
                  <a:lnTo>
                    <a:pt x="226225" y="58882"/>
                  </a:lnTo>
                  <a:lnTo>
                    <a:pt x="234210" y="56808"/>
                  </a:lnTo>
                  <a:lnTo>
                    <a:pt x="238104" y="58022"/>
                  </a:lnTo>
                  <a:lnTo>
                    <a:pt x="241206" y="57586"/>
                  </a:lnTo>
                  <a:lnTo>
                    <a:pt x="248899" y="56497"/>
                  </a:lnTo>
                  <a:lnTo>
                    <a:pt x="252674" y="59390"/>
                  </a:lnTo>
                  <a:lnTo>
                    <a:pt x="262773" y="63387"/>
                  </a:lnTo>
                  <a:lnTo>
                    <a:pt x="268135" y="62577"/>
                  </a:lnTo>
                  <a:lnTo>
                    <a:pt x="268645" y="65587"/>
                  </a:lnTo>
                  <a:lnTo>
                    <a:pt x="267484" y="69345"/>
                  </a:lnTo>
                  <a:lnTo>
                    <a:pt x="272426" y="71190"/>
                  </a:lnTo>
                  <a:lnTo>
                    <a:pt x="275885" y="70204"/>
                  </a:lnTo>
                  <a:lnTo>
                    <a:pt x="279574" y="72868"/>
                  </a:lnTo>
                  <a:lnTo>
                    <a:pt x="279315" y="78402"/>
                  </a:lnTo>
                  <a:lnTo>
                    <a:pt x="282915" y="83040"/>
                  </a:lnTo>
                  <a:lnTo>
                    <a:pt x="286303" y="89360"/>
                  </a:lnTo>
                  <a:lnTo>
                    <a:pt x="289302" y="87281"/>
                  </a:lnTo>
                  <a:lnTo>
                    <a:pt x="290081" y="83884"/>
                  </a:lnTo>
                  <a:lnTo>
                    <a:pt x="289696" y="79871"/>
                  </a:lnTo>
                  <a:lnTo>
                    <a:pt x="291351" y="76973"/>
                  </a:lnTo>
                  <a:lnTo>
                    <a:pt x="297091" y="75672"/>
                  </a:lnTo>
                  <a:lnTo>
                    <a:pt x="303335" y="75412"/>
                  </a:lnTo>
                  <a:lnTo>
                    <a:pt x="306876" y="78403"/>
                  </a:lnTo>
                  <a:lnTo>
                    <a:pt x="308667" y="84725"/>
                  </a:lnTo>
                  <a:lnTo>
                    <a:pt x="313838" y="85093"/>
                  </a:lnTo>
                  <a:lnTo>
                    <a:pt x="319727" y="87311"/>
                  </a:lnTo>
                  <a:lnTo>
                    <a:pt x="320715" y="87682"/>
                  </a:lnTo>
                  <a:lnTo>
                    <a:pt x="324583" y="87396"/>
                  </a:lnTo>
                  <a:lnTo>
                    <a:pt x="326644" y="94238"/>
                  </a:lnTo>
                  <a:lnTo>
                    <a:pt x="334507" y="94389"/>
                  </a:lnTo>
                  <a:lnTo>
                    <a:pt x="336008" y="99095"/>
                  </a:lnTo>
                  <a:lnTo>
                    <a:pt x="340371" y="97434"/>
                  </a:lnTo>
                  <a:lnTo>
                    <a:pt x="347862" y="96370"/>
                  </a:lnTo>
                  <a:lnTo>
                    <a:pt x="352761" y="94554"/>
                  </a:lnTo>
                  <a:lnTo>
                    <a:pt x="357678" y="89017"/>
                  </a:lnTo>
                  <a:lnTo>
                    <a:pt x="364200" y="83949"/>
                  </a:lnTo>
                  <a:lnTo>
                    <a:pt x="364357" y="83836"/>
                  </a:lnTo>
                  <a:lnTo>
                    <a:pt x="371192" y="78913"/>
                  </a:lnTo>
                  <a:lnTo>
                    <a:pt x="374798" y="77946"/>
                  </a:lnTo>
                  <a:lnTo>
                    <a:pt x="377769" y="83426"/>
                  </a:lnTo>
                  <a:lnTo>
                    <a:pt x="379989" y="88094"/>
                  </a:lnTo>
                  <a:lnTo>
                    <a:pt x="384469" y="89895"/>
                  </a:lnTo>
                  <a:lnTo>
                    <a:pt x="392195" y="86625"/>
                  </a:lnTo>
                  <a:lnTo>
                    <a:pt x="397904" y="87409"/>
                  </a:lnTo>
                  <a:lnTo>
                    <a:pt x="406874" y="86525"/>
                  </a:lnTo>
                  <a:lnTo>
                    <a:pt x="417310" y="84499"/>
                  </a:lnTo>
                  <a:lnTo>
                    <a:pt x="423780" y="85867"/>
                  </a:lnTo>
                  <a:lnTo>
                    <a:pt x="427806" y="91325"/>
                  </a:lnTo>
                  <a:lnTo>
                    <a:pt x="434282" y="93204"/>
                  </a:lnTo>
                  <a:lnTo>
                    <a:pt x="440817" y="89397"/>
                  </a:lnTo>
                  <a:lnTo>
                    <a:pt x="448183" y="89489"/>
                  </a:lnTo>
                  <a:lnTo>
                    <a:pt x="456051" y="88184"/>
                  </a:lnTo>
                  <a:lnTo>
                    <a:pt x="452691" y="92153"/>
                  </a:lnTo>
                  <a:lnTo>
                    <a:pt x="446816" y="95020"/>
                  </a:lnTo>
                  <a:lnTo>
                    <a:pt x="442716" y="98485"/>
                  </a:lnTo>
                  <a:lnTo>
                    <a:pt x="439758" y="101248"/>
                  </a:lnTo>
                  <a:lnTo>
                    <a:pt x="432498" y="104776"/>
                  </a:lnTo>
                  <a:lnTo>
                    <a:pt x="429895" y="107905"/>
                  </a:lnTo>
                  <a:lnTo>
                    <a:pt x="424401" y="110318"/>
                  </a:lnTo>
                  <a:lnTo>
                    <a:pt x="418004" y="114038"/>
                  </a:lnTo>
                  <a:lnTo>
                    <a:pt x="410321" y="117141"/>
                  </a:lnTo>
                  <a:lnTo>
                    <a:pt x="404785" y="119463"/>
                  </a:lnTo>
                  <a:lnTo>
                    <a:pt x="398345" y="123079"/>
                  </a:lnTo>
                  <a:lnTo>
                    <a:pt x="392343" y="127944"/>
                  </a:lnTo>
                  <a:lnTo>
                    <a:pt x="387502" y="131332"/>
                  </a:lnTo>
                  <a:lnTo>
                    <a:pt x="380416" y="138126"/>
                  </a:lnTo>
                  <a:lnTo>
                    <a:pt x="372226" y="147200"/>
                  </a:lnTo>
                  <a:lnTo>
                    <a:pt x="365751" y="155319"/>
                  </a:lnTo>
                  <a:lnTo>
                    <a:pt x="359922" y="165008"/>
                  </a:lnTo>
                  <a:lnTo>
                    <a:pt x="353435" y="173857"/>
                  </a:lnTo>
                  <a:lnTo>
                    <a:pt x="349745" y="178514"/>
                  </a:lnTo>
                  <a:lnTo>
                    <a:pt x="343270" y="183559"/>
                  </a:lnTo>
                  <a:lnTo>
                    <a:pt x="339655" y="189551"/>
                  </a:lnTo>
                  <a:lnTo>
                    <a:pt x="334549" y="193942"/>
                  </a:lnTo>
                  <a:lnTo>
                    <a:pt x="331506" y="197823"/>
                  </a:lnTo>
                  <a:lnTo>
                    <a:pt x="330841" y="198669"/>
                  </a:lnTo>
                  <a:lnTo>
                    <a:pt x="325282" y="202994"/>
                  </a:lnTo>
                  <a:lnTo>
                    <a:pt x="319410" y="208669"/>
                  </a:lnTo>
                  <a:lnTo>
                    <a:pt x="316762" y="211558"/>
                  </a:lnTo>
                  <a:lnTo>
                    <a:pt x="320424" y="219820"/>
                  </a:lnTo>
                  <a:lnTo>
                    <a:pt x="318260" y="219678"/>
                  </a:lnTo>
                  <a:lnTo>
                    <a:pt x="315090" y="217876"/>
                  </a:lnTo>
                  <a:lnTo>
                    <a:pt x="312535" y="218380"/>
                  </a:lnTo>
                  <a:lnTo>
                    <a:pt x="310469" y="221796"/>
                  </a:lnTo>
                  <a:lnTo>
                    <a:pt x="309390" y="224597"/>
                  </a:lnTo>
                  <a:lnTo>
                    <a:pt x="304204" y="225232"/>
                  </a:lnTo>
                  <a:lnTo>
                    <a:pt x="305623" y="239913"/>
                  </a:lnTo>
                  <a:lnTo>
                    <a:pt x="306266" y="246777"/>
                  </a:lnTo>
                  <a:lnTo>
                    <a:pt x="307686" y="261947"/>
                  </a:lnTo>
                  <a:lnTo>
                    <a:pt x="308408" y="269542"/>
                  </a:lnTo>
                  <a:lnTo>
                    <a:pt x="309099" y="276807"/>
                  </a:lnTo>
                  <a:lnTo>
                    <a:pt x="306606" y="279010"/>
                  </a:lnTo>
                  <a:lnTo>
                    <a:pt x="306093" y="282282"/>
                  </a:lnTo>
                  <a:lnTo>
                    <a:pt x="303577" y="282180"/>
                  </a:lnTo>
                  <a:lnTo>
                    <a:pt x="300264" y="284020"/>
                  </a:lnTo>
                  <a:lnTo>
                    <a:pt x="299102" y="286718"/>
                  </a:lnTo>
                  <a:lnTo>
                    <a:pt x="294695" y="287380"/>
                  </a:lnTo>
                  <a:lnTo>
                    <a:pt x="292770" y="289667"/>
                  </a:lnTo>
                  <a:lnTo>
                    <a:pt x="288353" y="291999"/>
                  </a:lnTo>
                  <a:lnTo>
                    <a:pt x="284724" y="295919"/>
                  </a:lnTo>
                  <a:lnTo>
                    <a:pt x="282776" y="300376"/>
                  </a:lnTo>
                  <a:lnTo>
                    <a:pt x="282096" y="304440"/>
                  </a:lnTo>
                  <a:lnTo>
                    <a:pt x="279496" y="309386"/>
                  </a:lnTo>
                  <a:lnTo>
                    <a:pt x="278654" y="310102"/>
                  </a:lnTo>
                  <a:lnTo>
                    <a:pt x="276998" y="311508"/>
                  </a:lnTo>
                  <a:lnTo>
                    <a:pt x="276512" y="317820"/>
                  </a:lnTo>
                  <a:lnTo>
                    <a:pt x="276476" y="318278"/>
                  </a:lnTo>
                  <a:lnTo>
                    <a:pt x="277402" y="323989"/>
                  </a:lnTo>
                  <a:lnTo>
                    <a:pt x="282359" y="324480"/>
                  </a:lnTo>
                  <a:lnTo>
                    <a:pt x="285132" y="324704"/>
                  </a:lnTo>
                  <a:lnTo>
                    <a:pt x="287153" y="327335"/>
                  </a:lnTo>
                  <a:lnTo>
                    <a:pt x="290104" y="331782"/>
                  </a:lnTo>
                  <a:lnTo>
                    <a:pt x="292834" y="334568"/>
                  </a:lnTo>
                  <a:lnTo>
                    <a:pt x="292450" y="338301"/>
                  </a:lnTo>
                  <a:lnTo>
                    <a:pt x="290439" y="343756"/>
                  </a:lnTo>
                  <a:lnTo>
                    <a:pt x="287727" y="347562"/>
                  </a:lnTo>
                  <a:lnTo>
                    <a:pt x="286978" y="348612"/>
                  </a:lnTo>
                  <a:lnTo>
                    <a:pt x="287308" y="355199"/>
                  </a:lnTo>
                  <a:lnTo>
                    <a:pt x="287373" y="356510"/>
                  </a:lnTo>
                  <a:lnTo>
                    <a:pt x="289645" y="363523"/>
                  </a:lnTo>
                  <a:lnTo>
                    <a:pt x="286905" y="367112"/>
                  </a:lnTo>
                  <a:lnTo>
                    <a:pt x="286170" y="368074"/>
                  </a:lnTo>
                  <a:lnTo>
                    <a:pt x="289039" y="371609"/>
                  </a:lnTo>
                  <a:lnTo>
                    <a:pt x="290361" y="378636"/>
                  </a:lnTo>
                  <a:lnTo>
                    <a:pt x="289978" y="385741"/>
                  </a:lnTo>
                  <a:lnTo>
                    <a:pt x="289943" y="386375"/>
                  </a:lnTo>
                  <a:lnTo>
                    <a:pt x="288337" y="394115"/>
                  </a:lnTo>
                  <a:lnTo>
                    <a:pt x="289212" y="394865"/>
                  </a:lnTo>
                  <a:lnTo>
                    <a:pt x="293329" y="398387"/>
                  </a:lnTo>
                  <a:lnTo>
                    <a:pt x="295713" y="400423"/>
                  </a:lnTo>
                  <a:lnTo>
                    <a:pt x="301200" y="406688"/>
                  </a:lnTo>
                  <a:lnTo>
                    <a:pt x="305761" y="409376"/>
                  </a:lnTo>
                  <a:lnTo>
                    <a:pt x="315259" y="410207"/>
                  </a:lnTo>
                  <a:lnTo>
                    <a:pt x="317605" y="409929"/>
                  </a:lnTo>
                  <a:lnTo>
                    <a:pt x="320544" y="411387"/>
                  </a:lnTo>
                  <a:lnTo>
                    <a:pt x="320733" y="411481"/>
                  </a:lnTo>
                  <a:lnTo>
                    <a:pt x="322606" y="415947"/>
                  </a:lnTo>
                  <a:lnTo>
                    <a:pt x="325712" y="418408"/>
                  </a:lnTo>
                  <a:lnTo>
                    <a:pt x="326589" y="419103"/>
                  </a:lnTo>
                  <a:lnTo>
                    <a:pt x="334428" y="421127"/>
                  </a:lnTo>
                  <a:lnTo>
                    <a:pt x="336165" y="421783"/>
                  </a:lnTo>
                  <a:lnTo>
                    <a:pt x="344079" y="424759"/>
                  </a:lnTo>
                  <a:lnTo>
                    <a:pt x="347421" y="428318"/>
                  </a:lnTo>
                  <a:lnTo>
                    <a:pt x="349646" y="435788"/>
                  </a:lnTo>
                  <a:lnTo>
                    <a:pt x="352332" y="438514"/>
                  </a:lnTo>
                  <a:lnTo>
                    <a:pt x="354951" y="441167"/>
                  </a:lnTo>
                  <a:lnTo>
                    <a:pt x="361416" y="443639"/>
                  </a:lnTo>
                  <a:lnTo>
                    <a:pt x="366459" y="448847"/>
                  </a:lnTo>
                  <a:lnTo>
                    <a:pt x="371473" y="451619"/>
                  </a:lnTo>
                  <a:lnTo>
                    <a:pt x="372380" y="451762"/>
                  </a:lnTo>
                  <a:lnTo>
                    <a:pt x="380037" y="452967"/>
                  </a:lnTo>
                  <a:lnTo>
                    <a:pt x="381260" y="454360"/>
                  </a:lnTo>
                  <a:lnTo>
                    <a:pt x="386032" y="459787"/>
                  </a:lnTo>
                  <a:lnTo>
                    <a:pt x="390807" y="464984"/>
                  </a:lnTo>
                  <a:lnTo>
                    <a:pt x="391071" y="465457"/>
                  </a:lnTo>
                  <a:lnTo>
                    <a:pt x="394512" y="471637"/>
                  </a:lnTo>
                  <a:lnTo>
                    <a:pt x="394132" y="475873"/>
                  </a:lnTo>
                  <a:lnTo>
                    <a:pt x="393656" y="481150"/>
                  </a:lnTo>
                  <a:lnTo>
                    <a:pt x="395555" y="486809"/>
                  </a:lnTo>
                  <a:lnTo>
                    <a:pt x="397157" y="489780"/>
                  </a:lnTo>
                  <a:lnTo>
                    <a:pt x="398712" y="495303"/>
                  </a:lnTo>
                  <a:lnTo>
                    <a:pt x="381408" y="497136"/>
                  </a:lnTo>
                  <a:lnTo>
                    <a:pt x="373822" y="497927"/>
                  </a:lnTo>
                  <a:lnTo>
                    <a:pt x="366261" y="498703"/>
                  </a:lnTo>
                  <a:lnTo>
                    <a:pt x="360267" y="499311"/>
                  </a:lnTo>
                  <a:lnTo>
                    <a:pt x="344112" y="500912"/>
                  </a:lnTo>
                  <a:lnTo>
                    <a:pt x="337833" y="501520"/>
                  </a:lnTo>
                  <a:lnTo>
                    <a:pt x="320713" y="503168"/>
                  </a:lnTo>
                  <a:lnTo>
                    <a:pt x="314106" y="503788"/>
                  </a:lnTo>
                  <a:lnTo>
                    <a:pt x="293996" y="505659"/>
                  </a:lnTo>
                  <a:lnTo>
                    <a:pt x="284219" y="506507"/>
                  </a:lnTo>
                  <a:lnTo>
                    <a:pt x="282643" y="506642"/>
                  </a:lnTo>
                  <a:lnTo>
                    <a:pt x="271239" y="507605"/>
                  </a:lnTo>
                  <a:lnTo>
                    <a:pt x="254193" y="509000"/>
                  </a:lnTo>
                  <a:lnTo>
                    <a:pt x="249153" y="509402"/>
                  </a:lnTo>
                  <a:lnTo>
                    <a:pt x="244593" y="509759"/>
                  </a:lnTo>
                  <a:lnTo>
                    <a:pt x="224123" y="511311"/>
                  </a:lnTo>
                  <a:lnTo>
                    <a:pt x="206505" y="512537"/>
                  </a:lnTo>
                  <a:lnTo>
                    <a:pt x="197438" y="513144"/>
                  </a:lnTo>
                  <a:lnTo>
                    <a:pt x="194117" y="513371"/>
                  </a:lnTo>
                  <a:lnTo>
                    <a:pt x="167940" y="515086"/>
                  </a:lnTo>
                  <a:lnTo>
                    <a:pt x="166689" y="515165"/>
                  </a:lnTo>
                  <a:lnTo>
                    <a:pt x="164121" y="515322"/>
                  </a:lnTo>
                  <a:lnTo>
                    <a:pt x="145017" y="516455"/>
                  </a:lnTo>
                  <a:lnTo>
                    <a:pt x="134023" y="517125"/>
                  </a:lnTo>
                  <a:lnTo>
                    <a:pt x="129784" y="517378"/>
                  </a:lnTo>
                  <a:lnTo>
                    <a:pt x="127724" y="517499"/>
                  </a:lnTo>
                  <a:lnTo>
                    <a:pt x="105604" y="518702"/>
                  </a:lnTo>
                  <a:lnTo>
                    <a:pt x="103915" y="518786"/>
                  </a:lnTo>
                  <a:lnTo>
                    <a:pt x="91679" y="519376"/>
                  </a:lnTo>
                  <a:lnTo>
                    <a:pt x="82428" y="519803"/>
                  </a:lnTo>
                  <a:lnTo>
                    <a:pt x="66206" y="520530"/>
                  </a:lnTo>
                  <a:lnTo>
                    <a:pt x="66007" y="515972"/>
                  </a:lnTo>
                  <a:lnTo>
                    <a:pt x="64909" y="489871"/>
                  </a:lnTo>
                  <a:lnTo>
                    <a:pt x="63620" y="459371"/>
                  </a:lnTo>
                  <a:lnTo>
                    <a:pt x="63011" y="445025"/>
                  </a:lnTo>
                  <a:lnTo>
                    <a:pt x="62243" y="428914"/>
                  </a:lnTo>
                  <a:lnTo>
                    <a:pt x="61875" y="421214"/>
                  </a:lnTo>
                  <a:lnTo>
                    <a:pt x="61144" y="405917"/>
                  </a:lnTo>
                  <a:lnTo>
                    <a:pt x="60422" y="390833"/>
                  </a:lnTo>
                  <a:lnTo>
                    <a:pt x="59194" y="365234"/>
                  </a:lnTo>
                  <a:lnTo>
                    <a:pt x="59030" y="361835"/>
                  </a:lnTo>
                  <a:lnTo>
                    <a:pt x="58197" y="360183"/>
                  </a:lnTo>
                  <a:lnTo>
                    <a:pt x="57353" y="358506"/>
                  </a:lnTo>
                  <a:lnTo>
                    <a:pt x="54821" y="356032"/>
                  </a:lnTo>
                  <a:lnTo>
                    <a:pt x="52294" y="355221"/>
                  </a:lnTo>
                  <a:lnTo>
                    <a:pt x="48786" y="353433"/>
                  </a:lnTo>
                  <a:lnTo>
                    <a:pt x="45221" y="353394"/>
                  </a:lnTo>
                  <a:lnTo>
                    <a:pt x="42947" y="351137"/>
                  </a:lnTo>
                  <a:lnTo>
                    <a:pt x="40844" y="347546"/>
                  </a:lnTo>
                  <a:lnTo>
                    <a:pt x="38272" y="342613"/>
                  </a:lnTo>
                  <a:lnTo>
                    <a:pt x="34754" y="338339"/>
                  </a:lnTo>
                  <a:lnTo>
                    <a:pt x="34202" y="337668"/>
                  </a:lnTo>
                  <a:lnTo>
                    <a:pt x="33644" y="335455"/>
                  </a:lnTo>
                  <a:lnTo>
                    <a:pt x="35087" y="332342"/>
                  </a:lnTo>
                  <a:lnTo>
                    <a:pt x="39893" y="327980"/>
                  </a:lnTo>
                  <a:lnTo>
                    <a:pt x="44221" y="325097"/>
                  </a:lnTo>
                  <a:lnTo>
                    <a:pt x="46624" y="320702"/>
                  </a:lnTo>
                  <a:lnTo>
                    <a:pt x="49150" y="317491"/>
                  </a:lnTo>
                  <a:lnTo>
                    <a:pt x="49873" y="312587"/>
                  </a:lnTo>
                  <a:lnTo>
                    <a:pt x="50135" y="306998"/>
                  </a:lnTo>
                  <a:lnTo>
                    <a:pt x="49183" y="299886"/>
                  </a:lnTo>
                  <a:lnTo>
                    <a:pt x="49258" y="299412"/>
                  </a:lnTo>
                  <a:lnTo>
                    <a:pt x="50132" y="293913"/>
                  </a:lnTo>
                  <a:lnTo>
                    <a:pt x="47116" y="282087"/>
                  </a:lnTo>
                  <a:lnTo>
                    <a:pt x="46417" y="273345"/>
                  </a:lnTo>
                  <a:lnTo>
                    <a:pt x="43468" y="270043"/>
                  </a:lnTo>
                  <a:lnTo>
                    <a:pt x="39445" y="263453"/>
                  </a:lnTo>
                  <a:lnTo>
                    <a:pt x="36836" y="252065"/>
                  </a:lnTo>
                  <a:lnTo>
                    <a:pt x="34114" y="246578"/>
                  </a:lnTo>
                  <a:lnTo>
                    <a:pt x="33802" y="245949"/>
                  </a:lnTo>
                  <a:lnTo>
                    <a:pt x="33825" y="241029"/>
                  </a:lnTo>
                  <a:lnTo>
                    <a:pt x="33405" y="233589"/>
                  </a:lnTo>
                  <a:lnTo>
                    <a:pt x="34413" y="221680"/>
                  </a:lnTo>
                  <a:lnTo>
                    <a:pt x="29899" y="213275"/>
                  </a:lnTo>
                  <a:lnTo>
                    <a:pt x="30511" y="207003"/>
                  </a:lnTo>
                  <a:lnTo>
                    <a:pt x="29818" y="200927"/>
                  </a:lnTo>
                  <a:lnTo>
                    <a:pt x="28945" y="193271"/>
                  </a:lnTo>
                  <a:lnTo>
                    <a:pt x="28557" y="189856"/>
                  </a:lnTo>
                  <a:lnTo>
                    <a:pt x="26954" y="175542"/>
                  </a:lnTo>
                  <a:lnTo>
                    <a:pt x="26838" y="170383"/>
                  </a:lnTo>
                  <a:lnTo>
                    <a:pt x="26693" y="163983"/>
                  </a:lnTo>
                  <a:lnTo>
                    <a:pt x="24747" y="157286"/>
                  </a:lnTo>
                  <a:lnTo>
                    <a:pt x="24009" y="155283"/>
                  </a:lnTo>
                  <a:lnTo>
                    <a:pt x="21688" y="148974"/>
                  </a:lnTo>
                  <a:lnTo>
                    <a:pt x="17344" y="140388"/>
                  </a:lnTo>
                  <a:lnTo>
                    <a:pt x="14632" y="132674"/>
                  </a:lnTo>
                  <a:lnTo>
                    <a:pt x="12463" y="124578"/>
                  </a:lnTo>
                  <a:lnTo>
                    <a:pt x="10099" y="118941"/>
                  </a:lnTo>
                  <a:lnTo>
                    <a:pt x="7438" y="112250"/>
                  </a:lnTo>
                  <a:lnTo>
                    <a:pt x="7475" y="111838"/>
                  </a:lnTo>
                  <a:lnTo>
                    <a:pt x="7640" y="110032"/>
                  </a:lnTo>
                  <a:lnTo>
                    <a:pt x="8156" y="104376"/>
                  </a:lnTo>
                  <a:lnTo>
                    <a:pt x="7386" y="96775"/>
                  </a:lnTo>
                  <a:lnTo>
                    <a:pt x="7034" y="89232"/>
                  </a:lnTo>
                  <a:lnTo>
                    <a:pt x="6125" y="80318"/>
                  </a:lnTo>
                  <a:lnTo>
                    <a:pt x="6157" y="79575"/>
                  </a:lnTo>
                  <a:lnTo>
                    <a:pt x="6169" y="79297"/>
                  </a:lnTo>
                  <a:lnTo>
                    <a:pt x="6319" y="75790"/>
                  </a:lnTo>
                  <a:lnTo>
                    <a:pt x="8535" y="68308"/>
                  </a:lnTo>
                  <a:lnTo>
                    <a:pt x="7154" y="64344"/>
                  </a:lnTo>
                  <a:lnTo>
                    <a:pt x="5146" y="59229"/>
                  </a:lnTo>
                  <a:lnTo>
                    <a:pt x="2829" y="50961"/>
                  </a:lnTo>
                  <a:lnTo>
                    <a:pt x="241" y="4417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65015" y="3553901"/>
              <a:ext cx="482084" cy="393540"/>
            </a:xfrm>
            <a:custGeom>
              <a:avLst/>
              <a:pathLst>
                <a:path w="482084" h="393540">
                  <a:moveTo>
                    <a:pt x="0" y="22881"/>
                  </a:moveTo>
                  <a:lnTo>
                    <a:pt x="15512" y="22324"/>
                  </a:lnTo>
                  <a:lnTo>
                    <a:pt x="26138" y="21906"/>
                  </a:lnTo>
                  <a:lnTo>
                    <a:pt x="28696" y="21803"/>
                  </a:lnTo>
                  <a:lnTo>
                    <a:pt x="37590" y="21424"/>
                  </a:lnTo>
                  <a:lnTo>
                    <a:pt x="46486" y="21031"/>
                  </a:lnTo>
                  <a:lnTo>
                    <a:pt x="56761" y="20580"/>
                  </a:lnTo>
                  <a:lnTo>
                    <a:pt x="63092" y="20292"/>
                  </a:lnTo>
                  <a:lnTo>
                    <a:pt x="75627" y="19662"/>
                  </a:lnTo>
                  <a:lnTo>
                    <a:pt x="82171" y="19322"/>
                  </a:lnTo>
                  <a:lnTo>
                    <a:pt x="86345" y="19024"/>
                  </a:lnTo>
                  <a:lnTo>
                    <a:pt x="97032" y="18247"/>
                  </a:lnTo>
                  <a:lnTo>
                    <a:pt x="102256" y="17840"/>
                  </a:lnTo>
                  <a:lnTo>
                    <a:pt x="111651" y="17097"/>
                  </a:lnTo>
                  <a:lnTo>
                    <a:pt x="116678" y="16631"/>
                  </a:lnTo>
                  <a:lnTo>
                    <a:pt x="128282" y="15536"/>
                  </a:lnTo>
                  <a:lnTo>
                    <a:pt x="132710" y="15138"/>
                  </a:lnTo>
                  <a:lnTo>
                    <a:pt x="144477" y="14062"/>
                  </a:lnTo>
                  <a:lnTo>
                    <a:pt x="147168" y="13838"/>
                  </a:lnTo>
                  <a:lnTo>
                    <a:pt x="159306" y="12810"/>
                  </a:lnTo>
                  <a:lnTo>
                    <a:pt x="161231" y="12644"/>
                  </a:lnTo>
                  <a:lnTo>
                    <a:pt x="175159" y="11294"/>
                  </a:lnTo>
                  <a:lnTo>
                    <a:pt x="177713" y="10995"/>
                  </a:lnTo>
                  <a:lnTo>
                    <a:pt x="188038" y="9774"/>
                  </a:lnTo>
                  <a:lnTo>
                    <a:pt x="203113" y="8297"/>
                  </a:lnTo>
                  <a:lnTo>
                    <a:pt x="204966" y="8113"/>
                  </a:lnTo>
                  <a:lnTo>
                    <a:pt x="208200" y="7723"/>
                  </a:lnTo>
                  <a:lnTo>
                    <a:pt x="220403" y="6235"/>
                  </a:lnTo>
                  <a:lnTo>
                    <a:pt x="227226" y="5431"/>
                  </a:lnTo>
                  <a:lnTo>
                    <a:pt x="238558" y="4076"/>
                  </a:lnTo>
                  <a:lnTo>
                    <a:pt x="254225" y="2074"/>
                  </a:lnTo>
                  <a:lnTo>
                    <a:pt x="254478" y="2041"/>
                  </a:lnTo>
                  <a:lnTo>
                    <a:pt x="268362" y="0"/>
                  </a:lnTo>
                  <a:lnTo>
                    <a:pt x="269273" y="783"/>
                  </a:lnTo>
                  <a:lnTo>
                    <a:pt x="271559" y="2748"/>
                  </a:lnTo>
                  <a:lnTo>
                    <a:pt x="272751" y="5097"/>
                  </a:lnTo>
                  <a:lnTo>
                    <a:pt x="276305" y="5784"/>
                  </a:lnTo>
                  <a:lnTo>
                    <a:pt x="277346" y="9128"/>
                  </a:lnTo>
                  <a:lnTo>
                    <a:pt x="280639" y="12242"/>
                  </a:lnTo>
                  <a:lnTo>
                    <a:pt x="283854" y="14401"/>
                  </a:lnTo>
                  <a:lnTo>
                    <a:pt x="285521" y="16960"/>
                  </a:lnTo>
                  <a:lnTo>
                    <a:pt x="290962" y="18486"/>
                  </a:lnTo>
                  <a:lnTo>
                    <a:pt x="288103" y="23721"/>
                  </a:lnTo>
                  <a:lnTo>
                    <a:pt x="287009" y="28474"/>
                  </a:lnTo>
                  <a:lnTo>
                    <a:pt x="286921" y="30358"/>
                  </a:lnTo>
                  <a:lnTo>
                    <a:pt x="286719" y="34670"/>
                  </a:lnTo>
                  <a:lnTo>
                    <a:pt x="286595" y="37309"/>
                  </a:lnTo>
                  <a:lnTo>
                    <a:pt x="288344" y="45276"/>
                  </a:lnTo>
                  <a:lnTo>
                    <a:pt x="289762" y="50337"/>
                  </a:lnTo>
                  <a:lnTo>
                    <a:pt x="293563" y="56491"/>
                  </a:lnTo>
                  <a:lnTo>
                    <a:pt x="294417" y="59718"/>
                  </a:lnTo>
                  <a:lnTo>
                    <a:pt x="294479" y="65210"/>
                  </a:lnTo>
                  <a:lnTo>
                    <a:pt x="297254" y="67077"/>
                  </a:lnTo>
                  <a:lnTo>
                    <a:pt x="299982" y="69759"/>
                  </a:lnTo>
                  <a:lnTo>
                    <a:pt x="300028" y="72302"/>
                  </a:lnTo>
                  <a:lnTo>
                    <a:pt x="300076" y="74921"/>
                  </a:lnTo>
                  <a:lnTo>
                    <a:pt x="304617" y="78228"/>
                  </a:lnTo>
                  <a:lnTo>
                    <a:pt x="306788" y="79807"/>
                  </a:lnTo>
                  <a:lnTo>
                    <a:pt x="313660" y="85046"/>
                  </a:lnTo>
                  <a:lnTo>
                    <a:pt x="314297" y="85531"/>
                  </a:lnTo>
                  <a:lnTo>
                    <a:pt x="316455" y="89382"/>
                  </a:lnTo>
                  <a:lnTo>
                    <a:pt x="319750" y="89655"/>
                  </a:lnTo>
                  <a:lnTo>
                    <a:pt x="322571" y="93245"/>
                  </a:lnTo>
                  <a:lnTo>
                    <a:pt x="324742" y="97095"/>
                  </a:lnTo>
                  <a:lnTo>
                    <a:pt x="331977" y="100517"/>
                  </a:lnTo>
                  <a:lnTo>
                    <a:pt x="332132" y="100617"/>
                  </a:lnTo>
                  <a:lnTo>
                    <a:pt x="339098" y="105069"/>
                  </a:lnTo>
                  <a:lnTo>
                    <a:pt x="347321" y="111629"/>
                  </a:lnTo>
                  <a:lnTo>
                    <a:pt x="348067" y="114357"/>
                  </a:lnTo>
                  <a:lnTo>
                    <a:pt x="349788" y="120642"/>
                  </a:lnTo>
                  <a:lnTo>
                    <a:pt x="352072" y="124831"/>
                  </a:lnTo>
                  <a:lnTo>
                    <a:pt x="350299" y="129154"/>
                  </a:lnTo>
                  <a:lnTo>
                    <a:pt x="353473" y="134977"/>
                  </a:lnTo>
                  <a:lnTo>
                    <a:pt x="354938" y="139181"/>
                  </a:lnTo>
                  <a:lnTo>
                    <a:pt x="355367" y="140409"/>
                  </a:lnTo>
                  <a:lnTo>
                    <a:pt x="359995" y="143884"/>
                  </a:lnTo>
                  <a:lnTo>
                    <a:pt x="362731" y="143949"/>
                  </a:lnTo>
                  <a:lnTo>
                    <a:pt x="366134" y="140054"/>
                  </a:lnTo>
                  <a:lnTo>
                    <a:pt x="367842" y="135309"/>
                  </a:lnTo>
                  <a:lnTo>
                    <a:pt x="368987" y="135214"/>
                  </a:lnTo>
                  <a:lnTo>
                    <a:pt x="372743" y="134898"/>
                  </a:lnTo>
                  <a:lnTo>
                    <a:pt x="379687" y="137330"/>
                  </a:lnTo>
                  <a:lnTo>
                    <a:pt x="381236" y="137509"/>
                  </a:lnTo>
                  <a:lnTo>
                    <a:pt x="384450" y="137878"/>
                  </a:lnTo>
                  <a:lnTo>
                    <a:pt x="387308" y="139361"/>
                  </a:lnTo>
                  <a:lnTo>
                    <a:pt x="392999" y="142310"/>
                  </a:lnTo>
                  <a:lnTo>
                    <a:pt x="393130" y="146150"/>
                  </a:lnTo>
                  <a:lnTo>
                    <a:pt x="390122" y="149472"/>
                  </a:lnTo>
                  <a:lnTo>
                    <a:pt x="387636" y="153859"/>
                  </a:lnTo>
                  <a:lnTo>
                    <a:pt x="389012" y="157103"/>
                  </a:lnTo>
                  <a:lnTo>
                    <a:pt x="390245" y="159435"/>
                  </a:lnTo>
                  <a:lnTo>
                    <a:pt x="390480" y="163656"/>
                  </a:lnTo>
                  <a:lnTo>
                    <a:pt x="386734" y="170010"/>
                  </a:lnTo>
                  <a:lnTo>
                    <a:pt x="386432" y="171274"/>
                  </a:lnTo>
                  <a:lnTo>
                    <a:pt x="386158" y="172422"/>
                  </a:lnTo>
                  <a:lnTo>
                    <a:pt x="385674" y="174444"/>
                  </a:lnTo>
                  <a:lnTo>
                    <a:pt x="385032" y="179616"/>
                  </a:lnTo>
                  <a:lnTo>
                    <a:pt x="382006" y="184514"/>
                  </a:lnTo>
                  <a:lnTo>
                    <a:pt x="381447" y="185419"/>
                  </a:lnTo>
                  <a:lnTo>
                    <a:pt x="380404" y="190340"/>
                  </a:lnTo>
                  <a:lnTo>
                    <a:pt x="381820" y="197871"/>
                  </a:lnTo>
                  <a:lnTo>
                    <a:pt x="385193" y="202323"/>
                  </a:lnTo>
                  <a:lnTo>
                    <a:pt x="390506" y="206479"/>
                  </a:lnTo>
                  <a:lnTo>
                    <a:pt x="393145" y="209106"/>
                  </a:lnTo>
                  <a:lnTo>
                    <a:pt x="394230" y="209597"/>
                  </a:lnTo>
                  <a:lnTo>
                    <a:pt x="399938" y="212176"/>
                  </a:lnTo>
                  <a:lnTo>
                    <a:pt x="403377" y="214875"/>
                  </a:lnTo>
                  <a:lnTo>
                    <a:pt x="408813" y="218227"/>
                  </a:lnTo>
                  <a:lnTo>
                    <a:pt x="412524" y="218091"/>
                  </a:lnTo>
                  <a:lnTo>
                    <a:pt x="411662" y="222393"/>
                  </a:lnTo>
                  <a:lnTo>
                    <a:pt x="414880" y="225466"/>
                  </a:lnTo>
                  <a:lnTo>
                    <a:pt x="415655" y="226206"/>
                  </a:lnTo>
                  <a:lnTo>
                    <a:pt x="420293" y="222692"/>
                  </a:lnTo>
                  <a:lnTo>
                    <a:pt x="425533" y="226377"/>
                  </a:lnTo>
                  <a:lnTo>
                    <a:pt x="431832" y="229206"/>
                  </a:lnTo>
                  <a:lnTo>
                    <a:pt x="432655" y="230689"/>
                  </a:lnTo>
                  <a:lnTo>
                    <a:pt x="434355" y="233749"/>
                  </a:lnTo>
                  <a:lnTo>
                    <a:pt x="440010" y="236221"/>
                  </a:lnTo>
                  <a:lnTo>
                    <a:pt x="445071" y="237986"/>
                  </a:lnTo>
                  <a:lnTo>
                    <a:pt x="446865" y="244085"/>
                  </a:lnTo>
                  <a:lnTo>
                    <a:pt x="448190" y="247896"/>
                  </a:lnTo>
                  <a:lnTo>
                    <a:pt x="448039" y="248813"/>
                  </a:lnTo>
                  <a:lnTo>
                    <a:pt x="447873" y="249816"/>
                  </a:lnTo>
                  <a:lnTo>
                    <a:pt x="447437" y="252447"/>
                  </a:lnTo>
                  <a:lnTo>
                    <a:pt x="450936" y="257613"/>
                  </a:lnTo>
                  <a:lnTo>
                    <a:pt x="454677" y="262363"/>
                  </a:lnTo>
                  <a:lnTo>
                    <a:pt x="455049" y="266859"/>
                  </a:lnTo>
                  <a:lnTo>
                    <a:pt x="452065" y="269156"/>
                  </a:lnTo>
                  <a:lnTo>
                    <a:pt x="450727" y="270185"/>
                  </a:lnTo>
                  <a:lnTo>
                    <a:pt x="449646" y="274118"/>
                  </a:lnTo>
                  <a:lnTo>
                    <a:pt x="452230" y="275648"/>
                  </a:lnTo>
                  <a:lnTo>
                    <a:pt x="453166" y="276202"/>
                  </a:lnTo>
                  <a:lnTo>
                    <a:pt x="454835" y="281767"/>
                  </a:lnTo>
                  <a:lnTo>
                    <a:pt x="460707" y="288533"/>
                  </a:lnTo>
                  <a:lnTo>
                    <a:pt x="463051" y="293605"/>
                  </a:lnTo>
                  <a:lnTo>
                    <a:pt x="466764" y="294338"/>
                  </a:lnTo>
                  <a:lnTo>
                    <a:pt x="470423" y="295059"/>
                  </a:lnTo>
                  <a:lnTo>
                    <a:pt x="475048" y="296738"/>
                  </a:lnTo>
                  <a:lnTo>
                    <a:pt x="479456" y="296847"/>
                  </a:lnTo>
                  <a:lnTo>
                    <a:pt x="482084" y="298648"/>
                  </a:lnTo>
                  <a:lnTo>
                    <a:pt x="481923" y="299828"/>
                  </a:lnTo>
                  <a:lnTo>
                    <a:pt x="481270" y="304597"/>
                  </a:lnTo>
                  <a:lnTo>
                    <a:pt x="479842" y="308747"/>
                  </a:lnTo>
                  <a:lnTo>
                    <a:pt x="479876" y="313882"/>
                  </a:lnTo>
                  <a:lnTo>
                    <a:pt x="479899" y="314129"/>
                  </a:lnTo>
                  <a:lnTo>
                    <a:pt x="480146" y="316783"/>
                  </a:lnTo>
                  <a:lnTo>
                    <a:pt x="477375" y="320628"/>
                  </a:lnTo>
                  <a:lnTo>
                    <a:pt x="480529" y="325018"/>
                  </a:lnTo>
                  <a:lnTo>
                    <a:pt x="479933" y="326079"/>
                  </a:lnTo>
                  <a:lnTo>
                    <a:pt x="478557" y="328530"/>
                  </a:lnTo>
                  <a:lnTo>
                    <a:pt x="477167" y="333693"/>
                  </a:lnTo>
                  <a:lnTo>
                    <a:pt x="473465" y="333433"/>
                  </a:lnTo>
                  <a:lnTo>
                    <a:pt x="469786" y="329804"/>
                  </a:lnTo>
                  <a:lnTo>
                    <a:pt x="469601" y="329835"/>
                  </a:lnTo>
                  <a:lnTo>
                    <a:pt x="466020" y="330439"/>
                  </a:lnTo>
                  <a:lnTo>
                    <a:pt x="464585" y="335928"/>
                  </a:lnTo>
                  <a:lnTo>
                    <a:pt x="459539" y="336221"/>
                  </a:lnTo>
                  <a:lnTo>
                    <a:pt x="454893" y="336074"/>
                  </a:lnTo>
                  <a:lnTo>
                    <a:pt x="453363" y="339489"/>
                  </a:lnTo>
                  <a:lnTo>
                    <a:pt x="456028" y="342708"/>
                  </a:lnTo>
                  <a:lnTo>
                    <a:pt x="457667" y="345688"/>
                  </a:lnTo>
                  <a:lnTo>
                    <a:pt x="456591" y="349524"/>
                  </a:lnTo>
                  <a:lnTo>
                    <a:pt x="459255" y="352883"/>
                  </a:lnTo>
                  <a:lnTo>
                    <a:pt x="458727" y="355920"/>
                  </a:lnTo>
                  <a:lnTo>
                    <a:pt x="457161" y="356162"/>
                  </a:lnTo>
                  <a:lnTo>
                    <a:pt x="453271" y="356762"/>
                  </a:lnTo>
                  <a:lnTo>
                    <a:pt x="452815" y="359817"/>
                  </a:lnTo>
                  <a:lnTo>
                    <a:pt x="457176" y="362045"/>
                  </a:lnTo>
                  <a:lnTo>
                    <a:pt x="454186" y="365925"/>
                  </a:lnTo>
                  <a:lnTo>
                    <a:pt x="448756" y="365697"/>
                  </a:lnTo>
                  <a:lnTo>
                    <a:pt x="447959" y="367859"/>
                  </a:lnTo>
                  <a:lnTo>
                    <a:pt x="452928" y="370738"/>
                  </a:lnTo>
                  <a:lnTo>
                    <a:pt x="453222" y="370908"/>
                  </a:lnTo>
                  <a:lnTo>
                    <a:pt x="455928" y="374772"/>
                  </a:lnTo>
                  <a:lnTo>
                    <a:pt x="452654" y="378010"/>
                  </a:lnTo>
                  <a:lnTo>
                    <a:pt x="450251" y="380175"/>
                  </a:lnTo>
                  <a:lnTo>
                    <a:pt x="449984" y="385690"/>
                  </a:lnTo>
                  <a:lnTo>
                    <a:pt x="447306" y="387779"/>
                  </a:lnTo>
                  <a:lnTo>
                    <a:pt x="435439" y="389333"/>
                  </a:lnTo>
                  <a:lnTo>
                    <a:pt x="431329" y="389859"/>
                  </a:lnTo>
                  <a:lnTo>
                    <a:pt x="421123" y="391151"/>
                  </a:lnTo>
                  <a:lnTo>
                    <a:pt x="408037" y="392828"/>
                  </a:lnTo>
                  <a:lnTo>
                    <a:pt x="402410" y="393540"/>
                  </a:lnTo>
                  <a:lnTo>
                    <a:pt x="404015" y="388824"/>
                  </a:lnTo>
                  <a:lnTo>
                    <a:pt x="406576" y="382712"/>
                  </a:lnTo>
                  <a:lnTo>
                    <a:pt x="410489" y="379913"/>
                  </a:lnTo>
                  <a:lnTo>
                    <a:pt x="411136" y="375836"/>
                  </a:lnTo>
                  <a:lnTo>
                    <a:pt x="413213" y="374335"/>
                  </a:lnTo>
                  <a:lnTo>
                    <a:pt x="415411" y="372744"/>
                  </a:lnTo>
                  <a:lnTo>
                    <a:pt x="417815" y="367908"/>
                  </a:lnTo>
                  <a:lnTo>
                    <a:pt x="421048" y="364215"/>
                  </a:lnTo>
                  <a:lnTo>
                    <a:pt x="420567" y="359510"/>
                  </a:lnTo>
                  <a:lnTo>
                    <a:pt x="420104" y="356970"/>
                  </a:lnTo>
                  <a:lnTo>
                    <a:pt x="415266" y="354998"/>
                  </a:lnTo>
                  <a:lnTo>
                    <a:pt x="414114" y="351174"/>
                  </a:lnTo>
                  <a:lnTo>
                    <a:pt x="412902" y="348182"/>
                  </a:lnTo>
                  <a:lnTo>
                    <a:pt x="408199" y="348682"/>
                  </a:lnTo>
                  <a:lnTo>
                    <a:pt x="388935" y="350690"/>
                  </a:lnTo>
                  <a:lnTo>
                    <a:pt x="383199" y="351337"/>
                  </a:lnTo>
                  <a:lnTo>
                    <a:pt x="369877" y="352816"/>
                  </a:lnTo>
                  <a:lnTo>
                    <a:pt x="368586" y="352961"/>
                  </a:lnTo>
                  <a:lnTo>
                    <a:pt x="352137" y="354787"/>
                  </a:lnTo>
                  <a:lnTo>
                    <a:pt x="344502" y="355625"/>
                  </a:lnTo>
                  <a:lnTo>
                    <a:pt x="324919" y="357730"/>
                  </a:lnTo>
                  <a:lnTo>
                    <a:pt x="324781" y="357743"/>
                  </a:lnTo>
                  <a:lnTo>
                    <a:pt x="321740" y="358019"/>
                  </a:lnTo>
                  <a:lnTo>
                    <a:pt x="308169" y="359231"/>
                  </a:lnTo>
                  <a:lnTo>
                    <a:pt x="306076" y="359447"/>
                  </a:lnTo>
                  <a:lnTo>
                    <a:pt x="284006" y="361674"/>
                  </a:lnTo>
                  <a:lnTo>
                    <a:pt x="274526" y="362595"/>
                  </a:lnTo>
                  <a:lnTo>
                    <a:pt x="272418" y="362797"/>
                  </a:lnTo>
                  <a:lnTo>
                    <a:pt x="258329" y="364132"/>
                  </a:lnTo>
                  <a:lnTo>
                    <a:pt x="245719" y="365236"/>
                  </a:lnTo>
                  <a:lnTo>
                    <a:pt x="243244" y="365450"/>
                  </a:lnTo>
                  <a:lnTo>
                    <a:pt x="228573" y="366748"/>
                  </a:lnTo>
                  <a:lnTo>
                    <a:pt x="223881" y="367155"/>
                  </a:lnTo>
                  <a:lnTo>
                    <a:pt x="222814" y="367247"/>
                  </a:lnTo>
                  <a:lnTo>
                    <a:pt x="203632" y="368866"/>
                  </a:lnTo>
                  <a:lnTo>
                    <a:pt x="191839" y="369785"/>
                  </a:lnTo>
                  <a:lnTo>
                    <a:pt x="190269" y="369906"/>
                  </a:lnTo>
                  <a:lnTo>
                    <a:pt x="182387" y="370505"/>
                  </a:lnTo>
                  <a:lnTo>
                    <a:pt x="171285" y="371336"/>
                  </a:lnTo>
                  <a:lnTo>
                    <a:pt x="163101" y="371936"/>
                  </a:lnTo>
                  <a:lnTo>
                    <a:pt x="151347" y="372831"/>
                  </a:lnTo>
                  <a:lnTo>
                    <a:pt x="144816" y="373318"/>
                  </a:lnTo>
                  <a:lnTo>
                    <a:pt x="136489" y="373888"/>
                  </a:lnTo>
                  <a:lnTo>
                    <a:pt x="116418" y="375216"/>
                  </a:lnTo>
                  <a:lnTo>
                    <a:pt x="98282" y="376423"/>
                  </a:lnTo>
                  <a:lnTo>
                    <a:pt x="97703" y="366514"/>
                  </a:lnTo>
                  <a:lnTo>
                    <a:pt x="97404" y="361672"/>
                  </a:lnTo>
                  <a:lnTo>
                    <a:pt x="96870" y="353039"/>
                  </a:lnTo>
                  <a:lnTo>
                    <a:pt x="95686" y="332695"/>
                  </a:lnTo>
                  <a:lnTo>
                    <a:pt x="95375" y="327627"/>
                  </a:lnTo>
                  <a:lnTo>
                    <a:pt x="94818" y="318572"/>
                  </a:lnTo>
                  <a:lnTo>
                    <a:pt x="93927" y="302964"/>
                  </a:lnTo>
                  <a:lnTo>
                    <a:pt x="93798" y="300709"/>
                  </a:lnTo>
                  <a:lnTo>
                    <a:pt x="93564" y="296615"/>
                  </a:lnTo>
                  <a:lnTo>
                    <a:pt x="92266" y="275362"/>
                  </a:lnTo>
                  <a:lnTo>
                    <a:pt x="92162" y="273652"/>
                  </a:lnTo>
                  <a:lnTo>
                    <a:pt x="92113" y="272854"/>
                  </a:lnTo>
                  <a:lnTo>
                    <a:pt x="90737" y="246071"/>
                  </a:lnTo>
                  <a:lnTo>
                    <a:pt x="90501" y="241754"/>
                  </a:lnTo>
                  <a:lnTo>
                    <a:pt x="90391" y="239739"/>
                  </a:lnTo>
                  <a:lnTo>
                    <a:pt x="89539" y="224164"/>
                  </a:lnTo>
                  <a:lnTo>
                    <a:pt x="88725" y="210938"/>
                  </a:lnTo>
                  <a:lnTo>
                    <a:pt x="88245" y="203151"/>
                  </a:lnTo>
                  <a:lnTo>
                    <a:pt x="87084" y="180309"/>
                  </a:lnTo>
                  <a:lnTo>
                    <a:pt x="87072" y="180081"/>
                  </a:lnTo>
                  <a:lnTo>
                    <a:pt x="86535" y="170745"/>
                  </a:lnTo>
                  <a:lnTo>
                    <a:pt x="85855" y="158946"/>
                  </a:lnTo>
                  <a:lnTo>
                    <a:pt x="85552" y="153486"/>
                  </a:lnTo>
                  <a:lnTo>
                    <a:pt x="85329" y="149479"/>
                  </a:lnTo>
                  <a:lnTo>
                    <a:pt x="85213" y="147404"/>
                  </a:lnTo>
                  <a:lnTo>
                    <a:pt x="86039" y="143694"/>
                  </a:lnTo>
                  <a:lnTo>
                    <a:pt x="85355" y="143694"/>
                  </a:lnTo>
                  <a:lnTo>
                    <a:pt x="83852" y="143695"/>
                  </a:lnTo>
                  <a:lnTo>
                    <a:pt x="79866" y="141514"/>
                  </a:lnTo>
                  <a:lnTo>
                    <a:pt x="75749" y="143018"/>
                  </a:lnTo>
                  <a:lnTo>
                    <a:pt x="72181" y="140510"/>
                  </a:lnTo>
                  <a:lnTo>
                    <a:pt x="71635" y="140126"/>
                  </a:lnTo>
                  <a:lnTo>
                    <a:pt x="69681" y="137106"/>
                  </a:lnTo>
                  <a:lnTo>
                    <a:pt x="67381" y="134425"/>
                  </a:lnTo>
                  <a:lnTo>
                    <a:pt x="63661" y="130270"/>
                  </a:lnTo>
                  <a:lnTo>
                    <a:pt x="64605" y="124161"/>
                  </a:lnTo>
                  <a:lnTo>
                    <a:pt x="60655" y="123762"/>
                  </a:lnTo>
                  <a:lnTo>
                    <a:pt x="59249" y="121916"/>
                  </a:lnTo>
                  <a:lnTo>
                    <a:pt x="58042" y="120329"/>
                  </a:lnTo>
                  <a:lnTo>
                    <a:pt x="53184" y="115882"/>
                  </a:lnTo>
                  <a:lnTo>
                    <a:pt x="50176" y="112644"/>
                  </a:lnTo>
                  <a:lnTo>
                    <a:pt x="48576" y="110919"/>
                  </a:lnTo>
                  <a:lnTo>
                    <a:pt x="50958" y="108770"/>
                  </a:lnTo>
                  <a:lnTo>
                    <a:pt x="52864" y="107042"/>
                  </a:lnTo>
                  <a:lnTo>
                    <a:pt x="52982" y="105402"/>
                  </a:lnTo>
                  <a:lnTo>
                    <a:pt x="53232" y="101935"/>
                  </a:lnTo>
                  <a:lnTo>
                    <a:pt x="57532" y="98728"/>
                  </a:lnTo>
                  <a:lnTo>
                    <a:pt x="57362" y="95506"/>
                  </a:lnTo>
                  <a:lnTo>
                    <a:pt x="62202" y="95131"/>
                  </a:lnTo>
                  <a:lnTo>
                    <a:pt x="64699" y="92733"/>
                  </a:lnTo>
                  <a:lnTo>
                    <a:pt x="63851" y="90721"/>
                  </a:lnTo>
                  <a:lnTo>
                    <a:pt x="63151" y="86566"/>
                  </a:lnTo>
                  <a:lnTo>
                    <a:pt x="63066" y="86059"/>
                  </a:lnTo>
                  <a:lnTo>
                    <a:pt x="59455" y="81897"/>
                  </a:lnTo>
                  <a:lnTo>
                    <a:pt x="57777" y="79871"/>
                  </a:lnTo>
                  <a:lnTo>
                    <a:pt x="54970" y="80215"/>
                  </a:lnTo>
                  <a:lnTo>
                    <a:pt x="53268" y="80423"/>
                  </a:lnTo>
                  <a:lnTo>
                    <a:pt x="49217" y="83803"/>
                  </a:lnTo>
                  <a:lnTo>
                    <a:pt x="44948" y="81090"/>
                  </a:lnTo>
                  <a:lnTo>
                    <a:pt x="38743" y="77196"/>
                  </a:lnTo>
                  <a:lnTo>
                    <a:pt x="33282" y="72562"/>
                  </a:lnTo>
                  <a:lnTo>
                    <a:pt x="30421" y="70147"/>
                  </a:lnTo>
                  <a:lnTo>
                    <a:pt x="28133" y="70467"/>
                  </a:lnTo>
                  <a:lnTo>
                    <a:pt x="25799" y="66840"/>
                  </a:lnTo>
                  <a:lnTo>
                    <a:pt x="26998" y="63391"/>
                  </a:lnTo>
                  <a:lnTo>
                    <a:pt x="24298" y="60659"/>
                  </a:lnTo>
                  <a:lnTo>
                    <a:pt x="20801" y="56673"/>
                  </a:lnTo>
                  <a:lnTo>
                    <a:pt x="21151" y="52470"/>
                  </a:lnTo>
                  <a:lnTo>
                    <a:pt x="16046" y="50726"/>
                  </a:lnTo>
                  <a:lnTo>
                    <a:pt x="15982" y="50402"/>
                  </a:lnTo>
                  <a:lnTo>
                    <a:pt x="15953" y="50260"/>
                  </a:lnTo>
                  <a:lnTo>
                    <a:pt x="15490" y="47933"/>
                  </a:lnTo>
                  <a:lnTo>
                    <a:pt x="12369" y="46459"/>
                  </a:lnTo>
                  <a:lnTo>
                    <a:pt x="8625" y="45534"/>
                  </a:lnTo>
                  <a:lnTo>
                    <a:pt x="9281" y="41645"/>
                  </a:lnTo>
                  <a:lnTo>
                    <a:pt x="8588" y="39065"/>
                  </a:lnTo>
                  <a:lnTo>
                    <a:pt x="5956" y="33290"/>
                  </a:lnTo>
                  <a:lnTo>
                    <a:pt x="5131" y="30674"/>
                  </a:lnTo>
                  <a:lnTo>
                    <a:pt x="3827" y="28089"/>
                  </a:lnTo>
                  <a:lnTo>
                    <a:pt x="3677" y="27793"/>
                  </a:lnTo>
                  <a:lnTo>
                    <a:pt x="825" y="280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93508" y="4236437"/>
              <a:ext cx="252672" cy="431497"/>
            </a:xfrm>
            <a:custGeom>
              <a:avLst/>
              <a:pathLst>
                <a:path w="252672" h="431497">
                  <a:moveTo>
                    <a:pt x="1484" y="354394"/>
                  </a:moveTo>
                  <a:lnTo>
                    <a:pt x="5829" y="354510"/>
                  </a:lnTo>
                  <a:lnTo>
                    <a:pt x="9767" y="351487"/>
                  </a:lnTo>
                  <a:lnTo>
                    <a:pt x="7373" y="347623"/>
                  </a:lnTo>
                  <a:lnTo>
                    <a:pt x="7265" y="343076"/>
                  </a:lnTo>
                  <a:lnTo>
                    <a:pt x="8550" y="338678"/>
                  </a:lnTo>
                  <a:lnTo>
                    <a:pt x="7595" y="333552"/>
                  </a:lnTo>
                  <a:lnTo>
                    <a:pt x="9389" y="330224"/>
                  </a:lnTo>
                  <a:lnTo>
                    <a:pt x="13198" y="328800"/>
                  </a:lnTo>
                  <a:lnTo>
                    <a:pt x="11393" y="325345"/>
                  </a:lnTo>
                  <a:lnTo>
                    <a:pt x="10672" y="322536"/>
                  </a:lnTo>
                  <a:lnTo>
                    <a:pt x="15591" y="319954"/>
                  </a:lnTo>
                  <a:lnTo>
                    <a:pt x="16081" y="312135"/>
                  </a:lnTo>
                  <a:lnTo>
                    <a:pt x="20586" y="310565"/>
                  </a:lnTo>
                  <a:lnTo>
                    <a:pt x="20426" y="310362"/>
                  </a:lnTo>
                  <a:lnTo>
                    <a:pt x="17110" y="306169"/>
                  </a:lnTo>
                  <a:lnTo>
                    <a:pt x="17806" y="302277"/>
                  </a:lnTo>
                  <a:lnTo>
                    <a:pt x="22028" y="302657"/>
                  </a:lnTo>
                  <a:lnTo>
                    <a:pt x="25191" y="299164"/>
                  </a:lnTo>
                  <a:lnTo>
                    <a:pt x="25816" y="298473"/>
                  </a:lnTo>
                  <a:lnTo>
                    <a:pt x="29491" y="294300"/>
                  </a:lnTo>
                  <a:lnTo>
                    <a:pt x="29349" y="289639"/>
                  </a:lnTo>
                  <a:lnTo>
                    <a:pt x="33712" y="287974"/>
                  </a:lnTo>
                  <a:lnTo>
                    <a:pt x="36150" y="284520"/>
                  </a:lnTo>
                  <a:lnTo>
                    <a:pt x="36063" y="282174"/>
                  </a:lnTo>
                  <a:lnTo>
                    <a:pt x="38963" y="277404"/>
                  </a:lnTo>
                  <a:lnTo>
                    <a:pt x="38553" y="276840"/>
                  </a:lnTo>
                  <a:lnTo>
                    <a:pt x="32618" y="268653"/>
                  </a:lnTo>
                  <a:lnTo>
                    <a:pt x="41282" y="267171"/>
                  </a:lnTo>
                  <a:lnTo>
                    <a:pt x="43948" y="260837"/>
                  </a:lnTo>
                  <a:lnTo>
                    <a:pt x="45451" y="255524"/>
                  </a:lnTo>
                  <a:lnTo>
                    <a:pt x="40513" y="255196"/>
                  </a:lnTo>
                  <a:lnTo>
                    <a:pt x="41454" y="248672"/>
                  </a:lnTo>
                  <a:lnTo>
                    <a:pt x="34902" y="248164"/>
                  </a:lnTo>
                  <a:lnTo>
                    <a:pt x="33743" y="241785"/>
                  </a:lnTo>
                  <a:lnTo>
                    <a:pt x="37355" y="241032"/>
                  </a:lnTo>
                  <a:lnTo>
                    <a:pt x="34079" y="236361"/>
                  </a:lnTo>
                  <a:lnTo>
                    <a:pt x="33584" y="235933"/>
                  </a:lnTo>
                  <a:lnTo>
                    <a:pt x="31627" y="234239"/>
                  </a:lnTo>
                  <a:lnTo>
                    <a:pt x="29523" y="227017"/>
                  </a:lnTo>
                  <a:lnTo>
                    <a:pt x="32284" y="223184"/>
                  </a:lnTo>
                  <a:lnTo>
                    <a:pt x="27984" y="222368"/>
                  </a:lnTo>
                  <a:lnTo>
                    <a:pt x="24448" y="219564"/>
                  </a:lnTo>
                  <a:lnTo>
                    <a:pt x="23858" y="216421"/>
                  </a:lnTo>
                  <a:lnTo>
                    <a:pt x="25320" y="213057"/>
                  </a:lnTo>
                  <a:lnTo>
                    <a:pt x="29961" y="209081"/>
                  </a:lnTo>
                  <a:lnTo>
                    <a:pt x="29455" y="204807"/>
                  </a:lnTo>
                  <a:lnTo>
                    <a:pt x="24519" y="201567"/>
                  </a:lnTo>
                  <a:lnTo>
                    <a:pt x="21998" y="199755"/>
                  </a:lnTo>
                  <a:lnTo>
                    <a:pt x="22417" y="199084"/>
                  </a:lnTo>
                  <a:lnTo>
                    <a:pt x="24956" y="195011"/>
                  </a:lnTo>
                  <a:lnTo>
                    <a:pt x="20156" y="191654"/>
                  </a:lnTo>
                  <a:lnTo>
                    <a:pt x="21907" y="188240"/>
                  </a:lnTo>
                  <a:lnTo>
                    <a:pt x="25514" y="188171"/>
                  </a:lnTo>
                  <a:lnTo>
                    <a:pt x="26581" y="183724"/>
                  </a:lnTo>
                  <a:lnTo>
                    <a:pt x="27307" y="179064"/>
                  </a:lnTo>
                  <a:lnTo>
                    <a:pt x="25697" y="175650"/>
                  </a:lnTo>
                  <a:lnTo>
                    <a:pt x="22753" y="175377"/>
                  </a:lnTo>
                  <a:lnTo>
                    <a:pt x="20973" y="169514"/>
                  </a:lnTo>
                  <a:lnTo>
                    <a:pt x="22701" y="165449"/>
                  </a:lnTo>
                  <a:lnTo>
                    <a:pt x="19942" y="162740"/>
                  </a:lnTo>
                  <a:lnTo>
                    <a:pt x="17890" y="159858"/>
                  </a:lnTo>
                  <a:lnTo>
                    <a:pt x="16357" y="157319"/>
                  </a:lnTo>
                  <a:lnTo>
                    <a:pt x="14139" y="154344"/>
                  </a:lnTo>
                  <a:lnTo>
                    <a:pt x="14686" y="152861"/>
                  </a:lnTo>
                  <a:lnTo>
                    <a:pt x="15717" y="150060"/>
                  </a:lnTo>
                  <a:lnTo>
                    <a:pt x="19677" y="146593"/>
                  </a:lnTo>
                  <a:lnTo>
                    <a:pt x="15888" y="143451"/>
                  </a:lnTo>
                  <a:lnTo>
                    <a:pt x="21458" y="142037"/>
                  </a:lnTo>
                  <a:lnTo>
                    <a:pt x="22885" y="137145"/>
                  </a:lnTo>
                  <a:lnTo>
                    <a:pt x="17665" y="134811"/>
                  </a:lnTo>
                  <a:lnTo>
                    <a:pt x="19759" y="132176"/>
                  </a:lnTo>
                  <a:lnTo>
                    <a:pt x="21639" y="131817"/>
                  </a:lnTo>
                  <a:lnTo>
                    <a:pt x="26026" y="132478"/>
                  </a:lnTo>
                  <a:lnTo>
                    <a:pt x="25794" y="128776"/>
                  </a:lnTo>
                  <a:lnTo>
                    <a:pt x="23629" y="127400"/>
                  </a:lnTo>
                  <a:lnTo>
                    <a:pt x="22576" y="122815"/>
                  </a:lnTo>
                  <a:lnTo>
                    <a:pt x="24863" y="119890"/>
                  </a:lnTo>
                  <a:lnTo>
                    <a:pt x="23870" y="116844"/>
                  </a:lnTo>
                  <a:lnTo>
                    <a:pt x="19889" y="115716"/>
                  </a:lnTo>
                  <a:lnTo>
                    <a:pt x="22626" y="113336"/>
                  </a:lnTo>
                  <a:lnTo>
                    <a:pt x="25848" y="113705"/>
                  </a:lnTo>
                  <a:lnTo>
                    <a:pt x="27476" y="111497"/>
                  </a:lnTo>
                  <a:lnTo>
                    <a:pt x="30036" y="109643"/>
                  </a:lnTo>
                  <a:lnTo>
                    <a:pt x="33612" y="108483"/>
                  </a:lnTo>
                  <a:lnTo>
                    <a:pt x="34530" y="104403"/>
                  </a:lnTo>
                  <a:lnTo>
                    <a:pt x="32410" y="102638"/>
                  </a:lnTo>
                  <a:lnTo>
                    <a:pt x="29006" y="101708"/>
                  </a:lnTo>
                  <a:lnTo>
                    <a:pt x="29054" y="101082"/>
                  </a:lnTo>
                  <a:lnTo>
                    <a:pt x="29079" y="100758"/>
                  </a:lnTo>
                  <a:lnTo>
                    <a:pt x="29275" y="98209"/>
                  </a:lnTo>
                  <a:lnTo>
                    <a:pt x="32341" y="96805"/>
                  </a:lnTo>
                  <a:lnTo>
                    <a:pt x="32991" y="94672"/>
                  </a:lnTo>
                  <a:lnTo>
                    <a:pt x="31794" y="91275"/>
                  </a:lnTo>
                  <a:lnTo>
                    <a:pt x="35649" y="89824"/>
                  </a:lnTo>
                  <a:lnTo>
                    <a:pt x="37248" y="85833"/>
                  </a:lnTo>
                  <a:lnTo>
                    <a:pt x="41518" y="84500"/>
                  </a:lnTo>
                  <a:lnTo>
                    <a:pt x="40155" y="79929"/>
                  </a:lnTo>
                  <a:lnTo>
                    <a:pt x="42579" y="77778"/>
                  </a:lnTo>
                  <a:lnTo>
                    <a:pt x="47796" y="79711"/>
                  </a:lnTo>
                  <a:lnTo>
                    <a:pt x="48753" y="75364"/>
                  </a:lnTo>
                  <a:lnTo>
                    <a:pt x="53254" y="72104"/>
                  </a:lnTo>
                  <a:lnTo>
                    <a:pt x="52266" y="68363"/>
                  </a:lnTo>
                  <a:lnTo>
                    <a:pt x="52725" y="62489"/>
                  </a:lnTo>
                  <a:lnTo>
                    <a:pt x="53795" y="58556"/>
                  </a:lnTo>
                  <a:lnTo>
                    <a:pt x="50638" y="54709"/>
                  </a:lnTo>
                  <a:lnTo>
                    <a:pt x="51390" y="53220"/>
                  </a:lnTo>
                  <a:lnTo>
                    <a:pt x="52889" y="50249"/>
                  </a:lnTo>
                  <a:lnTo>
                    <a:pt x="52844" y="46846"/>
                  </a:lnTo>
                  <a:lnTo>
                    <a:pt x="55210" y="41068"/>
                  </a:lnTo>
                  <a:lnTo>
                    <a:pt x="57293" y="38692"/>
                  </a:lnTo>
                  <a:lnTo>
                    <a:pt x="57581" y="34593"/>
                  </a:lnTo>
                  <a:lnTo>
                    <a:pt x="61588" y="34108"/>
                  </a:lnTo>
                  <a:lnTo>
                    <a:pt x="62044" y="34053"/>
                  </a:lnTo>
                  <a:lnTo>
                    <a:pt x="68048" y="30154"/>
                  </a:lnTo>
                  <a:lnTo>
                    <a:pt x="68183" y="30037"/>
                  </a:lnTo>
                  <a:lnTo>
                    <a:pt x="72273" y="26522"/>
                  </a:lnTo>
                  <a:lnTo>
                    <a:pt x="72399" y="23835"/>
                  </a:lnTo>
                  <a:lnTo>
                    <a:pt x="67222" y="19305"/>
                  </a:lnTo>
                  <a:lnTo>
                    <a:pt x="104073" y="15069"/>
                  </a:lnTo>
                  <a:lnTo>
                    <a:pt x="109149" y="14460"/>
                  </a:lnTo>
                  <a:lnTo>
                    <a:pt x="110418" y="14307"/>
                  </a:lnTo>
                  <a:lnTo>
                    <a:pt x="114898" y="13765"/>
                  </a:lnTo>
                  <a:lnTo>
                    <a:pt x="129870" y="11929"/>
                  </a:lnTo>
                  <a:lnTo>
                    <a:pt x="135756" y="11165"/>
                  </a:lnTo>
                  <a:lnTo>
                    <a:pt x="146799" y="9714"/>
                  </a:lnTo>
                  <a:lnTo>
                    <a:pt x="159080" y="8077"/>
                  </a:lnTo>
                  <a:lnTo>
                    <a:pt x="159753" y="7988"/>
                  </a:lnTo>
                  <a:lnTo>
                    <a:pt x="173628" y="6135"/>
                  </a:lnTo>
                  <a:lnTo>
                    <a:pt x="176232" y="5783"/>
                  </a:lnTo>
                  <a:lnTo>
                    <a:pt x="198859" y="2646"/>
                  </a:lnTo>
                  <a:lnTo>
                    <a:pt x="205247" y="1786"/>
                  </a:lnTo>
                  <a:lnTo>
                    <a:pt x="206459" y="1622"/>
                  </a:lnTo>
                  <a:lnTo>
                    <a:pt x="213991" y="596"/>
                  </a:lnTo>
                  <a:lnTo>
                    <a:pt x="218134" y="0"/>
                  </a:lnTo>
                  <a:lnTo>
                    <a:pt x="222192" y="5917"/>
                  </a:lnTo>
                  <a:lnTo>
                    <a:pt x="226583" y="7970"/>
                  </a:lnTo>
                  <a:lnTo>
                    <a:pt x="226969" y="31798"/>
                  </a:lnTo>
                  <a:lnTo>
                    <a:pt x="227042" y="35417"/>
                  </a:lnTo>
                  <a:lnTo>
                    <a:pt x="227249" y="45898"/>
                  </a:lnTo>
                  <a:lnTo>
                    <a:pt x="227488" y="58441"/>
                  </a:lnTo>
                  <a:lnTo>
                    <a:pt x="227865" y="79152"/>
                  </a:lnTo>
                  <a:lnTo>
                    <a:pt x="227909" y="81642"/>
                  </a:lnTo>
                  <a:lnTo>
                    <a:pt x="228327" y="109326"/>
                  </a:lnTo>
                  <a:lnTo>
                    <a:pt x="228385" y="113400"/>
                  </a:lnTo>
                  <a:lnTo>
                    <a:pt x="228699" y="127936"/>
                  </a:lnTo>
                  <a:lnTo>
                    <a:pt x="229147" y="149606"/>
                  </a:lnTo>
                  <a:lnTo>
                    <a:pt x="229329" y="158796"/>
                  </a:lnTo>
                  <a:lnTo>
                    <a:pt x="229696" y="175798"/>
                  </a:lnTo>
                  <a:lnTo>
                    <a:pt x="229811" y="181284"/>
                  </a:lnTo>
                  <a:lnTo>
                    <a:pt x="230200" y="200430"/>
                  </a:lnTo>
                  <a:lnTo>
                    <a:pt x="230431" y="212214"/>
                  </a:lnTo>
                  <a:lnTo>
                    <a:pt x="230875" y="235958"/>
                  </a:lnTo>
                  <a:lnTo>
                    <a:pt x="230967" y="241116"/>
                  </a:lnTo>
                  <a:lnTo>
                    <a:pt x="230988" y="243101"/>
                  </a:lnTo>
                  <a:lnTo>
                    <a:pt x="231247" y="269069"/>
                  </a:lnTo>
                  <a:lnTo>
                    <a:pt x="231651" y="272485"/>
                  </a:lnTo>
                  <a:lnTo>
                    <a:pt x="232709" y="281446"/>
                  </a:lnTo>
                  <a:lnTo>
                    <a:pt x="234035" y="289456"/>
                  </a:lnTo>
                  <a:lnTo>
                    <a:pt x="235125" y="296042"/>
                  </a:lnTo>
                  <a:lnTo>
                    <a:pt x="237772" y="312082"/>
                  </a:lnTo>
                  <a:lnTo>
                    <a:pt x="237980" y="313338"/>
                  </a:lnTo>
                  <a:lnTo>
                    <a:pt x="242353" y="339830"/>
                  </a:lnTo>
                  <a:lnTo>
                    <a:pt x="243980" y="349842"/>
                  </a:lnTo>
                  <a:lnTo>
                    <a:pt x="246961" y="368195"/>
                  </a:lnTo>
                  <a:lnTo>
                    <a:pt x="247661" y="372509"/>
                  </a:lnTo>
                  <a:lnTo>
                    <a:pt x="247714" y="372839"/>
                  </a:lnTo>
                  <a:lnTo>
                    <a:pt x="250246" y="389108"/>
                  </a:lnTo>
                  <a:lnTo>
                    <a:pt x="252672" y="404111"/>
                  </a:lnTo>
                  <a:lnTo>
                    <a:pt x="251819" y="406633"/>
                  </a:lnTo>
                  <a:lnTo>
                    <a:pt x="248997" y="406517"/>
                  </a:lnTo>
                  <a:lnTo>
                    <a:pt x="247355" y="409183"/>
                  </a:lnTo>
                  <a:lnTo>
                    <a:pt x="243325" y="407955"/>
                  </a:lnTo>
                  <a:lnTo>
                    <a:pt x="238918" y="409339"/>
                  </a:lnTo>
                  <a:lnTo>
                    <a:pt x="236341" y="407664"/>
                  </a:lnTo>
                  <a:lnTo>
                    <a:pt x="232417" y="407467"/>
                  </a:lnTo>
                  <a:lnTo>
                    <a:pt x="229816" y="409432"/>
                  </a:lnTo>
                  <a:lnTo>
                    <a:pt x="226269" y="409552"/>
                  </a:lnTo>
                  <a:lnTo>
                    <a:pt x="222135" y="409244"/>
                  </a:lnTo>
                  <a:lnTo>
                    <a:pt x="220708" y="409137"/>
                  </a:lnTo>
                  <a:lnTo>
                    <a:pt x="214704" y="407028"/>
                  </a:lnTo>
                  <a:lnTo>
                    <a:pt x="208880" y="408009"/>
                  </a:lnTo>
                  <a:lnTo>
                    <a:pt x="200619" y="411064"/>
                  </a:lnTo>
                  <a:lnTo>
                    <a:pt x="193122" y="415261"/>
                  </a:lnTo>
                  <a:lnTo>
                    <a:pt x="185189" y="418332"/>
                  </a:lnTo>
                  <a:lnTo>
                    <a:pt x="184269" y="418763"/>
                  </a:lnTo>
                  <a:lnTo>
                    <a:pt x="181510" y="420057"/>
                  </a:lnTo>
                  <a:lnTo>
                    <a:pt x="175892" y="424956"/>
                  </a:lnTo>
                  <a:lnTo>
                    <a:pt x="174528" y="428668"/>
                  </a:lnTo>
                  <a:lnTo>
                    <a:pt x="172498" y="430107"/>
                  </a:lnTo>
                  <a:lnTo>
                    <a:pt x="168901" y="431497"/>
                  </a:lnTo>
                  <a:lnTo>
                    <a:pt x="162261" y="429108"/>
                  </a:lnTo>
                  <a:lnTo>
                    <a:pt x="159427" y="421434"/>
                  </a:lnTo>
                  <a:lnTo>
                    <a:pt x="155121" y="412652"/>
                  </a:lnTo>
                  <a:lnTo>
                    <a:pt x="153141" y="409370"/>
                  </a:lnTo>
                  <a:lnTo>
                    <a:pt x="151980" y="407445"/>
                  </a:lnTo>
                  <a:lnTo>
                    <a:pt x="145330" y="401731"/>
                  </a:lnTo>
                  <a:lnTo>
                    <a:pt x="142226" y="393965"/>
                  </a:lnTo>
                  <a:lnTo>
                    <a:pt x="141680" y="391849"/>
                  </a:lnTo>
                  <a:lnTo>
                    <a:pt x="140395" y="386867"/>
                  </a:lnTo>
                  <a:lnTo>
                    <a:pt x="142930" y="378370"/>
                  </a:lnTo>
                  <a:lnTo>
                    <a:pt x="145242" y="369953"/>
                  </a:lnTo>
                  <a:lnTo>
                    <a:pt x="146087" y="361976"/>
                  </a:lnTo>
                  <a:lnTo>
                    <a:pt x="137982" y="362973"/>
                  </a:lnTo>
                  <a:lnTo>
                    <a:pt x="133348" y="363537"/>
                  </a:lnTo>
                  <a:lnTo>
                    <a:pt x="106105" y="366802"/>
                  </a:lnTo>
                  <a:lnTo>
                    <a:pt x="99499" y="367576"/>
                  </a:lnTo>
                  <a:lnTo>
                    <a:pt x="84417" y="369290"/>
                  </a:lnTo>
                  <a:lnTo>
                    <a:pt x="82939" y="369456"/>
                  </a:lnTo>
                  <a:lnTo>
                    <a:pt x="68507" y="371059"/>
                  </a:lnTo>
                  <a:lnTo>
                    <a:pt x="63454" y="371607"/>
                  </a:lnTo>
                  <a:lnTo>
                    <a:pt x="45793" y="373489"/>
                  </a:lnTo>
                  <a:lnTo>
                    <a:pt x="37046" y="374403"/>
                  </a:lnTo>
                  <a:lnTo>
                    <a:pt x="33432" y="374777"/>
                  </a:lnTo>
                  <a:lnTo>
                    <a:pt x="2285" y="377866"/>
                  </a:lnTo>
                  <a:lnTo>
                    <a:pt x="2898" y="377308"/>
                  </a:lnTo>
                  <a:lnTo>
                    <a:pt x="7692" y="372942"/>
                  </a:lnTo>
                  <a:lnTo>
                    <a:pt x="4794" y="369547"/>
                  </a:lnTo>
                  <a:lnTo>
                    <a:pt x="2426" y="365792"/>
                  </a:lnTo>
                  <a:lnTo>
                    <a:pt x="4329" y="360768"/>
                  </a:lnTo>
                  <a:lnTo>
                    <a:pt x="4387" y="360614"/>
                  </a:lnTo>
                  <a:lnTo>
                    <a:pt x="0" y="3574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91356" y="2421349"/>
              <a:ext cx="702646" cy="443771"/>
            </a:xfrm>
            <a:custGeom>
              <a:avLst/>
              <a:pathLst>
                <a:path w="702646" h="443771">
                  <a:moveTo>
                    <a:pt x="18139" y="0"/>
                  </a:moveTo>
                  <a:lnTo>
                    <a:pt x="48976" y="6259"/>
                  </a:lnTo>
                  <a:lnTo>
                    <a:pt x="65463" y="9634"/>
                  </a:lnTo>
                  <a:lnTo>
                    <a:pt x="92609" y="14712"/>
                  </a:lnTo>
                  <a:lnTo>
                    <a:pt x="95368" y="15219"/>
                  </a:lnTo>
                  <a:lnTo>
                    <a:pt x="112449" y="18331"/>
                  </a:lnTo>
                  <a:lnTo>
                    <a:pt x="123487" y="20496"/>
                  </a:lnTo>
                  <a:lnTo>
                    <a:pt x="129816" y="21669"/>
                  </a:lnTo>
                  <a:lnTo>
                    <a:pt x="138898" y="23336"/>
                  </a:lnTo>
                  <a:lnTo>
                    <a:pt x="151020" y="25580"/>
                  </a:lnTo>
                  <a:lnTo>
                    <a:pt x="168993" y="28599"/>
                  </a:lnTo>
                  <a:lnTo>
                    <a:pt x="183705" y="31092"/>
                  </a:lnTo>
                  <a:lnTo>
                    <a:pt x="236109" y="39495"/>
                  </a:lnTo>
                  <a:lnTo>
                    <a:pt x="238931" y="39930"/>
                  </a:lnTo>
                  <a:lnTo>
                    <a:pt x="255392" y="42516"/>
                  </a:lnTo>
                  <a:lnTo>
                    <a:pt x="275483" y="45594"/>
                  </a:lnTo>
                  <a:lnTo>
                    <a:pt x="288638" y="47472"/>
                  </a:lnTo>
                  <a:lnTo>
                    <a:pt x="303796" y="49587"/>
                  </a:lnTo>
                  <a:lnTo>
                    <a:pt x="318674" y="51597"/>
                  </a:lnTo>
                  <a:lnTo>
                    <a:pt x="330741" y="53190"/>
                  </a:lnTo>
                  <a:lnTo>
                    <a:pt x="336083" y="53829"/>
                  </a:lnTo>
                  <a:lnTo>
                    <a:pt x="351300" y="55810"/>
                  </a:lnTo>
                  <a:lnTo>
                    <a:pt x="389642" y="60480"/>
                  </a:lnTo>
                  <a:lnTo>
                    <a:pt x="390281" y="60558"/>
                  </a:lnTo>
                  <a:lnTo>
                    <a:pt x="403935" y="62213"/>
                  </a:lnTo>
                  <a:lnTo>
                    <a:pt x="418230" y="63932"/>
                  </a:lnTo>
                  <a:lnTo>
                    <a:pt x="444424" y="66823"/>
                  </a:lnTo>
                  <a:lnTo>
                    <a:pt x="462003" y="68670"/>
                  </a:lnTo>
                  <a:lnTo>
                    <a:pt x="492484" y="71709"/>
                  </a:lnTo>
                  <a:lnTo>
                    <a:pt x="507604" y="73199"/>
                  </a:lnTo>
                  <a:lnTo>
                    <a:pt x="512053" y="73556"/>
                  </a:lnTo>
                  <a:lnTo>
                    <a:pt x="522598" y="74533"/>
                  </a:lnTo>
                  <a:lnTo>
                    <a:pt x="554879" y="77370"/>
                  </a:lnTo>
                  <a:lnTo>
                    <a:pt x="576914" y="79168"/>
                  </a:lnTo>
                  <a:lnTo>
                    <a:pt x="583920" y="79725"/>
                  </a:lnTo>
                  <a:lnTo>
                    <a:pt x="587455" y="80003"/>
                  </a:lnTo>
                  <a:lnTo>
                    <a:pt x="603253" y="81141"/>
                  </a:lnTo>
                  <a:lnTo>
                    <a:pt x="627401" y="82858"/>
                  </a:lnTo>
                  <a:lnTo>
                    <a:pt x="632620" y="83194"/>
                  </a:lnTo>
                  <a:lnTo>
                    <a:pt x="644560" y="83994"/>
                  </a:lnTo>
                  <a:lnTo>
                    <a:pt x="655039" y="84670"/>
                  </a:lnTo>
                  <a:lnTo>
                    <a:pt x="674147" y="85753"/>
                  </a:lnTo>
                  <a:lnTo>
                    <a:pt x="702646" y="87264"/>
                  </a:lnTo>
                  <a:lnTo>
                    <a:pt x="701933" y="100642"/>
                  </a:lnTo>
                  <a:lnTo>
                    <a:pt x="700998" y="119376"/>
                  </a:lnTo>
                  <a:lnTo>
                    <a:pt x="700387" y="131642"/>
                  </a:lnTo>
                  <a:lnTo>
                    <a:pt x="699951" y="140845"/>
                  </a:lnTo>
                  <a:lnTo>
                    <a:pt x="699338" y="153825"/>
                  </a:lnTo>
                  <a:lnTo>
                    <a:pt x="698313" y="175360"/>
                  </a:lnTo>
                  <a:lnTo>
                    <a:pt x="698210" y="177517"/>
                  </a:lnTo>
                  <a:lnTo>
                    <a:pt x="697536" y="192289"/>
                  </a:lnTo>
                  <a:lnTo>
                    <a:pt x="696538" y="209840"/>
                  </a:lnTo>
                  <a:lnTo>
                    <a:pt x="695541" y="227933"/>
                  </a:lnTo>
                  <a:lnTo>
                    <a:pt x="695227" y="233647"/>
                  </a:lnTo>
                  <a:lnTo>
                    <a:pt x="695219" y="233806"/>
                  </a:lnTo>
                  <a:lnTo>
                    <a:pt x="694335" y="251601"/>
                  </a:lnTo>
                  <a:lnTo>
                    <a:pt x="693419" y="268588"/>
                  </a:lnTo>
                  <a:lnTo>
                    <a:pt x="692429" y="287901"/>
                  </a:lnTo>
                  <a:lnTo>
                    <a:pt x="692116" y="294256"/>
                  </a:lnTo>
                  <a:lnTo>
                    <a:pt x="691681" y="303092"/>
                  </a:lnTo>
                  <a:lnTo>
                    <a:pt x="691547" y="305820"/>
                  </a:lnTo>
                  <a:lnTo>
                    <a:pt x="690693" y="322081"/>
                  </a:lnTo>
                  <a:lnTo>
                    <a:pt x="690495" y="325985"/>
                  </a:lnTo>
                  <a:lnTo>
                    <a:pt x="689007" y="355375"/>
                  </a:lnTo>
                  <a:lnTo>
                    <a:pt x="688806" y="360940"/>
                  </a:lnTo>
                  <a:lnTo>
                    <a:pt x="688751" y="362457"/>
                  </a:lnTo>
                  <a:lnTo>
                    <a:pt x="688315" y="372532"/>
                  </a:lnTo>
                  <a:lnTo>
                    <a:pt x="687506" y="389398"/>
                  </a:lnTo>
                  <a:lnTo>
                    <a:pt x="687220" y="395292"/>
                  </a:lnTo>
                  <a:lnTo>
                    <a:pt x="686625" y="408891"/>
                  </a:lnTo>
                  <a:lnTo>
                    <a:pt x="686098" y="419696"/>
                  </a:lnTo>
                  <a:lnTo>
                    <a:pt x="685721" y="427415"/>
                  </a:lnTo>
                  <a:lnTo>
                    <a:pt x="685219" y="438521"/>
                  </a:lnTo>
                  <a:lnTo>
                    <a:pt x="684063" y="438559"/>
                  </a:lnTo>
                  <a:lnTo>
                    <a:pt x="624069" y="434939"/>
                  </a:lnTo>
                  <a:lnTo>
                    <a:pt x="623264" y="434889"/>
                  </a:lnTo>
                  <a:lnTo>
                    <a:pt x="620887" y="434740"/>
                  </a:lnTo>
                  <a:lnTo>
                    <a:pt x="573086" y="431501"/>
                  </a:lnTo>
                  <a:lnTo>
                    <a:pt x="562117" y="430943"/>
                  </a:lnTo>
                  <a:lnTo>
                    <a:pt x="547303" y="430151"/>
                  </a:lnTo>
                  <a:lnTo>
                    <a:pt x="508633" y="426816"/>
                  </a:lnTo>
                  <a:lnTo>
                    <a:pt x="480064" y="423807"/>
                  </a:lnTo>
                  <a:lnTo>
                    <a:pt x="445455" y="420520"/>
                  </a:lnTo>
                  <a:lnTo>
                    <a:pt x="440154" y="419995"/>
                  </a:lnTo>
                  <a:lnTo>
                    <a:pt x="424637" y="418514"/>
                  </a:lnTo>
                  <a:lnTo>
                    <a:pt x="409064" y="416978"/>
                  </a:lnTo>
                  <a:lnTo>
                    <a:pt x="401609" y="416187"/>
                  </a:lnTo>
                  <a:lnTo>
                    <a:pt x="374423" y="413205"/>
                  </a:lnTo>
                  <a:lnTo>
                    <a:pt x="371946" y="412370"/>
                  </a:lnTo>
                  <a:lnTo>
                    <a:pt x="342898" y="409287"/>
                  </a:lnTo>
                  <a:lnTo>
                    <a:pt x="329096" y="407599"/>
                  </a:lnTo>
                  <a:lnTo>
                    <a:pt x="316999" y="406087"/>
                  </a:lnTo>
                  <a:lnTo>
                    <a:pt x="296688" y="403875"/>
                  </a:lnTo>
                  <a:lnTo>
                    <a:pt x="273193" y="401405"/>
                  </a:lnTo>
                  <a:lnTo>
                    <a:pt x="268416" y="399821"/>
                  </a:lnTo>
                  <a:lnTo>
                    <a:pt x="252462" y="397834"/>
                  </a:lnTo>
                  <a:lnTo>
                    <a:pt x="250084" y="409441"/>
                  </a:lnTo>
                  <a:lnTo>
                    <a:pt x="248481" y="421786"/>
                  </a:lnTo>
                  <a:lnTo>
                    <a:pt x="247788" y="426943"/>
                  </a:lnTo>
                  <a:lnTo>
                    <a:pt x="247303" y="430552"/>
                  </a:lnTo>
                  <a:lnTo>
                    <a:pt x="245894" y="443771"/>
                  </a:lnTo>
                  <a:lnTo>
                    <a:pt x="241562" y="441432"/>
                  </a:lnTo>
                  <a:lnTo>
                    <a:pt x="240771" y="437581"/>
                  </a:lnTo>
                  <a:lnTo>
                    <a:pt x="237669" y="433596"/>
                  </a:lnTo>
                  <a:lnTo>
                    <a:pt x="236842" y="429237"/>
                  </a:lnTo>
                  <a:lnTo>
                    <a:pt x="234631" y="424936"/>
                  </a:lnTo>
                  <a:lnTo>
                    <a:pt x="231927" y="419556"/>
                  </a:lnTo>
                  <a:lnTo>
                    <a:pt x="228957" y="416758"/>
                  </a:lnTo>
                  <a:lnTo>
                    <a:pt x="228521" y="416347"/>
                  </a:lnTo>
                  <a:lnTo>
                    <a:pt x="224779" y="418892"/>
                  </a:lnTo>
                  <a:lnTo>
                    <a:pt x="223351" y="420905"/>
                  </a:lnTo>
                  <a:lnTo>
                    <a:pt x="222417" y="422222"/>
                  </a:lnTo>
                  <a:lnTo>
                    <a:pt x="218117" y="430187"/>
                  </a:lnTo>
                  <a:lnTo>
                    <a:pt x="215072" y="432216"/>
                  </a:lnTo>
                  <a:lnTo>
                    <a:pt x="211739" y="431564"/>
                  </a:lnTo>
                  <a:lnTo>
                    <a:pt x="206393" y="430514"/>
                  </a:lnTo>
                  <a:lnTo>
                    <a:pt x="199369" y="433803"/>
                  </a:lnTo>
                  <a:lnTo>
                    <a:pt x="196167" y="428671"/>
                  </a:lnTo>
                  <a:lnTo>
                    <a:pt x="185720" y="429459"/>
                  </a:lnTo>
                  <a:lnTo>
                    <a:pt x="179981" y="429414"/>
                  </a:lnTo>
                  <a:lnTo>
                    <a:pt x="174212" y="427201"/>
                  </a:lnTo>
                  <a:lnTo>
                    <a:pt x="170560" y="424419"/>
                  </a:lnTo>
                  <a:lnTo>
                    <a:pt x="165545" y="427181"/>
                  </a:lnTo>
                  <a:lnTo>
                    <a:pt x="162711" y="433948"/>
                  </a:lnTo>
                  <a:lnTo>
                    <a:pt x="157835" y="430341"/>
                  </a:lnTo>
                  <a:lnTo>
                    <a:pt x="150037" y="428141"/>
                  </a:lnTo>
                  <a:lnTo>
                    <a:pt x="143659" y="426063"/>
                  </a:lnTo>
                  <a:lnTo>
                    <a:pt x="141924" y="426132"/>
                  </a:lnTo>
                  <a:lnTo>
                    <a:pt x="135396" y="430151"/>
                  </a:lnTo>
                  <a:lnTo>
                    <a:pt x="135302" y="433263"/>
                  </a:lnTo>
                  <a:lnTo>
                    <a:pt x="134967" y="433409"/>
                  </a:lnTo>
                  <a:lnTo>
                    <a:pt x="131227" y="435031"/>
                  </a:lnTo>
                  <a:lnTo>
                    <a:pt x="127445" y="431172"/>
                  </a:lnTo>
                  <a:lnTo>
                    <a:pt x="124773" y="425826"/>
                  </a:lnTo>
                  <a:lnTo>
                    <a:pt x="125427" y="421759"/>
                  </a:lnTo>
                  <a:lnTo>
                    <a:pt x="122911" y="416090"/>
                  </a:lnTo>
                  <a:lnTo>
                    <a:pt x="124364" y="411677"/>
                  </a:lnTo>
                  <a:lnTo>
                    <a:pt x="122295" y="404264"/>
                  </a:lnTo>
                  <a:lnTo>
                    <a:pt x="121233" y="399072"/>
                  </a:lnTo>
                  <a:lnTo>
                    <a:pt x="114960" y="392835"/>
                  </a:lnTo>
                  <a:lnTo>
                    <a:pt x="111286" y="394367"/>
                  </a:lnTo>
                  <a:lnTo>
                    <a:pt x="107167" y="390472"/>
                  </a:lnTo>
                  <a:lnTo>
                    <a:pt x="104509" y="389335"/>
                  </a:lnTo>
                  <a:lnTo>
                    <a:pt x="102306" y="382861"/>
                  </a:lnTo>
                  <a:lnTo>
                    <a:pt x="104493" y="379411"/>
                  </a:lnTo>
                  <a:lnTo>
                    <a:pt x="105956" y="374880"/>
                  </a:lnTo>
                  <a:lnTo>
                    <a:pt x="105848" y="370187"/>
                  </a:lnTo>
                  <a:lnTo>
                    <a:pt x="102853" y="366045"/>
                  </a:lnTo>
                  <a:lnTo>
                    <a:pt x="99381" y="362905"/>
                  </a:lnTo>
                  <a:lnTo>
                    <a:pt x="96363" y="352880"/>
                  </a:lnTo>
                  <a:lnTo>
                    <a:pt x="92515" y="344115"/>
                  </a:lnTo>
                  <a:lnTo>
                    <a:pt x="93602" y="338952"/>
                  </a:lnTo>
                  <a:lnTo>
                    <a:pt x="92364" y="334918"/>
                  </a:lnTo>
                  <a:lnTo>
                    <a:pt x="93362" y="330347"/>
                  </a:lnTo>
                  <a:lnTo>
                    <a:pt x="91407" y="326211"/>
                  </a:lnTo>
                  <a:lnTo>
                    <a:pt x="92361" y="319306"/>
                  </a:lnTo>
                  <a:lnTo>
                    <a:pt x="89386" y="316862"/>
                  </a:lnTo>
                  <a:lnTo>
                    <a:pt x="87436" y="314686"/>
                  </a:lnTo>
                  <a:lnTo>
                    <a:pt x="85040" y="310826"/>
                  </a:lnTo>
                  <a:lnTo>
                    <a:pt x="83915" y="309012"/>
                  </a:lnTo>
                  <a:lnTo>
                    <a:pt x="81192" y="308936"/>
                  </a:lnTo>
                  <a:lnTo>
                    <a:pt x="80587" y="312602"/>
                  </a:lnTo>
                  <a:lnTo>
                    <a:pt x="75711" y="316220"/>
                  </a:lnTo>
                  <a:lnTo>
                    <a:pt x="68576" y="320189"/>
                  </a:lnTo>
                  <a:lnTo>
                    <a:pt x="64511" y="320154"/>
                  </a:lnTo>
                  <a:lnTo>
                    <a:pt x="61969" y="324824"/>
                  </a:lnTo>
                  <a:lnTo>
                    <a:pt x="56764" y="322802"/>
                  </a:lnTo>
                  <a:lnTo>
                    <a:pt x="52243" y="317385"/>
                  </a:lnTo>
                  <a:lnTo>
                    <a:pt x="49494" y="315517"/>
                  </a:lnTo>
                  <a:lnTo>
                    <a:pt x="48856" y="313059"/>
                  </a:lnTo>
                  <a:lnTo>
                    <a:pt x="48332" y="311033"/>
                  </a:lnTo>
                  <a:lnTo>
                    <a:pt x="49168" y="307260"/>
                  </a:lnTo>
                  <a:lnTo>
                    <a:pt x="51634" y="306058"/>
                  </a:lnTo>
                  <a:lnTo>
                    <a:pt x="52161" y="301388"/>
                  </a:lnTo>
                  <a:lnTo>
                    <a:pt x="49615" y="295741"/>
                  </a:lnTo>
                  <a:lnTo>
                    <a:pt x="53228" y="291374"/>
                  </a:lnTo>
                  <a:lnTo>
                    <a:pt x="59184" y="290722"/>
                  </a:lnTo>
                  <a:lnTo>
                    <a:pt x="61691" y="288760"/>
                  </a:lnTo>
                  <a:lnTo>
                    <a:pt x="60656" y="285959"/>
                  </a:lnTo>
                  <a:lnTo>
                    <a:pt x="62098" y="281737"/>
                  </a:lnTo>
                  <a:lnTo>
                    <a:pt x="60195" y="278972"/>
                  </a:lnTo>
                  <a:lnTo>
                    <a:pt x="58522" y="274912"/>
                  </a:lnTo>
                  <a:lnTo>
                    <a:pt x="60788" y="269336"/>
                  </a:lnTo>
                  <a:lnTo>
                    <a:pt x="57580" y="266222"/>
                  </a:lnTo>
                  <a:lnTo>
                    <a:pt x="58650" y="262611"/>
                  </a:lnTo>
                  <a:lnTo>
                    <a:pt x="62850" y="262822"/>
                  </a:lnTo>
                  <a:lnTo>
                    <a:pt x="63621" y="257296"/>
                  </a:lnTo>
                  <a:lnTo>
                    <a:pt x="64709" y="254205"/>
                  </a:lnTo>
                  <a:lnTo>
                    <a:pt x="65867" y="251103"/>
                  </a:lnTo>
                  <a:lnTo>
                    <a:pt x="67630" y="244576"/>
                  </a:lnTo>
                  <a:lnTo>
                    <a:pt x="70260" y="242841"/>
                  </a:lnTo>
                  <a:lnTo>
                    <a:pt x="70555" y="235103"/>
                  </a:lnTo>
                  <a:lnTo>
                    <a:pt x="73750" y="234837"/>
                  </a:lnTo>
                  <a:lnTo>
                    <a:pt x="76056" y="229009"/>
                  </a:lnTo>
                  <a:lnTo>
                    <a:pt x="77781" y="223119"/>
                  </a:lnTo>
                  <a:lnTo>
                    <a:pt x="77023" y="222236"/>
                  </a:lnTo>
                  <a:lnTo>
                    <a:pt x="75764" y="220772"/>
                  </a:lnTo>
                  <a:lnTo>
                    <a:pt x="69980" y="221493"/>
                  </a:lnTo>
                  <a:lnTo>
                    <a:pt x="64343" y="220888"/>
                  </a:lnTo>
                  <a:lnTo>
                    <a:pt x="61885" y="219711"/>
                  </a:lnTo>
                  <a:lnTo>
                    <a:pt x="60181" y="218894"/>
                  </a:lnTo>
                  <a:lnTo>
                    <a:pt x="60758" y="214088"/>
                  </a:lnTo>
                  <a:lnTo>
                    <a:pt x="58107" y="211896"/>
                  </a:lnTo>
                  <a:lnTo>
                    <a:pt x="56935" y="210925"/>
                  </a:lnTo>
                  <a:lnTo>
                    <a:pt x="52893" y="210296"/>
                  </a:lnTo>
                  <a:lnTo>
                    <a:pt x="52198" y="206584"/>
                  </a:lnTo>
                  <a:lnTo>
                    <a:pt x="47409" y="202715"/>
                  </a:lnTo>
                  <a:lnTo>
                    <a:pt x="44649" y="197148"/>
                  </a:lnTo>
                  <a:lnTo>
                    <a:pt x="46345" y="193318"/>
                  </a:lnTo>
                  <a:lnTo>
                    <a:pt x="44658" y="191318"/>
                  </a:lnTo>
                  <a:lnTo>
                    <a:pt x="41180" y="187184"/>
                  </a:lnTo>
                  <a:lnTo>
                    <a:pt x="39702" y="182361"/>
                  </a:lnTo>
                  <a:lnTo>
                    <a:pt x="37449" y="178411"/>
                  </a:lnTo>
                  <a:lnTo>
                    <a:pt x="34615" y="171592"/>
                  </a:lnTo>
                  <a:lnTo>
                    <a:pt x="31478" y="167058"/>
                  </a:lnTo>
                  <a:lnTo>
                    <a:pt x="29955" y="163603"/>
                  </a:lnTo>
                  <a:lnTo>
                    <a:pt x="28710" y="159220"/>
                  </a:lnTo>
                  <a:lnTo>
                    <a:pt x="26251" y="157903"/>
                  </a:lnTo>
                  <a:lnTo>
                    <a:pt x="20813" y="155069"/>
                  </a:lnTo>
                  <a:lnTo>
                    <a:pt x="17767" y="151836"/>
                  </a:lnTo>
                  <a:lnTo>
                    <a:pt x="15970" y="146721"/>
                  </a:lnTo>
                  <a:lnTo>
                    <a:pt x="9205" y="140803"/>
                  </a:lnTo>
                  <a:lnTo>
                    <a:pt x="10905" y="137591"/>
                  </a:lnTo>
                  <a:lnTo>
                    <a:pt x="14712" y="136143"/>
                  </a:lnTo>
                  <a:lnTo>
                    <a:pt x="10831" y="130783"/>
                  </a:lnTo>
                  <a:lnTo>
                    <a:pt x="11355" y="126959"/>
                  </a:lnTo>
                  <a:lnTo>
                    <a:pt x="13739" y="123192"/>
                  </a:lnTo>
                  <a:lnTo>
                    <a:pt x="11862" y="119998"/>
                  </a:lnTo>
                  <a:lnTo>
                    <a:pt x="13321" y="116517"/>
                  </a:lnTo>
                  <a:lnTo>
                    <a:pt x="8019" y="109661"/>
                  </a:lnTo>
                  <a:lnTo>
                    <a:pt x="8395" y="104872"/>
                  </a:lnTo>
                  <a:lnTo>
                    <a:pt x="5702" y="101795"/>
                  </a:lnTo>
                  <a:lnTo>
                    <a:pt x="3292" y="96342"/>
                  </a:lnTo>
                  <a:lnTo>
                    <a:pt x="576" y="89010"/>
                  </a:lnTo>
                  <a:lnTo>
                    <a:pt x="331" y="87942"/>
                  </a:lnTo>
                  <a:lnTo>
                    <a:pt x="0" y="86496"/>
                  </a:lnTo>
                  <a:lnTo>
                    <a:pt x="2267" y="75694"/>
                  </a:lnTo>
                  <a:lnTo>
                    <a:pt x="3912" y="67811"/>
                  </a:lnTo>
                  <a:lnTo>
                    <a:pt x="5605" y="59711"/>
                  </a:lnTo>
                  <a:lnTo>
                    <a:pt x="8695" y="44897"/>
                  </a:lnTo>
                  <a:lnTo>
                    <a:pt x="9072" y="4310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83923" y="3745482"/>
              <a:ext cx="608124" cy="282913"/>
            </a:xfrm>
            <a:custGeom>
              <a:avLst/>
              <a:pathLst>
                <a:path w="608124" h="282913">
                  <a:moveTo>
                    <a:pt x="69" y="257239"/>
                  </a:moveTo>
                  <a:lnTo>
                    <a:pt x="0" y="255390"/>
                  </a:lnTo>
                  <a:lnTo>
                    <a:pt x="3564" y="250911"/>
                  </a:lnTo>
                  <a:lnTo>
                    <a:pt x="7172" y="252765"/>
                  </a:lnTo>
                  <a:lnTo>
                    <a:pt x="12781" y="251093"/>
                  </a:lnTo>
                  <a:lnTo>
                    <a:pt x="16928" y="246291"/>
                  </a:lnTo>
                  <a:lnTo>
                    <a:pt x="17266" y="245898"/>
                  </a:lnTo>
                  <a:lnTo>
                    <a:pt x="15450" y="241540"/>
                  </a:lnTo>
                  <a:lnTo>
                    <a:pt x="17244" y="239108"/>
                  </a:lnTo>
                  <a:lnTo>
                    <a:pt x="15707" y="236202"/>
                  </a:lnTo>
                  <a:lnTo>
                    <a:pt x="18441" y="231629"/>
                  </a:lnTo>
                  <a:lnTo>
                    <a:pt x="19362" y="230975"/>
                  </a:lnTo>
                  <a:lnTo>
                    <a:pt x="19729" y="230714"/>
                  </a:lnTo>
                  <a:lnTo>
                    <a:pt x="22081" y="229040"/>
                  </a:lnTo>
                  <a:lnTo>
                    <a:pt x="26180" y="224153"/>
                  </a:lnTo>
                  <a:lnTo>
                    <a:pt x="30908" y="219388"/>
                  </a:lnTo>
                  <a:lnTo>
                    <a:pt x="38447" y="217395"/>
                  </a:lnTo>
                  <a:lnTo>
                    <a:pt x="39123" y="217216"/>
                  </a:lnTo>
                  <a:lnTo>
                    <a:pt x="43721" y="216426"/>
                  </a:lnTo>
                  <a:lnTo>
                    <a:pt x="50052" y="215523"/>
                  </a:lnTo>
                  <a:lnTo>
                    <a:pt x="52642" y="211423"/>
                  </a:lnTo>
                  <a:lnTo>
                    <a:pt x="54672" y="210275"/>
                  </a:lnTo>
                  <a:lnTo>
                    <a:pt x="59095" y="204963"/>
                  </a:lnTo>
                  <a:lnTo>
                    <a:pt x="62642" y="204491"/>
                  </a:lnTo>
                  <a:lnTo>
                    <a:pt x="64189" y="200108"/>
                  </a:lnTo>
                  <a:lnTo>
                    <a:pt x="64637" y="198838"/>
                  </a:lnTo>
                  <a:lnTo>
                    <a:pt x="68476" y="197226"/>
                  </a:lnTo>
                  <a:lnTo>
                    <a:pt x="70436" y="193427"/>
                  </a:lnTo>
                  <a:lnTo>
                    <a:pt x="74723" y="191409"/>
                  </a:lnTo>
                  <a:lnTo>
                    <a:pt x="77930" y="189706"/>
                  </a:lnTo>
                  <a:lnTo>
                    <a:pt x="82901" y="189140"/>
                  </a:lnTo>
                  <a:lnTo>
                    <a:pt x="83514" y="187860"/>
                  </a:lnTo>
                  <a:lnTo>
                    <a:pt x="85035" y="184682"/>
                  </a:lnTo>
                  <a:lnTo>
                    <a:pt x="86895" y="180047"/>
                  </a:lnTo>
                  <a:lnTo>
                    <a:pt x="85287" y="175677"/>
                  </a:lnTo>
                  <a:lnTo>
                    <a:pt x="86347" y="174834"/>
                  </a:lnTo>
                  <a:lnTo>
                    <a:pt x="88423" y="173183"/>
                  </a:lnTo>
                  <a:lnTo>
                    <a:pt x="91908" y="174565"/>
                  </a:lnTo>
                  <a:lnTo>
                    <a:pt x="93440" y="171712"/>
                  </a:lnTo>
                  <a:lnTo>
                    <a:pt x="93340" y="168104"/>
                  </a:lnTo>
                  <a:lnTo>
                    <a:pt x="96693" y="165091"/>
                  </a:lnTo>
                  <a:lnTo>
                    <a:pt x="102682" y="159882"/>
                  </a:lnTo>
                  <a:lnTo>
                    <a:pt x="104667" y="161704"/>
                  </a:lnTo>
                  <a:lnTo>
                    <a:pt x="105558" y="162522"/>
                  </a:lnTo>
                  <a:lnTo>
                    <a:pt x="105346" y="167207"/>
                  </a:lnTo>
                  <a:lnTo>
                    <a:pt x="109369" y="168204"/>
                  </a:lnTo>
                  <a:lnTo>
                    <a:pt x="112365" y="165039"/>
                  </a:lnTo>
                  <a:lnTo>
                    <a:pt x="114973" y="162279"/>
                  </a:lnTo>
                  <a:lnTo>
                    <a:pt x="117165" y="155828"/>
                  </a:lnTo>
                  <a:lnTo>
                    <a:pt x="117509" y="154814"/>
                  </a:lnTo>
                  <a:lnTo>
                    <a:pt x="121313" y="151136"/>
                  </a:lnTo>
                  <a:lnTo>
                    <a:pt x="124413" y="148821"/>
                  </a:lnTo>
                  <a:lnTo>
                    <a:pt x="126726" y="148853"/>
                  </a:lnTo>
                  <a:lnTo>
                    <a:pt x="129427" y="145909"/>
                  </a:lnTo>
                  <a:lnTo>
                    <a:pt x="129962" y="145325"/>
                  </a:lnTo>
                  <a:lnTo>
                    <a:pt x="135222" y="146238"/>
                  </a:lnTo>
                  <a:lnTo>
                    <a:pt x="136713" y="148780"/>
                  </a:lnTo>
                  <a:lnTo>
                    <a:pt x="139944" y="147959"/>
                  </a:lnTo>
                  <a:lnTo>
                    <a:pt x="143184" y="145574"/>
                  </a:lnTo>
                  <a:lnTo>
                    <a:pt x="146146" y="135565"/>
                  </a:lnTo>
                  <a:lnTo>
                    <a:pt x="147293" y="132013"/>
                  </a:lnTo>
                  <a:lnTo>
                    <a:pt x="148001" y="129815"/>
                  </a:lnTo>
                  <a:lnTo>
                    <a:pt x="148459" y="128392"/>
                  </a:lnTo>
                  <a:lnTo>
                    <a:pt x="152842" y="123334"/>
                  </a:lnTo>
                  <a:lnTo>
                    <a:pt x="157379" y="122896"/>
                  </a:lnTo>
                  <a:lnTo>
                    <a:pt x="161766" y="122148"/>
                  </a:lnTo>
                  <a:lnTo>
                    <a:pt x="159533" y="118021"/>
                  </a:lnTo>
                  <a:lnTo>
                    <a:pt x="158504" y="116119"/>
                  </a:lnTo>
                  <a:lnTo>
                    <a:pt x="160233" y="110808"/>
                  </a:lnTo>
                  <a:lnTo>
                    <a:pt x="158704" y="104927"/>
                  </a:lnTo>
                  <a:lnTo>
                    <a:pt x="159343" y="100153"/>
                  </a:lnTo>
                  <a:lnTo>
                    <a:pt x="171691" y="98126"/>
                  </a:lnTo>
                  <a:lnTo>
                    <a:pt x="181817" y="96151"/>
                  </a:lnTo>
                  <a:lnTo>
                    <a:pt x="194002" y="93749"/>
                  </a:lnTo>
                  <a:lnTo>
                    <a:pt x="201965" y="92354"/>
                  </a:lnTo>
                  <a:lnTo>
                    <a:pt x="213042" y="90253"/>
                  </a:lnTo>
                  <a:lnTo>
                    <a:pt x="217248" y="89252"/>
                  </a:lnTo>
                  <a:lnTo>
                    <a:pt x="226514" y="87035"/>
                  </a:lnTo>
                  <a:lnTo>
                    <a:pt x="232932" y="85886"/>
                  </a:lnTo>
                  <a:lnTo>
                    <a:pt x="244836" y="83735"/>
                  </a:lnTo>
                  <a:lnTo>
                    <a:pt x="245441" y="83625"/>
                  </a:lnTo>
                  <a:lnTo>
                    <a:pt x="254886" y="81918"/>
                  </a:lnTo>
                  <a:lnTo>
                    <a:pt x="271441" y="78012"/>
                  </a:lnTo>
                  <a:lnTo>
                    <a:pt x="273233" y="77586"/>
                  </a:lnTo>
                  <a:lnTo>
                    <a:pt x="294589" y="72404"/>
                  </a:lnTo>
                  <a:lnTo>
                    <a:pt x="308329" y="69023"/>
                  </a:lnTo>
                  <a:lnTo>
                    <a:pt x="308534" y="68973"/>
                  </a:lnTo>
                  <a:lnTo>
                    <a:pt x="311300" y="68266"/>
                  </a:lnTo>
                  <a:lnTo>
                    <a:pt x="319948" y="66048"/>
                  </a:lnTo>
                  <a:lnTo>
                    <a:pt x="328437" y="63856"/>
                  </a:lnTo>
                  <a:lnTo>
                    <a:pt x="333890" y="62441"/>
                  </a:lnTo>
                  <a:lnTo>
                    <a:pt x="347246" y="58950"/>
                  </a:lnTo>
                  <a:lnTo>
                    <a:pt x="357168" y="56399"/>
                  </a:lnTo>
                  <a:lnTo>
                    <a:pt x="361398" y="55306"/>
                  </a:lnTo>
                  <a:lnTo>
                    <a:pt x="376644" y="51336"/>
                  </a:lnTo>
                  <a:lnTo>
                    <a:pt x="380215" y="50353"/>
                  </a:lnTo>
                  <a:lnTo>
                    <a:pt x="389265" y="47850"/>
                  </a:lnTo>
                  <a:lnTo>
                    <a:pt x="402184" y="44249"/>
                  </a:lnTo>
                  <a:lnTo>
                    <a:pt x="408056" y="42624"/>
                  </a:lnTo>
                  <a:lnTo>
                    <a:pt x="417969" y="39865"/>
                  </a:lnTo>
                  <a:lnTo>
                    <a:pt x="426945" y="37350"/>
                  </a:lnTo>
                  <a:lnTo>
                    <a:pt x="428122" y="37019"/>
                  </a:lnTo>
                  <a:lnTo>
                    <a:pt x="458613" y="28485"/>
                  </a:lnTo>
                  <a:lnTo>
                    <a:pt x="465960" y="26402"/>
                  </a:lnTo>
                  <a:lnTo>
                    <a:pt x="467707" y="25908"/>
                  </a:lnTo>
                  <a:lnTo>
                    <a:pt x="473969" y="24135"/>
                  </a:lnTo>
                  <a:lnTo>
                    <a:pt x="484494" y="21132"/>
                  </a:lnTo>
                  <a:lnTo>
                    <a:pt x="496354" y="17270"/>
                  </a:lnTo>
                  <a:lnTo>
                    <a:pt x="509595" y="13445"/>
                  </a:lnTo>
                  <a:lnTo>
                    <a:pt x="512997" y="12457"/>
                  </a:lnTo>
                  <a:lnTo>
                    <a:pt x="525005" y="8950"/>
                  </a:lnTo>
                  <a:lnTo>
                    <a:pt x="537847" y="5148"/>
                  </a:lnTo>
                  <a:lnTo>
                    <a:pt x="544275" y="3233"/>
                  </a:lnTo>
                  <a:lnTo>
                    <a:pt x="555003" y="0"/>
                  </a:lnTo>
                  <a:lnTo>
                    <a:pt x="559604" y="9315"/>
                  </a:lnTo>
                  <a:lnTo>
                    <a:pt x="565773" y="20807"/>
                  </a:lnTo>
                  <a:lnTo>
                    <a:pt x="568856" y="25259"/>
                  </a:lnTo>
                  <a:lnTo>
                    <a:pt x="575124" y="34303"/>
                  </a:lnTo>
                  <a:lnTo>
                    <a:pt x="581320" y="41042"/>
                  </a:lnTo>
                  <a:lnTo>
                    <a:pt x="590962" y="52634"/>
                  </a:lnTo>
                  <a:lnTo>
                    <a:pt x="596586" y="59630"/>
                  </a:lnTo>
                  <a:lnTo>
                    <a:pt x="599082" y="62619"/>
                  </a:lnTo>
                  <a:lnTo>
                    <a:pt x="604680" y="73104"/>
                  </a:lnTo>
                  <a:lnTo>
                    <a:pt x="607505" y="91180"/>
                  </a:lnTo>
                  <a:lnTo>
                    <a:pt x="608124" y="106307"/>
                  </a:lnTo>
                  <a:lnTo>
                    <a:pt x="601290" y="108890"/>
                  </a:lnTo>
                  <a:lnTo>
                    <a:pt x="594278" y="114198"/>
                  </a:lnTo>
                  <a:lnTo>
                    <a:pt x="593764" y="114587"/>
                  </a:lnTo>
                  <a:lnTo>
                    <a:pt x="584583" y="123187"/>
                  </a:lnTo>
                  <a:lnTo>
                    <a:pt x="579014" y="130164"/>
                  </a:lnTo>
                  <a:lnTo>
                    <a:pt x="572147" y="139009"/>
                  </a:lnTo>
                  <a:lnTo>
                    <a:pt x="567390" y="147991"/>
                  </a:lnTo>
                  <a:lnTo>
                    <a:pt x="563257" y="154093"/>
                  </a:lnTo>
                  <a:lnTo>
                    <a:pt x="559470" y="161426"/>
                  </a:lnTo>
                  <a:lnTo>
                    <a:pt x="556617" y="168702"/>
                  </a:lnTo>
                  <a:lnTo>
                    <a:pt x="553459" y="181182"/>
                  </a:lnTo>
                  <a:lnTo>
                    <a:pt x="551358" y="178144"/>
                  </a:lnTo>
                  <a:lnTo>
                    <a:pt x="545902" y="175649"/>
                  </a:lnTo>
                  <a:lnTo>
                    <a:pt x="537891" y="175733"/>
                  </a:lnTo>
                  <a:lnTo>
                    <a:pt x="525782" y="180460"/>
                  </a:lnTo>
                  <a:lnTo>
                    <a:pt x="512417" y="188339"/>
                  </a:lnTo>
                  <a:lnTo>
                    <a:pt x="510871" y="189247"/>
                  </a:lnTo>
                  <a:lnTo>
                    <a:pt x="504609" y="195162"/>
                  </a:lnTo>
                  <a:lnTo>
                    <a:pt x="500042" y="201192"/>
                  </a:lnTo>
                  <a:lnTo>
                    <a:pt x="491626" y="209403"/>
                  </a:lnTo>
                  <a:lnTo>
                    <a:pt x="488695" y="213319"/>
                  </a:lnTo>
                  <a:lnTo>
                    <a:pt x="481963" y="222286"/>
                  </a:lnTo>
                  <a:lnTo>
                    <a:pt x="477919" y="229726"/>
                  </a:lnTo>
                  <a:lnTo>
                    <a:pt x="475309" y="234513"/>
                  </a:lnTo>
                  <a:lnTo>
                    <a:pt x="472454" y="242871"/>
                  </a:lnTo>
                  <a:lnTo>
                    <a:pt x="471056" y="254606"/>
                  </a:lnTo>
                  <a:lnTo>
                    <a:pt x="470300" y="260881"/>
                  </a:lnTo>
                  <a:lnTo>
                    <a:pt x="469986" y="265636"/>
                  </a:lnTo>
                  <a:lnTo>
                    <a:pt x="469568" y="271883"/>
                  </a:lnTo>
                  <a:lnTo>
                    <a:pt x="466183" y="272301"/>
                  </a:lnTo>
                  <a:lnTo>
                    <a:pt x="464747" y="269988"/>
                  </a:lnTo>
                  <a:lnTo>
                    <a:pt x="455953" y="270161"/>
                  </a:lnTo>
                  <a:lnTo>
                    <a:pt x="446162" y="272747"/>
                  </a:lnTo>
                  <a:lnTo>
                    <a:pt x="438785" y="275645"/>
                  </a:lnTo>
                  <a:lnTo>
                    <a:pt x="428728" y="282913"/>
                  </a:lnTo>
                  <a:lnTo>
                    <a:pt x="422187" y="278756"/>
                  </a:lnTo>
                  <a:lnTo>
                    <a:pt x="419146" y="276860"/>
                  </a:lnTo>
                  <a:lnTo>
                    <a:pt x="405164" y="268112"/>
                  </a:lnTo>
                  <a:lnTo>
                    <a:pt x="382681" y="254028"/>
                  </a:lnTo>
                  <a:lnTo>
                    <a:pt x="379460" y="251957"/>
                  </a:lnTo>
                  <a:lnTo>
                    <a:pt x="357810" y="237969"/>
                  </a:lnTo>
                  <a:lnTo>
                    <a:pt x="349930" y="233112"/>
                  </a:lnTo>
                  <a:lnTo>
                    <a:pt x="348944" y="232504"/>
                  </a:lnTo>
                  <a:lnTo>
                    <a:pt x="330686" y="221189"/>
                  </a:lnTo>
                  <a:lnTo>
                    <a:pt x="329449" y="221476"/>
                  </a:lnTo>
                  <a:lnTo>
                    <a:pt x="313195" y="225213"/>
                  </a:lnTo>
                  <a:lnTo>
                    <a:pt x="313004" y="225257"/>
                  </a:lnTo>
                  <a:lnTo>
                    <a:pt x="302489" y="227649"/>
                  </a:lnTo>
                  <a:lnTo>
                    <a:pt x="285364" y="231421"/>
                  </a:lnTo>
                  <a:lnTo>
                    <a:pt x="268418" y="235101"/>
                  </a:lnTo>
                  <a:lnTo>
                    <a:pt x="251807" y="238422"/>
                  </a:lnTo>
                  <a:lnTo>
                    <a:pt x="250845" y="228529"/>
                  </a:lnTo>
                  <a:lnTo>
                    <a:pt x="245570" y="223822"/>
                  </a:lnTo>
                  <a:lnTo>
                    <a:pt x="239659" y="218537"/>
                  </a:lnTo>
                  <a:lnTo>
                    <a:pt x="237069" y="216219"/>
                  </a:lnTo>
                  <a:lnTo>
                    <a:pt x="230735" y="223348"/>
                  </a:lnTo>
                  <a:lnTo>
                    <a:pt x="229072" y="221158"/>
                  </a:lnTo>
                  <a:lnTo>
                    <a:pt x="229682" y="216557"/>
                  </a:lnTo>
                  <a:lnTo>
                    <a:pt x="228863" y="214558"/>
                  </a:lnTo>
                  <a:lnTo>
                    <a:pt x="228779" y="214353"/>
                  </a:lnTo>
                  <a:lnTo>
                    <a:pt x="208607" y="217786"/>
                  </a:lnTo>
                  <a:lnTo>
                    <a:pt x="205812" y="218256"/>
                  </a:lnTo>
                  <a:lnTo>
                    <a:pt x="196849" y="219754"/>
                  </a:lnTo>
                  <a:lnTo>
                    <a:pt x="177508" y="223179"/>
                  </a:lnTo>
                  <a:lnTo>
                    <a:pt x="169999" y="224491"/>
                  </a:lnTo>
                  <a:lnTo>
                    <a:pt x="163289" y="225654"/>
                  </a:lnTo>
                  <a:lnTo>
                    <a:pt x="158321" y="226511"/>
                  </a:lnTo>
                  <a:lnTo>
                    <a:pt x="153657" y="227396"/>
                  </a:lnTo>
                  <a:lnTo>
                    <a:pt x="145895" y="228859"/>
                  </a:lnTo>
                  <a:lnTo>
                    <a:pt x="140302" y="229907"/>
                  </a:lnTo>
                  <a:lnTo>
                    <a:pt x="139020" y="230077"/>
                  </a:lnTo>
                  <a:lnTo>
                    <a:pt x="136184" y="230451"/>
                  </a:lnTo>
                  <a:lnTo>
                    <a:pt x="132044" y="230995"/>
                  </a:lnTo>
                  <a:lnTo>
                    <a:pt x="129349" y="233823"/>
                  </a:lnTo>
                  <a:lnTo>
                    <a:pt x="124305" y="236852"/>
                  </a:lnTo>
                  <a:lnTo>
                    <a:pt x="121283" y="238312"/>
                  </a:lnTo>
                  <a:lnTo>
                    <a:pt x="114030" y="241807"/>
                  </a:lnTo>
                  <a:lnTo>
                    <a:pt x="110520" y="246622"/>
                  </a:lnTo>
                  <a:lnTo>
                    <a:pt x="109396" y="246614"/>
                  </a:lnTo>
                  <a:lnTo>
                    <a:pt x="107823" y="246602"/>
                  </a:lnTo>
                  <a:lnTo>
                    <a:pt x="100258" y="250830"/>
                  </a:lnTo>
                  <a:lnTo>
                    <a:pt x="92917" y="254952"/>
                  </a:lnTo>
                  <a:lnTo>
                    <a:pt x="86274" y="258669"/>
                  </a:lnTo>
                  <a:lnTo>
                    <a:pt x="71247" y="262143"/>
                  </a:lnTo>
                  <a:lnTo>
                    <a:pt x="60028" y="264837"/>
                  </a:lnTo>
                  <a:lnTo>
                    <a:pt x="55380" y="265947"/>
                  </a:lnTo>
                  <a:lnTo>
                    <a:pt x="50415" y="267127"/>
                  </a:lnTo>
                  <a:lnTo>
                    <a:pt x="28032" y="271423"/>
                  </a:lnTo>
                  <a:lnTo>
                    <a:pt x="23175" y="272346"/>
                  </a:lnTo>
                  <a:lnTo>
                    <a:pt x="14396" y="274003"/>
                  </a:lnTo>
                  <a:lnTo>
                    <a:pt x="779" y="27654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691896" y="2502250"/>
              <a:ext cx="457027" cy="274664"/>
            </a:xfrm>
            <a:custGeom>
              <a:avLst/>
              <a:pathLst>
                <a:path w="457027" h="274664">
                  <a:moveTo>
                    <a:pt x="13639" y="0"/>
                  </a:moveTo>
                  <a:lnTo>
                    <a:pt x="52423" y="1891"/>
                  </a:lnTo>
                  <a:lnTo>
                    <a:pt x="77581" y="2854"/>
                  </a:lnTo>
                  <a:lnTo>
                    <a:pt x="82683" y="3032"/>
                  </a:lnTo>
                  <a:lnTo>
                    <a:pt x="119201" y="4272"/>
                  </a:lnTo>
                  <a:lnTo>
                    <a:pt x="130491" y="4555"/>
                  </a:lnTo>
                  <a:lnTo>
                    <a:pt x="153317" y="5041"/>
                  </a:lnTo>
                  <a:lnTo>
                    <a:pt x="160751" y="5189"/>
                  </a:lnTo>
                  <a:lnTo>
                    <a:pt x="182157" y="5547"/>
                  </a:lnTo>
                  <a:lnTo>
                    <a:pt x="222177" y="5911"/>
                  </a:lnTo>
                  <a:lnTo>
                    <a:pt x="236546" y="5981"/>
                  </a:lnTo>
                  <a:lnTo>
                    <a:pt x="252054" y="6006"/>
                  </a:lnTo>
                  <a:lnTo>
                    <a:pt x="274438" y="5908"/>
                  </a:lnTo>
                  <a:lnTo>
                    <a:pt x="283074" y="5841"/>
                  </a:lnTo>
                  <a:lnTo>
                    <a:pt x="304778" y="5564"/>
                  </a:lnTo>
                  <a:lnTo>
                    <a:pt x="312321" y="5444"/>
                  </a:lnTo>
                  <a:lnTo>
                    <a:pt x="365324" y="4358"/>
                  </a:lnTo>
                  <a:lnTo>
                    <a:pt x="375372" y="4083"/>
                  </a:lnTo>
                  <a:lnTo>
                    <a:pt x="406891" y="3084"/>
                  </a:lnTo>
                  <a:lnTo>
                    <a:pt x="407133" y="7894"/>
                  </a:lnTo>
                  <a:lnTo>
                    <a:pt x="409720" y="14683"/>
                  </a:lnTo>
                  <a:lnTo>
                    <a:pt x="412038" y="22951"/>
                  </a:lnTo>
                  <a:lnTo>
                    <a:pt x="414045" y="28066"/>
                  </a:lnTo>
                  <a:lnTo>
                    <a:pt x="415427" y="32031"/>
                  </a:lnTo>
                  <a:lnTo>
                    <a:pt x="413211" y="39512"/>
                  </a:lnTo>
                  <a:lnTo>
                    <a:pt x="413060" y="43020"/>
                  </a:lnTo>
                  <a:lnTo>
                    <a:pt x="413048" y="43297"/>
                  </a:lnTo>
                  <a:lnTo>
                    <a:pt x="413016" y="44040"/>
                  </a:lnTo>
                  <a:lnTo>
                    <a:pt x="413925" y="52955"/>
                  </a:lnTo>
                  <a:lnTo>
                    <a:pt x="414278" y="60498"/>
                  </a:lnTo>
                  <a:lnTo>
                    <a:pt x="415048" y="68099"/>
                  </a:lnTo>
                  <a:lnTo>
                    <a:pt x="414532" y="73755"/>
                  </a:lnTo>
                  <a:lnTo>
                    <a:pt x="414367" y="75560"/>
                  </a:lnTo>
                  <a:lnTo>
                    <a:pt x="414329" y="75972"/>
                  </a:lnTo>
                  <a:lnTo>
                    <a:pt x="416991" y="82663"/>
                  </a:lnTo>
                  <a:lnTo>
                    <a:pt x="419355" y="88301"/>
                  </a:lnTo>
                  <a:lnTo>
                    <a:pt x="421524" y="96397"/>
                  </a:lnTo>
                  <a:lnTo>
                    <a:pt x="424236" y="104111"/>
                  </a:lnTo>
                  <a:lnTo>
                    <a:pt x="428579" y="112697"/>
                  </a:lnTo>
                  <a:lnTo>
                    <a:pt x="430901" y="119005"/>
                  </a:lnTo>
                  <a:lnTo>
                    <a:pt x="431639" y="121008"/>
                  </a:lnTo>
                  <a:lnTo>
                    <a:pt x="433585" y="127705"/>
                  </a:lnTo>
                  <a:lnTo>
                    <a:pt x="433730" y="134105"/>
                  </a:lnTo>
                  <a:lnTo>
                    <a:pt x="433846" y="139265"/>
                  </a:lnTo>
                  <a:lnTo>
                    <a:pt x="435449" y="153579"/>
                  </a:lnTo>
                  <a:lnTo>
                    <a:pt x="435837" y="156994"/>
                  </a:lnTo>
                  <a:lnTo>
                    <a:pt x="436709" y="164650"/>
                  </a:lnTo>
                  <a:lnTo>
                    <a:pt x="437403" y="170725"/>
                  </a:lnTo>
                  <a:lnTo>
                    <a:pt x="436791" y="176998"/>
                  </a:lnTo>
                  <a:lnTo>
                    <a:pt x="441305" y="185403"/>
                  </a:lnTo>
                  <a:lnTo>
                    <a:pt x="440297" y="197312"/>
                  </a:lnTo>
                  <a:lnTo>
                    <a:pt x="440716" y="204751"/>
                  </a:lnTo>
                  <a:lnTo>
                    <a:pt x="440742" y="209769"/>
                  </a:lnTo>
                  <a:lnTo>
                    <a:pt x="441005" y="210300"/>
                  </a:lnTo>
                  <a:lnTo>
                    <a:pt x="443728" y="215788"/>
                  </a:lnTo>
                  <a:lnTo>
                    <a:pt x="446336" y="227176"/>
                  </a:lnTo>
                  <a:lnTo>
                    <a:pt x="450360" y="233765"/>
                  </a:lnTo>
                  <a:lnTo>
                    <a:pt x="453308" y="237068"/>
                  </a:lnTo>
                  <a:lnTo>
                    <a:pt x="454008" y="245810"/>
                  </a:lnTo>
                  <a:lnTo>
                    <a:pt x="457024" y="257635"/>
                  </a:lnTo>
                  <a:lnTo>
                    <a:pt x="456150" y="263135"/>
                  </a:lnTo>
                  <a:lnTo>
                    <a:pt x="456075" y="263608"/>
                  </a:lnTo>
                  <a:lnTo>
                    <a:pt x="457027" y="270720"/>
                  </a:lnTo>
                  <a:lnTo>
                    <a:pt x="425370" y="271915"/>
                  </a:lnTo>
                  <a:lnTo>
                    <a:pt x="416442" y="272246"/>
                  </a:lnTo>
                  <a:lnTo>
                    <a:pt x="397246" y="272904"/>
                  </a:lnTo>
                  <a:lnTo>
                    <a:pt x="382924" y="273307"/>
                  </a:lnTo>
                  <a:lnTo>
                    <a:pt x="370598" y="273584"/>
                  </a:lnTo>
                  <a:lnTo>
                    <a:pt x="368807" y="273622"/>
                  </a:lnTo>
                  <a:lnTo>
                    <a:pt x="364993" y="273700"/>
                  </a:lnTo>
                  <a:lnTo>
                    <a:pt x="343974" y="274129"/>
                  </a:lnTo>
                  <a:lnTo>
                    <a:pt x="331087" y="274214"/>
                  </a:lnTo>
                  <a:lnTo>
                    <a:pt x="325037" y="274274"/>
                  </a:lnTo>
                  <a:lnTo>
                    <a:pt x="307841" y="274404"/>
                  </a:lnTo>
                  <a:lnTo>
                    <a:pt x="302517" y="274446"/>
                  </a:lnTo>
                  <a:lnTo>
                    <a:pt x="287112" y="274585"/>
                  </a:lnTo>
                  <a:lnTo>
                    <a:pt x="278232" y="274644"/>
                  </a:lnTo>
                  <a:lnTo>
                    <a:pt x="270843" y="274620"/>
                  </a:lnTo>
                  <a:lnTo>
                    <a:pt x="264310" y="274664"/>
                  </a:lnTo>
                  <a:lnTo>
                    <a:pt x="254396" y="274621"/>
                  </a:lnTo>
                  <a:lnTo>
                    <a:pt x="237786" y="274547"/>
                  </a:lnTo>
                  <a:lnTo>
                    <a:pt x="229106" y="274454"/>
                  </a:lnTo>
                  <a:lnTo>
                    <a:pt x="216565" y="274360"/>
                  </a:lnTo>
                  <a:lnTo>
                    <a:pt x="215795" y="274353"/>
                  </a:lnTo>
                  <a:lnTo>
                    <a:pt x="200509" y="274223"/>
                  </a:lnTo>
                  <a:lnTo>
                    <a:pt x="179445" y="273960"/>
                  </a:lnTo>
                  <a:lnTo>
                    <a:pt x="163653" y="273708"/>
                  </a:lnTo>
                  <a:lnTo>
                    <a:pt x="151923" y="273495"/>
                  </a:lnTo>
                  <a:lnTo>
                    <a:pt x="137424" y="273168"/>
                  </a:lnTo>
                  <a:lnTo>
                    <a:pt x="124836" y="272859"/>
                  </a:lnTo>
                  <a:lnTo>
                    <a:pt x="119529" y="272720"/>
                  </a:lnTo>
                  <a:lnTo>
                    <a:pt x="104829" y="272299"/>
                  </a:lnTo>
                  <a:lnTo>
                    <a:pt x="91228" y="271869"/>
                  </a:lnTo>
                  <a:lnTo>
                    <a:pt x="81828" y="271558"/>
                  </a:lnTo>
                  <a:lnTo>
                    <a:pt x="71119" y="271187"/>
                  </a:lnTo>
                  <a:lnTo>
                    <a:pt x="67344" y="271049"/>
                  </a:lnTo>
                  <a:lnTo>
                    <a:pt x="64098" y="270927"/>
                  </a:lnTo>
                  <a:lnTo>
                    <a:pt x="50474" y="270394"/>
                  </a:lnTo>
                  <a:lnTo>
                    <a:pt x="37261" y="269842"/>
                  </a:lnTo>
                  <a:lnTo>
                    <a:pt x="23472" y="269239"/>
                  </a:lnTo>
                  <a:lnTo>
                    <a:pt x="0" y="268111"/>
                  </a:lnTo>
                  <a:lnTo>
                    <a:pt x="1488" y="238721"/>
                  </a:lnTo>
                  <a:lnTo>
                    <a:pt x="1686" y="234817"/>
                  </a:lnTo>
                  <a:lnTo>
                    <a:pt x="2539" y="218556"/>
                  </a:lnTo>
                  <a:lnTo>
                    <a:pt x="2674" y="215828"/>
                  </a:lnTo>
                  <a:lnTo>
                    <a:pt x="3108" y="206992"/>
                  </a:lnTo>
                  <a:lnTo>
                    <a:pt x="3422" y="200637"/>
                  </a:lnTo>
                  <a:lnTo>
                    <a:pt x="4411" y="181324"/>
                  </a:lnTo>
                  <a:lnTo>
                    <a:pt x="5328" y="164337"/>
                  </a:lnTo>
                  <a:lnTo>
                    <a:pt x="6212" y="146542"/>
                  </a:lnTo>
                  <a:lnTo>
                    <a:pt x="6220" y="146383"/>
                  </a:lnTo>
                  <a:lnTo>
                    <a:pt x="6534" y="140669"/>
                  </a:lnTo>
                  <a:lnTo>
                    <a:pt x="7531" y="122576"/>
                  </a:lnTo>
                  <a:lnTo>
                    <a:pt x="8529" y="105025"/>
                  </a:lnTo>
                  <a:lnTo>
                    <a:pt x="9203" y="90253"/>
                  </a:lnTo>
                  <a:lnTo>
                    <a:pt x="9305" y="88095"/>
                  </a:lnTo>
                  <a:lnTo>
                    <a:pt x="10331" y="66561"/>
                  </a:lnTo>
                  <a:lnTo>
                    <a:pt x="10944" y="53580"/>
                  </a:lnTo>
                  <a:lnTo>
                    <a:pt x="11380" y="44378"/>
                  </a:lnTo>
                  <a:lnTo>
                    <a:pt x="11991" y="32112"/>
                  </a:lnTo>
                  <a:lnTo>
                    <a:pt x="12926" y="133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585618" y="4044428"/>
              <a:ext cx="356130" cy="329681"/>
            </a:xfrm>
            <a:custGeom>
              <a:avLst/>
              <a:pathLst>
                <a:path w="356130" h="329681">
                  <a:moveTo>
                    <a:pt x="0" y="28241"/>
                  </a:moveTo>
                  <a:lnTo>
                    <a:pt x="18136" y="27034"/>
                  </a:lnTo>
                  <a:lnTo>
                    <a:pt x="38207" y="25706"/>
                  </a:lnTo>
                  <a:lnTo>
                    <a:pt x="46534" y="25136"/>
                  </a:lnTo>
                  <a:lnTo>
                    <a:pt x="53065" y="24649"/>
                  </a:lnTo>
                  <a:lnTo>
                    <a:pt x="64819" y="23754"/>
                  </a:lnTo>
                  <a:lnTo>
                    <a:pt x="73002" y="23154"/>
                  </a:lnTo>
                  <a:lnTo>
                    <a:pt x="84105" y="22323"/>
                  </a:lnTo>
                  <a:lnTo>
                    <a:pt x="91986" y="21724"/>
                  </a:lnTo>
                  <a:lnTo>
                    <a:pt x="93557" y="21603"/>
                  </a:lnTo>
                  <a:lnTo>
                    <a:pt x="105349" y="20684"/>
                  </a:lnTo>
                  <a:lnTo>
                    <a:pt x="124531" y="19065"/>
                  </a:lnTo>
                  <a:lnTo>
                    <a:pt x="125598" y="18973"/>
                  </a:lnTo>
                  <a:lnTo>
                    <a:pt x="130291" y="18565"/>
                  </a:lnTo>
                  <a:lnTo>
                    <a:pt x="144962" y="17268"/>
                  </a:lnTo>
                  <a:lnTo>
                    <a:pt x="147437" y="17054"/>
                  </a:lnTo>
                  <a:lnTo>
                    <a:pt x="160047" y="15950"/>
                  </a:lnTo>
                  <a:lnTo>
                    <a:pt x="174136" y="14615"/>
                  </a:lnTo>
                  <a:lnTo>
                    <a:pt x="176243" y="14412"/>
                  </a:lnTo>
                  <a:lnTo>
                    <a:pt x="185723" y="13492"/>
                  </a:lnTo>
                  <a:lnTo>
                    <a:pt x="207793" y="11265"/>
                  </a:lnTo>
                  <a:lnTo>
                    <a:pt x="209887" y="11049"/>
                  </a:lnTo>
                  <a:lnTo>
                    <a:pt x="223458" y="9836"/>
                  </a:lnTo>
                  <a:lnTo>
                    <a:pt x="226498" y="9560"/>
                  </a:lnTo>
                  <a:lnTo>
                    <a:pt x="226636" y="9548"/>
                  </a:lnTo>
                  <a:lnTo>
                    <a:pt x="246220" y="7443"/>
                  </a:lnTo>
                  <a:lnTo>
                    <a:pt x="253855" y="6605"/>
                  </a:lnTo>
                  <a:lnTo>
                    <a:pt x="270304" y="4779"/>
                  </a:lnTo>
                  <a:lnTo>
                    <a:pt x="271595" y="4634"/>
                  </a:lnTo>
                  <a:lnTo>
                    <a:pt x="284917" y="3155"/>
                  </a:lnTo>
                  <a:lnTo>
                    <a:pt x="290653" y="2508"/>
                  </a:lnTo>
                  <a:lnTo>
                    <a:pt x="309916" y="500"/>
                  </a:lnTo>
                  <a:lnTo>
                    <a:pt x="314620" y="0"/>
                  </a:lnTo>
                  <a:lnTo>
                    <a:pt x="315832" y="2992"/>
                  </a:lnTo>
                  <a:lnTo>
                    <a:pt x="316984" y="6816"/>
                  </a:lnTo>
                  <a:lnTo>
                    <a:pt x="321822" y="8788"/>
                  </a:lnTo>
                  <a:lnTo>
                    <a:pt x="322285" y="11328"/>
                  </a:lnTo>
                  <a:lnTo>
                    <a:pt x="322766" y="16033"/>
                  </a:lnTo>
                  <a:lnTo>
                    <a:pt x="319533" y="19726"/>
                  </a:lnTo>
                  <a:lnTo>
                    <a:pt x="317128" y="24562"/>
                  </a:lnTo>
                  <a:lnTo>
                    <a:pt x="314930" y="26153"/>
                  </a:lnTo>
                  <a:lnTo>
                    <a:pt x="312854" y="27654"/>
                  </a:lnTo>
                  <a:lnTo>
                    <a:pt x="312207" y="31731"/>
                  </a:lnTo>
                  <a:lnTo>
                    <a:pt x="308294" y="34530"/>
                  </a:lnTo>
                  <a:lnTo>
                    <a:pt x="305733" y="40642"/>
                  </a:lnTo>
                  <a:lnTo>
                    <a:pt x="304127" y="45358"/>
                  </a:lnTo>
                  <a:lnTo>
                    <a:pt x="309755" y="44646"/>
                  </a:lnTo>
                  <a:lnTo>
                    <a:pt x="322840" y="42969"/>
                  </a:lnTo>
                  <a:lnTo>
                    <a:pt x="333046" y="41677"/>
                  </a:lnTo>
                  <a:lnTo>
                    <a:pt x="337157" y="41151"/>
                  </a:lnTo>
                  <a:lnTo>
                    <a:pt x="349024" y="39597"/>
                  </a:lnTo>
                  <a:lnTo>
                    <a:pt x="352806" y="43808"/>
                  </a:lnTo>
                  <a:lnTo>
                    <a:pt x="355514" y="45795"/>
                  </a:lnTo>
                  <a:lnTo>
                    <a:pt x="355903" y="47228"/>
                  </a:lnTo>
                  <a:lnTo>
                    <a:pt x="356130" y="48066"/>
                  </a:lnTo>
                  <a:lnTo>
                    <a:pt x="351005" y="50573"/>
                  </a:lnTo>
                  <a:lnTo>
                    <a:pt x="350772" y="52908"/>
                  </a:lnTo>
                  <a:lnTo>
                    <a:pt x="351577" y="56190"/>
                  </a:lnTo>
                  <a:lnTo>
                    <a:pt x="346620" y="59160"/>
                  </a:lnTo>
                  <a:lnTo>
                    <a:pt x="342220" y="62793"/>
                  </a:lnTo>
                  <a:lnTo>
                    <a:pt x="338489" y="62596"/>
                  </a:lnTo>
                  <a:lnTo>
                    <a:pt x="336141" y="68130"/>
                  </a:lnTo>
                  <a:lnTo>
                    <a:pt x="340661" y="71526"/>
                  </a:lnTo>
                  <a:lnTo>
                    <a:pt x="342482" y="73449"/>
                  </a:lnTo>
                  <a:lnTo>
                    <a:pt x="338687" y="75567"/>
                  </a:lnTo>
                  <a:lnTo>
                    <a:pt x="338268" y="79819"/>
                  </a:lnTo>
                  <a:lnTo>
                    <a:pt x="337468" y="81559"/>
                  </a:lnTo>
                  <a:lnTo>
                    <a:pt x="331759" y="81478"/>
                  </a:lnTo>
                  <a:lnTo>
                    <a:pt x="331683" y="86239"/>
                  </a:lnTo>
                  <a:lnTo>
                    <a:pt x="333742" y="89453"/>
                  </a:lnTo>
                  <a:lnTo>
                    <a:pt x="332481" y="93308"/>
                  </a:lnTo>
                  <a:lnTo>
                    <a:pt x="330608" y="92836"/>
                  </a:lnTo>
                  <a:lnTo>
                    <a:pt x="327742" y="94335"/>
                  </a:lnTo>
                  <a:lnTo>
                    <a:pt x="329933" y="98217"/>
                  </a:lnTo>
                  <a:lnTo>
                    <a:pt x="328058" y="103625"/>
                  </a:lnTo>
                  <a:lnTo>
                    <a:pt x="325143" y="106612"/>
                  </a:lnTo>
                  <a:lnTo>
                    <a:pt x="330274" y="108182"/>
                  </a:lnTo>
                  <a:lnTo>
                    <a:pt x="331043" y="112215"/>
                  </a:lnTo>
                  <a:lnTo>
                    <a:pt x="330940" y="115654"/>
                  </a:lnTo>
                  <a:lnTo>
                    <a:pt x="332026" y="119605"/>
                  </a:lnTo>
                  <a:lnTo>
                    <a:pt x="326960" y="119269"/>
                  </a:lnTo>
                  <a:lnTo>
                    <a:pt x="325779" y="122712"/>
                  </a:lnTo>
                  <a:lnTo>
                    <a:pt x="325025" y="126390"/>
                  </a:lnTo>
                  <a:lnTo>
                    <a:pt x="320239" y="127868"/>
                  </a:lnTo>
                  <a:lnTo>
                    <a:pt x="317808" y="129164"/>
                  </a:lnTo>
                  <a:lnTo>
                    <a:pt x="317493" y="132121"/>
                  </a:lnTo>
                  <a:lnTo>
                    <a:pt x="322670" y="136651"/>
                  </a:lnTo>
                  <a:lnTo>
                    <a:pt x="322544" y="139338"/>
                  </a:lnTo>
                  <a:lnTo>
                    <a:pt x="318454" y="142853"/>
                  </a:lnTo>
                  <a:lnTo>
                    <a:pt x="318318" y="142970"/>
                  </a:lnTo>
                  <a:lnTo>
                    <a:pt x="312315" y="146869"/>
                  </a:lnTo>
                  <a:lnTo>
                    <a:pt x="311859" y="146924"/>
                  </a:lnTo>
                  <a:lnTo>
                    <a:pt x="307852" y="147410"/>
                  </a:lnTo>
                  <a:lnTo>
                    <a:pt x="307563" y="151508"/>
                  </a:lnTo>
                  <a:lnTo>
                    <a:pt x="305480" y="153884"/>
                  </a:lnTo>
                  <a:lnTo>
                    <a:pt x="303115" y="159663"/>
                  </a:lnTo>
                  <a:lnTo>
                    <a:pt x="303160" y="163065"/>
                  </a:lnTo>
                  <a:lnTo>
                    <a:pt x="301661" y="166037"/>
                  </a:lnTo>
                  <a:lnTo>
                    <a:pt x="300909" y="167525"/>
                  </a:lnTo>
                  <a:lnTo>
                    <a:pt x="304066" y="171372"/>
                  </a:lnTo>
                  <a:lnTo>
                    <a:pt x="302992" y="175351"/>
                  </a:lnTo>
                  <a:lnTo>
                    <a:pt x="302537" y="181179"/>
                  </a:lnTo>
                  <a:lnTo>
                    <a:pt x="303525" y="184920"/>
                  </a:lnTo>
                  <a:lnTo>
                    <a:pt x="299023" y="188180"/>
                  </a:lnTo>
                  <a:lnTo>
                    <a:pt x="298066" y="192527"/>
                  </a:lnTo>
                  <a:lnTo>
                    <a:pt x="292850" y="190594"/>
                  </a:lnTo>
                  <a:lnTo>
                    <a:pt x="290426" y="192745"/>
                  </a:lnTo>
                  <a:lnTo>
                    <a:pt x="291789" y="197316"/>
                  </a:lnTo>
                  <a:lnTo>
                    <a:pt x="287519" y="198649"/>
                  </a:lnTo>
                  <a:lnTo>
                    <a:pt x="285920" y="202640"/>
                  </a:lnTo>
                  <a:lnTo>
                    <a:pt x="282065" y="204091"/>
                  </a:lnTo>
                  <a:lnTo>
                    <a:pt x="283262" y="207488"/>
                  </a:lnTo>
                  <a:lnTo>
                    <a:pt x="282612" y="209621"/>
                  </a:lnTo>
                  <a:lnTo>
                    <a:pt x="279546" y="211025"/>
                  </a:lnTo>
                  <a:lnTo>
                    <a:pt x="279350" y="213574"/>
                  </a:lnTo>
                  <a:lnTo>
                    <a:pt x="279325" y="213898"/>
                  </a:lnTo>
                  <a:lnTo>
                    <a:pt x="279277" y="214524"/>
                  </a:lnTo>
                  <a:lnTo>
                    <a:pt x="282680" y="215454"/>
                  </a:lnTo>
                  <a:lnTo>
                    <a:pt x="284801" y="217219"/>
                  </a:lnTo>
                  <a:lnTo>
                    <a:pt x="283883" y="221299"/>
                  </a:lnTo>
                  <a:lnTo>
                    <a:pt x="280307" y="222459"/>
                  </a:lnTo>
                  <a:lnTo>
                    <a:pt x="277747" y="224313"/>
                  </a:lnTo>
                  <a:lnTo>
                    <a:pt x="276118" y="226521"/>
                  </a:lnTo>
                  <a:lnTo>
                    <a:pt x="272897" y="226152"/>
                  </a:lnTo>
                  <a:lnTo>
                    <a:pt x="270160" y="228532"/>
                  </a:lnTo>
                  <a:lnTo>
                    <a:pt x="274141" y="229660"/>
                  </a:lnTo>
                  <a:lnTo>
                    <a:pt x="275133" y="232706"/>
                  </a:lnTo>
                  <a:lnTo>
                    <a:pt x="272847" y="235631"/>
                  </a:lnTo>
                  <a:lnTo>
                    <a:pt x="273900" y="240216"/>
                  </a:lnTo>
                  <a:lnTo>
                    <a:pt x="276065" y="241592"/>
                  </a:lnTo>
                  <a:lnTo>
                    <a:pt x="276296" y="245294"/>
                  </a:lnTo>
                  <a:lnTo>
                    <a:pt x="271910" y="244633"/>
                  </a:lnTo>
                  <a:lnTo>
                    <a:pt x="270030" y="244993"/>
                  </a:lnTo>
                  <a:lnTo>
                    <a:pt x="267936" y="247627"/>
                  </a:lnTo>
                  <a:lnTo>
                    <a:pt x="273156" y="249961"/>
                  </a:lnTo>
                  <a:lnTo>
                    <a:pt x="271729" y="254853"/>
                  </a:lnTo>
                  <a:lnTo>
                    <a:pt x="266159" y="256267"/>
                  </a:lnTo>
                  <a:lnTo>
                    <a:pt x="269948" y="259409"/>
                  </a:lnTo>
                  <a:lnTo>
                    <a:pt x="265988" y="262876"/>
                  </a:lnTo>
                  <a:lnTo>
                    <a:pt x="264957" y="265677"/>
                  </a:lnTo>
                  <a:lnTo>
                    <a:pt x="264411" y="267161"/>
                  </a:lnTo>
                  <a:lnTo>
                    <a:pt x="266627" y="270135"/>
                  </a:lnTo>
                  <a:lnTo>
                    <a:pt x="268161" y="272675"/>
                  </a:lnTo>
                  <a:lnTo>
                    <a:pt x="270213" y="275556"/>
                  </a:lnTo>
                  <a:lnTo>
                    <a:pt x="272972" y="278265"/>
                  </a:lnTo>
                  <a:lnTo>
                    <a:pt x="271244" y="282330"/>
                  </a:lnTo>
                  <a:lnTo>
                    <a:pt x="273023" y="288193"/>
                  </a:lnTo>
                  <a:lnTo>
                    <a:pt x="275968" y="288466"/>
                  </a:lnTo>
                  <a:lnTo>
                    <a:pt x="277578" y="291880"/>
                  </a:lnTo>
                  <a:lnTo>
                    <a:pt x="276852" y="296540"/>
                  </a:lnTo>
                  <a:lnTo>
                    <a:pt x="275785" y="300987"/>
                  </a:lnTo>
                  <a:lnTo>
                    <a:pt x="272178" y="301056"/>
                  </a:lnTo>
                  <a:lnTo>
                    <a:pt x="270427" y="304470"/>
                  </a:lnTo>
                  <a:lnTo>
                    <a:pt x="275227" y="307827"/>
                  </a:lnTo>
                  <a:lnTo>
                    <a:pt x="272688" y="311900"/>
                  </a:lnTo>
                  <a:lnTo>
                    <a:pt x="272269" y="312571"/>
                  </a:lnTo>
                  <a:lnTo>
                    <a:pt x="265013" y="313266"/>
                  </a:lnTo>
                  <a:lnTo>
                    <a:pt x="252385" y="314453"/>
                  </a:lnTo>
                  <a:lnTo>
                    <a:pt x="250584" y="314621"/>
                  </a:lnTo>
                  <a:lnTo>
                    <a:pt x="248461" y="314817"/>
                  </a:lnTo>
                  <a:lnTo>
                    <a:pt x="220016" y="317463"/>
                  </a:lnTo>
                  <a:lnTo>
                    <a:pt x="205721" y="318745"/>
                  </a:lnTo>
                  <a:lnTo>
                    <a:pt x="194378" y="319740"/>
                  </a:lnTo>
                  <a:lnTo>
                    <a:pt x="173817" y="321314"/>
                  </a:lnTo>
                  <a:lnTo>
                    <a:pt x="157328" y="322552"/>
                  </a:lnTo>
                  <a:lnTo>
                    <a:pt x="139131" y="323830"/>
                  </a:lnTo>
                  <a:lnTo>
                    <a:pt x="137830" y="323932"/>
                  </a:lnTo>
                  <a:lnTo>
                    <a:pt x="122429" y="325119"/>
                  </a:lnTo>
                  <a:lnTo>
                    <a:pt x="119385" y="325356"/>
                  </a:lnTo>
                  <a:lnTo>
                    <a:pt x="109161" y="326140"/>
                  </a:lnTo>
                  <a:lnTo>
                    <a:pt x="100786" y="326750"/>
                  </a:lnTo>
                  <a:lnTo>
                    <a:pt x="98538" y="326912"/>
                  </a:lnTo>
                  <a:lnTo>
                    <a:pt x="83598" y="327967"/>
                  </a:lnTo>
                  <a:lnTo>
                    <a:pt x="77406" y="328425"/>
                  </a:lnTo>
                  <a:lnTo>
                    <a:pt x="76854" y="328466"/>
                  </a:lnTo>
                  <a:lnTo>
                    <a:pt x="59988" y="329681"/>
                  </a:lnTo>
                  <a:lnTo>
                    <a:pt x="59241" y="317365"/>
                  </a:lnTo>
                  <a:lnTo>
                    <a:pt x="58623" y="307680"/>
                  </a:lnTo>
                  <a:lnTo>
                    <a:pt x="58292" y="302507"/>
                  </a:lnTo>
                  <a:lnTo>
                    <a:pt x="57724" y="293311"/>
                  </a:lnTo>
                  <a:lnTo>
                    <a:pt x="57061" y="283218"/>
                  </a:lnTo>
                  <a:lnTo>
                    <a:pt x="54802" y="281551"/>
                  </a:lnTo>
                  <a:lnTo>
                    <a:pt x="49611" y="281429"/>
                  </a:lnTo>
                  <a:lnTo>
                    <a:pt x="46572" y="280367"/>
                  </a:lnTo>
                  <a:lnTo>
                    <a:pt x="44470" y="282404"/>
                  </a:lnTo>
                  <a:lnTo>
                    <a:pt x="42584" y="281997"/>
                  </a:lnTo>
                  <a:lnTo>
                    <a:pt x="37888" y="283386"/>
                  </a:lnTo>
                  <a:lnTo>
                    <a:pt x="35329" y="283329"/>
                  </a:lnTo>
                  <a:lnTo>
                    <a:pt x="34228" y="284334"/>
                  </a:lnTo>
                  <a:lnTo>
                    <a:pt x="31694" y="283708"/>
                  </a:lnTo>
                  <a:lnTo>
                    <a:pt x="29359" y="282835"/>
                  </a:lnTo>
                  <a:lnTo>
                    <a:pt x="24148" y="277857"/>
                  </a:lnTo>
                  <a:lnTo>
                    <a:pt x="23678" y="264635"/>
                  </a:lnTo>
                  <a:lnTo>
                    <a:pt x="23240" y="251349"/>
                  </a:lnTo>
                  <a:lnTo>
                    <a:pt x="23012" y="244451"/>
                  </a:lnTo>
                  <a:lnTo>
                    <a:pt x="22487" y="229528"/>
                  </a:lnTo>
                  <a:lnTo>
                    <a:pt x="21961" y="214703"/>
                  </a:lnTo>
                  <a:lnTo>
                    <a:pt x="21509" y="201755"/>
                  </a:lnTo>
                  <a:lnTo>
                    <a:pt x="21117" y="190594"/>
                  </a:lnTo>
                  <a:lnTo>
                    <a:pt x="20855" y="182362"/>
                  </a:lnTo>
                  <a:lnTo>
                    <a:pt x="20402" y="168207"/>
                  </a:lnTo>
                  <a:lnTo>
                    <a:pt x="20287" y="164395"/>
                  </a:lnTo>
                  <a:lnTo>
                    <a:pt x="19457" y="137004"/>
                  </a:lnTo>
                  <a:lnTo>
                    <a:pt x="19379" y="134447"/>
                  </a:lnTo>
                  <a:lnTo>
                    <a:pt x="19160" y="126234"/>
                  </a:lnTo>
                  <a:lnTo>
                    <a:pt x="18883" y="124682"/>
                  </a:lnTo>
                  <a:lnTo>
                    <a:pt x="18803" y="124235"/>
                  </a:lnTo>
                  <a:lnTo>
                    <a:pt x="17190" y="115201"/>
                  </a:lnTo>
                  <a:lnTo>
                    <a:pt x="14770" y="102904"/>
                  </a:lnTo>
                  <a:lnTo>
                    <a:pt x="12715" y="92438"/>
                  </a:lnTo>
                  <a:lnTo>
                    <a:pt x="12561" y="91653"/>
                  </a:lnTo>
                  <a:lnTo>
                    <a:pt x="8742" y="72618"/>
                  </a:lnTo>
                  <a:lnTo>
                    <a:pt x="6738" y="62710"/>
                  </a:lnTo>
                  <a:lnTo>
                    <a:pt x="5690" y="57520"/>
                  </a:lnTo>
                  <a:lnTo>
                    <a:pt x="3276" y="455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716732" y="3257675"/>
              <a:ext cx="584784" cy="269891"/>
            </a:xfrm>
            <a:custGeom>
              <a:avLst/>
              <a:pathLst>
                <a:path w="584784" h="269891">
                  <a:moveTo>
                    <a:pt x="478" y="165559"/>
                  </a:moveTo>
                  <a:lnTo>
                    <a:pt x="1206" y="151191"/>
                  </a:lnTo>
                  <a:lnTo>
                    <a:pt x="1699" y="141089"/>
                  </a:lnTo>
                  <a:lnTo>
                    <a:pt x="2392" y="126083"/>
                  </a:lnTo>
                  <a:lnTo>
                    <a:pt x="2593" y="121747"/>
                  </a:lnTo>
                  <a:lnTo>
                    <a:pt x="2940" y="114361"/>
                  </a:lnTo>
                  <a:lnTo>
                    <a:pt x="3717" y="97890"/>
                  </a:lnTo>
                  <a:lnTo>
                    <a:pt x="4225" y="87685"/>
                  </a:lnTo>
                  <a:lnTo>
                    <a:pt x="4288" y="86405"/>
                  </a:lnTo>
                  <a:lnTo>
                    <a:pt x="5272" y="65896"/>
                  </a:lnTo>
                  <a:lnTo>
                    <a:pt x="6313" y="43948"/>
                  </a:lnTo>
                  <a:lnTo>
                    <a:pt x="6817" y="34135"/>
                  </a:lnTo>
                  <a:lnTo>
                    <a:pt x="6903" y="32454"/>
                  </a:lnTo>
                  <a:lnTo>
                    <a:pt x="8446" y="0"/>
                  </a:lnTo>
                  <a:lnTo>
                    <a:pt x="43627" y="1613"/>
                  </a:lnTo>
                  <a:lnTo>
                    <a:pt x="45487" y="1691"/>
                  </a:lnTo>
                  <a:lnTo>
                    <a:pt x="76022" y="2947"/>
                  </a:lnTo>
                  <a:lnTo>
                    <a:pt x="89413" y="3441"/>
                  </a:lnTo>
                  <a:lnTo>
                    <a:pt x="114046" y="4261"/>
                  </a:lnTo>
                  <a:lnTo>
                    <a:pt x="135001" y="4880"/>
                  </a:lnTo>
                  <a:lnTo>
                    <a:pt x="189912" y="6104"/>
                  </a:lnTo>
                  <a:lnTo>
                    <a:pt x="204540" y="6333"/>
                  </a:lnTo>
                  <a:lnTo>
                    <a:pt x="256094" y="6672"/>
                  </a:lnTo>
                  <a:lnTo>
                    <a:pt x="278488" y="6661"/>
                  </a:lnTo>
                  <a:lnTo>
                    <a:pt x="298800" y="6583"/>
                  </a:lnTo>
                  <a:lnTo>
                    <a:pt x="316773" y="6447"/>
                  </a:lnTo>
                  <a:lnTo>
                    <a:pt x="342899" y="6141"/>
                  </a:lnTo>
                  <a:lnTo>
                    <a:pt x="365358" y="5750"/>
                  </a:lnTo>
                  <a:lnTo>
                    <a:pt x="366676" y="8803"/>
                  </a:lnTo>
                  <a:lnTo>
                    <a:pt x="369589" y="11764"/>
                  </a:lnTo>
                  <a:lnTo>
                    <a:pt x="372699" y="12654"/>
                  </a:lnTo>
                  <a:lnTo>
                    <a:pt x="377792" y="15357"/>
                  </a:lnTo>
                  <a:lnTo>
                    <a:pt x="379627" y="16328"/>
                  </a:lnTo>
                  <a:lnTo>
                    <a:pt x="382750" y="17480"/>
                  </a:lnTo>
                  <a:lnTo>
                    <a:pt x="387898" y="19123"/>
                  </a:lnTo>
                  <a:lnTo>
                    <a:pt x="388192" y="19216"/>
                  </a:lnTo>
                  <a:lnTo>
                    <a:pt x="391049" y="21923"/>
                  </a:lnTo>
                  <a:lnTo>
                    <a:pt x="395631" y="25706"/>
                  </a:lnTo>
                  <a:lnTo>
                    <a:pt x="401095" y="25096"/>
                  </a:lnTo>
                  <a:lnTo>
                    <a:pt x="403942" y="22452"/>
                  </a:lnTo>
                  <a:lnTo>
                    <a:pt x="405634" y="17680"/>
                  </a:lnTo>
                  <a:lnTo>
                    <a:pt x="406826" y="16557"/>
                  </a:lnTo>
                  <a:lnTo>
                    <a:pt x="410488" y="17083"/>
                  </a:lnTo>
                  <a:lnTo>
                    <a:pt x="416982" y="18153"/>
                  </a:lnTo>
                  <a:lnTo>
                    <a:pt x="421187" y="17329"/>
                  </a:lnTo>
                  <a:lnTo>
                    <a:pt x="423506" y="16872"/>
                  </a:lnTo>
                  <a:lnTo>
                    <a:pt x="428877" y="16930"/>
                  </a:lnTo>
                  <a:lnTo>
                    <a:pt x="430886" y="17198"/>
                  </a:lnTo>
                  <a:lnTo>
                    <a:pt x="433005" y="17480"/>
                  </a:lnTo>
                  <a:lnTo>
                    <a:pt x="435212" y="15664"/>
                  </a:lnTo>
                  <a:lnTo>
                    <a:pt x="440126" y="16389"/>
                  </a:lnTo>
                  <a:lnTo>
                    <a:pt x="442616" y="15447"/>
                  </a:lnTo>
                  <a:lnTo>
                    <a:pt x="446786" y="16409"/>
                  </a:lnTo>
                  <a:lnTo>
                    <a:pt x="448422" y="19255"/>
                  </a:lnTo>
                  <a:lnTo>
                    <a:pt x="451657" y="21652"/>
                  </a:lnTo>
                  <a:lnTo>
                    <a:pt x="453891" y="23305"/>
                  </a:lnTo>
                  <a:lnTo>
                    <a:pt x="460785" y="23894"/>
                  </a:lnTo>
                  <a:lnTo>
                    <a:pt x="461398" y="24391"/>
                  </a:lnTo>
                  <a:lnTo>
                    <a:pt x="464722" y="27082"/>
                  </a:lnTo>
                  <a:lnTo>
                    <a:pt x="468490" y="26126"/>
                  </a:lnTo>
                  <a:lnTo>
                    <a:pt x="475015" y="28788"/>
                  </a:lnTo>
                  <a:lnTo>
                    <a:pt x="475390" y="28941"/>
                  </a:lnTo>
                  <a:lnTo>
                    <a:pt x="477026" y="32024"/>
                  </a:lnTo>
                  <a:lnTo>
                    <a:pt x="482240" y="32154"/>
                  </a:lnTo>
                  <a:lnTo>
                    <a:pt x="481679" y="37049"/>
                  </a:lnTo>
                  <a:lnTo>
                    <a:pt x="485076" y="40194"/>
                  </a:lnTo>
                  <a:lnTo>
                    <a:pt x="487208" y="43566"/>
                  </a:lnTo>
                  <a:lnTo>
                    <a:pt x="488348" y="45367"/>
                  </a:lnTo>
                  <a:lnTo>
                    <a:pt x="493922" y="44768"/>
                  </a:lnTo>
                  <a:lnTo>
                    <a:pt x="495564" y="47116"/>
                  </a:lnTo>
                  <a:lnTo>
                    <a:pt x="499149" y="46268"/>
                  </a:lnTo>
                  <a:lnTo>
                    <a:pt x="503415" y="48627"/>
                  </a:lnTo>
                  <a:lnTo>
                    <a:pt x="501630" y="53174"/>
                  </a:lnTo>
                  <a:lnTo>
                    <a:pt x="502154" y="59615"/>
                  </a:lnTo>
                  <a:lnTo>
                    <a:pt x="506006" y="64416"/>
                  </a:lnTo>
                  <a:lnTo>
                    <a:pt x="507104" y="65782"/>
                  </a:lnTo>
                  <a:lnTo>
                    <a:pt x="507259" y="69812"/>
                  </a:lnTo>
                  <a:lnTo>
                    <a:pt x="507217" y="70172"/>
                  </a:lnTo>
                  <a:lnTo>
                    <a:pt x="506715" y="74420"/>
                  </a:lnTo>
                  <a:lnTo>
                    <a:pt x="512053" y="78861"/>
                  </a:lnTo>
                  <a:lnTo>
                    <a:pt x="512052" y="84698"/>
                  </a:lnTo>
                  <a:lnTo>
                    <a:pt x="515361" y="86709"/>
                  </a:lnTo>
                  <a:lnTo>
                    <a:pt x="521494" y="90648"/>
                  </a:lnTo>
                  <a:lnTo>
                    <a:pt x="520018" y="96398"/>
                  </a:lnTo>
                  <a:lnTo>
                    <a:pt x="522304" y="100158"/>
                  </a:lnTo>
                  <a:lnTo>
                    <a:pt x="523644" y="102360"/>
                  </a:lnTo>
                  <a:lnTo>
                    <a:pt x="526675" y="106380"/>
                  </a:lnTo>
                  <a:lnTo>
                    <a:pt x="525453" y="112669"/>
                  </a:lnTo>
                  <a:lnTo>
                    <a:pt x="524305" y="116741"/>
                  </a:lnTo>
                  <a:lnTo>
                    <a:pt x="524104" y="117451"/>
                  </a:lnTo>
                  <a:lnTo>
                    <a:pt x="523891" y="122304"/>
                  </a:lnTo>
                  <a:lnTo>
                    <a:pt x="525829" y="126822"/>
                  </a:lnTo>
                  <a:lnTo>
                    <a:pt x="526706" y="129673"/>
                  </a:lnTo>
                  <a:lnTo>
                    <a:pt x="531598" y="128048"/>
                  </a:lnTo>
                  <a:lnTo>
                    <a:pt x="532478" y="131270"/>
                  </a:lnTo>
                  <a:lnTo>
                    <a:pt x="533359" y="134491"/>
                  </a:lnTo>
                  <a:lnTo>
                    <a:pt x="537394" y="135525"/>
                  </a:lnTo>
                  <a:lnTo>
                    <a:pt x="537354" y="141314"/>
                  </a:lnTo>
                  <a:lnTo>
                    <a:pt x="537342" y="143065"/>
                  </a:lnTo>
                  <a:lnTo>
                    <a:pt x="537748" y="147258"/>
                  </a:lnTo>
                  <a:lnTo>
                    <a:pt x="540277" y="150994"/>
                  </a:lnTo>
                  <a:lnTo>
                    <a:pt x="539045" y="154601"/>
                  </a:lnTo>
                  <a:lnTo>
                    <a:pt x="539339" y="158684"/>
                  </a:lnTo>
                  <a:lnTo>
                    <a:pt x="539383" y="159300"/>
                  </a:lnTo>
                  <a:lnTo>
                    <a:pt x="542867" y="158888"/>
                  </a:lnTo>
                  <a:lnTo>
                    <a:pt x="542644" y="161256"/>
                  </a:lnTo>
                  <a:lnTo>
                    <a:pt x="542346" y="164403"/>
                  </a:lnTo>
                  <a:lnTo>
                    <a:pt x="542842" y="168002"/>
                  </a:lnTo>
                  <a:lnTo>
                    <a:pt x="542910" y="170696"/>
                  </a:lnTo>
                  <a:lnTo>
                    <a:pt x="542988" y="173810"/>
                  </a:lnTo>
                  <a:lnTo>
                    <a:pt x="545668" y="177635"/>
                  </a:lnTo>
                  <a:lnTo>
                    <a:pt x="545246" y="181850"/>
                  </a:lnTo>
                  <a:lnTo>
                    <a:pt x="546624" y="184134"/>
                  </a:lnTo>
                  <a:lnTo>
                    <a:pt x="547205" y="185096"/>
                  </a:lnTo>
                  <a:lnTo>
                    <a:pt x="545349" y="188803"/>
                  </a:lnTo>
                  <a:lnTo>
                    <a:pt x="546091" y="194271"/>
                  </a:lnTo>
                  <a:lnTo>
                    <a:pt x="542661" y="198553"/>
                  </a:lnTo>
                  <a:lnTo>
                    <a:pt x="545728" y="203122"/>
                  </a:lnTo>
                  <a:lnTo>
                    <a:pt x="550124" y="205479"/>
                  </a:lnTo>
                  <a:lnTo>
                    <a:pt x="552558" y="209745"/>
                  </a:lnTo>
                  <a:lnTo>
                    <a:pt x="551502" y="211395"/>
                  </a:lnTo>
                  <a:lnTo>
                    <a:pt x="552327" y="216562"/>
                  </a:lnTo>
                  <a:lnTo>
                    <a:pt x="555179" y="216307"/>
                  </a:lnTo>
                  <a:lnTo>
                    <a:pt x="555329" y="216603"/>
                  </a:lnTo>
                  <a:lnTo>
                    <a:pt x="556633" y="219188"/>
                  </a:lnTo>
                  <a:lnTo>
                    <a:pt x="557458" y="221804"/>
                  </a:lnTo>
                  <a:lnTo>
                    <a:pt x="560090" y="227579"/>
                  </a:lnTo>
                  <a:lnTo>
                    <a:pt x="560783" y="230159"/>
                  </a:lnTo>
                  <a:lnTo>
                    <a:pt x="560127" y="234048"/>
                  </a:lnTo>
                  <a:lnTo>
                    <a:pt x="563871" y="234973"/>
                  </a:lnTo>
                  <a:lnTo>
                    <a:pt x="566992" y="236447"/>
                  </a:lnTo>
                  <a:lnTo>
                    <a:pt x="567455" y="238774"/>
                  </a:lnTo>
                  <a:lnTo>
                    <a:pt x="567484" y="238916"/>
                  </a:lnTo>
                  <a:lnTo>
                    <a:pt x="567548" y="239240"/>
                  </a:lnTo>
                  <a:lnTo>
                    <a:pt x="572653" y="240984"/>
                  </a:lnTo>
                  <a:lnTo>
                    <a:pt x="572303" y="245187"/>
                  </a:lnTo>
                  <a:lnTo>
                    <a:pt x="575800" y="249173"/>
                  </a:lnTo>
                  <a:lnTo>
                    <a:pt x="578500" y="251905"/>
                  </a:lnTo>
                  <a:lnTo>
                    <a:pt x="577301" y="255354"/>
                  </a:lnTo>
                  <a:lnTo>
                    <a:pt x="579635" y="258981"/>
                  </a:lnTo>
                  <a:lnTo>
                    <a:pt x="581923" y="258660"/>
                  </a:lnTo>
                  <a:lnTo>
                    <a:pt x="584784" y="261076"/>
                  </a:lnTo>
                  <a:lnTo>
                    <a:pt x="582658" y="261194"/>
                  </a:lnTo>
                  <a:lnTo>
                    <a:pt x="552745" y="262761"/>
                  </a:lnTo>
                  <a:lnTo>
                    <a:pt x="552507" y="262772"/>
                  </a:lnTo>
                  <a:lnTo>
                    <a:pt x="537532" y="263494"/>
                  </a:lnTo>
                  <a:lnTo>
                    <a:pt x="536630" y="263536"/>
                  </a:lnTo>
                  <a:lnTo>
                    <a:pt x="527864" y="263970"/>
                  </a:lnTo>
                  <a:lnTo>
                    <a:pt x="522154" y="264215"/>
                  </a:lnTo>
                  <a:lnTo>
                    <a:pt x="507043" y="264858"/>
                  </a:lnTo>
                  <a:lnTo>
                    <a:pt x="506624" y="264875"/>
                  </a:lnTo>
                  <a:lnTo>
                    <a:pt x="484017" y="265758"/>
                  </a:lnTo>
                  <a:lnTo>
                    <a:pt x="479436" y="265926"/>
                  </a:lnTo>
                  <a:lnTo>
                    <a:pt x="476568" y="266033"/>
                  </a:lnTo>
                  <a:lnTo>
                    <a:pt x="470323" y="266262"/>
                  </a:lnTo>
                  <a:lnTo>
                    <a:pt x="446079" y="267043"/>
                  </a:lnTo>
                  <a:lnTo>
                    <a:pt x="442939" y="267137"/>
                  </a:lnTo>
                  <a:lnTo>
                    <a:pt x="418605" y="267828"/>
                  </a:lnTo>
                  <a:lnTo>
                    <a:pt x="415618" y="267906"/>
                  </a:lnTo>
                  <a:lnTo>
                    <a:pt x="408187" y="268092"/>
                  </a:lnTo>
                  <a:lnTo>
                    <a:pt x="398473" y="268321"/>
                  </a:lnTo>
                  <a:lnTo>
                    <a:pt x="385137" y="268611"/>
                  </a:lnTo>
                  <a:lnTo>
                    <a:pt x="369613" y="268910"/>
                  </a:lnTo>
                  <a:lnTo>
                    <a:pt x="362250" y="269036"/>
                  </a:lnTo>
                  <a:lnTo>
                    <a:pt x="354663" y="269163"/>
                  </a:lnTo>
                  <a:lnTo>
                    <a:pt x="331713" y="269486"/>
                  </a:lnTo>
                  <a:lnTo>
                    <a:pt x="330461" y="269501"/>
                  </a:lnTo>
                  <a:lnTo>
                    <a:pt x="324159" y="269569"/>
                  </a:lnTo>
                  <a:lnTo>
                    <a:pt x="302418" y="269749"/>
                  </a:lnTo>
                  <a:lnTo>
                    <a:pt x="294095" y="269815"/>
                  </a:lnTo>
                  <a:lnTo>
                    <a:pt x="293897" y="269816"/>
                  </a:lnTo>
                  <a:lnTo>
                    <a:pt x="281422" y="269891"/>
                  </a:lnTo>
                  <a:lnTo>
                    <a:pt x="256868" y="269878"/>
                  </a:lnTo>
                  <a:lnTo>
                    <a:pt x="255804" y="269875"/>
                  </a:lnTo>
                  <a:lnTo>
                    <a:pt x="236706" y="269782"/>
                  </a:lnTo>
                  <a:lnTo>
                    <a:pt x="219066" y="269608"/>
                  </a:lnTo>
                  <a:lnTo>
                    <a:pt x="217718" y="269592"/>
                  </a:lnTo>
                  <a:lnTo>
                    <a:pt x="197405" y="269368"/>
                  </a:lnTo>
                  <a:lnTo>
                    <a:pt x="181662" y="269123"/>
                  </a:lnTo>
                  <a:lnTo>
                    <a:pt x="179638" y="269090"/>
                  </a:lnTo>
                  <a:lnTo>
                    <a:pt x="173777" y="268992"/>
                  </a:lnTo>
                  <a:lnTo>
                    <a:pt x="164936" y="268832"/>
                  </a:lnTo>
                  <a:lnTo>
                    <a:pt x="145409" y="268405"/>
                  </a:lnTo>
                  <a:lnTo>
                    <a:pt x="130618" y="268046"/>
                  </a:lnTo>
                  <a:lnTo>
                    <a:pt x="131346" y="238611"/>
                  </a:lnTo>
                  <a:lnTo>
                    <a:pt x="131368" y="237660"/>
                  </a:lnTo>
                  <a:lnTo>
                    <a:pt x="131558" y="229689"/>
                  </a:lnTo>
                  <a:lnTo>
                    <a:pt x="132098" y="207078"/>
                  </a:lnTo>
                  <a:lnTo>
                    <a:pt x="132208" y="202508"/>
                  </a:lnTo>
                  <a:lnTo>
                    <a:pt x="132711" y="180311"/>
                  </a:lnTo>
                  <a:lnTo>
                    <a:pt x="99210" y="179388"/>
                  </a:lnTo>
                  <a:lnTo>
                    <a:pt x="94949" y="179254"/>
                  </a:lnTo>
                  <a:lnTo>
                    <a:pt x="92798" y="179185"/>
                  </a:lnTo>
                  <a:lnTo>
                    <a:pt x="64744" y="178207"/>
                  </a:lnTo>
                  <a:lnTo>
                    <a:pt x="44458" y="177441"/>
                  </a:lnTo>
                  <a:lnTo>
                    <a:pt x="31728" y="176921"/>
                  </a:lnTo>
                  <a:lnTo>
                    <a:pt x="0" y="1754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41546" y="2513972"/>
              <a:ext cx="115925" cy="246260"/>
            </a:xfrm>
            <a:custGeom>
              <a:avLst/>
              <a:pathLst>
                <a:path w="115925" h="246260">
                  <a:moveTo>
                    <a:pt x="11523" y="236609"/>
                  </a:moveTo>
                  <a:lnTo>
                    <a:pt x="12088" y="233410"/>
                  </a:lnTo>
                  <a:lnTo>
                    <a:pt x="10408" y="228623"/>
                  </a:lnTo>
                  <a:lnTo>
                    <a:pt x="12409" y="226704"/>
                  </a:lnTo>
                  <a:lnTo>
                    <a:pt x="14194" y="222585"/>
                  </a:lnTo>
                  <a:lnTo>
                    <a:pt x="12015" y="219604"/>
                  </a:lnTo>
                  <a:lnTo>
                    <a:pt x="12405" y="215451"/>
                  </a:lnTo>
                  <a:lnTo>
                    <a:pt x="9483" y="210176"/>
                  </a:lnTo>
                  <a:lnTo>
                    <a:pt x="9344" y="209495"/>
                  </a:lnTo>
                  <a:lnTo>
                    <a:pt x="8366" y="204734"/>
                  </a:lnTo>
                  <a:lnTo>
                    <a:pt x="8269" y="203102"/>
                  </a:lnTo>
                  <a:lnTo>
                    <a:pt x="8100" y="200270"/>
                  </a:lnTo>
                  <a:lnTo>
                    <a:pt x="7581" y="195068"/>
                  </a:lnTo>
                  <a:lnTo>
                    <a:pt x="5708" y="191734"/>
                  </a:lnTo>
                  <a:lnTo>
                    <a:pt x="3850" y="180047"/>
                  </a:lnTo>
                  <a:lnTo>
                    <a:pt x="1588" y="173226"/>
                  </a:lnTo>
                  <a:lnTo>
                    <a:pt x="3376" y="169594"/>
                  </a:lnTo>
                  <a:lnTo>
                    <a:pt x="3535" y="169271"/>
                  </a:lnTo>
                  <a:lnTo>
                    <a:pt x="2899" y="158894"/>
                  </a:lnTo>
                  <a:lnTo>
                    <a:pt x="5435" y="154231"/>
                  </a:lnTo>
                  <a:lnTo>
                    <a:pt x="5670" y="152893"/>
                  </a:lnTo>
                  <a:lnTo>
                    <a:pt x="6293" y="149335"/>
                  </a:lnTo>
                  <a:lnTo>
                    <a:pt x="5168" y="143559"/>
                  </a:lnTo>
                  <a:lnTo>
                    <a:pt x="6676" y="135804"/>
                  </a:lnTo>
                  <a:lnTo>
                    <a:pt x="4783" y="132457"/>
                  </a:lnTo>
                  <a:lnTo>
                    <a:pt x="5934" y="127988"/>
                  </a:lnTo>
                  <a:lnTo>
                    <a:pt x="6160" y="121403"/>
                  </a:lnTo>
                  <a:lnTo>
                    <a:pt x="3483" y="116996"/>
                  </a:lnTo>
                  <a:lnTo>
                    <a:pt x="2303" y="115054"/>
                  </a:lnTo>
                  <a:lnTo>
                    <a:pt x="891" y="109690"/>
                  </a:lnTo>
                  <a:lnTo>
                    <a:pt x="0" y="105741"/>
                  </a:lnTo>
                  <a:lnTo>
                    <a:pt x="1581" y="102036"/>
                  </a:lnTo>
                  <a:lnTo>
                    <a:pt x="4521" y="99729"/>
                  </a:lnTo>
                  <a:lnTo>
                    <a:pt x="8562" y="98270"/>
                  </a:lnTo>
                  <a:lnTo>
                    <a:pt x="10460" y="96579"/>
                  </a:lnTo>
                  <a:lnTo>
                    <a:pt x="11409" y="95734"/>
                  </a:lnTo>
                  <a:lnTo>
                    <a:pt x="12337" y="90934"/>
                  </a:lnTo>
                  <a:lnTo>
                    <a:pt x="13118" y="90284"/>
                  </a:lnTo>
                  <a:lnTo>
                    <a:pt x="16778" y="87240"/>
                  </a:lnTo>
                  <a:lnTo>
                    <a:pt x="17911" y="82284"/>
                  </a:lnTo>
                  <a:lnTo>
                    <a:pt x="20769" y="78080"/>
                  </a:lnTo>
                  <a:lnTo>
                    <a:pt x="18904" y="74394"/>
                  </a:lnTo>
                  <a:lnTo>
                    <a:pt x="20444" y="70823"/>
                  </a:lnTo>
                  <a:lnTo>
                    <a:pt x="18583" y="66921"/>
                  </a:lnTo>
                  <a:lnTo>
                    <a:pt x="15541" y="64469"/>
                  </a:lnTo>
                  <a:lnTo>
                    <a:pt x="10614" y="58522"/>
                  </a:lnTo>
                  <a:lnTo>
                    <a:pt x="12103" y="52435"/>
                  </a:lnTo>
                  <a:lnTo>
                    <a:pt x="12562" y="45068"/>
                  </a:lnTo>
                  <a:lnTo>
                    <a:pt x="13221" y="41863"/>
                  </a:lnTo>
                  <a:lnTo>
                    <a:pt x="9126" y="37291"/>
                  </a:lnTo>
                  <a:lnTo>
                    <a:pt x="9734" y="33503"/>
                  </a:lnTo>
                  <a:lnTo>
                    <a:pt x="8167" y="28734"/>
                  </a:lnTo>
                  <a:lnTo>
                    <a:pt x="9805" y="24362"/>
                  </a:lnTo>
                  <a:lnTo>
                    <a:pt x="9609" y="18574"/>
                  </a:lnTo>
                  <a:lnTo>
                    <a:pt x="9525" y="15969"/>
                  </a:lnTo>
                  <a:lnTo>
                    <a:pt x="6391" y="13260"/>
                  </a:lnTo>
                  <a:lnTo>
                    <a:pt x="9882" y="8996"/>
                  </a:lnTo>
                  <a:lnTo>
                    <a:pt x="13273" y="4638"/>
                  </a:lnTo>
                  <a:lnTo>
                    <a:pt x="16551" y="6618"/>
                  </a:lnTo>
                  <a:lnTo>
                    <a:pt x="20915" y="7535"/>
                  </a:lnTo>
                  <a:lnTo>
                    <a:pt x="23314" y="6436"/>
                  </a:lnTo>
                  <a:lnTo>
                    <a:pt x="23805" y="2497"/>
                  </a:lnTo>
                  <a:lnTo>
                    <a:pt x="24528" y="0"/>
                  </a:lnTo>
                  <a:lnTo>
                    <a:pt x="35509" y="24963"/>
                  </a:lnTo>
                  <a:lnTo>
                    <a:pt x="44892" y="46539"/>
                  </a:lnTo>
                  <a:lnTo>
                    <a:pt x="52994" y="66017"/>
                  </a:lnTo>
                  <a:lnTo>
                    <a:pt x="59787" y="82344"/>
                  </a:lnTo>
                  <a:lnTo>
                    <a:pt x="60367" y="83741"/>
                  </a:lnTo>
                  <a:lnTo>
                    <a:pt x="61259" y="85888"/>
                  </a:lnTo>
                  <a:lnTo>
                    <a:pt x="66793" y="99610"/>
                  </a:lnTo>
                  <a:lnTo>
                    <a:pt x="75249" y="120596"/>
                  </a:lnTo>
                  <a:lnTo>
                    <a:pt x="76824" y="124410"/>
                  </a:lnTo>
                  <a:lnTo>
                    <a:pt x="79953" y="131997"/>
                  </a:lnTo>
                  <a:lnTo>
                    <a:pt x="84493" y="142738"/>
                  </a:lnTo>
                  <a:lnTo>
                    <a:pt x="85934" y="145053"/>
                  </a:lnTo>
                  <a:lnTo>
                    <a:pt x="87394" y="147398"/>
                  </a:lnTo>
                  <a:lnTo>
                    <a:pt x="89055" y="154449"/>
                  </a:lnTo>
                  <a:lnTo>
                    <a:pt x="89725" y="159256"/>
                  </a:lnTo>
                  <a:lnTo>
                    <a:pt x="94844" y="162199"/>
                  </a:lnTo>
                  <a:lnTo>
                    <a:pt x="99536" y="165615"/>
                  </a:lnTo>
                  <a:lnTo>
                    <a:pt x="104657" y="168701"/>
                  </a:lnTo>
                  <a:lnTo>
                    <a:pt x="105117" y="172112"/>
                  </a:lnTo>
                  <a:lnTo>
                    <a:pt x="106469" y="176426"/>
                  </a:lnTo>
                  <a:lnTo>
                    <a:pt x="107153" y="176722"/>
                  </a:lnTo>
                  <a:lnTo>
                    <a:pt x="112203" y="178910"/>
                  </a:lnTo>
                  <a:lnTo>
                    <a:pt x="115925" y="179402"/>
                  </a:lnTo>
                  <a:lnTo>
                    <a:pt x="115514" y="184112"/>
                  </a:lnTo>
                  <a:lnTo>
                    <a:pt x="114882" y="187876"/>
                  </a:lnTo>
                  <a:lnTo>
                    <a:pt x="114463" y="192914"/>
                  </a:lnTo>
                  <a:lnTo>
                    <a:pt x="114536" y="193643"/>
                  </a:lnTo>
                  <a:lnTo>
                    <a:pt x="114747" y="195737"/>
                  </a:lnTo>
                  <a:lnTo>
                    <a:pt x="114943" y="197695"/>
                  </a:lnTo>
                  <a:lnTo>
                    <a:pt x="112191" y="198945"/>
                  </a:lnTo>
                  <a:lnTo>
                    <a:pt x="107839" y="199242"/>
                  </a:lnTo>
                  <a:lnTo>
                    <a:pt x="106195" y="201358"/>
                  </a:lnTo>
                  <a:lnTo>
                    <a:pt x="102655" y="203652"/>
                  </a:lnTo>
                  <a:lnTo>
                    <a:pt x="102462" y="206397"/>
                  </a:lnTo>
                  <a:lnTo>
                    <a:pt x="102290" y="208825"/>
                  </a:lnTo>
                  <a:lnTo>
                    <a:pt x="99019" y="209531"/>
                  </a:lnTo>
                  <a:lnTo>
                    <a:pt x="96930" y="209981"/>
                  </a:lnTo>
                  <a:lnTo>
                    <a:pt x="95511" y="212881"/>
                  </a:lnTo>
                  <a:lnTo>
                    <a:pt x="97363" y="217240"/>
                  </a:lnTo>
                  <a:lnTo>
                    <a:pt x="93607" y="218756"/>
                  </a:lnTo>
                  <a:lnTo>
                    <a:pt x="93003" y="219000"/>
                  </a:lnTo>
                  <a:lnTo>
                    <a:pt x="91882" y="223173"/>
                  </a:lnTo>
                  <a:lnTo>
                    <a:pt x="88409" y="224368"/>
                  </a:lnTo>
                  <a:lnTo>
                    <a:pt x="71238" y="230138"/>
                  </a:lnTo>
                  <a:lnTo>
                    <a:pt x="64618" y="232362"/>
                  </a:lnTo>
                  <a:lnTo>
                    <a:pt x="55350" y="235380"/>
                  </a:lnTo>
                  <a:lnTo>
                    <a:pt x="53516" y="235974"/>
                  </a:lnTo>
                  <a:lnTo>
                    <a:pt x="42475" y="239538"/>
                  </a:lnTo>
                  <a:lnTo>
                    <a:pt x="41658" y="239800"/>
                  </a:lnTo>
                  <a:lnTo>
                    <a:pt x="32035" y="242877"/>
                  </a:lnTo>
                  <a:lnTo>
                    <a:pt x="21373" y="246260"/>
                  </a:lnTo>
                  <a:lnTo>
                    <a:pt x="19240" y="243773"/>
                  </a:lnTo>
                  <a:lnTo>
                    <a:pt x="14273" y="2414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304738" y="3087531"/>
              <a:ext cx="96497" cy="211653"/>
            </a:xfrm>
            <a:custGeom>
              <a:avLst/>
              <a:pathLst>
                <a:path w="96497" h="211653">
                  <a:moveTo>
                    <a:pt x="6650" y="164269"/>
                  </a:moveTo>
                  <a:lnTo>
                    <a:pt x="7781" y="162304"/>
                  </a:lnTo>
                  <a:lnTo>
                    <a:pt x="8453" y="158484"/>
                  </a:lnTo>
                  <a:lnTo>
                    <a:pt x="9798" y="155384"/>
                  </a:lnTo>
                  <a:lnTo>
                    <a:pt x="9712" y="150694"/>
                  </a:lnTo>
                  <a:lnTo>
                    <a:pt x="11658" y="146735"/>
                  </a:lnTo>
                  <a:lnTo>
                    <a:pt x="11881" y="146409"/>
                  </a:lnTo>
                  <a:lnTo>
                    <a:pt x="15245" y="141511"/>
                  </a:lnTo>
                  <a:lnTo>
                    <a:pt x="18266" y="140314"/>
                  </a:lnTo>
                  <a:lnTo>
                    <a:pt x="20416" y="139068"/>
                  </a:lnTo>
                  <a:lnTo>
                    <a:pt x="22574" y="137815"/>
                  </a:lnTo>
                  <a:lnTo>
                    <a:pt x="23056" y="137171"/>
                  </a:lnTo>
                  <a:lnTo>
                    <a:pt x="24476" y="135273"/>
                  </a:lnTo>
                  <a:lnTo>
                    <a:pt x="26865" y="133395"/>
                  </a:lnTo>
                  <a:lnTo>
                    <a:pt x="27282" y="133067"/>
                  </a:lnTo>
                  <a:lnTo>
                    <a:pt x="26760" y="131491"/>
                  </a:lnTo>
                  <a:lnTo>
                    <a:pt x="25969" y="129101"/>
                  </a:lnTo>
                  <a:lnTo>
                    <a:pt x="25863" y="128781"/>
                  </a:lnTo>
                  <a:lnTo>
                    <a:pt x="26455" y="126892"/>
                  </a:lnTo>
                  <a:lnTo>
                    <a:pt x="29605" y="123373"/>
                  </a:lnTo>
                  <a:lnTo>
                    <a:pt x="32869" y="118166"/>
                  </a:lnTo>
                  <a:lnTo>
                    <a:pt x="33705" y="117060"/>
                  </a:lnTo>
                  <a:lnTo>
                    <a:pt x="35749" y="114353"/>
                  </a:lnTo>
                  <a:lnTo>
                    <a:pt x="39740" y="111793"/>
                  </a:lnTo>
                  <a:lnTo>
                    <a:pt x="41086" y="107477"/>
                  </a:lnTo>
                  <a:lnTo>
                    <a:pt x="44528" y="105885"/>
                  </a:lnTo>
                  <a:lnTo>
                    <a:pt x="46933" y="102812"/>
                  </a:lnTo>
                  <a:lnTo>
                    <a:pt x="44437" y="100716"/>
                  </a:lnTo>
                  <a:lnTo>
                    <a:pt x="43314" y="99772"/>
                  </a:lnTo>
                  <a:lnTo>
                    <a:pt x="38225" y="97437"/>
                  </a:lnTo>
                  <a:lnTo>
                    <a:pt x="35250" y="95045"/>
                  </a:lnTo>
                  <a:lnTo>
                    <a:pt x="31321" y="92744"/>
                  </a:lnTo>
                  <a:lnTo>
                    <a:pt x="29139" y="91185"/>
                  </a:lnTo>
                  <a:lnTo>
                    <a:pt x="27565" y="90060"/>
                  </a:lnTo>
                  <a:lnTo>
                    <a:pt x="24999" y="86924"/>
                  </a:lnTo>
                  <a:lnTo>
                    <a:pt x="21421" y="87721"/>
                  </a:lnTo>
                  <a:lnTo>
                    <a:pt x="19123" y="87277"/>
                  </a:lnTo>
                  <a:lnTo>
                    <a:pt x="17222" y="84241"/>
                  </a:lnTo>
                  <a:lnTo>
                    <a:pt x="17086" y="81843"/>
                  </a:lnTo>
                  <a:lnTo>
                    <a:pt x="14368" y="76477"/>
                  </a:lnTo>
                  <a:lnTo>
                    <a:pt x="10004" y="75308"/>
                  </a:lnTo>
                  <a:lnTo>
                    <a:pt x="7012" y="76844"/>
                  </a:lnTo>
                  <a:lnTo>
                    <a:pt x="6336" y="74898"/>
                  </a:lnTo>
                  <a:lnTo>
                    <a:pt x="5856" y="73520"/>
                  </a:lnTo>
                  <a:lnTo>
                    <a:pt x="5013" y="71096"/>
                  </a:lnTo>
                  <a:lnTo>
                    <a:pt x="2951" y="64498"/>
                  </a:lnTo>
                  <a:lnTo>
                    <a:pt x="2682" y="60084"/>
                  </a:lnTo>
                  <a:lnTo>
                    <a:pt x="6336" y="56424"/>
                  </a:lnTo>
                  <a:lnTo>
                    <a:pt x="5964" y="51133"/>
                  </a:lnTo>
                  <a:lnTo>
                    <a:pt x="6638" y="47520"/>
                  </a:lnTo>
                  <a:lnTo>
                    <a:pt x="3573" y="44677"/>
                  </a:lnTo>
                  <a:lnTo>
                    <a:pt x="993" y="41900"/>
                  </a:lnTo>
                  <a:lnTo>
                    <a:pt x="0" y="40831"/>
                  </a:lnTo>
                  <a:lnTo>
                    <a:pt x="2938" y="36316"/>
                  </a:lnTo>
                  <a:lnTo>
                    <a:pt x="5308" y="31593"/>
                  </a:lnTo>
                  <a:lnTo>
                    <a:pt x="5925" y="28431"/>
                  </a:lnTo>
                  <a:lnTo>
                    <a:pt x="6176" y="27140"/>
                  </a:lnTo>
                  <a:lnTo>
                    <a:pt x="6262" y="26702"/>
                  </a:lnTo>
                  <a:lnTo>
                    <a:pt x="9759" y="21364"/>
                  </a:lnTo>
                  <a:lnTo>
                    <a:pt x="10106" y="16649"/>
                  </a:lnTo>
                  <a:lnTo>
                    <a:pt x="10265" y="14479"/>
                  </a:lnTo>
                  <a:lnTo>
                    <a:pt x="11721" y="7632"/>
                  </a:lnTo>
                  <a:lnTo>
                    <a:pt x="14022" y="2768"/>
                  </a:lnTo>
                  <a:lnTo>
                    <a:pt x="17643" y="0"/>
                  </a:lnTo>
                  <a:lnTo>
                    <a:pt x="35231" y="4466"/>
                  </a:lnTo>
                  <a:lnTo>
                    <a:pt x="42011" y="6355"/>
                  </a:lnTo>
                  <a:lnTo>
                    <a:pt x="46884" y="7707"/>
                  </a:lnTo>
                  <a:lnTo>
                    <a:pt x="51864" y="8842"/>
                  </a:lnTo>
                  <a:lnTo>
                    <a:pt x="53546" y="9212"/>
                  </a:lnTo>
                  <a:lnTo>
                    <a:pt x="66106" y="11957"/>
                  </a:lnTo>
                  <a:lnTo>
                    <a:pt x="76900" y="14146"/>
                  </a:lnTo>
                  <a:lnTo>
                    <a:pt x="77288" y="18298"/>
                  </a:lnTo>
                  <a:lnTo>
                    <a:pt x="77341" y="21364"/>
                  </a:lnTo>
                  <a:lnTo>
                    <a:pt x="77397" y="24710"/>
                  </a:lnTo>
                  <a:lnTo>
                    <a:pt x="77410" y="25451"/>
                  </a:lnTo>
                  <a:lnTo>
                    <a:pt x="77308" y="26654"/>
                  </a:lnTo>
                  <a:lnTo>
                    <a:pt x="77188" y="28076"/>
                  </a:lnTo>
                  <a:lnTo>
                    <a:pt x="77009" y="30191"/>
                  </a:lnTo>
                  <a:lnTo>
                    <a:pt x="76970" y="30655"/>
                  </a:lnTo>
                  <a:lnTo>
                    <a:pt x="76891" y="31092"/>
                  </a:lnTo>
                  <a:lnTo>
                    <a:pt x="76553" y="32961"/>
                  </a:lnTo>
                  <a:lnTo>
                    <a:pt x="75812" y="37042"/>
                  </a:lnTo>
                  <a:lnTo>
                    <a:pt x="75752" y="38119"/>
                  </a:lnTo>
                  <a:lnTo>
                    <a:pt x="75648" y="39994"/>
                  </a:lnTo>
                  <a:lnTo>
                    <a:pt x="75460" y="43349"/>
                  </a:lnTo>
                  <a:lnTo>
                    <a:pt x="74713" y="45477"/>
                  </a:lnTo>
                  <a:lnTo>
                    <a:pt x="74589" y="45829"/>
                  </a:lnTo>
                  <a:lnTo>
                    <a:pt x="74012" y="47468"/>
                  </a:lnTo>
                  <a:lnTo>
                    <a:pt x="69563" y="49458"/>
                  </a:lnTo>
                  <a:lnTo>
                    <a:pt x="68928" y="49742"/>
                  </a:lnTo>
                  <a:lnTo>
                    <a:pt x="67323" y="51618"/>
                  </a:lnTo>
                  <a:lnTo>
                    <a:pt x="68233" y="54891"/>
                  </a:lnTo>
                  <a:lnTo>
                    <a:pt x="68299" y="58054"/>
                  </a:lnTo>
                  <a:lnTo>
                    <a:pt x="66621" y="59875"/>
                  </a:lnTo>
                  <a:lnTo>
                    <a:pt x="67018" y="63729"/>
                  </a:lnTo>
                  <a:lnTo>
                    <a:pt x="67921" y="66958"/>
                  </a:lnTo>
                  <a:lnTo>
                    <a:pt x="70681" y="67549"/>
                  </a:lnTo>
                  <a:lnTo>
                    <a:pt x="72049" y="67841"/>
                  </a:lnTo>
                  <a:lnTo>
                    <a:pt x="74956" y="66240"/>
                  </a:lnTo>
                  <a:lnTo>
                    <a:pt x="78122" y="65546"/>
                  </a:lnTo>
                  <a:lnTo>
                    <a:pt x="82571" y="66398"/>
                  </a:lnTo>
                  <a:lnTo>
                    <a:pt x="82988" y="61362"/>
                  </a:lnTo>
                  <a:lnTo>
                    <a:pt x="84188" y="60455"/>
                  </a:lnTo>
                  <a:lnTo>
                    <a:pt x="87300" y="65798"/>
                  </a:lnTo>
                  <a:lnTo>
                    <a:pt x="89244" y="70813"/>
                  </a:lnTo>
                  <a:lnTo>
                    <a:pt x="90400" y="76848"/>
                  </a:lnTo>
                  <a:lnTo>
                    <a:pt x="90965" y="84502"/>
                  </a:lnTo>
                  <a:lnTo>
                    <a:pt x="91450" y="91151"/>
                  </a:lnTo>
                  <a:lnTo>
                    <a:pt x="91678" y="92967"/>
                  </a:lnTo>
                  <a:lnTo>
                    <a:pt x="93058" y="104053"/>
                  </a:lnTo>
                  <a:lnTo>
                    <a:pt x="93981" y="109959"/>
                  </a:lnTo>
                  <a:lnTo>
                    <a:pt x="94005" y="110114"/>
                  </a:lnTo>
                  <a:lnTo>
                    <a:pt x="96026" y="119825"/>
                  </a:lnTo>
                  <a:lnTo>
                    <a:pt x="96092" y="120374"/>
                  </a:lnTo>
                  <a:lnTo>
                    <a:pt x="96497" y="123763"/>
                  </a:lnTo>
                  <a:lnTo>
                    <a:pt x="94198" y="136768"/>
                  </a:lnTo>
                  <a:lnTo>
                    <a:pt x="90809" y="148844"/>
                  </a:lnTo>
                  <a:lnTo>
                    <a:pt x="90893" y="151235"/>
                  </a:lnTo>
                  <a:lnTo>
                    <a:pt x="90926" y="152191"/>
                  </a:lnTo>
                  <a:lnTo>
                    <a:pt x="88702" y="159397"/>
                  </a:lnTo>
                  <a:lnTo>
                    <a:pt x="86830" y="163850"/>
                  </a:lnTo>
                  <a:lnTo>
                    <a:pt x="81039" y="170113"/>
                  </a:lnTo>
                  <a:lnTo>
                    <a:pt x="80172" y="171679"/>
                  </a:lnTo>
                  <a:lnTo>
                    <a:pt x="78333" y="174995"/>
                  </a:lnTo>
                  <a:lnTo>
                    <a:pt x="75610" y="181353"/>
                  </a:lnTo>
                  <a:lnTo>
                    <a:pt x="74826" y="184605"/>
                  </a:lnTo>
                  <a:lnTo>
                    <a:pt x="73577" y="190594"/>
                  </a:lnTo>
                  <a:lnTo>
                    <a:pt x="74546" y="191854"/>
                  </a:lnTo>
                  <a:lnTo>
                    <a:pt x="71854" y="200152"/>
                  </a:lnTo>
                  <a:lnTo>
                    <a:pt x="70904" y="203911"/>
                  </a:lnTo>
                  <a:lnTo>
                    <a:pt x="68392" y="208949"/>
                  </a:lnTo>
                  <a:lnTo>
                    <a:pt x="64225" y="211379"/>
                  </a:lnTo>
                  <a:lnTo>
                    <a:pt x="61926" y="211653"/>
                  </a:lnTo>
                  <a:lnTo>
                    <a:pt x="61010" y="205633"/>
                  </a:lnTo>
                  <a:lnTo>
                    <a:pt x="62198" y="197240"/>
                  </a:lnTo>
                  <a:lnTo>
                    <a:pt x="61938" y="192094"/>
                  </a:lnTo>
                  <a:lnTo>
                    <a:pt x="59916" y="189823"/>
                  </a:lnTo>
                  <a:lnTo>
                    <a:pt x="59230" y="189878"/>
                  </a:lnTo>
                  <a:lnTo>
                    <a:pt x="53536" y="190331"/>
                  </a:lnTo>
                  <a:lnTo>
                    <a:pt x="49691" y="189318"/>
                  </a:lnTo>
                  <a:lnTo>
                    <a:pt x="47078" y="190554"/>
                  </a:lnTo>
                  <a:lnTo>
                    <a:pt x="44841" y="193948"/>
                  </a:lnTo>
                  <a:lnTo>
                    <a:pt x="41902" y="191090"/>
                  </a:lnTo>
                  <a:lnTo>
                    <a:pt x="37959" y="188595"/>
                  </a:lnTo>
                  <a:lnTo>
                    <a:pt x="35343" y="187284"/>
                  </a:lnTo>
                  <a:lnTo>
                    <a:pt x="32546" y="187555"/>
                  </a:lnTo>
                  <a:lnTo>
                    <a:pt x="28890" y="184958"/>
                  </a:lnTo>
                  <a:lnTo>
                    <a:pt x="26659" y="184229"/>
                  </a:lnTo>
                  <a:lnTo>
                    <a:pt x="23068" y="182407"/>
                  </a:lnTo>
                  <a:lnTo>
                    <a:pt x="21692" y="181961"/>
                  </a:lnTo>
                  <a:lnTo>
                    <a:pt x="19738" y="181327"/>
                  </a:lnTo>
                  <a:lnTo>
                    <a:pt x="17374" y="178660"/>
                  </a:lnTo>
                  <a:lnTo>
                    <a:pt x="12268" y="178236"/>
                  </a:lnTo>
                  <a:lnTo>
                    <a:pt x="11885" y="174870"/>
                  </a:lnTo>
                  <a:lnTo>
                    <a:pt x="11002" y="171694"/>
                  </a:lnTo>
                  <a:lnTo>
                    <a:pt x="10914" y="167756"/>
                  </a:lnTo>
                  <a:lnTo>
                    <a:pt x="8470" y="1668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59887" y="4033217"/>
              <a:ext cx="471489" cy="500372"/>
            </a:xfrm>
            <a:custGeom>
              <a:avLst/>
              <a:pathLst>
                <a:path w="471489" h="500372">
                  <a:moveTo>
                    <a:pt x="3783" y="453705"/>
                  </a:moveTo>
                  <a:lnTo>
                    <a:pt x="6170" y="428680"/>
                  </a:lnTo>
                  <a:lnTo>
                    <a:pt x="8997" y="398879"/>
                  </a:lnTo>
                  <a:lnTo>
                    <a:pt x="11900" y="368273"/>
                  </a:lnTo>
                  <a:lnTo>
                    <a:pt x="15432" y="330703"/>
                  </a:lnTo>
                  <a:lnTo>
                    <a:pt x="17085" y="313200"/>
                  </a:lnTo>
                  <a:lnTo>
                    <a:pt x="20184" y="281159"/>
                  </a:lnTo>
                  <a:lnTo>
                    <a:pt x="21010" y="272647"/>
                  </a:lnTo>
                  <a:lnTo>
                    <a:pt x="26450" y="216194"/>
                  </a:lnTo>
                  <a:lnTo>
                    <a:pt x="26932" y="211231"/>
                  </a:lnTo>
                  <a:lnTo>
                    <a:pt x="30170" y="178035"/>
                  </a:lnTo>
                  <a:lnTo>
                    <a:pt x="31966" y="159210"/>
                  </a:lnTo>
                  <a:lnTo>
                    <a:pt x="33537" y="142791"/>
                  </a:lnTo>
                  <a:lnTo>
                    <a:pt x="35716" y="120918"/>
                  </a:lnTo>
                  <a:lnTo>
                    <a:pt x="38015" y="97739"/>
                  </a:lnTo>
                  <a:lnTo>
                    <a:pt x="39085" y="87010"/>
                  </a:lnTo>
                  <a:lnTo>
                    <a:pt x="40081" y="77029"/>
                  </a:lnTo>
                  <a:lnTo>
                    <a:pt x="46682" y="10873"/>
                  </a:lnTo>
                  <a:lnTo>
                    <a:pt x="47786" y="0"/>
                  </a:lnTo>
                  <a:lnTo>
                    <a:pt x="77478" y="3125"/>
                  </a:lnTo>
                  <a:lnTo>
                    <a:pt x="94330" y="4816"/>
                  </a:lnTo>
                  <a:lnTo>
                    <a:pt x="120819" y="7375"/>
                  </a:lnTo>
                  <a:lnTo>
                    <a:pt x="157134" y="10739"/>
                  </a:lnTo>
                  <a:lnTo>
                    <a:pt x="161392" y="11118"/>
                  </a:lnTo>
                  <a:lnTo>
                    <a:pt x="199468" y="14361"/>
                  </a:lnTo>
                  <a:lnTo>
                    <a:pt x="199942" y="15079"/>
                  </a:lnTo>
                  <a:lnTo>
                    <a:pt x="227535" y="17161"/>
                  </a:lnTo>
                  <a:lnTo>
                    <a:pt x="236869" y="17836"/>
                  </a:lnTo>
                  <a:lnTo>
                    <a:pt x="260496" y="19477"/>
                  </a:lnTo>
                  <a:lnTo>
                    <a:pt x="261116" y="19519"/>
                  </a:lnTo>
                  <a:lnTo>
                    <a:pt x="280690" y="20850"/>
                  </a:lnTo>
                  <a:lnTo>
                    <a:pt x="280830" y="20860"/>
                  </a:lnTo>
                  <a:lnTo>
                    <a:pt x="293639" y="21718"/>
                  </a:lnTo>
                  <a:lnTo>
                    <a:pt x="301682" y="22245"/>
                  </a:lnTo>
                  <a:lnTo>
                    <a:pt x="313472" y="23018"/>
                  </a:lnTo>
                  <a:lnTo>
                    <a:pt x="315633" y="23157"/>
                  </a:lnTo>
                  <a:lnTo>
                    <a:pt x="320228" y="23449"/>
                  </a:lnTo>
                  <a:lnTo>
                    <a:pt x="322631" y="23601"/>
                  </a:lnTo>
                  <a:lnTo>
                    <a:pt x="349918" y="25379"/>
                  </a:lnTo>
                  <a:lnTo>
                    <a:pt x="377534" y="26865"/>
                  </a:lnTo>
                  <a:lnTo>
                    <a:pt x="400797" y="27808"/>
                  </a:lnTo>
                  <a:lnTo>
                    <a:pt x="420100" y="28520"/>
                  </a:lnTo>
                  <a:lnTo>
                    <a:pt x="465590" y="30207"/>
                  </a:lnTo>
                  <a:lnTo>
                    <a:pt x="471489" y="30400"/>
                  </a:lnTo>
                  <a:lnTo>
                    <a:pt x="471242" y="38334"/>
                  </a:lnTo>
                  <a:lnTo>
                    <a:pt x="470524" y="58870"/>
                  </a:lnTo>
                  <a:lnTo>
                    <a:pt x="470338" y="65221"/>
                  </a:lnTo>
                  <a:lnTo>
                    <a:pt x="470025" y="74184"/>
                  </a:lnTo>
                  <a:lnTo>
                    <a:pt x="467230" y="74080"/>
                  </a:lnTo>
                  <a:lnTo>
                    <a:pt x="466012" y="113081"/>
                  </a:lnTo>
                  <a:lnTo>
                    <a:pt x="465060" y="140735"/>
                  </a:lnTo>
                  <a:lnTo>
                    <a:pt x="464708" y="150974"/>
                  </a:lnTo>
                  <a:lnTo>
                    <a:pt x="463370" y="189431"/>
                  </a:lnTo>
                  <a:lnTo>
                    <a:pt x="463253" y="192794"/>
                  </a:lnTo>
                  <a:lnTo>
                    <a:pt x="462707" y="209475"/>
                  </a:lnTo>
                  <a:lnTo>
                    <a:pt x="462115" y="227569"/>
                  </a:lnTo>
                  <a:lnTo>
                    <a:pt x="461731" y="238731"/>
                  </a:lnTo>
                  <a:lnTo>
                    <a:pt x="460987" y="259745"/>
                  </a:lnTo>
                  <a:lnTo>
                    <a:pt x="460805" y="265589"/>
                  </a:lnTo>
                  <a:lnTo>
                    <a:pt x="460778" y="266472"/>
                  </a:lnTo>
                  <a:lnTo>
                    <a:pt x="460172" y="286000"/>
                  </a:lnTo>
                  <a:lnTo>
                    <a:pt x="459176" y="308263"/>
                  </a:lnTo>
                  <a:lnTo>
                    <a:pt x="458078" y="330464"/>
                  </a:lnTo>
                  <a:lnTo>
                    <a:pt x="457282" y="346376"/>
                  </a:lnTo>
                  <a:lnTo>
                    <a:pt x="456544" y="361153"/>
                  </a:lnTo>
                  <a:lnTo>
                    <a:pt x="455571" y="383873"/>
                  </a:lnTo>
                  <a:lnTo>
                    <a:pt x="455161" y="393457"/>
                  </a:lnTo>
                  <a:lnTo>
                    <a:pt x="454826" y="404151"/>
                  </a:lnTo>
                  <a:lnTo>
                    <a:pt x="454446" y="416289"/>
                  </a:lnTo>
                  <a:lnTo>
                    <a:pt x="454270" y="422035"/>
                  </a:lnTo>
                  <a:lnTo>
                    <a:pt x="453252" y="454971"/>
                  </a:lnTo>
                  <a:lnTo>
                    <a:pt x="453093" y="460030"/>
                  </a:lnTo>
                  <a:lnTo>
                    <a:pt x="452857" y="467584"/>
                  </a:lnTo>
                  <a:lnTo>
                    <a:pt x="433215" y="466866"/>
                  </a:lnTo>
                  <a:lnTo>
                    <a:pt x="403513" y="465664"/>
                  </a:lnTo>
                  <a:lnTo>
                    <a:pt x="384234" y="464811"/>
                  </a:lnTo>
                  <a:lnTo>
                    <a:pt x="380915" y="464658"/>
                  </a:lnTo>
                  <a:lnTo>
                    <a:pt x="334559" y="462279"/>
                  </a:lnTo>
                  <a:lnTo>
                    <a:pt x="319270" y="461431"/>
                  </a:lnTo>
                  <a:lnTo>
                    <a:pt x="313983" y="461129"/>
                  </a:lnTo>
                  <a:lnTo>
                    <a:pt x="296346" y="460091"/>
                  </a:lnTo>
                  <a:lnTo>
                    <a:pt x="251720" y="457103"/>
                  </a:lnTo>
                  <a:lnTo>
                    <a:pt x="233212" y="455855"/>
                  </a:lnTo>
                  <a:lnTo>
                    <a:pt x="218052" y="454792"/>
                  </a:lnTo>
                  <a:lnTo>
                    <a:pt x="204856" y="453871"/>
                  </a:lnTo>
                  <a:lnTo>
                    <a:pt x="194627" y="453139"/>
                  </a:lnTo>
                  <a:lnTo>
                    <a:pt x="186814" y="452568"/>
                  </a:lnTo>
                  <a:lnTo>
                    <a:pt x="185772" y="455049"/>
                  </a:lnTo>
                  <a:lnTo>
                    <a:pt x="185933" y="460077"/>
                  </a:lnTo>
                  <a:lnTo>
                    <a:pt x="184751" y="463711"/>
                  </a:lnTo>
                  <a:lnTo>
                    <a:pt x="188496" y="469048"/>
                  </a:lnTo>
                  <a:lnTo>
                    <a:pt x="192295" y="472033"/>
                  </a:lnTo>
                  <a:lnTo>
                    <a:pt x="192038" y="471947"/>
                  </a:lnTo>
                  <a:lnTo>
                    <a:pt x="157439" y="469236"/>
                  </a:lnTo>
                  <a:lnTo>
                    <a:pt x="134731" y="467348"/>
                  </a:lnTo>
                  <a:lnTo>
                    <a:pt x="125338" y="466543"/>
                  </a:lnTo>
                  <a:lnTo>
                    <a:pt x="66518" y="461173"/>
                  </a:lnTo>
                  <a:lnTo>
                    <a:pt x="64438" y="485890"/>
                  </a:lnTo>
                  <a:lnTo>
                    <a:pt x="63231" y="500372"/>
                  </a:lnTo>
                  <a:lnTo>
                    <a:pt x="25721" y="496689"/>
                  </a:lnTo>
                  <a:lnTo>
                    <a:pt x="14193" y="495584"/>
                  </a:lnTo>
                  <a:lnTo>
                    <a:pt x="0" y="4940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089834" y="3264593"/>
              <a:ext cx="439658" cy="681006"/>
            </a:xfrm>
            <a:custGeom>
              <a:avLst/>
              <a:pathLst>
                <a:path w="439658" h="681006">
                  <a:moveTo>
                    <a:pt x="6070" y="230352"/>
                  </a:moveTo>
                  <a:lnTo>
                    <a:pt x="8757" y="219314"/>
                  </a:lnTo>
                  <a:lnTo>
                    <a:pt x="10721" y="211260"/>
                  </a:lnTo>
                  <a:lnTo>
                    <a:pt x="14523" y="195489"/>
                  </a:lnTo>
                  <a:lnTo>
                    <a:pt x="19386" y="175377"/>
                  </a:lnTo>
                  <a:lnTo>
                    <a:pt x="22848" y="160766"/>
                  </a:lnTo>
                  <a:lnTo>
                    <a:pt x="26855" y="144010"/>
                  </a:lnTo>
                  <a:lnTo>
                    <a:pt x="34890" y="109587"/>
                  </a:lnTo>
                  <a:lnTo>
                    <a:pt x="37737" y="97091"/>
                  </a:lnTo>
                  <a:lnTo>
                    <a:pt x="44207" y="69714"/>
                  </a:lnTo>
                  <a:lnTo>
                    <a:pt x="53253" y="32335"/>
                  </a:lnTo>
                  <a:lnTo>
                    <a:pt x="58485" y="10289"/>
                  </a:lnTo>
                  <a:lnTo>
                    <a:pt x="60971" y="0"/>
                  </a:lnTo>
                  <a:lnTo>
                    <a:pt x="78220" y="4151"/>
                  </a:lnTo>
                  <a:lnTo>
                    <a:pt x="101218" y="10002"/>
                  </a:lnTo>
                  <a:lnTo>
                    <a:pt x="103481" y="10572"/>
                  </a:lnTo>
                  <a:lnTo>
                    <a:pt x="110779" y="12401"/>
                  </a:lnTo>
                  <a:lnTo>
                    <a:pt x="123876" y="15486"/>
                  </a:lnTo>
                  <a:lnTo>
                    <a:pt x="138079" y="18952"/>
                  </a:lnTo>
                  <a:lnTo>
                    <a:pt x="155514" y="22775"/>
                  </a:lnTo>
                  <a:lnTo>
                    <a:pt x="174775" y="27061"/>
                  </a:lnTo>
                  <a:lnTo>
                    <a:pt x="195313" y="31574"/>
                  </a:lnTo>
                  <a:lnTo>
                    <a:pt x="211156" y="35077"/>
                  </a:lnTo>
                  <a:lnTo>
                    <a:pt x="225143" y="38063"/>
                  </a:lnTo>
                  <a:lnTo>
                    <a:pt x="238237" y="40793"/>
                  </a:lnTo>
                  <a:lnTo>
                    <a:pt x="249135" y="43164"/>
                  </a:lnTo>
                  <a:lnTo>
                    <a:pt x="249642" y="43277"/>
                  </a:lnTo>
                  <a:lnTo>
                    <a:pt x="274556" y="48724"/>
                  </a:lnTo>
                  <a:lnTo>
                    <a:pt x="293227" y="52565"/>
                  </a:lnTo>
                  <a:lnTo>
                    <a:pt x="322716" y="58519"/>
                  </a:lnTo>
                  <a:lnTo>
                    <a:pt x="338320" y="61515"/>
                  </a:lnTo>
                  <a:lnTo>
                    <a:pt x="358234" y="65460"/>
                  </a:lnTo>
                  <a:lnTo>
                    <a:pt x="375907" y="68562"/>
                  </a:lnTo>
                  <a:lnTo>
                    <a:pt x="384813" y="70102"/>
                  </a:lnTo>
                  <a:lnTo>
                    <a:pt x="403997" y="74094"/>
                  </a:lnTo>
                  <a:lnTo>
                    <a:pt x="424270" y="77748"/>
                  </a:lnTo>
                  <a:lnTo>
                    <a:pt x="439658" y="80490"/>
                  </a:lnTo>
                  <a:lnTo>
                    <a:pt x="436279" y="101372"/>
                  </a:lnTo>
                  <a:lnTo>
                    <a:pt x="432453" y="124157"/>
                  </a:lnTo>
                  <a:lnTo>
                    <a:pt x="428267" y="148832"/>
                  </a:lnTo>
                  <a:lnTo>
                    <a:pt x="425225" y="166897"/>
                  </a:lnTo>
                  <a:lnTo>
                    <a:pt x="421205" y="190672"/>
                  </a:lnTo>
                  <a:lnTo>
                    <a:pt x="417769" y="210690"/>
                  </a:lnTo>
                  <a:lnTo>
                    <a:pt x="416337" y="219160"/>
                  </a:lnTo>
                  <a:lnTo>
                    <a:pt x="412314" y="243624"/>
                  </a:lnTo>
                  <a:lnTo>
                    <a:pt x="412043" y="245279"/>
                  </a:lnTo>
                  <a:lnTo>
                    <a:pt x="409261" y="261946"/>
                  </a:lnTo>
                  <a:lnTo>
                    <a:pt x="407641" y="271673"/>
                  </a:lnTo>
                  <a:lnTo>
                    <a:pt x="404128" y="293539"/>
                  </a:lnTo>
                  <a:lnTo>
                    <a:pt x="403531" y="297262"/>
                  </a:lnTo>
                  <a:lnTo>
                    <a:pt x="396450" y="340226"/>
                  </a:lnTo>
                  <a:lnTo>
                    <a:pt x="394748" y="351264"/>
                  </a:lnTo>
                  <a:lnTo>
                    <a:pt x="391846" y="368751"/>
                  </a:lnTo>
                  <a:lnTo>
                    <a:pt x="390343" y="377823"/>
                  </a:lnTo>
                  <a:lnTo>
                    <a:pt x="388006" y="392461"/>
                  </a:lnTo>
                  <a:lnTo>
                    <a:pt x="385863" y="405899"/>
                  </a:lnTo>
                  <a:lnTo>
                    <a:pt x="384476" y="414712"/>
                  </a:lnTo>
                  <a:lnTo>
                    <a:pt x="380806" y="437945"/>
                  </a:lnTo>
                  <a:lnTo>
                    <a:pt x="378803" y="449687"/>
                  </a:lnTo>
                  <a:lnTo>
                    <a:pt x="376813" y="461953"/>
                  </a:lnTo>
                  <a:lnTo>
                    <a:pt x="375252" y="471751"/>
                  </a:lnTo>
                  <a:lnTo>
                    <a:pt x="372466" y="489795"/>
                  </a:lnTo>
                  <a:lnTo>
                    <a:pt x="369810" y="506838"/>
                  </a:lnTo>
                  <a:lnTo>
                    <a:pt x="368692" y="514502"/>
                  </a:lnTo>
                  <a:lnTo>
                    <a:pt x="366588" y="528173"/>
                  </a:lnTo>
                  <a:lnTo>
                    <a:pt x="363400" y="548957"/>
                  </a:lnTo>
                  <a:lnTo>
                    <a:pt x="359781" y="573177"/>
                  </a:lnTo>
                  <a:lnTo>
                    <a:pt x="358974" y="578095"/>
                  </a:lnTo>
                  <a:lnTo>
                    <a:pt x="358067" y="584611"/>
                  </a:lnTo>
                  <a:lnTo>
                    <a:pt x="353385" y="590273"/>
                  </a:lnTo>
                  <a:lnTo>
                    <a:pt x="349779" y="595767"/>
                  </a:lnTo>
                  <a:lnTo>
                    <a:pt x="348447" y="598090"/>
                  </a:lnTo>
                  <a:lnTo>
                    <a:pt x="343985" y="598125"/>
                  </a:lnTo>
                  <a:lnTo>
                    <a:pt x="340269" y="595694"/>
                  </a:lnTo>
                  <a:lnTo>
                    <a:pt x="337459" y="592767"/>
                  </a:lnTo>
                  <a:lnTo>
                    <a:pt x="336592" y="588611"/>
                  </a:lnTo>
                  <a:lnTo>
                    <a:pt x="334637" y="585142"/>
                  </a:lnTo>
                  <a:lnTo>
                    <a:pt x="331539" y="584368"/>
                  </a:lnTo>
                  <a:lnTo>
                    <a:pt x="329056" y="585662"/>
                  </a:lnTo>
                  <a:lnTo>
                    <a:pt x="326415" y="584935"/>
                  </a:lnTo>
                  <a:lnTo>
                    <a:pt x="324988" y="582761"/>
                  </a:lnTo>
                  <a:lnTo>
                    <a:pt x="320783" y="581965"/>
                  </a:lnTo>
                  <a:lnTo>
                    <a:pt x="316736" y="582198"/>
                  </a:lnTo>
                  <a:lnTo>
                    <a:pt x="313703" y="583775"/>
                  </a:lnTo>
                  <a:lnTo>
                    <a:pt x="308656" y="584038"/>
                  </a:lnTo>
                  <a:lnTo>
                    <a:pt x="307679" y="586886"/>
                  </a:lnTo>
                  <a:lnTo>
                    <a:pt x="307617" y="587286"/>
                  </a:lnTo>
                  <a:lnTo>
                    <a:pt x="306867" y="592151"/>
                  </a:lnTo>
                  <a:lnTo>
                    <a:pt x="306754" y="598028"/>
                  </a:lnTo>
                  <a:lnTo>
                    <a:pt x="308328" y="602070"/>
                  </a:lnTo>
                  <a:lnTo>
                    <a:pt x="309960" y="605634"/>
                  </a:lnTo>
                  <a:lnTo>
                    <a:pt x="306869" y="609595"/>
                  </a:lnTo>
                  <a:lnTo>
                    <a:pt x="306190" y="616697"/>
                  </a:lnTo>
                  <a:lnTo>
                    <a:pt x="305600" y="623936"/>
                  </a:lnTo>
                  <a:lnTo>
                    <a:pt x="307568" y="627909"/>
                  </a:lnTo>
                  <a:lnTo>
                    <a:pt x="307071" y="629856"/>
                  </a:lnTo>
                  <a:lnTo>
                    <a:pt x="305689" y="635279"/>
                  </a:lnTo>
                  <a:lnTo>
                    <a:pt x="304552" y="641771"/>
                  </a:lnTo>
                  <a:lnTo>
                    <a:pt x="306634" y="645706"/>
                  </a:lnTo>
                  <a:lnTo>
                    <a:pt x="307434" y="658972"/>
                  </a:lnTo>
                  <a:lnTo>
                    <a:pt x="306757" y="669883"/>
                  </a:lnTo>
                  <a:lnTo>
                    <a:pt x="304647" y="671089"/>
                  </a:lnTo>
                  <a:lnTo>
                    <a:pt x="303183" y="670781"/>
                  </a:lnTo>
                  <a:lnTo>
                    <a:pt x="302087" y="675329"/>
                  </a:lnTo>
                  <a:lnTo>
                    <a:pt x="300576" y="681006"/>
                  </a:lnTo>
                  <a:lnTo>
                    <a:pt x="290381" y="666907"/>
                  </a:lnTo>
                  <a:lnTo>
                    <a:pt x="281822" y="655064"/>
                  </a:lnTo>
                  <a:lnTo>
                    <a:pt x="276154" y="647184"/>
                  </a:lnTo>
                  <a:lnTo>
                    <a:pt x="269271" y="637704"/>
                  </a:lnTo>
                  <a:lnTo>
                    <a:pt x="260801" y="625954"/>
                  </a:lnTo>
                  <a:lnTo>
                    <a:pt x="254872" y="617758"/>
                  </a:lnTo>
                  <a:lnTo>
                    <a:pt x="240630" y="597910"/>
                  </a:lnTo>
                  <a:lnTo>
                    <a:pt x="229090" y="581933"/>
                  </a:lnTo>
                  <a:lnTo>
                    <a:pt x="226370" y="578150"/>
                  </a:lnTo>
                  <a:lnTo>
                    <a:pt x="214770" y="561939"/>
                  </a:lnTo>
                  <a:lnTo>
                    <a:pt x="198534" y="539304"/>
                  </a:lnTo>
                  <a:lnTo>
                    <a:pt x="192115" y="530257"/>
                  </a:lnTo>
                  <a:lnTo>
                    <a:pt x="163019" y="489416"/>
                  </a:lnTo>
                  <a:lnTo>
                    <a:pt x="153722" y="476368"/>
                  </a:lnTo>
                  <a:lnTo>
                    <a:pt x="149296" y="470125"/>
                  </a:lnTo>
                  <a:lnTo>
                    <a:pt x="125012" y="435830"/>
                  </a:lnTo>
                  <a:lnTo>
                    <a:pt x="116539" y="423928"/>
                  </a:lnTo>
                  <a:lnTo>
                    <a:pt x="106140" y="409220"/>
                  </a:lnTo>
                  <a:lnTo>
                    <a:pt x="83944" y="377720"/>
                  </a:lnTo>
                  <a:lnTo>
                    <a:pt x="79984" y="372046"/>
                  </a:lnTo>
                  <a:lnTo>
                    <a:pt x="55752" y="337491"/>
                  </a:lnTo>
                  <a:lnTo>
                    <a:pt x="44692" y="321792"/>
                  </a:lnTo>
                  <a:lnTo>
                    <a:pt x="38104" y="312379"/>
                  </a:lnTo>
                  <a:lnTo>
                    <a:pt x="35380" y="308498"/>
                  </a:lnTo>
                  <a:lnTo>
                    <a:pt x="21856" y="289109"/>
                  </a:lnTo>
                  <a:lnTo>
                    <a:pt x="21736" y="288936"/>
                  </a:lnTo>
                  <a:lnTo>
                    <a:pt x="5066" y="264979"/>
                  </a:lnTo>
                  <a:lnTo>
                    <a:pt x="0" y="257695"/>
                  </a:lnTo>
                  <a:lnTo>
                    <a:pt x="1288" y="251832"/>
                  </a:lnTo>
                  <a:lnTo>
                    <a:pt x="2146" y="247931"/>
                  </a:lnTo>
                  <a:lnTo>
                    <a:pt x="3152" y="243361"/>
                  </a:lnTo>
                  <a:lnTo>
                    <a:pt x="5543" y="2325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54419" y="2950799"/>
              <a:ext cx="6884" cy="7066"/>
            </a:xfrm>
            <a:custGeom>
              <a:avLst/>
              <a:pathLst>
                <a:path w="6884" h="7066">
                  <a:moveTo>
                    <a:pt x="0" y="3402"/>
                  </a:moveTo>
                  <a:lnTo>
                    <a:pt x="5187" y="0"/>
                  </a:lnTo>
                  <a:lnTo>
                    <a:pt x="6884" y="3055"/>
                  </a:lnTo>
                  <a:lnTo>
                    <a:pt x="153" y="70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49511" y="2667425"/>
              <a:ext cx="520730" cy="400185"/>
            </a:xfrm>
            <a:custGeom>
              <a:avLst/>
              <a:pathLst>
                <a:path w="520730" h="400185">
                  <a:moveTo>
                    <a:pt x="0" y="349970"/>
                  </a:moveTo>
                  <a:lnTo>
                    <a:pt x="7249" y="343103"/>
                  </a:lnTo>
                  <a:lnTo>
                    <a:pt x="16263" y="332869"/>
                  </a:lnTo>
                  <a:lnTo>
                    <a:pt x="19536" y="326956"/>
                  </a:lnTo>
                  <a:lnTo>
                    <a:pt x="24707" y="321511"/>
                  </a:lnTo>
                  <a:lnTo>
                    <a:pt x="29560" y="317064"/>
                  </a:lnTo>
                  <a:lnTo>
                    <a:pt x="32552" y="314573"/>
                  </a:lnTo>
                  <a:lnTo>
                    <a:pt x="32612" y="314125"/>
                  </a:lnTo>
                  <a:lnTo>
                    <a:pt x="33174" y="309931"/>
                  </a:lnTo>
                  <a:lnTo>
                    <a:pt x="35441" y="306454"/>
                  </a:lnTo>
                  <a:lnTo>
                    <a:pt x="35392" y="302400"/>
                  </a:lnTo>
                  <a:lnTo>
                    <a:pt x="39539" y="298837"/>
                  </a:lnTo>
                  <a:lnTo>
                    <a:pt x="43055" y="295137"/>
                  </a:lnTo>
                  <a:lnTo>
                    <a:pt x="45353" y="290337"/>
                  </a:lnTo>
                  <a:lnTo>
                    <a:pt x="44711" y="289268"/>
                  </a:lnTo>
                  <a:lnTo>
                    <a:pt x="43694" y="287573"/>
                  </a:lnTo>
                  <a:lnTo>
                    <a:pt x="41753" y="284380"/>
                  </a:lnTo>
                  <a:lnTo>
                    <a:pt x="39480" y="283219"/>
                  </a:lnTo>
                  <a:lnTo>
                    <a:pt x="38650" y="279160"/>
                  </a:lnTo>
                  <a:lnTo>
                    <a:pt x="37056" y="277784"/>
                  </a:lnTo>
                  <a:lnTo>
                    <a:pt x="34864" y="277926"/>
                  </a:lnTo>
                  <a:lnTo>
                    <a:pt x="30459" y="275710"/>
                  </a:lnTo>
                  <a:lnTo>
                    <a:pt x="29975" y="270113"/>
                  </a:lnTo>
                  <a:lnTo>
                    <a:pt x="28906" y="269567"/>
                  </a:lnTo>
                  <a:lnTo>
                    <a:pt x="25271" y="269475"/>
                  </a:lnTo>
                  <a:lnTo>
                    <a:pt x="25115" y="265215"/>
                  </a:lnTo>
                  <a:lnTo>
                    <a:pt x="25221" y="264365"/>
                  </a:lnTo>
                  <a:lnTo>
                    <a:pt x="25449" y="262518"/>
                  </a:lnTo>
                  <a:lnTo>
                    <a:pt x="23421" y="256753"/>
                  </a:lnTo>
                  <a:lnTo>
                    <a:pt x="21449" y="253576"/>
                  </a:lnTo>
                  <a:lnTo>
                    <a:pt x="34721" y="244973"/>
                  </a:lnTo>
                  <a:lnTo>
                    <a:pt x="51094" y="235760"/>
                  </a:lnTo>
                  <a:lnTo>
                    <a:pt x="56065" y="234275"/>
                  </a:lnTo>
                  <a:lnTo>
                    <a:pt x="64332" y="231792"/>
                  </a:lnTo>
                  <a:lnTo>
                    <a:pt x="75521" y="228470"/>
                  </a:lnTo>
                  <a:lnTo>
                    <a:pt x="84930" y="226780"/>
                  </a:lnTo>
                  <a:lnTo>
                    <a:pt x="96308" y="225569"/>
                  </a:lnTo>
                  <a:lnTo>
                    <a:pt x="99796" y="224801"/>
                  </a:lnTo>
                  <a:lnTo>
                    <a:pt x="107252" y="228039"/>
                  </a:lnTo>
                  <a:lnTo>
                    <a:pt x="115036" y="230168"/>
                  </a:lnTo>
                  <a:lnTo>
                    <a:pt x="117746" y="228043"/>
                  </a:lnTo>
                  <a:lnTo>
                    <a:pt x="124793" y="223826"/>
                  </a:lnTo>
                  <a:lnTo>
                    <a:pt x="126765" y="222643"/>
                  </a:lnTo>
                  <a:lnTo>
                    <a:pt x="131527" y="221565"/>
                  </a:lnTo>
                  <a:lnTo>
                    <a:pt x="139468" y="218484"/>
                  </a:lnTo>
                  <a:lnTo>
                    <a:pt x="147763" y="217359"/>
                  </a:lnTo>
                  <a:lnTo>
                    <a:pt x="150671" y="216572"/>
                  </a:lnTo>
                  <a:lnTo>
                    <a:pt x="156541" y="211623"/>
                  </a:lnTo>
                  <a:lnTo>
                    <a:pt x="160634" y="209198"/>
                  </a:lnTo>
                  <a:lnTo>
                    <a:pt x="163018" y="206717"/>
                  </a:lnTo>
                  <a:lnTo>
                    <a:pt x="164900" y="204755"/>
                  </a:lnTo>
                  <a:lnTo>
                    <a:pt x="166697" y="198609"/>
                  </a:lnTo>
                  <a:lnTo>
                    <a:pt x="167350" y="197781"/>
                  </a:lnTo>
                  <a:lnTo>
                    <a:pt x="172222" y="191593"/>
                  </a:lnTo>
                  <a:lnTo>
                    <a:pt x="176916" y="185525"/>
                  </a:lnTo>
                  <a:lnTo>
                    <a:pt x="179745" y="184246"/>
                  </a:lnTo>
                  <a:lnTo>
                    <a:pt x="183051" y="184497"/>
                  </a:lnTo>
                  <a:lnTo>
                    <a:pt x="187687" y="181507"/>
                  </a:lnTo>
                  <a:lnTo>
                    <a:pt x="188490" y="177018"/>
                  </a:lnTo>
                  <a:lnTo>
                    <a:pt x="187022" y="170525"/>
                  </a:lnTo>
                  <a:lnTo>
                    <a:pt x="185959" y="168017"/>
                  </a:lnTo>
                  <a:lnTo>
                    <a:pt x="183409" y="162000"/>
                  </a:lnTo>
                  <a:lnTo>
                    <a:pt x="181168" y="157987"/>
                  </a:lnTo>
                  <a:lnTo>
                    <a:pt x="175784" y="154719"/>
                  </a:lnTo>
                  <a:lnTo>
                    <a:pt x="171537" y="154575"/>
                  </a:lnTo>
                  <a:lnTo>
                    <a:pt x="166430" y="155173"/>
                  </a:lnTo>
                  <a:lnTo>
                    <a:pt x="167141" y="150986"/>
                  </a:lnTo>
                  <a:lnTo>
                    <a:pt x="173924" y="144578"/>
                  </a:lnTo>
                  <a:lnTo>
                    <a:pt x="170896" y="140601"/>
                  </a:lnTo>
                  <a:lnTo>
                    <a:pt x="166676" y="141307"/>
                  </a:lnTo>
                  <a:lnTo>
                    <a:pt x="166462" y="137551"/>
                  </a:lnTo>
                  <a:lnTo>
                    <a:pt x="165233" y="135348"/>
                  </a:lnTo>
                  <a:lnTo>
                    <a:pt x="165306" y="132286"/>
                  </a:lnTo>
                  <a:lnTo>
                    <a:pt x="165768" y="129205"/>
                  </a:lnTo>
                  <a:lnTo>
                    <a:pt x="167654" y="125024"/>
                  </a:lnTo>
                  <a:lnTo>
                    <a:pt x="172137" y="122650"/>
                  </a:lnTo>
                  <a:lnTo>
                    <a:pt x="174034" y="119740"/>
                  </a:lnTo>
                  <a:lnTo>
                    <a:pt x="173133" y="116193"/>
                  </a:lnTo>
                  <a:lnTo>
                    <a:pt x="176492" y="113414"/>
                  </a:lnTo>
                  <a:lnTo>
                    <a:pt x="180993" y="107561"/>
                  </a:lnTo>
                  <a:lnTo>
                    <a:pt x="184009" y="106476"/>
                  </a:lnTo>
                  <a:lnTo>
                    <a:pt x="187802" y="100084"/>
                  </a:lnTo>
                  <a:lnTo>
                    <a:pt x="188969" y="98111"/>
                  </a:lnTo>
                  <a:lnTo>
                    <a:pt x="189259" y="93441"/>
                  </a:lnTo>
                  <a:lnTo>
                    <a:pt x="190573" y="88915"/>
                  </a:lnTo>
                  <a:lnTo>
                    <a:pt x="198594" y="73082"/>
                  </a:lnTo>
                  <a:lnTo>
                    <a:pt x="204477" y="62112"/>
                  </a:lnTo>
                  <a:lnTo>
                    <a:pt x="208456" y="56172"/>
                  </a:lnTo>
                  <a:lnTo>
                    <a:pt x="211687" y="50350"/>
                  </a:lnTo>
                  <a:lnTo>
                    <a:pt x="217150" y="44613"/>
                  </a:lnTo>
                  <a:lnTo>
                    <a:pt x="220840" y="40621"/>
                  </a:lnTo>
                  <a:lnTo>
                    <a:pt x="223656" y="37068"/>
                  </a:lnTo>
                  <a:lnTo>
                    <a:pt x="223869" y="35219"/>
                  </a:lnTo>
                  <a:lnTo>
                    <a:pt x="228665" y="33102"/>
                  </a:lnTo>
                  <a:lnTo>
                    <a:pt x="232097" y="29049"/>
                  </a:lnTo>
                  <a:lnTo>
                    <a:pt x="238005" y="29363"/>
                  </a:lnTo>
                  <a:lnTo>
                    <a:pt x="239071" y="28899"/>
                  </a:lnTo>
                  <a:lnTo>
                    <a:pt x="243658" y="26895"/>
                  </a:lnTo>
                  <a:lnTo>
                    <a:pt x="245564" y="26061"/>
                  </a:lnTo>
                  <a:lnTo>
                    <a:pt x="255795" y="22944"/>
                  </a:lnTo>
                  <a:lnTo>
                    <a:pt x="267715" y="19327"/>
                  </a:lnTo>
                  <a:lnTo>
                    <a:pt x="279594" y="14820"/>
                  </a:lnTo>
                  <a:lnTo>
                    <a:pt x="288367" y="11469"/>
                  </a:lnTo>
                  <a:lnTo>
                    <a:pt x="301937" y="6595"/>
                  </a:lnTo>
                  <a:lnTo>
                    <a:pt x="318916" y="0"/>
                  </a:lnTo>
                  <a:lnTo>
                    <a:pt x="319979" y="3435"/>
                  </a:lnTo>
                  <a:lnTo>
                    <a:pt x="321824" y="7767"/>
                  </a:lnTo>
                  <a:lnTo>
                    <a:pt x="321187" y="13707"/>
                  </a:lnTo>
                  <a:lnTo>
                    <a:pt x="322882" y="15998"/>
                  </a:lnTo>
                  <a:lnTo>
                    <a:pt x="325391" y="17409"/>
                  </a:lnTo>
                  <a:lnTo>
                    <a:pt x="325501" y="22195"/>
                  </a:lnTo>
                  <a:lnTo>
                    <a:pt x="326489" y="26631"/>
                  </a:lnTo>
                  <a:lnTo>
                    <a:pt x="327364" y="33930"/>
                  </a:lnTo>
                  <a:lnTo>
                    <a:pt x="330170" y="37860"/>
                  </a:lnTo>
                  <a:lnTo>
                    <a:pt x="330495" y="38124"/>
                  </a:lnTo>
                  <a:lnTo>
                    <a:pt x="331905" y="39270"/>
                  </a:lnTo>
                  <a:lnTo>
                    <a:pt x="335065" y="41835"/>
                  </a:lnTo>
                  <a:lnTo>
                    <a:pt x="338091" y="47065"/>
                  </a:lnTo>
                  <a:lnTo>
                    <a:pt x="338139" y="52505"/>
                  </a:lnTo>
                  <a:lnTo>
                    <a:pt x="338071" y="54960"/>
                  </a:lnTo>
                  <a:lnTo>
                    <a:pt x="340012" y="58699"/>
                  </a:lnTo>
                  <a:lnTo>
                    <a:pt x="341731" y="62482"/>
                  </a:lnTo>
                  <a:lnTo>
                    <a:pt x="341943" y="62950"/>
                  </a:lnTo>
                  <a:lnTo>
                    <a:pt x="340768" y="65944"/>
                  </a:lnTo>
                  <a:lnTo>
                    <a:pt x="339891" y="72227"/>
                  </a:lnTo>
                  <a:lnTo>
                    <a:pt x="340567" y="78349"/>
                  </a:lnTo>
                  <a:lnTo>
                    <a:pt x="340960" y="83566"/>
                  </a:lnTo>
                  <a:lnTo>
                    <a:pt x="343659" y="85558"/>
                  </a:lnTo>
                  <a:lnTo>
                    <a:pt x="344361" y="88695"/>
                  </a:lnTo>
                  <a:lnTo>
                    <a:pt x="345857" y="92481"/>
                  </a:lnTo>
                  <a:lnTo>
                    <a:pt x="349379" y="96374"/>
                  </a:lnTo>
                  <a:lnTo>
                    <a:pt x="350058" y="101619"/>
                  </a:lnTo>
                  <a:lnTo>
                    <a:pt x="350778" y="102237"/>
                  </a:lnTo>
                  <a:lnTo>
                    <a:pt x="353724" y="104765"/>
                  </a:lnTo>
                  <a:lnTo>
                    <a:pt x="353593" y="106433"/>
                  </a:lnTo>
                  <a:lnTo>
                    <a:pt x="353181" y="111665"/>
                  </a:lnTo>
                  <a:lnTo>
                    <a:pt x="353098" y="115553"/>
                  </a:lnTo>
                  <a:lnTo>
                    <a:pt x="354147" y="120786"/>
                  </a:lnTo>
                  <a:lnTo>
                    <a:pt x="356744" y="122776"/>
                  </a:lnTo>
                  <a:lnTo>
                    <a:pt x="359160" y="116491"/>
                  </a:lnTo>
                  <a:lnTo>
                    <a:pt x="362439" y="119251"/>
                  </a:lnTo>
                  <a:lnTo>
                    <a:pt x="366812" y="122399"/>
                  </a:lnTo>
                  <a:lnTo>
                    <a:pt x="370988" y="137085"/>
                  </a:lnTo>
                  <a:lnTo>
                    <a:pt x="372214" y="141271"/>
                  </a:lnTo>
                  <a:lnTo>
                    <a:pt x="379172" y="165094"/>
                  </a:lnTo>
                  <a:lnTo>
                    <a:pt x="381512" y="172972"/>
                  </a:lnTo>
                  <a:lnTo>
                    <a:pt x="384197" y="182030"/>
                  </a:lnTo>
                  <a:lnTo>
                    <a:pt x="384302" y="182383"/>
                  </a:lnTo>
                  <a:lnTo>
                    <a:pt x="384442" y="185299"/>
                  </a:lnTo>
                  <a:lnTo>
                    <a:pt x="387569" y="189485"/>
                  </a:lnTo>
                  <a:lnTo>
                    <a:pt x="388846" y="211250"/>
                  </a:lnTo>
                  <a:lnTo>
                    <a:pt x="391077" y="250330"/>
                  </a:lnTo>
                  <a:lnTo>
                    <a:pt x="393094" y="252689"/>
                  </a:lnTo>
                  <a:lnTo>
                    <a:pt x="393352" y="252992"/>
                  </a:lnTo>
                  <a:lnTo>
                    <a:pt x="398453" y="272470"/>
                  </a:lnTo>
                  <a:lnTo>
                    <a:pt x="401947" y="286029"/>
                  </a:lnTo>
                  <a:lnTo>
                    <a:pt x="402514" y="288233"/>
                  </a:lnTo>
                  <a:lnTo>
                    <a:pt x="402986" y="290087"/>
                  </a:lnTo>
                  <a:lnTo>
                    <a:pt x="405023" y="298087"/>
                  </a:lnTo>
                  <a:lnTo>
                    <a:pt x="406913" y="305525"/>
                  </a:lnTo>
                  <a:lnTo>
                    <a:pt x="408277" y="311100"/>
                  </a:lnTo>
                  <a:lnTo>
                    <a:pt x="408495" y="311992"/>
                  </a:lnTo>
                  <a:lnTo>
                    <a:pt x="409999" y="318151"/>
                  </a:lnTo>
                  <a:lnTo>
                    <a:pt x="416460" y="323710"/>
                  </a:lnTo>
                  <a:lnTo>
                    <a:pt x="404299" y="338357"/>
                  </a:lnTo>
                  <a:lnTo>
                    <a:pt x="406357" y="340137"/>
                  </a:lnTo>
                  <a:lnTo>
                    <a:pt x="410761" y="343941"/>
                  </a:lnTo>
                  <a:lnTo>
                    <a:pt x="411143" y="345109"/>
                  </a:lnTo>
                  <a:lnTo>
                    <a:pt x="411775" y="346664"/>
                  </a:lnTo>
                  <a:lnTo>
                    <a:pt x="410472" y="351379"/>
                  </a:lnTo>
                  <a:lnTo>
                    <a:pt x="407535" y="354902"/>
                  </a:lnTo>
                  <a:lnTo>
                    <a:pt x="407785" y="357771"/>
                  </a:lnTo>
                  <a:lnTo>
                    <a:pt x="409488" y="357688"/>
                  </a:lnTo>
                  <a:lnTo>
                    <a:pt x="411356" y="357598"/>
                  </a:lnTo>
                  <a:lnTo>
                    <a:pt x="414832" y="355663"/>
                  </a:lnTo>
                  <a:lnTo>
                    <a:pt x="416593" y="353219"/>
                  </a:lnTo>
                  <a:lnTo>
                    <a:pt x="423363" y="349015"/>
                  </a:lnTo>
                  <a:lnTo>
                    <a:pt x="423389" y="348536"/>
                  </a:lnTo>
                  <a:lnTo>
                    <a:pt x="423507" y="346316"/>
                  </a:lnTo>
                  <a:lnTo>
                    <a:pt x="426844" y="346257"/>
                  </a:lnTo>
                  <a:lnTo>
                    <a:pt x="427192" y="345830"/>
                  </a:lnTo>
                  <a:lnTo>
                    <a:pt x="429012" y="343600"/>
                  </a:lnTo>
                  <a:lnTo>
                    <a:pt x="433528" y="344466"/>
                  </a:lnTo>
                  <a:lnTo>
                    <a:pt x="440533" y="344357"/>
                  </a:lnTo>
                  <a:lnTo>
                    <a:pt x="444867" y="340625"/>
                  </a:lnTo>
                  <a:lnTo>
                    <a:pt x="444398" y="338253"/>
                  </a:lnTo>
                  <a:lnTo>
                    <a:pt x="446084" y="336155"/>
                  </a:lnTo>
                  <a:lnTo>
                    <a:pt x="450622" y="335281"/>
                  </a:lnTo>
                  <a:lnTo>
                    <a:pt x="461765" y="331244"/>
                  </a:lnTo>
                  <a:lnTo>
                    <a:pt x="470829" y="326952"/>
                  </a:lnTo>
                  <a:lnTo>
                    <a:pt x="477866" y="322605"/>
                  </a:lnTo>
                  <a:lnTo>
                    <a:pt x="481589" y="316968"/>
                  </a:lnTo>
                  <a:lnTo>
                    <a:pt x="484030" y="312059"/>
                  </a:lnTo>
                  <a:lnTo>
                    <a:pt x="486822" y="308968"/>
                  </a:lnTo>
                  <a:lnTo>
                    <a:pt x="488127" y="305512"/>
                  </a:lnTo>
                  <a:lnTo>
                    <a:pt x="491555" y="302779"/>
                  </a:lnTo>
                  <a:lnTo>
                    <a:pt x="496755" y="297347"/>
                  </a:lnTo>
                  <a:lnTo>
                    <a:pt x="497626" y="298472"/>
                  </a:lnTo>
                  <a:lnTo>
                    <a:pt x="495070" y="305772"/>
                  </a:lnTo>
                  <a:lnTo>
                    <a:pt x="494538" y="310025"/>
                  </a:lnTo>
                  <a:lnTo>
                    <a:pt x="499353" y="310873"/>
                  </a:lnTo>
                  <a:lnTo>
                    <a:pt x="502358" y="308602"/>
                  </a:lnTo>
                  <a:lnTo>
                    <a:pt x="502825" y="302574"/>
                  </a:lnTo>
                  <a:lnTo>
                    <a:pt x="505827" y="302777"/>
                  </a:lnTo>
                  <a:lnTo>
                    <a:pt x="506471" y="307038"/>
                  </a:lnTo>
                  <a:lnTo>
                    <a:pt x="510121" y="308889"/>
                  </a:lnTo>
                  <a:lnTo>
                    <a:pt x="514355" y="302551"/>
                  </a:lnTo>
                  <a:lnTo>
                    <a:pt x="516562" y="300870"/>
                  </a:lnTo>
                  <a:lnTo>
                    <a:pt x="520730" y="300290"/>
                  </a:lnTo>
                  <a:lnTo>
                    <a:pt x="517609" y="307532"/>
                  </a:lnTo>
                  <a:lnTo>
                    <a:pt x="509075" y="315097"/>
                  </a:lnTo>
                  <a:lnTo>
                    <a:pt x="498224" y="324269"/>
                  </a:lnTo>
                  <a:lnTo>
                    <a:pt x="493248" y="329495"/>
                  </a:lnTo>
                  <a:lnTo>
                    <a:pt x="473711" y="346060"/>
                  </a:lnTo>
                  <a:lnTo>
                    <a:pt x="470997" y="348480"/>
                  </a:lnTo>
                  <a:lnTo>
                    <a:pt x="464804" y="353989"/>
                  </a:lnTo>
                  <a:lnTo>
                    <a:pt x="460170" y="358768"/>
                  </a:lnTo>
                  <a:lnTo>
                    <a:pt x="449296" y="367116"/>
                  </a:lnTo>
                  <a:lnTo>
                    <a:pt x="443460" y="370074"/>
                  </a:lnTo>
                  <a:lnTo>
                    <a:pt x="440384" y="370213"/>
                  </a:lnTo>
                  <a:lnTo>
                    <a:pt x="436315" y="373227"/>
                  </a:lnTo>
                  <a:lnTo>
                    <a:pt x="432910" y="375745"/>
                  </a:lnTo>
                  <a:lnTo>
                    <a:pt x="431650" y="376675"/>
                  </a:lnTo>
                  <a:lnTo>
                    <a:pt x="423582" y="380405"/>
                  </a:lnTo>
                  <a:lnTo>
                    <a:pt x="416545" y="382170"/>
                  </a:lnTo>
                  <a:lnTo>
                    <a:pt x="414985" y="382560"/>
                  </a:lnTo>
                  <a:lnTo>
                    <a:pt x="412208" y="384861"/>
                  </a:lnTo>
                  <a:lnTo>
                    <a:pt x="405878" y="390094"/>
                  </a:lnTo>
                  <a:lnTo>
                    <a:pt x="403323" y="389265"/>
                  </a:lnTo>
                  <a:lnTo>
                    <a:pt x="401972" y="388827"/>
                  </a:lnTo>
                  <a:lnTo>
                    <a:pt x="398543" y="388169"/>
                  </a:lnTo>
                  <a:lnTo>
                    <a:pt x="397121" y="387895"/>
                  </a:lnTo>
                  <a:lnTo>
                    <a:pt x="394968" y="393282"/>
                  </a:lnTo>
                  <a:lnTo>
                    <a:pt x="390426" y="398139"/>
                  </a:lnTo>
                  <a:lnTo>
                    <a:pt x="386857" y="400185"/>
                  </a:lnTo>
                  <a:lnTo>
                    <a:pt x="386460" y="396331"/>
                  </a:lnTo>
                  <a:lnTo>
                    <a:pt x="388138" y="394510"/>
                  </a:lnTo>
                  <a:lnTo>
                    <a:pt x="388060" y="391302"/>
                  </a:lnTo>
                  <a:lnTo>
                    <a:pt x="387266" y="387951"/>
                  </a:lnTo>
                  <a:lnTo>
                    <a:pt x="388767" y="386198"/>
                  </a:lnTo>
                  <a:lnTo>
                    <a:pt x="389402" y="385914"/>
                  </a:lnTo>
                  <a:lnTo>
                    <a:pt x="393851" y="383924"/>
                  </a:lnTo>
                  <a:lnTo>
                    <a:pt x="394428" y="382285"/>
                  </a:lnTo>
                  <a:lnTo>
                    <a:pt x="394552" y="381933"/>
                  </a:lnTo>
                  <a:lnTo>
                    <a:pt x="395302" y="379754"/>
                  </a:lnTo>
                  <a:lnTo>
                    <a:pt x="395487" y="376449"/>
                  </a:lnTo>
                  <a:lnTo>
                    <a:pt x="395591" y="374575"/>
                  </a:lnTo>
                  <a:lnTo>
                    <a:pt x="395651" y="373498"/>
                  </a:lnTo>
                  <a:lnTo>
                    <a:pt x="396392" y="369417"/>
                  </a:lnTo>
                  <a:lnTo>
                    <a:pt x="396730" y="367548"/>
                  </a:lnTo>
                  <a:lnTo>
                    <a:pt x="396809" y="367110"/>
                  </a:lnTo>
                  <a:lnTo>
                    <a:pt x="396855" y="366570"/>
                  </a:lnTo>
                  <a:lnTo>
                    <a:pt x="397027" y="364532"/>
                  </a:lnTo>
                  <a:lnTo>
                    <a:pt x="397147" y="363109"/>
                  </a:lnTo>
                  <a:lnTo>
                    <a:pt x="397249" y="361906"/>
                  </a:lnTo>
                  <a:lnTo>
                    <a:pt x="397236" y="361166"/>
                  </a:lnTo>
                  <a:lnTo>
                    <a:pt x="397180" y="357820"/>
                  </a:lnTo>
                  <a:lnTo>
                    <a:pt x="397127" y="354753"/>
                  </a:lnTo>
                  <a:lnTo>
                    <a:pt x="396739" y="350602"/>
                  </a:lnTo>
                  <a:lnTo>
                    <a:pt x="385945" y="348413"/>
                  </a:lnTo>
                  <a:lnTo>
                    <a:pt x="373385" y="345667"/>
                  </a:lnTo>
                  <a:lnTo>
                    <a:pt x="371702" y="345297"/>
                  </a:lnTo>
                  <a:lnTo>
                    <a:pt x="366723" y="344162"/>
                  </a:lnTo>
                  <a:lnTo>
                    <a:pt x="361850" y="342811"/>
                  </a:lnTo>
                  <a:lnTo>
                    <a:pt x="355070" y="340922"/>
                  </a:lnTo>
                  <a:lnTo>
                    <a:pt x="337482" y="336455"/>
                  </a:lnTo>
                  <a:lnTo>
                    <a:pt x="333226" y="331451"/>
                  </a:lnTo>
                  <a:lnTo>
                    <a:pt x="331852" y="331726"/>
                  </a:lnTo>
                  <a:lnTo>
                    <a:pt x="329072" y="332283"/>
                  </a:lnTo>
                  <a:lnTo>
                    <a:pt x="322815" y="332058"/>
                  </a:lnTo>
                  <a:lnTo>
                    <a:pt x="316040" y="330397"/>
                  </a:lnTo>
                  <a:lnTo>
                    <a:pt x="310211" y="324934"/>
                  </a:lnTo>
                  <a:lnTo>
                    <a:pt x="309331" y="322543"/>
                  </a:lnTo>
                  <a:lnTo>
                    <a:pt x="308162" y="319366"/>
                  </a:lnTo>
                  <a:lnTo>
                    <a:pt x="305059" y="310042"/>
                  </a:lnTo>
                  <a:lnTo>
                    <a:pt x="302486" y="306236"/>
                  </a:lnTo>
                  <a:lnTo>
                    <a:pt x="299090" y="303732"/>
                  </a:lnTo>
                  <a:lnTo>
                    <a:pt x="296887" y="303592"/>
                  </a:lnTo>
                  <a:lnTo>
                    <a:pt x="293788" y="303394"/>
                  </a:lnTo>
                  <a:lnTo>
                    <a:pt x="288713" y="302895"/>
                  </a:lnTo>
                  <a:lnTo>
                    <a:pt x="285355" y="298187"/>
                  </a:lnTo>
                  <a:lnTo>
                    <a:pt x="281144" y="295266"/>
                  </a:lnTo>
                  <a:lnTo>
                    <a:pt x="279961" y="295555"/>
                  </a:lnTo>
                  <a:lnTo>
                    <a:pt x="272587" y="297345"/>
                  </a:lnTo>
                  <a:lnTo>
                    <a:pt x="272217" y="297462"/>
                  </a:lnTo>
                  <a:lnTo>
                    <a:pt x="248302" y="304961"/>
                  </a:lnTo>
                  <a:lnTo>
                    <a:pt x="233759" y="309423"/>
                  </a:lnTo>
                  <a:lnTo>
                    <a:pt x="231303" y="310171"/>
                  </a:lnTo>
                  <a:lnTo>
                    <a:pt x="211692" y="316098"/>
                  </a:lnTo>
                  <a:lnTo>
                    <a:pt x="205713" y="317776"/>
                  </a:lnTo>
                  <a:lnTo>
                    <a:pt x="182813" y="324511"/>
                  </a:lnTo>
                  <a:lnTo>
                    <a:pt x="180398" y="325215"/>
                  </a:lnTo>
                  <a:lnTo>
                    <a:pt x="177797" y="325971"/>
                  </a:lnTo>
                  <a:lnTo>
                    <a:pt x="140360" y="336929"/>
                  </a:lnTo>
                  <a:lnTo>
                    <a:pt x="131650" y="339434"/>
                  </a:lnTo>
                  <a:lnTo>
                    <a:pt x="126537" y="340896"/>
                  </a:lnTo>
                  <a:lnTo>
                    <a:pt x="114093" y="344298"/>
                  </a:lnTo>
                  <a:lnTo>
                    <a:pt x="103162" y="347360"/>
                  </a:lnTo>
                  <a:lnTo>
                    <a:pt x="99116" y="348487"/>
                  </a:lnTo>
                  <a:lnTo>
                    <a:pt x="96805" y="349113"/>
                  </a:lnTo>
                  <a:lnTo>
                    <a:pt x="78749" y="353965"/>
                  </a:lnTo>
                  <a:lnTo>
                    <a:pt x="58593" y="359450"/>
                  </a:lnTo>
                  <a:lnTo>
                    <a:pt x="54577" y="360533"/>
                  </a:lnTo>
                  <a:lnTo>
                    <a:pt x="49679" y="361841"/>
                  </a:lnTo>
                  <a:lnTo>
                    <a:pt x="23895" y="368643"/>
                  </a:lnTo>
                  <a:lnTo>
                    <a:pt x="15200" y="370862"/>
                  </a:lnTo>
                  <a:lnTo>
                    <a:pt x="5739" y="373258"/>
                  </a:lnTo>
                  <a:lnTo>
                    <a:pt x="2906" y="3618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69781" y="3264320"/>
              <a:ext cx="5656" cy="8397"/>
            </a:xfrm>
            <a:custGeom>
              <a:avLst/>
              <a:pathLst>
                <a:path w="5656" h="8397">
                  <a:moveTo>
                    <a:pt x="0" y="3032"/>
                  </a:moveTo>
                  <a:lnTo>
                    <a:pt x="1885" y="0"/>
                  </a:lnTo>
                  <a:lnTo>
                    <a:pt x="5143" y="1903"/>
                  </a:lnTo>
                  <a:lnTo>
                    <a:pt x="5656" y="6395"/>
                  </a:lnTo>
                  <a:lnTo>
                    <a:pt x="2516" y="83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45282" y="3208773"/>
              <a:ext cx="295668" cy="338884"/>
            </a:xfrm>
            <a:custGeom>
              <a:avLst/>
              <a:pathLst>
                <a:path w="295668" h="338884">
                  <a:moveTo>
                    <a:pt x="37212" y="297851"/>
                  </a:moveTo>
                  <a:lnTo>
                    <a:pt x="36114" y="291069"/>
                  </a:lnTo>
                  <a:lnTo>
                    <a:pt x="34893" y="283536"/>
                  </a:lnTo>
                  <a:lnTo>
                    <a:pt x="32997" y="272216"/>
                  </a:lnTo>
                  <a:lnTo>
                    <a:pt x="32330" y="268239"/>
                  </a:lnTo>
                  <a:lnTo>
                    <a:pt x="30009" y="254427"/>
                  </a:lnTo>
                  <a:lnTo>
                    <a:pt x="27275" y="237875"/>
                  </a:lnTo>
                  <a:lnTo>
                    <a:pt x="26006" y="230207"/>
                  </a:lnTo>
                  <a:lnTo>
                    <a:pt x="24533" y="221322"/>
                  </a:lnTo>
                  <a:lnTo>
                    <a:pt x="23500" y="214973"/>
                  </a:lnTo>
                  <a:lnTo>
                    <a:pt x="21658" y="203665"/>
                  </a:lnTo>
                  <a:lnTo>
                    <a:pt x="21051" y="199945"/>
                  </a:lnTo>
                  <a:lnTo>
                    <a:pt x="18853" y="186995"/>
                  </a:lnTo>
                  <a:lnTo>
                    <a:pt x="17772" y="180882"/>
                  </a:lnTo>
                  <a:lnTo>
                    <a:pt x="15374" y="167342"/>
                  </a:lnTo>
                  <a:lnTo>
                    <a:pt x="12318" y="150474"/>
                  </a:lnTo>
                  <a:lnTo>
                    <a:pt x="11266" y="144677"/>
                  </a:lnTo>
                  <a:lnTo>
                    <a:pt x="9183" y="133221"/>
                  </a:lnTo>
                  <a:lnTo>
                    <a:pt x="7109" y="121842"/>
                  </a:lnTo>
                  <a:lnTo>
                    <a:pt x="6818" y="120249"/>
                  </a:lnTo>
                  <a:lnTo>
                    <a:pt x="4641" y="108331"/>
                  </a:lnTo>
                  <a:lnTo>
                    <a:pt x="4355" y="106792"/>
                  </a:lnTo>
                  <a:lnTo>
                    <a:pt x="2678" y="97766"/>
                  </a:lnTo>
                  <a:lnTo>
                    <a:pt x="0" y="83376"/>
                  </a:lnTo>
                  <a:lnTo>
                    <a:pt x="23490" y="78104"/>
                  </a:lnTo>
                  <a:lnTo>
                    <a:pt x="25945" y="77538"/>
                  </a:lnTo>
                  <a:lnTo>
                    <a:pt x="28439" y="76961"/>
                  </a:lnTo>
                  <a:lnTo>
                    <a:pt x="42835" y="73609"/>
                  </a:lnTo>
                  <a:lnTo>
                    <a:pt x="58992" y="69745"/>
                  </a:lnTo>
                  <a:lnTo>
                    <a:pt x="66451" y="67943"/>
                  </a:lnTo>
                  <a:lnTo>
                    <a:pt x="86081" y="63122"/>
                  </a:lnTo>
                  <a:lnTo>
                    <a:pt x="89625" y="66122"/>
                  </a:lnTo>
                  <a:lnTo>
                    <a:pt x="94738" y="64134"/>
                  </a:lnTo>
                  <a:lnTo>
                    <a:pt x="101818" y="67832"/>
                  </a:lnTo>
                  <a:lnTo>
                    <a:pt x="106509" y="68662"/>
                  </a:lnTo>
                  <a:lnTo>
                    <a:pt x="113234" y="69846"/>
                  </a:lnTo>
                  <a:lnTo>
                    <a:pt x="116395" y="72760"/>
                  </a:lnTo>
                  <a:lnTo>
                    <a:pt x="123123" y="75062"/>
                  </a:lnTo>
                  <a:lnTo>
                    <a:pt x="126820" y="68676"/>
                  </a:lnTo>
                  <a:lnTo>
                    <a:pt x="128249" y="67358"/>
                  </a:lnTo>
                  <a:lnTo>
                    <a:pt x="136497" y="69712"/>
                  </a:lnTo>
                  <a:lnTo>
                    <a:pt x="139052" y="73246"/>
                  </a:lnTo>
                  <a:lnTo>
                    <a:pt x="139300" y="73589"/>
                  </a:lnTo>
                  <a:lnTo>
                    <a:pt x="144989" y="78132"/>
                  </a:lnTo>
                  <a:lnTo>
                    <a:pt x="151026" y="80189"/>
                  </a:lnTo>
                  <a:lnTo>
                    <a:pt x="155768" y="79593"/>
                  </a:lnTo>
                  <a:lnTo>
                    <a:pt x="161369" y="74719"/>
                  </a:lnTo>
                  <a:lnTo>
                    <a:pt x="162239" y="74472"/>
                  </a:lnTo>
                  <a:lnTo>
                    <a:pt x="167266" y="73039"/>
                  </a:lnTo>
                  <a:lnTo>
                    <a:pt x="172078" y="68282"/>
                  </a:lnTo>
                  <a:lnTo>
                    <a:pt x="183241" y="61913"/>
                  </a:lnTo>
                  <a:lnTo>
                    <a:pt x="185104" y="62452"/>
                  </a:lnTo>
                  <a:lnTo>
                    <a:pt x="187291" y="63084"/>
                  </a:lnTo>
                  <a:lnTo>
                    <a:pt x="193233" y="61458"/>
                  </a:lnTo>
                  <a:lnTo>
                    <a:pt x="195330" y="60883"/>
                  </a:lnTo>
                  <a:lnTo>
                    <a:pt x="200060" y="60450"/>
                  </a:lnTo>
                  <a:lnTo>
                    <a:pt x="205786" y="54434"/>
                  </a:lnTo>
                  <a:lnTo>
                    <a:pt x="213231" y="44193"/>
                  </a:lnTo>
                  <a:lnTo>
                    <a:pt x="214391" y="42592"/>
                  </a:lnTo>
                  <a:lnTo>
                    <a:pt x="218199" y="36445"/>
                  </a:lnTo>
                  <a:lnTo>
                    <a:pt x="223633" y="30356"/>
                  </a:lnTo>
                  <a:lnTo>
                    <a:pt x="229625" y="26548"/>
                  </a:lnTo>
                  <a:lnTo>
                    <a:pt x="236985" y="20002"/>
                  </a:lnTo>
                  <a:lnTo>
                    <a:pt x="239939" y="18425"/>
                  </a:lnTo>
                  <a:lnTo>
                    <a:pt x="246000" y="15183"/>
                  </a:lnTo>
                  <a:lnTo>
                    <a:pt x="251486" y="10161"/>
                  </a:lnTo>
                  <a:lnTo>
                    <a:pt x="264349" y="2677"/>
                  </a:lnTo>
                  <a:lnTo>
                    <a:pt x="267887" y="0"/>
                  </a:lnTo>
                  <a:lnTo>
                    <a:pt x="270472" y="11017"/>
                  </a:lnTo>
                  <a:lnTo>
                    <a:pt x="274096" y="26498"/>
                  </a:lnTo>
                  <a:lnTo>
                    <a:pt x="277532" y="41172"/>
                  </a:lnTo>
                  <a:lnTo>
                    <a:pt x="277738" y="42053"/>
                  </a:lnTo>
                  <a:lnTo>
                    <a:pt x="282895" y="64144"/>
                  </a:lnTo>
                  <a:lnTo>
                    <a:pt x="284861" y="72704"/>
                  </a:lnTo>
                  <a:lnTo>
                    <a:pt x="285022" y="73404"/>
                  </a:lnTo>
                  <a:lnTo>
                    <a:pt x="289334" y="92229"/>
                  </a:lnTo>
                  <a:lnTo>
                    <a:pt x="289462" y="92774"/>
                  </a:lnTo>
                  <a:lnTo>
                    <a:pt x="290447" y="96991"/>
                  </a:lnTo>
                  <a:lnTo>
                    <a:pt x="294715" y="115288"/>
                  </a:lnTo>
                  <a:lnTo>
                    <a:pt x="291010" y="118305"/>
                  </a:lnTo>
                  <a:lnTo>
                    <a:pt x="288116" y="118604"/>
                  </a:lnTo>
                  <a:lnTo>
                    <a:pt x="286223" y="122466"/>
                  </a:lnTo>
                  <a:lnTo>
                    <a:pt x="290397" y="127095"/>
                  </a:lnTo>
                  <a:lnTo>
                    <a:pt x="292969" y="133186"/>
                  </a:lnTo>
                  <a:lnTo>
                    <a:pt x="292529" y="137974"/>
                  </a:lnTo>
                  <a:lnTo>
                    <a:pt x="292446" y="138876"/>
                  </a:lnTo>
                  <a:lnTo>
                    <a:pt x="295668" y="145516"/>
                  </a:lnTo>
                  <a:lnTo>
                    <a:pt x="294238" y="150644"/>
                  </a:lnTo>
                  <a:lnTo>
                    <a:pt x="292928" y="156799"/>
                  </a:lnTo>
                  <a:lnTo>
                    <a:pt x="292316" y="159662"/>
                  </a:lnTo>
                  <a:lnTo>
                    <a:pt x="292202" y="160193"/>
                  </a:lnTo>
                  <a:lnTo>
                    <a:pt x="291594" y="166838"/>
                  </a:lnTo>
                  <a:lnTo>
                    <a:pt x="292401" y="170842"/>
                  </a:lnTo>
                  <a:lnTo>
                    <a:pt x="293502" y="176309"/>
                  </a:lnTo>
                  <a:lnTo>
                    <a:pt x="292314" y="178460"/>
                  </a:lnTo>
                  <a:lnTo>
                    <a:pt x="290387" y="181781"/>
                  </a:lnTo>
                  <a:lnTo>
                    <a:pt x="290408" y="188018"/>
                  </a:lnTo>
                  <a:lnTo>
                    <a:pt x="290409" y="188279"/>
                  </a:lnTo>
                  <a:lnTo>
                    <a:pt x="291253" y="192261"/>
                  </a:lnTo>
                  <a:lnTo>
                    <a:pt x="289037" y="196197"/>
                  </a:lnTo>
                  <a:lnTo>
                    <a:pt x="292140" y="199481"/>
                  </a:lnTo>
                  <a:lnTo>
                    <a:pt x="292660" y="200031"/>
                  </a:lnTo>
                  <a:lnTo>
                    <a:pt x="291260" y="204821"/>
                  </a:lnTo>
                  <a:lnTo>
                    <a:pt x="287206" y="210850"/>
                  </a:lnTo>
                  <a:lnTo>
                    <a:pt x="282380" y="218238"/>
                  </a:lnTo>
                  <a:lnTo>
                    <a:pt x="280386" y="221282"/>
                  </a:lnTo>
                  <a:lnTo>
                    <a:pt x="278391" y="226463"/>
                  </a:lnTo>
                  <a:lnTo>
                    <a:pt x="278071" y="227293"/>
                  </a:lnTo>
                  <a:lnTo>
                    <a:pt x="274646" y="229783"/>
                  </a:lnTo>
                  <a:lnTo>
                    <a:pt x="271256" y="234266"/>
                  </a:lnTo>
                  <a:lnTo>
                    <a:pt x="265596" y="239585"/>
                  </a:lnTo>
                  <a:lnTo>
                    <a:pt x="264037" y="239679"/>
                  </a:lnTo>
                  <a:lnTo>
                    <a:pt x="262438" y="239775"/>
                  </a:lnTo>
                  <a:lnTo>
                    <a:pt x="260393" y="236358"/>
                  </a:lnTo>
                  <a:lnTo>
                    <a:pt x="257260" y="235751"/>
                  </a:lnTo>
                  <a:lnTo>
                    <a:pt x="254827" y="239573"/>
                  </a:lnTo>
                  <a:lnTo>
                    <a:pt x="251888" y="244090"/>
                  </a:lnTo>
                  <a:lnTo>
                    <a:pt x="252525" y="248888"/>
                  </a:lnTo>
                  <a:lnTo>
                    <a:pt x="249327" y="249692"/>
                  </a:lnTo>
                  <a:lnTo>
                    <a:pt x="245100" y="250795"/>
                  </a:lnTo>
                  <a:lnTo>
                    <a:pt x="243897" y="256002"/>
                  </a:lnTo>
                  <a:lnTo>
                    <a:pt x="243397" y="256863"/>
                  </a:lnTo>
                  <a:lnTo>
                    <a:pt x="241806" y="259601"/>
                  </a:lnTo>
                  <a:lnTo>
                    <a:pt x="241903" y="259908"/>
                  </a:lnTo>
                  <a:lnTo>
                    <a:pt x="243877" y="266200"/>
                  </a:lnTo>
                  <a:lnTo>
                    <a:pt x="243439" y="266529"/>
                  </a:lnTo>
                  <a:lnTo>
                    <a:pt x="239987" y="269120"/>
                  </a:lnTo>
                  <a:lnTo>
                    <a:pt x="241742" y="272671"/>
                  </a:lnTo>
                  <a:lnTo>
                    <a:pt x="243989" y="277558"/>
                  </a:lnTo>
                  <a:lnTo>
                    <a:pt x="241192" y="281338"/>
                  </a:lnTo>
                  <a:lnTo>
                    <a:pt x="236761" y="283803"/>
                  </a:lnTo>
                  <a:lnTo>
                    <a:pt x="232736" y="278943"/>
                  </a:lnTo>
                  <a:lnTo>
                    <a:pt x="227755" y="276771"/>
                  </a:lnTo>
                  <a:lnTo>
                    <a:pt x="225674" y="278290"/>
                  </a:lnTo>
                  <a:lnTo>
                    <a:pt x="223266" y="282609"/>
                  </a:lnTo>
                  <a:lnTo>
                    <a:pt x="222884" y="284058"/>
                  </a:lnTo>
                  <a:lnTo>
                    <a:pt x="221480" y="289364"/>
                  </a:lnTo>
                  <a:lnTo>
                    <a:pt x="221131" y="296753"/>
                  </a:lnTo>
                  <a:lnTo>
                    <a:pt x="218340" y="299349"/>
                  </a:lnTo>
                  <a:lnTo>
                    <a:pt x="219604" y="302892"/>
                  </a:lnTo>
                  <a:lnTo>
                    <a:pt x="222448" y="311370"/>
                  </a:lnTo>
                  <a:lnTo>
                    <a:pt x="224044" y="315635"/>
                  </a:lnTo>
                  <a:lnTo>
                    <a:pt x="221412" y="317729"/>
                  </a:lnTo>
                  <a:lnTo>
                    <a:pt x="217680" y="318364"/>
                  </a:lnTo>
                  <a:lnTo>
                    <a:pt x="217396" y="319673"/>
                  </a:lnTo>
                  <a:lnTo>
                    <a:pt x="216994" y="321528"/>
                  </a:lnTo>
                  <a:lnTo>
                    <a:pt x="217381" y="327219"/>
                  </a:lnTo>
                  <a:lnTo>
                    <a:pt x="216878" y="331574"/>
                  </a:lnTo>
                  <a:lnTo>
                    <a:pt x="213257" y="333667"/>
                  </a:lnTo>
                  <a:lnTo>
                    <a:pt x="209014" y="335288"/>
                  </a:lnTo>
                  <a:lnTo>
                    <a:pt x="205076" y="337249"/>
                  </a:lnTo>
                  <a:lnTo>
                    <a:pt x="201784" y="338884"/>
                  </a:lnTo>
                  <a:lnTo>
                    <a:pt x="199269" y="337847"/>
                  </a:lnTo>
                  <a:lnTo>
                    <a:pt x="196656" y="333421"/>
                  </a:lnTo>
                  <a:lnTo>
                    <a:pt x="193070" y="331424"/>
                  </a:lnTo>
                  <a:lnTo>
                    <a:pt x="192159" y="330916"/>
                  </a:lnTo>
                  <a:lnTo>
                    <a:pt x="188147" y="327974"/>
                  </a:lnTo>
                  <a:lnTo>
                    <a:pt x="183009" y="328559"/>
                  </a:lnTo>
                  <a:lnTo>
                    <a:pt x="182087" y="327926"/>
                  </a:lnTo>
                  <a:lnTo>
                    <a:pt x="178880" y="325722"/>
                  </a:lnTo>
                  <a:lnTo>
                    <a:pt x="176403" y="319590"/>
                  </a:lnTo>
                  <a:lnTo>
                    <a:pt x="175613" y="316133"/>
                  </a:lnTo>
                  <a:lnTo>
                    <a:pt x="173770" y="313124"/>
                  </a:lnTo>
                  <a:lnTo>
                    <a:pt x="170380" y="314989"/>
                  </a:lnTo>
                  <a:lnTo>
                    <a:pt x="166011" y="317094"/>
                  </a:lnTo>
                  <a:lnTo>
                    <a:pt x="164994" y="318494"/>
                  </a:lnTo>
                  <a:lnTo>
                    <a:pt x="164335" y="319402"/>
                  </a:lnTo>
                  <a:lnTo>
                    <a:pt x="160261" y="323547"/>
                  </a:lnTo>
                  <a:lnTo>
                    <a:pt x="159675" y="326501"/>
                  </a:lnTo>
                  <a:lnTo>
                    <a:pt x="157081" y="328836"/>
                  </a:lnTo>
                  <a:lnTo>
                    <a:pt x="152461" y="329038"/>
                  </a:lnTo>
                  <a:lnTo>
                    <a:pt x="151057" y="330718"/>
                  </a:lnTo>
                  <a:lnTo>
                    <a:pt x="149795" y="332227"/>
                  </a:lnTo>
                  <a:lnTo>
                    <a:pt x="147126" y="330662"/>
                  </a:lnTo>
                  <a:lnTo>
                    <a:pt x="142748" y="328069"/>
                  </a:lnTo>
                  <a:lnTo>
                    <a:pt x="138321" y="328261"/>
                  </a:lnTo>
                  <a:lnTo>
                    <a:pt x="131556" y="326686"/>
                  </a:lnTo>
                  <a:lnTo>
                    <a:pt x="125651" y="329918"/>
                  </a:lnTo>
                  <a:lnTo>
                    <a:pt x="125159" y="333264"/>
                  </a:lnTo>
                  <a:lnTo>
                    <a:pt x="124916" y="333442"/>
                  </a:lnTo>
                  <a:lnTo>
                    <a:pt x="122924" y="334901"/>
                  </a:lnTo>
                  <a:lnTo>
                    <a:pt x="121025" y="334562"/>
                  </a:lnTo>
                  <a:lnTo>
                    <a:pt x="116251" y="333706"/>
                  </a:lnTo>
                  <a:lnTo>
                    <a:pt x="114879" y="330610"/>
                  </a:lnTo>
                  <a:lnTo>
                    <a:pt x="111172" y="329515"/>
                  </a:lnTo>
                  <a:lnTo>
                    <a:pt x="109393" y="326685"/>
                  </a:lnTo>
                  <a:lnTo>
                    <a:pt x="105634" y="326004"/>
                  </a:lnTo>
                  <a:lnTo>
                    <a:pt x="103903" y="325690"/>
                  </a:lnTo>
                  <a:lnTo>
                    <a:pt x="100328" y="325268"/>
                  </a:lnTo>
                  <a:lnTo>
                    <a:pt x="95627" y="327581"/>
                  </a:lnTo>
                  <a:lnTo>
                    <a:pt x="89814" y="327109"/>
                  </a:lnTo>
                  <a:lnTo>
                    <a:pt x="84341" y="326714"/>
                  </a:lnTo>
                  <a:lnTo>
                    <a:pt x="83075" y="324800"/>
                  </a:lnTo>
                  <a:lnTo>
                    <a:pt x="82397" y="323772"/>
                  </a:lnTo>
                  <a:lnTo>
                    <a:pt x="81959" y="320981"/>
                  </a:lnTo>
                  <a:lnTo>
                    <a:pt x="81880" y="320478"/>
                  </a:lnTo>
                  <a:lnTo>
                    <a:pt x="76949" y="314671"/>
                  </a:lnTo>
                  <a:lnTo>
                    <a:pt x="75811" y="311847"/>
                  </a:lnTo>
                  <a:lnTo>
                    <a:pt x="73727" y="309476"/>
                  </a:lnTo>
                  <a:lnTo>
                    <a:pt x="73263" y="308948"/>
                  </a:lnTo>
                  <a:lnTo>
                    <a:pt x="67994" y="308262"/>
                  </a:lnTo>
                  <a:lnTo>
                    <a:pt x="65271" y="305409"/>
                  </a:lnTo>
                  <a:lnTo>
                    <a:pt x="63976" y="302920"/>
                  </a:lnTo>
                  <a:lnTo>
                    <a:pt x="62741" y="302501"/>
                  </a:lnTo>
                  <a:lnTo>
                    <a:pt x="61556" y="303175"/>
                  </a:lnTo>
                  <a:lnTo>
                    <a:pt x="60922" y="304578"/>
                  </a:lnTo>
                  <a:lnTo>
                    <a:pt x="60079" y="304801"/>
                  </a:lnTo>
                  <a:lnTo>
                    <a:pt x="57154" y="305571"/>
                  </a:lnTo>
                  <a:lnTo>
                    <a:pt x="53740" y="308559"/>
                  </a:lnTo>
                  <a:lnTo>
                    <a:pt x="52718" y="308295"/>
                  </a:lnTo>
                  <a:lnTo>
                    <a:pt x="48722" y="307260"/>
                  </a:lnTo>
                  <a:lnTo>
                    <a:pt x="45909" y="304881"/>
                  </a:lnTo>
                  <a:lnTo>
                    <a:pt x="45737" y="304736"/>
                  </a:lnTo>
                  <a:lnTo>
                    <a:pt x="43061" y="303919"/>
                  </a:lnTo>
                  <a:lnTo>
                    <a:pt x="39057" y="3084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800400" y="4030193"/>
              <a:ext cx="617712" cy="295824"/>
            </a:xfrm>
            <a:custGeom>
              <a:avLst/>
              <a:pathLst>
                <a:path w="617712" h="295824">
                  <a:moveTo>
                    <a:pt x="498" y="36724"/>
                  </a:moveTo>
                  <a:lnTo>
                    <a:pt x="1217" y="16187"/>
                  </a:lnTo>
                  <a:lnTo>
                    <a:pt x="1463" y="8253"/>
                  </a:lnTo>
                  <a:lnTo>
                    <a:pt x="12725" y="8690"/>
                  </a:lnTo>
                  <a:lnTo>
                    <a:pt x="22827" y="9413"/>
                  </a:lnTo>
                  <a:lnTo>
                    <a:pt x="46935" y="10196"/>
                  </a:lnTo>
                  <a:lnTo>
                    <a:pt x="68949" y="10897"/>
                  </a:lnTo>
                  <a:lnTo>
                    <a:pt x="69937" y="10916"/>
                  </a:lnTo>
                  <a:lnTo>
                    <a:pt x="78784" y="11074"/>
                  </a:lnTo>
                  <a:lnTo>
                    <a:pt x="103208" y="11438"/>
                  </a:lnTo>
                  <a:lnTo>
                    <a:pt x="108128" y="11499"/>
                  </a:lnTo>
                  <a:lnTo>
                    <a:pt x="127393" y="11675"/>
                  </a:lnTo>
                  <a:lnTo>
                    <a:pt x="137597" y="11760"/>
                  </a:lnTo>
                  <a:lnTo>
                    <a:pt x="146109" y="11817"/>
                  </a:lnTo>
                  <a:lnTo>
                    <a:pt x="152429" y="11852"/>
                  </a:lnTo>
                  <a:lnTo>
                    <a:pt x="168070" y="11855"/>
                  </a:lnTo>
                  <a:lnTo>
                    <a:pt x="173744" y="11846"/>
                  </a:lnTo>
                  <a:lnTo>
                    <a:pt x="206332" y="11905"/>
                  </a:lnTo>
                  <a:lnTo>
                    <a:pt x="212447" y="11896"/>
                  </a:lnTo>
                  <a:lnTo>
                    <a:pt x="212965" y="11895"/>
                  </a:lnTo>
                  <a:lnTo>
                    <a:pt x="236713" y="11972"/>
                  </a:lnTo>
                  <a:lnTo>
                    <a:pt x="244912" y="11958"/>
                  </a:lnTo>
                  <a:lnTo>
                    <a:pt x="250886" y="11940"/>
                  </a:lnTo>
                  <a:lnTo>
                    <a:pt x="254347" y="11928"/>
                  </a:lnTo>
                  <a:lnTo>
                    <a:pt x="273874" y="11771"/>
                  </a:lnTo>
                  <a:lnTo>
                    <a:pt x="282960" y="11676"/>
                  </a:lnTo>
                  <a:lnTo>
                    <a:pt x="297618" y="11492"/>
                  </a:lnTo>
                  <a:lnTo>
                    <a:pt x="315014" y="11280"/>
                  </a:lnTo>
                  <a:lnTo>
                    <a:pt x="328421" y="11082"/>
                  </a:lnTo>
                  <a:lnTo>
                    <a:pt x="328908" y="11071"/>
                  </a:lnTo>
                  <a:lnTo>
                    <a:pt x="345449" y="10698"/>
                  </a:lnTo>
                  <a:lnTo>
                    <a:pt x="350136" y="10584"/>
                  </a:lnTo>
                  <a:lnTo>
                    <a:pt x="367227" y="10129"/>
                  </a:lnTo>
                  <a:lnTo>
                    <a:pt x="369591" y="10062"/>
                  </a:lnTo>
                  <a:lnTo>
                    <a:pt x="391134" y="9443"/>
                  </a:lnTo>
                  <a:lnTo>
                    <a:pt x="396578" y="9274"/>
                  </a:lnTo>
                  <a:lnTo>
                    <a:pt x="413255" y="8720"/>
                  </a:lnTo>
                  <a:lnTo>
                    <a:pt x="416564" y="8604"/>
                  </a:lnTo>
                  <a:lnTo>
                    <a:pt x="441226" y="7701"/>
                  </a:lnTo>
                  <a:lnTo>
                    <a:pt x="456989" y="7097"/>
                  </a:lnTo>
                  <a:lnTo>
                    <a:pt x="458767" y="7026"/>
                  </a:lnTo>
                  <a:lnTo>
                    <a:pt x="478633" y="6126"/>
                  </a:lnTo>
                  <a:lnTo>
                    <a:pt x="493863" y="5408"/>
                  </a:lnTo>
                  <a:lnTo>
                    <a:pt x="496430" y="5283"/>
                  </a:lnTo>
                  <a:lnTo>
                    <a:pt x="498970" y="5158"/>
                  </a:lnTo>
                  <a:lnTo>
                    <a:pt x="508900" y="4665"/>
                  </a:lnTo>
                  <a:lnTo>
                    <a:pt x="523873" y="3890"/>
                  </a:lnTo>
                  <a:lnTo>
                    <a:pt x="527467" y="3699"/>
                  </a:lnTo>
                  <a:lnTo>
                    <a:pt x="535521" y="3261"/>
                  </a:lnTo>
                  <a:lnTo>
                    <a:pt x="541502" y="2929"/>
                  </a:lnTo>
                  <a:lnTo>
                    <a:pt x="558989" y="1915"/>
                  </a:lnTo>
                  <a:lnTo>
                    <a:pt x="563614" y="1639"/>
                  </a:lnTo>
                  <a:lnTo>
                    <a:pt x="564480" y="1587"/>
                  </a:lnTo>
                  <a:lnTo>
                    <a:pt x="584314" y="433"/>
                  </a:lnTo>
                  <a:lnTo>
                    <a:pt x="590967" y="0"/>
                  </a:lnTo>
                  <a:lnTo>
                    <a:pt x="592152" y="20343"/>
                  </a:lnTo>
                  <a:lnTo>
                    <a:pt x="592685" y="28977"/>
                  </a:lnTo>
                  <a:lnTo>
                    <a:pt x="592985" y="33819"/>
                  </a:lnTo>
                  <a:lnTo>
                    <a:pt x="593563" y="43727"/>
                  </a:lnTo>
                  <a:lnTo>
                    <a:pt x="596840" y="61040"/>
                  </a:lnTo>
                  <a:lnTo>
                    <a:pt x="599253" y="73007"/>
                  </a:lnTo>
                  <a:lnTo>
                    <a:pt x="600301" y="78197"/>
                  </a:lnTo>
                  <a:lnTo>
                    <a:pt x="602305" y="88105"/>
                  </a:lnTo>
                  <a:lnTo>
                    <a:pt x="606124" y="107140"/>
                  </a:lnTo>
                  <a:lnTo>
                    <a:pt x="606278" y="107925"/>
                  </a:lnTo>
                  <a:lnTo>
                    <a:pt x="608334" y="118391"/>
                  </a:lnTo>
                  <a:lnTo>
                    <a:pt x="610753" y="130687"/>
                  </a:lnTo>
                  <a:lnTo>
                    <a:pt x="612366" y="139722"/>
                  </a:lnTo>
                  <a:lnTo>
                    <a:pt x="612446" y="140169"/>
                  </a:lnTo>
                  <a:lnTo>
                    <a:pt x="612724" y="141721"/>
                  </a:lnTo>
                  <a:lnTo>
                    <a:pt x="612943" y="149933"/>
                  </a:lnTo>
                  <a:lnTo>
                    <a:pt x="613021" y="152491"/>
                  </a:lnTo>
                  <a:lnTo>
                    <a:pt x="613851" y="179882"/>
                  </a:lnTo>
                  <a:lnTo>
                    <a:pt x="613965" y="183694"/>
                  </a:lnTo>
                  <a:lnTo>
                    <a:pt x="614418" y="197849"/>
                  </a:lnTo>
                  <a:lnTo>
                    <a:pt x="614680" y="206081"/>
                  </a:lnTo>
                  <a:lnTo>
                    <a:pt x="615072" y="217242"/>
                  </a:lnTo>
                  <a:lnTo>
                    <a:pt x="615525" y="230190"/>
                  </a:lnTo>
                  <a:lnTo>
                    <a:pt x="616050" y="245014"/>
                  </a:lnTo>
                  <a:lnTo>
                    <a:pt x="616575" y="259937"/>
                  </a:lnTo>
                  <a:lnTo>
                    <a:pt x="616804" y="266836"/>
                  </a:lnTo>
                  <a:lnTo>
                    <a:pt x="617241" y="280122"/>
                  </a:lnTo>
                  <a:lnTo>
                    <a:pt x="617712" y="293344"/>
                  </a:lnTo>
                  <a:lnTo>
                    <a:pt x="614635" y="294948"/>
                  </a:lnTo>
                  <a:lnTo>
                    <a:pt x="611172" y="290957"/>
                  </a:lnTo>
                  <a:lnTo>
                    <a:pt x="606923" y="290918"/>
                  </a:lnTo>
                  <a:lnTo>
                    <a:pt x="600580" y="288347"/>
                  </a:lnTo>
                  <a:lnTo>
                    <a:pt x="599263" y="287239"/>
                  </a:lnTo>
                  <a:lnTo>
                    <a:pt x="596625" y="285018"/>
                  </a:lnTo>
                  <a:lnTo>
                    <a:pt x="591136" y="286107"/>
                  </a:lnTo>
                  <a:lnTo>
                    <a:pt x="586520" y="283155"/>
                  </a:lnTo>
                  <a:lnTo>
                    <a:pt x="583630" y="280328"/>
                  </a:lnTo>
                  <a:lnTo>
                    <a:pt x="580356" y="276860"/>
                  </a:lnTo>
                  <a:lnTo>
                    <a:pt x="575559" y="276240"/>
                  </a:lnTo>
                  <a:lnTo>
                    <a:pt x="571824" y="272753"/>
                  </a:lnTo>
                  <a:lnTo>
                    <a:pt x="567700" y="270227"/>
                  </a:lnTo>
                  <a:lnTo>
                    <a:pt x="567219" y="270066"/>
                  </a:lnTo>
                  <a:lnTo>
                    <a:pt x="561963" y="268307"/>
                  </a:lnTo>
                  <a:lnTo>
                    <a:pt x="560114" y="271236"/>
                  </a:lnTo>
                  <a:lnTo>
                    <a:pt x="558159" y="275899"/>
                  </a:lnTo>
                  <a:lnTo>
                    <a:pt x="556200" y="276349"/>
                  </a:lnTo>
                  <a:lnTo>
                    <a:pt x="553161" y="277047"/>
                  </a:lnTo>
                  <a:lnTo>
                    <a:pt x="546202" y="277330"/>
                  </a:lnTo>
                  <a:lnTo>
                    <a:pt x="540428" y="276179"/>
                  </a:lnTo>
                  <a:lnTo>
                    <a:pt x="537946" y="272670"/>
                  </a:lnTo>
                  <a:lnTo>
                    <a:pt x="534527" y="272832"/>
                  </a:lnTo>
                  <a:lnTo>
                    <a:pt x="529761" y="274948"/>
                  </a:lnTo>
                  <a:lnTo>
                    <a:pt x="524859" y="276061"/>
                  </a:lnTo>
                  <a:lnTo>
                    <a:pt x="521136" y="278307"/>
                  </a:lnTo>
                  <a:lnTo>
                    <a:pt x="518924" y="279640"/>
                  </a:lnTo>
                  <a:lnTo>
                    <a:pt x="517138" y="279556"/>
                  </a:lnTo>
                  <a:lnTo>
                    <a:pt x="514005" y="279408"/>
                  </a:lnTo>
                  <a:lnTo>
                    <a:pt x="510461" y="278593"/>
                  </a:lnTo>
                  <a:lnTo>
                    <a:pt x="501168" y="281971"/>
                  </a:lnTo>
                  <a:lnTo>
                    <a:pt x="494778" y="283102"/>
                  </a:lnTo>
                  <a:lnTo>
                    <a:pt x="493321" y="285917"/>
                  </a:lnTo>
                  <a:lnTo>
                    <a:pt x="489400" y="290692"/>
                  </a:lnTo>
                  <a:lnTo>
                    <a:pt x="485787" y="288950"/>
                  </a:lnTo>
                  <a:lnTo>
                    <a:pt x="483697" y="292082"/>
                  </a:lnTo>
                  <a:lnTo>
                    <a:pt x="479744" y="295824"/>
                  </a:lnTo>
                  <a:lnTo>
                    <a:pt x="478460" y="294012"/>
                  </a:lnTo>
                  <a:lnTo>
                    <a:pt x="476609" y="291398"/>
                  </a:lnTo>
                  <a:lnTo>
                    <a:pt x="474081" y="288548"/>
                  </a:lnTo>
                  <a:lnTo>
                    <a:pt x="469276" y="289324"/>
                  </a:lnTo>
                  <a:lnTo>
                    <a:pt x="467551" y="285485"/>
                  </a:lnTo>
                  <a:lnTo>
                    <a:pt x="463951" y="285545"/>
                  </a:lnTo>
                  <a:lnTo>
                    <a:pt x="462449" y="284570"/>
                  </a:lnTo>
                  <a:lnTo>
                    <a:pt x="462499" y="280213"/>
                  </a:lnTo>
                  <a:lnTo>
                    <a:pt x="462158" y="280020"/>
                  </a:lnTo>
                  <a:lnTo>
                    <a:pt x="457278" y="277268"/>
                  </a:lnTo>
                  <a:lnTo>
                    <a:pt x="455775" y="280830"/>
                  </a:lnTo>
                  <a:lnTo>
                    <a:pt x="453691" y="284852"/>
                  </a:lnTo>
                  <a:lnTo>
                    <a:pt x="448945" y="284128"/>
                  </a:lnTo>
                  <a:lnTo>
                    <a:pt x="447582" y="281824"/>
                  </a:lnTo>
                  <a:lnTo>
                    <a:pt x="443520" y="283873"/>
                  </a:lnTo>
                  <a:lnTo>
                    <a:pt x="439946" y="279124"/>
                  </a:lnTo>
                  <a:lnTo>
                    <a:pt x="439230" y="275275"/>
                  </a:lnTo>
                  <a:lnTo>
                    <a:pt x="437105" y="275495"/>
                  </a:lnTo>
                  <a:lnTo>
                    <a:pt x="436355" y="275572"/>
                  </a:lnTo>
                  <a:lnTo>
                    <a:pt x="435793" y="275630"/>
                  </a:lnTo>
                  <a:lnTo>
                    <a:pt x="433199" y="278009"/>
                  </a:lnTo>
                  <a:lnTo>
                    <a:pt x="433521" y="280794"/>
                  </a:lnTo>
                  <a:lnTo>
                    <a:pt x="428457" y="283665"/>
                  </a:lnTo>
                  <a:lnTo>
                    <a:pt x="426906" y="287481"/>
                  </a:lnTo>
                  <a:lnTo>
                    <a:pt x="426330" y="290885"/>
                  </a:lnTo>
                  <a:lnTo>
                    <a:pt x="426198" y="294301"/>
                  </a:lnTo>
                  <a:lnTo>
                    <a:pt x="421953" y="295595"/>
                  </a:lnTo>
                  <a:lnTo>
                    <a:pt x="417598" y="288050"/>
                  </a:lnTo>
                  <a:lnTo>
                    <a:pt x="420361" y="284678"/>
                  </a:lnTo>
                  <a:lnTo>
                    <a:pt x="417293" y="278918"/>
                  </a:lnTo>
                  <a:lnTo>
                    <a:pt x="414397" y="280232"/>
                  </a:lnTo>
                  <a:lnTo>
                    <a:pt x="409206" y="283481"/>
                  </a:lnTo>
                  <a:lnTo>
                    <a:pt x="405309" y="287599"/>
                  </a:lnTo>
                  <a:lnTo>
                    <a:pt x="400074" y="287380"/>
                  </a:lnTo>
                  <a:lnTo>
                    <a:pt x="399430" y="283272"/>
                  </a:lnTo>
                  <a:lnTo>
                    <a:pt x="396937" y="279587"/>
                  </a:lnTo>
                  <a:lnTo>
                    <a:pt x="396756" y="279320"/>
                  </a:lnTo>
                  <a:lnTo>
                    <a:pt x="391546" y="281213"/>
                  </a:lnTo>
                  <a:lnTo>
                    <a:pt x="391324" y="281048"/>
                  </a:lnTo>
                  <a:lnTo>
                    <a:pt x="388715" y="279105"/>
                  </a:lnTo>
                  <a:lnTo>
                    <a:pt x="387667" y="275110"/>
                  </a:lnTo>
                  <a:lnTo>
                    <a:pt x="383029" y="273202"/>
                  </a:lnTo>
                  <a:lnTo>
                    <a:pt x="376722" y="279161"/>
                  </a:lnTo>
                  <a:lnTo>
                    <a:pt x="373618" y="283181"/>
                  </a:lnTo>
                  <a:lnTo>
                    <a:pt x="369114" y="285991"/>
                  </a:lnTo>
                  <a:lnTo>
                    <a:pt x="362795" y="283606"/>
                  </a:lnTo>
                  <a:lnTo>
                    <a:pt x="362721" y="282487"/>
                  </a:lnTo>
                  <a:lnTo>
                    <a:pt x="362527" y="279591"/>
                  </a:lnTo>
                  <a:lnTo>
                    <a:pt x="362849" y="273749"/>
                  </a:lnTo>
                  <a:lnTo>
                    <a:pt x="358589" y="273420"/>
                  </a:lnTo>
                  <a:lnTo>
                    <a:pt x="352931" y="272986"/>
                  </a:lnTo>
                  <a:lnTo>
                    <a:pt x="351660" y="268969"/>
                  </a:lnTo>
                  <a:lnTo>
                    <a:pt x="351545" y="264101"/>
                  </a:lnTo>
                  <a:lnTo>
                    <a:pt x="349701" y="259745"/>
                  </a:lnTo>
                  <a:lnTo>
                    <a:pt x="348620" y="260936"/>
                  </a:lnTo>
                  <a:lnTo>
                    <a:pt x="346429" y="263349"/>
                  </a:lnTo>
                  <a:lnTo>
                    <a:pt x="342304" y="262293"/>
                  </a:lnTo>
                  <a:lnTo>
                    <a:pt x="335445" y="260754"/>
                  </a:lnTo>
                  <a:lnTo>
                    <a:pt x="332122" y="259883"/>
                  </a:lnTo>
                  <a:lnTo>
                    <a:pt x="329651" y="262438"/>
                  </a:lnTo>
                  <a:lnTo>
                    <a:pt x="328547" y="266255"/>
                  </a:lnTo>
                  <a:lnTo>
                    <a:pt x="327886" y="266540"/>
                  </a:lnTo>
                  <a:lnTo>
                    <a:pt x="324144" y="268156"/>
                  </a:lnTo>
                  <a:lnTo>
                    <a:pt x="320217" y="265539"/>
                  </a:lnTo>
                  <a:lnTo>
                    <a:pt x="316569" y="260876"/>
                  </a:lnTo>
                  <a:lnTo>
                    <a:pt x="314144" y="260285"/>
                  </a:lnTo>
                  <a:lnTo>
                    <a:pt x="311368" y="259606"/>
                  </a:lnTo>
                  <a:lnTo>
                    <a:pt x="308339" y="262391"/>
                  </a:lnTo>
                  <a:lnTo>
                    <a:pt x="304896" y="262633"/>
                  </a:lnTo>
                  <a:lnTo>
                    <a:pt x="299785" y="260527"/>
                  </a:lnTo>
                  <a:lnTo>
                    <a:pt x="295002" y="260194"/>
                  </a:lnTo>
                  <a:lnTo>
                    <a:pt x="289994" y="256475"/>
                  </a:lnTo>
                  <a:lnTo>
                    <a:pt x="289109" y="256400"/>
                  </a:lnTo>
                  <a:lnTo>
                    <a:pt x="285412" y="256085"/>
                  </a:lnTo>
                  <a:lnTo>
                    <a:pt x="281340" y="256790"/>
                  </a:lnTo>
                  <a:lnTo>
                    <a:pt x="276022" y="256138"/>
                  </a:lnTo>
                  <a:lnTo>
                    <a:pt x="271788" y="255746"/>
                  </a:lnTo>
                  <a:lnTo>
                    <a:pt x="270103" y="247041"/>
                  </a:lnTo>
                  <a:lnTo>
                    <a:pt x="269365" y="246050"/>
                  </a:lnTo>
                  <a:lnTo>
                    <a:pt x="265407" y="240727"/>
                  </a:lnTo>
                  <a:lnTo>
                    <a:pt x="259909" y="236354"/>
                  </a:lnTo>
                  <a:lnTo>
                    <a:pt x="256664" y="235939"/>
                  </a:lnTo>
                  <a:lnTo>
                    <a:pt x="254843" y="241345"/>
                  </a:lnTo>
                  <a:lnTo>
                    <a:pt x="251154" y="239968"/>
                  </a:lnTo>
                  <a:lnTo>
                    <a:pt x="250859" y="239935"/>
                  </a:lnTo>
                  <a:lnTo>
                    <a:pt x="242884" y="239034"/>
                  </a:lnTo>
                  <a:lnTo>
                    <a:pt x="241764" y="241926"/>
                  </a:lnTo>
                  <a:lnTo>
                    <a:pt x="234737" y="241400"/>
                  </a:lnTo>
                  <a:lnTo>
                    <a:pt x="229742" y="236670"/>
                  </a:lnTo>
                  <a:lnTo>
                    <a:pt x="225853" y="232078"/>
                  </a:lnTo>
                  <a:lnTo>
                    <a:pt x="224113" y="230411"/>
                  </a:lnTo>
                  <a:lnTo>
                    <a:pt x="217762" y="224312"/>
                  </a:lnTo>
                  <a:lnTo>
                    <a:pt x="212800" y="225678"/>
                  </a:lnTo>
                  <a:lnTo>
                    <a:pt x="212600" y="225733"/>
                  </a:lnTo>
                  <a:lnTo>
                    <a:pt x="212600" y="209466"/>
                  </a:lnTo>
                  <a:lnTo>
                    <a:pt x="212600" y="184642"/>
                  </a:lnTo>
                  <a:lnTo>
                    <a:pt x="212600" y="171265"/>
                  </a:lnTo>
                  <a:lnTo>
                    <a:pt x="212600" y="150278"/>
                  </a:lnTo>
                  <a:lnTo>
                    <a:pt x="212599" y="133046"/>
                  </a:lnTo>
                  <a:lnTo>
                    <a:pt x="212599" y="110085"/>
                  </a:lnTo>
                  <a:lnTo>
                    <a:pt x="212599" y="94802"/>
                  </a:lnTo>
                  <a:lnTo>
                    <a:pt x="212599" y="55892"/>
                  </a:lnTo>
                  <a:lnTo>
                    <a:pt x="212361" y="55892"/>
                  </a:lnTo>
                  <a:lnTo>
                    <a:pt x="190596" y="55853"/>
                  </a:lnTo>
                  <a:lnTo>
                    <a:pt x="173940" y="55784"/>
                  </a:lnTo>
                  <a:lnTo>
                    <a:pt x="170648" y="55765"/>
                  </a:lnTo>
                  <a:lnTo>
                    <a:pt x="149996" y="55565"/>
                  </a:lnTo>
                  <a:lnTo>
                    <a:pt x="145039" y="55524"/>
                  </a:lnTo>
                  <a:lnTo>
                    <a:pt x="135760" y="55437"/>
                  </a:lnTo>
                  <a:lnTo>
                    <a:pt x="97602" y="54798"/>
                  </a:lnTo>
                  <a:lnTo>
                    <a:pt x="83250" y="54492"/>
                  </a:lnTo>
                  <a:lnTo>
                    <a:pt x="68679" y="54122"/>
                  </a:lnTo>
                  <a:lnTo>
                    <a:pt x="59466" y="53870"/>
                  </a:lnTo>
                  <a:lnTo>
                    <a:pt x="0" y="52038"/>
                  </a:lnTo>
                  <a:lnTo>
                    <a:pt x="312" y="430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792805" y="2564033"/>
              <a:ext cx="555881" cy="473384"/>
            </a:xfrm>
            <a:custGeom>
              <a:avLst/>
              <a:pathLst>
                <a:path w="555881" h="473384">
                  <a:moveTo>
                    <a:pt x="6409" y="278024"/>
                  </a:moveTo>
                  <a:lnTo>
                    <a:pt x="13602" y="269965"/>
                  </a:lnTo>
                  <a:lnTo>
                    <a:pt x="13739" y="269745"/>
                  </a:lnTo>
                  <a:lnTo>
                    <a:pt x="19391" y="260634"/>
                  </a:lnTo>
                  <a:lnTo>
                    <a:pt x="23165" y="253579"/>
                  </a:lnTo>
                  <a:lnTo>
                    <a:pt x="25763" y="248434"/>
                  </a:lnTo>
                  <a:lnTo>
                    <a:pt x="27745" y="244751"/>
                  </a:lnTo>
                  <a:lnTo>
                    <a:pt x="27482" y="241694"/>
                  </a:lnTo>
                  <a:lnTo>
                    <a:pt x="31364" y="239140"/>
                  </a:lnTo>
                  <a:lnTo>
                    <a:pt x="37772" y="232436"/>
                  </a:lnTo>
                  <a:lnTo>
                    <a:pt x="44081" y="223167"/>
                  </a:lnTo>
                  <a:lnTo>
                    <a:pt x="46329" y="218865"/>
                  </a:lnTo>
                  <a:lnTo>
                    <a:pt x="50304" y="211254"/>
                  </a:lnTo>
                  <a:lnTo>
                    <a:pt x="56336" y="198474"/>
                  </a:lnTo>
                  <a:lnTo>
                    <a:pt x="58139" y="194653"/>
                  </a:lnTo>
                  <a:lnTo>
                    <a:pt x="64769" y="178713"/>
                  </a:lnTo>
                  <a:lnTo>
                    <a:pt x="68800" y="167820"/>
                  </a:lnTo>
                  <a:lnTo>
                    <a:pt x="69660" y="164263"/>
                  </a:lnTo>
                  <a:lnTo>
                    <a:pt x="69876" y="163373"/>
                  </a:lnTo>
                  <a:lnTo>
                    <a:pt x="75027" y="152968"/>
                  </a:lnTo>
                  <a:lnTo>
                    <a:pt x="77276" y="145715"/>
                  </a:lnTo>
                  <a:lnTo>
                    <a:pt x="81762" y="134893"/>
                  </a:lnTo>
                  <a:lnTo>
                    <a:pt x="83679" y="128917"/>
                  </a:lnTo>
                  <a:lnTo>
                    <a:pt x="85502" y="120655"/>
                  </a:lnTo>
                  <a:lnTo>
                    <a:pt x="87107" y="117692"/>
                  </a:lnTo>
                  <a:lnTo>
                    <a:pt x="92379" y="108685"/>
                  </a:lnTo>
                  <a:lnTo>
                    <a:pt x="95646" y="100850"/>
                  </a:lnTo>
                  <a:lnTo>
                    <a:pt x="95724" y="100664"/>
                  </a:lnTo>
                  <a:lnTo>
                    <a:pt x="100277" y="92946"/>
                  </a:lnTo>
                  <a:lnTo>
                    <a:pt x="102268" y="86934"/>
                  </a:lnTo>
                  <a:lnTo>
                    <a:pt x="104497" y="81728"/>
                  </a:lnTo>
                  <a:lnTo>
                    <a:pt x="105263" y="75688"/>
                  </a:lnTo>
                  <a:lnTo>
                    <a:pt x="108534" y="68981"/>
                  </a:lnTo>
                  <a:lnTo>
                    <a:pt x="109133" y="63684"/>
                  </a:lnTo>
                  <a:lnTo>
                    <a:pt x="112770" y="57826"/>
                  </a:lnTo>
                  <a:lnTo>
                    <a:pt x="115788" y="49739"/>
                  </a:lnTo>
                  <a:lnTo>
                    <a:pt x="116980" y="45751"/>
                  </a:lnTo>
                  <a:lnTo>
                    <a:pt x="116548" y="41130"/>
                  </a:lnTo>
                  <a:lnTo>
                    <a:pt x="117359" y="38959"/>
                  </a:lnTo>
                  <a:lnTo>
                    <a:pt x="119041" y="34458"/>
                  </a:lnTo>
                  <a:lnTo>
                    <a:pt x="120533" y="28345"/>
                  </a:lnTo>
                  <a:lnTo>
                    <a:pt x="120037" y="24597"/>
                  </a:lnTo>
                  <a:lnTo>
                    <a:pt x="124088" y="22988"/>
                  </a:lnTo>
                  <a:lnTo>
                    <a:pt x="126245" y="17644"/>
                  </a:lnTo>
                  <a:lnTo>
                    <a:pt x="127131" y="8645"/>
                  </a:lnTo>
                  <a:lnTo>
                    <a:pt x="123890" y="2420"/>
                  </a:lnTo>
                  <a:lnTo>
                    <a:pt x="127352" y="0"/>
                  </a:lnTo>
                  <a:lnTo>
                    <a:pt x="130809" y="6278"/>
                  </a:lnTo>
                  <a:lnTo>
                    <a:pt x="135373" y="6511"/>
                  </a:lnTo>
                  <a:lnTo>
                    <a:pt x="140583" y="6192"/>
                  </a:lnTo>
                  <a:lnTo>
                    <a:pt x="142228" y="8933"/>
                  </a:lnTo>
                  <a:lnTo>
                    <a:pt x="146230" y="7629"/>
                  </a:lnTo>
                  <a:lnTo>
                    <a:pt x="150844" y="7900"/>
                  </a:lnTo>
                  <a:lnTo>
                    <a:pt x="153846" y="5992"/>
                  </a:lnTo>
                  <a:lnTo>
                    <a:pt x="158015" y="6337"/>
                  </a:lnTo>
                  <a:lnTo>
                    <a:pt x="159987" y="10632"/>
                  </a:lnTo>
                  <a:lnTo>
                    <a:pt x="158585" y="14615"/>
                  </a:lnTo>
                  <a:lnTo>
                    <a:pt x="161103" y="18671"/>
                  </a:lnTo>
                  <a:lnTo>
                    <a:pt x="161543" y="18816"/>
                  </a:lnTo>
                  <a:lnTo>
                    <a:pt x="166329" y="20396"/>
                  </a:lnTo>
                  <a:lnTo>
                    <a:pt x="170900" y="19343"/>
                  </a:lnTo>
                  <a:lnTo>
                    <a:pt x="174011" y="18623"/>
                  </a:lnTo>
                  <a:lnTo>
                    <a:pt x="176831" y="19814"/>
                  </a:lnTo>
                  <a:lnTo>
                    <a:pt x="181983" y="26122"/>
                  </a:lnTo>
                  <a:lnTo>
                    <a:pt x="183657" y="29307"/>
                  </a:lnTo>
                  <a:lnTo>
                    <a:pt x="186517" y="32109"/>
                  </a:lnTo>
                  <a:lnTo>
                    <a:pt x="187564" y="38831"/>
                  </a:lnTo>
                  <a:lnTo>
                    <a:pt x="188677" y="44110"/>
                  </a:lnTo>
                  <a:lnTo>
                    <a:pt x="187621" y="48263"/>
                  </a:lnTo>
                  <a:lnTo>
                    <a:pt x="188042" y="52553"/>
                  </a:lnTo>
                  <a:lnTo>
                    <a:pt x="187450" y="53922"/>
                  </a:lnTo>
                  <a:lnTo>
                    <a:pt x="185995" y="57286"/>
                  </a:lnTo>
                  <a:lnTo>
                    <a:pt x="186723" y="62204"/>
                  </a:lnTo>
                  <a:lnTo>
                    <a:pt x="185674" y="64716"/>
                  </a:lnTo>
                  <a:lnTo>
                    <a:pt x="184013" y="68687"/>
                  </a:lnTo>
                  <a:lnTo>
                    <a:pt x="184622" y="70533"/>
                  </a:lnTo>
                  <a:lnTo>
                    <a:pt x="185241" y="72406"/>
                  </a:lnTo>
                  <a:lnTo>
                    <a:pt x="189896" y="76952"/>
                  </a:lnTo>
                  <a:lnTo>
                    <a:pt x="198116" y="81794"/>
                  </a:lnTo>
                  <a:lnTo>
                    <a:pt x="200772" y="84384"/>
                  </a:lnTo>
                  <a:lnTo>
                    <a:pt x="204490" y="84319"/>
                  </a:lnTo>
                  <a:lnTo>
                    <a:pt x="206677" y="87507"/>
                  </a:lnTo>
                  <a:lnTo>
                    <a:pt x="210619" y="89003"/>
                  </a:lnTo>
                  <a:lnTo>
                    <a:pt x="211543" y="88745"/>
                  </a:lnTo>
                  <a:lnTo>
                    <a:pt x="216050" y="87481"/>
                  </a:lnTo>
                  <a:lnTo>
                    <a:pt x="220997" y="88358"/>
                  </a:lnTo>
                  <a:lnTo>
                    <a:pt x="227516" y="87223"/>
                  </a:lnTo>
                  <a:lnTo>
                    <a:pt x="231248" y="85606"/>
                  </a:lnTo>
                  <a:lnTo>
                    <a:pt x="233118" y="85269"/>
                  </a:lnTo>
                  <a:lnTo>
                    <a:pt x="234641" y="84994"/>
                  </a:lnTo>
                  <a:lnTo>
                    <a:pt x="237358" y="82880"/>
                  </a:lnTo>
                  <a:lnTo>
                    <a:pt x="240950" y="82649"/>
                  </a:lnTo>
                  <a:lnTo>
                    <a:pt x="245112" y="84989"/>
                  </a:lnTo>
                  <a:lnTo>
                    <a:pt x="249284" y="85139"/>
                  </a:lnTo>
                  <a:lnTo>
                    <a:pt x="257715" y="85510"/>
                  </a:lnTo>
                  <a:lnTo>
                    <a:pt x="258185" y="85889"/>
                  </a:lnTo>
                  <a:lnTo>
                    <a:pt x="262492" y="89358"/>
                  </a:lnTo>
                  <a:lnTo>
                    <a:pt x="263377" y="90069"/>
                  </a:lnTo>
                  <a:lnTo>
                    <a:pt x="268668" y="90518"/>
                  </a:lnTo>
                  <a:lnTo>
                    <a:pt x="275050" y="95362"/>
                  </a:lnTo>
                  <a:lnTo>
                    <a:pt x="275435" y="101418"/>
                  </a:lnTo>
                  <a:lnTo>
                    <a:pt x="279283" y="101581"/>
                  </a:lnTo>
                  <a:lnTo>
                    <a:pt x="282205" y="99451"/>
                  </a:lnTo>
                  <a:lnTo>
                    <a:pt x="290691" y="100958"/>
                  </a:lnTo>
                  <a:lnTo>
                    <a:pt x="292269" y="102151"/>
                  </a:lnTo>
                  <a:lnTo>
                    <a:pt x="293233" y="102879"/>
                  </a:lnTo>
                  <a:lnTo>
                    <a:pt x="296230" y="101060"/>
                  </a:lnTo>
                  <a:lnTo>
                    <a:pt x="307016" y="99875"/>
                  </a:lnTo>
                  <a:lnTo>
                    <a:pt x="309642" y="98709"/>
                  </a:lnTo>
                  <a:lnTo>
                    <a:pt x="310891" y="98153"/>
                  </a:lnTo>
                  <a:lnTo>
                    <a:pt x="313484" y="98775"/>
                  </a:lnTo>
                  <a:lnTo>
                    <a:pt x="317464" y="104084"/>
                  </a:lnTo>
                  <a:lnTo>
                    <a:pt x="318481" y="104364"/>
                  </a:lnTo>
                  <a:lnTo>
                    <a:pt x="323449" y="105727"/>
                  </a:lnTo>
                  <a:lnTo>
                    <a:pt x="331114" y="105713"/>
                  </a:lnTo>
                  <a:lnTo>
                    <a:pt x="335425" y="106402"/>
                  </a:lnTo>
                  <a:lnTo>
                    <a:pt x="340552" y="103410"/>
                  </a:lnTo>
                  <a:lnTo>
                    <a:pt x="345009" y="103461"/>
                  </a:lnTo>
                  <a:lnTo>
                    <a:pt x="349750" y="102253"/>
                  </a:lnTo>
                  <a:lnTo>
                    <a:pt x="352014" y="101674"/>
                  </a:lnTo>
                  <a:lnTo>
                    <a:pt x="358063" y="101950"/>
                  </a:lnTo>
                  <a:lnTo>
                    <a:pt x="362122" y="102132"/>
                  </a:lnTo>
                  <a:lnTo>
                    <a:pt x="370146" y="103307"/>
                  </a:lnTo>
                  <a:lnTo>
                    <a:pt x="375573" y="98947"/>
                  </a:lnTo>
                  <a:lnTo>
                    <a:pt x="377404" y="98870"/>
                  </a:lnTo>
                  <a:lnTo>
                    <a:pt x="381928" y="101748"/>
                  </a:lnTo>
                  <a:lnTo>
                    <a:pt x="385356" y="101971"/>
                  </a:lnTo>
                  <a:lnTo>
                    <a:pt x="389526" y="102241"/>
                  </a:lnTo>
                  <a:lnTo>
                    <a:pt x="396232" y="102227"/>
                  </a:lnTo>
                  <a:lnTo>
                    <a:pt x="403808" y="104729"/>
                  </a:lnTo>
                  <a:lnTo>
                    <a:pt x="408156" y="103452"/>
                  </a:lnTo>
                  <a:lnTo>
                    <a:pt x="413396" y="100963"/>
                  </a:lnTo>
                  <a:lnTo>
                    <a:pt x="431652" y="105257"/>
                  </a:lnTo>
                  <a:lnTo>
                    <a:pt x="449950" y="109610"/>
                  </a:lnTo>
                  <a:lnTo>
                    <a:pt x="471857" y="114726"/>
                  </a:lnTo>
                  <a:lnTo>
                    <a:pt x="472999" y="114990"/>
                  </a:lnTo>
                  <a:lnTo>
                    <a:pt x="488367" y="118510"/>
                  </a:lnTo>
                  <a:lnTo>
                    <a:pt x="495121" y="120128"/>
                  </a:lnTo>
                  <a:lnTo>
                    <a:pt x="502414" y="121863"/>
                  </a:lnTo>
                  <a:lnTo>
                    <a:pt x="509859" y="123622"/>
                  </a:lnTo>
                  <a:lnTo>
                    <a:pt x="535822" y="129360"/>
                  </a:lnTo>
                  <a:lnTo>
                    <a:pt x="536872" y="132910"/>
                  </a:lnTo>
                  <a:lnTo>
                    <a:pt x="537533" y="137692"/>
                  </a:lnTo>
                  <a:lnTo>
                    <a:pt x="540105" y="143320"/>
                  </a:lnTo>
                  <a:lnTo>
                    <a:pt x="540602" y="144405"/>
                  </a:lnTo>
                  <a:lnTo>
                    <a:pt x="543398" y="146266"/>
                  </a:lnTo>
                  <a:lnTo>
                    <a:pt x="546821" y="150981"/>
                  </a:lnTo>
                  <a:lnTo>
                    <a:pt x="551074" y="152189"/>
                  </a:lnTo>
                  <a:lnTo>
                    <a:pt x="553694" y="156739"/>
                  </a:lnTo>
                  <a:lnTo>
                    <a:pt x="553187" y="161394"/>
                  </a:lnTo>
                  <a:lnTo>
                    <a:pt x="555881" y="167884"/>
                  </a:lnTo>
                  <a:lnTo>
                    <a:pt x="552647" y="171647"/>
                  </a:lnTo>
                  <a:lnTo>
                    <a:pt x="545297" y="181270"/>
                  </a:lnTo>
                  <a:lnTo>
                    <a:pt x="537779" y="191296"/>
                  </a:lnTo>
                  <a:lnTo>
                    <a:pt x="535980" y="195011"/>
                  </a:lnTo>
                  <a:lnTo>
                    <a:pt x="535412" y="196183"/>
                  </a:lnTo>
                  <a:lnTo>
                    <a:pt x="529330" y="207602"/>
                  </a:lnTo>
                  <a:lnTo>
                    <a:pt x="526904" y="210429"/>
                  </a:lnTo>
                  <a:lnTo>
                    <a:pt x="522587" y="213672"/>
                  </a:lnTo>
                  <a:lnTo>
                    <a:pt x="520609" y="217961"/>
                  </a:lnTo>
                  <a:lnTo>
                    <a:pt x="521197" y="222583"/>
                  </a:lnTo>
                  <a:lnTo>
                    <a:pt x="518215" y="227221"/>
                  </a:lnTo>
                  <a:lnTo>
                    <a:pt x="516216" y="229511"/>
                  </a:lnTo>
                  <a:lnTo>
                    <a:pt x="512666" y="233573"/>
                  </a:lnTo>
                  <a:lnTo>
                    <a:pt x="507135" y="235129"/>
                  </a:lnTo>
                  <a:lnTo>
                    <a:pt x="503648" y="237062"/>
                  </a:lnTo>
                  <a:lnTo>
                    <a:pt x="500281" y="243127"/>
                  </a:lnTo>
                  <a:lnTo>
                    <a:pt x="495620" y="250687"/>
                  </a:lnTo>
                  <a:lnTo>
                    <a:pt x="493520" y="253289"/>
                  </a:lnTo>
                  <a:lnTo>
                    <a:pt x="489128" y="256318"/>
                  </a:lnTo>
                  <a:lnTo>
                    <a:pt x="488825" y="260975"/>
                  </a:lnTo>
                  <a:lnTo>
                    <a:pt x="486451" y="263731"/>
                  </a:lnTo>
                  <a:lnTo>
                    <a:pt x="487477" y="266740"/>
                  </a:lnTo>
                  <a:lnTo>
                    <a:pt x="488405" y="269792"/>
                  </a:lnTo>
                  <a:lnTo>
                    <a:pt x="486602" y="272311"/>
                  </a:lnTo>
                  <a:lnTo>
                    <a:pt x="486149" y="272944"/>
                  </a:lnTo>
                  <a:lnTo>
                    <a:pt x="488459" y="276109"/>
                  </a:lnTo>
                  <a:lnTo>
                    <a:pt x="491818" y="275145"/>
                  </a:lnTo>
                  <a:lnTo>
                    <a:pt x="494856" y="279446"/>
                  </a:lnTo>
                  <a:lnTo>
                    <a:pt x="500179" y="280729"/>
                  </a:lnTo>
                  <a:lnTo>
                    <a:pt x="499821" y="284406"/>
                  </a:lnTo>
                  <a:lnTo>
                    <a:pt x="503402" y="286494"/>
                  </a:lnTo>
                  <a:lnTo>
                    <a:pt x="503366" y="288760"/>
                  </a:lnTo>
                  <a:lnTo>
                    <a:pt x="503218" y="288875"/>
                  </a:lnTo>
                  <a:lnTo>
                    <a:pt x="497121" y="293654"/>
                  </a:lnTo>
                  <a:lnTo>
                    <a:pt x="498566" y="299020"/>
                  </a:lnTo>
                  <a:lnTo>
                    <a:pt x="496340" y="302742"/>
                  </a:lnTo>
                  <a:lnTo>
                    <a:pt x="493766" y="310085"/>
                  </a:lnTo>
                  <a:lnTo>
                    <a:pt x="492919" y="311202"/>
                  </a:lnTo>
                  <a:lnTo>
                    <a:pt x="489536" y="315661"/>
                  </a:lnTo>
                  <a:lnTo>
                    <a:pt x="486810" y="328043"/>
                  </a:lnTo>
                  <a:lnTo>
                    <a:pt x="485211" y="335313"/>
                  </a:lnTo>
                  <a:lnTo>
                    <a:pt x="474952" y="384690"/>
                  </a:lnTo>
                  <a:lnTo>
                    <a:pt x="471080" y="403523"/>
                  </a:lnTo>
                  <a:lnTo>
                    <a:pt x="463417" y="440619"/>
                  </a:lnTo>
                  <a:lnTo>
                    <a:pt x="456727" y="473384"/>
                  </a:lnTo>
                  <a:lnTo>
                    <a:pt x="445828" y="471012"/>
                  </a:lnTo>
                  <a:lnTo>
                    <a:pt x="432735" y="468283"/>
                  </a:lnTo>
                  <a:lnTo>
                    <a:pt x="418748" y="465297"/>
                  </a:lnTo>
                  <a:lnTo>
                    <a:pt x="402905" y="461794"/>
                  </a:lnTo>
                  <a:lnTo>
                    <a:pt x="382355" y="457278"/>
                  </a:lnTo>
                  <a:lnTo>
                    <a:pt x="363106" y="452995"/>
                  </a:lnTo>
                  <a:lnTo>
                    <a:pt x="345671" y="449171"/>
                  </a:lnTo>
                  <a:lnTo>
                    <a:pt x="331467" y="445706"/>
                  </a:lnTo>
                  <a:lnTo>
                    <a:pt x="318371" y="442621"/>
                  </a:lnTo>
                  <a:lnTo>
                    <a:pt x="311072" y="440791"/>
                  </a:lnTo>
                  <a:lnTo>
                    <a:pt x="308810" y="440222"/>
                  </a:lnTo>
                  <a:lnTo>
                    <a:pt x="285812" y="434370"/>
                  </a:lnTo>
                  <a:lnTo>
                    <a:pt x="268563" y="430219"/>
                  </a:lnTo>
                  <a:lnTo>
                    <a:pt x="257092" y="427312"/>
                  </a:lnTo>
                  <a:lnTo>
                    <a:pt x="236999" y="422233"/>
                  </a:lnTo>
                  <a:lnTo>
                    <a:pt x="224998" y="419124"/>
                  </a:lnTo>
                  <a:lnTo>
                    <a:pt x="213221" y="416051"/>
                  </a:lnTo>
                  <a:lnTo>
                    <a:pt x="203485" y="413488"/>
                  </a:lnTo>
                  <a:lnTo>
                    <a:pt x="190056" y="409510"/>
                  </a:lnTo>
                  <a:lnTo>
                    <a:pt x="178248" y="406366"/>
                  </a:lnTo>
                  <a:lnTo>
                    <a:pt x="177755" y="406222"/>
                  </a:lnTo>
                  <a:lnTo>
                    <a:pt x="163583" y="402063"/>
                  </a:lnTo>
                  <a:lnTo>
                    <a:pt x="152941" y="398879"/>
                  </a:lnTo>
                  <a:lnTo>
                    <a:pt x="137076" y="394210"/>
                  </a:lnTo>
                  <a:lnTo>
                    <a:pt x="125412" y="390740"/>
                  </a:lnTo>
                  <a:lnTo>
                    <a:pt x="112262" y="386936"/>
                  </a:lnTo>
                  <a:lnTo>
                    <a:pt x="93559" y="381954"/>
                  </a:lnTo>
                  <a:lnTo>
                    <a:pt x="78298" y="377596"/>
                  </a:lnTo>
                  <a:lnTo>
                    <a:pt x="72193" y="375228"/>
                  </a:lnTo>
                  <a:lnTo>
                    <a:pt x="66812" y="374033"/>
                  </a:lnTo>
                  <a:lnTo>
                    <a:pt x="59439" y="372387"/>
                  </a:lnTo>
                  <a:lnTo>
                    <a:pt x="54092" y="370558"/>
                  </a:lnTo>
                  <a:lnTo>
                    <a:pt x="48803" y="369202"/>
                  </a:lnTo>
                  <a:lnTo>
                    <a:pt x="40160" y="366975"/>
                  </a:lnTo>
                  <a:lnTo>
                    <a:pt x="29952" y="363836"/>
                  </a:lnTo>
                  <a:lnTo>
                    <a:pt x="18881" y="360404"/>
                  </a:lnTo>
                  <a:lnTo>
                    <a:pt x="5932" y="356197"/>
                  </a:lnTo>
                  <a:lnTo>
                    <a:pt x="3479" y="351061"/>
                  </a:lnTo>
                  <a:lnTo>
                    <a:pt x="1337" y="348321"/>
                  </a:lnTo>
                  <a:lnTo>
                    <a:pt x="603" y="342335"/>
                  </a:lnTo>
                  <a:lnTo>
                    <a:pt x="1307" y="337817"/>
                  </a:lnTo>
                  <a:lnTo>
                    <a:pt x="1089" y="333433"/>
                  </a:lnTo>
                  <a:lnTo>
                    <a:pt x="0" y="330917"/>
                  </a:lnTo>
                  <a:lnTo>
                    <a:pt x="1468" y="326086"/>
                  </a:lnTo>
                  <a:lnTo>
                    <a:pt x="1676" y="322017"/>
                  </a:lnTo>
                  <a:lnTo>
                    <a:pt x="3334" y="314324"/>
                  </a:lnTo>
                  <a:lnTo>
                    <a:pt x="8078" y="306530"/>
                  </a:lnTo>
                  <a:lnTo>
                    <a:pt x="9430" y="301596"/>
                  </a:lnTo>
                  <a:lnTo>
                    <a:pt x="10224" y="296224"/>
                  </a:lnTo>
                  <a:lnTo>
                    <a:pt x="8384" y="293984"/>
                  </a:lnTo>
                  <a:lnTo>
                    <a:pt x="8886" y="292829"/>
                  </a:lnTo>
                  <a:lnTo>
                    <a:pt x="6277" y="28783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75773" y="3041864"/>
              <a:ext cx="408233" cy="286082"/>
            </a:xfrm>
            <a:custGeom>
              <a:avLst/>
              <a:pathLst>
                <a:path w="408233" h="286082">
                  <a:moveTo>
                    <a:pt x="21447" y="183980"/>
                  </a:moveTo>
                  <a:lnTo>
                    <a:pt x="17135" y="165156"/>
                  </a:lnTo>
                  <a:lnTo>
                    <a:pt x="16974" y="164456"/>
                  </a:lnTo>
                  <a:lnTo>
                    <a:pt x="15008" y="155895"/>
                  </a:lnTo>
                  <a:lnTo>
                    <a:pt x="9851" y="133804"/>
                  </a:lnTo>
                  <a:lnTo>
                    <a:pt x="9645" y="132924"/>
                  </a:lnTo>
                  <a:lnTo>
                    <a:pt x="6209" y="118250"/>
                  </a:lnTo>
                  <a:lnTo>
                    <a:pt x="2584" y="102769"/>
                  </a:lnTo>
                  <a:lnTo>
                    <a:pt x="0" y="91751"/>
                  </a:lnTo>
                  <a:lnTo>
                    <a:pt x="10745" y="83765"/>
                  </a:lnTo>
                  <a:lnTo>
                    <a:pt x="20195" y="74252"/>
                  </a:lnTo>
                  <a:lnTo>
                    <a:pt x="20591" y="70944"/>
                  </a:lnTo>
                  <a:lnTo>
                    <a:pt x="23105" y="68195"/>
                  </a:lnTo>
                  <a:lnTo>
                    <a:pt x="27593" y="67985"/>
                  </a:lnTo>
                  <a:lnTo>
                    <a:pt x="32713" y="62639"/>
                  </a:lnTo>
                  <a:lnTo>
                    <a:pt x="37095" y="58977"/>
                  </a:lnTo>
                  <a:lnTo>
                    <a:pt x="41550" y="54703"/>
                  </a:lnTo>
                  <a:lnTo>
                    <a:pt x="44457" y="66620"/>
                  </a:lnTo>
                  <a:lnTo>
                    <a:pt x="47290" y="77991"/>
                  </a:lnTo>
                  <a:lnTo>
                    <a:pt x="56751" y="75595"/>
                  </a:lnTo>
                  <a:lnTo>
                    <a:pt x="65446" y="73376"/>
                  </a:lnTo>
                  <a:lnTo>
                    <a:pt x="91229" y="66574"/>
                  </a:lnTo>
                  <a:lnTo>
                    <a:pt x="96127" y="65266"/>
                  </a:lnTo>
                  <a:lnTo>
                    <a:pt x="100144" y="64183"/>
                  </a:lnTo>
                  <a:lnTo>
                    <a:pt x="120300" y="58698"/>
                  </a:lnTo>
                  <a:lnTo>
                    <a:pt x="138356" y="53846"/>
                  </a:lnTo>
                  <a:lnTo>
                    <a:pt x="140666" y="53220"/>
                  </a:lnTo>
                  <a:lnTo>
                    <a:pt x="144713" y="52093"/>
                  </a:lnTo>
                  <a:lnTo>
                    <a:pt x="155644" y="49031"/>
                  </a:lnTo>
                  <a:lnTo>
                    <a:pt x="168088" y="45630"/>
                  </a:lnTo>
                  <a:lnTo>
                    <a:pt x="173201" y="44167"/>
                  </a:lnTo>
                  <a:lnTo>
                    <a:pt x="181911" y="41662"/>
                  </a:lnTo>
                  <a:lnTo>
                    <a:pt x="219347" y="30704"/>
                  </a:lnTo>
                  <a:lnTo>
                    <a:pt x="221948" y="29948"/>
                  </a:lnTo>
                  <a:lnTo>
                    <a:pt x="224364" y="29244"/>
                  </a:lnTo>
                  <a:lnTo>
                    <a:pt x="247290" y="22502"/>
                  </a:lnTo>
                  <a:lnTo>
                    <a:pt x="253242" y="20831"/>
                  </a:lnTo>
                  <a:lnTo>
                    <a:pt x="272854" y="14904"/>
                  </a:lnTo>
                  <a:lnTo>
                    <a:pt x="275309" y="14156"/>
                  </a:lnTo>
                  <a:lnTo>
                    <a:pt x="289852" y="9694"/>
                  </a:lnTo>
                  <a:lnTo>
                    <a:pt x="313768" y="2196"/>
                  </a:lnTo>
                  <a:lnTo>
                    <a:pt x="314137" y="2079"/>
                  </a:lnTo>
                  <a:lnTo>
                    <a:pt x="321512" y="288"/>
                  </a:lnTo>
                  <a:lnTo>
                    <a:pt x="322695" y="0"/>
                  </a:lnTo>
                  <a:lnTo>
                    <a:pt x="326905" y="2921"/>
                  </a:lnTo>
                  <a:lnTo>
                    <a:pt x="330264" y="7628"/>
                  </a:lnTo>
                  <a:lnTo>
                    <a:pt x="335339" y="8127"/>
                  </a:lnTo>
                  <a:lnTo>
                    <a:pt x="338437" y="8325"/>
                  </a:lnTo>
                  <a:lnTo>
                    <a:pt x="340641" y="8465"/>
                  </a:lnTo>
                  <a:lnTo>
                    <a:pt x="344036" y="10970"/>
                  </a:lnTo>
                  <a:lnTo>
                    <a:pt x="346610" y="14775"/>
                  </a:lnTo>
                  <a:lnTo>
                    <a:pt x="349712" y="24099"/>
                  </a:lnTo>
                  <a:lnTo>
                    <a:pt x="350882" y="27276"/>
                  </a:lnTo>
                  <a:lnTo>
                    <a:pt x="351762" y="29667"/>
                  </a:lnTo>
                  <a:lnTo>
                    <a:pt x="357591" y="35130"/>
                  </a:lnTo>
                  <a:lnTo>
                    <a:pt x="364366" y="36791"/>
                  </a:lnTo>
                  <a:lnTo>
                    <a:pt x="370623" y="37017"/>
                  </a:lnTo>
                  <a:lnTo>
                    <a:pt x="373403" y="36460"/>
                  </a:lnTo>
                  <a:lnTo>
                    <a:pt x="374776" y="36184"/>
                  </a:lnTo>
                  <a:lnTo>
                    <a:pt x="379032" y="41188"/>
                  </a:lnTo>
                  <a:lnTo>
                    <a:pt x="375412" y="43957"/>
                  </a:lnTo>
                  <a:lnTo>
                    <a:pt x="373111" y="48821"/>
                  </a:lnTo>
                  <a:lnTo>
                    <a:pt x="371655" y="55668"/>
                  </a:lnTo>
                  <a:lnTo>
                    <a:pt x="371496" y="57838"/>
                  </a:lnTo>
                  <a:lnTo>
                    <a:pt x="371148" y="62553"/>
                  </a:lnTo>
                  <a:lnTo>
                    <a:pt x="367651" y="67891"/>
                  </a:lnTo>
                  <a:lnTo>
                    <a:pt x="367566" y="68329"/>
                  </a:lnTo>
                  <a:lnTo>
                    <a:pt x="367314" y="69620"/>
                  </a:lnTo>
                  <a:lnTo>
                    <a:pt x="366697" y="72782"/>
                  </a:lnTo>
                  <a:lnTo>
                    <a:pt x="364327" y="77505"/>
                  </a:lnTo>
                  <a:lnTo>
                    <a:pt x="361389" y="82019"/>
                  </a:lnTo>
                  <a:lnTo>
                    <a:pt x="362382" y="83089"/>
                  </a:lnTo>
                  <a:lnTo>
                    <a:pt x="364963" y="85866"/>
                  </a:lnTo>
                  <a:lnTo>
                    <a:pt x="368027" y="88709"/>
                  </a:lnTo>
                  <a:lnTo>
                    <a:pt x="367353" y="92322"/>
                  </a:lnTo>
                  <a:lnTo>
                    <a:pt x="367725" y="97613"/>
                  </a:lnTo>
                  <a:lnTo>
                    <a:pt x="364072" y="101272"/>
                  </a:lnTo>
                  <a:lnTo>
                    <a:pt x="364340" y="105687"/>
                  </a:lnTo>
                  <a:lnTo>
                    <a:pt x="366402" y="112285"/>
                  </a:lnTo>
                  <a:lnTo>
                    <a:pt x="367246" y="114709"/>
                  </a:lnTo>
                  <a:lnTo>
                    <a:pt x="367725" y="116087"/>
                  </a:lnTo>
                  <a:lnTo>
                    <a:pt x="368402" y="118033"/>
                  </a:lnTo>
                  <a:lnTo>
                    <a:pt x="371394" y="116497"/>
                  </a:lnTo>
                  <a:lnTo>
                    <a:pt x="375758" y="117666"/>
                  </a:lnTo>
                  <a:lnTo>
                    <a:pt x="378476" y="123032"/>
                  </a:lnTo>
                  <a:lnTo>
                    <a:pt x="378612" y="125430"/>
                  </a:lnTo>
                  <a:lnTo>
                    <a:pt x="380513" y="128466"/>
                  </a:lnTo>
                  <a:lnTo>
                    <a:pt x="382810" y="128910"/>
                  </a:lnTo>
                  <a:lnTo>
                    <a:pt x="386388" y="128113"/>
                  </a:lnTo>
                  <a:lnTo>
                    <a:pt x="388955" y="131249"/>
                  </a:lnTo>
                  <a:lnTo>
                    <a:pt x="390529" y="132374"/>
                  </a:lnTo>
                  <a:lnTo>
                    <a:pt x="392711" y="133933"/>
                  </a:lnTo>
                  <a:lnTo>
                    <a:pt x="396640" y="136234"/>
                  </a:lnTo>
                  <a:lnTo>
                    <a:pt x="399614" y="138626"/>
                  </a:lnTo>
                  <a:lnTo>
                    <a:pt x="404704" y="140961"/>
                  </a:lnTo>
                  <a:lnTo>
                    <a:pt x="405827" y="141905"/>
                  </a:lnTo>
                  <a:lnTo>
                    <a:pt x="408233" y="144115"/>
                  </a:lnTo>
                  <a:lnTo>
                    <a:pt x="405918" y="147073"/>
                  </a:lnTo>
                  <a:lnTo>
                    <a:pt x="402475" y="148666"/>
                  </a:lnTo>
                  <a:lnTo>
                    <a:pt x="401130" y="152982"/>
                  </a:lnTo>
                  <a:lnTo>
                    <a:pt x="397138" y="155542"/>
                  </a:lnTo>
                  <a:lnTo>
                    <a:pt x="395095" y="158249"/>
                  </a:lnTo>
                  <a:lnTo>
                    <a:pt x="394259" y="159355"/>
                  </a:lnTo>
                  <a:lnTo>
                    <a:pt x="390903" y="164663"/>
                  </a:lnTo>
                  <a:lnTo>
                    <a:pt x="387844" y="168080"/>
                  </a:lnTo>
                  <a:lnTo>
                    <a:pt x="387252" y="169970"/>
                  </a:lnTo>
                  <a:lnTo>
                    <a:pt x="387358" y="170290"/>
                  </a:lnTo>
                  <a:lnTo>
                    <a:pt x="388150" y="172680"/>
                  </a:lnTo>
                  <a:lnTo>
                    <a:pt x="388671" y="174256"/>
                  </a:lnTo>
                  <a:lnTo>
                    <a:pt x="388254" y="174584"/>
                  </a:lnTo>
                  <a:lnTo>
                    <a:pt x="385865" y="176462"/>
                  </a:lnTo>
                  <a:lnTo>
                    <a:pt x="384446" y="178360"/>
                  </a:lnTo>
                  <a:lnTo>
                    <a:pt x="383964" y="179004"/>
                  </a:lnTo>
                  <a:lnTo>
                    <a:pt x="381806" y="180257"/>
                  </a:lnTo>
                  <a:lnTo>
                    <a:pt x="379656" y="181503"/>
                  </a:lnTo>
                  <a:lnTo>
                    <a:pt x="376635" y="182700"/>
                  </a:lnTo>
                  <a:lnTo>
                    <a:pt x="373271" y="187598"/>
                  </a:lnTo>
                  <a:lnTo>
                    <a:pt x="373047" y="187924"/>
                  </a:lnTo>
                  <a:lnTo>
                    <a:pt x="368149" y="186916"/>
                  </a:lnTo>
                  <a:lnTo>
                    <a:pt x="362204" y="187833"/>
                  </a:lnTo>
                  <a:lnTo>
                    <a:pt x="361658" y="188166"/>
                  </a:lnTo>
                  <a:lnTo>
                    <a:pt x="360790" y="188697"/>
                  </a:lnTo>
                  <a:lnTo>
                    <a:pt x="356732" y="191172"/>
                  </a:lnTo>
                  <a:lnTo>
                    <a:pt x="353975" y="194720"/>
                  </a:lnTo>
                  <a:lnTo>
                    <a:pt x="352496" y="198359"/>
                  </a:lnTo>
                  <a:lnTo>
                    <a:pt x="352050" y="201814"/>
                  </a:lnTo>
                  <a:lnTo>
                    <a:pt x="351101" y="202105"/>
                  </a:lnTo>
                  <a:lnTo>
                    <a:pt x="328853" y="208910"/>
                  </a:lnTo>
                  <a:lnTo>
                    <a:pt x="322579" y="210809"/>
                  </a:lnTo>
                  <a:lnTo>
                    <a:pt x="322181" y="210929"/>
                  </a:lnTo>
                  <a:lnTo>
                    <a:pt x="310667" y="214382"/>
                  </a:lnTo>
                  <a:lnTo>
                    <a:pt x="300996" y="217257"/>
                  </a:lnTo>
                  <a:lnTo>
                    <a:pt x="292751" y="219693"/>
                  </a:lnTo>
                  <a:lnTo>
                    <a:pt x="291586" y="220036"/>
                  </a:lnTo>
                  <a:lnTo>
                    <a:pt x="287004" y="221411"/>
                  </a:lnTo>
                  <a:lnTo>
                    <a:pt x="273892" y="225320"/>
                  </a:lnTo>
                  <a:lnTo>
                    <a:pt x="273360" y="225474"/>
                  </a:lnTo>
                  <a:lnTo>
                    <a:pt x="259323" y="229506"/>
                  </a:lnTo>
                  <a:lnTo>
                    <a:pt x="257845" y="229928"/>
                  </a:lnTo>
                  <a:lnTo>
                    <a:pt x="243701" y="233958"/>
                  </a:lnTo>
                  <a:lnTo>
                    <a:pt x="243047" y="234144"/>
                  </a:lnTo>
                  <a:lnTo>
                    <a:pt x="223678" y="239471"/>
                  </a:lnTo>
                  <a:lnTo>
                    <a:pt x="203787" y="244899"/>
                  </a:lnTo>
                  <a:lnTo>
                    <a:pt x="202291" y="245309"/>
                  </a:lnTo>
                  <a:lnTo>
                    <a:pt x="186493" y="249605"/>
                  </a:lnTo>
                  <a:lnTo>
                    <a:pt x="184053" y="250262"/>
                  </a:lnTo>
                  <a:lnTo>
                    <a:pt x="161794" y="256202"/>
                  </a:lnTo>
                  <a:lnTo>
                    <a:pt x="156297" y="257668"/>
                  </a:lnTo>
                  <a:lnTo>
                    <a:pt x="148499" y="259735"/>
                  </a:lnTo>
                  <a:lnTo>
                    <a:pt x="140889" y="261741"/>
                  </a:lnTo>
                  <a:lnTo>
                    <a:pt x="118365" y="267725"/>
                  </a:lnTo>
                  <a:lnTo>
                    <a:pt x="112893" y="269163"/>
                  </a:lnTo>
                  <a:lnTo>
                    <a:pt x="94201" y="273943"/>
                  </a:lnTo>
                  <a:lnTo>
                    <a:pt x="84272" y="276412"/>
                  </a:lnTo>
                  <a:lnTo>
                    <a:pt x="73835" y="278987"/>
                  </a:lnTo>
                  <a:lnTo>
                    <a:pt x="51288" y="284545"/>
                  </a:lnTo>
                  <a:lnTo>
                    <a:pt x="44884" y="286082"/>
                  </a:lnTo>
                  <a:lnTo>
                    <a:pt x="40173" y="265332"/>
                  </a:lnTo>
                  <a:lnTo>
                    <a:pt x="39111" y="260660"/>
                  </a:lnTo>
                  <a:lnTo>
                    <a:pt x="36293" y="248317"/>
                  </a:lnTo>
                  <a:lnTo>
                    <a:pt x="32697" y="232600"/>
                  </a:lnTo>
                  <a:lnTo>
                    <a:pt x="31561" y="227643"/>
                  </a:lnTo>
                  <a:lnTo>
                    <a:pt x="30024" y="220947"/>
                  </a:lnTo>
                  <a:lnTo>
                    <a:pt x="26828" y="207039"/>
                  </a:lnTo>
                  <a:lnTo>
                    <a:pt x="22560" y="188743"/>
                  </a:lnTo>
                  <a:lnTo>
                    <a:pt x="21575" y="1845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405037" y="3947342"/>
              <a:ext cx="462971" cy="542574"/>
            </a:xfrm>
            <a:custGeom>
              <a:avLst/>
              <a:pathLst>
                <a:path w="462971" h="542574">
                  <a:moveTo>
                    <a:pt x="2343" y="373246"/>
                  </a:moveTo>
                  <a:lnTo>
                    <a:pt x="1947" y="371085"/>
                  </a:lnTo>
                  <a:lnTo>
                    <a:pt x="5625" y="368859"/>
                  </a:lnTo>
                  <a:lnTo>
                    <a:pt x="9858" y="363426"/>
                  </a:lnTo>
                  <a:lnTo>
                    <a:pt x="11177" y="361626"/>
                  </a:lnTo>
                  <a:lnTo>
                    <a:pt x="13870" y="362750"/>
                  </a:lnTo>
                  <a:lnTo>
                    <a:pt x="17743" y="362796"/>
                  </a:lnTo>
                  <a:lnTo>
                    <a:pt x="21113" y="362834"/>
                  </a:lnTo>
                  <a:lnTo>
                    <a:pt x="23694" y="360841"/>
                  </a:lnTo>
                  <a:lnTo>
                    <a:pt x="24416" y="360283"/>
                  </a:lnTo>
                  <a:lnTo>
                    <a:pt x="29819" y="355640"/>
                  </a:lnTo>
                  <a:lnTo>
                    <a:pt x="30988" y="350795"/>
                  </a:lnTo>
                  <a:lnTo>
                    <a:pt x="30288" y="348740"/>
                  </a:lnTo>
                  <a:lnTo>
                    <a:pt x="30583" y="344482"/>
                  </a:lnTo>
                  <a:lnTo>
                    <a:pt x="29073" y="339649"/>
                  </a:lnTo>
                  <a:lnTo>
                    <a:pt x="28642" y="339463"/>
                  </a:lnTo>
                  <a:lnTo>
                    <a:pt x="24602" y="337712"/>
                  </a:lnTo>
                  <a:lnTo>
                    <a:pt x="20664" y="337516"/>
                  </a:lnTo>
                  <a:lnTo>
                    <a:pt x="17664" y="336377"/>
                  </a:lnTo>
                  <a:lnTo>
                    <a:pt x="15991" y="330088"/>
                  </a:lnTo>
                  <a:lnTo>
                    <a:pt x="18663" y="325732"/>
                  </a:lnTo>
                  <a:lnTo>
                    <a:pt x="19700" y="319611"/>
                  </a:lnTo>
                  <a:lnTo>
                    <a:pt x="20300" y="317463"/>
                  </a:lnTo>
                  <a:lnTo>
                    <a:pt x="17199" y="314028"/>
                  </a:lnTo>
                  <a:lnTo>
                    <a:pt x="18782" y="311158"/>
                  </a:lnTo>
                  <a:lnTo>
                    <a:pt x="19540" y="306553"/>
                  </a:lnTo>
                  <a:lnTo>
                    <a:pt x="18624" y="303861"/>
                  </a:lnTo>
                  <a:lnTo>
                    <a:pt x="22521" y="303364"/>
                  </a:lnTo>
                  <a:lnTo>
                    <a:pt x="25383" y="303469"/>
                  </a:lnTo>
                  <a:lnTo>
                    <a:pt x="25965" y="302607"/>
                  </a:lnTo>
                  <a:lnTo>
                    <a:pt x="29033" y="298056"/>
                  </a:lnTo>
                  <a:lnTo>
                    <a:pt x="35110" y="293628"/>
                  </a:lnTo>
                  <a:lnTo>
                    <a:pt x="35503" y="288851"/>
                  </a:lnTo>
                  <a:lnTo>
                    <a:pt x="36522" y="284136"/>
                  </a:lnTo>
                  <a:lnTo>
                    <a:pt x="38399" y="281661"/>
                  </a:lnTo>
                  <a:lnTo>
                    <a:pt x="39355" y="279500"/>
                  </a:lnTo>
                  <a:lnTo>
                    <a:pt x="39307" y="275813"/>
                  </a:lnTo>
                  <a:lnTo>
                    <a:pt x="39081" y="269779"/>
                  </a:lnTo>
                  <a:lnTo>
                    <a:pt x="40636" y="266798"/>
                  </a:lnTo>
                  <a:lnTo>
                    <a:pt x="40901" y="263605"/>
                  </a:lnTo>
                  <a:lnTo>
                    <a:pt x="39382" y="260861"/>
                  </a:lnTo>
                  <a:lnTo>
                    <a:pt x="41596" y="258682"/>
                  </a:lnTo>
                  <a:lnTo>
                    <a:pt x="46250" y="254704"/>
                  </a:lnTo>
                  <a:lnTo>
                    <a:pt x="48059" y="252198"/>
                  </a:lnTo>
                  <a:lnTo>
                    <a:pt x="48932" y="249114"/>
                  </a:lnTo>
                  <a:lnTo>
                    <a:pt x="49265" y="247938"/>
                  </a:lnTo>
                  <a:lnTo>
                    <a:pt x="51101" y="246584"/>
                  </a:lnTo>
                  <a:lnTo>
                    <a:pt x="55562" y="245309"/>
                  </a:lnTo>
                  <a:lnTo>
                    <a:pt x="59954" y="243187"/>
                  </a:lnTo>
                  <a:lnTo>
                    <a:pt x="64749" y="242205"/>
                  </a:lnTo>
                  <a:lnTo>
                    <a:pt x="69153" y="238231"/>
                  </a:lnTo>
                  <a:lnTo>
                    <a:pt x="72206" y="237005"/>
                  </a:lnTo>
                  <a:lnTo>
                    <a:pt x="72650" y="233200"/>
                  </a:lnTo>
                  <a:lnTo>
                    <a:pt x="72679" y="232956"/>
                  </a:lnTo>
                  <a:lnTo>
                    <a:pt x="70905" y="229179"/>
                  </a:lnTo>
                  <a:lnTo>
                    <a:pt x="65100" y="223175"/>
                  </a:lnTo>
                  <a:lnTo>
                    <a:pt x="60664" y="218078"/>
                  </a:lnTo>
                  <a:lnTo>
                    <a:pt x="57560" y="217514"/>
                  </a:lnTo>
                  <a:lnTo>
                    <a:pt x="58489" y="211782"/>
                  </a:lnTo>
                  <a:lnTo>
                    <a:pt x="56197" y="205667"/>
                  </a:lnTo>
                  <a:lnTo>
                    <a:pt x="54628" y="195549"/>
                  </a:lnTo>
                  <a:lnTo>
                    <a:pt x="53249" y="192312"/>
                  </a:lnTo>
                  <a:lnTo>
                    <a:pt x="48394" y="183402"/>
                  </a:lnTo>
                  <a:lnTo>
                    <a:pt x="45062" y="177683"/>
                  </a:lnTo>
                  <a:lnTo>
                    <a:pt x="46351" y="171653"/>
                  </a:lnTo>
                  <a:lnTo>
                    <a:pt x="46893" y="166503"/>
                  </a:lnTo>
                  <a:lnTo>
                    <a:pt x="48404" y="160826"/>
                  </a:lnTo>
                  <a:lnTo>
                    <a:pt x="49499" y="156278"/>
                  </a:lnTo>
                  <a:lnTo>
                    <a:pt x="50963" y="156586"/>
                  </a:lnTo>
                  <a:lnTo>
                    <a:pt x="53073" y="155380"/>
                  </a:lnTo>
                  <a:lnTo>
                    <a:pt x="53751" y="144469"/>
                  </a:lnTo>
                  <a:lnTo>
                    <a:pt x="52951" y="131203"/>
                  </a:lnTo>
                  <a:lnTo>
                    <a:pt x="50868" y="127268"/>
                  </a:lnTo>
                  <a:lnTo>
                    <a:pt x="52005" y="120776"/>
                  </a:lnTo>
                  <a:lnTo>
                    <a:pt x="53388" y="115353"/>
                  </a:lnTo>
                  <a:lnTo>
                    <a:pt x="53884" y="113406"/>
                  </a:lnTo>
                  <a:lnTo>
                    <a:pt x="51916" y="109433"/>
                  </a:lnTo>
                  <a:lnTo>
                    <a:pt x="52507" y="102194"/>
                  </a:lnTo>
                  <a:lnTo>
                    <a:pt x="53186" y="95092"/>
                  </a:lnTo>
                  <a:lnTo>
                    <a:pt x="56276" y="91131"/>
                  </a:lnTo>
                  <a:lnTo>
                    <a:pt x="54645" y="87567"/>
                  </a:lnTo>
                  <a:lnTo>
                    <a:pt x="53071" y="83525"/>
                  </a:lnTo>
                  <a:lnTo>
                    <a:pt x="53184" y="77648"/>
                  </a:lnTo>
                  <a:lnTo>
                    <a:pt x="53933" y="72783"/>
                  </a:lnTo>
                  <a:lnTo>
                    <a:pt x="53995" y="72383"/>
                  </a:lnTo>
                  <a:lnTo>
                    <a:pt x="54972" y="69535"/>
                  </a:lnTo>
                  <a:lnTo>
                    <a:pt x="60019" y="69272"/>
                  </a:lnTo>
                  <a:lnTo>
                    <a:pt x="63053" y="67695"/>
                  </a:lnTo>
                  <a:lnTo>
                    <a:pt x="67100" y="67462"/>
                  </a:lnTo>
                  <a:lnTo>
                    <a:pt x="71304" y="68258"/>
                  </a:lnTo>
                  <a:lnTo>
                    <a:pt x="72731" y="70432"/>
                  </a:lnTo>
                  <a:lnTo>
                    <a:pt x="75373" y="71159"/>
                  </a:lnTo>
                  <a:lnTo>
                    <a:pt x="77855" y="69865"/>
                  </a:lnTo>
                  <a:lnTo>
                    <a:pt x="80954" y="70639"/>
                  </a:lnTo>
                  <a:lnTo>
                    <a:pt x="82908" y="74108"/>
                  </a:lnTo>
                  <a:lnTo>
                    <a:pt x="83776" y="78264"/>
                  </a:lnTo>
                  <a:lnTo>
                    <a:pt x="86585" y="81191"/>
                  </a:lnTo>
                  <a:lnTo>
                    <a:pt x="90302" y="83622"/>
                  </a:lnTo>
                  <a:lnTo>
                    <a:pt x="94763" y="83587"/>
                  </a:lnTo>
                  <a:lnTo>
                    <a:pt x="96096" y="81264"/>
                  </a:lnTo>
                  <a:lnTo>
                    <a:pt x="99701" y="75770"/>
                  </a:lnTo>
                  <a:lnTo>
                    <a:pt x="104383" y="70108"/>
                  </a:lnTo>
                  <a:lnTo>
                    <a:pt x="105290" y="63592"/>
                  </a:lnTo>
                  <a:lnTo>
                    <a:pt x="106097" y="58674"/>
                  </a:lnTo>
                  <a:lnTo>
                    <a:pt x="109717" y="34454"/>
                  </a:lnTo>
                  <a:lnTo>
                    <a:pt x="112905" y="13670"/>
                  </a:lnTo>
                  <a:lnTo>
                    <a:pt x="115009" y="0"/>
                  </a:lnTo>
                  <a:lnTo>
                    <a:pt x="120860" y="1024"/>
                  </a:lnTo>
                  <a:lnTo>
                    <a:pt x="190060" y="12267"/>
                  </a:lnTo>
                  <a:lnTo>
                    <a:pt x="194725" y="12988"/>
                  </a:lnTo>
                  <a:lnTo>
                    <a:pt x="199558" y="13731"/>
                  </a:lnTo>
                  <a:lnTo>
                    <a:pt x="219289" y="16720"/>
                  </a:lnTo>
                  <a:lnTo>
                    <a:pt x="219742" y="16788"/>
                  </a:lnTo>
                  <a:lnTo>
                    <a:pt x="232298" y="18647"/>
                  </a:lnTo>
                  <a:lnTo>
                    <a:pt x="297942" y="28005"/>
                  </a:lnTo>
                  <a:lnTo>
                    <a:pt x="298439" y="28073"/>
                  </a:lnTo>
                  <a:lnTo>
                    <a:pt x="307303" y="29372"/>
                  </a:lnTo>
                  <a:lnTo>
                    <a:pt x="309221" y="29610"/>
                  </a:lnTo>
                  <a:lnTo>
                    <a:pt x="322061" y="31185"/>
                  </a:lnTo>
                  <a:lnTo>
                    <a:pt x="344056" y="33998"/>
                  </a:lnTo>
                  <a:lnTo>
                    <a:pt x="363542" y="36943"/>
                  </a:lnTo>
                  <a:lnTo>
                    <a:pt x="396273" y="40969"/>
                  </a:lnTo>
                  <a:lnTo>
                    <a:pt x="431541" y="44994"/>
                  </a:lnTo>
                  <a:lnTo>
                    <a:pt x="462971" y="48490"/>
                  </a:lnTo>
                  <a:lnTo>
                    <a:pt x="461868" y="59363"/>
                  </a:lnTo>
                  <a:lnTo>
                    <a:pt x="455267" y="125520"/>
                  </a:lnTo>
                  <a:lnTo>
                    <a:pt x="454270" y="135500"/>
                  </a:lnTo>
                  <a:lnTo>
                    <a:pt x="453201" y="146229"/>
                  </a:lnTo>
                  <a:lnTo>
                    <a:pt x="450902" y="169408"/>
                  </a:lnTo>
                  <a:lnTo>
                    <a:pt x="448723" y="191281"/>
                  </a:lnTo>
                  <a:lnTo>
                    <a:pt x="447151" y="207700"/>
                  </a:lnTo>
                  <a:lnTo>
                    <a:pt x="445355" y="226534"/>
                  </a:lnTo>
                  <a:lnTo>
                    <a:pt x="442118" y="259722"/>
                  </a:lnTo>
                  <a:lnTo>
                    <a:pt x="441636" y="264685"/>
                  </a:lnTo>
                  <a:lnTo>
                    <a:pt x="436196" y="321138"/>
                  </a:lnTo>
                  <a:lnTo>
                    <a:pt x="435370" y="329650"/>
                  </a:lnTo>
                  <a:lnTo>
                    <a:pt x="432271" y="361691"/>
                  </a:lnTo>
                  <a:lnTo>
                    <a:pt x="430617" y="379199"/>
                  </a:lnTo>
                  <a:lnTo>
                    <a:pt x="427084" y="416783"/>
                  </a:lnTo>
                  <a:lnTo>
                    <a:pt x="424182" y="447370"/>
                  </a:lnTo>
                  <a:lnTo>
                    <a:pt x="421355" y="477171"/>
                  </a:lnTo>
                  <a:lnTo>
                    <a:pt x="418969" y="502196"/>
                  </a:lnTo>
                  <a:lnTo>
                    <a:pt x="415185" y="542574"/>
                  </a:lnTo>
                  <a:lnTo>
                    <a:pt x="381830" y="538884"/>
                  </a:lnTo>
                  <a:lnTo>
                    <a:pt x="356690" y="535986"/>
                  </a:lnTo>
                  <a:lnTo>
                    <a:pt x="309453" y="530464"/>
                  </a:lnTo>
                  <a:lnTo>
                    <a:pt x="263389" y="524737"/>
                  </a:lnTo>
                  <a:lnTo>
                    <a:pt x="242474" y="513828"/>
                  </a:lnTo>
                  <a:lnTo>
                    <a:pt x="171428" y="475991"/>
                  </a:lnTo>
                  <a:lnTo>
                    <a:pt x="103091" y="439166"/>
                  </a:lnTo>
                  <a:lnTo>
                    <a:pt x="73888" y="423077"/>
                  </a:lnTo>
                  <a:lnTo>
                    <a:pt x="0" y="381676"/>
                  </a:lnTo>
                  <a:lnTo>
                    <a:pt x="532" y="379228"/>
                  </a:lnTo>
                  <a:lnTo>
                    <a:pt x="2070" y="376995"/>
                  </a:lnTo>
                  <a:lnTo>
                    <a:pt x="898" y="3755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89164" y="2945781"/>
              <a:ext cx="7374" cy="9205"/>
            </a:xfrm>
            <a:custGeom>
              <a:avLst/>
              <a:pathLst>
                <a:path w="7374" h="9205">
                  <a:moveTo>
                    <a:pt x="0" y="8347"/>
                  </a:moveTo>
                  <a:lnTo>
                    <a:pt x="283" y="1530"/>
                  </a:lnTo>
                  <a:lnTo>
                    <a:pt x="3062" y="0"/>
                  </a:lnTo>
                  <a:lnTo>
                    <a:pt x="5525" y="4866"/>
                  </a:lnTo>
                  <a:lnTo>
                    <a:pt x="7374" y="7242"/>
                  </a:lnTo>
                  <a:lnTo>
                    <a:pt x="2904" y="92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54509" y="2876809"/>
              <a:ext cx="56149" cy="70467"/>
            </a:xfrm>
            <a:custGeom>
              <a:avLst/>
              <a:pathLst>
                <a:path w="56149" h="70467">
                  <a:moveTo>
                    <a:pt x="16191" y="69535"/>
                  </a:moveTo>
                  <a:lnTo>
                    <a:pt x="16723" y="66148"/>
                  </a:lnTo>
                  <a:lnTo>
                    <a:pt x="14818" y="61331"/>
                  </a:lnTo>
                  <a:lnTo>
                    <a:pt x="17250" y="60005"/>
                  </a:lnTo>
                  <a:lnTo>
                    <a:pt x="14927" y="52415"/>
                  </a:lnTo>
                  <a:lnTo>
                    <a:pt x="12544" y="44646"/>
                  </a:lnTo>
                  <a:lnTo>
                    <a:pt x="8803" y="33854"/>
                  </a:lnTo>
                  <a:lnTo>
                    <a:pt x="6241" y="27037"/>
                  </a:lnTo>
                  <a:lnTo>
                    <a:pt x="0" y="10259"/>
                  </a:lnTo>
                  <a:lnTo>
                    <a:pt x="11494" y="5540"/>
                  </a:lnTo>
                  <a:lnTo>
                    <a:pt x="12425" y="5156"/>
                  </a:lnTo>
                  <a:lnTo>
                    <a:pt x="14313" y="4377"/>
                  </a:lnTo>
                  <a:lnTo>
                    <a:pt x="17965" y="2875"/>
                  </a:lnTo>
                  <a:lnTo>
                    <a:pt x="24931" y="0"/>
                  </a:lnTo>
                  <a:lnTo>
                    <a:pt x="25925" y="2834"/>
                  </a:lnTo>
                  <a:lnTo>
                    <a:pt x="26896" y="5603"/>
                  </a:lnTo>
                  <a:lnTo>
                    <a:pt x="28621" y="10562"/>
                  </a:lnTo>
                  <a:lnTo>
                    <a:pt x="31179" y="9587"/>
                  </a:lnTo>
                  <a:lnTo>
                    <a:pt x="32974" y="14754"/>
                  </a:lnTo>
                  <a:lnTo>
                    <a:pt x="35050" y="18675"/>
                  </a:lnTo>
                  <a:lnTo>
                    <a:pt x="35934" y="18852"/>
                  </a:lnTo>
                  <a:lnTo>
                    <a:pt x="40064" y="19678"/>
                  </a:lnTo>
                  <a:lnTo>
                    <a:pt x="45097" y="23687"/>
                  </a:lnTo>
                  <a:lnTo>
                    <a:pt x="46333" y="24670"/>
                  </a:lnTo>
                  <a:lnTo>
                    <a:pt x="50581" y="24498"/>
                  </a:lnTo>
                  <a:lnTo>
                    <a:pt x="51541" y="27820"/>
                  </a:lnTo>
                  <a:lnTo>
                    <a:pt x="52008" y="29437"/>
                  </a:lnTo>
                  <a:lnTo>
                    <a:pt x="56149" y="37881"/>
                  </a:lnTo>
                  <a:lnTo>
                    <a:pt x="55298" y="39305"/>
                  </a:lnTo>
                  <a:lnTo>
                    <a:pt x="52912" y="42859"/>
                  </a:lnTo>
                  <a:lnTo>
                    <a:pt x="49000" y="42104"/>
                  </a:lnTo>
                  <a:lnTo>
                    <a:pt x="46396" y="42461"/>
                  </a:lnTo>
                  <a:lnTo>
                    <a:pt x="45820" y="46137"/>
                  </a:lnTo>
                  <a:lnTo>
                    <a:pt x="43499" y="47061"/>
                  </a:lnTo>
                  <a:lnTo>
                    <a:pt x="40886" y="47104"/>
                  </a:lnTo>
                  <a:lnTo>
                    <a:pt x="39318" y="48122"/>
                  </a:lnTo>
                  <a:lnTo>
                    <a:pt x="38676" y="48539"/>
                  </a:lnTo>
                  <a:lnTo>
                    <a:pt x="38399" y="53030"/>
                  </a:lnTo>
                  <a:lnTo>
                    <a:pt x="37754" y="56712"/>
                  </a:lnTo>
                  <a:lnTo>
                    <a:pt x="33308" y="58208"/>
                  </a:lnTo>
                  <a:lnTo>
                    <a:pt x="29448" y="60815"/>
                  </a:lnTo>
                  <a:lnTo>
                    <a:pt x="25428" y="64564"/>
                  </a:lnTo>
                  <a:lnTo>
                    <a:pt x="20595" y="67403"/>
                  </a:lnTo>
                  <a:lnTo>
                    <a:pt x="16353" y="704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47297" y="4036957"/>
              <a:ext cx="355470" cy="265941"/>
            </a:xfrm>
            <a:custGeom>
              <a:avLst/>
              <a:pathLst>
                <a:path w="355470" h="265941">
                  <a:moveTo>
                    <a:pt x="0" y="71349"/>
                  </a:moveTo>
                  <a:lnTo>
                    <a:pt x="1866" y="68197"/>
                  </a:lnTo>
                  <a:lnTo>
                    <a:pt x="1128" y="65647"/>
                  </a:lnTo>
                  <a:lnTo>
                    <a:pt x="3370" y="62207"/>
                  </a:lnTo>
                  <a:lnTo>
                    <a:pt x="5172" y="59113"/>
                  </a:lnTo>
                  <a:lnTo>
                    <a:pt x="8314" y="55681"/>
                  </a:lnTo>
                  <a:lnTo>
                    <a:pt x="11955" y="51329"/>
                  </a:lnTo>
                  <a:lnTo>
                    <a:pt x="12622" y="48472"/>
                  </a:lnTo>
                  <a:lnTo>
                    <a:pt x="13030" y="44308"/>
                  </a:lnTo>
                  <a:lnTo>
                    <a:pt x="19660" y="40598"/>
                  </a:lnTo>
                  <a:lnTo>
                    <a:pt x="27005" y="36474"/>
                  </a:lnTo>
                  <a:lnTo>
                    <a:pt x="34566" y="32249"/>
                  </a:lnTo>
                  <a:lnTo>
                    <a:pt x="36138" y="32260"/>
                  </a:lnTo>
                  <a:lnTo>
                    <a:pt x="37263" y="32268"/>
                  </a:lnTo>
                  <a:lnTo>
                    <a:pt x="40773" y="27454"/>
                  </a:lnTo>
                  <a:lnTo>
                    <a:pt x="48026" y="23959"/>
                  </a:lnTo>
                  <a:lnTo>
                    <a:pt x="51048" y="22499"/>
                  </a:lnTo>
                  <a:lnTo>
                    <a:pt x="56091" y="19469"/>
                  </a:lnTo>
                  <a:lnTo>
                    <a:pt x="58787" y="16642"/>
                  </a:lnTo>
                  <a:lnTo>
                    <a:pt x="62927" y="16098"/>
                  </a:lnTo>
                  <a:lnTo>
                    <a:pt x="65762" y="15723"/>
                  </a:lnTo>
                  <a:lnTo>
                    <a:pt x="67044" y="15554"/>
                  </a:lnTo>
                  <a:lnTo>
                    <a:pt x="72638" y="14506"/>
                  </a:lnTo>
                  <a:lnTo>
                    <a:pt x="80399" y="13042"/>
                  </a:lnTo>
                  <a:lnTo>
                    <a:pt x="85063" y="12157"/>
                  </a:lnTo>
                  <a:lnTo>
                    <a:pt x="90032" y="11301"/>
                  </a:lnTo>
                  <a:lnTo>
                    <a:pt x="96742" y="10137"/>
                  </a:lnTo>
                  <a:lnTo>
                    <a:pt x="104250" y="8825"/>
                  </a:lnTo>
                  <a:lnTo>
                    <a:pt x="123592" y="5401"/>
                  </a:lnTo>
                  <a:lnTo>
                    <a:pt x="132554" y="3903"/>
                  </a:lnTo>
                  <a:lnTo>
                    <a:pt x="135350" y="3433"/>
                  </a:lnTo>
                  <a:lnTo>
                    <a:pt x="155522" y="0"/>
                  </a:lnTo>
                  <a:lnTo>
                    <a:pt x="155606" y="204"/>
                  </a:lnTo>
                  <a:lnTo>
                    <a:pt x="156424" y="2204"/>
                  </a:lnTo>
                  <a:lnTo>
                    <a:pt x="155814" y="6804"/>
                  </a:lnTo>
                  <a:lnTo>
                    <a:pt x="157478" y="8995"/>
                  </a:lnTo>
                  <a:lnTo>
                    <a:pt x="163812" y="1865"/>
                  </a:lnTo>
                  <a:lnTo>
                    <a:pt x="166401" y="4183"/>
                  </a:lnTo>
                  <a:lnTo>
                    <a:pt x="172313" y="9468"/>
                  </a:lnTo>
                  <a:lnTo>
                    <a:pt x="177588" y="14175"/>
                  </a:lnTo>
                  <a:lnTo>
                    <a:pt x="178549" y="24068"/>
                  </a:lnTo>
                  <a:lnTo>
                    <a:pt x="195164" y="20746"/>
                  </a:lnTo>
                  <a:lnTo>
                    <a:pt x="212106" y="17067"/>
                  </a:lnTo>
                  <a:lnTo>
                    <a:pt x="229231" y="13295"/>
                  </a:lnTo>
                  <a:lnTo>
                    <a:pt x="239747" y="10903"/>
                  </a:lnTo>
                  <a:lnTo>
                    <a:pt x="239937" y="10860"/>
                  </a:lnTo>
                  <a:lnTo>
                    <a:pt x="256192" y="7122"/>
                  </a:lnTo>
                  <a:lnTo>
                    <a:pt x="257429" y="6836"/>
                  </a:lnTo>
                  <a:lnTo>
                    <a:pt x="275687" y="18150"/>
                  </a:lnTo>
                  <a:lnTo>
                    <a:pt x="276673" y="18759"/>
                  </a:lnTo>
                  <a:lnTo>
                    <a:pt x="284553" y="23616"/>
                  </a:lnTo>
                  <a:lnTo>
                    <a:pt x="306202" y="37603"/>
                  </a:lnTo>
                  <a:lnTo>
                    <a:pt x="309431" y="39679"/>
                  </a:lnTo>
                  <a:lnTo>
                    <a:pt x="331907" y="53759"/>
                  </a:lnTo>
                  <a:lnTo>
                    <a:pt x="345889" y="62506"/>
                  </a:lnTo>
                  <a:lnTo>
                    <a:pt x="348929" y="64403"/>
                  </a:lnTo>
                  <a:lnTo>
                    <a:pt x="355470" y="68559"/>
                  </a:lnTo>
                  <a:lnTo>
                    <a:pt x="346883" y="73847"/>
                  </a:lnTo>
                  <a:lnTo>
                    <a:pt x="340752" y="79898"/>
                  </a:lnTo>
                  <a:lnTo>
                    <a:pt x="335602" y="86940"/>
                  </a:lnTo>
                  <a:lnTo>
                    <a:pt x="331561" y="93959"/>
                  </a:lnTo>
                  <a:lnTo>
                    <a:pt x="328815" y="100763"/>
                  </a:lnTo>
                  <a:lnTo>
                    <a:pt x="327204" y="104743"/>
                  </a:lnTo>
                  <a:lnTo>
                    <a:pt x="324180" y="110025"/>
                  </a:lnTo>
                  <a:lnTo>
                    <a:pt x="322092" y="117799"/>
                  </a:lnTo>
                  <a:lnTo>
                    <a:pt x="321638" y="124869"/>
                  </a:lnTo>
                  <a:lnTo>
                    <a:pt x="322035" y="132872"/>
                  </a:lnTo>
                  <a:lnTo>
                    <a:pt x="323211" y="135422"/>
                  </a:lnTo>
                  <a:lnTo>
                    <a:pt x="321109" y="140580"/>
                  </a:lnTo>
                  <a:lnTo>
                    <a:pt x="317569" y="144691"/>
                  </a:lnTo>
                  <a:lnTo>
                    <a:pt x="316543" y="145881"/>
                  </a:lnTo>
                  <a:lnTo>
                    <a:pt x="314181" y="148266"/>
                  </a:lnTo>
                  <a:lnTo>
                    <a:pt x="314254" y="151844"/>
                  </a:lnTo>
                  <a:lnTo>
                    <a:pt x="313597" y="155966"/>
                  </a:lnTo>
                  <a:lnTo>
                    <a:pt x="308904" y="156373"/>
                  </a:lnTo>
                  <a:lnTo>
                    <a:pt x="304869" y="158628"/>
                  </a:lnTo>
                  <a:lnTo>
                    <a:pt x="301452" y="156386"/>
                  </a:lnTo>
                  <a:lnTo>
                    <a:pt x="297822" y="159902"/>
                  </a:lnTo>
                  <a:lnTo>
                    <a:pt x="296603" y="163300"/>
                  </a:lnTo>
                  <a:lnTo>
                    <a:pt x="300083" y="166568"/>
                  </a:lnTo>
                  <a:lnTo>
                    <a:pt x="298352" y="169580"/>
                  </a:lnTo>
                  <a:lnTo>
                    <a:pt x="292509" y="175340"/>
                  </a:lnTo>
                  <a:lnTo>
                    <a:pt x="291084" y="179708"/>
                  </a:lnTo>
                  <a:lnTo>
                    <a:pt x="285218" y="184727"/>
                  </a:lnTo>
                  <a:lnTo>
                    <a:pt x="282193" y="188313"/>
                  </a:lnTo>
                  <a:lnTo>
                    <a:pt x="281916" y="192943"/>
                  </a:lnTo>
                  <a:lnTo>
                    <a:pt x="276720" y="198240"/>
                  </a:lnTo>
                  <a:lnTo>
                    <a:pt x="275004" y="201713"/>
                  </a:lnTo>
                  <a:lnTo>
                    <a:pt x="269563" y="203254"/>
                  </a:lnTo>
                  <a:lnTo>
                    <a:pt x="264869" y="206622"/>
                  </a:lnTo>
                  <a:lnTo>
                    <a:pt x="262429" y="210063"/>
                  </a:lnTo>
                  <a:lnTo>
                    <a:pt x="258654" y="212382"/>
                  </a:lnTo>
                  <a:lnTo>
                    <a:pt x="258301" y="212759"/>
                  </a:lnTo>
                  <a:lnTo>
                    <a:pt x="252947" y="218465"/>
                  </a:lnTo>
                  <a:lnTo>
                    <a:pt x="247656" y="220396"/>
                  </a:lnTo>
                  <a:lnTo>
                    <a:pt x="243463" y="219204"/>
                  </a:lnTo>
                  <a:lnTo>
                    <a:pt x="243198" y="220345"/>
                  </a:lnTo>
                  <a:lnTo>
                    <a:pt x="242701" y="222481"/>
                  </a:lnTo>
                  <a:lnTo>
                    <a:pt x="245549" y="226388"/>
                  </a:lnTo>
                  <a:lnTo>
                    <a:pt x="247841" y="229014"/>
                  </a:lnTo>
                  <a:lnTo>
                    <a:pt x="247186" y="233566"/>
                  </a:lnTo>
                  <a:lnTo>
                    <a:pt x="241780" y="238390"/>
                  </a:lnTo>
                  <a:lnTo>
                    <a:pt x="237890" y="240512"/>
                  </a:lnTo>
                  <a:lnTo>
                    <a:pt x="234074" y="239782"/>
                  </a:lnTo>
                  <a:lnTo>
                    <a:pt x="228428" y="238011"/>
                  </a:lnTo>
                  <a:lnTo>
                    <a:pt x="225274" y="241719"/>
                  </a:lnTo>
                  <a:lnTo>
                    <a:pt x="228568" y="243383"/>
                  </a:lnTo>
                  <a:lnTo>
                    <a:pt x="233602" y="246627"/>
                  </a:lnTo>
                  <a:lnTo>
                    <a:pt x="230783" y="252360"/>
                  </a:lnTo>
                  <a:lnTo>
                    <a:pt x="225047" y="258249"/>
                  </a:lnTo>
                  <a:lnTo>
                    <a:pt x="221864" y="259896"/>
                  </a:lnTo>
                  <a:lnTo>
                    <a:pt x="221593" y="261858"/>
                  </a:lnTo>
                  <a:lnTo>
                    <a:pt x="221027" y="265941"/>
                  </a:lnTo>
                  <a:lnTo>
                    <a:pt x="216437" y="264899"/>
                  </a:lnTo>
                  <a:lnTo>
                    <a:pt x="211084" y="262217"/>
                  </a:lnTo>
                  <a:lnTo>
                    <a:pt x="209076" y="264176"/>
                  </a:lnTo>
                  <a:lnTo>
                    <a:pt x="203134" y="262936"/>
                  </a:lnTo>
                  <a:lnTo>
                    <a:pt x="201617" y="257524"/>
                  </a:lnTo>
                  <a:lnTo>
                    <a:pt x="198722" y="253675"/>
                  </a:lnTo>
                  <a:lnTo>
                    <a:pt x="198114" y="252866"/>
                  </a:lnTo>
                  <a:lnTo>
                    <a:pt x="199312" y="249120"/>
                  </a:lnTo>
                  <a:lnTo>
                    <a:pt x="197960" y="244159"/>
                  </a:lnTo>
                  <a:lnTo>
                    <a:pt x="194182" y="240502"/>
                  </a:lnTo>
                  <a:lnTo>
                    <a:pt x="192178" y="238561"/>
                  </a:lnTo>
                  <a:lnTo>
                    <a:pt x="191280" y="233938"/>
                  </a:lnTo>
                  <a:lnTo>
                    <a:pt x="184150" y="228426"/>
                  </a:lnTo>
                  <a:lnTo>
                    <a:pt x="183427" y="228322"/>
                  </a:lnTo>
                  <a:lnTo>
                    <a:pt x="179969" y="227827"/>
                  </a:lnTo>
                  <a:lnTo>
                    <a:pt x="175130" y="225513"/>
                  </a:lnTo>
                  <a:lnTo>
                    <a:pt x="174282" y="225106"/>
                  </a:lnTo>
                  <a:lnTo>
                    <a:pt x="173716" y="220922"/>
                  </a:lnTo>
                  <a:lnTo>
                    <a:pt x="170918" y="213844"/>
                  </a:lnTo>
                  <a:lnTo>
                    <a:pt x="170799" y="213405"/>
                  </a:lnTo>
                  <a:lnTo>
                    <a:pt x="168797" y="206025"/>
                  </a:lnTo>
                  <a:lnTo>
                    <a:pt x="164547" y="200979"/>
                  </a:lnTo>
                  <a:lnTo>
                    <a:pt x="161220" y="197588"/>
                  </a:lnTo>
                  <a:lnTo>
                    <a:pt x="159845" y="191469"/>
                  </a:lnTo>
                  <a:lnTo>
                    <a:pt x="156337" y="189612"/>
                  </a:lnTo>
                  <a:lnTo>
                    <a:pt x="151513" y="187055"/>
                  </a:lnTo>
                  <a:lnTo>
                    <a:pt x="150407" y="186881"/>
                  </a:lnTo>
                  <a:lnTo>
                    <a:pt x="147122" y="186363"/>
                  </a:lnTo>
                  <a:lnTo>
                    <a:pt x="139363" y="183714"/>
                  </a:lnTo>
                  <a:lnTo>
                    <a:pt x="138075" y="179885"/>
                  </a:lnTo>
                  <a:lnTo>
                    <a:pt x="137895" y="179350"/>
                  </a:lnTo>
                  <a:lnTo>
                    <a:pt x="131301" y="177365"/>
                  </a:lnTo>
                  <a:lnTo>
                    <a:pt x="131213" y="176890"/>
                  </a:lnTo>
                  <a:lnTo>
                    <a:pt x="130303" y="171999"/>
                  </a:lnTo>
                  <a:lnTo>
                    <a:pt x="123432" y="169925"/>
                  </a:lnTo>
                  <a:lnTo>
                    <a:pt x="123229" y="163926"/>
                  </a:lnTo>
                  <a:lnTo>
                    <a:pt x="121921" y="159518"/>
                  </a:lnTo>
                  <a:lnTo>
                    <a:pt x="116777" y="157819"/>
                  </a:lnTo>
                  <a:lnTo>
                    <a:pt x="114367" y="155207"/>
                  </a:lnTo>
                  <a:lnTo>
                    <a:pt x="113271" y="154020"/>
                  </a:lnTo>
                  <a:lnTo>
                    <a:pt x="106855" y="150846"/>
                  </a:lnTo>
                  <a:lnTo>
                    <a:pt x="106216" y="150779"/>
                  </a:lnTo>
                  <a:lnTo>
                    <a:pt x="102625" y="150406"/>
                  </a:lnTo>
                  <a:lnTo>
                    <a:pt x="99151" y="146929"/>
                  </a:lnTo>
                  <a:lnTo>
                    <a:pt x="97501" y="144573"/>
                  </a:lnTo>
                  <a:lnTo>
                    <a:pt x="95142" y="141203"/>
                  </a:lnTo>
                  <a:lnTo>
                    <a:pt x="87591" y="134801"/>
                  </a:lnTo>
                  <a:lnTo>
                    <a:pt x="79212" y="132353"/>
                  </a:lnTo>
                  <a:lnTo>
                    <a:pt x="72246" y="127543"/>
                  </a:lnTo>
                  <a:lnTo>
                    <a:pt x="68980" y="127476"/>
                  </a:lnTo>
                  <a:lnTo>
                    <a:pt x="68360" y="126600"/>
                  </a:lnTo>
                  <a:lnTo>
                    <a:pt x="65460" y="122497"/>
                  </a:lnTo>
                  <a:lnTo>
                    <a:pt x="65161" y="122156"/>
                  </a:lnTo>
                  <a:lnTo>
                    <a:pt x="60669" y="117008"/>
                  </a:lnTo>
                  <a:lnTo>
                    <a:pt x="54431" y="112306"/>
                  </a:lnTo>
                  <a:lnTo>
                    <a:pt x="51889" y="106793"/>
                  </a:lnTo>
                  <a:lnTo>
                    <a:pt x="50779" y="104385"/>
                  </a:lnTo>
                  <a:lnTo>
                    <a:pt x="47977" y="101061"/>
                  </a:lnTo>
                  <a:lnTo>
                    <a:pt x="47440" y="100424"/>
                  </a:lnTo>
                  <a:lnTo>
                    <a:pt x="43386" y="95683"/>
                  </a:lnTo>
                  <a:lnTo>
                    <a:pt x="41416" y="92419"/>
                  </a:lnTo>
                  <a:lnTo>
                    <a:pt x="38015" y="86682"/>
                  </a:lnTo>
                  <a:lnTo>
                    <a:pt x="34167" y="86551"/>
                  </a:lnTo>
                  <a:lnTo>
                    <a:pt x="29651" y="88270"/>
                  </a:lnTo>
                  <a:lnTo>
                    <a:pt x="29397" y="88366"/>
                  </a:lnTo>
                  <a:lnTo>
                    <a:pt x="25294" y="87342"/>
                  </a:lnTo>
                  <a:lnTo>
                    <a:pt x="25104" y="87219"/>
                  </a:lnTo>
                  <a:lnTo>
                    <a:pt x="21247" y="84734"/>
                  </a:lnTo>
                  <a:lnTo>
                    <a:pt x="20727" y="84310"/>
                  </a:lnTo>
                  <a:lnTo>
                    <a:pt x="16264" y="80663"/>
                  </a:lnTo>
                  <a:lnTo>
                    <a:pt x="11187" y="79740"/>
                  </a:lnTo>
                  <a:lnTo>
                    <a:pt x="6635" y="77529"/>
                  </a:lnTo>
                  <a:lnTo>
                    <a:pt x="1754" y="75179"/>
                  </a:lnTo>
                  <a:lnTo>
                    <a:pt x="1591" y="74824"/>
                  </a:lnTo>
                  <a:lnTo>
                    <a:pt x="437" y="723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706039" y="2890815"/>
              <a:ext cx="490702" cy="305633"/>
            </a:xfrm>
            <a:custGeom>
              <a:avLst/>
              <a:pathLst>
                <a:path w="490702" h="305633">
                  <a:moveTo>
                    <a:pt x="8377" y="83183"/>
                  </a:moveTo>
                  <a:lnTo>
                    <a:pt x="9533" y="83145"/>
                  </a:lnTo>
                  <a:lnTo>
                    <a:pt x="10036" y="72039"/>
                  </a:lnTo>
                  <a:lnTo>
                    <a:pt x="10412" y="64321"/>
                  </a:lnTo>
                  <a:lnTo>
                    <a:pt x="10939" y="53516"/>
                  </a:lnTo>
                  <a:lnTo>
                    <a:pt x="11535" y="39916"/>
                  </a:lnTo>
                  <a:lnTo>
                    <a:pt x="11820" y="34022"/>
                  </a:lnTo>
                  <a:lnTo>
                    <a:pt x="12629" y="17156"/>
                  </a:lnTo>
                  <a:lnTo>
                    <a:pt x="13065" y="7081"/>
                  </a:lnTo>
                  <a:lnTo>
                    <a:pt x="13120" y="5564"/>
                  </a:lnTo>
                  <a:lnTo>
                    <a:pt x="13321" y="0"/>
                  </a:lnTo>
                  <a:lnTo>
                    <a:pt x="36793" y="1128"/>
                  </a:lnTo>
                  <a:lnTo>
                    <a:pt x="50583" y="1730"/>
                  </a:lnTo>
                  <a:lnTo>
                    <a:pt x="63796" y="2283"/>
                  </a:lnTo>
                  <a:lnTo>
                    <a:pt x="77419" y="2816"/>
                  </a:lnTo>
                  <a:lnTo>
                    <a:pt x="80666" y="2937"/>
                  </a:lnTo>
                  <a:lnTo>
                    <a:pt x="84440" y="3076"/>
                  </a:lnTo>
                  <a:lnTo>
                    <a:pt x="95149" y="3446"/>
                  </a:lnTo>
                  <a:lnTo>
                    <a:pt x="104549" y="3758"/>
                  </a:lnTo>
                  <a:lnTo>
                    <a:pt x="118151" y="4187"/>
                  </a:lnTo>
                  <a:lnTo>
                    <a:pt x="132851" y="4608"/>
                  </a:lnTo>
                  <a:lnTo>
                    <a:pt x="138276" y="4751"/>
                  </a:lnTo>
                  <a:lnTo>
                    <a:pt x="150746" y="5056"/>
                  </a:lnTo>
                  <a:lnTo>
                    <a:pt x="165244" y="5384"/>
                  </a:lnTo>
                  <a:lnTo>
                    <a:pt x="176975" y="5597"/>
                  </a:lnTo>
                  <a:lnTo>
                    <a:pt x="192766" y="5848"/>
                  </a:lnTo>
                  <a:lnTo>
                    <a:pt x="213830" y="6111"/>
                  </a:lnTo>
                  <a:lnTo>
                    <a:pt x="229126" y="6242"/>
                  </a:lnTo>
                  <a:lnTo>
                    <a:pt x="229886" y="6248"/>
                  </a:lnTo>
                  <a:lnTo>
                    <a:pt x="242427" y="6342"/>
                  </a:lnTo>
                  <a:lnTo>
                    <a:pt x="251108" y="6435"/>
                  </a:lnTo>
                  <a:lnTo>
                    <a:pt x="267731" y="6510"/>
                  </a:lnTo>
                  <a:lnTo>
                    <a:pt x="277631" y="6552"/>
                  </a:lnTo>
                  <a:lnTo>
                    <a:pt x="284165" y="6508"/>
                  </a:lnTo>
                  <a:lnTo>
                    <a:pt x="291554" y="6532"/>
                  </a:lnTo>
                  <a:lnTo>
                    <a:pt x="300433" y="6473"/>
                  </a:lnTo>
                  <a:lnTo>
                    <a:pt x="315839" y="6334"/>
                  </a:lnTo>
                  <a:lnTo>
                    <a:pt x="321169" y="6293"/>
                  </a:lnTo>
                  <a:lnTo>
                    <a:pt x="338358" y="6162"/>
                  </a:lnTo>
                  <a:lnTo>
                    <a:pt x="344408" y="6102"/>
                  </a:lnTo>
                  <a:lnTo>
                    <a:pt x="357295" y="6017"/>
                  </a:lnTo>
                  <a:lnTo>
                    <a:pt x="378314" y="5588"/>
                  </a:lnTo>
                  <a:lnTo>
                    <a:pt x="382128" y="5510"/>
                  </a:lnTo>
                  <a:lnTo>
                    <a:pt x="383920" y="5472"/>
                  </a:lnTo>
                  <a:lnTo>
                    <a:pt x="396246" y="5196"/>
                  </a:lnTo>
                  <a:lnTo>
                    <a:pt x="410567" y="4792"/>
                  </a:lnTo>
                  <a:lnTo>
                    <a:pt x="429764" y="4135"/>
                  </a:lnTo>
                  <a:lnTo>
                    <a:pt x="438692" y="3804"/>
                  </a:lnTo>
                  <a:lnTo>
                    <a:pt x="470348" y="2609"/>
                  </a:lnTo>
                  <a:lnTo>
                    <a:pt x="470086" y="8198"/>
                  </a:lnTo>
                  <a:lnTo>
                    <a:pt x="469363" y="13102"/>
                  </a:lnTo>
                  <a:lnTo>
                    <a:pt x="466837" y="16313"/>
                  </a:lnTo>
                  <a:lnTo>
                    <a:pt x="464434" y="20708"/>
                  </a:lnTo>
                  <a:lnTo>
                    <a:pt x="460106" y="23590"/>
                  </a:lnTo>
                  <a:lnTo>
                    <a:pt x="455300" y="27953"/>
                  </a:lnTo>
                  <a:lnTo>
                    <a:pt x="453857" y="31066"/>
                  </a:lnTo>
                  <a:lnTo>
                    <a:pt x="454415" y="33279"/>
                  </a:lnTo>
                  <a:lnTo>
                    <a:pt x="454967" y="33950"/>
                  </a:lnTo>
                  <a:lnTo>
                    <a:pt x="458485" y="38223"/>
                  </a:lnTo>
                  <a:lnTo>
                    <a:pt x="461057" y="43157"/>
                  </a:lnTo>
                  <a:lnTo>
                    <a:pt x="463160" y="46748"/>
                  </a:lnTo>
                  <a:lnTo>
                    <a:pt x="465434" y="49005"/>
                  </a:lnTo>
                  <a:lnTo>
                    <a:pt x="468999" y="49044"/>
                  </a:lnTo>
                  <a:lnTo>
                    <a:pt x="472507" y="50832"/>
                  </a:lnTo>
                  <a:lnTo>
                    <a:pt x="475034" y="51642"/>
                  </a:lnTo>
                  <a:lnTo>
                    <a:pt x="477566" y="54117"/>
                  </a:lnTo>
                  <a:lnTo>
                    <a:pt x="478410" y="55794"/>
                  </a:lnTo>
                  <a:lnTo>
                    <a:pt x="479243" y="57446"/>
                  </a:lnTo>
                  <a:lnTo>
                    <a:pt x="479407" y="60845"/>
                  </a:lnTo>
                  <a:lnTo>
                    <a:pt x="480635" y="86444"/>
                  </a:lnTo>
                  <a:lnTo>
                    <a:pt x="481357" y="101528"/>
                  </a:lnTo>
                  <a:lnTo>
                    <a:pt x="482088" y="116825"/>
                  </a:lnTo>
                  <a:lnTo>
                    <a:pt x="482456" y="124525"/>
                  </a:lnTo>
                  <a:lnTo>
                    <a:pt x="483224" y="140636"/>
                  </a:lnTo>
                  <a:lnTo>
                    <a:pt x="483833" y="154984"/>
                  </a:lnTo>
                  <a:lnTo>
                    <a:pt x="485122" y="185482"/>
                  </a:lnTo>
                  <a:lnTo>
                    <a:pt x="486220" y="211582"/>
                  </a:lnTo>
                  <a:lnTo>
                    <a:pt x="486419" y="216141"/>
                  </a:lnTo>
                  <a:lnTo>
                    <a:pt x="477143" y="216530"/>
                  </a:lnTo>
                  <a:lnTo>
                    <a:pt x="478167" y="219201"/>
                  </a:lnTo>
                  <a:lnTo>
                    <a:pt x="477680" y="222341"/>
                  </a:lnTo>
                  <a:lnTo>
                    <a:pt x="482493" y="226405"/>
                  </a:lnTo>
                  <a:lnTo>
                    <a:pt x="482461" y="229787"/>
                  </a:lnTo>
                  <a:lnTo>
                    <a:pt x="482245" y="233947"/>
                  </a:lnTo>
                  <a:lnTo>
                    <a:pt x="479183" y="234862"/>
                  </a:lnTo>
                  <a:lnTo>
                    <a:pt x="480571" y="237755"/>
                  </a:lnTo>
                  <a:lnTo>
                    <a:pt x="480996" y="238640"/>
                  </a:lnTo>
                  <a:lnTo>
                    <a:pt x="483067" y="240868"/>
                  </a:lnTo>
                  <a:lnTo>
                    <a:pt x="486043" y="240732"/>
                  </a:lnTo>
                  <a:lnTo>
                    <a:pt x="487403" y="247509"/>
                  </a:lnTo>
                  <a:lnTo>
                    <a:pt x="488765" y="250039"/>
                  </a:lnTo>
                  <a:lnTo>
                    <a:pt x="488064" y="252829"/>
                  </a:lnTo>
                  <a:lnTo>
                    <a:pt x="487729" y="254163"/>
                  </a:lnTo>
                  <a:lnTo>
                    <a:pt x="484406" y="256736"/>
                  </a:lnTo>
                  <a:lnTo>
                    <a:pt x="485748" y="259744"/>
                  </a:lnTo>
                  <a:lnTo>
                    <a:pt x="484080" y="262229"/>
                  </a:lnTo>
                  <a:lnTo>
                    <a:pt x="485428" y="263777"/>
                  </a:lnTo>
                  <a:lnTo>
                    <a:pt x="482904" y="267123"/>
                  </a:lnTo>
                  <a:lnTo>
                    <a:pt x="483033" y="268348"/>
                  </a:lnTo>
                  <a:lnTo>
                    <a:pt x="483312" y="270986"/>
                  </a:lnTo>
                  <a:lnTo>
                    <a:pt x="480916" y="275558"/>
                  </a:lnTo>
                  <a:lnTo>
                    <a:pt x="478259" y="279925"/>
                  </a:lnTo>
                  <a:lnTo>
                    <a:pt x="478267" y="284653"/>
                  </a:lnTo>
                  <a:lnTo>
                    <a:pt x="480537" y="287850"/>
                  </a:lnTo>
                  <a:lnTo>
                    <a:pt x="484892" y="291792"/>
                  </a:lnTo>
                  <a:lnTo>
                    <a:pt x="488206" y="298675"/>
                  </a:lnTo>
                  <a:lnTo>
                    <a:pt x="488424" y="299127"/>
                  </a:lnTo>
                  <a:lnTo>
                    <a:pt x="487531" y="302578"/>
                  </a:lnTo>
                  <a:lnTo>
                    <a:pt x="488564" y="303210"/>
                  </a:lnTo>
                  <a:lnTo>
                    <a:pt x="490702" y="304785"/>
                  </a:lnTo>
                  <a:lnTo>
                    <a:pt x="487117" y="305633"/>
                  </a:lnTo>
                  <a:lnTo>
                    <a:pt x="485475" y="303286"/>
                  </a:lnTo>
                  <a:lnTo>
                    <a:pt x="479901" y="303884"/>
                  </a:lnTo>
                  <a:lnTo>
                    <a:pt x="478761" y="302083"/>
                  </a:lnTo>
                  <a:lnTo>
                    <a:pt x="476630" y="298711"/>
                  </a:lnTo>
                  <a:lnTo>
                    <a:pt x="473232" y="295566"/>
                  </a:lnTo>
                  <a:lnTo>
                    <a:pt x="473793" y="290672"/>
                  </a:lnTo>
                  <a:lnTo>
                    <a:pt x="468579" y="290541"/>
                  </a:lnTo>
                  <a:lnTo>
                    <a:pt x="466943" y="287458"/>
                  </a:lnTo>
                  <a:lnTo>
                    <a:pt x="466568" y="287306"/>
                  </a:lnTo>
                  <a:lnTo>
                    <a:pt x="460043" y="284643"/>
                  </a:lnTo>
                  <a:lnTo>
                    <a:pt x="456275" y="285600"/>
                  </a:lnTo>
                  <a:lnTo>
                    <a:pt x="452952" y="282908"/>
                  </a:lnTo>
                  <a:lnTo>
                    <a:pt x="452339" y="282412"/>
                  </a:lnTo>
                  <a:lnTo>
                    <a:pt x="445444" y="281823"/>
                  </a:lnTo>
                  <a:lnTo>
                    <a:pt x="443210" y="280169"/>
                  </a:lnTo>
                  <a:lnTo>
                    <a:pt x="439975" y="277772"/>
                  </a:lnTo>
                  <a:lnTo>
                    <a:pt x="438339" y="274926"/>
                  </a:lnTo>
                  <a:lnTo>
                    <a:pt x="434169" y="273965"/>
                  </a:lnTo>
                  <a:lnTo>
                    <a:pt x="431679" y="274906"/>
                  </a:lnTo>
                  <a:lnTo>
                    <a:pt x="426765" y="274181"/>
                  </a:lnTo>
                  <a:lnTo>
                    <a:pt x="424558" y="275997"/>
                  </a:lnTo>
                  <a:lnTo>
                    <a:pt x="422439" y="275715"/>
                  </a:lnTo>
                  <a:lnTo>
                    <a:pt x="420431" y="275447"/>
                  </a:lnTo>
                  <a:lnTo>
                    <a:pt x="415059" y="275390"/>
                  </a:lnTo>
                  <a:lnTo>
                    <a:pt x="412740" y="275846"/>
                  </a:lnTo>
                  <a:lnTo>
                    <a:pt x="408535" y="276670"/>
                  </a:lnTo>
                  <a:lnTo>
                    <a:pt x="402041" y="275600"/>
                  </a:lnTo>
                  <a:lnTo>
                    <a:pt x="398379" y="275074"/>
                  </a:lnTo>
                  <a:lnTo>
                    <a:pt x="397187" y="276198"/>
                  </a:lnTo>
                  <a:lnTo>
                    <a:pt x="395495" y="280970"/>
                  </a:lnTo>
                  <a:lnTo>
                    <a:pt x="392648" y="283613"/>
                  </a:lnTo>
                  <a:lnTo>
                    <a:pt x="387184" y="284223"/>
                  </a:lnTo>
                  <a:lnTo>
                    <a:pt x="382602" y="280440"/>
                  </a:lnTo>
                  <a:lnTo>
                    <a:pt x="379745" y="277734"/>
                  </a:lnTo>
                  <a:lnTo>
                    <a:pt x="379451" y="277640"/>
                  </a:lnTo>
                  <a:lnTo>
                    <a:pt x="374303" y="275997"/>
                  </a:lnTo>
                  <a:lnTo>
                    <a:pt x="371180" y="274846"/>
                  </a:lnTo>
                  <a:lnTo>
                    <a:pt x="369345" y="273874"/>
                  </a:lnTo>
                  <a:lnTo>
                    <a:pt x="364252" y="271172"/>
                  </a:lnTo>
                  <a:lnTo>
                    <a:pt x="361142" y="270281"/>
                  </a:lnTo>
                  <a:lnTo>
                    <a:pt x="358229" y="267321"/>
                  </a:lnTo>
                  <a:lnTo>
                    <a:pt x="356911" y="264267"/>
                  </a:lnTo>
                  <a:lnTo>
                    <a:pt x="334452" y="264658"/>
                  </a:lnTo>
                  <a:lnTo>
                    <a:pt x="308326" y="264965"/>
                  </a:lnTo>
                  <a:lnTo>
                    <a:pt x="290354" y="265100"/>
                  </a:lnTo>
                  <a:lnTo>
                    <a:pt x="270042" y="265179"/>
                  </a:lnTo>
                  <a:lnTo>
                    <a:pt x="247647" y="265189"/>
                  </a:lnTo>
                  <a:lnTo>
                    <a:pt x="196093" y="264850"/>
                  </a:lnTo>
                  <a:lnTo>
                    <a:pt x="181465" y="264621"/>
                  </a:lnTo>
                  <a:lnTo>
                    <a:pt x="126550" y="263397"/>
                  </a:lnTo>
                  <a:lnTo>
                    <a:pt x="105600" y="262779"/>
                  </a:lnTo>
                  <a:lnTo>
                    <a:pt x="80967" y="261959"/>
                  </a:lnTo>
                  <a:lnTo>
                    <a:pt x="67575" y="261464"/>
                  </a:lnTo>
                  <a:lnTo>
                    <a:pt x="37040" y="260209"/>
                  </a:lnTo>
                  <a:lnTo>
                    <a:pt x="35180" y="260130"/>
                  </a:lnTo>
                  <a:lnTo>
                    <a:pt x="0" y="258517"/>
                  </a:lnTo>
                  <a:lnTo>
                    <a:pt x="1192" y="233123"/>
                  </a:lnTo>
                  <a:lnTo>
                    <a:pt x="1949" y="216614"/>
                  </a:lnTo>
                  <a:lnTo>
                    <a:pt x="2052" y="214374"/>
                  </a:lnTo>
                  <a:lnTo>
                    <a:pt x="2275" y="209520"/>
                  </a:lnTo>
                  <a:lnTo>
                    <a:pt x="3521" y="183629"/>
                  </a:lnTo>
                  <a:lnTo>
                    <a:pt x="4774" y="158378"/>
                  </a:lnTo>
                  <a:lnTo>
                    <a:pt x="4945" y="154928"/>
                  </a:lnTo>
                  <a:lnTo>
                    <a:pt x="5249" y="148817"/>
                  </a:lnTo>
                  <a:lnTo>
                    <a:pt x="6631" y="120631"/>
                  </a:lnTo>
                  <a:lnTo>
                    <a:pt x="7151" y="1100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78262" y="3865590"/>
              <a:ext cx="587697" cy="242975"/>
            </a:xfrm>
            <a:custGeom>
              <a:avLst/>
              <a:pathLst>
                <a:path w="587697" h="242975">
                  <a:moveTo>
                    <a:pt x="315" y="240018"/>
                  </a:moveTo>
                  <a:lnTo>
                    <a:pt x="2746" y="238722"/>
                  </a:lnTo>
                  <a:lnTo>
                    <a:pt x="7532" y="237244"/>
                  </a:lnTo>
                  <a:lnTo>
                    <a:pt x="8286" y="233566"/>
                  </a:lnTo>
                  <a:lnTo>
                    <a:pt x="9466" y="230123"/>
                  </a:lnTo>
                  <a:lnTo>
                    <a:pt x="14533" y="230459"/>
                  </a:lnTo>
                  <a:lnTo>
                    <a:pt x="13447" y="226508"/>
                  </a:lnTo>
                  <a:lnTo>
                    <a:pt x="13550" y="223069"/>
                  </a:lnTo>
                  <a:lnTo>
                    <a:pt x="12781" y="219036"/>
                  </a:lnTo>
                  <a:lnTo>
                    <a:pt x="7650" y="217466"/>
                  </a:lnTo>
                  <a:lnTo>
                    <a:pt x="10565" y="214479"/>
                  </a:lnTo>
                  <a:lnTo>
                    <a:pt x="12440" y="209071"/>
                  </a:lnTo>
                  <a:lnTo>
                    <a:pt x="10248" y="205189"/>
                  </a:lnTo>
                  <a:lnTo>
                    <a:pt x="13115" y="203690"/>
                  </a:lnTo>
                  <a:lnTo>
                    <a:pt x="14988" y="204162"/>
                  </a:lnTo>
                  <a:lnTo>
                    <a:pt x="16249" y="200307"/>
                  </a:lnTo>
                  <a:lnTo>
                    <a:pt x="14189" y="197093"/>
                  </a:lnTo>
                  <a:lnTo>
                    <a:pt x="14266" y="192332"/>
                  </a:lnTo>
                  <a:lnTo>
                    <a:pt x="19975" y="192413"/>
                  </a:lnTo>
                  <a:lnTo>
                    <a:pt x="20775" y="190673"/>
                  </a:lnTo>
                  <a:lnTo>
                    <a:pt x="21193" y="186421"/>
                  </a:lnTo>
                  <a:lnTo>
                    <a:pt x="24989" y="184303"/>
                  </a:lnTo>
                  <a:lnTo>
                    <a:pt x="23168" y="182380"/>
                  </a:lnTo>
                  <a:lnTo>
                    <a:pt x="18648" y="178984"/>
                  </a:lnTo>
                  <a:lnTo>
                    <a:pt x="20996" y="173450"/>
                  </a:lnTo>
                  <a:lnTo>
                    <a:pt x="24727" y="173647"/>
                  </a:lnTo>
                  <a:lnTo>
                    <a:pt x="29126" y="170014"/>
                  </a:lnTo>
                  <a:lnTo>
                    <a:pt x="34084" y="167044"/>
                  </a:lnTo>
                  <a:lnTo>
                    <a:pt x="33279" y="163762"/>
                  </a:lnTo>
                  <a:lnTo>
                    <a:pt x="33511" y="161427"/>
                  </a:lnTo>
                  <a:lnTo>
                    <a:pt x="38637" y="158920"/>
                  </a:lnTo>
                  <a:lnTo>
                    <a:pt x="38410" y="158082"/>
                  </a:lnTo>
                  <a:lnTo>
                    <a:pt x="38021" y="156649"/>
                  </a:lnTo>
                  <a:lnTo>
                    <a:pt x="35313" y="154662"/>
                  </a:lnTo>
                  <a:lnTo>
                    <a:pt x="31531" y="150451"/>
                  </a:lnTo>
                  <a:lnTo>
                    <a:pt x="34208" y="148362"/>
                  </a:lnTo>
                  <a:lnTo>
                    <a:pt x="34475" y="142847"/>
                  </a:lnTo>
                  <a:lnTo>
                    <a:pt x="36878" y="140682"/>
                  </a:lnTo>
                  <a:lnTo>
                    <a:pt x="40153" y="137444"/>
                  </a:lnTo>
                  <a:lnTo>
                    <a:pt x="37446" y="133580"/>
                  </a:lnTo>
                  <a:lnTo>
                    <a:pt x="37153" y="133410"/>
                  </a:lnTo>
                  <a:lnTo>
                    <a:pt x="32183" y="130531"/>
                  </a:lnTo>
                  <a:lnTo>
                    <a:pt x="32980" y="128369"/>
                  </a:lnTo>
                  <a:lnTo>
                    <a:pt x="38410" y="128597"/>
                  </a:lnTo>
                  <a:lnTo>
                    <a:pt x="41400" y="124717"/>
                  </a:lnTo>
                  <a:lnTo>
                    <a:pt x="37039" y="122489"/>
                  </a:lnTo>
                  <a:lnTo>
                    <a:pt x="37495" y="119433"/>
                  </a:lnTo>
                  <a:lnTo>
                    <a:pt x="41386" y="118834"/>
                  </a:lnTo>
                  <a:lnTo>
                    <a:pt x="42951" y="118592"/>
                  </a:lnTo>
                  <a:lnTo>
                    <a:pt x="43480" y="115555"/>
                  </a:lnTo>
                  <a:lnTo>
                    <a:pt x="40815" y="112196"/>
                  </a:lnTo>
                  <a:lnTo>
                    <a:pt x="41892" y="108359"/>
                  </a:lnTo>
                  <a:lnTo>
                    <a:pt x="40252" y="105380"/>
                  </a:lnTo>
                  <a:lnTo>
                    <a:pt x="48796" y="104205"/>
                  </a:lnTo>
                  <a:lnTo>
                    <a:pt x="53829" y="103360"/>
                  </a:lnTo>
                  <a:lnTo>
                    <a:pt x="63167" y="101779"/>
                  </a:lnTo>
                  <a:lnTo>
                    <a:pt x="80513" y="99813"/>
                  </a:lnTo>
                  <a:lnTo>
                    <a:pt x="89616" y="98619"/>
                  </a:lnTo>
                  <a:lnTo>
                    <a:pt x="90136" y="98551"/>
                  </a:lnTo>
                  <a:lnTo>
                    <a:pt x="90866" y="98454"/>
                  </a:lnTo>
                  <a:lnTo>
                    <a:pt x="111912" y="95634"/>
                  </a:lnTo>
                  <a:lnTo>
                    <a:pt x="112223" y="95592"/>
                  </a:lnTo>
                  <a:lnTo>
                    <a:pt x="113825" y="95386"/>
                  </a:lnTo>
                  <a:lnTo>
                    <a:pt x="139172" y="92069"/>
                  </a:lnTo>
                  <a:lnTo>
                    <a:pt x="144334" y="91201"/>
                  </a:lnTo>
                  <a:lnTo>
                    <a:pt x="144536" y="91167"/>
                  </a:lnTo>
                  <a:lnTo>
                    <a:pt x="145107" y="86499"/>
                  </a:lnTo>
                  <a:lnTo>
                    <a:pt x="142670" y="79860"/>
                  </a:lnTo>
                  <a:lnTo>
                    <a:pt x="141090" y="75859"/>
                  </a:lnTo>
                  <a:lnTo>
                    <a:pt x="145201" y="75364"/>
                  </a:lnTo>
                  <a:lnTo>
                    <a:pt x="156675" y="74881"/>
                  </a:lnTo>
                  <a:lnTo>
                    <a:pt x="156778" y="77570"/>
                  </a:lnTo>
                  <a:lnTo>
                    <a:pt x="167832" y="75625"/>
                  </a:lnTo>
                  <a:lnTo>
                    <a:pt x="171518" y="74972"/>
                  </a:lnTo>
                  <a:lnTo>
                    <a:pt x="191935" y="71595"/>
                  </a:lnTo>
                  <a:lnTo>
                    <a:pt x="192757" y="71458"/>
                  </a:lnTo>
                  <a:lnTo>
                    <a:pt x="208126" y="68865"/>
                  </a:lnTo>
                  <a:lnTo>
                    <a:pt x="211893" y="68223"/>
                  </a:lnTo>
                  <a:lnTo>
                    <a:pt x="229114" y="65255"/>
                  </a:lnTo>
                  <a:lnTo>
                    <a:pt x="232563" y="64610"/>
                  </a:lnTo>
                  <a:lnTo>
                    <a:pt x="243440" y="62562"/>
                  </a:lnTo>
                  <a:lnTo>
                    <a:pt x="246671" y="63051"/>
                  </a:lnTo>
                  <a:lnTo>
                    <a:pt x="247456" y="63169"/>
                  </a:lnTo>
                  <a:lnTo>
                    <a:pt x="250297" y="61420"/>
                  </a:lnTo>
                  <a:lnTo>
                    <a:pt x="257049" y="60691"/>
                  </a:lnTo>
                  <a:lnTo>
                    <a:pt x="271488" y="59107"/>
                  </a:lnTo>
                  <a:lnTo>
                    <a:pt x="280154" y="58138"/>
                  </a:lnTo>
                  <a:lnTo>
                    <a:pt x="287608" y="57345"/>
                  </a:lnTo>
                  <a:lnTo>
                    <a:pt x="294754" y="56576"/>
                  </a:lnTo>
                  <a:lnTo>
                    <a:pt x="300707" y="55729"/>
                  </a:lnTo>
                  <a:lnTo>
                    <a:pt x="304663" y="55163"/>
                  </a:lnTo>
                  <a:lnTo>
                    <a:pt x="321649" y="52693"/>
                  </a:lnTo>
                  <a:lnTo>
                    <a:pt x="325213" y="51798"/>
                  </a:lnTo>
                  <a:lnTo>
                    <a:pt x="334855" y="49364"/>
                  </a:lnTo>
                  <a:lnTo>
                    <a:pt x="335211" y="49274"/>
                  </a:lnTo>
                  <a:lnTo>
                    <a:pt x="336210" y="49122"/>
                  </a:lnTo>
                  <a:lnTo>
                    <a:pt x="348758" y="47201"/>
                  </a:lnTo>
                  <a:lnTo>
                    <a:pt x="357280" y="46364"/>
                  </a:lnTo>
                  <a:lnTo>
                    <a:pt x="359453" y="46148"/>
                  </a:lnTo>
                  <a:lnTo>
                    <a:pt x="370581" y="44931"/>
                  </a:lnTo>
                  <a:lnTo>
                    <a:pt x="371061" y="44857"/>
                  </a:lnTo>
                  <a:lnTo>
                    <a:pt x="390454" y="41833"/>
                  </a:lnTo>
                  <a:lnTo>
                    <a:pt x="407035" y="39046"/>
                  </a:lnTo>
                  <a:lnTo>
                    <a:pt x="409405" y="38644"/>
                  </a:lnTo>
                  <a:lnTo>
                    <a:pt x="426021" y="35672"/>
                  </a:lnTo>
                  <a:lnTo>
                    <a:pt x="429983" y="35071"/>
                  </a:lnTo>
                  <a:lnTo>
                    <a:pt x="432514" y="34686"/>
                  </a:lnTo>
                  <a:lnTo>
                    <a:pt x="446658" y="32253"/>
                  </a:lnTo>
                  <a:lnTo>
                    <a:pt x="447430" y="30464"/>
                  </a:lnTo>
                  <a:lnTo>
                    <a:pt x="461495" y="27777"/>
                  </a:lnTo>
                  <a:lnTo>
                    <a:pt x="475032" y="25157"/>
                  </a:lnTo>
                  <a:lnTo>
                    <a:pt x="495212" y="21277"/>
                  </a:lnTo>
                  <a:lnTo>
                    <a:pt x="505855" y="19201"/>
                  </a:lnTo>
                  <a:lnTo>
                    <a:pt x="521078" y="15878"/>
                  </a:lnTo>
                  <a:lnTo>
                    <a:pt x="529463" y="14030"/>
                  </a:lnTo>
                  <a:lnTo>
                    <a:pt x="542766" y="11242"/>
                  </a:lnTo>
                  <a:lnTo>
                    <a:pt x="546262" y="10504"/>
                  </a:lnTo>
                  <a:lnTo>
                    <a:pt x="551040" y="9492"/>
                  </a:lnTo>
                  <a:lnTo>
                    <a:pt x="552995" y="9071"/>
                  </a:lnTo>
                  <a:lnTo>
                    <a:pt x="567537" y="5915"/>
                  </a:lnTo>
                  <a:lnTo>
                    <a:pt x="567946" y="3840"/>
                  </a:lnTo>
                  <a:lnTo>
                    <a:pt x="574560" y="2512"/>
                  </a:lnTo>
                  <a:lnTo>
                    <a:pt x="586958" y="0"/>
                  </a:lnTo>
                  <a:lnTo>
                    <a:pt x="585274" y="2526"/>
                  </a:lnTo>
                  <a:lnTo>
                    <a:pt x="584634" y="7300"/>
                  </a:lnTo>
                  <a:lnTo>
                    <a:pt x="586163" y="13180"/>
                  </a:lnTo>
                  <a:lnTo>
                    <a:pt x="584435" y="18492"/>
                  </a:lnTo>
                  <a:lnTo>
                    <a:pt x="585463" y="20393"/>
                  </a:lnTo>
                  <a:lnTo>
                    <a:pt x="587697" y="24521"/>
                  </a:lnTo>
                  <a:lnTo>
                    <a:pt x="583309" y="25268"/>
                  </a:lnTo>
                  <a:lnTo>
                    <a:pt x="578772" y="25707"/>
                  </a:lnTo>
                  <a:lnTo>
                    <a:pt x="574390" y="30765"/>
                  </a:lnTo>
                  <a:lnTo>
                    <a:pt x="573932" y="32187"/>
                  </a:lnTo>
                  <a:lnTo>
                    <a:pt x="573223" y="34386"/>
                  </a:lnTo>
                  <a:lnTo>
                    <a:pt x="572077" y="37937"/>
                  </a:lnTo>
                  <a:lnTo>
                    <a:pt x="569115" y="47947"/>
                  </a:lnTo>
                  <a:lnTo>
                    <a:pt x="565806" y="50349"/>
                  </a:lnTo>
                  <a:lnTo>
                    <a:pt x="562643" y="51153"/>
                  </a:lnTo>
                  <a:lnTo>
                    <a:pt x="561153" y="48611"/>
                  </a:lnTo>
                  <a:lnTo>
                    <a:pt x="555893" y="47698"/>
                  </a:lnTo>
                  <a:lnTo>
                    <a:pt x="555358" y="48281"/>
                  </a:lnTo>
                  <a:lnTo>
                    <a:pt x="552656" y="51226"/>
                  </a:lnTo>
                  <a:lnTo>
                    <a:pt x="550343" y="51193"/>
                  </a:lnTo>
                  <a:lnTo>
                    <a:pt x="547244" y="53508"/>
                  </a:lnTo>
                  <a:lnTo>
                    <a:pt x="543440" y="57187"/>
                  </a:lnTo>
                  <a:lnTo>
                    <a:pt x="543096" y="58200"/>
                  </a:lnTo>
                  <a:lnTo>
                    <a:pt x="540904" y="64651"/>
                  </a:lnTo>
                  <a:lnTo>
                    <a:pt x="538296" y="67411"/>
                  </a:lnTo>
                  <a:lnTo>
                    <a:pt x="535299" y="70577"/>
                  </a:lnTo>
                  <a:lnTo>
                    <a:pt x="531276" y="69580"/>
                  </a:lnTo>
                  <a:lnTo>
                    <a:pt x="531489" y="64894"/>
                  </a:lnTo>
                  <a:lnTo>
                    <a:pt x="530597" y="64076"/>
                  </a:lnTo>
                  <a:lnTo>
                    <a:pt x="528612" y="62255"/>
                  </a:lnTo>
                  <a:lnTo>
                    <a:pt x="522624" y="67464"/>
                  </a:lnTo>
                  <a:lnTo>
                    <a:pt x="519271" y="70477"/>
                  </a:lnTo>
                  <a:lnTo>
                    <a:pt x="519371" y="74084"/>
                  </a:lnTo>
                  <a:lnTo>
                    <a:pt x="517838" y="76938"/>
                  </a:lnTo>
                  <a:lnTo>
                    <a:pt x="514354" y="75555"/>
                  </a:lnTo>
                  <a:lnTo>
                    <a:pt x="512278" y="77207"/>
                  </a:lnTo>
                  <a:lnTo>
                    <a:pt x="511218" y="78050"/>
                  </a:lnTo>
                  <a:lnTo>
                    <a:pt x="512826" y="82420"/>
                  </a:lnTo>
                  <a:lnTo>
                    <a:pt x="510965" y="87055"/>
                  </a:lnTo>
                  <a:lnTo>
                    <a:pt x="509445" y="90233"/>
                  </a:lnTo>
                  <a:lnTo>
                    <a:pt x="508832" y="91513"/>
                  </a:lnTo>
                  <a:lnTo>
                    <a:pt x="503860" y="92079"/>
                  </a:lnTo>
                  <a:lnTo>
                    <a:pt x="500653" y="93782"/>
                  </a:lnTo>
                  <a:lnTo>
                    <a:pt x="496367" y="95799"/>
                  </a:lnTo>
                  <a:lnTo>
                    <a:pt x="494407" y="99599"/>
                  </a:lnTo>
                  <a:lnTo>
                    <a:pt x="490530" y="101317"/>
                  </a:lnTo>
                  <a:lnTo>
                    <a:pt x="490120" y="102481"/>
                  </a:lnTo>
                  <a:lnTo>
                    <a:pt x="488573" y="106864"/>
                  </a:lnTo>
                  <a:lnTo>
                    <a:pt x="485026" y="107335"/>
                  </a:lnTo>
                  <a:lnTo>
                    <a:pt x="480603" y="112647"/>
                  </a:lnTo>
                  <a:lnTo>
                    <a:pt x="478573" y="113796"/>
                  </a:lnTo>
                  <a:lnTo>
                    <a:pt x="475983" y="117896"/>
                  </a:lnTo>
                  <a:lnTo>
                    <a:pt x="469652" y="118798"/>
                  </a:lnTo>
                  <a:lnTo>
                    <a:pt x="465053" y="119588"/>
                  </a:lnTo>
                  <a:lnTo>
                    <a:pt x="464378" y="119767"/>
                  </a:lnTo>
                  <a:lnTo>
                    <a:pt x="456838" y="121760"/>
                  </a:lnTo>
                  <a:lnTo>
                    <a:pt x="452111" y="126526"/>
                  </a:lnTo>
                  <a:lnTo>
                    <a:pt x="448012" y="131413"/>
                  </a:lnTo>
                  <a:lnTo>
                    <a:pt x="445660" y="133086"/>
                  </a:lnTo>
                  <a:lnTo>
                    <a:pt x="445293" y="133348"/>
                  </a:lnTo>
                  <a:lnTo>
                    <a:pt x="444372" y="134002"/>
                  </a:lnTo>
                  <a:lnTo>
                    <a:pt x="441638" y="138575"/>
                  </a:lnTo>
                  <a:lnTo>
                    <a:pt x="443175" y="141480"/>
                  </a:lnTo>
                  <a:lnTo>
                    <a:pt x="441381" y="143912"/>
                  </a:lnTo>
                  <a:lnTo>
                    <a:pt x="443197" y="148270"/>
                  </a:lnTo>
                  <a:lnTo>
                    <a:pt x="442858" y="148663"/>
                  </a:lnTo>
                  <a:lnTo>
                    <a:pt x="438711" y="153466"/>
                  </a:lnTo>
                  <a:lnTo>
                    <a:pt x="433103" y="155138"/>
                  </a:lnTo>
                  <a:lnTo>
                    <a:pt x="429495" y="153283"/>
                  </a:lnTo>
                  <a:lnTo>
                    <a:pt x="425930" y="157763"/>
                  </a:lnTo>
                  <a:lnTo>
                    <a:pt x="426000" y="159612"/>
                  </a:lnTo>
                  <a:lnTo>
                    <a:pt x="426710" y="178920"/>
                  </a:lnTo>
                  <a:lnTo>
                    <a:pt x="413469" y="181436"/>
                  </a:lnTo>
                  <a:lnTo>
                    <a:pt x="405505" y="182887"/>
                  </a:lnTo>
                  <a:lnTo>
                    <a:pt x="398007" y="184297"/>
                  </a:lnTo>
                  <a:lnTo>
                    <a:pt x="394580" y="184932"/>
                  </a:lnTo>
                  <a:lnTo>
                    <a:pt x="392127" y="185386"/>
                  </a:lnTo>
                  <a:lnTo>
                    <a:pt x="388526" y="186050"/>
                  </a:lnTo>
                  <a:lnTo>
                    <a:pt x="380338" y="187584"/>
                  </a:lnTo>
                  <a:lnTo>
                    <a:pt x="380134" y="187623"/>
                  </a:lnTo>
                  <a:lnTo>
                    <a:pt x="375508" y="188484"/>
                  </a:lnTo>
                  <a:lnTo>
                    <a:pt x="359943" y="191420"/>
                  </a:lnTo>
                  <a:lnTo>
                    <a:pt x="359057" y="191586"/>
                  </a:lnTo>
                  <a:lnTo>
                    <a:pt x="352953" y="192804"/>
                  </a:lnTo>
                  <a:lnTo>
                    <a:pt x="351465" y="193100"/>
                  </a:lnTo>
                  <a:lnTo>
                    <a:pt x="345114" y="194149"/>
                  </a:lnTo>
                  <a:lnTo>
                    <a:pt x="335814" y="195673"/>
                  </a:lnTo>
                  <a:lnTo>
                    <a:pt x="316759" y="198715"/>
                  </a:lnTo>
                  <a:lnTo>
                    <a:pt x="285560" y="203560"/>
                  </a:lnTo>
                  <a:lnTo>
                    <a:pt x="285028" y="203649"/>
                  </a:lnTo>
                  <a:lnTo>
                    <a:pt x="274433" y="205409"/>
                  </a:lnTo>
                  <a:lnTo>
                    <a:pt x="251941" y="208900"/>
                  </a:lnTo>
                  <a:lnTo>
                    <a:pt x="248183" y="209415"/>
                  </a:lnTo>
                  <a:lnTo>
                    <a:pt x="221437" y="213011"/>
                  </a:lnTo>
                  <a:lnTo>
                    <a:pt x="221013" y="213067"/>
                  </a:lnTo>
                  <a:lnTo>
                    <a:pt x="220487" y="213140"/>
                  </a:lnTo>
                  <a:lnTo>
                    <a:pt x="206146" y="215113"/>
                  </a:lnTo>
                  <a:lnTo>
                    <a:pt x="193205" y="216862"/>
                  </a:lnTo>
                  <a:lnTo>
                    <a:pt x="191853" y="217044"/>
                  </a:lnTo>
                  <a:lnTo>
                    <a:pt x="175650" y="219246"/>
                  </a:lnTo>
                  <a:lnTo>
                    <a:pt x="166155" y="220593"/>
                  </a:lnTo>
                  <a:lnTo>
                    <a:pt x="165076" y="220745"/>
                  </a:lnTo>
                  <a:lnTo>
                    <a:pt x="150568" y="222620"/>
                  </a:lnTo>
                  <a:lnTo>
                    <a:pt x="150912" y="223669"/>
                  </a:lnTo>
                  <a:lnTo>
                    <a:pt x="146769" y="224266"/>
                  </a:lnTo>
                  <a:lnTo>
                    <a:pt x="139237" y="225292"/>
                  </a:lnTo>
                  <a:lnTo>
                    <a:pt x="138025" y="225456"/>
                  </a:lnTo>
                  <a:lnTo>
                    <a:pt x="131637" y="226316"/>
                  </a:lnTo>
                  <a:lnTo>
                    <a:pt x="109010" y="229453"/>
                  </a:lnTo>
                  <a:lnTo>
                    <a:pt x="106405" y="229805"/>
                  </a:lnTo>
                  <a:lnTo>
                    <a:pt x="92530" y="231658"/>
                  </a:lnTo>
                  <a:lnTo>
                    <a:pt x="91857" y="231747"/>
                  </a:lnTo>
                  <a:lnTo>
                    <a:pt x="79577" y="233384"/>
                  </a:lnTo>
                  <a:lnTo>
                    <a:pt x="68534" y="234835"/>
                  </a:lnTo>
                  <a:lnTo>
                    <a:pt x="62648" y="235599"/>
                  </a:lnTo>
                  <a:lnTo>
                    <a:pt x="47676" y="237435"/>
                  </a:lnTo>
                  <a:lnTo>
                    <a:pt x="43195" y="237977"/>
                  </a:lnTo>
                  <a:lnTo>
                    <a:pt x="41926" y="238130"/>
                  </a:lnTo>
                  <a:lnTo>
                    <a:pt x="36850" y="238739"/>
                  </a:lnTo>
                  <a:lnTo>
                    <a:pt x="0" y="2429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68389" y="4242390"/>
              <a:ext cx="988727" cy="930589"/>
            </a:xfrm>
            <a:custGeom>
              <a:avLst/>
              <a:pathLst>
                <a:path w="988727" h="930589">
                  <a:moveTo>
                    <a:pt x="1181" y="385996"/>
                  </a:moveTo>
                  <a:lnTo>
                    <a:pt x="1021" y="380969"/>
                  </a:lnTo>
                  <a:lnTo>
                    <a:pt x="2063" y="378487"/>
                  </a:lnTo>
                  <a:lnTo>
                    <a:pt x="9875" y="379058"/>
                  </a:lnTo>
                  <a:lnTo>
                    <a:pt x="20104" y="379790"/>
                  </a:lnTo>
                  <a:lnTo>
                    <a:pt x="33300" y="380712"/>
                  </a:lnTo>
                  <a:lnTo>
                    <a:pt x="48460" y="381774"/>
                  </a:lnTo>
                  <a:lnTo>
                    <a:pt x="66968" y="383023"/>
                  </a:lnTo>
                  <a:lnTo>
                    <a:pt x="111594" y="386010"/>
                  </a:lnTo>
                  <a:lnTo>
                    <a:pt x="129231" y="387048"/>
                  </a:lnTo>
                  <a:lnTo>
                    <a:pt x="134518" y="387350"/>
                  </a:lnTo>
                  <a:lnTo>
                    <a:pt x="149807" y="388198"/>
                  </a:lnTo>
                  <a:lnTo>
                    <a:pt x="196163" y="390577"/>
                  </a:lnTo>
                  <a:lnTo>
                    <a:pt x="199482" y="390730"/>
                  </a:lnTo>
                  <a:lnTo>
                    <a:pt x="218761" y="391583"/>
                  </a:lnTo>
                  <a:lnTo>
                    <a:pt x="248463" y="392785"/>
                  </a:lnTo>
                  <a:lnTo>
                    <a:pt x="268105" y="393503"/>
                  </a:lnTo>
                  <a:lnTo>
                    <a:pt x="268342" y="385949"/>
                  </a:lnTo>
                  <a:lnTo>
                    <a:pt x="268500" y="380890"/>
                  </a:lnTo>
                  <a:lnTo>
                    <a:pt x="269518" y="347954"/>
                  </a:lnTo>
                  <a:lnTo>
                    <a:pt x="269695" y="342208"/>
                  </a:lnTo>
                  <a:lnTo>
                    <a:pt x="270074" y="330070"/>
                  </a:lnTo>
                  <a:lnTo>
                    <a:pt x="270409" y="319376"/>
                  </a:lnTo>
                  <a:lnTo>
                    <a:pt x="270819" y="309792"/>
                  </a:lnTo>
                  <a:lnTo>
                    <a:pt x="271792" y="287072"/>
                  </a:lnTo>
                  <a:lnTo>
                    <a:pt x="272531" y="272295"/>
                  </a:lnTo>
                  <a:lnTo>
                    <a:pt x="273326" y="256381"/>
                  </a:lnTo>
                  <a:lnTo>
                    <a:pt x="274424" y="234182"/>
                  </a:lnTo>
                  <a:lnTo>
                    <a:pt x="275420" y="211919"/>
                  </a:lnTo>
                  <a:lnTo>
                    <a:pt x="276026" y="192391"/>
                  </a:lnTo>
                  <a:lnTo>
                    <a:pt x="276053" y="191508"/>
                  </a:lnTo>
                  <a:lnTo>
                    <a:pt x="276235" y="185664"/>
                  </a:lnTo>
                  <a:lnTo>
                    <a:pt x="276979" y="164650"/>
                  </a:lnTo>
                  <a:lnTo>
                    <a:pt x="277364" y="153488"/>
                  </a:lnTo>
                  <a:lnTo>
                    <a:pt x="277955" y="135394"/>
                  </a:lnTo>
                  <a:lnTo>
                    <a:pt x="278501" y="118713"/>
                  </a:lnTo>
                  <a:lnTo>
                    <a:pt x="278618" y="115350"/>
                  </a:lnTo>
                  <a:lnTo>
                    <a:pt x="279957" y="76893"/>
                  </a:lnTo>
                  <a:lnTo>
                    <a:pt x="280308" y="66654"/>
                  </a:lnTo>
                  <a:lnTo>
                    <a:pt x="281260" y="39000"/>
                  </a:lnTo>
                  <a:lnTo>
                    <a:pt x="282478" y="0"/>
                  </a:lnTo>
                  <a:lnTo>
                    <a:pt x="285273" y="104"/>
                  </a:lnTo>
                  <a:lnTo>
                    <a:pt x="344739" y="1936"/>
                  </a:lnTo>
                  <a:lnTo>
                    <a:pt x="353953" y="2188"/>
                  </a:lnTo>
                  <a:lnTo>
                    <a:pt x="368524" y="2558"/>
                  </a:lnTo>
                  <a:lnTo>
                    <a:pt x="382875" y="2864"/>
                  </a:lnTo>
                  <a:lnTo>
                    <a:pt x="421034" y="3503"/>
                  </a:lnTo>
                  <a:lnTo>
                    <a:pt x="430313" y="3590"/>
                  </a:lnTo>
                  <a:lnTo>
                    <a:pt x="435270" y="3631"/>
                  </a:lnTo>
                  <a:lnTo>
                    <a:pt x="455922" y="3831"/>
                  </a:lnTo>
                  <a:lnTo>
                    <a:pt x="459214" y="3850"/>
                  </a:lnTo>
                  <a:lnTo>
                    <a:pt x="475870" y="3919"/>
                  </a:lnTo>
                  <a:lnTo>
                    <a:pt x="497635" y="3958"/>
                  </a:lnTo>
                  <a:lnTo>
                    <a:pt x="497873" y="3958"/>
                  </a:lnTo>
                  <a:lnTo>
                    <a:pt x="497873" y="42868"/>
                  </a:lnTo>
                  <a:lnTo>
                    <a:pt x="497873" y="58151"/>
                  </a:lnTo>
                  <a:lnTo>
                    <a:pt x="497873" y="81112"/>
                  </a:lnTo>
                  <a:lnTo>
                    <a:pt x="497873" y="98344"/>
                  </a:lnTo>
                  <a:lnTo>
                    <a:pt x="497874" y="119331"/>
                  </a:lnTo>
                  <a:lnTo>
                    <a:pt x="497874" y="132708"/>
                  </a:lnTo>
                  <a:lnTo>
                    <a:pt x="497874" y="157532"/>
                  </a:lnTo>
                  <a:lnTo>
                    <a:pt x="497874" y="173799"/>
                  </a:lnTo>
                  <a:lnTo>
                    <a:pt x="498074" y="173744"/>
                  </a:lnTo>
                  <a:lnTo>
                    <a:pt x="503036" y="172378"/>
                  </a:lnTo>
                  <a:lnTo>
                    <a:pt x="509387" y="178477"/>
                  </a:lnTo>
                  <a:lnTo>
                    <a:pt x="511127" y="180144"/>
                  </a:lnTo>
                  <a:lnTo>
                    <a:pt x="515016" y="184736"/>
                  </a:lnTo>
                  <a:lnTo>
                    <a:pt x="520011" y="189466"/>
                  </a:lnTo>
                  <a:lnTo>
                    <a:pt x="527038" y="189992"/>
                  </a:lnTo>
                  <a:lnTo>
                    <a:pt x="528157" y="187100"/>
                  </a:lnTo>
                  <a:lnTo>
                    <a:pt x="536133" y="188001"/>
                  </a:lnTo>
                  <a:lnTo>
                    <a:pt x="536428" y="188034"/>
                  </a:lnTo>
                  <a:lnTo>
                    <a:pt x="540117" y="189411"/>
                  </a:lnTo>
                  <a:lnTo>
                    <a:pt x="541938" y="184005"/>
                  </a:lnTo>
                  <a:lnTo>
                    <a:pt x="545183" y="184420"/>
                  </a:lnTo>
                  <a:lnTo>
                    <a:pt x="550681" y="188793"/>
                  </a:lnTo>
                  <a:lnTo>
                    <a:pt x="554639" y="194116"/>
                  </a:lnTo>
                  <a:lnTo>
                    <a:pt x="555376" y="195107"/>
                  </a:lnTo>
                  <a:lnTo>
                    <a:pt x="557062" y="203812"/>
                  </a:lnTo>
                  <a:lnTo>
                    <a:pt x="561296" y="204204"/>
                  </a:lnTo>
                  <a:lnTo>
                    <a:pt x="566613" y="204856"/>
                  </a:lnTo>
                  <a:lnTo>
                    <a:pt x="570686" y="204151"/>
                  </a:lnTo>
                  <a:lnTo>
                    <a:pt x="574383" y="204466"/>
                  </a:lnTo>
                  <a:lnTo>
                    <a:pt x="575267" y="204541"/>
                  </a:lnTo>
                  <a:lnTo>
                    <a:pt x="580276" y="208260"/>
                  </a:lnTo>
                  <a:lnTo>
                    <a:pt x="585059" y="208593"/>
                  </a:lnTo>
                  <a:lnTo>
                    <a:pt x="590170" y="210699"/>
                  </a:lnTo>
                  <a:lnTo>
                    <a:pt x="593613" y="210457"/>
                  </a:lnTo>
                  <a:lnTo>
                    <a:pt x="596642" y="207672"/>
                  </a:lnTo>
                  <a:lnTo>
                    <a:pt x="599418" y="208351"/>
                  </a:lnTo>
                  <a:lnTo>
                    <a:pt x="601843" y="208942"/>
                  </a:lnTo>
                  <a:lnTo>
                    <a:pt x="605491" y="213605"/>
                  </a:lnTo>
                  <a:lnTo>
                    <a:pt x="609418" y="216222"/>
                  </a:lnTo>
                  <a:lnTo>
                    <a:pt x="613160" y="214606"/>
                  </a:lnTo>
                  <a:lnTo>
                    <a:pt x="613821" y="214321"/>
                  </a:lnTo>
                  <a:lnTo>
                    <a:pt x="614925" y="210504"/>
                  </a:lnTo>
                  <a:lnTo>
                    <a:pt x="617396" y="207949"/>
                  </a:lnTo>
                  <a:lnTo>
                    <a:pt x="620719" y="208820"/>
                  </a:lnTo>
                  <a:lnTo>
                    <a:pt x="627577" y="210359"/>
                  </a:lnTo>
                  <a:lnTo>
                    <a:pt x="631702" y="211415"/>
                  </a:lnTo>
                  <a:lnTo>
                    <a:pt x="633894" y="209002"/>
                  </a:lnTo>
                  <a:lnTo>
                    <a:pt x="634975" y="207811"/>
                  </a:lnTo>
                  <a:lnTo>
                    <a:pt x="636819" y="212167"/>
                  </a:lnTo>
                  <a:lnTo>
                    <a:pt x="636934" y="217035"/>
                  </a:lnTo>
                  <a:lnTo>
                    <a:pt x="638205" y="221052"/>
                  </a:lnTo>
                  <a:lnTo>
                    <a:pt x="643863" y="221486"/>
                  </a:lnTo>
                  <a:lnTo>
                    <a:pt x="648123" y="221815"/>
                  </a:lnTo>
                  <a:lnTo>
                    <a:pt x="647801" y="227658"/>
                  </a:lnTo>
                  <a:lnTo>
                    <a:pt x="647995" y="230553"/>
                  </a:lnTo>
                  <a:lnTo>
                    <a:pt x="648069" y="231672"/>
                  </a:lnTo>
                  <a:lnTo>
                    <a:pt x="654388" y="234057"/>
                  </a:lnTo>
                  <a:lnTo>
                    <a:pt x="658892" y="231247"/>
                  </a:lnTo>
                  <a:lnTo>
                    <a:pt x="661996" y="227227"/>
                  </a:lnTo>
                  <a:lnTo>
                    <a:pt x="668303" y="221268"/>
                  </a:lnTo>
                  <a:lnTo>
                    <a:pt x="672940" y="223176"/>
                  </a:lnTo>
                  <a:lnTo>
                    <a:pt x="673989" y="227171"/>
                  </a:lnTo>
                  <a:lnTo>
                    <a:pt x="676598" y="229114"/>
                  </a:lnTo>
                  <a:lnTo>
                    <a:pt x="676820" y="229279"/>
                  </a:lnTo>
                  <a:lnTo>
                    <a:pt x="682030" y="227386"/>
                  </a:lnTo>
                  <a:lnTo>
                    <a:pt x="682210" y="227653"/>
                  </a:lnTo>
                  <a:lnTo>
                    <a:pt x="684704" y="231338"/>
                  </a:lnTo>
                  <a:lnTo>
                    <a:pt x="685348" y="235446"/>
                  </a:lnTo>
                  <a:lnTo>
                    <a:pt x="690582" y="235665"/>
                  </a:lnTo>
                  <a:lnTo>
                    <a:pt x="694480" y="231547"/>
                  </a:lnTo>
                  <a:lnTo>
                    <a:pt x="699671" y="228298"/>
                  </a:lnTo>
                  <a:lnTo>
                    <a:pt x="702567" y="226984"/>
                  </a:lnTo>
                  <a:lnTo>
                    <a:pt x="705635" y="232744"/>
                  </a:lnTo>
                  <a:lnTo>
                    <a:pt x="702872" y="236116"/>
                  </a:lnTo>
                  <a:lnTo>
                    <a:pt x="707227" y="243661"/>
                  </a:lnTo>
                  <a:lnTo>
                    <a:pt x="711472" y="242367"/>
                  </a:lnTo>
                  <a:lnTo>
                    <a:pt x="711604" y="238951"/>
                  </a:lnTo>
                  <a:lnTo>
                    <a:pt x="712180" y="235547"/>
                  </a:lnTo>
                  <a:lnTo>
                    <a:pt x="713731" y="231731"/>
                  </a:lnTo>
                  <a:lnTo>
                    <a:pt x="718795" y="228860"/>
                  </a:lnTo>
                  <a:lnTo>
                    <a:pt x="718473" y="226075"/>
                  </a:lnTo>
                  <a:lnTo>
                    <a:pt x="721067" y="223696"/>
                  </a:lnTo>
                  <a:lnTo>
                    <a:pt x="721629" y="223638"/>
                  </a:lnTo>
                  <a:lnTo>
                    <a:pt x="722379" y="223561"/>
                  </a:lnTo>
                  <a:lnTo>
                    <a:pt x="724503" y="223341"/>
                  </a:lnTo>
                  <a:lnTo>
                    <a:pt x="725220" y="227190"/>
                  </a:lnTo>
                  <a:lnTo>
                    <a:pt x="728794" y="231939"/>
                  </a:lnTo>
                  <a:lnTo>
                    <a:pt x="732856" y="229890"/>
                  </a:lnTo>
                  <a:lnTo>
                    <a:pt x="734219" y="232194"/>
                  </a:lnTo>
                  <a:lnTo>
                    <a:pt x="738965" y="232918"/>
                  </a:lnTo>
                  <a:lnTo>
                    <a:pt x="741049" y="228897"/>
                  </a:lnTo>
                  <a:lnTo>
                    <a:pt x="742552" y="225334"/>
                  </a:lnTo>
                  <a:lnTo>
                    <a:pt x="747432" y="228086"/>
                  </a:lnTo>
                  <a:lnTo>
                    <a:pt x="747773" y="228279"/>
                  </a:lnTo>
                  <a:lnTo>
                    <a:pt x="747723" y="232637"/>
                  </a:lnTo>
                  <a:lnTo>
                    <a:pt x="749225" y="233611"/>
                  </a:lnTo>
                  <a:lnTo>
                    <a:pt x="752825" y="233551"/>
                  </a:lnTo>
                  <a:lnTo>
                    <a:pt x="754550" y="237390"/>
                  </a:lnTo>
                  <a:lnTo>
                    <a:pt x="759355" y="236614"/>
                  </a:lnTo>
                  <a:lnTo>
                    <a:pt x="761883" y="239464"/>
                  </a:lnTo>
                  <a:lnTo>
                    <a:pt x="763734" y="242078"/>
                  </a:lnTo>
                  <a:lnTo>
                    <a:pt x="765018" y="243890"/>
                  </a:lnTo>
                  <a:lnTo>
                    <a:pt x="768971" y="240148"/>
                  </a:lnTo>
                  <a:lnTo>
                    <a:pt x="771061" y="237016"/>
                  </a:lnTo>
                  <a:lnTo>
                    <a:pt x="774674" y="238758"/>
                  </a:lnTo>
                  <a:lnTo>
                    <a:pt x="778595" y="233983"/>
                  </a:lnTo>
                  <a:lnTo>
                    <a:pt x="780052" y="231168"/>
                  </a:lnTo>
                  <a:lnTo>
                    <a:pt x="786442" y="230037"/>
                  </a:lnTo>
                  <a:lnTo>
                    <a:pt x="795735" y="226659"/>
                  </a:lnTo>
                  <a:lnTo>
                    <a:pt x="799279" y="227474"/>
                  </a:lnTo>
                  <a:lnTo>
                    <a:pt x="802412" y="227622"/>
                  </a:lnTo>
                  <a:lnTo>
                    <a:pt x="804197" y="227706"/>
                  </a:lnTo>
                  <a:lnTo>
                    <a:pt x="806410" y="226373"/>
                  </a:lnTo>
                  <a:lnTo>
                    <a:pt x="810133" y="224127"/>
                  </a:lnTo>
                  <a:lnTo>
                    <a:pt x="815035" y="223014"/>
                  </a:lnTo>
                  <a:lnTo>
                    <a:pt x="819801" y="220898"/>
                  </a:lnTo>
                  <a:lnTo>
                    <a:pt x="823220" y="220736"/>
                  </a:lnTo>
                  <a:lnTo>
                    <a:pt x="825702" y="224245"/>
                  </a:lnTo>
                  <a:lnTo>
                    <a:pt x="831476" y="225396"/>
                  </a:lnTo>
                  <a:lnTo>
                    <a:pt x="838435" y="225113"/>
                  </a:lnTo>
                  <a:lnTo>
                    <a:pt x="841474" y="224415"/>
                  </a:lnTo>
                  <a:lnTo>
                    <a:pt x="843433" y="223965"/>
                  </a:lnTo>
                  <a:lnTo>
                    <a:pt x="845388" y="219302"/>
                  </a:lnTo>
                  <a:lnTo>
                    <a:pt x="847237" y="216373"/>
                  </a:lnTo>
                  <a:lnTo>
                    <a:pt x="852493" y="218132"/>
                  </a:lnTo>
                  <a:lnTo>
                    <a:pt x="852974" y="218293"/>
                  </a:lnTo>
                  <a:lnTo>
                    <a:pt x="857098" y="220819"/>
                  </a:lnTo>
                  <a:lnTo>
                    <a:pt x="860832" y="224306"/>
                  </a:lnTo>
                  <a:lnTo>
                    <a:pt x="865630" y="224926"/>
                  </a:lnTo>
                  <a:lnTo>
                    <a:pt x="868904" y="228394"/>
                  </a:lnTo>
                  <a:lnTo>
                    <a:pt x="871794" y="231221"/>
                  </a:lnTo>
                  <a:lnTo>
                    <a:pt x="876410" y="234173"/>
                  </a:lnTo>
                  <a:lnTo>
                    <a:pt x="881899" y="233084"/>
                  </a:lnTo>
                  <a:lnTo>
                    <a:pt x="884537" y="235306"/>
                  </a:lnTo>
                  <a:lnTo>
                    <a:pt x="885854" y="236413"/>
                  </a:lnTo>
                  <a:lnTo>
                    <a:pt x="892197" y="238985"/>
                  </a:lnTo>
                  <a:lnTo>
                    <a:pt x="896446" y="239023"/>
                  </a:lnTo>
                  <a:lnTo>
                    <a:pt x="899909" y="243014"/>
                  </a:lnTo>
                  <a:lnTo>
                    <a:pt x="902986" y="241410"/>
                  </a:lnTo>
                  <a:lnTo>
                    <a:pt x="908196" y="246388"/>
                  </a:lnTo>
                  <a:lnTo>
                    <a:pt x="910532" y="247260"/>
                  </a:lnTo>
                  <a:lnTo>
                    <a:pt x="913066" y="247887"/>
                  </a:lnTo>
                  <a:lnTo>
                    <a:pt x="914166" y="246882"/>
                  </a:lnTo>
                  <a:lnTo>
                    <a:pt x="916725" y="246939"/>
                  </a:lnTo>
                  <a:lnTo>
                    <a:pt x="921421" y="245550"/>
                  </a:lnTo>
                  <a:lnTo>
                    <a:pt x="923307" y="245956"/>
                  </a:lnTo>
                  <a:lnTo>
                    <a:pt x="925409" y="243920"/>
                  </a:lnTo>
                  <a:lnTo>
                    <a:pt x="928448" y="244982"/>
                  </a:lnTo>
                  <a:lnTo>
                    <a:pt x="933640" y="245104"/>
                  </a:lnTo>
                  <a:lnTo>
                    <a:pt x="935899" y="246771"/>
                  </a:lnTo>
                  <a:lnTo>
                    <a:pt x="936561" y="256863"/>
                  </a:lnTo>
                  <a:lnTo>
                    <a:pt x="937129" y="266060"/>
                  </a:lnTo>
                  <a:lnTo>
                    <a:pt x="937460" y="271233"/>
                  </a:lnTo>
                  <a:lnTo>
                    <a:pt x="938079" y="280918"/>
                  </a:lnTo>
                  <a:lnTo>
                    <a:pt x="938825" y="293234"/>
                  </a:lnTo>
                  <a:lnTo>
                    <a:pt x="939568" y="305291"/>
                  </a:lnTo>
                  <a:lnTo>
                    <a:pt x="940018" y="312588"/>
                  </a:lnTo>
                  <a:lnTo>
                    <a:pt x="940578" y="321703"/>
                  </a:lnTo>
                  <a:lnTo>
                    <a:pt x="941268" y="332939"/>
                  </a:lnTo>
                  <a:lnTo>
                    <a:pt x="942212" y="347942"/>
                  </a:lnTo>
                  <a:lnTo>
                    <a:pt x="942369" y="350447"/>
                  </a:lnTo>
                  <a:lnTo>
                    <a:pt x="943267" y="365058"/>
                  </a:lnTo>
                  <a:lnTo>
                    <a:pt x="943578" y="370126"/>
                  </a:lnTo>
                  <a:lnTo>
                    <a:pt x="944417" y="382816"/>
                  </a:lnTo>
                  <a:lnTo>
                    <a:pt x="945412" y="383860"/>
                  </a:lnTo>
                  <a:lnTo>
                    <a:pt x="949586" y="388233"/>
                  </a:lnTo>
                  <a:lnTo>
                    <a:pt x="954848" y="390775"/>
                  </a:lnTo>
                  <a:lnTo>
                    <a:pt x="957459" y="394869"/>
                  </a:lnTo>
                  <a:lnTo>
                    <a:pt x="959534" y="398120"/>
                  </a:lnTo>
                  <a:lnTo>
                    <a:pt x="963856" y="406985"/>
                  </a:lnTo>
                  <a:lnTo>
                    <a:pt x="963278" y="413872"/>
                  </a:lnTo>
                  <a:lnTo>
                    <a:pt x="962118" y="417134"/>
                  </a:lnTo>
                  <a:lnTo>
                    <a:pt x="965991" y="422009"/>
                  </a:lnTo>
                  <a:lnTo>
                    <a:pt x="970764" y="423698"/>
                  </a:lnTo>
                  <a:lnTo>
                    <a:pt x="969188" y="426912"/>
                  </a:lnTo>
                  <a:lnTo>
                    <a:pt x="973315" y="430138"/>
                  </a:lnTo>
                  <a:lnTo>
                    <a:pt x="975831" y="434620"/>
                  </a:lnTo>
                  <a:lnTo>
                    <a:pt x="975695" y="441114"/>
                  </a:lnTo>
                  <a:lnTo>
                    <a:pt x="980565" y="444401"/>
                  </a:lnTo>
                  <a:lnTo>
                    <a:pt x="981865" y="451031"/>
                  </a:lnTo>
                  <a:lnTo>
                    <a:pt x="982003" y="451014"/>
                  </a:lnTo>
                  <a:lnTo>
                    <a:pt x="985622" y="450551"/>
                  </a:lnTo>
                  <a:lnTo>
                    <a:pt x="986930" y="450383"/>
                  </a:lnTo>
                  <a:lnTo>
                    <a:pt x="986862" y="455356"/>
                  </a:lnTo>
                  <a:lnTo>
                    <a:pt x="987985" y="462029"/>
                  </a:lnTo>
                  <a:lnTo>
                    <a:pt x="987602" y="465837"/>
                  </a:lnTo>
                  <a:lnTo>
                    <a:pt x="987056" y="469500"/>
                  </a:lnTo>
                  <a:lnTo>
                    <a:pt x="988727" y="473102"/>
                  </a:lnTo>
                  <a:lnTo>
                    <a:pt x="987203" y="477335"/>
                  </a:lnTo>
                  <a:lnTo>
                    <a:pt x="986943" y="478059"/>
                  </a:lnTo>
                  <a:lnTo>
                    <a:pt x="986507" y="483907"/>
                  </a:lnTo>
                  <a:lnTo>
                    <a:pt x="983199" y="489796"/>
                  </a:lnTo>
                  <a:lnTo>
                    <a:pt x="982597" y="494962"/>
                  </a:lnTo>
                  <a:lnTo>
                    <a:pt x="978706" y="500037"/>
                  </a:lnTo>
                  <a:lnTo>
                    <a:pt x="978946" y="502873"/>
                  </a:lnTo>
                  <a:lnTo>
                    <a:pt x="975797" y="507279"/>
                  </a:lnTo>
                  <a:lnTo>
                    <a:pt x="977458" y="510520"/>
                  </a:lnTo>
                  <a:lnTo>
                    <a:pt x="978443" y="517135"/>
                  </a:lnTo>
                  <a:lnTo>
                    <a:pt x="975888" y="519717"/>
                  </a:lnTo>
                  <a:lnTo>
                    <a:pt x="975373" y="520238"/>
                  </a:lnTo>
                  <a:lnTo>
                    <a:pt x="974594" y="526162"/>
                  </a:lnTo>
                  <a:lnTo>
                    <a:pt x="978941" y="530604"/>
                  </a:lnTo>
                  <a:lnTo>
                    <a:pt x="978818" y="533371"/>
                  </a:lnTo>
                  <a:lnTo>
                    <a:pt x="978744" y="535013"/>
                  </a:lnTo>
                  <a:lnTo>
                    <a:pt x="979756" y="539426"/>
                  </a:lnTo>
                  <a:lnTo>
                    <a:pt x="980190" y="544747"/>
                  </a:lnTo>
                  <a:lnTo>
                    <a:pt x="980393" y="549840"/>
                  </a:lnTo>
                  <a:lnTo>
                    <a:pt x="980232" y="550025"/>
                  </a:lnTo>
                  <a:lnTo>
                    <a:pt x="977730" y="552894"/>
                  </a:lnTo>
                  <a:lnTo>
                    <a:pt x="972982" y="559094"/>
                  </a:lnTo>
                  <a:lnTo>
                    <a:pt x="971574" y="564455"/>
                  </a:lnTo>
                  <a:lnTo>
                    <a:pt x="970011" y="566512"/>
                  </a:lnTo>
                  <a:lnTo>
                    <a:pt x="968575" y="568400"/>
                  </a:lnTo>
                  <a:lnTo>
                    <a:pt x="964478" y="572944"/>
                  </a:lnTo>
                  <a:lnTo>
                    <a:pt x="967639" y="576328"/>
                  </a:lnTo>
                  <a:lnTo>
                    <a:pt x="969956" y="579451"/>
                  </a:lnTo>
                  <a:lnTo>
                    <a:pt x="972070" y="582222"/>
                  </a:lnTo>
                  <a:lnTo>
                    <a:pt x="970340" y="583360"/>
                  </a:lnTo>
                  <a:lnTo>
                    <a:pt x="962598" y="583624"/>
                  </a:lnTo>
                  <a:lnTo>
                    <a:pt x="955385" y="585088"/>
                  </a:lnTo>
                  <a:lnTo>
                    <a:pt x="947488" y="588645"/>
                  </a:lnTo>
                  <a:lnTo>
                    <a:pt x="933044" y="596106"/>
                  </a:lnTo>
                  <a:lnTo>
                    <a:pt x="931791" y="596751"/>
                  </a:lnTo>
                  <a:lnTo>
                    <a:pt x="922024" y="601767"/>
                  </a:lnTo>
                  <a:lnTo>
                    <a:pt x="914955" y="605482"/>
                  </a:lnTo>
                  <a:lnTo>
                    <a:pt x="909305" y="609071"/>
                  </a:lnTo>
                  <a:lnTo>
                    <a:pt x="904907" y="614719"/>
                  </a:lnTo>
                  <a:lnTo>
                    <a:pt x="905733" y="617958"/>
                  </a:lnTo>
                  <a:lnTo>
                    <a:pt x="899701" y="622877"/>
                  </a:lnTo>
                  <a:lnTo>
                    <a:pt x="883072" y="635293"/>
                  </a:lnTo>
                  <a:lnTo>
                    <a:pt x="876502" y="641990"/>
                  </a:lnTo>
                  <a:lnTo>
                    <a:pt x="875755" y="642749"/>
                  </a:lnTo>
                  <a:lnTo>
                    <a:pt x="870806" y="646882"/>
                  </a:lnTo>
                  <a:lnTo>
                    <a:pt x="862969" y="655071"/>
                  </a:lnTo>
                  <a:lnTo>
                    <a:pt x="856624" y="661314"/>
                  </a:lnTo>
                  <a:lnTo>
                    <a:pt x="852213" y="662186"/>
                  </a:lnTo>
                  <a:lnTo>
                    <a:pt x="847109" y="665439"/>
                  </a:lnTo>
                  <a:lnTo>
                    <a:pt x="840915" y="669378"/>
                  </a:lnTo>
                  <a:lnTo>
                    <a:pt x="833691" y="674021"/>
                  </a:lnTo>
                  <a:lnTo>
                    <a:pt x="823953" y="680516"/>
                  </a:lnTo>
                  <a:lnTo>
                    <a:pt x="809572" y="687872"/>
                  </a:lnTo>
                  <a:lnTo>
                    <a:pt x="794761" y="696026"/>
                  </a:lnTo>
                  <a:lnTo>
                    <a:pt x="784526" y="703304"/>
                  </a:lnTo>
                  <a:lnTo>
                    <a:pt x="780749" y="706404"/>
                  </a:lnTo>
                  <a:lnTo>
                    <a:pt x="779849" y="707142"/>
                  </a:lnTo>
                  <a:lnTo>
                    <a:pt x="775944" y="712887"/>
                  </a:lnTo>
                  <a:lnTo>
                    <a:pt x="761434" y="721716"/>
                  </a:lnTo>
                  <a:lnTo>
                    <a:pt x="754742" y="727038"/>
                  </a:lnTo>
                  <a:lnTo>
                    <a:pt x="749211" y="731950"/>
                  </a:lnTo>
                  <a:lnTo>
                    <a:pt x="744652" y="736524"/>
                  </a:lnTo>
                  <a:lnTo>
                    <a:pt x="742033" y="739148"/>
                  </a:lnTo>
                  <a:lnTo>
                    <a:pt x="733179" y="750106"/>
                  </a:lnTo>
                  <a:lnTo>
                    <a:pt x="730187" y="756450"/>
                  </a:lnTo>
                  <a:lnTo>
                    <a:pt x="730101" y="756632"/>
                  </a:lnTo>
                  <a:lnTo>
                    <a:pt x="726614" y="760973"/>
                  </a:lnTo>
                  <a:lnTo>
                    <a:pt x="722839" y="767114"/>
                  </a:lnTo>
                  <a:lnTo>
                    <a:pt x="717467" y="777743"/>
                  </a:lnTo>
                  <a:lnTo>
                    <a:pt x="716701" y="779489"/>
                  </a:lnTo>
                  <a:lnTo>
                    <a:pt x="714146" y="785303"/>
                  </a:lnTo>
                  <a:lnTo>
                    <a:pt x="711278" y="792647"/>
                  </a:lnTo>
                  <a:lnTo>
                    <a:pt x="708357" y="802239"/>
                  </a:lnTo>
                  <a:lnTo>
                    <a:pt x="707596" y="805725"/>
                  </a:lnTo>
                  <a:lnTo>
                    <a:pt x="706772" y="809500"/>
                  </a:lnTo>
                  <a:lnTo>
                    <a:pt x="705547" y="824717"/>
                  </a:lnTo>
                  <a:lnTo>
                    <a:pt x="706858" y="839829"/>
                  </a:lnTo>
                  <a:lnTo>
                    <a:pt x="710757" y="855673"/>
                  </a:lnTo>
                  <a:lnTo>
                    <a:pt x="713778" y="864384"/>
                  </a:lnTo>
                  <a:lnTo>
                    <a:pt x="716677" y="872729"/>
                  </a:lnTo>
                  <a:lnTo>
                    <a:pt x="718994" y="880640"/>
                  </a:lnTo>
                  <a:lnTo>
                    <a:pt x="721651" y="889695"/>
                  </a:lnTo>
                  <a:lnTo>
                    <a:pt x="725203" y="908946"/>
                  </a:lnTo>
                  <a:lnTo>
                    <a:pt x="725900" y="914562"/>
                  </a:lnTo>
                  <a:lnTo>
                    <a:pt x="726515" y="918578"/>
                  </a:lnTo>
                  <a:lnTo>
                    <a:pt x="725681" y="920522"/>
                  </a:lnTo>
                  <a:lnTo>
                    <a:pt x="721624" y="919621"/>
                  </a:lnTo>
                  <a:lnTo>
                    <a:pt x="716057" y="922003"/>
                  </a:lnTo>
                  <a:lnTo>
                    <a:pt x="711183" y="923219"/>
                  </a:lnTo>
                  <a:lnTo>
                    <a:pt x="709013" y="925077"/>
                  </a:lnTo>
                  <a:lnTo>
                    <a:pt x="709556" y="927972"/>
                  </a:lnTo>
                  <a:lnTo>
                    <a:pt x="708592" y="930495"/>
                  </a:lnTo>
                  <a:lnTo>
                    <a:pt x="704601" y="930589"/>
                  </a:lnTo>
                  <a:lnTo>
                    <a:pt x="701949" y="927288"/>
                  </a:lnTo>
                  <a:lnTo>
                    <a:pt x="698571" y="927322"/>
                  </a:lnTo>
                  <a:lnTo>
                    <a:pt x="694799" y="923962"/>
                  </a:lnTo>
                  <a:lnTo>
                    <a:pt x="691591" y="922505"/>
                  </a:lnTo>
                  <a:lnTo>
                    <a:pt x="686540" y="916679"/>
                  </a:lnTo>
                  <a:lnTo>
                    <a:pt x="682262" y="915331"/>
                  </a:lnTo>
                  <a:lnTo>
                    <a:pt x="677303" y="914706"/>
                  </a:lnTo>
                  <a:lnTo>
                    <a:pt x="674345" y="912779"/>
                  </a:lnTo>
                  <a:lnTo>
                    <a:pt x="668983" y="912691"/>
                  </a:lnTo>
                  <a:lnTo>
                    <a:pt x="668268" y="912679"/>
                  </a:lnTo>
                  <a:lnTo>
                    <a:pt x="662412" y="912684"/>
                  </a:lnTo>
                  <a:lnTo>
                    <a:pt x="657074" y="912439"/>
                  </a:lnTo>
                  <a:lnTo>
                    <a:pt x="654848" y="914447"/>
                  </a:lnTo>
                  <a:lnTo>
                    <a:pt x="651555" y="913295"/>
                  </a:lnTo>
                  <a:lnTo>
                    <a:pt x="650675" y="912987"/>
                  </a:lnTo>
                  <a:lnTo>
                    <a:pt x="646005" y="913377"/>
                  </a:lnTo>
                  <a:lnTo>
                    <a:pt x="642197" y="913426"/>
                  </a:lnTo>
                  <a:lnTo>
                    <a:pt x="638032" y="912041"/>
                  </a:lnTo>
                  <a:lnTo>
                    <a:pt x="633647" y="908922"/>
                  </a:lnTo>
                  <a:lnTo>
                    <a:pt x="626890" y="904902"/>
                  </a:lnTo>
                  <a:lnTo>
                    <a:pt x="622374" y="901403"/>
                  </a:lnTo>
                  <a:lnTo>
                    <a:pt x="617485" y="900131"/>
                  </a:lnTo>
                  <a:lnTo>
                    <a:pt x="611653" y="898456"/>
                  </a:lnTo>
                  <a:lnTo>
                    <a:pt x="610288" y="897814"/>
                  </a:lnTo>
                  <a:lnTo>
                    <a:pt x="608656" y="897046"/>
                  </a:lnTo>
                  <a:lnTo>
                    <a:pt x="605418" y="898490"/>
                  </a:lnTo>
                  <a:lnTo>
                    <a:pt x="601822" y="895972"/>
                  </a:lnTo>
                  <a:lnTo>
                    <a:pt x="595289" y="890781"/>
                  </a:lnTo>
                  <a:lnTo>
                    <a:pt x="593058" y="887093"/>
                  </a:lnTo>
                  <a:lnTo>
                    <a:pt x="586398" y="888207"/>
                  </a:lnTo>
                  <a:lnTo>
                    <a:pt x="580992" y="885109"/>
                  </a:lnTo>
                  <a:lnTo>
                    <a:pt x="575077" y="883612"/>
                  </a:lnTo>
                  <a:lnTo>
                    <a:pt x="571126" y="885005"/>
                  </a:lnTo>
                  <a:lnTo>
                    <a:pt x="568803" y="882447"/>
                  </a:lnTo>
                  <a:lnTo>
                    <a:pt x="570298" y="878034"/>
                  </a:lnTo>
                  <a:lnTo>
                    <a:pt x="569214" y="876019"/>
                  </a:lnTo>
                  <a:lnTo>
                    <a:pt x="563892" y="871776"/>
                  </a:lnTo>
                  <a:lnTo>
                    <a:pt x="563448" y="870061"/>
                  </a:lnTo>
                  <a:lnTo>
                    <a:pt x="561505" y="862550"/>
                  </a:lnTo>
                  <a:lnTo>
                    <a:pt x="560794" y="856628"/>
                  </a:lnTo>
                  <a:lnTo>
                    <a:pt x="558089" y="851141"/>
                  </a:lnTo>
                  <a:lnTo>
                    <a:pt x="555977" y="846390"/>
                  </a:lnTo>
                  <a:lnTo>
                    <a:pt x="551170" y="843257"/>
                  </a:lnTo>
                  <a:lnTo>
                    <a:pt x="548585" y="839009"/>
                  </a:lnTo>
                  <a:lnTo>
                    <a:pt x="546478" y="834382"/>
                  </a:lnTo>
                  <a:lnTo>
                    <a:pt x="541733" y="830626"/>
                  </a:lnTo>
                  <a:lnTo>
                    <a:pt x="542080" y="823609"/>
                  </a:lnTo>
                  <a:lnTo>
                    <a:pt x="543017" y="819061"/>
                  </a:lnTo>
                  <a:lnTo>
                    <a:pt x="541781" y="813495"/>
                  </a:lnTo>
                  <a:lnTo>
                    <a:pt x="540530" y="810125"/>
                  </a:lnTo>
                  <a:lnTo>
                    <a:pt x="540331" y="809588"/>
                  </a:lnTo>
                  <a:lnTo>
                    <a:pt x="538373" y="807298"/>
                  </a:lnTo>
                  <a:lnTo>
                    <a:pt x="535072" y="806352"/>
                  </a:lnTo>
                  <a:lnTo>
                    <a:pt x="538357" y="797098"/>
                  </a:lnTo>
                  <a:lnTo>
                    <a:pt x="537742" y="793703"/>
                  </a:lnTo>
                  <a:lnTo>
                    <a:pt x="537531" y="789450"/>
                  </a:lnTo>
                  <a:lnTo>
                    <a:pt x="535103" y="789603"/>
                  </a:lnTo>
                  <a:lnTo>
                    <a:pt x="534928" y="782540"/>
                  </a:lnTo>
                  <a:lnTo>
                    <a:pt x="532813" y="779586"/>
                  </a:lnTo>
                  <a:lnTo>
                    <a:pt x="527474" y="777858"/>
                  </a:lnTo>
                  <a:lnTo>
                    <a:pt x="521162" y="776107"/>
                  </a:lnTo>
                  <a:lnTo>
                    <a:pt x="516903" y="770723"/>
                  </a:lnTo>
                  <a:lnTo>
                    <a:pt x="513506" y="768585"/>
                  </a:lnTo>
                  <a:lnTo>
                    <a:pt x="510111" y="765374"/>
                  </a:lnTo>
                  <a:lnTo>
                    <a:pt x="507504" y="761418"/>
                  </a:lnTo>
                  <a:lnTo>
                    <a:pt x="505413" y="756997"/>
                  </a:lnTo>
                  <a:lnTo>
                    <a:pt x="504383" y="753288"/>
                  </a:lnTo>
                  <a:lnTo>
                    <a:pt x="503226" y="748966"/>
                  </a:lnTo>
                  <a:lnTo>
                    <a:pt x="499085" y="746967"/>
                  </a:lnTo>
                  <a:lnTo>
                    <a:pt x="495650" y="739805"/>
                  </a:lnTo>
                  <a:lnTo>
                    <a:pt x="491988" y="735303"/>
                  </a:lnTo>
                  <a:lnTo>
                    <a:pt x="484244" y="730548"/>
                  </a:lnTo>
                  <a:lnTo>
                    <a:pt x="482438" y="729018"/>
                  </a:lnTo>
                  <a:lnTo>
                    <a:pt x="476963" y="724372"/>
                  </a:lnTo>
                  <a:lnTo>
                    <a:pt x="475414" y="719948"/>
                  </a:lnTo>
                  <a:lnTo>
                    <a:pt x="472862" y="714633"/>
                  </a:lnTo>
                  <a:lnTo>
                    <a:pt x="471578" y="708972"/>
                  </a:lnTo>
                  <a:lnTo>
                    <a:pt x="469154" y="704610"/>
                  </a:lnTo>
                  <a:lnTo>
                    <a:pt x="467561" y="701250"/>
                  </a:lnTo>
                  <a:lnTo>
                    <a:pt x="466925" y="696038"/>
                  </a:lnTo>
                  <a:lnTo>
                    <a:pt x="462934" y="692440"/>
                  </a:lnTo>
                  <a:lnTo>
                    <a:pt x="458923" y="688488"/>
                  </a:lnTo>
                  <a:lnTo>
                    <a:pt x="458452" y="683719"/>
                  </a:lnTo>
                  <a:lnTo>
                    <a:pt x="456424" y="679658"/>
                  </a:lnTo>
                  <a:lnTo>
                    <a:pt x="456225" y="675950"/>
                  </a:lnTo>
                  <a:lnTo>
                    <a:pt x="453049" y="673295"/>
                  </a:lnTo>
                  <a:lnTo>
                    <a:pt x="449169" y="667388"/>
                  </a:lnTo>
                  <a:lnTo>
                    <a:pt x="447661" y="662735"/>
                  </a:lnTo>
                  <a:lnTo>
                    <a:pt x="446676" y="656251"/>
                  </a:lnTo>
                  <a:lnTo>
                    <a:pt x="445852" y="651717"/>
                  </a:lnTo>
                  <a:lnTo>
                    <a:pt x="445595" y="650299"/>
                  </a:lnTo>
                  <a:lnTo>
                    <a:pt x="441519" y="647712"/>
                  </a:lnTo>
                  <a:lnTo>
                    <a:pt x="438042" y="644255"/>
                  </a:lnTo>
                  <a:lnTo>
                    <a:pt x="436298" y="639083"/>
                  </a:lnTo>
                  <a:lnTo>
                    <a:pt x="435822" y="638634"/>
                  </a:lnTo>
                  <a:lnTo>
                    <a:pt x="432228" y="635240"/>
                  </a:lnTo>
                  <a:lnTo>
                    <a:pt x="429301" y="632040"/>
                  </a:lnTo>
                  <a:lnTo>
                    <a:pt x="420935" y="627112"/>
                  </a:lnTo>
                  <a:lnTo>
                    <a:pt x="416032" y="618759"/>
                  </a:lnTo>
                  <a:lnTo>
                    <a:pt x="410073" y="617388"/>
                  </a:lnTo>
                  <a:lnTo>
                    <a:pt x="405857" y="613260"/>
                  </a:lnTo>
                  <a:lnTo>
                    <a:pt x="401060" y="613188"/>
                  </a:lnTo>
                  <a:lnTo>
                    <a:pt x="397217" y="608116"/>
                  </a:lnTo>
                  <a:lnTo>
                    <a:pt x="397148" y="602645"/>
                  </a:lnTo>
                  <a:lnTo>
                    <a:pt x="392562" y="600543"/>
                  </a:lnTo>
                  <a:lnTo>
                    <a:pt x="390075" y="594053"/>
                  </a:lnTo>
                  <a:lnTo>
                    <a:pt x="386033" y="592106"/>
                  </a:lnTo>
                  <a:lnTo>
                    <a:pt x="382212" y="591613"/>
                  </a:lnTo>
                  <a:lnTo>
                    <a:pt x="377763" y="588914"/>
                  </a:lnTo>
                  <a:lnTo>
                    <a:pt x="370566" y="591350"/>
                  </a:lnTo>
                  <a:lnTo>
                    <a:pt x="365981" y="591044"/>
                  </a:lnTo>
                  <a:lnTo>
                    <a:pt x="362351" y="589995"/>
                  </a:lnTo>
                  <a:lnTo>
                    <a:pt x="358689" y="588935"/>
                  </a:lnTo>
                  <a:lnTo>
                    <a:pt x="353622" y="588491"/>
                  </a:lnTo>
                  <a:lnTo>
                    <a:pt x="346663" y="587176"/>
                  </a:lnTo>
                  <a:lnTo>
                    <a:pt x="342367" y="587501"/>
                  </a:lnTo>
                  <a:lnTo>
                    <a:pt x="338361" y="588762"/>
                  </a:lnTo>
                  <a:lnTo>
                    <a:pt x="335137" y="588209"/>
                  </a:lnTo>
                  <a:lnTo>
                    <a:pt x="331650" y="585761"/>
                  </a:lnTo>
                  <a:lnTo>
                    <a:pt x="326631" y="583539"/>
                  </a:lnTo>
                  <a:lnTo>
                    <a:pt x="321024" y="580417"/>
                  </a:lnTo>
                  <a:lnTo>
                    <a:pt x="319683" y="580859"/>
                  </a:lnTo>
                  <a:lnTo>
                    <a:pt x="317268" y="581655"/>
                  </a:lnTo>
                  <a:lnTo>
                    <a:pt x="315671" y="585265"/>
                  </a:lnTo>
                  <a:lnTo>
                    <a:pt x="313761" y="589991"/>
                  </a:lnTo>
                  <a:lnTo>
                    <a:pt x="307942" y="588586"/>
                  </a:lnTo>
                  <a:lnTo>
                    <a:pt x="304578" y="588447"/>
                  </a:lnTo>
                  <a:lnTo>
                    <a:pt x="301564" y="590795"/>
                  </a:lnTo>
                  <a:lnTo>
                    <a:pt x="296800" y="591017"/>
                  </a:lnTo>
                  <a:lnTo>
                    <a:pt x="291830" y="591730"/>
                  </a:lnTo>
                  <a:lnTo>
                    <a:pt x="290435" y="597069"/>
                  </a:lnTo>
                  <a:lnTo>
                    <a:pt x="286845" y="601713"/>
                  </a:lnTo>
                  <a:lnTo>
                    <a:pt x="283677" y="607315"/>
                  </a:lnTo>
                  <a:lnTo>
                    <a:pt x="281193" y="610213"/>
                  </a:lnTo>
                  <a:lnTo>
                    <a:pt x="279286" y="616953"/>
                  </a:lnTo>
                  <a:lnTo>
                    <a:pt x="279673" y="620861"/>
                  </a:lnTo>
                  <a:lnTo>
                    <a:pt x="275904" y="624873"/>
                  </a:lnTo>
                  <a:lnTo>
                    <a:pt x="274264" y="630479"/>
                  </a:lnTo>
                  <a:lnTo>
                    <a:pt x="275674" y="634489"/>
                  </a:lnTo>
                  <a:lnTo>
                    <a:pt x="271954" y="638802"/>
                  </a:lnTo>
                  <a:lnTo>
                    <a:pt x="265850" y="641162"/>
                  </a:lnTo>
                  <a:lnTo>
                    <a:pt x="262604" y="646118"/>
                  </a:lnTo>
                  <a:lnTo>
                    <a:pt x="259408" y="647514"/>
                  </a:lnTo>
                  <a:lnTo>
                    <a:pt x="257393" y="652568"/>
                  </a:lnTo>
                  <a:lnTo>
                    <a:pt x="255229" y="656388"/>
                  </a:lnTo>
                  <a:lnTo>
                    <a:pt x="247416" y="655284"/>
                  </a:lnTo>
                  <a:lnTo>
                    <a:pt x="243249" y="655946"/>
                  </a:lnTo>
                  <a:lnTo>
                    <a:pt x="237086" y="652508"/>
                  </a:lnTo>
                  <a:lnTo>
                    <a:pt x="229381" y="648032"/>
                  </a:lnTo>
                  <a:lnTo>
                    <a:pt x="224784" y="643128"/>
                  </a:lnTo>
                  <a:lnTo>
                    <a:pt x="219627" y="640367"/>
                  </a:lnTo>
                  <a:lnTo>
                    <a:pt x="214440" y="638349"/>
                  </a:lnTo>
                  <a:lnTo>
                    <a:pt x="209510" y="636350"/>
                  </a:lnTo>
                  <a:lnTo>
                    <a:pt x="204749" y="630390"/>
                  </a:lnTo>
                  <a:lnTo>
                    <a:pt x="204380" y="630223"/>
                  </a:lnTo>
                  <a:lnTo>
                    <a:pt x="199583" y="628040"/>
                  </a:lnTo>
                  <a:lnTo>
                    <a:pt x="190485" y="626396"/>
                  </a:lnTo>
                  <a:lnTo>
                    <a:pt x="184396" y="623073"/>
                  </a:lnTo>
                  <a:lnTo>
                    <a:pt x="177777" y="618195"/>
                  </a:lnTo>
                  <a:lnTo>
                    <a:pt x="175030" y="614315"/>
                  </a:lnTo>
                  <a:lnTo>
                    <a:pt x="171539" y="609369"/>
                  </a:lnTo>
                  <a:lnTo>
                    <a:pt x="165552" y="605299"/>
                  </a:lnTo>
                  <a:lnTo>
                    <a:pt x="160816" y="603429"/>
                  </a:lnTo>
                  <a:lnTo>
                    <a:pt x="154798" y="597837"/>
                  </a:lnTo>
                  <a:lnTo>
                    <a:pt x="148347" y="591186"/>
                  </a:lnTo>
                  <a:lnTo>
                    <a:pt x="146722" y="582865"/>
                  </a:lnTo>
                  <a:lnTo>
                    <a:pt x="142916" y="576207"/>
                  </a:lnTo>
                  <a:lnTo>
                    <a:pt x="139094" y="570184"/>
                  </a:lnTo>
                  <a:lnTo>
                    <a:pt x="138403" y="563266"/>
                  </a:lnTo>
                  <a:lnTo>
                    <a:pt x="137123" y="560206"/>
                  </a:lnTo>
                  <a:lnTo>
                    <a:pt x="138371" y="553020"/>
                  </a:lnTo>
                  <a:lnTo>
                    <a:pt x="137977" y="543881"/>
                  </a:lnTo>
                  <a:lnTo>
                    <a:pt x="135294" y="539568"/>
                  </a:lnTo>
                  <a:lnTo>
                    <a:pt x="133847" y="535848"/>
                  </a:lnTo>
                  <a:lnTo>
                    <a:pt x="129351" y="529545"/>
                  </a:lnTo>
                  <a:lnTo>
                    <a:pt x="126749" y="527657"/>
                  </a:lnTo>
                  <a:lnTo>
                    <a:pt x="126248" y="521669"/>
                  </a:lnTo>
                  <a:lnTo>
                    <a:pt x="125087" y="514921"/>
                  </a:lnTo>
                  <a:lnTo>
                    <a:pt x="122688" y="508697"/>
                  </a:lnTo>
                  <a:lnTo>
                    <a:pt x="119115" y="508018"/>
                  </a:lnTo>
                  <a:lnTo>
                    <a:pt x="118535" y="506363"/>
                  </a:lnTo>
                  <a:lnTo>
                    <a:pt x="117167" y="502460"/>
                  </a:lnTo>
                  <a:lnTo>
                    <a:pt x="112583" y="500994"/>
                  </a:lnTo>
                  <a:lnTo>
                    <a:pt x="109996" y="497992"/>
                  </a:lnTo>
                  <a:lnTo>
                    <a:pt x="105467" y="494389"/>
                  </a:lnTo>
                  <a:lnTo>
                    <a:pt x="101227" y="490244"/>
                  </a:lnTo>
                  <a:lnTo>
                    <a:pt x="93997" y="488456"/>
                  </a:lnTo>
                  <a:lnTo>
                    <a:pt x="88144" y="484944"/>
                  </a:lnTo>
                  <a:lnTo>
                    <a:pt x="87907" y="481785"/>
                  </a:lnTo>
                  <a:lnTo>
                    <a:pt x="81466" y="476627"/>
                  </a:lnTo>
                  <a:lnTo>
                    <a:pt x="76437" y="472199"/>
                  </a:lnTo>
                  <a:lnTo>
                    <a:pt x="74984" y="468155"/>
                  </a:lnTo>
                  <a:lnTo>
                    <a:pt x="71679" y="462417"/>
                  </a:lnTo>
                  <a:lnTo>
                    <a:pt x="65658" y="458712"/>
                  </a:lnTo>
                  <a:lnTo>
                    <a:pt x="60995" y="455730"/>
                  </a:lnTo>
                  <a:lnTo>
                    <a:pt x="59579" y="452543"/>
                  </a:lnTo>
                  <a:lnTo>
                    <a:pt x="54365" y="444630"/>
                  </a:lnTo>
                  <a:lnTo>
                    <a:pt x="49311" y="441649"/>
                  </a:lnTo>
                  <a:lnTo>
                    <a:pt x="48385" y="437558"/>
                  </a:lnTo>
                  <a:lnTo>
                    <a:pt x="45306" y="435323"/>
                  </a:lnTo>
                  <a:lnTo>
                    <a:pt x="44690" y="434876"/>
                  </a:lnTo>
                  <a:lnTo>
                    <a:pt x="39050" y="433933"/>
                  </a:lnTo>
                  <a:lnTo>
                    <a:pt x="32178" y="428402"/>
                  </a:lnTo>
                  <a:lnTo>
                    <a:pt x="27893" y="423094"/>
                  </a:lnTo>
                  <a:lnTo>
                    <a:pt x="24855" y="418609"/>
                  </a:lnTo>
                  <a:lnTo>
                    <a:pt x="23473" y="413398"/>
                  </a:lnTo>
                  <a:lnTo>
                    <a:pt x="21018" y="408896"/>
                  </a:lnTo>
                  <a:lnTo>
                    <a:pt x="18982" y="405158"/>
                  </a:lnTo>
                  <a:lnTo>
                    <a:pt x="15632" y="401291"/>
                  </a:lnTo>
                  <a:lnTo>
                    <a:pt x="11949" y="400348"/>
                  </a:lnTo>
                  <a:lnTo>
                    <a:pt x="10607" y="401281"/>
                  </a:lnTo>
                  <a:lnTo>
                    <a:pt x="7543" y="397952"/>
                  </a:lnTo>
                  <a:lnTo>
                    <a:pt x="3744" y="394967"/>
                  </a:lnTo>
                  <a:lnTo>
                    <a:pt x="0" y="3896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90764" y="3322801"/>
              <a:ext cx="383735" cy="482502"/>
            </a:xfrm>
            <a:custGeom>
              <a:avLst/>
              <a:pathLst>
                <a:path w="383735" h="482502">
                  <a:moveTo>
                    <a:pt x="8121" y="381463"/>
                  </a:moveTo>
                  <a:lnTo>
                    <a:pt x="10110" y="369197"/>
                  </a:lnTo>
                  <a:lnTo>
                    <a:pt x="12114" y="357454"/>
                  </a:lnTo>
                  <a:lnTo>
                    <a:pt x="15786" y="334208"/>
                  </a:lnTo>
                  <a:lnTo>
                    <a:pt x="17170" y="325408"/>
                  </a:lnTo>
                  <a:lnTo>
                    <a:pt x="19314" y="311971"/>
                  </a:lnTo>
                  <a:lnTo>
                    <a:pt x="21651" y="297327"/>
                  </a:lnTo>
                  <a:lnTo>
                    <a:pt x="23153" y="288261"/>
                  </a:lnTo>
                  <a:lnTo>
                    <a:pt x="26055" y="270773"/>
                  </a:lnTo>
                  <a:lnTo>
                    <a:pt x="27758" y="259736"/>
                  </a:lnTo>
                  <a:lnTo>
                    <a:pt x="34839" y="216771"/>
                  </a:lnTo>
                  <a:lnTo>
                    <a:pt x="35436" y="213049"/>
                  </a:lnTo>
                  <a:lnTo>
                    <a:pt x="38948" y="191182"/>
                  </a:lnTo>
                  <a:lnTo>
                    <a:pt x="40568" y="181455"/>
                  </a:lnTo>
                  <a:lnTo>
                    <a:pt x="43350" y="164789"/>
                  </a:lnTo>
                  <a:lnTo>
                    <a:pt x="43622" y="163133"/>
                  </a:lnTo>
                  <a:lnTo>
                    <a:pt x="47644" y="138670"/>
                  </a:lnTo>
                  <a:lnTo>
                    <a:pt x="49076" y="130200"/>
                  </a:lnTo>
                  <a:lnTo>
                    <a:pt x="52513" y="110182"/>
                  </a:lnTo>
                  <a:lnTo>
                    <a:pt x="56533" y="86404"/>
                  </a:lnTo>
                  <a:lnTo>
                    <a:pt x="59575" y="68342"/>
                  </a:lnTo>
                  <a:lnTo>
                    <a:pt x="63760" y="43667"/>
                  </a:lnTo>
                  <a:lnTo>
                    <a:pt x="67587" y="20882"/>
                  </a:lnTo>
                  <a:lnTo>
                    <a:pt x="70966" y="0"/>
                  </a:lnTo>
                  <a:lnTo>
                    <a:pt x="85249" y="2922"/>
                  </a:lnTo>
                  <a:lnTo>
                    <a:pt x="105956" y="5996"/>
                  </a:lnTo>
                  <a:lnTo>
                    <a:pt x="121892" y="8372"/>
                  </a:lnTo>
                  <a:lnTo>
                    <a:pt x="137936" y="10792"/>
                  </a:lnTo>
                  <a:lnTo>
                    <a:pt x="160612" y="14196"/>
                  </a:lnTo>
                  <a:lnTo>
                    <a:pt x="185289" y="17927"/>
                  </a:lnTo>
                  <a:lnTo>
                    <a:pt x="192073" y="19155"/>
                  </a:lnTo>
                  <a:lnTo>
                    <a:pt x="195265" y="19728"/>
                  </a:lnTo>
                  <a:lnTo>
                    <a:pt x="218410" y="22977"/>
                  </a:lnTo>
                  <a:lnTo>
                    <a:pt x="234090" y="25191"/>
                  </a:lnTo>
                  <a:lnTo>
                    <a:pt x="236441" y="25519"/>
                  </a:lnTo>
                  <a:lnTo>
                    <a:pt x="242732" y="26301"/>
                  </a:lnTo>
                  <a:lnTo>
                    <a:pt x="263882" y="29158"/>
                  </a:lnTo>
                  <a:lnTo>
                    <a:pt x="259107" y="65979"/>
                  </a:lnTo>
                  <a:lnTo>
                    <a:pt x="258945" y="67225"/>
                  </a:lnTo>
                  <a:lnTo>
                    <a:pt x="256556" y="85102"/>
                  </a:lnTo>
                  <a:lnTo>
                    <a:pt x="255312" y="94622"/>
                  </a:lnTo>
                  <a:lnTo>
                    <a:pt x="252427" y="116763"/>
                  </a:lnTo>
                  <a:lnTo>
                    <a:pt x="263885" y="118350"/>
                  </a:lnTo>
                  <a:lnTo>
                    <a:pt x="285692" y="121302"/>
                  </a:lnTo>
                  <a:lnTo>
                    <a:pt x="313183" y="124708"/>
                  </a:lnTo>
                  <a:lnTo>
                    <a:pt x="317995" y="125284"/>
                  </a:lnTo>
                  <a:lnTo>
                    <a:pt x="321137" y="125658"/>
                  </a:lnTo>
                  <a:lnTo>
                    <a:pt x="339912" y="127852"/>
                  </a:lnTo>
                  <a:lnTo>
                    <a:pt x="370524" y="131148"/>
                  </a:lnTo>
                  <a:lnTo>
                    <a:pt x="383735" y="132655"/>
                  </a:lnTo>
                  <a:lnTo>
                    <a:pt x="382222" y="147936"/>
                  </a:lnTo>
                  <a:lnTo>
                    <a:pt x="380723" y="162236"/>
                  </a:lnTo>
                  <a:lnTo>
                    <a:pt x="380640" y="163023"/>
                  </a:lnTo>
                  <a:lnTo>
                    <a:pt x="376504" y="200694"/>
                  </a:lnTo>
                  <a:lnTo>
                    <a:pt x="376104" y="204348"/>
                  </a:lnTo>
                  <a:lnTo>
                    <a:pt x="373326" y="231099"/>
                  </a:lnTo>
                  <a:lnTo>
                    <a:pt x="371351" y="249854"/>
                  </a:lnTo>
                  <a:lnTo>
                    <a:pt x="369857" y="264081"/>
                  </a:lnTo>
                  <a:lnTo>
                    <a:pt x="368656" y="275539"/>
                  </a:lnTo>
                  <a:lnTo>
                    <a:pt x="366457" y="296571"/>
                  </a:lnTo>
                  <a:lnTo>
                    <a:pt x="360243" y="351240"/>
                  </a:lnTo>
                  <a:lnTo>
                    <a:pt x="358226" y="370862"/>
                  </a:lnTo>
                  <a:lnTo>
                    <a:pt x="358494" y="380682"/>
                  </a:lnTo>
                  <a:lnTo>
                    <a:pt x="358388" y="381701"/>
                  </a:lnTo>
                  <a:lnTo>
                    <a:pt x="355916" y="405461"/>
                  </a:lnTo>
                  <a:lnTo>
                    <a:pt x="352330" y="440078"/>
                  </a:lnTo>
                  <a:lnTo>
                    <a:pt x="347962" y="482502"/>
                  </a:lnTo>
                  <a:lnTo>
                    <a:pt x="316532" y="479007"/>
                  </a:lnTo>
                  <a:lnTo>
                    <a:pt x="281264" y="474982"/>
                  </a:lnTo>
                  <a:lnTo>
                    <a:pt x="248533" y="470956"/>
                  </a:lnTo>
                  <a:lnTo>
                    <a:pt x="229047" y="468011"/>
                  </a:lnTo>
                  <a:lnTo>
                    <a:pt x="207052" y="465197"/>
                  </a:lnTo>
                  <a:lnTo>
                    <a:pt x="194212" y="463622"/>
                  </a:lnTo>
                  <a:lnTo>
                    <a:pt x="192294" y="463385"/>
                  </a:lnTo>
                  <a:lnTo>
                    <a:pt x="183430" y="462085"/>
                  </a:lnTo>
                  <a:lnTo>
                    <a:pt x="182933" y="462017"/>
                  </a:lnTo>
                  <a:lnTo>
                    <a:pt x="117289" y="452660"/>
                  </a:lnTo>
                  <a:lnTo>
                    <a:pt x="104733" y="450800"/>
                  </a:lnTo>
                  <a:lnTo>
                    <a:pt x="104280" y="450732"/>
                  </a:lnTo>
                  <a:lnTo>
                    <a:pt x="84549" y="447743"/>
                  </a:lnTo>
                  <a:lnTo>
                    <a:pt x="79716" y="447001"/>
                  </a:lnTo>
                  <a:lnTo>
                    <a:pt x="75051" y="446280"/>
                  </a:lnTo>
                  <a:lnTo>
                    <a:pt x="5851" y="435037"/>
                  </a:lnTo>
                  <a:lnTo>
                    <a:pt x="0" y="434012"/>
                  </a:lnTo>
                  <a:lnTo>
                    <a:pt x="1117" y="426347"/>
                  </a:lnTo>
                  <a:lnTo>
                    <a:pt x="3774" y="409304"/>
                  </a:lnTo>
                  <a:lnTo>
                    <a:pt x="6560" y="3912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45485" y="3510755"/>
              <a:ext cx="35023" cy="94161"/>
            </a:xfrm>
            <a:custGeom>
              <a:avLst/>
              <a:pathLst>
                <a:path w="35023" h="94161">
                  <a:moveTo>
                    <a:pt x="943" y="78747"/>
                  </a:moveTo>
                  <a:lnTo>
                    <a:pt x="1511" y="71234"/>
                  </a:lnTo>
                  <a:lnTo>
                    <a:pt x="438" y="64503"/>
                  </a:lnTo>
                  <a:lnTo>
                    <a:pt x="55" y="54992"/>
                  </a:lnTo>
                  <a:lnTo>
                    <a:pt x="0" y="53640"/>
                  </a:lnTo>
                  <a:lnTo>
                    <a:pt x="1136" y="46680"/>
                  </a:lnTo>
                  <a:lnTo>
                    <a:pt x="2151" y="40114"/>
                  </a:lnTo>
                  <a:lnTo>
                    <a:pt x="4169" y="35212"/>
                  </a:lnTo>
                  <a:lnTo>
                    <a:pt x="2780" y="31730"/>
                  </a:lnTo>
                  <a:lnTo>
                    <a:pt x="7616" y="27960"/>
                  </a:lnTo>
                  <a:lnTo>
                    <a:pt x="9004" y="24473"/>
                  </a:lnTo>
                  <a:lnTo>
                    <a:pt x="4110" y="20943"/>
                  </a:lnTo>
                  <a:lnTo>
                    <a:pt x="8787" y="15177"/>
                  </a:lnTo>
                  <a:lnTo>
                    <a:pt x="10735" y="10561"/>
                  </a:lnTo>
                  <a:lnTo>
                    <a:pt x="35023" y="0"/>
                  </a:lnTo>
                  <a:lnTo>
                    <a:pt x="31893" y="13236"/>
                  </a:lnTo>
                  <a:lnTo>
                    <a:pt x="30172" y="17782"/>
                  </a:lnTo>
                  <a:lnTo>
                    <a:pt x="25909" y="17465"/>
                  </a:lnTo>
                  <a:lnTo>
                    <a:pt x="23484" y="21630"/>
                  </a:lnTo>
                  <a:lnTo>
                    <a:pt x="21372" y="30091"/>
                  </a:lnTo>
                  <a:lnTo>
                    <a:pt x="20751" y="38148"/>
                  </a:lnTo>
                  <a:lnTo>
                    <a:pt x="20540" y="43201"/>
                  </a:lnTo>
                  <a:lnTo>
                    <a:pt x="22136" y="47212"/>
                  </a:lnTo>
                  <a:lnTo>
                    <a:pt x="19654" y="55097"/>
                  </a:lnTo>
                  <a:lnTo>
                    <a:pt x="20535" y="56346"/>
                  </a:lnTo>
                  <a:lnTo>
                    <a:pt x="21367" y="57525"/>
                  </a:lnTo>
                  <a:lnTo>
                    <a:pt x="19089" y="65499"/>
                  </a:lnTo>
                  <a:lnTo>
                    <a:pt x="18974" y="69021"/>
                  </a:lnTo>
                  <a:lnTo>
                    <a:pt x="17018" y="73152"/>
                  </a:lnTo>
                  <a:lnTo>
                    <a:pt x="17106" y="77757"/>
                  </a:lnTo>
                  <a:lnTo>
                    <a:pt x="16883" y="82785"/>
                  </a:lnTo>
                  <a:lnTo>
                    <a:pt x="13321" y="90829"/>
                  </a:lnTo>
                  <a:lnTo>
                    <a:pt x="10976" y="94161"/>
                  </a:lnTo>
                  <a:lnTo>
                    <a:pt x="8243" y="93980"/>
                  </a:lnTo>
                  <a:lnTo>
                    <a:pt x="4925" y="868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40489" y="3446794"/>
              <a:ext cx="533504" cy="330716"/>
            </a:xfrm>
            <a:custGeom>
              <a:avLst/>
              <a:pathLst>
                <a:path w="533504" h="330716">
                  <a:moveTo>
                    <a:pt x="3685" y="327007"/>
                  </a:moveTo>
                  <a:lnTo>
                    <a:pt x="9212" y="323031"/>
                  </a:lnTo>
                  <a:lnTo>
                    <a:pt x="13774" y="322103"/>
                  </a:lnTo>
                  <a:lnTo>
                    <a:pt x="15460" y="321759"/>
                  </a:lnTo>
                  <a:lnTo>
                    <a:pt x="18611" y="319291"/>
                  </a:lnTo>
                  <a:lnTo>
                    <a:pt x="28281" y="313708"/>
                  </a:lnTo>
                  <a:lnTo>
                    <a:pt x="34905" y="310896"/>
                  </a:lnTo>
                  <a:lnTo>
                    <a:pt x="35538" y="306002"/>
                  </a:lnTo>
                  <a:lnTo>
                    <a:pt x="37338" y="300731"/>
                  </a:lnTo>
                  <a:lnTo>
                    <a:pt x="41722" y="300122"/>
                  </a:lnTo>
                  <a:lnTo>
                    <a:pt x="49196" y="295435"/>
                  </a:lnTo>
                  <a:lnTo>
                    <a:pt x="49751" y="293971"/>
                  </a:lnTo>
                  <a:lnTo>
                    <a:pt x="50632" y="291646"/>
                  </a:lnTo>
                  <a:lnTo>
                    <a:pt x="49477" y="287095"/>
                  </a:lnTo>
                  <a:lnTo>
                    <a:pt x="52593" y="283472"/>
                  </a:lnTo>
                  <a:lnTo>
                    <a:pt x="56767" y="281073"/>
                  </a:lnTo>
                  <a:lnTo>
                    <a:pt x="58151" y="277735"/>
                  </a:lnTo>
                  <a:lnTo>
                    <a:pt x="56973" y="273130"/>
                  </a:lnTo>
                  <a:lnTo>
                    <a:pt x="66566" y="263528"/>
                  </a:lnTo>
                  <a:lnTo>
                    <a:pt x="66988" y="263104"/>
                  </a:lnTo>
                  <a:lnTo>
                    <a:pt x="67266" y="262879"/>
                  </a:lnTo>
                  <a:lnTo>
                    <a:pt x="73676" y="257682"/>
                  </a:lnTo>
                  <a:lnTo>
                    <a:pt x="79711" y="254463"/>
                  </a:lnTo>
                  <a:lnTo>
                    <a:pt x="81971" y="251172"/>
                  </a:lnTo>
                  <a:lnTo>
                    <a:pt x="82244" y="250774"/>
                  </a:lnTo>
                  <a:lnTo>
                    <a:pt x="88281" y="242695"/>
                  </a:lnTo>
                  <a:lnTo>
                    <a:pt x="101305" y="225155"/>
                  </a:lnTo>
                  <a:lnTo>
                    <a:pt x="104202" y="226847"/>
                  </a:lnTo>
                  <a:lnTo>
                    <a:pt x="101643" y="232618"/>
                  </a:lnTo>
                  <a:lnTo>
                    <a:pt x="105503" y="234870"/>
                  </a:lnTo>
                  <a:lnTo>
                    <a:pt x="106270" y="237472"/>
                  </a:lnTo>
                  <a:lnTo>
                    <a:pt x="109832" y="241852"/>
                  </a:lnTo>
                  <a:lnTo>
                    <a:pt x="113787" y="245195"/>
                  </a:lnTo>
                  <a:lnTo>
                    <a:pt x="119087" y="244952"/>
                  </a:lnTo>
                  <a:lnTo>
                    <a:pt x="121751" y="247276"/>
                  </a:lnTo>
                  <a:lnTo>
                    <a:pt x="122142" y="247462"/>
                  </a:lnTo>
                  <a:lnTo>
                    <a:pt x="126913" y="249739"/>
                  </a:lnTo>
                  <a:lnTo>
                    <a:pt x="134870" y="247568"/>
                  </a:lnTo>
                  <a:lnTo>
                    <a:pt x="136445" y="245698"/>
                  </a:lnTo>
                  <a:lnTo>
                    <a:pt x="139325" y="242587"/>
                  </a:lnTo>
                  <a:lnTo>
                    <a:pt x="142739" y="239965"/>
                  </a:lnTo>
                  <a:lnTo>
                    <a:pt x="146004" y="233190"/>
                  </a:lnTo>
                  <a:lnTo>
                    <a:pt x="157178" y="239928"/>
                  </a:lnTo>
                  <a:lnTo>
                    <a:pt x="164022" y="234398"/>
                  </a:lnTo>
                  <a:lnTo>
                    <a:pt x="171547" y="230742"/>
                  </a:lnTo>
                  <a:lnTo>
                    <a:pt x="172552" y="230389"/>
                  </a:lnTo>
                  <a:lnTo>
                    <a:pt x="176630" y="228954"/>
                  </a:lnTo>
                  <a:lnTo>
                    <a:pt x="181778" y="225148"/>
                  </a:lnTo>
                  <a:lnTo>
                    <a:pt x="177629" y="221673"/>
                  </a:lnTo>
                  <a:lnTo>
                    <a:pt x="178185" y="218281"/>
                  </a:lnTo>
                  <a:lnTo>
                    <a:pt x="178690" y="218053"/>
                  </a:lnTo>
                  <a:lnTo>
                    <a:pt x="180045" y="217442"/>
                  </a:lnTo>
                  <a:lnTo>
                    <a:pt x="185508" y="220865"/>
                  </a:lnTo>
                  <a:lnTo>
                    <a:pt x="191837" y="215570"/>
                  </a:lnTo>
                  <a:lnTo>
                    <a:pt x="198818" y="208419"/>
                  </a:lnTo>
                  <a:lnTo>
                    <a:pt x="204770" y="211135"/>
                  </a:lnTo>
                  <a:lnTo>
                    <a:pt x="205146" y="211306"/>
                  </a:lnTo>
                  <a:lnTo>
                    <a:pt x="208845" y="207132"/>
                  </a:lnTo>
                  <a:lnTo>
                    <a:pt x="214731" y="198971"/>
                  </a:lnTo>
                  <a:lnTo>
                    <a:pt x="214411" y="194601"/>
                  </a:lnTo>
                  <a:lnTo>
                    <a:pt x="217586" y="190330"/>
                  </a:lnTo>
                  <a:lnTo>
                    <a:pt x="211861" y="186297"/>
                  </a:lnTo>
                  <a:lnTo>
                    <a:pt x="211965" y="186054"/>
                  </a:lnTo>
                  <a:lnTo>
                    <a:pt x="213447" y="182562"/>
                  </a:lnTo>
                  <a:lnTo>
                    <a:pt x="214894" y="176515"/>
                  </a:lnTo>
                  <a:lnTo>
                    <a:pt x="215313" y="172395"/>
                  </a:lnTo>
                  <a:lnTo>
                    <a:pt x="218653" y="165943"/>
                  </a:lnTo>
                  <a:lnTo>
                    <a:pt x="222539" y="159317"/>
                  </a:lnTo>
                  <a:lnTo>
                    <a:pt x="223536" y="157612"/>
                  </a:lnTo>
                  <a:lnTo>
                    <a:pt x="226388" y="149959"/>
                  </a:lnTo>
                  <a:lnTo>
                    <a:pt x="226627" y="148145"/>
                  </a:lnTo>
                  <a:lnTo>
                    <a:pt x="227221" y="143630"/>
                  </a:lnTo>
                  <a:lnTo>
                    <a:pt x="227307" y="136988"/>
                  </a:lnTo>
                  <a:lnTo>
                    <a:pt x="230730" y="131682"/>
                  </a:lnTo>
                  <a:lnTo>
                    <a:pt x="233609" y="127873"/>
                  </a:lnTo>
                  <a:lnTo>
                    <a:pt x="234120" y="127197"/>
                  </a:lnTo>
                  <a:lnTo>
                    <a:pt x="232210" y="123976"/>
                  </a:lnTo>
                  <a:lnTo>
                    <a:pt x="235980" y="119133"/>
                  </a:lnTo>
                  <a:lnTo>
                    <a:pt x="237472" y="111954"/>
                  </a:lnTo>
                  <a:lnTo>
                    <a:pt x="236731" y="109198"/>
                  </a:lnTo>
                  <a:lnTo>
                    <a:pt x="237242" y="104774"/>
                  </a:lnTo>
                  <a:lnTo>
                    <a:pt x="236951" y="97501"/>
                  </a:lnTo>
                  <a:lnTo>
                    <a:pt x="244780" y="99009"/>
                  </a:lnTo>
                  <a:lnTo>
                    <a:pt x="251093" y="106154"/>
                  </a:lnTo>
                  <a:lnTo>
                    <a:pt x="258756" y="106932"/>
                  </a:lnTo>
                  <a:lnTo>
                    <a:pt x="262850" y="106684"/>
                  </a:lnTo>
                  <a:lnTo>
                    <a:pt x="263789" y="106626"/>
                  </a:lnTo>
                  <a:lnTo>
                    <a:pt x="266995" y="100545"/>
                  </a:lnTo>
                  <a:lnTo>
                    <a:pt x="267090" y="100001"/>
                  </a:lnTo>
                  <a:lnTo>
                    <a:pt x="267890" y="95406"/>
                  </a:lnTo>
                  <a:lnTo>
                    <a:pt x="269386" y="87836"/>
                  </a:lnTo>
                  <a:lnTo>
                    <a:pt x="272349" y="82227"/>
                  </a:lnTo>
                  <a:lnTo>
                    <a:pt x="272040" y="79514"/>
                  </a:lnTo>
                  <a:lnTo>
                    <a:pt x="272594" y="72858"/>
                  </a:lnTo>
                  <a:lnTo>
                    <a:pt x="274076" y="69073"/>
                  </a:lnTo>
                  <a:lnTo>
                    <a:pt x="274796" y="65097"/>
                  </a:lnTo>
                  <a:lnTo>
                    <a:pt x="284950" y="69478"/>
                  </a:lnTo>
                  <a:lnTo>
                    <a:pt x="286692" y="62803"/>
                  </a:lnTo>
                  <a:lnTo>
                    <a:pt x="288553" y="56573"/>
                  </a:lnTo>
                  <a:lnTo>
                    <a:pt x="293866" y="52228"/>
                  </a:lnTo>
                  <a:lnTo>
                    <a:pt x="296677" y="46286"/>
                  </a:lnTo>
                  <a:lnTo>
                    <a:pt x="299967" y="42990"/>
                  </a:lnTo>
                  <a:lnTo>
                    <a:pt x="300963" y="38717"/>
                  </a:lnTo>
                  <a:lnTo>
                    <a:pt x="301777" y="35215"/>
                  </a:lnTo>
                  <a:lnTo>
                    <a:pt x="306442" y="27569"/>
                  </a:lnTo>
                  <a:lnTo>
                    <a:pt x="304858" y="25357"/>
                  </a:lnTo>
                  <a:lnTo>
                    <a:pt x="305315" y="20581"/>
                  </a:lnTo>
                  <a:lnTo>
                    <a:pt x="304686" y="17201"/>
                  </a:lnTo>
                  <a:lnTo>
                    <a:pt x="307029" y="9536"/>
                  </a:lnTo>
                  <a:lnTo>
                    <a:pt x="306041" y="4700"/>
                  </a:lnTo>
                  <a:lnTo>
                    <a:pt x="304162" y="0"/>
                  </a:lnTo>
                  <a:lnTo>
                    <a:pt x="313474" y="4376"/>
                  </a:lnTo>
                  <a:lnTo>
                    <a:pt x="316773" y="5922"/>
                  </a:lnTo>
                  <a:lnTo>
                    <a:pt x="329015" y="11703"/>
                  </a:lnTo>
                  <a:lnTo>
                    <a:pt x="345266" y="19336"/>
                  </a:lnTo>
                  <a:lnTo>
                    <a:pt x="345707" y="15886"/>
                  </a:lnTo>
                  <a:lnTo>
                    <a:pt x="346387" y="10118"/>
                  </a:lnTo>
                  <a:lnTo>
                    <a:pt x="348154" y="1172"/>
                  </a:lnTo>
                  <a:lnTo>
                    <a:pt x="350949" y="701"/>
                  </a:lnTo>
                  <a:lnTo>
                    <a:pt x="351722" y="570"/>
                  </a:lnTo>
                  <a:lnTo>
                    <a:pt x="357122" y="439"/>
                  </a:lnTo>
                  <a:lnTo>
                    <a:pt x="359913" y="1740"/>
                  </a:lnTo>
                  <a:lnTo>
                    <a:pt x="364220" y="3121"/>
                  </a:lnTo>
                  <a:lnTo>
                    <a:pt x="367335" y="5217"/>
                  </a:lnTo>
                  <a:lnTo>
                    <a:pt x="366379" y="8524"/>
                  </a:lnTo>
                  <a:lnTo>
                    <a:pt x="364635" y="11278"/>
                  </a:lnTo>
                  <a:lnTo>
                    <a:pt x="365617" y="14692"/>
                  </a:lnTo>
                  <a:lnTo>
                    <a:pt x="368478" y="15289"/>
                  </a:lnTo>
                  <a:lnTo>
                    <a:pt x="370354" y="17463"/>
                  </a:lnTo>
                  <a:lnTo>
                    <a:pt x="377383" y="16783"/>
                  </a:lnTo>
                  <a:lnTo>
                    <a:pt x="378549" y="16766"/>
                  </a:lnTo>
                  <a:lnTo>
                    <a:pt x="379452" y="16752"/>
                  </a:lnTo>
                  <a:lnTo>
                    <a:pt x="380801" y="16731"/>
                  </a:lnTo>
                  <a:lnTo>
                    <a:pt x="385429" y="17722"/>
                  </a:lnTo>
                  <a:lnTo>
                    <a:pt x="386265" y="21257"/>
                  </a:lnTo>
                  <a:lnTo>
                    <a:pt x="389757" y="21917"/>
                  </a:lnTo>
                  <a:lnTo>
                    <a:pt x="391256" y="21625"/>
                  </a:lnTo>
                  <a:lnTo>
                    <a:pt x="393487" y="21190"/>
                  </a:lnTo>
                  <a:lnTo>
                    <a:pt x="395916" y="23243"/>
                  </a:lnTo>
                  <a:lnTo>
                    <a:pt x="398529" y="25268"/>
                  </a:lnTo>
                  <a:lnTo>
                    <a:pt x="402686" y="27397"/>
                  </a:lnTo>
                  <a:lnTo>
                    <a:pt x="403299" y="29692"/>
                  </a:lnTo>
                  <a:lnTo>
                    <a:pt x="404432" y="33937"/>
                  </a:lnTo>
                  <a:lnTo>
                    <a:pt x="404560" y="34481"/>
                  </a:lnTo>
                  <a:lnTo>
                    <a:pt x="405345" y="37815"/>
                  </a:lnTo>
                  <a:lnTo>
                    <a:pt x="405523" y="38572"/>
                  </a:lnTo>
                  <a:lnTo>
                    <a:pt x="405361" y="41197"/>
                  </a:lnTo>
                  <a:lnTo>
                    <a:pt x="403649" y="41726"/>
                  </a:lnTo>
                  <a:lnTo>
                    <a:pt x="403333" y="42206"/>
                  </a:lnTo>
                  <a:lnTo>
                    <a:pt x="400987" y="45776"/>
                  </a:lnTo>
                  <a:lnTo>
                    <a:pt x="402015" y="49054"/>
                  </a:lnTo>
                  <a:lnTo>
                    <a:pt x="395853" y="50800"/>
                  </a:lnTo>
                  <a:lnTo>
                    <a:pt x="394373" y="51218"/>
                  </a:lnTo>
                  <a:lnTo>
                    <a:pt x="392828" y="58382"/>
                  </a:lnTo>
                  <a:lnTo>
                    <a:pt x="393038" y="63859"/>
                  </a:lnTo>
                  <a:lnTo>
                    <a:pt x="393158" y="67025"/>
                  </a:lnTo>
                  <a:lnTo>
                    <a:pt x="395376" y="74080"/>
                  </a:lnTo>
                  <a:lnTo>
                    <a:pt x="398259" y="76199"/>
                  </a:lnTo>
                  <a:lnTo>
                    <a:pt x="399927" y="77424"/>
                  </a:lnTo>
                  <a:lnTo>
                    <a:pt x="406395" y="74401"/>
                  </a:lnTo>
                  <a:lnTo>
                    <a:pt x="410782" y="72520"/>
                  </a:lnTo>
                  <a:lnTo>
                    <a:pt x="413614" y="71031"/>
                  </a:lnTo>
                  <a:lnTo>
                    <a:pt x="416101" y="73159"/>
                  </a:lnTo>
                  <a:lnTo>
                    <a:pt x="416349" y="75535"/>
                  </a:lnTo>
                  <a:lnTo>
                    <a:pt x="418825" y="76990"/>
                  </a:lnTo>
                  <a:lnTo>
                    <a:pt x="419373" y="77312"/>
                  </a:lnTo>
                  <a:lnTo>
                    <a:pt x="422207" y="79328"/>
                  </a:lnTo>
                  <a:lnTo>
                    <a:pt x="422568" y="81904"/>
                  </a:lnTo>
                  <a:lnTo>
                    <a:pt x="426345" y="82380"/>
                  </a:lnTo>
                  <a:lnTo>
                    <a:pt x="431856" y="83881"/>
                  </a:lnTo>
                  <a:lnTo>
                    <a:pt x="437759" y="82292"/>
                  </a:lnTo>
                  <a:lnTo>
                    <a:pt x="442156" y="81528"/>
                  </a:lnTo>
                  <a:lnTo>
                    <a:pt x="447011" y="80838"/>
                  </a:lnTo>
                  <a:lnTo>
                    <a:pt x="448751" y="83879"/>
                  </a:lnTo>
                  <a:lnTo>
                    <a:pt x="453968" y="86089"/>
                  </a:lnTo>
                  <a:lnTo>
                    <a:pt x="456322" y="88168"/>
                  </a:lnTo>
                  <a:lnTo>
                    <a:pt x="458067" y="89709"/>
                  </a:lnTo>
                  <a:lnTo>
                    <a:pt x="463249" y="91889"/>
                  </a:lnTo>
                  <a:lnTo>
                    <a:pt x="471515" y="93330"/>
                  </a:lnTo>
                  <a:lnTo>
                    <a:pt x="477871" y="95666"/>
                  </a:lnTo>
                  <a:lnTo>
                    <a:pt x="478207" y="100747"/>
                  </a:lnTo>
                  <a:lnTo>
                    <a:pt x="475196" y="105169"/>
                  </a:lnTo>
                  <a:lnTo>
                    <a:pt x="476749" y="111586"/>
                  </a:lnTo>
                  <a:lnTo>
                    <a:pt x="476797" y="115057"/>
                  </a:lnTo>
                  <a:lnTo>
                    <a:pt x="476811" y="116124"/>
                  </a:lnTo>
                  <a:lnTo>
                    <a:pt x="481320" y="119656"/>
                  </a:lnTo>
                  <a:lnTo>
                    <a:pt x="481407" y="122479"/>
                  </a:lnTo>
                  <a:lnTo>
                    <a:pt x="481490" y="125197"/>
                  </a:lnTo>
                  <a:lnTo>
                    <a:pt x="482549" y="126873"/>
                  </a:lnTo>
                  <a:lnTo>
                    <a:pt x="484551" y="130041"/>
                  </a:lnTo>
                  <a:lnTo>
                    <a:pt x="487774" y="135862"/>
                  </a:lnTo>
                  <a:lnTo>
                    <a:pt x="488984" y="139818"/>
                  </a:lnTo>
                  <a:lnTo>
                    <a:pt x="488681" y="145921"/>
                  </a:lnTo>
                  <a:lnTo>
                    <a:pt x="481129" y="142201"/>
                  </a:lnTo>
                  <a:lnTo>
                    <a:pt x="478828" y="140902"/>
                  </a:lnTo>
                  <a:lnTo>
                    <a:pt x="478306" y="141364"/>
                  </a:lnTo>
                  <a:lnTo>
                    <a:pt x="476299" y="143139"/>
                  </a:lnTo>
                  <a:lnTo>
                    <a:pt x="481261" y="148326"/>
                  </a:lnTo>
                  <a:lnTo>
                    <a:pt x="483815" y="151026"/>
                  </a:lnTo>
                  <a:lnTo>
                    <a:pt x="483313" y="153086"/>
                  </a:lnTo>
                  <a:lnTo>
                    <a:pt x="482723" y="155504"/>
                  </a:lnTo>
                  <a:lnTo>
                    <a:pt x="486666" y="157616"/>
                  </a:lnTo>
                  <a:lnTo>
                    <a:pt x="487010" y="157800"/>
                  </a:lnTo>
                  <a:lnTo>
                    <a:pt x="490246" y="161277"/>
                  </a:lnTo>
                  <a:lnTo>
                    <a:pt x="492002" y="163002"/>
                  </a:lnTo>
                  <a:lnTo>
                    <a:pt x="494141" y="165101"/>
                  </a:lnTo>
                  <a:lnTo>
                    <a:pt x="493838" y="172862"/>
                  </a:lnTo>
                  <a:lnTo>
                    <a:pt x="495937" y="174421"/>
                  </a:lnTo>
                  <a:lnTo>
                    <a:pt x="497109" y="175291"/>
                  </a:lnTo>
                  <a:lnTo>
                    <a:pt x="503086" y="176573"/>
                  </a:lnTo>
                  <a:lnTo>
                    <a:pt x="504024" y="176563"/>
                  </a:lnTo>
                  <a:lnTo>
                    <a:pt x="510435" y="176490"/>
                  </a:lnTo>
                  <a:lnTo>
                    <a:pt x="513003" y="173979"/>
                  </a:lnTo>
                  <a:lnTo>
                    <a:pt x="516260" y="173512"/>
                  </a:lnTo>
                  <a:lnTo>
                    <a:pt x="521401" y="183242"/>
                  </a:lnTo>
                  <a:lnTo>
                    <a:pt x="526566" y="191661"/>
                  </a:lnTo>
                  <a:lnTo>
                    <a:pt x="530049" y="196275"/>
                  </a:lnTo>
                  <a:lnTo>
                    <a:pt x="533504" y="202625"/>
                  </a:lnTo>
                  <a:lnTo>
                    <a:pt x="522776" y="205858"/>
                  </a:lnTo>
                  <a:lnTo>
                    <a:pt x="516348" y="207774"/>
                  </a:lnTo>
                  <a:lnTo>
                    <a:pt x="503500" y="211577"/>
                  </a:lnTo>
                  <a:lnTo>
                    <a:pt x="491498" y="215082"/>
                  </a:lnTo>
                  <a:lnTo>
                    <a:pt x="488095" y="216071"/>
                  </a:lnTo>
                  <a:lnTo>
                    <a:pt x="474855" y="219895"/>
                  </a:lnTo>
                  <a:lnTo>
                    <a:pt x="462889" y="223792"/>
                  </a:lnTo>
                  <a:lnTo>
                    <a:pt x="452470" y="226760"/>
                  </a:lnTo>
                  <a:lnTo>
                    <a:pt x="446207" y="228534"/>
                  </a:lnTo>
                  <a:lnTo>
                    <a:pt x="444460" y="229027"/>
                  </a:lnTo>
                  <a:lnTo>
                    <a:pt x="437113" y="231111"/>
                  </a:lnTo>
                  <a:lnTo>
                    <a:pt x="406622" y="239644"/>
                  </a:lnTo>
                  <a:lnTo>
                    <a:pt x="405446" y="239975"/>
                  </a:lnTo>
                  <a:lnTo>
                    <a:pt x="396470" y="242490"/>
                  </a:lnTo>
                  <a:lnTo>
                    <a:pt x="386557" y="245249"/>
                  </a:lnTo>
                  <a:lnTo>
                    <a:pt x="380685" y="246874"/>
                  </a:lnTo>
                  <a:lnTo>
                    <a:pt x="367765" y="250475"/>
                  </a:lnTo>
                  <a:lnTo>
                    <a:pt x="358716" y="252978"/>
                  </a:lnTo>
                  <a:lnTo>
                    <a:pt x="355145" y="253961"/>
                  </a:lnTo>
                  <a:lnTo>
                    <a:pt x="339898" y="257931"/>
                  </a:lnTo>
                  <a:lnTo>
                    <a:pt x="335669" y="259025"/>
                  </a:lnTo>
                  <a:lnTo>
                    <a:pt x="325747" y="261576"/>
                  </a:lnTo>
                  <a:lnTo>
                    <a:pt x="312391" y="265066"/>
                  </a:lnTo>
                  <a:lnTo>
                    <a:pt x="306937" y="266482"/>
                  </a:lnTo>
                  <a:lnTo>
                    <a:pt x="298449" y="268673"/>
                  </a:lnTo>
                  <a:lnTo>
                    <a:pt x="289801" y="270892"/>
                  </a:lnTo>
                  <a:lnTo>
                    <a:pt x="287035" y="271598"/>
                  </a:lnTo>
                  <a:lnTo>
                    <a:pt x="286830" y="271649"/>
                  </a:lnTo>
                  <a:lnTo>
                    <a:pt x="273089" y="275029"/>
                  </a:lnTo>
                  <a:lnTo>
                    <a:pt x="251729" y="280213"/>
                  </a:lnTo>
                  <a:lnTo>
                    <a:pt x="249942" y="280637"/>
                  </a:lnTo>
                  <a:lnTo>
                    <a:pt x="233387" y="284543"/>
                  </a:lnTo>
                  <a:lnTo>
                    <a:pt x="223941" y="286250"/>
                  </a:lnTo>
                  <a:lnTo>
                    <a:pt x="223336" y="286360"/>
                  </a:lnTo>
                  <a:lnTo>
                    <a:pt x="211433" y="288511"/>
                  </a:lnTo>
                  <a:lnTo>
                    <a:pt x="205014" y="289660"/>
                  </a:lnTo>
                  <a:lnTo>
                    <a:pt x="195749" y="291877"/>
                  </a:lnTo>
                  <a:lnTo>
                    <a:pt x="191538" y="292879"/>
                  </a:lnTo>
                  <a:lnTo>
                    <a:pt x="180466" y="294979"/>
                  </a:lnTo>
                  <a:lnTo>
                    <a:pt x="172502" y="296375"/>
                  </a:lnTo>
                  <a:lnTo>
                    <a:pt x="160317" y="298776"/>
                  </a:lnTo>
                  <a:lnTo>
                    <a:pt x="150192" y="300751"/>
                  </a:lnTo>
                  <a:lnTo>
                    <a:pt x="137844" y="302779"/>
                  </a:lnTo>
                  <a:lnTo>
                    <a:pt x="139528" y="300252"/>
                  </a:lnTo>
                  <a:lnTo>
                    <a:pt x="127130" y="302764"/>
                  </a:lnTo>
                  <a:lnTo>
                    <a:pt x="120516" y="304093"/>
                  </a:lnTo>
                  <a:lnTo>
                    <a:pt x="120107" y="306168"/>
                  </a:lnTo>
                  <a:lnTo>
                    <a:pt x="105565" y="309323"/>
                  </a:lnTo>
                  <a:lnTo>
                    <a:pt x="103610" y="309744"/>
                  </a:lnTo>
                  <a:lnTo>
                    <a:pt x="98832" y="310757"/>
                  </a:lnTo>
                  <a:lnTo>
                    <a:pt x="95336" y="311495"/>
                  </a:lnTo>
                  <a:lnTo>
                    <a:pt x="82033" y="314282"/>
                  </a:lnTo>
                  <a:lnTo>
                    <a:pt x="73648" y="316131"/>
                  </a:lnTo>
                  <a:lnTo>
                    <a:pt x="58425" y="319453"/>
                  </a:lnTo>
                  <a:lnTo>
                    <a:pt x="47782" y="321530"/>
                  </a:lnTo>
                  <a:lnTo>
                    <a:pt x="27602" y="325410"/>
                  </a:lnTo>
                  <a:lnTo>
                    <a:pt x="14065" y="328030"/>
                  </a:lnTo>
                  <a:lnTo>
                    <a:pt x="0" y="3307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313454" y="2546754"/>
              <a:ext cx="117670" cy="228261"/>
            </a:xfrm>
            <a:custGeom>
              <a:avLst/>
              <a:pathLst>
                <a:path w="117670" h="228261">
                  <a:moveTo>
                    <a:pt x="21651" y="117125"/>
                  </a:moveTo>
                  <a:lnTo>
                    <a:pt x="20974" y="111004"/>
                  </a:lnTo>
                  <a:lnTo>
                    <a:pt x="21851" y="104720"/>
                  </a:lnTo>
                  <a:lnTo>
                    <a:pt x="23027" y="101727"/>
                  </a:lnTo>
                  <a:lnTo>
                    <a:pt x="22814" y="101259"/>
                  </a:lnTo>
                  <a:lnTo>
                    <a:pt x="21096" y="97475"/>
                  </a:lnTo>
                  <a:lnTo>
                    <a:pt x="19154" y="93737"/>
                  </a:lnTo>
                  <a:lnTo>
                    <a:pt x="19222" y="91282"/>
                  </a:lnTo>
                  <a:lnTo>
                    <a:pt x="19174" y="85841"/>
                  </a:lnTo>
                  <a:lnTo>
                    <a:pt x="16148" y="80612"/>
                  </a:lnTo>
                  <a:lnTo>
                    <a:pt x="12989" y="78046"/>
                  </a:lnTo>
                  <a:lnTo>
                    <a:pt x="11579" y="76901"/>
                  </a:lnTo>
                  <a:lnTo>
                    <a:pt x="11254" y="76636"/>
                  </a:lnTo>
                  <a:lnTo>
                    <a:pt x="8447" y="72706"/>
                  </a:lnTo>
                  <a:lnTo>
                    <a:pt x="7572" y="65408"/>
                  </a:lnTo>
                  <a:lnTo>
                    <a:pt x="6584" y="60971"/>
                  </a:lnTo>
                  <a:lnTo>
                    <a:pt x="6474" y="56186"/>
                  </a:lnTo>
                  <a:lnTo>
                    <a:pt x="3965" y="54775"/>
                  </a:lnTo>
                  <a:lnTo>
                    <a:pt x="2270" y="52483"/>
                  </a:lnTo>
                  <a:lnTo>
                    <a:pt x="2907" y="46543"/>
                  </a:lnTo>
                  <a:lnTo>
                    <a:pt x="1062" y="42211"/>
                  </a:lnTo>
                  <a:lnTo>
                    <a:pt x="0" y="38776"/>
                  </a:lnTo>
                  <a:lnTo>
                    <a:pt x="8655" y="35549"/>
                  </a:lnTo>
                  <a:lnTo>
                    <a:pt x="16938" y="32443"/>
                  </a:lnTo>
                  <a:lnTo>
                    <a:pt x="23422" y="30191"/>
                  </a:lnTo>
                  <a:lnTo>
                    <a:pt x="43937" y="23096"/>
                  </a:lnTo>
                  <a:lnTo>
                    <a:pt x="45647" y="22678"/>
                  </a:lnTo>
                  <a:lnTo>
                    <a:pt x="46920" y="22367"/>
                  </a:lnTo>
                  <a:lnTo>
                    <a:pt x="57583" y="18706"/>
                  </a:lnTo>
                  <a:lnTo>
                    <a:pt x="76263" y="11740"/>
                  </a:lnTo>
                  <a:lnTo>
                    <a:pt x="82455" y="9353"/>
                  </a:lnTo>
                  <a:lnTo>
                    <a:pt x="83349" y="8997"/>
                  </a:lnTo>
                  <a:lnTo>
                    <a:pt x="95152" y="4275"/>
                  </a:lnTo>
                  <a:lnTo>
                    <a:pt x="99819" y="2402"/>
                  </a:lnTo>
                  <a:lnTo>
                    <a:pt x="106031" y="0"/>
                  </a:lnTo>
                  <a:lnTo>
                    <a:pt x="105424" y="3788"/>
                  </a:lnTo>
                  <a:lnTo>
                    <a:pt x="109519" y="8360"/>
                  </a:lnTo>
                  <a:lnTo>
                    <a:pt x="108859" y="11564"/>
                  </a:lnTo>
                  <a:lnTo>
                    <a:pt x="108401" y="18932"/>
                  </a:lnTo>
                  <a:lnTo>
                    <a:pt x="106912" y="25018"/>
                  </a:lnTo>
                  <a:lnTo>
                    <a:pt x="111838" y="30965"/>
                  </a:lnTo>
                  <a:lnTo>
                    <a:pt x="114880" y="33417"/>
                  </a:lnTo>
                  <a:lnTo>
                    <a:pt x="116741" y="37319"/>
                  </a:lnTo>
                  <a:lnTo>
                    <a:pt x="115201" y="40890"/>
                  </a:lnTo>
                  <a:lnTo>
                    <a:pt x="117066" y="44577"/>
                  </a:lnTo>
                  <a:lnTo>
                    <a:pt x="114208" y="48780"/>
                  </a:lnTo>
                  <a:lnTo>
                    <a:pt x="113075" y="53736"/>
                  </a:lnTo>
                  <a:lnTo>
                    <a:pt x="109416" y="56781"/>
                  </a:lnTo>
                  <a:lnTo>
                    <a:pt x="108634" y="57430"/>
                  </a:lnTo>
                  <a:lnTo>
                    <a:pt x="107706" y="62230"/>
                  </a:lnTo>
                  <a:lnTo>
                    <a:pt x="106757" y="63075"/>
                  </a:lnTo>
                  <a:lnTo>
                    <a:pt x="104859" y="64766"/>
                  </a:lnTo>
                  <a:lnTo>
                    <a:pt x="100818" y="66225"/>
                  </a:lnTo>
                  <a:lnTo>
                    <a:pt x="97878" y="68533"/>
                  </a:lnTo>
                  <a:lnTo>
                    <a:pt x="96297" y="72237"/>
                  </a:lnTo>
                  <a:lnTo>
                    <a:pt x="97188" y="76187"/>
                  </a:lnTo>
                  <a:lnTo>
                    <a:pt x="98601" y="81550"/>
                  </a:lnTo>
                  <a:lnTo>
                    <a:pt x="99780" y="83492"/>
                  </a:lnTo>
                  <a:lnTo>
                    <a:pt x="102457" y="87900"/>
                  </a:lnTo>
                  <a:lnTo>
                    <a:pt x="102231" y="94484"/>
                  </a:lnTo>
                  <a:lnTo>
                    <a:pt x="101080" y="98954"/>
                  </a:lnTo>
                  <a:lnTo>
                    <a:pt x="102974" y="102300"/>
                  </a:lnTo>
                  <a:lnTo>
                    <a:pt x="101465" y="110055"/>
                  </a:lnTo>
                  <a:lnTo>
                    <a:pt x="102590" y="115831"/>
                  </a:lnTo>
                  <a:lnTo>
                    <a:pt x="101967" y="119389"/>
                  </a:lnTo>
                  <a:lnTo>
                    <a:pt x="101733" y="120727"/>
                  </a:lnTo>
                  <a:lnTo>
                    <a:pt x="99196" y="125391"/>
                  </a:lnTo>
                  <a:lnTo>
                    <a:pt x="99832" y="135767"/>
                  </a:lnTo>
                  <a:lnTo>
                    <a:pt x="99674" y="136090"/>
                  </a:lnTo>
                  <a:lnTo>
                    <a:pt x="97885" y="139723"/>
                  </a:lnTo>
                  <a:lnTo>
                    <a:pt x="100147" y="146544"/>
                  </a:lnTo>
                  <a:lnTo>
                    <a:pt x="102006" y="158230"/>
                  </a:lnTo>
                  <a:lnTo>
                    <a:pt x="103878" y="161564"/>
                  </a:lnTo>
                  <a:lnTo>
                    <a:pt x="104397" y="166766"/>
                  </a:lnTo>
                  <a:lnTo>
                    <a:pt x="104566" y="169599"/>
                  </a:lnTo>
                  <a:lnTo>
                    <a:pt x="104663" y="171230"/>
                  </a:lnTo>
                  <a:lnTo>
                    <a:pt x="105641" y="175992"/>
                  </a:lnTo>
                  <a:lnTo>
                    <a:pt x="105780" y="176673"/>
                  </a:lnTo>
                  <a:lnTo>
                    <a:pt x="108702" y="181948"/>
                  </a:lnTo>
                  <a:lnTo>
                    <a:pt x="108312" y="186100"/>
                  </a:lnTo>
                  <a:lnTo>
                    <a:pt x="110491" y="189082"/>
                  </a:lnTo>
                  <a:lnTo>
                    <a:pt x="108706" y="193201"/>
                  </a:lnTo>
                  <a:lnTo>
                    <a:pt x="106705" y="195119"/>
                  </a:lnTo>
                  <a:lnTo>
                    <a:pt x="108385" y="199907"/>
                  </a:lnTo>
                  <a:lnTo>
                    <a:pt x="107820" y="203106"/>
                  </a:lnTo>
                  <a:lnTo>
                    <a:pt x="110570" y="207928"/>
                  </a:lnTo>
                  <a:lnTo>
                    <a:pt x="115537" y="210269"/>
                  </a:lnTo>
                  <a:lnTo>
                    <a:pt x="117670" y="212756"/>
                  </a:lnTo>
                  <a:lnTo>
                    <a:pt x="96342" y="219439"/>
                  </a:lnTo>
                  <a:lnTo>
                    <a:pt x="92993" y="220515"/>
                  </a:lnTo>
                  <a:lnTo>
                    <a:pt x="88998" y="221796"/>
                  </a:lnTo>
                  <a:lnTo>
                    <a:pt x="83356" y="223599"/>
                  </a:lnTo>
                  <a:lnTo>
                    <a:pt x="68653" y="228261"/>
                  </a:lnTo>
                  <a:lnTo>
                    <a:pt x="65526" y="224075"/>
                  </a:lnTo>
                  <a:lnTo>
                    <a:pt x="65385" y="221159"/>
                  </a:lnTo>
                  <a:lnTo>
                    <a:pt x="65281" y="220807"/>
                  </a:lnTo>
                  <a:lnTo>
                    <a:pt x="62596" y="211749"/>
                  </a:lnTo>
                  <a:lnTo>
                    <a:pt x="60256" y="203871"/>
                  </a:lnTo>
                  <a:lnTo>
                    <a:pt x="53298" y="180047"/>
                  </a:lnTo>
                  <a:lnTo>
                    <a:pt x="52071" y="175862"/>
                  </a:lnTo>
                  <a:lnTo>
                    <a:pt x="47895" y="161175"/>
                  </a:lnTo>
                  <a:lnTo>
                    <a:pt x="43523" y="158027"/>
                  </a:lnTo>
                  <a:lnTo>
                    <a:pt x="40244" y="155267"/>
                  </a:lnTo>
                  <a:lnTo>
                    <a:pt x="37827" y="161552"/>
                  </a:lnTo>
                  <a:lnTo>
                    <a:pt x="35230" y="159562"/>
                  </a:lnTo>
                  <a:lnTo>
                    <a:pt x="34182" y="154330"/>
                  </a:lnTo>
                  <a:lnTo>
                    <a:pt x="34265" y="150441"/>
                  </a:lnTo>
                  <a:lnTo>
                    <a:pt x="34677" y="145209"/>
                  </a:lnTo>
                  <a:lnTo>
                    <a:pt x="34807" y="143541"/>
                  </a:lnTo>
                  <a:lnTo>
                    <a:pt x="31861" y="141014"/>
                  </a:lnTo>
                  <a:lnTo>
                    <a:pt x="31142" y="140396"/>
                  </a:lnTo>
                  <a:lnTo>
                    <a:pt x="30462" y="135151"/>
                  </a:lnTo>
                  <a:lnTo>
                    <a:pt x="26940" y="131257"/>
                  </a:lnTo>
                  <a:lnTo>
                    <a:pt x="25444" y="127471"/>
                  </a:lnTo>
                  <a:lnTo>
                    <a:pt x="24743" y="124335"/>
                  </a:lnTo>
                  <a:lnTo>
                    <a:pt x="22043" y="1223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035842" y="2262308"/>
              <a:ext cx="27170" cy="32925"/>
            </a:xfrm>
            <a:custGeom>
              <a:avLst/>
              <a:pathLst>
                <a:path w="27170" h="32925">
                  <a:moveTo>
                    <a:pt x="542" y="4081"/>
                  </a:moveTo>
                  <a:lnTo>
                    <a:pt x="10135" y="5468"/>
                  </a:lnTo>
                  <a:lnTo>
                    <a:pt x="13477" y="4501"/>
                  </a:lnTo>
                  <a:lnTo>
                    <a:pt x="17251" y="42"/>
                  </a:lnTo>
                  <a:lnTo>
                    <a:pt x="19757" y="0"/>
                  </a:lnTo>
                  <a:lnTo>
                    <a:pt x="25143" y="5850"/>
                  </a:lnTo>
                  <a:lnTo>
                    <a:pt x="27170" y="14108"/>
                  </a:lnTo>
                  <a:lnTo>
                    <a:pt x="22616" y="18055"/>
                  </a:lnTo>
                  <a:lnTo>
                    <a:pt x="23066" y="22102"/>
                  </a:lnTo>
                  <a:lnTo>
                    <a:pt x="21257" y="26518"/>
                  </a:lnTo>
                  <a:lnTo>
                    <a:pt x="18472" y="28003"/>
                  </a:lnTo>
                  <a:lnTo>
                    <a:pt x="17854" y="32925"/>
                  </a:lnTo>
                  <a:lnTo>
                    <a:pt x="13676" y="32652"/>
                  </a:lnTo>
                  <a:lnTo>
                    <a:pt x="11257" y="29909"/>
                  </a:lnTo>
                  <a:lnTo>
                    <a:pt x="5631" y="26356"/>
                  </a:lnTo>
                  <a:lnTo>
                    <a:pt x="1158" y="20801"/>
                  </a:lnTo>
                  <a:lnTo>
                    <a:pt x="0" y="125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925563" y="2247266"/>
              <a:ext cx="462508" cy="342962"/>
            </a:xfrm>
            <a:custGeom>
              <a:avLst/>
              <a:pathLst>
                <a:path w="462508" h="342962">
                  <a:moveTo>
                    <a:pt x="21073" y="18477"/>
                  </a:moveTo>
                  <a:lnTo>
                    <a:pt x="25186" y="19380"/>
                  </a:lnTo>
                  <a:lnTo>
                    <a:pt x="30037" y="24422"/>
                  </a:lnTo>
                  <a:lnTo>
                    <a:pt x="37244" y="33180"/>
                  </a:lnTo>
                  <a:lnTo>
                    <a:pt x="43863" y="37160"/>
                  </a:lnTo>
                  <a:lnTo>
                    <a:pt x="50793" y="43830"/>
                  </a:lnTo>
                  <a:lnTo>
                    <a:pt x="52558" y="48036"/>
                  </a:lnTo>
                  <a:lnTo>
                    <a:pt x="61538" y="52461"/>
                  </a:lnTo>
                  <a:lnTo>
                    <a:pt x="69973" y="54897"/>
                  </a:lnTo>
                  <a:lnTo>
                    <a:pt x="73089" y="55875"/>
                  </a:lnTo>
                  <a:lnTo>
                    <a:pt x="79513" y="58920"/>
                  </a:lnTo>
                  <a:lnTo>
                    <a:pt x="84855" y="63087"/>
                  </a:lnTo>
                  <a:lnTo>
                    <a:pt x="91653" y="66150"/>
                  </a:lnTo>
                  <a:lnTo>
                    <a:pt x="95961" y="67048"/>
                  </a:lnTo>
                  <a:lnTo>
                    <a:pt x="102700" y="63741"/>
                  </a:lnTo>
                  <a:lnTo>
                    <a:pt x="105631" y="69772"/>
                  </a:lnTo>
                  <a:lnTo>
                    <a:pt x="108313" y="73358"/>
                  </a:lnTo>
                  <a:lnTo>
                    <a:pt x="111748" y="73646"/>
                  </a:lnTo>
                  <a:lnTo>
                    <a:pt x="114009" y="73283"/>
                  </a:lnTo>
                  <a:lnTo>
                    <a:pt x="118953" y="72484"/>
                  </a:lnTo>
                  <a:lnTo>
                    <a:pt x="123227" y="72940"/>
                  </a:lnTo>
                  <a:lnTo>
                    <a:pt x="125657" y="77378"/>
                  </a:lnTo>
                  <a:lnTo>
                    <a:pt x="123259" y="84718"/>
                  </a:lnTo>
                  <a:lnTo>
                    <a:pt x="122195" y="88394"/>
                  </a:lnTo>
                  <a:lnTo>
                    <a:pt x="123686" y="93647"/>
                  </a:lnTo>
                  <a:lnTo>
                    <a:pt x="124687" y="93753"/>
                  </a:lnTo>
                  <a:lnTo>
                    <a:pt x="125713" y="93862"/>
                  </a:lnTo>
                  <a:lnTo>
                    <a:pt x="128769" y="92371"/>
                  </a:lnTo>
                  <a:lnTo>
                    <a:pt x="130683" y="91436"/>
                  </a:lnTo>
                  <a:lnTo>
                    <a:pt x="131637" y="89018"/>
                  </a:lnTo>
                  <a:lnTo>
                    <a:pt x="128912" y="85015"/>
                  </a:lnTo>
                  <a:lnTo>
                    <a:pt x="131430" y="78393"/>
                  </a:lnTo>
                  <a:lnTo>
                    <a:pt x="130822" y="73340"/>
                  </a:lnTo>
                  <a:lnTo>
                    <a:pt x="127232" y="69472"/>
                  </a:lnTo>
                  <a:lnTo>
                    <a:pt x="126644" y="63143"/>
                  </a:lnTo>
                  <a:lnTo>
                    <a:pt x="130577" y="59201"/>
                  </a:lnTo>
                  <a:lnTo>
                    <a:pt x="135276" y="51602"/>
                  </a:lnTo>
                  <a:lnTo>
                    <a:pt x="135468" y="51290"/>
                  </a:lnTo>
                  <a:lnTo>
                    <a:pt x="135691" y="45766"/>
                  </a:lnTo>
                  <a:lnTo>
                    <a:pt x="139197" y="41874"/>
                  </a:lnTo>
                  <a:lnTo>
                    <a:pt x="141105" y="37056"/>
                  </a:lnTo>
                  <a:lnTo>
                    <a:pt x="140973" y="31745"/>
                  </a:lnTo>
                  <a:lnTo>
                    <a:pt x="140802" y="24572"/>
                  </a:lnTo>
                  <a:lnTo>
                    <a:pt x="141975" y="18723"/>
                  </a:lnTo>
                  <a:lnTo>
                    <a:pt x="142545" y="14366"/>
                  </a:lnTo>
                  <a:lnTo>
                    <a:pt x="140328" y="9533"/>
                  </a:lnTo>
                  <a:lnTo>
                    <a:pt x="140315" y="4135"/>
                  </a:lnTo>
                  <a:lnTo>
                    <a:pt x="145369" y="0"/>
                  </a:lnTo>
                  <a:lnTo>
                    <a:pt x="173143" y="8188"/>
                  </a:lnTo>
                  <a:lnTo>
                    <a:pt x="181513" y="10652"/>
                  </a:lnTo>
                  <a:lnTo>
                    <a:pt x="200461" y="16528"/>
                  </a:lnTo>
                  <a:lnTo>
                    <a:pt x="220092" y="21838"/>
                  </a:lnTo>
                  <a:lnTo>
                    <a:pt x="234967" y="25824"/>
                  </a:lnTo>
                  <a:lnTo>
                    <a:pt x="250100" y="30043"/>
                  </a:lnTo>
                  <a:lnTo>
                    <a:pt x="257540" y="32095"/>
                  </a:lnTo>
                  <a:lnTo>
                    <a:pt x="276364" y="37084"/>
                  </a:lnTo>
                  <a:lnTo>
                    <a:pt x="297092" y="42644"/>
                  </a:lnTo>
                  <a:lnTo>
                    <a:pt x="327251" y="50294"/>
                  </a:lnTo>
                  <a:lnTo>
                    <a:pt x="345339" y="54819"/>
                  </a:lnTo>
                  <a:lnTo>
                    <a:pt x="361775" y="58856"/>
                  </a:lnTo>
                  <a:lnTo>
                    <a:pt x="397397" y="67377"/>
                  </a:lnTo>
                  <a:lnTo>
                    <a:pt x="408298" y="69922"/>
                  </a:lnTo>
                  <a:lnTo>
                    <a:pt x="430360" y="74954"/>
                  </a:lnTo>
                  <a:lnTo>
                    <a:pt x="440268" y="77240"/>
                  </a:lnTo>
                  <a:lnTo>
                    <a:pt x="449309" y="79305"/>
                  </a:lnTo>
                  <a:lnTo>
                    <a:pt x="462508" y="82277"/>
                  </a:lnTo>
                  <a:lnTo>
                    <a:pt x="459528" y="95417"/>
                  </a:lnTo>
                  <a:lnTo>
                    <a:pt x="455827" y="111769"/>
                  </a:lnTo>
                  <a:lnTo>
                    <a:pt x="451231" y="131940"/>
                  </a:lnTo>
                  <a:lnTo>
                    <a:pt x="445188" y="157554"/>
                  </a:lnTo>
                  <a:lnTo>
                    <a:pt x="443662" y="164404"/>
                  </a:lnTo>
                  <a:lnTo>
                    <a:pt x="442356" y="170270"/>
                  </a:lnTo>
                  <a:lnTo>
                    <a:pt x="437716" y="191156"/>
                  </a:lnTo>
                  <a:lnTo>
                    <a:pt x="430761" y="223034"/>
                  </a:lnTo>
                  <a:lnTo>
                    <a:pt x="428756" y="232252"/>
                  </a:lnTo>
                  <a:lnTo>
                    <a:pt x="426796" y="241278"/>
                  </a:lnTo>
                  <a:lnTo>
                    <a:pt x="426277" y="243649"/>
                  </a:lnTo>
                  <a:lnTo>
                    <a:pt x="415245" y="294200"/>
                  </a:lnTo>
                  <a:lnTo>
                    <a:pt x="413933" y="300239"/>
                  </a:lnTo>
                  <a:lnTo>
                    <a:pt x="413261" y="304223"/>
                  </a:lnTo>
                  <a:lnTo>
                    <a:pt x="413024" y="305626"/>
                  </a:lnTo>
                  <a:lnTo>
                    <a:pt x="410364" y="310148"/>
                  </a:lnTo>
                  <a:lnTo>
                    <a:pt x="413282" y="315343"/>
                  </a:lnTo>
                  <a:lnTo>
                    <a:pt x="414294" y="320070"/>
                  </a:lnTo>
                  <a:lnTo>
                    <a:pt x="413379" y="324718"/>
                  </a:lnTo>
                  <a:lnTo>
                    <a:pt x="415152" y="327699"/>
                  </a:lnTo>
                  <a:lnTo>
                    <a:pt x="413942" y="330012"/>
                  </a:lnTo>
                  <a:lnTo>
                    <a:pt x="410119" y="334388"/>
                  </a:lnTo>
                  <a:lnTo>
                    <a:pt x="412004" y="336956"/>
                  </a:lnTo>
                  <a:lnTo>
                    <a:pt x="412371" y="342962"/>
                  </a:lnTo>
                  <a:lnTo>
                    <a:pt x="386408" y="337225"/>
                  </a:lnTo>
                  <a:lnTo>
                    <a:pt x="378963" y="335466"/>
                  </a:lnTo>
                  <a:lnTo>
                    <a:pt x="371670" y="333731"/>
                  </a:lnTo>
                  <a:lnTo>
                    <a:pt x="364916" y="332113"/>
                  </a:lnTo>
                  <a:lnTo>
                    <a:pt x="349548" y="328593"/>
                  </a:lnTo>
                  <a:lnTo>
                    <a:pt x="348406" y="328329"/>
                  </a:lnTo>
                  <a:lnTo>
                    <a:pt x="326499" y="323213"/>
                  </a:lnTo>
                  <a:lnTo>
                    <a:pt x="308201" y="318859"/>
                  </a:lnTo>
                  <a:lnTo>
                    <a:pt x="289938" y="314570"/>
                  </a:lnTo>
                  <a:lnTo>
                    <a:pt x="284705" y="317055"/>
                  </a:lnTo>
                  <a:lnTo>
                    <a:pt x="280357" y="318332"/>
                  </a:lnTo>
                  <a:lnTo>
                    <a:pt x="272781" y="315830"/>
                  </a:lnTo>
                  <a:lnTo>
                    <a:pt x="266075" y="315843"/>
                  </a:lnTo>
                  <a:lnTo>
                    <a:pt x="261905" y="315574"/>
                  </a:lnTo>
                  <a:lnTo>
                    <a:pt x="258477" y="315350"/>
                  </a:lnTo>
                  <a:lnTo>
                    <a:pt x="253953" y="312473"/>
                  </a:lnTo>
                  <a:lnTo>
                    <a:pt x="252122" y="312550"/>
                  </a:lnTo>
                  <a:lnTo>
                    <a:pt x="246695" y="316910"/>
                  </a:lnTo>
                  <a:lnTo>
                    <a:pt x="238671" y="315735"/>
                  </a:lnTo>
                  <a:lnTo>
                    <a:pt x="234612" y="315553"/>
                  </a:lnTo>
                  <a:lnTo>
                    <a:pt x="228563" y="315277"/>
                  </a:lnTo>
                  <a:lnTo>
                    <a:pt x="226299" y="315856"/>
                  </a:lnTo>
                  <a:lnTo>
                    <a:pt x="221558" y="317064"/>
                  </a:lnTo>
                  <a:lnTo>
                    <a:pt x="217101" y="317013"/>
                  </a:lnTo>
                  <a:lnTo>
                    <a:pt x="211974" y="320005"/>
                  </a:lnTo>
                  <a:lnTo>
                    <a:pt x="207663" y="319316"/>
                  </a:lnTo>
                  <a:lnTo>
                    <a:pt x="199999" y="319330"/>
                  </a:lnTo>
                  <a:lnTo>
                    <a:pt x="195030" y="317967"/>
                  </a:lnTo>
                  <a:lnTo>
                    <a:pt x="194013" y="317687"/>
                  </a:lnTo>
                  <a:lnTo>
                    <a:pt x="190033" y="312378"/>
                  </a:lnTo>
                  <a:lnTo>
                    <a:pt x="187440" y="311756"/>
                  </a:lnTo>
                  <a:lnTo>
                    <a:pt x="186191" y="312312"/>
                  </a:lnTo>
                  <a:lnTo>
                    <a:pt x="183565" y="313478"/>
                  </a:lnTo>
                  <a:lnTo>
                    <a:pt x="172779" y="314662"/>
                  </a:lnTo>
                  <a:lnTo>
                    <a:pt x="169782" y="316482"/>
                  </a:lnTo>
                  <a:lnTo>
                    <a:pt x="168818" y="315753"/>
                  </a:lnTo>
                  <a:lnTo>
                    <a:pt x="167240" y="314561"/>
                  </a:lnTo>
                  <a:lnTo>
                    <a:pt x="158754" y="313054"/>
                  </a:lnTo>
                  <a:lnTo>
                    <a:pt x="155832" y="315183"/>
                  </a:lnTo>
                  <a:lnTo>
                    <a:pt x="151984" y="315021"/>
                  </a:lnTo>
                  <a:lnTo>
                    <a:pt x="151599" y="308965"/>
                  </a:lnTo>
                  <a:lnTo>
                    <a:pt x="145217" y="304121"/>
                  </a:lnTo>
                  <a:lnTo>
                    <a:pt x="139926" y="303672"/>
                  </a:lnTo>
                  <a:lnTo>
                    <a:pt x="139041" y="302961"/>
                  </a:lnTo>
                  <a:lnTo>
                    <a:pt x="134734" y="299492"/>
                  </a:lnTo>
                  <a:lnTo>
                    <a:pt x="134264" y="299113"/>
                  </a:lnTo>
                  <a:lnTo>
                    <a:pt x="125833" y="298742"/>
                  </a:lnTo>
                  <a:lnTo>
                    <a:pt x="121662" y="298592"/>
                  </a:lnTo>
                  <a:lnTo>
                    <a:pt x="117499" y="296252"/>
                  </a:lnTo>
                  <a:lnTo>
                    <a:pt x="113907" y="296483"/>
                  </a:lnTo>
                  <a:lnTo>
                    <a:pt x="111190" y="298597"/>
                  </a:lnTo>
                  <a:lnTo>
                    <a:pt x="109667" y="298872"/>
                  </a:lnTo>
                  <a:lnTo>
                    <a:pt x="107797" y="299209"/>
                  </a:lnTo>
                  <a:lnTo>
                    <a:pt x="104065" y="300826"/>
                  </a:lnTo>
                  <a:lnTo>
                    <a:pt x="97546" y="301960"/>
                  </a:lnTo>
                  <a:lnTo>
                    <a:pt x="92599" y="301084"/>
                  </a:lnTo>
                  <a:lnTo>
                    <a:pt x="88092" y="302347"/>
                  </a:lnTo>
                  <a:lnTo>
                    <a:pt x="87168" y="302606"/>
                  </a:lnTo>
                  <a:lnTo>
                    <a:pt x="83226" y="301110"/>
                  </a:lnTo>
                  <a:lnTo>
                    <a:pt x="81039" y="297922"/>
                  </a:lnTo>
                  <a:lnTo>
                    <a:pt x="77321" y="297987"/>
                  </a:lnTo>
                  <a:lnTo>
                    <a:pt x="74665" y="295397"/>
                  </a:lnTo>
                  <a:lnTo>
                    <a:pt x="66445" y="290555"/>
                  </a:lnTo>
                  <a:lnTo>
                    <a:pt x="61790" y="286009"/>
                  </a:lnTo>
                  <a:lnTo>
                    <a:pt x="61171" y="284136"/>
                  </a:lnTo>
                  <a:lnTo>
                    <a:pt x="60563" y="282290"/>
                  </a:lnTo>
                  <a:lnTo>
                    <a:pt x="62223" y="278319"/>
                  </a:lnTo>
                  <a:lnTo>
                    <a:pt x="63272" y="275807"/>
                  </a:lnTo>
                  <a:lnTo>
                    <a:pt x="62544" y="270889"/>
                  </a:lnTo>
                  <a:lnTo>
                    <a:pt x="63999" y="267525"/>
                  </a:lnTo>
                  <a:lnTo>
                    <a:pt x="64591" y="266156"/>
                  </a:lnTo>
                  <a:lnTo>
                    <a:pt x="64170" y="261866"/>
                  </a:lnTo>
                  <a:lnTo>
                    <a:pt x="65226" y="257713"/>
                  </a:lnTo>
                  <a:lnTo>
                    <a:pt x="64113" y="252434"/>
                  </a:lnTo>
                  <a:lnTo>
                    <a:pt x="63066" y="245712"/>
                  </a:lnTo>
                  <a:lnTo>
                    <a:pt x="60206" y="242910"/>
                  </a:lnTo>
                  <a:lnTo>
                    <a:pt x="58532" y="239724"/>
                  </a:lnTo>
                  <a:lnTo>
                    <a:pt x="53380" y="233416"/>
                  </a:lnTo>
                  <a:lnTo>
                    <a:pt x="50560" y="232225"/>
                  </a:lnTo>
                  <a:lnTo>
                    <a:pt x="47449" y="232945"/>
                  </a:lnTo>
                  <a:lnTo>
                    <a:pt x="42878" y="233999"/>
                  </a:lnTo>
                  <a:lnTo>
                    <a:pt x="38092" y="232419"/>
                  </a:lnTo>
                  <a:lnTo>
                    <a:pt x="37652" y="232273"/>
                  </a:lnTo>
                  <a:lnTo>
                    <a:pt x="35134" y="228217"/>
                  </a:lnTo>
                  <a:lnTo>
                    <a:pt x="36536" y="224234"/>
                  </a:lnTo>
                  <a:lnTo>
                    <a:pt x="34564" y="219940"/>
                  </a:lnTo>
                  <a:lnTo>
                    <a:pt x="30395" y="219595"/>
                  </a:lnTo>
                  <a:lnTo>
                    <a:pt x="23591" y="216787"/>
                  </a:lnTo>
                  <a:lnTo>
                    <a:pt x="22791" y="212968"/>
                  </a:lnTo>
                  <a:lnTo>
                    <a:pt x="20871" y="213670"/>
                  </a:lnTo>
                  <a:lnTo>
                    <a:pt x="18631" y="214489"/>
                  </a:lnTo>
                  <a:lnTo>
                    <a:pt x="16179" y="212938"/>
                  </a:lnTo>
                  <a:lnTo>
                    <a:pt x="11052" y="215419"/>
                  </a:lnTo>
                  <a:lnTo>
                    <a:pt x="9262" y="214330"/>
                  </a:lnTo>
                  <a:lnTo>
                    <a:pt x="7501" y="210850"/>
                  </a:lnTo>
                  <a:lnTo>
                    <a:pt x="7014" y="209358"/>
                  </a:lnTo>
                  <a:lnTo>
                    <a:pt x="0" y="209409"/>
                  </a:lnTo>
                  <a:lnTo>
                    <a:pt x="2490" y="204637"/>
                  </a:lnTo>
                  <a:lnTo>
                    <a:pt x="7312" y="190655"/>
                  </a:lnTo>
                  <a:lnTo>
                    <a:pt x="10223" y="178784"/>
                  </a:lnTo>
                  <a:lnTo>
                    <a:pt x="16580" y="180247"/>
                  </a:lnTo>
                  <a:lnTo>
                    <a:pt x="19665" y="177829"/>
                  </a:lnTo>
                  <a:lnTo>
                    <a:pt x="17798" y="173405"/>
                  </a:lnTo>
                  <a:lnTo>
                    <a:pt x="12336" y="169732"/>
                  </a:lnTo>
                  <a:lnTo>
                    <a:pt x="13003" y="164440"/>
                  </a:lnTo>
                  <a:lnTo>
                    <a:pt x="13191" y="162956"/>
                  </a:lnTo>
                  <a:lnTo>
                    <a:pt x="13615" y="154251"/>
                  </a:lnTo>
                  <a:lnTo>
                    <a:pt x="11798" y="151737"/>
                  </a:lnTo>
                  <a:lnTo>
                    <a:pt x="14237" y="146158"/>
                  </a:lnTo>
                  <a:lnTo>
                    <a:pt x="17502" y="131970"/>
                  </a:lnTo>
                  <a:lnTo>
                    <a:pt x="17520" y="130472"/>
                  </a:lnTo>
                  <a:lnTo>
                    <a:pt x="18279" y="120153"/>
                  </a:lnTo>
                  <a:lnTo>
                    <a:pt x="15453" y="112887"/>
                  </a:lnTo>
                  <a:lnTo>
                    <a:pt x="18340" y="97209"/>
                  </a:lnTo>
                  <a:lnTo>
                    <a:pt x="18539" y="96138"/>
                  </a:lnTo>
                  <a:lnTo>
                    <a:pt x="19349" y="82821"/>
                  </a:lnTo>
                  <a:lnTo>
                    <a:pt x="18093" y="75351"/>
                  </a:lnTo>
                  <a:lnTo>
                    <a:pt x="16214" y="68203"/>
                  </a:lnTo>
                  <a:lnTo>
                    <a:pt x="13348" y="63203"/>
                  </a:lnTo>
                  <a:lnTo>
                    <a:pt x="12864" y="62355"/>
                  </a:lnTo>
                  <a:lnTo>
                    <a:pt x="12367" y="55050"/>
                  </a:lnTo>
                  <a:lnTo>
                    <a:pt x="13988" y="47650"/>
                  </a:lnTo>
                  <a:lnTo>
                    <a:pt x="15256" y="43443"/>
                  </a:lnTo>
                  <a:lnTo>
                    <a:pt x="14853" y="38215"/>
                  </a:lnTo>
                  <a:lnTo>
                    <a:pt x="18419" y="33155"/>
                  </a:lnTo>
                  <a:lnTo>
                    <a:pt x="21698" y="270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53966" y="4078972"/>
              <a:ext cx="20088" cy="18788"/>
            </a:xfrm>
            <a:custGeom>
              <a:avLst/>
              <a:pathLst>
                <a:path w="20088" h="18788">
                  <a:moveTo>
                    <a:pt x="0" y="6"/>
                  </a:moveTo>
                  <a:lnTo>
                    <a:pt x="8153" y="0"/>
                  </a:lnTo>
                  <a:lnTo>
                    <a:pt x="15031" y="8564"/>
                  </a:lnTo>
                  <a:lnTo>
                    <a:pt x="20088" y="14883"/>
                  </a:lnTo>
                  <a:lnTo>
                    <a:pt x="16418" y="18788"/>
                  </a:lnTo>
                  <a:lnTo>
                    <a:pt x="13216" y="16193"/>
                  </a:lnTo>
                  <a:lnTo>
                    <a:pt x="6821" y="14237"/>
                  </a:lnTo>
                  <a:lnTo>
                    <a:pt x="6324" y="10178"/>
                  </a:lnTo>
                  <a:lnTo>
                    <a:pt x="1627" y="33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42921" y="4116178"/>
              <a:ext cx="17485" cy="22998"/>
            </a:xfrm>
            <a:custGeom>
              <a:avLst/>
              <a:pathLst>
                <a:path w="17485" h="22998">
                  <a:moveTo>
                    <a:pt x="3737" y="0"/>
                  </a:moveTo>
                  <a:lnTo>
                    <a:pt x="6693" y="5611"/>
                  </a:lnTo>
                  <a:lnTo>
                    <a:pt x="11981" y="14480"/>
                  </a:lnTo>
                  <a:lnTo>
                    <a:pt x="17485" y="22304"/>
                  </a:lnTo>
                  <a:lnTo>
                    <a:pt x="11924" y="22998"/>
                  </a:lnTo>
                  <a:lnTo>
                    <a:pt x="8166" y="18208"/>
                  </a:lnTo>
                  <a:lnTo>
                    <a:pt x="2881" y="9195"/>
                  </a:lnTo>
                  <a:lnTo>
                    <a:pt x="0" y="8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880258" y="4077716"/>
              <a:ext cx="10626" cy="8680"/>
            </a:xfrm>
            <a:custGeom>
              <a:avLst/>
              <a:pathLst>
                <a:path w="10626" h="8680">
                  <a:moveTo>
                    <a:pt x="0" y="1313"/>
                  </a:moveTo>
                  <a:lnTo>
                    <a:pt x="5401" y="0"/>
                  </a:lnTo>
                  <a:lnTo>
                    <a:pt x="10626" y="4952"/>
                  </a:lnTo>
                  <a:lnTo>
                    <a:pt x="9785" y="8173"/>
                  </a:lnTo>
                  <a:lnTo>
                    <a:pt x="7044" y="8680"/>
                  </a:lnTo>
                  <a:lnTo>
                    <a:pt x="1558" y="57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870404" y="4006043"/>
              <a:ext cx="38912" cy="14438"/>
            </a:xfrm>
            <a:custGeom>
              <a:avLst/>
              <a:pathLst>
                <a:path w="38912" h="14438">
                  <a:moveTo>
                    <a:pt x="0" y="110"/>
                  </a:moveTo>
                  <a:lnTo>
                    <a:pt x="4400" y="0"/>
                  </a:lnTo>
                  <a:lnTo>
                    <a:pt x="12329" y="3893"/>
                  </a:lnTo>
                  <a:lnTo>
                    <a:pt x="24626" y="6446"/>
                  </a:lnTo>
                  <a:lnTo>
                    <a:pt x="31427" y="8005"/>
                  </a:lnTo>
                  <a:lnTo>
                    <a:pt x="33418" y="8459"/>
                  </a:lnTo>
                  <a:lnTo>
                    <a:pt x="38912" y="10054"/>
                  </a:lnTo>
                  <a:lnTo>
                    <a:pt x="38096" y="14403"/>
                  </a:lnTo>
                  <a:lnTo>
                    <a:pt x="35969" y="14438"/>
                  </a:lnTo>
                  <a:lnTo>
                    <a:pt x="29193" y="12674"/>
                  </a:lnTo>
                  <a:lnTo>
                    <a:pt x="24488" y="11444"/>
                  </a:lnTo>
                  <a:lnTo>
                    <a:pt x="16601" y="10650"/>
                  </a:lnTo>
                  <a:lnTo>
                    <a:pt x="11990" y="11930"/>
                  </a:lnTo>
                  <a:lnTo>
                    <a:pt x="6760" y="10375"/>
                  </a:lnTo>
                  <a:lnTo>
                    <a:pt x="1600" y="7556"/>
                  </a:lnTo>
                  <a:lnTo>
                    <a:pt x="2139" y="37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831856" y="3996792"/>
              <a:ext cx="32365" cy="19833"/>
            </a:xfrm>
            <a:custGeom>
              <a:avLst/>
              <a:pathLst>
                <a:path w="32365" h="19833">
                  <a:moveTo>
                    <a:pt x="6967" y="0"/>
                  </a:moveTo>
                  <a:lnTo>
                    <a:pt x="15483" y="3848"/>
                  </a:lnTo>
                  <a:lnTo>
                    <a:pt x="22434" y="8369"/>
                  </a:lnTo>
                  <a:lnTo>
                    <a:pt x="28354" y="8757"/>
                  </a:lnTo>
                  <a:lnTo>
                    <a:pt x="32365" y="14602"/>
                  </a:lnTo>
                  <a:lnTo>
                    <a:pt x="32354" y="18354"/>
                  </a:lnTo>
                  <a:lnTo>
                    <a:pt x="26462" y="19453"/>
                  </a:lnTo>
                  <a:lnTo>
                    <a:pt x="21009" y="19833"/>
                  </a:lnTo>
                  <a:lnTo>
                    <a:pt x="17559" y="16065"/>
                  </a:lnTo>
                  <a:lnTo>
                    <a:pt x="16609" y="13212"/>
                  </a:lnTo>
                  <a:lnTo>
                    <a:pt x="5620" y="7346"/>
                  </a:lnTo>
                  <a:lnTo>
                    <a:pt x="0" y="26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704827" y="3247525"/>
              <a:ext cx="580696" cy="951951"/>
            </a:xfrm>
            <a:custGeom>
              <a:avLst/>
              <a:pathLst>
                <a:path w="580696" h="951951">
                  <a:moveTo>
                    <a:pt x="4524" y="123793"/>
                  </a:moveTo>
                  <a:lnTo>
                    <a:pt x="13760" y="112290"/>
                  </a:lnTo>
                  <a:lnTo>
                    <a:pt x="26155" y="99037"/>
                  </a:lnTo>
                  <a:lnTo>
                    <a:pt x="33426" y="87758"/>
                  </a:lnTo>
                  <a:lnTo>
                    <a:pt x="34427" y="82568"/>
                  </a:lnTo>
                  <a:lnTo>
                    <a:pt x="33557" y="78714"/>
                  </a:lnTo>
                  <a:lnTo>
                    <a:pt x="34236" y="74142"/>
                  </a:lnTo>
                  <a:lnTo>
                    <a:pt x="38085" y="70588"/>
                  </a:lnTo>
                  <a:lnTo>
                    <a:pt x="42407" y="62825"/>
                  </a:lnTo>
                  <a:lnTo>
                    <a:pt x="47985" y="50444"/>
                  </a:lnTo>
                  <a:lnTo>
                    <a:pt x="48333" y="48216"/>
                  </a:lnTo>
                  <a:lnTo>
                    <a:pt x="49484" y="40864"/>
                  </a:lnTo>
                  <a:lnTo>
                    <a:pt x="49376" y="33305"/>
                  </a:lnTo>
                  <a:lnTo>
                    <a:pt x="49671" y="25928"/>
                  </a:lnTo>
                  <a:lnTo>
                    <a:pt x="49489" y="24060"/>
                  </a:lnTo>
                  <a:lnTo>
                    <a:pt x="47386" y="22735"/>
                  </a:lnTo>
                  <a:lnTo>
                    <a:pt x="45443" y="16911"/>
                  </a:lnTo>
                  <a:lnTo>
                    <a:pt x="48373" y="12790"/>
                  </a:lnTo>
                  <a:lnTo>
                    <a:pt x="51741" y="5052"/>
                  </a:lnTo>
                  <a:lnTo>
                    <a:pt x="52674" y="0"/>
                  </a:lnTo>
                  <a:lnTo>
                    <a:pt x="65623" y="4206"/>
                  </a:lnTo>
                  <a:lnTo>
                    <a:pt x="76695" y="7638"/>
                  </a:lnTo>
                  <a:lnTo>
                    <a:pt x="86902" y="10777"/>
                  </a:lnTo>
                  <a:lnTo>
                    <a:pt x="95545" y="13005"/>
                  </a:lnTo>
                  <a:lnTo>
                    <a:pt x="100834" y="14360"/>
                  </a:lnTo>
                  <a:lnTo>
                    <a:pt x="106181" y="16189"/>
                  </a:lnTo>
                  <a:lnTo>
                    <a:pt x="113554" y="17836"/>
                  </a:lnTo>
                  <a:lnTo>
                    <a:pt x="118935" y="19030"/>
                  </a:lnTo>
                  <a:lnTo>
                    <a:pt x="125040" y="21399"/>
                  </a:lnTo>
                  <a:lnTo>
                    <a:pt x="140301" y="25757"/>
                  </a:lnTo>
                  <a:lnTo>
                    <a:pt x="159004" y="30738"/>
                  </a:lnTo>
                  <a:lnTo>
                    <a:pt x="172168" y="34547"/>
                  </a:lnTo>
                  <a:lnTo>
                    <a:pt x="183818" y="38013"/>
                  </a:lnTo>
                  <a:lnTo>
                    <a:pt x="199683" y="42681"/>
                  </a:lnTo>
                  <a:lnTo>
                    <a:pt x="210325" y="45866"/>
                  </a:lnTo>
                  <a:lnTo>
                    <a:pt x="224497" y="50025"/>
                  </a:lnTo>
                  <a:lnTo>
                    <a:pt x="224991" y="50169"/>
                  </a:lnTo>
                  <a:lnTo>
                    <a:pt x="236798" y="53312"/>
                  </a:lnTo>
                  <a:lnTo>
                    <a:pt x="250227" y="57291"/>
                  </a:lnTo>
                  <a:lnTo>
                    <a:pt x="259963" y="59854"/>
                  </a:lnTo>
                  <a:lnTo>
                    <a:pt x="271741" y="62927"/>
                  </a:lnTo>
                  <a:lnTo>
                    <a:pt x="283741" y="66036"/>
                  </a:lnTo>
                  <a:lnTo>
                    <a:pt x="303834" y="71114"/>
                  </a:lnTo>
                  <a:lnTo>
                    <a:pt x="315305" y="74021"/>
                  </a:lnTo>
                  <a:lnTo>
                    <a:pt x="312818" y="84310"/>
                  </a:lnTo>
                  <a:lnTo>
                    <a:pt x="307587" y="106357"/>
                  </a:lnTo>
                  <a:lnTo>
                    <a:pt x="298541" y="143736"/>
                  </a:lnTo>
                  <a:lnTo>
                    <a:pt x="292071" y="171113"/>
                  </a:lnTo>
                  <a:lnTo>
                    <a:pt x="289223" y="183609"/>
                  </a:lnTo>
                  <a:lnTo>
                    <a:pt x="281188" y="218031"/>
                  </a:lnTo>
                  <a:lnTo>
                    <a:pt x="277182" y="234788"/>
                  </a:lnTo>
                  <a:lnTo>
                    <a:pt x="273720" y="249399"/>
                  </a:lnTo>
                  <a:lnTo>
                    <a:pt x="268857" y="269511"/>
                  </a:lnTo>
                  <a:lnTo>
                    <a:pt x="265055" y="285282"/>
                  </a:lnTo>
                  <a:lnTo>
                    <a:pt x="263091" y="293335"/>
                  </a:lnTo>
                  <a:lnTo>
                    <a:pt x="260403" y="304374"/>
                  </a:lnTo>
                  <a:lnTo>
                    <a:pt x="259877" y="306539"/>
                  </a:lnTo>
                  <a:lnTo>
                    <a:pt x="257486" y="317383"/>
                  </a:lnTo>
                  <a:lnTo>
                    <a:pt x="256480" y="321952"/>
                  </a:lnTo>
                  <a:lnTo>
                    <a:pt x="255622" y="325854"/>
                  </a:lnTo>
                  <a:lnTo>
                    <a:pt x="254333" y="331717"/>
                  </a:lnTo>
                  <a:lnTo>
                    <a:pt x="259399" y="339001"/>
                  </a:lnTo>
                  <a:lnTo>
                    <a:pt x="276069" y="362958"/>
                  </a:lnTo>
                  <a:lnTo>
                    <a:pt x="276189" y="363131"/>
                  </a:lnTo>
                  <a:lnTo>
                    <a:pt x="289714" y="382520"/>
                  </a:lnTo>
                  <a:lnTo>
                    <a:pt x="292438" y="386401"/>
                  </a:lnTo>
                  <a:lnTo>
                    <a:pt x="299026" y="395814"/>
                  </a:lnTo>
                  <a:lnTo>
                    <a:pt x="310086" y="411512"/>
                  </a:lnTo>
                  <a:lnTo>
                    <a:pt x="334318" y="446068"/>
                  </a:lnTo>
                  <a:lnTo>
                    <a:pt x="338278" y="451742"/>
                  </a:lnTo>
                  <a:lnTo>
                    <a:pt x="360474" y="483242"/>
                  </a:lnTo>
                  <a:lnTo>
                    <a:pt x="370873" y="497950"/>
                  </a:lnTo>
                  <a:lnTo>
                    <a:pt x="379346" y="509852"/>
                  </a:lnTo>
                  <a:lnTo>
                    <a:pt x="403630" y="544147"/>
                  </a:lnTo>
                  <a:lnTo>
                    <a:pt x="408056" y="550390"/>
                  </a:lnTo>
                  <a:lnTo>
                    <a:pt x="417353" y="563437"/>
                  </a:lnTo>
                  <a:lnTo>
                    <a:pt x="446449" y="604279"/>
                  </a:lnTo>
                  <a:lnTo>
                    <a:pt x="452868" y="613326"/>
                  </a:lnTo>
                  <a:lnTo>
                    <a:pt x="469104" y="635961"/>
                  </a:lnTo>
                  <a:lnTo>
                    <a:pt x="480704" y="652171"/>
                  </a:lnTo>
                  <a:lnTo>
                    <a:pt x="483424" y="655955"/>
                  </a:lnTo>
                  <a:lnTo>
                    <a:pt x="494984" y="671960"/>
                  </a:lnTo>
                  <a:lnTo>
                    <a:pt x="509206" y="691780"/>
                  </a:lnTo>
                  <a:lnTo>
                    <a:pt x="515135" y="699976"/>
                  </a:lnTo>
                  <a:lnTo>
                    <a:pt x="523604" y="711725"/>
                  </a:lnTo>
                  <a:lnTo>
                    <a:pt x="530488" y="721206"/>
                  </a:lnTo>
                  <a:lnTo>
                    <a:pt x="536156" y="729086"/>
                  </a:lnTo>
                  <a:lnTo>
                    <a:pt x="544715" y="740929"/>
                  </a:lnTo>
                  <a:lnTo>
                    <a:pt x="554910" y="755028"/>
                  </a:lnTo>
                  <a:lnTo>
                    <a:pt x="554368" y="760178"/>
                  </a:lnTo>
                  <a:lnTo>
                    <a:pt x="553080" y="766208"/>
                  </a:lnTo>
                  <a:lnTo>
                    <a:pt x="556411" y="771927"/>
                  </a:lnTo>
                  <a:lnTo>
                    <a:pt x="561267" y="780836"/>
                  </a:lnTo>
                  <a:lnTo>
                    <a:pt x="562645" y="784074"/>
                  </a:lnTo>
                  <a:lnTo>
                    <a:pt x="564214" y="794192"/>
                  </a:lnTo>
                  <a:lnTo>
                    <a:pt x="566507" y="800306"/>
                  </a:lnTo>
                  <a:lnTo>
                    <a:pt x="565578" y="806039"/>
                  </a:lnTo>
                  <a:lnTo>
                    <a:pt x="568682" y="806602"/>
                  </a:lnTo>
                  <a:lnTo>
                    <a:pt x="573117" y="811699"/>
                  </a:lnTo>
                  <a:lnTo>
                    <a:pt x="578922" y="817704"/>
                  </a:lnTo>
                  <a:lnTo>
                    <a:pt x="580696" y="821481"/>
                  </a:lnTo>
                  <a:lnTo>
                    <a:pt x="580668" y="821725"/>
                  </a:lnTo>
                  <a:lnTo>
                    <a:pt x="580223" y="825530"/>
                  </a:lnTo>
                  <a:lnTo>
                    <a:pt x="577170" y="826755"/>
                  </a:lnTo>
                  <a:lnTo>
                    <a:pt x="572766" y="830730"/>
                  </a:lnTo>
                  <a:lnTo>
                    <a:pt x="567972" y="831712"/>
                  </a:lnTo>
                  <a:lnTo>
                    <a:pt x="563579" y="833833"/>
                  </a:lnTo>
                  <a:lnTo>
                    <a:pt x="559118" y="835108"/>
                  </a:lnTo>
                  <a:lnTo>
                    <a:pt x="557283" y="836462"/>
                  </a:lnTo>
                  <a:lnTo>
                    <a:pt x="556950" y="837639"/>
                  </a:lnTo>
                  <a:lnTo>
                    <a:pt x="556077" y="840723"/>
                  </a:lnTo>
                  <a:lnTo>
                    <a:pt x="554268" y="843229"/>
                  </a:lnTo>
                  <a:lnTo>
                    <a:pt x="549613" y="847207"/>
                  </a:lnTo>
                  <a:lnTo>
                    <a:pt x="547399" y="849385"/>
                  </a:lnTo>
                  <a:lnTo>
                    <a:pt x="548918" y="852130"/>
                  </a:lnTo>
                  <a:lnTo>
                    <a:pt x="548653" y="855323"/>
                  </a:lnTo>
                  <a:lnTo>
                    <a:pt x="547098" y="858304"/>
                  </a:lnTo>
                  <a:lnTo>
                    <a:pt x="547324" y="864338"/>
                  </a:lnTo>
                  <a:lnTo>
                    <a:pt x="547373" y="868024"/>
                  </a:lnTo>
                  <a:lnTo>
                    <a:pt x="546417" y="870186"/>
                  </a:lnTo>
                  <a:lnTo>
                    <a:pt x="544539" y="872660"/>
                  </a:lnTo>
                  <a:lnTo>
                    <a:pt x="543520" y="877375"/>
                  </a:lnTo>
                  <a:lnTo>
                    <a:pt x="543127" y="882152"/>
                  </a:lnTo>
                  <a:lnTo>
                    <a:pt x="537051" y="886581"/>
                  </a:lnTo>
                  <a:lnTo>
                    <a:pt x="533982" y="891132"/>
                  </a:lnTo>
                  <a:lnTo>
                    <a:pt x="533400" y="891994"/>
                  </a:lnTo>
                  <a:lnTo>
                    <a:pt x="530538" y="891888"/>
                  </a:lnTo>
                  <a:lnTo>
                    <a:pt x="526641" y="892386"/>
                  </a:lnTo>
                  <a:lnTo>
                    <a:pt x="527558" y="895077"/>
                  </a:lnTo>
                  <a:lnTo>
                    <a:pt x="526799" y="899683"/>
                  </a:lnTo>
                  <a:lnTo>
                    <a:pt x="525216" y="902553"/>
                  </a:lnTo>
                  <a:lnTo>
                    <a:pt x="528317" y="905988"/>
                  </a:lnTo>
                  <a:lnTo>
                    <a:pt x="527717" y="908136"/>
                  </a:lnTo>
                  <a:lnTo>
                    <a:pt x="526680" y="914256"/>
                  </a:lnTo>
                  <a:lnTo>
                    <a:pt x="524008" y="918613"/>
                  </a:lnTo>
                  <a:lnTo>
                    <a:pt x="525681" y="924901"/>
                  </a:lnTo>
                  <a:lnTo>
                    <a:pt x="528681" y="926041"/>
                  </a:lnTo>
                  <a:lnTo>
                    <a:pt x="532619" y="926236"/>
                  </a:lnTo>
                  <a:lnTo>
                    <a:pt x="536659" y="927987"/>
                  </a:lnTo>
                  <a:lnTo>
                    <a:pt x="537090" y="928174"/>
                  </a:lnTo>
                  <a:lnTo>
                    <a:pt x="538600" y="933006"/>
                  </a:lnTo>
                  <a:lnTo>
                    <a:pt x="538305" y="937265"/>
                  </a:lnTo>
                  <a:lnTo>
                    <a:pt x="539005" y="939319"/>
                  </a:lnTo>
                  <a:lnTo>
                    <a:pt x="537836" y="944165"/>
                  </a:lnTo>
                  <a:lnTo>
                    <a:pt x="532434" y="948808"/>
                  </a:lnTo>
                  <a:lnTo>
                    <a:pt x="531711" y="949366"/>
                  </a:lnTo>
                  <a:lnTo>
                    <a:pt x="529130" y="951358"/>
                  </a:lnTo>
                  <a:lnTo>
                    <a:pt x="525760" y="951320"/>
                  </a:lnTo>
                  <a:lnTo>
                    <a:pt x="521887" y="951275"/>
                  </a:lnTo>
                  <a:lnTo>
                    <a:pt x="519194" y="950150"/>
                  </a:lnTo>
                  <a:lnTo>
                    <a:pt x="517875" y="951951"/>
                  </a:lnTo>
                  <a:lnTo>
                    <a:pt x="497095" y="949981"/>
                  </a:lnTo>
                  <a:lnTo>
                    <a:pt x="462772" y="946668"/>
                  </a:lnTo>
                  <a:lnTo>
                    <a:pt x="419773" y="942507"/>
                  </a:lnTo>
                  <a:lnTo>
                    <a:pt x="415365" y="942090"/>
                  </a:lnTo>
                  <a:lnTo>
                    <a:pt x="383220" y="938949"/>
                  </a:lnTo>
                  <a:lnTo>
                    <a:pt x="376820" y="938353"/>
                  </a:lnTo>
                  <a:lnTo>
                    <a:pt x="360092" y="936666"/>
                  </a:lnTo>
                  <a:lnTo>
                    <a:pt x="359796" y="936635"/>
                  </a:lnTo>
                  <a:lnTo>
                    <a:pt x="339972" y="934702"/>
                  </a:lnTo>
                  <a:lnTo>
                    <a:pt x="340244" y="930150"/>
                  </a:lnTo>
                  <a:lnTo>
                    <a:pt x="340420" y="927216"/>
                  </a:lnTo>
                  <a:lnTo>
                    <a:pt x="338905" y="922140"/>
                  </a:lnTo>
                  <a:lnTo>
                    <a:pt x="337142" y="920264"/>
                  </a:lnTo>
                  <a:lnTo>
                    <a:pt x="333263" y="921213"/>
                  </a:lnTo>
                  <a:lnTo>
                    <a:pt x="333080" y="918424"/>
                  </a:lnTo>
                  <a:lnTo>
                    <a:pt x="334449" y="910919"/>
                  </a:lnTo>
                  <a:lnTo>
                    <a:pt x="333117" y="907480"/>
                  </a:lnTo>
                  <a:lnTo>
                    <a:pt x="333301" y="905967"/>
                  </a:lnTo>
                  <a:lnTo>
                    <a:pt x="334087" y="905063"/>
                  </a:lnTo>
                  <a:lnTo>
                    <a:pt x="334848" y="905408"/>
                  </a:lnTo>
                  <a:lnTo>
                    <a:pt x="335494" y="904636"/>
                  </a:lnTo>
                  <a:lnTo>
                    <a:pt x="336252" y="901145"/>
                  </a:lnTo>
                  <a:lnTo>
                    <a:pt x="336200" y="897603"/>
                  </a:lnTo>
                  <a:lnTo>
                    <a:pt x="336107" y="891057"/>
                  </a:lnTo>
                  <a:lnTo>
                    <a:pt x="334890" y="883527"/>
                  </a:lnTo>
                  <a:lnTo>
                    <a:pt x="332661" y="876344"/>
                  </a:lnTo>
                  <a:lnTo>
                    <a:pt x="328267" y="866449"/>
                  </a:lnTo>
                  <a:lnTo>
                    <a:pt x="322471" y="856530"/>
                  </a:lnTo>
                  <a:lnTo>
                    <a:pt x="319332" y="853940"/>
                  </a:lnTo>
                  <a:lnTo>
                    <a:pt x="316651" y="848545"/>
                  </a:lnTo>
                  <a:lnTo>
                    <a:pt x="311965" y="845769"/>
                  </a:lnTo>
                  <a:lnTo>
                    <a:pt x="311537" y="843624"/>
                  </a:lnTo>
                  <a:lnTo>
                    <a:pt x="310794" y="842578"/>
                  </a:lnTo>
                  <a:lnTo>
                    <a:pt x="306369" y="836339"/>
                  </a:lnTo>
                  <a:lnTo>
                    <a:pt x="304848" y="834099"/>
                  </a:lnTo>
                  <a:lnTo>
                    <a:pt x="299159" y="830000"/>
                  </a:lnTo>
                  <a:lnTo>
                    <a:pt x="294705" y="824650"/>
                  </a:lnTo>
                  <a:lnTo>
                    <a:pt x="289645" y="816761"/>
                  </a:lnTo>
                  <a:lnTo>
                    <a:pt x="288009" y="815146"/>
                  </a:lnTo>
                  <a:lnTo>
                    <a:pt x="286907" y="814059"/>
                  </a:lnTo>
                  <a:lnTo>
                    <a:pt x="282982" y="814739"/>
                  </a:lnTo>
                  <a:lnTo>
                    <a:pt x="279192" y="815781"/>
                  </a:lnTo>
                  <a:lnTo>
                    <a:pt x="277088" y="816359"/>
                  </a:lnTo>
                  <a:lnTo>
                    <a:pt x="273063" y="814655"/>
                  </a:lnTo>
                  <a:lnTo>
                    <a:pt x="272056" y="813680"/>
                  </a:lnTo>
                  <a:lnTo>
                    <a:pt x="270716" y="812381"/>
                  </a:lnTo>
                  <a:lnTo>
                    <a:pt x="267787" y="811409"/>
                  </a:lnTo>
                  <a:lnTo>
                    <a:pt x="266176" y="807557"/>
                  </a:lnTo>
                  <a:lnTo>
                    <a:pt x="269107" y="805542"/>
                  </a:lnTo>
                  <a:lnTo>
                    <a:pt x="269143" y="798382"/>
                  </a:lnTo>
                  <a:lnTo>
                    <a:pt x="267181" y="790271"/>
                  </a:lnTo>
                  <a:lnTo>
                    <a:pt x="264112" y="784524"/>
                  </a:lnTo>
                  <a:lnTo>
                    <a:pt x="263991" y="784297"/>
                  </a:lnTo>
                  <a:lnTo>
                    <a:pt x="258218" y="781964"/>
                  </a:lnTo>
                  <a:lnTo>
                    <a:pt x="252738" y="781252"/>
                  </a:lnTo>
                  <a:lnTo>
                    <a:pt x="248062" y="780299"/>
                  </a:lnTo>
                  <a:lnTo>
                    <a:pt x="243258" y="781993"/>
                  </a:lnTo>
                  <a:lnTo>
                    <a:pt x="240314" y="778349"/>
                  </a:lnTo>
                  <a:lnTo>
                    <a:pt x="234161" y="775813"/>
                  </a:lnTo>
                  <a:lnTo>
                    <a:pt x="233460" y="775523"/>
                  </a:lnTo>
                  <a:lnTo>
                    <a:pt x="226034" y="769998"/>
                  </a:lnTo>
                  <a:lnTo>
                    <a:pt x="223285" y="768993"/>
                  </a:lnTo>
                  <a:lnTo>
                    <a:pt x="216124" y="761266"/>
                  </a:lnTo>
                  <a:lnTo>
                    <a:pt x="214970" y="756338"/>
                  </a:lnTo>
                  <a:lnTo>
                    <a:pt x="214843" y="754248"/>
                  </a:lnTo>
                  <a:lnTo>
                    <a:pt x="214750" y="752708"/>
                  </a:lnTo>
                  <a:lnTo>
                    <a:pt x="212127" y="750036"/>
                  </a:lnTo>
                  <a:lnTo>
                    <a:pt x="208512" y="745082"/>
                  </a:lnTo>
                  <a:lnTo>
                    <a:pt x="203452" y="739104"/>
                  </a:lnTo>
                  <a:lnTo>
                    <a:pt x="202346" y="738411"/>
                  </a:lnTo>
                  <a:lnTo>
                    <a:pt x="198489" y="735992"/>
                  </a:lnTo>
                  <a:lnTo>
                    <a:pt x="193325" y="732458"/>
                  </a:lnTo>
                  <a:lnTo>
                    <a:pt x="188319" y="732413"/>
                  </a:lnTo>
                  <a:lnTo>
                    <a:pt x="186366" y="733114"/>
                  </a:lnTo>
                  <a:lnTo>
                    <a:pt x="181337" y="730043"/>
                  </a:lnTo>
                  <a:lnTo>
                    <a:pt x="177822" y="729216"/>
                  </a:lnTo>
                  <a:lnTo>
                    <a:pt x="175005" y="729171"/>
                  </a:lnTo>
                  <a:lnTo>
                    <a:pt x="168777" y="724416"/>
                  </a:lnTo>
                  <a:lnTo>
                    <a:pt x="163560" y="721606"/>
                  </a:lnTo>
                  <a:lnTo>
                    <a:pt x="157423" y="719041"/>
                  </a:lnTo>
                  <a:lnTo>
                    <a:pt x="146566" y="716624"/>
                  </a:lnTo>
                  <a:lnTo>
                    <a:pt x="135146" y="715927"/>
                  </a:lnTo>
                  <a:lnTo>
                    <a:pt x="132381" y="708352"/>
                  </a:lnTo>
                  <a:lnTo>
                    <a:pt x="130050" y="705968"/>
                  </a:lnTo>
                  <a:lnTo>
                    <a:pt x="128135" y="704202"/>
                  </a:lnTo>
                  <a:lnTo>
                    <a:pt x="125187" y="703729"/>
                  </a:lnTo>
                  <a:lnTo>
                    <a:pt x="124084" y="700997"/>
                  </a:lnTo>
                  <a:lnTo>
                    <a:pt x="129278" y="692215"/>
                  </a:lnTo>
                  <a:lnTo>
                    <a:pt x="129119" y="688667"/>
                  </a:lnTo>
                  <a:lnTo>
                    <a:pt x="128460" y="687833"/>
                  </a:lnTo>
                  <a:lnTo>
                    <a:pt x="131892" y="677784"/>
                  </a:lnTo>
                  <a:lnTo>
                    <a:pt x="128554" y="672769"/>
                  </a:lnTo>
                  <a:lnTo>
                    <a:pt x="131358" y="667019"/>
                  </a:lnTo>
                  <a:lnTo>
                    <a:pt x="133642" y="662331"/>
                  </a:lnTo>
                  <a:lnTo>
                    <a:pt x="134795" y="658507"/>
                  </a:lnTo>
                  <a:lnTo>
                    <a:pt x="135243" y="654489"/>
                  </a:lnTo>
                  <a:lnTo>
                    <a:pt x="133080" y="651284"/>
                  </a:lnTo>
                  <a:lnTo>
                    <a:pt x="130809" y="648624"/>
                  </a:lnTo>
                  <a:lnTo>
                    <a:pt x="127598" y="649223"/>
                  </a:lnTo>
                  <a:lnTo>
                    <a:pt x="122169" y="643843"/>
                  </a:lnTo>
                  <a:lnTo>
                    <a:pt x="119546" y="639220"/>
                  </a:lnTo>
                  <a:lnTo>
                    <a:pt x="121649" y="635544"/>
                  </a:lnTo>
                  <a:lnTo>
                    <a:pt x="124164" y="630128"/>
                  </a:lnTo>
                  <a:lnTo>
                    <a:pt x="123964" y="623759"/>
                  </a:lnTo>
                  <a:lnTo>
                    <a:pt x="119513" y="620475"/>
                  </a:lnTo>
                  <a:lnTo>
                    <a:pt x="117635" y="619614"/>
                  </a:lnTo>
                  <a:lnTo>
                    <a:pt x="116369" y="619033"/>
                  </a:lnTo>
                  <a:lnTo>
                    <a:pt x="110922" y="607516"/>
                  </a:lnTo>
                  <a:lnTo>
                    <a:pt x="108578" y="601106"/>
                  </a:lnTo>
                  <a:lnTo>
                    <a:pt x="101935" y="596522"/>
                  </a:lnTo>
                  <a:lnTo>
                    <a:pt x="99963" y="591757"/>
                  </a:lnTo>
                  <a:lnTo>
                    <a:pt x="100147" y="585441"/>
                  </a:lnTo>
                  <a:lnTo>
                    <a:pt x="99389" y="584140"/>
                  </a:lnTo>
                  <a:lnTo>
                    <a:pt x="96287" y="578816"/>
                  </a:lnTo>
                  <a:lnTo>
                    <a:pt x="93318" y="574292"/>
                  </a:lnTo>
                  <a:lnTo>
                    <a:pt x="93406" y="566583"/>
                  </a:lnTo>
                  <a:lnTo>
                    <a:pt x="91179" y="561975"/>
                  </a:lnTo>
                  <a:lnTo>
                    <a:pt x="88477" y="560273"/>
                  </a:lnTo>
                  <a:lnTo>
                    <a:pt x="86768" y="553011"/>
                  </a:lnTo>
                  <a:lnTo>
                    <a:pt x="84162" y="546276"/>
                  </a:lnTo>
                  <a:lnTo>
                    <a:pt x="78638" y="539167"/>
                  </a:lnTo>
                  <a:lnTo>
                    <a:pt x="75765" y="537074"/>
                  </a:lnTo>
                  <a:lnTo>
                    <a:pt x="72810" y="530704"/>
                  </a:lnTo>
                  <a:lnTo>
                    <a:pt x="73710" y="522643"/>
                  </a:lnTo>
                  <a:lnTo>
                    <a:pt x="73032" y="514043"/>
                  </a:lnTo>
                  <a:lnTo>
                    <a:pt x="73121" y="505177"/>
                  </a:lnTo>
                  <a:lnTo>
                    <a:pt x="77366" y="501589"/>
                  </a:lnTo>
                  <a:lnTo>
                    <a:pt x="81160" y="504758"/>
                  </a:lnTo>
                  <a:lnTo>
                    <a:pt x="85790" y="499447"/>
                  </a:lnTo>
                  <a:lnTo>
                    <a:pt x="88968" y="491644"/>
                  </a:lnTo>
                  <a:lnTo>
                    <a:pt x="90115" y="488509"/>
                  </a:lnTo>
                  <a:lnTo>
                    <a:pt x="89415" y="485131"/>
                  </a:lnTo>
                  <a:lnTo>
                    <a:pt x="87785" y="477234"/>
                  </a:lnTo>
                  <a:lnTo>
                    <a:pt x="85594" y="473218"/>
                  </a:lnTo>
                  <a:lnTo>
                    <a:pt x="82600" y="472176"/>
                  </a:lnTo>
                  <a:lnTo>
                    <a:pt x="77080" y="472531"/>
                  </a:lnTo>
                  <a:lnTo>
                    <a:pt x="71872" y="470668"/>
                  </a:lnTo>
                  <a:lnTo>
                    <a:pt x="66364" y="463842"/>
                  </a:lnTo>
                  <a:lnTo>
                    <a:pt x="63970" y="457811"/>
                  </a:lnTo>
                  <a:lnTo>
                    <a:pt x="62959" y="454854"/>
                  </a:lnTo>
                  <a:lnTo>
                    <a:pt x="62399" y="454388"/>
                  </a:lnTo>
                  <a:lnTo>
                    <a:pt x="60696" y="452971"/>
                  </a:lnTo>
                  <a:lnTo>
                    <a:pt x="59900" y="450124"/>
                  </a:lnTo>
                  <a:lnTo>
                    <a:pt x="57275" y="445437"/>
                  </a:lnTo>
                  <a:lnTo>
                    <a:pt x="57171" y="439787"/>
                  </a:lnTo>
                  <a:lnTo>
                    <a:pt x="60240" y="432523"/>
                  </a:lnTo>
                  <a:lnTo>
                    <a:pt x="60531" y="429136"/>
                  </a:lnTo>
                  <a:lnTo>
                    <a:pt x="59560" y="423255"/>
                  </a:lnTo>
                  <a:lnTo>
                    <a:pt x="59964" y="421018"/>
                  </a:lnTo>
                  <a:lnTo>
                    <a:pt x="57445" y="417487"/>
                  </a:lnTo>
                  <a:lnTo>
                    <a:pt x="56551" y="414575"/>
                  </a:lnTo>
                  <a:lnTo>
                    <a:pt x="57658" y="409854"/>
                  </a:lnTo>
                  <a:lnTo>
                    <a:pt x="59867" y="407167"/>
                  </a:lnTo>
                  <a:lnTo>
                    <a:pt x="61039" y="402585"/>
                  </a:lnTo>
                  <a:lnTo>
                    <a:pt x="61496" y="400802"/>
                  </a:lnTo>
                  <a:lnTo>
                    <a:pt x="61712" y="398870"/>
                  </a:lnTo>
                  <a:lnTo>
                    <a:pt x="62344" y="393262"/>
                  </a:lnTo>
                  <a:lnTo>
                    <a:pt x="66094" y="391580"/>
                  </a:lnTo>
                  <a:lnTo>
                    <a:pt x="70668" y="392422"/>
                  </a:lnTo>
                  <a:lnTo>
                    <a:pt x="71194" y="393937"/>
                  </a:lnTo>
                  <a:lnTo>
                    <a:pt x="70644" y="398572"/>
                  </a:lnTo>
                  <a:lnTo>
                    <a:pt x="71756" y="399712"/>
                  </a:lnTo>
                  <a:lnTo>
                    <a:pt x="71110" y="400863"/>
                  </a:lnTo>
                  <a:lnTo>
                    <a:pt x="69095" y="400915"/>
                  </a:lnTo>
                  <a:lnTo>
                    <a:pt x="68853" y="400921"/>
                  </a:lnTo>
                  <a:lnTo>
                    <a:pt x="68542" y="411390"/>
                  </a:lnTo>
                  <a:lnTo>
                    <a:pt x="75526" y="416479"/>
                  </a:lnTo>
                  <a:lnTo>
                    <a:pt x="79431" y="422508"/>
                  </a:lnTo>
                  <a:lnTo>
                    <a:pt x="82424" y="421757"/>
                  </a:lnTo>
                  <a:lnTo>
                    <a:pt x="83736" y="421428"/>
                  </a:lnTo>
                  <a:lnTo>
                    <a:pt x="82713" y="416287"/>
                  </a:lnTo>
                  <a:lnTo>
                    <a:pt x="83416" y="411080"/>
                  </a:lnTo>
                  <a:lnTo>
                    <a:pt x="83326" y="408565"/>
                  </a:lnTo>
                  <a:lnTo>
                    <a:pt x="80611" y="404994"/>
                  </a:lnTo>
                  <a:lnTo>
                    <a:pt x="78811" y="401955"/>
                  </a:lnTo>
                  <a:lnTo>
                    <a:pt x="79259" y="399444"/>
                  </a:lnTo>
                  <a:lnTo>
                    <a:pt x="75712" y="396431"/>
                  </a:lnTo>
                  <a:lnTo>
                    <a:pt x="75043" y="393258"/>
                  </a:lnTo>
                  <a:lnTo>
                    <a:pt x="77465" y="392069"/>
                  </a:lnTo>
                  <a:lnTo>
                    <a:pt x="77209" y="386148"/>
                  </a:lnTo>
                  <a:lnTo>
                    <a:pt x="77149" y="384759"/>
                  </a:lnTo>
                  <a:lnTo>
                    <a:pt x="74137" y="384251"/>
                  </a:lnTo>
                  <a:lnTo>
                    <a:pt x="72155" y="379063"/>
                  </a:lnTo>
                  <a:lnTo>
                    <a:pt x="76473" y="378203"/>
                  </a:lnTo>
                  <a:lnTo>
                    <a:pt x="77039" y="375627"/>
                  </a:lnTo>
                  <a:lnTo>
                    <a:pt x="80219" y="376295"/>
                  </a:lnTo>
                  <a:lnTo>
                    <a:pt x="85018" y="373851"/>
                  </a:lnTo>
                  <a:lnTo>
                    <a:pt x="84785" y="372969"/>
                  </a:lnTo>
                  <a:lnTo>
                    <a:pt x="83611" y="368535"/>
                  </a:lnTo>
                  <a:lnTo>
                    <a:pt x="78377" y="363559"/>
                  </a:lnTo>
                  <a:lnTo>
                    <a:pt x="78081" y="363609"/>
                  </a:lnTo>
                  <a:lnTo>
                    <a:pt x="71342" y="364745"/>
                  </a:lnTo>
                  <a:lnTo>
                    <a:pt x="71136" y="364780"/>
                  </a:lnTo>
                  <a:lnTo>
                    <a:pt x="68920" y="371132"/>
                  </a:lnTo>
                  <a:lnTo>
                    <a:pt x="71206" y="375079"/>
                  </a:lnTo>
                  <a:lnTo>
                    <a:pt x="68193" y="376940"/>
                  </a:lnTo>
                  <a:lnTo>
                    <a:pt x="67359" y="380823"/>
                  </a:lnTo>
                  <a:lnTo>
                    <a:pt x="69252" y="383968"/>
                  </a:lnTo>
                  <a:lnTo>
                    <a:pt x="70348" y="388010"/>
                  </a:lnTo>
                  <a:lnTo>
                    <a:pt x="65459" y="389029"/>
                  </a:lnTo>
                  <a:lnTo>
                    <a:pt x="61965" y="387719"/>
                  </a:lnTo>
                  <a:lnTo>
                    <a:pt x="58704" y="382686"/>
                  </a:lnTo>
                  <a:lnTo>
                    <a:pt x="54281" y="378545"/>
                  </a:lnTo>
                  <a:lnTo>
                    <a:pt x="52395" y="379186"/>
                  </a:lnTo>
                  <a:lnTo>
                    <a:pt x="49878" y="374638"/>
                  </a:lnTo>
                  <a:lnTo>
                    <a:pt x="47961" y="370311"/>
                  </a:lnTo>
                  <a:lnTo>
                    <a:pt x="44941" y="365766"/>
                  </a:lnTo>
                  <a:lnTo>
                    <a:pt x="39784" y="362893"/>
                  </a:lnTo>
                  <a:lnTo>
                    <a:pt x="36604" y="365614"/>
                  </a:lnTo>
                  <a:lnTo>
                    <a:pt x="34396" y="363967"/>
                  </a:lnTo>
                  <a:lnTo>
                    <a:pt x="40209" y="355555"/>
                  </a:lnTo>
                  <a:lnTo>
                    <a:pt x="42101" y="350326"/>
                  </a:lnTo>
                  <a:lnTo>
                    <a:pt x="41286" y="344397"/>
                  </a:lnTo>
                  <a:lnTo>
                    <a:pt x="42146" y="341364"/>
                  </a:lnTo>
                  <a:lnTo>
                    <a:pt x="41548" y="339117"/>
                  </a:lnTo>
                  <a:lnTo>
                    <a:pt x="41513" y="338986"/>
                  </a:lnTo>
                  <a:lnTo>
                    <a:pt x="38316" y="337847"/>
                  </a:lnTo>
                  <a:lnTo>
                    <a:pt x="38147" y="334498"/>
                  </a:lnTo>
                  <a:lnTo>
                    <a:pt x="38277" y="329440"/>
                  </a:lnTo>
                  <a:lnTo>
                    <a:pt x="34891" y="320681"/>
                  </a:lnTo>
                  <a:lnTo>
                    <a:pt x="30250" y="316004"/>
                  </a:lnTo>
                  <a:lnTo>
                    <a:pt x="26124" y="309773"/>
                  </a:lnTo>
                  <a:lnTo>
                    <a:pt x="25685" y="306761"/>
                  </a:lnTo>
                  <a:lnTo>
                    <a:pt x="22041" y="296193"/>
                  </a:lnTo>
                  <a:lnTo>
                    <a:pt x="18255" y="291179"/>
                  </a:lnTo>
                  <a:lnTo>
                    <a:pt x="17149" y="288480"/>
                  </a:lnTo>
                  <a:lnTo>
                    <a:pt x="15836" y="285272"/>
                  </a:lnTo>
                  <a:lnTo>
                    <a:pt x="12562" y="280081"/>
                  </a:lnTo>
                  <a:lnTo>
                    <a:pt x="11853" y="277222"/>
                  </a:lnTo>
                  <a:lnTo>
                    <a:pt x="9512" y="272763"/>
                  </a:lnTo>
                  <a:lnTo>
                    <a:pt x="9042" y="268762"/>
                  </a:lnTo>
                  <a:lnTo>
                    <a:pt x="13341" y="263918"/>
                  </a:lnTo>
                  <a:lnTo>
                    <a:pt x="13797" y="254437"/>
                  </a:lnTo>
                  <a:lnTo>
                    <a:pt x="12537" y="247743"/>
                  </a:lnTo>
                  <a:lnTo>
                    <a:pt x="12237" y="240467"/>
                  </a:lnTo>
                  <a:lnTo>
                    <a:pt x="12661" y="232319"/>
                  </a:lnTo>
                  <a:lnTo>
                    <a:pt x="15387" y="225208"/>
                  </a:lnTo>
                  <a:lnTo>
                    <a:pt x="21022" y="217069"/>
                  </a:lnTo>
                  <a:lnTo>
                    <a:pt x="21638" y="210900"/>
                  </a:lnTo>
                  <a:lnTo>
                    <a:pt x="22467" y="205354"/>
                  </a:lnTo>
                  <a:lnTo>
                    <a:pt x="21029" y="201317"/>
                  </a:lnTo>
                  <a:lnTo>
                    <a:pt x="22216" y="191589"/>
                  </a:lnTo>
                  <a:lnTo>
                    <a:pt x="19376" y="187862"/>
                  </a:lnTo>
                  <a:lnTo>
                    <a:pt x="17778" y="181883"/>
                  </a:lnTo>
                  <a:lnTo>
                    <a:pt x="15195" y="173787"/>
                  </a:lnTo>
                  <a:lnTo>
                    <a:pt x="14803" y="172554"/>
                  </a:lnTo>
                  <a:lnTo>
                    <a:pt x="12890" y="171231"/>
                  </a:lnTo>
                  <a:lnTo>
                    <a:pt x="13117" y="166005"/>
                  </a:lnTo>
                  <a:lnTo>
                    <a:pt x="10670" y="161743"/>
                  </a:lnTo>
                  <a:lnTo>
                    <a:pt x="7964" y="159598"/>
                  </a:lnTo>
                  <a:lnTo>
                    <a:pt x="4789" y="153638"/>
                  </a:lnTo>
                  <a:lnTo>
                    <a:pt x="873" y="146890"/>
                  </a:lnTo>
                  <a:lnTo>
                    <a:pt x="0" y="145043"/>
                  </a:lnTo>
                  <a:lnTo>
                    <a:pt x="2388" y="139242"/>
                  </a:lnTo>
                  <a:lnTo>
                    <a:pt x="2683" y="135302"/>
                  </a:lnTo>
                  <a:lnTo>
                    <a:pt x="1442" y="12904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020487" y="2825238"/>
              <a:ext cx="8257" cy="14127"/>
            </a:xfrm>
            <a:custGeom>
              <a:avLst/>
              <a:pathLst>
                <a:path w="8257" h="14127">
                  <a:moveTo>
                    <a:pt x="349" y="3509"/>
                  </a:moveTo>
                  <a:lnTo>
                    <a:pt x="5910" y="0"/>
                  </a:lnTo>
                  <a:lnTo>
                    <a:pt x="8257" y="2944"/>
                  </a:lnTo>
                  <a:lnTo>
                    <a:pt x="5358" y="8770"/>
                  </a:lnTo>
                  <a:lnTo>
                    <a:pt x="4229" y="14127"/>
                  </a:lnTo>
                  <a:lnTo>
                    <a:pt x="0" y="97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70386" y="2717651"/>
              <a:ext cx="16423" cy="12838"/>
            </a:xfrm>
            <a:custGeom>
              <a:avLst/>
              <a:pathLst>
                <a:path w="16423" h="12838">
                  <a:moveTo>
                    <a:pt x="0" y="3528"/>
                  </a:moveTo>
                  <a:lnTo>
                    <a:pt x="2061" y="2245"/>
                  </a:lnTo>
                  <a:lnTo>
                    <a:pt x="7200" y="0"/>
                  </a:lnTo>
                  <a:lnTo>
                    <a:pt x="12698" y="917"/>
                  </a:lnTo>
                  <a:lnTo>
                    <a:pt x="13858" y="2520"/>
                  </a:lnTo>
                  <a:lnTo>
                    <a:pt x="16423" y="7177"/>
                  </a:lnTo>
                  <a:lnTo>
                    <a:pt x="15955" y="9514"/>
                  </a:lnTo>
                  <a:lnTo>
                    <a:pt x="14677" y="11457"/>
                  </a:lnTo>
                  <a:lnTo>
                    <a:pt x="9528" y="12838"/>
                  </a:lnTo>
                  <a:lnTo>
                    <a:pt x="6498" y="8824"/>
                  </a:lnTo>
                  <a:lnTo>
                    <a:pt x="4258" y="6495"/>
                  </a:lnTo>
                  <a:lnTo>
                    <a:pt x="756" y="53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55593" y="2724145"/>
              <a:ext cx="365286" cy="390969"/>
            </a:xfrm>
            <a:custGeom>
              <a:avLst/>
              <a:pathLst>
                <a:path w="365286" h="390969">
                  <a:moveTo>
                    <a:pt x="35" y="130797"/>
                  </a:moveTo>
                  <a:lnTo>
                    <a:pt x="521" y="124484"/>
                  </a:lnTo>
                  <a:lnTo>
                    <a:pt x="2177" y="123079"/>
                  </a:lnTo>
                  <a:lnTo>
                    <a:pt x="3019" y="122363"/>
                  </a:lnTo>
                  <a:lnTo>
                    <a:pt x="5619" y="117417"/>
                  </a:lnTo>
                  <a:lnTo>
                    <a:pt x="6299" y="113352"/>
                  </a:lnTo>
                  <a:lnTo>
                    <a:pt x="8247" y="108896"/>
                  </a:lnTo>
                  <a:lnTo>
                    <a:pt x="11876" y="104976"/>
                  </a:lnTo>
                  <a:lnTo>
                    <a:pt x="16293" y="102644"/>
                  </a:lnTo>
                  <a:lnTo>
                    <a:pt x="18218" y="100357"/>
                  </a:lnTo>
                  <a:lnTo>
                    <a:pt x="22625" y="99695"/>
                  </a:lnTo>
                  <a:lnTo>
                    <a:pt x="23787" y="96997"/>
                  </a:lnTo>
                  <a:lnTo>
                    <a:pt x="27100" y="95157"/>
                  </a:lnTo>
                  <a:lnTo>
                    <a:pt x="29616" y="95258"/>
                  </a:lnTo>
                  <a:lnTo>
                    <a:pt x="30130" y="91987"/>
                  </a:lnTo>
                  <a:lnTo>
                    <a:pt x="32622" y="89784"/>
                  </a:lnTo>
                  <a:lnTo>
                    <a:pt x="31932" y="82519"/>
                  </a:lnTo>
                  <a:lnTo>
                    <a:pt x="31209" y="74924"/>
                  </a:lnTo>
                  <a:lnTo>
                    <a:pt x="29789" y="59754"/>
                  </a:lnTo>
                  <a:lnTo>
                    <a:pt x="29146" y="52890"/>
                  </a:lnTo>
                  <a:lnTo>
                    <a:pt x="27727" y="38209"/>
                  </a:lnTo>
                  <a:lnTo>
                    <a:pt x="32913" y="37574"/>
                  </a:lnTo>
                  <a:lnTo>
                    <a:pt x="33992" y="34773"/>
                  </a:lnTo>
                  <a:lnTo>
                    <a:pt x="36058" y="31357"/>
                  </a:lnTo>
                  <a:lnTo>
                    <a:pt x="38613" y="30853"/>
                  </a:lnTo>
                  <a:lnTo>
                    <a:pt x="41783" y="32655"/>
                  </a:lnTo>
                  <a:lnTo>
                    <a:pt x="43947" y="32797"/>
                  </a:lnTo>
                  <a:lnTo>
                    <a:pt x="47359" y="34571"/>
                  </a:lnTo>
                  <a:lnTo>
                    <a:pt x="51779" y="33447"/>
                  </a:lnTo>
                  <a:lnTo>
                    <a:pt x="55788" y="33041"/>
                  </a:lnTo>
                  <a:lnTo>
                    <a:pt x="65828" y="28062"/>
                  </a:lnTo>
                  <a:lnTo>
                    <a:pt x="69876" y="25624"/>
                  </a:lnTo>
                  <a:lnTo>
                    <a:pt x="71248" y="25480"/>
                  </a:lnTo>
                  <a:lnTo>
                    <a:pt x="73656" y="25227"/>
                  </a:lnTo>
                  <a:lnTo>
                    <a:pt x="79285" y="21777"/>
                  </a:lnTo>
                  <a:lnTo>
                    <a:pt x="82250" y="20706"/>
                  </a:lnTo>
                  <a:lnTo>
                    <a:pt x="84721" y="17898"/>
                  </a:lnTo>
                  <a:lnTo>
                    <a:pt x="88092" y="16640"/>
                  </a:lnTo>
                  <a:lnTo>
                    <a:pt x="90489" y="13726"/>
                  </a:lnTo>
                  <a:lnTo>
                    <a:pt x="93332" y="15366"/>
                  </a:lnTo>
                  <a:lnTo>
                    <a:pt x="95298" y="12913"/>
                  </a:lnTo>
                  <a:lnTo>
                    <a:pt x="97775" y="11799"/>
                  </a:lnTo>
                  <a:lnTo>
                    <a:pt x="100690" y="9384"/>
                  </a:lnTo>
                  <a:lnTo>
                    <a:pt x="103438" y="7078"/>
                  </a:lnTo>
                  <a:lnTo>
                    <a:pt x="102587" y="2154"/>
                  </a:lnTo>
                  <a:lnTo>
                    <a:pt x="106271" y="0"/>
                  </a:lnTo>
                  <a:lnTo>
                    <a:pt x="110909" y="2954"/>
                  </a:lnTo>
                  <a:lnTo>
                    <a:pt x="113922" y="4718"/>
                  </a:lnTo>
                  <a:lnTo>
                    <a:pt x="118008" y="8187"/>
                  </a:lnTo>
                  <a:lnTo>
                    <a:pt x="115540" y="14773"/>
                  </a:lnTo>
                  <a:lnTo>
                    <a:pt x="112418" y="20227"/>
                  </a:lnTo>
                  <a:lnTo>
                    <a:pt x="111495" y="22607"/>
                  </a:lnTo>
                  <a:lnTo>
                    <a:pt x="113585" y="25944"/>
                  </a:lnTo>
                  <a:lnTo>
                    <a:pt x="110265" y="29970"/>
                  </a:lnTo>
                  <a:lnTo>
                    <a:pt x="109632" y="33684"/>
                  </a:lnTo>
                  <a:lnTo>
                    <a:pt x="108501" y="36008"/>
                  </a:lnTo>
                  <a:lnTo>
                    <a:pt x="110374" y="36240"/>
                  </a:lnTo>
                  <a:lnTo>
                    <a:pt x="112032" y="36445"/>
                  </a:lnTo>
                  <a:lnTo>
                    <a:pt x="115848" y="33084"/>
                  </a:lnTo>
                  <a:lnTo>
                    <a:pt x="117809" y="32072"/>
                  </a:lnTo>
                  <a:lnTo>
                    <a:pt x="119954" y="29933"/>
                  </a:lnTo>
                  <a:lnTo>
                    <a:pt x="120561" y="25788"/>
                  </a:lnTo>
                  <a:lnTo>
                    <a:pt x="125469" y="29377"/>
                  </a:lnTo>
                  <a:lnTo>
                    <a:pt x="131945" y="33972"/>
                  </a:lnTo>
                  <a:lnTo>
                    <a:pt x="132948" y="33734"/>
                  </a:lnTo>
                  <a:lnTo>
                    <a:pt x="135468" y="33136"/>
                  </a:lnTo>
                  <a:lnTo>
                    <a:pt x="139854" y="35106"/>
                  </a:lnTo>
                  <a:lnTo>
                    <a:pt x="140971" y="34564"/>
                  </a:lnTo>
                  <a:lnTo>
                    <a:pt x="143167" y="37175"/>
                  </a:lnTo>
                  <a:lnTo>
                    <a:pt x="146273" y="35061"/>
                  </a:lnTo>
                  <a:lnTo>
                    <a:pt x="149408" y="37734"/>
                  </a:lnTo>
                  <a:lnTo>
                    <a:pt x="153857" y="38867"/>
                  </a:lnTo>
                  <a:lnTo>
                    <a:pt x="158114" y="45392"/>
                  </a:lnTo>
                  <a:lnTo>
                    <a:pt x="161291" y="52419"/>
                  </a:lnTo>
                  <a:lnTo>
                    <a:pt x="173200" y="54210"/>
                  </a:lnTo>
                  <a:lnTo>
                    <a:pt x="191314" y="56875"/>
                  </a:lnTo>
                  <a:lnTo>
                    <a:pt x="225448" y="61685"/>
                  </a:lnTo>
                  <a:lnTo>
                    <a:pt x="232000" y="64517"/>
                  </a:lnTo>
                  <a:lnTo>
                    <a:pt x="235817" y="66161"/>
                  </a:lnTo>
                  <a:lnTo>
                    <a:pt x="243715" y="69552"/>
                  </a:lnTo>
                  <a:lnTo>
                    <a:pt x="247982" y="68445"/>
                  </a:lnTo>
                  <a:lnTo>
                    <a:pt x="251563" y="69081"/>
                  </a:lnTo>
                  <a:lnTo>
                    <a:pt x="251821" y="69127"/>
                  </a:lnTo>
                  <a:lnTo>
                    <a:pt x="253411" y="71059"/>
                  </a:lnTo>
                  <a:lnTo>
                    <a:pt x="256090" y="70558"/>
                  </a:lnTo>
                  <a:lnTo>
                    <a:pt x="256941" y="68256"/>
                  </a:lnTo>
                  <a:lnTo>
                    <a:pt x="260919" y="67179"/>
                  </a:lnTo>
                  <a:lnTo>
                    <a:pt x="268478" y="69748"/>
                  </a:lnTo>
                  <a:lnTo>
                    <a:pt x="270115" y="68445"/>
                  </a:lnTo>
                  <a:lnTo>
                    <a:pt x="274787" y="70637"/>
                  </a:lnTo>
                  <a:lnTo>
                    <a:pt x="278551" y="69762"/>
                  </a:lnTo>
                  <a:lnTo>
                    <a:pt x="282873" y="70537"/>
                  </a:lnTo>
                  <a:lnTo>
                    <a:pt x="286975" y="72145"/>
                  </a:lnTo>
                  <a:lnTo>
                    <a:pt x="290080" y="75835"/>
                  </a:lnTo>
                  <a:lnTo>
                    <a:pt x="287091" y="81083"/>
                  </a:lnTo>
                  <a:lnTo>
                    <a:pt x="289174" y="82809"/>
                  </a:lnTo>
                  <a:lnTo>
                    <a:pt x="292286" y="83579"/>
                  </a:lnTo>
                  <a:lnTo>
                    <a:pt x="292832" y="83714"/>
                  </a:lnTo>
                  <a:lnTo>
                    <a:pt x="295844" y="82113"/>
                  </a:lnTo>
                  <a:lnTo>
                    <a:pt x="298004" y="84588"/>
                  </a:lnTo>
                  <a:lnTo>
                    <a:pt x="303394" y="84590"/>
                  </a:lnTo>
                  <a:lnTo>
                    <a:pt x="306648" y="86955"/>
                  </a:lnTo>
                  <a:lnTo>
                    <a:pt x="308595" y="88369"/>
                  </a:lnTo>
                  <a:lnTo>
                    <a:pt x="310447" y="90727"/>
                  </a:lnTo>
                  <a:lnTo>
                    <a:pt x="308079" y="92936"/>
                  </a:lnTo>
                  <a:lnTo>
                    <a:pt x="311512" y="96335"/>
                  </a:lnTo>
                  <a:lnTo>
                    <a:pt x="311386" y="99412"/>
                  </a:lnTo>
                  <a:lnTo>
                    <a:pt x="311028" y="103945"/>
                  </a:lnTo>
                  <a:lnTo>
                    <a:pt x="311618" y="108450"/>
                  </a:lnTo>
                  <a:lnTo>
                    <a:pt x="309471" y="111359"/>
                  </a:lnTo>
                  <a:lnTo>
                    <a:pt x="309574" y="115895"/>
                  </a:lnTo>
                  <a:lnTo>
                    <a:pt x="309698" y="119450"/>
                  </a:lnTo>
                  <a:lnTo>
                    <a:pt x="313527" y="118814"/>
                  </a:lnTo>
                  <a:lnTo>
                    <a:pt x="316524" y="118229"/>
                  </a:lnTo>
                  <a:lnTo>
                    <a:pt x="318827" y="115308"/>
                  </a:lnTo>
                  <a:lnTo>
                    <a:pt x="322035" y="116157"/>
                  </a:lnTo>
                  <a:lnTo>
                    <a:pt x="322125" y="120816"/>
                  </a:lnTo>
                  <a:lnTo>
                    <a:pt x="320391" y="127426"/>
                  </a:lnTo>
                  <a:lnTo>
                    <a:pt x="319183" y="131907"/>
                  </a:lnTo>
                  <a:lnTo>
                    <a:pt x="322657" y="135522"/>
                  </a:lnTo>
                  <a:lnTo>
                    <a:pt x="326111" y="138927"/>
                  </a:lnTo>
                  <a:lnTo>
                    <a:pt x="329804" y="139346"/>
                  </a:lnTo>
                  <a:lnTo>
                    <a:pt x="328304" y="144047"/>
                  </a:lnTo>
                  <a:lnTo>
                    <a:pt x="328940" y="150039"/>
                  </a:lnTo>
                  <a:lnTo>
                    <a:pt x="324919" y="150894"/>
                  </a:lnTo>
                  <a:lnTo>
                    <a:pt x="321018" y="152516"/>
                  </a:lnTo>
                  <a:lnTo>
                    <a:pt x="318047" y="153748"/>
                  </a:lnTo>
                  <a:lnTo>
                    <a:pt x="316571" y="156616"/>
                  </a:lnTo>
                  <a:lnTo>
                    <a:pt x="317544" y="160958"/>
                  </a:lnTo>
                  <a:lnTo>
                    <a:pt x="316755" y="162523"/>
                  </a:lnTo>
                  <a:lnTo>
                    <a:pt x="314206" y="166389"/>
                  </a:lnTo>
                  <a:lnTo>
                    <a:pt x="312749" y="172191"/>
                  </a:lnTo>
                  <a:lnTo>
                    <a:pt x="310627" y="175708"/>
                  </a:lnTo>
                  <a:lnTo>
                    <a:pt x="310310" y="179545"/>
                  </a:lnTo>
                  <a:lnTo>
                    <a:pt x="310208" y="180775"/>
                  </a:lnTo>
                  <a:lnTo>
                    <a:pt x="311124" y="185515"/>
                  </a:lnTo>
                  <a:lnTo>
                    <a:pt x="308975" y="189107"/>
                  </a:lnTo>
                  <a:lnTo>
                    <a:pt x="311609" y="191686"/>
                  </a:lnTo>
                  <a:lnTo>
                    <a:pt x="315545" y="191945"/>
                  </a:lnTo>
                  <a:lnTo>
                    <a:pt x="317741" y="187654"/>
                  </a:lnTo>
                  <a:lnTo>
                    <a:pt x="319269" y="184366"/>
                  </a:lnTo>
                  <a:lnTo>
                    <a:pt x="324520" y="180819"/>
                  </a:lnTo>
                  <a:lnTo>
                    <a:pt x="325184" y="179432"/>
                  </a:lnTo>
                  <a:lnTo>
                    <a:pt x="325802" y="178141"/>
                  </a:lnTo>
                  <a:lnTo>
                    <a:pt x="326339" y="177177"/>
                  </a:lnTo>
                  <a:lnTo>
                    <a:pt x="327220" y="175595"/>
                  </a:lnTo>
                  <a:lnTo>
                    <a:pt x="326737" y="172878"/>
                  </a:lnTo>
                  <a:lnTo>
                    <a:pt x="330338" y="165709"/>
                  </a:lnTo>
                  <a:lnTo>
                    <a:pt x="333620" y="160469"/>
                  </a:lnTo>
                  <a:lnTo>
                    <a:pt x="336632" y="159498"/>
                  </a:lnTo>
                  <a:lnTo>
                    <a:pt x="337441" y="158287"/>
                  </a:lnTo>
                  <a:lnTo>
                    <a:pt x="341430" y="156190"/>
                  </a:lnTo>
                  <a:lnTo>
                    <a:pt x="344027" y="151473"/>
                  </a:lnTo>
                  <a:lnTo>
                    <a:pt x="346431" y="144031"/>
                  </a:lnTo>
                  <a:lnTo>
                    <a:pt x="349874" y="137430"/>
                  </a:lnTo>
                  <a:lnTo>
                    <a:pt x="350314" y="129692"/>
                  </a:lnTo>
                  <a:lnTo>
                    <a:pt x="354085" y="128571"/>
                  </a:lnTo>
                  <a:lnTo>
                    <a:pt x="356832" y="124849"/>
                  </a:lnTo>
                  <a:lnTo>
                    <a:pt x="356955" y="120612"/>
                  </a:lnTo>
                  <a:lnTo>
                    <a:pt x="359563" y="116990"/>
                  </a:lnTo>
                  <a:lnTo>
                    <a:pt x="361941" y="116030"/>
                  </a:lnTo>
                  <a:lnTo>
                    <a:pt x="364450" y="116387"/>
                  </a:lnTo>
                  <a:lnTo>
                    <a:pt x="365286" y="121910"/>
                  </a:lnTo>
                  <a:lnTo>
                    <a:pt x="361871" y="126073"/>
                  </a:lnTo>
                  <a:lnTo>
                    <a:pt x="362505" y="130611"/>
                  </a:lnTo>
                  <a:lnTo>
                    <a:pt x="362223" y="135628"/>
                  </a:lnTo>
                  <a:lnTo>
                    <a:pt x="358498" y="142191"/>
                  </a:lnTo>
                  <a:lnTo>
                    <a:pt x="356396" y="148286"/>
                  </a:lnTo>
                  <a:lnTo>
                    <a:pt x="356159" y="153872"/>
                  </a:lnTo>
                  <a:lnTo>
                    <a:pt x="352609" y="159147"/>
                  </a:lnTo>
                  <a:lnTo>
                    <a:pt x="350820" y="164951"/>
                  </a:lnTo>
                  <a:lnTo>
                    <a:pt x="348653" y="173845"/>
                  </a:lnTo>
                  <a:lnTo>
                    <a:pt x="347646" y="177958"/>
                  </a:lnTo>
                  <a:lnTo>
                    <a:pt x="345460" y="182309"/>
                  </a:lnTo>
                  <a:lnTo>
                    <a:pt x="343962" y="193746"/>
                  </a:lnTo>
                  <a:lnTo>
                    <a:pt x="342983" y="205777"/>
                  </a:lnTo>
                  <a:lnTo>
                    <a:pt x="342938" y="206331"/>
                  </a:lnTo>
                  <a:lnTo>
                    <a:pt x="345223" y="211455"/>
                  </a:lnTo>
                  <a:lnTo>
                    <a:pt x="346770" y="215598"/>
                  </a:lnTo>
                  <a:lnTo>
                    <a:pt x="345434" y="220365"/>
                  </a:lnTo>
                  <a:lnTo>
                    <a:pt x="342019" y="223390"/>
                  </a:lnTo>
                  <a:lnTo>
                    <a:pt x="339302" y="228249"/>
                  </a:lnTo>
                  <a:lnTo>
                    <a:pt x="338105" y="238771"/>
                  </a:lnTo>
                  <a:lnTo>
                    <a:pt x="337221" y="245479"/>
                  </a:lnTo>
                  <a:lnTo>
                    <a:pt x="336998" y="247161"/>
                  </a:lnTo>
                  <a:lnTo>
                    <a:pt x="338427" y="252584"/>
                  </a:lnTo>
                  <a:lnTo>
                    <a:pt x="340627" y="256089"/>
                  </a:lnTo>
                  <a:lnTo>
                    <a:pt x="340712" y="260039"/>
                  </a:lnTo>
                  <a:lnTo>
                    <a:pt x="341403" y="263798"/>
                  </a:lnTo>
                  <a:lnTo>
                    <a:pt x="337656" y="274751"/>
                  </a:lnTo>
                  <a:lnTo>
                    <a:pt x="337860" y="276506"/>
                  </a:lnTo>
                  <a:lnTo>
                    <a:pt x="338372" y="280906"/>
                  </a:lnTo>
                  <a:lnTo>
                    <a:pt x="336302" y="287644"/>
                  </a:lnTo>
                  <a:lnTo>
                    <a:pt x="334714" y="297954"/>
                  </a:lnTo>
                  <a:lnTo>
                    <a:pt x="335683" y="307657"/>
                  </a:lnTo>
                  <a:lnTo>
                    <a:pt x="335728" y="308094"/>
                  </a:lnTo>
                  <a:lnTo>
                    <a:pt x="336328" y="313904"/>
                  </a:lnTo>
                  <a:lnTo>
                    <a:pt x="339033" y="318977"/>
                  </a:lnTo>
                  <a:lnTo>
                    <a:pt x="338032" y="323457"/>
                  </a:lnTo>
                  <a:lnTo>
                    <a:pt x="339835" y="325876"/>
                  </a:lnTo>
                  <a:lnTo>
                    <a:pt x="342316" y="329201"/>
                  </a:lnTo>
                  <a:lnTo>
                    <a:pt x="343931" y="336745"/>
                  </a:lnTo>
                  <a:lnTo>
                    <a:pt x="344987" y="337873"/>
                  </a:lnTo>
                  <a:lnTo>
                    <a:pt x="349188" y="342351"/>
                  </a:lnTo>
                  <a:lnTo>
                    <a:pt x="349097" y="349856"/>
                  </a:lnTo>
                  <a:lnTo>
                    <a:pt x="348434" y="352853"/>
                  </a:lnTo>
                  <a:lnTo>
                    <a:pt x="347938" y="355092"/>
                  </a:lnTo>
                  <a:lnTo>
                    <a:pt x="348855" y="360727"/>
                  </a:lnTo>
                  <a:lnTo>
                    <a:pt x="350788" y="368213"/>
                  </a:lnTo>
                  <a:lnTo>
                    <a:pt x="325231" y="371660"/>
                  </a:lnTo>
                  <a:lnTo>
                    <a:pt x="324108" y="371808"/>
                  </a:lnTo>
                  <a:lnTo>
                    <a:pt x="318495" y="372650"/>
                  </a:lnTo>
                  <a:lnTo>
                    <a:pt x="307819" y="374233"/>
                  </a:lnTo>
                  <a:lnTo>
                    <a:pt x="305561" y="374565"/>
                  </a:lnTo>
                  <a:lnTo>
                    <a:pt x="292738" y="376483"/>
                  </a:lnTo>
                  <a:lnTo>
                    <a:pt x="288301" y="377050"/>
                  </a:lnTo>
                  <a:lnTo>
                    <a:pt x="277792" y="378378"/>
                  </a:lnTo>
                  <a:lnTo>
                    <a:pt x="271213" y="379198"/>
                  </a:lnTo>
                  <a:lnTo>
                    <a:pt x="269637" y="379386"/>
                  </a:lnTo>
                  <a:lnTo>
                    <a:pt x="250470" y="381623"/>
                  </a:lnTo>
                  <a:lnTo>
                    <a:pt x="248181" y="381886"/>
                  </a:lnTo>
                  <a:lnTo>
                    <a:pt x="242282" y="382557"/>
                  </a:lnTo>
                  <a:lnTo>
                    <a:pt x="220149" y="385071"/>
                  </a:lnTo>
                  <a:lnTo>
                    <a:pt x="214435" y="385705"/>
                  </a:lnTo>
                  <a:lnTo>
                    <a:pt x="195363" y="387859"/>
                  </a:lnTo>
                  <a:lnTo>
                    <a:pt x="182317" y="389464"/>
                  </a:lnTo>
                  <a:lnTo>
                    <a:pt x="181635" y="389547"/>
                  </a:lnTo>
                  <a:lnTo>
                    <a:pt x="168394" y="390969"/>
                  </a:lnTo>
                  <a:lnTo>
                    <a:pt x="165808" y="385232"/>
                  </a:lnTo>
                  <a:lnTo>
                    <a:pt x="163515" y="381080"/>
                  </a:lnTo>
                  <a:lnTo>
                    <a:pt x="160582" y="379721"/>
                  </a:lnTo>
                  <a:lnTo>
                    <a:pt x="153417" y="378827"/>
                  </a:lnTo>
                  <a:lnTo>
                    <a:pt x="150474" y="378316"/>
                  </a:lnTo>
                  <a:lnTo>
                    <a:pt x="147523" y="377802"/>
                  </a:lnTo>
                  <a:lnTo>
                    <a:pt x="142334" y="375215"/>
                  </a:lnTo>
                  <a:lnTo>
                    <a:pt x="138381" y="370699"/>
                  </a:lnTo>
                  <a:lnTo>
                    <a:pt x="135748" y="363116"/>
                  </a:lnTo>
                  <a:lnTo>
                    <a:pt x="132875" y="359947"/>
                  </a:lnTo>
                  <a:lnTo>
                    <a:pt x="131084" y="353769"/>
                  </a:lnTo>
                  <a:lnTo>
                    <a:pt x="130747" y="352770"/>
                  </a:lnTo>
                  <a:lnTo>
                    <a:pt x="129274" y="348395"/>
                  </a:lnTo>
                  <a:lnTo>
                    <a:pt x="128871" y="344761"/>
                  </a:lnTo>
                  <a:lnTo>
                    <a:pt x="128344" y="340003"/>
                  </a:lnTo>
                  <a:lnTo>
                    <a:pt x="130587" y="336241"/>
                  </a:lnTo>
                  <a:lnTo>
                    <a:pt x="133111" y="331760"/>
                  </a:lnTo>
                  <a:lnTo>
                    <a:pt x="134686" y="328747"/>
                  </a:lnTo>
                  <a:lnTo>
                    <a:pt x="130990" y="323870"/>
                  </a:lnTo>
                  <a:lnTo>
                    <a:pt x="127772" y="322347"/>
                  </a:lnTo>
                  <a:lnTo>
                    <a:pt x="124074" y="319312"/>
                  </a:lnTo>
                  <a:lnTo>
                    <a:pt x="124305" y="316687"/>
                  </a:lnTo>
                  <a:lnTo>
                    <a:pt x="123438" y="315328"/>
                  </a:lnTo>
                  <a:lnTo>
                    <a:pt x="121775" y="312719"/>
                  </a:lnTo>
                  <a:lnTo>
                    <a:pt x="122236" y="308280"/>
                  </a:lnTo>
                  <a:lnTo>
                    <a:pt x="120680" y="302757"/>
                  </a:lnTo>
                  <a:lnTo>
                    <a:pt x="119078" y="299786"/>
                  </a:lnTo>
                  <a:lnTo>
                    <a:pt x="117179" y="294126"/>
                  </a:lnTo>
                  <a:lnTo>
                    <a:pt x="117655" y="288850"/>
                  </a:lnTo>
                  <a:lnTo>
                    <a:pt x="118035" y="284614"/>
                  </a:lnTo>
                  <a:lnTo>
                    <a:pt x="114594" y="278434"/>
                  </a:lnTo>
                  <a:lnTo>
                    <a:pt x="114331" y="277960"/>
                  </a:lnTo>
                  <a:lnTo>
                    <a:pt x="109556" y="272764"/>
                  </a:lnTo>
                  <a:lnTo>
                    <a:pt x="104783" y="267337"/>
                  </a:lnTo>
                  <a:lnTo>
                    <a:pt x="103560" y="265944"/>
                  </a:lnTo>
                  <a:lnTo>
                    <a:pt x="95904" y="264739"/>
                  </a:lnTo>
                  <a:lnTo>
                    <a:pt x="94996" y="264596"/>
                  </a:lnTo>
                  <a:lnTo>
                    <a:pt x="89982" y="261824"/>
                  </a:lnTo>
                  <a:lnTo>
                    <a:pt x="84939" y="256615"/>
                  </a:lnTo>
                  <a:lnTo>
                    <a:pt x="78474" y="254144"/>
                  </a:lnTo>
                  <a:lnTo>
                    <a:pt x="75856" y="251491"/>
                  </a:lnTo>
                  <a:lnTo>
                    <a:pt x="73169" y="248765"/>
                  </a:lnTo>
                  <a:lnTo>
                    <a:pt x="70944" y="241295"/>
                  </a:lnTo>
                  <a:lnTo>
                    <a:pt x="67602" y="237736"/>
                  </a:lnTo>
                  <a:lnTo>
                    <a:pt x="59688" y="234759"/>
                  </a:lnTo>
                  <a:lnTo>
                    <a:pt x="57951" y="234104"/>
                  </a:lnTo>
                  <a:lnTo>
                    <a:pt x="50113" y="232080"/>
                  </a:lnTo>
                  <a:lnTo>
                    <a:pt x="49235" y="231385"/>
                  </a:lnTo>
                  <a:lnTo>
                    <a:pt x="46129" y="228924"/>
                  </a:lnTo>
                  <a:lnTo>
                    <a:pt x="44256" y="224458"/>
                  </a:lnTo>
                  <a:lnTo>
                    <a:pt x="44067" y="224364"/>
                  </a:lnTo>
                  <a:lnTo>
                    <a:pt x="41128" y="222905"/>
                  </a:lnTo>
                  <a:lnTo>
                    <a:pt x="38782" y="223184"/>
                  </a:lnTo>
                  <a:lnTo>
                    <a:pt x="29284" y="222353"/>
                  </a:lnTo>
                  <a:lnTo>
                    <a:pt x="24723" y="219665"/>
                  </a:lnTo>
                  <a:lnTo>
                    <a:pt x="19236" y="213400"/>
                  </a:lnTo>
                  <a:lnTo>
                    <a:pt x="16853" y="211364"/>
                  </a:lnTo>
                  <a:lnTo>
                    <a:pt x="12735" y="207841"/>
                  </a:lnTo>
                  <a:lnTo>
                    <a:pt x="11860" y="207091"/>
                  </a:lnTo>
                  <a:lnTo>
                    <a:pt x="13467" y="199352"/>
                  </a:lnTo>
                  <a:lnTo>
                    <a:pt x="13503" y="198676"/>
                  </a:lnTo>
                  <a:lnTo>
                    <a:pt x="13884" y="191613"/>
                  </a:lnTo>
                  <a:lnTo>
                    <a:pt x="12562" y="184586"/>
                  </a:lnTo>
                  <a:lnTo>
                    <a:pt x="9693" y="181051"/>
                  </a:lnTo>
                  <a:lnTo>
                    <a:pt x="10429" y="180088"/>
                  </a:lnTo>
                  <a:lnTo>
                    <a:pt x="13169" y="176500"/>
                  </a:lnTo>
                  <a:lnTo>
                    <a:pt x="10896" y="169487"/>
                  </a:lnTo>
                  <a:lnTo>
                    <a:pt x="10831" y="168176"/>
                  </a:lnTo>
                  <a:lnTo>
                    <a:pt x="10501" y="161589"/>
                  </a:lnTo>
                  <a:lnTo>
                    <a:pt x="11250" y="160539"/>
                  </a:lnTo>
                  <a:lnTo>
                    <a:pt x="13962" y="156733"/>
                  </a:lnTo>
                  <a:lnTo>
                    <a:pt x="15973" y="151278"/>
                  </a:lnTo>
                  <a:lnTo>
                    <a:pt x="16357" y="147544"/>
                  </a:lnTo>
                  <a:lnTo>
                    <a:pt x="13628" y="144759"/>
                  </a:lnTo>
                  <a:lnTo>
                    <a:pt x="10676" y="140311"/>
                  </a:lnTo>
                  <a:lnTo>
                    <a:pt x="8655" y="137681"/>
                  </a:lnTo>
                  <a:lnTo>
                    <a:pt x="5883" y="137456"/>
                  </a:lnTo>
                  <a:lnTo>
                    <a:pt x="925" y="136965"/>
                  </a:lnTo>
                  <a:lnTo>
                    <a:pt x="0" y="1312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21854" y="3351749"/>
              <a:ext cx="304399" cy="314394"/>
            </a:xfrm>
            <a:custGeom>
              <a:avLst/>
              <a:pathLst>
                <a:path w="304399" h="314394">
                  <a:moveTo>
                    <a:pt x="3437" y="241733"/>
                  </a:moveTo>
                  <a:lnTo>
                    <a:pt x="3714" y="238112"/>
                  </a:lnTo>
                  <a:lnTo>
                    <a:pt x="3771" y="237371"/>
                  </a:lnTo>
                  <a:lnTo>
                    <a:pt x="3284" y="231417"/>
                  </a:lnTo>
                  <a:lnTo>
                    <a:pt x="1031" y="229273"/>
                  </a:lnTo>
                  <a:lnTo>
                    <a:pt x="0" y="222559"/>
                  </a:lnTo>
                  <a:lnTo>
                    <a:pt x="2515" y="223596"/>
                  </a:lnTo>
                  <a:lnTo>
                    <a:pt x="5806" y="221960"/>
                  </a:lnTo>
                  <a:lnTo>
                    <a:pt x="9745" y="219999"/>
                  </a:lnTo>
                  <a:lnTo>
                    <a:pt x="13988" y="218378"/>
                  </a:lnTo>
                  <a:lnTo>
                    <a:pt x="17608" y="216286"/>
                  </a:lnTo>
                  <a:lnTo>
                    <a:pt x="18111" y="211930"/>
                  </a:lnTo>
                  <a:lnTo>
                    <a:pt x="17725" y="206240"/>
                  </a:lnTo>
                  <a:lnTo>
                    <a:pt x="18127" y="204385"/>
                  </a:lnTo>
                  <a:lnTo>
                    <a:pt x="18411" y="203075"/>
                  </a:lnTo>
                  <a:lnTo>
                    <a:pt x="22143" y="202440"/>
                  </a:lnTo>
                  <a:lnTo>
                    <a:pt x="24775" y="200346"/>
                  </a:lnTo>
                  <a:lnTo>
                    <a:pt x="23179" y="196082"/>
                  </a:lnTo>
                  <a:lnTo>
                    <a:pt x="20334" y="187604"/>
                  </a:lnTo>
                  <a:lnTo>
                    <a:pt x="19071" y="184060"/>
                  </a:lnTo>
                  <a:lnTo>
                    <a:pt x="21862" y="181464"/>
                  </a:lnTo>
                  <a:lnTo>
                    <a:pt x="22211" y="174075"/>
                  </a:lnTo>
                  <a:lnTo>
                    <a:pt x="23615" y="168769"/>
                  </a:lnTo>
                  <a:lnTo>
                    <a:pt x="23997" y="167321"/>
                  </a:lnTo>
                  <a:lnTo>
                    <a:pt x="26404" y="163002"/>
                  </a:lnTo>
                  <a:lnTo>
                    <a:pt x="28485" y="161483"/>
                  </a:lnTo>
                  <a:lnTo>
                    <a:pt x="33467" y="163654"/>
                  </a:lnTo>
                  <a:lnTo>
                    <a:pt x="37492" y="168515"/>
                  </a:lnTo>
                  <a:lnTo>
                    <a:pt x="41923" y="166049"/>
                  </a:lnTo>
                  <a:lnTo>
                    <a:pt x="44720" y="162270"/>
                  </a:lnTo>
                  <a:lnTo>
                    <a:pt x="42473" y="157383"/>
                  </a:lnTo>
                  <a:lnTo>
                    <a:pt x="40718" y="153831"/>
                  </a:lnTo>
                  <a:lnTo>
                    <a:pt x="44169" y="151240"/>
                  </a:lnTo>
                  <a:lnTo>
                    <a:pt x="44608" y="150911"/>
                  </a:lnTo>
                  <a:lnTo>
                    <a:pt x="42634" y="144620"/>
                  </a:lnTo>
                  <a:lnTo>
                    <a:pt x="42537" y="144312"/>
                  </a:lnTo>
                  <a:lnTo>
                    <a:pt x="44128" y="141575"/>
                  </a:lnTo>
                  <a:lnTo>
                    <a:pt x="44627" y="140714"/>
                  </a:lnTo>
                  <a:lnTo>
                    <a:pt x="45831" y="135507"/>
                  </a:lnTo>
                  <a:lnTo>
                    <a:pt x="50058" y="134404"/>
                  </a:lnTo>
                  <a:lnTo>
                    <a:pt x="53256" y="133600"/>
                  </a:lnTo>
                  <a:lnTo>
                    <a:pt x="52619" y="128802"/>
                  </a:lnTo>
                  <a:lnTo>
                    <a:pt x="55558" y="124284"/>
                  </a:lnTo>
                  <a:lnTo>
                    <a:pt x="57990" y="120463"/>
                  </a:lnTo>
                  <a:lnTo>
                    <a:pt x="61124" y="121070"/>
                  </a:lnTo>
                  <a:lnTo>
                    <a:pt x="63169" y="124487"/>
                  </a:lnTo>
                  <a:lnTo>
                    <a:pt x="64768" y="124391"/>
                  </a:lnTo>
                  <a:lnTo>
                    <a:pt x="66326" y="124296"/>
                  </a:lnTo>
                  <a:lnTo>
                    <a:pt x="71987" y="118977"/>
                  </a:lnTo>
                  <a:lnTo>
                    <a:pt x="75377" y="114495"/>
                  </a:lnTo>
                  <a:lnTo>
                    <a:pt x="78802" y="112004"/>
                  </a:lnTo>
                  <a:lnTo>
                    <a:pt x="79122" y="111175"/>
                  </a:lnTo>
                  <a:lnTo>
                    <a:pt x="81116" y="105994"/>
                  </a:lnTo>
                  <a:lnTo>
                    <a:pt x="83111" y="102949"/>
                  </a:lnTo>
                  <a:lnTo>
                    <a:pt x="87937" y="95561"/>
                  </a:lnTo>
                  <a:lnTo>
                    <a:pt x="91991" y="89532"/>
                  </a:lnTo>
                  <a:lnTo>
                    <a:pt x="93391" y="84742"/>
                  </a:lnTo>
                  <a:lnTo>
                    <a:pt x="92871" y="84193"/>
                  </a:lnTo>
                  <a:lnTo>
                    <a:pt x="89768" y="80909"/>
                  </a:lnTo>
                  <a:lnTo>
                    <a:pt x="91983" y="76973"/>
                  </a:lnTo>
                  <a:lnTo>
                    <a:pt x="91139" y="72991"/>
                  </a:lnTo>
                  <a:lnTo>
                    <a:pt x="91139" y="72730"/>
                  </a:lnTo>
                  <a:lnTo>
                    <a:pt x="91118" y="66493"/>
                  </a:lnTo>
                  <a:lnTo>
                    <a:pt x="93045" y="63172"/>
                  </a:lnTo>
                  <a:lnTo>
                    <a:pt x="94233" y="61021"/>
                  </a:lnTo>
                  <a:lnTo>
                    <a:pt x="93132" y="55553"/>
                  </a:lnTo>
                  <a:lnTo>
                    <a:pt x="92324" y="51550"/>
                  </a:lnTo>
                  <a:lnTo>
                    <a:pt x="92933" y="44905"/>
                  </a:lnTo>
                  <a:lnTo>
                    <a:pt x="93047" y="44373"/>
                  </a:lnTo>
                  <a:lnTo>
                    <a:pt x="93658" y="41511"/>
                  </a:lnTo>
                  <a:lnTo>
                    <a:pt x="94969" y="35355"/>
                  </a:lnTo>
                  <a:lnTo>
                    <a:pt x="96399" y="30228"/>
                  </a:lnTo>
                  <a:lnTo>
                    <a:pt x="93177" y="23588"/>
                  </a:lnTo>
                  <a:lnTo>
                    <a:pt x="93260" y="22686"/>
                  </a:lnTo>
                  <a:lnTo>
                    <a:pt x="93700" y="17897"/>
                  </a:lnTo>
                  <a:lnTo>
                    <a:pt x="91128" y="11806"/>
                  </a:lnTo>
                  <a:lnTo>
                    <a:pt x="86954" y="7178"/>
                  </a:lnTo>
                  <a:lnTo>
                    <a:pt x="88847" y="3316"/>
                  </a:lnTo>
                  <a:lnTo>
                    <a:pt x="91741" y="3017"/>
                  </a:lnTo>
                  <a:lnTo>
                    <a:pt x="95446" y="0"/>
                  </a:lnTo>
                  <a:lnTo>
                    <a:pt x="98643" y="13907"/>
                  </a:lnTo>
                  <a:lnTo>
                    <a:pt x="100179" y="20603"/>
                  </a:lnTo>
                  <a:lnTo>
                    <a:pt x="101315" y="25560"/>
                  </a:lnTo>
                  <a:lnTo>
                    <a:pt x="104911" y="41277"/>
                  </a:lnTo>
                  <a:lnTo>
                    <a:pt x="107729" y="53620"/>
                  </a:lnTo>
                  <a:lnTo>
                    <a:pt x="108791" y="58292"/>
                  </a:lnTo>
                  <a:lnTo>
                    <a:pt x="113502" y="79042"/>
                  </a:lnTo>
                  <a:lnTo>
                    <a:pt x="119906" y="77505"/>
                  </a:lnTo>
                  <a:lnTo>
                    <a:pt x="142454" y="71947"/>
                  </a:lnTo>
                  <a:lnTo>
                    <a:pt x="152890" y="69372"/>
                  </a:lnTo>
                  <a:lnTo>
                    <a:pt x="162819" y="66903"/>
                  </a:lnTo>
                  <a:lnTo>
                    <a:pt x="181511" y="62123"/>
                  </a:lnTo>
                  <a:lnTo>
                    <a:pt x="185038" y="78503"/>
                  </a:lnTo>
                  <a:lnTo>
                    <a:pt x="188754" y="94650"/>
                  </a:lnTo>
                  <a:lnTo>
                    <a:pt x="191424" y="106588"/>
                  </a:lnTo>
                  <a:lnTo>
                    <a:pt x="195065" y="103630"/>
                  </a:lnTo>
                  <a:lnTo>
                    <a:pt x="198670" y="98154"/>
                  </a:lnTo>
                  <a:lnTo>
                    <a:pt x="202602" y="94255"/>
                  </a:lnTo>
                  <a:lnTo>
                    <a:pt x="203654" y="92467"/>
                  </a:lnTo>
                  <a:lnTo>
                    <a:pt x="208373" y="84427"/>
                  </a:lnTo>
                  <a:lnTo>
                    <a:pt x="211787" y="77003"/>
                  </a:lnTo>
                  <a:lnTo>
                    <a:pt x="213336" y="76562"/>
                  </a:lnTo>
                  <a:lnTo>
                    <a:pt x="215401" y="75973"/>
                  </a:lnTo>
                  <a:lnTo>
                    <a:pt x="221241" y="77465"/>
                  </a:lnTo>
                  <a:lnTo>
                    <a:pt x="221334" y="73843"/>
                  </a:lnTo>
                  <a:lnTo>
                    <a:pt x="225728" y="65877"/>
                  </a:lnTo>
                  <a:lnTo>
                    <a:pt x="229132" y="57258"/>
                  </a:lnTo>
                  <a:lnTo>
                    <a:pt x="231829" y="59167"/>
                  </a:lnTo>
                  <a:lnTo>
                    <a:pt x="235055" y="63236"/>
                  </a:lnTo>
                  <a:lnTo>
                    <a:pt x="238687" y="63318"/>
                  </a:lnTo>
                  <a:lnTo>
                    <a:pt x="243179" y="63417"/>
                  </a:lnTo>
                  <a:lnTo>
                    <a:pt x="251224" y="61619"/>
                  </a:lnTo>
                  <a:lnTo>
                    <a:pt x="251705" y="61511"/>
                  </a:lnTo>
                  <a:lnTo>
                    <a:pt x="252375" y="57891"/>
                  </a:lnTo>
                  <a:lnTo>
                    <a:pt x="254690" y="51884"/>
                  </a:lnTo>
                  <a:lnTo>
                    <a:pt x="257809" y="50462"/>
                  </a:lnTo>
                  <a:lnTo>
                    <a:pt x="259037" y="49902"/>
                  </a:lnTo>
                  <a:lnTo>
                    <a:pt x="264134" y="45958"/>
                  </a:lnTo>
                  <a:lnTo>
                    <a:pt x="273119" y="42369"/>
                  </a:lnTo>
                  <a:lnTo>
                    <a:pt x="277771" y="45725"/>
                  </a:lnTo>
                  <a:lnTo>
                    <a:pt x="279551" y="47008"/>
                  </a:lnTo>
                  <a:lnTo>
                    <a:pt x="284645" y="45021"/>
                  </a:lnTo>
                  <a:lnTo>
                    <a:pt x="291327" y="45036"/>
                  </a:lnTo>
                  <a:lnTo>
                    <a:pt x="293083" y="50186"/>
                  </a:lnTo>
                  <a:lnTo>
                    <a:pt x="294473" y="52111"/>
                  </a:lnTo>
                  <a:lnTo>
                    <a:pt x="295856" y="54025"/>
                  </a:lnTo>
                  <a:lnTo>
                    <a:pt x="301279" y="59313"/>
                  </a:lnTo>
                  <a:lnTo>
                    <a:pt x="301973" y="63574"/>
                  </a:lnTo>
                  <a:lnTo>
                    <a:pt x="304399" y="65828"/>
                  </a:lnTo>
                  <a:lnTo>
                    <a:pt x="302631" y="74773"/>
                  </a:lnTo>
                  <a:lnTo>
                    <a:pt x="301952" y="80541"/>
                  </a:lnTo>
                  <a:lnTo>
                    <a:pt x="301500" y="83986"/>
                  </a:lnTo>
                  <a:lnTo>
                    <a:pt x="285233" y="76345"/>
                  </a:lnTo>
                  <a:lnTo>
                    <a:pt x="273018" y="70578"/>
                  </a:lnTo>
                  <a:lnTo>
                    <a:pt x="269719" y="69032"/>
                  </a:lnTo>
                  <a:lnTo>
                    <a:pt x="260407" y="64655"/>
                  </a:lnTo>
                  <a:lnTo>
                    <a:pt x="262286" y="69355"/>
                  </a:lnTo>
                  <a:lnTo>
                    <a:pt x="263273" y="74191"/>
                  </a:lnTo>
                  <a:lnTo>
                    <a:pt x="260931" y="81856"/>
                  </a:lnTo>
                  <a:lnTo>
                    <a:pt x="261559" y="85237"/>
                  </a:lnTo>
                  <a:lnTo>
                    <a:pt x="261103" y="90012"/>
                  </a:lnTo>
                  <a:lnTo>
                    <a:pt x="262687" y="92224"/>
                  </a:lnTo>
                  <a:lnTo>
                    <a:pt x="258022" y="99870"/>
                  </a:lnTo>
                  <a:lnTo>
                    <a:pt x="257208" y="103372"/>
                  </a:lnTo>
                  <a:lnTo>
                    <a:pt x="256212" y="107645"/>
                  </a:lnTo>
                  <a:lnTo>
                    <a:pt x="252921" y="110941"/>
                  </a:lnTo>
                  <a:lnTo>
                    <a:pt x="250111" y="116883"/>
                  </a:lnTo>
                  <a:lnTo>
                    <a:pt x="244798" y="121228"/>
                  </a:lnTo>
                  <a:lnTo>
                    <a:pt x="242937" y="127459"/>
                  </a:lnTo>
                  <a:lnTo>
                    <a:pt x="241195" y="134133"/>
                  </a:lnTo>
                  <a:lnTo>
                    <a:pt x="231041" y="129752"/>
                  </a:lnTo>
                  <a:lnTo>
                    <a:pt x="230320" y="133729"/>
                  </a:lnTo>
                  <a:lnTo>
                    <a:pt x="228839" y="137513"/>
                  </a:lnTo>
                  <a:lnTo>
                    <a:pt x="228285" y="144169"/>
                  </a:lnTo>
                  <a:lnTo>
                    <a:pt x="228594" y="146883"/>
                  </a:lnTo>
                  <a:lnTo>
                    <a:pt x="225631" y="152491"/>
                  </a:lnTo>
                  <a:lnTo>
                    <a:pt x="224134" y="160062"/>
                  </a:lnTo>
                  <a:lnTo>
                    <a:pt x="223335" y="164656"/>
                  </a:lnTo>
                  <a:lnTo>
                    <a:pt x="223240" y="165200"/>
                  </a:lnTo>
                  <a:lnTo>
                    <a:pt x="220034" y="171282"/>
                  </a:lnTo>
                  <a:lnTo>
                    <a:pt x="219094" y="171339"/>
                  </a:lnTo>
                  <a:lnTo>
                    <a:pt x="215001" y="171587"/>
                  </a:lnTo>
                  <a:lnTo>
                    <a:pt x="207338" y="170810"/>
                  </a:lnTo>
                  <a:lnTo>
                    <a:pt x="201025" y="163665"/>
                  </a:lnTo>
                  <a:lnTo>
                    <a:pt x="193196" y="162157"/>
                  </a:lnTo>
                  <a:lnTo>
                    <a:pt x="193487" y="169430"/>
                  </a:lnTo>
                  <a:lnTo>
                    <a:pt x="192975" y="173853"/>
                  </a:lnTo>
                  <a:lnTo>
                    <a:pt x="193717" y="176609"/>
                  </a:lnTo>
                  <a:lnTo>
                    <a:pt x="192225" y="183789"/>
                  </a:lnTo>
                  <a:lnTo>
                    <a:pt x="188454" y="188631"/>
                  </a:lnTo>
                  <a:lnTo>
                    <a:pt x="190364" y="191852"/>
                  </a:lnTo>
                  <a:lnTo>
                    <a:pt x="189853" y="192529"/>
                  </a:lnTo>
                  <a:lnTo>
                    <a:pt x="186975" y="196337"/>
                  </a:lnTo>
                  <a:lnTo>
                    <a:pt x="183552" y="201644"/>
                  </a:lnTo>
                  <a:lnTo>
                    <a:pt x="183466" y="208286"/>
                  </a:lnTo>
                  <a:lnTo>
                    <a:pt x="182872" y="212801"/>
                  </a:lnTo>
                  <a:lnTo>
                    <a:pt x="182633" y="214614"/>
                  </a:lnTo>
                  <a:lnTo>
                    <a:pt x="179781" y="222268"/>
                  </a:lnTo>
                  <a:lnTo>
                    <a:pt x="178783" y="223972"/>
                  </a:lnTo>
                  <a:lnTo>
                    <a:pt x="174898" y="230598"/>
                  </a:lnTo>
                  <a:lnTo>
                    <a:pt x="171558" y="237050"/>
                  </a:lnTo>
                  <a:lnTo>
                    <a:pt x="171138" y="241170"/>
                  </a:lnTo>
                  <a:lnTo>
                    <a:pt x="169691" y="247217"/>
                  </a:lnTo>
                  <a:lnTo>
                    <a:pt x="168210" y="250709"/>
                  </a:lnTo>
                  <a:lnTo>
                    <a:pt x="168106" y="250953"/>
                  </a:lnTo>
                  <a:lnTo>
                    <a:pt x="173908" y="255040"/>
                  </a:lnTo>
                  <a:lnTo>
                    <a:pt x="170656" y="259257"/>
                  </a:lnTo>
                  <a:lnTo>
                    <a:pt x="170975" y="263627"/>
                  </a:lnTo>
                  <a:lnTo>
                    <a:pt x="165090" y="271787"/>
                  </a:lnTo>
                  <a:lnTo>
                    <a:pt x="161390" y="275961"/>
                  </a:lnTo>
                  <a:lnTo>
                    <a:pt x="161015" y="275790"/>
                  </a:lnTo>
                  <a:lnTo>
                    <a:pt x="155063" y="273074"/>
                  </a:lnTo>
                  <a:lnTo>
                    <a:pt x="148082" y="280225"/>
                  </a:lnTo>
                  <a:lnTo>
                    <a:pt x="141752" y="285521"/>
                  </a:lnTo>
                  <a:lnTo>
                    <a:pt x="136290" y="282097"/>
                  </a:lnTo>
                  <a:lnTo>
                    <a:pt x="134884" y="282732"/>
                  </a:lnTo>
                  <a:lnTo>
                    <a:pt x="134430" y="282936"/>
                  </a:lnTo>
                  <a:lnTo>
                    <a:pt x="133873" y="286329"/>
                  </a:lnTo>
                  <a:lnTo>
                    <a:pt x="138022" y="289803"/>
                  </a:lnTo>
                  <a:lnTo>
                    <a:pt x="132875" y="293609"/>
                  </a:lnTo>
                  <a:lnTo>
                    <a:pt x="128796" y="295044"/>
                  </a:lnTo>
                  <a:lnTo>
                    <a:pt x="127792" y="295397"/>
                  </a:lnTo>
                  <a:lnTo>
                    <a:pt x="120267" y="299053"/>
                  </a:lnTo>
                  <a:lnTo>
                    <a:pt x="113422" y="304583"/>
                  </a:lnTo>
                  <a:lnTo>
                    <a:pt x="102248" y="297845"/>
                  </a:lnTo>
                  <a:lnTo>
                    <a:pt x="98983" y="304620"/>
                  </a:lnTo>
                  <a:lnTo>
                    <a:pt x="95570" y="307242"/>
                  </a:lnTo>
                  <a:lnTo>
                    <a:pt x="92690" y="310353"/>
                  </a:lnTo>
                  <a:lnTo>
                    <a:pt x="91114" y="312223"/>
                  </a:lnTo>
                  <a:lnTo>
                    <a:pt x="83158" y="314394"/>
                  </a:lnTo>
                  <a:lnTo>
                    <a:pt x="78386" y="312118"/>
                  </a:lnTo>
                  <a:lnTo>
                    <a:pt x="77996" y="311931"/>
                  </a:lnTo>
                  <a:lnTo>
                    <a:pt x="75332" y="309607"/>
                  </a:lnTo>
                  <a:lnTo>
                    <a:pt x="70032" y="309850"/>
                  </a:lnTo>
                  <a:lnTo>
                    <a:pt x="66077" y="306508"/>
                  </a:lnTo>
                  <a:lnTo>
                    <a:pt x="62514" y="302128"/>
                  </a:lnTo>
                  <a:lnTo>
                    <a:pt x="61748" y="299525"/>
                  </a:lnTo>
                  <a:lnTo>
                    <a:pt x="57888" y="297273"/>
                  </a:lnTo>
                  <a:lnTo>
                    <a:pt x="60447" y="291502"/>
                  </a:lnTo>
                  <a:lnTo>
                    <a:pt x="57550" y="289811"/>
                  </a:lnTo>
                  <a:lnTo>
                    <a:pt x="50911" y="290667"/>
                  </a:lnTo>
                  <a:lnTo>
                    <a:pt x="44796" y="287437"/>
                  </a:lnTo>
                  <a:lnTo>
                    <a:pt x="38057" y="283681"/>
                  </a:lnTo>
                  <a:lnTo>
                    <a:pt x="32741" y="281853"/>
                  </a:lnTo>
                  <a:lnTo>
                    <a:pt x="30044" y="277044"/>
                  </a:lnTo>
                  <a:lnTo>
                    <a:pt x="29311" y="275735"/>
                  </a:lnTo>
                  <a:lnTo>
                    <a:pt x="25745" y="272943"/>
                  </a:lnTo>
                  <a:lnTo>
                    <a:pt x="23106" y="269787"/>
                  </a:lnTo>
                  <a:lnTo>
                    <a:pt x="21233" y="267547"/>
                  </a:lnTo>
                  <a:lnTo>
                    <a:pt x="15812" y="264691"/>
                  </a:lnTo>
                  <a:lnTo>
                    <a:pt x="15992" y="262706"/>
                  </a:lnTo>
                  <a:lnTo>
                    <a:pt x="16308" y="259185"/>
                  </a:lnTo>
                  <a:lnTo>
                    <a:pt x="9132" y="252952"/>
                  </a:lnTo>
                  <a:lnTo>
                    <a:pt x="2729" y="2478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84380" y="2967040"/>
              <a:ext cx="478378" cy="391579"/>
            </a:xfrm>
            <a:custGeom>
              <a:avLst/>
              <a:pathLst>
                <a:path w="478378" h="391579">
                  <a:moveTo>
                    <a:pt x="44399" y="11647"/>
                  </a:moveTo>
                  <a:lnTo>
                    <a:pt x="46785" y="0"/>
                  </a:lnTo>
                  <a:lnTo>
                    <a:pt x="62732" y="2026"/>
                  </a:lnTo>
                  <a:lnTo>
                    <a:pt x="67508" y="3610"/>
                  </a:lnTo>
                  <a:lnTo>
                    <a:pt x="91004" y="6080"/>
                  </a:lnTo>
                  <a:lnTo>
                    <a:pt x="111314" y="8292"/>
                  </a:lnTo>
                  <a:lnTo>
                    <a:pt x="123412" y="9804"/>
                  </a:lnTo>
                  <a:lnTo>
                    <a:pt x="137213" y="11493"/>
                  </a:lnTo>
                  <a:lnTo>
                    <a:pt x="166261" y="14575"/>
                  </a:lnTo>
                  <a:lnTo>
                    <a:pt x="168738" y="15411"/>
                  </a:lnTo>
                  <a:lnTo>
                    <a:pt x="195924" y="18392"/>
                  </a:lnTo>
                  <a:lnTo>
                    <a:pt x="203379" y="19183"/>
                  </a:lnTo>
                  <a:lnTo>
                    <a:pt x="218952" y="20719"/>
                  </a:lnTo>
                  <a:lnTo>
                    <a:pt x="234470" y="22200"/>
                  </a:lnTo>
                  <a:lnTo>
                    <a:pt x="239771" y="22725"/>
                  </a:lnTo>
                  <a:lnTo>
                    <a:pt x="274379" y="26013"/>
                  </a:lnTo>
                  <a:lnTo>
                    <a:pt x="302948" y="29021"/>
                  </a:lnTo>
                  <a:lnTo>
                    <a:pt x="341626" y="32357"/>
                  </a:lnTo>
                  <a:lnTo>
                    <a:pt x="356432" y="33148"/>
                  </a:lnTo>
                  <a:lnTo>
                    <a:pt x="367401" y="33706"/>
                  </a:lnTo>
                  <a:lnTo>
                    <a:pt x="415202" y="36945"/>
                  </a:lnTo>
                  <a:lnTo>
                    <a:pt x="417580" y="37094"/>
                  </a:lnTo>
                  <a:lnTo>
                    <a:pt x="418385" y="37145"/>
                  </a:lnTo>
                  <a:lnTo>
                    <a:pt x="478378" y="40765"/>
                  </a:lnTo>
                  <a:lnTo>
                    <a:pt x="477152" y="67645"/>
                  </a:lnTo>
                  <a:lnTo>
                    <a:pt x="476632" y="78212"/>
                  </a:lnTo>
                  <a:lnTo>
                    <a:pt x="475250" y="106398"/>
                  </a:lnTo>
                  <a:lnTo>
                    <a:pt x="474946" y="112509"/>
                  </a:lnTo>
                  <a:lnTo>
                    <a:pt x="474775" y="115959"/>
                  </a:lnTo>
                  <a:lnTo>
                    <a:pt x="473522" y="141210"/>
                  </a:lnTo>
                  <a:lnTo>
                    <a:pt x="472276" y="167101"/>
                  </a:lnTo>
                  <a:lnTo>
                    <a:pt x="472053" y="171955"/>
                  </a:lnTo>
                  <a:lnTo>
                    <a:pt x="471950" y="174195"/>
                  </a:lnTo>
                  <a:lnTo>
                    <a:pt x="471193" y="190704"/>
                  </a:lnTo>
                  <a:lnTo>
                    <a:pt x="470001" y="216098"/>
                  </a:lnTo>
                  <a:lnTo>
                    <a:pt x="468458" y="248553"/>
                  </a:lnTo>
                  <a:lnTo>
                    <a:pt x="468371" y="250234"/>
                  </a:lnTo>
                  <a:lnTo>
                    <a:pt x="467867" y="260047"/>
                  </a:lnTo>
                  <a:lnTo>
                    <a:pt x="466826" y="281994"/>
                  </a:lnTo>
                  <a:lnTo>
                    <a:pt x="465843" y="302504"/>
                  </a:lnTo>
                  <a:lnTo>
                    <a:pt x="465779" y="303784"/>
                  </a:lnTo>
                  <a:lnTo>
                    <a:pt x="465271" y="313989"/>
                  </a:lnTo>
                  <a:lnTo>
                    <a:pt x="464495" y="330459"/>
                  </a:lnTo>
                  <a:lnTo>
                    <a:pt x="464147" y="337845"/>
                  </a:lnTo>
                  <a:lnTo>
                    <a:pt x="463946" y="342181"/>
                  </a:lnTo>
                  <a:lnTo>
                    <a:pt x="463253" y="357196"/>
                  </a:lnTo>
                  <a:lnTo>
                    <a:pt x="462761" y="367290"/>
                  </a:lnTo>
                  <a:lnTo>
                    <a:pt x="462032" y="381658"/>
                  </a:lnTo>
                  <a:lnTo>
                    <a:pt x="461554" y="391579"/>
                  </a:lnTo>
                  <a:lnTo>
                    <a:pt x="432153" y="390017"/>
                  </a:lnTo>
                  <a:lnTo>
                    <a:pt x="408409" y="388999"/>
                  </a:lnTo>
                  <a:lnTo>
                    <a:pt x="402576" y="388649"/>
                  </a:lnTo>
                  <a:lnTo>
                    <a:pt x="380478" y="387269"/>
                  </a:lnTo>
                  <a:lnTo>
                    <a:pt x="320038" y="383093"/>
                  </a:lnTo>
                  <a:lnTo>
                    <a:pt x="318251" y="382959"/>
                  </a:lnTo>
                  <a:lnTo>
                    <a:pt x="311404" y="382394"/>
                  </a:lnTo>
                  <a:lnTo>
                    <a:pt x="275779" y="379316"/>
                  </a:lnTo>
                  <a:lnTo>
                    <a:pt x="245578" y="376522"/>
                  </a:lnTo>
                  <a:lnTo>
                    <a:pt x="242302" y="376209"/>
                  </a:lnTo>
                  <a:lnTo>
                    <a:pt x="205918" y="372984"/>
                  </a:lnTo>
                  <a:lnTo>
                    <a:pt x="183993" y="370922"/>
                  </a:lnTo>
                  <a:lnTo>
                    <a:pt x="131308" y="365313"/>
                  </a:lnTo>
                  <a:lnTo>
                    <a:pt x="118097" y="363807"/>
                  </a:lnTo>
                  <a:lnTo>
                    <a:pt x="87485" y="360510"/>
                  </a:lnTo>
                  <a:lnTo>
                    <a:pt x="68710" y="358316"/>
                  </a:lnTo>
                  <a:lnTo>
                    <a:pt x="65568" y="357942"/>
                  </a:lnTo>
                  <a:lnTo>
                    <a:pt x="60756" y="357366"/>
                  </a:lnTo>
                  <a:lnTo>
                    <a:pt x="33265" y="353960"/>
                  </a:lnTo>
                  <a:lnTo>
                    <a:pt x="11458" y="351008"/>
                  </a:lnTo>
                  <a:lnTo>
                    <a:pt x="0" y="349421"/>
                  </a:lnTo>
                  <a:lnTo>
                    <a:pt x="2885" y="327280"/>
                  </a:lnTo>
                  <a:lnTo>
                    <a:pt x="4129" y="317760"/>
                  </a:lnTo>
                  <a:lnTo>
                    <a:pt x="6518" y="299883"/>
                  </a:lnTo>
                  <a:lnTo>
                    <a:pt x="6680" y="298637"/>
                  </a:lnTo>
                  <a:lnTo>
                    <a:pt x="11455" y="261817"/>
                  </a:lnTo>
                  <a:lnTo>
                    <a:pt x="15437" y="231448"/>
                  </a:lnTo>
                  <a:lnTo>
                    <a:pt x="17438" y="217103"/>
                  </a:lnTo>
                  <a:lnTo>
                    <a:pt x="19982" y="198901"/>
                  </a:lnTo>
                  <a:lnTo>
                    <a:pt x="22768" y="177788"/>
                  </a:lnTo>
                  <a:lnTo>
                    <a:pt x="23402" y="172990"/>
                  </a:lnTo>
                  <a:lnTo>
                    <a:pt x="24013" y="168366"/>
                  </a:lnTo>
                  <a:lnTo>
                    <a:pt x="26825" y="147120"/>
                  </a:lnTo>
                  <a:lnTo>
                    <a:pt x="28949" y="130936"/>
                  </a:lnTo>
                  <a:lnTo>
                    <a:pt x="31095" y="114624"/>
                  </a:lnTo>
                  <a:lnTo>
                    <a:pt x="33666" y="95372"/>
                  </a:lnTo>
                  <a:lnTo>
                    <a:pt x="34508" y="88815"/>
                  </a:lnTo>
                  <a:lnTo>
                    <a:pt x="35983" y="77335"/>
                  </a:lnTo>
                  <a:lnTo>
                    <a:pt x="39021" y="54628"/>
                  </a:lnTo>
                  <a:lnTo>
                    <a:pt x="40209" y="45976"/>
                  </a:lnTo>
                  <a:lnTo>
                    <a:pt x="41618" y="32757"/>
                  </a:lnTo>
                  <a:lnTo>
                    <a:pt x="42103" y="29149"/>
                  </a:lnTo>
                  <a:lnTo>
                    <a:pt x="42797" y="239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42482" y="3503018"/>
              <a:ext cx="498736" cy="382891"/>
            </a:xfrm>
            <a:custGeom>
              <a:avLst/>
              <a:pathLst>
                <a:path w="498736" h="382891">
                  <a:moveTo>
                    <a:pt x="12281" y="218581"/>
                  </a:moveTo>
                  <a:lnTo>
                    <a:pt x="18494" y="163915"/>
                  </a:lnTo>
                  <a:lnTo>
                    <a:pt x="20693" y="142884"/>
                  </a:lnTo>
                  <a:lnTo>
                    <a:pt x="21894" y="131425"/>
                  </a:lnTo>
                  <a:lnTo>
                    <a:pt x="23388" y="117198"/>
                  </a:lnTo>
                  <a:lnTo>
                    <a:pt x="25363" y="98444"/>
                  </a:lnTo>
                  <a:lnTo>
                    <a:pt x="28142" y="71692"/>
                  </a:lnTo>
                  <a:lnTo>
                    <a:pt x="28542" y="68038"/>
                  </a:lnTo>
                  <a:lnTo>
                    <a:pt x="32677" y="30368"/>
                  </a:lnTo>
                  <a:lnTo>
                    <a:pt x="32760" y="29580"/>
                  </a:lnTo>
                  <a:lnTo>
                    <a:pt x="34260" y="15281"/>
                  </a:lnTo>
                  <a:lnTo>
                    <a:pt x="35772" y="0"/>
                  </a:lnTo>
                  <a:lnTo>
                    <a:pt x="88457" y="5608"/>
                  </a:lnTo>
                  <a:lnTo>
                    <a:pt x="110383" y="7670"/>
                  </a:lnTo>
                  <a:lnTo>
                    <a:pt x="146766" y="10895"/>
                  </a:lnTo>
                  <a:lnTo>
                    <a:pt x="150042" y="11208"/>
                  </a:lnTo>
                  <a:lnTo>
                    <a:pt x="180243" y="14002"/>
                  </a:lnTo>
                  <a:lnTo>
                    <a:pt x="215868" y="17080"/>
                  </a:lnTo>
                  <a:lnTo>
                    <a:pt x="222716" y="17645"/>
                  </a:lnTo>
                  <a:lnTo>
                    <a:pt x="224503" y="17779"/>
                  </a:lnTo>
                  <a:lnTo>
                    <a:pt x="284961" y="21956"/>
                  </a:lnTo>
                  <a:lnTo>
                    <a:pt x="307040" y="23335"/>
                  </a:lnTo>
                  <a:lnTo>
                    <a:pt x="312874" y="23685"/>
                  </a:lnTo>
                  <a:lnTo>
                    <a:pt x="336617" y="24703"/>
                  </a:lnTo>
                  <a:lnTo>
                    <a:pt x="366018" y="26265"/>
                  </a:lnTo>
                  <a:lnTo>
                    <a:pt x="397796" y="27708"/>
                  </a:lnTo>
                  <a:lnTo>
                    <a:pt x="410477" y="28225"/>
                  </a:lnTo>
                  <a:lnTo>
                    <a:pt x="430762" y="28992"/>
                  </a:lnTo>
                  <a:lnTo>
                    <a:pt x="458817" y="29969"/>
                  </a:lnTo>
                  <a:lnTo>
                    <a:pt x="460967" y="30038"/>
                  </a:lnTo>
                  <a:lnTo>
                    <a:pt x="465228" y="30173"/>
                  </a:lnTo>
                  <a:lnTo>
                    <a:pt x="498736" y="31095"/>
                  </a:lnTo>
                  <a:lnTo>
                    <a:pt x="498226" y="53292"/>
                  </a:lnTo>
                  <a:lnTo>
                    <a:pt x="498117" y="57862"/>
                  </a:lnTo>
                  <a:lnTo>
                    <a:pt x="497577" y="80474"/>
                  </a:lnTo>
                  <a:lnTo>
                    <a:pt x="497387" y="88444"/>
                  </a:lnTo>
                  <a:lnTo>
                    <a:pt x="497364" y="89396"/>
                  </a:lnTo>
                  <a:lnTo>
                    <a:pt x="496637" y="118831"/>
                  </a:lnTo>
                  <a:lnTo>
                    <a:pt x="496288" y="134990"/>
                  </a:lnTo>
                  <a:lnTo>
                    <a:pt x="495867" y="156491"/>
                  </a:lnTo>
                  <a:lnTo>
                    <a:pt x="495857" y="157007"/>
                  </a:lnTo>
                  <a:lnTo>
                    <a:pt x="495524" y="174075"/>
                  </a:lnTo>
                  <a:lnTo>
                    <a:pt x="495151" y="195189"/>
                  </a:lnTo>
                  <a:lnTo>
                    <a:pt x="495018" y="202746"/>
                  </a:lnTo>
                  <a:lnTo>
                    <a:pt x="494364" y="233410"/>
                  </a:lnTo>
                  <a:lnTo>
                    <a:pt x="494211" y="240640"/>
                  </a:lnTo>
                  <a:lnTo>
                    <a:pt x="493782" y="260883"/>
                  </a:lnTo>
                  <a:lnTo>
                    <a:pt x="493569" y="271030"/>
                  </a:lnTo>
                  <a:lnTo>
                    <a:pt x="493557" y="271586"/>
                  </a:lnTo>
                  <a:lnTo>
                    <a:pt x="493282" y="284691"/>
                  </a:lnTo>
                  <a:lnTo>
                    <a:pt x="492690" y="317535"/>
                  </a:lnTo>
                  <a:lnTo>
                    <a:pt x="492667" y="318822"/>
                  </a:lnTo>
                  <a:lnTo>
                    <a:pt x="492507" y="325801"/>
                  </a:lnTo>
                  <a:lnTo>
                    <a:pt x="491995" y="348167"/>
                  </a:lnTo>
                  <a:lnTo>
                    <a:pt x="491733" y="359654"/>
                  </a:lnTo>
                  <a:lnTo>
                    <a:pt x="491431" y="372945"/>
                  </a:lnTo>
                  <a:lnTo>
                    <a:pt x="491294" y="379210"/>
                  </a:lnTo>
                  <a:lnTo>
                    <a:pt x="491189" y="382891"/>
                  </a:lnTo>
                  <a:lnTo>
                    <a:pt x="469175" y="382190"/>
                  </a:lnTo>
                  <a:lnTo>
                    <a:pt x="445066" y="381407"/>
                  </a:lnTo>
                  <a:lnTo>
                    <a:pt x="434964" y="380684"/>
                  </a:lnTo>
                  <a:lnTo>
                    <a:pt x="423703" y="380247"/>
                  </a:lnTo>
                  <a:lnTo>
                    <a:pt x="417804" y="380054"/>
                  </a:lnTo>
                  <a:lnTo>
                    <a:pt x="372313" y="378367"/>
                  </a:lnTo>
                  <a:lnTo>
                    <a:pt x="353011" y="377655"/>
                  </a:lnTo>
                  <a:lnTo>
                    <a:pt x="329748" y="376712"/>
                  </a:lnTo>
                  <a:lnTo>
                    <a:pt x="302131" y="375226"/>
                  </a:lnTo>
                  <a:lnTo>
                    <a:pt x="274845" y="373448"/>
                  </a:lnTo>
                  <a:lnTo>
                    <a:pt x="272442" y="373296"/>
                  </a:lnTo>
                  <a:lnTo>
                    <a:pt x="267847" y="373004"/>
                  </a:lnTo>
                  <a:lnTo>
                    <a:pt x="265686" y="372865"/>
                  </a:lnTo>
                  <a:lnTo>
                    <a:pt x="253895" y="372092"/>
                  </a:lnTo>
                  <a:lnTo>
                    <a:pt x="245853" y="371565"/>
                  </a:lnTo>
                  <a:lnTo>
                    <a:pt x="233044" y="370707"/>
                  </a:lnTo>
                  <a:lnTo>
                    <a:pt x="232904" y="370697"/>
                  </a:lnTo>
                  <a:lnTo>
                    <a:pt x="213330" y="369366"/>
                  </a:lnTo>
                  <a:lnTo>
                    <a:pt x="212709" y="369324"/>
                  </a:lnTo>
                  <a:lnTo>
                    <a:pt x="189083" y="367683"/>
                  </a:lnTo>
                  <a:lnTo>
                    <a:pt x="179749" y="367008"/>
                  </a:lnTo>
                  <a:lnTo>
                    <a:pt x="152156" y="364926"/>
                  </a:lnTo>
                  <a:lnTo>
                    <a:pt x="151682" y="364208"/>
                  </a:lnTo>
                  <a:lnTo>
                    <a:pt x="113606" y="360965"/>
                  </a:lnTo>
                  <a:lnTo>
                    <a:pt x="109347" y="360586"/>
                  </a:lnTo>
                  <a:lnTo>
                    <a:pt x="73033" y="357222"/>
                  </a:lnTo>
                  <a:lnTo>
                    <a:pt x="46543" y="354663"/>
                  </a:lnTo>
                  <a:lnTo>
                    <a:pt x="29692" y="352972"/>
                  </a:lnTo>
                  <a:lnTo>
                    <a:pt x="0" y="349847"/>
                  </a:lnTo>
                  <a:lnTo>
                    <a:pt x="4367" y="307422"/>
                  </a:lnTo>
                  <a:lnTo>
                    <a:pt x="7953" y="272805"/>
                  </a:lnTo>
                  <a:lnTo>
                    <a:pt x="10425" y="249045"/>
                  </a:lnTo>
                  <a:lnTo>
                    <a:pt x="10531" y="248027"/>
                  </a:lnTo>
                  <a:lnTo>
                    <a:pt x="10263" y="2382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16578" y="2903286"/>
              <a:ext cx="120995" cy="127858"/>
            </a:xfrm>
            <a:custGeom>
              <a:avLst/>
              <a:pathLst>
                <a:path w="120995" h="127858">
                  <a:moveTo>
                    <a:pt x="10947" y="119551"/>
                  </a:moveTo>
                  <a:lnTo>
                    <a:pt x="23108" y="104904"/>
                  </a:lnTo>
                  <a:lnTo>
                    <a:pt x="16647" y="99345"/>
                  </a:lnTo>
                  <a:lnTo>
                    <a:pt x="15143" y="93186"/>
                  </a:lnTo>
                  <a:lnTo>
                    <a:pt x="14925" y="92294"/>
                  </a:lnTo>
                  <a:lnTo>
                    <a:pt x="13560" y="86719"/>
                  </a:lnTo>
                  <a:lnTo>
                    <a:pt x="11671" y="79281"/>
                  </a:lnTo>
                  <a:lnTo>
                    <a:pt x="9634" y="71281"/>
                  </a:lnTo>
                  <a:lnTo>
                    <a:pt x="9161" y="69427"/>
                  </a:lnTo>
                  <a:lnTo>
                    <a:pt x="8595" y="67223"/>
                  </a:lnTo>
                  <a:lnTo>
                    <a:pt x="5101" y="53664"/>
                  </a:lnTo>
                  <a:lnTo>
                    <a:pt x="0" y="34186"/>
                  </a:lnTo>
                  <a:lnTo>
                    <a:pt x="15755" y="29197"/>
                  </a:lnTo>
                  <a:lnTo>
                    <a:pt x="22159" y="27239"/>
                  </a:lnTo>
                  <a:lnTo>
                    <a:pt x="26711" y="25841"/>
                  </a:lnTo>
                  <a:lnTo>
                    <a:pt x="30030" y="24819"/>
                  </a:lnTo>
                  <a:lnTo>
                    <a:pt x="38341" y="22051"/>
                  </a:lnTo>
                  <a:lnTo>
                    <a:pt x="39353" y="21713"/>
                  </a:lnTo>
                  <a:lnTo>
                    <a:pt x="42691" y="24175"/>
                  </a:lnTo>
                  <a:lnTo>
                    <a:pt x="44733" y="23095"/>
                  </a:lnTo>
                  <a:lnTo>
                    <a:pt x="45197" y="22850"/>
                  </a:lnTo>
                  <a:lnTo>
                    <a:pt x="46156" y="19359"/>
                  </a:lnTo>
                  <a:lnTo>
                    <a:pt x="54066" y="17083"/>
                  </a:lnTo>
                  <a:lnTo>
                    <a:pt x="58813" y="15061"/>
                  </a:lnTo>
                  <a:lnTo>
                    <a:pt x="71685" y="10675"/>
                  </a:lnTo>
                  <a:lnTo>
                    <a:pt x="78512" y="8373"/>
                  </a:lnTo>
                  <a:lnTo>
                    <a:pt x="82762" y="6935"/>
                  </a:lnTo>
                  <a:lnTo>
                    <a:pt x="91815" y="3857"/>
                  </a:lnTo>
                  <a:lnTo>
                    <a:pt x="100441" y="939"/>
                  </a:lnTo>
                  <a:lnTo>
                    <a:pt x="103208" y="0"/>
                  </a:lnTo>
                  <a:lnTo>
                    <a:pt x="103745" y="1273"/>
                  </a:lnTo>
                  <a:lnTo>
                    <a:pt x="109986" y="18051"/>
                  </a:lnTo>
                  <a:lnTo>
                    <a:pt x="112562" y="24906"/>
                  </a:lnTo>
                  <a:lnTo>
                    <a:pt x="116290" y="35665"/>
                  </a:lnTo>
                  <a:lnTo>
                    <a:pt x="118672" y="43429"/>
                  </a:lnTo>
                  <a:lnTo>
                    <a:pt x="120995" y="51019"/>
                  </a:lnTo>
                  <a:lnTo>
                    <a:pt x="118564" y="52344"/>
                  </a:lnTo>
                  <a:lnTo>
                    <a:pt x="120468" y="57162"/>
                  </a:lnTo>
                  <a:lnTo>
                    <a:pt x="119936" y="60549"/>
                  </a:lnTo>
                  <a:lnTo>
                    <a:pt x="117892" y="59764"/>
                  </a:lnTo>
                  <a:lnTo>
                    <a:pt x="113767" y="61887"/>
                  </a:lnTo>
                  <a:lnTo>
                    <a:pt x="110150" y="64436"/>
                  </a:lnTo>
                  <a:lnTo>
                    <a:pt x="105780" y="66273"/>
                  </a:lnTo>
                  <a:lnTo>
                    <a:pt x="103763" y="68399"/>
                  </a:lnTo>
                  <a:lnTo>
                    <a:pt x="99177" y="68512"/>
                  </a:lnTo>
                  <a:lnTo>
                    <a:pt x="97519" y="70555"/>
                  </a:lnTo>
                  <a:lnTo>
                    <a:pt x="96861" y="71221"/>
                  </a:lnTo>
                  <a:lnTo>
                    <a:pt x="94567" y="73541"/>
                  </a:lnTo>
                  <a:lnTo>
                    <a:pt x="91226" y="74985"/>
                  </a:lnTo>
                  <a:lnTo>
                    <a:pt x="89334" y="77140"/>
                  </a:lnTo>
                  <a:lnTo>
                    <a:pt x="87680" y="76163"/>
                  </a:lnTo>
                  <a:lnTo>
                    <a:pt x="83820" y="78324"/>
                  </a:lnTo>
                  <a:lnTo>
                    <a:pt x="80464" y="81055"/>
                  </a:lnTo>
                  <a:lnTo>
                    <a:pt x="79778" y="81613"/>
                  </a:lnTo>
                  <a:lnTo>
                    <a:pt x="76142" y="81185"/>
                  </a:lnTo>
                  <a:lnTo>
                    <a:pt x="72763" y="82671"/>
                  </a:lnTo>
                  <a:lnTo>
                    <a:pt x="71071" y="85055"/>
                  </a:lnTo>
                  <a:lnTo>
                    <a:pt x="66918" y="87033"/>
                  </a:lnTo>
                  <a:lnTo>
                    <a:pt x="64673" y="85602"/>
                  </a:lnTo>
                  <a:lnTo>
                    <a:pt x="59418" y="89539"/>
                  </a:lnTo>
                  <a:lnTo>
                    <a:pt x="57849" y="89467"/>
                  </a:lnTo>
                  <a:lnTo>
                    <a:pt x="55637" y="89364"/>
                  </a:lnTo>
                  <a:lnTo>
                    <a:pt x="53964" y="91570"/>
                  </a:lnTo>
                  <a:lnTo>
                    <a:pt x="53208" y="92566"/>
                  </a:lnTo>
                  <a:lnTo>
                    <a:pt x="51846" y="95592"/>
                  </a:lnTo>
                  <a:lnTo>
                    <a:pt x="48545" y="97906"/>
                  </a:lnTo>
                  <a:lnTo>
                    <a:pt x="48036" y="100933"/>
                  </a:lnTo>
                  <a:lnTo>
                    <a:pt x="47867" y="101933"/>
                  </a:lnTo>
                  <a:lnTo>
                    <a:pt x="46704" y="102987"/>
                  </a:lnTo>
                  <a:lnTo>
                    <a:pt x="43889" y="103337"/>
                  </a:lnTo>
                  <a:lnTo>
                    <a:pt x="41918" y="103580"/>
                  </a:lnTo>
                  <a:lnTo>
                    <a:pt x="39335" y="108289"/>
                  </a:lnTo>
                  <a:lnTo>
                    <a:pt x="38896" y="108517"/>
                  </a:lnTo>
                  <a:lnTo>
                    <a:pt x="37282" y="109356"/>
                  </a:lnTo>
                  <a:lnTo>
                    <a:pt x="35312" y="110378"/>
                  </a:lnTo>
                  <a:lnTo>
                    <a:pt x="32896" y="111769"/>
                  </a:lnTo>
                  <a:lnTo>
                    <a:pt x="34515" y="112940"/>
                  </a:lnTo>
                  <a:lnTo>
                    <a:pt x="33215" y="115960"/>
                  </a:lnTo>
                  <a:lnTo>
                    <a:pt x="31338" y="117606"/>
                  </a:lnTo>
                  <a:lnTo>
                    <a:pt x="28378" y="118262"/>
                  </a:lnTo>
                  <a:lnTo>
                    <a:pt x="25701" y="120359"/>
                  </a:lnTo>
                  <a:lnTo>
                    <a:pt x="23496" y="123169"/>
                  </a:lnTo>
                  <a:lnTo>
                    <a:pt x="21423" y="123949"/>
                  </a:lnTo>
                  <a:lnTo>
                    <a:pt x="18423" y="127858"/>
                  </a:lnTo>
                  <a:lnTo>
                    <a:pt x="17790" y="126303"/>
                  </a:lnTo>
                  <a:lnTo>
                    <a:pt x="17408" y="125135"/>
                  </a:lnTo>
                  <a:lnTo>
                    <a:pt x="13005" y="1213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73567" y="3403943"/>
              <a:ext cx="14668" cy="17406"/>
            </a:xfrm>
            <a:custGeom>
              <a:avLst/>
              <a:pathLst>
                <a:path w="14668" h="17406">
                  <a:moveTo>
                    <a:pt x="0" y="6713"/>
                  </a:moveTo>
                  <a:lnTo>
                    <a:pt x="3740" y="0"/>
                  </a:lnTo>
                  <a:lnTo>
                    <a:pt x="6932" y="1844"/>
                  </a:lnTo>
                  <a:lnTo>
                    <a:pt x="14668" y="6304"/>
                  </a:lnTo>
                  <a:lnTo>
                    <a:pt x="11351" y="12336"/>
                  </a:lnTo>
                  <a:lnTo>
                    <a:pt x="8516" y="17406"/>
                  </a:lnTo>
                  <a:lnTo>
                    <a:pt x="7383" y="13162"/>
                  </a:lnTo>
                  <a:lnTo>
                    <a:pt x="6769" y="10866"/>
                  </a:lnTo>
                  <a:lnTo>
                    <a:pt x="2613" y="87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82309" y="3276182"/>
              <a:ext cx="78827" cy="120946"/>
            </a:xfrm>
            <a:custGeom>
              <a:avLst/>
              <a:pathLst>
                <a:path w="78827" h="120946">
                  <a:moveTo>
                    <a:pt x="948" y="14898"/>
                  </a:moveTo>
                  <a:lnTo>
                    <a:pt x="1395" y="11442"/>
                  </a:lnTo>
                  <a:lnTo>
                    <a:pt x="2873" y="7804"/>
                  </a:lnTo>
                  <a:lnTo>
                    <a:pt x="5630" y="4256"/>
                  </a:lnTo>
                  <a:lnTo>
                    <a:pt x="9792" y="1717"/>
                  </a:lnTo>
                  <a:lnTo>
                    <a:pt x="10557" y="1250"/>
                  </a:lnTo>
                  <a:lnTo>
                    <a:pt x="11102" y="917"/>
                  </a:lnTo>
                  <a:lnTo>
                    <a:pt x="17048" y="0"/>
                  </a:lnTo>
                  <a:lnTo>
                    <a:pt x="21945" y="1007"/>
                  </a:lnTo>
                  <a:lnTo>
                    <a:pt x="20000" y="4966"/>
                  </a:lnTo>
                  <a:lnTo>
                    <a:pt x="20086" y="9656"/>
                  </a:lnTo>
                  <a:lnTo>
                    <a:pt x="18741" y="12757"/>
                  </a:lnTo>
                  <a:lnTo>
                    <a:pt x="18069" y="16576"/>
                  </a:lnTo>
                  <a:lnTo>
                    <a:pt x="16938" y="18541"/>
                  </a:lnTo>
                  <a:lnTo>
                    <a:pt x="18758" y="21116"/>
                  </a:lnTo>
                  <a:lnTo>
                    <a:pt x="21202" y="22029"/>
                  </a:lnTo>
                  <a:lnTo>
                    <a:pt x="21290" y="25967"/>
                  </a:lnTo>
                  <a:lnTo>
                    <a:pt x="22173" y="29142"/>
                  </a:lnTo>
                  <a:lnTo>
                    <a:pt x="18461" y="32046"/>
                  </a:lnTo>
                  <a:lnTo>
                    <a:pt x="20810" y="35059"/>
                  </a:lnTo>
                  <a:lnTo>
                    <a:pt x="25281" y="38410"/>
                  </a:lnTo>
                  <a:lnTo>
                    <a:pt x="26740" y="39580"/>
                  </a:lnTo>
                  <a:lnTo>
                    <a:pt x="30045" y="42227"/>
                  </a:lnTo>
                  <a:lnTo>
                    <a:pt x="35588" y="46642"/>
                  </a:lnTo>
                  <a:lnTo>
                    <a:pt x="38334" y="52875"/>
                  </a:lnTo>
                  <a:lnTo>
                    <a:pt x="38854" y="57786"/>
                  </a:lnTo>
                  <a:lnTo>
                    <a:pt x="41431" y="64023"/>
                  </a:lnTo>
                  <a:lnTo>
                    <a:pt x="45938" y="66140"/>
                  </a:lnTo>
                  <a:lnTo>
                    <a:pt x="49923" y="71610"/>
                  </a:lnTo>
                  <a:lnTo>
                    <a:pt x="50400" y="72265"/>
                  </a:lnTo>
                  <a:lnTo>
                    <a:pt x="50934" y="74497"/>
                  </a:lnTo>
                  <a:lnTo>
                    <a:pt x="57288" y="78910"/>
                  </a:lnTo>
                  <a:lnTo>
                    <a:pt x="63346" y="82033"/>
                  </a:lnTo>
                  <a:lnTo>
                    <a:pt x="66484" y="81716"/>
                  </a:lnTo>
                  <a:lnTo>
                    <a:pt x="67679" y="80020"/>
                  </a:lnTo>
                  <a:lnTo>
                    <a:pt x="71307" y="88235"/>
                  </a:lnTo>
                  <a:lnTo>
                    <a:pt x="76409" y="101516"/>
                  </a:lnTo>
                  <a:lnTo>
                    <a:pt x="78827" y="108653"/>
                  </a:lnTo>
                  <a:lnTo>
                    <a:pt x="69943" y="111466"/>
                  </a:lnTo>
                  <a:lnTo>
                    <a:pt x="59753" y="114512"/>
                  </a:lnTo>
                  <a:lnTo>
                    <a:pt x="50724" y="117192"/>
                  </a:lnTo>
                  <a:lnTo>
                    <a:pt x="36576" y="120946"/>
                  </a:lnTo>
                  <a:lnTo>
                    <a:pt x="34162" y="114032"/>
                  </a:lnTo>
                  <a:lnTo>
                    <a:pt x="33639" y="112522"/>
                  </a:lnTo>
                  <a:lnTo>
                    <a:pt x="31473" y="106272"/>
                  </a:lnTo>
                  <a:lnTo>
                    <a:pt x="25791" y="89997"/>
                  </a:lnTo>
                  <a:lnTo>
                    <a:pt x="16621" y="63772"/>
                  </a:lnTo>
                  <a:lnTo>
                    <a:pt x="13586" y="55104"/>
                  </a:lnTo>
                  <a:lnTo>
                    <a:pt x="12117" y="50911"/>
                  </a:lnTo>
                  <a:lnTo>
                    <a:pt x="9745" y="44142"/>
                  </a:lnTo>
                  <a:lnTo>
                    <a:pt x="0" y="151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21679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25279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25279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25279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25279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25279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410725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410725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410725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410725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410725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62972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62972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(2021)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2021: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3661746"/>
              <a:ext cx="1647056" cy="1899298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16087" y="2258735"/>
              <a:ext cx="3843131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2960240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2818397"/>
              <a:ext cx="52907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14.7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63901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75698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87495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(2021)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2021: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227564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490211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752858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301550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78051" y="2278153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445289" y="2258735"/>
              <a:ext cx="2357282" cy="2877644"/>
            </a:xfrm>
            <a:custGeom>
              <a:avLst/>
              <a:pathLst>
                <a:path w="2357282" h="2877644">
                  <a:moveTo>
                    <a:pt x="1177230" y="2877644"/>
                  </a:moveTo>
                  <a:lnTo>
                    <a:pt x="1177089" y="2872012"/>
                  </a:lnTo>
                  <a:lnTo>
                    <a:pt x="1176939" y="2866381"/>
                  </a:lnTo>
                  <a:lnTo>
                    <a:pt x="1176773" y="2860750"/>
                  </a:lnTo>
                  <a:lnTo>
                    <a:pt x="1176592" y="2855118"/>
                  </a:lnTo>
                  <a:lnTo>
                    <a:pt x="1176400" y="2849487"/>
                  </a:lnTo>
                  <a:lnTo>
                    <a:pt x="1176187" y="2843855"/>
                  </a:lnTo>
                  <a:lnTo>
                    <a:pt x="1175956" y="2838224"/>
                  </a:lnTo>
                  <a:lnTo>
                    <a:pt x="1175712" y="2832593"/>
                  </a:lnTo>
                  <a:lnTo>
                    <a:pt x="1175440" y="2826961"/>
                  </a:lnTo>
                  <a:lnTo>
                    <a:pt x="1175149" y="2821330"/>
                  </a:lnTo>
                  <a:lnTo>
                    <a:pt x="1174841" y="2815698"/>
                  </a:lnTo>
                  <a:lnTo>
                    <a:pt x="1174497" y="2810067"/>
                  </a:lnTo>
                  <a:lnTo>
                    <a:pt x="1174132" y="2804436"/>
                  </a:lnTo>
                  <a:lnTo>
                    <a:pt x="1173747" y="2798804"/>
                  </a:lnTo>
                  <a:lnTo>
                    <a:pt x="1173316" y="2793173"/>
                  </a:lnTo>
                  <a:lnTo>
                    <a:pt x="1172862" y="2787541"/>
                  </a:lnTo>
                  <a:lnTo>
                    <a:pt x="1172381" y="2781910"/>
                  </a:lnTo>
                  <a:lnTo>
                    <a:pt x="1171848" y="2776279"/>
                  </a:lnTo>
                  <a:lnTo>
                    <a:pt x="1171288" y="2770647"/>
                  </a:lnTo>
                  <a:lnTo>
                    <a:pt x="1170693" y="2765016"/>
                  </a:lnTo>
                  <a:lnTo>
                    <a:pt x="1170039" y="2759384"/>
                  </a:lnTo>
                  <a:lnTo>
                    <a:pt x="1169352" y="2753753"/>
                  </a:lnTo>
                  <a:lnTo>
                    <a:pt x="1168622" y="2748122"/>
                  </a:lnTo>
                  <a:lnTo>
                    <a:pt x="1167826" y="2742490"/>
                  </a:lnTo>
                  <a:lnTo>
                    <a:pt x="1166992" y="2736859"/>
                  </a:lnTo>
                  <a:lnTo>
                    <a:pt x="1166103" y="2731227"/>
                  </a:lnTo>
                  <a:lnTo>
                    <a:pt x="1165142" y="2725596"/>
                  </a:lnTo>
                  <a:lnTo>
                    <a:pt x="1164137" y="2719965"/>
                  </a:lnTo>
                  <a:lnTo>
                    <a:pt x="1163063" y="2714333"/>
                  </a:lnTo>
                  <a:lnTo>
                    <a:pt x="1161912" y="2708702"/>
                  </a:lnTo>
                  <a:lnTo>
                    <a:pt x="1160710" y="2703070"/>
                  </a:lnTo>
                  <a:lnTo>
                    <a:pt x="1159424" y="2697439"/>
                  </a:lnTo>
                  <a:lnTo>
                    <a:pt x="1158055" y="2691808"/>
                  </a:lnTo>
                  <a:lnTo>
                    <a:pt x="1156629" y="2686176"/>
                  </a:lnTo>
                  <a:lnTo>
                    <a:pt x="1155102" y="2680545"/>
                  </a:lnTo>
                  <a:lnTo>
                    <a:pt x="1153488" y="2674914"/>
                  </a:lnTo>
                  <a:lnTo>
                    <a:pt x="1151809" y="2669282"/>
                  </a:lnTo>
                  <a:lnTo>
                    <a:pt x="1150011" y="2663651"/>
                  </a:lnTo>
                  <a:lnTo>
                    <a:pt x="1148121" y="2658019"/>
                  </a:lnTo>
                  <a:lnTo>
                    <a:pt x="1146160" y="2652388"/>
                  </a:lnTo>
                  <a:lnTo>
                    <a:pt x="1144059" y="2646757"/>
                  </a:lnTo>
                  <a:lnTo>
                    <a:pt x="1141864" y="2641125"/>
                  </a:lnTo>
                  <a:lnTo>
                    <a:pt x="1139592" y="2635494"/>
                  </a:lnTo>
                  <a:lnTo>
                    <a:pt x="1137157" y="2629862"/>
                  </a:lnTo>
                  <a:lnTo>
                    <a:pt x="1134628" y="2624231"/>
                  </a:lnTo>
                  <a:lnTo>
                    <a:pt x="1132015" y="2618600"/>
                  </a:lnTo>
                  <a:lnTo>
                    <a:pt x="1129215" y="2612968"/>
                  </a:lnTo>
                  <a:lnTo>
                    <a:pt x="1126324" y="2607337"/>
                  </a:lnTo>
                  <a:lnTo>
                    <a:pt x="1123331" y="2601705"/>
                  </a:lnTo>
                  <a:lnTo>
                    <a:pt x="1120149" y="2596074"/>
                  </a:lnTo>
                  <a:lnTo>
                    <a:pt x="1116868" y="2590443"/>
                  </a:lnTo>
                  <a:lnTo>
                    <a:pt x="1113469" y="2584811"/>
                  </a:lnTo>
                  <a:lnTo>
                    <a:pt x="1109877" y="2579180"/>
                  </a:lnTo>
                  <a:lnTo>
                    <a:pt x="1106182" y="2573548"/>
                  </a:lnTo>
                  <a:lnTo>
                    <a:pt x="1102352" y="2567917"/>
                  </a:lnTo>
                  <a:lnTo>
                    <a:pt x="1098330" y="2562286"/>
                  </a:lnTo>
                  <a:lnTo>
                    <a:pt x="1094200" y="2556654"/>
                  </a:lnTo>
                  <a:lnTo>
                    <a:pt x="1089918" y="2551023"/>
                  </a:lnTo>
                  <a:lnTo>
                    <a:pt x="1085447" y="2545391"/>
                  </a:lnTo>
                  <a:lnTo>
                    <a:pt x="1080864" y="2539760"/>
                  </a:lnTo>
                  <a:lnTo>
                    <a:pt x="1076113" y="2534129"/>
                  </a:lnTo>
                  <a:lnTo>
                    <a:pt x="1071179" y="2528497"/>
                  </a:lnTo>
                  <a:lnTo>
                    <a:pt x="1066131" y="2522866"/>
                  </a:lnTo>
                  <a:lnTo>
                    <a:pt x="1060899" y="2517234"/>
                  </a:lnTo>
                  <a:lnTo>
                    <a:pt x="1055494" y="2511603"/>
                  </a:lnTo>
                  <a:lnTo>
                    <a:pt x="1049973" y="2505972"/>
                  </a:lnTo>
                  <a:lnTo>
                    <a:pt x="1044256" y="2500340"/>
                  </a:lnTo>
                  <a:lnTo>
                    <a:pt x="1038376" y="2494709"/>
                  </a:lnTo>
                  <a:lnTo>
                    <a:pt x="1032380" y="2489077"/>
                  </a:lnTo>
                  <a:lnTo>
                    <a:pt x="1026177" y="2483446"/>
                  </a:lnTo>
                  <a:lnTo>
                    <a:pt x="1019825" y="2477815"/>
                  </a:lnTo>
                  <a:lnTo>
                    <a:pt x="1013357" y="2472183"/>
                  </a:lnTo>
                  <a:lnTo>
                    <a:pt x="1006675" y="2466552"/>
                  </a:lnTo>
                  <a:lnTo>
                    <a:pt x="999858" y="2460920"/>
                  </a:lnTo>
                  <a:lnTo>
                    <a:pt x="992928" y="2455289"/>
                  </a:lnTo>
                  <a:lnTo>
                    <a:pt x="985779" y="2449658"/>
                  </a:lnTo>
                  <a:lnTo>
                    <a:pt x="978510" y="2444026"/>
                  </a:lnTo>
                  <a:lnTo>
                    <a:pt x="971133" y="2438395"/>
                  </a:lnTo>
                  <a:lnTo>
                    <a:pt x="963535" y="2432763"/>
                  </a:lnTo>
                  <a:lnTo>
                    <a:pt x="955834" y="2427132"/>
                  </a:lnTo>
                  <a:lnTo>
                    <a:pt x="948019" y="2421501"/>
                  </a:lnTo>
                  <a:lnTo>
                    <a:pt x="940005" y="2415869"/>
                  </a:lnTo>
                  <a:lnTo>
                    <a:pt x="931893" y="2410238"/>
                  </a:lnTo>
                  <a:lnTo>
                    <a:pt x="923666" y="2404606"/>
                  </a:lnTo>
                  <a:lnTo>
                    <a:pt x="915262" y="2398975"/>
                  </a:lnTo>
                  <a:lnTo>
                    <a:pt x="906767" y="2393344"/>
                  </a:lnTo>
                  <a:lnTo>
                    <a:pt x="898157" y="2387712"/>
                  </a:lnTo>
                  <a:lnTo>
                    <a:pt x="889391" y="2382081"/>
                  </a:lnTo>
                  <a:lnTo>
                    <a:pt x="880543" y="2376449"/>
                  </a:lnTo>
                  <a:lnTo>
                    <a:pt x="871581" y="2370818"/>
                  </a:lnTo>
                  <a:lnTo>
                    <a:pt x="862486" y="2365187"/>
                  </a:lnTo>
                  <a:lnTo>
                    <a:pt x="853316" y="2359555"/>
                  </a:lnTo>
                  <a:lnTo>
                    <a:pt x="844037" y="2353924"/>
                  </a:lnTo>
                  <a:lnTo>
                    <a:pt x="834645" y="2348292"/>
                  </a:lnTo>
                  <a:lnTo>
                    <a:pt x="825186" y="2342661"/>
                  </a:lnTo>
                  <a:lnTo>
                    <a:pt x="815622" y="2337030"/>
                  </a:lnTo>
                  <a:lnTo>
                    <a:pt x="805966" y="2331398"/>
                  </a:lnTo>
                  <a:lnTo>
                    <a:pt x="796251" y="2325767"/>
                  </a:lnTo>
                  <a:lnTo>
                    <a:pt x="786438" y="2320135"/>
                  </a:lnTo>
                  <a:lnTo>
                    <a:pt x="776551" y="2314504"/>
                  </a:lnTo>
                  <a:lnTo>
                    <a:pt x="766611" y="2308873"/>
                  </a:lnTo>
                  <a:lnTo>
                    <a:pt x="756582" y="2303241"/>
                  </a:lnTo>
                  <a:lnTo>
                    <a:pt x="746494" y="2297610"/>
                  </a:lnTo>
                  <a:lnTo>
                    <a:pt x="736360" y="2291978"/>
                  </a:lnTo>
                  <a:lnTo>
                    <a:pt x="726147" y="2286347"/>
                  </a:lnTo>
                  <a:lnTo>
                    <a:pt x="715887" y="2280716"/>
                  </a:lnTo>
                  <a:lnTo>
                    <a:pt x="705588" y="2275084"/>
                  </a:lnTo>
                  <a:lnTo>
                    <a:pt x="695220" y="2269453"/>
                  </a:lnTo>
                  <a:lnTo>
                    <a:pt x="684816" y="2263821"/>
                  </a:lnTo>
                  <a:lnTo>
                    <a:pt x="674380" y="2258190"/>
                  </a:lnTo>
                  <a:lnTo>
                    <a:pt x="663883" y="2252559"/>
                  </a:lnTo>
                  <a:lnTo>
                    <a:pt x="653361" y="2246927"/>
                  </a:lnTo>
                  <a:lnTo>
                    <a:pt x="642810" y="2241296"/>
                  </a:lnTo>
                  <a:lnTo>
                    <a:pt x="632212" y="2235664"/>
                  </a:lnTo>
                  <a:lnTo>
                    <a:pt x="621594" y="2230033"/>
                  </a:lnTo>
                  <a:lnTo>
                    <a:pt x="610952" y="2224402"/>
                  </a:lnTo>
                  <a:lnTo>
                    <a:pt x="600276" y="2218770"/>
                  </a:lnTo>
                  <a:lnTo>
                    <a:pt x="589585" y="2213139"/>
                  </a:lnTo>
                  <a:lnTo>
                    <a:pt x="578874" y="2207507"/>
                  </a:lnTo>
                  <a:lnTo>
                    <a:pt x="568142" y="2201876"/>
                  </a:lnTo>
                  <a:lnTo>
                    <a:pt x="557399" y="2196245"/>
                  </a:lnTo>
                  <a:lnTo>
                    <a:pt x="546643" y="2190613"/>
                  </a:lnTo>
                  <a:lnTo>
                    <a:pt x="535874" y="2184982"/>
                  </a:lnTo>
                  <a:lnTo>
                    <a:pt x="525101" y="2179350"/>
                  </a:lnTo>
                  <a:lnTo>
                    <a:pt x="514321" y="2173719"/>
                  </a:lnTo>
                  <a:lnTo>
                    <a:pt x="503539" y="2168088"/>
                  </a:lnTo>
                  <a:lnTo>
                    <a:pt x="492757" y="2162456"/>
                  </a:lnTo>
                  <a:lnTo>
                    <a:pt x="481978" y="2156825"/>
                  </a:lnTo>
                  <a:lnTo>
                    <a:pt x="471206" y="2151194"/>
                  </a:lnTo>
                  <a:lnTo>
                    <a:pt x="460439" y="2145562"/>
                  </a:lnTo>
                  <a:lnTo>
                    <a:pt x="449686" y="2139931"/>
                  </a:lnTo>
                  <a:lnTo>
                    <a:pt x="438949" y="2134299"/>
                  </a:lnTo>
                  <a:lnTo>
                    <a:pt x="428225" y="2128668"/>
                  </a:lnTo>
                  <a:lnTo>
                    <a:pt x="417527" y="2123037"/>
                  </a:lnTo>
                  <a:lnTo>
                    <a:pt x="406854" y="2117405"/>
                  </a:lnTo>
                  <a:lnTo>
                    <a:pt x="396201" y="2111774"/>
                  </a:lnTo>
                  <a:lnTo>
                    <a:pt x="385591" y="2106142"/>
                  </a:lnTo>
                  <a:lnTo>
                    <a:pt x="375015" y="2100511"/>
                  </a:lnTo>
                  <a:lnTo>
                    <a:pt x="364467" y="2094880"/>
                  </a:lnTo>
                  <a:lnTo>
                    <a:pt x="353982" y="2089248"/>
                  </a:lnTo>
                  <a:lnTo>
                    <a:pt x="343539" y="2083617"/>
                  </a:lnTo>
                  <a:lnTo>
                    <a:pt x="333132" y="2077985"/>
                  </a:lnTo>
                  <a:lnTo>
                    <a:pt x="322814" y="2072354"/>
                  </a:lnTo>
                  <a:lnTo>
                    <a:pt x="312544" y="2066723"/>
                  </a:lnTo>
                  <a:lnTo>
                    <a:pt x="302326" y="2061091"/>
                  </a:lnTo>
                  <a:lnTo>
                    <a:pt x="292216" y="2055460"/>
                  </a:lnTo>
                  <a:lnTo>
                    <a:pt x="282165" y="2049828"/>
                  </a:lnTo>
                  <a:lnTo>
                    <a:pt x="272183" y="2044197"/>
                  </a:lnTo>
                  <a:lnTo>
                    <a:pt x="262328" y="2038566"/>
                  </a:lnTo>
                  <a:lnTo>
                    <a:pt x="252543" y="2032934"/>
                  </a:lnTo>
                  <a:lnTo>
                    <a:pt x="242851" y="2027303"/>
                  </a:lnTo>
                  <a:lnTo>
                    <a:pt x="233301" y="2021671"/>
                  </a:lnTo>
                  <a:lnTo>
                    <a:pt x="223835" y="2016040"/>
                  </a:lnTo>
                  <a:lnTo>
                    <a:pt x="214486" y="2010409"/>
                  </a:lnTo>
                  <a:lnTo>
                    <a:pt x="205296" y="2004777"/>
                  </a:lnTo>
                  <a:lnTo>
                    <a:pt x="196202" y="1999146"/>
                  </a:lnTo>
                  <a:lnTo>
                    <a:pt x="187254" y="1993514"/>
                  </a:lnTo>
                  <a:lnTo>
                    <a:pt x="178478" y="1987883"/>
                  </a:lnTo>
                  <a:lnTo>
                    <a:pt x="169811" y="1982252"/>
                  </a:lnTo>
                  <a:lnTo>
                    <a:pt x="161322" y="1976620"/>
                  </a:lnTo>
                  <a:lnTo>
                    <a:pt x="153015" y="1970989"/>
                  </a:lnTo>
                  <a:lnTo>
                    <a:pt x="144830" y="1965357"/>
                  </a:lnTo>
                  <a:lnTo>
                    <a:pt x="136857" y="1959726"/>
                  </a:lnTo>
                  <a:lnTo>
                    <a:pt x="129073" y="1954095"/>
                  </a:lnTo>
                  <a:lnTo>
                    <a:pt x="121425" y="1948463"/>
                  </a:lnTo>
                  <a:lnTo>
                    <a:pt x="114023" y="1942832"/>
                  </a:lnTo>
                  <a:lnTo>
                    <a:pt x="106814" y="1937200"/>
                  </a:lnTo>
                  <a:lnTo>
                    <a:pt x="99752" y="1931569"/>
                  </a:lnTo>
                  <a:lnTo>
                    <a:pt x="92974" y="1925938"/>
                  </a:lnTo>
                  <a:lnTo>
                    <a:pt x="86389" y="1920306"/>
                  </a:lnTo>
                  <a:lnTo>
                    <a:pt x="79961" y="1914675"/>
                  </a:lnTo>
                  <a:lnTo>
                    <a:pt x="75679" y="1910727"/>
                  </a:lnTo>
                  <a:lnTo>
                    <a:pt x="73852" y="1909043"/>
                  </a:lnTo>
                  <a:lnTo>
                    <a:pt x="67933" y="1903412"/>
                  </a:lnTo>
                  <a:lnTo>
                    <a:pt x="62180" y="1897781"/>
                  </a:lnTo>
                  <a:lnTo>
                    <a:pt x="56782" y="1892149"/>
                  </a:lnTo>
                  <a:lnTo>
                    <a:pt x="51565" y="1886518"/>
                  </a:lnTo>
                  <a:lnTo>
                    <a:pt x="46535" y="1880886"/>
                  </a:lnTo>
                  <a:lnTo>
                    <a:pt x="41867" y="1875255"/>
                  </a:lnTo>
                  <a:lnTo>
                    <a:pt x="37381" y="1869624"/>
                  </a:lnTo>
                  <a:lnTo>
                    <a:pt x="33106" y="1863992"/>
                  </a:lnTo>
                  <a:lnTo>
                    <a:pt x="29186" y="1858361"/>
                  </a:lnTo>
                  <a:lnTo>
                    <a:pt x="25451" y="1852729"/>
                  </a:lnTo>
                  <a:lnTo>
                    <a:pt x="21950" y="1847098"/>
                  </a:lnTo>
                  <a:lnTo>
                    <a:pt x="18790" y="1841467"/>
                  </a:lnTo>
                  <a:lnTo>
                    <a:pt x="15817" y="1835835"/>
                  </a:lnTo>
                  <a:lnTo>
                    <a:pt x="13098" y="1830204"/>
                  </a:lnTo>
                  <a:lnTo>
                    <a:pt x="10701" y="1824572"/>
                  </a:lnTo>
                  <a:lnTo>
                    <a:pt x="8490" y="1818941"/>
                  </a:lnTo>
                  <a:lnTo>
                    <a:pt x="6550" y="1813310"/>
                  </a:lnTo>
                  <a:lnTo>
                    <a:pt x="4910" y="1807678"/>
                  </a:lnTo>
                  <a:lnTo>
                    <a:pt x="3452" y="1802047"/>
                  </a:lnTo>
                  <a:lnTo>
                    <a:pt x="2277" y="1796415"/>
                  </a:lnTo>
                  <a:lnTo>
                    <a:pt x="1375" y="1790784"/>
                  </a:lnTo>
                  <a:lnTo>
                    <a:pt x="649" y="1785153"/>
                  </a:lnTo>
                  <a:lnTo>
                    <a:pt x="214" y="1779521"/>
                  </a:lnTo>
                  <a:lnTo>
                    <a:pt x="22" y="1773890"/>
                  </a:lnTo>
                  <a:lnTo>
                    <a:pt x="0" y="1768258"/>
                  </a:lnTo>
                  <a:lnTo>
                    <a:pt x="268" y="1762627"/>
                  </a:lnTo>
                  <a:lnTo>
                    <a:pt x="751" y="1756996"/>
                  </a:lnTo>
                  <a:lnTo>
                    <a:pt x="1391" y="1751364"/>
                  </a:lnTo>
                  <a:lnTo>
                    <a:pt x="2319" y="1745733"/>
                  </a:lnTo>
                  <a:lnTo>
                    <a:pt x="3429" y="1740101"/>
                  </a:lnTo>
                  <a:lnTo>
                    <a:pt x="4686" y="1734470"/>
                  </a:lnTo>
                  <a:lnTo>
                    <a:pt x="6219" y="1728839"/>
                  </a:lnTo>
                  <a:lnTo>
                    <a:pt x="7904" y="1723207"/>
                  </a:lnTo>
                  <a:lnTo>
                    <a:pt x="9722" y="1717576"/>
                  </a:lnTo>
                  <a:lnTo>
                    <a:pt x="11801" y="1711944"/>
                  </a:lnTo>
                  <a:lnTo>
                    <a:pt x="14001" y="1706313"/>
                  </a:lnTo>
                  <a:lnTo>
                    <a:pt x="16328" y="1700682"/>
                  </a:lnTo>
                  <a:lnTo>
                    <a:pt x="18879" y="1695050"/>
                  </a:lnTo>
                  <a:lnTo>
                    <a:pt x="21533" y="1689419"/>
                  </a:lnTo>
                  <a:lnTo>
                    <a:pt x="24305" y="1683787"/>
                  </a:lnTo>
                  <a:lnTo>
                    <a:pt x="27259" y="1678156"/>
                  </a:lnTo>
                  <a:lnTo>
                    <a:pt x="30300" y="1672525"/>
                  </a:lnTo>
                  <a:lnTo>
                    <a:pt x="33450" y="1666893"/>
                  </a:lnTo>
                  <a:lnTo>
                    <a:pt x="36742" y="1661262"/>
                  </a:lnTo>
                  <a:lnTo>
                    <a:pt x="40105" y="1655630"/>
                  </a:lnTo>
                  <a:lnTo>
                    <a:pt x="43563" y="1649999"/>
                  </a:lnTo>
                  <a:lnTo>
                    <a:pt x="44216" y="1648967"/>
                  </a:lnTo>
                  <a:lnTo>
                    <a:pt x="47128" y="1644368"/>
                  </a:lnTo>
                  <a:lnTo>
                    <a:pt x="50749" y="1638736"/>
                  </a:lnTo>
                  <a:lnTo>
                    <a:pt x="54449" y="1633105"/>
                  </a:lnTo>
                  <a:lnTo>
                    <a:pt x="58226" y="1627473"/>
                  </a:lnTo>
                  <a:lnTo>
                    <a:pt x="62046" y="1621842"/>
                  </a:lnTo>
                  <a:lnTo>
                    <a:pt x="65927" y="1616211"/>
                  </a:lnTo>
                  <a:lnTo>
                    <a:pt x="69860" y="1610579"/>
                  </a:lnTo>
                  <a:lnTo>
                    <a:pt x="73822" y="1604948"/>
                  </a:lnTo>
                  <a:lnTo>
                    <a:pt x="77830" y="1599317"/>
                  </a:lnTo>
                  <a:lnTo>
                    <a:pt x="81868" y="1593685"/>
                  </a:lnTo>
                  <a:lnTo>
                    <a:pt x="85926" y="1588054"/>
                  </a:lnTo>
                  <a:lnTo>
                    <a:pt x="90012" y="1582422"/>
                  </a:lnTo>
                  <a:lnTo>
                    <a:pt x="94114" y="1576791"/>
                  </a:lnTo>
                  <a:lnTo>
                    <a:pt x="98226" y="1571160"/>
                  </a:lnTo>
                  <a:lnTo>
                    <a:pt x="102353" y="1565528"/>
                  </a:lnTo>
                  <a:lnTo>
                    <a:pt x="106485" y="1559897"/>
                  </a:lnTo>
                  <a:lnTo>
                    <a:pt x="110621" y="1554265"/>
                  </a:lnTo>
                  <a:lnTo>
                    <a:pt x="114759" y="1548634"/>
                  </a:lnTo>
                  <a:lnTo>
                    <a:pt x="118896" y="1543003"/>
                  </a:lnTo>
                  <a:lnTo>
                    <a:pt x="123032" y="1537371"/>
                  </a:lnTo>
                  <a:lnTo>
                    <a:pt x="127162" y="1531740"/>
                  </a:lnTo>
                  <a:lnTo>
                    <a:pt x="131289" y="1526108"/>
                  </a:lnTo>
                  <a:lnTo>
                    <a:pt x="135411" y="1520477"/>
                  </a:lnTo>
                  <a:lnTo>
                    <a:pt x="139523" y="1514846"/>
                  </a:lnTo>
                  <a:lnTo>
                    <a:pt x="143631" y="1509214"/>
                  </a:lnTo>
                  <a:lnTo>
                    <a:pt x="147732" y="1503583"/>
                  </a:lnTo>
                  <a:lnTo>
                    <a:pt x="151825" y="1497951"/>
                  </a:lnTo>
                  <a:lnTo>
                    <a:pt x="155914" y="1492320"/>
                  </a:lnTo>
                  <a:lnTo>
                    <a:pt x="159997" y="1486689"/>
                  </a:lnTo>
                  <a:lnTo>
                    <a:pt x="164075" y="1481057"/>
                  </a:lnTo>
                  <a:lnTo>
                    <a:pt x="168151" y="1475426"/>
                  </a:lnTo>
                  <a:lnTo>
                    <a:pt x="172224" y="1469794"/>
                  </a:lnTo>
                  <a:lnTo>
                    <a:pt x="176297" y="1464163"/>
                  </a:lnTo>
                  <a:lnTo>
                    <a:pt x="180370" y="1458532"/>
                  </a:lnTo>
                  <a:lnTo>
                    <a:pt x="184445" y="1452900"/>
                  </a:lnTo>
                  <a:lnTo>
                    <a:pt x="188526" y="1447269"/>
                  </a:lnTo>
                  <a:lnTo>
                    <a:pt x="192611" y="1441637"/>
                  </a:lnTo>
                  <a:lnTo>
                    <a:pt x="196705" y="1436006"/>
                  </a:lnTo>
                  <a:lnTo>
                    <a:pt x="200809" y="1430375"/>
                  </a:lnTo>
                  <a:lnTo>
                    <a:pt x="204922" y="1424743"/>
                  </a:lnTo>
                  <a:lnTo>
                    <a:pt x="209050" y="1419112"/>
                  </a:lnTo>
                  <a:lnTo>
                    <a:pt x="213194" y="1413480"/>
                  </a:lnTo>
                  <a:lnTo>
                    <a:pt x="217349" y="1407849"/>
                  </a:lnTo>
                  <a:lnTo>
                    <a:pt x="221528" y="1402218"/>
                  </a:lnTo>
                  <a:lnTo>
                    <a:pt x="225727" y="1396586"/>
                  </a:lnTo>
                  <a:lnTo>
                    <a:pt x="229940" y="1390955"/>
                  </a:lnTo>
                  <a:lnTo>
                    <a:pt x="234184" y="1385323"/>
                  </a:lnTo>
                  <a:lnTo>
                    <a:pt x="238450" y="1379692"/>
                  </a:lnTo>
                  <a:lnTo>
                    <a:pt x="242734" y="1374061"/>
                  </a:lnTo>
                  <a:lnTo>
                    <a:pt x="247055" y="1368429"/>
                  </a:lnTo>
                  <a:lnTo>
                    <a:pt x="251398" y="1362798"/>
                  </a:lnTo>
                  <a:lnTo>
                    <a:pt x="255762" y="1357166"/>
                  </a:lnTo>
                  <a:lnTo>
                    <a:pt x="260167" y="1351535"/>
                  </a:lnTo>
                  <a:lnTo>
                    <a:pt x="264594" y="1345904"/>
                  </a:lnTo>
                  <a:lnTo>
                    <a:pt x="269044" y="1340272"/>
                  </a:lnTo>
                  <a:lnTo>
                    <a:pt x="273537" y="1334641"/>
                  </a:lnTo>
                  <a:lnTo>
                    <a:pt x="278052" y="1329009"/>
                  </a:lnTo>
                  <a:lnTo>
                    <a:pt x="282591" y="1323378"/>
                  </a:lnTo>
                  <a:lnTo>
                    <a:pt x="287172" y="1317747"/>
                  </a:lnTo>
                  <a:lnTo>
                    <a:pt x="291773" y="1312115"/>
                  </a:lnTo>
                  <a:lnTo>
                    <a:pt x="296401" y="1306484"/>
                  </a:lnTo>
                  <a:lnTo>
                    <a:pt x="301067" y="1300852"/>
                  </a:lnTo>
                  <a:lnTo>
                    <a:pt x="305754" y="1295221"/>
                  </a:lnTo>
                  <a:lnTo>
                    <a:pt x="305907" y="1295038"/>
                  </a:lnTo>
                  <a:lnTo>
                    <a:pt x="310467" y="1289590"/>
                  </a:lnTo>
                  <a:lnTo>
                    <a:pt x="315214" y="1283958"/>
                  </a:lnTo>
                  <a:lnTo>
                    <a:pt x="319981" y="1278327"/>
                  </a:lnTo>
                  <a:lnTo>
                    <a:pt x="324774" y="1272695"/>
                  </a:lnTo>
                  <a:lnTo>
                    <a:pt x="329598" y="1267064"/>
                  </a:lnTo>
                  <a:lnTo>
                    <a:pt x="334440" y="1261433"/>
                  </a:lnTo>
                  <a:lnTo>
                    <a:pt x="339309" y="1255801"/>
                  </a:lnTo>
                  <a:lnTo>
                    <a:pt x="344204" y="1250170"/>
                  </a:lnTo>
                  <a:lnTo>
                    <a:pt x="349117" y="1244538"/>
                  </a:lnTo>
                  <a:lnTo>
                    <a:pt x="354056" y="1238907"/>
                  </a:lnTo>
                  <a:lnTo>
                    <a:pt x="359020" y="1233276"/>
                  </a:lnTo>
                  <a:lnTo>
                    <a:pt x="364001" y="1227644"/>
                  </a:lnTo>
                  <a:lnTo>
                    <a:pt x="369009" y="1222013"/>
                  </a:lnTo>
                  <a:lnTo>
                    <a:pt x="374041" y="1216381"/>
                  </a:lnTo>
                  <a:lnTo>
                    <a:pt x="379089" y="1210750"/>
                  </a:lnTo>
                  <a:lnTo>
                    <a:pt x="384167" y="1205119"/>
                  </a:lnTo>
                  <a:lnTo>
                    <a:pt x="389268" y="1199487"/>
                  </a:lnTo>
                  <a:lnTo>
                    <a:pt x="394387" y="1193856"/>
                  </a:lnTo>
                  <a:lnTo>
                    <a:pt x="399541" y="1188224"/>
                  </a:lnTo>
                  <a:lnTo>
                    <a:pt x="404718" y="1182593"/>
                  </a:lnTo>
                  <a:lnTo>
                    <a:pt x="409914" y="1176962"/>
                  </a:lnTo>
                  <a:lnTo>
                    <a:pt x="415152" y="1171330"/>
                  </a:lnTo>
                  <a:lnTo>
                    <a:pt x="420414" y="1165699"/>
                  </a:lnTo>
                  <a:lnTo>
                    <a:pt x="425700" y="1160067"/>
                  </a:lnTo>
                  <a:lnTo>
                    <a:pt x="431035" y="1154436"/>
                  </a:lnTo>
                  <a:lnTo>
                    <a:pt x="436397" y="1148805"/>
                  </a:lnTo>
                  <a:lnTo>
                    <a:pt x="441789" y="1143173"/>
                  </a:lnTo>
                  <a:lnTo>
                    <a:pt x="447237" y="1137542"/>
                  </a:lnTo>
                  <a:lnTo>
                    <a:pt x="452715" y="1131910"/>
                  </a:lnTo>
                  <a:lnTo>
                    <a:pt x="458232" y="1126279"/>
                  </a:lnTo>
                  <a:lnTo>
                    <a:pt x="463811" y="1120648"/>
                  </a:lnTo>
                  <a:lnTo>
                    <a:pt x="469425" y="1115016"/>
                  </a:lnTo>
                  <a:lnTo>
                    <a:pt x="475088" y="1109385"/>
                  </a:lnTo>
                  <a:lnTo>
                    <a:pt x="480819" y="1103753"/>
                  </a:lnTo>
                  <a:lnTo>
                    <a:pt x="486590" y="1098122"/>
                  </a:lnTo>
                  <a:lnTo>
                    <a:pt x="492420" y="1092491"/>
                  </a:lnTo>
                  <a:lnTo>
                    <a:pt x="498324" y="1086859"/>
                  </a:lnTo>
                  <a:lnTo>
                    <a:pt x="504272" y="1081228"/>
                  </a:lnTo>
                  <a:lnTo>
                    <a:pt x="510291" y="1075597"/>
                  </a:lnTo>
                  <a:lnTo>
                    <a:pt x="516386" y="1069965"/>
                  </a:lnTo>
                  <a:lnTo>
                    <a:pt x="522531" y="1064334"/>
                  </a:lnTo>
                  <a:lnTo>
                    <a:pt x="528757" y="1058702"/>
                  </a:lnTo>
                  <a:lnTo>
                    <a:pt x="535060" y="1053071"/>
                  </a:lnTo>
                  <a:lnTo>
                    <a:pt x="541415" y="1047440"/>
                  </a:lnTo>
                  <a:lnTo>
                    <a:pt x="547863" y="1041808"/>
                  </a:lnTo>
                  <a:lnTo>
                    <a:pt x="554386" y="1036177"/>
                  </a:lnTo>
                  <a:lnTo>
                    <a:pt x="560962" y="1030545"/>
                  </a:lnTo>
                  <a:lnTo>
                    <a:pt x="567640" y="1024914"/>
                  </a:lnTo>
                  <a:lnTo>
                    <a:pt x="574387" y="1019283"/>
                  </a:lnTo>
                  <a:lnTo>
                    <a:pt x="581189" y="1013651"/>
                  </a:lnTo>
                  <a:lnTo>
                    <a:pt x="588096" y="1008020"/>
                  </a:lnTo>
                  <a:lnTo>
                    <a:pt x="595066" y="1002388"/>
                  </a:lnTo>
                  <a:lnTo>
                    <a:pt x="602090" y="996757"/>
                  </a:lnTo>
                  <a:lnTo>
                    <a:pt x="609220" y="991126"/>
                  </a:lnTo>
                  <a:lnTo>
                    <a:pt x="616403" y="985494"/>
                  </a:lnTo>
                  <a:lnTo>
                    <a:pt x="623638" y="979863"/>
                  </a:lnTo>
                  <a:lnTo>
                    <a:pt x="630972" y="974231"/>
                  </a:lnTo>
                  <a:lnTo>
                    <a:pt x="638350" y="968600"/>
                  </a:lnTo>
                  <a:lnTo>
                    <a:pt x="645778" y="962969"/>
                  </a:lnTo>
                  <a:lnTo>
                    <a:pt x="653287" y="957337"/>
                  </a:lnTo>
                  <a:lnTo>
                    <a:pt x="660833" y="951706"/>
                  </a:lnTo>
                  <a:lnTo>
                    <a:pt x="668424" y="946074"/>
                  </a:lnTo>
                  <a:lnTo>
                    <a:pt x="676075" y="940443"/>
                  </a:lnTo>
                  <a:lnTo>
                    <a:pt x="683753" y="934812"/>
                  </a:lnTo>
                  <a:lnTo>
                    <a:pt x="691467" y="929180"/>
                  </a:lnTo>
                  <a:lnTo>
                    <a:pt x="699219" y="923549"/>
                  </a:lnTo>
                  <a:lnTo>
                    <a:pt x="706987" y="917917"/>
                  </a:lnTo>
                  <a:lnTo>
                    <a:pt x="714777" y="912286"/>
                  </a:lnTo>
                  <a:lnTo>
                    <a:pt x="722582" y="906655"/>
                  </a:lnTo>
                  <a:lnTo>
                    <a:pt x="730393" y="901023"/>
                  </a:lnTo>
                  <a:lnTo>
                    <a:pt x="738206" y="895392"/>
                  </a:lnTo>
                  <a:lnTo>
                    <a:pt x="746012" y="889760"/>
                  </a:lnTo>
                  <a:lnTo>
                    <a:pt x="753811" y="884129"/>
                  </a:lnTo>
                  <a:lnTo>
                    <a:pt x="761591" y="878498"/>
                  </a:lnTo>
                  <a:lnTo>
                    <a:pt x="769343" y="872866"/>
                  </a:lnTo>
                  <a:lnTo>
                    <a:pt x="777074" y="867235"/>
                  </a:lnTo>
                  <a:lnTo>
                    <a:pt x="784761" y="861603"/>
                  </a:lnTo>
                  <a:lnTo>
                    <a:pt x="792403" y="855972"/>
                  </a:lnTo>
                  <a:lnTo>
                    <a:pt x="800010" y="850341"/>
                  </a:lnTo>
                  <a:lnTo>
                    <a:pt x="807545" y="844709"/>
                  </a:lnTo>
                  <a:lnTo>
                    <a:pt x="815021" y="839078"/>
                  </a:lnTo>
                  <a:lnTo>
                    <a:pt x="822449" y="833446"/>
                  </a:lnTo>
                  <a:lnTo>
                    <a:pt x="829776" y="827815"/>
                  </a:lnTo>
                  <a:lnTo>
                    <a:pt x="837033" y="822184"/>
                  </a:lnTo>
                  <a:lnTo>
                    <a:pt x="844231" y="816552"/>
                  </a:lnTo>
                  <a:lnTo>
                    <a:pt x="851297" y="810921"/>
                  </a:lnTo>
                  <a:lnTo>
                    <a:pt x="858288" y="805289"/>
                  </a:lnTo>
                  <a:lnTo>
                    <a:pt x="865206" y="799658"/>
                  </a:lnTo>
                  <a:lnTo>
                    <a:pt x="871969" y="794027"/>
                  </a:lnTo>
                  <a:lnTo>
                    <a:pt x="878651" y="788395"/>
                  </a:lnTo>
                  <a:lnTo>
                    <a:pt x="885244" y="782764"/>
                  </a:lnTo>
                  <a:lnTo>
                    <a:pt x="891672" y="777132"/>
                  </a:lnTo>
                  <a:lnTo>
                    <a:pt x="898013" y="771501"/>
                  </a:lnTo>
                  <a:lnTo>
                    <a:pt x="904248" y="765870"/>
                  </a:lnTo>
                  <a:lnTo>
                    <a:pt x="910314" y="760238"/>
                  </a:lnTo>
                  <a:lnTo>
                    <a:pt x="916288" y="754607"/>
                  </a:lnTo>
                  <a:lnTo>
                    <a:pt x="922142" y="748975"/>
                  </a:lnTo>
                  <a:lnTo>
                    <a:pt x="927829" y="743344"/>
                  </a:lnTo>
                  <a:lnTo>
                    <a:pt x="933422" y="737713"/>
                  </a:lnTo>
                  <a:lnTo>
                    <a:pt x="938880" y="732081"/>
                  </a:lnTo>
                  <a:lnTo>
                    <a:pt x="944180" y="726450"/>
                  </a:lnTo>
                  <a:lnTo>
                    <a:pt x="949385" y="720818"/>
                  </a:lnTo>
                  <a:lnTo>
                    <a:pt x="954447" y="715187"/>
                  </a:lnTo>
                  <a:lnTo>
                    <a:pt x="959361" y="709556"/>
                  </a:lnTo>
                  <a:lnTo>
                    <a:pt x="964182" y="703924"/>
                  </a:lnTo>
                  <a:lnTo>
                    <a:pt x="968854" y="698293"/>
                  </a:lnTo>
                  <a:lnTo>
                    <a:pt x="973392" y="692661"/>
                  </a:lnTo>
                  <a:lnTo>
                    <a:pt x="977841" y="687030"/>
                  </a:lnTo>
                  <a:lnTo>
                    <a:pt x="982138" y="681399"/>
                  </a:lnTo>
                  <a:lnTo>
                    <a:pt x="986319" y="675767"/>
                  </a:lnTo>
                  <a:lnTo>
                    <a:pt x="990415" y="670136"/>
                  </a:lnTo>
                  <a:lnTo>
                    <a:pt x="994362" y="664504"/>
                  </a:lnTo>
                  <a:lnTo>
                    <a:pt x="998209" y="658873"/>
                  </a:lnTo>
                  <a:lnTo>
                    <a:pt x="1001978" y="653242"/>
                  </a:lnTo>
                  <a:lnTo>
                    <a:pt x="1005605" y="647610"/>
                  </a:lnTo>
                  <a:lnTo>
                    <a:pt x="1009148" y="641979"/>
                  </a:lnTo>
                  <a:lnTo>
                    <a:pt x="1012621" y="636347"/>
                  </a:lnTo>
                  <a:lnTo>
                    <a:pt x="1015961" y="630716"/>
                  </a:lnTo>
                  <a:lnTo>
                    <a:pt x="1019234" y="625085"/>
                  </a:lnTo>
                  <a:lnTo>
                    <a:pt x="1022443" y="619453"/>
                  </a:lnTo>
                  <a:lnTo>
                    <a:pt x="1025534" y="613822"/>
                  </a:lnTo>
                  <a:lnTo>
                    <a:pt x="1028571" y="608190"/>
                  </a:lnTo>
                  <a:lnTo>
                    <a:pt x="1031549" y="602559"/>
                  </a:lnTo>
                  <a:lnTo>
                    <a:pt x="1034431" y="596928"/>
                  </a:lnTo>
                  <a:lnTo>
                    <a:pt x="1037268" y="591296"/>
                  </a:lnTo>
                  <a:lnTo>
                    <a:pt x="1040051" y="585665"/>
                  </a:lnTo>
                  <a:lnTo>
                    <a:pt x="1042759" y="580033"/>
                  </a:lnTo>
                  <a:lnTo>
                    <a:pt x="1045430" y="574402"/>
                  </a:lnTo>
                  <a:lnTo>
                    <a:pt x="1048054" y="568771"/>
                  </a:lnTo>
                  <a:lnTo>
                    <a:pt x="1050620" y="563139"/>
                  </a:lnTo>
                  <a:lnTo>
                    <a:pt x="1053156" y="557508"/>
                  </a:lnTo>
                  <a:lnTo>
                    <a:pt x="1055652" y="551876"/>
                  </a:lnTo>
                  <a:lnTo>
                    <a:pt x="1058105" y="546245"/>
                  </a:lnTo>
                  <a:lnTo>
                    <a:pt x="1060535" y="540614"/>
                  </a:lnTo>
                  <a:lnTo>
                    <a:pt x="1062931" y="534982"/>
                  </a:lnTo>
                  <a:lnTo>
                    <a:pt x="1065295" y="529351"/>
                  </a:lnTo>
                  <a:lnTo>
                    <a:pt x="1067642" y="523720"/>
                  </a:lnTo>
                  <a:lnTo>
                    <a:pt x="1069960" y="518088"/>
                  </a:lnTo>
                  <a:lnTo>
                    <a:pt x="1072256" y="512457"/>
                  </a:lnTo>
                  <a:lnTo>
                    <a:pt x="1074538" y="506825"/>
                  </a:lnTo>
                  <a:lnTo>
                    <a:pt x="1076797" y="501194"/>
                  </a:lnTo>
                  <a:lnTo>
                    <a:pt x="1079039" y="495563"/>
                  </a:lnTo>
                  <a:lnTo>
                    <a:pt x="1081269" y="489931"/>
                  </a:lnTo>
                  <a:lnTo>
                    <a:pt x="1083479" y="484300"/>
                  </a:lnTo>
                  <a:lnTo>
                    <a:pt x="1085677" y="478668"/>
                  </a:lnTo>
                  <a:lnTo>
                    <a:pt x="1087864" y="473037"/>
                  </a:lnTo>
                  <a:lnTo>
                    <a:pt x="1090032" y="467406"/>
                  </a:lnTo>
                  <a:lnTo>
                    <a:pt x="1092189" y="461774"/>
                  </a:lnTo>
                  <a:lnTo>
                    <a:pt x="1094337" y="456143"/>
                  </a:lnTo>
                  <a:lnTo>
                    <a:pt x="1096465" y="450511"/>
                  </a:lnTo>
                  <a:lnTo>
                    <a:pt x="1098583" y="444880"/>
                  </a:lnTo>
                  <a:lnTo>
                    <a:pt x="1100690" y="439249"/>
                  </a:lnTo>
                  <a:lnTo>
                    <a:pt x="1102776" y="433617"/>
                  </a:lnTo>
                  <a:lnTo>
                    <a:pt x="1104850" y="427986"/>
                  </a:lnTo>
                  <a:lnTo>
                    <a:pt x="1106912" y="422354"/>
                  </a:lnTo>
                  <a:lnTo>
                    <a:pt x="1108950" y="416723"/>
                  </a:lnTo>
                  <a:lnTo>
                    <a:pt x="1110974" y="411092"/>
                  </a:lnTo>
                  <a:lnTo>
                    <a:pt x="1112983" y="405460"/>
                  </a:lnTo>
                  <a:lnTo>
                    <a:pt x="1114965" y="399829"/>
                  </a:lnTo>
                  <a:lnTo>
                    <a:pt x="1116932" y="394197"/>
                  </a:lnTo>
                  <a:lnTo>
                    <a:pt x="1118879" y="388566"/>
                  </a:lnTo>
                  <a:lnTo>
                    <a:pt x="1120796" y="382935"/>
                  </a:lnTo>
                  <a:lnTo>
                    <a:pt x="1122695" y="377303"/>
                  </a:lnTo>
                  <a:lnTo>
                    <a:pt x="1124569" y="371672"/>
                  </a:lnTo>
                  <a:lnTo>
                    <a:pt x="1126410" y="366040"/>
                  </a:lnTo>
                  <a:lnTo>
                    <a:pt x="1128232" y="360409"/>
                  </a:lnTo>
                  <a:lnTo>
                    <a:pt x="1130022" y="354778"/>
                  </a:lnTo>
                  <a:lnTo>
                    <a:pt x="1131779" y="349146"/>
                  </a:lnTo>
                  <a:lnTo>
                    <a:pt x="1133513" y="343515"/>
                  </a:lnTo>
                  <a:lnTo>
                    <a:pt x="1135210" y="337883"/>
                  </a:lnTo>
                  <a:lnTo>
                    <a:pt x="1136872" y="332252"/>
                  </a:lnTo>
                  <a:lnTo>
                    <a:pt x="1138509" y="326621"/>
                  </a:lnTo>
                  <a:lnTo>
                    <a:pt x="1140105" y="320989"/>
                  </a:lnTo>
                  <a:lnTo>
                    <a:pt x="1141664" y="315358"/>
                  </a:lnTo>
                  <a:lnTo>
                    <a:pt x="1143197" y="309726"/>
                  </a:lnTo>
                  <a:lnTo>
                    <a:pt x="1144683" y="304095"/>
                  </a:lnTo>
                  <a:lnTo>
                    <a:pt x="1146134" y="298464"/>
                  </a:lnTo>
                  <a:lnTo>
                    <a:pt x="1147558" y="292832"/>
                  </a:lnTo>
                  <a:lnTo>
                    <a:pt x="1148930" y="287201"/>
                  </a:lnTo>
                  <a:lnTo>
                    <a:pt x="1150268" y="281569"/>
                  </a:lnTo>
                  <a:lnTo>
                    <a:pt x="1151578" y="275938"/>
                  </a:lnTo>
                  <a:lnTo>
                    <a:pt x="1152832" y="270307"/>
                  </a:lnTo>
                  <a:lnTo>
                    <a:pt x="1154055" y="264675"/>
                  </a:lnTo>
                  <a:lnTo>
                    <a:pt x="1155250" y="259044"/>
                  </a:lnTo>
                  <a:lnTo>
                    <a:pt x="1156386" y="253412"/>
                  </a:lnTo>
                  <a:lnTo>
                    <a:pt x="1157494" y="247781"/>
                  </a:lnTo>
                  <a:lnTo>
                    <a:pt x="1158572" y="242150"/>
                  </a:lnTo>
                  <a:lnTo>
                    <a:pt x="1159593" y="236518"/>
                  </a:lnTo>
                  <a:lnTo>
                    <a:pt x="1160588" y="230887"/>
                  </a:lnTo>
                  <a:lnTo>
                    <a:pt x="1161550" y="225255"/>
                  </a:lnTo>
                  <a:lnTo>
                    <a:pt x="1162461" y="219624"/>
                  </a:lnTo>
                  <a:lnTo>
                    <a:pt x="1163346" y="213993"/>
                  </a:lnTo>
                  <a:lnTo>
                    <a:pt x="1164196" y="208361"/>
                  </a:lnTo>
                  <a:lnTo>
                    <a:pt x="1165001" y="202730"/>
                  </a:lnTo>
                  <a:lnTo>
                    <a:pt x="1165781" y="197098"/>
                  </a:lnTo>
                  <a:lnTo>
                    <a:pt x="1166526" y="191467"/>
                  </a:lnTo>
                  <a:lnTo>
                    <a:pt x="1167230" y="185836"/>
                  </a:lnTo>
                  <a:lnTo>
                    <a:pt x="1167911" y="180204"/>
                  </a:lnTo>
                  <a:lnTo>
                    <a:pt x="1168558" y="174573"/>
                  </a:lnTo>
                  <a:lnTo>
                    <a:pt x="1169169" y="168941"/>
                  </a:lnTo>
                  <a:lnTo>
                    <a:pt x="1169758" y="163310"/>
                  </a:lnTo>
                  <a:lnTo>
                    <a:pt x="1170314" y="157679"/>
                  </a:lnTo>
                  <a:lnTo>
                    <a:pt x="1170839" y="152047"/>
                  </a:lnTo>
                  <a:lnTo>
                    <a:pt x="1171344" y="146416"/>
                  </a:lnTo>
                  <a:lnTo>
                    <a:pt x="1171817" y="140784"/>
                  </a:lnTo>
                  <a:lnTo>
                    <a:pt x="1172265" y="135153"/>
                  </a:lnTo>
                  <a:lnTo>
                    <a:pt x="1172694" y="129522"/>
                  </a:lnTo>
                  <a:lnTo>
                    <a:pt x="1173093" y="123890"/>
                  </a:lnTo>
                  <a:lnTo>
                    <a:pt x="1173471" y="118259"/>
                  </a:lnTo>
                  <a:lnTo>
                    <a:pt x="1173833" y="112627"/>
                  </a:lnTo>
                  <a:lnTo>
                    <a:pt x="1174166" y="106996"/>
                  </a:lnTo>
                  <a:lnTo>
                    <a:pt x="1174482" y="101365"/>
                  </a:lnTo>
                  <a:lnTo>
                    <a:pt x="1174784" y="95733"/>
                  </a:lnTo>
                  <a:lnTo>
                    <a:pt x="1175059" y="90102"/>
                  </a:lnTo>
                  <a:lnTo>
                    <a:pt x="1175321" y="84470"/>
                  </a:lnTo>
                  <a:lnTo>
                    <a:pt x="1175571" y="78839"/>
                  </a:lnTo>
                  <a:lnTo>
                    <a:pt x="1175797" y="73208"/>
                  </a:lnTo>
                  <a:lnTo>
                    <a:pt x="1176012" y="67576"/>
                  </a:lnTo>
                  <a:lnTo>
                    <a:pt x="1176216" y="61945"/>
                  </a:lnTo>
                  <a:lnTo>
                    <a:pt x="1176401" y="56313"/>
                  </a:lnTo>
                  <a:lnTo>
                    <a:pt x="1176576" y="50682"/>
                  </a:lnTo>
                  <a:lnTo>
                    <a:pt x="1176741" y="45051"/>
                  </a:lnTo>
                  <a:lnTo>
                    <a:pt x="1176890" y="39419"/>
                  </a:lnTo>
                  <a:lnTo>
                    <a:pt x="1177032" y="33788"/>
                  </a:lnTo>
                  <a:lnTo>
                    <a:pt x="1177164" y="28156"/>
                  </a:lnTo>
                  <a:lnTo>
                    <a:pt x="1177284" y="22525"/>
                  </a:lnTo>
                  <a:lnTo>
                    <a:pt x="1177397" y="16894"/>
                  </a:lnTo>
                  <a:lnTo>
                    <a:pt x="1177502" y="11262"/>
                  </a:lnTo>
                  <a:lnTo>
                    <a:pt x="1177597" y="5631"/>
                  </a:lnTo>
                  <a:lnTo>
                    <a:pt x="1177687" y="0"/>
                  </a:lnTo>
                  <a:lnTo>
                    <a:pt x="1179595" y="0"/>
                  </a:lnTo>
                  <a:lnTo>
                    <a:pt x="1179685" y="5631"/>
                  </a:lnTo>
                  <a:lnTo>
                    <a:pt x="1179780" y="11262"/>
                  </a:lnTo>
                  <a:lnTo>
                    <a:pt x="1179885" y="16894"/>
                  </a:lnTo>
                  <a:lnTo>
                    <a:pt x="1179998" y="22525"/>
                  </a:lnTo>
                  <a:lnTo>
                    <a:pt x="1180118" y="28156"/>
                  </a:lnTo>
                  <a:lnTo>
                    <a:pt x="1180250" y="33788"/>
                  </a:lnTo>
                  <a:lnTo>
                    <a:pt x="1180392" y="39419"/>
                  </a:lnTo>
                  <a:lnTo>
                    <a:pt x="1180541" y="45051"/>
                  </a:lnTo>
                  <a:lnTo>
                    <a:pt x="1180706" y="50682"/>
                  </a:lnTo>
                  <a:lnTo>
                    <a:pt x="1180881" y="56313"/>
                  </a:lnTo>
                  <a:lnTo>
                    <a:pt x="1181066" y="61945"/>
                  </a:lnTo>
                  <a:lnTo>
                    <a:pt x="1181270" y="67576"/>
                  </a:lnTo>
                  <a:lnTo>
                    <a:pt x="1181485" y="73208"/>
                  </a:lnTo>
                  <a:lnTo>
                    <a:pt x="1181711" y="78839"/>
                  </a:lnTo>
                  <a:lnTo>
                    <a:pt x="1181961" y="84470"/>
                  </a:lnTo>
                  <a:lnTo>
                    <a:pt x="1182223" y="90102"/>
                  </a:lnTo>
                  <a:lnTo>
                    <a:pt x="1182498" y="95733"/>
                  </a:lnTo>
                  <a:lnTo>
                    <a:pt x="1182800" y="101365"/>
                  </a:lnTo>
                  <a:lnTo>
                    <a:pt x="1183116" y="106996"/>
                  </a:lnTo>
                  <a:lnTo>
                    <a:pt x="1183449" y="112627"/>
                  </a:lnTo>
                  <a:lnTo>
                    <a:pt x="1183811" y="118259"/>
                  </a:lnTo>
                  <a:lnTo>
                    <a:pt x="1184189" y="123890"/>
                  </a:lnTo>
                  <a:lnTo>
                    <a:pt x="1184588" y="129522"/>
                  </a:lnTo>
                  <a:lnTo>
                    <a:pt x="1185017" y="135153"/>
                  </a:lnTo>
                  <a:lnTo>
                    <a:pt x="1185465" y="140784"/>
                  </a:lnTo>
                  <a:lnTo>
                    <a:pt x="1185938" y="146416"/>
                  </a:lnTo>
                  <a:lnTo>
                    <a:pt x="1186443" y="152047"/>
                  </a:lnTo>
                  <a:lnTo>
                    <a:pt x="1186968" y="157679"/>
                  </a:lnTo>
                  <a:lnTo>
                    <a:pt x="1187524" y="163310"/>
                  </a:lnTo>
                  <a:lnTo>
                    <a:pt x="1188113" y="168941"/>
                  </a:lnTo>
                  <a:lnTo>
                    <a:pt x="1188724" y="174573"/>
                  </a:lnTo>
                  <a:lnTo>
                    <a:pt x="1189371" y="180204"/>
                  </a:lnTo>
                  <a:lnTo>
                    <a:pt x="1190052" y="185836"/>
                  </a:lnTo>
                  <a:lnTo>
                    <a:pt x="1190756" y="191467"/>
                  </a:lnTo>
                  <a:lnTo>
                    <a:pt x="1191501" y="197098"/>
                  </a:lnTo>
                  <a:lnTo>
                    <a:pt x="1192281" y="202730"/>
                  </a:lnTo>
                  <a:lnTo>
                    <a:pt x="1193086" y="208361"/>
                  </a:lnTo>
                  <a:lnTo>
                    <a:pt x="1193936" y="213993"/>
                  </a:lnTo>
                  <a:lnTo>
                    <a:pt x="1194821" y="219624"/>
                  </a:lnTo>
                  <a:lnTo>
                    <a:pt x="1195732" y="225255"/>
                  </a:lnTo>
                  <a:lnTo>
                    <a:pt x="1196694" y="230887"/>
                  </a:lnTo>
                  <a:lnTo>
                    <a:pt x="1197688" y="236518"/>
                  </a:lnTo>
                  <a:lnTo>
                    <a:pt x="1198710" y="242150"/>
                  </a:lnTo>
                  <a:lnTo>
                    <a:pt x="1199788" y="247781"/>
                  </a:lnTo>
                  <a:lnTo>
                    <a:pt x="1200896" y="253412"/>
                  </a:lnTo>
                  <a:lnTo>
                    <a:pt x="1202032" y="259044"/>
                  </a:lnTo>
                  <a:lnTo>
                    <a:pt x="1203227" y="264675"/>
                  </a:lnTo>
                  <a:lnTo>
                    <a:pt x="1204450" y="270307"/>
                  </a:lnTo>
                  <a:lnTo>
                    <a:pt x="1205704" y="275938"/>
                  </a:lnTo>
                  <a:lnTo>
                    <a:pt x="1207014" y="281569"/>
                  </a:lnTo>
                  <a:lnTo>
                    <a:pt x="1208352" y="287201"/>
                  </a:lnTo>
                  <a:lnTo>
                    <a:pt x="1209724" y="292832"/>
                  </a:lnTo>
                  <a:lnTo>
                    <a:pt x="1211148" y="298464"/>
                  </a:lnTo>
                  <a:lnTo>
                    <a:pt x="1212599" y="304095"/>
                  </a:lnTo>
                  <a:lnTo>
                    <a:pt x="1214085" y="309726"/>
                  </a:lnTo>
                  <a:lnTo>
                    <a:pt x="1215618" y="315358"/>
                  </a:lnTo>
                  <a:lnTo>
                    <a:pt x="1217177" y="320989"/>
                  </a:lnTo>
                  <a:lnTo>
                    <a:pt x="1218773" y="326621"/>
                  </a:lnTo>
                  <a:lnTo>
                    <a:pt x="1220410" y="332252"/>
                  </a:lnTo>
                  <a:lnTo>
                    <a:pt x="1222072" y="337883"/>
                  </a:lnTo>
                  <a:lnTo>
                    <a:pt x="1223769" y="343515"/>
                  </a:lnTo>
                  <a:lnTo>
                    <a:pt x="1225503" y="349146"/>
                  </a:lnTo>
                  <a:lnTo>
                    <a:pt x="1227259" y="354778"/>
                  </a:lnTo>
                  <a:lnTo>
                    <a:pt x="1229050" y="360409"/>
                  </a:lnTo>
                  <a:lnTo>
                    <a:pt x="1230872" y="366040"/>
                  </a:lnTo>
                  <a:lnTo>
                    <a:pt x="1232713" y="371672"/>
                  </a:lnTo>
                  <a:lnTo>
                    <a:pt x="1234587" y="377303"/>
                  </a:lnTo>
                  <a:lnTo>
                    <a:pt x="1236486" y="382935"/>
                  </a:lnTo>
                  <a:lnTo>
                    <a:pt x="1238403" y="388566"/>
                  </a:lnTo>
                  <a:lnTo>
                    <a:pt x="1240350" y="394197"/>
                  </a:lnTo>
                  <a:lnTo>
                    <a:pt x="1242317" y="399829"/>
                  </a:lnTo>
                  <a:lnTo>
                    <a:pt x="1244299" y="405460"/>
                  </a:lnTo>
                  <a:lnTo>
                    <a:pt x="1246308" y="411092"/>
                  </a:lnTo>
                  <a:lnTo>
                    <a:pt x="1248332" y="416723"/>
                  </a:lnTo>
                  <a:lnTo>
                    <a:pt x="1250370" y="422354"/>
                  </a:lnTo>
                  <a:lnTo>
                    <a:pt x="1252432" y="427986"/>
                  </a:lnTo>
                  <a:lnTo>
                    <a:pt x="1254506" y="433617"/>
                  </a:lnTo>
                  <a:lnTo>
                    <a:pt x="1256592" y="439249"/>
                  </a:lnTo>
                  <a:lnTo>
                    <a:pt x="1258699" y="444880"/>
                  </a:lnTo>
                  <a:lnTo>
                    <a:pt x="1260816" y="450511"/>
                  </a:lnTo>
                  <a:lnTo>
                    <a:pt x="1262945" y="456143"/>
                  </a:lnTo>
                  <a:lnTo>
                    <a:pt x="1265092" y="461774"/>
                  </a:lnTo>
                  <a:lnTo>
                    <a:pt x="1267250" y="467406"/>
                  </a:lnTo>
                  <a:lnTo>
                    <a:pt x="1269418" y="473037"/>
                  </a:lnTo>
                  <a:lnTo>
                    <a:pt x="1271605" y="478668"/>
                  </a:lnTo>
                  <a:lnTo>
                    <a:pt x="1273803" y="484300"/>
                  </a:lnTo>
                  <a:lnTo>
                    <a:pt x="1276013" y="489931"/>
                  </a:lnTo>
                  <a:lnTo>
                    <a:pt x="1278243" y="495563"/>
                  </a:lnTo>
                  <a:lnTo>
                    <a:pt x="1280485" y="501194"/>
                  </a:lnTo>
                  <a:lnTo>
                    <a:pt x="1282744" y="506825"/>
                  </a:lnTo>
                  <a:lnTo>
                    <a:pt x="1285026" y="512457"/>
                  </a:lnTo>
                  <a:lnTo>
                    <a:pt x="1287322" y="518088"/>
                  </a:lnTo>
                  <a:lnTo>
                    <a:pt x="1289640" y="523720"/>
                  </a:lnTo>
                  <a:lnTo>
                    <a:pt x="1291987" y="529351"/>
                  </a:lnTo>
                  <a:lnTo>
                    <a:pt x="1294351" y="534982"/>
                  </a:lnTo>
                  <a:lnTo>
                    <a:pt x="1296747" y="540614"/>
                  </a:lnTo>
                  <a:lnTo>
                    <a:pt x="1299177" y="546245"/>
                  </a:lnTo>
                  <a:lnTo>
                    <a:pt x="1301630" y="551876"/>
                  </a:lnTo>
                  <a:lnTo>
                    <a:pt x="1304126" y="557508"/>
                  </a:lnTo>
                  <a:lnTo>
                    <a:pt x="1306662" y="563139"/>
                  </a:lnTo>
                  <a:lnTo>
                    <a:pt x="1309228" y="568771"/>
                  </a:lnTo>
                  <a:lnTo>
                    <a:pt x="1311852" y="574402"/>
                  </a:lnTo>
                  <a:lnTo>
                    <a:pt x="1314523" y="580033"/>
                  </a:lnTo>
                  <a:lnTo>
                    <a:pt x="1317231" y="585665"/>
                  </a:lnTo>
                  <a:lnTo>
                    <a:pt x="1320014" y="591296"/>
                  </a:lnTo>
                  <a:lnTo>
                    <a:pt x="1322851" y="596928"/>
                  </a:lnTo>
                  <a:lnTo>
                    <a:pt x="1325733" y="602559"/>
                  </a:lnTo>
                  <a:lnTo>
                    <a:pt x="1328711" y="608190"/>
                  </a:lnTo>
                  <a:lnTo>
                    <a:pt x="1331748" y="613822"/>
                  </a:lnTo>
                  <a:lnTo>
                    <a:pt x="1334839" y="619453"/>
                  </a:lnTo>
                  <a:lnTo>
                    <a:pt x="1338048" y="625085"/>
                  </a:lnTo>
                  <a:lnTo>
                    <a:pt x="1341321" y="630716"/>
                  </a:lnTo>
                  <a:lnTo>
                    <a:pt x="1344661" y="636347"/>
                  </a:lnTo>
                  <a:lnTo>
                    <a:pt x="1348134" y="641979"/>
                  </a:lnTo>
                  <a:lnTo>
                    <a:pt x="1351677" y="647610"/>
                  </a:lnTo>
                  <a:lnTo>
                    <a:pt x="1355304" y="653242"/>
                  </a:lnTo>
                  <a:lnTo>
                    <a:pt x="1359073" y="658873"/>
                  </a:lnTo>
                  <a:lnTo>
                    <a:pt x="1362920" y="664504"/>
                  </a:lnTo>
                  <a:lnTo>
                    <a:pt x="1366867" y="670136"/>
                  </a:lnTo>
                  <a:lnTo>
                    <a:pt x="1370963" y="675767"/>
                  </a:lnTo>
                  <a:lnTo>
                    <a:pt x="1375143" y="681399"/>
                  </a:lnTo>
                  <a:lnTo>
                    <a:pt x="1379441" y="687030"/>
                  </a:lnTo>
                  <a:lnTo>
                    <a:pt x="1383890" y="692661"/>
                  </a:lnTo>
                  <a:lnTo>
                    <a:pt x="1388428" y="698293"/>
                  </a:lnTo>
                  <a:lnTo>
                    <a:pt x="1393100" y="703924"/>
                  </a:lnTo>
                  <a:lnTo>
                    <a:pt x="1397921" y="709556"/>
                  </a:lnTo>
                  <a:lnTo>
                    <a:pt x="1402835" y="715187"/>
                  </a:lnTo>
                  <a:lnTo>
                    <a:pt x="1407897" y="720818"/>
                  </a:lnTo>
                  <a:lnTo>
                    <a:pt x="1413102" y="726450"/>
                  </a:lnTo>
                  <a:lnTo>
                    <a:pt x="1418402" y="732081"/>
                  </a:lnTo>
                  <a:lnTo>
                    <a:pt x="1423860" y="737713"/>
                  </a:lnTo>
                  <a:lnTo>
                    <a:pt x="1429453" y="743344"/>
                  </a:lnTo>
                  <a:lnTo>
                    <a:pt x="1435140" y="748975"/>
                  </a:lnTo>
                  <a:lnTo>
                    <a:pt x="1440993" y="754607"/>
                  </a:lnTo>
                  <a:lnTo>
                    <a:pt x="1446968" y="760238"/>
                  </a:lnTo>
                  <a:lnTo>
                    <a:pt x="1453034" y="765870"/>
                  </a:lnTo>
                  <a:lnTo>
                    <a:pt x="1459269" y="771501"/>
                  </a:lnTo>
                  <a:lnTo>
                    <a:pt x="1465610" y="777132"/>
                  </a:lnTo>
                  <a:lnTo>
                    <a:pt x="1472038" y="782764"/>
                  </a:lnTo>
                  <a:lnTo>
                    <a:pt x="1478631" y="788395"/>
                  </a:lnTo>
                  <a:lnTo>
                    <a:pt x="1485313" y="794027"/>
                  </a:lnTo>
                  <a:lnTo>
                    <a:pt x="1492076" y="799658"/>
                  </a:lnTo>
                  <a:lnTo>
                    <a:pt x="1498994" y="805289"/>
                  </a:lnTo>
                  <a:lnTo>
                    <a:pt x="1505985" y="810921"/>
                  </a:lnTo>
                  <a:lnTo>
                    <a:pt x="1513051" y="816552"/>
                  </a:lnTo>
                  <a:lnTo>
                    <a:pt x="1520249" y="822184"/>
                  </a:lnTo>
                  <a:lnTo>
                    <a:pt x="1527506" y="827815"/>
                  </a:lnTo>
                  <a:lnTo>
                    <a:pt x="1534832" y="833446"/>
                  </a:lnTo>
                  <a:lnTo>
                    <a:pt x="1542261" y="839078"/>
                  </a:lnTo>
                  <a:lnTo>
                    <a:pt x="1549737" y="844709"/>
                  </a:lnTo>
                  <a:lnTo>
                    <a:pt x="1557272" y="850341"/>
                  </a:lnTo>
                  <a:lnTo>
                    <a:pt x="1564879" y="855972"/>
                  </a:lnTo>
                  <a:lnTo>
                    <a:pt x="1572521" y="861603"/>
                  </a:lnTo>
                  <a:lnTo>
                    <a:pt x="1580208" y="867235"/>
                  </a:lnTo>
                  <a:lnTo>
                    <a:pt x="1587939" y="872866"/>
                  </a:lnTo>
                  <a:lnTo>
                    <a:pt x="1595691" y="878498"/>
                  </a:lnTo>
                  <a:lnTo>
                    <a:pt x="1603471" y="884129"/>
                  </a:lnTo>
                  <a:lnTo>
                    <a:pt x="1611270" y="889760"/>
                  </a:lnTo>
                  <a:lnTo>
                    <a:pt x="1619076" y="895392"/>
                  </a:lnTo>
                  <a:lnTo>
                    <a:pt x="1626889" y="901023"/>
                  </a:lnTo>
                  <a:lnTo>
                    <a:pt x="1634700" y="906655"/>
                  </a:lnTo>
                  <a:lnTo>
                    <a:pt x="1642505" y="912286"/>
                  </a:lnTo>
                  <a:lnTo>
                    <a:pt x="1650295" y="917917"/>
                  </a:lnTo>
                  <a:lnTo>
                    <a:pt x="1658063" y="923549"/>
                  </a:lnTo>
                  <a:lnTo>
                    <a:pt x="1665815" y="929180"/>
                  </a:lnTo>
                  <a:lnTo>
                    <a:pt x="1673529" y="934812"/>
                  </a:lnTo>
                  <a:lnTo>
                    <a:pt x="1681207" y="940443"/>
                  </a:lnTo>
                  <a:lnTo>
                    <a:pt x="1688858" y="946074"/>
                  </a:lnTo>
                  <a:lnTo>
                    <a:pt x="1696449" y="951706"/>
                  </a:lnTo>
                  <a:lnTo>
                    <a:pt x="1703995" y="957337"/>
                  </a:lnTo>
                  <a:lnTo>
                    <a:pt x="1711504" y="962969"/>
                  </a:lnTo>
                  <a:lnTo>
                    <a:pt x="1718932" y="968600"/>
                  </a:lnTo>
                  <a:lnTo>
                    <a:pt x="1726310" y="974231"/>
                  </a:lnTo>
                  <a:lnTo>
                    <a:pt x="1733644" y="979863"/>
                  </a:lnTo>
                  <a:lnTo>
                    <a:pt x="1740879" y="985494"/>
                  </a:lnTo>
                  <a:lnTo>
                    <a:pt x="1748062" y="991126"/>
                  </a:lnTo>
                  <a:lnTo>
                    <a:pt x="1755192" y="996757"/>
                  </a:lnTo>
                  <a:lnTo>
                    <a:pt x="1762216" y="1002388"/>
                  </a:lnTo>
                  <a:lnTo>
                    <a:pt x="1769186" y="1008020"/>
                  </a:lnTo>
                  <a:lnTo>
                    <a:pt x="1776093" y="1013651"/>
                  </a:lnTo>
                  <a:lnTo>
                    <a:pt x="1782895" y="1019283"/>
                  </a:lnTo>
                  <a:lnTo>
                    <a:pt x="1789642" y="1024914"/>
                  </a:lnTo>
                  <a:lnTo>
                    <a:pt x="1796320" y="1030545"/>
                  </a:lnTo>
                  <a:lnTo>
                    <a:pt x="1802896" y="1036177"/>
                  </a:lnTo>
                  <a:lnTo>
                    <a:pt x="1809419" y="1041808"/>
                  </a:lnTo>
                  <a:lnTo>
                    <a:pt x="1815867" y="1047440"/>
                  </a:lnTo>
                  <a:lnTo>
                    <a:pt x="1822222" y="1053071"/>
                  </a:lnTo>
                  <a:lnTo>
                    <a:pt x="1828525" y="1058702"/>
                  </a:lnTo>
                  <a:lnTo>
                    <a:pt x="1834751" y="1064334"/>
                  </a:lnTo>
                  <a:lnTo>
                    <a:pt x="1840896" y="1069965"/>
                  </a:lnTo>
                  <a:lnTo>
                    <a:pt x="1846991" y="1075597"/>
                  </a:lnTo>
                  <a:lnTo>
                    <a:pt x="1853010" y="1081228"/>
                  </a:lnTo>
                  <a:lnTo>
                    <a:pt x="1858958" y="1086859"/>
                  </a:lnTo>
                  <a:lnTo>
                    <a:pt x="1864862" y="1092491"/>
                  </a:lnTo>
                  <a:lnTo>
                    <a:pt x="1870692" y="1098122"/>
                  </a:lnTo>
                  <a:lnTo>
                    <a:pt x="1876463" y="1103753"/>
                  </a:lnTo>
                  <a:lnTo>
                    <a:pt x="1882194" y="1109385"/>
                  </a:lnTo>
                  <a:lnTo>
                    <a:pt x="1887857" y="1115016"/>
                  </a:lnTo>
                  <a:lnTo>
                    <a:pt x="1893471" y="1120648"/>
                  </a:lnTo>
                  <a:lnTo>
                    <a:pt x="1899050" y="1126279"/>
                  </a:lnTo>
                  <a:lnTo>
                    <a:pt x="1904567" y="1131910"/>
                  </a:lnTo>
                  <a:lnTo>
                    <a:pt x="1910045" y="1137542"/>
                  </a:lnTo>
                  <a:lnTo>
                    <a:pt x="1915493" y="1143173"/>
                  </a:lnTo>
                  <a:lnTo>
                    <a:pt x="1920885" y="1148805"/>
                  </a:lnTo>
                  <a:lnTo>
                    <a:pt x="1926247" y="1154436"/>
                  </a:lnTo>
                  <a:lnTo>
                    <a:pt x="1931582" y="1160067"/>
                  </a:lnTo>
                  <a:lnTo>
                    <a:pt x="1936868" y="1165699"/>
                  </a:lnTo>
                  <a:lnTo>
                    <a:pt x="1942130" y="1171330"/>
                  </a:lnTo>
                  <a:lnTo>
                    <a:pt x="1947368" y="1176962"/>
                  </a:lnTo>
                  <a:lnTo>
                    <a:pt x="1952564" y="1182593"/>
                  </a:lnTo>
                  <a:lnTo>
                    <a:pt x="1957741" y="1188224"/>
                  </a:lnTo>
                  <a:lnTo>
                    <a:pt x="1962895" y="1193856"/>
                  </a:lnTo>
                  <a:lnTo>
                    <a:pt x="1968014" y="1199487"/>
                  </a:lnTo>
                  <a:lnTo>
                    <a:pt x="1973115" y="1205119"/>
                  </a:lnTo>
                  <a:lnTo>
                    <a:pt x="1978193" y="1210750"/>
                  </a:lnTo>
                  <a:lnTo>
                    <a:pt x="1983241" y="1216381"/>
                  </a:lnTo>
                  <a:lnTo>
                    <a:pt x="1988273" y="1222013"/>
                  </a:lnTo>
                  <a:lnTo>
                    <a:pt x="1993281" y="1227644"/>
                  </a:lnTo>
                  <a:lnTo>
                    <a:pt x="1998262" y="1233276"/>
                  </a:lnTo>
                  <a:lnTo>
                    <a:pt x="2003225" y="1238907"/>
                  </a:lnTo>
                  <a:lnTo>
                    <a:pt x="2008165" y="1244538"/>
                  </a:lnTo>
                  <a:lnTo>
                    <a:pt x="2013078" y="1250170"/>
                  </a:lnTo>
                  <a:lnTo>
                    <a:pt x="2017973" y="1255801"/>
                  </a:lnTo>
                  <a:lnTo>
                    <a:pt x="2022842" y="1261433"/>
                  </a:lnTo>
                  <a:lnTo>
                    <a:pt x="2027684" y="1267064"/>
                  </a:lnTo>
                  <a:lnTo>
                    <a:pt x="2032508" y="1272695"/>
                  </a:lnTo>
                  <a:lnTo>
                    <a:pt x="2037301" y="1278327"/>
                  </a:lnTo>
                  <a:lnTo>
                    <a:pt x="2042068" y="1283958"/>
                  </a:lnTo>
                  <a:lnTo>
                    <a:pt x="2046815" y="1289590"/>
                  </a:lnTo>
                  <a:lnTo>
                    <a:pt x="2051375" y="1295038"/>
                  </a:lnTo>
                  <a:lnTo>
                    <a:pt x="2051528" y="1295221"/>
                  </a:lnTo>
                  <a:lnTo>
                    <a:pt x="2056215" y="1300852"/>
                  </a:lnTo>
                  <a:lnTo>
                    <a:pt x="2060881" y="1306484"/>
                  </a:lnTo>
                  <a:lnTo>
                    <a:pt x="2065509" y="1312115"/>
                  </a:lnTo>
                  <a:lnTo>
                    <a:pt x="2070110" y="1317747"/>
                  </a:lnTo>
                  <a:lnTo>
                    <a:pt x="2074691" y="1323378"/>
                  </a:lnTo>
                  <a:lnTo>
                    <a:pt x="2079230" y="1329009"/>
                  </a:lnTo>
                  <a:lnTo>
                    <a:pt x="2083745" y="1334641"/>
                  </a:lnTo>
                  <a:lnTo>
                    <a:pt x="2088238" y="1340272"/>
                  </a:lnTo>
                  <a:lnTo>
                    <a:pt x="2092688" y="1345904"/>
                  </a:lnTo>
                  <a:lnTo>
                    <a:pt x="2097115" y="1351535"/>
                  </a:lnTo>
                  <a:lnTo>
                    <a:pt x="2101520" y="1357166"/>
                  </a:lnTo>
                  <a:lnTo>
                    <a:pt x="2105884" y="1362798"/>
                  </a:lnTo>
                  <a:lnTo>
                    <a:pt x="2110227" y="1368429"/>
                  </a:lnTo>
                  <a:lnTo>
                    <a:pt x="2114548" y="1374061"/>
                  </a:lnTo>
                  <a:lnTo>
                    <a:pt x="2118832" y="1379692"/>
                  </a:lnTo>
                  <a:lnTo>
                    <a:pt x="2123098" y="1385323"/>
                  </a:lnTo>
                  <a:lnTo>
                    <a:pt x="2127342" y="1390955"/>
                  </a:lnTo>
                  <a:lnTo>
                    <a:pt x="2131555" y="1396586"/>
                  </a:lnTo>
                  <a:lnTo>
                    <a:pt x="2135754" y="1402218"/>
                  </a:lnTo>
                  <a:lnTo>
                    <a:pt x="2139933" y="1407849"/>
                  </a:lnTo>
                  <a:lnTo>
                    <a:pt x="2144088" y="1413480"/>
                  </a:lnTo>
                  <a:lnTo>
                    <a:pt x="2148232" y="1419112"/>
                  </a:lnTo>
                  <a:lnTo>
                    <a:pt x="2152360" y="1424743"/>
                  </a:lnTo>
                  <a:lnTo>
                    <a:pt x="2156473" y="1430375"/>
                  </a:lnTo>
                  <a:lnTo>
                    <a:pt x="2160577" y="1436006"/>
                  </a:lnTo>
                  <a:lnTo>
                    <a:pt x="2164671" y="1441637"/>
                  </a:lnTo>
                  <a:lnTo>
                    <a:pt x="2168756" y="1447269"/>
                  </a:lnTo>
                  <a:lnTo>
                    <a:pt x="2172837" y="1452900"/>
                  </a:lnTo>
                  <a:lnTo>
                    <a:pt x="2176912" y="1458532"/>
                  </a:lnTo>
                  <a:lnTo>
                    <a:pt x="2180985" y="1464163"/>
                  </a:lnTo>
                  <a:lnTo>
                    <a:pt x="2185058" y="1469794"/>
                  </a:lnTo>
                  <a:lnTo>
                    <a:pt x="2189131" y="1475426"/>
                  </a:lnTo>
                  <a:lnTo>
                    <a:pt x="2193207" y="1481057"/>
                  </a:lnTo>
                  <a:lnTo>
                    <a:pt x="2197285" y="1486689"/>
                  </a:lnTo>
                  <a:lnTo>
                    <a:pt x="2201368" y="1492320"/>
                  </a:lnTo>
                  <a:lnTo>
                    <a:pt x="2205457" y="1497951"/>
                  </a:lnTo>
                  <a:lnTo>
                    <a:pt x="2209549" y="1503583"/>
                  </a:lnTo>
                  <a:lnTo>
                    <a:pt x="2213651" y="1509214"/>
                  </a:lnTo>
                  <a:lnTo>
                    <a:pt x="2217759" y="1514846"/>
                  </a:lnTo>
                  <a:lnTo>
                    <a:pt x="2221871" y="1520477"/>
                  </a:lnTo>
                  <a:lnTo>
                    <a:pt x="2225993" y="1526108"/>
                  </a:lnTo>
                  <a:lnTo>
                    <a:pt x="2230120" y="1531740"/>
                  </a:lnTo>
                  <a:lnTo>
                    <a:pt x="2234250" y="1537371"/>
                  </a:lnTo>
                  <a:lnTo>
                    <a:pt x="2238386" y="1543003"/>
                  </a:lnTo>
                  <a:lnTo>
                    <a:pt x="2242523" y="1548634"/>
                  </a:lnTo>
                  <a:lnTo>
                    <a:pt x="2246661" y="1554265"/>
                  </a:lnTo>
                  <a:lnTo>
                    <a:pt x="2250797" y="1559897"/>
                  </a:lnTo>
                  <a:lnTo>
                    <a:pt x="2254929" y="1565528"/>
                  </a:lnTo>
                  <a:lnTo>
                    <a:pt x="2259056" y="1571160"/>
                  </a:lnTo>
                  <a:lnTo>
                    <a:pt x="2263168" y="1576791"/>
                  </a:lnTo>
                  <a:lnTo>
                    <a:pt x="2267270" y="1582422"/>
                  </a:lnTo>
                  <a:lnTo>
                    <a:pt x="2271356" y="1588054"/>
                  </a:lnTo>
                  <a:lnTo>
                    <a:pt x="2275414" y="1593685"/>
                  </a:lnTo>
                  <a:lnTo>
                    <a:pt x="2279452" y="1599317"/>
                  </a:lnTo>
                  <a:lnTo>
                    <a:pt x="2283460" y="1604948"/>
                  </a:lnTo>
                  <a:lnTo>
                    <a:pt x="2287422" y="1610579"/>
                  </a:lnTo>
                  <a:lnTo>
                    <a:pt x="2291355" y="1616211"/>
                  </a:lnTo>
                  <a:lnTo>
                    <a:pt x="2295236" y="1621842"/>
                  </a:lnTo>
                  <a:lnTo>
                    <a:pt x="2299056" y="1627473"/>
                  </a:lnTo>
                  <a:lnTo>
                    <a:pt x="2302833" y="1633105"/>
                  </a:lnTo>
                  <a:lnTo>
                    <a:pt x="2306533" y="1638736"/>
                  </a:lnTo>
                  <a:lnTo>
                    <a:pt x="2310154" y="1644368"/>
                  </a:lnTo>
                  <a:lnTo>
                    <a:pt x="2313066" y="1648967"/>
                  </a:lnTo>
                  <a:lnTo>
                    <a:pt x="2313719" y="1649999"/>
                  </a:lnTo>
                  <a:lnTo>
                    <a:pt x="2317177" y="1655630"/>
                  </a:lnTo>
                  <a:lnTo>
                    <a:pt x="2320540" y="1661262"/>
                  </a:lnTo>
                  <a:lnTo>
                    <a:pt x="2323832" y="1666893"/>
                  </a:lnTo>
                  <a:lnTo>
                    <a:pt x="2326981" y="1672525"/>
                  </a:lnTo>
                  <a:lnTo>
                    <a:pt x="2330023" y="1678156"/>
                  </a:lnTo>
                  <a:lnTo>
                    <a:pt x="2332977" y="1683787"/>
                  </a:lnTo>
                  <a:lnTo>
                    <a:pt x="2335749" y="1689419"/>
                  </a:lnTo>
                  <a:lnTo>
                    <a:pt x="2338403" y="1695050"/>
                  </a:lnTo>
                  <a:lnTo>
                    <a:pt x="2340954" y="1700682"/>
                  </a:lnTo>
                  <a:lnTo>
                    <a:pt x="2343281" y="1706313"/>
                  </a:lnTo>
                  <a:lnTo>
                    <a:pt x="2345481" y="1711944"/>
                  </a:lnTo>
                  <a:lnTo>
                    <a:pt x="2347560" y="1717576"/>
                  </a:lnTo>
                  <a:lnTo>
                    <a:pt x="2349378" y="1723207"/>
                  </a:lnTo>
                  <a:lnTo>
                    <a:pt x="2351063" y="1728839"/>
                  </a:lnTo>
                  <a:lnTo>
                    <a:pt x="2352596" y="1734470"/>
                  </a:lnTo>
                  <a:lnTo>
                    <a:pt x="2353853" y="1740101"/>
                  </a:lnTo>
                  <a:lnTo>
                    <a:pt x="2354963" y="1745733"/>
                  </a:lnTo>
                  <a:lnTo>
                    <a:pt x="2355891" y="1751364"/>
                  </a:lnTo>
                  <a:lnTo>
                    <a:pt x="2356531" y="1756996"/>
                  </a:lnTo>
                  <a:lnTo>
                    <a:pt x="2357014" y="1762627"/>
                  </a:lnTo>
                  <a:lnTo>
                    <a:pt x="2357282" y="1768258"/>
                  </a:lnTo>
                  <a:lnTo>
                    <a:pt x="2357260" y="1773890"/>
                  </a:lnTo>
                  <a:lnTo>
                    <a:pt x="2357068" y="1779521"/>
                  </a:lnTo>
                  <a:lnTo>
                    <a:pt x="2356633" y="1785153"/>
                  </a:lnTo>
                  <a:lnTo>
                    <a:pt x="2355907" y="1790784"/>
                  </a:lnTo>
                  <a:lnTo>
                    <a:pt x="2355005" y="1796415"/>
                  </a:lnTo>
                  <a:lnTo>
                    <a:pt x="2353830" y="1802047"/>
                  </a:lnTo>
                  <a:lnTo>
                    <a:pt x="2352372" y="1807678"/>
                  </a:lnTo>
                  <a:lnTo>
                    <a:pt x="2350732" y="1813310"/>
                  </a:lnTo>
                  <a:lnTo>
                    <a:pt x="2348792" y="1818941"/>
                  </a:lnTo>
                  <a:lnTo>
                    <a:pt x="2346581" y="1824572"/>
                  </a:lnTo>
                  <a:lnTo>
                    <a:pt x="2344184" y="1830204"/>
                  </a:lnTo>
                  <a:lnTo>
                    <a:pt x="2341465" y="1835835"/>
                  </a:lnTo>
                  <a:lnTo>
                    <a:pt x="2338492" y="1841467"/>
                  </a:lnTo>
                  <a:lnTo>
                    <a:pt x="2335332" y="1847098"/>
                  </a:lnTo>
                  <a:lnTo>
                    <a:pt x="2331831" y="1852729"/>
                  </a:lnTo>
                  <a:lnTo>
                    <a:pt x="2328096" y="1858361"/>
                  </a:lnTo>
                  <a:lnTo>
                    <a:pt x="2324176" y="1863992"/>
                  </a:lnTo>
                  <a:lnTo>
                    <a:pt x="2319901" y="1869624"/>
                  </a:lnTo>
                  <a:lnTo>
                    <a:pt x="2315415" y="1875255"/>
                  </a:lnTo>
                  <a:lnTo>
                    <a:pt x="2310747" y="1880886"/>
                  </a:lnTo>
                  <a:lnTo>
                    <a:pt x="2305717" y="1886518"/>
                  </a:lnTo>
                  <a:lnTo>
                    <a:pt x="2300500" y="1892149"/>
                  </a:lnTo>
                  <a:lnTo>
                    <a:pt x="2295102" y="1897781"/>
                  </a:lnTo>
                  <a:lnTo>
                    <a:pt x="2289349" y="1903412"/>
                  </a:lnTo>
                  <a:lnTo>
                    <a:pt x="2283430" y="1909043"/>
                  </a:lnTo>
                  <a:lnTo>
                    <a:pt x="2281603" y="1910727"/>
                  </a:lnTo>
                  <a:lnTo>
                    <a:pt x="2277321" y="1914675"/>
                  </a:lnTo>
                  <a:lnTo>
                    <a:pt x="2270893" y="1920306"/>
                  </a:lnTo>
                  <a:lnTo>
                    <a:pt x="2264308" y="1925938"/>
                  </a:lnTo>
                  <a:lnTo>
                    <a:pt x="2257529" y="1931569"/>
                  </a:lnTo>
                  <a:lnTo>
                    <a:pt x="2250468" y="1937200"/>
                  </a:lnTo>
                  <a:lnTo>
                    <a:pt x="2243259" y="1942832"/>
                  </a:lnTo>
                  <a:lnTo>
                    <a:pt x="2235857" y="1948463"/>
                  </a:lnTo>
                  <a:lnTo>
                    <a:pt x="2228209" y="1954095"/>
                  </a:lnTo>
                  <a:lnTo>
                    <a:pt x="2220425" y="1959726"/>
                  </a:lnTo>
                  <a:lnTo>
                    <a:pt x="2212452" y="1965357"/>
                  </a:lnTo>
                  <a:lnTo>
                    <a:pt x="2204267" y="1970989"/>
                  </a:lnTo>
                  <a:lnTo>
                    <a:pt x="2195960" y="1976620"/>
                  </a:lnTo>
                  <a:lnTo>
                    <a:pt x="2187471" y="1982252"/>
                  </a:lnTo>
                  <a:lnTo>
                    <a:pt x="2178804" y="1987883"/>
                  </a:lnTo>
                  <a:lnTo>
                    <a:pt x="2170028" y="1993514"/>
                  </a:lnTo>
                  <a:lnTo>
                    <a:pt x="2161080" y="1999146"/>
                  </a:lnTo>
                  <a:lnTo>
                    <a:pt x="2151986" y="2004777"/>
                  </a:lnTo>
                  <a:lnTo>
                    <a:pt x="2142796" y="2010409"/>
                  </a:lnTo>
                  <a:lnTo>
                    <a:pt x="2133447" y="2016040"/>
                  </a:lnTo>
                  <a:lnTo>
                    <a:pt x="2123981" y="2021671"/>
                  </a:lnTo>
                  <a:lnTo>
                    <a:pt x="2114431" y="2027303"/>
                  </a:lnTo>
                  <a:lnTo>
                    <a:pt x="2104739" y="2032934"/>
                  </a:lnTo>
                  <a:lnTo>
                    <a:pt x="2094954" y="2038566"/>
                  </a:lnTo>
                  <a:lnTo>
                    <a:pt x="2085099" y="2044197"/>
                  </a:lnTo>
                  <a:lnTo>
                    <a:pt x="2075117" y="2049828"/>
                  </a:lnTo>
                  <a:lnTo>
                    <a:pt x="2065066" y="2055460"/>
                  </a:lnTo>
                  <a:lnTo>
                    <a:pt x="2054956" y="2061091"/>
                  </a:lnTo>
                  <a:lnTo>
                    <a:pt x="2044738" y="2066723"/>
                  </a:lnTo>
                  <a:lnTo>
                    <a:pt x="2034468" y="2072354"/>
                  </a:lnTo>
                  <a:lnTo>
                    <a:pt x="2024150" y="2077985"/>
                  </a:lnTo>
                  <a:lnTo>
                    <a:pt x="2013743" y="2083617"/>
                  </a:lnTo>
                  <a:lnTo>
                    <a:pt x="2003300" y="2089248"/>
                  </a:lnTo>
                  <a:lnTo>
                    <a:pt x="1992815" y="2094880"/>
                  </a:lnTo>
                  <a:lnTo>
                    <a:pt x="1982267" y="2100511"/>
                  </a:lnTo>
                  <a:lnTo>
                    <a:pt x="1971691" y="2106142"/>
                  </a:lnTo>
                  <a:lnTo>
                    <a:pt x="1961081" y="2111774"/>
                  </a:lnTo>
                  <a:lnTo>
                    <a:pt x="1950428" y="2117405"/>
                  </a:lnTo>
                  <a:lnTo>
                    <a:pt x="1939755" y="2123037"/>
                  </a:lnTo>
                  <a:lnTo>
                    <a:pt x="1929057" y="2128668"/>
                  </a:lnTo>
                  <a:lnTo>
                    <a:pt x="1918333" y="2134299"/>
                  </a:lnTo>
                  <a:lnTo>
                    <a:pt x="1907596" y="2139931"/>
                  </a:lnTo>
                  <a:lnTo>
                    <a:pt x="1896843" y="2145562"/>
                  </a:lnTo>
                  <a:lnTo>
                    <a:pt x="1886076" y="2151194"/>
                  </a:lnTo>
                  <a:lnTo>
                    <a:pt x="1875304" y="2156825"/>
                  </a:lnTo>
                  <a:lnTo>
                    <a:pt x="1864525" y="2162456"/>
                  </a:lnTo>
                  <a:lnTo>
                    <a:pt x="1853743" y="2168088"/>
                  </a:lnTo>
                  <a:lnTo>
                    <a:pt x="1842961" y="2173719"/>
                  </a:lnTo>
                  <a:lnTo>
                    <a:pt x="1832181" y="2179350"/>
                  </a:lnTo>
                  <a:lnTo>
                    <a:pt x="1821408" y="2184982"/>
                  </a:lnTo>
                  <a:lnTo>
                    <a:pt x="1810639" y="2190613"/>
                  </a:lnTo>
                  <a:lnTo>
                    <a:pt x="1799883" y="2196245"/>
                  </a:lnTo>
                  <a:lnTo>
                    <a:pt x="1789140" y="2201876"/>
                  </a:lnTo>
                  <a:lnTo>
                    <a:pt x="1778407" y="2207507"/>
                  </a:lnTo>
                  <a:lnTo>
                    <a:pt x="1767697" y="2213139"/>
                  </a:lnTo>
                  <a:lnTo>
                    <a:pt x="1757006" y="2218770"/>
                  </a:lnTo>
                  <a:lnTo>
                    <a:pt x="1746330" y="2224402"/>
                  </a:lnTo>
                  <a:lnTo>
                    <a:pt x="1735688" y="2230033"/>
                  </a:lnTo>
                  <a:lnTo>
                    <a:pt x="1725070" y="2235664"/>
                  </a:lnTo>
                  <a:lnTo>
                    <a:pt x="1714472" y="2241296"/>
                  </a:lnTo>
                  <a:lnTo>
                    <a:pt x="1703921" y="2246927"/>
                  </a:lnTo>
                  <a:lnTo>
                    <a:pt x="1693399" y="2252559"/>
                  </a:lnTo>
                  <a:lnTo>
                    <a:pt x="1682902" y="2258190"/>
                  </a:lnTo>
                  <a:lnTo>
                    <a:pt x="1672466" y="2263821"/>
                  </a:lnTo>
                  <a:lnTo>
                    <a:pt x="1662062" y="2269453"/>
                  </a:lnTo>
                  <a:lnTo>
                    <a:pt x="1651693" y="2275084"/>
                  </a:lnTo>
                  <a:lnTo>
                    <a:pt x="1641395" y="2280716"/>
                  </a:lnTo>
                  <a:lnTo>
                    <a:pt x="1631135" y="2286347"/>
                  </a:lnTo>
                  <a:lnTo>
                    <a:pt x="1620922" y="2291978"/>
                  </a:lnTo>
                  <a:lnTo>
                    <a:pt x="1610788" y="2297610"/>
                  </a:lnTo>
                  <a:lnTo>
                    <a:pt x="1600700" y="2303241"/>
                  </a:lnTo>
                  <a:lnTo>
                    <a:pt x="1590671" y="2308873"/>
                  </a:lnTo>
                  <a:lnTo>
                    <a:pt x="1580731" y="2314504"/>
                  </a:lnTo>
                  <a:lnTo>
                    <a:pt x="1570844" y="2320135"/>
                  </a:lnTo>
                  <a:lnTo>
                    <a:pt x="1561031" y="2325767"/>
                  </a:lnTo>
                  <a:lnTo>
                    <a:pt x="1551316" y="2331398"/>
                  </a:lnTo>
                  <a:lnTo>
                    <a:pt x="1541660" y="2337030"/>
                  </a:lnTo>
                  <a:lnTo>
                    <a:pt x="1532096" y="2342661"/>
                  </a:lnTo>
                  <a:lnTo>
                    <a:pt x="1522637" y="2348292"/>
                  </a:lnTo>
                  <a:lnTo>
                    <a:pt x="1513245" y="2353924"/>
                  </a:lnTo>
                  <a:lnTo>
                    <a:pt x="1503966" y="2359555"/>
                  </a:lnTo>
                  <a:lnTo>
                    <a:pt x="1494795" y="2365187"/>
                  </a:lnTo>
                  <a:lnTo>
                    <a:pt x="1485701" y="2370818"/>
                  </a:lnTo>
                  <a:lnTo>
                    <a:pt x="1476739" y="2376449"/>
                  </a:lnTo>
                  <a:lnTo>
                    <a:pt x="1467891" y="2382081"/>
                  </a:lnTo>
                  <a:lnTo>
                    <a:pt x="1459125" y="2387712"/>
                  </a:lnTo>
                  <a:lnTo>
                    <a:pt x="1450515" y="2393344"/>
                  </a:lnTo>
                  <a:lnTo>
                    <a:pt x="1442020" y="2398975"/>
                  </a:lnTo>
                  <a:lnTo>
                    <a:pt x="1433616" y="2404606"/>
                  </a:lnTo>
                  <a:lnTo>
                    <a:pt x="1425389" y="2410238"/>
                  </a:lnTo>
                  <a:lnTo>
                    <a:pt x="1417277" y="2415869"/>
                  </a:lnTo>
                  <a:lnTo>
                    <a:pt x="1409263" y="2421501"/>
                  </a:lnTo>
                  <a:lnTo>
                    <a:pt x="1401448" y="2427132"/>
                  </a:lnTo>
                  <a:lnTo>
                    <a:pt x="1393747" y="2432763"/>
                  </a:lnTo>
                  <a:lnTo>
                    <a:pt x="1386149" y="2438395"/>
                  </a:lnTo>
                  <a:lnTo>
                    <a:pt x="1378772" y="2444026"/>
                  </a:lnTo>
                  <a:lnTo>
                    <a:pt x="1371503" y="2449658"/>
                  </a:lnTo>
                  <a:lnTo>
                    <a:pt x="1364354" y="2455289"/>
                  </a:lnTo>
                  <a:lnTo>
                    <a:pt x="1357424" y="2460920"/>
                  </a:lnTo>
                  <a:lnTo>
                    <a:pt x="1350607" y="2466552"/>
                  </a:lnTo>
                  <a:lnTo>
                    <a:pt x="1343925" y="2472183"/>
                  </a:lnTo>
                  <a:lnTo>
                    <a:pt x="1337457" y="2477815"/>
                  </a:lnTo>
                  <a:lnTo>
                    <a:pt x="1331105" y="2483446"/>
                  </a:lnTo>
                  <a:lnTo>
                    <a:pt x="1324902" y="2489077"/>
                  </a:lnTo>
                  <a:lnTo>
                    <a:pt x="1318906" y="2494709"/>
                  </a:lnTo>
                  <a:lnTo>
                    <a:pt x="1313026" y="2500340"/>
                  </a:lnTo>
                  <a:lnTo>
                    <a:pt x="1307308" y="2505972"/>
                  </a:lnTo>
                  <a:lnTo>
                    <a:pt x="1301788" y="2511603"/>
                  </a:lnTo>
                  <a:lnTo>
                    <a:pt x="1296383" y="2517234"/>
                  </a:lnTo>
                  <a:lnTo>
                    <a:pt x="1291151" y="2522866"/>
                  </a:lnTo>
                  <a:lnTo>
                    <a:pt x="1286103" y="2528497"/>
                  </a:lnTo>
                  <a:lnTo>
                    <a:pt x="1281169" y="2534129"/>
                  </a:lnTo>
                  <a:lnTo>
                    <a:pt x="1276418" y="2539760"/>
                  </a:lnTo>
                  <a:lnTo>
                    <a:pt x="1271835" y="2545391"/>
                  </a:lnTo>
                  <a:lnTo>
                    <a:pt x="1267364" y="2551023"/>
                  </a:lnTo>
                  <a:lnTo>
                    <a:pt x="1263082" y="2556654"/>
                  </a:lnTo>
                  <a:lnTo>
                    <a:pt x="1258952" y="2562286"/>
                  </a:lnTo>
                  <a:lnTo>
                    <a:pt x="1254930" y="2567917"/>
                  </a:lnTo>
                  <a:lnTo>
                    <a:pt x="1251100" y="2573548"/>
                  </a:lnTo>
                  <a:lnTo>
                    <a:pt x="1247405" y="2579180"/>
                  </a:lnTo>
                  <a:lnTo>
                    <a:pt x="1243813" y="2584811"/>
                  </a:lnTo>
                  <a:lnTo>
                    <a:pt x="1240414" y="2590443"/>
                  </a:lnTo>
                  <a:lnTo>
                    <a:pt x="1237133" y="2596074"/>
                  </a:lnTo>
                  <a:lnTo>
                    <a:pt x="1233951" y="2601705"/>
                  </a:lnTo>
                  <a:lnTo>
                    <a:pt x="1230958" y="2607337"/>
                  </a:lnTo>
                  <a:lnTo>
                    <a:pt x="1228067" y="2612968"/>
                  </a:lnTo>
                  <a:lnTo>
                    <a:pt x="1225267" y="2618600"/>
                  </a:lnTo>
                  <a:lnTo>
                    <a:pt x="1222654" y="2624231"/>
                  </a:lnTo>
                  <a:lnTo>
                    <a:pt x="1220125" y="2629862"/>
                  </a:lnTo>
                  <a:lnTo>
                    <a:pt x="1217690" y="2635494"/>
                  </a:lnTo>
                  <a:lnTo>
                    <a:pt x="1215418" y="2641125"/>
                  </a:lnTo>
                  <a:lnTo>
                    <a:pt x="1213223" y="2646757"/>
                  </a:lnTo>
                  <a:lnTo>
                    <a:pt x="1211122" y="2652388"/>
                  </a:lnTo>
                  <a:lnTo>
                    <a:pt x="1209161" y="2658019"/>
                  </a:lnTo>
                  <a:lnTo>
                    <a:pt x="1207271" y="2663651"/>
                  </a:lnTo>
                  <a:lnTo>
                    <a:pt x="1205473" y="2669282"/>
                  </a:lnTo>
                  <a:lnTo>
                    <a:pt x="1203794" y="2674914"/>
                  </a:lnTo>
                  <a:lnTo>
                    <a:pt x="1202180" y="2680545"/>
                  </a:lnTo>
                  <a:lnTo>
                    <a:pt x="1200653" y="2686176"/>
                  </a:lnTo>
                  <a:lnTo>
                    <a:pt x="1199227" y="2691808"/>
                  </a:lnTo>
                  <a:lnTo>
                    <a:pt x="1197858" y="2697439"/>
                  </a:lnTo>
                  <a:lnTo>
                    <a:pt x="1196572" y="2703070"/>
                  </a:lnTo>
                  <a:lnTo>
                    <a:pt x="1195370" y="2708702"/>
                  </a:lnTo>
                  <a:lnTo>
                    <a:pt x="1194219" y="2714333"/>
                  </a:lnTo>
                  <a:lnTo>
                    <a:pt x="1193145" y="2719965"/>
                  </a:lnTo>
                  <a:lnTo>
                    <a:pt x="1192140" y="2725596"/>
                  </a:lnTo>
                  <a:lnTo>
                    <a:pt x="1191179" y="2731227"/>
                  </a:lnTo>
                  <a:lnTo>
                    <a:pt x="1190290" y="2736859"/>
                  </a:lnTo>
                  <a:lnTo>
                    <a:pt x="1189456" y="2742490"/>
                  </a:lnTo>
                  <a:lnTo>
                    <a:pt x="1188660" y="2748122"/>
                  </a:lnTo>
                  <a:lnTo>
                    <a:pt x="1187930" y="2753753"/>
                  </a:lnTo>
                  <a:lnTo>
                    <a:pt x="1187243" y="2759384"/>
                  </a:lnTo>
                  <a:lnTo>
                    <a:pt x="1186589" y="2765016"/>
                  </a:lnTo>
                  <a:lnTo>
                    <a:pt x="1185994" y="2770647"/>
                  </a:lnTo>
                  <a:lnTo>
                    <a:pt x="1185434" y="2776279"/>
                  </a:lnTo>
                  <a:lnTo>
                    <a:pt x="1184901" y="2781910"/>
                  </a:lnTo>
                  <a:lnTo>
                    <a:pt x="1184420" y="2787541"/>
                  </a:lnTo>
                  <a:lnTo>
                    <a:pt x="1183966" y="2793173"/>
                  </a:lnTo>
                  <a:lnTo>
                    <a:pt x="1183535" y="2798804"/>
                  </a:lnTo>
                  <a:lnTo>
                    <a:pt x="1183150" y="2804436"/>
                  </a:lnTo>
                  <a:lnTo>
                    <a:pt x="1182785" y="2810067"/>
                  </a:lnTo>
                  <a:lnTo>
                    <a:pt x="1182441" y="2815698"/>
                  </a:lnTo>
                  <a:lnTo>
                    <a:pt x="1182133" y="2821330"/>
                  </a:lnTo>
                  <a:lnTo>
                    <a:pt x="1181842" y="2826961"/>
                  </a:lnTo>
                  <a:lnTo>
                    <a:pt x="1181570" y="2832593"/>
                  </a:lnTo>
                  <a:lnTo>
                    <a:pt x="1181326" y="2838224"/>
                  </a:lnTo>
                  <a:lnTo>
                    <a:pt x="1181095" y="2843855"/>
                  </a:lnTo>
                  <a:lnTo>
                    <a:pt x="1180882" y="2849487"/>
                  </a:lnTo>
                  <a:lnTo>
                    <a:pt x="1180690" y="2855118"/>
                  </a:lnTo>
                  <a:lnTo>
                    <a:pt x="1180509" y="2860750"/>
                  </a:lnTo>
                  <a:lnTo>
                    <a:pt x="1180343" y="2866381"/>
                  </a:lnTo>
                  <a:lnTo>
                    <a:pt x="1180193" y="2872012"/>
                  </a:lnTo>
                  <a:lnTo>
                    <a:pt x="1180052" y="2877644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4224320" y="3286654"/>
              <a:ext cx="2618819" cy="2274389"/>
            </a:xfrm>
            <a:custGeom>
              <a:avLst/>
              <a:pathLst>
                <a:path w="2618819" h="2274389">
                  <a:moveTo>
                    <a:pt x="1306282" y="2274389"/>
                  </a:moveTo>
                  <a:lnTo>
                    <a:pt x="1306049" y="2269938"/>
                  </a:lnTo>
                  <a:lnTo>
                    <a:pt x="1305801" y="2265488"/>
                  </a:lnTo>
                  <a:lnTo>
                    <a:pt x="1305532" y="2261037"/>
                  </a:lnTo>
                  <a:lnTo>
                    <a:pt x="1305255" y="2256586"/>
                  </a:lnTo>
                  <a:lnTo>
                    <a:pt x="1304945" y="2252135"/>
                  </a:lnTo>
                  <a:lnTo>
                    <a:pt x="1304626" y="2247684"/>
                  </a:lnTo>
                  <a:lnTo>
                    <a:pt x="1304282" y="2243233"/>
                  </a:lnTo>
                  <a:lnTo>
                    <a:pt x="1303914" y="2238782"/>
                  </a:lnTo>
                  <a:lnTo>
                    <a:pt x="1303532" y="2234332"/>
                  </a:lnTo>
                  <a:lnTo>
                    <a:pt x="1303111" y="2229881"/>
                  </a:lnTo>
                  <a:lnTo>
                    <a:pt x="1302676" y="2225430"/>
                  </a:lnTo>
                  <a:lnTo>
                    <a:pt x="1302206" y="2220979"/>
                  </a:lnTo>
                  <a:lnTo>
                    <a:pt x="1301710" y="2216528"/>
                  </a:lnTo>
                  <a:lnTo>
                    <a:pt x="1301189" y="2212077"/>
                  </a:lnTo>
                  <a:lnTo>
                    <a:pt x="1300623" y="2207626"/>
                  </a:lnTo>
                  <a:lnTo>
                    <a:pt x="1300040" y="2203176"/>
                  </a:lnTo>
                  <a:lnTo>
                    <a:pt x="1299406" y="2198725"/>
                  </a:lnTo>
                  <a:lnTo>
                    <a:pt x="1298743" y="2194274"/>
                  </a:lnTo>
                  <a:lnTo>
                    <a:pt x="1298044" y="2189823"/>
                  </a:lnTo>
                  <a:lnTo>
                    <a:pt x="1297293" y="2185372"/>
                  </a:lnTo>
                  <a:lnTo>
                    <a:pt x="1296520" y="2180921"/>
                  </a:lnTo>
                  <a:lnTo>
                    <a:pt x="1295675" y="2176470"/>
                  </a:lnTo>
                  <a:lnTo>
                    <a:pt x="1294801" y="2172019"/>
                  </a:lnTo>
                  <a:lnTo>
                    <a:pt x="1293875" y="2167569"/>
                  </a:lnTo>
                  <a:lnTo>
                    <a:pt x="1292889" y="2163118"/>
                  </a:lnTo>
                  <a:lnTo>
                    <a:pt x="1291874" y="2158667"/>
                  </a:lnTo>
                  <a:lnTo>
                    <a:pt x="1290766" y="2154216"/>
                  </a:lnTo>
                  <a:lnTo>
                    <a:pt x="1289627" y="2149765"/>
                  </a:lnTo>
                  <a:lnTo>
                    <a:pt x="1288415" y="2145314"/>
                  </a:lnTo>
                  <a:lnTo>
                    <a:pt x="1287138" y="2140863"/>
                  </a:lnTo>
                  <a:lnTo>
                    <a:pt x="1285816" y="2136413"/>
                  </a:lnTo>
                  <a:lnTo>
                    <a:pt x="1284388" y="2131962"/>
                  </a:lnTo>
                  <a:lnTo>
                    <a:pt x="1282922" y="2127511"/>
                  </a:lnTo>
                  <a:lnTo>
                    <a:pt x="1281356" y="2123060"/>
                  </a:lnTo>
                  <a:lnTo>
                    <a:pt x="1279721" y="2118609"/>
                  </a:lnTo>
                  <a:lnTo>
                    <a:pt x="1278020" y="2114158"/>
                  </a:lnTo>
                  <a:lnTo>
                    <a:pt x="1276202" y="2109707"/>
                  </a:lnTo>
                  <a:lnTo>
                    <a:pt x="1274339" y="2105257"/>
                  </a:lnTo>
                  <a:lnTo>
                    <a:pt x="1272343" y="2100806"/>
                  </a:lnTo>
                  <a:lnTo>
                    <a:pt x="1270276" y="2096355"/>
                  </a:lnTo>
                  <a:lnTo>
                    <a:pt x="1268117" y="2091904"/>
                  </a:lnTo>
                  <a:lnTo>
                    <a:pt x="1265832" y="2087453"/>
                  </a:lnTo>
                  <a:lnTo>
                    <a:pt x="1263493" y="2083002"/>
                  </a:lnTo>
                  <a:lnTo>
                    <a:pt x="1260981" y="2078551"/>
                  </a:lnTo>
                  <a:lnTo>
                    <a:pt x="1258401" y="2074101"/>
                  </a:lnTo>
                  <a:lnTo>
                    <a:pt x="1255696" y="2069650"/>
                  </a:lnTo>
                  <a:lnTo>
                    <a:pt x="1252858" y="2065199"/>
                  </a:lnTo>
                  <a:lnTo>
                    <a:pt x="1249951" y="2060748"/>
                  </a:lnTo>
                  <a:lnTo>
                    <a:pt x="1246839" y="2056297"/>
                  </a:lnTo>
                  <a:lnTo>
                    <a:pt x="1243658" y="2051846"/>
                  </a:lnTo>
                  <a:lnTo>
                    <a:pt x="1240314" y="2047395"/>
                  </a:lnTo>
                  <a:lnTo>
                    <a:pt x="1236835" y="2042945"/>
                  </a:lnTo>
                  <a:lnTo>
                    <a:pt x="1233257" y="2038494"/>
                  </a:lnTo>
                  <a:lnTo>
                    <a:pt x="1229463" y="2034043"/>
                  </a:lnTo>
                  <a:lnTo>
                    <a:pt x="1225591" y="2029592"/>
                  </a:lnTo>
                  <a:lnTo>
                    <a:pt x="1221512" y="2025141"/>
                  </a:lnTo>
                  <a:lnTo>
                    <a:pt x="1217301" y="2020690"/>
                  </a:lnTo>
                  <a:lnTo>
                    <a:pt x="1212956" y="2016239"/>
                  </a:lnTo>
                  <a:lnTo>
                    <a:pt x="1208388" y="2011789"/>
                  </a:lnTo>
                  <a:lnTo>
                    <a:pt x="1203735" y="2007338"/>
                  </a:lnTo>
                  <a:lnTo>
                    <a:pt x="1198826" y="2002887"/>
                  </a:lnTo>
                  <a:lnTo>
                    <a:pt x="1193794" y="1998436"/>
                  </a:lnTo>
                  <a:lnTo>
                    <a:pt x="1188589" y="1993985"/>
                  </a:lnTo>
                  <a:lnTo>
                    <a:pt x="1183162" y="1989534"/>
                  </a:lnTo>
                  <a:lnTo>
                    <a:pt x="1177642" y="1985083"/>
                  </a:lnTo>
                  <a:lnTo>
                    <a:pt x="1171815" y="1980632"/>
                  </a:lnTo>
                  <a:lnTo>
                    <a:pt x="1165880" y="1976182"/>
                  </a:lnTo>
                  <a:lnTo>
                    <a:pt x="1159729" y="1971731"/>
                  </a:lnTo>
                  <a:lnTo>
                    <a:pt x="1153366" y="1967280"/>
                  </a:lnTo>
                  <a:lnTo>
                    <a:pt x="1146884" y="1962829"/>
                  </a:lnTo>
                  <a:lnTo>
                    <a:pt x="1140081" y="1958378"/>
                  </a:lnTo>
                  <a:lnTo>
                    <a:pt x="1133172" y="1953927"/>
                  </a:lnTo>
                  <a:lnTo>
                    <a:pt x="1126006" y="1949476"/>
                  </a:lnTo>
                  <a:lnTo>
                    <a:pt x="1118643" y="1945026"/>
                  </a:lnTo>
                  <a:lnTo>
                    <a:pt x="1111126" y="1940575"/>
                  </a:lnTo>
                  <a:lnTo>
                    <a:pt x="1103301" y="1936124"/>
                  </a:lnTo>
                  <a:lnTo>
                    <a:pt x="1095367" y="1931673"/>
                  </a:lnTo>
                  <a:lnTo>
                    <a:pt x="1087136" y="1927222"/>
                  </a:lnTo>
                  <a:lnTo>
                    <a:pt x="1078731" y="1922771"/>
                  </a:lnTo>
                  <a:lnTo>
                    <a:pt x="1070139" y="1918320"/>
                  </a:lnTo>
                  <a:lnTo>
                    <a:pt x="1061262" y="1913870"/>
                  </a:lnTo>
                  <a:lnTo>
                    <a:pt x="1052274" y="1909419"/>
                  </a:lnTo>
                  <a:lnTo>
                    <a:pt x="1042956" y="1904968"/>
                  </a:lnTo>
                  <a:lnTo>
                    <a:pt x="1033495" y="1900517"/>
                  </a:lnTo>
                  <a:lnTo>
                    <a:pt x="1023817" y="1896066"/>
                  </a:lnTo>
                  <a:lnTo>
                    <a:pt x="1013886" y="1891615"/>
                  </a:lnTo>
                  <a:lnTo>
                    <a:pt x="1003845" y="1887164"/>
                  </a:lnTo>
                  <a:lnTo>
                    <a:pt x="993455" y="1882714"/>
                  </a:lnTo>
                  <a:lnTo>
                    <a:pt x="982954" y="1878263"/>
                  </a:lnTo>
                  <a:lnTo>
                    <a:pt x="972216" y="1873812"/>
                  </a:lnTo>
                  <a:lnTo>
                    <a:pt x="961265" y="1869361"/>
                  </a:lnTo>
                  <a:lnTo>
                    <a:pt x="950187" y="1864910"/>
                  </a:lnTo>
                  <a:lnTo>
                    <a:pt x="938800" y="1860459"/>
                  </a:lnTo>
                  <a:lnTo>
                    <a:pt x="927314" y="1856008"/>
                  </a:lnTo>
                  <a:lnTo>
                    <a:pt x="915584" y="1851558"/>
                  </a:lnTo>
                  <a:lnTo>
                    <a:pt x="903687" y="1847107"/>
                  </a:lnTo>
                  <a:lnTo>
                    <a:pt x="891649" y="1842656"/>
                  </a:lnTo>
                  <a:lnTo>
                    <a:pt x="879362" y="1838205"/>
                  </a:lnTo>
                  <a:lnTo>
                    <a:pt x="866988" y="1833754"/>
                  </a:lnTo>
                  <a:lnTo>
                    <a:pt x="854380" y="1829303"/>
                  </a:lnTo>
                  <a:lnTo>
                    <a:pt x="841651" y="1824852"/>
                  </a:lnTo>
                  <a:lnTo>
                    <a:pt x="828784" y="1820402"/>
                  </a:lnTo>
                  <a:lnTo>
                    <a:pt x="815732" y="1815951"/>
                  </a:lnTo>
                  <a:lnTo>
                    <a:pt x="802608" y="1811500"/>
                  </a:lnTo>
                  <a:lnTo>
                    <a:pt x="789283" y="1807049"/>
                  </a:lnTo>
                  <a:lnTo>
                    <a:pt x="775882" y="1802598"/>
                  </a:lnTo>
                  <a:lnTo>
                    <a:pt x="762361" y="1798147"/>
                  </a:lnTo>
                  <a:lnTo>
                    <a:pt x="748723" y="1793696"/>
                  </a:lnTo>
                  <a:lnTo>
                    <a:pt x="735031" y="1789245"/>
                  </a:lnTo>
                  <a:lnTo>
                    <a:pt x="721195" y="1784795"/>
                  </a:lnTo>
                  <a:lnTo>
                    <a:pt x="707324" y="1780344"/>
                  </a:lnTo>
                  <a:lnTo>
                    <a:pt x="693371" y="1775893"/>
                  </a:lnTo>
                  <a:lnTo>
                    <a:pt x="679364" y="1771442"/>
                  </a:lnTo>
                  <a:lnTo>
                    <a:pt x="665323" y="1766991"/>
                  </a:lnTo>
                  <a:lnTo>
                    <a:pt x="651229" y="1762540"/>
                  </a:lnTo>
                  <a:lnTo>
                    <a:pt x="637125" y="1758089"/>
                  </a:lnTo>
                  <a:lnTo>
                    <a:pt x="623001" y="1753639"/>
                  </a:lnTo>
                  <a:lnTo>
                    <a:pt x="608880" y="1749188"/>
                  </a:lnTo>
                  <a:lnTo>
                    <a:pt x="594762" y="1744737"/>
                  </a:lnTo>
                  <a:lnTo>
                    <a:pt x="580678" y="1740286"/>
                  </a:lnTo>
                  <a:lnTo>
                    <a:pt x="566611" y="1735835"/>
                  </a:lnTo>
                  <a:lnTo>
                    <a:pt x="552609" y="1731384"/>
                  </a:lnTo>
                  <a:lnTo>
                    <a:pt x="538655" y="1726933"/>
                  </a:lnTo>
                  <a:lnTo>
                    <a:pt x="524762" y="1722483"/>
                  </a:lnTo>
                  <a:lnTo>
                    <a:pt x="510978" y="1718032"/>
                  </a:lnTo>
                  <a:lnTo>
                    <a:pt x="497240" y="1713581"/>
                  </a:lnTo>
                  <a:lnTo>
                    <a:pt x="483673" y="1709130"/>
                  </a:lnTo>
                  <a:lnTo>
                    <a:pt x="470184" y="1704679"/>
                  </a:lnTo>
                  <a:lnTo>
                    <a:pt x="456833" y="1700228"/>
                  </a:lnTo>
                  <a:lnTo>
                    <a:pt x="443651" y="1695777"/>
                  </a:lnTo>
                  <a:lnTo>
                    <a:pt x="430552" y="1691327"/>
                  </a:lnTo>
                  <a:lnTo>
                    <a:pt x="417735" y="1686876"/>
                  </a:lnTo>
                  <a:lnTo>
                    <a:pt x="405015" y="1682425"/>
                  </a:lnTo>
                  <a:lnTo>
                    <a:pt x="392526" y="1677974"/>
                  </a:lnTo>
                  <a:lnTo>
                    <a:pt x="380249" y="1673523"/>
                  </a:lnTo>
                  <a:lnTo>
                    <a:pt x="368117" y="1669072"/>
                  </a:lnTo>
                  <a:lnTo>
                    <a:pt x="356335" y="1664621"/>
                  </a:lnTo>
                  <a:lnTo>
                    <a:pt x="344680" y="1660171"/>
                  </a:lnTo>
                  <a:lnTo>
                    <a:pt x="333361" y="1655720"/>
                  </a:lnTo>
                  <a:lnTo>
                    <a:pt x="322274" y="1651269"/>
                  </a:lnTo>
                  <a:lnTo>
                    <a:pt x="311409" y="1646818"/>
                  </a:lnTo>
                  <a:lnTo>
                    <a:pt x="300940" y="1642367"/>
                  </a:lnTo>
                  <a:lnTo>
                    <a:pt x="290622" y="1637916"/>
                  </a:lnTo>
                  <a:lnTo>
                    <a:pt x="280753" y="1633465"/>
                  </a:lnTo>
                  <a:lnTo>
                    <a:pt x="271115" y="1629014"/>
                  </a:lnTo>
                  <a:lnTo>
                    <a:pt x="261785" y="1624564"/>
                  </a:lnTo>
                  <a:lnTo>
                    <a:pt x="252869" y="1620113"/>
                  </a:lnTo>
                  <a:lnTo>
                    <a:pt x="244127" y="1615662"/>
                  </a:lnTo>
                  <a:lnTo>
                    <a:pt x="235945" y="1611211"/>
                  </a:lnTo>
                  <a:lnTo>
                    <a:pt x="227974" y="1606760"/>
                  </a:lnTo>
                  <a:lnTo>
                    <a:pt x="220398" y="1602309"/>
                  </a:lnTo>
                  <a:lnTo>
                    <a:pt x="213230" y="1597858"/>
                  </a:lnTo>
                  <a:lnTo>
                    <a:pt x="206278" y="1593408"/>
                  </a:lnTo>
                  <a:lnTo>
                    <a:pt x="199940" y="1588957"/>
                  </a:lnTo>
                  <a:lnTo>
                    <a:pt x="193802" y="1584506"/>
                  </a:lnTo>
                  <a:lnTo>
                    <a:pt x="188140" y="1580055"/>
                  </a:lnTo>
                  <a:lnTo>
                    <a:pt x="182859" y="1575604"/>
                  </a:lnTo>
                  <a:lnTo>
                    <a:pt x="177860" y="1571153"/>
                  </a:lnTo>
                  <a:lnTo>
                    <a:pt x="173451" y="1566702"/>
                  </a:lnTo>
                  <a:lnTo>
                    <a:pt x="169249" y="1562252"/>
                  </a:lnTo>
                  <a:lnTo>
                    <a:pt x="165594" y="1557801"/>
                  </a:lnTo>
                  <a:lnTo>
                    <a:pt x="162274" y="1553350"/>
                  </a:lnTo>
                  <a:lnTo>
                    <a:pt x="159296" y="1548899"/>
                  </a:lnTo>
                  <a:lnTo>
                    <a:pt x="156859" y="1544448"/>
                  </a:lnTo>
                  <a:lnTo>
                    <a:pt x="154629" y="1539997"/>
                  </a:lnTo>
                  <a:lnTo>
                    <a:pt x="153000" y="1535546"/>
                  </a:lnTo>
                  <a:lnTo>
                    <a:pt x="151646" y="1531096"/>
                  </a:lnTo>
                  <a:lnTo>
                    <a:pt x="150974" y="1527991"/>
                  </a:lnTo>
                  <a:lnTo>
                    <a:pt x="150683" y="1526645"/>
                  </a:lnTo>
                  <a:lnTo>
                    <a:pt x="150192" y="1522194"/>
                  </a:lnTo>
                  <a:lnTo>
                    <a:pt x="149903" y="1517743"/>
                  </a:lnTo>
                  <a:lnTo>
                    <a:pt x="150242" y="1513292"/>
                  </a:lnTo>
                  <a:lnTo>
                    <a:pt x="150790" y="1508841"/>
                  </a:lnTo>
                  <a:lnTo>
                    <a:pt x="151760" y="1504390"/>
                  </a:lnTo>
                  <a:lnTo>
                    <a:pt x="153122" y="1499940"/>
                  </a:lnTo>
                  <a:lnTo>
                    <a:pt x="154705" y="1495489"/>
                  </a:lnTo>
                  <a:lnTo>
                    <a:pt x="156850" y="1491038"/>
                  </a:lnTo>
                  <a:lnTo>
                    <a:pt x="159172" y="1486587"/>
                  </a:lnTo>
                  <a:lnTo>
                    <a:pt x="161923" y="1482136"/>
                  </a:lnTo>
                  <a:lnTo>
                    <a:pt x="164979" y="1477685"/>
                  </a:lnTo>
                  <a:lnTo>
                    <a:pt x="168278" y="1473234"/>
                  </a:lnTo>
                  <a:lnTo>
                    <a:pt x="172028" y="1468784"/>
                  </a:lnTo>
                  <a:lnTo>
                    <a:pt x="175934" y="1464333"/>
                  </a:lnTo>
                  <a:lnTo>
                    <a:pt x="180249" y="1459882"/>
                  </a:lnTo>
                  <a:lnTo>
                    <a:pt x="184786" y="1455431"/>
                  </a:lnTo>
                  <a:lnTo>
                    <a:pt x="189566" y="1450980"/>
                  </a:lnTo>
                  <a:lnTo>
                    <a:pt x="194685" y="1446529"/>
                  </a:lnTo>
                  <a:lnTo>
                    <a:pt x="199934" y="1442078"/>
                  </a:lnTo>
                  <a:lnTo>
                    <a:pt x="205547" y="1437627"/>
                  </a:lnTo>
                  <a:lnTo>
                    <a:pt x="211304" y="1433177"/>
                  </a:lnTo>
                  <a:lnTo>
                    <a:pt x="217282" y="1428726"/>
                  </a:lnTo>
                  <a:lnTo>
                    <a:pt x="223493" y="1424275"/>
                  </a:lnTo>
                  <a:lnTo>
                    <a:pt x="229803" y="1419824"/>
                  </a:lnTo>
                  <a:lnTo>
                    <a:pt x="236405" y="1415373"/>
                  </a:lnTo>
                  <a:lnTo>
                    <a:pt x="243088" y="1410922"/>
                  </a:lnTo>
                  <a:lnTo>
                    <a:pt x="249946" y="1406471"/>
                  </a:lnTo>
                  <a:lnTo>
                    <a:pt x="256940" y="1402021"/>
                  </a:lnTo>
                  <a:lnTo>
                    <a:pt x="264017" y="1397570"/>
                  </a:lnTo>
                  <a:lnTo>
                    <a:pt x="271260" y="1393119"/>
                  </a:lnTo>
                  <a:lnTo>
                    <a:pt x="278550" y="1388668"/>
                  </a:lnTo>
                  <a:lnTo>
                    <a:pt x="285948" y="1384217"/>
                  </a:lnTo>
                  <a:lnTo>
                    <a:pt x="293402" y="1379766"/>
                  </a:lnTo>
                  <a:lnTo>
                    <a:pt x="300903" y="1375315"/>
                  </a:lnTo>
                  <a:lnTo>
                    <a:pt x="308458" y="1370865"/>
                  </a:lnTo>
                  <a:lnTo>
                    <a:pt x="316027" y="1366414"/>
                  </a:lnTo>
                  <a:lnTo>
                    <a:pt x="323618" y="1361963"/>
                  </a:lnTo>
                  <a:lnTo>
                    <a:pt x="331202" y="1357512"/>
                  </a:lnTo>
                  <a:lnTo>
                    <a:pt x="338780" y="1353061"/>
                  </a:lnTo>
                  <a:lnTo>
                    <a:pt x="346319" y="1348610"/>
                  </a:lnTo>
                  <a:lnTo>
                    <a:pt x="353840" y="1344159"/>
                  </a:lnTo>
                  <a:lnTo>
                    <a:pt x="361280" y="1339709"/>
                  </a:lnTo>
                  <a:lnTo>
                    <a:pt x="368673" y="1335258"/>
                  </a:lnTo>
                  <a:lnTo>
                    <a:pt x="375990" y="1330807"/>
                  </a:lnTo>
                  <a:lnTo>
                    <a:pt x="383197" y="1326356"/>
                  </a:lnTo>
                  <a:lnTo>
                    <a:pt x="390354" y="1321905"/>
                  </a:lnTo>
                  <a:lnTo>
                    <a:pt x="397320" y="1317454"/>
                  </a:lnTo>
                  <a:lnTo>
                    <a:pt x="404216" y="1313003"/>
                  </a:lnTo>
                  <a:lnTo>
                    <a:pt x="410952" y="1308553"/>
                  </a:lnTo>
                  <a:lnTo>
                    <a:pt x="417532" y="1304102"/>
                  </a:lnTo>
                  <a:lnTo>
                    <a:pt x="424010" y="1299651"/>
                  </a:lnTo>
                  <a:lnTo>
                    <a:pt x="430224" y="1295200"/>
                  </a:lnTo>
                  <a:lnTo>
                    <a:pt x="436342" y="1290749"/>
                  </a:lnTo>
                  <a:lnTo>
                    <a:pt x="442210" y="1286298"/>
                  </a:lnTo>
                  <a:lnTo>
                    <a:pt x="447896" y="1281847"/>
                  </a:lnTo>
                  <a:lnTo>
                    <a:pt x="453418" y="1277397"/>
                  </a:lnTo>
                  <a:lnTo>
                    <a:pt x="458628" y="1272946"/>
                  </a:lnTo>
                  <a:lnTo>
                    <a:pt x="463720" y="1268495"/>
                  </a:lnTo>
                  <a:lnTo>
                    <a:pt x="468468" y="1264044"/>
                  </a:lnTo>
                  <a:lnTo>
                    <a:pt x="473028" y="1259593"/>
                  </a:lnTo>
                  <a:lnTo>
                    <a:pt x="477354" y="1255142"/>
                  </a:lnTo>
                  <a:lnTo>
                    <a:pt x="481347" y="1250691"/>
                  </a:lnTo>
                  <a:lnTo>
                    <a:pt x="485202" y="1246240"/>
                  </a:lnTo>
                  <a:lnTo>
                    <a:pt x="488620" y="1241790"/>
                  </a:lnTo>
                  <a:lnTo>
                    <a:pt x="491864" y="1237339"/>
                  </a:lnTo>
                  <a:lnTo>
                    <a:pt x="494800" y="1232888"/>
                  </a:lnTo>
                  <a:lnTo>
                    <a:pt x="497403" y="1228437"/>
                  </a:lnTo>
                  <a:lnTo>
                    <a:pt x="499842" y="1223986"/>
                  </a:lnTo>
                  <a:lnTo>
                    <a:pt x="501780" y="1219535"/>
                  </a:lnTo>
                  <a:lnTo>
                    <a:pt x="503558" y="1215084"/>
                  </a:lnTo>
                  <a:lnTo>
                    <a:pt x="504960" y="1210634"/>
                  </a:lnTo>
                  <a:lnTo>
                    <a:pt x="506047" y="1206183"/>
                  </a:lnTo>
                  <a:lnTo>
                    <a:pt x="506914" y="1201732"/>
                  </a:lnTo>
                  <a:lnTo>
                    <a:pt x="507294" y="1197281"/>
                  </a:lnTo>
                  <a:lnTo>
                    <a:pt x="507507" y="1192830"/>
                  </a:lnTo>
                  <a:lnTo>
                    <a:pt x="507281" y="1188379"/>
                  </a:lnTo>
                  <a:lnTo>
                    <a:pt x="506773" y="1183928"/>
                  </a:lnTo>
                  <a:lnTo>
                    <a:pt x="505993" y="1179478"/>
                  </a:lnTo>
                  <a:lnTo>
                    <a:pt x="504760" y="1175027"/>
                  </a:lnTo>
                  <a:lnTo>
                    <a:pt x="503357" y="1170576"/>
                  </a:lnTo>
                  <a:lnTo>
                    <a:pt x="501464" y="1166125"/>
                  </a:lnTo>
                  <a:lnTo>
                    <a:pt x="499335" y="1161674"/>
                  </a:lnTo>
                  <a:lnTo>
                    <a:pt x="496888" y="1157223"/>
                  </a:lnTo>
                  <a:lnTo>
                    <a:pt x="494038" y="1152772"/>
                  </a:lnTo>
                  <a:lnTo>
                    <a:pt x="491020" y="1148322"/>
                  </a:lnTo>
                  <a:lnTo>
                    <a:pt x="487480" y="1143871"/>
                  </a:lnTo>
                  <a:lnTo>
                    <a:pt x="483755" y="1139420"/>
                  </a:lnTo>
                  <a:lnTo>
                    <a:pt x="479680" y="1134969"/>
                  </a:lnTo>
                  <a:lnTo>
                    <a:pt x="475263" y="1130518"/>
                  </a:lnTo>
                  <a:lnTo>
                    <a:pt x="470664" y="1126067"/>
                  </a:lnTo>
                  <a:lnTo>
                    <a:pt x="465574" y="1121616"/>
                  </a:lnTo>
                  <a:lnTo>
                    <a:pt x="460332" y="1117166"/>
                  </a:lnTo>
                  <a:lnTo>
                    <a:pt x="454726" y="1112715"/>
                  </a:lnTo>
                  <a:lnTo>
                    <a:pt x="448846" y="1108264"/>
                  </a:lnTo>
                  <a:lnTo>
                    <a:pt x="442761" y="1103813"/>
                  </a:lnTo>
                  <a:lnTo>
                    <a:pt x="436273" y="1099362"/>
                  </a:lnTo>
                  <a:lnTo>
                    <a:pt x="429648" y="1094911"/>
                  </a:lnTo>
                  <a:lnTo>
                    <a:pt x="422667" y="1090460"/>
                  </a:lnTo>
                  <a:lnTo>
                    <a:pt x="415483" y="1086009"/>
                  </a:lnTo>
                  <a:lnTo>
                    <a:pt x="414769" y="1085580"/>
                  </a:lnTo>
                  <a:lnTo>
                    <a:pt x="408088" y="1081559"/>
                  </a:lnTo>
                  <a:lnTo>
                    <a:pt x="400384" y="1077108"/>
                  </a:lnTo>
                  <a:lnTo>
                    <a:pt x="392564" y="1072657"/>
                  </a:lnTo>
                  <a:lnTo>
                    <a:pt x="384421" y="1068206"/>
                  </a:lnTo>
                  <a:lnTo>
                    <a:pt x="376143" y="1063755"/>
                  </a:lnTo>
                  <a:lnTo>
                    <a:pt x="367671" y="1059304"/>
                  </a:lnTo>
                  <a:lnTo>
                    <a:pt x="358984" y="1054853"/>
                  </a:lnTo>
                  <a:lnTo>
                    <a:pt x="350207" y="1050403"/>
                  </a:lnTo>
                  <a:lnTo>
                    <a:pt x="341171" y="1045952"/>
                  </a:lnTo>
                  <a:lnTo>
                    <a:pt x="332059" y="1041501"/>
                  </a:lnTo>
                  <a:lnTo>
                    <a:pt x="322793" y="1037050"/>
                  </a:lnTo>
                  <a:lnTo>
                    <a:pt x="313404" y="1032599"/>
                  </a:lnTo>
                  <a:lnTo>
                    <a:pt x="303946" y="1028148"/>
                  </a:lnTo>
                  <a:lnTo>
                    <a:pt x="294341" y="1023697"/>
                  </a:lnTo>
                  <a:lnTo>
                    <a:pt x="284698" y="1019247"/>
                  </a:lnTo>
                  <a:lnTo>
                    <a:pt x="274969" y="1014796"/>
                  </a:lnTo>
                  <a:lnTo>
                    <a:pt x="265199" y="1010345"/>
                  </a:lnTo>
                  <a:lnTo>
                    <a:pt x="255395" y="1005894"/>
                  </a:lnTo>
                  <a:lnTo>
                    <a:pt x="245562" y="1001443"/>
                  </a:lnTo>
                  <a:lnTo>
                    <a:pt x="235727" y="996992"/>
                  </a:lnTo>
                  <a:lnTo>
                    <a:pt x="225900" y="992541"/>
                  </a:lnTo>
                  <a:lnTo>
                    <a:pt x="216098" y="988091"/>
                  </a:lnTo>
                  <a:lnTo>
                    <a:pt x="206324" y="983640"/>
                  </a:lnTo>
                  <a:lnTo>
                    <a:pt x="196624" y="979189"/>
                  </a:lnTo>
                  <a:lnTo>
                    <a:pt x="186959" y="974738"/>
                  </a:lnTo>
                  <a:lnTo>
                    <a:pt x="177421" y="970287"/>
                  </a:lnTo>
                  <a:lnTo>
                    <a:pt x="167957" y="965836"/>
                  </a:lnTo>
                  <a:lnTo>
                    <a:pt x="158604" y="961385"/>
                  </a:lnTo>
                  <a:lnTo>
                    <a:pt x="149411" y="956935"/>
                  </a:lnTo>
                  <a:lnTo>
                    <a:pt x="140288" y="952484"/>
                  </a:lnTo>
                  <a:lnTo>
                    <a:pt x="131436" y="948033"/>
                  </a:lnTo>
                  <a:lnTo>
                    <a:pt x="122683" y="943582"/>
                  </a:lnTo>
                  <a:lnTo>
                    <a:pt x="114145" y="939131"/>
                  </a:lnTo>
                  <a:lnTo>
                    <a:pt x="105830" y="934680"/>
                  </a:lnTo>
                  <a:lnTo>
                    <a:pt x="97650" y="930229"/>
                  </a:lnTo>
                  <a:lnTo>
                    <a:pt x="89839" y="925779"/>
                  </a:lnTo>
                  <a:lnTo>
                    <a:pt x="82160" y="921328"/>
                  </a:lnTo>
                  <a:lnTo>
                    <a:pt x="74817" y="916877"/>
                  </a:lnTo>
                  <a:lnTo>
                    <a:pt x="67732" y="912426"/>
                  </a:lnTo>
                  <a:lnTo>
                    <a:pt x="60866" y="907975"/>
                  </a:lnTo>
                  <a:lnTo>
                    <a:pt x="54436" y="903524"/>
                  </a:lnTo>
                  <a:lnTo>
                    <a:pt x="48168" y="899073"/>
                  </a:lnTo>
                  <a:lnTo>
                    <a:pt x="42366" y="894622"/>
                  </a:lnTo>
                  <a:lnTo>
                    <a:pt x="36831" y="890172"/>
                  </a:lnTo>
                  <a:lnTo>
                    <a:pt x="31611" y="885721"/>
                  </a:lnTo>
                  <a:lnTo>
                    <a:pt x="26860" y="881270"/>
                  </a:lnTo>
                  <a:lnTo>
                    <a:pt x="22299" y="876819"/>
                  </a:lnTo>
                  <a:lnTo>
                    <a:pt x="18334" y="872368"/>
                  </a:lnTo>
                  <a:lnTo>
                    <a:pt x="14622" y="867917"/>
                  </a:lnTo>
                  <a:lnTo>
                    <a:pt x="11324" y="863466"/>
                  </a:lnTo>
                  <a:lnTo>
                    <a:pt x="8499" y="859016"/>
                  </a:lnTo>
                  <a:lnTo>
                    <a:pt x="5892" y="854565"/>
                  </a:lnTo>
                  <a:lnTo>
                    <a:pt x="3990" y="850114"/>
                  </a:lnTo>
                  <a:lnTo>
                    <a:pt x="2310" y="845663"/>
                  </a:lnTo>
                  <a:lnTo>
                    <a:pt x="1143" y="841212"/>
                  </a:lnTo>
                  <a:lnTo>
                    <a:pt x="424" y="836761"/>
                  </a:lnTo>
                  <a:lnTo>
                    <a:pt x="0" y="832310"/>
                  </a:lnTo>
                  <a:lnTo>
                    <a:pt x="261" y="827860"/>
                  </a:lnTo>
                  <a:lnTo>
                    <a:pt x="756" y="823409"/>
                  </a:lnTo>
                  <a:lnTo>
                    <a:pt x="1848" y="818958"/>
                  </a:lnTo>
                  <a:lnTo>
                    <a:pt x="2691" y="816446"/>
                  </a:lnTo>
                  <a:lnTo>
                    <a:pt x="3342" y="814507"/>
                  </a:lnTo>
                  <a:lnTo>
                    <a:pt x="5202" y="810056"/>
                  </a:lnTo>
                  <a:lnTo>
                    <a:pt x="7700" y="805605"/>
                  </a:lnTo>
                  <a:lnTo>
                    <a:pt x="10433" y="801154"/>
                  </a:lnTo>
                  <a:lnTo>
                    <a:pt x="13830" y="796704"/>
                  </a:lnTo>
                  <a:lnTo>
                    <a:pt x="17565" y="792253"/>
                  </a:lnTo>
                  <a:lnTo>
                    <a:pt x="21726" y="787802"/>
                  </a:lnTo>
                  <a:lnTo>
                    <a:pt x="26452" y="783351"/>
                  </a:lnTo>
                  <a:lnTo>
                    <a:pt x="31410" y="778900"/>
                  </a:lnTo>
                  <a:lnTo>
                    <a:pt x="37073" y="774449"/>
                  </a:lnTo>
                  <a:lnTo>
                    <a:pt x="43000" y="769998"/>
                  </a:lnTo>
                  <a:lnTo>
                    <a:pt x="49394" y="765548"/>
                  </a:lnTo>
                  <a:lnTo>
                    <a:pt x="56267" y="761097"/>
                  </a:lnTo>
                  <a:lnTo>
                    <a:pt x="63377" y="756646"/>
                  </a:lnTo>
                  <a:lnTo>
                    <a:pt x="71166" y="752195"/>
                  </a:lnTo>
                  <a:lnTo>
                    <a:pt x="79163" y="747744"/>
                  </a:lnTo>
                  <a:lnTo>
                    <a:pt x="87646" y="743293"/>
                  </a:lnTo>
                  <a:lnTo>
                    <a:pt x="96511" y="738842"/>
                  </a:lnTo>
                  <a:lnTo>
                    <a:pt x="105645" y="734392"/>
                  </a:lnTo>
                  <a:lnTo>
                    <a:pt x="115337" y="729941"/>
                  </a:lnTo>
                  <a:lnTo>
                    <a:pt x="125216" y="725490"/>
                  </a:lnTo>
                  <a:lnTo>
                    <a:pt x="135572" y="721039"/>
                  </a:lnTo>
                  <a:lnTo>
                    <a:pt x="146215" y="716588"/>
                  </a:lnTo>
                  <a:lnTo>
                    <a:pt x="157139" y="712137"/>
                  </a:lnTo>
                  <a:lnTo>
                    <a:pt x="168497" y="707686"/>
                  </a:lnTo>
                  <a:lnTo>
                    <a:pt x="180015" y="703235"/>
                  </a:lnTo>
                  <a:lnTo>
                    <a:pt x="191976" y="698785"/>
                  </a:lnTo>
                  <a:lnTo>
                    <a:pt x="204136" y="694334"/>
                  </a:lnTo>
                  <a:lnTo>
                    <a:pt x="216564" y="689883"/>
                  </a:lnTo>
                  <a:lnTo>
                    <a:pt x="229308" y="685432"/>
                  </a:lnTo>
                  <a:lnTo>
                    <a:pt x="242184" y="680981"/>
                  </a:lnTo>
                  <a:lnTo>
                    <a:pt x="255440" y="676530"/>
                  </a:lnTo>
                  <a:lnTo>
                    <a:pt x="268820" y="672079"/>
                  </a:lnTo>
                  <a:lnTo>
                    <a:pt x="282435" y="667629"/>
                  </a:lnTo>
                  <a:lnTo>
                    <a:pt x="296259" y="663178"/>
                  </a:lnTo>
                  <a:lnTo>
                    <a:pt x="310195" y="658727"/>
                  </a:lnTo>
                  <a:lnTo>
                    <a:pt x="324403" y="654276"/>
                  </a:lnTo>
                  <a:lnTo>
                    <a:pt x="338687" y="649825"/>
                  </a:lnTo>
                  <a:lnTo>
                    <a:pt x="353153" y="645374"/>
                  </a:lnTo>
                  <a:lnTo>
                    <a:pt x="367737" y="640923"/>
                  </a:lnTo>
                  <a:lnTo>
                    <a:pt x="382411" y="636473"/>
                  </a:lnTo>
                  <a:lnTo>
                    <a:pt x="397236" y="632022"/>
                  </a:lnTo>
                  <a:lnTo>
                    <a:pt x="412105" y="627571"/>
                  </a:lnTo>
                  <a:lnTo>
                    <a:pt x="427085" y="623120"/>
                  </a:lnTo>
                  <a:lnTo>
                    <a:pt x="442113" y="618669"/>
                  </a:lnTo>
                  <a:lnTo>
                    <a:pt x="457191" y="614218"/>
                  </a:lnTo>
                  <a:lnTo>
                    <a:pt x="472319" y="609767"/>
                  </a:lnTo>
                  <a:lnTo>
                    <a:pt x="487463" y="605317"/>
                  </a:lnTo>
                  <a:lnTo>
                    <a:pt x="502633" y="600866"/>
                  </a:lnTo>
                  <a:lnTo>
                    <a:pt x="517801" y="596415"/>
                  </a:lnTo>
                  <a:lnTo>
                    <a:pt x="532967" y="591964"/>
                  </a:lnTo>
                  <a:lnTo>
                    <a:pt x="548106" y="587513"/>
                  </a:lnTo>
                  <a:lnTo>
                    <a:pt x="563234" y="583062"/>
                  </a:lnTo>
                  <a:lnTo>
                    <a:pt x="578297" y="578611"/>
                  </a:lnTo>
                  <a:lnTo>
                    <a:pt x="593327" y="574161"/>
                  </a:lnTo>
                  <a:lnTo>
                    <a:pt x="608293" y="569710"/>
                  </a:lnTo>
                  <a:lnTo>
                    <a:pt x="623181" y="565259"/>
                  </a:lnTo>
                  <a:lnTo>
                    <a:pt x="638022" y="560808"/>
                  </a:lnTo>
                  <a:lnTo>
                    <a:pt x="652723" y="556357"/>
                  </a:lnTo>
                  <a:lnTo>
                    <a:pt x="667371" y="551906"/>
                  </a:lnTo>
                  <a:lnTo>
                    <a:pt x="681887" y="547455"/>
                  </a:lnTo>
                  <a:lnTo>
                    <a:pt x="696293" y="543004"/>
                  </a:lnTo>
                  <a:lnTo>
                    <a:pt x="710611" y="538554"/>
                  </a:lnTo>
                  <a:lnTo>
                    <a:pt x="724740" y="534103"/>
                  </a:lnTo>
                  <a:lnTo>
                    <a:pt x="738799" y="529652"/>
                  </a:lnTo>
                  <a:lnTo>
                    <a:pt x="752657" y="525201"/>
                  </a:lnTo>
                  <a:lnTo>
                    <a:pt x="766394" y="520750"/>
                  </a:lnTo>
                  <a:lnTo>
                    <a:pt x="779995" y="516299"/>
                  </a:lnTo>
                  <a:lnTo>
                    <a:pt x="793382" y="511848"/>
                  </a:lnTo>
                  <a:lnTo>
                    <a:pt x="806685" y="507398"/>
                  </a:lnTo>
                  <a:lnTo>
                    <a:pt x="819723" y="502947"/>
                  </a:lnTo>
                  <a:lnTo>
                    <a:pt x="832642" y="498496"/>
                  </a:lnTo>
                  <a:lnTo>
                    <a:pt x="845378" y="494045"/>
                  </a:lnTo>
                  <a:lnTo>
                    <a:pt x="857895" y="489594"/>
                  </a:lnTo>
                  <a:lnTo>
                    <a:pt x="870316" y="485143"/>
                  </a:lnTo>
                  <a:lnTo>
                    <a:pt x="882414" y="480692"/>
                  </a:lnTo>
                  <a:lnTo>
                    <a:pt x="894409" y="476242"/>
                  </a:lnTo>
                  <a:lnTo>
                    <a:pt x="906176" y="471791"/>
                  </a:lnTo>
                  <a:lnTo>
                    <a:pt x="917733" y="467340"/>
                  </a:lnTo>
                  <a:lnTo>
                    <a:pt x="929160" y="462889"/>
                  </a:lnTo>
                  <a:lnTo>
                    <a:pt x="940268" y="458438"/>
                  </a:lnTo>
                  <a:lnTo>
                    <a:pt x="951270" y="453987"/>
                  </a:lnTo>
                  <a:lnTo>
                    <a:pt x="962003" y="449536"/>
                  </a:lnTo>
                  <a:lnTo>
                    <a:pt x="972547" y="445086"/>
                  </a:lnTo>
                  <a:lnTo>
                    <a:pt x="982928" y="440635"/>
                  </a:lnTo>
                  <a:lnTo>
                    <a:pt x="993010" y="436184"/>
                  </a:lnTo>
                  <a:lnTo>
                    <a:pt x="1002984" y="431733"/>
                  </a:lnTo>
                  <a:lnTo>
                    <a:pt x="1012657" y="427282"/>
                  </a:lnTo>
                  <a:lnTo>
                    <a:pt x="1022168" y="422831"/>
                  </a:lnTo>
                  <a:lnTo>
                    <a:pt x="1031486" y="418380"/>
                  </a:lnTo>
                  <a:lnTo>
                    <a:pt x="1040536" y="413930"/>
                  </a:lnTo>
                  <a:lnTo>
                    <a:pt x="1049477" y="409479"/>
                  </a:lnTo>
                  <a:lnTo>
                    <a:pt x="1058093" y="405028"/>
                  </a:lnTo>
                  <a:lnTo>
                    <a:pt x="1066578" y="400577"/>
                  </a:lnTo>
                  <a:lnTo>
                    <a:pt x="1074847" y="396126"/>
                  </a:lnTo>
                  <a:lnTo>
                    <a:pt x="1082882" y="391675"/>
                  </a:lnTo>
                  <a:lnTo>
                    <a:pt x="1090809" y="387224"/>
                  </a:lnTo>
                  <a:lnTo>
                    <a:pt x="1098401" y="382774"/>
                  </a:lnTo>
                  <a:lnTo>
                    <a:pt x="1105891" y="378323"/>
                  </a:lnTo>
                  <a:lnTo>
                    <a:pt x="1113147" y="373872"/>
                  </a:lnTo>
                  <a:lnTo>
                    <a:pt x="1120207" y="369421"/>
                  </a:lnTo>
                  <a:lnTo>
                    <a:pt x="1127137" y="364970"/>
                  </a:lnTo>
                  <a:lnTo>
                    <a:pt x="1133777" y="360519"/>
                  </a:lnTo>
                  <a:lnTo>
                    <a:pt x="1140321" y="356068"/>
                  </a:lnTo>
                  <a:lnTo>
                    <a:pt x="1146619" y="351617"/>
                  </a:lnTo>
                  <a:lnTo>
                    <a:pt x="1152759" y="347167"/>
                  </a:lnTo>
                  <a:lnTo>
                    <a:pt x="1158752" y="342716"/>
                  </a:lnTo>
                  <a:lnTo>
                    <a:pt x="1164500" y="338265"/>
                  </a:lnTo>
                  <a:lnTo>
                    <a:pt x="1170159" y="333814"/>
                  </a:lnTo>
                  <a:lnTo>
                    <a:pt x="1175567" y="329363"/>
                  </a:lnTo>
                  <a:lnTo>
                    <a:pt x="1180853" y="324912"/>
                  </a:lnTo>
                  <a:lnTo>
                    <a:pt x="1185981" y="320461"/>
                  </a:lnTo>
                  <a:lnTo>
                    <a:pt x="1190907" y="316011"/>
                  </a:lnTo>
                  <a:lnTo>
                    <a:pt x="1195751" y="311560"/>
                  </a:lnTo>
                  <a:lnTo>
                    <a:pt x="1200346" y="307109"/>
                  </a:lnTo>
                  <a:lnTo>
                    <a:pt x="1204851" y="302658"/>
                  </a:lnTo>
                  <a:lnTo>
                    <a:pt x="1209193" y="298207"/>
                  </a:lnTo>
                  <a:lnTo>
                    <a:pt x="1213373" y="293756"/>
                  </a:lnTo>
                  <a:lnTo>
                    <a:pt x="1217471" y="289305"/>
                  </a:lnTo>
                  <a:lnTo>
                    <a:pt x="1221341" y="284855"/>
                  </a:lnTo>
                  <a:lnTo>
                    <a:pt x="1225141" y="280404"/>
                  </a:lnTo>
                  <a:lnTo>
                    <a:pt x="1228779" y="275953"/>
                  </a:lnTo>
                  <a:lnTo>
                    <a:pt x="1232290" y="271502"/>
                  </a:lnTo>
                  <a:lnTo>
                    <a:pt x="1235711" y="267051"/>
                  </a:lnTo>
                  <a:lnTo>
                    <a:pt x="1238947" y="262600"/>
                  </a:lnTo>
                  <a:lnTo>
                    <a:pt x="1242121" y="258149"/>
                  </a:lnTo>
                  <a:lnTo>
                    <a:pt x="1245137" y="253699"/>
                  </a:lnTo>
                  <a:lnTo>
                    <a:pt x="1248056" y="249248"/>
                  </a:lnTo>
                  <a:lnTo>
                    <a:pt x="1250882" y="244797"/>
                  </a:lnTo>
                  <a:lnTo>
                    <a:pt x="1253561" y="240346"/>
                  </a:lnTo>
                  <a:lnTo>
                    <a:pt x="1256185" y="235895"/>
                  </a:lnTo>
                  <a:lnTo>
                    <a:pt x="1258658" y="231444"/>
                  </a:lnTo>
                  <a:lnTo>
                    <a:pt x="1261061" y="226993"/>
                  </a:lnTo>
                  <a:lnTo>
                    <a:pt x="1263370" y="222543"/>
                  </a:lnTo>
                  <a:lnTo>
                    <a:pt x="1265566" y="218092"/>
                  </a:lnTo>
                  <a:lnTo>
                    <a:pt x="1267714" y="213641"/>
                  </a:lnTo>
                  <a:lnTo>
                    <a:pt x="1269720" y="209190"/>
                  </a:lnTo>
                  <a:lnTo>
                    <a:pt x="1271678" y="204739"/>
                  </a:lnTo>
                  <a:lnTo>
                    <a:pt x="1273544" y="200288"/>
                  </a:lnTo>
                  <a:lnTo>
                    <a:pt x="1275324" y="195837"/>
                  </a:lnTo>
                  <a:lnTo>
                    <a:pt x="1277059" y="191387"/>
                  </a:lnTo>
                  <a:lnTo>
                    <a:pt x="1278674" y="186936"/>
                  </a:lnTo>
                  <a:lnTo>
                    <a:pt x="1280252" y="182485"/>
                  </a:lnTo>
                  <a:lnTo>
                    <a:pt x="1281744" y="178034"/>
                  </a:lnTo>
                  <a:lnTo>
                    <a:pt x="1283174" y="173583"/>
                  </a:lnTo>
                  <a:lnTo>
                    <a:pt x="1284555" y="169132"/>
                  </a:lnTo>
                  <a:lnTo>
                    <a:pt x="1285845" y="164681"/>
                  </a:lnTo>
                  <a:lnTo>
                    <a:pt x="1287105" y="160230"/>
                  </a:lnTo>
                  <a:lnTo>
                    <a:pt x="1288284" y="155780"/>
                  </a:lnTo>
                  <a:lnTo>
                    <a:pt x="1289419" y="151329"/>
                  </a:lnTo>
                  <a:lnTo>
                    <a:pt x="1290507" y="146878"/>
                  </a:lnTo>
                  <a:lnTo>
                    <a:pt x="1291527" y="142427"/>
                  </a:lnTo>
                  <a:lnTo>
                    <a:pt x="1292521" y="137976"/>
                  </a:lnTo>
                  <a:lnTo>
                    <a:pt x="1293443" y="133525"/>
                  </a:lnTo>
                  <a:lnTo>
                    <a:pt x="1294334" y="129074"/>
                  </a:lnTo>
                  <a:lnTo>
                    <a:pt x="1295182" y="124624"/>
                  </a:lnTo>
                  <a:lnTo>
                    <a:pt x="1295979" y="120173"/>
                  </a:lnTo>
                  <a:lnTo>
                    <a:pt x="1296755" y="115722"/>
                  </a:lnTo>
                  <a:lnTo>
                    <a:pt x="1297468" y="111271"/>
                  </a:lnTo>
                  <a:lnTo>
                    <a:pt x="1298160" y="106820"/>
                  </a:lnTo>
                  <a:lnTo>
                    <a:pt x="1298812" y="102369"/>
                  </a:lnTo>
                  <a:lnTo>
                    <a:pt x="1299429" y="97918"/>
                  </a:lnTo>
                  <a:lnTo>
                    <a:pt x="1300025" y="93468"/>
                  </a:lnTo>
                  <a:lnTo>
                    <a:pt x="1300572" y="89017"/>
                  </a:lnTo>
                  <a:lnTo>
                    <a:pt x="1301105" y="84566"/>
                  </a:lnTo>
                  <a:lnTo>
                    <a:pt x="1301601" y="80115"/>
                  </a:lnTo>
                  <a:lnTo>
                    <a:pt x="1302072" y="75664"/>
                  </a:lnTo>
                  <a:lnTo>
                    <a:pt x="1302524" y="71213"/>
                  </a:lnTo>
                  <a:lnTo>
                    <a:pt x="1302940" y="66762"/>
                  </a:lnTo>
                  <a:lnTo>
                    <a:pt x="1303345" y="62312"/>
                  </a:lnTo>
                  <a:lnTo>
                    <a:pt x="1303717" y="57861"/>
                  </a:lnTo>
                  <a:lnTo>
                    <a:pt x="1304074" y="53410"/>
                  </a:lnTo>
                  <a:lnTo>
                    <a:pt x="1304412" y="48959"/>
                  </a:lnTo>
                  <a:lnTo>
                    <a:pt x="1304725" y="44508"/>
                  </a:lnTo>
                  <a:lnTo>
                    <a:pt x="1305029" y="40057"/>
                  </a:lnTo>
                  <a:lnTo>
                    <a:pt x="1305306" y="35606"/>
                  </a:lnTo>
                  <a:lnTo>
                    <a:pt x="1305572" y="31156"/>
                  </a:lnTo>
                  <a:lnTo>
                    <a:pt x="1305823" y="26705"/>
                  </a:lnTo>
                  <a:lnTo>
                    <a:pt x="1306055" y="22254"/>
                  </a:lnTo>
                  <a:lnTo>
                    <a:pt x="1306281" y="17803"/>
                  </a:lnTo>
                  <a:lnTo>
                    <a:pt x="1306484" y="13352"/>
                  </a:lnTo>
                  <a:lnTo>
                    <a:pt x="1306681" y="8901"/>
                  </a:lnTo>
                  <a:lnTo>
                    <a:pt x="1306864" y="4450"/>
                  </a:lnTo>
                  <a:lnTo>
                    <a:pt x="1307035" y="0"/>
                  </a:lnTo>
                  <a:lnTo>
                    <a:pt x="1311784" y="0"/>
                  </a:lnTo>
                  <a:lnTo>
                    <a:pt x="1311955" y="4450"/>
                  </a:lnTo>
                  <a:lnTo>
                    <a:pt x="1312138" y="8901"/>
                  </a:lnTo>
                  <a:lnTo>
                    <a:pt x="1312335" y="13352"/>
                  </a:lnTo>
                  <a:lnTo>
                    <a:pt x="1312538" y="17803"/>
                  </a:lnTo>
                  <a:lnTo>
                    <a:pt x="1312763" y="22254"/>
                  </a:lnTo>
                  <a:lnTo>
                    <a:pt x="1312996" y="26705"/>
                  </a:lnTo>
                  <a:lnTo>
                    <a:pt x="1313246" y="31156"/>
                  </a:lnTo>
                  <a:lnTo>
                    <a:pt x="1313513" y="35606"/>
                  </a:lnTo>
                  <a:lnTo>
                    <a:pt x="1313790" y="40057"/>
                  </a:lnTo>
                  <a:lnTo>
                    <a:pt x="1314093" y="44508"/>
                  </a:lnTo>
                  <a:lnTo>
                    <a:pt x="1314407" y="48959"/>
                  </a:lnTo>
                  <a:lnTo>
                    <a:pt x="1314745" y="53410"/>
                  </a:lnTo>
                  <a:lnTo>
                    <a:pt x="1315101" y="57861"/>
                  </a:lnTo>
                  <a:lnTo>
                    <a:pt x="1315474" y="62312"/>
                  </a:lnTo>
                  <a:lnTo>
                    <a:pt x="1315879" y="66762"/>
                  </a:lnTo>
                  <a:lnTo>
                    <a:pt x="1316295" y="71213"/>
                  </a:lnTo>
                  <a:lnTo>
                    <a:pt x="1316747" y="75664"/>
                  </a:lnTo>
                  <a:lnTo>
                    <a:pt x="1317218" y="80115"/>
                  </a:lnTo>
                  <a:lnTo>
                    <a:pt x="1317714" y="84566"/>
                  </a:lnTo>
                  <a:lnTo>
                    <a:pt x="1318247" y="89017"/>
                  </a:lnTo>
                  <a:lnTo>
                    <a:pt x="1318794" y="93468"/>
                  </a:lnTo>
                  <a:lnTo>
                    <a:pt x="1319390" y="97918"/>
                  </a:lnTo>
                  <a:lnTo>
                    <a:pt x="1320006" y="102369"/>
                  </a:lnTo>
                  <a:lnTo>
                    <a:pt x="1320659" y="106820"/>
                  </a:lnTo>
                  <a:lnTo>
                    <a:pt x="1321351" y="111271"/>
                  </a:lnTo>
                  <a:lnTo>
                    <a:pt x="1322064" y="115722"/>
                  </a:lnTo>
                  <a:lnTo>
                    <a:pt x="1322840" y="120173"/>
                  </a:lnTo>
                  <a:lnTo>
                    <a:pt x="1323637" y="124624"/>
                  </a:lnTo>
                  <a:lnTo>
                    <a:pt x="1324484" y="129074"/>
                  </a:lnTo>
                  <a:lnTo>
                    <a:pt x="1325376" y="133525"/>
                  </a:lnTo>
                  <a:lnTo>
                    <a:pt x="1326298" y="137976"/>
                  </a:lnTo>
                  <a:lnTo>
                    <a:pt x="1327292" y="142427"/>
                  </a:lnTo>
                  <a:lnTo>
                    <a:pt x="1328312" y="146878"/>
                  </a:lnTo>
                  <a:lnTo>
                    <a:pt x="1329400" y="151329"/>
                  </a:lnTo>
                  <a:lnTo>
                    <a:pt x="1330535" y="155780"/>
                  </a:lnTo>
                  <a:lnTo>
                    <a:pt x="1331714" y="160230"/>
                  </a:lnTo>
                  <a:lnTo>
                    <a:pt x="1332974" y="164681"/>
                  </a:lnTo>
                  <a:lnTo>
                    <a:pt x="1334264" y="169132"/>
                  </a:lnTo>
                  <a:lnTo>
                    <a:pt x="1335645" y="173583"/>
                  </a:lnTo>
                  <a:lnTo>
                    <a:pt x="1337074" y="178034"/>
                  </a:lnTo>
                  <a:lnTo>
                    <a:pt x="1338566" y="182485"/>
                  </a:lnTo>
                  <a:lnTo>
                    <a:pt x="1340145" y="186936"/>
                  </a:lnTo>
                  <a:lnTo>
                    <a:pt x="1341760" y="191387"/>
                  </a:lnTo>
                  <a:lnTo>
                    <a:pt x="1343494" y="195837"/>
                  </a:lnTo>
                  <a:lnTo>
                    <a:pt x="1345275" y="200288"/>
                  </a:lnTo>
                  <a:lnTo>
                    <a:pt x="1347141" y="204739"/>
                  </a:lnTo>
                  <a:lnTo>
                    <a:pt x="1349099" y="209190"/>
                  </a:lnTo>
                  <a:lnTo>
                    <a:pt x="1351105" y="213641"/>
                  </a:lnTo>
                  <a:lnTo>
                    <a:pt x="1353253" y="218092"/>
                  </a:lnTo>
                  <a:lnTo>
                    <a:pt x="1355449" y="222543"/>
                  </a:lnTo>
                  <a:lnTo>
                    <a:pt x="1357757" y="226993"/>
                  </a:lnTo>
                  <a:lnTo>
                    <a:pt x="1360161" y="231444"/>
                  </a:lnTo>
                  <a:lnTo>
                    <a:pt x="1362633" y="235895"/>
                  </a:lnTo>
                  <a:lnTo>
                    <a:pt x="1365258" y="240346"/>
                  </a:lnTo>
                  <a:lnTo>
                    <a:pt x="1367937" y="244797"/>
                  </a:lnTo>
                  <a:lnTo>
                    <a:pt x="1370763" y="249248"/>
                  </a:lnTo>
                  <a:lnTo>
                    <a:pt x="1373682" y="253699"/>
                  </a:lnTo>
                  <a:lnTo>
                    <a:pt x="1376697" y="258149"/>
                  </a:lnTo>
                  <a:lnTo>
                    <a:pt x="1379872" y="262600"/>
                  </a:lnTo>
                  <a:lnTo>
                    <a:pt x="1383108" y="267051"/>
                  </a:lnTo>
                  <a:lnTo>
                    <a:pt x="1386529" y="271502"/>
                  </a:lnTo>
                  <a:lnTo>
                    <a:pt x="1390040" y="275953"/>
                  </a:lnTo>
                  <a:lnTo>
                    <a:pt x="1393678" y="280404"/>
                  </a:lnTo>
                  <a:lnTo>
                    <a:pt x="1397478" y="284855"/>
                  </a:lnTo>
                  <a:lnTo>
                    <a:pt x="1401348" y="289305"/>
                  </a:lnTo>
                  <a:lnTo>
                    <a:pt x="1405446" y="293756"/>
                  </a:lnTo>
                  <a:lnTo>
                    <a:pt x="1409626" y="298207"/>
                  </a:lnTo>
                  <a:lnTo>
                    <a:pt x="1413968" y="302658"/>
                  </a:lnTo>
                  <a:lnTo>
                    <a:pt x="1418472" y="307109"/>
                  </a:lnTo>
                  <a:lnTo>
                    <a:pt x="1423068" y="311560"/>
                  </a:lnTo>
                  <a:lnTo>
                    <a:pt x="1427911" y="316011"/>
                  </a:lnTo>
                  <a:lnTo>
                    <a:pt x="1432838" y="320461"/>
                  </a:lnTo>
                  <a:lnTo>
                    <a:pt x="1437966" y="324912"/>
                  </a:lnTo>
                  <a:lnTo>
                    <a:pt x="1443252" y="329363"/>
                  </a:lnTo>
                  <a:lnTo>
                    <a:pt x="1448660" y="333814"/>
                  </a:lnTo>
                  <a:lnTo>
                    <a:pt x="1454318" y="338265"/>
                  </a:lnTo>
                  <a:lnTo>
                    <a:pt x="1460067" y="342716"/>
                  </a:lnTo>
                  <a:lnTo>
                    <a:pt x="1466060" y="347167"/>
                  </a:lnTo>
                  <a:lnTo>
                    <a:pt x="1472200" y="351617"/>
                  </a:lnTo>
                  <a:lnTo>
                    <a:pt x="1478498" y="356068"/>
                  </a:lnTo>
                  <a:lnTo>
                    <a:pt x="1485042" y="360519"/>
                  </a:lnTo>
                  <a:lnTo>
                    <a:pt x="1491682" y="364970"/>
                  </a:lnTo>
                  <a:lnTo>
                    <a:pt x="1498612" y="369421"/>
                  </a:lnTo>
                  <a:lnTo>
                    <a:pt x="1505672" y="373872"/>
                  </a:lnTo>
                  <a:lnTo>
                    <a:pt x="1512928" y="378323"/>
                  </a:lnTo>
                  <a:lnTo>
                    <a:pt x="1520418" y="382774"/>
                  </a:lnTo>
                  <a:lnTo>
                    <a:pt x="1528010" y="387224"/>
                  </a:lnTo>
                  <a:lnTo>
                    <a:pt x="1535936" y="391675"/>
                  </a:lnTo>
                  <a:lnTo>
                    <a:pt x="1543972" y="396126"/>
                  </a:lnTo>
                  <a:lnTo>
                    <a:pt x="1552240" y="400577"/>
                  </a:lnTo>
                  <a:lnTo>
                    <a:pt x="1560726" y="405028"/>
                  </a:lnTo>
                  <a:lnTo>
                    <a:pt x="1569342" y="409479"/>
                  </a:lnTo>
                  <a:lnTo>
                    <a:pt x="1578283" y="413930"/>
                  </a:lnTo>
                  <a:lnTo>
                    <a:pt x="1587333" y="418380"/>
                  </a:lnTo>
                  <a:lnTo>
                    <a:pt x="1596651" y="422831"/>
                  </a:lnTo>
                  <a:lnTo>
                    <a:pt x="1606162" y="427282"/>
                  </a:lnTo>
                  <a:lnTo>
                    <a:pt x="1615835" y="431733"/>
                  </a:lnTo>
                  <a:lnTo>
                    <a:pt x="1625808" y="436184"/>
                  </a:lnTo>
                  <a:lnTo>
                    <a:pt x="1635891" y="440635"/>
                  </a:lnTo>
                  <a:lnTo>
                    <a:pt x="1646272" y="445086"/>
                  </a:lnTo>
                  <a:lnTo>
                    <a:pt x="1656816" y="449536"/>
                  </a:lnTo>
                  <a:lnTo>
                    <a:pt x="1667549" y="453987"/>
                  </a:lnTo>
                  <a:lnTo>
                    <a:pt x="1678551" y="458438"/>
                  </a:lnTo>
                  <a:lnTo>
                    <a:pt x="1689659" y="462889"/>
                  </a:lnTo>
                  <a:lnTo>
                    <a:pt x="1701086" y="467340"/>
                  </a:lnTo>
                  <a:lnTo>
                    <a:pt x="1712643" y="471791"/>
                  </a:lnTo>
                  <a:lnTo>
                    <a:pt x="1724409" y="476242"/>
                  </a:lnTo>
                  <a:lnTo>
                    <a:pt x="1736405" y="480692"/>
                  </a:lnTo>
                  <a:lnTo>
                    <a:pt x="1748503" y="485143"/>
                  </a:lnTo>
                  <a:lnTo>
                    <a:pt x="1760924" y="489594"/>
                  </a:lnTo>
                  <a:lnTo>
                    <a:pt x="1773441" y="494045"/>
                  </a:lnTo>
                  <a:lnTo>
                    <a:pt x="1786177" y="498496"/>
                  </a:lnTo>
                  <a:lnTo>
                    <a:pt x="1799096" y="502947"/>
                  </a:lnTo>
                  <a:lnTo>
                    <a:pt x="1812134" y="507398"/>
                  </a:lnTo>
                  <a:lnTo>
                    <a:pt x="1825436" y="511848"/>
                  </a:lnTo>
                  <a:lnTo>
                    <a:pt x="1838824" y="516299"/>
                  </a:lnTo>
                  <a:lnTo>
                    <a:pt x="1852425" y="520750"/>
                  </a:lnTo>
                  <a:lnTo>
                    <a:pt x="1866162" y="525201"/>
                  </a:lnTo>
                  <a:lnTo>
                    <a:pt x="1880020" y="529652"/>
                  </a:lnTo>
                  <a:lnTo>
                    <a:pt x="1894079" y="534103"/>
                  </a:lnTo>
                  <a:lnTo>
                    <a:pt x="1908207" y="538554"/>
                  </a:lnTo>
                  <a:lnTo>
                    <a:pt x="1922525" y="543004"/>
                  </a:lnTo>
                  <a:lnTo>
                    <a:pt x="1936932" y="547455"/>
                  </a:lnTo>
                  <a:lnTo>
                    <a:pt x="1951448" y="551906"/>
                  </a:lnTo>
                  <a:lnTo>
                    <a:pt x="1966096" y="556357"/>
                  </a:lnTo>
                  <a:lnTo>
                    <a:pt x="1980796" y="560808"/>
                  </a:lnTo>
                  <a:lnTo>
                    <a:pt x="1995638" y="565259"/>
                  </a:lnTo>
                  <a:lnTo>
                    <a:pt x="2010525" y="569710"/>
                  </a:lnTo>
                  <a:lnTo>
                    <a:pt x="2025491" y="574161"/>
                  </a:lnTo>
                  <a:lnTo>
                    <a:pt x="2040522" y="578611"/>
                  </a:lnTo>
                  <a:lnTo>
                    <a:pt x="2055584" y="583062"/>
                  </a:lnTo>
                  <a:lnTo>
                    <a:pt x="2070712" y="587513"/>
                  </a:lnTo>
                  <a:lnTo>
                    <a:pt x="2085852" y="591964"/>
                  </a:lnTo>
                  <a:lnTo>
                    <a:pt x="2101018" y="596415"/>
                  </a:lnTo>
                  <a:lnTo>
                    <a:pt x="2116186" y="600866"/>
                  </a:lnTo>
                  <a:lnTo>
                    <a:pt x="2131356" y="605317"/>
                  </a:lnTo>
                  <a:lnTo>
                    <a:pt x="2146500" y="609767"/>
                  </a:lnTo>
                  <a:lnTo>
                    <a:pt x="2161628" y="614218"/>
                  </a:lnTo>
                  <a:lnTo>
                    <a:pt x="2176706" y="618669"/>
                  </a:lnTo>
                  <a:lnTo>
                    <a:pt x="2191734" y="623120"/>
                  </a:lnTo>
                  <a:lnTo>
                    <a:pt x="2206713" y="627571"/>
                  </a:lnTo>
                  <a:lnTo>
                    <a:pt x="2221583" y="632022"/>
                  </a:lnTo>
                  <a:lnTo>
                    <a:pt x="2236407" y="636473"/>
                  </a:lnTo>
                  <a:lnTo>
                    <a:pt x="2251081" y="640923"/>
                  </a:lnTo>
                  <a:lnTo>
                    <a:pt x="2265666" y="645374"/>
                  </a:lnTo>
                  <a:lnTo>
                    <a:pt x="2280132" y="649825"/>
                  </a:lnTo>
                  <a:lnTo>
                    <a:pt x="2294416" y="654276"/>
                  </a:lnTo>
                  <a:lnTo>
                    <a:pt x="2308624" y="658727"/>
                  </a:lnTo>
                  <a:lnTo>
                    <a:pt x="2322560" y="663178"/>
                  </a:lnTo>
                  <a:lnTo>
                    <a:pt x="2336384" y="667629"/>
                  </a:lnTo>
                  <a:lnTo>
                    <a:pt x="2349999" y="672079"/>
                  </a:lnTo>
                  <a:lnTo>
                    <a:pt x="2363379" y="676530"/>
                  </a:lnTo>
                  <a:lnTo>
                    <a:pt x="2376635" y="680981"/>
                  </a:lnTo>
                  <a:lnTo>
                    <a:pt x="2389510" y="685432"/>
                  </a:lnTo>
                  <a:lnTo>
                    <a:pt x="2402255" y="689883"/>
                  </a:lnTo>
                  <a:lnTo>
                    <a:pt x="2414683" y="694334"/>
                  </a:lnTo>
                  <a:lnTo>
                    <a:pt x="2426843" y="698785"/>
                  </a:lnTo>
                  <a:lnTo>
                    <a:pt x="2438804" y="703235"/>
                  </a:lnTo>
                  <a:lnTo>
                    <a:pt x="2450322" y="707686"/>
                  </a:lnTo>
                  <a:lnTo>
                    <a:pt x="2461680" y="712137"/>
                  </a:lnTo>
                  <a:lnTo>
                    <a:pt x="2472604" y="716588"/>
                  </a:lnTo>
                  <a:lnTo>
                    <a:pt x="2483247" y="721039"/>
                  </a:lnTo>
                  <a:lnTo>
                    <a:pt x="2493603" y="725490"/>
                  </a:lnTo>
                  <a:lnTo>
                    <a:pt x="2503482" y="729941"/>
                  </a:lnTo>
                  <a:lnTo>
                    <a:pt x="2513174" y="734392"/>
                  </a:lnTo>
                  <a:lnTo>
                    <a:pt x="2522308" y="738842"/>
                  </a:lnTo>
                  <a:lnTo>
                    <a:pt x="2531173" y="743293"/>
                  </a:lnTo>
                  <a:lnTo>
                    <a:pt x="2539656" y="747744"/>
                  </a:lnTo>
                  <a:lnTo>
                    <a:pt x="2547652" y="752195"/>
                  </a:lnTo>
                  <a:lnTo>
                    <a:pt x="2555442" y="756646"/>
                  </a:lnTo>
                  <a:lnTo>
                    <a:pt x="2562552" y="761097"/>
                  </a:lnTo>
                  <a:lnTo>
                    <a:pt x="2569424" y="765548"/>
                  </a:lnTo>
                  <a:lnTo>
                    <a:pt x="2575819" y="769998"/>
                  </a:lnTo>
                  <a:lnTo>
                    <a:pt x="2581746" y="774449"/>
                  </a:lnTo>
                  <a:lnTo>
                    <a:pt x="2587408" y="778900"/>
                  </a:lnTo>
                  <a:lnTo>
                    <a:pt x="2592366" y="783351"/>
                  </a:lnTo>
                  <a:lnTo>
                    <a:pt x="2597093" y="787802"/>
                  </a:lnTo>
                  <a:lnTo>
                    <a:pt x="2601254" y="792253"/>
                  </a:lnTo>
                  <a:lnTo>
                    <a:pt x="2604989" y="796704"/>
                  </a:lnTo>
                  <a:lnTo>
                    <a:pt x="2608386" y="801154"/>
                  </a:lnTo>
                  <a:lnTo>
                    <a:pt x="2611119" y="805605"/>
                  </a:lnTo>
                  <a:lnTo>
                    <a:pt x="2613617" y="810056"/>
                  </a:lnTo>
                  <a:lnTo>
                    <a:pt x="2615477" y="814507"/>
                  </a:lnTo>
                  <a:lnTo>
                    <a:pt x="2616127" y="816446"/>
                  </a:lnTo>
                  <a:lnTo>
                    <a:pt x="2616970" y="818958"/>
                  </a:lnTo>
                  <a:lnTo>
                    <a:pt x="2618063" y="823409"/>
                  </a:lnTo>
                  <a:lnTo>
                    <a:pt x="2618557" y="827860"/>
                  </a:lnTo>
                  <a:lnTo>
                    <a:pt x="2618819" y="832310"/>
                  </a:lnTo>
                  <a:lnTo>
                    <a:pt x="2618395" y="836761"/>
                  </a:lnTo>
                  <a:lnTo>
                    <a:pt x="2617676" y="841212"/>
                  </a:lnTo>
                  <a:lnTo>
                    <a:pt x="2616509" y="845663"/>
                  </a:lnTo>
                  <a:lnTo>
                    <a:pt x="2614829" y="850114"/>
                  </a:lnTo>
                  <a:lnTo>
                    <a:pt x="2612927" y="854565"/>
                  </a:lnTo>
                  <a:lnTo>
                    <a:pt x="2610320" y="859016"/>
                  </a:lnTo>
                  <a:lnTo>
                    <a:pt x="2607495" y="863466"/>
                  </a:lnTo>
                  <a:lnTo>
                    <a:pt x="2604197" y="867917"/>
                  </a:lnTo>
                  <a:lnTo>
                    <a:pt x="2600484" y="872368"/>
                  </a:lnTo>
                  <a:lnTo>
                    <a:pt x="2596519" y="876819"/>
                  </a:lnTo>
                  <a:lnTo>
                    <a:pt x="2591958" y="881270"/>
                  </a:lnTo>
                  <a:lnTo>
                    <a:pt x="2587208" y="885721"/>
                  </a:lnTo>
                  <a:lnTo>
                    <a:pt x="2581988" y="890172"/>
                  </a:lnTo>
                  <a:lnTo>
                    <a:pt x="2576453" y="894622"/>
                  </a:lnTo>
                  <a:lnTo>
                    <a:pt x="2570651" y="899073"/>
                  </a:lnTo>
                  <a:lnTo>
                    <a:pt x="2564383" y="903524"/>
                  </a:lnTo>
                  <a:lnTo>
                    <a:pt x="2557952" y="907975"/>
                  </a:lnTo>
                  <a:lnTo>
                    <a:pt x="2551087" y="912426"/>
                  </a:lnTo>
                  <a:lnTo>
                    <a:pt x="2544002" y="916877"/>
                  </a:lnTo>
                  <a:lnTo>
                    <a:pt x="2536659" y="921328"/>
                  </a:lnTo>
                  <a:lnTo>
                    <a:pt x="2528980" y="925779"/>
                  </a:lnTo>
                  <a:lnTo>
                    <a:pt x="2521169" y="930229"/>
                  </a:lnTo>
                  <a:lnTo>
                    <a:pt x="2512989" y="934680"/>
                  </a:lnTo>
                  <a:lnTo>
                    <a:pt x="2504674" y="939131"/>
                  </a:lnTo>
                  <a:lnTo>
                    <a:pt x="2496136" y="943582"/>
                  </a:lnTo>
                  <a:lnTo>
                    <a:pt x="2487383" y="948033"/>
                  </a:lnTo>
                  <a:lnTo>
                    <a:pt x="2478530" y="952484"/>
                  </a:lnTo>
                  <a:lnTo>
                    <a:pt x="2469408" y="956935"/>
                  </a:lnTo>
                  <a:lnTo>
                    <a:pt x="2460215" y="961385"/>
                  </a:lnTo>
                  <a:lnTo>
                    <a:pt x="2450862" y="965836"/>
                  </a:lnTo>
                  <a:lnTo>
                    <a:pt x="2441397" y="970287"/>
                  </a:lnTo>
                  <a:lnTo>
                    <a:pt x="2431860" y="974738"/>
                  </a:lnTo>
                  <a:lnTo>
                    <a:pt x="2422194" y="979189"/>
                  </a:lnTo>
                  <a:lnTo>
                    <a:pt x="2412495" y="983640"/>
                  </a:lnTo>
                  <a:lnTo>
                    <a:pt x="2402721" y="988091"/>
                  </a:lnTo>
                  <a:lnTo>
                    <a:pt x="2392919" y="992541"/>
                  </a:lnTo>
                  <a:lnTo>
                    <a:pt x="2383091" y="996992"/>
                  </a:lnTo>
                  <a:lnTo>
                    <a:pt x="2373256" y="1001443"/>
                  </a:lnTo>
                  <a:lnTo>
                    <a:pt x="2363424" y="1005894"/>
                  </a:lnTo>
                  <a:lnTo>
                    <a:pt x="2353620" y="1010345"/>
                  </a:lnTo>
                  <a:lnTo>
                    <a:pt x="2343850" y="1014796"/>
                  </a:lnTo>
                  <a:lnTo>
                    <a:pt x="2334121" y="1019247"/>
                  </a:lnTo>
                  <a:lnTo>
                    <a:pt x="2324478" y="1023697"/>
                  </a:lnTo>
                  <a:lnTo>
                    <a:pt x="2314873" y="1028148"/>
                  </a:lnTo>
                  <a:lnTo>
                    <a:pt x="2305414" y="1032599"/>
                  </a:lnTo>
                  <a:lnTo>
                    <a:pt x="2296026" y="1037050"/>
                  </a:lnTo>
                  <a:lnTo>
                    <a:pt x="2286760" y="1041501"/>
                  </a:lnTo>
                  <a:lnTo>
                    <a:pt x="2277648" y="1045952"/>
                  </a:lnTo>
                  <a:lnTo>
                    <a:pt x="2268612" y="1050403"/>
                  </a:lnTo>
                  <a:lnTo>
                    <a:pt x="2259835" y="1054853"/>
                  </a:lnTo>
                  <a:lnTo>
                    <a:pt x="2251148" y="1059304"/>
                  </a:lnTo>
                  <a:lnTo>
                    <a:pt x="2242676" y="1063755"/>
                  </a:lnTo>
                  <a:lnTo>
                    <a:pt x="2234398" y="1068206"/>
                  </a:lnTo>
                  <a:lnTo>
                    <a:pt x="2226255" y="1072657"/>
                  </a:lnTo>
                  <a:lnTo>
                    <a:pt x="2218435" y="1077108"/>
                  </a:lnTo>
                  <a:lnTo>
                    <a:pt x="2210731" y="1081559"/>
                  </a:lnTo>
                  <a:lnTo>
                    <a:pt x="2204050" y="1085580"/>
                  </a:lnTo>
                  <a:lnTo>
                    <a:pt x="2203336" y="1086009"/>
                  </a:lnTo>
                  <a:lnTo>
                    <a:pt x="2196151" y="1090460"/>
                  </a:lnTo>
                  <a:lnTo>
                    <a:pt x="2189170" y="1094911"/>
                  </a:lnTo>
                  <a:lnTo>
                    <a:pt x="2182546" y="1099362"/>
                  </a:lnTo>
                  <a:lnTo>
                    <a:pt x="2176057" y="1103813"/>
                  </a:lnTo>
                  <a:lnTo>
                    <a:pt x="2169973" y="1108264"/>
                  </a:lnTo>
                  <a:lnTo>
                    <a:pt x="2164093" y="1112715"/>
                  </a:lnTo>
                  <a:lnTo>
                    <a:pt x="2158487" y="1117166"/>
                  </a:lnTo>
                  <a:lnTo>
                    <a:pt x="2153245" y="1121616"/>
                  </a:lnTo>
                  <a:lnTo>
                    <a:pt x="2148155" y="1126067"/>
                  </a:lnTo>
                  <a:lnTo>
                    <a:pt x="2143556" y="1130518"/>
                  </a:lnTo>
                  <a:lnTo>
                    <a:pt x="2139139" y="1134969"/>
                  </a:lnTo>
                  <a:lnTo>
                    <a:pt x="2135064" y="1139420"/>
                  </a:lnTo>
                  <a:lnTo>
                    <a:pt x="2131339" y="1143871"/>
                  </a:lnTo>
                  <a:lnTo>
                    <a:pt x="2127799" y="1148322"/>
                  </a:lnTo>
                  <a:lnTo>
                    <a:pt x="2124780" y="1152772"/>
                  </a:lnTo>
                  <a:lnTo>
                    <a:pt x="2121930" y="1157223"/>
                  </a:lnTo>
                  <a:lnTo>
                    <a:pt x="2119484" y="1161674"/>
                  </a:lnTo>
                  <a:lnTo>
                    <a:pt x="2117355" y="1166125"/>
                  </a:lnTo>
                  <a:lnTo>
                    <a:pt x="2115462" y="1170576"/>
                  </a:lnTo>
                  <a:lnTo>
                    <a:pt x="2114059" y="1175027"/>
                  </a:lnTo>
                  <a:lnTo>
                    <a:pt x="2112826" y="1179478"/>
                  </a:lnTo>
                  <a:lnTo>
                    <a:pt x="2112046" y="1183928"/>
                  </a:lnTo>
                  <a:lnTo>
                    <a:pt x="2111538" y="1188379"/>
                  </a:lnTo>
                  <a:lnTo>
                    <a:pt x="2111312" y="1192830"/>
                  </a:lnTo>
                  <a:lnTo>
                    <a:pt x="2111525" y="1197281"/>
                  </a:lnTo>
                  <a:lnTo>
                    <a:pt x="2111905" y="1201732"/>
                  </a:lnTo>
                  <a:lnTo>
                    <a:pt x="2112772" y="1206183"/>
                  </a:lnTo>
                  <a:lnTo>
                    <a:pt x="2113859" y="1210634"/>
                  </a:lnTo>
                  <a:lnTo>
                    <a:pt x="2115260" y="1215084"/>
                  </a:lnTo>
                  <a:lnTo>
                    <a:pt x="2117039" y="1219535"/>
                  </a:lnTo>
                  <a:lnTo>
                    <a:pt x="2118977" y="1223986"/>
                  </a:lnTo>
                  <a:lnTo>
                    <a:pt x="2121416" y="1228437"/>
                  </a:lnTo>
                  <a:lnTo>
                    <a:pt x="2124019" y="1232888"/>
                  </a:lnTo>
                  <a:lnTo>
                    <a:pt x="2126955" y="1237339"/>
                  </a:lnTo>
                  <a:lnTo>
                    <a:pt x="2130198" y="1241790"/>
                  </a:lnTo>
                  <a:lnTo>
                    <a:pt x="2133617" y="1246240"/>
                  </a:lnTo>
                  <a:lnTo>
                    <a:pt x="2137472" y="1250691"/>
                  </a:lnTo>
                  <a:lnTo>
                    <a:pt x="2141465" y="1255142"/>
                  </a:lnTo>
                  <a:lnTo>
                    <a:pt x="2145791" y="1259593"/>
                  </a:lnTo>
                  <a:lnTo>
                    <a:pt x="2150351" y="1264044"/>
                  </a:lnTo>
                  <a:lnTo>
                    <a:pt x="2155099" y="1268495"/>
                  </a:lnTo>
                  <a:lnTo>
                    <a:pt x="2160191" y="1272946"/>
                  </a:lnTo>
                  <a:lnTo>
                    <a:pt x="2165401" y="1277397"/>
                  </a:lnTo>
                  <a:lnTo>
                    <a:pt x="2170922" y="1281847"/>
                  </a:lnTo>
                  <a:lnTo>
                    <a:pt x="2176608" y="1286298"/>
                  </a:lnTo>
                  <a:lnTo>
                    <a:pt x="2182477" y="1290749"/>
                  </a:lnTo>
                  <a:lnTo>
                    <a:pt x="2188595" y="1295200"/>
                  </a:lnTo>
                  <a:lnTo>
                    <a:pt x="2194808" y="1299651"/>
                  </a:lnTo>
                  <a:lnTo>
                    <a:pt x="2201286" y="1304102"/>
                  </a:lnTo>
                  <a:lnTo>
                    <a:pt x="2207866" y="1308553"/>
                  </a:lnTo>
                  <a:lnTo>
                    <a:pt x="2214603" y="1313003"/>
                  </a:lnTo>
                  <a:lnTo>
                    <a:pt x="2221499" y="1317454"/>
                  </a:lnTo>
                  <a:lnTo>
                    <a:pt x="2228464" y="1321905"/>
                  </a:lnTo>
                  <a:lnTo>
                    <a:pt x="2235622" y="1326356"/>
                  </a:lnTo>
                  <a:lnTo>
                    <a:pt x="2242829" y="1330807"/>
                  </a:lnTo>
                  <a:lnTo>
                    <a:pt x="2250145" y="1335258"/>
                  </a:lnTo>
                  <a:lnTo>
                    <a:pt x="2257538" y="1339709"/>
                  </a:lnTo>
                  <a:lnTo>
                    <a:pt x="2264979" y="1344159"/>
                  </a:lnTo>
                  <a:lnTo>
                    <a:pt x="2272500" y="1348610"/>
                  </a:lnTo>
                  <a:lnTo>
                    <a:pt x="2280039" y="1353061"/>
                  </a:lnTo>
                  <a:lnTo>
                    <a:pt x="2287617" y="1357512"/>
                  </a:lnTo>
                  <a:lnTo>
                    <a:pt x="2295201" y="1361963"/>
                  </a:lnTo>
                  <a:lnTo>
                    <a:pt x="2302792" y="1366414"/>
                  </a:lnTo>
                  <a:lnTo>
                    <a:pt x="2310361" y="1370865"/>
                  </a:lnTo>
                  <a:lnTo>
                    <a:pt x="2317916" y="1375315"/>
                  </a:lnTo>
                  <a:lnTo>
                    <a:pt x="2325417" y="1379766"/>
                  </a:lnTo>
                  <a:lnTo>
                    <a:pt x="2332870" y="1384217"/>
                  </a:lnTo>
                  <a:lnTo>
                    <a:pt x="2340269" y="1388668"/>
                  </a:lnTo>
                  <a:lnTo>
                    <a:pt x="2347558" y="1393119"/>
                  </a:lnTo>
                  <a:lnTo>
                    <a:pt x="2354802" y="1397570"/>
                  </a:lnTo>
                  <a:lnTo>
                    <a:pt x="2361879" y="1402021"/>
                  </a:lnTo>
                  <a:lnTo>
                    <a:pt x="2368873" y="1406471"/>
                  </a:lnTo>
                  <a:lnTo>
                    <a:pt x="2375731" y="1410922"/>
                  </a:lnTo>
                  <a:lnTo>
                    <a:pt x="2382414" y="1415373"/>
                  </a:lnTo>
                  <a:lnTo>
                    <a:pt x="2389015" y="1419824"/>
                  </a:lnTo>
                  <a:lnTo>
                    <a:pt x="2395326" y="1424275"/>
                  </a:lnTo>
                  <a:lnTo>
                    <a:pt x="2401536" y="1428726"/>
                  </a:lnTo>
                  <a:lnTo>
                    <a:pt x="2407515" y="1433177"/>
                  </a:lnTo>
                  <a:lnTo>
                    <a:pt x="2413272" y="1437627"/>
                  </a:lnTo>
                  <a:lnTo>
                    <a:pt x="2418885" y="1442078"/>
                  </a:lnTo>
                  <a:lnTo>
                    <a:pt x="2424134" y="1446529"/>
                  </a:lnTo>
                  <a:lnTo>
                    <a:pt x="2429253" y="1450980"/>
                  </a:lnTo>
                  <a:lnTo>
                    <a:pt x="2434033" y="1455431"/>
                  </a:lnTo>
                  <a:lnTo>
                    <a:pt x="2438570" y="1459882"/>
                  </a:lnTo>
                  <a:lnTo>
                    <a:pt x="2442885" y="1464333"/>
                  </a:lnTo>
                  <a:lnTo>
                    <a:pt x="2446791" y="1468784"/>
                  </a:lnTo>
                  <a:lnTo>
                    <a:pt x="2450541" y="1473234"/>
                  </a:lnTo>
                  <a:lnTo>
                    <a:pt x="2453840" y="1477685"/>
                  </a:lnTo>
                  <a:lnTo>
                    <a:pt x="2456896" y="1482136"/>
                  </a:lnTo>
                  <a:lnTo>
                    <a:pt x="2459647" y="1486587"/>
                  </a:lnTo>
                  <a:lnTo>
                    <a:pt x="2461968" y="1491038"/>
                  </a:lnTo>
                  <a:lnTo>
                    <a:pt x="2464114" y="1495489"/>
                  </a:lnTo>
                  <a:lnTo>
                    <a:pt x="2465697" y="1499940"/>
                  </a:lnTo>
                  <a:lnTo>
                    <a:pt x="2467059" y="1504390"/>
                  </a:lnTo>
                  <a:lnTo>
                    <a:pt x="2468028" y="1508841"/>
                  </a:lnTo>
                  <a:lnTo>
                    <a:pt x="2468577" y="1513292"/>
                  </a:lnTo>
                  <a:lnTo>
                    <a:pt x="2468916" y="1517743"/>
                  </a:lnTo>
                  <a:lnTo>
                    <a:pt x="2468626" y="1522194"/>
                  </a:lnTo>
                  <a:lnTo>
                    <a:pt x="2468136" y="1526645"/>
                  </a:lnTo>
                  <a:lnTo>
                    <a:pt x="2467845" y="1527991"/>
                  </a:lnTo>
                  <a:lnTo>
                    <a:pt x="2467173" y="1531096"/>
                  </a:lnTo>
                  <a:lnTo>
                    <a:pt x="2465819" y="1535546"/>
                  </a:lnTo>
                  <a:lnTo>
                    <a:pt x="2464189" y="1539997"/>
                  </a:lnTo>
                  <a:lnTo>
                    <a:pt x="2461959" y="1544448"/>
                  </a:lnTo>
                  <a:lnTo>
                    <a:pt x="2459523" y="1548899"/>
                  </a:lnTo>
                  <a:lnTo>
                    <a:pt x="2456545" y="1553350"/>
                  </a:lnTo>
                  <a:lnTo>
                    <a:pt x="2453225" y="1557801"/>
                  </a:lnTo>
                  <a:lnTo>
                    <a:pt x="2449570" y="1562252"/>
                  </a:lnTo>
                  <a:lnTo>
                    <a:pt x="2445367" y="1566702"/>
                  </a:lnTo>
                  <a:lnTo>
                    <a:pt x="2440958" y="1571153"/>
                  </a:lnTo>
                  <a:lnTo>
                    <a:pt x="2435959" y="1575604"/>
                  </a:lnTo>
                  <a:lnTo>
                    <a:pt x="2430679" y="1580055"/>
                  </a:lnTo>
                  <a:lnTo>
                    <a:pt x="2425017" y="1584506"/>
                  </a:lnTo>
                  <a:lnTo>
                    <a:pt x="2418879" y="1588957"/>
                  </a:lnTo>
                  <a:lnTo>
                    <a:pt x="2412541" y="1593408"/>
                  </a:lnTo>
                  <a:lnTo>
                    <a:pt x="2405588" y="1597858"/>
                  </a:lnTo>
                  <a:lnTo>
                    <a:pt x="2398421" y="1602309"/>
                  </a:lnTo>
                  <a:lnTo>
                    <a:pt x="2390845" y="1606760"/>
                  </a:lnTo>
                  <a:lnTo>
                    <a:pt x="2382874" y="1611211"/>
                  </a:lnTo>
                  <a:lnTo>
                    <a:pt x="2374692" y="1615662"/>
                  </a:lnTo>
                  <a:lnTo>
                    <a:pt x="2365950" y="1620113"/>
                  </a:lnTo>
                  <a:lnTo>
                    <a:pt x="2357034" y="1624564"/>
                  </a:lnTo>
                  <a:lnTo>
                    <a:pt x="2347703" y="1629014"/>
                  </a:lnTo>
                  <a:lnTo>
                    <a:pt x="2338066" y="1633465"/>
                  </a:lnTo>
                  <a:lnTo>
                    <a:pt x="2328197" y="1637916"/>
                  </a:lnTo>
                  <a:lnTo>
                    <a:pt x="2317879" y="1642367"/>
                  </a:lnTo>
                  <a:lnTo>
                    <a:pt x="2307410" y="1646818"/>
                  </a:lnTo>
                  <a:lnTo>
                    <a:pt x="2296545" y="1651269"/>
                  </a:lnTo>
                  <a:lnTo>
                    <a:pt x="2285458" y="1655720"/>
                  </a:lnTo>
                  <a:lnTo>
                    <a:pt x="2274139" y="1660171"/>
                  </a:lnTo>
                  <a:lnTo>
                    <a:pt x="2262484" y="1664621"/>
                  </a:lnTo>
                  <a:lnTo>
                    <a:pt x="2250702" y="1669072"/>
                  </a:lnTo>
                  <a:lnTo>
                    <a:pt x="2238570" y="1673523"/>
                  </a:lnTo>
                  <a:lnTo>
                    <a:pt x="2226292" y="1677974"/>
                  </a:lnTo>
                  <a:lnTo>
                    <a:pt x="2213804" y="1682425"/>
                  </a:lnTo>
                  <a:lnTo>
                    <a:pt x="2201084" y="1686876"/>
                  </a:lnTo>
                  <a:lnTo>
                    <a:pt x="2188266" y="1691327"/>
                  </a:lnTo>
                  <a:lnTo>
                    <a:pt x="2175167" y="1695777"/>
                  </a:lnTo>
                  <a:lnTo>
                    <a:pt x="2161986" y="1700228"/>
                  </a:lnTo>
                  <a:lnTo>
                    <a:pt x="2148635" y="1704679"/>
                  </a:lnTo>
                  <a:lnTo>
                    <a:pt x="2135146" y="1709130"/>
                  </a:lnTo>
                  <a:lnTo>
                    <a:pt x="2121579" y="1713581"/>
                  </a:lnTo>
                  <a:lnTo>
                    <a:pt x="2107841" y="1718032"/>
                  </a:lnTo>
                  <a:lnTo>
                    <a:pt x="2094057" y="1722483"/>
                  </a:lnTo>
                  <a:lnTo>
                    <a:pt x="2080164" y="1726933"/>
                  </a:lnTo>
                  <a:lnTo>
                    <a:pt x="2066210" y="1731384"/>
                  </a:lnTo>
                  <a:lnTo>
                    <a:pt x="2052207" y="1735835"/>
                  </a:lnTo>
                  <a:lnTo>
                    <a:pt x="2038140" y="1740286"/>
                  </a:lnTo>
                  <a:lnTo>
                    <a:pt x="2024056" y="1744737"/>
                  </a:lnTo>
                  <a:lnTo>
                    <a:pt x="2009939" y="1749188"/>
                  </a:lnTo>
                  <a:lnTo>
                    <a:pt x="1995818" y="1753639"/>
                  </a:lnTo>
                  <a:lnTo>
                    <a:pt x="1981694" y="1758089"/>
                  </a:lnTo>
                  <a:lnTo>
                    <a:pt x="1967589" y="1762540"/>
                  </a:lnTo>
                  <a:lnTo>
                    <a:pt x="1953496" y="1766991"/>
                  </a:lnTo>
                  <a:lnTo>
                    <a:pt x="1939455" y="1771442"/>
                  </a:lnTo>
                  <a:lnTo>
                    <a:pt x="1925448" y="1775893"/>
                  </a:lnTo>
                  <a:lnTo>
                    <a:pt x="1911495" y="1780344"/>
                  </a:lnTo>
                  <a:lnTo>
                    <a:pt x="1897623" y="1784795"/>
                  </a:lnTo>
                  <a:lnTo>
                    <a:pt x="1883788" y="1789245"/>
                  </a:lnTo>
                  <a:lnTo>
                    <a:pt x="1870096" y="1793696"/>
                  </a:lnTo>
                  <a:lnTo>
                    <a:pt x="1856457" y="1798147"/>
                  </a:lnTo>
                  <a:lnTo>
                    <a:pt x="1842936" y="1802598"/>
                  </a:lnTo>
                  <a:lnTo>
                    <a:pt x="1829536" y="1807049"/>
                  </a:lnTo>
                  <a:lnTo>
                    <a:pt x="1816211" y="1811500"/>
                  </a:lnTo>
                  <a:lnTo>
                    <a:pt x="1803087" y="1815951"/>
                  </a:lnTo>
                  <a:lnTo>
                    <a:pt x="1790035" y="1820402"/>
                  </a:lnTo>
                  <a:lnTo>
                    <a:pt x="1777167" y="1824852"/>
                  </a:lnTo>
                  <a:lnTo>
                    <a:pt x="1764439" y="1829303"/>
                  </a:lnTo>
                  <a:lnTo>
                    <a:pt x="1751831" y="1833754"/>
                  </a:lnTo>
                  <a:lnTo>
                    <a:pt x="1739457" y="1838205"/>
                  </a:lnTo>
                  <a:lnTo>
                    <a:pt x="1727170" y="1842656"/>
                  </a:lnTo>
                  <a:lnTo>
                    <a:pt x="1715132" y="1847107"/>
                  </a:lnTo>
                  <a:lnTo>
                    <a:pt x="1703235" y="1851558"/>
                  </a:lnTo>
                  <a:lnTo>
                    <a:pt x="1691505" y="1856008"/>
                  </a:lnTo>
                  <a:lnTo>
                    <a:pt x="1680019" y="1860459"/>
                  </a:lnTo>
                  <a:lnTo>
                    <a:pt x="1668632" y="1864910"/>
                  </a:lnTo>
                  <a:lnTo>
                    <a:pt x="1657554" y="1869361"/>
                  </a:lnTo>
                  <a:lnTo>
                    <a:pt x="1646603" y="1873812"/>
                  </a:lnTo>
                  <a:lnTo>
                    <a:pt x="1635865" y="1878263"/>
                  </a:lnTo>
                  <a:lnTo>
                    <a:pt x="1625364" y="1882714"/>
                  </a:lnTo>
                  <a:lnTo>
                    <a:pt x="1614974" y="1887164"/>
                  </a:lnTo>
                  <a:lnTo>
                    <a:pt x="1604933" y="1891615"/>
                  </a:lnTo>
                  <a:lnTo>
                    <a:pt x="1595002" y="1896066"/>
                  </a:lnTo>
                  <a:lnTo>
                    <a:pt x="1585324" y="1900517"/>
                  </a:lnTo>
                  <a:lnTo>
                    <a:pt x="1575863" y="1904968"/>
                  </a:lnTo>
                  <a:lnTo>
                    <a:pt x="1566545" y="1909419"/>
                  </a:lnTo>
                  <a:lnTo>
                    <a:pt x="1557557" y="1913870"/>
                  </a:lnTo>
                  <a:lnTo>
                    <a:pt x="1548680" y="1918320"/>
                  </a:lnTo>
                  <a:lnTo>
                    <a:pt x="1540087" y="1922771"/>
                  </a:lnTo>
                  <a:lnTo>
                    <a:pt x="1531683" y="1927222"/>
                  </a:lnTo>
                  <a:lnTo>
                    <a:pt x="1523452" y="1931673"/>
                  </a:lnTo>
                  <a:lnTo>
                    <a:pt x="1515518" y="1936124"/>
                  </a:lnTo>
                  <a:lnTo>
                    <a:pt x="1507693" y="1940575"/>
                  </a:lnTo>
                  <a:lnTo>
                    <a:pt x="1500176" y="1945026"/>
                  </a:lnTo>
                  <a:lnTo>
                    <a:pt x="1492813" y="1949476"/>
                  </a:lnTo>
                  <a:lnTo>
                    <a:pt x="1485647" y="1953927"/>
                  </a:lnTo>
                  <a:lnTo>
                    <a:pt x="1478738" y="1958378"/>
                  </a:lnTo>
                  <a:lnTo>
                    <a:pt x="1471935" y="1962829"/>
                  </a:lnTo>
                  <a:lnTo>
                    <a:pt x="1465453" y="1967280"/>
                  </a:lnTo>
                  <a:lnTo>
                    <a:pt x="1459090" y="1971731"/>
                  </a:lnTo>
                  <a:lnTo>
                    <a:pt x="1452939" y="1976182"/>
                  </a:lnTo>
                  <a:lnTo>
                    <a:pt x="1447004" y="1980632"/>
                  </a:lnTo>
                  <a:lnTo>
                    <a:pt x="1441177" y="1985083"/>
                  </a:lnTo>
                  <a:lnTo>
                    <a:pt x="1435656" y="1989534"/>
                  </a:lnTo>
                  <a:lnTo>
                    <a:pt x="1430230" y="1993985"/>
                  </a:lnTo>
                  <a:lnTo>
                    <a:pt x="1425024" y="1998436"/>
                  </a:lnTo>
                  <a:lnTo>
                    <a:pt x="1419992" y="2002887"/>
                  </a:lnTo>
                  <a:lnTo>
                    <a:pt x="1415084" y="2007338"/>
                  </a:lnTo>
                  <a:lnTo>
                    <a:pt x="1410430" y="2011789"/>
                  </a:lnTo>
                  <a:lnTo>
                    <a:pt x="1405863" y="2016239"/>
                  </a:lnTo>
                  <a:lnTo>
                    <a:pt x="1401518" y="2020690"/>
                  </a:lnTo>
                  <a:lnTo>
                    <a:pt x="1397307" y="2025141"/>
                  </a:lnTo>
                  <a:lnTo>
                    <a:pt x="1393228" y="2029592"/>
                  </a:lnTo>
                  <a:lnTo>
                    <a:pt x="1389356" y="2034043"/>
                  </a:lnTo>
                  <a:lnTo>
                    <a:pt x="1385561" y="2038494"/>
                  </a:lnTo>
                  <a:lnTo>
                    <a:pt x="1381983" y="2042945"/>
                  </a:lnTo>
                  <a:lnTo>
                    <a:pt x="1378504" y="2047395"/>
                  </a:lnTo>
                  <a:lnTo>
                    <a:pt x="1375161" y="2051846"/>
                  </a:lnTo>
                  <a:lnTo>
                    <a:pt x="1371980" y="2056297"/>
                  </a:lnTo>
                  <a:lnTo>
                    <a:pt x="1368868" y="2060748"/>
                  </a:lnTo>
                  <a:lnTo>
                    <a:pt x="1365961" y="2065199"/>
                  </a:lnTo>
                  <a:lnTo>
                    <a:pt x="1363123" y="2069650"/>
                  </a:lnTo>
                  <a:lnTo>
                    <a:pt x="1360418" y="2074101"/>
                  </a:lnTo>
                  <a:lnTo>
                    <a:pt x="1357838" y="2078551"/>
                  </a:lnTo>
                  <a:lnTo>
                    <a:pt x="1355326" y="2083002"/>
                  </a:lnTo>
                  <a:lnTo>
                    <a:pt x="1352987" y="2087453"/>
                  </a:lnTo>
                  <a:lnTo>
                    <a:pt x="1350701" y="2091904"/>
                  </a:lnTo>
                  <a:lnTo>
                    <a:pt x="1348543" y="2096355"/>
                  </a:lnTo>
                  <a:lnTo>
                    <a:pt x="1346476" y="2100806"/>
                  </a:lnTo>
                  <a:lnTo>
                    <a:pt x="1344479" y="2105257"/>
                  </a:lnTo>
                  <a:lnTo>
                    <a:pt x="1342616" y="2109707"/>
                  </a:lnTo>
                  <a:lnTo>
                    <a:pt x="1340798" y="2114158"/>
                  </a:lnTo>
                  <a:lnTo>
                    <a:pt x="1339098" y="2118609"/>
                  </a:lnTo>
                  <a:lnTo>
                    <a:pt x="1337463" y="2123060"/>
                  </a:lnTo>
                  <a:lnTo>
                    <a:pt x="1335897" y="2127511"/>
                  </a:lnTo>
                  <a:lnTo>
                    <a:pt x="1334431" y="2131962"/>
                  </a:lnTo>
                  <a:lnTo>
                    <a:pt x="1333003" y="2136413"/>
                  </a:lnTo>
                  <a:lnTo>
                    <a:pt x="1331681" y="2140863"/>
                  </a:lnTo>
                  <a:lnTo>
                    <a:pt x="1330404" y="2145314"/>
                  </a:lnTo>
                  <a:lnTo>
                    <a:pt x="1329192" y="2149765"/>
                  </a:lnTo>
                  <a:lnTo>
                    <a:pt x="1328052" y="2154216"/>
                  </a:lnTo>
                  <a:lnTo>
                    <a:pt x="1326944" y="2158667"/>
                  </a:lnTo>
                  <a:lnTo>
                    <a:pt x="1325930" y="2163118"/>
                  </a:lnTo>
                  <a:lnTo>
                    <a:pt x="1324944" y="2167569"/>
                  </a:lnTo>
                  <a:lnTo>
                    <a:pt x="1324018" y="2172019"/>
                  </a:lnTo>
                  <a:lnTo>
                    <a:pt x="1323143" y="2176470"/>
                  </a:lnTo>
                  <a:lnTo>
                    <a:pt x="1322299" y="2180921"/>
                  </a:lnTo>
                  <a:lnTo>
                    <a:pt x="1321526" y="2185372"/>
                  </a:lnTo>
                  <a:lnTo>
                    <a:pt x="1320774" y="2189823"/>
                  </a:lnTo>
                  <a:lnTo>
                    <a:pt x="1320076" y="2194274"/>
                  </a:lnTo>
                  <a:lnTo>
                    <a:pt x="1319413" y="2198725"/>
                  </a:lnTo>
                  <a:lnTo>
                    <a:pt x="1318778" y="2203176"/>
                  </a:lnTo>
                  <a:lnTo>
                    <a:pt x="1318195" y="2207626"/>
                  </a:lnTo>
                  <a:lnTo>
                    <a:pt x="1317630" y="2212077"/>
                  </a:lnTo>
                  <a:lnTo>
                    <a:pt x="1317109" y="2216528"/>
                  </a:lnTo>
                  <a:lnTo>
                    <a:pt x="1316613" y="2220979"/>
                  </a:lnTo>
                  <a:lnTo>
                    <a:pt x="1316142" y="2225430"/>
                  </a:lnTo>
                  <a:lnTo>
                    <a:pt x="1315708" y="2229881"/>
                  </a:lnTo>
                  <a:lnTo>
                    <a:pt x="1315287" y="2234332"/>
                  </a:lnTo>
                  <a:lnTo>
                    <a:pt x="1314905" y="2238782"/>
                  </a:lnTo>
                  <a:lnTo>
                    <a:pt x="1314537" y="2243233"/>
                  </a:lnTo>
                  <a:lnTo>
                    <a:pt x="1314193" y="2247684"/>
                  </a:lnTo>
                  <a:lnTo>
                    <a:pt x="1313873" y="2252135"/>
                  </a:lnTo>
                  <a:lnTo>
                    <a:pt x="1313564" y="2256586"/>
                  </a:lnTo>
                  <a:lnTo>
                    <a:pt x="1313287" y="2261037"/>
                  </a:lnTo>
                  <a:lnTo>
                    <a:pt x="1313018" y="2265488"/>
                  </a:lnTo>
                  <a:lnTo>
                    <a:pt x="1312769" y="2269938"/>
                  </a:lnTo>
                  <a:lnTo>
                    <a:pt x="1312537" y="2274389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2823794"/>
              <a:ext cx="0" cy="729979"/>
            </a:xfrm>
            <a:custGeom>
              <a:avLst/>
              <a:pathLst>
                <a:path w="0" h="729979">
                  <a:moveTo>
                    <a:pt x="0" y="72997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2623931" y="4169463"/>
              <a:ext cx="0" cy="401857"/>
            </a:xfrm>
            <a:custGeom>
              <a:avLst/>
              <a:pathLst>
                <a:path w="0" h="401857">
                  <a:moveTo>
                    <a:pt x="0" y="0"/>
                  </a:moveTo>
                  <a:lnTo>
                    <a:pt x="0" y="40185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32951" y="3553773"/>
              <a:ext cx="581959" cy="615689"/>
            </a:xfrm>
            <a:custGeom>
              <a:avLst/>
              <a:pathLst>
                <a:path w="581959" h="615689">
                  <a:moveTo>
                    <a:pt x="0" y="0"/>
                  </a:moveTo>
                  <a:lnTo>
                    <a:pt x="0" y="615689"/>
                  </a:lnTo>
                  <a:lnTo>
                    <a:pt x="581959" y="615689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332951" y="3907702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3878208"/>
              <a:ext cx="0" cy="224892"/>
            </a:xfrm>
            <a:custGeom>
              <a:avLst/>
              <a:pathLst>
                <a:path w="0" h="224892">
                  <a:moveTo>
                    <a:pt x="0" y="22489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5533730" y="4814646"/>
              <a:ext cx="0" cy="154844"/>
            </a:xfrm>
            <a:custGeom>
              <a:avLst/>
              <a:pathLst>
                <a:path w="0" h="154844">
                  <a:moveTo>
                    <a:pt x="0" y="0"/>
                  </a:moveTo>
                  <a:lnTo>
                    <a:pt x="0" y="15484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5242750" y="4103101"/>
              <a:ext cx="581959" cy="711545"/>
            </a:xfrm>
            <a:custGeom>
              <a:avLst/>
              <a:pathLst>
                <a:path w="581959" h="711545">
                  <a:moveTo>
                    <a:pt x="0" y="0"/>
                  </a:moveTo>
                  <a:lnTo>
                    <a:pt x="0" y="711545"/>
                  </a:lnTo>
                  <a:lnTo>
                    <a:pt x="581959" y="711545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5242750" y="4372235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585554" y="4532943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5495354" y="4931114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5554" y="3869326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495354" y="4333858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585554" y="2785418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495354" y="3839832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6"/>
            <p:cNvSpPr/>
            <p:nvPr/>
          </p:nvSpPr>
          <p:spPr>
            <a:xfrm>
              <a:off x="3351380" y="4480794"/>
              <a:ext cx="18251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261180" y="4878965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351380" y="3817177"/>
              <a:ext cx="20354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WV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261180" y="4281709"/>
              <a:ext cx="198882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WA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351380" y="2733269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MS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261180" y="3787683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</a:t>
              </a:r>
            </a:p>
          </p:txBody>
        </p:sp>
        <p:sp>
          <p:nvSpPr>
            <p:cNvPr id="33" name="pt32"/>
            <p:cNvSpPr/>
            <p:nvPr/>
          </p:nvSpPr>
          <p:spPr>
            <a:xfrm>
              <a:off x="2578779" y="3802088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88578" y="4388529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878051" y="4140460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753241" y="518755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445020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371285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691062" y="297550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91062" y="223814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4" name="tx43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6" name="rc45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l58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1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(2021)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2022: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(2022)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2022: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E56E5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8596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CF4E7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7404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BC3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6101A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A5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A5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A5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A523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C9477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BA36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BC388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8C149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B631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C23F8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3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7D09A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F28D4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E165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E2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418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C7447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8A12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EC7E5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51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51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B8338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AE28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AE28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C9477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AD28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3F05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04F7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AD28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0507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AC27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AB26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AB26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9A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9A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B36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2527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(2022)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2022: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74707" y="1600200"/>
              <a:ext cx="7794585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78481" y="5870698"/>
              <a:ext cx="10413" cy="10133"/>
            </a:xfrm>
            <a:custGeom>
              <a:avLst/>
              <a:pathLst>
                <a:path w="10413" h="10133">
                  <a:moveTo>
                    <a:pt x="537" y="1469"/>
                  </a:moveTo>
                  <a:lnTo>
                    <a:pt x="4479" y="0"/>
                  </a:lnTo>
                  <a:lnTo>
                    <a:pt x="6415" y="76"/>
                  </a:lnTo>
                  <a:lnTo>
                    <a:pt x="10413" y="5313"/>
                  </a:lnTo>
                  <a:lnTo>
                    <a:pt x="8667" y="8782"/>
                  </a:lnTo>
                  <a:lnTo>
                    <a:pt x="5035" y="10133"/>
                  </a:lnTo>
                  <a:lnTo>
                    <a:pt x="1636" y="7722"/>
                  </a:lnTo>
                  <a:lnTo>
                    <a:pt x="0" y="502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29324" y="5505052"/>
              <a:ext cx="92250" cy="89436"/>
            </a:xfrm>
            <a:custGeom>
              <a:avLst/>
              <a:pathLst>
                <a:path w="92250" h="89436">
                  <a:moveTo>
                    <a:pt x="1374" y="34149"/>
                  </a:moveTo>
                  <a:lnTo>
                    <a:pt x="3991" y="29993"/>
                  </a:lnTo>
                  <a:lnTo>
                    <a:pt x="5026" y="25054"/>
                  </a:lnTo>
                  <a:lnTo>
                    <a:pt x="5901" y="20865"/>
                  </a:lnTo>
                  <a:lnTo>
                    <a:pt x="5293" y="18103"/>
                  </a:lnTo>
                  <a:lnTo>
                    <a:pt x="2081" y="12982"/>
                  </a:lnTo>
                  <a:lnTo>
                    <a:pt x="1109" y="9378"/>
                  </a:lnTo>
                  <a:lnTo>
                    <a:pt x="0" y="6720"/>
                  </a:lnTo>
                  <a:lnTo>
                    <a:pt x="1648" y="4212"/>
                  </a:lnTo>
                  <a:lnTo>
                    <a:pt x="7172" y="3130"/>
                  </a:lnTo>
                  <a:lnTo>
                    <a:pt x="13931" y="0"/>
                  </a:lnTo>
                  <a:lnTo>
                    <a:pt x="15573" y="513"/>
                  </a:lnTo>
                  <a:lnTo>
                    <a:pt x="19726" y="3321"/>
                  </a:lnTo>
                  <a:lnTo>
                    <a:pt x="21096" y="3230"/>
                  </a:lnTo>
                  <a:lnTo>
                    <a:pt x="23704" y="3055"/>
                  </a:lnTo>
                  <a:lnTo>
                    <a:pt x="27431" y="4896"/>
                  </a:lnTo>
                  <a:lnTo>
                    <a:pt x="30825" y="8116"/>
                  </a:lnTo>
                  <a:lnTo>
                    <a:pt x="29007" y="9245"/>
                  </a:lnTo>
                  <a:lnTo>
                    <a:pt x="31321" y="11434"/>
                  </a:lnTo>
                  <a:lnTo>
                    <a:pt x="32724" y="12759"/>
                  </a:lnTo>
                  <a:lnTo>
                    <a:pt x="42344" y="16121"/>
                  </a:lnTo>
                  <a:lnTo>
                    <a:pt x="50216" y="21423"/>
                  </a:lnTo>
                  <a:lnTo>
                    <a:pt x="53251" y="27529"/>
                  </a:lnTo>
                  <a:lnTo>
                    <a:pt x="55950" y="26851"/>
                  </a:lnTo>
                  <a:lnTo>
                    <a:pt x="61428" y="32225"/>
                  </a:lnTo>
                  <a:lnTo>
                    <a:pt x="68756" y="35226"/>
                  </a:lnTo>
                  <a:lnTo>
                    <a:pt x="66259" y="39325"/>
                  </a:lnTo>
                  <a:lnTo>
                    <a:pt x="73686" y="44693"/>
                  </a:lnTo>
                  <a:lnTo>
                    <a:pt x="76820" y="44122"/>
                  </a:lnTo>
                  <a:lnTo>
                    <a:pt x="81153" y="48619"/>
                  </a:lnTo>
                  <a:lnTo>
                    <a:pt x="81582" y="53735"/>
                  </a:lnTo>
                  <a:lnTo>
                    <a:pt x="84940" y="57477"/>
                  </a:lnTo>
                  <a:lnTo>
                    <a:pt x="88400" y="64902"/>
                  </a:lnTo>
                  <a:lnTo>
                    <a:pt x="92006" y="70610"/>
                  </a:lnTo>
                  <a:lnTo>
                    <a:pt x="92250" y="74631"/>
                  </a:lnTo>
                  <a:lnTo>
                    <a:pt x="92107" y="76849"/>
                  </a:lnTo>
                  <a:lnTo>
                    <a:pt x="88006" y="79310"/>
                  </a:lnTo>
                  <a:lnTo>
                    <a:pt x="85195" y="78480"/>
                  </a:lnTo>
                  <a:lnTo>
                    <a:pt x="82838" y="80051"/>
                  </a:lnTo>
                  <a:lnTo>
                    <a:pt x="80140" y="79068"/>
                  </a:lnTo>
                  <a:lnTo>
                    <a:pt x="78095" y="77710"/>
                  </a:lnTo>
                  <a:lnTo>
                    <a:pt x="74831" y="79484"/>
                  </a:lnTo>
                  <a:lnTo>
                    <a:pt x="71446" y="83024"/>
                  </a:lnTo>
                  <a:lnTo>
                    <a:pt x="72358" y="88065"/>
                  </a:lnTo>
                  <a:lnTo>
                    <a:pt x="69893" y="89316"/>
                  </a:lnTo>
                  <a:lnTo>
                    <a:pt x="65591" y="89436"/>
                  </a:lnTo>
                  <a:lnTo>
                    <a:pt x="63875" y="86525"/>
                  </a:lnTo>
                  <a:lnTo>
                    <a:pt x="61800" y="85441"/>
                  </a:lnTo>
                  <a:lnTo>
                    <a:pt x="58554" y="84324"/>
                  </a:lnTo>
                  <a:lnTo>
                    <a:pt x="52616" y="80264"/>
                  </a:lnTo>
                  <a:lnTo>
                    <a:pt x="49064" y="77883"/>
                  </a:lnTo>
                  <a:lnTo>
                    <a:pt x="46589" y="75101"/>
                  </a:lnTo>
                  <a:lnTo>
                    <a:pt x="43770" y="72303"/>
                  </a:lnTo>
                  <a:lnTo>
                    <a:pt x="43421" y="69381"/>
                  </a:lnTo>
                  <a:lnTo>
                    <a:pt x="41306" y="66055"/>
                  </a:lnTo>
                  <a:lnTo>
                    <a:pt x="39287" y="65711"/>
                  </a:lnTo>
                  <a:lnTo>
                    <a:pt x="37708" y="67223"/>
                  </a:lnTo>
                  <a:lnTo>
                    <a:pt x="35483" y="67593"/>
                  </a:lnTo>
                  <a:lnTo>
                    <a:pt x="32542" y="66677"/>
                  </a:lnTo>
                  <a:lnTo>
                    <a:pt x="31803" y="64648"/>
                  </a:lnTo>
                  <a:lnTo>
                    <a:pt x="27401" y="64764"/>
                  </a:lnTo>
                  <a:lnTo>
                    <a:pt x="29343" y="70152"/>
                  </a:lnTo>
                  <a:lnTo>
                    <a:pt x="27041" y="70192"/>
                  </a:lnTo>
                  <a:lnTo>
                    <a:pt x="24251" y="66487"/>
                  </a:lnTo>
                  <a:lnTo>
                    <a:pt x="24633" y="62382"/>
                  </a:lnTo>
                  <a:lnTo>
                    <a:pt x="23332" y="59178"/>
                  </a:lnTo>
                  <a:lnTo>
                    <a:pt x="20270" y="57883"/>
                  </a:lnTo>
                  <a:lnTo>
                    <a:pt x="17333" y="58985"/>
                  </a:lnTo>
                  <a:lnTo>
                    <a:pt x="16328" y="53466"/>
                  </a:lnTo>
                  <a:lnTo>
                    <a:pt x="15878" y="50292"/>
                  </a:lnTo>
                  <a:lnTo>
                    <a:pt x="14588" y="46235"/>
                  </a:lnTo>
                  <a:lnTo>
                    <a:pt x="15170" y="41218"/>
                  </a:lnTo>
                  <a:lnTo>
                    <a:pt x="11980" y="38772"/>
                  </a:lnTo>
                  <a:lnTo>
                    <a:pt x="10709" y="35731"/>
                  </a:lnTo>
                  <a:lnTo>
                    <a:pt x="5436" y="37300"/>
                  </a:lnTo>
                  <a:lnTo>
                    <a:pt x="3314" y="374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693806" y="5464847"/>
              <a:ext cx="60584" cy="85834"/>
            </a:xfrm>
            <a:custGeom>
              <a:avLst/>
              <a:pathLst>
                <a:path w="60584" h="85834">
                  <a:moveTo>
                    <a:pt x="0" y="25566"/>
                  </a:moveTo>
                  <a:lnTo>
                    <a:pt x="2015" y="19785"/>
                  </a:lnTo>
                  <a:lnTo>
                    <a:pt x="4388" y="18885"/>
                  </a:lnTo>
                  <a:lnTo>
                    <a:pt x="5240" y="16903"/>
                  </a:lnTo>
                  <a:lnTo>
                    <a:pt x="9067" y="17561"/>
                  </a:lnTo>
                  <a:lnTo>
                    <a:pt x="12037" y="21172"/>
                  </a:lnTo>
                  <a:lnTo>
                    <a:pt x="15084" y="22999"/>
                  </a:lnTo>
                  <a:lnTo>
                    <a:pt x="16348" y="19655"/>
                  </a:lnTo>
                  <a:lnTo>
                    <a:pt x="11960" y="13632"/>
                  </a:lnTo>
                  <a:lnTo>
                    <a:pt x="6464" y="11392"/>
                  </a:lnTo>
                  <a:lnTo>
                    <a:pt x="6589" y="8212"/>
                  </a:lnTo>
                  <a:lnTo>
                    <a:pt x="9676" y="5254"/>
                  </a:lnTo>
                  <a:lnTo>
                    <a:pt x="14771" y="4755"/>
                  </a:lnTo>
                  <a:lnTo>
                    <a:pt x="21709" y="3965"/>
                  </a:lnTo>
                  <a:lnTo>
                    <a:pt x="28684" y="3328"/>
                  </a:lnTo>
                  <a:lnTo>
                    <a:pt x="29172" y="3091"/>
                  </a:lnTo>
                  <a:lnTo>
                    <a:pt x="35517" y="0"/>
                  </a:lnTo>
                  <a:lnTo>
                    <a:pt x="41175" y="2834"/>
                  </a:lnTo>
                  <a:lnTo>
                    <a:pt x="46624" y="8905"/>
                  </a:lnTo>
                  <a:lnTo>
                    <a:pt x="50514" y="8961"/>
                  </a:lnTo>
                  <a:lnTo>
                    <a:pt x="53718" y="11863"/>
                  </a:lnTo>
                  <a:lnTo>
                    <a:pt x="58804" y="13175"/>
                  </a:lnTo>
                  <a:lnTo>
                    <a:pt x="60584" y="16571"/>
                  </a:lnTo>
                  <a:lnTo>
                    <a:pt x="60207" y="20692"/>
                  </a:lnTo>
                  <a:lnTo>
                    <a:pt x="57031" y="24772"/>
                  </a:lnTo>
                  <a:lnTo>
                    <a:pt x="52772" y="25578"/>
                  </a:lnTo>
                  <a:lnTo>
                    <a:pt x="49560" y="27320"/>
                  </a:lnTo>
                  <a:lnTo>
                    <a:pt x="46839" y="33003"/>
                  </a:lnTo>
                  <a:lnTo>
                    <a:pt x="43064" y="34160"/>
                  </a:lnTo>
                  <a:lnTo>
                    <a:pt x="39712" y="36086"/>
                  </a:lnTo>
                  <a:lnTo>
                    <a:pt x="38378" y="36850"/>
                  </a:lnTo>
                  <a:lnTo>
                    <a:pt x="32711" y="40216"/>
                  </a:lnTo>
                  <a:lnTo>
                    <a:pt x="28862" y="45432"/>
                  </a:lnTo>
                  <a:lnTo>
                    <a:pt x="30221" y="49782"/>
                  </a:lnTo>
                  <a:lnTo>
                    <a:pt x="30002" y="52909"/>
                  </a:lnTo>
                  <a:lnTo>
                    <a:pt x="31151" y="56034"/>
                  </a:lnTo>
                  <a:lnTo>
                    <a:pt x="30329" y="59372"/>
                  </a:lnTo>
                  <a:lnTo>
                    <a:pt x="31603" y="61162"/>
                  </a:lnTo>
                  <a:lnTo>
                    <a:pt x="31924" y="64785"/>
                  </a:lnTo>
                  <a:lnTo>
                    <a:pt x="30223" y="65758"/>
                  </a:lnTo>
                  <a:lnTo>
                    <a:pt x="27911" y="66313"/>
                  </a:lnTo>
                  <a:lnTo>
                    <a:pt x="28429" y="70569"/>
                  </a:lnTo>
                  <a:lnTo>
                    <a:pt x="30227" y="72930"/>
                  </a:lnTo>
                  <a:lnTo>
                    <a:pt x="31354" y="77223"/>
                  </a:lnTo>
                  <a:lnTo>
                    <a:pt x="29472" y="80667"/>
                  </a:lnTo>
                  <a:lnTo>
                    <a:pt x="28794" y="83176"/>
                  </a:lnTo>
                  <a:lnTo>
                    <a:pt x="27812" y="85834"/>
                  </a:lnTo>
                  <a:lnTo>
                    <a:pt x="25962" y="84300"/>
                  </a:lnTo>
                  <a:lnTo>
                    <a:pt x="23029" y="79923"/>
                  </a:lnTo>
                  <a:lnTo>
                    <a:pt x="25671" y="78924"/>
                  </a:lnTo>
                  <a:lnTo>
                    <a:pt x="25811" y="71357"/>
                  </a:lnTo>
                  <a:lnTo>
                    <a:pt x="21623" y="66357"/>
                  </a:lnTo>
                  <a:lnTo>
                    <a:pt x="18020" y="59648"/>
                  </a:lnTo>
                  <a:lnTo>
                    <a:pt x="15679" y="55088"/>
                  </a:lnTo>
                  <a:lnTo>
                    <a:pt x="15821" y="50903"/>
                  </a:lnTo>
                  <a:lnTo>
                    <a:pt x="14374" y="48178"/>
                  </a:lnTo>
                  <a:lnTo>
                    <a:pt x="13943" y="42413"/>
                  </a:lnTo>
                  <a:lnTo>
                    <a:pt x="12007" y="41574"/>
                  </a:lnTo>
                  <a:lnTo>
                    <a:pt x="9638" y="42681"/>
                  </a:lnTo>
                  <a:lnTo>
                    <a:pt x="8639" y="38587"/>
                  </a:lnTo>
                  <a:lnTo>
                    <a:pt x="5185" y="36769"/>
                  </a:lnTo>
                  <a:lnTo>
                    <a:pt x="223" y="283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640865" y="5407454"/>
              <a:ext cx="60498" cy="75907"/>
            </a:xfrm>
            <a:custGeom>
              <a:avLst/>
              <a:pathLst>
                <a:path w="60498" h="75907">
                  <a:moveTo>
                    <a:pt x="0" y="0"/>
                  </a:moveTo>
                  <a:lnTo>
                    <a:pt x="3861" y="1552"/>
                  </a:lnTo>
                  <a:lnTo>
                    <a:pt x="7679" y="4604"/>
                  </a:lnTo>
                  <a:lnTo>
                    <a:pt x="10483" y="7147"/>
                  </a:lnTo>
                  <a:lnTo>
                    <a:pt x="11361" y="8373"/>
                  </a:lnTo>
                  <a:lnTo>
                    <a:pt x="13232" y="10986"/>
                  </a:lnTo>
                  <a:lnTo>
                    <a:pt x="15675" y="9248"/>
                  </a:lnTo>
                  <a:lnTo>
                    <a:pt x="20289" y="8116"/>
                  </a:lnTo>
                  <a:lnTo>
                    <a:pt x="24735" y="7866"/>
                  </a:lnTo>
                  <a:lnTo>
                    <a:pt x="26515" y="6475"/>
                  </a:lnTo>
                  <a:lnTo>
                    <a:pt x="26668" y="6356"/>
                  </a:lnTo>
                  <a:lnTo>
                    <a:pt x="29533" y="6451"/>
                  </a:lnTo>
                  <a:lnTo>
                    <a:pt x="30384" y="9379"/>
                  </a:lnTo>
                  <a:lnTo>
                    <a:pt x="32445" y="10557"/>
                  </a:lnTo>
                  <a:lnTo>
                    <a:pt x="35137" y="12862"/>
                  </a:lnTo>
                  <a:lnTo>
                    <a:pt x="39663" y="16497"/>
                  </a:lnTo>
                  <a:lnTo>
                    <a:pt x="45038" y="21526"/>
                  </a:lnTo>
                  <a:lnTo>
                    <a:pt x="48197" y="28526"/>
                  </a:lnTo>
                  <a:lnTo>
                    <a:pt x="52652" y="31787"/>
                  </a:lnTo>
                  <a:lnTo>
                    <a:pt x="53368" y="34312"/>
                  </a:lnTo>
                  <a:lnTo>
                    <a:pt x="53787" y="39927"/>
                  </a:lnTo>
                  <a:lnTo>
                    <a:pt x="56727" y="46638"/>
                  </a:lnTo>
                  <a:lnTo>
                    <a:pt x="60498" y="48850"/>
                  </a:lnTo>
                  <a:lnTo>
                    <a:pt x="59843" y="51929"/>
                  </a:lnTo>
                  <a:lnTo>
                    <a:pt x="58883" y="52592"/>
                  </a:lnTo>
                  <a:lnTo>
                    <a:pt x="54800" y="51968"/>
                  </a:lnTo>
                  <a:lnTo>
                    <a:pt x="52177" y="55637"/>
                  </a:lnTo>
                  <a:lnTo>
                    <a:pt x="51314" y="61617"/>
                  </a:lnTo>
                  <a:lnTo>
                    <a:pt x="49179" y="65871"/>
                  </a:lnTo>
                  <a:lnTo>
                    <a:pt x="47410" y="68121"/>
                  </a:lnTo>
                  <a:lnTo>
                    <a:pt x="47835" y="69836"/>
                  </a:lnTo>
                  <a:lnTo>
                    <a:pt x="46686" y="72059"/>
                  </a:lnTo>
                  <a:lnTo>
                    <a:pt x="45792" y="74583"/>
                  </a:lnTo>
                  <a:lnTo>
                    <a:pt x="43910" y="75907"/>
                  </a:lnTo>
                  <a:lnTo>
                    <a:pt x="39790" y="71766"/>
                  </a:lnTo>
                  <a:lnTo>
                    <a:pt x="36557" y="64230"/>
                  </a:lnTo>
                  <a:lnTo>
                    <a:pt x="35154" y="53328"/>
                  </a:lnTo>
                  <a:lnTo>
                    <a:pt x="31112" y="47816"/>
                  </a:lnTo>
                  <a:lnTo>
                    <a:pt x="24452" y="38846"/>
                  </a:lnTo>
                  <a:lnTo>
                    <a:pt x="21826" y="33441"/>
                  </a:lnTo>
                  <a:lnTo>
                    <a:pt x="16851" y="24698"/>
                  </a:lnTo>
                  <a:lnTo>
                    <a:pt x="12599" y="16683"/>
                  </a:lnTo>
                  <a:lnTo>
                    <a:pt x="7957" y="11925"/>
                  </a:lnTo>
                  <a:lnTo>
                    <a:pt x="1941" y="477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01229" y="5424364"/>
              <a:ext cx="100596" cy="110518"/>
            </a:xfrm>
            <a:custGeom>
              <a:avLst/>
              <a:pathLst>
                <a:path w="100596" h="110518">
                  <a:moveTo>
                    <a:pt x="542" y="24158"/>
                  </a:moveTo>
                  <a:lnTo>
                    <a:pt x="0" y="20401"/>
                  </a:lnTo>
                  <a:lnTo>
                    <a:pt x="2324" y="18148"/>
                  </a:lnTo>
                  <a:lnTo>
                    <a:pt x="3944" y="15090"/>
                  </a:lnTo>
                  <a:lnTo>
                    <a:pt x="1041" y="9201"/>
                  </a:lnTo>
                  <a:lnTo>
                    <a:pt x="3917" y="8100"/>
                  </a:lnTo>
                  <a:lnTo>
                    <a:pt x="6991" y="5963"/>
                  </a:lnTo>
                  <a:lnTo>
                    <a:pt x="10951" y="3581"/>
                  </a:lnTo>
                  <a:lnTo>
                    <a:pt x="15935" y="2715"/>
                  </a:lnTo>
                  <a:lnTo>
                    <a:pt x="18112" y="0"/>
                  </a:lnTo>
                  <a:lnTo>
                    <a:pt x="21430" y="2384"/>
                  </a:lnTo>
                  <a:lnTo>
                    <a:pt x="29178" y="3504"/>
                  </a:lnTo>
                  <a:lnTo>
                    <a:pt x="37368" y="5019"/>
                  </a:lnTo>
                  <a:lnTo>
                    <a:pt x="42500" y="3473"/>
                  </a:lnTo>
                  <a:lnTo>
                    <a:pt x="48348" y="4522"/>
                  </a:lnTo>
                  <a:lnTo>
                    <a:pt x="51727" y="10975"/>
                  </a:lnTo>
                  <a:lnTo>
                    <a:pt x="50264" y="14166"/>
                  </a:lnTo>
                  <a:lnTo>
                    <a:pt x="54294" y="19524"/>
                  </a:lnTo>
                  <a:lnTo>
                    <a:pt x="54986" y="20441"/>
                  </a:lnTo>
                  <a:lnTo>
                    <a:pt x="64544" y="34447"/>
                  </a:lnTo>
                  <a:lnTo>
                    <a:pt x="67509" y="41956"/>
                  </a:lnTo>
                  <a:lnTo>
                    <a:pt x="69134" y="48627"/>
                  </a:lnTo>
                  <a:lnTo>
                    <a:pt x="79447" y="64054"/>
                  </a:lnTo>
                  <a:lnTo>
                    <a:pt x="82506" y="67888"/>
                  </a:lnTo>
                  <a:lnTo>
                    <a:pt x="85762" y="73089"/>
                  </a:lnTo>
                  <a:lnTo>
                    <a:pt x="89046" y="78207"/>
                  </a:lnTo>
                  <a:lnTo>
                    <a:pt x="91182" y="82255"/>
                  </a:lnTo>
                  <a:lnTo>
                    <a:pt x="92828" y="87277"/>
                  </a:lnTo>
                  <a:lnTo>
                    <a:pt x="92221" y="89581"/>
                  </a:lnTo>
                  <a:lnTo>
                    <a:pt x="94952" y="93809"/>
                  </a:lnTo>
                  <a:lnTo>
                    <a:pt x="97552" y="99572"/>
                  </a:lnTo>
                  <a:lnTo>
                    <a:pt x="99452" y="104214"/>
                  </a:lnTo>
                  <a:lnTo>
                    <a:pt x="100470" y="108410"/>
                  </a:lnTo>
                  <a:lnTo>
                    <a:pt x="100596" y="110518"/>
                  </a:lnTo>
                  <a:lnTo>
                    <a:pt x="96789" y="109171"/>
                  </a:lnTo>
                  <a:lnTo>
                    <a:pt x="94524" y="107765"/>
                  </a:lnTo>
                  <a:lnTo>
                    <a:pt x="92092" y="104384"/>
                  </a:lnTo>
                  <a:lnTo>
                    <a:pt x="88520" y="102398"/>
                  </a:lnTo>
                  <a:lnTo>
                    <a:pt x="84824" y="98707"/>
                  </a:lnTo>
                  <a:lnTo>
                    <a:pt x="80160" y="94366"/>
                  </a:lnTo>
                  <a:lnTo>
                    <a:pt x="76440" y="90910"/>
                  </a:lnTo>
                  <a:lnTo>
                    <a:pt x="73079" y="87185"/>
                  </a:lnTo>
                  <a:lnTo>
                    <a:pt x="72145" y="88437"/>
                  </a:lnTo>
                  <a:lnTo>
                    <a:pt x="67991" y="86001"/>
                  </a:lnTo>
                  <a:lnTo>
                    <a:pt x="65490" y="84832"/>
                  </a:lnTo>
                  <a:lnTo>
                    <a:pt x="61984" y="85427"/>
                  </a:lnTo>
                  <a:lnTo>
                    <a:pt x="57821" y="82381"/>
                  </a:lnTo>
                  <a:lnTo>
                    <a:pt x="58593" y="80368"/>
                  </a:lnTo>
                  <a:lnTo>
                    <a:pt x="58930" y="78501"/>
                  </a:lnTo>
                  <a:lnTo>
                    <a:pt x="58805" y="75056"/>
                  </a:lnTo>
                  <a:lnTo>
                    <a:pt x="59701" y="69308"/>
                  </a:lnTo>
                  <a:lnTo>
                    <a:pt x="55392" y="67733"/>
                  </a:lnTo>
                  <a:lnTo>
                    <a:pt x="51127" y="67072"/>
                  </a:lnTo>
                  <a:lnTo>
                    <a:pt x="51490" y="71014"/>
                  </a:lnTo>
                  <a:lnTo>
                    <a:pt x="51328" y="73538"/>
                  </a:lnTo>
                  <a:lnTo>
                    <a:pt x="46050" y="77132"/>
                  </a:lnTo>
                  <a:lnTo>
                    <a:pt x="44973" y="77122"/>
                  </a:lnTo>
                  <a:lnTo>
                    <a:pt x="43327" y="71792"/>
                  </a:lnTo>
                  <a:lnTo>
                    <a:pt x="45135" y="68293"/>
                  </a:lnTo>
                  <a:lnTo>
                    <a:pt x="44197" y="65728"/>
                  </a:lnTo>
                  <a:lnTo>
                    <a:pt x="41730" y="66501"/>
                  </a:lnTo>
                  <a:lnTo>
                    <a:pt x="39416" y="63966"/>
                  </a:lnTo>
                  <a:lnTo>
                    <a:pt x="39044" y="59994"/>
                  </a:lnTo>
                  <a:lnTo>
                    <a:pt x="37538" y="57927"/>
                  </a:lnTo>
                  <a:lnTo>
                    <a:pt x="34558" y="53228"/>
                  </a:lnTo>
                  <a:lnTo>
                    <a:pt x="31859" y="50865"/>
                  </a:lnTo>
                  <a:lnTo>
                    <a:pt x="27500" y="48884"/>
                  </a:lnTo>
                  <a:lnTo>
                    <a:pt x="25352" y="46922"/>
                  </a:lnTo>
                  <a:lnTo>
                    <a:pt x="23016" y="47621"/>
                  </a:lnTo>
                  <a:lnTo>
                    <a:pt x="19265" y="44555"/>
                  </a:lnTo>
                  <a:lnTo>
                    <a:pt x="17582" y="41223"/>
                  </a:lnTo>
                  <a:lnTo>
                    <a:pt x="14061" y="36762"/>
                  </a:lnTo>
                  <a:lnTo>
                    <a:pt x="10679" y="33924"/>
                  </a:lnTo>
                  <a:lnTo>
                    <a:pt x="7626" y="33688"/>
                  </a:lnTo>
                  <a:lnTo>
                    <a:pt x="5922" y="31452"/>
                  </a:lnTo>
                  <a:lnTo>
                    <a:pt x="2599" y="307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08548" y="5414790"/>
              <a:ext cx="5963" cy="11354"/>
            </a:xfrm>
            <a:custGeom>
              <a:avLst/>
              <a:pathLst>
                <a:path w="5963" h="11354">
                  <a:moveTo>
                    <a:pt x="0" y="6421"/>
                  </a:moveTo>
                  <a:lnTo>
                    <a:pt x="2497" y="0"/>
                  </a:lnTo>
                  <a:lnTo>
                    <a:pt x="5963" y="1150"/>
                  </a:lnTo>
                  <a:lnTo>
                    <a:pt x="4813" y="4283"/>
                  </a:lnTo>
                  <a:lnTo>
                    <a:pt x="3511" y="9171"/>
                  </a:lnTo>
                  <a:lnTo>
                    <a:pt x="131" y="11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071036" y="5490409"/>
              <a:ext cx="7522" cy="6406"/>
            </a:xfrm>
            <a:custGeom>
              <a:avLst/>
              <a:pathLst>
                <a:path w="7522" h="6406">
                  <a:moveTo>
                    <a:pt x="0" y="2427"/>
                  </a:moveTo>
                  <a:lnTo>
                    <a:pt x="3038" y="244"/>
                  </a:lnTo>
                  <a:lnTo>
                    <a:pt x="5324" y="0"/>
                  </a:lnTo>
                  <a:lnTo>
                    <a:pt x="7522" y="2172"/>
                  </a:lnTo>
                  <a:lnTo>
                    <a:pt x="6691" y="5344"/>
                  </a:lnTo>
                  <a:lnTo>
                    <a:pt x="2918" y="6406"/>
                  </a:lnTo>
                  <a:lnTo>
                    <a:pt x="1904" y="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048706" y="5536441"/>
              <a:ext cx="86491" cy="132401"/>
            </a:xfrm>
            <a:custGeom>
              <a:avLst/>
              <a:pathLst>
                <a:path w="86491" h="132401">
                  <a:moveTo>
                    <a:pt x="0" y="90317"/>
                  </a:moveTo>
                  <a:lnTo>
                    <a:pt x="2174" y="84913"/>
                  </a:lnTo>
                  <a:lnTo>
                    <a:pt x="4045" y="80243"/>
                  </a:lnTo>
                  <a:lnTo>
                    <a:pt x="6646" y="75896"/>
                  </a:lnTo>
                  <a:lnTo>
                    <a:pt x="9979" y="74218"/>
                  </a:lnTo>
                  <a:lnTo>
                    <a:pt x="13386" y="70890"/>
                  </a:lnTo>
                  <a:lnTo>
                    <a:pt x="16236" y="69267"/>
                  </a:lnTo>
                  <a:lnTo>
                    <a:pt x="22644" y="69096"/>
                  </a:lnTo>
                  <a:lnTo>
                    <a:pt x="24362" y="66311"/>
                  </a:lnTo>
                  <a:lnTo>
                    <a:pt x="23338" y="58845"/>
                  </a:lnTo>
                  <a:lnTo>
                    <a:pt x="27664" y="54244"/>
                  </a:lnTo>
                  <a:lnTo>
                    <a:pt x="29435" y="53123"/>
                  </a:lnTo>
                  <a:lnTo>
                    <a:pt x="31772" y="53548"/>
                  </a:lnTo>
                  <a:lnTo>
                    <a:pt x="35811" y="51197"/>
                  </a:lnTo>
                  <a:lnTo>
                    <a:pt x="34904" y="49217"/>
                  </a:lnTo>
                  <a:lnTo>
                    <a:pt x="36143" y="46769"/>
                  </a:lnTo>
                  <a:lnTo>
                    <a:pt x="39509" y="48986"/>
                  </a:lnTo>
                  <a:lnTo>
                    <a:pt x="41842" y="45512"/>
                  </a:lnTo>
                  <a:lnTo>
                    <a:pt x="39354" y="42320"/>
                  </a:lnTo>
                  <a:lnTo>
                    <a:pt x="37511" y="41192"/>
                  </a:lnTo>
                  <a:lnTo>
                    <a:pt x="38927" y="37955"/>
                  </a:lnTo>
                  <a:lnTo>
                    <a:pt x="40094" y="35628"/>
                  </a:lnTo>
                  <a:lnTo>
                    <a:pt x="42783" y="33895"/>
                  </a:lnTo>
                  <a:lnTo>
                    <a:pt x="43067" y="30865"/>
                  </a:lnTo>
                  <a:lnTo>
                    <a:pt x="45790" y="27290"/>
                  </a:lnTo>
                  <a:lnTo>
                    <a:pt x="47178" y="23967"/>
                  </a:lnTo>
                  <a:lnTo>
                    <a:pt x="50567" y="21380"/>
                  </a:lnTo>
                  <a:lnTo>
                    <a:pt x="51384" y="17318"/>
                  </a:lnTo>
                  <a:lnTo>
                    <a:pt x="54224" y="16257"/>
                  </a:lnTo>
                  <a:lnTo>
                    <a:pt x="55477" y="12883"/>
                  </a:lnTo>
                  <a:lnTo>
                    <a:pt x="58269" y="11930"/>
                  </a:lnTo>
                  <a:lnTo>
                    <a:pt x="56867" y="7268"/>
                  </a:lnTo>
                  <a:lnTo>
                    <a:pt x="57925" y="3367"/>
                  </a:lnTo>
                  <a:lnTo>
                    <a:pt x="59487" y="2005"/>
                  </a:lnTo>
                  <a:lnTo>
                    <a:pt x="62744" y="1662"/>
                  </a:lnTo>
                  <a:lnTo>
                    <a:pt x="65603" y="0"/>
                  </a:lnTo>
                  <a:lnTo>
                    <a:pt x="66551" y="3083"/>
                  </a:lnTo>
                  <a:lnTo>
                    <a:pt x="65569" y="7531"/>
                  </a:lnTo>
                  <a:lnTo>
                    <a:pt x="63520" y="10816"/>
                  </a:lnTo>
                  <a:lnTo>
                    <a:pt x="62544" y="14155"/>
                  </a:lnTo>
                  <a:lnTo>
                    <a:pt x="63435" y="17626"/>
                  </a:lnTo>
                  <a:lnTo>
                    <a:pt x="65616" y="18459"/>
                  </a:lnTo>
                  <a:lnTo>
                    <a:pt x="66960" y="18004"/>
                  </a:lnTo>
                  <a:lnTo>
                    <a:pt x="67992" y="15772"/>
                  </a:lnTo>
                  <a:lnTo>
                    <a:pt x="67376" y="13777"/>
                  </a:lnTo>
                  <a:lnTo>
                    <a:pt x="69001" y="13221"/>
                  </a:lnTo>
                  <a:lnTo>
                    <a:pt x="71718" y="16268"/>
                  </a:lnTo>
                  <a:lnTo>
                    <a:pt x="74573" y="14578"/>
                  </a:lnTo>
                  <a:lnTo>
                    <a:pt x="76054" y="16254"/>
                  </a:lnTo>
                  <a:lnTo>
                    <a:pt x="79531" y="17060"/>
                  </a:lnTo>
                  <a:lnTo>
                    <a:pt x="85356" y="21761"/>
                  </a:lnTo>
                  <a:lnTo>
                    <a:pt x="86491" y="25016"/>
                  </a:lnTo>
                  <a:lnTo>
                    <a:pt x="84823" y="28047"/>
                  </a:lnTo>
                  <a:lnTo>
                    <a:pt x="79376" y="27797"/>
                  </a:lnTo>
                  <a:lnTo>
                    <a:pt x="77275" y="30381"/>
                  </a:lnTo>
                  <a:lnTo>
                    <a:pt x="72658" y="31843"/>
                  </a:lnTo>
                  <a:lnTo>
                    <a:pt x="69413" y="33301"/>
                  </a:lnTo>
                  <a:lnTo>
                    <a:pt x="65977" y="33114"/>
                  </a:lnTo>
                  <a:lnTo>
                    <a:pt x="64849" y="35612"/>
                  </a:lnTo>
                  <a:lnTo>
                    <a:pt x="61166" y="38222"/>
                  </a:lnTo>
                  <a:lnTo>
                    <a:pt x="58019" y="40654"/>
                  </a:lnTo>
                  <a:lnTo>
                    <a:pt x="59746" y="43208"/>
                  </a:lnTo>
                  <a:lnTo>
                    <a:pt x="59283" y="46782"/>
                  </a:lnTo>
                  <a:lnTo>
                    <a:pt x="57925" y="49190"/>
                  </a:lnTo>
                  <a:lnTo>
                    <a:pt x="58725" y="51771"/>
                  </a:lnTo>
                  <a:lnTo>
                    <a:pt x="60072" y="53140"/>
                  </a:lnTo>
                  <a:lnTo>
                    <a:pt x="61975" y="50208"/>
                  </a:lnTo>
                  <a:lnTo>
                    <a:pt x="63038" y="47271"/>
                  </a:lnTo>
                  <a:lnTo>
                    <a:pt x="66480" y="47173"/>
                  </a:lnTo>
                  <a:lnTo>
                    <a:pt x="68852" y="42768"/>
                  </a:lnTo>
                  <a:lnTo>
                    <a:pt x="69401" y="44481"/>
                  </a:lnTo>
                  <a:lnTo>
                    <a:pt x="72745" y="46127"/>
                  </a:lnTo>
                  <a:lnTo>
                    <a:pt x="72621" y="51483"/>
                  </a:lnTo>
                  <a:lnTo>
                    <a:pt x="77341" y="53673"/>
                  </a:lnTo>
                  <a:lnTo>
                    <a:pt x="75042" y="56954"/>
                  </a:lnTo>
                  <a:lnTo>
                    <a:pt x="70789" y="58781"/>
                  </a:lnTo>
                  <a:lnTo>
                    <a:pt x="72977" y="62320"/>
                  </a:lnTo>
                  <a:lnTo>
                    <a:pt x="75541" y="64031"/>
                  </a:lnTo>
                  <a:lnTo>
                    <a:pt x="80438" y="64221"/>
                  </a:lnTo>
                  <a:lnTo>
                    <a:pt x="80768" y="66112"/>
                  </a:lnTo>
                  <a:lnTo>
                    <a:pt x="78228" y="70796"/>
                  </a:lnTo>
                  <a:lnTo>
                    <a:pt x="76745" y="74866"/>
                  </a:lnTo>
                  <a:lnTo>
                    <a:pt x="79714" y="79933"/>
                  </a:lnTo>
                  <a:lnTo>
                    <a:pt x="77875" y="82883"/>
                  </a:lnTo>
                  <a:lnTo>
                    <a:pt x="72280" y="77661"/>
                  </a:lnTo>
                  <a:lnTo>
                    <a:pt x="69133" y="77117"/>
                  </a:lnTo>
                  <a:lnTo>
                    <a:pt x="68754" y="81521"/>
                  </a:lnTo>
                  <a:lnTo>
                    <a:pt x="68352" y="85455"/>
                  </a:lnTo>
                  <a:lnTo>
                    <a:pt x="66649" y="88374"/>
                  </a:lnTo>
                  <a:lnTo>
                    <a:pt x="62907" y="89896"/>
                  </a:lnTo>
                  <a:lnTo>
                    <a:pt x="59008" y="90939"/>
                  </a:lnTo>
                  <a:lnTo>
                    <a:pt x="59419" y="95427"/>
                  </a:lnTo>
                  <a:lnTo>
                    <a:pt x="61807" y="96596"/>
                  </a:lnTo>
                  <a:lnTo>
                    <a:pt x="61447" y="98776"/>
                  </a:lnTo>
                  <a:lnTo>
                    <a:pt x="56478" y="101244"/>
                  </a:lnTo>
                  <a:lnTo>
                    <a:pt x="52673" y="105740"/>
                  </a:lnTo>
                  <a:lnTo>
                    <a:pt x="50905" y="108720"/>
                  </a:lnTo>
                  <a:lnTo>
                    <a:pt x="48645" y="110089"/>
                  </a:lnTo>
                  <a:lnTo>
                    <a:pt x="45847" y="104053"/>
                  </a:lnTo>
                  <a:lnTo>
                    <a:pt x="43181" y="104014"/>
                  </a:lnTo>
                  <a:lnTo>
                    <a:pt x="40476" y="106733"/>
                  </a:lnTo>
                  <a:lnTo>
                    <a:pt x="42108" y="110052"/>
                  </a:lnTo>
                  <a:lnTo>
                    <a:pt x="43052" y="116942"/>
                  </a:lnTo>
                  <a:lnTo>
                    <a:pt x="41066" y="117208"/>
                  </a:lnTo>
                  <a:lnTo>
                    <a:pt x="38257" y="119615"/>
                  </a:lnTo>
                  <a:lnTo>
                    <a:pt x="35989" y="121507"/>
                  </a:lnTo>
                  <a:lnTo>
                    <a:pt x="34028" y="122264"/>
                  </a:lnTo>
                  <a:lnTo>
                    <a:pt x="32428" y="125760"/>
                  </a:lnTo>
                  <a:lnTo>
                    <a:pt x="30399" y="127702"/>
                  </a:lnTo>
                  <a:lnTo>
                    <a:pt x="29384" y="131435"/>
                  </a:lnTo>
                  <a:lnTo>
                    <a:pt x="25059" y="132401"/>
                  </a:lnTo>
                  <a:lnTo>
                    <a:pt x="25363" y="128426"/>
                  </a:lnTo>
                  <a:lnTo>
                    <a:pt x="18880" y="122289"/>
                  </a:lnTo>
                  <a:lnTo>
                    <a:pt x="18105" y="117690"/>
                  </a:lnTo>
                  <a:lnTo>
                    <a:pt x="14705" y="114804"/>
                  </a:lnTo>
                  <a:lnTo>
                    <a:pt x="10587" y="113034"/>
                  </a:lnTo>
                  <a:lnTo>
                    <a:pt x="9820" y="104820"/>
                  </a:lnTo>
                  <a:lnTo>
                    <a:pt x="6621" y="96792"/>
                  </a:lnTo>
                  <a:lnTo>
                    <a:pt x="3357" y="95354"/>
                  </a:lnTo>
                  <a:lnTo>
                    <a:pt x="90" y="953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53530" y="5672754"/>
              <a:ext cx="30011" cy="16080"/>
            </a:xfrm>
            <a:custGeom>
              <a:avLst/>
              <a:pathLst>
                <a:path w="30011" h="16080">
                  <a:moveTo>
                    <a:pt x="0" y="15188"/>
                  </a:moveTo>
                  <a:lnTo>
                    <a:pt x="3604" y="8257"/>
                  </a:lnTo>
                  <a:lnTo>
                    <a:pt x="9192" y="2302"/>
                  </a:lnTo>
                  <a:lnTo>
                    <a:pt x="18954" y="918"/>
                  </a:lnTo>
                  <a:lnTo>
                    <a:pt x="22586" y="0"/>
                  </a:lnTo>
                  <a:lnTo>
                    <a:pt x="25232" y="2662"/>
                  </a:lnTo>
                  <a:lnTo>
                    <a:pt x="30011" y="2561"/>
                  </a:lnTo>
                  <a:lnTo>
                    <a:pt x="29985" y="4668"/>
                  </a:lnTo>
                  <a:lnTo>
                    <a:pt x="26090" y="8466"/>
                  </a:lnTo>
                  <a:lnTo>
                    <a:pt x="18030" y="8403"/>
                  </a:lnTo>
                  <a:lnTo>
                    <a:pt x="9461" y="8883"/>
                  </a:lnTo>
                  <a:lnTo>
                    <a:pt x="6599" y="10963"/>
                  </a:lnTo>
                  <a:lnTo>
                    <a:pt x="3303" y="160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28049" y="5721924"/>
              <a:ext cx="6594" cy="10745"/>
            </a:xfrm>
            <a:custGeom>
              <a:avLst/>
              <a:pathLst>
                <a:path w="6594" h="10745">
                  <a:moveTo>
                    <a:pt x="0" y="7309"/>
                  </a:moveTo>
                  <a:lnTo>
                    <a:pt x="1741" y="4359"/>
                  </a:lnTo>
                  <a:lnTo>
                    <a:pt x="4019" y="0"/>
                  </a:lnTo>
                  <a:lnTo>
                    <a:pt x="6594" y="860"/>
                  </a:lnTo>
                  <a:lnTo>
                    <a:pt x="6279" y="5171"/>
                  </a:lnTo>
                  <a:lnTo>
                    <a:pt x="6283" y="8883"/>
                  </a:lnTo>
                  <a:lnTo>
                    <a:pt x="5665" y="10745"/>
                  </a:lnTo>
                  <a:lnTo>
                    <a:pt x="1378" y="104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94089" y="5713633"/>
              <a:ext cx="4141" cy="6761"/>
            </a:xfrm>
            <a:custGeom>
              <a:avLst/>
              <a:pathLst>
                <a:path w="4141" h="6761">
                  <a:moveTo>
                    <a:pt x="0" y="1484"/>
                  </a:moveTo>
                  <a:lnTo>
                    <a:pt x="1531" y="0"/>
                  </a:lnTo>
                  <a:lnTo>
                    <a:pt x="3967" y="2026"/>
                  </a:lnTo>
                  <a:lnTo>
                    <a:pt x="4141" y="5100"/>
                  </a:lnTo>
                  <a:lnTo>
                    <a:pt x="2196" y="6761"/>
                  </a:lnTo>
                  <a:lnTo>
                    <a:pt x="272" y="504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4825" y="5880923"/>
              <a:ext cx="26919" cy="31065"/>
            </a:xfrm>
            <a:custGeom>
              <a:avLst/>
              <a:pathLst>
                <a:path w="26919" h="31065">
                  <a:moveTo>
                    <a:pt x="344" y="1037"/>
                  </a:moveTo>
                  <a:lnTo>
                    <a:pt x="2737" y="0"/>
                  </a:lnTo>
                  <a:lnTo>
                    <a:pt x="11012" y="7213"/>
                  </a:lnTo>
                  <a:lnTo>
                    <a:pt x="18468" y="20106"/>
                  </a:lnTo>
                  <a:lnTo>
                    <a:pt x="21219" y="25176"/>
                  </a:lnTo>
                  <a:lnTo>
                    <a:pt x="25391" y="26889"/>
                  </a:lnTo>
                  <a:lnTo>
                    <a:pt x="26919" y="31065"/>
                  </a:lnTo>
                  <a:lnTo>
                    <a:pt x="18788" y="29989"/>
                  </a:lnTo>
                  <a:lnTo>
                    <a:pt x="12521" y="19878"/>
                  </a:lnTo>
                  <a:lnTo>
                    <a:pt x="10029" y="13380"/>
                  </a:lnTo>
                  <a:lnTo>
                    <a:pt x="8277" y="10858"/>
                  </a:lnTo>
                  <a:lnTo>
                    <a:pt x="4936" y="9813"/>
                  </a:lnTo>
                  <a:lnTo>
                    <a:pt x="0" y="36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1972312" y="5682270"/>
              <a:ext cx="11259" cy="5006"/>
            </a:xfrm>
            <a:custGeom>
              <a:avLst/>
              <a:pathLst>
                <a:path w="11259" h="5006">
                  <a:moveTo>
                    <a:pt x="995" y="2288"/>
                  </a:moveTo>
                  <a:lnTo>
                    <a:pt x="4598" y="0"/>
                  </a:lnTo>
                  <a:lnTo>
                    <a:pt x="7301" y="944"/>
                  </a:lnTo>
                  <a:lnTo>
                    <a:pt x="11259" y="3359"/>
                  </a:lnTo>
                  <a:lnTo>
                    <a:pt x="9054" y="4828"/>
                  </a:lnTo>
                  <a:lnTo>
                    <a:pt x="5063" y="4392"/>
                  </a:lnTo>
                  <a:lnTo>
                    <a:pt x="0" y="500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882677" y="5770884"/>
              <a:ext cx="35364" cy="27589"/>
            </a:xfrm>
            <a:custGeom>
              <a:avLst/>
              <a:pathLst>
                <a:path w="35364" h="27589">
                  <a:moveTo>
                    <a:pt x="0" y="24393"/>
                  </a:moveTo>
                  <a:lnTo>
                    <a:pt x="1599" y="16228"/>
                  </a:lnTo>
                  <a:lnTo>
                    <a:pt x="1478" y="10996"/>
                  </a:lnTo>
                  <a:lnTo>
                    <a:pt x="2971" y="7510"/>
                  </a:lnTo>
                  <a:lnTo>
                    <a:pt x="6599" y="5353"/>
                  </a:lnTo>
                  <a:lnTo>
                    <a:pt x="11473" y="0"/>
                  </a:lnTo>
                  <a:lnTo>
                    <a:pt x="12497" y="2300"/>
                  </a:lnTo>
                  <a:lnTo>
                    <a:pt x="13682" y="6931"/>
                  </a:lnTo>
                  <a:lnTo>
                    <a:pt x="18557" y="6561"/>
                  </a:lnTo>
                  <a:lnTo>
                    <a:pt x="23267" y="1829"/>
                  </a:lnTo>
                  <a:lnTo>
                    <a:pt x="24608" y="6010"/>
                  </a:lnTo>
                  <a:lnTo>
                    <a:pt x="30239" y="15139"/>
                  </a:lnTo>
                  <a:lnTo>
                    <a:pt x="35364" y="23594"/>
                  </a:lnTo>
                  <a:lnTo>
                    <a:pt x="33257" y="26954"/>
                  </a:lnTo>
                  <a:lnTo>
                    <a:pt x="31990" y="26884"/>
                  </a:lnTo>
                  <a:lnTo>
                    <a:pt x="27001" y="22086"/>
                  </a:lnTo>
                  <a:lnTo>
                    <a:pt x="24743" y="16536"/>
                  </a:lnTo>
                  <a:lnTo>
                    <a:pt x="20307" y="15983"/>
                  </a:lnTo>
                  <a:lnTo>
                    <a:pt x="16245" y="14182"/>
                  </a:lnTo>
                  <a:lnTo>
                    <a:pt x="14351" y="16739"/>
                  </a:lnTo>
                  <a:lnTo>
                    <a:pt x="7205" y="17281"/>
                  </a:lnTo>
                  <a:lnTo>
                    <a:pt x="4988" y="21098"/>
                  </a:lnTo>
                  <a:lnTo>
                    <a:pt x="1044" y="2758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861153" y="5759390"/>
              <a:ext cx="23540" cy="22647"/>
            </a:xfrm>
            <a:custGeom>
              <a:avLst/>
              <a:pathLst>
                <a:path w="23540" h="22647">
                  <a:moveTo>
                    <a:pt x="0" y="9551"/>
                  </a:moveTo>
                  <a:lnTo>
                    <a:pt x="1442" y="6181"/>
                  </a:lnTo>
                  <a:lnTo>
                    <a:pt x="5392" y="4084"/>
                  </a:lnTo>
                  <a:lnTo>
                    <a:pt x="11114" y="5556"/>
                  </a:lnTo>
                  <a:lnTo>
                    <a:pt x="17057" y="1764"/>
                  </a:lnTo>
                  <a:lnTo>
                    <a:pt x="19392" y="0"/>
                  </a:lnTo>
                  <a:lnTo>
                    <a:pt x="23540" y="805"/>
                  </a:lnTo>
                  <a:lnTo>
                    <a:pt x="23220" y="5583"/>
                  </a:lnTo>
                  <a:lnTo>
                    <a:pt x="18386" y="10474"/>
                  </a:lnTo>
                  <a:lnTo>
                    <a:pt x="17398" y="13840"/>
                  </a:lnTo>
                  <a:lnTo>
                    <a:pt x="13037" y="11448"/>
                  </a:lnTo>
                  <a:lnTo>
                    <a:pt x="11159" y="13582"/>
                  </a:lnTo>
                  <a:lnTo>
                    <a:pt x="12768" y="18430"/>
                  </a:lnTo>
                  <a:lnTo>
                    <a:pt x="11639" y="21835"/>
                  </a:lnTo>
                  <a:lnTo>
                    <a:pt x="7179" y="19870"/>
                  </a:lnTo>
                  <a:lnTo>
                    <a:pt x="4550" y="20461"/>
                  </a:lnTo>
                  <a:lnTo>
                    <a:pt x="1755" y="22647"/>
                  </a:lnTo>
                  <a:lnTo>
                    <a:pt x="815" y="169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848112" y="5540375"/>
              <a:ext cx="11991" cy="17341"/>
            </a:xfrm>
            <a:custGeom>
              <a:avLst/>
              <a:pathLst>
                <a:path w="11991" h="17341">
                  <a:moveTo>
                    <a:pt x="0" y="11737"/>
                  </a:moveTo>
                  <a:lnTo>
                    <a:pt x="613" y="7390"/>
                  </a:lnTo>
                  <a:lnTo>
                    <a:pt x="4766" y="4526"/>
                  </a:lnTo>
                  <a:lnTo>
                    <a:pt x="11306" y="0"/>
                  </a:lnTo>
                  <a:lnTo>
                    <a:pt x="11991" y="2434"/>
                  </a:lnTo>
                  <a:lnTo>
                    <a:pt x="6077" y="15370"/>
                  </a:lnTo>
                  <a:lnTo>
                    <a:pt x="3637" y="17143"/>
                  </a:lnTo>
                  <a:lnTo>
                    <a:pt x="156" y="173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41671" y="5775206"/>
              <a:ext cx="3956" cy="4103"/>
            </a:xfrm>
            <a:custGeom>
              <a:avLst/>
              <a:pathLst>
                <a:path w="3956" h="4103">
                  <a:moveTo>
                    <a:pt x="752" y="284"/>
                  </a:moveTo>
                  <a:lnTo>
                    <a:pt x="3054" y="0"/>
                  </a:lnTo>
                  <a:lnTo>
                    <a:pt x="3956" y="128"/>
                  </a:lnTo>
                  <a:lnTo>
                    <a:pt x="3629" y="4103"/>
                  </a:lnTo>
                  <a:lnTo>
                    <a:pt x="0" y="279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33302" y="5771853"/>
              <a:ext cx="5742" cy="4707"/>
            </a:xfrm>
            <a:custGeom>
              <a:avLst/>
              <a:pathLst>
                <a:path w="5742" h="4707">
                  <a:moveTo>
                    <a:pt x="0" y="1392"/>
                  </a:moveTo>
                  <a:lnTo>
                    <a:pt x="5742" y="0"/>
                  </a:lnTo>
                  <a:lnTo>
                    <a:pt x="4662" y="4207"/>
                  </a:lnTo>
                  <a:lnTo>
                    <a:pt x="294" y="47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795608" y="5820649"/>
              <a:ext cx="17633" cy="11344"/>
            </a:xfrm>
            <a:custGeom>
              <a:avLst/>
              <a:pathLst>
                <a:path w="17633" h="11344">
                  <a:moveTo>
                    <a:pt x="455" y="0"/>
                  </a:moveTo>
                  <a:lnTo>
                    <a:pt x="9360" y="4349"/>
                  </a:lnTo>
                  <a:lnTo>
                    <a:pt x="17633" y="7610"/>
                  </a:lnTo>
                  <a:lnTo>
                    <a:pt x="16206" y="9779"/>
                  </a:lnTo>
                  <a:lnTo>
                    <a:pt x="13590" y="11344"/>
                  </a:lnTo>
                  <a:lnTo>
                    <a:pt x="8711" y="9486"/>
                  </a:lnTo>
                  <a:lnTo>
                    <a:pt x="3541" y="9136"/>
                  </a:lnTo>
                  <a:lnTo>
                    <a:pt x="0" y="55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02376" y="5836067"/>
              <a:ext cx="28578" cy="11396"/>
            </a:xfrm>
            <a:custGeom>
              <a:avLst/>
              <a:pathLst>
                <a:path w="28578" h="11396">
                  <a:moveTo>
                    <a:pt x="0" y="9846"/>
                  </a:moveTo>
                  <a:lnTo>
                    <a:pt x="4594" y="7946"/>
                  </a:lnTo>
                  <a:lnTo>
                    <a:pt x="11008" y="6066"/>
                  </a:lnTo>
                  <a:lnTo>
                    <a:pt x="15783" y="5397"/>
                  </a:lnTo>
                  <a:lnTo>
                    <a:pt x="20326" y="5462"/>
                  </a:lnTo>
                  <a:lnTo>
                    <a:pt x="24585" y="1732"/>
                  </a:lnTo>
                  <a:lnTo>
                    <a:pt x="26517" y="0"/>
                  </a:lnTo>
                  <a:lnTo>
                    <a:pt x="28578" y="290"/>
                  </a:lnTo>
                  <a:lnTo>
                    <a:pt x="26794" y="4398"/>
                  </a:lnTo>
                  <a:lnTo>
                    <a:pt x="22092" y="10434"/>
                  </a:lnTo>
                  <a:lnTo>
                    <a:pt x="17574" y="9368"/>
                  </a:lnTo>
                  <a:lnTo>
                    <a:pt x="10751" y="11120"/>
                  </a:lnTo>
                  <a:lnTo>
                    <a:pt x="1577" y="113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685034" y="5829196"/>
              <a:ext cx="24870" cy="16539"/>
            </a:xfrm>
            <a:custGeom>
              <a:avLst/>
              <a:pathLst>
                <a:path w="24870" h="16539">
                  <a:moveTo>
                    <a:pt x="1789" y="6231"/>
                  </a:moveTo>
                  <a:lnTo>
                    <a:pt x="5286" y="4175"/>
                  </a:lnTo>
                  <a:lnTo>
                    <a:pt x="8394" y="4841"/>
                  </a:lnTo>
                  <a:lnTo>
                    <a:pt x="16705" y="0"/>
                  </a:lnTo>
                  <a:lnTo>
                    <a:pt x="21698" y="633"/>
                  </a:lnTo>
                  <a:lnTo>
                    <a:pt x="24870" y="7352"/>
                  </a:lnTo>
                  <a:lnTo>
                    <a:pt x="19188" y="12466"/>
                  </a:lnTo>
                  <a:lnTo>
                    <a:pt x="11134" y="14629"/>
                  </a:lnTo>
                  <a:lnTo>
                    <a:pt x="8012" y="16539"/>
                  </a:lnTo>
                  <a:lnTo>
                    <a:pt x="7127" y="14726"/>
                  </a:lnTo>
                  <a:lnTo>
                    <a:pt x="2168" y="15530"/>
                  </a:lnTo>
                  <a:lnTo>
                    <a:pt x="0" y="101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64290" y="5424568"/>
              <a:ext cx="53483" cy="44934"/>
            </a:xfrm>
            <a:custGeom>
              <a:avLst/>
              <a:pathLst>
                <a:path w="53483" h="44934">
                  <a:moveTo>
                    <a:pt x="0" y="11208"/>
                  </a:moveTo>
                  <a:lnTo>
                    <a:pt x="3430" y="9375"/>
                  </a:lnTo>
                  <a:lnTo>
                    <a:pt x="9285" y="10147"/>
                  </a:lnTo>
                  <a:lnTo>
                    <a:pt x="14180" y="11884"/>
                  </a:lnTo>
                  <a:lnTo>
                    <a:pt x="16909" y="12507"/>
                  </a:lnTo>
                  <a:lnTo>
                    <a:pt x="17959" y="10032"/>
                  </a:lnTo>
                  <a:lnTo>
                    <a:pt x="17410" y="8705"/>
                  </a:lnTo>
                  <a:lnTo>
                    <a:pt x="21212" y="5290"/>
                  </a:lnTo>
                  <a:lnTo>
                    <a:pt x="23940" y="6159"/>
                  </a:lnTo>
                  <a:lnTo>
                    <a:pt x="26099" y="3594"/>
                  </a:lnTo>
                  <a:lnTo>
                    <a:pt x="27900" y="1979"/>
                  </a:lnTo>
                  <a:lnTo>
                    <a:pt x="31110" y="4628"/>
                  </a:lnTo>
                  <a:lnTo>
                    <a:pt x="35010" y="2848"/>
                  </a:lnTo>
                  <a:lnTo>
                    <a:pt x="37843" y="0"/>
                  </a:lnTo>
                  <a:lnTo>
                    <a:pt x="38841" y="4702"/>
                  </a:lnTo>
                  <a:lnTo>
                    <a:pt x="40505" y="8052"/>
                  </a:lnTo>
                  <a:lnTo>
                    <a:pt x="45028" y="6962"/>
                  </a:lnTo>
                  <a:lnTo>
                    <a:pt x="50626" y="10917"/>
                  </a:lnTo>
                  <a:lnTo>
                    <a:pt x="49163" y="14464"/>
                  </a:lnTo>
                  <a:lnTo>
                    <a:pt x="50122" y="17083"/>
                  </a:lnTo>
                  <a:lnTo>
                    <a:pt x="48827" y="19229"/>
                  </a:lnTo>
                  <a:lnTo>
                    <a:pt x="50298" y="21992"/>
                  </a:lnTo>
                  <a:lnTo>
                    <a:pt x="48829" y="25693"/>
                  </a:lnTo>
                  <a:lnTo>
                    <a:pt x="50816" y="28961"/>
                  </a:lnTo>
                  <a:lnTo>
                    <a:pt x="53483" y="33599"/>
                  </a:lnTo>
                  <a:lnTo>
                    <a:pt x="51864" y="36422"/>
                  </a:lnTo>
                  <a:lnTo>
                    <a:pt x="48157" y="37676"/>
                  </a:lnTo>
                  <a:lnTo>
                    <a:pt x="46391" y="36376"/>
                  </a:lnTo>
                  <a:lnTo>
                    <a:pt x="43738" y="38132"/>
                  </a:lnTo>
                  <a:lnTo>
                    <a:pt x="40102" y="37621"/>
                  </a:lnTo>
                  <a:lnTo>
                    <a:pt x="36983" y="39398"/>
                  </a:lnTo>
                  <a:lnTo>
                    <a:pt x="36727" y="43575"/>
                  </a:lnTo>
                  <a:lnTo>
                    <a:pt x="33525" y="44934"/>
                  </a:lnTo>
                  <a:lnTo>
                    <a:pt x="31420" y="40647"/>
                  </a:lnTo>
                  <a:lnTo>
                    <a:pt x="28931" y="38569"/>
                  </a:lnTo>
                  <a:lnTo>
                    <a:pt x="24595" y="37551"/>
                  </a:lnTo>
                  <a:lnTo>
                    <a:pt x="20322" y="34943"/>
                  </a:lnTo>
                  <a:lnTo>
                    <a:pt x="16743" y="32190"/>
                  </a:lnTo>
                  <a:lnTo>
                    <a:pt x="12839" y="28241"/>
                  </a:lnTo>
                  <a:lnTo>
                    <a:pt x="9317" y="26306"/>
                  </a:lnTo>
                  <a:lnTo>
                    <a:pt x="4997" y="22237"/>
                  </a:lnTo>
                  <a:lnTo>
                    <a:pt x="2048" y="20140"/>
                  </a:lnTo>
                  <a:lnTo>
                    <a:pt x="2090" y="161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3446" y="5858582"/>
              <a:ext cx="5199" cy="6474"/>
            </a:xfrm>
            <a:custGeom>
              <a:avLst/>
              <a:pathLst>
                <a:path w="5199" h="6474">
                  <a:moveTo>
                    <a:pt x="1330" y="0"/>
                  </a:moveTo>
                  <a:lnTo>
                    <a:pt x="4157" y="2048"/>
                  </a:lnTo>
                  <a:lnTo>
                    <a:pt x="5199" y="3933"/>
                  </a:lnTo>
                  <a:lnTo>
                    <a:pt x="2804" y="6474"/>
                  </a:lnTo>
                  <a:lnTo>
                    <a:pt x="1512" y="6234"/>
                  </a:lnTo>
                  <a:lnTo>
                    <a:pt x="0" y="10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24051" y="5844399"/>
              <a:ext cx="62097" cy="47081"/>
            </a:xfrm>
            <a:custGeom>
              <a:avLst/>
              <a:pathLst>
                <a:path w="62097" h="47081">
                  <a:moveTo>
                    <a:pt x="2151" y="40818"/>
                  </a:moveTo>
                  <a:lnTo>
                    <a:pt x="5590" y="37749"/>
                  </a:lnTo>
                  <a:lnTo>
                    <a:pt x="9170" y="37804"/>
                  </a:lnTo>
                  <a:lnTo>
                    <a:pt x="13885" y="35067"/>
                  </a:lnTo>
                  <a:lnTo>
                    <a:pt x="16924" y="34881"/>
                  </a:lnTo>
                  <a:lnTo>
                    <a:pt x="20113" y="33385"/>
                  </a:lnTo>
                  <a:lnTo>
                    <a:pt x="23320" y="30727"/>
                  </a:lnTo>
                  <a:lnTo>
                    <a:pt x="25167" y="29132"/>
                  </a:lnTo>
                  <a:lnTo>
                    <a:pt x="24360" y="25445"/>
                  </a:lnTo>
                  <a:lnTo>
                    <a:pt x="26255" y="23855"/>
                  </a:lnTo>
                  <a:lnTo>
                    <a:pt x="27545" y="21848"/>
                  </a:lnTo>
                  <a:lnTo>
                    <a:pt x="28663" y="19173"/>
                  </a:lnTo>
                  <a:lnTo>
                    <a:pt x="29955" y="16176"/>
                  </a:lnTo>
                  <a:lnTo>
                    <a:pt x="26860" y="12920"/>
                  </a:lnTo>
                  <a:lnTo>
                    <a:pt x="25404" y="10991"/>
                  </a:lnTo>
                  <a:lnTo>
                    <a:pt x="25507" y="8377"/>
                  </a:lnTo>
                  <a:lnTo>
                    <a:pt x="29393" y="3617"/>
                  </a:lnTo>
                  <a:lnTo>
                    <a:pt x="34645" y="1290"/>
                  </a:lnTo>
                  <a:lnTo>
                    <a:pt x="39358" y="0"/>
                  </a:lnTo>
                  <a:lnTo>
                    <a:pt x="42698" y="394"/>
                  </a:lnTo>
                  <a:lnTo>
                    <a:pt x="44578" y="4175"/>
                  </a:lnTo>
                  <a:lnTo>
                    <a:pt x="47233" y="6790"/>
                  </a:lnTo>
                  <a:lnTo>
                    <a:pt x="49710" y="4937"/>
                  </a:lnTo>
                  <a:lnTo>
                    <a:pt x="52498" y="2124"/>
                  </a:lnTo>
                  <a:lnTo>
                    <a:pt x="55634" y="4041"/>
                  </a:lnTo>
                  <a:lnTo>
                    <a:pt x="56972" y="3591"/>
                  </a:lnTo>
                  <a:lnTo>
                    <a:pt x="58805" y="2973"/>
                  </a:lnTo>
                  <a:lnTo>
                    <a:pt x="62097" y="5140"/>
                  </a:lnTo>
                  <a:lnTo>
                    <a:pt x="59136" y="7111"/>
                  </a:lnTo>
                  <a:lnTo>
                    <a:pt x="57413" y="8255"/>
                  </a:lnTo>
                  <a:lnTo>
                    <a:pt x="55996" y="10697"/>
                  </a:lnTo>
                  <a:lnTo>
                    <a:pt x="53622" y="10964"/>
                  </a:lnTo>
                  <a:lnTo>
                    <a:pt x="50646" y="14650"/>
                  </a:lnTo>
                  <a:lnTo>
                    <a:pt x="52962" y="16326"/>
                  </a:lnTo>
                  <a:lnTo>
                    <a:pt x="57746" y="13533"/>
                  </a:lnTo>
                  <a:lnTo>
                    <a:pt x="60703" y="12636"/>
                  </a:lnTo>
                  <a:lnTo>
                    <a:pt x="61212" y="14441"/>
                  </a:lnTo>
                  <a:lnTo>
                    <a:pt x="59720" y="20612"/>
                  </a:lnTo>
                  <a:lnTo>
                    <a:pt x="56076" y="21630"/>
                  </a:lnTo>
                  <a:lnTo>
                    <a:pt x="53420" y="23787"/>
                  </a:lnTo>
                  <a:lnTo>
                    <a:pt x="49093" y="25603"/>
                  </a:lnTo>
                  <a:lnTo>
                    <a:pt x="46826" y="29131"/>
                  </a:lnTo>
                  <a:lnTo>
                    <a:pt x="44283" y="32402"/>
                  </a:lnTo>
                  <a:lnTo>
                    <a:pt x="41636" y="35001"/>
                  </a:lnTo>
                  <a:lnTo>
                    <a:pt x="38370" y="37724"/>
                  </a:lnTo>
                  <a:lnTo>
                    <a:pt x="33895" y="38012"/>
                  </a:lnTo>
                  <a:lnTo>
                    <a:pt x="29872" y="37653"/>
                  </a:lnTo>
                  <a:lnTo>
                    <a:pt x="27062" y="37644"/>
                  </a:lnTo>
                  <a:lnTo>
                    <a:pt x="23897" y="38118"/>
                  </a:lnTo>
                  <a:lnTo>
                    <a:pt x="19479" y="40859"/>
                  </a:lnTo>
                  <a:lnTo>
                    <a:pt x="18868" y="42755"/>
                  </a:lnTo>
                  <a:lnTo>
                    <a:pt x="15064" y="42640"/>
                  </a:lnTo>
                  <a:lnTo>
                    <a:pt x="12518" y="46364"/>
                  </a:lnTo>
                  <a:lnTo>
                    <a:pt x="10763" y="45594"/>
                  </a:lnTo>
                  <a:lnTo>
                    <a:pt x="7838" y="47081"/>
                  </a:lnTo>
                  <a:lnTo>
                    <a:pt x="3525" y="45063"/>
                  </a:lnTo>
                  <a:lnTo>
                    <a:pt x="0" y="423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688159" y="4722824"/>
              <a:ext cx="1181456" cy="1102726"/>
            </a:xfrm>
            <a:custGeom>
              <a:avLst/>
              <a:pathLst>
                <a:path w="1181456" h="1102726">
                  <a:moveTo>
                    <a:pt x="0" y="352717"/>
                  </a:moveTo>
                  <a:lnTo>
                    <a:pt x="4198" y="348588"/>
                  </a:lnTo>
                  <a:lnTo>
                    <a:pt x="12581" y="345430"/>
                  </a:lnTo>
                  <a:lnTo>
                    <a:pt x="22118" y="340139"/>
                  </a:lnTo>
                  <a:lnTo>
                    <a:pt x="35622" y="330745"/>
                  </a:lnTo>
                  <a:lnTo>
                    <a:pt x="54273" y="319963"/>
                  </a:lnTo>
                  <a:lnTo>
                    <a:pt x="70037" y="311940"/>
                  </a:lnTo>
                  <a:lnTo>
                    <a:pt x="84425" y="306677"/>
                  </a:lnTo>
                  <a:lnTo>
                    <a:pt x="94479" y="304034"/>
                  </a:lnTo>
                  <a:lnTo>
                    <a:pt x="107705" y="304632"/>
                  </a:lnTo>
                  <a:lnTo>
                    <a:pt x="112578" y="307286"/>
                  </a:lnTo>
                  <a:lnTo>
                    <a:pt x="109349" y="310923"/>
                  </a:lnTo>
                  <a:lnTo>
                    <a:pt x="107347" y="314808"/>
                  </a:lnTo>
                  <a:lnTo>
                    <a:pt x="105330" y="317779"/>
                  </a:lnTo>
                  <a:lnTo>
                    <a:pt x="105393" y="323152"/>
                  </a:lnTo>
                  <a:lnTo>
                    <a:pt x="105247" y="326289"/>
                  </a:lnTo>
                  <a:lnTo>
                    <a:pt x="103121" y="328387"/>
                  </a:lnTo>
                  <a:lnTo>
                    <a:pt x="103113" y="330668"/>
                  </a:lnTo>
                  <a:lnTo>
                    <a:pt x="105224" y="336825"/>
                  </a:lnTo>
                  <a:lnTo>
                    <a:pt x="107532" y="339701"/>
                  </a:lnTo>
                  <a:lnTo>
                    <a:pt x="112374" y="338417"/>
                  </a:lnTo>
                  <a:lnTo>
                    <a:pt x="115284" y="338683"/>
                  </a:lnTo>
                  <a:lnTo>
                    <a:pt x="120454" y="340780"/>
                  </a:lnTo>
                  <a:lnTo>
                    <a:pt x="124062" y="339915"/>
                  </a:lnTo>
                  <a:lnTo>
                    <a:pt x="129943" y="339471"/>
                  </a:lnTo>
                  <a:lnTo>
                    <a:pt x="132730" y="342994"/>
                  </a:lnTo>
                  <a:lnTo>
                    <a:pt x="137464" y="342689"/>
                  </a:lnTo>
                  <a:lnTo>
                    <a:pt x="139570" y="343979"/>
                  </a:lnTo>
                  <a:lnTo>
                    <a:pt x="144358" y="341179"/>
                  </a:lnTo>
                  <a:lnTo>
                    <a:pt x="151206" y="345245"/>
                  </a:lnTo>
                  <a:lnTo>
                    <a:pt x="152888" y="341981"/>
                  </a:lnTo>
                  <a:lnTo>
                    <a:pt x="157104" y="335449"/>
                  </a:lnTo>
                  <a:lnTo>
                    <a:pt x="158889" y="331395"/>
                  </a:lnTo>
                  <a:lnTo>
                    <a:pt x="160476" y="329998"/>
                  </a:lnTo>
                  <a:lnTo>
                    <a:pt x="163815" y="330638"/>
                  </a:lnTo>
                  <a:lnTo>
                    <a:pt x="164180" y="332719"/>
                  </a:lnTo>
                  <a:lnTo>
                    <a:pt x="167002" y="333674"/>
                  </a:lnTo>
                  <a:lnTo>
                    <a:pt x="171907" y="332342"/>
                  </a:lnTo>
                  <a:lnTo>
                    <a:pt x="169945" y="326977"/>
                  </a:lnTo>
                  <a:lnTo>
                    <a:pt x="164680" y="323244"/>
                  </a:lnTo>
                  <a:lnTo>
                    <a:pt x="158870" y="321108"/>
                  </a:lnTo>
                  <a:lnTo>
                    <a:pt x="156089" y="321004"/>
                  </a:lnTo>
                  <a:lnTo>
                    <a:pt x="150712" y="323770"/>
                  </a:lnTo>
                  <a:lnTo>
                    <a:pt x="152408" y="316649"/>
                  </a:lnTo>
                  <a:lnTo>
                    <a:pt x="152370" y="313238"/>
                  </a:lnTo>
                  <a:lnTo>
                    <a:pt x="147518" y="305657"/>
                  </a:lnTo>
                  <a:lnTo>
                    <a:pt x="146210" y="301295"/>
                  </a:lnTo>
                  <a:lnTo>
                    <a:pt x="142382" y="298492"/>
                  </a:lnTo>
                  <a:lnTo>
                    <a:pt x="138975" y="297224"/>
                  </a:lnTo>
                  <a:lnTo>
                    <a:pt x="136702" y="289370"/>
                  </a:lnTo>
                  <a:lnTo>
                    <a:pt x="137936" y="286519"/>
                  </a:lnTo>
                  <a:lnTo>
                    <a:pt x="140824" y="283651"/>
                  </a:lnTo>
                  <a:lnTo>
                    <a:pt x="140935" y="281714"/>
                  </a:lnTo>
                  <a:lnTo>
                    <a:pt x="137230" y="280280"/>
                  </a:lnTo>
                  <a:lnTo>
                    <a:pt x="132476" y="280405"/>
                  </a:lnTo>
                  <a:lnTo>
                    <a:pt x="128861" y="277601"/>
                  </a:lnTo>
                  <a:lnTo>
                    <a:pt x="122529" y="275028"/>
                  </a:lnTo>
                  <a:lnTo>
                    <a:pt x="116123" y="272386"/>
                  </a:lnTo>
                  <a:lnTo>
                    <a:pt x="113730" y="271047"/>
                  </a:lnTo>
                  <a:lnTo>
                    <a:pt x="113500" y="264393"/>
                  </a:lnTo>
                  <a:lnTo>
                    <a:pt x="111770" y="250631"/>
                  </a:lnTo>
                  <a:lnTo>
                    <a:pt x="108968" y="240441"/>
                  </a:lnTo>
                  <a:lnTo>
                    <a:pt x="105042" y="234408"/>
                  </a:lnTo>
                  <a:lnTo>
                    <a:pt x="99494" y="228928"/>
                  </a:lnTo>
                  <a:lnTo>
                    <a:pt x="88891" y="214053"/>
                  </a:lnTo>
                  <a:lnTo>
                    <a:pt x="84135" y="207244"/>
                  </a:lnTo>
                  <a:lnTo>
                    <a:pt x="83208" y="206539"/>
                  </a:lnTo>
                  <a:lnTo>
                    <a:pt x="77411" y="202096"/>
                  </a:lnTo>
                  <a:lnTo>
                    <a:pt x="73636" y="200286"/>
                  </a:lnTo>
                  <a:lnTo>
                    <a:pt x="71710" y="197971"/>
                  </a:lnTo>
                  <a:lnTo>
                    <a:pt x="69999" y="192390"/>
                  </a:lnTo>
                  <a:lnTo>
                    <a:pt x="65871" y="187287"/>
                  </a:lnTo>
                  <a:lnTo>
                    <a:pt x="60195" y="183490"/>
                  </a:lnTo>
                  <a:lnTo>
                    <a:pt x="55190" y="182491"/>
                  </a:lnTo>
                  <a:lnTo>
                    <a:pt x="61091" y="178832"/>
                  </a:lnTo>
                  <a:lnTo>
                    <a:pt x="67006" y="177261"/>
                  </a:lnTo>
                  <a:lnTo>
                    <a:pt x="68718" y="172252"/>
                  </a:lnTo>
                  <a:lnTo>
                    <a:pt x="70725" y="166385"/>
                  </a:lnTo>
                  <a:lnTo>
                    <a:pt x="72569" y="159139"/>
                  </a:lnTo>
                  <a:lnTo>
                    <a:pt x="73347" y="149500"/>
                  </a:lnTo>
                  <a:lnTo>
                    <a:pt x="79527" y="150694"/>
                  </a:lnTo>
                  <a:lnTo>
                    <a:pt x="87741" y="152644"/>
                  </a:lnTo>
                  <a:lnTo>
                    <a:pt x="99511" y="152332"/>
                  </a:lnTo>
                  <a:lnTo>
                    <a:pt x="108964" y="151134"/>
                  </a:lnTo>
                  <a:lnTo>
                    <a:pt x="114761" y="150916"/>
                  </a:lnTo>
                  <a:lnTo>
                    <a:pt x="122079" y="147075"/>
                  </a:lnTo>
                  <a:lnTo>
                    <a:pt x="130312" y="139764"/>
                  </a:lnTo>
                  <a:lnTo>
                    <a:pt x="138414" y="128530"/>
                  </a:lnTo>
                  <a:lnTo>
                    <a:pt x="141210" y="120605"/>
                  </a:lnTo>
                  <a:lnTo>
                    <a:pt x="142522" y="108714"/>
                  </a:lnTo>
                  <a:lnTo>
                    <a:pt x="145027" y="100710"/>
                  </a:lnTo>
                  <a:lnTo>
                    <a:pt x="147322" y="95145"/>
                  </a:lnTo>
                  <a:lnTo>
                    <a:pt x="152080" y="88725"/>
                  </a:lnTo>
                  <a:lnTo>
                    <a:pt x="158929" y="78029"/>
                  </a:lnTo>
                  <a:lnTo>
                    <a:pt x="163614" y="71576"/>
                  </a:lnTo>
                  <a:lnTo>
                    <a:pt x="172756" y="64041"/>
                  </a:lnTo>
                  <a:lnTo>
                    <a:pt x="178429" y="66155"/>
                  </a:lnTo>
                  <a:lnTo>
                    <a:pt x="184168" y="66911"/>
                  </a:lnTo>
                  <a:lnTo>
                    <a:pt x="193961" y="62220"/>
                  </a:lnTo>
                  <a:lnTo>
                    <a:pt x="206599" y="50878"/>
                  </a:lnTo>
                  <a:lnTo>
                    <a:pt x="214022" y="41543"/>
                  </a:lnTo>
                  <a:lnTo>
                    <a:pt x="218693" y="35959"/>
                  </a:lnTo>
                  <a:lnTo>
                    <a:pt x="228216" y="30958"/>
                  </a:lnTo>
                  <a:lnTo>
                    <a:pt x="229075" y="34738"/>
                  </a:lnTo>
                  <a:lnTo>
                    <a:pt x="234023" y="36469"/>
                  </a:lnTo>
                  <a:lnTo>
                    <a:pt x="239432" y="36381"/>
                  </a:lnTo>
                  <a:lnTo>
                    <a:pt x="243526" y="34815"/>
                  </a:lnTo>
                  <a:lnTo>
                    <a:pt x="250011" y="34038"/>
                  </a:lnTo>
                  <a:lnTo>
                    <a:pt x="255228" y="31211"/>
                  </a:lnTo>
                  <a:lnTo>
                    <a:pt x="262175" y="24622"/>
                  </a:lnTo>
                  <a:lnTo>
                    <a:pt x="267148" y="16867"/>
                  </a:lnTo>
                  <a:lnTo>
                    <a:pt x="272602" y="7445"/>
                  </a:lnTo>
                  <a:lnTo>
                    <a:pt x="274529" y="4347"/>
                  </a:lnTo>
                  <a:lnTo>
                    <a:pt x="279208" y="0"/>
                  </a:lnTo>
                  <a:lnTo>
                    <a:pt x="279813" y="3633"/>
                  </a:lnTo>
                  <a:lnTo>
                    <a:pt x="283937" y="5900"/>
                  </a:lnTo>
                  <a:lnTo>
                    <a:pt x="288375" y="6905"/>
                  </a:lnTo>
                  <a:lnTo>
                    <a:pt x="288865" y="10636"/>
                  </a:lnTo>
                  <a:lnTo>
                    <a:pt x="291720" y="9949"/>
                  </a:lnTo>
                  <a:lnTo>
                    <a:pt x="297549" y="11124"/>
                  </a:lnTo>
                  <a:lnTo>
                    <a:pt x="298771" y="15617"/>
                  </a:lnTo>
                  <a:lnTo>
                    <a:pt x="298504" y="17881"/>
                  </a:lnTo>
                  <a:lnTo>
                    <a:pt x="295166" y="21088"/>
                  </a:lnTo>
                  <a:lnTo>
                    <a:pt x="294048" y="23365"/>
                  </a:lnTo>
                  <a:lnTo>
                    <a:pt x="290374" y="24840"/>
                  </a:lnTo>
                  <a:lnTo>
                    <a:pt x="289800" y="27860"/>
                  </a:lnTo>
                  <a:lnTo>
                    <a:pt x="290780" y="32093"/>
                  </a:lnTo>
                  <a:lnTo>
                    <a:pt x="294498" y="33360"/>
                  </a:lnTo>
                  <a:lnTo>
                    <a:pt x="298166" y="32181"/>
                  </a:lnTo>
                  <a:lnTo>
                    <a:pt x="299295" y="29626"/>
                  </a:lnTo>
                  <a:lnTo>
                    <a:pt x="298801" y="26104"/>
                  </a:lnTo>
                  <a:lnTo>
                    <a:pt x="301703" y="22510"/>
                  </a:lnTo>
                  <a:lnTo>
                    <a:pt x="303694" y="16921"/>
                  </a:lnTo>
                  <a:lnTo>
                    <a:pt x="307579" y="12451"/>
                  </a:lnTo>
                  <a:lnTo>
                    <a:pt x="309824" y="13582"/>
                  </a:lnTo>
                  <a:lnTo>
                    <a:pt x="316757" y="20914"/>
                  </a:lnTo>
                  <a:lnTo>
                    <a:pt x="316247" y="25145"/>
                  </a:lnTo>
                  <a:lnTo>
                    <a:pt x="316970" y="32643"/>
                  </a:lnTo>
                  <a:lnTo>
                    <a:pt x="319727" y="32138"/>
                  </a:lnTo>
                  <a:lnTo>
                    <a:pt x="322446" y="32605"/>
                  </a:lnTo>
                  <a:lnTo>
                    <a:pt x="325639" y="35209"/>
                  </a:lnTo>
                  <a:lnTo>
                    <a:pt x="330146" y="27947"/>
                  </a:lnTo>
                  <a:lnTo>
                    <a:pt x="334485" y="27788"/>
                  </a:lnTo>
                  <a:lnTo>
                    <a:pt x="339123" y="27011"/>
                  </a:lnTo>
                  <a:lnTo>
                    <a:pt x="342707" y="24639"/>
                  </a:lnTo>
                  <a:lnTo>
                    <a:pt x="346381" y="24946"/>
                  </a:lnTo>
                  <a:lnTo>
                    <a:pt x="349238" y="26596"/>
                  </a:lnTo>
                  <a:lnTo>
                    <a:pt x="353257" y="26361"/>
                  </a:lnTo>
                  <a:lnTo>
                    <a:pt x="358605" y="27383"/>
                  </a:lnTo>
                  <a:lnTo>
                    <a:pt x="362579" y="29209"/>
                  </a:lnTo>
                  <a:lnTo>
                    <a:pt x="363249" y="31038"/>
                  </a:lnTo>
                  <a:lnTo>
                    <a:pt x="360341" y="34611"/>
                  </a:lnTo>
                  <a:lnTo>
                    <a:pt x="360383" y="37619"/>
                  </a:lnTo>
                  <a:lnTo>
                    <a:pt x="358049" y="38753"/>
                  </a:lnTo>
                  <a:lnTo>
                    <a:pt x="358985" y="42981"/>
                  </a:lnTo>
                  <a:lnTo>
                    <a:pt x="361713" y="43668"/>
                  </a:lnTo>
                  <a:lnTo>
                    <a:pt x="366044" y="44390"/>
                  </a:lnTo>
                  <a:lnTo>
                    <a:pt x="368127" y="45556"/>
                  </a:lnTo>
                  <a:lnTo>
                    <a:pt x="373656" y="45977"/>
                  </a:lnTo>
                  <a:lnTo>
                    <a:pt x="373067" y="48902"/>
                  </a:lnTo>
                  <a:lnTo>
                    <a:pt x="373172" y="53242"/>
                  </a:lnTo>
                  <a:lnTo>
                    <a:pt x="377849" y="53063"/>
                  </a:lnTo>
                  <a:lnTo>
                    <a:pt x="382055" y="54553"/>
                  </a:lnTo>
                  <a:lnTo>
                    <a:pt x="384576" y="55891"/>
                  </a:lnTo>
                  <a:lnTo>
                    <a:pt x="387421" y="51787"/>
                  </a:lnTo>
                  <a:lnTo>
                    <a:pt x="389622" y="49772"/>
                  </a:lnTo>
                  <a:lnTo>
                    <a:pt x="391934" y="49337"/>
                  </a:lnTo>
                  <a:lnTo>
                    <a:pt x="396380" y="47594"/>
                  </a:lnTo>
                  <a:lnTo>
                    <a:pt x="399302" y="48640"/>
                  </a:lnTo>
                  <a:lnTo>
                    <a:pt x="401722" y="50996"/>
                  </a:lnTo>
                  <a:lnTo>
                    <a:pt x="406119" y="49056"/>
                  </a:lnTo>
                  <a:lnTo>
                    <a:pt x="409874" y="43921"/>
                  </a:lnTo>
                  <a:lnTo>
                    <a:pt x="412433" y="44380"/>
                  </a:lnTo>
                  <a:lnTo>
                    <a:pt x="417818" y="42309"/>
                  </a:lnTo>
                  <a:lnTo>
                    <a:pt x="423568" y="43567"/>
                  </a:lnTo>
                  <a:lnTo>
                    <a:pt x="428850" y="46573"/>
                  </a:lnTo>
                  <a:lnTo>
                    <a:pt x="434012" y="45553"/>
                  </a:lnTo>
                  <a:lnTo>
                    <a:pt x="438218" y="49475"/>
                  </a:lnTo>
                  <a:lnTo>
                    <a:pt x="438723" y="52337"/>
                  </a:lnTo>
                  <a:lnTo>
                    <a:pt x="441063" y="52547"/>
                  </a:lnTo>
                  <a:lnTo>
                    <a:pt x="443717" y="49274"/>
                  </a:lnTo>
                  <a:lnTo>
                    <a:pt x="448752" y="50624"/>
                  </a:lnTo>
                  <a:lnTo>
                    <a:pt x="450840" y="51618"/>
                  </a:lnTo>
                  <a:lnTo>
                    <a:pt x="453321" y="55950"/>
                  </a:lnTo>
                  <a:lnTo>
                    <a:pt x="460207" y="56735"/>
                  </a:lnTo>
                  <a:lnTo>
                    <a:pt x="464025" y="54824"/>
                  </a:lnTo>
                  <a:lnTo>
                    <a:pt x="465855" y="57855"/>
                  </a:lnTo>
                  <a:lnTo>
                    <a:pt x="469328" y="57726"/>
                  </a:lnTo>
                  <a:lnTo>
                    <a:pt x="471133" y="54899"/>
                  </a:lnTo>
                  <a:lnTo>
                    <a:pt x="478673" y="53436"/>
                  </a:lnTo>
                  <a:lnTo>
                    <a:pt x="486462" y="53641"/>
                  </a:lnTo>
                  <a:lnTo>
                    <a:pt x="489085" y="54311"/>
                  </a:lnTo>
                  <a:lnTo>
                    <a:pt x="491819" y="52085"/>
                  </a:lnTo>
                  <a:lnTo>
                    <a:pt x="497254" y="56251"/>
                  </a:lnTo>
                  <a:lnTo>
                    <a:pt x="501471" y="58433"/>
                  </a:lnTo>
                  <a:lnTo>
                    <a:pt x="507118" y="60152"/>
                  </a:lnTo>
                  <a:lnTo>
                    <a:pt x="512870" y="60647"/>
                  </a:lnTo>
                  <a:lnTo>
                    <a:pt x="514924" y="59190"/>
                  </a:lnTo>
                  <a:lnTo>
                    <a:pt x="517473" y="59453"/>
                  </a:lnTo>
                  <a:lnTo>
                    <a:pt x="521132" y="54160"/>
                  </a:lnTo>
                  <a:lnTo>
                    <a:pt x="524609" y="52473"/>
                  </a:lnTo>
                  <a:lnTo>
                    <a:pt x="531108" y="46565"/>
                  </a:lnTo>
                  <a:lnTo>
                    <a:pt x="538770" y="43216"/>
                  </a:lnTo>
                  <a:lnTo>
                    <a:pt x="540754" y="43604"/>
                  </a:lnTo>
                  <a:lnTo>
                    <a:pt x="543312" y="41260"/>
                  </a:lnTo>
                  <a:lnTo>
                    <a:pt x="549646" y="43752"/>
                  </a:lnTo>
                  <a:lnTo>
                    <a:pt x="555228" y="45302"/>
                  </a:lnTo>
                  <a:lnTo>
                    <a:pt x="562116" y="49010"/>
                  </a:lnTo>
                  <a:lnTo>
                    <a:pt x="563596" y="51339"/>
                  </a:lnTo>
                  <a:lnTo>
                    <a:pt x="567142" y="51692"/>
                  </a:lnTo>
                  <a:lnTo>
                    <a:pt x="572379" y="54110"/>
                  </a:lnTo>
                  <a:lnTo>
                    <a:pt x="579082" y="55437"/>
                  </a:lnTo>
                  <a:lnTo>
                    <a:pt x="586015" y="59677"/>
                  </a:lnTo>
                  <a:lnTo>
                    <a:pt x="590616" y="59082"/>
                  </a:lnTo>
                  <a:lnTo>
                    <a:pt x="595342" y="60251"/>
                  </a:lnTo>
                  <a:lnTo>
                    <a:pt x="611218" y="131058"/>
                  </a:lnTo>
                  <a:lnTo>
                    <a:pt x="650060" y="294944"/>
                  </a:lnTo>
                  <a:lnTo>
                    <a:pt x="712726" y="536756"/>
                  </a:lnTo>
                  <a:lnTo>
                    <a:pt x="738429" y="629388"/>
                  </a:lnTo>
                  <a:lnTo>
                    <a:pt x="739910" y="634624"/>
                  </a:lnTo>
                  <a:lnTo>
                    <a:pt x="754618" y="635399"/>
                  </a:lnTo>
                  <a:lnTo>
                    <a:pt x="754869" y="629554"/>
                  </a:lnTo>
                  <a:lnTo>
                    <a:pt x="770844" y="632695"/>
                  </a:lnTo>
                  <a:lnTo>
                    <a:pt x="776246" y="620509"/>
                  </a:lnTo>
                  <a:lnTo>
                    <a:pt x="793193" y="613570"/>
                  </a:lnTo>
                  <a:lnTo>
                    <a:pt x="793957" y="615574"/>
                  </a:lnTo>
                  <a:lnTo>
                    <a:pt x="795019" y="630842"/>
                  </a:lnTo>
                  <a:lnTo>
                    <a:pt x="801154" y="634920"/>
                  </a:lnTo>
                  <a:lnTo>
                    <a:pt x="812657" y="636788"/>
                  </a:lnTo>
                  <a:lnTo>
                    <a:pt x="816618" y="643297"/>
                  </a:lnTo>
                  <a:lnTo>
                    <a:pt x="819076" y="645116"/>
                  </a:lnTo>
                  <a:lnTo>
                    <a:pt x="857503" y="665413"/>
                  </a:lnTo>
                  <a:lnTo>
                    <a:pt x="865854" y="679605"/>
                  </a:lnTo>
                  <a:lnTo>
                    <a:pt x="866702" y="684685"/>
                  </a:lnTo>
                  <a:lnTo>
                    <a:pt x="868946" y="683659"/>
                  </a:lnTo>
                  <a:lnTo>
                    <a:pt x="872336" y="676093"/>
                  </a:lnTo>
                  <a:lnTo>
                    <a:pt x="881106" y="663508"/>
                  </a:lnTo>
                  <a:lnTo>
                    <a:pt x="881762" y="661904"/>
                  </a:lnTo>
                  <a:lnTo>
                    <a:pt x="888706" y="658757"/>
                  </a:lnTo>
                  <a:lnTo>
                    <a:pt x="889308" y="652060"/>
                  </a:lnTo>
                  <a:lnTo>
                    <a:pt x="889459" y="650361"/>
                  </a:lnTo>
                  <a:lnTo>
                    <a:pt x="885395" y="639745"/>
                  </a:lnTo>
                  <a:lnTo>
                    <a:pt x="889040" y="639304"/>
                  </a:lnTo>
                  <a:lnTo>
                    <a:pt x="890971" y="633450"/>
                  </a:lnTo>
                  <a:lnTo>
                    <a:pt x="890151" y="631466"/>
                  </a:lnTo>
                  <a:lnTo>
                    <a:pt x="886051" y="630331"/>
                  </a:lnTo>
                  <a:lnTo>
                    <a:pt x="889744" y="626117"/>
                  </a:lnTo>
                  <a:lnTo>
                    <a:pt x="896173" y="621922"/>
                  </a:lnTo>
                  <a:lnTo>
                    <a:pt x="901084" y="615547"/>
                  </a:lnTo>
                  <a:lnTo>
                    <a:pt x="906464" y="608507"/>
                  </a:lnTo>
                  <a:lnTo>
                    <a:pt x="915692" y="611697"/>
                  </a:lnTo>
                  <a:lnTo>
                    <a:pt x="916899" y="613438"/>
                  </a:lnTo>
                  <a:lnTo>
                    <a:pt x="920637" y="614681"/>
                  </a:lnTo>
                  <a:lnTo>
                    <a:pt x="924446" y="617172"/>
                  </a:lnTo>
                  <a:lnTo>
                    <a:pt x="926481" y="622405"/>
                  </a:lnTo>
                  <a:lnTo>
                    <a:pt x="926502" y="626003"/>
                  </a:lnTo>
                  <a:lnTo>
                    <a:pt x="929049" y="627711"/>
                  </a:lnTo>
                  <a:lnTo>
                    <a:pt x="929311" y="630056"/>
                  </a:lnTo>
                  <a:lnTo>
                    <a:pt x="932700" y="633079"/>
                  </a:lnTo>
                  <a:lnTo>
                    <a:pt x="940856" y="631868"/>
                  </a:lnTo>
                  <a:lnTo>
                    <a:pt x="943476" y="635320"/>
                  </a:lnTo>
                  <a:lnTo>
                    <a:pt x="947477" y="637240"/>
                  </a:lnTo>
                  <a:lnTo>
                    <a:pt x="949928" y="636208"/>
                  </a:lnTo>
                  <a:lnTo>
                    <a:pt x="954989" y="640421"/>
                  </a:lnTo>
                  <a:lnTo>
                    <a:pt x="955739" y="644126"/>
                  </a:lnTo>
                  <a:lnTo>
                    <a:pt x="958160" y="644038"/>
                  </a:lnTo>
                  <a:lnTo>
                    <a:pt x="959126" y="646553"/>
                  </a:lnTo>
                  <a:lnTo>
                    <a:pt x="962818" y="649183"/>
                  </a:lnTo>
                  <a:lnTo>
                    <a:pt x="977701" y="651630"/>
                  </a:lnTo>
                  <a:lnTo>
                    <a:pt x="984631" y="656879"/>
                  </a:lnTo>
                  <a:lnTo>
                    <a:pt x="998207" y="663194"/>
                  </a:lnTo>
                  <a:lnTo>
                    <a:pt x="996860" y="666719"/>
                  </a:lnTo>
                  <a:lnTo>
                    <a:pt x="1003057" y="671848"/>
                  </a:lnTo>
                  <a:lnTo>
                    <a:pt x="1010874" y="676660"/>
                  </a:lnTo>
                  <a:lnTo>
                    <a:pt x="1017480" y="684056"/>
                  </a:lnTo>
                  <a:lnTo>
                    <a:pt x="1027422" y="690364"/>
                  </a:lnTo>
                  <a:lnTo>
                    <a:pt x="1034153" y="696815"/>
                  </a:lnTo>
                  <a:lnTo>
                    <a:pt x="1039726" y="701403"/>
                  </a:lnTo>
                  <a:lnTo>
                    <a:pt x="1045017" y="705732"/>
                  </a:lnTo>
                  <a:lnTo>
                    <a:pt x="1054596" y="712039"/>
                  </a:lnTo>
                  <a:lnTo>
                    <a:pt x="1061411" y="718082"/>
                  </a:lnTo>
                  <a:lnTo>
                    <a:pt x="1060911" y="726683"/>
                  </a:lnTo>
                  <a:lnTo>
                    <a:pt x="1071607" y="724704"/>
                  </a:lnTo>
                  <a:lnTo>
                    <a:pt x="1073669" y="734855"/>
                  </a:lnTo>
                  <a:lnTo>
                    <a:pt x="1073881" y="735905"/>
                  </a:lnTo>
                  <a:lnTo>
                    <a:pt x="1083309" y="736276"/>
                  </a:lnTo>
                  <a:lnTo>
                    <a:pt x="1083743" y="739678"/>
                  </a:lnTo>
                  <a:lnTo>
                    <a:pt x="1089663" y="747392"/>
                  </a:lnTo>
                  <a:lnTo>
                    <a:pt x="1097024" y="743052"/>
                  </a:lnTo>
                  <a:lnTo>
                    <a:pt x="1102334" y="745044"/>
                  </a:lnTo>
                  <a:lnTo>
                    <a:pt x="1113823" y="746393"/>
                  </a:lnTo>
                  <a:lnTo>
                    <a:pt x="1117413" y="747555"/>
                  </a:lnTo>
                  <a:lnTo>
                    <a:pt x="1126662" y="745462"/>
                  </a:lnTo>
                  <a:lnTo>
                    <a:pt x="1129531" y="746005"/>
                  </a:lnTo>
                  <a:lnTo>
                    <a:pt x="1135115" y="748480"/>
                  </a:lnTo>
                  <a:lnTo>
                    <a:pt x="1140578" y="747713"/>
                  </a:lnTo>
                  <a:lnTo>
                    <a:pt x="1144510" y="752698"/>
                  </a:lnTo>
                  <a:lnTo>
                    <a:pt x="1147356" y="752210"/>
                  </a:lnTo>
                  <a:lnTo>
                    <a:pt x="1151153" y="752415"/>
                  </a:lnTo>
                  <a:lnTo>
                    <a:pt x="1154934" y="749094"/>
                  </a:lnTo>
                  <a:lnTo>
                    <a:pt x="1161297" y="754531"/>
                  </a:lnTo>
                  <a:lnTo>
                    <a:pt x="1163140" y="759016"/>
                  </a:lnTo>
                  <a:lnTo>
                    <a:pt x="1163506" y="765342"/>
                  </a:lnTo>
                  <a:lnTo>
                    <a:pt x="1162777" y="766910"/>
                  </a:lnTo>
                  <a:lnTo>
                    <a:pt x="1163541" y="769621"/>
                  </a:lnTo>
                  <a:lnTo>
                    <a:pt x="1164164" y="771835"/>
                  </a:lnTo>
                  <a:lnTo>
                    <a:pt x="1166574" y="773779"/>
                  </a:lnTo>
                  <a:lnTo>
                    <a:pt x="1169560" y="780580"/>
                  </a:lnTo>
                  <a:lnTo>
                    <a:pt x="1172617" y="784121"/>
                  </a:lnTo>
                  <a:lnTo>
                    <a:pt x="1175726" y="786907"/>
                  </a:lnTo>
                  <a:lnTo>
                    <a:pt x="1178746" y="791789"/>
                  </a:lnTo>
                  <a:lnTo>
                    <a:pt x="1181017" y="793176"/>
                  </a:lnTo>
                  <a:lnTo>
                    <a:pt x="1181456" y="795598"/>
                  </a:lnTo>
                  <a:lnTo>
                    <a:pt x="1180361" y="801493"/>
                  </a:lnTo>
                  <a:lnTo>
                    <a:pt x="1180667" y="807230"/>
                  </a:lnTo>
                  <a:lnTo>
                    <a:pt x="1181236" y="812541"/>
                  </a:lnTo>
                  <a:lnTo>
                    <a:pt x="1180443" y="820319"/>
                  </a:lnTo>
                  <a:lnTo>
                    <a:pt x="1177549" y="829569"/>
                  </a:lnTo>
                  <a:lnTo>
                    <a:pt x="1175070" y="833104"/>
                  </a:lnTo>
                  <a:lnTo>
                    <a:pt x="1176411" y="835180"/>
                  </a:lnTo>
                  <a:lnTo>
                    <a:pt x="1175200" y="837368"/>
                  </a:lnTo>
                  <a:lnTo>
                    <a:pt x="1172593" y="836102"/>
                  </a:lnTo>
                  <a:lnTo>
                    <a:pt x="1170026" y="835194"/>
                  </a:lnTo>
                  <a:lnTo>
                    <a:pt x="1168910" y="837087"/>
                  </a:lnTo>
                  <a:lnTo>
                    <a:pt x="1168108" y="837258"/>
                  </a:lnTo>
                  <a:lnTo>
                    <a:pt x="1165023" y="836139"/>
                  </a:lnTo>
                  <a:lnTo>
                    <a:pt x="1162395" y="831845"/>
                  </a:lnTo>
                  <a:lnTo>
                    <a:pt x="1160716" y="829384"/>
                  </a:lnTo>
                  <a:lnTo>
                    <a:pt x="1159146" y="827276"/>
                  </a:lnTo>
                  <a:lnTo>
                    <a:pt x="1157411" y="826637"/>
                  </a:lnTo>
                  <a:lnTo>
                    <a:pt x="1156584" y="823678"/>
                  </a:lnTo>
                  <a:lnTo>
                    <a:pt x="1154844" y="821327"/>
                  </a:lnTo>
                  <a:lnTo>
                    <a:pt x="1152869" y="820336"/>
                  </a:lnTo>
                  <a:lnTo>
                    <a:pt x="1150566" y="818330"/>
                  </a:lnTo>
                  <a:lnTo>
                    <a:pt x="1149609" y="816819"/>
                  </a:lnTo>
                  <a:lnTo>
                    <a:pt x="1147368" y="817496"/>
                  </a:lnTo>
                  <a:lnTo>
                    <a:pt x="1148829" y="823047"/>
                  </a:lnTo>
                  <a:lnTo>
                    <a:pt x="1150587" y="826725"/>
                  </a:lnTo>
                  <a:lnTo>
                    <a:pt x="1150275" y="830637"/>
                  </a:lnTo>
                  <a:lnTo>
                    <a:pt x="1151592" y="833427"/>
                  </a:lnTo>
                  <a:lnTo>
                    <a:pt x="1153740" y="833820"/>
                  </a:lnTo>
                  <a:lnTo>
                    <a:pt x="1153329" y="837738"/>
                  </a:lnTo>
                  <a:lnTo>
                    <a:pt x="1151213" y="839317"/>
                  </a:lnTo>
                  <a:lnTo>
                    <a:pt x="1146888" y="838818"/>
                  </a:lnTo>
                  <a:lnTo>
                    <a:pt x="1144164" y="837781"/>
                  </a:lnTo>
                  <a:lnTo>
                    <a:pt x="1140909" y="839317"/>
                  </a:lnTo>
                  <a:lnTo>
                    <a:pt x="1139640" y="838857"/>
                  </a:lnTo>
                  <a:lnTo>
                    <a:pt x="1139007" y="836665"/>
                  </a:lnTo>
                  <a:lnTo>
                    <a:pt x="1138615" y="835308"/>
                  </a:lnTo>
                  <a:lnTo>
                    <a:pt x="1136515" y="834148"/>
                  </a:lnTo>
                  <a:lnTo>
                    <a:pt x="1136881" y="830238"/>
                  </a:lnTo>
                  <a:lnTo>
                    <a:pt x="1135893" y="829425"/>
                  </a:lnTo>
                  <a:lnTo>
                    <a:pt x="1133119" y="829957"/>
                  </a:lnTo>
                  <a:lnTo>
                    <a:pt x="1130860" y="830388"/>
                  </a:lnTo>
                  <a:lnTo>
                    <a:pt x="1126515" y="827604"/>
                  </a:lnTo>
                  <a:lnTo>
                    <a:pt x="1123073" y="822921"/>
                  </a:lnTo>
                  <a:lnTo>
                    <a:pt x="1119858" y="815267"/>
                  </a:lnTo>
                  <a:lnTo>
                    <a:pt x="1119237" y="813076"/>
                  </a:lnTo>
                  <a:lnTo>
                    <a:pt x="1114187" y="812603"/>
                  </a:lnTo>
                  <a:lnTo>
                    <a:pt x="1108389" y="811723"/>
                  </a:lnTo>
                  <a:lnTo>
                    <a:pt x="1105289" y="810585"/>
                  </a:lnTo>
                  <a:lnTo>
                    <a:pt x="1103574" y="808179"/>
                  </a:lnTo>
                  <a:lnTo>
                    <a:pt x="1101076" y="804669"/>
                  </a:lnTo>
                  <a:lnTo>
                    <a:pt x="1098250" y="801802"/>
                  </a:lnTo>
                  <a:lnTo>
                    <a:pt x="1101132" y="797004"/>
                  </a:lnTo>
                  <a:lnTo>
                    <a:pt x="1101422" y="792430"/>
                  </a:lnTo>
                  <a:lnTo>
                    <a:pt x="1097116" y="791402"/>
                  </a:lnTo>
                  <a:lnTo>
                    <a:pt x="1093595" y="792680"/>
                  </a:lnTo>
                  <a:lnTo>
                    <a:pt x="1094141" y="797500"/>
                  </a:lnTo>
                  <a:lnTo>
                    <a:pt x="1091163" y="797026"/>
                  </a:lnTo>
                  <a:lnTo>
                    <a:pt x="1087561" y="793343"/>
                  </a:lnTo>
                  <a:lnTo>
                    <a:pt x="1083418" y="787622"/>
                  </a:lnTo>
                  <a:lnTo>
                    <a:pt x="1081440" y="791646"/>
                  </a:lnTo>
                  <a:lnTo>
                    <a:pt x="1075626" y="788087"/>
                  </a:lnTo>
                  <a:lnTo>
                    <a:pt x="1072652" y="782139"/>
                  </a:lnTo>
                  <a:lnTo>
                    <a:pt x="1068275" y="782695"/>
                  </a:lnTo>
                  <a:lnTo>
                    <a:pt x="1067202" y="783094"/>
                  </a:lnTo>
                  <a:lnTo>
                    <a:pt x="1065045" y="782296"/>
                  </a:lnTo>
                  <a:lnTo>
                    <a:pt x="1063240" y="781049"/>
                  </a:lnTo>
                  <a:lnTo>
                    <a:pt x="1060649" y="780886"/>
                  </a:lnTo>
                  <a:lnTo>
                    <a:pt x="1059032" y="780571"/>
                  </a:lnTo>
                  <a:lnTo>
                    <a:pt x="1058661" y="779676"/>
                  </a:lnTo>
                  <a:lnTo>
                    <a:pt x="1058642" y="778849"/>
                  </a:lnTo>
                  <a:lnTo>
                    <a:pt x="1059145" y="772986"/>
                  </a:lnTo>
                  <a:lnTo>
                    <a:pt x="1061149" y="770795"/>
                  </a:lnTo>
                  <a:lnTo>
                    <a:pt x="1064554" y="769833"/>
                  </a:lnTo>
                  <a:lnTo>
                    <a:pt x="1069210" y="766721"/>
                  </a:lnTo>
                  <a:lnTo>
                    <a:pt x="1070531" y="761494"/>
                  </a:lnTo>
                  <a:lnTo>
                    <a:pt x="1072007" y="758384"/>
                  </a:lnTo>
                  <a:lnTo>
                    <a:pt x="1067760" y="755239"/>
                  </a:lnTo>
                  <a:lnTo>
                    <a:pt x="1065720" y="751751"/>
                  </a:lnTo>
                  <a:lnTo>
                    <a:pt x="1065335" y="751117"/>
                  </a:lnTo>
                  <a:lnTo>
                    <a:pt x="1063900" y="748758"/>
                  </a:lnTo>
                  <a:lnTo>
                    <a:pt x="1054308" y="746347"/>
                  </a:lnTo>
                  <a:lnTo>
                    <a:pt x="1047862" y="739832"/>
                  </a:lnTo>
                  <a:lnTo>
                    <a:pt x="1045126" y="737258"/>
                  </a:lnTo>
                  <a:lnTo>
                    <a:pt x="1037459" y="738135"/>
                  </a:lnTo>
                  <a:lnTo>
                    <a:pt x="1033630" y="736380"/>
                  </a:lnTo>
                  <a:lnTo>
                    <a:pt x="1031973" y="738794"/>
                  </a:lnTo>
                  <a:lnTo>
                    <a:pt x="1026487" y="738046"/>
                  </a:lnTo>
                  <a:lnTo>
                    <a:pt x="1022117" y="734262"/>
                  </a:lnTo>
                  <a:lnTo>
                    <a:pt x="1022238" y="729885"/>
                  </a:lnTo>
                  <a:lnTo>
                    <a:pt x="1021217" y="725963"/>
                  </a:lnTo>
                  <a:lnTo>
                    <a:pt x="1017385" y="720455"/>
                  </a:lnTo>
                  <a:lnTo>
                    <a:pt x="1015851" y="717184"/>
                  </a:lnTo>
                  <a:lnTo>
                    <a:pt x="1011672" y="715726"/>
                  </a:lnTo>
                  <a:lnTo>
                    <a:pt x="1008898" y="713771"/>
                  </a:lnTo>
                  <a:lnTo>
                    <a:pt x="1007409" y="708332"/>
                  </a:lnTo>
                  <a:lnTo>
                    <a:pt x="1004350" y="704726"/>
                  </a:lnTo>
                  <a:lnTo>
                    <a:pt x="1004078" y="704405"/>
                  </a:lnTo>
                  <a:lnTo>
                    <a:pt x="996335" y="697962"/>
                  </a:lnTo>
                  <a:lnTo>
                    <a:pt x="987404" y="693176"/>
                  </a:lnTo>
                  <a:lnTo>
                    <a:pt x="984430" y="688286"/>
                  </a:lnTo>
                  <a:lnTo>
                    <a:pt x="981307" y="686415"/>
                  </a:lnTo>
                  <a:lnTo>
                    <a:pt x="978774" y="687643"/>
                  </a:lnTo>
                  <a:lnTo>
                    <a:pt x="974368" y="688763"/>
                  </a:lnTo>
                  <a:lnTo>
                    <a:pt x="971318" y="688794"/>
                  </a:lnTo>
                  <a:lnTo>
                    <a:pt x="965963" y="689713"/>
                  </a:lnTo>
                  <a:lnTo>
                    <a:pt x="959128" y="682750"/>
                  </a:lnTo>
                  <a:lnTo>
                    <a:pt x="952164" y="681181"/>
                  </a:lnTo>
                  <a:lnTo>
                    <a:pt x="948623" y="683092"/>
                  </a:lnTo>
                  <a:lnTo>
                    <a:pt x="947454" y="683721"/>
                  </a:lnTo>
                  <a:lnTo>
                    <a:pt x="950221" y="687698"/>
                  </a:lnTo>
                  <a:lnTo>
                    <a:pt x="952272" y="691275"/>
                  </a:lnTo>
                  <a:lnTo>
                    <a:pt x="951122" y="692898"/>
                  </a:lnTo>
                  <a:lnTo>
                    <a:pt x="953630" y="698177"/>
                  </a:lnTo>
                  <a:lnTo>
                    <a:pt x="948671" y="697732"/>
                  </a:lnTo>
                  <a:lnTo>
                    <a:pt x="946216" y="698343"/>
                  </a:lnTo>
                  <a:lnTo>
                    <a:pt x="940963" y="693683"/>
                  </a:lnTo>
                  <a:lnTo>
                    <a:pt x="939820" y="694424"/>
                  </a:lnTo>
                  <a:lnTo>
                    <a:pt x="937249" y="696087"/>
                  </a:lnTo>
                  <a:lnTo>
                    <a:pt x="934269" y="697700"/>
                  </a:lnTo>
                  <a:lnTo>
                    <a:pt x="930348" y="694354"/>
                  </a:lnTo>
                  <a:lnTo>
                    <a:pt x="925118" y="697558"/>
                  </a:lnTo>
                  <a:lnTo>
                    <a:pt x="921496" y="699094"/>
                  </a:lnTo>
                  <a:lnTo>
                    <a:pt x="920260" y="702153"/>
                  </a:lnTo>
                  <a:lnTo>
                    <a:pt x="916334" y="705632"/>
                  </a:lnTo>
                  <a:lnTo>
                    <a:pt x="911541" y="708360"/>
                  </a:lnTo>
                  <a:lnTo>
                    <a:pt x="908040" y="708758"/>
                  </a:lnTo>
                  <a:lnTo>
                    <a:pt x="907932" y="711431"/>
                  </a:lnTo>
                  <a:lnTo>
                    <a:pt x="908905" y="713276"/>
                  </a:lnTo>
                  <a:lnTo>
                    <a:pt x="908787" y="715175"/>
                  </a:lnTo>
                  <a:lnTo>
                    <a:pt x="905513" y="716357"/>
                  </a:lnTo>
                  <a:lnTo>
                    <a:pt x="903876" y="713325"/>
                  </a:lnTo>
                  <a:lnTo>
                    <a:pt x="898795" y="712399"/>
                  </a:lnTo>
                  <a:lnTo>
                    <a:pt x="896041" y="709813"/>
                  </a:lnTo>
                  <a:lnTo>
                    <a:pt x="893114" y="708655"/>
                  </a:lnTo>
                  <a:lnTo>
                    <a:pt x="890544" y="710092"/>
                  </a:lnTo>
                  <a:lnTo>
                    <a:pt x="884601" y="708598"/>
                  </a:lnTo>
                  <a:lnTo>
                    <a:pt x="880353" y="707562"/>
                  </a:lnTo>
                  <a:lnTo>
                    <a:pt x="872079" y="704222"/>
                  </a:lnTo>
                  <a:lnTo>
                    <a:pt x="869139" y="703952"/>
                  </a:lnTo>
                  <a:lnTo>
                    <a:pt x="867321" y="701379"/>
                  </a:lnTo>
                  <a:lnTo>
                    <a:pt x="861019" y="697979"/>
                  </a:lnTo>
                  <a:lnTo>
                    <a:pt x="856846" y="695962"/>
                  </a:lnTo>
                  <a:lnTo>
                    <a:pt x="856679" y="694922"/>
                  </a:lnTo>
                  <a:lnTo>
                    <a:pt x="856339" y="692801"/>
                  </a:lnTo>
                  <a:lnTo>
                    <a:pt x="854679" y="690572"/>
                  </a:lnTo>
                  <a:lnTo>
                    <a:pt x="849892" y="687537"/>
                  </a:lnTo>
                  <a:lnTo>
                    <a:pt x="843764" y="684714"/>
                  </a:lnTo>
                  <a:lnTo>
                    <a:pt x="839122" y="683894"/>
                  </a:lnTo>
                  <a:lnTo>
                    <a:pt x="829779" y="683132"/>
                  </a:lnTo>
                  <a:lnTo>
                    <a:pt x="823279" y="680184"/>
                  </a:lnTo>
                  <a:lnTo>
                    <a:pt x="819229" y="678941"/>
                  </a:lnTo>
                  <a:lnTo>
                    <a:pt x="814069" y="678156"/>
                  </a:lnTo>
                  <a:lnTo>
                    <a:pt x="807304" y="677132"/>
                  </a:lnTo>
                  <a:lnTo>
                    <a:pt x="802166" y="676062"/>
                  </a:lnTo>
                  <a:lnTo>
                    <a:pt x="794482" y="673312"/>
                  </a:lnTo>
                  <a:lnTo>
                    <a:pt x="786246" y="670280"/>
                  </a:lnTo>
                  <a:lnTo>
                    <a:pt x="788240" y="664440"/>
                  </a:lnTo>
                  <a:lnTo>
                    <a:pt x="792413" y="661761"/>
                  </a:lnTo>
                  <a:lnTo>
                    <a:pt x="791087" y="657776"/>
                  </a:lnTo>
                  <a:lnTo>
                    <a:pt x="788407" y="651115"/>
                  </a:lnTo>
                  <a:lnTo>
                    <a:pt x="783357" y="652024"/>
                  </a:lnTo>
                  <a:lnTo>
                    <a:pt x="781224" y="654830"/>
                  </a:lnTo>
                  <a:lnTo>
                    <a:pt x="776058" y="659649"/>
                  </a:lnTo>
                  <a:lnTo>
                    <a:pt x="773670" y="661798"/>
                  </a:lnTo>
                  <a:lnTo>
                    <a:pt x="772632" y="665354"/>
                  </a:lnTo>
                  <a:lnTo>
                    <a:pt x="767531" y="666238"/>
                  </a:lnTo>
                  <a:lnTo>
                    <a:pt x="756023" y="668020"/>
                  </a:lnTo>
                  <a:lnTo>
                    <a:pt x="751857" y="667805"/>
                  </a:lnTo>
                  <a:lnTo>
                    <a:pt x="744024" y="666148"/>
                  </a:lnTo>
                  <a:lnTo>
                    <a:pt x="736235" y="664812"/>
                  </a:lnTo>
                  <a:lnTo>
                    <a:pt x="732632" y="662261"/>
                  </a:lnTo>
                  <a:lnTo>
                    <a:pt x="728835" y="660971"/>
                  </a:lnTo>
                  <a:lnTo>
                    <a:pt x="724782" y="662204"/>
                  </a:lnTo>
                  <a:lnTo>
                    <a:pt x="718918" y="660791"/>
                  </a:lnTo>
                  <a:lnTo>
                    <a:pt x="714365" y="661221"/>
                  </a:lnTo>
                  <a:lnTo>
                    <a:pt x="703122" y="661393"/>
                  </a:lnTo>
                  <a:lnTo>
                    <a:pt x="693600" y="662612"/>
                  </a:lnTo>
                  <a:lnTo>
                    <a:pt x="688944" y="664190"/>
                  </a:lnTo>
                  <a:lnTo>
                    <a:pt x="684684" y="666830"/>
                  </a:lnTo>
                  <a:lnTo>
                    <a:pt x="679102" y="669047"/>
                  </a:lnTo>
                  <a:lnTo>
                    <a:pt x="669151" y="673195"/>
                  </a:lnTo>
                  <a:lnTo>
                    <a:pt x="665009" y="676093"/>
                  </a:lnTo>
                  <a:lnTo>
                    <a:pt x="662040" y="678503"/>
                  </a:lnTo>
                  <a:lnTo>
                    <a:pt x="658486" y="677663"/>
                  </a:lnTo>
                  <a:lnTo>
                    <a:pt x="656709" y="676232"/>
                  </a:lnTo>
                  <a:lnTo>
                    <a:pt x="654193" y="673120"/>
                  </a:lnTo>
                  <a:lnTo>
                    <a:pt x="651722" y="672579"/>
                  </a:lnTo>
                  <a:lnTo>
                    <a:pt x="647419" y="675403"/>
                  </a:lnTo>
                  <a:lnTo>
                    <a:pt x="644274" y="672466"/>
                  </a:lnTo>
                  <a:lnTo>
                    <a:pt x="640206" y="671501"/>
                  </a:lnTo>
                  <a:lnTo>
                    <a:pt x="636952" y="670589"/>
                  </a:lnTo>
                  <a:lnTo>
                    <a:pt x="628716" y="671122"/>
                  </a:lnTo>
                  <a:lnTo>
                    <a:pt x="627055" y="667589"/>
                  </a:lnTo>
                  <a:lnTo>
                    <a:pt x="622837" y="666535"/>
                  </a:lnTo>
                  <a:lnTo>
                    <a:pt x="621799" y="668358"/>
                  </a:lnTo>
                  <a:lnTo>
                    <a:pt x="618195" y="668237"/>
                  </a:lnTo>
                  <a:lnTo>
                    <a:pt x="614027" y="666525"/>
                  </a:lnTo>
                  <a:lnTo>
                    <a:pt x="610737" y="669590"/>
                  </a:lnTo>
                  <a:lnTo>
                    <a:pt x="607262" y="671493"/>
                  </a:lnTo>
                  <a:lnTo>
                    <a:pt x="601094" y="669770"/>
                  </a:lnTo>
                  <a:lnTo>
                    <a:pt x="596082" y="668495"/>
                  </a:lnTo>
                  <a:lnTo>
                    <a:pt x="593512" y="670563"/>
                  </a:lnTo>
                  <a:lnTo>
                    <a:pt x="590589" y="672330"/>
                  </a:lnTo>
                  <a:lnTo>
                    <a:pt x="589690" y="673155"/>
                  </a:lnTo>
                  <a:lnTo>
                    <a:pt x="585211" y="674917"/>
                  </a:lnTo>
                  <a:lnTo>
                    <a:pt x="582812" y="677591"/>
                  </a:lnTo>
                  <a:lnTo>
                    <a:pt x="580117" y="681722"/>
                  </a:lnTo>
                  <a:lnTo>
                    <a:pt x="578847" y="681885"/>
                  </a:lnTo>
                  <a:lnTo>
                    <a:pt x="577140" y="679856"/>
                  </a:lnTo>
                  <a:lnTo>
                    <a:pt x="570577" y="680543"/>
                  </a:lnTo>
                  <a:lnTo>
                    <a:pt x="568981" y="684227"/>
                  </a:lnTo>
                  <a:lnTo>
                    <a:pt x="565424" y="689500"/>
                  </a:lnTo>
                  <a:lnTo>
                    <a:pt x="562927" y="694191"/>
                  </a:lnTo>
                  <a:lnTo>
                    <a:pt x="560584" y="700698"/>
                  </a:lnTo>
                  <a:lnTo>
                    <a:pt x="562304" y="703884"/>
                  </a:lnTo>
                  <a:lnTo>
                    <a:pt x="559120" y="705082"/>
                  </a:lnTo>
                  <a:lnTo>
                    <a:pt x="559160" y="708174"/>
                  </a:lnTo>
                  <a:lnTo>
                    <a:pt x="561803" y="709521"/>
                  </a:lnTo>
                  <a:lnTo>
                    <a:pt x="558826" y="712491"/>
                  </a:lnTo>
                  <a:lnTo>
                    <a:pt x="555078" y="714848"/>
                  </a:lnTo>
                  <a:lnTo>
                    <a:pt x="551844" y="716944"/>
                  </a:lnTo>
                  <a:lnTo>
                    <a:pt x="548952" y="719632"/>
                  </a:lnTo>
                  <a:lnTo>
                    <a:pt x="547169" y="718682"/>
                  </a:lnTo>
                  <a:lnTo>
                    <a:pt x="547014" y="715221"/>
                  </a:lnTo>
                  <a:lnTo>
                    <a:pt x="548315" y="712682"/>
                  </a:lnTo>
                  <a:lnTo>
                    <a:pt x="544323" y="707753"/>
                  </a:lnTo>
                  <a:lnTo>
                    <a:pt x="540178" y="709010"/>
                  </a:lnTo>
                  <a:lnTo>
                    <a:pt x="535943" y="711181"/>
                  </a:lnTo>
                  <a:lnTo>
                    <a:pt x="536424" y="708206"/>
                  </a:lnTo>
                  <a:lnTo>
                    <a:pt x="533048" y="705099"/>
                  </a:lnTo>
                  <a:lnTo>
                    <a:pt x="531116" y="709140"/>
                  </a:lnTo>
                  <a:lnTo>
                    <a:pt x="529327" y="712236"/>
                  </a:lnTo>
                  <a:lnTo>
                    <a:pt x="524986" y="714375"/>
                  </a:lnTo>
                  <a:lnTo>
                    <a:pt x="524469" y="713962"/>
                  </a:lnTo>
                  <a:lnTo>
                    <a:pt x="523067" y="712842"/>
                  </a:lnTo>
                  <a:lnTo>
                    <a:pt x="519707" y="712942"/>
                  </a:lnTo>
                  <a:lnTo>
                    <a:pt x="518310" y="715059"/>
                  </a:lnTo>
                  <a:lnTo>
                    <a:pt x="515748" y="713633"/>
                  </a:lnTo>
                  <a:lnTo>
                    <a:pt x="512940" y="714886"/>
                  </a:lnTo>
                  <a:lnTo>
                    <a:pt x="510119" y="713671"/>
                  </a:lnTo>
                  <a:lnTo>
                    <a:pt x="507570" y="716079"/>
                  </a:lnTo>
                  <a:lnTo>
                    <a:pt x="506817" y="720574"/>
                  </a:lnTo>
                  <a:lnTo>
                    <a:pt x="504083" y="723427"/>
                  </a:lnTo>
                  <a:lnTo>
                    <a:pt x="500574" y="719612"/>
                  </a:lnTo>
                  <a:lnTo>
                    <a:pt x="498151" y="723393"/>
                  </a:lnTo>
                  <a:lnTo>
                    <a:pt x="498039" y="726981"/>
                  </a:lnTo>
                  <a:lnTo>
                    <a:pt x="500927" y="728229"/>
                  </a:lnTo>
                  <a:lnTo>
                    <a:pt x="500969" y="732411"/>
                  </a:lnTo>
                  <a:lnTo>
                    <a:pt x="497781" y="731164"/>
                  </a:lnTo>
                  <a:lnTo>
                    <a:pt x="494946" y="733459"/>
                  </a:lnTo>
                  <a:lnTo>
                    <a:pt x="495229" y="737933"/>
                  </a:lnTo>
                  <a:lnTo>
                    <a:pt x="491735" y="734365"/>
                  </a:lnTo>
                  <a:lnTo>
                    <a:pt x="489563" y="735351"/>
                  </a:lnTo>
                  <a:lnTo>
                    <a:pt x="487725" y="739663"/>
                  </a:lnTo>
                  <a:lnTo>
                    <a:pt x="484565" y="745009"/>
                  </a:lnTo>
                  <a:lnTo>
                    <a:pt x="481082" y="751458"/>
                  </a:lnTo>
                  <a:lnTo>
                    <a:pt x="481010" y="754218"/>
                  </a:lnTo>
                  <a:lnTo>
                    <a:pt x="479413" y="756115"/>
                  </a:lnTo>
                  <a:lnTo>
                    <a:pt x="479190" y="759922"/>
                  </a:lnTo>
                  <a:lnTo>
                    <a:pt x="477840" y="760049"/>
                  </a:lnTo>
                  <a:lnTo>
                    <a:pt x="475659" y="755255"/>
                  </a:lnTo>
                  <a:lnTo>
                    <a:pt x="474699" y="753176"/>
                  </a:lnTo>
                  <a:lnTo>
                    <a:pt x="472357" y="754271"/>
                  </a:lnTo>
                  <a:lnTo>
                    <a:pt x="472076" y="758163"/>
                  </a:lnTo>
                  <a:lnTo>
                    <a:pt x="470717" y="763660"/>
                  </a:lnTo>
                  <a:lnTo>
                    <a:pt x="469620" y="764702"/>
                  </a:lnTo>
                  <a:lnTo>
                    <a:pt x="466237" y="762703"/>
                  </a:lnTo>
                  <a:lnTo>
                    <a:pt x="463786" y="764748"/>
                  </a:lnTo>
                  <a:lnTo>
                    <a:pt x="464882" y="767014"/>
                  </a:lnTo>
                  <a:lnTo>
                    <a:pt x="463579" y="769485"/>
                  </a:lnTo>
                  <a:lnTo>
                    <a:pt x="461895" y="770328"/>
                  </a:lnTo>
                  <a:lnTo>
                    <a:pt x="458278" y="771803"/>
                  </a:lnTo>
                  <a:lnTo>
                    <a:pt x="453349" y="771916"/>
                  </a:lnTo>
                  <a:lnTo>
                    <a:pt x="451710" y="771973"/>
                  </a:lnTo>
                  <a:lnTo>
                    <a:pt x="447661" y="771230"/>
                  </a:lnTo>
                  <a:lnTo>
                    <a:pt x="449733" y="777920"/>
                  </a:lnTo>
                  <a:lnTo>
                    <a:pt x="443252" y="781835"/>
                  </a:lnTo>
                  <a:lnTo>
                    <a:pt x="436890" y="779169"/>
                  </a:lnTo>
                  <a:lnTo>
                    <a:pt x="434451" y="774071"/>
                  </a:lnTo>
                  <a:lnTo>
                    <a:pt x="431968" y="771072"/>
                  </a:lnTo>
                  <a:lnTo>
                    <a:pt x="432038" y="766740"/>
                  </a:lnTo>
                  <a:lnTo>
                    <a:pt x="433686" y="761554"/>
                  </a:lnTo>
                  <a:lnTo>
                    <a:pt x="437564" y="757938"/>
                  </a:lnTo>
                  <a:lnTo>
                    <a:pt x="443828" y="753453"/>
                  </a:lnTo>
                  <a:lnTo>
                    <a:pt x="448993" y="749477"/>
                  </a:lnTo>
                  <a:lnTo>
                    <a:pt x="452112" y="745286"/>
                  </a:lnTo>
                  <a:lnTo>
                    <a:pt x="448816" y="741425"/>
                  </a:lnTo>
                  <a:lnTo>
                    <a:pt x="444752" y="745189"/>
                  </a:lnTo>
                  <a:lnTo>
                    <a:pt x="439005" y="746082"/>
                  </a:lnTo>
                  <a:lnTo>
                    <a:pt x="435601" y="743994"/>
                  </a:lnTo>
                  <a:lnTo>
                    <a:pt x="431284" y="739178"/>
                  </a:lnTo>
                  <a:lnTo>
                    <a:pt x="432308" y="734139"/>
                  </a:lnTo>
                  <a:lnTo>
                    <a:pt x="433345" y="729214"/>
                  </a:lnTo>
                  <a:lnTo>
                    <a:pt x="433748" y="723170"/>
                  </a:lnTo>
                  <a:lnTo>
                    <a:pt x="436251" y="716948"/>
                  </a:lnTo>
                  <a:lnTo>
                    <a:pt x="440700" y="708928"/>
                  </a:lnTo>
                  <a:lnTo>
                    <a:pt x="441146" y="703385"/>
                  </a:lnTo>
                  <a:lnTo>
                    <a:pt x="440945" y="698476"/>
                  </a:lnTo>
                  <a:lnTo>
                    <a:pt x="442583" y="697289"/>
                  </a:lnTo>
                  <a:lnTo>
                    <a:pt x="442366" y="690226"/>
                  </a:lnTo>
                  <a:lnTo>
                    <a:pt x="441201" y="686135"/>
                  </a:lnTo>
                  <a:lnTo>
                    <a:pt x="439235" y="681633"/>
                  </a:lnTo>
                  <a:lnTo>
                    <a:pt x="436878" y="676987"/>
                  </a:lnTo>
                  <a:lnTo>
                    <a:pt x="437832" y="675382"/>
                  </a:lnTo>
                  <a:lnTo>
                    <a:pt x="440660" y="672618"/>
                  </a:lnTo>
                  <a:lnTo>
                    <a:pt x="446200" y="670666"/>
                  </a:lnTo>
                  <a:lnTo>
                    <a:pt x="450412" y="665756"/>
                  </a:lnTo>
                  <a:lnTo>
                    <a:pt x="455086" y="659533"/>
                  </a:lnTo>
                  <a:lnTo>
                    <a:pt x="460265" y="654160"/>
                  </a:lnTo>
                  <a:lnTo>
                    <a:pt x="462854" y="651912"/>
                  </a:lnTo>
                  <a:lnTo>
                    <a:pt x="464669" y="652412"/>
                  </a:lnTo>
                  <a:lnTo>
                    <a:pt x="469984" y="659585"/>
                  </a:lnTo>
                  <a:lnTo>
                    <a:pt x="472502" y="659895"/>
                  </a:lnTo>
                  <a:lnTo>
                    <a:pt x="476139" y="660042"/>
                  </a:lnTo>
                  <a:lnTo>
                    <a:pt x="477991" y="655754"/>
                  </a:lnTo>
                  <a:lnTo>
                    <a:pt x="479053" y="653792"/>
                  </a:lnTo>
                  <a:lnTo>
                    <a:pt x="481720" y="651137"/>
                  </a:lnTo>
                  <a:lnTo>
                    <a:pt x="482512" y="650347"/>
                  </a:lnTo>
                  <a:lnTo>
                    <a:pt x="478642" y="646756"/>
                  </a:lnTo>
                  <a:lnTo>
                    <a:pt x="473161" y="643587"/>
                  </a:lnTo>
                  <a:lnTo>
                    <a:pt x="471333" y="643067"/>
                  </a:lnTo>
                  <a:lnTo>
                    <a:pt x="465887" y="645487"/>
                  </a:lnTo>
                  <a:lnTo>
                    <a:pt x="466618" y="643073"/>
                  </a:lnTo>
                  <a:lnTo>
                    <a:pt x="466554" y="641088"/>
                  </a:lnTo>
                  <a:lnTo>
                    <a:pt x="466416" y="636778"/>
                  </a:lnTo>
                  <a:lnTo>
                    <a:pt x="460338" y="638648"/>
                  </a:lnTo>
                  <a:lnTo>
                    <a:pt x="456998" y="637588"/>
                  </a:lnTo>
                  <a:lnTo>
                    <a:pt x="452976" y="638452"/>
                  </a:lnTo>
                  <a:lnTo>
                    <a:pt x="449140" y="641473"/>
                  </a:lnTo>
                  <a:lnTo>
                    <a:pt x="446133" y="643099"/>
                  </a:lnTo>
                  <a:lnTo>
                    <a:pt x="445284" y="644256"/>
                  </a:lnTo>
                  <a:lnTo>
                    <a:pt x="443481" y="646709"/>
                  </a:lnTo>
                  <a:lnTo>
                    <a:pt x="442030" y="651961"/>
                  </a:lnTo>
                  <a:lnTo>
                    <a:pt x="441063" y="654524"/>
                  </a:lnTo>
                  <a:lnTo>
                    <a:pt x="438681" y="655284"/>
                  </a:lnTo>
                  <a:lnTo>
                    <a:pt x="436182" y="657592"/>
                  </a:lnTo>
                  <a:lnTo>
                    <a:pt x="432443" y="658057"/>
                  </a:lnTo>
                  <a:lnTo>
                    <a:pt x="429396" y="661431"/>
                  </a:lnTo>
                  <a:lnTo>
                    <a:pt x="426441" y="665830"/>
                  </a:lnTo>
                  <a:lnTo>
                    <a:pt x="424570" y="669379"/>
                  </a:lnTo>
                  <a:lnTo>
                    <a:pt x="425565" y="672062"/>
                  </a:lnTo>
                  <a:lnTo>
                    <a:pt x="428287" y="676784"/>
                  </a:lnTo>
                  <a:lnTo>
                    <a:pt x="428101" y="678241"/>
                  </a:lnTo>
                  <a:lnTo>
                    <a:pt x="422804" y="678213"/>
                  </a:lnTo>
                  <a:lnTo>
                    <a:pt x="419216" y="682676"/>
                  </a:lnTo>
                  <a:lnTo>
                    <a:pt x="417060" y="688303"/>
                  </a:lnTo>
                  <a:lnTo>
                    <a:pt x="413752" y="691350"/>
                  </a:lnTo>
                  <a:lnTo>
                    <a:pt x="412223" y="695761"/>
                  </a:lnTo>
                  <a:lnTo>
                    <a:pt x="413521" y="699454"/>
                  </a:lnTo>
                  <a:lnTo>
                    <a:pt x="415640" y="700516"/>
                  </a:lnTo>
                  <a:lnTo>
                    <a:pt x="411873" y="704141"/>
                  </a:lnTo>
                  <a:lnTo>
                    <a:pt x="411306" y="707976"/>
                  </a:lnTo>
                  <a:lnTo>
                    <a:pt x="407912" y="711410"/>
                  </a:lnTo>
                  <a:lnTo>
                    <a:pt x="407152" y="713797"/>
                  </a:lnTo>
                  <a:lnTo>
                    <a:pt x="407314" y="716161"/>
                  </a:lnTo>
                  <a:lnTo>
                    <a:pt x="408568" y="719666"/>
                  </a:lnTo>
                  <a:lnTo>
                    <a:pt x="408330" y="723961"/>
                  </a:lnTo>
                  <a:lnTo>
                    <a:pt x="405874" y="729490"/>
                  </a:lnTo>
                  <a:lnTo>
                    <a:pt x="405602" y="732634"/>
                  </a:lnTo>
                  <a:lnTo>
                    <a:pt x="401229" y="736112"/>
                  </a:lnTo>
                  <a:lnTo>
                    <a:pt x="398049" y="736067"/>
                  </a:lnTo>
                  <a:lnTo>
                    <a:pt x="397186" y="739482"/>
                  </a:lnTo>
                  <a:lnTo>
                    <a:pt x="397549" y="744621"/>
                  </a:lnTo>
                  <a:lnTo>
                    <a:pt x="396942" y="748573"/>
                  </a:lnTo>
                  <a:lnTo>
                    <a:pt x="394147" y="751322"/>
                  </a:lnTo>
                  <a:lnTo>
                    <a:pt x="391784" y="753020"/>
                  </a:lnTo>
                  <a:lnTo>
                    <a:pt x="389790" y="753683"/>
                  </a:lnTo>
                  <a:lnTo>
                    <a:pt x="386731" y="753333"/>
                  </a:lnTo>
                  <a:lnTo>
                    <a:pt x="382827" y="754158"/>
                  </a:lnTo>
                  <a:lnTo>
                    <a:pt x="382738" y="756330"/>
                  </a:lnTo>
                  <a:lnTo>
                    <a:pt x="382288" y="759053"/>
                  </a:lnTo>
                  <a:lnTo>
                    <a:pt x="379125" y="759597"/>
                  </a:lnTo>
                  <a:lnTo>
                    <a:pt x="376913" y="760447"/>
                  </a:lnTo>
                  <a:lnTo>
                    <a:pt x="379314" y="765392"/>
                  </a:lnTo>
                  <a:lnTo>
                    <a:pt x="378108" y="767732"/>
                  </a:lnTo>
                  <a:lnTo>
                    <a:pt x="374713" y="768448"/>
                  </a:lnTo>
                  <a:lnTo>
                    <a:pt x="372955" y="769859"/>
                  </a:lnTo>
                  <a:lnTo>
                    <a:pt x="370904" y="771406"/>
                  </a:lnTo>
                  <a:lnTo>
                    <a:pt x="370319" y="775224"/>
                  </a:lnTo>
                  <a:lnTo>
                    <a:pt x="367827" y="778042"/>
                  </a:lnTo>
                  <a:lnTo>
                    <a:pt x="367737" y="782678"/>
                  </a:lnTo>
                  <a:lnTo>
                    <a:pt x="367072" y="785618"/>
                  </a:lnTo>
                  <a:lnTo>
                    <a:pt x="367163" y="788818"/>
                  </a:lnTo>
                  <a:lnTo>
                    <a:pt x="371035" y="791758"/>
                  </a:lnTo>
                  <a:lnTo>
                    <a:pt x="375040" y="791963"/>
                  </a:lnTo>
                  <a:lnTo>
                    <a:pt x="379168" y="790961"/>
                  </a:lnTo>
                  <a:lnTo>
                    <a:pt x="382114" y="790478"/>
                  </a:lnTo>
                  <a:lnTo>
                    <a:pt x="385631" y="794905"/>
                  </a:lnTo>
                  <a:lnTo>
                    <a:pt x="389188" y="794831"/>
                  </a:lnTo>
                  <a:lnTo>
                    <a:pt x="392136" y="797380"/>
                  </a:lnTo>
                  <a:lnTo>
                    <a:pt x="394583" y="799920"/>
                  </a:lnTo>
                  <a:lnTo>
                    <a:pt x="396567" y="802340"/>
                  </a:lnTo>
                  <a:lnTo>
                    <a:pt x="395838" y="803218"/>
                  </a:lnTo>
                  <a:lnTo>
                    <a:pt x="393815" y="805652"/>
                  </a:lnTo>
                  <a:lnTo>
                    <a:pt x="393395" y="810825"/>
                  </a:lnTo>
                  <a:lnTo>
                    <a:pt x="392347" y="813114"/>
                  </a:lnTo>
                  <a:lnTo>
                    <a:pt x="389230" y="814906"/>
                  </a:lnTo>
                  <a:lnTo>
                    <a:pt x="388386" y="818069"/>
                  </a:lnTo>
                  <a:lnTo>
                    <a:pt x="384361" y="820586"/>
                  </a:lnTo>
                  <a:lnTo>
                    <a:pt x="380655" y="820747"/>
                  </a:lnTo>
                  <a:lnTo>
                    <a:pt x="379224" y="824200"/>
                  </a:lnTo>
                  <a:lnTo>
                    <a:pt x="379050" y="828372"/>
                  </a:lnTo>
                  <a:lnTo>
                    <a:pt x="376896" y="828932"/>
                  </a:lnTo>
                  <a:lnTo>
                    <a:pt x="375154" y="832523"/>
                  </a:lnTo>
                  <a:lnTo>
                    <a:pt x="378121" y="835416"/>
                  </a:lnTo>
                  <a:lnTo>
                    <a:pt x="375662" y="838163"/>
                  </a:lnTo>
                  <a:lnTo>
                    <a:pt x="375272" y="842928"/>
                  </a:lnTo>
                  <a:lnTo>
                    <a:pt x="374469" y="847522"/>
                  </a:lnTo>
                  <a:lnTo>
                    <a:pt x="372633" y="852816"/>
                  </a:lnTo>
                  <a:lnTo>
                    <a:pt x="369268" y="855869"/>
                  </a:lnTo>
                  <a:lnTo>
                    <a:pt x="365267" y="858776"/>
                  </a:lnTo>
                  <a:lnTo>
                    <a:pt x="362276" y="861223"/>
                  </a:lnTo>
                  <a:lnTo>
                    <a:pt x="356669" y="862768"/>
                  </a:lnTo>
                  <a:lnTo>
                    <a:pt x="353053" y="861537"/>
                  </a:lnTo>
                  <a:lnTo>
                    <a:pt x="348583" y="863791"/>
                  </a:lnTo>
                  <a:lnTo>
                    <a:pt x="345998" y="866975"/>
                  </a:lnTo>
                  <a:lnTo>
                    <a:pt x="348086" y="870023"/>
                  </a:lnTo>
                  <a:lnTo>
                    <a:pt x="347236" y="872637"/>
                  </a:lnTo>
                  <a:lnTo>
                    <a:pt x="342008" y="875785"/>
                  </a:lnTo>
                  <a:lnTo>
                    <a:pt x="342030" y="880035"/>
                  </a:lnTo>
                  <a:lnTo>
                    <a:pt x="340153" y="883026"/>
                  </a:lnTo>
                  <a:lnTo>
                    <a:pt x="335092" y="880467"/>
                  </a:lnTo>
                  <a:lnTo>
                    <a:pt x="331773" y="879645"/>
                  </a:lnTo>
                  <a:lnTo>
                    <a:pt x="332131" y="885455"/>
                  </a:lnTo>
                  <a:lnTo>
                    <a:pt x="331861" y="887542"/>
                  </a:lnTo>
                  <a:lnTo>
                    <a:pt x="329040" y="889259"/>
                  </a:lnTo>
                  <a:lnTo>
                    <a:pt x="329272" y="894695"/>
                  </a:lnTo>
                  <a:lnTo>
                    <a:pt x="323611" y="896068"/>
                  </a:lnTo>
                  <a:lnTo>
                    <a:pt x="319523" y="896998"/>
                  </a:lnTo>
                  <a:lnTo>
                    <a:pt x="321026" y="901730"/>
                  </a:lnTo>
                  <a:lnTo>
                    <a:pt x="318604" y="902661"/>
                  </a:lnTo>
                  <a:lnTo>
                    <a:pt x="314517" y="902598"/>
                  </a:lnTo>
                  <a:lnTo>
                    <a:pt x="310284" y="905812"/>
                  </a:lnTo>
                  <a:lnTo>
                    <a:pt x="311454" y="909927"/>
                  </a:lnTo>
                  <a:lnTo>
                    <a:pt x="311744" y="915642"/>
                  </a:lnTo>
                  <a:lnTo>
                    <a:pt x="312389" y="919881"/>
                  </a:lnTo>
                  <a:lnTo>
                    <a:pt x="312170" y="920186"/>
                  </a:lnTo>
                  <a:lnTo>
                    <a:pt x="309288" y="924183"/>
                  </a:lnTo>
                  <a:lnTo>
                    <a:pt x="308426" y="927573"/>
                  </a:lnTo>
                  <a:lnTo>
                    <a:pt x="306617" y="933153"/>
                  </a:lnTo>
                  <a:lnTo>
                    <a:pt x="303773" y="932735"/>
                  </a:lnTo>
                  <a:lnTo>
                    <a:pt x="301689" y="933314"/>
                  </a:lnTo>
                  <a:lnTo>
                    <a:pt x="298280" y="939354"/>
                  </a:lnTo>
                  <a:lnTo>
                    <a:pt x="294646" y="938116"/>
                  </a:lnTo>
                  <a:lnTo>
                    <a:pt x="291663" y="940613"/>
                  </a:lnTo>
                  <a:lnTo>
                    <a:pt x="290659" y="943678"/>
                  </a:lnTo>
                  <a:lnTo>
                    <a:pt x="287481" y="948373"/>
                  </a:lnTo>
                  <a:lnTo>
                    <a:pt x="283863" y="946252"/>
                  </a:lnTo>
                  <a:lnTo>
                    <a:pt x="280109" y="948172"/>
                  </a:lnTo>
                  <a:lnTo>
                    <a:pt x="276395" y="949965"/>
                  </a:lnTo>
                  <a:lnTo>
                    <a:pt x="275578" y="953287"/>
                  </a:lnTo>
                  <a:lnTo>
                    <a:pt x="279475" y="957010"/>
                  </a:lnTo>
                  <a:lnTo>
                    <a:pt x="278175" y="958793"/>
                  </a:lnTo>
                  <a:lnTo>
                    <a:pt x="274644" y="958685"/>
                  </a:lnTo>
                  <a:lnTo>
                    <a:pt x="272463" y="959562"/>
                  </a:lnTo>
                  <a:lnTo>
                    <a:pt x="270818" y="956802"/>
                  </a:lnTo>
                  <a:lnTo>
                    <a:pt x="268388" y="955769"/>
                  </a:lnTo>
                  <a:lnTo>
                    <a:pt x="264431" y="957746"/>
                  </a:lnTo>
                  <a:lnTo>
                    <a:pt x="266357" y="962631"/>
                  </a:lnTo>
                  <a:lnTo>
                    <a:pt x="268291" y="965972"/>
                  </a:lnTo>
                  <a:lnTo>
                    <a:pt x="266904" y="969790"/>
                  </a:lnTo>
                  <a:lnTo>
                    <a:pt x="263485" y="968632"/>
                  </a:lnTo>
                  <a:lnTo>
                    <a:pt x="258512" y="969884"/>
                  </a:lnTo>
                  <a:lnTo>
                    <a:pt x="254641" y="969695"/>
                  </a:lnTo>
                  <a:lnTo>
                    <a:pt x="253326" y="968771"/>
                  </a:lnTo>
                  <a:lnTo>
                    <a:pt x="250560" y="969773"/>
                  </a:lnTo>
                  <a:lnTo>
                    <a:pt x="248577" y="972445"/>
                  </a:lnTo>
                  <a:lnTo>
                    <a:pt x="247284" y="978072"/>
                  </a:lnTo>
                  <a:lnTo>
                    <a:pt x="249728" y="978350"/>
                  </a:lnTo>
                  <a:lnTo>
                    <a:pt x="253938" y="979502"/>
                  </a:lnTo>
                  <a:lnTo>
                    <a:pt x="256672" y="980809"/>
                  </a:lnTo>
                  <a:lnTo>
                    <a:pt x="259884" y="984821"/>
                  </a:lnTo>
                  <a:lnTo>
                    <a:pt x="254752" y="988782"/>
                  </a:lnTo>
                  <a:lnTo>
                    <a:pt x="251950" y="991414"/>
                  </a:lnTo>
                  <a:lnTo>
                    <a:pt x="251591" y="995977"/>
                  </a:lnTo>
                  <a:lnTo>
                    <a:pt x="250711" y="1000591"/>
                  </a:lnTo>
                  <a:lnTo>
                    <a:pt x="248206" y="1001651"/>
                  </a:lnTo>
                  <a:lnTo>
                    <a:pt x="243928" y="1000818"/>
                  </a:lnTo>
                  <a:lnTo>
                    <a:pt x="243593" y="1003185"/>
                  </a:lnTo>
                  <a:lnTo>
                    <a:pt x="240459" y="1003241"/>
                  </a:lnTo>
                  <a:lnTo>
                    <a:pt x="235584" y="1003937"/>
                  </a:lnTo>
                  <a:lnTo>
                    <a:pt x="229226" y="1006486"/>
                  </a:lnTo>
                  <a:lnTo>
                    <a:pt x="229875" y="1011676"/>
                  </a:lnTo>
                  <a:lnTo>
                    <a:pt x="220179" y="1019739"/>
                  </a:lnTo>
                  <a:lnTo>
                    <a:pt x="215760" y="1022346"/>
                  </a:lnTo>
                  <a:lnTo>
                    <a:pt x="214945" y="1024678"/>
                  </a:lnTo>
                  <a:lnTo>
                    <a:pt x="214640" y="1025547"/>
                  </a:lnTo>
                  <a:lnTo>
                    <a:pt x="210716" y="1029168"/>
                  </a:lnTo>
                  <a:lnTo>
                    <a:pt x="209496" y="1029406"/>
                  </a:lnTo>
                  <a:lnTo>
                    <a:pt x="208456" y="1026475"/>
                  </a:lnTo>
                  <a:lnTo>
                    <a:pt x="210994" y="1023776"/>
                  </a:lnTo>
                  <a:lnTo>
                    <a:pt x="210849" y="1017579"/>
                  </a:lnTo>
                  <a:lnTo>
                    <a:pt x="212168" y="1014144"/>
                  </a:lnTo>
                  <a:lnTo>
                    <a:pt x="210319" y="1011861"/>
                  </a:lnTo>
                  <a:lnTo>
                    <a:pt x="207293" y="1011025"/>
                  </a:lnTo>
                  <a:lnTo>
                    <a:pt x="204927" y="1014311"/>
                  </a:lnTo>
                  <a:lnTo>
                    <a:pt x="201969" y="1014301"/>
                  </a:lnTo>
                  <a:lnTo>
                    <a:pt x="199067" y="1015056"/>
                  </a:lnTo>
                  <a:lnTo>
                    <a:pt x="198238" y="1019669"/>
                  </a:lnTo>
                  <a:lnTo>
                    <a:pt x="195991" y="1022324"/>
                  </a:lnTo>
                  <a:lnTo>
                    <a:pt x="191181" y="1024979"/>
                  </a:lnTo>
                  <a:lnTo>
                    <a:pt x="187571" y="1027524"/>
                  </a:lnTo>
                  <a:lnTo>
                    <a:pt x="185406" y="1032073"/>
                  </a:lnTo>
                  <a:lnTo>
                    <a:pt x="185539" y="1033808"/>
                  </a:lnTo>
                  <a:lnTo>
                    <a:pt x="183692" y="1035920"/>
                  </a:lnTo>
                  <a:lnTo>
                    <a:pt x="179173" y="1033442"/>
                  </a:lnTo>
                  <a:lnTo>
                    <a:pt x="178901" y="1036891"/>
                  </a:lnTo>
                  <a:lnTo>
                    <a:pt x="175122" y="1037416"/>
                  </a:lnTo>
                  <a:lnTo>
                    <a:pt x="173225" y="1036021"/>
                  </a:lnTo>
                  <a:lnTo>
                    <a:pt x="168585" y="1036036"/>
                  </a:lnTo>
                  <a:lnTo>
                    <a:pt x="165298" y="1040216"/>
                  </a:lnTo>
                  <a:lnTo>
                    <a:pt x="159662" y="1043615"/>
                  </a:lnTo>
                  <a:lnTo>
                    <a:pt x="151930" y="1043315"/>
                  </a:lnTo>
                  <a:lnTo>
                    <a:pt x="150938" y="1041609"/>
                  </a:lnTo>
                  <a:lnTo>
                    <a:pt x="152008" y="1038006"/>
                  </a:lnTo>
                  <a:lnTo>
                    <a:pt x="152184" y="1034335"/>
                  </a:lnTo>
                  <a:lnTo>
                    <a:pt x="155109" y="1029602"/>
                  </a:lnTo>
                  <a:lnTo>
                    <a:pt x="154434" y="1025778"/>
                  </a:lnTo>
                  <a:lnTo>
                    <a:pt x="151467" y="1025366"/>
                  </a:lnTo>
                  <a:lnTo>
                    <a:pt x="148027" y="1026229"/>
                  </a:lnTo>
                  <a:lnTo>
                    <a:pt x="145792" y="1030090"/>
                  </a:lnTo>
                  <a:lnTo>
                    <a:pt x="144499" y="1033080"/>
                  </a:lnTo>
                  <a:lnTo>
                    <a:pt x="145164" y="1040039"/>
                  </a:lnTo>
                  <a:lnTo>
                    <a:pt x="142301" y="1045133"/>
                  </a:lnTo>
                  <a:lnTo>
                    <a:pt x="139563" y="1049163"/>
                  </a:lnTo>
                  <a:lnTo>
                    <a:pt x="141285" y="1055104"/>
                  </a:lnTo>
                  <a:lnTo>
                    <a:pt x="144628" y="1056619"/>
                  </a:lnTo>
                  <a:lnTo>
                    <a:pt x="149491" y="1059974"/>
                  </a:lnTo>
                  <a:lnTo>
                    <a:pt x="150461" y="1062475"/>
                  </a:lnTo>
                  <a:lnTo>
                    <a:pt x="145740" y="1061578"/>
                  </a:lnTo>
                  <a:lnTo>
                    <a:pt x="142381" y="1063240"/>
                  </a:lnTo>
                  <a:lnTo>
                    <a:pt x="138458" y="1060034"/>
                  </a:lnTo>
                  <a:lnTo>
                    <a:pt x="136755" y="1059228"/>
                  </a:lnTo>
                  <a:lnTo>
                    <a:pt x="133593" y="1061646"/>
                  </a:lnTo>
                  <a:lnTo>
                    <a:pt x="131347" y="1059722"/>
                  </a:lnTo>
                  <a:lnTo>
                    <a:pt x="129016" y="1062018"/>
                  </a:lnTo>
                  <a:lnTo>
                    <a:pt x="128113" y="1064482"/>
                  </a:lnTo>
                  <a:lnTo>
                    <a:pt x="127685" y="1068811"/>
                  </a:lnTo>
                  <a:lnTo>
                    <a:pt x="127797" y="1074106"/>
                  </a:lnTo>
                  <a:lnTo>
                    <a:pt x="126319" y="1076713"/>
                  </a:lnTo>
                  <a:lnTo>
                    <a:pt x="124093" y="1076997"/>
                  </a:lnTo>
                  <a:lnTo>
                    <a:pt x="121333" y="1073043"/>
                  </a:lnTo>
                  <a:lnTo>
                    <a:pt x="121033" y="1070824"/>
                  </a:lnTo>
                  <a:lnTo>
                    <a:pt x="121593" y="1063823"/>
                  </a:lnTo>
                  <a:lnTo>
                    <a:pt x="119630" y="1062764"/>
                  </a:lnTo>
                  <a:lnTo>
                    <a:pt x="116422" y="1065768"/>
                  </a:lnTo>
                  <a:lnTo>
                    <a:pt x="115845" y="1067882"/>
                  </a:lnTo>
                  <a:lnTo>
                    <a:pt x="111822" y="1068644"/>
                  </a:lnTo>
                  <a:lnTo>
                    <a:pt x="107642" y="1070577"/>
                  </a:lnTo>
                  <a:lnTo>
                    <a:pt x="104945" y="1068952"/>
                  </a:lnTo>
                  <a:lnTo>
                    <a:pt x="103265" y="1066061"/>
                  </a:lnTo>
                  <a:lnTo>
                    <a:pt x="99875" y="1070344"/>
                  </a:lnTo>
                  <a:lnTo>
                    <a:pt x="97100" y="1072873"/>
                  </a:lnTo>
                  <a:lnTo>
                    <a:pt x="93619" y="1075811"/>
                  </a:lnTo>
                  <a:lnTo>
                    <a:pt x="90336" y="1077556"/>
                  </a:lnTo>
                  <a:lnTo>
                    <a:pt x="92781" y="1079847"/>
                  </a:lnTo>
                  <a:lnTo>
                    <a:pt x="96054" y="1080097"/>
                  </a:lnTo>
                  <a:lnTo>
                    <a:pt x="100018" y="1084325"/>
                  </a:lnTo>
                  <a:lnTo>
                    <a:pt x="101155" y="1088659"/>
                  </a:lnTo>
                  <a:lnTo>
                    <a:pt x="94853" y="1086464"/>
                  </a:lnTo>
                  <a:lnTo>
                    <a:pt x="89163" y="1087436"/>
                  </a:lnTo>
                  <a:lnTo>
                    <a:pt x="83107" y="1089480"/>
                  </a:lnTo>
                  <a:lnTo>
                    <a:pt x="75284" y="1088238"/>
                  </a:lnTo>
                  <a:lnTo>
                    <a:pt x="67364" y="1088604"/>
                  </a:lnTo>
                  <a:lnTo>
                    <a:pt x="59973" y="1091600"/>
                  </a:lnTo>
                  <a:lnTo>
                    <a:pt x="57283" y="1094622"/>
                  </a:lnTo>
                  <a:lnTo>
                    <a:pt x="56786" y="1098476"/>
                  </a:lnTo>
                  <a:lnTo>
                    <a:pt x="53276" y="1101229"/>
                  </a:lnTo>
                  <a:lnTo>
                    <a:pt x="47041" y="1102726"/>
                  </a:lnTo>
                  <a:lnTo>
                    <a:pt x="43527" y="1102300"/>
                  </a:lnTo>
                  <a:lnTo>
                    <a:pt x="39545" y="1099600"/>
                  </a:lnTo>
                  <a:lnTo>
                    <a:pt x="38114" y="1095051"/>
                  </a:lnTo>
                  <a:lnTo>
                    <a:pt x="36750" y="1092745"/>
                  </a:lnTo>
                  <a:lnTo>
                    <a:pt x="36622" y="1089653"/>
                  </a:lnTo>
                  <a:lnTo>
                    <a:pt x="39482" y="1087204"/>
                  </a:lnTo>
                  <a:lnTo>
                    <a:pt x="43619" y="1085824"/>
                  </a:lnTo>
                  <a:lnTo>
                    <a:pt x="45883" y="1082222"/>
                  </a:lnTo>
                  <a:lnTo>
                    <a:pt x="49190" y="1074433"/>
                  </a:lnTo>
                  <a:lnTo>
                    <a:pt x="49220" y="1069792"/>
                  </a:lnTo>
                  <a:lnTo>
                    <a:pt x="53947" y="1067610"/>
                  </a:lnTo>
                  <a:lnTo>
                    <a:pt x="57021" y="1070354"/>
                  </a:lnTo>
                  <a:lnTo>
                    <a:pt x="61663" y="1068193"/>
                  </a:lnTo>
                  <a:lnTo>
                    <a:pt x="64527" y="1065853"/>
                  </a:lnTo>
                  <a:lnTo>
                    <a:pt x="68708" y="1065173"/>
                  </a:lnTo>
                  <a:lnTo>
                    <a:pt x="72017" y="1061692"/>
                  </a:lnTo>
                  <a:lnTo>
                    <a:pt x="76041" y="1060807"/>
                  </a:lnTo>
                  <a:lnTo>
                    <a:pt x="84307" y="1062183"/>
                  </a:lnTo>
                  <a:lnTo>
                    <a:pt x="87638" y="1067973"/>
                  </a:lnTo>
                  <a:lnTo>
                    <a:pt x="90497" y="1066808"/>
                  </a:lnTo>
                  <a:lnTo>
                    <a:pt x="92555" y="1063064"/>
                  </a:lnTo>
                  <a:lnTo>
                    <a:pt x="91343" y="1056900"/>
                  </a:lnTo>
                  <a:lnTo>
                    <a:pt x="97391" y="1053659"/>
                  </a:lnTo>
                  <a:lnTo>
                    <a:pt x="100726" y="1054278"/>
                  </a:lnTo>
                  <a:lnTo>
                    <a:pt x="106392" y="1052771"/>
                  </a:lnTo>
                  <a:lnTo>
                    <a:pt x="105048" y="1049181"/>
                  </a:lnTo>
                  <a:lnTo>
                    <a:pt x="107883" y="1046206"/>
                  </a:lnTo>
                  <a:lnTo>
                    <a:pt x="113474" y="1040299"/>
                  </a:lnTo>
                  <a:lnTo>
                    <a:pt x="115909" y="1035517"/>
                  </a:lnTo>
                  <a:lnTo>
                    <a:pt x="122343" y="1026696"/>
                  </a:lnTo>
                  <a:lnTo>
                    <a:pt x="127007" y="1019870"/>
                  </a:lnTo>
                  <a:lnTo>
                    <a:pt x="130200" y="1017450"/>
                  </a:lnTo>
                  <a:lnTo>
                    <a:pt x="132447" y="1014769"/>
                  </a:lnTo>
                  <a:lnTo>
                    <a:pt x="137364" y="1012094"/>
                  </a:lnTo>
                  <a:lnTo>
                    <a:pt x="140258" y="1008328"/>
                  </a:lnTo>
                  <a:lnTo>
                    <a:pt x="143370" y="1007583"/>
                  </a:lnTo>
                  <a:lnTo>
                    <a:pt x="151859" y="1004430"/>
                  </a:lnTo>
                  <a:lnTo>
                    <a:pt x="161351" y="1000761"/>
                  </a:lnTo>
                  <a:lnTo>
                    <a:pt x="167610" y="1000050"/>
                  </a:lnTo>
                  <a:lnTo>
                    <a:pt x="172767" y="1000055"/>
                  </a:lnTo>
                  <a:lnTo>
                    <a:pt x="172829" y="1005067"/>
                  </a:lnTo>
                  <a:lnTo>
                    <a:pt x="173569" y="1009069"/>
                  </a:lnTo>
                  <a:lnTo>
                    <a:pt x="181158" y="1010519"/>
                  </a:lnTo>
                  <a:lnTo>
                    <a:pt x="182969" y="1010145"/>
                  </a:lnTo>
                  <a:lnTo>
                    <a:pt x="184517" y="1007016"/>
                  </a:lnTo>
                  <a:lnTo>
                    <a:pt x="181889" y="1004236"/>
                  </a:lnTo>
                  <a:lnTo>
                    <a:pt x="179995" y="1002732"/>
                  </a:lnTo>
                  <a:lnTo>
                    <a:pt x="183042" y="996578"/>
                  </a:lnTo>
                  <a:lnTo>
                    <a:pt x="185391" y="988037"/>
                  </a:lnTo>
                  <a:lnTo>
                    <a:pt x="185846" y="983350"/>
                  </a:lnTo>
                  <a:lnTo>
                    <a:pt x="190959" y="978940"/>
                  </a:lnTo>
                  <a:lnTo>
                    <a:pt x="193295" y="975445"/>
                  </a:lnTo>
                  <a:lnTo>
                    <a:pt x="198356" y="972165"/>
                  </a:lnTo>
                  <a:lnTo>
                    <a:pt x="203171" y="965964"/>
                  </a:lnTo>
                  <a:lnTo>
                    <a:pt x="212370" y="960439"/>
                  </a:lnTo>
                  <a:lnTo>
                    <a:pt x="222134" y="952875"/>
                  </a:lnTo>
                  <a:lnTo>
                    <a:pt x="229709" y="946000"/>
                  </a:lnTo>
                  <a:lnTo>
                    <a:pt x="232369" y="948070"/>
                  </a:lnTo>
                  <a:lnTo>
                    <a:pt x="233724" y="949120"/>
                  </a:lnTo>
                  <a:lnTo>
                    <a:pt x="237206" y="948856"/>
                  </a:lnTo>
                  <a:lnTo>
                    <a:pt x="239980" y="947799"/>
                  </a:lnTo>
                  <a:lnTo>
                    <a:pt x="240142" y="945383"/>
                  </a:lnTo>
                  <a:lnTo>
                    <a:pt x="238632" y="941220"/>
                  </a:lnTo>
                  <a:lnTo>
                    <a:pt x="238560" y="936197"/>
                  </a:lnTo>
                  <a:lnTo>
                    <a:pt x="242732" y="926707"/>
                  </a:lnTo>
                  <a:lnTo>
                    <a:pt x="248858" y="916757"/>
                  </a:lnTo>
                  <a:lnTo>
                    <a:pt x="251560" y="914053"/>
                  </a:lnTo>
                  <a:lnTo>
                    <a:pt x="256040" y="911557"/>
                  </a:lnTo>
                  <a:lnTo>
                    <a:pt x="260354" y="903624"/>
                  </a:lnTo>
                  <a:lnTo>
                    <a:pt x="265068" y="898804"/>
                  </a:lnTo>
                  <a:lnTo>
                    <a:pt x="267941" y="897578"/>
                  </a:lnTo>
                  <a:lnTo>
                    <a:pt x="267573" y="894591"/>
                  </a:lnTo>
                  <a:lnTo>
                    <a:pt x="266587" y="891540"/>
                  </a:lnTo>
                  <a:lnTo>
                    <a:pt x="266988" y="885250"/>
                  </a:lnTo>
                  <a:lnTo>
                    <a:pt x="267786" y="877713"/>
                  </a:lnTo>
                  <a:lnTo>
                    <a:pt x="268288" y="863359"/>
                  </a:lnTo>
                  <a:lnTo>
                    <a:pt x="269281" y="859418"/>
                  </a:lnTo>
                  <a:lnTo>
                    <a:pt x="271358" y="854830"/>
                  </a:lnTo>
                  <a:lnTo>
                    <a:pt x="269040" y="851015"/>
                  </a:lnTo>
                  <a:lnTo>
                    <a:pt x="268825" y="844523"/>
                  </a:lnTo>
                  <a:lnTo>
                    <a:pt x="270237" y="837715"/>
                  </a:lnTo>
                  <a:lnTo>
                    <a:pt x="275036" y="831995"/>
                  </a:lnTo>
                  <a:lnTo>
                    <a:pt x="277213" y="828574"/>
                  </a:lnTo>
                  <a:lnTo>
                    <a:pt x="279979" y="824210"/>
                  </a:lnTo>
                  <a:lnTo>
                    <a:pt x="281972" y="820232"/>
                  </a:lnTo>
                  <a:lnTo>
                    <a:pt x="283648" y="813848"/>
                  </a:lnTo>
                  <a:lnTo>
                    <a:pt x="282851" y="812151"/>
                  </a:lnTo>
                  <a:lnTo>
                    <a:pt x="280432" y="812070"/>
                  </a:lnTo>
                  <a:lnTo>
                    <a:pt x="279777" y="812047"/>
                  </a:lnTo>
                  <a:lnTo>
                    <a:pt x="277442" y="813349"/>
                  </a:lnTo>
                  <a:lnTo>
                    <a:pt x="271777" y="816490"/>
                  </a:lnTo>
                  <a:lnTo>
                    <a:pt x="266398" y="820285"/>
                  </a:lnTo>
                  <a:lnTo>
                    <a:pt x="260321" y="823639"/>
                  </a:lnTo>
                  <a:lnTo>
                    <a:pt x="249578" y="829795"/>
                  </a:lnTo>
                  <a:lnTo>
                    <a:pt x="246753" y="829572"/>
                  </a:lnTo>
                  <a:lnTo>
                    <a:pt x="243560" y="826713"/>
                  </a:lnTo>
                  <a:lnTo>
                    <a:pt x="241937" y="821367"/>
                  </a:lnTo>
                  <a:lnTo>
                    <a:pt x="240442" y="819990"/>
                  </a:lnTo>
                  <a:lnTo>
                    <a:pt x="236060" y="817968"/>
                  </a:lnTo>
                  <a:lnTo>
                    <a:pt x="237252" y="814389"/>
                  </a:lnTo>
                  <a:lnTo>
                    <a:pt x="234088" y="810954"/>
                  </a:lnTo>
                  <a:lnTo>
                    <a:pt x="229732" y="814110"/>
                  </a:lnTo>
                  <a:lnTo>
                    <a:pt x="229207" y="818007"/>
                  </a:lnTo>
                  <a:lnTo>
                    <a:pt x="229657" y="821318"/>
                  </a:lnTo>
                  <a:lnTo>
                    <a:pt x="227349" y="825167"/>
                  </a:lnTo>
                  <a:lnTo>
                    <a:pt x="228555" y="829651"/>
                  </a:lnTo>
                  <a:lnTo>
                    <a:pt x="232752" y="838922"/>
                  </a:lnTo>
                  <a:lnTo>
                    <a:pt x="230172" y="843859"/>
                  </a:lnTo>
                  <a:lnTo>
                    <a:pt x="227593" y="845052"/>
                  </a:lnTo>
                  <a:lnTo>
                    <a:pt x="221903" y="843053"/>
                  </a:lnTo>
                  <a:lnTo>
                    <a:pt x="216392" y="831412"/>
                  </a:lnTo>
                  <a:lnTo>
                    <a:pt x="210476" y="820364"/>
                  </a:lnTo>
                  <a:lnTo>
                    <a:pt x="206631" y="816491"/>
                  </a:lnTo>
                  <a:lnTo>
                    <a:pt x="203238" y="815774"/>
                  </a:lnTo>
                  <a:lnTo>
                    <a:pt x="204423" y="813178"/>
                  </a:lnTo>
                  <a:lnTo>
                    <a:pt x="203902" y="810119"/>
                  </a:lnTo>
                  <a:lnTo>
                    <a:pt x="201005" y="810280"/>
                  </a:lnTo>
                  <a:lnTo>
                    <a:pt x="200012" y="813788"/>
                  </a:lnTo>
                  <a:lnTo>
                    <a:pt x="198751" y="817181"/>
                  </a:lnTo>
                  <a:lnTo>
                    <a:pt x="195328" y="820074"/>
                  </a:lnTo>
                  <a:lnTo>
                    <a:pt x="193082" y="816448"/>
                  </a:lnTo>
                  <a:lnTo>
                    <a:pt x="187851" y="814458"/>
                  </a:lnTo>
                  <a:lnTo>
                    <a:pt x="185313" y="812164"/>
                  </a:lnTo>
                  <a:lnTo>
                    <a:pt x="182520" y="808704"/>
                  </a:lnTo>
                  <a:lnTo>
                    <a:pt x="184468" y="806063"/>
                  </a:lnTo>
                  <a:lnTo>
                    <a:pt x="182530" y="801091"/>
                  </a:lnTo>
                  <a:lnTo>
                    <a:pt x="176619" y="804926"/>
                  </a:lnTo>
                  <a:lnTo>
                    <a:pt x="170240" y="810753"/>
                  </a:lnTo>
                  <a:lnTo>
                    <a:pt x="167527" y="816739"/>
                  </a:lnTo>
                  <a:lnTo>
                    <a:pt x="166017" y="813494"/>
                  </a:lnTo>
                  <a:lnTo>
                    <a:pt x="162137" y="815320"/>
                  </a:lnTo>
                  <a:lnTo>
                    <a:pt x="161226" y="815953"/>
                  </a:lnTo>
                  <a:lnTo>
                    <a:pt x="159956" y="816833"/>
                  </a:lnTo>
                  <a:lnTo>
                    <a:pt x="155499" y="819912"/>
                  </a:lnTo>
                  <a:lnTo>
                    <a:pt x="152000" y="822120"/>
                  </a:lnTo>
                  <a:lnTo>
                    <a:pt x="151953" y="822353"/>
                  </a:lnTo>
                  <a:lnTo>
                    <a:pt x="150997" y="827119"/>
                  </a:lnTo>
                  <a:lnTo>
                    <a:pt x="145601" y="830596"/>
                  </a:lnTo>
                  <a:lnTo>
                    <a:pt x="139485" y="834321"/>
                  </a:lnTo>
                  <a:lnTo>
                    <a:pt x="137945" y="830319"/>
                  </a:lnTo>
                  <a:lnTo>
                    <a:pt x="131096" y="830456"/>
                  </a:lnTo>
                  <a:lnTo>
                    <a:pt x="126714" y="827597"/>
                  </a:lnTo>
                  <a:lnTo>
                    <a:pt x="132094" y="825133"/>
                  </a:lnTo>
                  <a:lnTo>
                    <a:pt x="137265" y="822298"/>
                  </a:lnTo>
                  <a:lnTo>
                    <a:pt x="139052" y="815038"/>
                  </a:lnTo>
                  <a:lnTo>
                    <a:pt x="137869" y="805479"/>
                  </a:lnTo>
                  <a:lnTo>
                    <a:pt x="134691" y="798716"/>
                  </a:lnTo>
                  <a:lnTo>
                    <a:pt x="132119" y="793352"/>
                  </a:lnTo>
                  <a:lnTo>
                    <a:pt x="130604" y="788056"/>
                  </a:lnTo>
                  <a:lnTo>
                    <a:pt x="132298" y="782599"/>
                  </a:lnTo>
                  <a:lnTo>
                    <a:pt x="136612" y="776579"/>
                  </a:lnTo>
                  <a:lnTo>
                    <a:pt x="138363" y="774296"/>
                  </a:lnTo>
                  <a:lnTo>
                    <a:pt x="140974" y="772889"/>
                  </a:lnTo>
                  <a:lnTo>
                    <a:pt x="138910" y="767893"/>
                  </a:lnTo>
                  <a:lnTo>
                    <a:pt x="135963" y="762346"/>
                  </a:lnTo>
                  <a:lnTo>
                    <a:pt x="135646" y="759133"/>
                  </a:lnTo>
                  <a:lnTo>
                    <a:pt x="131012" y="749057"/>
                  </a:lnTo>
                  <a:lnTo>
                    <a:pt x="129246" y="744376"/>
                  </a:lnTo>
                  <a:lnTo>
                    <a:pt x="128286" y="741233"/>
                  </a:lnTo>
                  <a:lnTo>
                    <a:pt x="125884" y="735316"/>
                  </a:lnTo>
                  <a:lnTo>
                    <a:pt x="121828" y="727887"/>
                  </a:lnTo>
                  <a:lnTo>
                    <a:pt x="119545" y="727303"/>
                  </a:lnTo>
                  <a:lnTo>
                    <a:pt x="118243" y="730136"/>
                  </a:lnTo>
                  <a:lnTo>
                    <a:pt x="118135" y="733497"/>
                  </a:lnTo>
                  <a:lnTo>
                    <a:pt x="118302" y="736840"/>
                  </a:lnTo>
                  <a:lnTo>
                    <a:pt x="117433" y="740204"/>
                  </a:lnTo>
                  <a:lnTo>
                    <a:pt x="114297" y="740345"/>
                  </a:lnTo>
                  <a:lnTo>
                    <a:pt x="110948" y="740153"/>
                  </a:lnTo>
                  <a:lnTo>
                    <a:pt x="108819" y="742560"/>
                  </a:lnTo>
                  <a:lnTo>
                    <a:pt x="105257" y="744074"/>
                  </a:lnTo>
                  <a:lnTo>
                    <a:pt x="98036" y="747814"/>
                  </a:lnTo>
                  <a:lnTo>
                    <a:pt x="89619" y="749620"/>
                  </a:lnTo>
                  <a:lnTo>
                    <a:pt x="80397" y="749967"/>
                  </a:lnTo>
                  <a:lnTo>
                    <a:pt x="75778" y="749109"/>
                  </a:lnTo>
                  <a:lnTo>
                    <a:pt x="69964" y="745943"/>
                  </a:lnTo>
                  <a:lnTo>
                    <a:pt x="68014" y="739951"/>
                  </a:lnTo>
                  <a:lnTo>
                    <a:pt x="68954" y="738222"/>
                  </a:lnTo>
                  <a:lnTo>
                    <a:pt x="70397" y="736397"/>
                  </a:lnTo>
                  <a:lnTo>
                    <a:pt x="66457" y="732478"/>
                  </a:lnTo>
                  <a:lnTo>
                    <a:pt x="62603" y="728786"/>
                  </a:lnTo>
                  <a:lnTo>
                    <a:pt x="59836" y="721857"/>
                  </a:lnTo>
                  <a:lnTo>
                    <a:pt x="57015" y="719287"/>
                  </a:lnTo>
                  <a:lnTo>
                    <a:pt x="54934" y="715067"/>
                  </a:lnTo>
                  <a:lnTo>
                    <a:pt x="52674" y="715035"/>
                  </a:lnTo>
                  <a:lnTo>
                    <a:pt x="46923" y="710824"/>
                  </a:lnTo>
                  <a:lnTo>
                    <a:pt x="43089" y="704943"/>
                  </a:lnTo>
                  <a:lnTo>
                    <a:pt x="44900" y="703318"/>
                  </a:lnTo>
                  <a:lnTo>
                    <a:pt x="46498" y="702772"/>
                  </a:lnTo>
                  <a:lnTo>
                    <a:pt x="48375" y="699222"/>
                  </a:lnTo>
                  <a:lnTo>
                    <a:pt x="47570" y="698187"/>
                  </a:lnTo>
                  <a:lnTo>
                    <a:pt x="44480" y="698597"/>
                  </a:lnTo>
                  <a:lnTo>
                    <a:pt x="41596" y="700559"/>
                  </a:lnTo>
                  <a:lnTo>
                    <a:pt x="39192" y="700261"/>
                  </a:lnTo>
                  <a:lnTo>
                    <a:pt x="36712" y="699501"/>
                  </a:lnTo>
                  <a:lnTo>
                    <a:pt x="35259" y="696463"/>
                  </a:lnTo>
                  <a:lnTo>
                    <a:pt x="36884" y="694612"/>
                  </a:lnTo>
                  <a:lnTo>
                    <a:pt x="41587" y="693151"/>
                  </a:lnTo>
                  <a:lnTo>
                    <a:pt x="45668" y="688655"/>
                  </a:lnTo>
                  <a:lnTo>
                    <a:pt x="48035" y="687910"/>
                  </a:lnTo>
                  <a:lnTo>
                    <a:pt x="47681" y="684846"/>
                  </a:lnTo>
                  <a:lnTo>
                    <a:pt x="46931" y="682937"/>
                  </a:lnTo>
                  <a:lnTo>
                    <a:pt x="47492" y="678675"/>
                  </a:lnTo>
                  <a:lnTo>
                    <a:pt x="46250" y="673561"/>
                  </a:lnTo>
                  <a:lnTo>
                    <a:pt x="45643" y="672658"/>
                  </a:lnTo>
                  <a:lnTo>
                    <a:pt x="43409" y="669319"/>
                  </a:lnTo>
                  <a:lnTo>
                    <a:pt x="45280" y="667034"/>
                  </a:lnTo>
                  <a:lnTo>
                    <a:pt x="47616" y="664056"/>
                  </a:lnTo>
                  <a:lnTo>
                    <a:pt x="45470" y="661659"/>
                  </a:lnTo>
                  <a:lnTo>
                    <a:pt x="43916" y="657719"/>
                  </a:lnTo>
                  <a:lnTo>
                    <a:pt x="40599" y="656138"/>
                  </a:lnTo>
                  <a:lnTo>
                    <a:pt x="38526" y="661857"/>
                  </a:lnTo>
                  <a:lnTo>
                    <a:pt x="36478" y="661395"/>
                  </a:lnTo>
                  <a:lnTo>
                    <a:pt x="33838" y="660512"/>
                  </a:lnTo>
                  <a:lnTo>
                    <a:pt x="31671" y="657284"/>
                  </a:lnTo>
                  <a:lnTo>
                    <a:pt x="32303" y="651407"/>
                  </a:lnTo>
                  <a:lnTo>
                    <a:pt x="32810" y="648125"/>
                  </a:lnTo>
                  <a:lnTo>
                    <a:pt x="28406" y="645560"/>
                  </a:lnTo>
                  <a:lnTo>
                    <a:pt x="27171" y="645646"/>
                  </a:lnTo>
                  <a:lnTo>
                    <a:pt x="25170" y="639048"/>
                  </a:lnTo>
                  <a:lnTo>
                    <a:pt x="26532" y="637342"/>
                  </a:lnTo>
                  <a:lnTo>
                    <a:pt x="29003" y="636378"/>
                  </a:lnTo>
                  <a:lnTo>
                    <a:pt x="30436" y="633924"/>
                  </a:lnTo>
                  <a:lnTo>
                    <a:pt x="27380" y="630562"/>
                  </a:lnTo>
                  <a:lnTo>
                    <a:pt x="26201" y="629030"/>
                  </a:lnTo>
                  <a:lnTo>
                    <a:pt x="23719" y="629841"/>
                  </a:lnTo>
                  <a:lnTo>
                    <a:pt x="21383" y="632668"/>
                  </a:lnTo>
                  <a:lnTo>
                    <a:pt x="19448" y="631099"/>
                  </a:lnTo>
                  <a:lnTo>
                    <a:pt x="18256" y="624662"/>
                  </a:lnTo>
                  <a:lnTo>
                    <a:pt x="20759" y="617273"/>
                  </a:lnTo>
                  <a:lnTo>
                    <a:pt x="23526" y="614791"/>
                  </a:lnTo>
                  <a:lnTo>
                    <a:pt x="22603" y="611560"/>
                  </a:lnTo>
                  <a:lnTo>
                    <a:pt x="26977" y="609731"/>
                  </a:lnTo>
                  <a:lnTo>
                    <a:pt x="30584" y="611685"/>
                  </a:lnTo>
                  <a:lnTo>
                    <a:pt x="35180" y="610779"/>
                  </a:lnTo>
                  <a:lnTo>
                    <a:pt x="35031" y="608967"/>
                  </a:lnTo>
                  <a:lnTo>
                    <a:pt x="32951" y="602892"/>
                  </a:lnTo>
                  <a:lnTo>
                    <a:pt x="33156" y="596733"/>
                  </a:lnTo>
                  <a:lnTo>
                    <a:pt x="35828" y="591474"/>
                  </a:lnTo>
                  <a:lnTo>
                    <a:pt x="42336" y="582722"/>
                  </a:lnTo>
                  <a:lnTo>
                    <a:pt x="48160" y="573781"/>
                  </a:lnTo>
                  <a:lnTo>
                    <a:pt x="53271" y="568018"/>
                  </a:lnTo>
                  <a:lnTo>
                    <a:pt x="54823" y="563169"/>
                  </a:lnTo>
                  <a:lnTo>
                    <a:pt x="57512" y="559471"/>
                  </a:lnTo>
                  <a:lnTo>
                    <a:pt x="60960" y="558024"/>
                  </a:lnTo>
                  <a:lnTo>
                    <a:pt x="60580" y="553578"/>
                  </a:lnTo>
                  <a:lnTo>
                    <a:pt x="60551" y="549995"/>
                  </a:lnTo>
                  <a:lnTo>
                    <a:pt x="62692" y="543754"/>
                  </a:lnTo>
                  <a:lnTo>
                    <a:pt x="66642" y="536325"/>
                  </a:lnTo>
                  <a:lnTo>
                    <a:pt x="69130" y="530573"/>
                  </a:lnTo>
                  <a:lnTo>
                    <a:pt x="73884" y="525090"/>
                  </a:lnTo>
                  <a:lnTo>
                    <a:pt x="80195" y="522436"/>
                  </a:lnTo>
                  <a:lnTo>
                    <a:pt x="83963" y="522049"/>
                  </a:lnTo>
                  <a:lnTo>
                    <a:pt x="88539" y="525063"/>
                  </a:lnTo>
                  <a:lnTo>
                    <a:pt x="92487" y="525975"/>
                  </a:lnTo>
                  <a:lnTo>
                    <a:pt x="95241" y="530932"/>
                  </a:lnTo>
                  <a:lnTo>
                    <a:pt x="97483" y="531484"/>
                  </a:lnTo>
                  <a:lnTo>
                    <a:pt x="102732" y="538290"/>
                  </a:lnTo>
                  <a:lnTo>
                    <a:pt x="109715" y="537414"/>
                  </a:lnTo>
                  <a:lnTo>
                    <a:pt x="113461" y="533594"/>
                  </a:lnTo>
                  <a:lnTo>
                    <a:pt x="115551" y="531489"/>
                  </a:lnTo>
                  <a:lnTo>
                    <a:pt x="116337" y="528161"/>
                  </a:lnTo>
                  <a:lnTo>
                    <a:pt x="118912" y="527726"/>
                  </a:lnTo>
                  <a:lnTo>
                    <a:pt x="122289" y="523818"/>
                  </a:lnTo>
                  <a:lnTo>
                    <a:pt x="124408" y="521356"/>
                  </a:lnTo>
                  <a:lnTo>
                    <a:pt x="127437" y="515457"/>
                  </a:lnTo>
                  <a:lnTo>
                    <a:pt x="129379" y="512607"/>
                  </a:lnTo>
                  <a:lnTo>
                    <a:pt x="124192" y="506860"/>
                  </a:lnTo>
                  <a:lnTo>
                    <a:pt x="120555" y="503980"/>
                  </a:lnTo>
                  <a:lnTo>
                    <a:pt x="123823" y="501057"/>
                  </a:lnTo>
                  <a:lnTo>
                    <a:pt x="128671" y="500731"/>
                  </a:lnTo>
                  <a:lnTo>
                    <a:pt x="132239" y="507006"/>
                  </a:lnTo>
                  <a:lnTo>
                    <a:pt x="136813" y="509079"/>
                  </a:lnTo>
                  <a:lnTo>
                    <a:pt x="138995" y="513612"/>
                  </a:lnTo>
                  <a:lnTo>
                    <a:pt x="147007" y="512752"/>
                  </a:lnTo>
                  <a:lnTo>
                    <a:pt x="153654" y="513340"/>
                  </a:lnTo>
                  <a:lnTo>
                    <a:pt x="159709" y="511601"/>
                  </a:lnTo>
                  <a:lnTo>
                    <a:pt x="162910" y="507018"/>
                  </a:lnTo>
                  <a:lnTo>
                    <a:pt x="170786" y="494742"/>
                  </a:lnTo>
                  <a:lnTo>
                    <a:pt x="171378" y="489797"/>
                  </a:lnTo>
                  <a:lnTo>
                    <a:pt x="168237" y="478603"/>
                  </a:lnTo>
                  <a:lnTo>
                    <a:pt x="167337" y="474124"/>
                  </a:lnTo>
                  <a:lnTo>
                    <a:pt x="167134" y="464019"/>
                  </a:lnTo>
                  <a:lnTo>
                    <a:pt x="161955" y="455786"/>
                  </a:lnTo>
                  <a:lnTo>
                    <a:pt x="159925" y="452131"/>
                  </a:lnTo>
                  <a:lnTo>
                    <a:pt x="153909" y="450253"/>
                  </a:lnTo>
                  <a:lnTo>
                    <a:pt x="155045" y="444829"/>
                  </a:lnTo>
                  <a:lnTo>
                    <a:pt x="157147" y="442214"/>
                  </a:lnTo>
                  <a:lnTo>
                    <a:pt x="161826" y="445755"/>
                  </a:lnTo>
                  <a:lnTo>
                    <a:pt x="167089" y="443021"/>
                  </a:lnTo>
                  <a:lnTo>
                    <a:pt x="172273" y="438084"/>
                  </a:lnTo>
                  <a:lnTo>
                    <a:pt x="172744" y="431695"/>
                  </a:lnTo>
                  <a:lnTo>
                    <a:pt x="169198" y="424692"/>
                  </a:lnTo>
                  <a:lnTo>
                    <a:pt x="165752" y="421479"/>
                  </a:lnTo>
                  <a:lnTo>
                    <a:pt x="164507" y="419555"/>
                  </a:lnTo>
                  <a:lnTo>
                    <a:pt x="162468" y="420451"/>
                  </a:lnTo>
                  <a:lnTo>
                    <a:pt x="159488" y="423834"/>
                  </a:lnTo>
                  <a:lnTo>
                    <a:pt x="158104" y="427498"/>
                  </a:lnTo>
                  <a:lnTo>
                    <a:pt x="154533" y="428640"/>
                  </a:lnTo>
                  <a:lnTo>
                    <a:pt x="151439" y="426978"/>
                  </a:lnTo>
                  <a:lnTo>
                    <a:pt x="148184" y="428605"/>
                  </a:lnTo>
                  <a:lnTo>
                    <a:pt x="145431" y="431076"/>
                  </a:lnTo>
                  <a:lnTo>
                    <a:pt x="140845" y="431925"/>
                  </a:lnTo>
                  <a:lnTo>
                    <a:pt x="137588" y="433090"/>
                  </a:lnTo>
                  <a:lnTo>
                    <a:pt x="136243" y="436497"/>
                  </a:lnTo>
                  <a:lnTo>
                    <a:pt x="128279" y="441829"/>
                  </a:lnTo>
                  <a:lnTo>
                    <a:pt x="126500" y="445070"/>
                  </a:lnTo>
                  <a:lnTo>
                    <a:pt x="125410" y="451189"/>
                  </a:lnTo>
                  <a:lnTo>
                    <a:pt x="121780" y="454387"/>
                  </a:lnTo>
                  <a:lnTo>
                    <a:pt x="120477" y="447519"/>
                  </a:lnTo>
                  <a:lnTo>
                    <a:pt x="120207" y="443354"/>
                  </a:lnTo>
                  <a:lnTo>
                    <a:pt x="118302" y="440420"/>
                  </a:lnTo>
                  <a:lnTo>
                    <a:pt x="115893" y="441771"/>
                  </a:lnTo>
                  <a:lnTo>
                    <a:pt x="115869" y="444490"/>
                  </a:lnTo>
                  <a:lnTo>
                    <a:pt x="114086" y="447008"/>
                  </a:lnTo>
                  <a:lnTo>
                    <a:pt x="112800" y="450593"/>
                  </a:lnTo>
                  <a:lnTo>
                    <a:pt x="110216" y="445510"/>
                  </a:lnTo>
                  <a:lnTo>
                    <a:pt x="106429" y="440696"/>
                  </a:lnTo>
                  <a:lnTo>
                    <a:pt x="99816" y="437281"/>
                  </a:lnTo>
                  <a:lnTo>
                    <a:pt x="96274" y="436577"/>
                  </a:lnTo>
                  <a:lnTo>
                    <a:pt x="92551" y="437811"/>
                  </a:lnTo>
                  <a:lnTo>
                    <a:pt x="88319" y="436563"/>
                  </a:lnTo>
                  <a:lnTo>
                    <a:pt x="84315" y="436395"/>
                  </a:lnTo>
                  <a:lnTo>
                    <a:pt x="78066" y="438749"/>
                  </a:lnTo>
                  <a:lnTo>
                    <a:pt x="71210" y="442508"/>
                  </a:lnTo>
                  <a:lnTo>
                    <a:pt x="66272" y="443019"/>
                  </a:lnTo>
                  <a:lnTo>
                    <a:pt x="59343" y="439168"/>
                  </a:lnTo>
                  <a:lnTo>
                    <a:pt x="46622" y="433749"/>
                  </a:lnTo>
                  <a:lnTo>
                    <a:pt x="36599" y="429613"/>
                  </a:lnTo>
                  <a:lnTo>
                    <a:pt x="32730" y="424612"/>
                  </a:lnTo>
                  <a:lnTo>
                    <a:pt x="31822" y="417588"/>
                  </a:lnTo>
                  <a:lnTo>
                    <a:pt x="32231" y="414856"/>
                  </a:lnTo>
                  <a:lnTo>
                    <a:pt x="34405" y="411477"/>
                  </a:lnTo>
                  <a:lnTo>
                    <a:pt x="34030" y="409375"/>
                  </a:lnTo>
                  <a:lnTo>
                    <a:pt x="30839" y="404119"/>
                  </a:lnTo>
                  <a:lnTo>
                    <a:pt x="28401" y="401422"/>
                  </a:lnTo>
                  <a:lnTo>
                    <a:pt x="27732" y="398912"/>
                  </a:lnTo>
                  <a:lnTo>
                    <a:pt x="24301" y="391873"/>
                  </a:lnTo>
                  <a:lnTo>
                    <a:pt x="25015" y="391123"/>
                  </a:lnTo>
                  <a:lnTo>
                    <a:pt x="31005" y="392826"/>
                  </a:lnTo>
                  <a:lnTo>
                    <a:pt x="35066" y="390633"/>
                  </a:lnTo>
                  <a:lnTo>
                    <a:pt x="36286" y="386217"/>
                  </a:lnTo>
                  <a:lnTo>
                    <a:pt x="39116" y="383929"/>
                  </a:lnTo>
                  <a:lnTo>
                    <a:pt x="37234" y="380836"/>
                  </a:lnTo>
                  <a:lnTo>
                    <a:pt x="33589" y="379193"/>
                  </a:lnTo>
                  <a:lnTo>
                    <a:pt x="29877" y="378877"/>
                  </a:lnTo>
                  <a:lnTo>
                    <a:pt x="26535" y="376570"/>
                  </a:lnTo>
                  <a:lnTo>
                    <a:pt x="22722" y="374382"/>
                  </a:lnTo>
                  <a:lnTo>
                    <a:pt x="16121" y="372538"/>
                  </a:lnTo>
                  <a:lnTo>
                    <a:pt x="13264" y="371106"/>
                  </a:lnTo>
                  <a:lnTo>
                    <a:pt x="8948" y="365329"/>
                  </a:lnTo>
                  <a:lnTo>
                    <a:pt x="5444" y="361483"/>
                  </a:lnTo>
                  <a:lnTo>
                    <a:pt x="1088" y="35869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572838" y="5869318"/>
              <a:ext cx="53800" cy="47537"/>
            </a:xfrm>
            <a:custGeom>
              <a:avLst/>
              <a:pathLst>
                <a:path w="53800" h="47537">
                  <a:moveTo>
                    <a:pt x="0" y="45453"/>
                  </a:moveTo>
                  <a:lnTo>
                    <a:pt x="8761" y="39444"/>
                  </a:lnTo>
                  <a:lnTo>
                    <a:pt x="11842" y="37031"/>
                  </a:lnTo>
                  <a:lnTo>
                    <a:pt x="15485" y="32254"/>
                  </a:lnTo>
                  <a:lnTo>
                    <a:pt x="18198" y="30721"/>
                  </a:lnTo>
                  <a:lnTo>
                    <a:pt x="17717" y="25700"/>
                  </a:lnTo>
                  <a:lnTo>
                    <a:pt x="19330" y="21762"/>
                  </a:lnTo>
                  <a:lnTo>
                    <a:pt x="25888" y="15766"/>
                  </a:lnTo>
                  <a:lnTo>
                    <a:pt x="30567" y="17767"/>
                  </a:lnTo>
                  <a:lnTo>
                    <a:pt x="31560" y="14100"/>
                  </a:lnTo>
                  <a:lnTo>
                    <a:pt x="32619" y="9277"/>
                  </a:lnTo>
                  <a:lnTo>
                    <a:pt x="34653" y="4366"/>
                  </a:lnTo>
                  <a:lnTo>
                    <a:pt x="38342" y="1795"/>
                  </a:lnTo>
                  <a:lnTo>
                    <a:pt x="45709" y="0"/>
                  </a:lnTo>
                  <a:lnTo>
                    <a:pt x="49485" y="3094"/>
                  </a:lnTo>
                  <a:lnTo>
                    <a:pt x="53800" y="3824"/>
                  </a:lnTo>
                  <a:lnTo>
                    <a:pt x="53052" y="6737"/>
                  </a:lnTo>
                  <a:lnTo>
                    <a:pt x="51276" y="9515"/>
                  </a:lnTo>
                  <a:lnTo>
                    <a:pt x="51690" y="12343"/>
                  </a:lnTo>
                  <a:lnTo>
                    <a:pt x="47559" y="14806"/>
                  </a:lnTo>
                  <a:lnTo>
                    <a:pt x="42843" y="17774"/>
                  </a:lnTo>
                  <a:lnTo>
                    <a:pt x="35629" y="20920"/>
                  </a:lnTo>
                  <a:lnTo>
                    <a:pt x="33871" y="24444"/>
                  </a:lnTo>
                  <a:lnTo>
                    <a:pt x="31318" y="28078"/>
                  </a:lnTo>
                  <a:lnTo>
                    <a:pt x="29637" y="31489"/>
                  </a:lnTo>
                  <a:lnTo>
                    <a:pt x="24063" y="33885"/>
                  </a:lnTo>
                  <a:lnTo>
                    <a:pt x="21362" y="36335"/>
                  </a:lnTo>
                  <a:lnTo>
                    <a:pt x="18874" y="39901"/>
                  </a:lnTo>
                  <a:lnTo>
                    <a:pt x="15545" y="39426"/>
                  </a:lnTo>
                  <a:lnTo>
                    <a:pt x="9961" y="43836"/>
                  </a:lnTo>
                  <a:lnTo>
                    <a:pt x="4035" y="46551"/>
                  </a:lnTo>
                  <a:lnTo>
                    <a:pt x="778" y="4753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571795" y="5659051"/>
              <a:ext cx="11234" cy="7568"/>
            </a:xfrm>
            <a:custGeom>
              <a:avLst/>
              <a:pathLst>
                <a:path w="11234" h="7568">
                  <a:moveTo>
                    <a:pt x="0" y="0"/>
                  </a:moveTo>
                  <a:lnTo>
                    <a:pt x="6395" y="1770"/>
                  </a:lnTo>
                  <a:lnTo>
                    <a:pt x="10810" y="2317"/>
                  </a:lnTo>
                  <a:lnTo>
                    <a:pt x="11234" y="5141"/>
                  </a:lnTo>
                  <a:lnTo>
                    <a:pt x="6903" y="7568"/>
                  </a:lnTo>
                  <a:lnTo>
                    <a:pt x="3652" y="68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40410" y="5892151"/>
              <a:ext cx="19854" cy="22814"/>
            </a:xfrm>
            <a:custGeom>
              <a:avLst/>
              <a:pathLst>
                <a:path w="19854" h="22814">
                  <a:moveTo>
                    <a:pt x="1577" y="18018"/>
                  </a:moveTo>
                  <a:lnTo>
                    <a:pt x="4804" y="9600"/>
                  </a:lnTo>
                  <a:lnTo>
                    <a:pt x="7186" y="8277"/>
                  </a:lnTo>
                  <a:lnTo>
                    <a:pt x="12921" y="11569"/>
                  </a:lnTo>
                  <a:lnTo>
                    <a:pt x="16457" y="7494"/>
                  </a:lnTo>
                  <a:lnTo>
                    <a:pt x="14776" y="1356"/>
                  </a:lnTo>
                  <a:lnTo>
                    <a:pt x="17389" y="0"/>
                  </a:lnTo>
                  <a:lnTo>
                    <a:pt x="19524" y="4172"/>
                  </a:lnTo>
                  <a:lnTo>
                    <a:pt x="19854" y="9744"/>
                  </a:lnTo>
                  <a:lnTo>
                    <a:pt x="19420" y="15471"/>
                  </a:lnTo>
                  <a:lnTo>
                    <a:pt x="17830" y="21016"/>
                  </a:lnTo>
                  <a:lnTo>
                    <a:pt x="13877" y="19467"/>
                  </a:lnTo>
                  <a:lnTo>
                    <a:pt x="9230" y="18958"/>
                  </a:lnTo>
                  <a:lnTo>
                    <a:pt x="4585" y="22766"/>
                  </a:lnTo>
                  <a:lnTo>
                    <a:pt x="0" y="228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56182" y="5616746"/>
              <a:ext cx="9142" cy="7307"/>
            </a:xfrm>
            <a:custGeom>
              <a:avLst/>
              <a:pathLst>
                <a:path w="9142" h="7307">
                  <a:moveTo>
                    <a:pt x="399" y="1003"/>
                  </a:moveTo>
                  <a:lnTo>
                    <a:pt x="4185" y="0"/>
                  </a:lnTo>
                  <a:lnTo>
                    <a:pt x="9142" y="551"/>
                  </a:lnTo>
                  <a:lnTo>
                    <a:pt x="9062" y="4644"/>
                  </a:lnTo>
                  <a:lnTo>
                    <a:pt x="3989" y="7307"/>
                  </a:lnTo>
                  <a:lnTo>
                    <a:pt x="0" y="439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17671" y="5913063"/>
              <a:ext cx="11311" cy="9701"/>
            </a:xfrm>
            <a:custGeom>
              <a:avLst/>
              <a:pathLst>
                <a:path w="11311" h="9701">
                  <a:moveTo>
                    <a:pt x="1161" y="3211"/>
                  </a:moveTo>
                  <a:lnTo>
                    <a:pt x="6521" y="0"/>
                  </a:lnTo>
                  <a:lnTo>
                    <a:pt x="11311" y="1991"/>
                  </a:lnTo>
                  <a:lnTo>
                    <a:pt x="9102" y="7793"/>
                  </a:lnTo>
                  <a:lnTo>
                    <a:pt x="5548" y="7603"/>
                  </a:lnTo>
                  <a:lnTo>
                    <a:pt x="1795" y="9701"/>
                  </a:lnTo>
                  <a:lnTo>
                    <a:pt x="0" y="82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00933" y="5920718"/>
              <a:ext cx="4108" cy="6388"/>
            </a:xfrm>
            <a:custGeom>
              <a:avLst/>
              <a:pathLst>
                <a:path w="4108" h="6388">
                  <a:moveTo>
                    <a:pt x="0" y="1962"/>
                  </a:moveTo>
                  <a:lnTo>
                    <a:pt x="2110" y="0"/>
                  </a:lnTo>
                  <a:lnTo>
                    <a:pt x="4108" y="2245"/>
                  </a:lnTo>
                  <a:lnTo>
                    <a:pt x="2744" y="6388"/>
                  </a:lnTo>
                  <a:lnTo>
                    <a:pt x="102" y="48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574192" y="5180203"/>
              <a:ext cx="78489" cy="66360"/>
            </a:xfrm>
            <a:custGeom>
              <a:avLst/>
              <a:pathLst>
                <a:path w="78489" h="66360">
                  <a:moveTo>
                    <a:pt x="1271" y="13665"/>
                  </a:moveTo>
                  <a:lnTo>
                    <a:pt x="3055" y="10295"/>
                  </a:lnTo>
                  <a:lnTo>
                    <a:pt x="3915" y="3993"/>
                  </a:lnTo>
                  <a:lnTo>
                    <a:pt x="6185" y="0"/>
                  </a:lnTo>
                  <a:lnTo>
                    <a:pt x="9450" y="609"/>
                  </a:lnTo>
                  <a:lnTo>
                    <a:pt x="9388" y="5310"/>
                  </a:lnTo>
                  <a:lnTo>
                    <a:pt x="9569" y="8694"/>
                  </a:lnTo>
                  <a:lnTo>
                    <a:pt x="15150" y="13009"/>
                  </a:lnTo>
                  <a:lnTo>
                    <a:pt x="23589" y="18302"/>
                  </a:lnTo>
                  <a:lnTo>
                    <a:pt x="26089" y="17663"/>
                  </a:lnTo>
                  <a:lnTo>
                    <a:pt x="33368" y="13442"/>
                  </a:lnTo>
                  <a:lnTo>
                    <a:pt x="36590" y="12492"/>
                  </a:lnTo>
                  <a:lnTo>
                    <a:pt x="40164" y="13394"/>
                  </a:lnTo>
                  <a:lnTo>
                    <a:pt x="41917" y="14990"/>
                  </a:lnTo>
                  <a:lnTo>
                    <a:pt x="43687" y="18738"/>
                  </a:lnTo>
                  <a:lnTo>
                    <a:pt x="45588" y="19978"/>
                  </a:lnTo>
                  <a:lnTo>
                    <a:pt x="46010" y="25095"/>
                  </a:lnTo>
                  <a:lnTo>
                    <a:pt x="46417" y="29384"/>
                  </a:lnTo>
                  <a:lnTo>
                    <a:pt x="49913" y="32316"/>
                  </a:lnTo>
                  <a:lnTo>
                    <a:pt x="54896" y="34079"/>
                  </a:lnTo>
                  <a:lnTo>
                    <a:pt x="56788" y="37204"/>
                  </a:lnTo>
                  <a:lnTo>
                    <a:pt x="59166" y="39546"/>
                  </a:lnTo>
                  <a:lnTo>
                    <a:pt x="68565" y="42564"/>
                  </a:lnTo>
                  <a:lnTo>
                    <a:pt x="72353" y="43712"/>
                  </a:lnTo>
                  <a:lnTo>
                    <a:pt x="78489" y="47274"/>
                  </a:lnTo>
                  <a:lnTo>
                    <a:pt x="76095" y="52117"/>
                  </a:lnTo>
                  <a:lnTo>
                    <a:pt x="73209" y="55913"/>
                  </a:lnTo>
                  <a:lnTo>
                    <a:pt x="70552" y="56536"/>
                  </a:lnTo>
                  <a:lnTo>
                    <a:pt x="67410" y="53301"/>
                  </a:lnTo>
                  <a:lnTo>
                    <a:pt x="63365" y="52896"/>
                  </a:lnTo>
                  <a:lnTo>
                    <a:pt x="57506" y="55812"/>
                  </a:lnTo>
                  <a:lnTo>
                    <a:pt x="54607" y="57910"/>
                  </a:lnTo>
                  <a:lnTo>
                    <a:pt x="53078" y="60803"/>
                  </a:lnTo>
                  <a:lnTo>
                    <a:pt x="52838" y="64126"/>
                  </a:lnTo>
                  <a:lnTo>
                    <a:pt x="50649" y="66360"/>
                  </a:lnTo>
                  <a:lnTo>
                    <a:pt x="47784" y="64305"/>
                  </a:lnTo>
                  <a:lnTo>
                    <a:pt x="47772" y="58730"/>
                  </a:lnTo>
                  <a:lnTo>
                    <a:pt x="45991" y="54165"/>
                  </a:lnTo>
                  <a:lnTo>
                    <a:pt x="42232" y="49565"/>
                  </a:lnTo>
                  <a:lnTo>
                    <a:pt x="38906" y="47681"/>
                  </a:lnTo>
                  <a:lnTo>
                    <a:pt x="36921" y="47452"/>
                  </a:lnTo>
                  <a:lnTo>
                    <a:pt x="36488" y="43354"/>
                  </a:lnTo>
                  <a:lnTo>
                    <a:pt x="34025" y="37760"/>
                  </a:lnTo>
                  <a:lnTo>
                    <a:pt x="28753" y="32502"/>
                  </a:lnTo>
                  <a:lnTo>
                    <a:pt x="23303" y="28541"/>
                  </a:lnTo>
                  <a:lnTo>
                    <a:pt x="19038" y="27162"/>
                  </a:lnTo>
                  <a:lnTo>
                    <a:pt x="14698" y="28208"/>
                  </a:lnTo>
                  <a:lnTo>
                    <a:pt x="12883" y="29747"/>
                  </a:lnTo>
                  <a:lnTo>
                    <a:pt x="8474" y="32756"/>
                  </a:lnTo>
                  <a:lnTo>
                    <a:pt x="6269" y="31085"/>
                  </a:lnTo>
                  <a:lnTo>
                    <a:pt x="3109" y="28251"/>
                  </a:lnTo>
                  <a:lnTo>
                    <a:pt x="1054" y="26053"/>
                  </a:lnTo>
                  <a:lnTo>
                    <a:pt x="0" y="187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53251" y="5921949"/>
              <a:ext cx="12304" cy="8460"/>
            </a:xfrm>
            <a:custGeom>
              <a:avLst/>
              <a:pathLst>
                <a:path w="12304" h="8460">
                  <a:moveTo>
                    <a:pt x="1309" y="4419"/>
                  </a:moveTo>
                  <a:lnTo>
                    <a:pt x="3935" y="1533"/>
                  </a:lnTo>
                  <a:lnTo>
                    <a:pt x="7502" y="0"/>
                  </a:lnTo>
                  <a:lnTo>
                    <a:pt x="11621" y="2479"/>
                  </a:lnTo>
                  <a:lnTo>
                    <a:pt x="12304" y="5052"/>
                  </a:lnTo>
                  <a:lnTo>
                    <a:pt x="8070" y="7776"/>
                  </a:lnTo>
                  <a:lnTo>
                    <a:pt x="3970" y="8460"/>
                  </a:lnTo>
                  <a:lnTo>
                    <a:pt x="0" y="83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34006" y="5865416"/>
              <a:ext cx="5368" cy="7603"/>
            </a:xfrm>
            <a:custGeom>
              <a:avLst/>
              <a:pathLst>
                <a:path w="5368" h="7603">
                  <a:moveTo>
                    <a:pt x="0" y="0"/>
                  </a:moveTo>
                  <a:lnTo>
                    <a:pt x="4306" y="1249"/>
                  </a:lnTo>
                  <a:lnTo>
                    <a:pt x="5368" y="4745"/>
                  </a:lnTo>
                  <a:lnTo>
                    <a:pt x="4659" y="7603"/>
                  </a:lnTo>
                  <a:lnTo>
                    <a:pt x="1393" y="51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08095" y="5372621"/>
              <a:ext cx="21187" cy="31983"/>
            </a:xfrm>
            <a:custGeom>
              <a:avLst/>
              <a:pathLst>
                <a:path w="21187" h="31983">
                  <a:moveTo>
                    <a:pt x="1945" y="0"/>
                  </a:moveTo>
                  <a:lnTo>
                    <a:pt x="5297" y="7649"/>
                  </a:lnTo>
                  <a:lnTo>
                    <a:pt x="6150" y="13791"/>
                  </a:lnTo>
                  <a:lnTo>
                    <a:pt x="13405" y="22600"/>
                  </a:lnTo>
                  <a:lnTo>
                    <a:pt x="17694" y="25591"/>
                  </a:lnTo>
                  <a:lnTo>
                    <a:pt x="21187" y="29513"/>
                  </a:lnTo>
                  <a:lnTo>
                    <a:pt x="20357" y="31983"/>
                  </a:lnTo>
                  <a:lnTo>
                    <a:pt x="15993" y="29835"/>
                  </a:lnTo>
                  <a:lnTo>
                    <a:pt x="10240" y="27101"/>
                  </a:lnTo>
                  <a:lnTo>
                    <a:pt x="4082" y="17788"/>
                  </a:lnTo>
                  <a:lnTo>
                    <a:pt x="0" y="13264"/>
                  </a:lnTo>
                  <a:lnTo>
                    <a:pt x="307" y="27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57980" y="5907230"/>
              <a:ext cx="83719" cy="32472"/>
            </a:xfrm>
            <a:custGeom>
              <a:avLst/>
              <a:pathLst>
                <a:path w="83719" h="32472">
                  <a:moveTo>
                    <a:pt x="1124" y="14404"/>
                  </a:moveTo>
                  <a:lnTo>
                    <a:pt x="10805" y="14356"/>
                  </a:lnTo>
                  <a:lnTo>
                    <a:pt x="16084" y="13191"/>
                  </a:lnTo>
                  <a:lnTo>
                    <a:pt x="22063" y="14725"/>
                  </a:lnTo>
                  <a:lnTo>
                    <a:pt x="27888" y="13894"/>
                  </a:lnTo>
                  <a:lnTo>
                    <a:pt x="31449" y="11194"/>
                  </a:lnTo>
                  <a:lnTo>
                    <a:pt x="32400" y="4639"/>
                  </a:lnTo>
                  <a:lnTo>
                    <a:pt x="37197" y="1738"/>
                  </a:lnTo>
                  <a:lnTo>
                    <a:pt x="42511" y="0"/>
                  </a:lnTo>
                  <a:lnTo>
                    <a:pt x="46383" y="2740"/>
                  </a:lnTo>
                  <a:lnTo>
                    <a:pt x="48778" y="8177"/>
                  </a:lnTo>
                  <a:lnTo>
                    <a:pt x="46086" y="13032"/>
                  </a:lnTo>
                  <a:lnTo>
                    <a:pt x="46256" y="19964"/>
                  </a:lnTo>
                  <a:lnTo>
                    <a:pt x="50581" y="20523"/>
                  </a:lnTo>
                  <a:lnTo>
                    <a:pt x="59202" y="22024"/>
                  </a:lnTo>
                  <a:lnTo>
                    <a:pt x="63636" y="22112"/>
                  </a:lnTo>
                  <a:lnTo>
                    <a:pt x="68739" y="26645"/>
                  </a:lnTo>
                  <a:lnTo>
                    <a:pt x="75882" y="26957"/>
                  </a:lnTo>
                  <a:lnTo>
                    <a:pt x="83719" y="29859"/>
                  </a:lnTo>
                  <a:lnTo>
                    <a:pt x="82337" y="32472"/>
                  </a:lnTo>
                  <a:lnTo>
                    <a:pt x="75572" y="32412"/>
                  </a:lnTo>
                  <a:lnTo>
                    <a:pt x="67605" y="31734"/>
                  </a:lnTo>
                  <a:lnTo>
                    <a:pt x="63406" y="31053"/>
                  </a:lnTo>
                  <a:lnTo>
                    <a:pt x="57201" y="27681"/>
                  </a:lnTo>
                  <a:lnTo>
                    <a:pt x="52734" y="27496"/>
                  </a:lnTo>
                  <a:lnTo>
                    <a:pt x="49959" y="26463"/>
                  </a:lnTo>
                  <a:lnTo>
                    <a:pt x="43153" y="23399"/>
                  </a:lnTo>
                  <a:lnTo>
                    <a:pt x="37035" y="20818"/>
                  </a:lnTo>
                  <a:lnTo>
                    <a:pt x="33337" y="20483"/>
                  </a:lnTo>
                  <a:lnTo>
                    <a:pt x="31956" y="24792"/>
                  </a:lnTo>
                  <a:lnTo>
                    <a:pt x="26964" y="22004"/>
                  </a:lnTo>
                  <a:lnTo>
                    <a:pt x="20460" y="22431"/>
                  </a:lnTo>
                  <a:lnTo>
                    <a:pt x="15114" y="20300"/>
                  </a:lnTo>
                  <a:lnTo>
                    <a:pt x="10749" y="20086"/>
                  </a:lnTo>
                  <a:lnTo>
                    <a:pt x="5871" y="18572"/>
                  </a:lnTo>
                  <a:lnTo>
                    <a:pt x="0" y="173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296678" y="5909894"/>
              <a:ext cx="57496" cy="27207"/>
            </a:xfrm>
            <a:custGeom>
              <a:avLst/>
              <a:pathLst>
                <a:path w="57496" h="27207">
                  <a:moveTo>
                    <a:pt x="2000" y="20559"/>
                  </a:moveTo>
                  <a:lnTo>
                    <a:pt x="4122" y="13656"/>
                  </a:lnTo>
                  <a:lnTo>
                    <a:pt x="9130" y="12664"/>
                  </a:lnTo>
                  <a:lnTo>
                    <a:pt x="10115" y="10526"/>
                  </a:lnTo>
                  <a:lnTo>
                    <a:pt x="8973" y="6178"/>
                  </a:lnTo>
                  <a:lnTo>
                    <a:pt x="10577" y="3989"/>
                  </a:lnTo>
                  <a:lnTo>
                    <a:pt x="13170" y="4815"/>
                  </a:lnTo>
                  <a:lnTo>
                    <a:pt x="17623" y="3420"/>
                  </a:lnTo>
                  <a:lnTo>
                    <a:pt x="18280" y="6842"/>
                  </a:lnTo>
                  <a:lnTo>
                    <a:pt x="17693" y="9787"/>
                  </a:lnTo>
                  <a:lnTo>
                    <a:pt x="16358" y="14007"/>
                  </a:lnTo>
                  <a:lnTo>
                    <a:pt x="21551" y="14154"/>
                  </a:lnTo>
                  <a:lnTo>
                    <a:pt x="25823" y="14553"/>
                  </a:lnTo>
                  <a:lnTo>
                    <a:pt x="30697" y="15193"/>
                  </a:lnTo>
                  <a:lnTo>
                    <a:pt x="31422" y="10941"/>
                  </a:lnTo>
                  <a:lnTo>
                    <a:pt x="31346" y="7469"/>
                  </a:lnTo>
                  <a:lnTo>
                    <a:pt x="30921" y="2890"/>
                  </a:lnTo>
                  <a:lnTo>
                    <a:pt x="33500" y="0"/>
                  </a:lnTo>
                  <a:lnTo>
                    <a:pt x="36670" y="1400"/>
                  </a:lnTo>
                  <a:lnTo>
                    <a:pt x="37989" y="4684"/>
                  </a:lnTo>
                  <a:lnTo>
                    <a:pt x="41576" y="10452"/>
                  </a:lnTo>
                  <a:lnTo>
                    <a:pt x="44301" y="11539"/>
                  </a:lnTo>
                  <a:lnTo>
                    <a:pt x="49328" y="12565"/>
                  </a:lnTo>
                  <a:lnTo>
                    <a:pt x="56915" y="13239"/>
                  </a:lnTo>
                  <a:lnTo>
                    <a:pt x="57496" y="16119"/>
                  </a:lnTo>
                  <a:lnTo>
                    <a:pt x="49709" y="16738"/>
                  </a:lnTo>
                  <a:lnTo>
                    <a:pt x="44392" y="16326"/>
                  </a:lnTo>
                  <a:lnTo>
                    <a:pt x="37746" y="19527"/>
                  </a:lnTo>
                  <a:lnTo>
                    <a:pt x="36150" y="22133"/>
                  </a:lnTo>
                  <a:lnTo>
                    <a:pt x="30311" y="22789"/>
                  </a:lnTo>
                  <a:lnTo>
                    <a:pt x="25490" y="23336"/>
                  </a:lnTo>
                  <a:lnTo>
                    <a:pt x="19184" y="22637"/>
                  </a:lnTo>
                  <a:lnTo>
                    <a:pt x="16265" y="23732"/>
                  </a:lnTo>
                  <a:lnTo>
                    <a:pt x="12011" y="25301"/>
                  </a:lnTo>
                  <a:lnTo>
                    <a:pt x="9613" y="27207"/>
                  </a:lnTo>
                  <a:lnTo>
                    <a:pt x="6308" y="26568"/>
                  </a:lnTo>
                  <a:lnTo>
                    <a:pt x="1552" y="26945"/>
                  </a:lnTo>
                  <a:lnTo>
                    <a:pt x="0" y="254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72490" y="5911350"/>
              <a:ext cx="24776" cy="16263"/>
            </a:xfrm>
            <a:custGeom>
              <a:avLst/>
              <a:pathLst>
                <a:path w="24776" h="16263">
                  <a:moveTo>
                    <a:pt x="1685" y="8105"/>
                  </a:moveTo>
                  <a:lnTo>
                    <a:pt x="8108" y="8175"/>
                  </a:lnTo>
                  <a:lnTo>
                    <a:pt x="14389" y="9477"/>
                  </a:lnTo>
                  <a:lnTo>
                    <a:pt x="17570" y="8660"/>
                  </a:lnTo>
                  <a:lnTo>
                    <a:pt x="19535" y="1973"/>
                  </a:lnTo>
                  <a:lnTo>
                    <a:pt x="20468" y="0"/>
                  </a:lnTo>
                  <a:lnTo>
                    <a:pt x="23240" y="1280"/>
                  </a:lnTo>
                  <a:lnTo>
                    <a:pt x="24776" y="4277"/>
                  </a:lnTo>
                  <a:lnTo>
                    <a:pt x="22297" y="8262"/>
                  </a:lnTo>
                  <a:lnTo>
                    <a:pt x="21079" y="15425"/>
                  </a:lnTo>
                  <a:lnTo>
                    <a:pt x="17933" y="16026"/>
                  </a:lnTo>
                  <a:lnTo>
                    <a:pt x="14819" y="16263"/>
                  </a:lnTo>
                  <a:lnTo>
                    <a:pt x="12430" y="14476"/>
                  </a:lnTo>
                  <a:lnTo>
                    <a:pt x="7574" y="14023"/>
                  </a:lnTo>
                  <a:lnTo>
                    <a:pt x="1490" y="14178"/>
                  </a:lnTo>
                  <a:lnTo>
                    <a:pt x="0" y="103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56213" y="5903305"/>
              <a:ext cx="20917" cy="23259"/>
            </a:xfrm>
            <a:custGeom>
              <a:avLst/>
              <a:pathLst>
                <a:path w="20917" h="23259">
                  <a:moveTo>
                    <a:pt x="1337" y="0"/>
                  </a:moveTo>
                  <a:lnTo>
                    <a:pt x="5141" y="222"/>
                  </a:lnTo>
                  <a:lnTo>
                    <a:pt x="9873" y="1951"/>
                  </a:lnTo>
                  <a:lnTo>
                    <a:pt x="11475" y="6848"/>
                  </a:lnTo>
                  <a:lnTo>
                    <a:pt x="15928" y="8458"/>
                  </a:lnTo>
                  <a:lnTo>
                    <a:pt x="20917" y="9403"/>
                  </a:lnTo>
                  <a:lnTo>
                    <a:pt x="19238" y="12538"/>
                  </a:lnTo>
                  <a:lnTo>
                    <a:pt x="15302" y="13341"/>
                  </a:lnTo>
                  <a:lnTo>
                    <a:pt x="12210" y="16561"/>
                  </a:lnTo>
                  <a:lnTo>
                    <a:pt x="10495" y="18279"/>
                  </a:lnTo>
                  <a:lnTo>
                    <a:pt x="8272" y="23259"/>
                  </a:lnTo>
                  <a:lnTo>
                    <a:pt x="3856" y="19631"/>
                  </a:lnTo>
                  <a:lnTo>
                    <a:pt x="1819" y="15737"/>
                  </a:lnTo>
                  <a:lnTo>
                    <a:pt x="4266" y="14645"/>
                  </a:lnTo>
                  <a:lnTo>
                    <a:pt x="6905" y="14710"/>
                  </a:lnTo>
                  <a:lnTo>
                    <a:pt x="7074" y="10252"/>
                  </a:lnTo>
                  <a:lnTo>
                    <a:pt x="4197" y="7555"/>
                  </a:lnTo>
                  <a:lnTo>
                    <a:pt x="0" y="2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0159" y="5916413"/>
              <a:ext cx="12097" cy="5091"/>
            </a:xfrm>
            <a:custGeom>
              <a:avLst/>
              <a:pathLst>
                <a:path w="12097" h="5091">
                  <a:moveTo>
                    <a:pt x="0" y="1292"/>
                  </a:moveTo>
                  <a:lnTo>
                    <a:pt x="7876" y="0"/>
                  </a:lnTo>
                  <a:lnTo>
                    <a:pt x="12097" y="2427"/>
                  </a:lnTo>
                  <a:lnTo>
                    <a:pt x="10475" y="5091"/>
                  </a:lnTo>
                  <a:lnTo>
                    <a:pt x="5067" y="4847"/>
                  </a:lnTo>
                  <a:lnTo>
                    <a:pt x="1952" y="352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32114" y="5900360"/>
              <a:ext cx="5645" cy="6940"/>
            </a:xfrm>
            <a:custGeom>
              <a:avLst/>
              <a:pathLst>
                <a:path w="5645" h="6940">
                  <a:moveTo>
                    <a:pt x="1275" y="0"/>
                  </a:moveTo>
                  <a:lnTo>
                    <a:pt x="4758" y="188"/>
                  </a:lnTo>
                  <a:lnTo>
                    <a:pt x="5645" y="5119"/>
                  </a:lnTo>
                  <a:lnTo>
                    <a:pt x="3217" y="6940"/>
                  </a:lnTo>
                  <a:lnTo>
                    <a:pt x="0" y="36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17247" y="5926700"/>
              <a:ext cx="9864" cy="11233"/>
            </a:xfrm>
            <a:custGeom>
              <a:avLst/>
              <a:pathLst>
                <a:path w="9864" h="11233">
                  <a:moveTo>
                    <a:pt x="0" y="6825"/>
                  </a:moveTo>
                  <a:lnTo>
                    <a:pt x="7614" y="0"/>
                  </a:lnTo>
                  <a:lnTo>
                    <a:pt x="9681" y="2788"/>
                  </a:lnTo>
                  <a:lnTo>
                    <a:pt x="9864" y="5805"/>
                  </a:lnTo>
                  <a:lnTo>
                    <a:pt x="3256" y="9820"/>
                  </a:lnTo>
                  <a:lnTo>
                    <a:pt x="1035" y="112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32268" y="5849408"/>
              <a:ext cx="4265" cy="5555"/>
            </a:xfrm>
            <a:custGeom>
              <a:avLst/>
              <a:pathLst>
                <a:path w="4265" h="5555">
                  <a:moveTo>
                    <a:pt x="966" y="0"/>
                  </a:moveTo>
                  <a:lnTo>
                    <a:pt x="3098" y="392"/>
                  </a:lnTo>
                  <a:lnTo>
                    <a:pt x="4265" y="2942"/>
                  </a:lnTo>
                  <a:lnTo>
                    <a:pt x="3719" y="5555"/>
                  </a:lnTo>
                  <a:lnTo>
                    <a:pt x="845" y="5428"/>
                  </a:lnTo>
                  <a:lnTo>
                    <a:pt x="0" y="21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100178" y="5836784"/>
              <a:ext cx="19572" cy="17013"/>
            </a:xfrm>
            <a:custGeom>
              <a:avLst/>
              <a:pathLst>
                <a:path w="19572" h="17013">
                  <a:moveTo>
                    <a:pt x="1722" y="9548"/>
                  </a:moveTo>
                  <a:lnTo>
                    <a:pt x="5172" y="10049"/>
                  </a:lnTo>
                  <a:lnTo>
                    <a:pt x="7551" y="8546"/>
                  </a:lnTo>
                  <a:lnTo>
                    <a:pt x="11101" y="7778"/>
                  </a:lnTo>
                  <a:lnTo>
                    <a:pt x="13996" y="4493"/>
                  </a:lnTo>
                  <a:lnTo>
                    <a:pt x="17137" y="0"/>
                  </a:lnTo>
                  <a:lnTo>
                    <a:pt x="19192" y="1812"/>
                  </a:lnTo>
                  <a:lnTo>
                    <a:pt x="19572" y="4688"/>
                  </a:lnTo>
                  <a:lnTo>
                    <a:pt x="16465" y="7917"/>
                  </a:lnTo>
                  <a:lnTo>
                    <a:pt x="14860" y="9150"/>
                  </a:lnTo>
                  <a:lnTo>
                    <a:pt x="15485" y="12986"/>
                  </a:lnTo>
                  <a:lnTo>
                    <a:pt x="14742" y="14697"/>
                  </a:lnTo>
                  <a:lnTo>
                    <a:pt x="11328" y="13338"/>
                  </a:lnTo>
                  <a:lnTo>
                    <a:pt x="8443" y="11552"/>
                  </a:lnTo>
                  <a:lnTo>
                    <a:pt x="6762" y="12902"/>
                  </a:lnTo>
                  <a:lnTo>
                    <a:pt x="5034" y="14676"/>
                  </a:lnTo>
                  <a:lnTo>
                    <a:pt x="3717" y="17013"/>
                  </a:lnTo>
                  <a:lnTo>
                    <a:pt x="2552" y="1400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1004183" y="5740839"/>
              <a:ext cx="10094" cy="10133"/>
            </a:xfrm>
            <a:custGeom>
              <a:avLst/>
              <a:pathLst>
                <a:path w="10094" h="10133">
                  <a:moveTo>
                    <a:pt x="2003" y="0"/>
                  </a:moveTo>
                  <a:lnTo>
                    <a:pt x="7885" y="5415"/>
                  </a:lnTo>
                  <a:lnTo>
                    <a:pt x="10094" y="6992"/>
                  </a:lnTo>
                  <a:lnTo>
                    <a:pt x="9904" y="10133"/>
                  </a:lnTo>
                  <a:lnTo>
                    <a:pt x="4073" y="7183"/>
                  </a:lnTo>
                  <a:lnTo>
                    <a:pt x="0" y="13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82126" y="5754409"/>
              <a:ext cx="16231" cy="12116"/>
            </a:xfrm>
            <a:custGeom>
              <a:avLst/>
              <a:pathLst>
                <a:path w="16231" h="12116">
                  <a:moveTo>
                    <a:pt x="4844" y="240"/>
                  </a:moveTo>
                  <a:lnTo>
                    <a:pt x="8741" y="1543"/>
                  </a:lnTo>
                  <a:lnTo>
                    <a:pt x="12160" y="0"/>
                  </a:lnTo>
                  <a:lnTo>
                    <a:pt x="16231" y="3058"/>
                  </a:lnTo>
                  <a:lnTo>
                    <a:pt x="12664" y="6739"/>
                  </a:lnTo>
                  <a:lnTo>
                    <a:pt x="13411" y="10188"/>
                  </a:lnTo>
                  <a:lnTo>
                    <a:pt x="12065" y="12116"/>
                  </a:lnTo>
                  <a:lnTo>
                    <a:pt x="9667" y="10942"/>
                  </a:lnTo>
                  <a:lnTo>
                    <a:pt x="6841" y="6899"/>
                  </a:lnTo>
                  <a:lnTo>
                    <a:pt x="4577" y="7514"/>
                  </a:lnTo>
                  <a:lnTo>
                    <a:pt x="0" y="20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63945" y="5707626"/>
              <a:ext cx="29644" cy="23904"/>
            </a:xfrm>
            <a:custGeom>
              <a:avLst/>
              <a:pathLst>
                <a:path w="29644" h="23904">
                  <a:moveTo>
                    <a:pt x="767" y="155"/>
                  </a:moveTo>
                  <a:lnTo>
                    <a:pt x="7489" y="0"/>
                  </a:lnTo>
                  <a:lnTo>
                    <a:pt x="12248" y="2229"/>
                  </a:lnTo>
                  <a:lnTo>
                    <a:pt x="22262" y="8745"/>
                  </a:lnTo>
                  <a:lnTo>
                    <a:pt x="25506" y="13763"/>
                  </a:lnTo>
                  <a:lnTo>
                    <a:pt x="29644" y="21406"/>
                  </a:lnTo>
                  <a:lnTo>
                    <a:pt x="28888" y="23904"/>
                  </a:lnTo>
                  <a:lnTo>
                    <a:pt x="24454" y="21721"/>
                  </a:lnTo>
                  <a:lnTo>
                    <a:pt x="22316" y="19101"/>
                  </a:lnTo>
                  <a:lnTo>
                    <a:pt x="20143" y="21908"/>
                  </a:lnTo>
                  <a:lnTo>
                    <a:pt x="17752" y="21301"/>
                  </a:lnTo>
                  <a:lnTo>
                    <a:pt x="14234" y="19177"/>
                  </a:lnTo>
                  <a:lnTo>
                    <a:pt x="11200" y="19761"/>
                  </a:lnTo>
                  <a:lnTo>
                    <a:pt x="8727" y="16456"/>
                  </a:lnTo>
                  <a:lnTo>
                    <a:pt x="7906" y="13512"/>
                  </a:lnTo>
                  <a:lnTo>
                    <a:pt x="8611" y="9936"/>
                  </a:lnTo>
                  <a:lnTo>
                    <a:pt x="6616" y="6288"/>
                  </a:lnTo>
                  <a:lnTo>
                    <a:pt x="4104" y="4358"/>
                  </a:lnTo>
                  <a:lnTo>
                    <a:pt x="0" y="447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5982672" y="5172126"/>
              <a:ext cx="44175" cy="29662"/>
            </a:xfrm>
            <a:custGeom>
              <a:avLst/>
              <a:pathLst>
                <a:path w="44175" h="29662">
                  <a:moveTo>
                    <a:pt x="0" y="27616"/>
                  </a:moveTo>
                  <a:lnTo>
                    <a:pt x="3641" y="19196"/>
                  </a:lnTo>
                  <a:lnTo>
                    <a:pt x="9322" y="13844"/>
                  </a:lnTo>
                  <a:lnTo>
                    <a:pt x="15832" y="9106"/>
                  </a:lnTo>
                  <a:lnTo>
                    <a:pt x="16625" y="7161"/>
                  </a:lnTo>
                  <a:lnTo>
                    <a:pt x="26035" y="0"/>
                  </a:lnTo>
                  <a:lnTo>
                    <a:pt x="38007" y="2689"/>
                  </a:lnTo>
                  <a:lnTo>
                    <a:pt x="44175" y="8700"/>
                  </a:lnTo>
                  <a:lnTo>
                    <a:pt x="36762" y="13576"/>
                  </a:lnTo>
                  <a:lnTo>
                    <a:pt x="32174" y="15848"/>
                  </a:lnTo>
                  <a:lnTo>
                    <a:pt x="28514" y="14902"/>
                  </a:lnTo>
                  <a:lnTo>
                    <a:pt x="22920" y="18033"/>
                  </a:lnTo>
                  <a:lnTo>
                    <a:pt x="17062" y="21820"/>
                  </a:lnTo>
                  <a:lnTo>
                    <a:pt x="10326" y="26355"/>
                  </a:lnTo>
                  <a:lnTo>
                    <a:pt x="266" y="2966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5966235" y="5199361"/>
              <a:ext cx="11624" cy="10122"/>
            </a:xfrm>
            <a:custGeom>
              <a:avLst/>
              <a:pathLst>
                <a:path w="11624" h="10122">
                  <a:moveTo>
                    <a:pt x="432" y="6030"/>
                  </a:moveTo>
                  <a:lnTo>
                    <a:pt x="2395" y="2229"/>
                  </a:lnTo>
                  <a:lnTo>
                    <a:pt x="11624" y="0"/>
                  </a:lnTo>
                  <a:lnTo>
                    <a:pt x="8814" y="8347"/>
                  </a:lnTo>
                  <a:lnTo>
                    <a:pt x="0" y="101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52267" y="5200604"/>
              <a:ext cx="7953" cy="8705"/>
            </a:xfrm>
            <a:custGeom>
              <a:avLst/>
              <a:pathLst>
                <a:path w="7953" h="8705">
                  <a:moveTo>
                    <a:pt x="0" y="4898"/>
                  </a:moveTo>
                  <a:lnTo>
                    <a:pt x="2866" y="0"/>
                  </a:lnTo>
                  <a:lnTo>
                    <a:pt x="7953" y="1877"/>
                  </a:lnTo>
                  <a:lnTo>
                    <a:pt x="7619" y="7068"/>
                  </a:lnTo>
                  <a:lnTo>
                    <a:pt x="1328" y="870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44818" y="4654028"/>
              <a:ext cx="656301" cy="524754"/>
            </a:xfrm>
            <a:custGeom>
              <a:avLst/>
              <a:pathLst>
                <a:path w="656301" h="524754">
                  <a:moveTo>
                    <a:pt x="2328" y="66083"/>
                  </a:moveTo>
                  <a:lnTo>
                    <a:pt x="1303" y="62100"/>
                  </a:lnTo>
                  <a:lnTo>
                    <a:pt x="7347" y="61207"/>
                  </a:lnTo>
                  <a:lnTo>
                    <a:pt x="14486" y="60113"/>
                  </a:lnTo>
                  <a:lnTo>
                    <a:pt x="23138" y="58801"/>
                  </a:lnTo>
                  <a:lnTo>
                    <a:pt x="34525" y="57040"/>
                  </a:lnTo>
                  <a:lnTo>
                    <a:pt x="52420" y="54441"/>
                  </a:lnTo>
                  <a:lnTo>
                    <a:pt x="59722" y="53345"/>
                  </a:lnTo>
                  <a:lnTo>
                    <a:pt x="63249" y="52832"/>
                  </a:lnTo>
                  <a:lnTo>
                    <a:pt x="70674" y="51746"/>
                  </a:lnTo>
                  <a:lnTo>
                    <a:pt x="80177" y="50344"/>
                  </a:lnTo>
                  <a:lnTo>
                    <a:pt x="93484" y="48290"/>
                  </a:lnTo>
                  <a:lnTo>
                    <a:pt x="95285" y="48010"/>
                  </a:lnTo>
                  <a:lnTo>
                    <a:pt x="108801" y="45863"/>
                  </a:lnTo>
                  <a:lnTo>
                    <a:pt x="112947" y="45199"/>
                  </a:lnTo>
                  <a:lnTo>
                    <a:pt x="120372" y="44002"/>
                  </a:lnTo>
                  <a:lnTo>
                    <a:pt x="131118" y="42255"/>
                  </a:lnTo>
                  <a:lnTo>
                    <a:pt x="142025" y="40271"/>
                  </a:lnTo>
                  <a:lnTo>
                    <a:pt x="161098" y="36810"/>
                  </a:lnTo>
                  <a:lnTo>
                    <a:pt x="161833" y="36676"/>
                  </a:lnTo>
                  <a:lnTo>
                    <a:pt x="173569" y="34516"/>
                  </a:lnTo>
                  <a:lnTo>
                    <a:pt x="187762" y="31945"/>
                  </a:lnTo>
                  <a:lnTo>
                    <a:pt x="196455" y="30422"/>
                  </a:lnTo>
                  <a:lnTo>
                    <a:pt x="198636" y="30033"/>
                  </a:lnTo>
                  <a:lnTo>
                    <a:pt x="198682" y="32163"/>
                  </a:lnTo>
                  <a:lnTo>
                    <a:pt x="200909" y="35391"/>
                  </a:lnTo>
                  <a:lnTo>
                    <a:pt x="205336" y="39876"/>
                  </a:lnTo>
                  <a:lnTo>
                    <a:pt x="206042" y="43789"/>
                  </a:lnTo>
                  <a:lnTo>
                    <a:pt x="208098" y="49026"/>
                  </a:lnTo>
                  <a:lnTo>
                    <a:pt x="213066" y="53620"/>
                  </a:lnTo>
                  <a:lnTo>
                    <a:pt x="216927" y="53097"/>
                  </a:lnTo>
                  <a:lnTo>
                    <a:pt x="242875" y="49929"/>
                  </a:lnTo>
                  <a:lnTo>
                    <a:pt x="250051" y="48970"/>
                  </a:lnTo>
                  <a:lnTo>
                    <a:pt x="257339" y="47988"/>
                  </a:lnTo>
                  <a:lnTo>
                    <a:pt x="269620" y="46314"/>
                  </a:lnTo>
                  <a:lnTo>
                    <a:pt x="272779" y="45911"/>
                  </a:lnTo>
                  <a:lnTo>
                    <a:pt x="278624" y="45162"/>
                  </a:lnTo>
                  <a:lnTo>
                    <a:pt x="292907" y="43310"/>
                  </a:lnTo>
                  <a:lnTo>
                    <a:pt x="298824" y="42546"/>
                  </a:lnTo>
                  <a:lnTo>
                    <a:pt x="308936" y="41230"/>
                  </a:lnTo>
                  <a:lnTo>
                    <a:pt x="317494" y="40103"/>
                  </a:lnTo>
                  <a:lnTo>
                    <a:pt x="328398" y="38742"/>
                  </a:lnTo>
                  <a:lnTo>
                    <a:pt x="332106" y="38275"/>
                  </a:lnTo>
                  <a:lnTo>
                    <a:pt x="345345" y="36590"/>
                  </a:lnTo>
                  <a:lnTo>
                    <a:pt x="345743" y="36539"/>
                  </a:lnTo>
                  <a:lnTo>
                    <a:pt x="365204" y="33951"/>
                  </a:lnTo>
                  <a:lnTo>
                    <a:pt x="379585" y="32033"/>
                  </a:lnTo>
                  <a:lnTo>
                    <a:pt x="387665" y="30941"/>
                  </a:lnTo>
                  <a:lnTo>
                    <a:pt x="397191" y="29641"/>
                  </a:lnTo>
                  <a:lnTo>
                    <a:pt x="400313" y="29297"/>
                  </a:lnTo>
                  <a:lnTo>
                    <a:pt x="415721" y="27574"/>
                  </a:lnTo>
                  <a:lnTo>
                    <a:pt x="415589" y="31570"/>
                  </a:lnTo>
                  <a:lnTo>
                    <a:pt x="418471" y="35187"/>
                  </a:lnTo>
                  <a:lnTo>
                    <a:pt x="418547" y="39710"/>
                  </a:lnTo>
                  <a:lnTo>
                    <a:pt x="421719" y="44137"/>
                  </a:lnTo>
                  <a:lnTo>
                    <a:pt x="424584" y="44008"/>
                  </a:lnTo>
                  <a:lnTo>
                    <a:pt x="428307" y="43458"/>
                  </a:lnTo>
                  <a:lnTo>
                    <a:pt x="431498" y="42089"/>
                  </a:lnTo>
                  <a:lnTo>
                    <a:pt x="432244" y="41768"/>
                  </a:lnTo>
                  <a:lnTo>
                    <a:pt x="431625" y="38884"/>
                  </a:lnTo>
                  <a:lnTo>
                    <a:pt x="431967" y="34791"/>
                  </a:lnTo>
                  <a:lnTo>
                    <a:pt x="431380" y="27282"/>
                  </a:lnTo>
                  <a:lnTo>
                    <a:pt x="430458" y="21052"/>
                  </a:lnTo>
                  <a:lnTo>
                    <a:pt x="427049" y="16872"/>
                  </a:lnTo>
                  <a:lnTo>
                    <a:pt x="427043" y="13517"/>
                  </a:lnTo>
                  <a:lnTo>
                    <a:pt x="426805" y="8255"/>
                  </a:lnTo>
                  <a:lnTo>
                    <a:pt x="429078" y="4543"/>
                  </a:lnTo>
                  <a:lnTo>
                    <a:pt x="432317" y="79"/>
                  </a:lnTo>
                  <a:lnTo>
                    <a:pt x="435216" y="7"/>
                  </a:lnTo>
                  <a:lnTo>
                    <a:pt x="435498" y="0"/>
                  </a:lnTo>
                  <a:lnTo>
                    <a:pt x="438490" y="1915"/>
                  </a:lnTo>
                  <a:lnTo>
                    <a:pt x="443058" y="1180"/>
                  </a:lnTo>
                  <a:lnTo>
                    <a:pt x="446721" y="1865"/>
                  </a:lnTo>
                  <a:lnTo>
                    <a:pt x="449459" y="3478"/>
                  </a:lnTo>
                  <a:lnTo>
                    <a:pt x="454356" y="2869"/>
                  </a:lnTo>
                  <a:lnTo>
                    <a:pt x="457238" y="3613"/>
                  </a:lnTo>
                  <a:lnTo>
                    <a:pt x="462856" y="3664"/>
                  </a:lnTo>
                  <a:lnTo>
                    <a:pt x="465246" y="2431"/>
                  </a:lnTo>
                  <a:lnTo>
                    <a:pt x="466838" y="2120"/>
                  </a:lnTo>
                  <a:lnTo>
                    <a:pt x="471806" y="2234"/>
                  </a:lnTo>
                  <a:lnTo>
                    <a:pt x="473256" y="2982"/>
                  </a:lnTo>
                  <a:lnTo>
                    <a:pt x="473673" y="11753"/>
                  </a:lnTo>
                  <a:lnTo>
                    <a:pt x="475642" y="18473"/>
                  </a:lnTo>
                  <a:lnTo>
                    <a:pt x="476296" y="19824"/>
                  </a:lnTo>
                  <a:lnTo>
                    <a:pt x="476673" y="20603"/>
                  </a:lnTo>
                  <a:lnTo>
                    <a:pt x="478062" y="21638"/>
                  </a:lnTo>
                  <a:lnTo>
                    <a:pt x="480035" y="28680"/>
                  </a:lnTo>
                  <a:lnTo>
                    <a:pt x="481481" y="33845"/>
                  </a:lnTo>
                  <a:lnTo>
                    <a:pt x="484576" y="41111"/>
                  </a:lnTo>
                  <a:lnTo>
                    <a:pt x="496586" y="69275"/>
                  </a:lnTo>
                  <a:lnTo>
                    <a:pt x="498518" y="71773"/>
                  </a:lnTo>
                  <a:lnTo>
                    <a:pt x="500163" y="76972"/>
                  </a:lnTo>
                  <a:lnTo>
                    <a:pt x="501173" y="80163"/>
                  </a:lnTo>
                  <a:lnTo>
                    <a:pt x="506563" y="89371"/>
                  </a:lnTo>
                  <a:lnTo>
                    <a:pt x="512019" y="98680"/>
                  </a:lnTo>
                  <a:lnTo>
                    <a:pt x="518745" y="108884"/>
                  </a:lnTo>
                  <a:lnTo>
                    <a:pt x="524997" y="118355"/>
                  </a:lnTo>
                  <a:lnTo>
                    <a:pt x="530587" y="126389"/>
                  </a:lnTo>
                  <a:lnTo>
                    <a:pt x="533779" y="130972"/>
                  </a:lnTo>
                  <a:lnTo>
                    <a:pt x="539665" y="137283"/>
                  </a:lnTo>
                  <a:lnTo>
                    <a:pt x="551997" y="151739"/>
                  </a:lnTo>
                  <a:lnTo>
                    <a:pt x="557954" y="158058"/>
                  </a:lnTo>
                  <a:lnTo>
                    <a:pt x="565991" y="166568"/>
                  </a:lnTo>
                  <a:lnTo>
                    <a:pt x="572195" y="172466"/>
                  </a:lnTo>
                  <a:lnTo>
                    <a:pt x="579014" y="183520"/>
                  </a:lnTo>
                  <a:lnTo>
                    <a:pt x="574987" y="188877"/>
                  </a:lnTo>
                  <a:lnTo>
                    <a:pt x="574745" y="195717"/>
                  </a:lnTo>
                  <a:lnTo>
                    <a:pt x="576248" y="202557"/>
                  </a:lnTo>
                  <a:lnTo>
                    <a:pt x="578661" y="209278"/>
                  </a:lnTo>
                  <a:lnTo>
                    <a:pt x="584058" y="219827"/>
                  </a:lnTo>
                  <a:lnTo>
                    <a:pt x="594902" y="234511"/>
                  </a:lnTo>
                  <a:lnTo>
                    <a:pt x="601850" y="243898"/>
                  </a:lnTo>
                  <a:lnTo>
                    <a:pt x="608296" y="255406"/>
                  </a:lnTo>
                  <a:lnTo>
                    <a:pt x="610068" y="258663"/>
                  </a:lnTo>
                  <a:lnTo>
                    <a:pt x="617899" y="273040"/>
                  </a:lnTo>
                  <a:lnTo>
                    <a:pt x="624161" y="282236"/>
                  </a:lnTo>
                  <a:lnTo>
                    <a:pt x="629189" y="289610"/>
                  </a:lnTo>
                  <a:lnTo>
                    <a:pt x="631296" y="294389"/>
                  </a:lnTo>
                  <a:lnTo>
                    <a:pt x="633646" y="297408"/>
                  </a:lnTo>
                  <a:lnTo>
                    <a:pt x="637960" y="305689"/>
                  </a:lnTo>
                  <a:lnTo>
                    <a:pt x="642676" y="314734"/>
                  </a:lnTo>
                  <a:lnTo>
                    <a:pt x="645230" y="322132"/>
                  </a:lnTo>
                  <a:lnTo>
                    <a:pt x="645269" y="322389"/>
                  </a:lnTo>
                  <a:lnTo>
                    <a:pt x="646517" y="330534"/>
                  </a:lnTo>
                  <a:lnTo>
                    <a:pt x="647596" y="336086"/>
                  </a:lnTo>
                  <a:lnTo>
                    <a:pt x="648027" y="339903"/>
                  </a:lnTo>
                  <a:lnTo>
                    <a:pt x="648106" y="345333"/>
                  </a:lnTo>
                  <a:lnTo>
                    <a:pt x="648583" y="352796"/>
                  </a:lnTo>
                  <a:lnTo>
                    <a:pt x="649184" y="362263"/>
                  </a:lnTo>
                  <a:lnTo>
                    <a:pt x="649589" y="368693"/>
                  </a:lnTo>
                  <a:lnTo>
                    <a:pt x="650302" y="382725"/>
                  </a:lnTo>
                  <a:lnTo>
                    <a:pt x="650330" y="383276"/>
                  </a:lnTo>
                  <a:lnTo>
                    <a:pt x="651711" y="393134"/>
                  </a:lnTo>
                  <a:lnTo>
                    <a:pt x="652444" y="398383"/>
                  </a:lnTo>
                  <a:lnTo>
                    <a:pt x="654646" y="406744"/>
                  </a:lnTo>
                  <a:lnTo>
                    <a:pt x="654443" y="411839"/>
                  </a:lnTo>
                  <a:lnTo>
                    <a:pt x="654289" y="413385"/>
                  </a:lnTo>
                  <a:lnTo>
                    <a:pt x="653538" y="420895"/>
                  </a:lnTo>
                  <a:lnTo>
                    <a:pt x="651485" y="419588"/>
                  </a:lnTo>
                  <a:lnTo>
                    <a:pt x="646591" y="416402"/>
                  </a:lnTo>
                  <a:lnTo>
                    <a:pt x="644861" y="423539"/>
                  </a:lnTo>
                  <a:lnTo>
                    <a:pt x="642757" y="428118"/>
                  </a:lnTo>
                  <a:lnTo>
                    <a:pt x="642946" y="434811"/>
                  </a:lnTo>
                  <a:lnTo>
                    <a:pt x="642886" y="435419"/>
                  </a:lnTo>
                  <a:lnTo>
                    <a:pt x="642274" y="441643"/>
                  </a:lnTo>
                  <a:lnTo>
                    <a:pt x="645596" y="447780"/>
                  </a:lnTo>
                  <a:lnTo>
                    <a:pt x="651087" y="443592"/>
                  </a:lnTo>
                  <a:lnTo>
                    <a:pt x="654178" y="433869"/>
                  </a:lnTo>
                  <a:lnTo>
                    <a:pt x="656301" y="439646"/>
                  </a:lnTo>
                  <a:lnTo>
                    <a:pt x="652792" y="450455"/>
                  </a:lnTo>
                  <a:lnTo>
                    <a:pt x="652303" y="451957"/>
                  </a:lnTo>
                  <a:lnTo>
                    <a:pt x="645518" y="469273"/>
                  </a:lnTo>
                  <a:lnTo>
                    <a:pt x="636867" y="485202"/>
                  </a:lnTo>
                  <a:lnTo>
                    <a:pt x="626582" y="499594"/>
                  </a:lnTo>
                  <a:lnTo>
                    <a:pt x="603754" y="518997"/>
                  </a:lnTo>
                  <a:lnTo>
                    <a:pt x="593326" y="524754"/>
                  </a:lnTo>
                  <a:lnTo>
                    <a:pt x="589073" y="521969"/>
                  </a:lnTo>
                  <a:lnTo>
                    <a:pt x="596951" y="514627"/>
                  </a:lnTo>
                  <a:lnTo>
                    <a:pt x="611091" y="504345"/>
                  </a:lnTo>
                  <a:lnTo>
                    <a:pt x="627633" y="486586"/>
                  </a:lnTo>
                  <a:lnTo>
                    <a:pt x="633789" y="477175"/>
                  </a:lnTo>
                  <a:lnTo>
                    <a:pt x="634117" y="471547"/>
                  </a:lnTo>
                  <a:lnTo>
                    <a:pt x="633851" y="467692"/>
                  </a:lnTo>
                  <a:lnTo>
                    <a:pt x="630003" y="467965"/>
                  </a:lnTo>
                  <a:lnTo>
                    <a:pt x="621649" y="471412"/>
                  </a:lnTo>
                  <a:lnTo>
                    <a:pt x="617422" y="475674"/>
                  </a:lnTo>
                  <a:lnTo>
                    <a:pt x="614536" y="476780"/>
                  </a:lnTo>
                  <a:lnTo>
                    <a:pt x="608805" y="474556"/>
                  </a:lnTo>
                  <a:lnTo>
                    <a:pt x="605261" y="476114"/>
                  </a:lnTo>
                  <a:lnTo>
                    <a:pt x="603930" y="476699"/>
                  </a:lnTo>
                  <a:lnTo>
                    <a:pt x="601204" y="480295"/>
                  </a:lnTo>
                  <a:lnTo>
                    <a:pt x="593964" y="483331"/>
                  </a:lnTo>
                  <a:lnTo>
                    <a:pt x="588450" y="485138"/>
                  </a:lnTo>
                  <a:lnTo>
                    <a:pt x="582493" y="480625"/>
                  </a:lnTo>
                  <a:lnTo>
                    <a:pt x="579258" y="475637"/>
                  </a:lnTo>
                  <a:lnTo>
                    <a:pt x="579765" y="467651"/>
                  </a:lnTo>
                  <a:lnTo>
                    <a:pt x="578739" y="461100"/>
                  </a:lnTo>
                  <a:lnTo>
                    <a:pt x="572370" y="453667"/>
                  </a:lnTo>
                  <a:lnTo>
                    <a:pt x="568374" y="446013"/>
                  </a:lnTo>
                  <a:lnTo>
                    <a:pt x="563318" y="440359"/>
                  </a:lnTo>
                  <a:lnTo>
                    <a:pt x="557611" y="438879"/>
                  </a:lnTo>
                  <a:lnTo>
                    <a:pt x="554296" y="432961"/>
                  </a:lnTo>
                  <a:lnTo>
                    <a:pt x="549248" y="431641"/>
                  </a:lnTo>
                  <a:lnTo>
                    <a:pt x="546666" y="430964"/>
                  </a:lnTo>
                  <a:lnTo>
                    <a:pt x="534194" y="426655"/>
                  </a:lnTo>
                  <a:lnTo>
                    <a:pt x="532413" y="428523"/>
                  </a:lnTo>
                  <a:lnTo>
                    <a:pt x="530150" y="430895"/>
                  </a:lnTo>
                  <a:lnTo>
                    <a:pt x="525074" y="427395"/>
                  </a:lnTo>
                  <a:lnTo>
                    <a:pt x="523220" y="423667"/>
                  </a:lnTo>
                  <a:lnTo>
                    <a:pt x="521280" y="419764"/>
                  </a:lnTo>
                  <a:lnTo>
                    <a:pt x="514952" y="407350"/>
                  </a:lnTo>
                  <a:lnTo>
                    <a:pt x="509518" y="392606"/>
                  </a:lnTo>
                  <a:lnTo>
                    <a:pt x="509326" y="392406"/>
                  </a:lnTo>
                  <a:lnTo>
                    <a:pt x="501649" y="384396"/>
                  </a:lnTo>
                  <a:lnTo>
                    <a:pt x="498808" y="383570"/>
                  </a:lnTo>
                  <a:lnTo>
                    <a:pt x="494283" y="384544"/>
                  </a:lnTo>
                  <a:lnTo>
                    <a:pt x="489893" y="388175"/>
                  </a:lnTo>
                  <a:lnTo>
                    <a:pt x="485599" y="387780"/>
                  </a:lnTo>
                  <a:lnTo>
                    <a:pt x="480740" y="385169"/>
                  </a:lnTo>
                  <a:lnTo>
                    <a:pt x="473803" y="375304"/>
                  </a:lnTo>
                  <a:lnTo>
                    <a:pt x="470883" y="367090"/>
                  </a:lnTo>
                  <a:lnTo>
                    <a:pt x="470004" y="361991"/>
                  </a:lnTo>
                  <a:lnTo>
                    <a:pt x="468278" y="359407"/>
                  </a:lnTo>
                  <a:lnTo>
                    <a:pt x="464609" y="353909"/>
                  </a:lnTo>
                  <a:lnTo>
                    <a:pt x="459001" y="347122"/>
                  </a:lnTo>
                  <a:lnTo>
                    <a:pt x="450490" y="336799"/>
                  </a:lnTo>
                  <a:lnTo>
                    <a:pt x="441103" y="322873"/>
                  </a:lnTo>
                  <a:lnTo>
                    <a:pt x="434169" y="315727"/>
                  </a:lnTo>
                  <a:lnTo>
                    <a:pt x="430627" y="312741"/>
                  </a:lnTo>
                  <a:lnTo>
                    <a:pt x="426517" y="309272"/>
                  </a:lnTo>
                  <a:lnTo>
                    <a:pt x="421148" y="301857"/>
                  </a:lnTo>
                  <a:lnTo>
                    <a:pt x="422993" y="301680"/>
                  </a:lnTo>
                  <a:lnTo>
                    <a:pt x="428491" y="301097"/>
                  </a:lnTo>
                  <a:lnTo>
                    <a:pt x="432602" y="293662"/>
                  </a:lnTo>
                  <a:lnTo>
                    <a:pt x="434362" y="288828"/>
                  </a:lnTo>
                  <a:lnTo>
                    <a:pt x="434813" y="287587"/>
                  </a:lnTo>
                  <a:lnTo>
                    <a:pt x="436498" y="282944"/>
                  </a:lnTo>
                  <a:lnTo>
                    <a:pt x="439103" y="280834"/>
                  </a:lnTo>
                  <a:lnTo>
                    <a:pt x="442002" y="276154"/>
                  </a:lnTo>
                  <a:lnTo>
                    <a:pt x="440071" y="272749"/>
                  </a:lnTo>
                  <a:lnTo>
                    <a:pt x="436681" y="272304"/>
                  </a:lnTo>
                  <a:lnTo>
                    <a:pt x="431300" y="271059"/>
                  </a:lnTo>
                  <a:lnTo>
                    <a:pt x="430508" y="272319"/>
                  </a:lnTo>
                  <a:lnTo>
                    <a:pt x="429225" y="274359"/>
                  </a:lnTo>
                  <a:lnTo>
                    <a:pt x="426938" y="278160"/>
                  </a:lnTo>
                  <a:lnTo>
                    <a:pt x="427448" y="282329"/>
                  </a:lnTo>
                  <a:lnTo>
                    <a:pt x="425772" y="285603"/>
                  </a:lnTo>
                  <a:lnTo>
                    <a:pt x="424336" y="289129"/>
                  </a:lnTo>
                  <a:lnTo>
                    <a:pt x="422757" y="293003"/>
                  </a:lnTo>
                  <a:lnTo>
                    <a:pt x="420741" y="294526"/>
                  </a:lnTo>
                  <a:lnTo>
                    <a:pt x="419369" y="288869"/>
                  </a:lnTo>
                  <a:lnTo>
                    <a:pt x="417997" y="284365"/>
                  </a:lnTo>
                  <a:lnTo>
                    <a:pt x="413685" y="279772"/>
                  </a:lnTo>
                  <a:lnTo>
                    <a:pt x="408381" y="275159"/>
                  </a:lnTo>
                  <a:lnTo>
                    <a:pt x="407623" y="267809"/>
                  </a:lnTo>
                  <a:lnTo>
                    <a:pt x="407411" y="260338"/>
                  </a:lnTo>
                  <a:lnTo>
                    <a:pt x="404446" y="253477"/>
                  </a:lnTo>
                  <a:lnTo>
                    <a:pt x="402772" y="247498"/>
                  </a:lnTo>
                  <a:lnTo>
                    <a:pt x="402725" y="247329"/>
                  </a:lnTo>
                  <a:lnTo>
                    <a:pt x="409129" y="239682"/>
                  </a:lnTo>
                  <a:lnTo>
                    <a:pt x="410482" y="232093"/>
                  </a:lnTo>
                  <a:lnTo>
                    <a:pt x="411723" y="223223"/>
                  </a:lnTo>
                  <a:lnTo>
                    <a:pt x="412043" y="221967"/>
                  </a:lnTo>
                  <a:lnTo>
                    <a:pt x="413285" y="217079"/>
                  </a:lnTo>
                  <a:lnTo>
                    <a:pt x="413040" y="211654"/>
                  </a:lnTo>
                  <a:lnTo>
                    <a:pt x="411004" y="205031"/>
                  </a:lnTo>
                  <a:lnTo>
                    <a:pt x="409898" y="198756"/>
                  </a:lnTo>
                  <a:lnTo>
                    <a:pt x="409873" y="198618"/>
                  </a:lnTo>
                  <a:lnTo>
                    <a:pt x="406124" y="197087"/>
                  </a:lnTo>
                  <a:lnTo>
                    <a:pt x="404890" y="190140"/>
                  </a:lnTo>
                  <a:lnTo>
                    <a:pt x="402829" y="186034"/>
                  </a:lnTo>
                  <a:lnTo>
                    <a:pt x="405199" y="180523"/>
                  </a:lnTo>
                  <a:lnTo>
                    <a:pt x="401787" y="176870"/>
                  </a:lnTo>
                  <a:lnTo>
                    <a:pt x="398638" y="173206"/>
                  </a:lnTo>
                  <a:lnTo>
                    <a:pt x="398261" y="172766"/>
                  </a:lnTo>
                  <a:lnTo>
                    <a:pt x="397529" y="168599"/>
                  </a:lnTo>
                  <a:lnTo>
                    <a:pt x="391940" y="165672"/>
                  </a:lnTo>
                  <a:lnTo>
                    <a:pt x="393617" y="163918"/>
                  </a:lnTo>
                  <a:lnTo>
                    <a:pt x="390795" y="160503"/>
                  </a:lnTo>
                  <a:lnTo>
                    <a:pt x="382941" y="161132"/>
                  </a:lnTo>
                  <a:lnTo>
                    <a:pt x="377493" y="161391"/>
                  </a:lnTo>
                  <a:lnTo>
                    <a:pt x="376718" y="166324"/>
                  </a:lnTo>
                  <a:lnTo>
                    <a:pt x="373791" y="166411"/>
                  </a:lnTo>
                  <a:lnTo>
                    <a:pt x="370839" y="161005"/>
                  </a:lnTo>
                  <a:lnTo>
                    <a:pt x="370420" y="156462"/>
                  </a:lnTo>
                  <a:lnTo>
                    <a:pt x="367596" y="155126"/>
                  </a:lnTo>
                  <a:lnTo>
                    <a:pt x="362835" y="154249"/>
                  </a:lnTo>
                  <a:lnTo>
                    <a:pt x="362506" y="154188"/>
                  </a:lnTo>
                  <a:lnTo>
                    <a:pt x="361257" y="149509"/>
                  </a:lnTo>
                  <a:lnTo>
                    <a:pt x="358463" y="145553"/>
                  </a:lnTo>
                  <a:lnTo>
                    <a:pt x="354975" y="142727"/>
                  </a:lnTo>
                  <a:lnTo>
                    <a:pt x="350740" y="143129"/>
                  </a:lnTo>
                  <a:lnTo>
                    <a:pt x="349287" y="140610"/>
                  </a:lnTo>
                  <a:lnTo>
                    <a:pt x="341305" y="137238"/>
                  </a:lnTo>
                  <a:lnTo>
                    <a:pt x="339992" y="130944"/>
                  </a:lnTo>
                  <a:lnTo>
                    <a:pt x="338276" y="124878"/>
                  </a:lnTo>
                  <a:lnTo>
                    <a:pt x="338170" y="124505"/>
                  </a:lnTo>
                  <a:lnTo>
                    <a:pt x="332489" y="123072"/>
                  </a:lnTo>
                  <a:lnTo>
                    <a:pt x="327993" y="121722"/>
                  </a:lnTo>
                  <a:lnTo>
                    <a:pt x="323593" y="116751"/>
                  </a:lnTo>
                  <a:lnTo>
                    <a:pt x="319383" y="111258"/>
                  </a:lnTo>
                  <a:lnTo>
                    <a:pt x="314356" y="106641"/>
                  </a:lnTo>
                  <a:lnTo>
                    <a:pt x="305150" y="103106"/>
                  </a:lnTo>
                  <a:lnTo>
                    <a:pt x="293358" y="99721"/>
                  </a:lnTo>
                  <a:lnTo>
                    <a:pt x="288006" y="96185"/>
                  </a:lnTo>
                  <a:lnTo>
                    <a:pt x="287266" y="95696"/>
                  </a:lnTo>
                  <a:lnTo>
                    <a:pt x="282437" y="96135"/>
                  </a:lnTo>
                  <a:lnTo>
                    <a:pt x="281465" y="96525"/>
                  </a:lnTo>
                  <a:lnTo>
                    <a:pt x="277858" y="97968"/>
                  </a:lnTo>
                  <a:lnTo>
                    <a:pt x="273953" y="100271"/>
                  </a:lnTo>
                  <a:lnTo>
                    <a:pt x="271586" y="99663"/>
                  </a:lnTo>
                  <a:lnTo>
                    <a:pt x="265719" y="103244"/>
                  </a:lnTo>
                  <a:lnTo>
                    <a:pt x="260542" y="108588"/>
                  </a:lnTo>
                  <a:lnTo>
                    <a:pt x="262658" y="111719"/>
                  </a:lnTo>
                  <a:lnTo>
                    <a:pt x="263068" y="112326"/>
                  </a:lnTo>
                  <a:lnTo>
                    <a:pt x="264185" y="115601"/>
                  </a:lnTo>
                  <a:lnTo>
                    <a:pt x="263380" y="118183"/>
                  </a:lnTo>
                  <a:lnTo>
                    <a:pt x="257565" y="118690"/>
                  </a:lnTo>
                  <a:lnTo>
                    <a:pt x="253710" y="117447"/>
                  </a:lnTo>
                  <a:lnTo>
                    <a:pt x="248881" y="119631"/>
                  </a:lnTo>
                  <a:lnTo>
                    <a:pt x="245995" y="122166"/>
                  </a:lnTo>
                  <a:lnTo>
                    <a:pt x="247999" y="128821"/>
                  </a:lnTo>
                  <a:lnTo>
                    <a:pt x="245328" y="131488"/>
                  </a:lnTo>
                  <a:lnTo>
                    <a:pt x="238830" y="134734"/>
                  </a:lnTo>
                  <a:lnTo>
                    <a:pt x="233292" y="142125"/>
                  </a:lnTo>
                  <a:lnTo>
                    <a:pt x="226099" y="146693"/>
                  </a:lnTo>
                  <a:lnTo>
                    <a:pt x="214038" y="155025"/>
                  </a:lnTo>
                  <a:lnTo>
                    <a:pt x="204668" y="151615"/>
                  </a:lnTo>
                  <a:lnTo>
                    <a:pt x="199526" y="150381"/>
                  </a:lnTo>
                  <a:lnTo>
                    <a:pt x="196288" y="149601"/>
                  </a:lnTo>
                  <a:lnTo>
                    <a:pt x="189409" y="152724"/>
                  </a:lnTo>
                  <a:lnTo>
                    <a:pt x="184280" y="144674"/>
                  </a:lnTo>
                  <a:lnTo>
                    <a:pt x="182156" y="137475"/>
                  </a:lnTo>
                  <a:lnTo>
                    <a:pt x="183601" y="130164"/>
                  </a:lnTo>
                  <a:lnTo>
                    <a:pt x="183221" y="129948"/>
                  </a:lnTo>
                  <a:lnTo>
                    <a:pt x="180065" y="128158"/>
                  </a:lnTo>
                  <a:lnTo>
                    <a:pt x="175174" y="127968"/>
                  </a:lnTo>
                  <a:lnTo>
                    <a:pt x="167887" y="123323"/>
                  </a:lnTo>
                  <a:lnTo>
                    <a:pt x="165263" y="121069"/>
                  </a:lnTo>
                  <a:lnTo>
                    <a:pt x="157415" y="118733"/>
                  </a:lnTo>
                  <a:lnTo>
                    <a:pt x="147622" y="113026"/>
                  </a:lnTo>
                  <a:lnTo>
                    <a:pt x="132342" y="107394"/>
                  </a:lnTo>
                  <a:lnTo>
                    <a:pt x="132012" y="107271"/>
                  </a:lnTo>
                  <a:lnTo>
                    <a:pt x="124712" y="105511"/>
                  </a:lnTo>
                  <a:lnTo>
                    <a:pt x="117504" y="104241"/>
                  </a:lnTo>
                  <a:lnTo>
                    <a:pt x="114067" y="103632"/>
                  </a:lnTo>
                  <a:lnTo>
                    <a:pt x="100267" y="102792"/>
                  </a:lnTo>
                  <a:lnTo>
                    <a:pt x="99108" y="102720"/>
                  </a:lnTo>
                  <a:lnTo>
                    <a:pt x="81998" y="103985"/>
                  </a:lnTo>
                  <a:lnTo>
                    <a:pt x="69368" y="107005"/>
                  </a:lnTo>
                  <a:lnTo>
                    <a:pt x="65495" y="107926"/>
                  </a:lnTo>
                  <a:lnTo>
                    <a:pt x="60400" y="109780"/>
                  </a:lnTo>
                  <a:lnTo>
                    <a:pt x="42725" y="116174"/>
                  </a:lnTo>
                  <a:lnTo>
                    <a:pt x="37175" y="117726"/>
                  </a:lnTo>
                  <a:lnTo>
                    <a:pt x="34231" y="118547"/>
                  </a:lnTo>
                  <a:lnTo>
                    <a:pt x="30235" y="118930"/>
                  </a:lnTo>
                  <a:lnTo>
                    <a:pt x="22757" y="121893"/>
                  </a:lnTo>
                  <a:lnTo>
                    <a:pt x="15375" y="124473"/>
                  </a:lnTo>
                  <a:lnTo>
                    <a:pt x="19747" y="118115"/>
                  </a:lnTo>
                  <a:lnTo>
                    <a:pt x="20665" y="112671"/>
                  </a:lnTo>
                  <a:lnTo>
                    <a:pt x="25294" y="108984"/>
                  </a:lnTo>
                  <a:lnTo>
                    <a:pt x="21376" y="107706"/>
                  </a:lnTo>
                  <a:lnTo>
                    <a:pt x="18515" y="103616"/>
                  </a:lnTo>
                  <a:lnTo>
                    <a:pt x="19057" y="99693"/>
                  </a:lnTo>
                  <a:lnTo>
                    <a:pt x="20771" y="94576"/>
                  </a:lnTo>
                  <a:lnTo>
                    <a:pt x="20258" y="89905"/>
                  </a:lnTo>
                  <a:lnTo>
                    <a:pt x="16641" y="87250"/>
                  </a:lnTo>
                  <a:lnTo>
                    <a:pt x="9915" y="84136"/>
                  </a:lnTo>
                  <a:lnTo>
                    <a:pt x="8166" y="81767"/>
                  </a:lnTo>
                  <a:lnTo>
                    <a:pt x="0" y="7411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52932" y="4095169"/>
              <a:ext cx="496067" cy="505816"/>
            </a:xfrm>
            <a:custGeom>
              <a:avLst/>
              <a:pathLst>
                <a:path w="496067" h="505816">
                  <a:moveTo>
                    <a:pt x="0" y="44289"/>
                  </a:moveTo>
                  <a:lnTo>
                    <a:pt x="11893" y="42340"/>
                  </a:lnTo>
                  <a:lnTo>
                    <a:pt x="20015" y="40998"/>
                  </a:lnTo>
                  <a:lnTo>
                    <a:pt x="21918" y="40620"/>
                  </a:lnTo>
                  <a:lnTo>
                    <a:pt x="29726" y="39062"/>
                  </a:lnTo>
                  <a:lnTo>
                    <a:pt x="30858" y="38850"/>
                  </a:lnTo>
                  <a:lnTo>
                    <a:pt x="50764" y="35095"/>
                  </a:lnTo>
                  <a:lnTo>
                    <a:pt x="56681" y="33993"/>
                  </a:lnTo>
                  <a:lnTo>
                    <a:pt x="56941" y="33944"/>
                  </a:lnTo>
                  <a:lnTo>
                    <a:pt x="67413" y="31982"/>
                  </a:lnTo>
                  <a:lnTo>
                    <a:pt x="72017" y="31133"/>
                  </a:lnTo>
                  <a:lnTo>
                    <a:pt x="75154" y="30553"/>
                  </a:lnTo>
                  <a:lnTo>
                    <a:pt x="79538" y="29740"/>
                  </a:lnTo>
                  <a:lnTo>
                    <a:pt x="89127" y="27937"/>
                  </a:lnTo>
                  <a:lnTo>
                    <a:pt x="99312" y="26081"/>
                  </a:lnTo>
                  <a:lnTo>
                    <a:pt x="116246" y="22863"/>
                  </a:lnTo>
                  <a:lnTo>
                    <a:pt x="133660" y="19609"/>
                  </a:lnTo>
                  <a:lnTo>
                    <a:pt x="144887" y="17490"/>
                  </a:lnTo>
                  <a:lnTo>
                    <a:pt x="151119" y="16305"/>
                  </a:lnTo>
                  <a:lnTo>
                    <a:pt x="179725" y="10816"/>
                  </a:lnTo>
                  <a:lnTo>
                    <a:pt x="186074" y="9306"/>
                  </a:lnTo>
                  <a:lnTo>
                    <a:pt x="192019" y="7887"/>
                  </a:lnTo>
                  <a:lnTo>
                    <a:pt x="206367" y="4441"/>
                  </a:lnTo>
                  <a:lnTo>
                    <a:pt x="225584" y="0"/>
                  </a:lnTo>
                  <a:lnTo>
                    <a:pt x="225080" y="5315"/>
                  </a:lnTo>
                  <a:lnTo>
                    <a:pt x="224227" y="8969"/>
                  </a:lnTo>
                  <a:lnTo>
                    <a:pt x="219570" y="14534"/>
                  </a:lnTo>
                  <a:lnTo>
                    <a:pt x="215552" y="18923"/>
                  </a:lnTo>
                  <a:lnTo>
                    <a:pt x="213247" y="22880"/>
                  </a:lnTo>
                  <a:lnTo>
                    <a:pt x="210380" y="27280"/>
                  </a:lnTo>
                  <a:lnTo>
                    <a:pt x="211324" y="30541"/>
                  </a:lnTo>
                  <a:lnTo>
                    <a:pt x="208937" y="34572"/>
                  </a:lnTo>
                  <a:lnTo>
                    <a:pt x="209497" y="35794"/>
                  </a:lnTo>
                  <a:lnTo>
                    <a:pt x="210973" y="39016"/>
                  </a:lnTo>
                  <a:lnTo>
                    <a:pt x="211181" y="39470"/>
                  </a:lnTo>
                  <a:lnTo>
                    <a:pt x="217422" y="42475"/>
                  </a:lnTo>
                  <a:lnTo>
                    <a:pt x="223245" y="45303"/>
                  </a:lnTo>
                  <a:lnTo>
                    <a:pt x="229738" y="46483"/>
                  </a:lnTo>
                  <a:lnTo>
                    <a:pt x="235445" y="51147"/>
                  </a:lnTo>
                  <a:lnTo>
                    <a:pt x="236110" y="51690"/>
                  </a:lnTo>
                  <a:lnTo>
                    <a:pt x="241043" y="54868"/>
                  </a:lnTo>
                  <a:lnTo>
                    <a:pt x="241286" y="55025"/>
                  </a:lnTo>
                  <a:lnTo>
                    <a:pt x="246533" y="56335"/>
                  </a:lnTo>
                  <a:lnTo>
                    <a:pt x="246859" y="56212"/>
                  </a:lnTo>
                  <a:lnTo>
                    <a:pt x="252634" y="54013"/>
                  </a:lnTo>
                  <a:lnTo>
                    <a:pt x="257554" y="54181"/>
                  </a:lnTo>
                  <a:lnTo>
                    <a:pt x="261904" y="61519"/>
                  </a:lnTo>
                  <a:lnTo>
                    <a:pt x="264424" y="65692"/>
                  </a:lnTo>
                  <a:lnTo>
                    <a:pt x="269609" y="71756"/>
                  </a:lnTo>
                  <a:lnTo>
                    <a:pt x="270295" y="72570"/>
                  </a:lnTo>
                  <a:lnTo>
                    <a:pt x="273879" y="76821"/>
                  </a:lnTo>
                  <a:lnTo>
                    <a:pt x="275298" y="79901"/>
                  </a:lnTo>
                  <a:lnTo>
                    <a:pt x="278549" y="86952"/>
                  </a:lnTo>
                  <a:lnTo>
                    <a:pt x="286527" y="92965"/>
                  </a:lnTo>
                  <a:lnTo>
                    <a:pt x="292272" y="99548"/>
                  </a:lnTo>
                  <a:lnTo>
                    <a:pt x="292653" y="99985"/>
                  </a:lnTo>
                  <a:lnTo>
                    <a:pt x="296363" y="105232"/>
                  </a:lnTo>
                  <a:lnTo>
                    <a:pt x="297155" y="106352"/>
                  </a:lnTo>
                  <a:lnTo>
                    <a:pt x="301332" y="106437"/>
                  </a:lnTo>
                  <a:lnTo>
                    <a:pt x="310241" y="112590"/>
                  </a:lnTo>
                  <a:lnTo>
                    <a:pt x="320957" y="115720"/>
                  </a:lnTo>
                  <a:lnTo>
                    <a:pt x="330614" y="123907"/>
                  </a:lnTo>
                  <a:lnTo>
                    <a:pt x="333631" y="128218"/>
                  </a:lnTo>
                  <a:lnTo>
                    <a:pt x="335741" y="131231"/>
                  </a:lnTo>
                  <a:lnTo>
                    <a:pt x="340184" y="135677"/>
                  </a:lnTo>
                  <a:lnTo>
                    <a:pt x="344777" y="136155"/>
                  </a:lnTo>
                  <a:lnTo>
                    <a:pt x="345594" y="136239"/>
                  </a:lnTo>
                  <a:lnTo>
                    <a:pt x="353799" y="140299"/>
                  </a:lnTo>
                  <a:lnTo>
                    <a:pt x="355200" y="141818"/>
                  </a:lnTo>
                  <a:lnTo>
                    <a:pt x="358283" y="145158"/>
                  </a:lnTo>
                  <a:lnTo>
                    <a:pt x="364862" y="147330"/>
                  </a:lnTo>
                  <a:lnTo>
                    <a:pt x="366534" y="152968"/>
                  </a:lnTo>
                  <a:lnTo>
                    <a:pt x="366794" y="160640"/>
                  </a:lnTo>
                  <a:lnTo>
                    <a:pt x="375581" y="163293"/>
                  </a:lnTo>
                  <a:lnTo>
                    <a:pt x="376745" y="169547"/>
                  </a:lnTo>
                  <a:lnTo>
                    <a:pt x="376858" y="170156"/>
                  </a:lnTo>
                  <a:lnTo>
                    <a:pt x="385291" y="172694"/>
                  </a:lnTo>
                  <a:lnTo>
                    <a:pt x="385521" y="173377"/>
                  </a:lnTo>
                  <a:lnTo>
                    <a:pt x="387168" y="178275"/>
                  </a:lnTo>
                  <a:lnTo>
                    <a:pt x="397090" y="181662"/>
                  </a:lnTo>
                  <a:lnTo>
                    <a:pt x="401292" y="182324"/>
                  </a:lnTo>
                  <a:lnTo>
                    <a:pt x="402707" y="182547"/>
                  </a:lnTo>
                  <a:lnTo>
                    <a:pt x="408876" y="185817"/>
                  </a:lnTo>
                  <a:lnTo>
                    <a:pt x="413362" y="188192"/>
                  </a:lnTo>
                  <a:lnTo>
                    <a:pt x="415121" y="196018"/>
                  </a:lnTo>
                  <a:lnTo>
                    <a:pt x="419376" y="200355"/>
                  </a:lnTo>
                  <a:lnTo>
                    <a:pt x="424811" y="206808"/>
                  </a:lnTo>
                  <a:lnTo>
                    <a:pt x="427371" y="216246"/>
                  </a:lnTo>
                  <a:lnTo>
                    <a:pt x="427524" y="216808"/>
                  </a:lnTo>
                  <a:lnTo>
                    <a:pt x="431102" y="225860"/>
                  </a:lnTo>
                  <a:lnTo>
                    <a:pt x="431825" y="231211"/>
                  </a:lnTo>
                  <a:lnTo>
                    <a:pt x="432911" y="231731"/>
                  </a:lnTo>
                  <a:lnTo>
                    <a:pt x="439099" y="234690"/>
                  </a:lnTo>
                  <a:lnTo>
                    <a:pt x="443521" y="235324"/>
                  </a:lnTo>
                  <a:lnTo>
                    <a:pt x="444446" y="235456"/>
                  </a:lnTo>
                  <a:lnTo>
                    <a:pt x="453564" y="242506"/>
                  </a:lnTo>
                  <a:lnTo>
                    <a:pt x="454713" y="248418"/>
                  </a:lnTo>
                  <a:lnTo>
                    <a:pt x="457275" y="250900"/>
                  </a:lnTo>
                  <a:lnTo>
                    <a:pt x="462107" y="255578"/>
                  </a:lnTo>
                  <a:lnTo>
                    <a:pt x="463836" y="261921"/>
                  </a:lnTo>
                  <a:lnTo>
                    <a:pt x="462304" y="266712"/>
                  </a:lnTo>
                  <a:lnTo>
                    <a:pt x="463082" y="267747"/>
                  </a:lnTo>
                  <a:lnTo>
                    <a:pt x="466784" y="272670"/>
                  </a:lnTo>
                  <a:lnTo>
                    <a:pt x="468724" y="279591"/>
                  </a:lnTo>
                  <a:lnTo>
                    <a:pt x="476324" y="281176"/>
                  </a:lnTo>
                  <a:lnTo>
                    <a:pt x="478892" y="278672"/>
                  </a:lnTo>
                  <a:lnTo>
                    <a:pt x="485737" y="282101"/>
                  </a:lnTo>
                  <a:lnTo>
                    <a:pt x="491608" y="283434"/>
                  </a:lnTo>
                  <a:lnTo>
                    <a:pt x="495775" y="283674"/>
                  </a:lnTo>
                  <a:lnTo>
                    <a:pt x="496067" y="287747"/>
                  </a:lnTo>
                  <a:lnTo>
                    <a:pt x="491196" y="293989"/>
                  </a:lnTo>
                  <a:lnTo>
                    <a:pt x="489058" y="298022"/>
                  </a:lnTo>
                  <a:lnTo>
                    <a:pt x="484783" y="305470"/>
                  </a:lnTo>
                  <a:lnTo>
                    <a:pt x="482325" y="311095"/>
                  </a:lnTo>
                  <a:lnTo>
                    <a:pt x="479684" y="317616"/>
                  </a:lnTo>
                  <a:lnTo>
                    <a:pt x="475509" y="322996"/>
                  </a:lnTo>
                  <a:lnTo>
                    <a:pt x="475333" y="324431"/>
                  </a:lnTo>
                  <a:lnTo>
                    <a:pt x="475178" y="325691"/>
                  </a:lnTo>
                  <a:lnTo>
                    <a:pt x="477368" y="334005"/>
                  </a:lnTo>
                  <a:lnTo>
                    <a:pt x="475104" y="342271"/>
                  </a:lnTo>
                  <a:lnTo>
                    <a:pt x="475287" y="344106"/>
                  </a:lnTo>
                  <a:lnTo>
                    <a:pt x="475540" y="346639"/>
                  </a:lnTo>
                  <a:lnTo>
                    <a:pt x="473299" y="353380"/>
                  </a:lnTo>
                  <a:lnTo>
                    <a:pt x="470306" y="360763"/>
                  </a:lnTo>
                  <a:lnTo>
                    <a:pt x="469488" y="367072"/>
                  </a:lnTo>
                  <a:lnTo>
                    <a:pt x="472211" y="371890"/>
                  </a:lnTo>
                  <a:lnTo>
                    <a:pt x="472086" y="372988"/>
                  </a:lnTo>
                  <a:lnTo>
                    <a:pt x="471412" y="378915"/>
                  </a:lnTo>
                  <a:lnTo>
                    <a:pt x="470136" y="383584"/>
                  </a:lnTo>
                  <a:lnTo>
                    <a:pt x="465644" y="392583"/>
                  </a:lnTo>
                  <a:lnTo>
                    <a:pt x="462690" y="394519"/>
                  </a:lnTo>
                  <a:lnTo>
                    <a:pt x="463867" y="400299"/>
                  </a:lnTo>
                  <a:lnTo>
                    <a:pt x="463226" y="406880"/>
                  </a:lnTo>
                  <a:lnTo>
                    <a:pt x="464515" y="409565"/>
                  </a:lnTo>
                  <a:lnTo>
                    <a:pt x="465169" y="410927"/>
                  </a:lnTo>
                  <a:lnTo>
                    <a:pt x="466931" y="418519"/>
                  </a:lnTo>
                  <a:lnTo>
                    <a:pt x="465432" y="428818"/>
                  </a:lnTo>
                  <a:lnTo>
                    <a:pt x="464614" y="434905"/>
                  </a:lnTo>
                  <a:lnTo>
                    <a:pt x="467368" y="441207"/>
                  </a:lnTo>
                  <a:lnTo>
                    <a:pt x="461124" y="441064"/>
                  </a:lnTo>
                  <a:lnTo>
                    <a:pt x="459122" y="441455"/>
                  </a:lnTo>
                  <a:lnTo>
                    <a:pt x="456118" y="443004"/>
                  </a:lnTo>
                  <a:lnTo>
                    <a:pt x="449056" y="442941"/>
                  </a:lnTo>
                  <a:lnTo>
                    <a:pt x="445433" y="442005"/>
                  </a:lnTo>
                  <a:lnTo>
                    <a:pt x="439277" y="442770"/>
                  </a:lnTo>
                  <a:lnTo>
                    <a:pt x="435836" y="440743"/>
                  </a:lnTo>
                  <a:lnTo>
                    <a:pt x="431232" y="439882"/>
                  </a:lnTo>
                  <a:lnTo>
                    <a:pt x="425489" y="440806"/>
                  </a:lnTo>
                  <a:lnTo>
                    <a:pt x="421729" y="438398"/>
                  </a:lnTo>
                  <a:lnTo>
                    <a:pt x="421374" y="438407"/>
                  </a:lnTo>
                  <a:lnTo>
                    <a:pt x="417730" y="438498"/>
                  </a:lnTo>
                  <a:lnTo>
                    <a:pt x="413659" y="444109"/>
                  </a:lnTo>
                  <a:lnTo>
                    <a:pt x="410801" y="448775"/>
                  </a:lnTo>
                  <a:lnTo>
                    <a:pt x="411100" y="455390"/>
                  </a:lnTo>
                  <a:lnTo>
                    <a:pt x="411108" y="459607"/>
                  </a:lnTo>
                  <a:lnTo>
                    <a:pt x="415393" y="464862"/>
                  </a:lnTo>
                  <a:lnTo>
                    <a:pt x="416552" y="472692"/>
                  </a:lnTo>
                  <a:lnTo>
                    <a:pt x="417290" y="482131"/>
                  </a:lnTo>
                  <a:lnTo>
                    <a:pt x="416859" y="487277"/>
                  </a:lnTo>
                  <a:lnTo>
                    <a:pt x="417638" y="490902"/>
                  </a:lnTo>
                  <a:lnTo>
                    <a:pt x="416700" y="491305"/>
                  </a:lnTo>
                  <a:lnTo>
                    <a:pt x="412689" y="493027"/>
                  </a:lnTo>
                  <a:lnTo>
                    <a:pt x="408010" y="493718"/>
                  </a:lnTo>
                  <a:lnTo>
                    <a:pt x="404408" y="493880"/>
                  </a:lnTo>
                  <a:lnTo>
                    <a:pt x="400420" y="488315"/>
                  </a:lnTo>
                  <a:lnTo>
                    <a:pt x="400325" y="482629"/>
                  </a:lnTo>
                  <a:lnTo>
                    <a:pt x="396702" y="478083"/>
                  </a:lnTo>
                  <a:lnTo>
                    <a:pt x="396868" y="473060"/>
                  </a:lnTo>
                  <a:lnTo>
                    <a:pt x="377500" y="475225"/>
                  </a:lnTo>
                  <a:lnTo>
                    <a:pt x="373555" y="475661"/>
                  </a:lnTo>
                  <a:lnTo>
                    <a:pt x="361602" y="477293"/>
                  </a:lnTo>
                  <a:lnTo>
                    <a:pt x="351445" y="478665"/>
                  </a:lnTo>
                  <a:lnTo>
                    <a:pt x="333367" y="481075"/>
                  </a:lnTo>
                  <a:lnTo>
                    <a:pt x="308904" y="484329"/>
                  </a:lnTo>
                  <a:lnTo>
                    <a:pt x="308404" y="484393"/>
                  </a:lnTo>
                  <a:lnTo>
                    <a:pt x="291763" y="486511"/>
                  </a:lnTo>
                  <a:lnTo>
                    <a:pt x="287102" y="487098"/>
                  </a:lnTo>
                  <a:lnTo>
                    <a:pt x="273394" y="488809"/>
                  </a:lnTo>
                  <a:lnTo>
                    <a:pt x="262637" y="490225"/>
                  </a:lnTo>
                  <a:lnTo>
                    <a:pt x="249926" y="491880"/>
                  </a:lnTo>
                  <a:lnTo>
                    <a:pt x="242488" y="492840"/>
                  </a:lnTo>
                  <a:lnTo>
                    <a:pt x="224534" y="495169"/>
                  </a:lnTo>
                  <a:lnTo>
                    <a:pt x="217187" y="496110"/>
                  </a:lnTo>
                  <a:lnTo>
                    <a:pt x="213216" y="496617"/>
                  </a:lnTo>
                  <a:lnTo>
                    <a:pt x="197779" y="498721"/>
                  </a:lnTo>
                  <a:lnTo>
                    <a:pt x="188618" y="499955"/>
                  </a:lnTo>
                  <a:lnTo>
                    <a:pt x="179598" y="501161"/>
                  </a:lnTo>
                  <a:lnTo>
                    <a:pt x="146980" y="505143"/>
                  </a:lnTo>
                  <a:lnTo>
                    <a:pt x="142009" y="505816"/>
                  </a:lnTo>
                  <a:lnTo>
                    <a:pt x="135881" y="500025"/>
                  </a:lnTo>
                  <a:lnTo>
                    <a:pt x="133297" y="493443"/>
                  </a:lnTo>
                  <a:lnTo>
                    <a:pt x="132410" y="488523"/>
                  </a:lnTo>
                  <a:lnTo>
                    <a:pt x="126845" y="482885"/>
                  </a:lnTo>
                  <a:lnTo>
                    <a:pt x="124046" y="478828"/>
                  </a:lnTo>
                  <a:lnTo>
                    <a:pt x="123988" y="476151"/>
                  </a:lnTo>
                  <a:lnTo>
                    <a:pt x="122252" y="470449"/>
                  </a:lnTo>
                  <a:lnTo>
                    <a:pt x="120958" y="468187"/>
                  </a:lnTo>
                  <a:lnTo>
                    <a:pt x="119027" y="464807"/>
                  </a:lnTo>
                  <a:lnTo>
                    <a:pt x="110875" y="457348"/>
                  </a:lnTo>
                  <a:lnTo>
                    <a:pt x="109601" y="449372"/>
                  </a:lnTo>
                  <a:lnTo>
                    <a:pt x="110738" y="445030"/>
                  </a:lnTo>
                  <a:lnTo>
                    <a:pt x="110599" y="443506"/>
                  </a:lnTo>
                  <a:lnTo>
                    <a:pt x="110466" y="442052"/>
                  </a:lnTo>
                  <a:lnTo>
                    <a:pt x="109340" y="437563"/>
                  </a:lnTo>
                  <a:lnTo>
                    <a:pt x="110697" y="429537"/>
                  </a:lnTo>
                  <a:lnTo>
                    <a:pt x="109540" y="425532"/>
                  </a:lnTo>
                  <a:lnTo>
                    <a:pt x="110565" y="419534"/>
                  </a:lnTo>
                  <a:lnTo>
                    <a:pt x="111067" y="416586"/>
                  </a:lnTo>
                  <a:lnTo>
                    <a:pt x="109103" y="413958"/>
                  </a:lnTo>
                  <a:lnTo>
                    <a:pt x="108247" y="408493"/>
                  </a:lnTo>
                  <a:lnTo>
                    <a:pt x="100614" y="401338"/>
                  </a:lnTo>
                  <a:lnTo>
                    <a:pt x="100601" y="397053"/>
                  </a:lnTo>
                  <a:lnTo>
                    <a:pt x="99474" y="393805"/>
                  </a:lnTo>
                  <a:lnTo>
                    <a:pt x="98830" y="391949"/>
                  </a:lnTo>
                  <a:lnTo>
                    <a:pt x="96637" y="385627"/>
                  </a:lnTo>
                  <a:lnTo>
                    <a:pt x="98343" y="379173"/>
                  </a:lnTo>
                  <a:lnTo>
                    <a:pt x="101440" y="370208"/>
                  </a:lnTo>
                  <a:lnTo>
                    <a:pt x="101422" y="367424"/>
                  </a:lnTo>
                  <a:lnTo>
                    <a:pt x="101367" y="359423"/>
                  </a:lnTo>
                  <a:lnTo>
                    <a:pt x="101347" y="356566"/>
                  </a:lnTo>
                  <a:lnTo>
                    <a:pt x="99417" y="351374"/>
                  </a:lnTo>
                  <a:lnTo>
                    <a:pt x="104300" y="344882"/>
                  </a:lnTo>
                  <a:lnTo>
                    <a:pt x="110073" y="340027"/>
                  </a:lnTo>
                  <a:lnTo>
                    <a:pt x="110825" y="338550"/>
                  </a:lnTo>
                  <a:lnTo>
                    <a:pt x="112899" y="334472"/>
                  </a:lnTo>
                  <a:lnTo>
                    <a:pt x="106174" y="330834"/>
                  </a:lnTo>
                  <a:lnTo>
                    <a:pt x="100732" y="328301"/>
                  </a:lnTo>
                  <a:lnTo>
                    <a:pt x="102584" y="324953"/>
                  </a:lnTo>
                  <a:lnTo>
                    <a:pt x="102528" y="323158"/>
                  </a:lnTo>
                  <a:lnTo>
                    <a:pt x="102299" y="315934"/>
                  </a:lnTo>
                  <a:lnTo>
                    <a:pt x="98574" y="309285"/>
                  </a:lnTo>
                  <a:lnTo>
                    <a:pt x="98395" y="308965"/>
                  </a:lnTo>
                  <a:lnTo>
                    <a:pt x="97600" y="307545"/>
                  </a:lnTo>
                  <a:lnTo>
                    <a:pt x="90711" y="302020"/>
                  </a:lnTo>
                  <a:lnTo>
                    <a:pt x="89700" y="299361"/>
                  </a:lnTo>
                  <a:lnTo>
                    <a:pt x="87678" y="294039"/>
                  </a:lnTo>
                  <a:lnTo>
                    <a:pt x="84030" y="286431"/>
                  </a:lnTo>
                  <a:lnTo>
                    <a:pt x="82706" y="284253"/>
                  </a:lnTo>
                  <a:lnTo>
                    <a:pt x="78020" y="276536"/>
                  </a:lnTo>
                  <a:lnTo>
                    <a:pt x="75241" y="273081"/>
                  </a:lnTo>
                  <a:lnTo>
                    <a:pt x="74929" y="272131"/>
                  </a:lnTo>
                  <a:lnTo>
                    <a:pt x="66536" y="246514"/>
                  </a:lnTo>
                  <a:lnTo>
                    <a:pt x="65782" y="244202"/>
                  </a:lnTo>
                  <a:lnTo>
                    <a:pt x="55301" y="212050"/>
                  </a:lnTo>
                  <a:lnTo>
                    <a:pt x="53379" y="206149"/>
                  </a:lnTo>
                  <a:lnTo>
                    <a:pt x="51728" y="201079"/>
                  </a:lnTo>
                  <a:lnTo>
                    <a:pt x="47385" y="187793"/>
                  </a:lnTo>
                  <a:lnTo>
                    <a:pt x="43342" y="175417"/>
                  </a:lnTo>
                  <a:lnTo>
                    <a:pt x="38633" y="161002"/>
                  </a:lnTo>
                  <a:lnTo>
                    <a:pt x="36437" y="154272"/>
                  </a:lnTo>
                  <a:lnTo>
                    <a:pt x="32388" y="141683"/>
                  </a:lnTo>
                  <a:lnTo>
                    <a:pt x="30852" y="136905"/>
                  </a:lnTo>
                  <a:lnTo>
                    <a:pt x="24992" y="119568"/>
                  </a:lnTo>
                  <a:lnTo>
                    <a:pt x="18149" y="99294"/>
                  </a:lnTo>
                  <a:lnTo>
                    <a:pt x="16332" y="93977"/>
                  </a:lnTo>
                  <a:lnTo>
                    <a:pt x="13952" y="87011"/>
                  </a:lnTo>
                  <a:lnTo>
                    <a:pt x="12662" y="83234"/>
                  </a:lnTo>
                  <a:lnTo>
                    <a:pt x="8022" y="69643"/>
                  </a:lnTo>
                  <a:lnTo>
                    <a:pt x="4173" y="57730"/>
                  </a:lnTo>
                  <a:lnTo>
                    <a:pt x="1951" y="5084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348967" y="5316073"/>
              <a:ext cx="58980" cy="67028"/>
            </a:xfrm>
            <a:custGeom>
              <a:avLst/>
              <a:pathLst>
                <a:path w="58980" h="67028">
                  <a:moveTo>
                    <a:pt x="308" y="23582"/>
                  </a:moveTo>
                  <a:lnTo>
                    <a:pt x="2019" y="21885"/>
                  </a:lnTo>
                  <a:lnTo>
                    <a:pt x="3131" y="20353"/>
                  </a:lnTo>
                  <a:lnTo>
                    <a:pt x="4336" y="20114"/>
                  </a:lnTo>
                  <a:lnTo>
                    <a:pt x="5650" y="18732"/>
                  </a:lnTo>
                  <a:lnTo>
                    <a:pt x="6377" y="16585"/>
                  </a:lnTo>
                  <a:lnTo>
                    <a:pt x="7749" y="14883"/>
                  </a:lnTo>
                  <a:lnTo>
                    <a:pt x="8772" y="14271"/>
                  </a:lnTo>
                  <a:lnTo>
                    <a:pt x="8752" y="12167"/>
                  </a:lnTo>
                  <a:lnTo>
                    <a:pt x="7348" y="10296"/>
                  </a:lnTo>
                  <a:lnTo>
                    <a:pt x="5067" y="7173"/>
                  </a:lnTo>
                  <a:lnTo>
                    <a:pt x="4127" y="4504"/>
                  </a:lnTo>
                  <a:lnTo>
                    <a:pt x="4117" y="692"/>
                  </a:lnTo>
                  <a:lnTo>
                    <a:pt x="5701" y="0"/>
                  </a:lnTo>
                  <a:lnTo>
                    <a:pt x="8305" y="1017"/>
                  </a:lnTo>
                  <a:lnTo>
                    <a:pt x="11352" y="2737"/>
                  </a:lnTo>
                  <a:lnTo>
                    <a:pt x="13067" y="4360"/>
                  </a:lnTo>
                  <a:lnTo>
                    <a:pt x="16399" y="6448"/>
                  </a:lnTo>
                  <a:lnTo>
                    <a:pt x="18406" y="7960"/>
                  </a:lnTo>
                  <a:lnTo>
                    <a:pt x="20138" y="7722"/>
                  </a:lnTo>
                  <a:lnTo>
                    <a:pt x="22839" y="8731"/>
                  </a:lnTo>
                  <a:lnTo>
                    <a:pt x="28437" y="11348"/>
                  </a:lnTo>
                  <a:lnTo>
                    <a:pt x="34187" y="14233"/>
                  </a:lnTo>
                  <a:lnTo>
                    <a:pt x="39507" y="18254"/>
                  </a:lnTo>
                  <a:lnTo>
                    <a:pt x="41738" y="20349"/>
                  </a:lnTo>
                  <a:lnTo>
                    <a:pt x="43811" y="22497"/>
                  </a:lnTo>
                  <a:lnTo>
                    <a:pt x="44197" y="26363"/>
                  </a:lnTo>
                  <a:lnTo>
                    <a:pt x="44760" y="28745"/>
                  </a:lnTo>
                  <a:lnTo>
                    <a:pt x="46580" y="28264"/>
                  </a:lnTo>
                  <a:lnTo>
                    <a:pt x="48368" y="28381"/>
                  </a:lnTo>
                  <a:lnTo>
                    <a:pt x="49907" y="30823"/>
                  </a:lnTo>
                  <a:lnTo>
                    <a:pt x="50667" y="33657"/>
                  </a:lnTo>
                  <a:lnTo>
                    <a:pt x="52139" y="35108"/>
                  </a:lnTo>
                  <a:lnTo>
                    <a:pt x="56914" y="38048"/>
                  </a:lnTo>
                  <a:lnTo>
                    <a:pt x="58818" y="39066"/>
                  </a:lnTo>
                  <a:lnTo>
                    <a:pt x="58980" y="40505"/>
                  </a:lnTo>
                  <a:lnTo>
                    <a:pt x="56734" y="43676"/>
                  </a:lnTo>
                  <a:lnTo>
                    <a:pt x="54039" y="46043"/>
                  </a:lnTo>
                  <a:lnTo>
                    <a:pt x="50933" y="48346"/>
                  </a:lnTo>
                  <a:lnTo>
                    <a:pt x="46993" y="50127"/>
                  </a:lnTo>
                  <a:lnTo>
                    <a:pt x="45037" y="51108"/>
                  </a:lnTo>
                  <a:lnTo>
                    <a:pt x="42969" y="51365"/>
                  </a:lnTo>
                  <a:lnTo>
                    <a:pt x="40163" y="50571"/>
                  </a:lnTo>
                  <a:lnTo>
                    <a:pt x="38107" y="51605"/>
                  </a:lnTo>
                  <a:lnTo>
                    <a:pt x="36262" y="53536"/>
                  </a:lnTo>
                  <a:lnTo>
                    <a:pt x="34940" y="53842"/>
                  </a:lnTo>
                  <a:lnTo>
                    <a:pt x="32437" y="56097"/>
                  </a:lnTo>
                  <a:lnTo>
                    <a:pt x="30165" y="56653"/>
                  </a:lnTo>
                  <a:lnTo>
                    <a:pt x="28400" y="59885"/>
                  </a:lnTo>
                  <a:lnTo>
                    <a:pt x="27256" y="62818"/>
                  </a:lnTo>
                  <a:lnTo>
                    <a:pt x="26478" y="64585"/>
                  </a:lnTo>
                  <a:lnTo>
                    <a:pt x="25594" y="65928"/>
                  </a:lnTo>
                  <a:lnTo>
                    <a:pt x="24220" y="67028"/>
                  </a:lnTo>
                  <a:lnTo>
                    <a:pt x="21320" y="64336"/>
                  </a:lnTo>
                  <a:lnTo>
                    <a:pt x="17283" y="61934"/>
                  </a:lnTo>
                  <a:lnTo>
                    <a:pt x="13633" y="60613"/>
                  </a:lnTo>
                  <a:lnTo>
                    <a:pt x="11646" y="57454"/>
                  </a:lnTo>
                  <a:lnTo>
                    <a:pt x="11130" y="53534"/>
                  </a:lnTo>
                  <a:lnTo>
                    <a:pt x="10960" y="49667"/>
                  </a:lnTo>
                  <a:lnTo>
                    <a:pt x="11190" y="47713"/>
                  </a:lnTo>
                  <a:lnTo>
                    <a:pt x="10914" y="45306"/>
                  </a:lnTo>
                  <a:lnTo>
                    <a:pt x="9467" y="41936"/>
                  </a:lnTo>
                  <a:lnTo>
                    <a:pt x="8459" y="40002"/>
                  </a:lnTo>
                  <a:lnTo>
                    <a:pt x="6985" y="38316"/>
                  </a:lnTo>
                  <a:lnTo>
                    <a:pt x="5647" y="34858"/>
                  </a:lnTo>
                  <a:lnTo>
                    <a:pt x="4851" y="32266"/>
                  </a:lnTo>
                  <a:lnTo>
                    <a:pt x="3700" y="30505"/>
                  </a:lnTo>
                  <a:lnTo>
                    <a:pt x="2214" y="30054"/>
                  </a:lnTo>
                  <a:lnTo>
                    <a:pt x="1874" y="29101"/>
                  </a:lnTo>
                  <a:lnTo>
                    <a:pt x="0" y="259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11790" y="5276288"/>
              <a:ext cx="33539" cy="23019"/>
            </a:xfrm>
            <a:custGeom>
              <a:avLst/>
              <a:pathLst>
                <a:path w="33539" h="23019">
                  <a:moveTo>
                    <a:pt x="0" y="5009"/>
                  </a:moveTo>
                  <a:lnTo>
                    <a:pt x="468" y="2130"/>
                  </a:lnTo>
                  <a:lnTo>
                    <a:pt x="2930" y="0"/>
                  </a:lnTo>
                  <a:lnTo>
                    <a:pt x="5573" y="774"/>
                  </a:lnTo>
                  <a:lnTo>
                    <a:pt x="7969" y="3966"/>
                  </a:lnTo>
                  <a:lnTo>
                    <a:pt x="10046" y="6885"/>
                  </a:lnTo>
                  <a:lnTo>
                    <a:pt x="13446" y="6280"/>
                  </a:lnTo>
                  <a:lnTo>
                    <a:pt x="16431" y="5005"/>
                  </a:lnTo>
                  <a:lnTo>
                    <a:pt x="20572" y="5729"/>
                  </a:lnTo>
                  <a:lnTo>
                    <a:pt x="23046" y="8149"/>
                  </a:lnTo>
                  <a:lnTo>
                    <a:pt x="26063" y="9859"/>
                  </a:lnTo>
                  <a:lnTo>
                    <a:pt x="29711" y="12598"/>
                  </a:lnTo>
                  <a:lnTo>
                    <a:pt x="32363" y="13513"/>
                  </a:lnTo>
                  <a:lnTo>
                    <a:pt x="33539" y="16099"/>
                  </a:lnTo>
                  <a:lnTo>
                    <a:pt x="33112" y="18325"/>
                  </a:lnTo>
                  <a:lnTo>
                    <a:pt x="31441" y="19829"/>
                  </a:lnTo>
                  <a:lnTo>
                    <a:pt x="27793" y="21402"/>
                  </a:lnTo>
                  <a:lnTo>
                    <a:pt x="24139" y="21096"/>
                  </a:lnTo>
                  <a:lnTo>
                    <a:pt x="20995" y="22435"/>
                  </a:lnTo>
                  <a:lnTo>
                    <a:pt x="16887" y="23019"/>
                  </a:lnTo>
                  <a:lnTo>
                    <a:pt x="14291" y="21864"/>
                  </a:lnTo>
                  <a:lnTo>
                    <a:pt x="13363" y="18969"/>
                  </a:lnTo>
                  <a:lnTo>
                    <a:pt x="12150" y="14937"/>
                  </a:lnTo>
                  <a:lnTo>
                    <a:pt x="11861" y="14072"/>
                  </a:lnTo>
                  <a:lnTo>
                    <a:pt x="11102" y="12216"/>
                  </a:lnTo>
                  <a:lnTo>
                    <a:pt x="9573" y="11675"/>
                  </a:lnTo>
                  <a:lnTo>
                    <a:pt x="8277" y="12605"/>
                  </a:lnTo>
                  <a:lnTo>
                    <a:pt x="7462" y="12167"/>
                  </a:lnTo>
                  <a:lnTo>
                    <a:pt x="3734" y="10162"/>
                  </a:lnTo>
                  <a:lnTo>
                    <a:pt x="742" y="653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14256" y="5297358"/>
              <a:ext cx="7414" cy="4590"/>
            </a:xfrm>
            <a:custGeom>
              <a:avLst/>
              <a:pathLst>
                <a:path w="7414" h="4590">
                  <a:moveTo>
                    <a:pt x="1258" y="1860"/>
                  </a:moveTo>
                  <a:lnTo>
                    <a:pt x="3741" y="398"/>
                  </a:lnTo>
                  <a:lnTo>
                    <a:pt x="5643" y="0"/>
                  </a:lnTo>
                  <a:lnTo>
                    <a:pt x="6904" y="1306"/>
                  </a:lnTo>
                  <a:lnTo>
                    <a:pt x="7414" y="3907"/>
                  </a:lnTo>
                  <a:lnTo>
                    <a:pt x="5406" y="4533"/>
                  </a:lnTo>
                  <a:lnTo>
                    <a:pt x="1705" y="4590"/>
                  </a:lnTo>
                  <a:lnTo>
                    <a:pt x="0" y="310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295595" y="5279705"/>
              <a:ext cx="11938" cy="9783"/>
            </a:xfrm>
            <a:custGeom>
              <a:avLst/>
              <a:pathLst>
                <a:path w="11938" h="9783">
                  <a:moveTo>
                    <a:pt x="0" y="622"/>
                  </a:moveTo>
                  <a:lnTo>
                    <a:pt x="2116" y="0"/>
                  </a:lnTo>
                  <a:lnTo>
                    <a:pt x="5420" y="494"/>
                  </a:lnTo>
                  <a:lnTo>
                    <a:pt x="8530" y="2245"/>
                  </a:lnTo>
                  <a:lnTo>
                    <a:pt x="10364" y="3916"/>
                  </a:lnTo>
                  <a:lnTo>
                    <a:pt x="11938" y="6154"/>
                  </a:lnTo>
                  <a:lnTo>
                    <a:pt x="10952" y="8804"/>
                  </a:lnTo>
                  <a:lnTo>
                    <a:pt x="8728" y="9588"/>
                  </a:lnTo>
                  <a:lnTo>
                    <a:pt x="7912" y="9781"/>
                  </a:lnTo>
                  <a:lnTo>
                    <a:pt x="5278" y="9783"/>
                  </a:lnTo>
                  <a:lnTo>
                    <a:pt x="3981" y="7680"/>
                  </a:lnTo>
                  <a:lnTo>
                    <a:pt x="3600" y="5169"/>
                  </a:lnTo>
                  <a:lnTo>
                    <a:pt x="2558" y="3719"/>
                  </a:lnTo>
                  <a:lnTo>
                    <a:pt x="159" y="204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283049" y="5264085"/>
              <a:ext cx="26782" cy="10205"/>
            </a:xfrm>
            <a:custGeom>
              <a:avLst/>
              <a:pathLst>
                <a:path w="26782" h="10205">
                  <a:moveTo>
                    <a:pt x="1160" y="3264"/>
                  </a:moveTo>
                  <a:lnTo>
                    <a:pt x="2240" y="2088"/>
                  </a:lnTo>
                  <a:lnTo>
                    <a:pt x="1490" y="0"/>
                  </a:lnTo>
                  <a:lnTo>
                    <a:pt x="4168" y="548"/>
                  </a:lnTo>
                  <a:lnTo>
                    <a:pt x="7610" y="1720"/>
                  </a:lnTo>
                  <a:lnTo>
                    <a:pt x="11653" y="2584"/>
                  </a:lnTo>
                  <a:lnTo>
                    <a:pt x="12752" y="2198"/>
                  </a:lnTo>
                  <a:lnTo>
                    <a:pt x="14042" y="1744"/>
                  </a:lnTo>
                  <a:lnTo>
                    <a:pt x="14998" y="1828"/>
                  </a:lnTo>
                  <a:lnTo>
                    <a:pt x="17152" y="4116"/>
                  </a:lnTo>
                  <a:lnTo>
                    <a:pt x="17299" y="4131"/>
                  </a:lnTo>
                  <a:lnTo>
                    <a:pt x="20746" y="4469"/>
                  </a:lnTo>
                  <a:lnTo>
                    <a:pt x="25175" y="4424"/>
                  </a:lnTo>
                  <a:lnTo>
                    <a:pt x="26782" y="5413"/>
                  </a:lnTo>
                  <a:lnTo>
                    <a:pt x="25722" y="7643"/>
                  </a:lnTo>
                  <a:lnTo>
                    <a:pt x="23168" y="9601"/>
                  </a:lnTo>
                  <a:lnTo>
                    <a:pt x="19899" y="10205"/>
                  </a:lnTo>
                  <a:lnTo>
                    <a:pt x="16327" y="9086"/>
                  </a:lnTo>
                  <a:lnTo>
                    <a:pt x="12918" y="7679"/>
                  </a:lnTo>
                  <a:lnTo>
                    <a:pt x="10377" y="6829"/>
                  </a:lnTo>
                  <a:lnTo>
                    <a:pt x="6345" y="7034"/>
                  </a:lnTo>
                  <a:lnTo>
                    <a:pt x="2712" y="6866"/>
                  </a:lnTo>
                  <a:lnTo>
                    <a:pt x="0" y="594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236763" y="5236925"/>
              <a:ext cx="29632" cy="23446"/>
            </a:xfrm>
            <a:custGeom>
              <a:avLst/>
              <a:pathLst>
                <a:path w="29632" h="23446">
                  <a:moveTo>
                    <a:pt x="2011" y="5193"/>
                  </a:moveTo>
                  <a:lnTo>
                    <a:pt x="6773" y="5541"/>
                  </a:lnTo>
                  <a:lnTo>
                    <a:pt x="8591" y="3696"/>
                  </a:lnTo>
                  <a:lnTo>
                    <a:pt x="9658" y="1688"/>
                  </a:lnTo>
                  <a:lnTo>
                    <a:pt x="12067" y="126"/>
                  </a:lnTo>
                  <a:lnTo>
                    <a:pt x="13101" y="0"/>
                  </a:lnTo>
                  <a:lnTo>
                    <a:pt x="15422" y="3252"/>
                  </a:lnTo>
                  <a:lnTo>
                    <a:pt x="17973" y="7231"/>
                  </a:lnTo>
                  <a:lnTo>
                    <a:pt x="20047" y="9659"/>
                  </a:lnTo>
                  <a:lnTo>
                    <a:pt x="20028" y="12758"/>
                  </a:lnTo>
                  <a:lnTo>
                    <a:pt x="21601" y="14209"/>
                  </a:lnTo>
                  <a:lnTo>
                    <a:pt x="23694" y="13380"/>
                  </a:lnTo>
                  <a:lnTo>
                    <a:pt x="25596" y="13667"/>
                  </a:lnTo>
                  <a:lnTo>
                    <a:pt x="25842" y="16433"/>
                  </a:lnTo>
                  <a:lnTo>
                    <a:pt x="26723" y="18714"/>
                  </a:lnTo>
                  <a:lnTo>
                    <a:pt x="29632" y="21177"/>
                  </a:lnTo>
                  <a:lnTo>
                    <a:pt x="29514" y="21387"/>
                  </a:lnTo>
                  <a:lnTo>
                    <a:pt x="28852" y="22560"/>
                  </a:lnTo>
                  <a:lnTo>
                    <a:pt x="27755" y="23446"/>
                  </a:lnTo>
                  <a:lnTo>
                    <a:pt x="25102" y="22506"/>
                  </a:lnTo>
                  <a:lnTo>
                    <a:pt x="24154" y="23040"/>
                  </a:lnTo>
                  <a:lnTo>
                    <a:pt x="22864" y="23286"/>
                  </a:lnTo>
                  <a:lnTo>
                    <a:pt x="20841" y="21774"/>
                  </a:lnTo>
                  <a:lnTo>
                    <a:pt x="18960" y="20513"/>
                  </a:lnTo>
                  <a:lnTo>
                    <a:pt x="16194" y="19946"/>
                  </a:lnTo>
                  <a:lnTo>
                    <a:pt x="14789" y="19640"/>
                  </a:lnTo>
                  <a:lnTo>
                    <a:pt x="12895" y="19775"/>
                  </a:lnTo>
                  <a:lnTo>
                    <a:pt x="10087" y="20008"/>
                  </a:lnTo>
                  <a:lnTo>
                    <a:pt x="9418" y="19985"/>
                  </a:lnTo>
                  <a:lnTo>
                    <a:pt x="7976" y="17537"/>
                  </a:lnTo>
                  <a:lnTo>
                    <a:pt x="7319" y="16048"/>
                  </a:lnTo>
                  <a:lnTo>
                    <a:pt x="5398" y="14355"/>
                  </a:lnTo>
                  <a:lnTo>
                    <a:pt x="5097" y="13059"/>
                  </a:lnTo>
                  <a:lnTo>
                    <a:pt x="2513" y="9969"/>
                  </a:lnTo>
                  <a:lnTo>
                    <a:pt x="2391" y="8176"/>
                  </a:lnTo>
                  <a:lnTo>
                    <a:pt x="0" y="523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167014" y="5203321"/>
              <a:ext cx="21563" cy="18458"/>
            </a:xfrm>
            <a:custGeom>
              <a:avLst/>
              <a:pathLst>
                <a:path w="21563" h="18458">
                  <a:moveTo>
                    <a:pt x="0" y="6761"/>
                  </a:moveTo>
                  <a:lnTo>
                    <a:pt x="1561" y="5355"/>
                  </a:lnTo>
                  <a:lnTo>
                    <a:pt x="2017" y="3320"/>
                  </a:lnTo>
                  <a:lnTo>
                    <a:pt x="3039" y="2496"/>
                  </a:lnTo>
                  <a:lnTo>
                    <a:pt x="7017" y="930"/>
                  </a:lnTo>
                  <a:lnTo>
                    <a:pt x="8274" y="0"/>
                  </a:lnTo>
                  <a:lnTo>
                    <a:pt x="9932" y="298"/>
                  </a:lnTo>
                  <a:lnTo>
                    <a:pt x="11492" y="1389"/>
                  </a:lnTo>
                  <a:lnTo>
                    <a:pt x="12384" y="220"/>
                  </a:lnTo>
                  <a:lnTo>
                    <a:pt x="14929" y="1006"/>
                  </a:lnTo>
                  <a:lnTo>
                    <a:pt x="16169" y="540"/>
                  </a:lnTo>
                  <a:lnTo>
                    <a:pt x="18078" y="1688"/>
                  </a:lnTo>
                  <a:lnTo>
                    <a:pt x="20415" y="3504"/>
                  </a:lnTo>
                  <a:lnTo>
                    <a:pt x="21563" y="6607"/>
                  </a:lnTo>
                  <a:lnTo>
                    <a:pt x="20736" y="9538"/>
                  </a:lnTo>
                  <a:lnTo>
                    <a:pt x="20110" y="10433"/>
                  </a:lnTo>
                  <a:lnTo>
                    <a:pt x="20403" y="12555"/>
                  </a:lnTo>
                  <a:lnTo>
                    <a:pt x="20410" y="14929"/>
                  </a:lnTo>
                  <a:lnTo>
                    <a:pt x="18478" y="16600"/>
                  </a:lnTo>
                  <a:lnTo>
                    <a:pt x="16035" y="18458"/>
                  </a:lnTo>
                  <a:lnTo>
                    <a:pt x="12301" y="17243"/>
                  </a:lnTo>
                  <a:lnTo>
                    <a:pt x="10135" y="16533"/>
                  </a:lnTo>
                  <a:lnTo>
                    <a:pt x="8855" y="16400"/>
                  </a:lnTo>
                  <a:lnTo>
                    <a:pt x="6583" y="14063"/>
                  </a:lnTo>
                  <a:lnTo>
                    <a:pt x="3868" y="12369"/>
                  </a:lnTo>
                  <a:lnTo>
                    <a:pt x="1696" y="11275"/>
                  </a:lnTo>
                  <a:lnTo>
                    <a:pt x="83" y="904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147421" y="5211473"/>
              <a:ext cx="8080" cy="10378"/>
            </a:xfrm>
            <a:custGeom>
              <a:avLst/>
              <a:pathLst>
                <a:path w="8080" h="10378">
                  <a:moveTo>
                    <a:pt x="0" y="8336"/>
                  </a:moveTo>
                  <a:lnTo>
                    <a:pt x="582" y="4766"/>
                  </a:lnTo>
                  <a:lnTo>
                    <a:pt x="1990" y="3315"/>
                  </a:lnTo>
                  <a:lnTo>
                    <a:pt x="4404" y="2345"/>
                  </a:lnTo>
                  <a:lnTo>
                    <a:pt x="4997" y="1721"/>
                  </a:lnTo>
                  <a:lnTo>
                    <a:pt x="5274" y="162"/>
                  </a:lnTo>
                  <a:lnTo>
                    <a:pt x="7044" y="0"/>
                  </a:lnTo>
                  <a:lnTo>
                    <a:pt x="7680" y="427"/>
                  </a:lnTo>
                  <a:lnTo>
                    <a:pt x="8080" y="1236"/>
                  </a:lnTo>
                  <a:lnTo>
                    <a:pt x="7306" y="1977"/>
                  </a:lnTo>
                  <a:lnTo>
                    <a:pt x="6784" y="3715"/>
                  </a:lnTo>
                  <a:lnTo>
                    <a:pt x="7227" y="5314"/>
                  </a:lnTo>
                  <a:lnTo>
                    <a:pt x="5301" y="6008"/>
                  </a:lnTo>
                  <a:lnTo>
                    <a:pt x="3925" y="6261"/>
                  </a:lnTo>
                  <a:lnTo>
                    <a:pt x="3188" y="7198"/>
                  </a:lnTo>
                  <a:lnTo>
                    <a:pt x="2632" y="8331"/>
                  </a:lnTo>
                  <a:lnTo>
                    <a:pt x="2113" y="10378"/>
                  </a:lnTo>
                  <a:lnTo>
                    <a:pt x="974" y="972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49161" y="3189107"/>
              <a:ext cx="369907" cy="242557"/>
            </a:xfrm>
            <a:custGeom>
              <a:avLst/>
              <a:pathLst>
                <a:path w="369907" h="242557">
                  <a:moveTo>
                    <a:pt x="970" y="77384"/>
                  </a:moveTo>
                  <a:lnTo>
                    <a:pt x="3280" y="73588"/>
                  </a:lnTo>
                  <a:lnTo>
                    <a:pt x="5363" y="69613"/>
                  </a:lnTo>
                  <a:lnTo>
                    <a:pt x="5121" y="67319"/>
                  </a:lnTo>
                  <a:lnTo>
                    <a:pt x="5008" y="66255"/>
                  </a:lnTo>
                  <a:lnTo>
                    <a:pt x="7203" y="63346"/>
                  </a:lnTo>
                  <a:lnTo>
                    <a:pt x="6031" y="62000"/>
                  </a:lnTo>
                  <a:lnTo>
                    <a:pt x="7481" y="59839"/>
                  </a:lnTo>
                  <a:lnTo>
                    <a:pt x="6314" y="57225"/>
                  </a:lnTo>
                  <a:lnTo>
                    <a:pt x="9203" y="54987"/>
                  </a:lnTo>
                  <a:lnTo>
                    <a:pt x="9495" y="53828"/>
                  </a:lnTo>
                  <a:lnTo>
                    <a:pt x="10103" y="51402"/>
                  </a:lnTo>
                  <a:lnTo>
                    <a:pt x="8920" y="49202"/>
                  </a:lnTo>
                  <a:lnTo>
                    <a:pt x="7737" y="43311"/>
                  </a:lnTo>
                  <a:lnTo>
                    <a:pt x="5150" y="43429"/>
                  </a:lnTo>
                  <a:lnTo>
                    <a:pt x="3349" y="41492"/>
                  </a:lnTo>
                  <a:lnTo>
                    <a:pt x="2980" y="40722"/>
                  </a:lnTo>
                  <a:lnTo>
                    <a:pt x="1774" y="38208"/>
                  </a:lnTo>
                  <a:lnTo>
                    <a:pt x="4436" y="37412"/>
                  </a:lnTo>
                  <a:lnTo>
                    <a:pt x="4623" y="33795"/>
                  </a:lnTo>
                  <a:lnTo>
                    <a:pt x="4651" y="30855"/>
                  </a:lnTo>
                  <a:lnTo>
                    <a:pt x="467" y="27322"/>
                  </a:lnTo>
                  <a:lnTo>
                    <a:pt x="890" y="24592"/>
                  </a:lnTo>
                  <a:lnTo>
                    <a:pt x="0" y="22270"/>
                  </a:lnTo>
                  <a:lnTo>
                    <a:pt x="8064" y="21931"/>
                  </a:lnTo>
                  <a:lnTo>
                    <a:pt x="22167" y="21300"/>
                  </a:lnTo>
                  <a:lnTo>
                    <a:pt x="30210" y="20928"/>
                  </a:lnTo>
                  <a:lnTo>
                    <a:pt x="40848" y="20415"/>
                  </a:lnTo>
                  <a:lnTo>
                    <a:pt x="42316" y="20343"/>
                  </a:lnTo>
                  <a:lnTo>
                    <a:pt x="61547" y="19296"/>
                  </a:lnTo>
                  <a:lnTo>
                    <a:pt x="63338" y="19191"/>
                  </a:lnTo>
                  <a:lnTo>
                    <a:pt x="67023" y="18972"/>
                  </a:lnTo>
                  <a:lnTo>
                    <a:pt x="76582" y="18389"/>
                  </a:lnTo>
                  <a:lnTo>
                    <a:pt x="93190" y="17404"/>
                  </a:lnTo>
                  <a:lnTo>
                    <a:pt x="95422" y="17267"/>
                  </a:lnTo>
                  <a:lnTo>
                    <a:pt x="96511" y="17199"/>
                  </a:lnTo>
                  <a:lnTo>
                    <a:pt x="119268" y="15708"/>
                  </a:lnTo>
                  <a:lnTo>
                    <a:pt x="122155" y="15510"/>
                  </a:lnTo>
                  <a:lnTo>
                    <a:pt x="130038" y="14982"/>
                  </a:lnTo>
                  <a:lnTo>
                    <a:pt x="145355" y="13917"/>
                  </a:lnTo>
                  <a:lnTo>
                    <a:pt x="163151" y="12567"/>
                  </a:lnTo>
                  <a:lnTo>
                    <a:pt x="167115" y="12257"/>
                  </a:lnTo>
                  <a:lnTo>
                    <a:pt x="171497" y="11908"/>
                  </a:lnTo>
                  <a:lnTo>
                    <a:pt x="186316" y="10695"/>
                  </a:lnTo>
                  <a:lnTo>
                    <a:pt x="196231" y="9858"/>
                  </a:lnTo>
                  <a:lnTo>
                    <a:pt x="197601" y="9741"/>
                  </a:lnTo>
                  <a:lnTo>
                    <a:pt x="206101" y="9003"/>
                  </a:lnTo>
                  <a:lnTo>
                    <a:pt x="223586" y="7376"/>
                  </a:lnTo>
                  <a:lnTo>
                    <a:pt x="229329" y="6837"/>
                  </a:lnTo>
                  <a:lnTo>
                    <a:pt x="244213" y="5405"/>
                  </a:lnTo>
                  <a:lnTo>
                    <a:pt x="249671" y="4876"/>
                  </a:lnTo>
                  <a:lnTo>
                    <a:pt x="263716" y="3484"/>
                  </a:lnTo>
                  <a:lnTo>
                    <a:pt x="268927" y="2956"/>
                  </a:lnTo>
                  <a:lnTo>
                    <a:pt x="275501" y="2281"/>
                  </a:lnTo>
                  <a:lnTo>
                    <a:pt x="282096" y="1593"/>
                  </a:lnTo>
                  <a:lnTo>
                    <a:pt x="297140" y="0"/>
                  </a:lnTo>
                  <a:lnTo>
                    <a:pt x="296740" y="3860"/>
                  </a:lnTo>
                  <a:lnTo>
                    <a:pt x="298185" y="6128"/>
                  </a:lnTo>
                  <a:lnTo>
                    <a:pt x="298939" y="7309"/>
                  </a:lnTo>
                  <a:lnTo>
                    <a:pt x="298738" y="9591"/>
                  </a:lnTo>
                  <a:lnTo>
                    <a:pt x="301953" y="12230"/>
                  </a:lnTo>
                  <a:lnTo>
                    <a:pt x="304751" y="13554"/>
                  </a:lnTo>
                  <a:lnTo>
                    <a:pt x="307964" y="17794"/>
                  </a:lnTo>
                  <a:lnTo>
                    <a:pt x="306595" y="20413"/>
                  </a:lnTo>
                  <a:lnTo>
                    <a:pt x="304400" y="24309"/>
                  </a:lnTo>
                  <a:lnTo>
                    <a:pt x="302450" y="27579"/>
                  </a:lnTo>
                  <a:lnTo>
                    <a:pt x="302909" y="31716"/>
                  </a:lnTo>
                  <a:lnTo>
                    <a:pt x="303259" y="34875"/>
                  </a:lnTo>
                  <a:lnTo>
                    <a:pt x="304540" y="38679"/>
                  </a:lnTo>
                  <a:lnTo>
                    <a:pt x="304833" y="39547"/>
                  </a:lnTo>
                  <a:lnTo>
                    <a:pt x="306390" y="44918"/>
                  </a:lnTo>
                  <a:lnTo>
                    <a:pt x="308887" y="47674"/>
                  </a:lnTo>
                  <a:lnTo>
                    <a:pt x="311176" y="54266"/>
                  </a:lnTo>
                  <a:lnTo>
                    <a:pt x="314613" y="58192"/>
                  </a:lnTo>
                  <a:lnTo>
                    <a:pt x="319125" y="60441"/>
                  </a:lnTo>
                  <a:lnTo>
                    <a:pt x="321690" y="60888"/>
                  </a:lnTo>
                  <a:lnTo>
                    <a:pt x="324248" y="61332"/>
                  </a:lnTo>
                  <a:lnTo>
                    <a:pt x="330478" y="62110"/>
                  </a:lnTo>
                  <a:lnTo>
                    <a:pt x="333028" y="63291"/>
                  </a:lnTo>
                  <a:lnTo>
                    <a:pt x="335021" y="66901"/>
                  </a:lnTo>
                  <a:lnTo>
                    <a:pt x="337270" y="71889"/>
                  </a:lnTo>
                  <a:lnTo>
                    <a:pt x="337364" y="74694"/>
                  </a:lnTo>
                  <a:lnTo>
                    <a:pt x="340722" y="76187"/>
                  </a:lnTo>
                  <a:lnTo>
                    <a:pt x="342204" y="76690"/>
                  </a:lnTo>
                  <a:lnTo>
                    <a:pt x="345182" y="79095"/>
                  </a:lnTo>
                  <a:lnTo>
                    <a:pt x="347224" y="80507"/>
                  </a:lnTo>
                  <a:lnTo>
                    <a:pt x="349565" y="82124"/>
                  </a:lnTo>
                  <a:lnTo>
                    <a:pt x="351523" y="84751"/>
                  </a:lnTo>
                  <a:lnTo>
                    <a:pt x="351115" y="88013"/>
                  </a:lnTo>
                  <a:lnTo>
                    <a:pt x="353149" y="90773"/>
                  </a:lnTo>
                  <a:lnTo>
                    <a:pt x="356970" y="93092"/>
                  </a:lnTo>
                  <a:lnTo>
                    <a:pt x="358346" y="93669"/>
                  </a:lnTo>
                  <a:lnTo>
                    <a:pt x="361101" y="94821"/>
                  </a:lnTo>
                  <a:lnTo>
                    <a:pt x="364788" y="96335"/>
                  </a:lnTo>
                  <a:lnTo>
                    <a:pt x="367767" y="99270"/>
                  </a:lnTo>
                  <a:lnTo>
                    <a:pt x="368226" y="104298"/>
                  </a:lnTo>
                  <a:lnTo>
                    <a:pt x="368503" y="104829"/>
                  </a:lnTo>
                  <a:lnTo>
                    <a:pt x="369907" y="107517"/>
                  </a:lnTo>
                  <a:lnTo>
                    <a:pt x="369504" y="112022"/>
                  </a:lnTo>
                  <a:lnTo>
                    <a:pt x="369508" y="112664"/>
                  </a:lnTo>
                  <a:lnTo>
                    <a:pt x="369528" y="116212"/>
                  </a:lnTo>
                  <a:lnTo>
                    <a:pt x="368954" y="119296"/>
                  </a:lnTo>
                  <a:lnTo>
                    <a:pt x="369286" y="121774"/>
                  </a:lnTo>
                  <a:lnTo>
                    <a:pt x="366058" y="124412"/>
                  </a:lnTo>
                  <a:lnTo>
                    <a:pt x="365730" y="124680"/>
                  </a:lnTo>
                  <a:lnTo>
                    <a:pt x="362551" y="127955"/>
                  </a:lnTo>
                  <a:lnTo>
                    <a:pt x="362606" y="129002"/>
                  </a:lnTo>
                  <a:lnTo>
                    <a:pt x="362740" y="131583"/>
                  </a:lnTo>
                  <a:lnTo>
                    <a:pt x="361756" y="134033"/>
                  </a:lnTo>
                  <a:lnTo>
                    <a:pt x="362171" y="139061"/>
                  </a:lnTo>
                  <a:lnTo>
                    <a:pt x="360942" y="140669"/>
                  </a:lnTo>
                  <a:lnTo>
                    <a:pt x="358154" y="142284"/>
                  </a:lnTo>
                  <a:lnTo>
                    <a:pt x="355906" y="145581"/>
                  </a:lnTo>
                  <a:lnTo>
                    <a:pt x="353006" y="146227"/>
                  </a:lnTo>
                  <a:lnTo>
                    <a:pt x="349741" y="146852"/>
                  </a:lnTo>
                  <a:lnTo>
                    <a:pt x="347314" y="149541"/>
                  </a:lnTo>
                  <a:lnTo>
                    <a:pt x="342874" y="152380"/>
                  </a:lnTo>
                  <a:lnTo>
                    <a:pt x="338051" y="153069"/>
                  </a:lnTo>
                  <a:lnTo>
                    <a:pt x="333485" y="153941"/>
                  </a:lnTo>
                  <a:lnTo>
                    <a:pt x="330447" y="156231"/>
                  </a:lnTo>
                  <a:lnTo>
                    <a:pt x="327981" y="155951"/>
                  </a:lnTo>
                  <a:lnTo>
                    <a:pt x="324556" y="156824"/>
                  </a:lnTo>
                  <a:lnTo>
                    <a:pt x="322873" y="161201"/>
                  </a:lnTo>
                  <a:lnTo>
                    <a:pt x="322739" y="163481"/>
                  </a:lnTo>
                  <a:lnTo>
                    <a:pt x="322624" y="163957"/>
                  </a:lnTo>
                  <a:lnTo>
                    <a:pt x="321023" y="170562"/>
                  </a:lnTo>
                  <a:lnTo>
                    <a:pt x="323175" y="173066"/>
                  </a:lnTo>
                  <a:lnTo>
                    <a:pt x="325840" y="176490"/>
                  </a:lnTo>
                  <a:lnTo>
                    <a:pt x="328362" y="176488"/>
                  </a:lnTo>
                  <a:lnTo>
                    <a:pt x="331100" y="180147"/>
                  </a:lnTo>
                  <a:lnTo>
                    <a:pt x="331695" y="183032"/>
                  </a:lnTo>
                  <a:lnTo>
                    <a:pt x="331739" y="183247"/>
                  </a:lnTo>
                  <a:lnTo>
                    <a:pt x="332524" y="187053"/>
                  </a:lnTo>
                  <a:lnTo>
                    <a:pt x="332655" y="192057"/>
                  </a:lnTo>
                  <a:lnTo>
                    <a:pt x="331088" y="195453"/>
                  </a:lnTo>
                  <a:lnTo>
                    <a:pt x="328042" y="199155"/>
                  </a:lnTo>
                  <a:lnTo>
                    <a:pt x="325643" y="203053"/>
                  </a:lnTo>
                  <a:lnTo>
                    <a:pt x="326045" y="206191"/>
                  </a:lnTo>
                  <a:lnTo>
                    <a:pt x="325095" y="210488"/>
                  </a:lnTo>
                  <a:lnTo>
                    <a:pt x="325154" y="212453"/>
                  </a:lnTo>
                  <a:lnTo>
                    <a:pt x="325215" y="214504"/>
                  </a:lnTo>
                  <a:lnTo>
                    <a:pt x="321684" y="217613"/>
                  </a:lnTo>
                  <a:lnTo>
                    <a:pt x="318169" y="217905"/>
                  </a:lnTo>
                  <a:lnTo>
                    <a:pt x="313067" y="220361"/>
                  </a:lnTo>
                  <a:lnTo>
                    <a:pt x="311313" y="222921"/>
                  </a:lnTo>
                  <a:lnTo>
                    <a:pt x="310513" y="226698"/>
                  </a:lnTo>
                  <a:lnTo>
                    <a:pt x="312232" y="228367"/>
                  </a:lnTo>
                  <a:lnTo>
                    <a:pt x="311983" y="232880"/>
                  </a:lnTo>
                  <a:lnTo>
                    <a:pt x="312792" y="236869"/>
                  </a:lnTo>
                  <a:lnTo>
                    <a:pt x="310260" y="238736"/>
                  </a:lnTo>
                  <a:lnTo>
                    <a:pt x="305530" y="237409"/>
                  </a:lnTo>
                  <a:lnTo>
                    <a:pt x="304081" y="235184"/>
                  </a:lnTo>
                  <a:lnTo>
                    <a:pt x="301286" y="233307"/>
                  </a:lnTo>
                  <a:lnTo>
                    <a:pt x="298423" y="230600"/>
                  </a:lnTo>
                  <a:lnTo>
                    <a:pt x="297518" y="227692"/>
                  </a:lnTo>
                  <a:lnTo>
                    <a:pt x="294428" y="227096"/>
                  </a:lnTo>
                  <a:lnTo>
                    <a:pt x="293391" y="225053"/>
                  </a:lnTo>
                  <a:lnTo>
                    <a:pt x="291404" y="223344"/>
                  </a:lnTo>
                  <a:lnTo>
                    <a:pt x="290613" y="222664"/>
                  </a:lnTo>
                  <a:lnTo>
                    <a:pt x="278542" y="224439"/>
                  </a:lnTo>
                  <a:lnTo>
                    <a:pt x="278321" y="224467"/>
                  </a:lnTo>
                  <a:lnTo>
                    <a:pt x="264701" y="226207"/>
                  </a:lnTo>
                  <a:lnTo>
                    <a:pt x="254849" y="227385"/>
                  </a:lnTo>
                  <a:lnTo>
                    <a:pt x="248918" y="228084"/>
                  </a:lnTo>
                  <a:lnTo>
                    <a:pt x="238308" y="229378"/>
                  </a:lnTo>
                  <a:lnTo>
                    <a:pt x="235497" y="229717"/>
                  </a:lnTo>
                  <a:lnTo>
                    <a:pt x="233886" y="229877"/>
                  </a:lnTo>
                  <a:lnTo>
                    <a:pt x="220780" y="231161"/>
                  </a:lnTo>
                  <a:lnTo>
                    <a:pt x="211804" y="232223"/>
                  </a:lnTo>
                  <a:lnTo>
                    <a:pt x="209583" y="232483"/>
                  </a:lnTo>
                  <a:lnTo>
                    <a:pt x="197474" y="233657"/>
                  </a:lnTo>
                  <a:lnTo>
                    <a:pt x="195801" y="233801"/>
                  </a:lnTo>
                  <a:lnTo>
                    <a:pt x="185248" y="234695"/>
                  </a:lnTo>
                  <a:lnTo>
                    <a:pt x="182908" y="234890"/>
                  </a:lnTo>
                  <a:lnTo>
                    <a:pt x="172679" y="235825"/>
                  </a:lnTo>
                  <a:lnTo>
                    <a:pt x="168829" y="236171"/>
                  </a:lnTo>
                  <a:lnTo>
                    <a:pt x="158741" y="237122"/>
                  </a:lnTo>
                  <a:lnTo>
                    <a:pt x="154371" y="237528"/>
                  </a:lnTo>
                  <a:lnTo>
                    <a:pt x="146203" y="238174"/>
                  </a:lnTo>
                  <a:lnTo>
                    <a:pt x="141661" y="238528"/>
                  </a:lnTo>
                  <a:lnTo>
                    <a:pt x="132370" y="239203"/>
                  </a:lnTo>
                  <a:lnTo>
                    <a:pt x="128741" y="239462"/>
                  </a:lnTo>
                  <a:lnTo>
                    <a:pt x="123051" y="239758"/>
                  </a:lnTo>
                  <a:lnTo>
                    <a:pt x="112154" y="240305"/>
                  </a:lnTo>
                  <a:lnTo>
                    <a:pt x="106650" y="240556"/>
                  </a:lnTo>
                  <a:lnTo>
                    <a:pt x="97717" y="240948"/>
                  </a:lnTo>
                  <a:lnTo>
                    <a:pt x="89983" y="241290"/>
                  </a:lnTo>
                  <a:lnTo>
                    <a:pt x="82251" y="241619"/>
                  </a:lnTo>
                  <a:lnTo>
                    <a:pt x="80027" y="241709"/>
                  </a:lnTo>
                  <a:lnTo>
                    <a:pt x="70789" y="242072"/>
                  </a:lnTo>
                  <a:lnTo>
                    <a:pt x="57302" y="242557"/>
                  </a:lnTo>
                  <a:lnTo>
                    <a:pt x="58221" y="241122"/>
                  </a:lnTo>
                  <a:lnTo>
                    <a:pt x="56105" y="237413"/>
                  </a:lnTo>
                  <a:lnTo>
                    <a:pt x="52283" y="235364"/>
                  </a:lnTo>
                  <a:lnTo>
                    <a:pt x="49617" y="231392"/>
                  </a:lnTo>
                  <a:lnTo>
                    <a:pt x="52590" y="227611"/>
                  </a:lnTo>
                  <a:lnTo>
                    <a:pt x="51953" y="222916"/>
                  </a:lnTo>
                  <a:lnTo>
                    <a:pt x="53567" y="219692"/>
                  </a:lnTo>
                  <a:lnTo>
                    <a:pt x="53062" y="218856"/>
                  </a:lnTo>
                  <a:lnTo>
                    <a:pt x="51864" y="216870"/>
                  </a:lnTo>
                  <a:lnTo>
                    <a:pt x="52231" y="213206"/>
                  </a:lnTo>
                  <a:lnTo>
                    <a:pt x="49901" y="209880"/>
                  </a:lnTo>
                  <a:lnTo>
                    <a:pt x="49833" y="207173"/>
                  </a:lnTo>
                  <a:lnTo>
                    <a:pt x="49774" y="204831"/>
                  </a:lnTo>
                  <a:lnTo>
                    <a:pt x="49343" y="201703"/>
                  </a:lnTo>
                  <a:lnTo>
                    <a:pt x="49601" y="198967"/>
                  </a:lnTo>
                  <a:lnTo>
                    <a:pt x="49796" y="196907"/>
                  </a:lnTo>
                  <a:lnTo>
                    <a:pt x="46767" y="197266"/>
                  </a:lnTo>
                  <a:lnTo>
                    <a:pt x="46728" y="196730"/>
                  </a:lnTo>
                  <a:lnTo>
                    <a:pt x="46473" y="193181"/>
                  </a:lnTo>
                  <a:lnTo>
                    <a:pt x="47544" y="190045"/>
                  </a:lnTo>
                  <a:lnTo>
                    <a:pt x="45345" y="186797"/>
                  </a:lnTo>
                  <a:lnTo>
                    <a:pt x="44992" y="183151"/>
                  </a:lnTo>
                  <a:lnTo>
                    <a:pt x="45003" y="181629"/>
                  </a:lnTo>
                  <a:lnTo>
                    <a:pt x="45037" y="176597"/>
                  </a:lnTo>
                  <a:lnTo>
                    <a:pt x="41530" y="175698"/>
                  </a:lnTo>
                  <a:lnTo>
                    <a:pt x="40764" y="172897"/>
                  </a:lnTo>
                  <a:lnTo>
                    <a:pt x="39998" y="170096"/>
                  </a:lnTo>
                  <a:lnTo>
                    <a:pt x="35746" y="171509"/>
                  </a:lnTo>
                  <a:lnTo>
                    <a:pt x="34983" y="169030"/>
                  </a:lnTo>
                  <a:lnTo>
                    <a:pt x="33299" y="165102"/>
                  </a:lnTo>
                  <a:lnTo>
                    <a:pt x="33484" y="160883"/>
                  </a:lnTo>
                  <a:lnTo>
                    <a:pt x="33658" y="160266"/>
                  </a:lnTo>
                  <a:lnTo>
                    <a:pt x="34656" y="156726"/>
                  </a:lnTo>
                  <a:lnTo>
                    <a:pt x="35718" y="151258"/>
                  </a:lnTo>
                  <a:lnTo>
                    <a:pt x="33084" y="147763"/>
                  </a:lnTo>
                  <a:lnTo>
                    <a:pt x="31918" y="145849"/>
                  </a:lnTo>
                  <a:lnTo>
                    <a:pt x="29931" y="142580"/>
                  </a:lnTo>
                  <a:lnTo>
                    <a:pt x="31214" y="137581"/>
                  </a:lnTo>
                  <a:lnTo>
                    <a:pt x="25882" y="134157"/>
                  </a:lnTo>
                  <a:lnTo>
                    <a:pt x="23005" y="132408"/>
                  </a:lnTo>
                  <a:lnTo>
                    <a:pt x="23006" y="127334"/>
                  </a:lnTo>
                  <a:lnTo>
                    <a:pt x="18365" y="123473"/>
                  </a:lnTo>
                  <a:lnTo>
                    <a:pt x="18802" y="119779"/>
                  </a:lnTo>
                  <a:lnTo>
                    <a:pt x="18839" y="119466"/>
                  </a:lnTo>
                  <a:lnTo>
                    <a:pt x="18704" y="115963"/>
                  </a:lnTo>
                  <a:lnTo>
                    <a:pt x="17749" y="114775"/>
                  </a:lnTo>
                  <a:lnTo>
                    <a:pt x="14400" y="110601"/>
                  </a:lnTo>
                  <a:lnTo>
                    <a:pt x="13945" y="105002"/>
                  </a:lnTo>
                  <a:lnTo>
                    <a:pt x="15497" y="101048"/>
                  </a:lnTo>
                  <a:lnTo>
                    <a:pt x="11788" y="98998"/>
                  </a:lnTo>
                  <a:lnTo>
                    <a:pt x="9929" y="97628"/>
                  </a:lnTo>
                  <a:lnTo>
                    <a:pt x="9031" y="97079"/>
                  </a:lnTo>
                  <a:lnTo>
                    <a:pt x="9808" y="94078"/>
                  </a:lnTo>
                  <a:lnTo>
                    <a:pt x="9618" y="93685"/>
                  </a:lnTo>
                  <a:lnTo>
                    <a:pt x="6737" y="87701"/>
                  </a:lnTo>
                  <a:lnTo>
                    <a:pt x="2950" y="84274"/>
                  </a:lnTo>
                  <a:lnTo>
                    <a:pt x="977" y="8149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356456" y="2392626"/>
              <a:ext cx="478342" cy="778907"/>
            </a:xfrm>
            <a:custGeom>
              <a:avLst/>
              <a:pathLst>
                <a:path w="478342" h="778907">
                  <a:moveTo>
                    <a:pt x="34494" y="458455"/>
                  </a:moveTo>
                  <a:lnTo>
                    <a:pt x="37249" y="455256"/>
                  </a:lnTo>
                  <a:lnTo>
                    <a:pt x="37601" y="449852"/>
                  </a:lnTo>
                  <a:lnTo>
                    <a:pt x="42697" y="446337"/>
                  </a:lnTo>
                  <a:lnTo>
                    <a:pt x="45134" y="443318"/>
                  </a:lnTo>
                  <a:lnTo>
                    <a:pt x="50544" y="434545"/>
                  </a:lnTo>
                  <a:lnTo>
                    <a:pt x="54451" y="427507"/>
                  </a:lnTo>
                  <a:lnTo>
                    <a:pt x="58497" y="425263"/>
                  </a:lnTo>
                  <a:lnTo>
                    <a:pt x="64915" y="423457"/>
                  </a:lnTo>
                  <a:lnTo>
                    <a:pt x="69035" y="418744"/>
                  </a:lnTo>
                  <a:lnTo>
                    <a:pt x="71356" y="416087"/>
                  </a:lnTo>
                  <a:lnTo>
                    <a:pt x="74816" y="410704"/>
                  </a:lnTo>
                  <a:lnTo>
                    <a:pt x="74134" y="405340"/>
                  </a:lnTo>
                  <a:lnTo>
                    <a:pt x="76429" y="400363"/>
                  </a:lnTo>
                  <a:lnTo>
                    <a:pt x="81495" y="396533"/>
                  </a:lnTo>
                  <a:lnTo>
                    <a:pt x="84254" y="393318"/>
                  </a:lnTo>
                  <a:lnTo>
                    <a:pt x="91312" y="380067"/>
                  </a:lnTo>
                  <a:lnTo>
                    <a:pt x="91971" y="378707"/>
                  </a:lnTo>
                  <a:lnTo>
                    <a:pt x="94059" y="374395"/>
                  </a:lnTo>
                  <a:lnTo>
                    <a:pt x="102783" y="362761"/>
                  </a:lnTo>
                  <a:lnTo>
                    <a:pt x="111313" y="351593"/>
                  </a:lnTo>
                  <a:lnTo>
                    <a:pt x="115066" y="347227"/>
                  </a:lnTo>
                  <a:lnTo>
                    <a:pt x="111940" y="339695"/>
                  </a:lnTo>
                  <a:lnTo>
                    <a:pt x="112528" y="334293"/>
                  </a:lnTo>
                  <a:lnTo>
                    <a:pt x="109488" y="329013"/>
                  </a:lnTo>
                  <a:lnTo>
                    <a:pt x="104552" y="327611"/>
                  </a:lnTo>
                  <a:lnTo>
                    <a:pt x="100580" y="322140"/>
                  </a:lnTo>
                  <a:lnTo>
                    <a:pt x="97335" y="319980"/>
                  </a:lnTo>
                  <a:lnTo>
                    <a:pt x="96758" y="318720"/>
                  </a:lnTo>
                  <a:lnTo>
                    <a:pt x="93773" y="312189"/>
                  </a:lnTo>
                  <a:lnTo>
                    <a:pt x="93007" y="306640"/>
                  </a:lnTo>
                  <a:lnTo>
                    <a:pt x="91788" y="302520"/>
                  </a:lnTo>
                  <a:lnTo>
                    <a:pt x="91362" y="295549"/>
                  </a:lnTo>
                  <a:lnTo>
                    <a:pt x="89174" y="292569"/>
                  </a:lnTo>
                  <a:lnTo>
                    <a:pt x="93611" y="287491"/>
                  </a:lnTo>
                  <a:lnTo>
                    <a:pt x="95015" y="284807"/>
                  </a:lnTo>
                  <a:lnTo>
                    <a:pt x="92958" y="281347"/>
                  </a:lnTo>
                  <a:lnTo>
                    <a:pt x="94019" y="275953"/>
                  </a:lnTo>
                  <a:lnTo>
                    <a:pt x="92845" y="270468"/>
                  </a:lnTo>
                  <a:lnTo>
                    <a:pt x="89459" y="264439"/>
                  </a:lnTo>
                  <a:lnTo>
                    <a:pt x="92545" y="259192"/>
                  </a:lnTo>
                  <a:lnTo>
                    <a:pt x="92820" y="257563"/>
                  </a:lnTo>
                  <a:lnTo>
                    <a:pt x="93601" y="252940"/>
                  </a:lnTo>
                  <a:lnTo>
                    <a:pt x="95123" y="245932"/>
                  </a:lnTo>
                  <a:lnTo>
                    <a:pt x="107925" y="187268"/>
                  </a:lnTo>
                  <a:lnTo>
                    <a:pt x="108528" y="184517"/>
                  </a:lnTo>
                  <a:lnTo>
                    <a:pt x="110803" y="174042"/>
                  </a:lnTo>
                  <a:lnTo>
                    <a:pt x="113129" y="163345"/>
                  </a:lnTo>
                  <a:lnTo>
                    <a:pt x="121200" y="126352"/>
                  </a:lnTo>
                  <a:lnTo>
                    <a:pt x="126585" y="102113"/>
                  </a:lnTo>
                  <a:lnTo>
                    <a:pt x="128100" y="95307"/>
                  </a:lnTo>
                  <a:lnTo>
                    <a:pt x="129872" y="87356"/>
                  </a:lnTo>
                  <a:lnTo>
                    <a:pt x="136884" y="57633"/>
                  </a:lnTo>
                  <a:lnTo>
                    <a:pt x="142218" y="34224"/>
                  </a:lnTo>
                  <a:lnTo>
                    <a:pt x="146512" y="15248"/>
                  </a:lnTo>
                  <a:lnTo>
                    <a:pt x="149970" y="0"/>
                  </a:lnTo>
                  <a:lnTo>
                    <a:pt x="167883" y="3814"/>
                  </a:lnTo>
                  <a:lnTo>
                    <a:pt x="190008" y="8516"/>
                  </a:lnTo>
                  <a:lnTo>
                    <a:pt x="214037" y="13441"/>
                  </a:lnTo>
                  <a:lnTo>
                    <a:pt x="203515" y="63458"/>
                  </a:lnTo>
                  <a:lnTo>
                    <a:pt x="203078" y="65543"/>
                  </a:lnTo>
                  <a:lnTo>
                    <a:pt x="199491" y="82735"/>
                  </a:lnTo>
                  <a:lnTo>
                    <a:pt x="197527" y="92135"/>
                  </a:lnTo>
                  <a:lnTo>
                    <a:pt x="195618" y="101282"/>
                  </a:lnTo>
                  <a:lnTo>
                    <a:pt x="192986" y="113818"/>
                  </a:lnTo>
                  <a:lnTo>
                    <a:pt x="193372" y="115496"/>
                  </a:lnTo>
                  <a:lnTo>
                    <a:pt x="193656" y="116735"/>
                  </a:lnTo>
                  <a:lnTo>
                    <a:pt x="196808" y="125244"/>
                  </a:lnTo>
                  <a:lnTo>
                    <a:pt x="199604" y="131572"/>
                  </a:lnTo>
                  <a:lnTo>
                    <a:pt x="202729" y="135142"/>
                  </a:lnTo>
                  <a:lnTo>
                    <a:pt x="202293" y="140700"/>
                  </a:lnTo>
                  <a:lnTo>
                    <a:pt x="208446" y="148657"/>
                  </a:lnTo>
                  <a:lnTo>
                    <a:pt x="206753" y="152696"/>
                  </a:lnTo>
                  <a:lnTo>
                    <a:pt x="208931" y="156403"/>
                  </a:lnTo>
                  <a:lnTo>
                    <a:pt x="206164" y="160775"/>
                  </a:lnTo>
                  <a:lnTo>
                    <a:pt x="205556" y="165212"/>
                  </a:lnTo>
                  <a:lnTo>
                    <a:pt x="210060" y="171432"/>
                  </a:lnTo>
                  <a:lnTo>
                    <a:pt x="205642" y="173113"/>
                  </a:lnTo>
                  <a:lnTo>
                    <a:pt x="203669" y="176840"/>
                  </a:lnTo>
                  <a:lnTo>
                    <a:pt x="211520" y="183708"/>
                  </a:lnTo>
                  <a:lnTo>
                    <a:pt x="213605" y="189644"/>
                  </a:lnTo>
                  <a:lnTo>
                    <a:pt x="217141" y="193395"/>
                  </a:lnTo>
                  <a:lnTo>
                    <a:pt x="223450" y="196685"/>
                  </a:lnTo>
                  <a:lnTo>
                    <a:pt x="226304" y="198213"/>
                  </a:lnTo>
                  <a:lnTo>
                    <a:pt x="227749" y="203299"/>
                  </a:lnTo>
                  <a:lnTo>
                    <a:pt x="229517" y="207309"/>
                  </a:lnTo>
                  <a:lnTo>
                    <a:pt x="233157" y="212571"/>
                  </a:lnTo>
                  <a:lnTo>
                    <a:pt x="236446" y="220483"/>
                  </a:lnTo>
                  <a:lnTo>
                    <a:pt x="239060" y="225068"/>
                  </a:lnTo>
                  <a:lnTo>
                    <a:pt x="240775" y="230664"/>
                  </a:lnTo>
                  <a:lnTo>
                    <a:pt x="244812" y="235462"/>
                  </a:lnTo>
                  <a:lnTo>
                    <a:pt x="246769" y="237783"/>
                  </a:lnTo>
                  <a:lnTo>
                    <a:pt x="244801" y="242227"/>
                  </a:lnTo>
                  <a:lnTo>
                    <a:pt x="248004" y="248688"/>
                  </a:lnTo>
                  <a:lnTo>
                    <a:pt x="253562" y="253178"/>
                  </a:lnTo>
                  <a:lnTo>
                    <a:pt x="254368" y="257486"/>
                  </a:lnTo>
                  <a:lnTo>
                    <a:pt x="259059" y="258216"/>
                  </a:lnTo>
                  <a:lnTo>
                    <a:pt x="260419" y="259342"/>
                  </a:lnTo>
                  <a:lnTo>
                    <a:pt x="263495" y="261886"/>
                  </a:lnTo>
                  <a:lnTo>
                    <a:pt x="262826" y="267463"/>
                  </a:lnTo>
                  <a:lnTo>
                    <a:pt x="264803" y="268411"/>
                  </a:lnTo>
                  <a:lnTo>
                    <a:pt x="267656" y="269777"/>
                  </a:lnTo>
                  <a:lnTo>
                    <a:pt x="274197" y="270479"/>
                  </a:lnTo>
                  <a:lnTo>
                    <a:pt x="280910" y="269643"/>
                  </a:lnTo>
                  <a:lnTo>
                    <a:pt x="282370" y="271342"/>
                  </a:lnTo>
                  <a:lnTo>
                    <a:pt x="283251" y="272366"/>
                  </a:lnTo>
                  <a:lnTo>
                    <a:pt x="281248" y="279202"/>
                  </a:lnTo>
                  <a:lnTo>
                    <a:pt x="278572" y="285965"/>
                  </a:lnTo>
                  <a:lnTo>
                    <a:pt x="274865" y="286274"/>
                  </a:lnTo>
                  <a:lnTo>
                    <a:pt x="274523" y="295254"/>
                  </a:lnTo>
                  <a:lnTo>
                    <a:pt x="271470" y="297267"/>
                  </a:lnTo>
                  <a:lnTo>
                    <a:pt x="269425" y="304841"/>
                  </a:lnTo>
                  <a:lnTo>
                    <a:pt x="268080" y="308441"/>
                  </a:lnTo>
                  <a:lnTo>
                    <a:pt x="266817" y="312028"/>
                  </a:lnTo>
                  <a:lnTo>
                    <a:pt x="265923" y="318441"/>
                  </a:lnTo>
                  <a:lnTo>
                    <a:pt x="261049" y="318196"/>
                  </a:lnTo>
                  <a:lnTo>
                    <a:pt x="259808" y="322386"/>
                  </a:lnTo>
                  <a:lnTo>
                    <a:pt x="263531" y="326001"/>
                  </a:lnTo>
                  <a:lnTo>
                    <a:pt x="260901" y="332471"/>
                  </a:lnTo>
                  <a:lnTo>
                    <a:pt x="262842" y="337183"/>
                  </a:lnTo>
                  <a:lnTo>
                    <a:pt x="265051" y="340391"/>
                  </a:lnTo>
                  <a:lnTo>
                    <a:pt x="263378" y="345291"/>
                  </a:lnTo>
                  <a:lnTo>
                    <a:pt x="264578" y="348541"/>
                  </a:lnTo>
                  <a:lnTo>
                    <a:pt x="261669" y="350818"/>
                  </a:lnTo>
                  <a:lnTo>
                    <a:pt x="254757" y="351575"/>
                  </a:lnTo>
                  <a:lnTo>
                    <a:pt x="250564" y="356643"/>
                  </a:lnTo>
                  <a:lnTo>
                    <a:pt x="253518" y="363196"/>
                  </a:lnTo>
                  <a:lnTo>
                    <a:pt x="252908" y="368616"/>
                  </a:lnTo>
                  <a:lnTo>
                    <a:pt x="250046" y="370010"/>
                  </a:lnTo>
                  <a:lnTo>
                    <a:pt x="249075" y="374389"/>
                  </a:lnTo>
                  <a:lnTo>
                    <a:pt x="249684" y="376739"/>
                  </a:lnTo>
                  <a:lnTo>
                    <a:pt x="250424" y="379593"/>
                  </a:lnTo>
                  <a:lnTo>
                    <a:pt x="253614" y="381760"/>
                  </a:lnTo>
                  <a:lnTo>
                    <a:pt x="258861" y="388046"/>
                  </a:lnTo>
                  <a:lnTo>
                    <a:pt x="264901" y="390393"/>
                  </a:lnTo>
                  <a:lnTo>
                    <a:pt x="267851" y="384974"/>
                  </a:lnTo>
                  <a:lnTo>
                    <a:pt x="272568" y="385014"/>
                  </a:lnTo>
                  <a:lnTo>
                    <a:pt x="280848" y="380408"/>
                  </a:lnTo>
                  <a:lnTo>
                    <a:pt x="286507" y="376210"/>
                  </a:lnTo>
                  <a:lnTo>
                    <a:pt x="287209" y="371955"/>
                  </a:lnTo>
                  <a:lnTo>
                    <a:pt x="290369" y="372043"/>
                  </a:lnTo>
                  <a:lnTo>
                    <a:pt x="291674" y="374149"/>
                  </a:lnTo>
                  <a:lnTo>
                    <a:pt x="294455" y="378628"/>
                  </a:lnTo>
                  <a:lnTo>
                    <a:pt x="296718" y="381154"/>
                  </a:lnTo>
                  <a:lnTo>
                    <a:pt x="300170" y="383989"/>
                  </a:lnTo>
                  <a:lnTo>
                    <a:pt x="299063" y="392002"/>
                  </a:lnTo>
                  <a:lnTo>
                    <a:pt x="301332" y="396802"/>
                  </a:lnTo>
                  <a:lnTo>
                    <a:pt x="300173" y="402107"/>
                  </a:lnTo>
                  <a:lnTo>
                    <a:pt x="301611" y="406788"/>
                  </a:lnTo>
                  <a:lnTo>
                    <a:pt x="300349" y="412780"/>
                  </a:lnTo>
                  <a:lnTo>
                    <a:pt x="304814" y="422952"/>
                  </a:lnTo>
                  <a:lnTo>
                    <a:pt x="308317" y="434586"/>
                  </a:lnTo>
                  <a:lnTo>
                    <a:pt x="312346" y="438229"/>
                  </a:lnTo>
                  <a:lnTo>
                    <a:pt x="315822" y="443036"/>
                  </a:lnTo>
                  <a:lnTo>
                    <a:pt x="315947" y="448483"/>
                  </a:lnTo>
                  <a:lnTo>
                    <a:pt x="314250" y="453740"/>
                  </a:lnTo>
                  <a:lnTo>
                    <a:pt x="311711" y="457744"/>
                  </a:lnTo>
                  <a:lnTo>
                    <a:pt x="314267" y="465257"/>
                  </a:lnTo>
                  <a:lnTo>
                    <a:pt x="317352" y="466577"/>
                  </a:lnTo>
                  <a:lnTo>
                    <a:pt x="322132" y="471096"/>
                  </a:lnTo>
                  <a:lnTo>
                    <a:pt x="326396" y="469319"/>
                  </a:lnTo>
                  <a:lnTo>
                    <a:pt x="333675" y="476557"/>
                  </a:lnTo>
                  <a:lnTo>
                    <a:pt x="334908" y="482581"/>
                  </a:lnTo>
                  <a:lnTo>
                    <a:pt x="337309" y="491184"/>
                  </a:lnTo>
                  <a:lnTo>
                    <a:pt x="335623" y="496305"/>
                  </a:lnTo>
                  <a:lnTo>
                    <a:pt x="338543" y="502885"/>
                  </a:lnTo>
                  <a:lnTo>
                    <a:pt x="337784" y="507604"/>
                  </a:lnTo>
                  <a:lnTo>
                    <a:pt x="340884" y="513808"/>
                  </a:lnTo>
                  <a:lnTo>
                    <a:pt x="345274" y="518286"/>
                  </a:lnTo>
                  <a:lnTo>
                    <a:pt x="349614" y="516404"/>
                  </a:lnTo>
                  <a:lnTo>
                    <a:pt x="350003" y="516235"/>
                  </a:lnTo>
                  <a:lnTo>
                    <a:pt x="350112" y="512623"/>
                  </a:lnTo>
                  <a:lnTo>
                    <a:pt x="357687" y="507959"/>
                  </a:lnTo>
                  <a:lnTo>
                    <a:pt x="359701" y="507878"/>
                  </a:lnTo>
                  <a:lnTo>
                    <a:pt x="367102" y="510291"/>
                  </a:lnTo>
                  <a:lnTo>
                    <a:pt x="376151" y="512844"/>
                  </a:lnTo>
                  <a:lnTo>
                    <a:pt x="381810" y="517030"/>
                  </a:lnTo>
                  <a:lnTo>
                    <a:pt x="385099" y="509177"/>
                  </a:lnTo>
                  <a:lnTo>
                    <a:pt x="390918" y="505971"/>
                  </a:lnTo>
                  <a:lnTo>
                    <a:pt x="395156" y="509200"/>
                  </a:lnTo>
                  <a:lnTo>
                    <a:pt x="401852" y="511767"/>
                  </a:lnTo>
                  <a:lnTo>
                    <a:pt x="408512" y="511820"/>
                  </a:lnTo>
                  <a:lnTo>
                    <a:pt x="420636" y="510905"/>
                  </a:lnTo>
                  <a:lnTo>
                    <a:pt x="424351" y="516861"/>
                  </a:lnTo>
                  <a:lnTo>
                    <a:pt x="432503" y="513044"/>
                  </a:lnTo>
                  <a:lnTo>
                    <a:pt x="438706" y="514263"/>
                  </a:lnTo>
                  <a:lnTo>
                    <a:pt x="442574" y="515019"/>
                  </a:lnTo>
                  <a:lnTo>
                    <a:pt x="446107" y="512665"/>
                  </a:lnTo>
                  <a:lnTo>
                    <a:pt x="451097" y="503422"/>
                  </a:lnTo>
                  <a:lnTo>
                    <a:pt x="452182" y="501893"/>
                  </a:lnTo>
                  <a:lnTo>
                    <a:pt x="453838" y="499557"/>
                  </a:lnTo>
                  <a:lnTo>
                    <a:pt x="458181" y="496603"/>
                  </a:lnTo>
                  <a:lnTo>
                    <a:pt x="458688" y="497081"/>
                  </a:lnTo>
                  <a:lnTo>
                    <a:pt x="462134" y="500328"/>
                  </a:lnTo>
                  <a:lnTo>
                    <a:pt x="465272" y="506571"/>
                  </a:lnTo>
                  <a:lnTo>
                    <a:pt x="467837" y="511562"/>
                  </a:lnTo>
                  <a:lnTo>
                    <a:pt x="468797" y="516620"/>
                  </a:lnTo>
                  <a:lnTo>
                    <a:pt x="472398" y="521246"/>
                  </a:lnTo>
                  <a:lnTo>
                    <a:pt x="473315" y="525714"/>
                  </a:lnTo>
                  <a:lnTo>
                    <a:pt x="478342" y="528429"/>
                  </a:lnTo>
                  <a:lnTo>
                    <a:pt x="476963" y="538469"/>
                  </a:lnTo>
                  <a:lnTo>
                    <a:pt x="473438" y="564820"/>
                  </a:lnTo>
                  <a:lnTo>
                    <a:pt x="471726" y="578142"/>
                  </a:lnTo>
                  <a:lnTo>
                    <a:pt x="470749" y="585751"/>
                  </a:lnTo>
                  <a:lnTo>
                    <a:pt x="467765" y="608093"/>
                  </a:lnTo>
                  <a:lnTo>
                    <a:pt x="465275" y="627022"/>
                  </a:lnTo>
                  <a:lnTo>
                    <a:pt x="462810" y="645803"/>
                  </a:lnTo>
                  <a:lnTo>
                    <a:pt x="459547" y="670460"/>
                  </a:lnTo>
                  <a:lnTo>
                    <a:pt x="458837" y="675825"/>
                  </a:lnTo>
                  <a:lnTo>
                    <a:pt x="458102" y="681393"/>
                  </a:lnTo>
                  <a:lnTo>
                    <a:pt x="454869" y="705895"/>
                  </a:lnTo>
                  <a:lnTo>
                    <a:pt x="451917" y="727018"/>
                  </a:lnTo>
                  <a:lnTo>
                    <a:pt x="449595" y="743665"/>
                  </a:lnTo>
                  <a:lnTo>
                    <a:pt x="444974" y="778907"/>
                  </a:lnTo>
                  <a:lnTo>
                    <a:pt x="420429" y="775591"/>
                  </a:lnTo>
                  <a:lnTo>
                    <a:pt x="413129" y="774683"/>
                  </a:lnTo>
                  <a:lnTo>
                    <a:pt x="410400" y="774303"/>
                  </a:lnTo>
                  <a:lnTo>
                    <a:pt x="392205" y="771734"/>
                  </a:lnTo>
                  <a:lnTo>
                    <a:pt x="365338" y="767963"/>
                  </a:lnTo>
                  <a:lnTo>
                    <a:pt x="361641" y="767298"/>
                  </a:lnTo>
                  <a:lnTo>
                    <a:pt x="353768" y="765874"/>
                  </a:lnTo>
                  <a:lnTo>
                    <a:pt x="325131" y="761544"/>
                  </a:lnTo>
                  <a:lnTo>
                    <a:pt x="298757" y="757584"/>
                  </a:lnTo>
                  <a:lnTo>
                    <a:pt x="280197" y="754784"/>
                  </a:lnTo>
                  <a:lnTo>
                    <a:pt x="261703" y="752028"/>
                  </a:lnTo>
                  <a:lnTo>
                    <a:pt x="237674" y="748460"/>
                  </a:lnTo>
                  <a:lnTo>
                    <a:pt x="221098" y="745069"/>
                  </a:lnTo>
                  <a:lnTo>
                    <a:pt x="203237" y="741886"/>
                  </a:lnTo>
                  <a:lnTo>
                    <a:pt x="179713" y="737646"/>
                  </a:lnTo>
                  <a:lnTo>
                    <a:pt x="157451" y="733013"/>
                  </a:lnTo>
                  <a:lnTo>
                    <a:pt x="147116" y="731227"/>
                  </a:lnTo>
                  <a:lnTo>
                    <a:pt x="126607" y="727627"/>
                  </a:lnTo>
                  <a:lnTo>
                    <a:pt x="103496" y="723049"/>
                  </a:lnTo>
                  <a:lnTo>
                    <a:pt x="85389" y="719572"/>
                  </a:lnTo>
                  <a:lnTo>
                    <a:pt x="51168" y="712662"/>
                  </a:lnTo>
                  <a:lnTo>
                    <a:pt x="29499" y="708204"/>
                  </a:lnTo>
                  <a:lnTo>
                    <a:pt x="588" y="701883"/>
                  </a:lnTo>
                  <a:lnTo>
                    <a:pt x="0" y="701753"/>
                  </a:lnTo>
                  <a:lnTo>
                    <a:pt x="7763" y="663731"/>
                  </a:lnTo>
                  <a:lnTo>
                    <a:pt x="16656" y="620681"/>
                  </a:lnTo>
                  <a:lnTo>
                    <a:pt x="21149" y="598825"/>
                  </a:lnTo>
                  <a:lnTo>
                    <a:pt x="33055" y="541525"/>
                  </a:lnTo>
                  <a:lnTo>
                    <a:pt x="34910" y="533088"/>
                  </a:lnTo>
                  <a:lnTo>
                    <a:pt x="38074" y="518719"/>
                  </a:lnTo>
                  <a:lnTo>
                    <a:pt x="42000" y="513544"/>
                  </a:lnTo>
                  <a:lnTo>
                    <a:pt x="42983" y="512248"/>
                  </a:lnTo>
                  <a:lnTo>
                    <a:pt x="45970" y="503726"/>
                  </a:lnTo>
                  <a:lnTo>
                    <a:pt x="48553" y="499408"/>
                  </a:lnTo>
                  <a:lnTo>
                    <a:pt x="46876" y="493181"/>
                  </a:lnTo>
                  <a:lnTo>
                    <a:pt x="53952" y="487635"/>
                  </a:lnTo>
                  <a:lnTo>
                    <a:pt x="54123" y="487500"/>
                  </a:lnTo>
                  <a:lnTo>
                    <a:pt x="54165" y="484871"/>
                  </a:lnTo>
                  <a:lnTo>
                    <a:pt x="50009" y="482448"/>
                  </a:lnTo>
                  <a:lnTo>
                    <a:pt x="50425" y="478181"/>
                  </a:lnTo>
                  <a:lnTo>
                    <a:pt x="44247" y="476692"/>
                  </a:lnTo>
                  <a:lnTo>
                    <a:pt x="40722" y="471701"/>
                  </a:lnTo>
                  <a:lnTo>
                    <a:pt x="36824" y="472820"/>
                  </a:lnTo>
                  <a:lnTo>
                    <a:pt x="34143" y="469147"/>
                  </a:lnTo>
                  <a:lnTo>
                    <a:pt x="34669" y="468412"/>
                  </a:lnTo>
                  <a:lnTo>
                    <a:pt x="36761" y="465489"/>
                  </a:lnTo>
                  <a:lnTo>
                    <a:pt x="35684" y="46194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02463" y="3303726"/>
              <a:ext cx="286858" cy="496744"/>
            </a:xfrm>
            <a:custGeom>
              <a:avLst/>
              <a:pathLst>
                <a:path w="286858" h="496744">
                  <a:moveTo>
                    <a:pt x="125" y="232592"/>
                  </a:moveTo>
                  <a:lnTo>
                    <a:pt x="328" y="228248"/>
                  </a:lnTo>
                  <a:lnTo>
                    <a:pt x="417" y="226349"/>
                  </a:lnTo>
                  <a:lnTo>
                    <a:pt x="1519" y="221561"/>
                  </a:lnTo>
                  <a:lnTo>
                    <a:pt x="4399" y="216286"/>
                  </a:lnTo>
                  <a:lnTo>
                    <a:pt x="7333" y="214123"/>
                  </a:lnTo>
                  <a:lnTo>
                    <a:pt x="6396" y="209500"/>
                  </a:lnTo>
                  <a:lnTo>
                    <a:pt x="6684" y="204270"/>
                  </a:lnTo>
                  <a:lnTo>
                    <a:pt x="4692" y="202336"/>
                  </a:lnTo>
                  <a:lnTo>
                    <a:pt x="5619" y="197958"/>
                  </a:lnTo>
                  <a:lnTo>
                    <a:pt x="7652" y="194992"/>
                  </a:lnTo>
                  <a:lnTo>
                    <a:pt x="13564" y="192146"/>
                  </a:lnTo>
                  <a:lnTo>
                    <a:pt x="17732" y="191725"/>
                  </a:lnTo>
                  <a:lnTo>
                    <a:pt x="21731" y="188205"/>
                  </a:lnTo>
                  <a:lnTo>
                    <a:pt x="21659" y="185828"/>
                  </a:lnTo>
                  <a:lnTo>
                    <a:pt x="21591" y="183551"/>
                  </a:lnTo>
                  <a:lnTo>
                    <a:pt x="22692" y="178570"/>
                  </a:lnTo>
                  <a:lnTo>
                    <a:pt x="22226" y="174933"/>
                  </a:lnTo>
                  <a:lnTo>
                    <a:pt x="25007" y="170417"/>
                  </a:lnTo>
                  <a:lnTo>
                    <a:pt x="28536" y="166126"/>
                  </a:lnTo>
                  <a:lnTo>
                    <a:pt x="30352" y="162190"/>
                  </a:lnTo>
                  <a:lnTo>
                    <a:pt x="30201" y="156391"/>
                  </a:lnTo>
                  <a:lnTo>
                    <a:pt x="29291" y="151981"/>
                  </a:lnTo>
                  <a:lnTo>
                    <a:pt x="29240" y="151731"/>
                  </a:lnTo>
                  <a:lnTo>
                    <a:pt x="28550" y="148388"/>
                  </a:lnTo>
                  <a:lnTo>
                    <a:pt x="25376" y="144148"/>
                  </a:lnTo>
                  <a:lnTo>
                    <a:pt x="22455" y="144150"/>
                  </a:lnTo>
                  <a:lnTo>
                    <a:pt x="19366" y="140182"/>
                  </a:lnTo>
                  <a:lnTo>
                    <a:pt x="16872" y="137280"/>
                  </a:lnTo>
                  <a:lnTo>
                    <a:pt x="18742" y="129562"/>
                  </a:lnTo>
                  <a:lnTo>
                    <a:pt x="18860" y="129074"/>
                  </a:lnTo>
                  <a:lnTo>
                    <a:pt x="19015" y="126431"/>
                  </a:lnTo>
                  <a:lnTo>
                    <a:pt x="20966" y="121359"/>
                  </a:lnTo>
                  <a:lnTo>
                    <a:pt x="24936" y="120347"/>
                  </a:lnTo>
                  <a:lnTo>
                    <a:pt x="27793" y="120671"/>
                  </a:lnTo>
                  <a:lnTo>
                    <a:pt x="31314" y="118018"/>
                  </a:lnTo>
                  <a:lnTo>
                    <a:pt x="36606" y="117008"/>
                  </a:lnTo>
                  <a:lnTo>
                    <a:pt x="42195" y="116209"/>
                  </a:lnTo>
                  <a:lnTo>
                    <a:pt x="47341" y="112919"/>
                  </a:lnTo>
                  <a:lnTo>
                    <a:pt x="50153" y="109802"/>
                  </a:lnTo>
                  <a:lnTo>
                    <a:pt x="53937" y="109078"/>
                  </a:lnTo>
                  <a:lnTo>
                    <a:pt x="57298" y="108330"/>
                  </a:lnTo>
                  <a:lnTo>
                    <a:pt x="59904" y="104508"/>
                  </a:lnTo>
                  <a:lnTo>
                    <a:pt x="63134" y="102637"/>
                  </a:lnTo>
                  <a:lnTo>
                    <a:pt x="64558" y="100773"/>
                  </a:lnTo>
                  <a:lnTo>
                    <a:pt x="64078" y="94946"/>
                  </a:lnTo>
                  <a:lnTo>
                    <a:pt x="65218" y="92106"/>
                  </a:lnTo>
                  <a:lnTo>
                    <a:pt x="65062" y="89116"/>
                  </a:lnTo>
                  <a:lnTo>
                    <a:pt x="64999" y="87902"/>
                  </a:lnTo>
                  <a:lnTo>
                    <a:pt x="68683" y="84107"/>
                  </a:lnTo>
                  <a:lnTo>
                    <a:pt x="69063" y="83796"/>
                  </a:lnTo>
                  <a:lnTo>
                    <a:pt x="72804" y="80739"/>
                  </a:lnTo>
                  <a:lnTo>
                    <a:pt x="72419" y="77868"/>
                  </a:lnTo>
                  <a:lnTo>
                    <a:pt x="73084" y="74293"/>
                  </a:lnTo>
                  <a:lnTo>
                    <a:pt x="73061" y="70182"/>
                  </a:lnTo>
                  <a:lnTo>
                    <a:pt x="73057" y="69438"/>
                  </a:lnTo>
                  <a:lnTo>
                    <a:pt x="73523" y="64217"/>
                  </a:lnTo>
                  <a:lnTo>
                    <a:pt x="71897" y="61101"/>
                  </a:lnTo>
                  <a:lnTo>
                    <a:pt x="71576" y="60486"/>
                  </a:lnTo>
                  <a:lnTo>
                    <a:pt x="71044" y="54659"/>
                  </a:lnTo>
                  <a:lnTo>
                    <a:pt x="67591" y="51258"/>
                  </a:lnTo>
                  <a:lnTo>
                    <a:pt x="63319" y="49503"/>
                  </a:lnTo>
                  <a:lnTo>
                    <a:pt x="60126" y="48168"/>
                  </a:lnTo>
                  <a:lnTo>
                    <a:pt x="58531" y="47500"/>
                  </a:lnTo>
                  <a:lnTo>
                    <a:pt x="54103" y="44812"/>
                  </a:lnTo>
                  <a:lnTo>
                    <a:pt x="51746" y="41613"/>
                  </a:lnTo>
                  <a:lnTo>
                    <a:pt x="52219" y="37834"/>
                  </a:lnTo>
                  <a:lnTo>
                    <a:pt x="49950" y="34788"/>
                  </a:lnTo>
                  <a:lnTo>
                    <a:pt x="47236" y="32914"/>
                  </a:lnTo>
                  <a:lnTo>
                    <a:pt x="44870" y="31278"/>
                  </a:lnTo>
                  <a:lnTo>
                    <a:pt x="41419" y="28491"/>
                  </a:lnTo>
                  <a:lnTo>
                    <a:pt x="39701" y="27909"/>
                  </a:lnTo>
                  <a:lnTo>
                    <a:pt x="35810" y="26179"/>
                  </a:lnTo>
                  <a:lnTo>
                    <a:pt x="35700" y="22927"/>
                  </a:lnTo>
                  <a:lnTo>
                    <a:pt x="49040" y="21494"/>
                  </a:lnTo>
                  <a:lnTo>
                    <a:pt x="49728" y="21410"/>
                  </a:lnTo>
                  <a:lnTo>
                    <a:pt x="62872" y="19794"/>
                  </a:lnTo>
                  <a:lnTo>
                    <a:pt x="82088" y="17623"/>
                  </a:lnTo>
                  <a:lnTo>
                    <a:pt x="87845" y="16985"/>
                  </a:lnTo>
                  <a:lnTo>
                    <a:pt x="110144" y="14452"/>
                  </a:lnTo>
                  <a:lnTo>
                    <a:pt x="116088" y="13775"/>
                  </a:lnTo>
                  <a:lnTo>
                    <a:pt x="118394" y="13510"/>
                  </a:lnTo>
                  <a:lnTo>
                    <a:pt x="137705" y="11256"/>
                  </a:lnTo>
                  <a:lnTo>
                    <a:pt x="139293" y="11067"/>
                  </a:lnTo>
                  <a:lnTo>
                    <a:pt x="145922" y="10241"/>
                  </a:lnTo>
                  <a:lnTo>
                    <a:pt x="156509" y="8903"/>
                  </a:lnTo>
                  <a:lnTo>
                    <a:pt x="160982" y="8331"/>
                  </a:lnTo>
                  <a:lnTo>
                    <a:pt x="173900" y="6399"/>
                  </a:lnTo>
                  <a:lnTo>
                    <a:pt x="176174" y="6065"/>
                  </a:lnTo>
                  <a:lnTo>
                    <a:pt x="186931" y="4469"/>
                  </a:lnTo>
                  <a:lnTo>
                    <a:pt x="192587" y="3622"/>
                  </a:lnTo>
                  <a:lnTo>
                    <a:pt x="193718" y="3472"/>
                  </a:lnTo>
                  <a:lnTo>
                    <a:pt x="219467" y="0"/>
                  </a:lnTo>
                  <a:lnTo>
                    <a:pt x="220198" y="6289"/>
                  </a:lnTo>
                  <a:lnTo>
                    <a:pt x="219828" y="11644"/>
                  </a:lnTo>
                  <a:lnTo>
                    <a:pt x="219699" y="17054"/>
                  </a:lnTo>
                  <a:lnTo>
                    <a:pt x="219837" y="17370"/>
                  </a:lnTo>
                  <a:lnTo>
                    <a:pt x="223083" y="24797"/>
                  </a:lnTo>
                  <a:lnTo>
                    <a:pt x="223140" y="24928"/>
                  </a:lnTo>
                  <a:lnTo>
                    <a:pt x="226498" y="29428"/>
                  </a:lnTo>
                  <a:lnTo>
                    <a:pt x="227969" y="31387"/>
                  </a:lnTo>
                  <a:lnTo>
                    <a:pt x="231938" y="34924"/>
                  </a:lnTo>
                  <a:lnTo>
                    <a:pt x="232466" y="35393"/>
                  </a:lnTo>
                  <a:lnTo>
                    <a:pt x="233935" y="39352"/>
                  </a:lnTo>
                  <a:lnTo>
                    <a:pt x="236633" y="45618"/>
                  </a:lnTo>
                  <a:lnTo>
                    <a:pt x="238468" y="49876"/>
                  </a:lnTo>
                  <a:lnTo>
                    <a:pt x="239024" y="50391"/>
                  </a:lnTo>
                  <a:lnTo>
                    <a:pt x="239374" y="50716"/>
                  </a:lnTo>
                  <a:lnTo>
                    <a:pt x="239406" y="51506"/>
                  </a:lnTo>
                  <a:lnTo>
                    <a:pt x="239404" y="52723"/>
                  </a:lnTo>
                  <a:lnTo>
                    <a:pt x="239953" y="54267"/>
                  </a:lnTo>
                  <a:lnTo>
                    <a:pt x="240182" y="54912"/>
                  </a:lnTo>
                  <a:lnTo>
                    <a:pt x="241683" y="57222"/>
                  </a:lnTo>
                  <a:lnTo>
                    <a:pt x="244386" y="61379"/>
                  </a:lnTo>
                  <a:lnTo>
                    <a:pt x="246565" y="62643"/>
                  </a:lnTo>
                  <a:lnTo>
                    <a:pt x="247095" y="64107"/>
                  </a:lnTo>
                  <a:lnTo>
                    <a:pt x="247311" y="64706"/>
                  </a:lnTo>
                  <a:lnTo>
                    <a:pt x="247521" y="66079"/>
                  </a:lnTo>
                  <a:lnTo>
                    <a:pt x="249785" y="81768"/>
                  </a:lnTo>
                  <a:lnTo>
                    <a:pt x="250526" y="86993"/>
                  </a:lnTo>
                  <a:lnTo>
                    <a:pt x="252669" y="102127"/>
                  </a:lnTo>
                  <a:lnTo>
                    <a:pt x="254383" y="113711"/>
                  </a:lnTo>
                  <a:lnTo>
                    <a:pt x="256214" y="126111"/>
                  </a:lnTo>
                  <a:lnTo>
                    <a:pt x="256405" y="127383"/>
                  </a:lnTo>
                  <a:lnTo>
                    <a:pt x="257913" y="137454"/>
                  </a:lnTo>
                  <a:lnTo>
                    <a:pt x="259945" y="151387"/>
                  </a:lnTo>
                  <a:lnTo>
                    <a:pt x="262518" y="169077"/>
                  </a:lnTo>
                  <a:lnTo>
                    <a:pt x="263045" y="172961"/>
                  </a:lnTo>
                  <a:lnTo>
                    <a:pt x="263216" y="174222"/>
                  </a:lnTo>
                  <a:lnTo>
                    <a:pt x="265906" y="194112"/>
                  </a:lnTo>
                  <a:lnTo>
                    <a:pt x="267149" y="203132"/>
                  </a:lnTo>
                  <a:lnTo>
                    <a:pt x="268228" y="210974"/>
                  </a:lnTo>
                  <a:lnTo>
                    <a:pt x="268798" y="215123"/>
                  </a:lnTo>
                  <a:lnTo>
                    <a:pt x="270420" y="226413"/>
                  </a:lnTo>
                  <a:lnTo>
                    <a:pt x="273165" y="245564"/>
                  </a:lnTo>
                  <a:lnTo>
                    <a:pt x="273914" y="250614"/>
                  </a:lnTo>
                  <a:lnTo>
                    <a:pt x="275605" y="262035"/>
                  </a:lnTo>
                  <a:lnTo>
                    <a:pt x="275706" y="262713"/>
                  </a:lnTo>
                  <a:lnTo>
                    <a:pt x="277234" y="273378"/>
                  </a:lnTo>
                  <a:lnTo>
                    <a:pt x="274173" y="274519"/>
                  </a:lnTo>
                  <a:lnTo>
                    <a:pt x="273024" y="277153"/>
                  </a:lnTo>
                  <a:lnTo>
                    <a:pt x="274076" y="281793"/>
                  </a:lnTo>
                  <a:lnTo>
                    <a:pt x="274310" y="282828"/>
                  </a:lnTo>
                  <a:lnTo>
                    <a:pt x="275879" y="285848"/>
                  </a:lnTo>
                  <a:lnTo>
                    <a:pt x="272136" y="290394"/>
                  </a:lnTo>
                  <a:lnTo>
                    <a:pt x="272388" y="291155"/>
                  </a:lnTo>
                  <a:lnTo>
                    <a:pt x="273965" y="295939"/>
                  </a:lnTo>
                  <a:lnTo>
                    <a:pt x="278104" y="299306"/>
                  </a:lnTo>
                  <a:lnTo>
                    <a:pt x="278355" y="304261"/>
                  </a:lnTo>
                  <a:lnTo>
                    <a:pt x="282098" y="306355"/>
                  </a:lnTo>
                  <a:lnTo>
                    <a:pt x="283028" y="311974"/>
                  </a:lnTo>
                  <a:lnTo>
                    <a:pt x="282977" y="312138"/>
                  </a:lnTo>
                  <a:lnTo>
                    <a:pt x="282086" y="314993"/>
                  </a:lnTo>
                  <a:lnTo>
                    <a:pt x="283200" y="316897"/>
                  </a:lnTo>
                  <a:lnTo>
                    <a:pt x="284448" y="319032"/>
                  </a:lnTo>
                  <a:lnTo>
                    <a:pt x="286858" y="324835"/>
                  </a:lnTo>
                  <a:lnTo>
                    <a:pt x="284679" y="332352"/>
                  </a:lnTo>
                  <a:lnTo>
                    <a:pt x="280058" y="336467"/>
                  </a:lnTo>
                  <a:lnTo>
                    <a:pt x="279483" y="341123"/>
                  </a:lnTo>
                  <a:lnTo>
                    <a:pt x="279028" y="343152"/>
                  </a:lnTo>
                  <a:lnTo>
                    <a:pt x="278496" y="345521"/>
                  </a:lnTo>
                  <a:lnTo>
                    <a:pt x="279304" y="348015"/>
                  </a:lnTo>
                  <a:lnTo>
                    <a:pt x="275597" y="351439"/>
                  </a:lnTo>
                  <a:lnTo>
                    <a:pt x="274289" y="355604"/>
                  </a:lnTo>
                  <a:lnTo>
                    <a:pt x="273803" y="357175"/>
                  </a:lnTo>
                  <a:lnTo>
                    <a:pt x="272407" y="361683"/>
                  </a:lnTo>
                  <a:lnTo>
                    <a:pt x="269610" y="367794"/>
                  </a:lnTo>
                  <a:lnTo>
                    <a:pt x="264815" y="371961"/>
                  </a:lnTo>
                  <a:lnTo>
                    <a:pt x="261034" y="375307"/>
                  </a:lnTo>
                  <a:lnTo>
                    <a:pt x="261035" y="375944"/>
                  </a:lnTo>
                  <a:lnTo>
                    <a:pt x="261035" y="378849"/>
                  </a:lnTo>
                  <a:lnTo>
                    <a:pt x="264912" y="382392"/>
                  </a:lnTo>
                  <a:lnTo>
                    <a:pt x="263139" y="387297"/>
                  </a:lnTo>
                  <a:lnTo>
                    <a:pt x="261838" y="391467"/>
                  </a:lnTo>
                  <a:lnTo>
                    <a:pt x="259229" y="394073"/>
                  </a:lnTo>
                  <a:lnTo>
                    <a:pt x="261054" y="399998"/>
                  </a:lnTo>
                  <a:lnTo>
                    <a:pt x="260184" y="406372"/>
                  </a:lnTo>
                  <a:lnTo>
                    <a:pt x="259193" y="408760"/>
                  </a:lnTo>
                  <a:lnTo>
                    <a:pt x="258772" y="409773"/>
                  </a:lnTo>
                  <a:lnTo>
                    <a:pt x="262164" y="414369"/>
                  </a:lnTo>
                  <a:lnTo>
                    <a:pt x="260647" y="419655"/>
                  </a:lnTo>
                  <a:lnTo>
                    <a:pt x="256138" y="424373"/>
                  </a:lnTo>
                  <a:lnTo>
                    <a:pt x="254715" y="428407"/>
                  </a:lnTo>
                  <a:lnTo>
                    <a:pt x="257555" y="435073"/>
                  </a:lnTo>
                  <a:lnTo>
                    <a:pt x="257638" y="435268"/>
                  </a:lnTo>
                  <a:lnTo>
                    <a:pt x="262279" y="438551"/>
                  </a:lnTo>
                  <a:lnTo>
                    <a:pt x="262985" y="440659"/>
                  </a:lnTo>
                  <a:lnTo>
                    <a:pt x="263451" y="442049"/>
                  </a:lnTo>
                  <a:lnTo>
                    <a:pt x="257105" y="444830"/>
                  </a:lnTo>
                  <a:lnTo>
                    <a:pt x="248601" y="447322"/>
                  </a:lnTo>
                  <a:lnTo>
                    <a:pt x="243801" y="452266"/>
                  </a:lnTo>
                  <a:lnTo>
                    <a:pt x="239598" y="451387"/>
                  </a:lnTo>
                  <a:lnTo>
                    <a:pt x="239419" y="451349"/>
                  </a:lnTo>
                  <a:lnTo>
                    <a:pt x="236370" y="453691"/>
                  </a:lnTo>
                  <a:lnTo>
                    <a:pt x="235589" y="459248"/>
                  </a:lnTo>
                  <a:lnTo>
                    <a:pt x="234203" y="463789"/>
                  </a:lnTo>
                  <a:lnTo>
                    <a:pt x="237996" y="469591"/>
                  </a:lnTo>
                  <a:lnTo>
                    <a:pt x="242072" y="475303"/>
                  </a:lnTo>
                  <a:lnTo>
                    <a:pt x="241264" y="480001"/>
                  </a:lnTo>
                  <a:lnTo>
                    <a:pt x="239401" y="482975"/>
                  </a:lnTo>
                  <a:lnTo>
                    <a:pt x="238865" y="483062"/>
                  </a:lnTo>
                  <a:lnTo>
                    <a:pt x="238399" y="483138"/>
                  </a:lnTo>
                  <a:lnTo>
                    <a:pt x="235531" y="483603"/>
                  </a:lnTo>
                  <a:lnTo>
                    <a:pt x="233279" y="482411"/>
                  </a:lnTo>
                  <a:lnTo>
                    <a:pt x="229433" y="480371"/>
                  </a:lnTo>
                  <a:lnTo>
                    <a:pt x="223344" y="478665"/>
                  </a:lnTo>
                  <a:lnTo>
                    <a:pt x="219061" y="478036"/>
                  </a:lnTo>
                  <a:lnTo>
                    <a:pt x="212870" y="475139"/>
                  </a:lnTo>
                  <a:lnTo>
                    <a:pt x="206055" y="473384"/>
                  </a:lnTo>
                  <a:lnTo>
                    <a:pt x="205650" y="473335"/>
                  </a:lnTo>
                  <a:lnTo>
                    <a:pt x="200967" y="474234"/>
                  </a:lnTo>
                  <a:lnTo>
                    <a:pt x="197359" y="477892"/>
                  </a:lnTo>
                  <a:lnTo>
                    <a:pt x="194999" y="482470"/>
                  </a:lnTo>
                  <a:lnTo>
                    <a:pt x="190871" y="488967"/>
                  </a:lnTo>
                  <a:lnTo>
                    <a:pt x="190996" y="489139"/>
                  </a:lnTo>
                  <a:lnTo>
                    <a:pt x="194214" y="493557"/>
                  </a:lnTo>
                  <a:lnTo>
                    <a:pt x="194312" y="496744"/>
                  </a:lnTo>
                  <a:lnTo>
                    <a:pt x="189872" y="496634"/>
                  </a:lnTo>
                  <a:lnTo>
                    <a:pt x="185212" y="494942"/>
                  </a:lnTo>
                  <a:lnTo>
                    <a:pt x="181526" y="494216"/>
                  </a:lnTo>
                  <a:lnTo>
                    <a:pt x="177785" y="493477"/>
                  </a:lnTo>
                  <a:lnTo>
                    <a:pt x="175422" y="488367"/>
                  </a:lnTo>
                  <a:lnTo>
                    <a:pt x="169507" y="481550"/>
                  </a:lnTo>
                  <a:lnTo>
                    <a:pt x="167825" y="475943"/>
                  </a:lnTo>
                  <a:lnTo>
                    <a:pt x="166882" y="475385"/>
                  </a:lnTo>
                  <a:lnTo>
                    <a:pt x="164279" y="473843"/>
                  </a:lnTo>
                  <a:lnTo>
                    <a:pt x="165367" y="469881"/>
                  </a:lnTo>
                  <a:lnTo>
                    <a:pt x="166715" y="468844"/>
                  </a:lnTo>
                  <a:lnTo>
                    <a:pt x="169722" y="466530"/>
                  </a:lnTo>
                  <a:lnTo>
                    <a:pt x="169347" y="462000"/>
                  </a:lnTo>
                  <a:lnTo>
                    <a:pt x="165578" y="457214"/>
                  </a:lnTo>
                  <a:lnTo>
                    <a:pt x="162052" y="452009"/>
                  </a:lnTo>
                  <a:lnTo>
                    <a:pt x="162492" y="449358"/>
                  </a:lnTo>
                  <a:lnTo>
                    <a:pt x="162659" y="448347"/>
                  </a:lnTo>
                  <a:lnTo>
                    <a:pt x="162812" y="447424"/>
                  </a:lnTo>
                  <a:lnTo>
                    <a:pt x="161476" y="443584"/>
                  </a:lnTo>
                  <a:lnTo>
                    <a:pt x="159669" y="437439"/>
                  </a:lnTo>
                  <a:lnTo>
                    <a:pt x="154570" y="435661"/>
                  </a:lnTo>
                  <a:lnTo>
                    <a:pt x="148872" y="433170"/>
                  </a:lnTo>
                  <a:lnTo>
                    <a:pt x="147160" y="430088"/>
                  </a:lnTo>
                  <a:lnTo>
                    <a:pt x="146330" y="428593"/>
                  </a:lnTo>
                  <a:lnTo>
                    <a:pt x="139984" y="425743"/>
                  </a:lnTo>
                  <a:lnTo>
                    <a:pt x="134704" y="422031"/>
                  </a:lnTo>
                  <a:lnTo>
                    <a:pt x="130032" y="425571"/>
                  </a:lnTo>
                  <a:lnTo>
                    <a:pt x="129250" y="424825"/>
                  </a:lnTo>
                  <a:lnTo>
                    <a:pt x="126009" y="421729"/>
                  </a:lnTo>
                  <a:lnTo>
                    <a:pt x="126877" y="417395"/>
                  </a:lnTo>
                  <a:lnTo>
                    <a:pt x="123138" y="417532"/>
                  </a:lnTo>
                  <a:lnTo>
                    <a:pt x="117660" y="414155"/>
                  </a:lnTo>
                  <a:lnTo>
                    <a:pt x="114196" y="411435"/>
                  </a:lnTo>
                  <a:lnTo>
                    <a:pt x="108445" y="408837"/>
                  </a:lnTo>
                  <a:lnTo>
                    <a:pt x="107351" y="408342"/>
                  </a:lnTo>
                  <a:lnTo>
                    <a:pt x="104672" y="405680"/>
                  </a:lnTo>
                  <a:lnTo>
                    <a:pt x="99340" y="401507"/>
                  </a:lnTo>
                  <a:lnTo>
                    <a:pt x="95941" y="397023"/>
                  </a:lnTo>
                  <a:lnTo>
                    <a:pt x="94515" y="389434"/>
                  </a:lnTo>
                  <a:lnTo>
                    <a:pt x="95565" y="384476"/>
                  </a:lnTo>
                  <a:lnTo>
                    <a:pt x="96129" y="383565"/>
                  </a:lnTo>
                  <a:lnTo>
                    <a:pt x="99178" y="378630"/>
                  </a:lnTo>
                  <a:lnTo>
                    <a:pt x="99825" y="373419"/>
                  </a:lnTo>
                  <a:lnTo>
                    <a:pt x="100312" y="371382"/>
                  </a:lnTo>
                  <a:lnTo>
                    <a:pt x="100589" y="370225"/>
                  </a:lnTo>
                  <a:lnTo>
                    <a:pt x="100893" y="368952"/>
                  </a:lnTo>
                  <a:lnTo>
                    <a:pt x="104667" y="362549"/>
                  </a:lnTo>
                  <a:lnTo>
                    <a:pt x="104409" y="358258"/>
                  </a:lnTo>
                  <a:lnTo>
                    <a:pt x="103187" y="355947"/>
                  </a:lnTo>
                  <a:lnTo>
                    <a:pt x="101801" y="352678"/>
                  </a:lnTo>
                  <a:lnTo>
                    <a:pt x="104326" y="348223"/>
                  </a:lnTo>
                  <a:lnTo>
                    <a:pt x="107336" y="344912"/>
                  </a:lnTo>
                  <a:lnTo>
                    <a:pt x="107205" y="341042"/>
                  </a:lnTo>
                  <a:lnTo>
                    <a:pt x="101471" y="338072"/>
                  </a:lnTo>
                  <a:lnTo>
                    <a:pt x="98591" y="336577"/>
                  </a:lnTo>
                  <a:lnTo>
                    <a:pt x="95353" y="336205"/>
                  </a:lnTo>
                  <a:lnTo>
                    <a:pt x="93792" y="336025"/>
                  </a:lnTo>
                  <a:lnTo>
                    <a:pt x="86796" y="333575"/>
                  </a:lnTo>
                  <a:lnTo>
                    <a:pt x="83012" y="333893"/>
                  </a:lnTo>
                  <a:lnTo>
                    <a:pt x="81858" y="333989"/>
                  </a:lnTo>
                  <a:lnTo>
                    <a:pt x="80137" y="338770"/>
                  </a:lnTo>
                  <a:lnTo>
                    <a:pt x="76709" y="342694"/>
                  </a:lnTo>
                  <a:lnTo>
                    <a:pt x="73952" y="342628"/>
                  </a:lnTo>
                  <a:lnTo>
                    <a:pt x="69289" y="339127"/>
                  </a:lnTo>
                  <a:lnTo>
                    <a:pt x="68857" y="337890"/>
                  </a:lnTo>
                  <a:lnTo>
                    <a:pt x="67381" y="333655"/>
                  </a:lnTo>
                  <a:lnTo>
                    <a:pt x="64183" y="327787"/>
                  </a:lnTo>
                  <a:lnTo>
                    <a:pt x="65969" y="323432"/>
                  </a:lnTo>
                  <a:lnTo>
                    <a:pt x="63668" y="319211"/>
                  </a:lnTo>
                  <a:lnTo>
                    <a:pt x="61935" y="312879"/>
                  </a:lnTo>
                  <a:lnTo>
                    <a:pt x="61182" y="310130"/>
                  </a:lnTo>
                  <a:lnTo>
                    <a:pt x="52897" y="303521"/>
                  </a:lnTo>
                  <a:lnTo>
                    <a:pt x="45880" y="299035"/>
                  </a:lnTo>
                  <a:lnTo>
                    <a:pt x="45723" y="298935"/>
                  </a:lnTo>
                  <a:lnTo>
                    <a:pt x="38433" y="295487"/>
                  </a:lnTo>
                  <a:lnTo>
                    <a:pt x="36246" y="291608"/>
                  </a:lnTo>
                  <a:lnTo>
                    <a:pt x="33404" y="287991"/>
                  </a:lnTo>
                  <a:lnTo>
                    <a:pt x="30085" y="287716"/>
                  </a:lnTo>
                  <a:lnTo>
                    <a:pt x="27910" y="283836"/>
                  </a:lnTo>
                  <a:lnTo>
                    <a:pt x="27268" y="283347"/>
                  </a:lnTo>
                  <a:lnTo>
                    <a:pt x="20344" y="278069"/>
                  </a:lnTo>
                  <a:lnTo>
                    <a:pt x="18157" y="276479"/>
                  </a:lnTo>
                  <a:lnTo>
                    <a:pt x="13582" y="273147"/>
                  </a:lnTo>
                  <a:lnTo>
                    <a:pt x="13534" y="270508"/>
                  </a:lnTo>
                  <a:lnTo>
                    <a:pt x="13487" y="267945"/>
                  </a:lnTo>
                  <a:lnTo>
                    <a:pt x="10738" y="265243"/>
                  </a:lnTo>
                  <a:lnTo>
                    <a:pt x="7943" y="263363"/>
                  </a:lnTo>
                  <a:lnTo>
                    <a:pt x="7880" y="257829"/>
                  </a:lnTo>
                  <a:lnTo>
                    <a:pt x="6993" y="254476"/>
                  </a:lnTo>
                  <a:lnTo>
                    <a:pt x="3190" y="248377"/>
                  </a:lnTo>
                  <a:lnTo>
                    <a:pt x="1762" y="243278"/>
                  </a:lnTo>
                  <a:lnTo>
                    <a:pt x="0" y="23525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23963" y="3302913"/>
              <a:ext cx="258704" cy="447883"/>
            </a:xfrm>
            <a:custGeom>
              <a:avLst/>
              <a:pathLst>
                <a:path w="258704" h="447883">
                  <a:moveTo>
                    <a:pt x="13615" y="440239"/>
                  </a:moveTo>
                  <a:lnTo>
                    <a:pt x="14770" y="437454"/>
                  </a:lnTo>
                  <a:lnTo>
                    <a:pt x="15785" y="430018"/>
                  </a:lnTo>
                  <a:lnTo>
                    <a:pt x="13656" y="423107"/>
                  </a:lnTo>
                  <a:lnTo>
                    <a:pt x="16700" y="420067"/>
                  </a:lnTo>
                  <a:lnTo>
                    <a:pt x="18218" y="415203"/>
                  </a:lnTo>
                  <a:lnTo>
                    <a:pt x="20286" y="409481"/>
                  </a:lnTo>
                  <a:lnTo>
                    <a:pt x="15764" y="405348"/>
                  </a:lnTo>
                  <a:lnTo>
                    <a:pt x="15763" y="401960"/>
                  </a:lnTo>
                  <a:lnTo>
                    <a:pt x="15763" y="401216"/>
                  </a:lnTo>
                  <a:lnTo>
                    <a:pt x="20173" y="397313"/>
                  </a:lnTo>
                  <a:lnTo>
                    <a:pt x="25766" y="392452"/>
                  </a:lnTo>
                  <a:lnTo>
                    <a:pt x="29028" y="385324"/>
                  </a:lnTo>
                  <a:lnTo>
                    <a:pt x="30658" y="380065"/>
                  </a:lnTo>
                  <a:lnTo>
                    <a:pt x="31225" y="378232"/>
                  </a:lnTo>
                  <a:lnTo>
                    <a:pt x="32750" y="373374"/>
                  </a:lnTo>
                  <a:lnTo>
                    <a:pt x="37074" y="369380"/>
                  </a:lnTo>
                  <a:lnTo>
                    <a:pt x="36131" y="366470"/>
                  </a:lnTo>
                  <a:lnTo>
                    <a:pt x="36752" y="363708"/>
                  </a:lnTo>
                  <a:lnTo>
                    <a:pt x="37283" y="361340"/>
                  </a:lnTo>
                  <a:lnTo>
                    <a:pt x="37954" y="355909"/>
                  </a:lnTo>
                  <a:lnTo>
                    <a:pt x="43344" y="351110"/>
                  </a:lnTo>
                  <a:lnTo>
                    <a:pt x="45885" y="342341"/>
                  </a:lnTo>
                  <a:lnTo>
                    <a:pt x="43075" y="335571"/>
                  </a:lnTo>
                  <a:lnTo>
                    <a:pt x="41618" y="333082"/>
                  </a:lnTo>
                  <a:lnTo>
                    <a:pt x="40320" y="330860"/>
                  </a:lnTo>
                  <a:lnTo>
                    <a:pt x="41358" y="327530"/>
                  </a:lnTo>
                  <a:lnTo>
                    <a:pt x="41418" y="327339"/>
                  </a:lnTo>
                  <a:lnTo>
                    <a:pt x="40334" y="320784"/>
                  </a:lnTo>
                  <a:lnTo>
                    <a:pt x="35967" y="318341"/>
                  </a:lnTo>
                  <a:lnTo>
                    <a:pt x="35674" y="312562"/>
                  </a:lnTo>
                  <a:lnTo>
                    <a:pt x="30847" y="308634"/>
                  </a:lnTo>
                  <a:lnTo>
                    <a:pt x="29006" y="303054"/>
                  </a:lnTo>
                  <a:lnTo>
                    <a:pt x="28713" y="302165"/>
                  </a:lnTo>
                  <a:lnTo>
                    <a:pt x="33079" y="296863"/>
                  </a:lnTo>
                  <a:lnTo>
                    <a:pt x="31249" y="293339"/>
                  </a:lnTo>
                  <a:lnTo>
                    <a:pt x="30976" y="292133"/>
                  </a:lnTo>
                  <a:lnTo>
                    <a:pt x="29749" y="286720"/>
                  </a:lnTo>
                  <a:lnTo>
                    <a:pt x="31089" y="283647"/>
                  </a:lnTo>
                  <a:lnTo>
                    <a:pt x="34660" y="282316"/>
                  </a:lnTo>
                  <a:lnTo>
                    <a:pt x="32877" y="269876"/>
                  </a:lnTo>
                  <a:lnTo>
                    <a:pt x="32760" y="269084"/>
                  </a:lnTo>
                  <a:lnTo>
                    <a:pt x="30787" y="255762"/>
                  </a:lnTo>
                  <a:lnTo>
                    <a:pt x="29913" y="249871"/>
                  </a:lnTo>
                  <a:lnTo>
                    <a:pt x="26712" y="227532"/>
                  </a:lnTo>
                  <a:lnTo>
                    <a:pt x="24819" y="214362"/>
                  </a:lnTo>
                  <a:lnTo>
                    <a:pt x="24154" y="209522"/>
                  </a:lnTo>
                  <a:lnTo>
                    <a:pt x="22895" y="200374"/>
                  </a:lnTo>
                  <a:lnTo>
                    <a:pt x="21446" y="189852"/>
                  </a:lnTo>
                  <a:lnTo>
                    <a:pt x="18308" y="166652"/>
                  </a:lnTo>
                  <a:lnTo>
                    <a:pt x="18108" y="165181"/>
                  </a:lnTo>
                  <a:lnTo>
                    <a:pt x="17494" y="160649"/>
                  </a:lnTo>
                  <a:lnTo>
                    <a:pt x="14492" y="140014"/>
                  </a:lnTo>
                  <a:lnTo>
                    <a:pt x="12121" y="123761"/>
                  </a:lnTo>
                  <a:lnTo>
                    <a:pt x="10363" y="112014"/>
                  </a:lnTo>
                  <a:lnTo>
                    <a:pt x="10140" y="110530"/>
                  </a:lnTo>
                  <a:lnTo>
                    <a:pt x="8004" y="96065"/>
                  </a:lnTo>
                  <a:lnTo>
                    <a:pt x="6002" y="82540"/>
                  </a:lnTo>
                  <a:lnTo>
                    <a:pt x="3505" y="64898"/>
                  </a:lnTo>
                  <a:lnTo>
                    <a:pt x="2640" y="58804"/>
                  </a:lnTo>
                  <a:lnTo>
                    <a:pt x="0" y="40503"/>
                  </a:lnTo>
                  <a:lnTo>
                    <a:pt x="4593" y="43514"/>
                  </a:lnTo>
                  <a:lnTo>
                    <a:pt x="8536" y="41296"/>
                  </a:lnTo>
                  <a:lnTo>
                    <a:pt x="13267" y="46706"/>
                  </a:lnTo>
                  <a:lnTo>
                    <a:pt x="21316" y="46412"/>
                  </a:lnTo>
                  <a:lnTo>
                    <a:pt x="24130" y="45073"/>
                  </a:lnTo>
                  <a:lnTo>
                    <a:pt x="31171" y="41715"/>
                  </a:lnTo>
                  <a:lnTo>
                    <a:pt x="38232" y="38036"/>
                  </a:lnTo>
                  <a:lnTo>
                    <a:pt x="44788" y="32595"/>
                  </a:lnTo>
                  <a:lnTo>
                    <a:pt x="46422" y="31237"/>
                  </a:lnTo>
                  <a:lnTo>
                    <a:pt x="52285" y="26793"/>
                  </a:lnTo>
                  <a:lnTo>
                    <a:pt x="61781" y="25281"/>
                  </a:lnTo>
                  <a:lnTo>
                    <a:pt x="66305" y="24556"/>
                  </a:lnTo>
                  <a:lnTo>
                    <a:pt x="75086" y="23112"/>
                  </a:lnTo>
                  <a:lnTo>
                    <a:pt x="76787" y="22830"/>
                  </a:lnTo>
                  <a:lnTo>
                    <a:pt x="97665" y="19265"/>
                  </a:lnTo>
                  <a:lnTo>
                    <a:pt x="110050" y="17182"/>
                  </a:lnTo>
                  <a:lnTo>
                    <a:pt x="130584" y="13672"/>
                  </a:lnTo>
                  <a:lnTo>
                    <a:pt x="140532" y="11895"/>
                  </a:lnTo>
                  <a:lnTo>
                    <a:pt x="168302" y="6848"/>
                  </a:lnTo>
                  <a:lnTo>
                    <a:pt x="172783" y="6021"/>
                  </a:lnTo>
                  <a:lnTo>
                    <a:pt x="175506" y="5519"/>
                  </a:lnTo>
                  <a:lnTo>
                    <a:pt x="203551" y="275"/>
                  </a:lnTo>
                  <a:lnTo>
                    <a:pt x="205002" y="0"/>
                  </a:lnTo>
                  <a:lnTo>
                    <a:pt x="206173" y="6544"/>
                  </a:lnTo>
                  <a:lnTo>
                    <a:pt x="209321" y="23456"/>
                  </a:lnTo>
                  <a:lnTo>
                    <a:pt x="211292" y="34064"/>
                  </a:lnTo>
                  <a:lnTo>
                    <a:pt x="211628" y="35874"/>
                  </a:lnTo>
                  <a:lnTo>
                    <a:pt x="214187" y="49880"/>
                  </a:lnTo>
                  <a:lnTo>
                    <a:pt x="214529" y="51753"/>
                  </a:lnTo>
                  <a:lnTo>
                    <a:pt x="216967" y="65126"/>
                  </a:lnTo>
                  <a:lnTo>
                    <a:pt x="219414" y="78591"/>
                  </a:lnTo>
                  <a:lnTo>
                    <a:pt x="220650" y="85403"/>
                  </a:lnTo>
                  <a:lnTo>
                    <a:pt x="224243" y="105229"/>
                  </a:lnTo>
                  <a:lnTo>
                    <a:pt x="227060" y="121141"/>
                  </a:lnTo>
                  <a:lnTo>
                    <a:pt x="228330" y="128325"/>
                  </a:lnTo>
                  <a:lnTo>
                    <a:pt x="230915" y="143554"/>
                  </a:lnTo>
                  <a:lnTo>
                    <a:pt x="231628" y="147918"/>
                  </a:lnTo>
                  <a:lnTo>
                    <a:pt x="233793" y="161207"/>
                  </a:lnTo>
                  <a:lnTo>
                    <a:pt x="235006" y="168670"/>
                  </a:lnTo>
                  <a:lnTo>
                    <a:pt x="236738" y="179112"/>
                  </a:lnTo>
                  <a:lnTo>
                    <a:pt x="238229" y="188124"/>
                  </a:lnTo>
                  <a:lnTo>
                    <a:pt x="241443" y="207584"/>
                  </a:lnTo>
                  <a:lnTo>
                    <a:pt x="244170" y="223811"/>
                  </a:lnTo>
                  <a:lnTo>
                    <a:pt x="244954" y="228485"/>
                  </a:lnTo>
                  <a:lnTo>
                    <a:pt x="247183" y="241788"/>
                  </a:lnTo>
                  <a:lnTo>
                    <a:pt x="248618" y="250645"/>
                  </a:lnTo>
                  <a:lnTo>
                    <a:pt x="249908" y="258613"/>
                  </a:lnTo>
                  <a:lnTo>
                    <a:pt x="252076" y="271033"/>
                  </a:lnTo>
                  <a:lnTo>
                    <a:pt x="249376" y="274414"/>
                  </a:lnTo>
                  <a:lnTo>
                    <a:pt x="246962" y="277571"/>
                  </a:lnTo>
                  <a:lnTo>
                    <a:pt x="248879" y="279443"/>
                  </a:lnTo>
                  <a:lnTo>
                    <a:pt x="251630" y="282128"/>
                  </a:lnTo>
                  <a:lnTo>
                    <a:pt x="253655" y="285908"/>
                  </a:lnTo>
                  <a:lnTo>
                    <a:pt x="250826" y="290761"/>
                  </a:lnTo>
                  <a:lnTo>
                    <a:pt x="252001" y="291234"/>
                  </a:lnTo>
                  <a:lnTo>
                    <a:pt x="254963" y="292426"/>
                  </a:lnTo>
                  <a:lnTo>
                    <a:pt x="258704" y="293314"/>
                  </a:lnTo>
                  <a:lnTo>
                    <a:pt x="258143" y="295841"/>
                  </a:lnTo>
                  <a:lnTo>
                    <a:pt x="257936" y="296775"/>
                  </a:lnTo>
                  <a:lnTo>
                    <a:pt x="258322" y="303510"/>
                  </a:lnTo>
                  <a:lnTo>
                    <a:pt x="254772" y="303732"/>
                  </a:lnTo>
                  <a:lnTo>
                    <a:pt x="246643" y="306516"/>
                  </a:lnTo>
                  <a:lnTo>
                    <a:pt x="242360" y="309355"/>
                  </a:lnTo>
                  <a:lnTo>
                    <a:pt x="238634" y="311821"/>
                  </a:lnTo>
                  <a:lnTo>
                    <a:pt x="233507" y="317608"/>
                  </a:lnTo>
                  <a:lnTo>
                    <a:pt x="230443" y="318986"/>
                  </a:lnTo>
                  <a:lnTo>
                    <a:pt x="229127" y="318190"/>
                  </a:lnTo>
                  <a:lnTo>
                    <a:pt x="225775" y="316160"/>
                  </a:lnTo>
                  <a:lnTo>
                    <a:pt x="222543" y="314778"/>
                  </a:lnTo>
                  <a:lnTo>
                    <a:pt x="218127" y="316239"/>
                  </a:lnTo>
                  <a:lnTo>
                    <a:pt x="217485" y="316451"/>
                  </a:lnTo>
                  <a:lnTo>
                    <a:pt x="212738" y="317080"/>
                  </a:lnTo>
                  <a:lnTo>
                    <a:pt x="209292" y="320070"/>
                  </a:lnTo>
                  <a:lnTo>
                    <a:pt x="211011" y="325446"/>
                  </a:lnTo>
                  <a:lnTo>
                    <a:pt x="212249" y="331641"/>
                  </a:lnTo>
                  <a:lnTo>
                    <a:pt x="212830" y="332800"/>
                  </a:lnTo>
                  <a:lnTo>
                    <a:pt x="214762" y="336655"/>
                  </a:lnTo>
                  <a:lnTo>
                    <a:pt x="213750" y="339192"/>
                  </a:lnTo>
                  <a:lnTo>
                    <a:pt x="210812" y="341799"/>
                  </a:lnTo>
                  <a:lnTo>
                    <a:pt x="209469" y="345802"/>
                  </a:lnTo>
                  <a:lnTo>
                    <a:pt x="202700" y="348860"/>
                  </a:lnTo>
                  <a:lnTo>
                    <a:pt x="200564" y="352744"/>
                  </a:lnTo>
                  <a:lnTo>
                    <a:pt x="200190" y="356874"/>
                  </a:lnTo>
                  <a:lnTo>
                    <a:pt x="199844" y="360662"/>
                  </a:lnTo>
                  <a:lnTo>
                    <a:pt x="197656" y="366027"/>
                  </a:lnTo>
                  <a:lnTo>
                    <a:pt x="192738" y="369781"/>
                  </a:lnTo>
                  <a:lnTo>
                    <a:pt x="189098" y="369353"/>
                  </a:lnTo>
                  <a:lnTo>
                    <a:pt x="187288" y="369139"/>
                  </a:lnTo>
                  <a:lnTo>
                    <a:pt x="186122" y="373875"/>
                  </a:lnTo>
                  <a:lnTo>
                    <a:pt x="182562" y="379873"/>
                  </a:lnTo>
                  <a:lnTo>
                    <a:pt x="182609" y="380762"/>
                  </a:lnTo>
                  <a:lnTo>
                    <a:pt x="182992" y="387922"/>
                  </a:lnTo>
                  <a:lnTo>
                    <a:pt x="182954" y="396575"/>
                  </a:lnTo>
                  <a:lnTo>
                    <a:pt x="180828" y="398380"/>
                  </a:lnTo>
                  <a:lnTo>
                    <a:pt x="179065" y="399875"/>
                  </a:lnTo>
                  <a:lnTo>
                    <a:pt x="177556" y="401426"/>
                  </a:lnTo>
                  <a:lnTo>
                    <a:pt x="175004" y="404047"/>
                  </a:lnTo>
                  <a:lnTo>
                    <a:pt x="169385" y="400955"/>
                  </a:lnTo>
                  <a:lnTo>
                    <a:pt x="160309" y="401124"/>
                  </a:lnTo>
                  <a:lnTo>
                    <a:pt x="153306" y="394259"/>
                  </a:lnTo>
                  <a:lnTo>
                    <a:pt x="149120" y="389828"/>
                  </a:lnTo>
                  <a:lnTo>
                    <a:pt x="144202" y="393033"/>
                  </a:lnTo>
                  <a:lnTo>
                    <a:pt x="141046" y="397523"/>
                  </a:lnTo>
                  <a:lnTo>
                    <a:pt x="138647" y="402167"/>
                  </a:lnTo>
                  <a:lnTo>
                    <a:pt x="137392" y="402640"/>
                  </a:lnTo>
                  <a:lnTo>
                    <a:pt x="134768" y="403630"/>
                  </a:lnTo>
                  <a:lnTo>
                    <a:pt x="135589" y="410841"/>
                  </a:lnTo>
                  <a:lnTo>
                    <a:pt x="137874" y="417313"/>
                  </a:lnTo>
                  <a:lnTo>
                    <a:pt x="130544" y="418104"/>
                  </a:lnTo>
                  <a:lnTo>
                    <a:pt x="130141" y="423815"/>
                  </a:lnTo>
                  <a:lnTo>
                    <a:pt x="127422" y="422993"/>
                  </a:lnTo>
                  <a:lnTo>
                    <a:pt x="126416" y="422688"/>
                  </a:lnTo>
                  <a:lnTo>
                    <a:pt x="120924" y="421138"/>
                  </a:lnTo>
                  <a:lnTo>
                    <a:pt x="115308" y="415352"/>
                  </a:lnTo>
                  <a:lnTo>
                    <a:pt x="112206" y="411594"/>
                  </a:lnTo>
                  <a:lnTo>
                    <a:pt x="112008" y="411739"/>
                  </a:lnTo>
                  <a:lnTo>
                    <a:pt x="107390" y="415125"/>
                  </a:lnTo>
                  <a:lnTo>
                    <a:pt x="103762" y="419450"/>
                  </a:lnTo>
                  <a:lnTo>
                    <a:pt x="99882" y="421033"/>
                  </a:lnTo>
                  <a:lnTo>
                    <a:pt x="97354" y="422063"/>
                  </a:lnTo>
                  <a:lnTo>
                    <a:pt x="95387" y="427041"/>
                  </a:lnTo>
                  <a:lnTo>
                    <a:pt x="94907" y="432097"/>
                  </a:lnTo>
                  <a:lnTo>
                    <a:pt x="91946" y="438819"/>
                  </a:lnTo>
                  <a:lnTo>
                    <a:pt x="88789" y="435166"/>
                  </a:lnTo>
                  <a:lnTo>
                    <a:pt x="84857" y="432209"/>
                  </a:lnTo>
                  <a:lnTo>
                    <a:pt x="78420" y="430491"/>
                  </a:lnTo>
                  <a:lnTo>
                    <a:pt x="77083" y="429851"/>
                  </a:lnTo>
                  <a:lnTo>
                    <a:pt x="74108" y="428425"/>
                  </a:lnTo>
                  <a:lnTo>
                    <a:pt x="71661" y="427251"/>
                  </a:lnTo>
                  <a:lnTo>
                    <a:pt x="64143" y="424583"/>
                  </a:lnTo>
                  <a:lnTo>
                    <a:pt x="61878" y="426069"/>
                  </a:lnTo>
                  <a:lnTo>
                    <a:pt x="59045" y="427924"/>
                  </a:lnTo>
                  <a:lnTo>
                    <a:pt x="53743" y="428182"/>
                  </a:lnTo>
                  <a:lnTo>
                    <a:pt x="49518" y="431600"/>
                  </a:lnTo>
                  <a:lnTo>
                    <a:pt x="48787" y="436608"/>
                  </a:lnTo>
                  <a:lnTo>
                    <a:pt x="44233" y="436871"/>
                  </a:lnTo>
                  <a:lnTo>
                    <a:pt x="41308" y="434472"/>
                  </a:lnTo>
                  <a:lnTo>
                    <a:pt x="40336" y="433675"/>
                  </a:lnTo>
                  <a:lnTo>
                    <a:pt x="33774" y="436409"/>
                  </a:lnTo>
                  <a:lnTo>
                    <a:pt x="27931" y="432483"/>
                  </a:lnTo>
                  <a:lnTo>
                    <a:pt x="24149" y="434407"/>
                  </a:lnTo>
                  <a:lnTo>
                    <a:pt x="23971" y="435299"/>
                  </a:lnTo>
                  <a:lnTo>
                    <a:pt x="23346" y="438413"/>
                  </a:lnTo>
                  <a:lnTo>
                    <a:pt x="26851" y="443424"/>
                  </a:lnTo>
                  <a:lnTo>
                    <a:pt x="24654" y="446675"/>
                  </a:lnTo>
                  <a:lnTo>
                    <a:pt x="21985" y="447883"/>
                  </a:lnTo>
                  <a:lnTo>
                    <a:pt x="17081" y="446782"/>
                  </a:lnTo>
                  <a:lnTo>
                    <a:pt x="13124" y="4414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797814" y="3622558"/>
              <a:ext cx="590338" cy="307716"/>
            </a:xfrm>
            <a:custGeom>
              <a:avLst/>
              <a:pathLst>
                <a:path w="590338" h="307716">
                  <a:moveTo>
                    <a:pt x="6161" y="7881"/>
                  </a:moveTo>
                  <a:lnTo>
                    <a:pt x="22887" y="8288"/>
                  </a:lnTo>
                  <a:lnTo>
                    <a:pt x="44970" y="8770"/>
                  </a:lnTo>
                  <a:lnTo>
                    <a:pt x="54968" y="8951"/>
                  </a:lnTo>
                  <a:lnTo>
                    <a:pt x="61596" y="9062"/>
                  </a:lnTo>
                  <a:lnTo>
                    <a:pt x="63885" y="9099"/>
                  </a:lnTo>
                  <a:lnTo>
                    <a:pt x="81689" y="9377"/>
                  </a:lnTo>
                  <a:lnTo>
                    <a:pt x="104660" y="9630"/>
                  </a:lnTo>
                  <a:lnTo>
                    <a:pt x="106184" y="9647"/>
                  </a:lnTo>
                  <a:lnTo>
                    <a:pt x="126133" y="9844"/>
                  </a:lnTo>
                  <a:lnTo>
                    <a:pt x="147730" y="9950"/>
                  </a:lnTo>
                  <a:lnTo>
                    <a:pt x="148934" y="9953"/>
                  </a:lnTo>
                  <a:lnTo>
                    <a:pt x="176701" y="9968"/>
                  </a:lnTo>
                  <a:lnTo>
                    <a:pt x="190809" y="9883"/>
                  </a:lnTo>
                  <a:lnTo>
                    <a:pt x="191032" y="9882"/>
                  </a:lnTo>
                  <a:lnTo>
                    <a:pt x="200445" y="9808"/>
                  </a:lnTo>
                  <a:lnTo>
                    <a:pt x="225031" y="9604"/>
                  </a:lnTo>
                  <a:lnTo>
                    <a:pt x="232158" y="9527"/>
                  </a:lnTo>
                  <a:lnTo>
                    <a:pt x="233574" y="9510"/>
                  </a:lnTo>
                  <a:lnTo>
                    <a:pt x="259528" y="9145"/>
                  </a:lnTo>
                  <a:lnTo>
                    <a:pt x="268108" y="9001"/>
                  </a:lnTo>
                  <a:lnTo>
                    <a:pt x="276435" y="8858"/>
                  </a:lnTo>
                  <a:lnTo>
                    <a:pt x="293990" y="8521"/>
                  </a:lnTo>
                  <a:lnTo>
                    <a:pt x="309072" y="8192"/>
                  </a:lnTo>
                  <a:lnTo>
                    <a:pt x="320057" y="7934"/>
                  </a:lnTo>
                  <a:lnTo>
                    <a:pt x="328460" y="7723"/>
                  </a:lnTo>
                  <a:lnTo>
                    <a:pt x="331838" y="7635"/>
                  </a:lnTo>
                  <a:lnTo>
                    <a:pt x="359357" y="6853"/>
                  </a:lnTo>
                  <a:lnTo>
                    <a:pt x="362909" y="6747"/>
                  </a:lnTo>
                  <a:lnTo>
                    <a:pt x="390325" y="5863"/>
                  </a:lnTo>
                  <a:lnTo>
                    <a:pt x="397388" y="5605"/>
                  </a:lnTo>
                  <a:lnTo>
                    <a:pt x="400631" y="5484"/>
                  </a:lnTo>
                  <a:lnTo>
                    <a:pt x="405811" y="5294"/>
                  </a:lnTo>
                  <a:lnTo>
                    <a:pt x="431377" y="4296"/>
                  </a:lnTo>
                  <a:lnTo>
                    <a:pt x="431851" y="4276"/>
                  </a:lnTo>
                  <a:lnTo>
                    <a:pt x="448942" y="3549"/>
                  </a:lnTo>
                  <a:lnTo>
                    <a:pt x="455397" y="3272"/>
                  </a:lnTo>
                  <a:lnTo>
                    <a:pt x="465310" y="2781"/>
                  </a:lnTo>
                  <a:lnTo>
                    <a:pt x="466330" y="2733"/>
                  </a:lnTo>
                  <a:lnTo>
                    <a:pt x="483266" y="1918"/>
                  </a:lnTo>
                  <a:lnTo>
                    <a:pt x="483535" y="1904"/>
                  </a:lnTo>
                  <a:lnTo>
                    <a:pt x="517362" y="132"/>
                  </a:lnTo>
                  <a:lnTo>
                    <a:pt x="519766" y="0"/>
                  </a:lnTo>
                  <a:lnTo>
                    <a:pt x="525942" y="5239"/>
                  </a:lnTo>
                  <a:lnTo>
                    <a:pt x="532959" y="9643"/>
                  </a:lnTo>
                  <a:lnTo>
                    <a:pt x="537787" y="12711"/>
                  </a:lnTo>
                  <a:lnTo>
                    <a:pt x="542369" y="8889"/>
                  </a:lnTo>
                  <a:lnTo>
                    <a:pt x="544293" y="8654"/>
                  </a:lnTo>
                  <a:lnTo>
                    <a:pt x="547468" y="8265"/>
                  </a:lnTo>
                  <a:lnTo>
                    <a:pt x="549365" y="10556"/>
                  </a:lnTo>
                  <a:lnTo>
                    <a:pt x="553448" y="15263"/>
                  </a:lnTo>
                  <a:lnTo>
                    <a:pt x="553545" y="15836"/>
                  </a:lnTo>
                  <a:lnTo>
                    <a:pt x="554336" y="20535"/>
                  </a:lnTo>
                  <a:lnTo>
                    <a:pt x="555295" y="22810"/>
                  </a:lnTo>
                  <a:lnTo>
                    <a:pt x="552472" y="25522"/>
                  </a:lnTo>
                  <a:lnTo>
                    <a:pt x="546998" y="25946"/>
                  </a:lnTo>
                  <a:lnTo>
                    <a:pt x="547191" y="29589"/>
                  </a:lnTo>
                  <a:lnTo>
                    <a:pt x="542327" y="33217"/>
                  </a:lnTo>
                  <a:lnTo>
                    <a:pt x="542045" y="37137"/>
                  </a:lnTo>
                  <a:lnTo>
                    <a:pt x="541912" y="38991"/>
                  </a:lnTo>
                  <a:lnTo>
                    <a:pt x="539756" y="40946"/>
                  </a:lnTo>
                  <a:lnTo>
                    <a:pt x="537062" y="43376"/>
                  </a:lnTo>
                  <a:lnTo>
                    <a:pt x="538872" y="45327"/>
                  </a:lnTo>
                  <a:lnTo>
                    <a:pt x="542274" y="48989"/>
                  </a:lnTo>
                  <a:lnTo>
                    <a:pt x="547767" y="54017"/>
                  </a:lnTo>
                  <a:lnTo>
                    <a:pt x="549132" y="55812"/>
                  </a:lnTo>
                  <a:lnTo>
                    <a:pt x="550722" y="57900"/>
                  </a:lnTo>
                  <a:lnTo>
                    <a:pt x="555189" y="58351"/>
                  </a:lnTo>
                  <a:lnTo>
                    <a:pt x="554122" y="65259"/>
                  </a:lnTo>
                  <a:lnTo>
                    <a:pt x="558328" y="69958"/>
                  </a:lnTo>
                  <a:lnTo>
                    <a:pt x="560930" y="72990"/>
                  </a:lnTo>
                  <a:lnTo>
                    <a:pt x="563139" y="76405"/>
                  </a:lnTo>
                  <a:lnTo>
                    <a:pt x="563757" y="76840"/>
                  </a:lnTo>
                  <a:lnTo>
                    <a:pt x="567792" y="79676"/>
                  </a:lnTo>
                  <a:lnTo>
                    <a:pt x="572448" y="77976"/>
                  </a:lnTo>
                  <a:lnTo>
                    <a:pt x="576955" y="80442"/>
                  </a:lnTo>
                  <a:lnTo>
                    <a:pt x="578655" y="80441"/>
                  </a:lnTo>
                  <a:lnTo>
                    <a:pt x="579428" y="80440"/>
                  </a:lnTo>
                  <a:lnTo>
                    <a:pt x="578494" y="84637"/>
                  </a:lnTo>
                  <a:lnTo>
                    <a:pt x="578625" y="86983"/>
                  </a:lnTo>
                  <a:lnTo>
                    <a:pt x="578877" y="91514"/>
                  </a:lnTo>
                  <a:lnTo>
                    <a:pt x="579220" y="97689"/>
                  </a:lnTo>
                  <a:lnTo>
                    <a:pt x="579990" y="111031"/>
                  </a:lnTo>
                  <a:lnTo>
                    <a:pt x="580597" y="121590"/>
                  </a:lnTo>
                  <a:lnTo>
                    <a:pt x="580610" y="121847"/>
                  </a:lnTo>
                  <a:lnTo>
                    <a:pt x="581923" y="147682"/>
                  </a:lnTo>
                  <a:lnTo>
                    <a:pt x="582466" y="156486"/>
                  </a:lnTo>
                  <a:lnTo>
                    <a:pt x="583386" y="171442"/>
                  </a:lnTo>
                  <a:lnTo>
                    <a:pt x="584350" y="189056"/>
                  </a:lnTo>
                  <a:lnTo>
                    <a:pt x="584475" y="191335"/>
                  </a:lnTo>
                  <a:lnTo>
                    <a:pt x="584741" y="196216"/>
                  </a:lnTo>
                  <a:lnTo>
                    <a:pt x="586297" y="226505"/>
                  </a:lnTo>
                  <a:lnTo>
                    <a:pt x="586352" y="227407"/>
                  </a:lnTo>
                  <a:lnTo>
                    <a:pt x="586471" y="229342"/>
                  </a:lnTo>
                  <a:lnTo>
                    <a:pt x="587939" y="253375"/>
                  </a:lnTo>
                  <a:lnTo>
                    <a:pt x="588203" y="258005"/>
                  </a:lnTo>
                  <a:lnTo>
                    <a:pt x="588349" y="260556"/>
                  </a:lnTo>
                  <a:lnTo>
                    <a:pt x="589356" y="278207"/>
                  </a:lnTo>
                  <a:lnTo>
                    <a:pt x="589986" y="288446"/>
                  </a:lnTo>
                  <a:lnTo>
                    <a:pt x="590338" y="294177"/>
                  </a:lnTo>
                  <a:lnTo>
                    <a:pt x="582814" y="294668"/>
                  </a:lnTo>
                  <a:lnTo>
                    <a:pt x="560384" y="295972"/>
                  </a:lnTo>
                  <a:lnTo>
                    <a:pt x="559405" y="296031"/>
                  </a:lnTo>
                  <a:lnTo>
                    <a:pt x="554175" y="296344"/>
                  </a:lnTo>
                  <a:lnTo>
                    <a:pt x="534399" y="297490"/>
                  </a:lnTo>
                  <a:lnTo>
                    <a:pt x="527636" y="297866"/>
                  </a:lnTo>
                  <a:lnTo>
                    <a:pt x="518528" y="298361"/>
                  </a:lnTo>
                  <a:lnTo>
                    <a:pt x="514462" y="298577"/>
                  </a:lnTo>
                  <a:lnTo>
                    <a:pt x="497530" y="299454"/>
                  </a:lnTo>
                  <a:lnTo>
                    <a:pt x="486300" y="300011"/>
                  </a:lnTo>
                  <a:lnTo>
                    <a:pt x="483428" y="300152"/>
                  </a:lnTo>
                  <a:lnTo>
                    <a:pt x="480525" y="300293"/>
                  </a:lnTo>
                  <a:lnTo>
                    <a:pt x="463302" y="301106"/>
                  </a:lnTo>
                  <a:lnTo>
                    <a:pt x="440836" y="302123"/>
                  </a:lnTo>
                  <a:lnTo>
                    <a:pt x="438825" y="302203"/>
                  </a:lnTo>
                  <a:lnTo>
                    <a:pt x="420999" y="302887"/>
                  </a:lnTo>
                  <a:lnTo>
                    <a:pt x="393110" y="303908"/>
                  </a:lnTo>
                  <a:lnTo>
                    <a:pt x="389368" y="304039"/>
                  </a:lnTo>
                  <a:lnTo>
                    <a:pt x="370507" y="304666"/>
                  </a:lnTo>
                  <a:lnTo>
                    <a:pt x="364351" y="304857"/>
                  </a:lnTo>
                  <a:lnTo>
                    <a:pt x="339988" y="305557"/>
                  </a:lnTo>
                  <a:lnTo>
                    <a:pt x="337315" y="305632"/>
                  </a:lnTo>
                  <a:lnTo>
                    <a:pt x="317987" y="306147"/>
                  </a:lnTo>
                  <a:lnTo>
                    <a:pt x="312686" y="306276"/>
                  </a:lnTo>
                  <a:lnTo>
                    <a:pt x="293981" y="306698"/>
                  </a:lnTo>
                  <a:lnTo>
                    <a:pt x="293430" y="306710"/>
                  </a:lnTo>
                  <a:lnTo>
                    <a:pt x="278268" y="306934"/>
                  </a:lnTo>
                  <a:lnTo>
                    <a:pt x="258596" y="307174"/>
                  </a:lnTo>
                  <a:lnTo>
                    <a:pt x="242020" y="307382"/>
                  </a:lnTo>
                  <a:lnTo>
                    <a:pt x="231745" y="307490"/>
                  </a:lnTo>
                  <a:lnTo>
                    <a:pt x="209662" y="307667"/>
                  </a:lnTo>
                  <a:lnTo>
                    <a:pt x="205748" y="307681"/>
                  </a:lnTo>
                  <a:lnTo>
                    <a:pt x="198992" y="307701"/>
                  </a:lnTo>
                  <a:lnTo>
                    <a:pt x="189720" y="307716"/>
                  </a:lnTo>
                  <a:lnTo>
                    <a:pt x="162864" y="307630"/>
                  </a:lnTo>
                  <a:lnTo>
                    <a:pt x="162278" y="307631"/>
                  </a:lnTo>
                  <a:lnTo>
                    <a:pt x="155363" y="307641"/>
                  </a:lnTo>
                  <a:lnTo>
                    <a:pt x="118510" y="307574"/>
                  </a:lnTo>
                  <a:lnTo>
                    <a:pt x="112094" y="307584"/>
                  </a:lnTo>
                  <a:lnTo>
                    <a:pt x="94405" y="307581"/>
                  </a:lnTo>
                  <a:lnTo>
                    <a:pt x="87258" y="307542"/>
                  </a:lnTo>
                  <a:lnTo>
                    <a:pt x="77632" y="307477"/>
                  </a:lnTo>
                  <a:lnTo>
                    <a:pt x="66093" y="307381"/>
                  </a:lnTo>
                  <a:lnTo>
                    <a:pt x="44305" y="307181"/>
                  </a:lnTo>
                  <a:lnTo>
                    <a:pt x="38742" y="307112"/>
                  </a:lnTo>
                  <a:lnTo>
                    <a:pt x="11121" y="306701"/>
                  </a:lnTo>
                  <a:lnTo>
                    <a:pt x="1116" y="306522"/>
                  </a:lnTo>
                  <a:lnTo>
                    <a:pt x="0" y="306501"/>
                  </a:lnTo>
                  <a:lnTo>
                    <a:pt x="119" y="302339"/>
                  </a:lnTo>
                  <a:lnTo>
                    <a:pt x="274" y="295254"/>
                  </a:lnTo>
                  <a:lnTo>
                    <a:pt x="615" y="280224"/>
                  </a:lnTo>
                  <a:lnTo>
                    <a:pt x="912" y="267233"/>
                  </a:lnTo>
                  <a:lnTo>
                    <a:pt x="1490" y="241940"/>
                  </a:lnTo>
                  <a:lnTo>
                    <a:pt x="1671" y="234047"/>
                  </a:lnTo>
                  <a:lnTo>
                    <a:pt x="1697" y="232592"/>
                  </a:lnTo>
                  <a:lnTo>
                    <a:pt x="2367" y="195449"/>
                  </a:lnTo>
                  <a:lnTo>
                    <a:pt x="2678" y="180629"/>
                  </a:lnTo>
                  <a:lnTo>
                    <a:pt x="2691" y="180000"/>
                  </a:lnTo>
                  <a:lnTo>
                    <a:pt x="2933" y="168525"/>
                  </a:lnTo>
                  <a:lnTo>
                    <a:pt x="3417" y="145633"/>
                  </a:lnTo>
                  <a:lnTo>
                    <a:pt x="3591" y="137457"/>
                  </a:lnTo>
                  <a:lnTo>
                    <a:pt x="4330" y="102780"/>
                  </a:lnTo>
                  <a:lnTo>
                    <a:pt x="4480" y="94233"/>
                  </a:lnTo>
                  <a:lnTo>
                    <a:pt x="4903" y="70356"/>
                  </a:lnTo>
                  <a:lnTo>
                    <a:pt x="5279" y="51054"/>
                  </a:lnTo>
                  <a:lnTo>
                    <a:pt x="5290" y="50470"/>
                  </a:lnTo>
                  <a:lnTo>
                    <a:pt x="5766" y="261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39329" y="3595409"/>
              <a:ext cx="623440" cy="345263"/>
            </a:xfrm>
            <a:custGeom>
              <a:avLst/>
              <a:pathLst>
                <a:path w="623440" h="345263">
                  <a:moveTo>
                    <a:pt x="1867" y="337172"/>
                  </a:moveTo>
                  <a:lnTo>
                    <a:pt x="7532" y="337350"/>
                  </a:lnTo>
                  <a:lnTo>
                    <a:pt x="13688" y="336993"/>
                  </a:lnTo>
                  <a:lnTo>
                    <a:pt x="15438" y="330298"/>
                  </a:lnTo>
                  <a:lnTo>
                    <a:pt x="19805" y="329562"/>
                  </a:lnTo>
                  <a:lnTo>
                    <a:pt x="20031" y="329524"/>
                  </a:lnTo>
                  <a:lnTo>
                    <a:pt x="24518" y="333951"/>
                  </a:lnTo>
                  <a:lnTo>
                    <a:pt x="29033" y="334268"/>
                  </a:lnTo>
                  <a:lnTo>
                    <a:pt x="30729" y="327971"/>
                  </a:lnTo>
                  <a:lnTo>
                    <a:pt x="32408" y="324980"/>
                  </a:lnTo>
                  <a:lnTo>
                    <a:pt x="33134" y="323686"/>
                  </a:lnTo>
                  <a:lnTo>
                    <a:pt x="29287" y="318332"/>
                  </a:lnTo>
                  <a:lnTo>
                    <a:pt x="32667" y="313643"/>
                  </a:lnTo>
                  <a:lnTo>
                    <a:pt x="32366" y="310406"/>
                  </a:lnTo>
                  <a:lnTo>
                    <a:pt x="32338" y="310104"/>
                  </a:lnTo>
                  <a:lnTo>
                    <a:pt x="32297" y="303841"/>
                  </a:lnTo>
                  <a:lnTo>
                    <a:pt x="34038" y="298779"/>
                  </a:lnTo>
                  <a:lnTo>
                    <a:pt x="34834" y="292963"/>
                  </a:lnTo>
                  <a:lnTo>
                    <a:pt x="35030" y="291523"/>
                  </a:lnTo>
                  <a:lnTo>
                    <a:pt x="31825" y="289327"/>
                  </a:lnTo>
                  <a:lnTo>
                    <a:pt x="31706" y="285469"/>
                  </a:lnTo>
                  <a:lnTo>
                    <a:pt x="27810" y="280121"/>
                  </a:lnTo>
                  <a:lnTo>
                    <a:pt x="27659" y="279913"/>
                  </a:lnTo>
                  <a:lnTo>
                    <a:pt x="32656" y="272047"/>
                  </a:lnTo>
                  <a:lnTo>
                    <a:pt x="35512" y="266506"/>
                  </a:lnTo>
                  <a:lnTo>
                    <a:pt x="39881" y="262078"/>
                  </a:lnTo>
                  <a:lnTo>
                    <a:pt x="45550" y="260989"/>
                  </a:lnTo>
                  <a:lnTo>
                    <a:pt x="45698" y="260960"/>
                  </a:lnTo>
                  <a:lnTo>
                    <a:pt x="46040" y="261048"/>
                  </a:lnTo>
                  <a:lnTo>
                    <a:pt x="54291" y="263173"/>
                  </a:lnTo>
                  <a:lnTo>
                    <a:pt x="61785" y="266680"/>
                  </a:lnTo>
                  <a:lnTo>
                    <a:pt x="66969" y="267441"/>
                  </a:lnTo>
                  <a:lnTo>
                    <a:pt x="74341" y="269507"/>
                  </a:lnTo>
                  <a:lnTo>
                    <a:pt x="78997" y="271976"/>
                  </a:lnTo>
                  <a:lnTo>
                    <a:pt x="81723" y="273419"/>
                  </a:lnTo>
                  <a:lnTo>
                    <a:pt x="85195" y="272856"/>
                  </a:lnTo>
                  <a:lnTo>
                    <a:pt x="85759" y="272765"/>
                  </a:lnTo>
                  <a:lnTo>
                    <a:pt x="86408" y="272659"/>
                  </a:lnTo>
                  <a:lnTo>
                    <a:pt x="88664" y="269059"/>
                  </a:lnTo>
                  <a:lnTo>
                    <a:pt x="89641" y="263372"/>
                  </a:lnTo>
                  <a:lnTo>
                    <a:pt x="84707" y="256456"/>
                  </a:lnTo>
                  <a:lnTo>
                    <a:pt x="80116" y="249433"/>
                  </a:lnTo>
                  <a:lnTo>
                    <a:pt x="81793" y="243936"/>
                  </a:lnTo>
                  <a:lnTo>
                    <a:pt x="82738" y="237209"/>
                  </a:lnTo>
                  <a:lnTo>
                    <a:pt x="86430" y="234374"/>
                  </a:lnTo>
                  <a:lnTo>
                    <a:pt x="86647" y="234419"/>
                  </a:lnTo>
                  <a:lnTo>
                    <a:pt x="91738" y="235484"/>
                  </a:lnTo>
                  <a:lnTo>
                    <a:pt x="97546" y="229498"/>
                  </a:lnTo>
                  <a:lnTo>
                    <a:pt x="107840" y="226482"/>
                  </a:lnTo>
                  <a:lnTo>
                    <a:pt x="115522" y="223116"/>
                  </a:lnTo>
                  <a:lnTo>
                    <a:pt x="114958" y="221432"/>
                  </a:lnTo>
                  <a:lnTo>
                    <a:pt x="114104" y="218880"/>
                  </a:lnTo>
                  <a:lnTo>
                    <a:pt x="108485" y="214906"/>
                  </a:lnTo>
                  <a:lnTo>
                    <a:pt x="108384" y="214670"/>
                  </a:lnTo>
                  <a:lnTo>
                    <a:pt x="104947" y="206600"/>
                  </a:lnTo>
                  <a:lnTo>
                    <a:pt x="106669" y="201717"/>
                  </a:lnTo>
                  <a:lnTo>
                    <a:pt x="112127" y="196006"/>
                  </a:lnTo>
                  <a:lnTo>
                    <a:pt x="113964" y="189606"/>
                  </a:lnTo>
                  <a:lnTo>
                    <a:pt x="119054" y="190750"/>
                  </a:lnTo>
                  <a:lnTo>
                    <a:pt x="121823" y="189496"/>
                  </a:lnTo>
                  <a:lnTo>
                    <a:pt x="124104" y="186122"/>
                  </a:lnTo>
                  <a:lnTo>
                    <a:pt x="120467" y="180921"/>
                  </a:lnTo>
                  <a:lnTo>
                    <a:pt x="121115" y="177690"/>
                  </a:lnTo>
                  <a:lnTo>
                    <a:pt x="121300" y="176764"/>
                  </a:lnTo>
                  <a:lnTo>
                    <a:pt x="125225" y="174768"/>
                  </a:lnTo>
                  <a:lnTo>
                    <a:pt x="131288" y="178842"/>
                  </a:lnTo>
                  <a:lnTo>
                    <a:pt x="138098" y="176004"/>
                  </a:lnTo>
                  <a:lnTo>
                    <a:pt x="139107" y="176832"/>
                  </a:lnTo>
                  <a:lnTo>
                    <a:pt x="142143" y="179321"/>
                  </a:lnTo>
                  <a:lnTo>
                    <a:pt x="146868" y="179049"/>
                  </a:lnTo>
                  <a:lnTo>
                    <a:pt x="147627" y="173851"/>
                  </a:lnTo>
                  <a:lnTo>
                    <a:pt x="152012" y="170304"/>
                  </a:lnTo>
                  <a:lnTo>
                    <a:pt x="157514" y="170037"/>
                  </a:lnTo>
                  <a:lnTo>
                    <a:pt x="160454" y="168111"/>
                  </a:lnTo>
                  <a:lnTo>
                    <a:pt x="162805" y="166569"/>
                  </a:lnTo>
                  <a:lnTo>
                    <a:pt x="170607" y="169338"/>
                  </a:lnTo>
                  <a:lnTo>
                    <a:pt x="173146" y="170556"/>
                  </a:lnTo>
                  <a:lnTo>
                    <a:pt x="176233" y="172036"/>
                  </a:lnTo>
                  <a:lnTo>
                    <a:pt x="177621" y="172700"/>
                  </a:lnTo>
                  <a:lnTo>
                    <a:pt x="184301" y="174483"/>
                  </a:lnTo>
                  <a:lnTo>
                    <a:pt x="188382" y="177551"/>
                  </a:lnTo>
                  <a:lnTo>
                    <a:pt x="191659" y="181343"/>
                  </a:lnTo>
                  <a:lnTo>
                    <a:pt x="194731" y="174367"/>
                  </a:lnTo>
                  <a:lnTo>
                    <a:pt x="195229" y="169120"/>
                  </a:lnTo>
                  <a:lnTo>
                    <a:pt x="197270" y="163954"/>
                  </a:lnTo>
                  <a:lnTo>
                    <a:pt x="199894" y="162885"/>
                  </a:lnTo>
                  <a:lnTo>
                    <a:pt x="203921" y="161242"/>
                  </a:lnTo>
                  <a:lnTo>
                    <a:pt x="207685" y="156754"/>
                  </a:lnTo>
                  <a:lnTo>
                    <a:pt x="212479" y="153240"/>
                  </a:lnTo>
                  <a:lnTo>
                    <a:pt x="212684" y="153090"/>
                  </a:lnTo>
                  <a:lnTo>
                    <a:pt x="215903" y="156989"/>
                  </a:lnTo>
                  <a:lnTo>
                    <a:pt x="221731" y="162994"/>
                  </a:lnTo>
                  <a:lnTo>
                    <a:pt x="227430" y="164603"/>
                  </a:lnTo>
                  <a:lnTo>
                    <a:pt x="228475" y="164919"/>
                  </a:lnTo>
                  <a:lnTo>
                    <a:pt x="231296" y="165772"/>
                  </a:lnTo>
                  <a:lnTo>
                    <a:pt x="231715" y="159845"/>
                  </a:lnTo>
                  <a:lnTo>
                    <a:pt x="239321" y="159024"/>
                  </a:lnTo>
                  <a:lnTo>
                    <a:pt x="236950" y="152307"/>
                  </a:lnTo>
                  <a:lnTo>
                    <a:pt x="236098" y="144824"/>
                  </a:lnTo>
                  <a:lnTo>
                    <a:pt x="238821" y="143798"/>
                  </a:lnTo>
                  <a:lnTo>
                    <a:pt x="240124" y="143306"/>
                  </a:lnTo>
                  <a:lnTo>
                    <a:pt x="242647" y="138439"/>
                  </a:lnTo>
                  <a:lnTo>
                    <a:pt x="245889" y="133827"/>
                  </a:lnTo>
                  <a:lnTo>
                    <a:pt x="250993" y="130501"/>
                  </a:lnTo>
                  <a:lnTo>
                    <a:pt x="255337" y="135100"/>
                  </a:lnTo>
                  <a:lnTo>
                    <a:pt x="262604" y="142224"/>
                  </a:lnTo>
                  <a:lnTo>
                    <a:pt x="272023" y="142048"/>
                  </a:lnTo>
                  <a:lnTo>
                    <a:pt x="277854" y="145257"/>
                  </a:lnTo>
                  <a:lnTo>
                    <a:pt x="280503" y="142538"/>
                  </a:lnTo>
                  <a:lnTo>
                    <a:pt x="282069" y="140928"/>
                  </a:lnTo>
                  <a:lnTo>
                    <a:pt x="283898" y="139376"/>
                  </a:lnTo>
                  <a:lnTo>
                    <a:pt x="286104" y="137503"/>
                  </a:lnTo>
                  <a:lnTo>
                    <a:pt x="286144" y="128523"/>
                  </a:lnTo>
                  <a:lnTo>
                    <a:pt x="285747" y="121092"/>
                  </a:lnTo>
                  <a:lnTo>
                    <a:pt x="285697" y="120170"/>
                  </a:lnTo>
                  <a:lnTo>
                    <a:pt x="289392" y="113946"/>
                  </a:lnTo>
                  <a:lnTo>
                    <a:pt x="290602" y="109030"/>
                  </a:lnTo>
                  <a:lnTo>
                    <a:pt x="292481" y="109252"/>
                  </a:lnTo>
                  <a:lnTo>
                    <a:pt x="296258" y="109697"/>
                  </a:lnTo>
                  <a:lnTo>
                    <a:pt x="301362" y="105801"/>
                  </a:lnTo>
                  <a:lnTo>
                    <a:pt x="303633" y="100233"/>
                  </a:lnTo>
                  <a:lnTo>
                    <a:pt x="303991" y="96302"/>
                  </a:lnTo>
                  <a:lnTo>
                    <a:pt x="304380" y="92016"/>
                  </a:lnTo>
                  <a:lnTo>
                    <a:pt x="306597" y="87985"/>
                  </a:lnTo>
                  <a:lnTo>
                    <a:pt x="313621" y="84812"/>
                  </a:lnTo>
                  <a:lnTo>
                    <a:pt x="315015" y="80657"/>
                  </a:lnTo>
                  <a:lnTo>
                    <a:pt x="318074" y="77929"/>
                  </a:lnTo>
                  <a:lnTo>
                    <a:pt x="319115" y="75319"/>
                  </a:lnTo>
                  <a:lnTo>
                    <a:pt x="317109" y="71318"/>
                  </a:lnTo>
                  <a:lnTo>
                    <a:pt x="316507" y="70115"/>
                  </a:lnTo>
                  <a:lnTo>
                    <a:pt x="315221" y="63687"/>
                  </a:lnTo>
                  <a:lnTo>
                    <a:pt x="313438" y="58107"/>
                  </a:lnTo>
                  <a:lnTo>
                    <a:pt x="317014" y="55004"/>
                  </a:lnTo>
                  <a:lnTo>
                    <a:pt x="321940" y="54351"/>
                  </a:lnTo>
                  <a:lnTo>
                    <a:pt x="322606" y="54131"/>
                  </a:lnTo>
                  <a:lnTo>
                    <a:pt x="327189" y="52615"/>
                  </a:lnTo>
                  <a:lnTo>
                    <a:pt x="330543" y="54050"/>
                  </a:lnTo>
                  <a:lnTo>
                    <a:pt x="334022" y="56156"/>
                  </a:lnTo>
                  <a:lnTo>
                    <a:pt x="335388" y="56982"/>
                  </a:lnTo>
                  <a:lnTo>
                    <a:pt x="338568" y="55553"/>
                  </a:lnTo>
                  <a:lnTo>
                    <a:pt x="343888" y="49547"/>
                  </a:lnTo>
                  <a:lnTo>
                    <a:pt x="347756" y="46987"/>
                  </a:lnTo>
                  <a:lnTo>
                    <a:pt x="352200" y="44041"/>
                  </a:lnTo>
                  <a:lnTo>
                    <a:pt x="360636" y="41153"/>
                  </a:lnTo>
                  <a:lnTo>
                    <a:pt x="364320" y="40921"/>
                  </a:lnTo>
                  <a:lnTo>
                    <a:pt x="363919" y="33932"/>
                  </a:lnTo>
                  <a:lnTo>
                    <a:pt x="364135" y="32962"/>
                  </a:lnTo>
                  <a:lnTo>
                    <a:pt x="364717" y="30341"/>
                  </a:lnTo>
                  <a:lnTo>
                    <a:pt x="360834" y="29419"/>
                  </a:lnTo>
                  <a:lnTo>
                    <a:pt x="357761" y="28182"/>
                  </a:lnTo>
                  <a:lnTo>
                    <a:pt x="356541" y="27691"/>
                  </a:lnTo>
                  <a:lnTo>
                    <a:pt x="359477" y="22654"/>
                  </a:lnTo>
                  <a:lnTo>
                    <a:pt x="357375" y="18732"/>
                  </a:lnTo>
                  <a:lnTo>
                    <a:pt x="354520" y="15945"/>
                  </a:lnTo>
                  <a:lnTo>
                    <a:pt x="352531" y="14002"/>
                  </a:lnTo>
                  <a:lnTo>
                    <a:pt x="355036" y="10726"/>
                  </a:lnTo>
                  <a:lnTo>
                    <a:pt x="357839" y="7218"/>
                  </a:lnTo>
                  <a:lnTo>
                    <a:pt x="362722" y="1729"/>
                  </a:lnTo>
                  <a:lnTo>
                    <a:pt x="365986" y="2726"/>
                  </a:lnTo>
                  <a:lnTo>
                    <a:pt x="366196" y="2903"/>
                  </a:lnTo>
                  <a:lnTo>
                    <a:pt x="369627" y="5804"/>
                  </a:lnTo>
                  <a:lnTo>
                    <a:pt x="374500" y="7066"/>
                  </a:lnTo>
                  <a:lnTo>
                    <a:pt x="375747" y="7389"/>
                  </a:lnTo>
                  <a:lnTo>
                    <a:pt x="379912" y="3744"/>
                  </a:lnTo>
                  <a:lnTo>
                    <a:pt x="383479" y="2805"/>
                  </a:lnTo>
                  <a:lnTo>
                    <a:pt x="384507" y="2533"/>
                  </a:lnTo>
                  <a:lnTo>
                    <a:pt x="385280" y="822"/>
                  </a:lnTo>
                  <a:lnTo>
                    <a:pt x="386725" y="0"/>
                  </a:lnTo>
                  <a:lnTo>
                    <a:pt x="388232" y="511"/>
                  </a:lnTo>
                  <a:lnTo>
                    <a:pt x="389812" y="3547"/>
                  </a:lnTo>
                  <a:lnTo>
                    <a:pt x="393133" y="7027"/>
                  </a:lnTo>
                  <a:lnTo>
                    <a:pt x="399559" y="7863"/>
                  </a:lnTo>
                  <a:lnTo>
                    <a:pt x="400125" y="8507"/>
                  </a:lnTo>
                  <a:lnTo>
                    <a:pt x="402667" y="11399"/>
                  </a:lnTo>
                  <a:lnTo>
                    <a:pt x="404056" y="14843"/>
                  </a:lnTo>
                  <a:lnTo>
                    <a:pt x="410069" y="21927"/>
                  </a:lnTo>
                  <a:lnTo>
                    <a:pt x="410165" y="22540"/>
                  </a:lnTo>
                  <a:lnTo>
                    <a:pt x="410699" y="25944"/>
                  </a:lnTo>
                  <a:lnTo>
                    <a:pt x="411527" y="27197"/>
                  </a:lnTo>
                  <a:lnTo>
                    <a:pt x="413071" y="29532"/>
                  </a:lnTo>
                  <a:lnTo>
                    <a:pt x="419746" y="30014"/>
                  </a:lnTo>
                  <a:lnTo>
                    <a:pt x="426919" y="30596"/>
                  </a:lnTo>
                  <a:lnTo>
                    <a:pt x="432570" y="27769"/>
                  </a:lnTo>
                  <a:lnTo>
                    <a:pt x="436931" y="28283"/>
                  </a:lnTo>
                  <a:lnTo>
                    <a:pt x="439041" y="28666"/>
                  </a:lnTo>
                  <a:lnTo>
                    <a:pt x="443626" y="29497"/>
                  </a:lnTo>
                  <a:lnTo>
                    <a:pt x="445796" y="32949"/>
                  </a:lnTo>
                  <a:lnTo>
                    <a:pt x="450318" y="34284"/>
                  </a:lnTo>
                  <a:lnTo>
                    <a:pt x="451991" y="38060"/>
                  </a:lnTo>
                  <a:lnTo>
                    <a:pt x="457813" y="39104"/>
                  </a:lnTo>
                  <a:lnTo>
                    <a:pt x="460130" y="39518"/>
                  </a:lnTo>
                  <a:lnTo>
                    <a:pt x="462560" y="37738"/>
                  </a:lnTo>
                  <a:lnTo>
                    <a:pt x="462856" y="37521"/>
                  </a:lnTo>
                  <a:lnTo>
                    <a:pt x="463457" y="33440"/>
                  </a:lnTo>
                  <a:lnTo>
                    <a:pt x="470658" y="29498"/>
                  </a:lnTo>
                  <a:lnTo>
                    <a:pt x="478910" y="31419"/>
                  </a:lnTo>
                  <a:lnTo>
                    <a:pt x="484309" y="31185"/>
                  </a:lnTo>
                  <a:lnTo>
                    <a:pt x="489649" y="34347"/>
                  </a:lnTo>
                  <a:lnTo>
                    <a:pt x="492905" y="36256"/>
                  </a:lnTo>
                  <a:lnTo>
                    <a:pt x="494444" y="34416"/>
                  </a:lnTo>
                  <a:lnTo>
                    <a:pt x="496155" y="32367"/>
                  </a:lnTo>
                  <a:lnTo>
                    <a:pt x="501791" y="32121"/>
                  </a:lnTo>
                  <a:lnTo>
                    <a:pt x="504955" y="29272"/>
                  </a:lnTo>
                  <a:lnTo>
                    <a:pt x="505669" y="25670"/>
                  </a:lnTo>
                  <a:lnTo>
                    <a:pt x="510638" y="20613"/>
                  </a:lnTo>
                  <a:lnTo>
                    <a:pt x="511442" y="19507"/>
                  </a:lnTo>
                  <a:lnTo>
                    <a:pt x="512683" y="17799"/>
                  </a:lnTo>
                  <a:lnTo>
                    <a:pt x="518011" y="15231"/>
                  </a:lnTo>
                  <a:lnTo>
                    <a:pt x="522146" y="12957"/>
                  </a:lnTo>
                  <a:lnTo>
                    <a:pt x="524394" y="16627"/>
                  </a:lnTo>
                  <a:lnTo>
                    <a:pt x="525357" y="20843"/>
                  </a:lnTo>
                  <a:lnTo>
                    <a:pt x="528378" y="28322"/>
                  </a:lnTo>
                  <a:lnTo>
                    <a:pt x="532290" y="31010"/>
                  </a:lnTo>
                  <a:lnTo>
                    <a:pt x="533415" y="31783"/>
                  </a:lnTo>
                  <a:lnTo>
                    <a:pt x="539682" y="31069"/>
                  </a:lnTo>
                  <a:lnTo>
                    <a:pt x="544575" y="34658"/>
                  </a:lnTo>
                  <a:lnTo>
                    <a:pt x="545686" y="35277"/>
                  </a:lnTo>
                  <a:lnTo>
                    <a:pt x="550060" y="37713"/>
                  </a:lnTo>
                  <a:lnTo>
                    <a:pt x="553247" y="43111"/>
                  </a:lnTo>
                  <a:lnTo>
                    <a:pt x="554504" y="51300"/>
                  </a:lnTo>
                  <a:lnTo>
                    <a:pt x="557253" y="53915"/>
                  </a:lnTo>
                  <a:lnTo>
                    <a:pt x="557846" y="61178"/>
                  </a:lnTo>
                  <a:lnTo>
                    <a:pt x="557777" y="62081"/>
                  </a:lnTo>
                  <a:lnTo>
                    <a:pt x="557440" y="66497"/>
                  </a:lnTo>
                  <a:lnTo>
                    <a:pt x="556575" y="73957"/>
                  </a:lnTo>
                  <a:lnTo>
                    <a:pt x="564386" y="80181"/>
                  </a:lnTo>
                  <a:lnTo>
                    <a:pt x="573138" y="87783"/>
                  </a:lnTo>
                  <a:lnTo>
                    <a:pt x="572752" y="92078"/>
                  </a:lnTo>
                  <a:lnTo>
                    <a:pt x="572534" y="94499"/>
                  </a:lnTo>
                  <a:lnTo>
                    <a:pt x="579145" y="97982"/>
                  </a:lnTo>
                  <a:lnTo>
                    <a:pt x="581429" y="100715"/>
                  </a:lnTo>
                  <a:lnTo>
                    <a:pt x="584648" y="104564"/>
                  </a:lnTo>
                  <a:lnTo>
                    <a:pt x="588997" y="107970"/>
                  </a:lnTo>
                  <a:lnTo>
                    <a:pt x="589892" y="109566"/>
                  </a:lnTo>
                  <a:lnTo>
                    <a:pt x="593180" y="115431"/>
                  </a:lnTo>
                  <a:lnTo>
                    <a:pt x="599665" y="117661"/>
                  </a:lnTo>
                  <a:lnTo>
                    <a:pt x="607885" y="122242"/>
                  </a:lnTo>
                  <a:lnTo>
                    <a:pt x="615343" y="126182"/>
                  </a:lnTo>
                  <a:lnTo>
                    <a:pt x="623440" y="125137"/>
                  </a:lnTo>
                  <a:lnTo>
                    <a:pt x="607555" y="146530"/>
                  </a:lnTo>
                  <a:lnTo>
                    <a:pt x="600191" y="156384"/>
                  </a:lnTo>
                  <a:lnTo>
                    <a:pt x="599858" y="156869"/>
                  </a:lnTo>
                  <a:lnTo>
                    <a:pt x="597102" y="160883"/>
                  </a:lnTo>
                  <a:lnTo>
                    <a:pt x="589742" y="164810"/>
                  </a:lnTo>
                  <a:lnTo>
                    <a:pt x="581923" y="171148"/>
                  </a:lnTo>
                  <a:lnTo>
                    <a:pt x="581583" y="171423"/>
                  </a:lnTo>
                  <a:lnTo>
                    <a:pt x="581069" y="171940"/>
                  </a:lnTo>
                  <a:lnTo>
                    <a:pt x="569369" y="183651"/>
                  </a:lnTo>
                  <a:lnTo>
                    <a:pt x="570805" y="189268"/>
                  </a:lnTo>
                  <a:lnTo>
                    <a:pt x="569117" y="193339"/>
                  </a:lnTo>
                  <a:lnTo>
                    <a:pt x="564026" y="196265"/>
                  </a:lnTo>
                  <a:lnTo>
                    <a:pt x="560226" y="200684"/>
                  </a:lnTo>
                  <a:lnTo>
                    <a:pt x="561635" y="206235"/>
                  </a:lnTo>
                  <a:lnTo>
                    <a:pt x="560560" y="209070"/>
                  </a:lnTo>
                  <a:lnTo>
                    <a:pt x="559883" y="210856"/>
                  </a:lnTo>
                  <a:lnTo>
                    <a:pt x="550768" y="216573"/>
                  </a:lnTo>
                  <a:lnTo>
                    <a:pt x="545421" y="217316"/>
                  </a:lnTo>
                  <a:lnTo>
                    <a:pt x="543224" y="223744"/>
                  </a:lnTo>
                  <a:lnTo>
                    <a:pt x="542453" y="229714"/>
                  </a:lnTo>
                  <a:lnTo>
                    <a:pt x="534373" y="233143"/>
                  </a:lnTo>
                  <a:lnTo>
                    <a:pt x="522579" y="239953"/>
                  </a:lnTo>
                  <a:lnTo>
                    <a:pt x="518736" y="242963"/>
                  </a:lnTo>
                  <a:lnTo>
                    <a:pt x="516680" y="243383"/>
                  </a:lnTo>
                  <a:lnTo>
                    <a:pt x="511116" y="244515"/>
                  </a:lnTo>
                  <a:lnTo>
                    <a:pt x="504374" y="249365"/>
                  </a:lnTo>
                  <a:lnTo>
                    <a:pt x="499879" y="253889"/>
                  </a:lnTo>
                  <a:lnTo>
                    <a:pt x="498938" y="256071"/>
                  </a:lnTo>
                  <a:lnTo>
                    <a:pt x="481687" y="259038"/>
                  </a:lnTo>
                  <a:lnTo>
                    <a:pt x="478599" y="259508"/>
                  </a:lnTo>
                  <a:lnTo>
                    <a:pt x="473748" y="260244"/>
                  </a:lnTo>
                  <a:lnTo>
                    <a:pt x="453490" y="263868"/>
                  </a:lnTo>
                  <a:lnTo>
                    <a:pt x="450610" y="264357"/>
                  </a:lnTo>
                  <a:lnTo>
                    <a:pt x="430387" y="267756"/>
                  </a:lnTo>
                  <a:lnTo>
                    <a:pt x="406733" y="271444"/>
                  </a:lnTo>
                  <a:lnTo>
                    <a:pt x="406143" y="271535"/>
                  </a:lnTo>
                  <a:lnTo>
                    <a:pt x="392575" y="273019"/>
                  </a:lnTo>
                  <a:lnTo>
                    <a:pt x="389925" y="273282"/>
                  </a:lnTo>
                  <a:lnTo>
                    <a:pt x="379531" y="274303"/>
                  </a:lnTo>
                  <a:lnTo>
                    <a:pt x="364226" y="276646"/>
                  </a:lnTo>
                  <a:lnTo>
                    <a:pt x="363007" y="276831"/>
                  </a:lnTo>
                  <a:lnTo>
                    <a:pt x="362573" y="276941"/>
                  </a:lnTo>
                  <a:lnTo>
                    <a:pt x="350813" y="279910"/>
                  </a:lnTo>
                  <a:lnTo>
                    <a:pt x="346466" y="281002"/>
                  </a:lnTo>
                  <a:lnTo>
                    <a:pt x="325748" y="284013"/>
                  </a:lnTo>
                  <a:lnTo>
                    <a:pt x="320923" y="284704"/>
                  </a:lnTo>
                  <a:lnTo>
                    <a:pt x="313663" y="285737"/>
                  </a:lnTo>
                  <a:lnTo>
                    <a:pt x="304947" y="286675"/>
                  </a:lnTo>
                  <a:lnTo>
                    <a:pt x="295856" y="287643"/>
                  </a:lnTo>
                  <a:lnTo>
                    <a:pt x="285286" y="288824"/>
                  </a:lnTo>
                  <a:lnTo>
                    <a:pt x="267674" y="290757"/>
                  </a:lnTo>
                  <a:lnTo>
                    <a:pt x="259439" y="291645"/>
                  </a:lnTo>
                  <a:lnTo>
                    <a:pt x="255974" y="293779"/>
                  </a:lnTo>
                  <a:lnTo>
                    <a:pt x="255016" y="293635"/>
                  </a:lnTo>
                  <a:lnTo>
                    <a:pt x="251075" y="293038"/>
                  </a:lnTo>
                  <a:lnTo>
                    <a:pt x="237810" y="295536"/>
                  </a:lnTo>
                  <a:lnTo>
                    <a:pt x="233602" y="296323"/>
                  </a:lnTo>
                  <a:lnTo>
                    <a:pt x="212598" y="299943"/>
                  </a:lnTo>
                  <a:lnTo>
                    <a:pt x="208004" y="300726"/>
                  </a:lnTo>
                  <a:lnTo>
                    <a:pt x="189259" y="303888"/>
                  </a:lnTo>
                  <a:lnTo>
                    <a:pt x="188256" y="304056"/>
                  </a:lnTo>
                  <a:lnTo>
                    <a:pt x="163354" y="308174"/>
                  </a:lnTo>
                  <a:lnTo>
                    <a:pt x="158858" y="308971"/>
                  </a:lnTo>
                  <a:lnTo>
                    <a:pt x="145375" y="311344"/>
                  </a:lnTo>
                  <a:lnTo>
                    <a:pt x="145250" y="308064"/>
                  </a:lnTo>
                  <a:lnTo>
                    <a:pt x="131255" y="308653"/>
                  </a:lnTo>
                  <a:lnTo>
                    <a:pt x="126240" y="309256"/>
                  </a:lnTo>
                  <a:lnTo>
                    <a:pt x="128168" y="314137"/>
                  </a:lnTo>
                  <a:lnTo>
                    <a:pt x="131141" y="322234"/>
                  </a:lnTo>
                  <a:lnTo>
                    <a:pt x="130443" y="327928"/>
                  </a:lnTo>
                  <a:lnTo>
                    <a:pt x="130198" y="327970"/>
                  </a:lnTo>
                  <a:lnTo>
                    <a:pt x="123901" y="329028"/>
                  </a:lnTo>
                  <a:lnTo>
                    <a:pt x="92985" y="333074"/>
                  </a:lnTo>
                  <a:lnTo>
                    <a:pt x="91032" y="333325"/>
                  </a:lnTo>
                  <a:lnTo>
                    <a:pt x="90653" y="333376"/>
                  </a:lnTo>
                  <a:lnTo>
                    <a:pt x="64983" y="336816"/>
                  </a:lnTo>
                  <a:lnTo>
                    <a:pt x="64093" y="336934"/>
                  </a:lnTo>
                  <a:lnTo>
                    <a:pt x="63459" y="337017"/>
                  </a:lnTo>
                  <a:lnTo>
                    <a:pt x="52355" y="338474"/>
                  </a:lnTo>
                  <a:lnTo>
                    <a:pt x="31199" y="340871"/>
                  </a:lnTo>
                  <a:lnTo>
                    <a:pt x="19810" y="342799"/>
                  </a:lnTo>
                  <a:lnTo>
                    <a:pt x="13670" y="343830"/>
                  </a:lnTo>
                  <a:lnTo>
                    <a:pt x="3250" y="345263"/>
                  </a:lnTo>
                  <a:lnTo>
                    <a:pt x="0" y="3413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28672" y="4419785"/>
              <a:ext cx="635732" cy="533344"/>
            </a:xfrm>
            <a:custGeom>
              <a:avLst/>
              <a:pathLst>
                <a:path w="635732" h="533344">
                  <a:moveTo>
                    <a:pt x="2735" y="71115"/>
                  </a:moveTo>
                  <a:lnTo>
                    <a:pt x="1861" y="56894"/>
                  </a:lnTo>
                  <a:lnTo>
                    <a:pt x="1160" y="45508"/>
                  </a:lnTo>
                  <a:lnTo>
                    <a:pt x="0" y="26696"/>
                  </a:lnTo>
                  <a:lnTo>
                    <a:pt x="26316" y="24799"/>
                  </a:lnTo>
                  <a:lnTo>
                    <a:pt x="27177" y="24736"/>
                  </a:lnTo>
                  <a:lnTo>
                    <a:pt x="36839" y="24021"/>
                  </a:lnTo>
                  <a:lnTo>
                    <a:pt x="60150" y="22374"/>
                  </a:lnTo>
                  <a:lnTo>
                    <a:pt x="63656" y="22122"/>
                  </a:lnTo>
                  <a:lnTo>
                    <a:pt x="76725" y="21170"/>
                  </a:lnTo>
                  <a:lnTo>
                    <a:pt x="92677" y="19947"/>
                  </a:lnTo>
                  <a:lnTo>
                    <a:pt x="97427" y="19578"/>
                  </a:lnTo>
                  <a:lnTo>
                    <a:pt x="121456" y="17726"/>
                  </a:lnTo>
                  <a:lnTo>
                    <a:pt x="123487" y="17566"/>
                  </a:lnTo>
                  <a:lnTo>
                    <a:pt x="151879" y="15573"/>
                  </a:lnTo>
                  <a:lnTo>
                    <a:pt x="152016" y="15563"/>
                  </a:lnTo>
                  <a:lnTo>
                    <a:pt x="177606" y="13640"/>
                  </a:lnTo>
                  <a:lnTo>
                    <a:pt x="209688" y="11184"/>
                  </a:lnTo>
                  <a:lnTo>
                    <a:pt x="227395" y="9632"/>
                  </a:lnTo>
                  <a:lnTo>
                    <a:pt x="249690" y="7632"/>
                  </a:lnTo>
                  <a:lnTo>
                    <a:pt x="294073" y="3504"/>
                  </a:lnTo>
                  <a:lnTo>
                    <a:pt x="297385" y="3197"/>
                  </a:lnTo>
                  <a:lnTo>
                    <a:pt x="300196" y="2936"/>
                  </a:lnTo>
                  <a:lnTo>
                    <a:pt x="319899" y="1083"/>
                  </a:lnTo>
                  <a:lnTo>
                    <a:pt x="331221" y="0"/>
                  </a:lnTo>
                  <a:lnTo>
                    <a:pt x="335153" y="2826"/>
                  </a:lnTo>
                  <a:lnTo>
                    <a:pt x="342855" y="7882"/>
                  </a:lnTo>
                  <a:lnTo>
                    <a:pt x="343645" y="14550"/>
                  </a:lnTo>
                  <a:lnTo>
                    <a:pt x="336403" y="20754"/>
                  </a:lnTo>
                  <a:lnTo>
                    <a:pt x="334122" y="26003"/>
                  </a:lnTo>
                  <a:lnTo>
                    <a:pt x="335043" y="30907"/>
                  </a:lnTo>
                  <a:lnTo>
                    <a:pt x="340559" y="35282"/>
                  </a:lnTo>
                  <a:lnTo>
                    <a:pt x="347269" y="36554"/>
                  </a:lnTo>
                  <a:lnTo>
                    <a:pt x="342961" y="42536"/>
                  </a:lnTo>
                  <a:lnTo>
                    <a:pt x="346244" y="53804"/>
                  </a:lnTo>
                  <a:lnTo>
                    <a:pt x="349297" y="56447"/>
                  </a:lnTo>
                  <a:lnTo>
                    <a:pt x="350144" y="57221"/>
                  </a:lnTo>
                  <a:lnTo>
                    <a:pt x="355181" y="64404"/>
                  </a:lnTo>
                  <a:lnTo>
                    <a:pt x="349546" y="65578"/>
                  </a:lnTo>
                  <a:lnTo>
                    <a:pt x="351353" y="75532"/>
                  </a:lnTo>
                  <a:lnTo>
                    <a:pt x="361577" y="76324"/>
                  </a:lnTo>
                  <a:lnTo>
                    <a:pt x="360108" y="86504"/>
                  </a:lnTo>
                  <a:lnTo>
                    <a:pt x="367813" y="87015"/>
                  </a:lnTo>
                  <a:lnTo>
                    <a:pt x="365469" y="95304"/>
                  </a:lnTo>
                  <a:lnTo>
                    <a:pt x="361309" y="105188"/>
                  </a:lnTo>
                  <a:lnTo>
                    <a:pt x="347790" y="107499"/>
                  </a:lnTo>
                  <a:lnTo>
                    <a:pt x="357050" y="120273"/>
                  </a:lnTo>
                  <a:lnTo>
                    <a:pt x="357690" y="121155"/>
                  </a:lnTo>
                  <a:lnTo>
                    <a:pt x="353166" y="128596"/>
                  </a:lnTo>
                  <a:lnTo>
                    <a:pt x="353301" y="132258"/>
                  </a:lnTo>
                  <a:lnTo>
                    <a:pt x="349497" y="137646"/>
                  </a:lnTo>
                  <a:lnTo>
                    <a:pt x="342689" y="140244"/>
                  </a:lnTo>
                  <a:lnTo>
                    <a:pt x="342911" y="147516"/>
                  </a:lnTo>
                  <a:lnTo>
                    <a:pt x="337177" y="154028"/>
                  </a:lnTo>
                  <a:lnTo>
                    <a:pt x="336202" y="155106"/>
                  </a:lnTo>
                  <a:lnTo>
                    <a:pt x="331267" y="160556"/>
                  </a:lnTo>
                  <a:lnTo>
                    <a:pt x="324679" y="159963"/>
                  </a:lnTo>
                  <a:lnTo>
                    <a:pt x="323593" y="166035"/>
                  </a:lnTo>
                  <a:lnTo>
                    <a:pt x="328767" y="172579"/>
                  </a:lnTo>
                  <a:lnTo>
                    <a:pt x="329017" y="172894"/>
                  </a:lnTo>
                  <a:lnTo>
                    <a:pt x="321898" y="175375"/>
                  </a:lnTo>
                  <a:lnTo>
                    <a:pt x="321223" y="187544"/>
                  </a:lnTo>
                  <a:lnTo>
                    <a:pt x="313549" y="191573"/>
                  </a:lnTo>
                  <a:lnTo>
                    <a:pt x="314672" y="195955"/>
                  </a:lnTo>
                  <a:lnTo>
                    <a:pt x="317489" y="201346"/>
                  </a:lnTo>
                  <a:lnTo>
                    <a:pt x="311547" y="203569"/>
                  </a:lnTo>
                  <a:lnTo>
                    <a:pt x="308747" y="208761"/>
                  </a:lnTo>
                  <a:lnTo>
                    <a:pt x="310238" y="216759"/>
                  </a:lnTo>
                  <a:lnTo>
                    <a:pt x="308232" y="223622"/>
                  </a:lnTo>
                  <a:lnTo>
                    <a:pt x="308400" y="230717"/>
                  </a:lnTo>
                  <a:lnTo>
                    <a:pt x="312136" y="236745"/>
                  </a:lnTo>
                  <a:lnTo>
                    <a:pt x="305992" y="241461"/>
                  </a:lnTo>
                  <a:lnTo>
                    <a:pt x="299212" y="241280"/>
                  </a:lnTo>
                  <a:lnTo>
                    <a:pt x="296896" y="246079"/>
                  </a:lnTo>
                  <a:lnTo>
                    <a:pt x="303742" y="250986"/>
                  </a:lnTo>
                  <a:lnTo>
                    <a:pt x="303651" y="251226"/>
                  </a:lnTo>
                  <a:lnTo>
                    <a:pt x="300682" y="259065"/>
                  </a:lnTo>
                  <a:lnTo>
                    <a:pt x="304376" y="264923"/>
                  </a:lnTo>
                  <a:lnTo>
                    <a:pt x="308898" y="270221"/>
                  </a:lnTo>
                  <a:lnTo>
                    <a:pt x="301419" y="277033"/>
                  </a:lnTo>
                  <a:lnTo>
                    <a:pt x="300462" y="277904"/>
                  </a:lnTo>
                  <a:lnTo>
                    <a:pt x="349061" y="273085"/>
                  </a:lnTo>
                  <a:lnTo>
                    <a:pt x="354700" y="272501"/>
                  </a:lnTo>
                  <a:lnTo>
                    <a:pt x="368347" y="271074"/>
                  </a:lnTo>
                  <a:lnTo>
                    <a:pt x="395903" y="268138"/>
                  </a:lnTo>
                  <a:lnTo>
                    <a:pt x="403787" y="267283"/>
                  </a:lnTo>
                  <a:lnTo>
                    <a:pt x="426306" y="264782"/>
                  </a:lnTo>
                  <a:lnTo>
                    <a:pt x="428612" y="264523"/>
                  </a:lnTo>
                  <a:lnTo>
                    <a:pt x="452145" y="261848"/>
                  </a:lnTo>
                  <a:lnTo>
                    <a:pt x="452297" y="261831"/>
                  </a:lnTo>
                  <a:lnTo>
                    <a:pt x="462451" y="260641"/>
                  </a:lnTo>
                  <a:lnTo>
                    <a:pt x="504958" y="255547"/>
                  </a:lnTo>
                  <a:lnTo>
                    <a:pt x="512189" y="254666"/>
                  </a:lnTo>
                  <a:lnTo>
                    <a:pt x="524834" y="253128"/>
                  </a:lnTo>
                  <a:lnTo>
                    <a:pt x="523516" y="265556"/>
                  </a:lnTo>
                  <a:lnTo>
                    <a:pt x="519909" y="278690"/>
                  </a:lnTo>
                  <a:lnTo>
                    <a:pt x="515954" y="291949"/>
                  </a:lnTo>
                  <a:lnTo>
                    <a:pt x="517958" y="299721"/>
                  </a:lnTo>
                  <a:lnTo>
                    <a:pt x="518810" y="303023"/>
                  </a:lnTo>
                  <a:lnTo>
                    <a:pt x="523654" y="315139"/>
                  </a:lnTo>
                  <a:lnTo>
                    <a:pt x="534029" y="324056"/>
                  </a:lnTo>
                  <a:lnTo>
                    <a:pt x="535841" y="327060"/>
                  </a:lnTo>
                  <a:lnTo>
                    <a:pt x="538930" y="332180"/>
                  </a:lnTo>
                  <a:lnTo>
                    <a:pt x="545650" y="345883"/>
                  </a:lnTo>
                  <a:lnTo>
                    <a:pt x="550071" y="357856"/>
                  </a:lnTo>
                  <a:lnTo>
                    <a:pt x="560431" y="361584"/>
                  </a:lnTo>
                  <a:lnTo>
                    <a:pt x="551416" y="367884"/>
                  </a:lnTo>
                  <a:lnTo>
                    <a:pt x="545605" y="371934"/>
                  </a:lnTo>
                  <a:lnTo>
                    <a:pt x="543025" y="378055"/>
                  </a:lnTo>
                  <a:lnTo>
                    <a:pt x="531721" y="383607"/>
                  </a:lnTo>
                  <a:lnTo>
                    <a:pt x="524667" y="388139"/>
                  </a:lnTo>
                  <a:lnTo>
                    <a:pt x="524667" y="388417"/>
                  </a:lnTo>
                  <a:lnTo>
                    <a:pt x="524670" y="397144"/>
                  </a:lnTo>
                  <a:lnTo>
                    <a:pt x="531654" y="398885"/>
                  </a:lnTo>
                  <a:lnTo>
                    <a:pt x="538023" y="400370"/>
                  </a:lnTo>
                  <a:lnTo>
                    <a:pt x="543682" y="405668"/>
                  </a:lnTo>
                  <a:lnTo>
                    <a:pt x="550327" y="406308"/>
                  </a:lnTo>
                  <a:lnTo>
                    <a:pt x="555898" y="403196"/>
                  </a:lnTo>
                  <a:lnTo>
                    <a:pt x="557283" y="388994"/>
                  </a:lnTo>
                  <a:lnTo>
                    <a:pt x="566015" y="380080"/>
                  </a:lnTo>
                  <a:lnTo>
                    <a:pt x="571598" y="376655"/>
                  </a:lnTo>
                  <a:lnTo>
                    <a:pt x="583774" y="375398"/>
                  </a:lnTo>
                  <a:lnTo>
                    <a:pt x="587949" y="370433"/>
                  </a:lnTo>
                  <a:lnTo>
                    <a:pt x="595599" y="363522"/>
                  </a:lnTo>
                  <a:lnTo>
                    <a:pt x="601302" y="360831"/>
                  </a:lnTo>
                  <a:lnTo>
                    <a:pt x="602245" y="372437"/>
                  </a:lnTo>
                  <a:lnTo>
                    <a:pt x="599725" y="382418"/>
                  </a:lnTo>
                  <a:lnTo>
                    <a:pt x="598870" y="391863"/>
                  </a:lnTo>
                  <a:lnTo>
                    <a:pt x="598961" y="398494"/>
                  </a:lnTo>
                  <a:lnTo>
                    <a:pt x="593256" y="409363"/>
                  </a:lnTo>
                  <a:lnTo>
                    <a:pt x="596569" y="415357"/>
                  </a:lnTo>
                  <a:lnTo>
                    <a:pt x="581121" y="415318"/>
                  </a:lnTo>
                  <a:lnTo>
                    <a:pt x="581809" y="427411"/>
                  </a:lnTo>
                  <a:lnTo>
                    <a:pt x="574894" y="432382"/>
                  </a:lnTo>
                  <a:lnTo>
                    <a:pt x="570932" y="435373"/>
                  </a:lnTo>
                  <a:lnTo>
                    <a:pt x="570510" y="435692"/>
                  </a:lnTo>
                  <a:lnTo>
                    <a:pt x="566640" y="433823"/>
                  </a:lnTo>
                  <a:lnTo>
                    <a:pt x="559197" y="439971"/>
                  </a:lnTo>
                  <a:lnTo>
                    <a:pt x="564594" y="448437"/>
                  </a:lnTo>
                  <a:lnTo>
                    <a:pt x="564690" y="455244"/>
                  </a:lnTo>
                  <a:lnTo>
                    <a:pt x="569991" y="462755"/>
                  </a:lnTo>
                  <a:lnTo>
                    <a:pt x="576340" y="465868"/>
                  </a:lnTo>
                  <a:lnTo>
                    <a:pt x="588769" y="466324"/>
                  </a:lnTo>
                  <a:lnTo>
                    <a:pt x="596937" y="465829"/>
                  </a:lnTo>
                  <a:lnTo>
                    <a:pt x="604146" y="471949"/>
                  </a:lnTo>
                  <a:lnTo>
                    <a:pt x="610907" y="470070"/>
                  </a:lnTo>
                  <a:lnTo>
                    <a:pt x="619739" y="477885"/>
                  </a:lnTo>
                  <a:lnTo>
                    <a:pt x="622717" y="485712"/>
                  </a:lnTo>
                  <a:lnTo>
                    <a:pt x="633631" y="484930"/>
                  </a:lnTo>
                  <a:lnTo>
                    <a:pt x="635732" y="491279"/>
                  </a:lnTo>
                  <a:lnTo>
                    <a:pt x="630569" y="502384"/>
                  </a:lnTo>
                  <a:lnTo>
                    <a:pt x="624827" y="505388"/>
                  </a:lnTo>
                  <a:lnTo>
                    <a:pt x="621598" y="511886"/>
                  </a:lnTo>
                  <a:lnTo>
                    <a:pt x="622854" y="516944"/>
                  </a:lnTo>
                  <a:lnTo>
                    <a:pt x="613319" y="513903"/>
                  </a:lnTo>
                  <a:lnTo>
                    <a:pt x="607931" y="509662"/>
                  </a:lnTo>
                  <a:lnTo>
                    <a:pt x="601096" y="517103"/>
                  </a:lnTo>
                  <a:lnTo>
                    <a:pt x="592691" y="528612"/>
                  </a:lnTo>
                  <a:lnTo>
                    <a:pt x="591221" y="517398"/>
                  </a:lnTo>
                  <a:lnTo>
                    <a:pt x="595540" y="509346"/>
                  </a:lnTo>
                  <a:lnTo>
                    <a:pt x="591287" y="502780"/>
                  </a:lnTo>
                  <a:lnTo>
                    <a:pt x="585847" y="499959"/>
                  </a:lnTo>
                  <a:lnTo>
                    <a:pt x="578947" y="491753"/>
                  </a:lnTo>
                  <a:lnTo>
                    <a:pt x="568782" y="489221"/>
                  </a:lnTo>
                  <a:lnTo>
                    <a:pt x="563611" y="488544"/>
                  </a:lnTo>
                  <a:lnTo>
                    <a:pt x="559129" y="483806"/>
                  </a:lnTo>
                  <a:lnTo>
                    <a:pt x="548592" y="483214"/>
                  </a:lnTo>
                  <a:lnTo>
                    <a:pt x="534452" y="482860"/>
                  </a:lnTo>
                  <a:lnTo>
                    <a:pt x="529723" y="485021"/>
                  </a:lnTo>
                  <a:lnTo>
                    <a:pt x="527608" y="487195"/>
                  </a:lnTo>
                  <a:lnTo>
                    <a:pt x="521696" y="493266"/>
                  </a:lnTo>
                  <a:lnTo>
                    <a:pt x="510394" y="504166"/>
                  </a:lnTo>
                  <a:lnTo>
                    <a:pt x="506890" y="507198"/>
                  </a:lnTo>
                  <a:lnTo>
                    <a:pt x="503206" y="510384"/>
                  </a:lnTo>
                  <a:lnTo>
                    <a:pt x="491875" y="519776"/>
                  </a:lnTo>
                  <a:lnTo>
                    <a:pt x="478776" y="524159"/>
                  </a:lnTo>
                  <a:lnTo>
                    <a:pt x="469874" y="525884"/>
                  </a:lnTo>
                  <a:lnTo>
                    <a:pt x="465925" y="526647"/>
                  </a:lnTo>
                  <a:lnTo>
                    <a:pt x="460439" y="526881"/>
                  </a:lnTo>
                  <a:lnTo>
                    <a:pt x="440745" y="529169"/>
                  </a:lnTo>
                  <a:lnTo>
                    <a:pt x="429392" y="532804"/>
                  </a:lnTo>
                  <a:lnTo>
                    <a:pt x="421651" y="533344"/>
                  </a:lnTo>
                  <a:lnTo>
                    <a:pt x="414834" y="532162"/>
                  </a:lnTo>
                  <a:lnTo>
                    <a:pt x="413075" y="525671"/>
                  </a:lnTo>
                  <a:lnTo>
                    <a:pt x="404661" y="518696"/>
                  </a:lnTo>
                  <a:lnTo>
                    <a:pt x="397584" y="518463"/>
                  </a:lnTo>
                  <a:lnTo>
                    <a:pt x="386089" y="517160"/>
                  </a:lnTo>
                  <a:lnTo>
                    <a:pt x="378031" y="513832"/>
                  </a:lnTo>
                  <a:lnTo>
                    <a:pt x="363203" y="511280"/>
                  </a:lnTo>
                  <a:lnTo>
                    <a:pt x="355883" y="505046"/>
                  </a:lnTo>
                  <a:lnTo>
                    <a:pt x="362510" y="500136"/>
                  </a:lnTo>
                  <a:lnTo>
                    <a:pt x="363383" y="495737"/>
                  </a:lnTo>
                  <a:lnTo>
                    <a:pt x="354915" y="492466"/>
                  </a:lnTo>
                  <a:lnTo>
                    <a:pt x="350995" y="488875"/>
                  </a:lnTo>
                  <a:lnTo>
                    <a:pt x="352692" y="485456"/>
                  </a:lnTo>
                  <a:lnTo>
                    <a:pt x="346483" y="478875"/>
                  </a:lnTo>
                  <a:lnTo>
                    <a:pt x="338811" y="483347"/>
                  </a:lnTo>
                  <a:lnTo>
                    <a:pt x="335531" y="479686"/>
                  </a:lnTo>
                  <a:lnTo>
                    <a:pt x="329725" y="475824"/>
                  </a:lnTo>
                  <a:lnTo>
                    <a:pt x="328569" y="471244"/>
                  </a:lnTo>
                  <a:lnTo>
                    <a:pt x="327705" y="467438"/>
                  </a:lnTo>
                  <a:lnTo>
                    <a:pt x="320330" y="463127"/>
                  </a:lnTo>
                  <a:lnTo>
                    <a:pt x="315116" y="463705"/>
                  </a:lnTo>
                  <a:lnTo>
                    <a:pt x="316740" y="454170"/>
                  </a:lnTo>
                  <a:lnTo>
                    <a:pt x="311046" y="448353"/>
                  </a:lnTo>
                  <a:lnTo>
                    <a:pt x="302631" y="448677"/>
                  </a:lnTo>
                  <a:lnTo>
                    <a:pt x="294429" y="452775"/>
                  </a:lnTo>
                  <a:lnTo>
                    <a:pt x="289302" y="456288"/>
                  </a:lnTo>
                  <a:lnTo>
                    <a:pt x="288555" y="461214"/>
                  </a:lnTo>
                  <a:lnTo>
                    <a:pt x="287710" y="466775"/>
                  </a:lnTo>
                  <a:lnTo>
                    <a:pt x="296371" y="470237"/>
                  </a:lnTo>
                  <a:lnTo>
                    <a:pt x="307751" y="472790"/>
                  </a:lnTo>
                  <a:lnTo>
                    <a:pt x="301774" y="484150"/>
                  </a:lnTo>
                  <a:lnTo>
                    <a:pt x="295566" y="486985"/>
                  </a:lnTo>
                  <a:lnTo>
                    <a:pt x="283852" y="481995"/>
                  </a:lnTo>
                  <a:lnTo>
                    <a:pt x="269517" y="475928"/>
                  </a:lnTo>
                  <a:lnTo>
                    <a:pt x="267944" y="475416"/>
                  </a:lnTo>
                  <a:lnTo>
                    <a:pt x="265269" y="474544"/>
                  </a:lnTo>
                  <a:lnTo>
                    <a:pt x="254044" y="476120"/>
                  </a:lnTo>
                  <a:lnTo>
                    <a:pt x="243317" y="482858"/>
                  </a:lnTo>
                  <a:lnTo>
                    <a:pt x="234818" y="484688"/>
                  </a:lnTo>
                  <a:lnTo>
                    <a:pt x="224304" y="483434"/>
                  </a:lnTo>
                  <a:lnTo>
                    <a:pt x="216531" y="482255"/>
                  </a:lnTo>
                  <a:lnTo>
                    <a:pt x="205053" y="481020"/>
                  </a:lnTo>
                  <a:lnTo>
                    <a:pt x="199185" y="479968"/>
                  </a:lnTo>
                  <a:lnTo>
                    <a:pt x="190831" y="478464"/>
                  </a:lnTo>
                  <a:lnTo>
                    <a:pt x="166695" y="470203"/>
                  </a:lnTo>
                  <a:lnTo>
                    <a:pt x="152742" y="465398"/>
                  </a:lnTo>
                  <a:lnTo>
                    <a:pt x="141133" y="462882"/>
                  </a:lnTo>
                  <a:lnTo>
                    <a:pt x="130319" y="460826"/>
                  </a:lnTo>
                  <a:lnTo>
                    <a:pt x="116084" y="461313"/>
                  </a:lnTo>
                  <a:lnTo>
                    <a:pt x="102332" y="463422"/>
                  </a:lnTo>
                  <a:lnTo>
                    <a:pt x="87124" y="465122"/>
                  </a:lnTo>
                  <a:lnTo>
                    <a:pt x="62993" y="470570"/>
                  </a:lnTo>
                  <a:lnTo>
                    <a:pt x="56306" y="473926"/>
                  </a:lnTo>
                  <a:lnTo>
                    <a:pt x="51871" y="477602"/>
                  </a:lnTo>
                  <a:lnTo>
                    <a:pt x="48573" y="473277"/>
                  </a:lnTo>
                  <a:lnTo>
                    <a:pt x="44958" y="468405"/>
                  </a:lnTo>
                  <a:lnTo>
                    <a:pt x="40026" y="463124"/>
                  </a:lnTo>
                  <a:lnTo>
                    <a:pt x="46419" y="456035"/>
                  </a:lnTo>
                  <a:lnTo>
                    <a:pt x="48659" y="453089"/>
                  </a:lnTo>
                  <a:lnTo>
                    <a:pt x="51098" y="449879"/>
                  </a:lnTo>
                  <a:lnTo>
                    <a:pt x="53294" y="441514"/>
                  </a:lnTo>
                  <a:lnTo>
                    <a:pt x="60702" y="431840"/>
                  </a:lnTo>
                  <a:lnTo>
                    <a:pt x="64607" y="427364"/>
                  </a:lnTo>
                  <a:lnTo>
                    <a:pt x="64858" y="427076"/>
                  </a:lnTo>
                  <a:lnTo>
                    <a:pt x="64542" y="419129"/>
                  </a:lnTo>
                  <a:lnTo>
                    <a:pt x="63864" y="410827"/>
                  </a:lnTo>
                  <a:lnTo>
                    <a:pt x="62285" y="403941"/>
                  </a:lnTo>
                  <a:lnTo>
                    <a:pt x="62400" y="401380"/>
                  </a:lnTo>
                  <a:lnTo>
                    <a:pt x="62593" y="397062"/>
                  </a:lnTo>
                  <a:lnTo>
                    <a:pt x="55809" y="390131"/>
                  </a:lnTo>
                  <a:lnTo>
                    <a:pt x="57025" y="380888"/>
                  </a:lnTo>
                  <a:lnTo>
                    <a:pt x="57829" y="380076"/>
                  </a:lnTo>
                  <a:lnTo>
                    <a:pt x="61815" y="376047"/>
                  </a:lnTo>
                  <a:lnTo>
                    <a:pt x="60278" y="365726"/>
                  </a:lnTo>
                  <a:lnTo>
                    <a:pt x="57686" y="360668"/>
                  </a:lnTo>
                  <a:lnTo>
                    <a:pt x="62600" y="353793"/>
                  </a:lnTo>
                  <a:lnTo>
                    <a:pt x="62226" y="349369"/>
                  </a:lnTo>
                  <a:lnTo>
                    <a:pt x="68297" y="341450"/>
                  </a:lnTo>
                  <a:lnTo>
                    <a:pt x="69235" y="333390"/>
                  </a:lnTo>
                  <a:lnTo>
                    <a:pt x="74398" y="324201"/>
                  </a:lnTo>
                  <a:lnTo>
                    <a:pt x="75077" y="315076"/>
                  </a:lnTo>
                  <a:lnTo>
                    <a:pt x="75484" y="313947"/>
                  </a:lnTo>
                  <a:lnTo>
                    <a:pt x="77862" y="307342"/>
                  </a:lnTo>
                  <a:lnTo>
                    <a:pt x="75253" y="301722"/>
                  </a:lnTo>
                  <a:lnTo>
                    <a:pt x="76105" y="296007"/>
                  </a:lnTo>
                  <a:lnTo>
                    <a:pt x="76703" y="290065"/>
                  </a:lnTo>
                  <a:lnTo>
                    <a:pt x="74951" y="279654"/>
                  </a:lnTo>
                  <a:lnTo>
                    <a:pt x="75058" y="271894"/>
                  </a:lnTo>
                  <a:lnTo>
                    <a:pt x="73016" y="272156"/>
                  </a:lnTo>
                  <a:lnTo>
                    <a:pt x="67370" y="272878"/>
                  </a:lnTo>
                  <a:lnTo>
                    <a:pt x="67154" y="272905"/>
                  </a:lnTo>
                  <a:lnTo>
                    <a:pt x="65126" y="262561"/>
                  </a:lnTo>
                  <a:lnTo>
                    <a:pt x="57527" y="257431"/>
                  </a:lnTo>
                  <a:lnTo>
                    <a:pt x="57739" y="247299"/>
                  </a:lnTo>
                  <a:lnTo>
                    <a:pt x="53815" y="240305"/>
                  </a:lnTo>
                  <a:lnTo>
                    <a:pt x="47375" y="235273"/>
                  </a:lnTo>
                  <a:lnTo>
                    <a:pt x="49833" y="230257"/>
                  </a:lnTo>
                  <a:lnTo>
                    <a:pt x="42386" y="227622"/>
                  </a:lnTo>
                  <a:lnTo>
                    <a:pt x="36343" y="220016"/>
                  </a:lnTo>
                  <a:lnTo>
                    <a:pt x="38153" y="214926"/>
                  </a:lnTo>
                  <a:lnTo>
                    <a:pt x="39055" y="204180"/>
                  </a:lnTo>
                  <a:lnTo>
                    <a:pt x="32311" y="190348"/>
                  </a:lnTo>
                  <a:lnTo>
                    <a:pt x="29074" y="185276"/>
                  </a:lnTo>
                  <a:lnTo>
                    <a:pt x="25001" y="178889"/>
                  </a:lnTo>
                  <a:lnTo>
                    <a:pt x="16789" y="174922"/>
                  </a:lnTo>
                  <a:lnTo>
                    <a:pt x="10278" y="168099"/>
                  </a:lnTo>
                  <a:lnTo>
                    <a:pt x="8724" y="166469"/>
                  </a:lnTo>
                  <a:lnTo>
                    <a:pt x="7416" y="146670"/>
                  </a:lnTo>
                  <a:lnTo>
                    <a:pt x="6931" y="138762"/>
                  </a:lnTo>
                  <a:lnTo>
                    <a:pt x="5530" y="115965"/>
                  </a:lnTo>
                  <a:lnTo>
                    <a:pt x="5284" y="112056"/>
                  </a:lnTo>
                  <a:lnTo>
                    <a:pt x="3811" y="8864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32909" y="4085999"/>
              <a:ext cx="436082" cy="677315"/>
            </a:xfrm>
            <a:custGeom>
              <a:avLst/>
              <a:pathLst>
                <a:path w="436082" h="677315">
                  <a:moveTo>
                    <a:pt x="21419" y="464340"/>
                  </a:moveTo>
                  <a:lnTo>
                    <a:pt x="20795" y="459061"/>
                  </a:lnTo>
                  <a:lnTo>
                    <a:pt x="20394" y="418933"/>
                  </a:lnTo>
                  <a:lnTo>
                    <a:pt x="20362" y="415865"/>
                  </a:lnTo>
                  <a:lnTo>
                    <a:pt x="20218" y="407895"/>
                  </a:lnTo>
                  <a:lnTo>
                    <a:pt x="19533" y="371202"/>
                  </a:lnTo>
                  <a:lnTo>
                    <a:pt x="19177" y="352992"/>
                  </a:lnTo>
                  <a:lnTo>
                    <a:pt x="18575" y="323406"/>
                  </a:lnTo>
                  <a:lnTo>
                    <a:pt x="18397" y="314928"/>
                  </a:lnTo>
                  <a:lnTo>
                    <a:pt x="17831" y="288654"/>
                  </a:lnTo>
                  <a:lnTo>
                    <a:pt x="17548" y="274453"/>
                  </a:lnTo>
                  <a:lnTo>
                    <a:pt x="16856" y="240965"/>
                  </a:lnTo>
                  <a:lnTo>
                    <a:pt x="16371" y="218503"/>
                  </a:lnTo>
                  <a:lnTo>
                    <a:pt x="16281" y="212207"/>
                  </a:lnTo>
                  <a:lnTo>
                    <a:pt x="15635" y="169427"/>
                  </a:lnTo>
                  <a:lnTo>
                    <a:pt x="15568" y="165579"/>
                  </a:lnTo>
                  <a:lnTo>
                    <a:pt x="14985" y="133573"/>
                  </a:lnTo>
                  <a:lnTo>
                    <a:pt x="14615" y="114191"/>
                  </a:lnTo>
                  <a:lnTo>
                    <a:pt x="14296" y="97994"/>
                  </a:lnTo>
                  <a:lnTo>
                    <a:pt x="14184" y="92402"/>
                  </a:lnTo>
                  <a:lnTo>
                    <a:pt x="13586" y="55580"/>
                  </a:lnTo>
                  <a:lnTo>
                    <a:pt x="6801" y="52407"/>
                  </a:lnTo>
                  <a:lnTo>
                    <a:pt x="531" y="43263"/>
                  </a:lnTo>
                  <a:lnTo>
                    <a:pt x="0" y="41640"/>
                  </a:lnTo>
                  <a:lnTo>
                    <a:pt x="22419" y="38743"/>
                  </a:lnTo>
                  <a:lnTo>
                    <a:pt x="24086" y="38508"/>
                  </a:lnTo>
                  <a:lnTo>
                    <a:pt x="38759" y="36426"/>
                  </a:lnTo>
                  <a:lnTo>
                    <a:pt x="63798" y="33024"/>
                  </a:lnTo>
                  <a:lnTo>
                    <a:pt x="65887" y="32744"/>
                  </a:lnTo>
                  <a:lnTo>
                    <a:pt x="85886" y="30040"/>
                  </a:lnTo>
                  <a:lnTo>
                    <a:pt x="108047" y="26991"/>
                  </a:lnTo>
                  <a:lnTo>
                    <a:pt x="108860" y="26879"/>
                  </a:lnTo>
                  <a:lnTo>
                    <a:pt x="109514" y="26792"/>
                  </a:lnTo>
                  <a:lnTo>
                    <a:pt x="150846" y="21235"/>
                  </a:lnTo>
                  <a:lnTo>
                    <a:pt x="156656" y="20439"/>
                  </a:lnTo>
                  <a:lnTo>
                    <a:pt x="191410" y="15045"/>
                  </a:lnTo>
                  <a:lnTo>
                    <a:pt x="207783" y="12324"/>
                  </a:lnTo>
                  <a:lnTo>
                    <a:pt x="208605" y="12187"/>
                  </a:lnTo>
                  <a:lnTo>
                    <a:pt x="256818" y="4700"/>
                  </a:lnTo>
                  <a:lnTo>
                    <a:pt x="286263" y="0"/>
                  </a:lnTo>
                  <a:lnTo>
                    <a:pt x="288622" y="7926"/>
                  </a:lnTo>
                  <a:lnTo>
                    <a:pt x="291307" y="16241"/>
                  </a:lnTo>
                  <a:lnTo>
                    <a:pt x="295958" y="30636"/>
                  </a:lnTo>
                  <a:lnTo>
                    <a:pt x="301563" y="47057"/>
                  </a:lnTo>
                  <a:lnTo>
                    <a:pt x="303122" y="51622"/>
                  </a:lnTo>
                  <a:lnTo>
                    <a:pt x="305998" y="60038"/>
                  </a:lnTo>
                  <a:lnTo>
                    <a:pt x="308194" y="66463"/>
                  </a:lnTo>
                  <a:lnTo>
                    <a:pt x="316463" y="90961"/>
                  </a:lnTo>
                  <a:lnTo>
                    <a:pt x="323543" y="111910"/>
                  </a:lnTo>
                  <a:lnTo>
                    <a:pt x="325399" y="117683"/>
                  </a:lnTo>
                  <a:lnTo>
                    <a:pt x="330291" y="132895"/>
                  </a:lnTo>
                  <a:lnTo>
                    <a:pt x="332946" y="141026"/>
                  </a:lnTo>
                  <a:lnTo>
                    <a:pt x="338635" y="158444"/>
                  </a:lnTo>
                  <a:lnTo>
                    <a:pt x="343521" y="173399"/>
                  </a:lnTo>
                  <a:lnTo>
                    <a:pt x="348769" y="189453"/>
                  </a:lnTo>
                  <a:lnTo>
                    <a:pt x="350763" y="195579"/>
                  </a:lnTo>
                  <a:lnTo>
                    <a:pt x="353085" y="202710"/>
                  </a:lnTo>
                  <a:lnTo>
                    <a:pt x="365750" y="241559"/>
                  </a:lnTo>
                  <a:lnTo>
                    <a:pt x="366662" y="244353"/>
                  </a:lnTo>
                  <a:lnTo>
                    <a:pt x="376803" y="275308"/>
                  </a:lnTo>
                  <a:lnTo>
                    <a:pt x="377179" y="276455"/>
                  </a:lnTo>
                  <a:lnTo>
                    <a:pt x="380537" y="280630"/>
                  </a:lnTo>
                  <a:lnTo>
                    <a:pt x="386200" y="289954"/>
                  </a:lnTo>
                  <a:lnTo>
                    <a:pt x="387800" y="292586"/>
                  </a:lnTo>
                  <a:lnTo>
                    <a:pt x="392207" y="301779"/>
                  </a:lnTo>
                  <a:lnTo>
                    <a:pt x="394651" y="308210"/>
                  </a:lnTo>
                  <a:lnTo>
                    <a:pt x="395872" y="311423"/>
                  </a:lnTo>
                  <a:lnTo>
                    <a:pt x="404196" y="318099"/>
                  </a:lnTo>
                  <a:lnTo>
                    <a:pt x="405157" y="319815"/>
                  </a:lnTo>
                  <a:lnTo>
                    <a:pt x="405373" y="320202"/>
                  </a:lnTo>
                  <a:lnTo>
                    <a:pt x="409875" y="328236"/>
                  </a:lnTo>
                  <a:lnTo>
                    <a:pt x="410151" y="336965"/>
                  </a:lnTo>
                  <a:lnTo>
                    <a:pt x="410219" y="339134"/>
                  </a:lnTo>
                  <a:lnTo>
                    <a:pt x="407981" y="343179"/>
                  </a:lnTo>
                  <a:lnTo>
                    <a:pt x="414557" y="346240"/>
                  </a:lnTo>
                  <a:lnTo>
                    <a:pt x="422683" y="350636"/>
                  </a:lnTo>
                  <a:lnTo>
                    <a:pt x="420177" y="355563"/>
                  </a:lnTo>
                  <a:lnTo>
                    <a:pt x="419268" y="357348"/>
                  </a:lnTo>
                  <a:lnTo>
                    <a:pt x="412293" y="363214"/>
                  </a:lnTo>
                  <a:lnTo>
                    <a:pt x="406392" y="371059"/>
                  </a:lnTo>
                  <a:lnTo>
                    <a:pt x="408724" y="377333"/>
                  </a:lnTo>
                  <a:lnTo>
                    <a:pt x="408749" y="380784"/>
                  </a:lnTo>
                  <a:lnTo>
                    <a:pt x="408814" y="390452"/>
                  </a:lnTo>
                  <a:lnTo>
                    <a:pt x="408836" y="393816"/>
                  </a:lnTo>
                  <a:lnTo>
                    <a:pt x="405095" y="404649"/>
                  </a:lnTo>
                  <a:lnTo>
                    <a:pt x="403033" y="412447"/>
                  </a:lnTo>
                  <a:lnTo>
                    <a:pt x="405683" y="420087"/>
                  </a:lnTo>
                  <a:lnTo>
                    <a:pt x="406461" y="422329"/>
                  </a:lnTo>
                  <a:lnTo>
                    <a:pt x="407823" y="426254"/>
                  </a:lnTo>
                  <a:lnTo>
                    <a:pt x="407839" y="431432"/>
                  </a:lnTo>
                  <a:lnTo>
                    <a:pt x="417061" y="440077"/>
                  </a:lnTo>
                  <a:lnTo>
                    <a:pt x="418096" y="446681"/>
                  </a:lnTo>
                  <a:lnTo>
                    <a:pt x="420469" y="449856"/>
                  </a:lnTo>
                  <a:lnTo>
                    <a:pt x="419862" y="453418"/>
                  </a:lnTo>
                  <a:lnTo>
                    <a:pt x="418625" y="460666"/>
                  </a:lnTo>
                  <a:lnTo>
                    <a:pt x="420023" y="465505"/>
                  </a:lnTo>
                  <a:lnTo>
                    <a:pt x="418382" y="475202"/>
                  </a:lnTo>
                  <a:lnTo>
                    <a:pt x="419743" y="480627"/>
                  </a:lnTo>
                  <a:lnTo>
                    <a:pt x="419904" y="482385"/>
                  </a:lnTo>
                  <a:lnTo>
                    <a:pt x="420072" y="484226"/>
                  </a:lnTo>
                  <a:lnTo>
                    <a:pt x="418698" y="489472"/>
                  </a:lnTo>
                  <a:lnTo>
                    <a:pt x="420237" y="499109"/>
                  </a:lnTo>
                  <a:lnTo>
                    <a:pt x="430088" y="508123"/>
                  </a:lnTo>
                  <a:lnTo>
                    <a:pt x="432421" y="512206"/>
                  </a:lnTo>
                  <a:lnTo>
                    <a:pt x="433984" y="514940"/>
                  </a:lnTo>
                  <a:lnTo>
                    <a:pt x="436082" y="521830"/>
                  </a:lnTo>
                  <a:lnTo>
                    <a:pt x="432769" y="522420"/>
                  </a:lnTo>
                  <a:lnTo>
                    <a:pt x="419565" y="524734"/>
                  </a:lnTo>
                  <a:lnTo>
                    <a:pt x="398008" y="528639"/>
                  </a:lnTo>
                  <a:lnTo>
                    <a:pt x="380182" y="531920"/>
                  </a:lnTo>
                  <a:lnTo>
                    <a:pt x="379065" y="532124"/>
                  </a:lnTo>
                  <a:lnTo>
                    <a:pt x="350095" y="537380"/>
                  </a:lnTo>
                  <a:lnTo>
                    <a:pt x="333529" y="540394"/>
                  </a:lnTo>
                  <a:lnTo>
                    <a:pt x="317207" y="543048"/>
                  </a:lnTo>
                  <a:lnTo>
                    <a:pt x="305929" y="544865"/>
                  </a:lnTo>
                  <a:lnTo>
                    <a:pt x="299632" y="545874"/>
                  </a:lnTo>
                  <a:lnTo>
                    <a:pt x="279103" y="549135"/>
                  </a:lnTo>
                  <a:lnTo>
                    <a:pt x="276367" y="549561"/>
                  </a:lnTo>
                  <a:lnTo>
                    <a:pt x="256156" y="552680"/>
                  </a:lnTo>
                  <a:lnTo>
                    <a:pt x="241722" y="554810"/>
                  </a:lnTo>
                  <a:lnTo>
                    <a:pt x="230443" y="556460"/>
                  </a:lnTo>
                  <a:lnTo>
                    <a:pt x="225086" y="557239"/>
                  </a:lnTo>
                  <a:lnTo>
                    <a:pt x="213995" y="558903"/>
                  </a:lnTo>
                  <a:lnTo>
                    <a:pt x="186698" y="562868"/>
                  </a:lnTo>
                  <a:lnTo>
                    <a:pt x="169519" y="565525"/>
                  </a:lnTo>
                  <a:lnTo>
                    <a:pt x="156378" y="567518"/>
                  </a:lnTo>
                  <a:lnTo>
                    <a:pt x="145534" y="569180"/>
                  </a:lnTo>
                  <a:lnTo>
                    <a:pt x="136342" y="570538"/>
                  </a:lnTo>
                  <a:lnTo>
                    <a:pt x="137910" y="576585"/>
                  </a:lnTo>
                  <a:lnTo>
                    <a:pt x="134374" y="588783"/>
                  </a:lnTo>
                  <a:lnTo>
                    <a:pt x="146778" y="600408"/>
                  </a:lnTo>
                  <a:lnTo>
                    <a:pt x="149434" y="604006"/>
                  </a:lnTo>
                  <a:lnTo>
                    <a:pt x="159651" y="608736"/>
                  </a:lnTo>
                  <a:lnTo>
                    <a:pt x="165144" y="612768"/>
                  </a:lnTo>
                  <a:lnTo>
                    <a:pt x="165924" y="619864"/>
                  </a:lnTo>
                  <a:lnTo>
                    <a:pt x="163320" y="627637"/>
                  </a:lnTo>
                  <a:lnTo>
                    <a:pt x="162498" y="633595"/>
                  </a:lnTo>
                  <a:lnTo>
                    <a:pt x="166843" y="639807"/>
                  </a:lnTo>
                  <a:lnTo>
                    <a:pt x="172794" y="641747"/>
                  </a:lnTo>
                  <a:lnTo>
                    <a:pt x="165763" y="647348"/>
                  </a:lnTo>
                  <a:lnTo>
                    <a:pt x="164368" y="655618"/>
                  </a:lnTo>
                  <a:lnTo>
                    <a:pt x="157728" y="665275"/>
                  </a:lnTo>
                  <a:lnTo>
                    <a:pt x="142056" y="671738"/>
                  </a:lnTo>
                  <a:lnTo>
                    <a:pt x="123479" y="677315"/>
                  </a:lnTo>
                  <a:lnTo>
                    <a:pt x="114612" y="677083"/>
                  </a:lnTo>
                  <a:lnTo>
                    <a:pt x="124089" y="670209"/>
                  </a:lnTo>
                  <a:lnTo>
                    <a:pt x="124502" y="664096"/>
                  </a:lnTo>
                  <a:lnTo>
                    <a:pt x="115564" y="657288"/>
                  </a:lnTo>
                  <a:lnTo>
                    <a:pt x="108815" y="649695"/>
                  </a:lnTo>
                  <a:lnTo>
                    <a:pt x="105906" y="644486"/>
                  </a:lnTo>
                  <a:lnTo>
                    <a:pt x="108562" y="635450"/>
                  </a:lnTo>
                  <a:lnTo>
                    <a:pt x="106450" y="630973"/>
                  </a:lnTo>
                  <a:lnTo>
                    <a:pt x="103489" y="622282"/>
                  </a:lnTo>
                  <a:lnTo>
                    <a:pt x="93862" y="619343"/>
                  </a:lnTo>
                  <a:lnTo>
                    <a:pt x="88379" y="625467"/>
                  </a:lnTo>
                  <a:lnTo>
                    <a:pt x="88951" y="633103"/>
                  </a:lnTo>
                  <a:lnTo>
                    <a:pt x="87677" y="639003"/>
                  </a:lnTo>
                  <a:lnTo>
                    <a:pt x="85822" y="645451"/>
                  </a:lnTo>
                  <a:lnTo>
                    <a:pt x="87178" y="658761"/>
                  </a:lnTo>
                  <a:lnTo>
                    <a:pt x="84911" y="670132"/>
                  </a:lnTo>
                  <a:lnTo>
                    <a:pt x="77951" y="671023"/>
                  </a:lnTo>
                  <a:lnTo>
                    <a:pt x="70731" y="672330"/>
                  </a:lnTo>
                  <a:lnTo>
                    <a:pt x="63655" y="666489"/>
                  </a:lnTo>
                  <a:lnTo>
                    <a:pt x="57234" y="664762"/>
                  </a:lnTo>
                  <a:lnTo>
                    <a:pt x="53902" y="667745"/>
                  </a:lnTo>
                  <a:lnTo>
                    <a:pt x="50154" y="644560"/>
                  </a:lnTo>
                  <a:lnTo>
                    <a:pt x="46241" y="619420"/>
                  </a:lnTo>
                  <a:lnTo>
                    <a:pt x="46159" y="618910"/>
                  </a:lnTo>
                  <a:lnTo>
                    <a:pt x="45077" y="612242"/>
                  </a:lnTo>
                  <a:lnTo>
                    <a:pt x="40471" y="583882"/>
                  </a:lnTo>
                  <a:lnTo>
                    <a:pt x="37956" y="568409"/>
                  </a:lnTo>
                  <a:lnTo>
                    <a:pt x="31198" y="527472"/>
                  </a:lnTo>
                  <a:lnTo>
                    <a:pt x="30878" y="525530"/>
                  </a:lnTo>
                  <a:lnTo>
                    <a:pt x="26787" y="500744"/>
                  </a:lnTo>
                  <a:lnTo>
                    <a:pt x="25103" y="490566"/>
                  </a:lnTo>
                  <a:lnTo>
                    <a:pt x="23054" y="4781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31632" y="2869139"/>
              <a:ext cx="11361" cy="8761"/>
            </a:xfrm>
            <a:custGeom>
              <a:avLst/>
              <a:pathLst>
                <a:path w="11361" h="8761">
                  <a:moveTo>
                    <a:pt x="0" y="6737"/>
                  </a:moveTo>
                  <a:lnTo>
                    <a:pt x="2690" y="5512"/>
                  </a:lnTo>
                  <a:lnTo>
                    <a:pt x="6438" y="3743"/>
                  </a:lnTo>
                  <a:lnTo>
                    <a:pt x="6223" y="0"/>
                  </a:lnTo>
                  <a:lnTo>
                    <a:pt x="8931" y="679"/>
                  </a:lnTo>
                  <a:lnTo>
                    <a:pt x="11361" y="4723"/>
                  </a:lnTo>
                  <a:lnTo>
                    <a:pt x="9964" y="6682"/>
                  </a:lnTo>
                  <a:lnTo>
                    <a:pt x="7171" y="7625"/>
                  </a:lnTo>
                  <a:lnTo>
                    <a:pt x="3190" y="876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12143" y="2872155"/>
              <a:ext cx="12963" cy="13553"/>
            </a:xfrm>
            <a:custGeom>
              <a:avLst/>
              <a:pathLst>
                <a:path w="12963" h="13553">
                  <a:moveTo>
                    <a:pt x="0" y="8954"/>
                  </a:moveTo>
                  <a:lnTo>
                    <a:pt x="2354" y="7406"/>
                  </a:lnTo>
                  <a:lnTo>
                    <a:pt x="3483" y="2980"/>
                  </a:lnTo>
                  <a:lnTo>
                    <a:pt x="5598" y="0"/>
                  </a:lnTo>
                  <a:lnTo>
                    <a:pt x="7776" y="717"/>
                  </a:lnTo>
                  <a:lnTo>
                    <a:pt x="10161" y="1280"/>
                  </a:lnTo>
                  <a:lnTo>
                    <a:pt x="11343" y="1128"/>
                  </a:lnTo>
                  <a:lnTo>
                    <a:pt x="12963" y="3967"/>
                  </a:lnTo>
                  <a:lnTo>
                    <a:pt x="8695" y="5850"/>
                  </a:lnTo>
                  <a:lnTo>
                    <a:pt x="4893" y="7643"/>
                  </a:lnTo>
                  <a:lnTo>
                    <a:pt x="3014" y="10428"/>
                  </a:lnTo>
                  <a:lnTo>
                    <a:pt x="2112" y="13553"/>
                  </a:lnTo>
                  <a:lnTo>
                    <a:pt x="618" y="1065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08391" y="2810364"/>
              <a:ext cx="129565" cy="70632"/>
            </a:xfrm>
            <a:custGeom>
              <a:avLst/>
              <a:pathLst>
                <a:path w="129565" h="70632">
                  <a:moveTo>
                    <a:pt x="1942" y="69159"/>
                  </a:moveTo>
                  <a:lnTo>
                    <a:pt x="706" y="47522"/>
                  </a:lnTo>
                  <a:lnTo>
                    <a:pt x="0" y="35472"/>
                  </a:lnTo>
                  <a:lnTo>
                    <a:pt x="8140" y="32890"/>
                  </a:lnTo>
                  <a:lnTo>
                    <a:pt x="11264" y="31892"/>
                  </a:lnTo>
                  <a:lnTo>
                    <a:pt x="13476" y="31183"/>
                  </a:lnTo>
                  <a:lnTo>
                    <a:pt x="15330" y="30587"/>
                  </a:lnTo>
                  <a:lnTo>
                    <a:pt x="27138" y="26887"/>
                  </a:lnTo>
                  <a:lnTo>
                    <a:pt x="33041" y="25014"/>
                  </a:lnTo>
                  <a:lnTo>
                    <a:pt x="38369" y="23311"/>
                  </a:lnTo>
                  <a:lnTo>
                    <a:pt x="38822" y="23166"/>
                  </a:lnTo>
                  <a:lnTo>
                    <a:pt x="44934" y="21193"/>
                  </a:lnTo>
                  <a:lnTo>
                    <a:pt x="45950" y="20863"/>
                  </a:lnTo>
                  <a:lnTo>
                    <a:pt x="51081" y="19193"/>
                  </a:lnTo>
                  <a:lnTo>
                    <a:pt x="54746" y="17961"/>
                  </a:lnTo>
                  <a:lnTo>
                    <a:pt x="64253" y="14767"/>
                  </a:lnTo>
                  <a:lnTo>
                    <a:pt x="66176" y="14105"/>
                  </a:lnTo>
                  <a:lnTo>
                    <a:pt x="66813" y="11788"/>
                  </a:lnTo>
                  <a:lnTo>
                    <a:pt x="67131" y="11660"/>
                  </a:lnTo>
                  <a:lnTo>
                    <a:pt x="69210" y="10820"/>
                  </a:lnTo>
                  <a:lnTo>
                    <a:pt x="68185" y="8407"/>
                  </a:lnTo>
                  <a:lnTo>
                    <a:pt x="68970" y="6801"/>
                  </a:lnTo>
                  <a:lnTo>
                    <a:pt x="70127" y="6552"/>
                  </a:lnTo>
                  <a:lnTo>
                    <a:pt x="71938" y="6161"/>
                  </a:lnTo>
                  <a:lnTo>
                    <a:pt x="72033" y="4817"/>
                  </a:lnTo>
                  <a:lnTo>
                    <a:pt x="72140" y="3297"/>
                  </a:lnTo>
                  <a:lnTo>
                    <a:pt x="74100" y="2027"/>
                  </a:lnTo>
                  <a:lnTo>
                    <a:pt x="75010" y="856"/>
                  </a:lnTo>
                  <a:lnTo>
                    <a:pt x="77420" y="691"/>
                  </a:lnTo>
                  <a:lnTo>
                    <a:pt x="78943" y="0"/>
                  </a:lnTo>
                  <a:lnTo>
                    <a:pt x="80865" y="4046"/>
                  </a:lnTo>
                  <a:lnTo>
                    <a:pt x="83141" y="6911"/>
                  </a:lnTo>
                  <a:lnTo>
                    <a:pt x="85237" y="8298"/>
                  </a:lnTo>
                  <a:lnTo>
                    <a:pt x="86947" y="8023"/>
                  </a:lnTo>
                  <a:lnTo>
                    <a:pt x="87689" y="6304"/>
                  </a:lnTo>
                  <a:lnTo>
                    <a:pt x="89289" y="6306"/>
                  </a:lnTo>
                  <a:lnTo>
                    <a:pt x="90291" y="8177"/>
                  </a:lnTo>
                  <a:lnTo>
                    <a:pt x="89185" y="11398"/>
                  </a:lnTo>
                  <a:lnTo>
                    <a:pt x="87822" y="12180"/>
                  </a:lnTo>
                  <a:lnTo>
                    <a:pt x="84608" y="14250"/>
                  </a:lnTo>
                  <a:lnTo>
                    <a:pt x="83334" y="15340"/>
                  </a:lnTo>
                  <a:lnTo>
                    <a:pt x="84749" y="17953"/>
                  </a:lnTo>
                  <a:lnTo>
                    <a:pt x="83420" y="19534"/>
                  </a:lnTo>
                  <a:lnTo>
                    <a:pt x="83248" y="21844"/>
                  </a:lnTo>
                  <a:lnTo>
                    <a:pt x="81894" y="22478"/>
                  </a:lnTo>
                  <a:lnTo>
                    <a:pt x="80999" y="22896"/>
                  </a:lnTo>
                  <a:lnTo>
                    <a:pt x="81077" y="23066"/>
                  </a:lnTo>
                  <a:lnTo>
                    <a:pt x="82396" y="26042"/>
                  </a:lnTo>
                  <a:lnTo>
                    <a:pt x="82338" y="26638"/>
                  </a:lnTo>
                  <a:lnTo>
                    <a:pt x="82220" y="27858"/>
                  </a:lnTo>
                  <a:lnTo>
                    <a:pt x="82517" y="28184"/>
                  </a:lnTo>
                  <a:lnTo>
                    <a:pt x="84114" y="29937"/>
                  </a:lnTo>
                  <a:lnTo>
                    <a:pt x="84503" y="29040"/>
                  </a:lnTo>
                  <a:lnTo>
                    <a:pt x="85143" y="27565"/>
                  </a:lnTo>
                  <a:lnTo>
                    <a:pt x="86429" y="27339"/>
                  </a:lnTo>
                  <a:lnTo>
                    <a:pt x="87969" y="28462"/>
                  </a:lnTo>
                  <a:lnTo>
                    <a:pt x="88534" y="28431"/>
                  </a:lnTo>
                  <a:lnTo>
                    <a:pt x="90278" y="28336"/>
                  </a:lnTo>
                  <a:lnTo>
                    <a:pt x="90603" y="28491"/>
                  </a:lnTo>
                  <a:lnTo>
                    <a:pt x="92927" y="29592"/>
                  </a:lnTo>
                  <a:lnTo>
                    <a:pt x="95736" y="32632"/>
                  </a:lnTo>
                  <a:lnTo>
                    <a:pt x="98155" y="34421"/>
                  </a:lnTo>
                  <a:lnTo>
                    <a:pt x="98559" y="36152"/>
                  </a:lnTo>
                  <a:lnTo>
                    <a:pt x="98090" y="38467"/>
                  </a:lnTo>
                  <a:lnTo>
                    <a:pt x="99386" y="40344"/>
                  </a:lnTo>
                  <a:lnTo>
                    <a:pt x="101528" y="40571"/>
                  </a:lnTo>
                  <a:lnTo>
                    <a:pt x="102191" y="39824"/>
                  </a:lnTo>
                  <a:lnTo>
                    <a:pt x="103988" y="40889"/>
                  </a:lnTo>
                  <a:lnTo>
                    <a:pt x="105656" y="43314"/>
                  </a:lnTo>
                  <a:lnTo>
                    <a:pt x="105863" y="45507"/>
                  </a:lnTo>
                  <a:lnTo>
                    <a:pt x="106086" y="45639"/>
                  </a:lnTo>
                  <a:lnTo>
                    <a:pt x="108133" y="46845"/>
                  </a:lnTo>
                  <a:lnTo>
                    <a:pt x="110233" y="47143"/>
                  </a:lnTo>
                  <a:lnTo>
                    <a:pt x="114450" y="46397"/>
                  </a:lnTo>
                  <a:lnTo>
                    <a:pt x="116418" y="46409"/>
                  </a:lnTo>
                  <a:lnTo>
                    <a:pt x="117926" y="44674"/>
                  </a:lnTo>
                  <a:lnTo>
                    <a:pt x="120792" y="42711"/>
                  </a:lnTo>
                  <a:lnTo>
                    <a:pt x="123543" y="40117"/>
                  </a:lnTo>
                  <a:lnTo>
                    <a:pt x="123876" y="38863"/>
                  </a:lnTo>
                  <a:lnTo>
                    <a:pt x="123051" y="36860"/>
                  </a:lnTo>
                  <a:lnTo>
                    <a:pt x="120406" y="36176"/>
                  </a:lnTo>
                  <a:lnTo>
                    <a:pt x="119322" y="33752"/>
                  </a:lnTo>
                  <a:lnTo>
                    <a:pt x="117745" y="30479"/>
                  </a:lnTo>
                  <a:lnTo>
                    <a:pt x="115276" y="30679"/>
                  </a:lnTo>
                  <a:lnTo>
                    <a:pt x="114058" y="31503"/>
                  </a:lnTo>
                  <a:lnTo>
                    <a:pt x="111505" y="30185"/>
                  </a:lnTo>
                  <a:lnTo>
                    <a:pt x="113047" y="28595"/>
                  </a:lnTo>
                  <a:lnTo>
                    <a:pt x="114535" y="27451"/>
                  </a:lnTo>
                  <a:lnTo>
                    <a:pt x="117984" y="27592"/>
                  </a:lnTo>
                  <a:lnTo>
                    <a:pt x="120935" y="29900"/>
                  </a:lnTo>
                  <a:lnTo>
                    <a:pt x="122847" y="33082"/>
                  </a:lnTo>
                  <a:lnTo>
                    <a:pt x="126118" y="37930"/>
                  </a:lnTo>
                  <a:lnTo>
                    <a:pt x="128388" y="43282"/>
                  </a:lnTo>
                  <a:lnTo>
                    <a:pt x="129473" y="46519"/>
                  </a:lnTo>
                  <a:lnTo>
                    <a:pt x="129565" y="50280"/>
                  </a:lnTo>
                  <a:lnTo>
                    <a:pt x="128142" y="51221"/>
                  </a:lnTo>
                  <a:lnTo>
                    <a:pt x="126826" y="47714"/>
                  </a:lnTo>
                  <a:lnTo>
                    <a:pt x="126108" y="45250"/>
                  </a:lnTo>
                  <a:lnTo>
                    <a:pt x="124606" y="46198"/>
                  </a:lnTo>
                  <a:lnTo>
                    <a:pt x="121412" y="48215"/>
                  </a:lnTo>
                  <a:lnTo>
                    <a:pt x="118256" y="51179"/>
                  </a:lnTo>
                  <a:lnTo>
                    <a:pt x="116307" y="51264"/>
                  </a:lnTo>
                  <a:lnTo>
                    <a:pt x="114072" y="53409"/>
                  </a:lnTo>
                  <a:lnTo>
                    <a:pt x="112821" y="54664"/>
                  </a:lnTo>
                  <a:lnTo>
                    <a:pt x="112344" y="56612"/>
                  </a:lnTo>
                  <a:lnTo>
                    <a:pt x="109719" y="58162"/>
                  </a:lnTo>
                  <a:lnTo>
                    <a:pt x="107042" y="60741"/>
                  </a:lnTo>
                  <a:lnTo>
                    <a:pt x="106642" y="61216"/>
                  </a:lnTo>
                  <a:lnTo>
                    <a:pt x="104894" y="63290"/>
                  </a:lnTo>
                  <a:lnTo>
                    <a:pt x="103678" y="65867"/>
                  </a:lnTo>
                  <a:lnTo>
                    <a:pt x="101757" y="67685"/>
                  </a:lnTo>
                  <a:lnTo>
                    <a:pt x="98971" y="69618"/>
                  </a:lnTo>
                  <a:lnTo>
                    <a:pt x="98674" y="67330"/>
                  </a:lnTo>
                  <a:lnTo>
                    <a:pt x="102271" y="63699"/>
                  </a:lnTo>
                  <a:lnTo>
                    <a:pt x="104225" y="60541"/>
                  </a:lnTo>
                  <a:lnTo>
                    <a:pt x="104898" y="59451"/>
                  </a:lnTo>
                  <a:lnTo>
                    <a:pt x="104267" y="57392"/>
                  </a:lnTo>
                  <a:lnTo>
                    <a:pt x="103386" y="57124"/>
                  </a:lnTo>
                  <a:lnTo>
                    <a:pt x="101270" y="56478"/>
                  </a:lnTo>
                  <a:lnTo>
                    <a:pt x="100645" y="58832"/>
                  </a:lnTo>
                  <a:lnTo>
                    <a:pt x="100353" y="59929"/>
                  </a:lnTo>
                  <a:lnTo>
                    <a:pt x="99232" y="60120"/>
                  </a:lnTo>
                  <a:lnTo>
                    <a:pt x="97487" y="61325"/>
                  </a:lnTo>
                  <a:lnTo>
                    <a:pt x="97036" y="63446"/>
                  </a:lnTo>
                  <a:lnTo>
                    <a:pt x="96190" y="65352"/>
                  </a:lnTo>
                  <a:lnTo>
                    <a:pt x="94562" y="66549"/>
                  </a:lnTo>
                  <a:lnTo>
                    <a:pt x="92707" y="66709"/>
                  </a:lnTo>
                  <a:lnTo>
                    <a:pt x="91727" y="67703"/>
                  </a:lnTo>
                  <a:lnTo>
                    <a:pt x="89434" y="63028"/>
                  </a:lnTo>
                  <a:lnTo>
                    <a:pt x="89176" y="62133"/>
                  </a:lnTo>
                  <a:lnTo>
                    <a:pt x="88644" y="60293"/>
                  </a:lnTo>
                  <a:lnTo>
                    <a:pt x="86292" y="60389"/>
                  </a:lnTo>
                  <a:lnTo>
                    <a:pt x="85608" y="59844"/>
                  </a:lnTo>
                  <a:lnTo>
                    <a:pt x="82821" y="57625"/>
                  </a:lnTo>
                  <a:lnTo>
                    <a:pt x="80535" y="57168"/>
                  </a:lnTo>
                  <a:lnTo>
                    <a:pt x="80046" y="57069"/>
                  </a:lnTo>
                  <a:lnTo>
                    <a:pt x="78896" y="54899"/>
                  </a:lnTo>
                  <a:lnTo>
                    <a:pt x="77902" y="52038"/>
                  </a:lnTo>
                  <a:lnTo>
                    <a:pt x="76486" y="52578"/>
                  </a:lnTo>
                  <a:lnTo>
                    <a:pt x="75531" y="49832"/>
                  </a:lnTo>
                  <a:lnTo>
                    <a:pt x="74993" y="48299"/>
                  </a:lnTo>
                  <a:lnTo>
                    <a:pt x="74443" y="46730"/>
                  </a:lnTo>
                  <a:lnTo>
                    <a:pt x="70586" y="48322"/>
                  </a:lnTo>
                  <a:lnTo>
                    <a:pt x="68564" y="49154"/>
                  </a:lnTo>
                  <a:lnTo>
                    <a:pt x="67519" y="49585"/>
                  </a:lnTo>
                  <a:lnTo>
                    <a:pt x="67004" y="49797"/>
                  </a:lnTo>
                  <a:lnTo>
                    <a:pt x="60640" y="52410"/>
                  </a:lnTo>
                  <a:lnTo>
                    <a:pt x="60343" y="51705"/>
                  </a:lnTo>
                  <a:lnTo>
                    <a:pt x="58811" y="52225"/>
                  </a:lnTo>
                  <a:lnTo>
                    <a:pt x="54035" y="53841"/>
                  </a:lnTo>
                  <a:lnTo>
                    <a:pt x="49022" y="55545"/>
                  </a:lnTo>
                  <a:lnTo>
                    <a:pt x="46669" y="56341"/>
                  </a:lnTo>
                  <a:lnTo>
                    <a:pt x="42890" y="57615"/>
                  </a:lnTo>
                  <a:lnTo>
                    <a:pt x="35763" y="60044"/>
                  </a:lnTo>
                  <a:lnTo>
                    <a:pt x="33135" y="61163"/>
                  </a:lnTo>
                  <a:lnTo>
                    <a:pt x="28756" y="62424"/>
                  </a:lnTo>
                  <a:lnTo>
                    <a:pt x="28225" y="64356"/>
                  </a:lnTo>
                  <a:lnTo>
                    <a:pt x="27968" y="64492"/>
                  </a:lnTo>
                  <a:lnTo>
                    <a:pt x="26838" y="65090"/>
                  </a:lnTo>
                  <a:lnTo>
                    <a:pt x="24989" y="63727"/>
                  </a:lnTo>
                  <a:lnTo>
                    <a:pt x="24429" y="63914"/>
                  </a:lnTo>
                  <a:lnTo>
                    <a:pt x="19828" y="65447"/>
                  </a:lnTo>
                  <a:lnTo>
                    <a:pt x="17990" y="66013"/>
                  </a:lnTo>
                  <a:lnTo>
                    <a:pt x="15470" y="66786"/>
                  </a:lnTo>
                  <a:lnTo>
                    <a:pt x="11924" y="67870"/>
                  </a:lnTo>
                  <a:lnTo>
                    <a:pt x="3201" y="70632"/>
                  </a:lnTo>
                  <a:lnTo>
                    <a:pt x="3058" y="704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53199" y="3468754"/>
              <a:ext cx="5820" cy="7595"/>
            </a:xfrm>
            <a:custGeom>
              <a:avLst/>
              <a:pathLst>
                <a:path w="5820" h="7595">
                  <a:moveTo>
                    <a:pt x="0" y="1642"/>
                  </a:moveTo>
                  <a:lnTo>
                    <a:pt x="2188" y="0"/>
                  </a:lnTo>
                  <a:lnTo>
                    <a:pt x="4610" y="2074"/>
                  </a:lnTo>
                  <a:lnTo>
                    <a:pt x="5820" y="7595"/>
                  </a:lnTo>
                  <a:lnTo>
                    <a:pt x="1587" y="750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003465" y="3327547"/>
              <a:ext cx="302914" cy="148790"/>
            </a:xfrm>
            <a:custGeom>
              <a:avLst/>
              <a:pathLst>
                <a:path w="302914" h="148790">
                  <a:moveTo>
                    <a:pt x="6904" y="94929"/>
                  </a:moveTo>
                  <a:lnTo>
                    <a:pt x="3362" y="79537"/>
                  </a:lnTo>
                  <a:lnTo>
                    <a:pt x="0" y="63922"/>
                  </a:lnTo>
                  <a:lnTo>
                    <a:pt x="5216" y="62552"/>
                  </a:lnTo>
                  <a:lnTo>
                    <a:pt x="26688" y="56848"/>
                  </a:lnTo>
                  <a:lnTo>
                    <a:pt x="33941" y="54936"/>
                  </a:lnTo>
                  <a:lnTo>
                    <a:pt x="41375" y="52965"/>
                  </a:lnTo>
                  <a:lnTo>
                    <a:pt x="46616" y="51568"/>
                  </a:lnTo>
                  <a:lnTo>
                    <a:pt x="67834" y="45905"/>
                  </a:lnTo>
                  <a:lnTo>
                    <a:pt x="70175" y="45275"/>
                  </a:lnTo>
                  <a:lnTo>
                    <a:pt x="85219" y="41184"/>
                  </a:lnTo>
                  <a:lnTo>
                    <a:pt x="86645" y="40793"/>
                  </a:lnTo>
                  <a:lnTo>
                    <a:pt x="105607" y="35618"/>
                  </a:lnTo>
                  <a:lnTo>
                    <a:pt x="124078" y="30538"/>
                  </a:lnTo>
                  <a:lnTo>
                    <a:pt x="124694" y="30364"/>
                  </a:lnTo>
                  <a:lnTo>
                    <a:pt x="138176" y="26522"/>
                  </a:lnTo>
                  <a:lnTo>
                    <a:pt x="139586" y="26119"/>
                  </a:lnTo>
                  <a:lnTo>
                    <a:pt x="152966" y="22276"/>
                  </a:lnTo>
                  <a:lnTo>
                    <a:pt x="153473" y="22129"/>
                  </a:lnTo>
                  <a:lnTo>
                    <a:pt x="165972" y="18403"/>
                  </a:lnTo>
                  <a:lnTo>
                    <a:pt x="170340" y="17092"/>
                  </a:lnTo>
                  <a:lnTo>
                    <a:pt x="171451" y="16765"/>
                  </a:lnTo>
                  <a:lnTo>
                    <a:pt x="179311" y="14443"/>
                  </a:lnTo>
                  <a:lnTo>
                    <a:pt x="188530" y="11702"/>
                  </a:lnTo>
                  <a:lnTo>
                    <a:pt x="199506" y="8411"/>
                  </a:lnTo>
                  <a:lnTo>
                    <a:pt x="199898" y="8293"/>
                  </a:lnTo>
                  <a:lnTo>
                    <a:pt x="205866" y="6486"/>
                  </a:lnTo>
                  <a:lnTo>
                    <a:pt x="227074" y="0"/>
                  </a:lnTo>
                  <a:lnTo>
                    <a:pt x="236368" y="27612"/>
                  </a:lnTo>
                  <a:lnTo>
                    <a:pt x="238625" y="34052"/>
                  </a:lnTo>
                  <a:lnTo>
                    <a:pt x="240025" y="38049"/>
                  </a:lnTo>
                  <a:lnTo>
                    <a:pt x="242918" y="46312"/>
                  </a:lnTo>
                  <a:lnTo>
                    <a:pt x="251660" y="71311"/>
                  </a:lnTo>
                  <a:lnTo>
                    <a:pt x="257077" y="86830"/>
                  </a:lnTo>
                  <a:lnTo>
                    <a:pt x="259141" y="92783"/>
                  </a:lnTo>
                  <a:lnTo>
                    <a:pt x="259639" y="94222"/>
                  </a:lnTo>
                  <a:lnTo>
                    <a:pt x="261941" y="100814"/>
                  </a:lnTo>
                  <a:lnTo>
                    <a:pt x="275428" y="97235"/>
                  </a:lnTo>
                  <a:lnTo>
                    <a:pt x="284035" y="94680"/>
                  </a:lnTo>
                  <a:lnTo>
                    <a:pt x="293748" y="91776"/>
                  </a:lnTo>
                  <a:lnTo>
                    <a:pt x="302217" y="89095"/>
                  </a:lnTo>
                  <a:lnTo>
                    <a:pt x="302914" y="100121"/>
                  </a:lnTo>
                  <a:lnTo>
                    <a:pt x="302128" y="101497"/>
                  </a:lnTo>
                  <a:lnTo>
                    <a:pt x="301741" y="109678"/>
                  </a:lnTo>
                  <a:lnTo>
                    <a:pt x="301712" y="117692"/>
                  </a:lnTo>
                  <a:lnTo>
                    <a:pt x="301477" y="120774"/>
                  </a:lnTo>
                  <a:lnTo>
                    <a:pt x="300041" y="127308"/>
                  </a:lnTo>
                  <a:lnTo>
                    <a:pt x="276888" y="137375"/>
                  </a:lnTo>
                  <a:lnTo>
                    <a:pt x="275031" y="141776"/>
                  </a:lnTo>
                  <a:lnTo>
                    <a:pt x="271246" y="141120"/>
                  </a:lnTo>
                  <a:lnTo>
                    <a:pt x="267382" y="142183"/>
                  </a:lnTo>
                  <a:lnTo>
                    <a:pt x="263779" y="148064"/>
                  </a:lnTo>
                  <a:lnTo>
                    <a:pt x="261806" y="148790"/>
                  </a:lnTo>
                  <a:lnTo>
                    <a:pt x="260116" y="144217"/>
                  </a:lnTo>
                  <a:lnTo>
                    <a:pt x="261269" y="138201"/>
                  </a:lnTo>
                  <a:lnTo>
                    <a:pt x="260701" y="136489"/>
                  </a:lnTo>
                  <a:lnTo>
                    <a:pt x="259472" y="133261"/>
                  </a:lnTo>
                  <a:lnTo>
                    <a:pt x="254360" y="132758"/>
                  </a:lnTo>
                  <a:lnTo>
                    <a:pt x="252615" y="127743"/>
                  </a:lnTo>
                  <a:lnTo>
                    <a:pt x="257199" y="125139"/>
                  </a:lnTo>
                  <a:lnTo>
                    <a:pt x="256064" y="123820"/>
                  </a:lnTo>
                  <a:lnTo>
                    <a:pt x="254757" y="122301"/>
                  </a:lnTo>
                  <a:lnTo>
                    <a:pt x="252445" y="122572"/>
                  </a:lnTo>
                  <a:lnTo>
                    <a:pt x="251084" y="122732"/>
                  </a:lnTo>
                  <a:lnTo>
                    <a:pt x="245051" y="124041"/>
                  </a:lnTo>
                  <a:lnTo>
                    <a:pt x="247000" y="129405"/>
                  </a:lnTo>
                  <a:lnTo>
                    <a:pt x="249719" y="134334"/>
                  </a:lnTo>
                  <a:lnTo>
                    <a:pt x="251105" y="137886"/>
                  </a:lnTo>
                  <a:lnTo>
                    <a:pt x="248209" y="137915"/>
                  </a:lnTo>
                  <a:lnTo>
                    <a:pt x="244414" y="135671"/>
                  </a:lnTo>
                  <a:lnTo>
                    <a:pt x="243337" y="130045"/>
                  </a:lnTo>
                  <a:lnTo>
                    <a:pt x="239519" y="127706"/>
                  </a:lnTo>
                  <a:lnTo>
                    <a:pt x="232743" y="123257"/>
                  </a:lnTo>
                  <a:lnTo>
                    <a:pt x="229812" y="122443"/>
                  </a:lnTo>
                  <a:lnTo>
                    <a:pt x="229457" y="119251"/>
                  </a:lnTo>
                  <a:lnTo>
                    <a:pt x="226639" y="116494"/>
                  </a:lnTo>
                  <a:lnTo>
                    <a:pt x="221173" y="110275"/>
                  </a:lnTo>
                  <a:lnTo>
                    <a:pt x="223740" y="105142"/>
                  </a:lnTo>
                  <a:lnTo>
                    <a:pt x="222347" y="103152"/>
                  </a:lnTo>
                  <a:lnTo>
                    <a:pt x="222097" y="99672"/>
                  </a:lnTo>
                  <a:lnTo>
                    <a:pt x="225010" y="98407"/>
                  </a:lnTo>
                  <a:lnTo>
                    <a:pt x="226834" y="98150"/>
                  </a:lnTo>
                  <a:lnTo>
                    <a:pt x="229188" y="97493"/>
                  </a:lnTo>
                  <a:lnTo>
                    <a:pt x="228206" y="95086"/>
                  </a:lnTo>
                  <a:lnTo>
                    <a:pt x="227168" y="92543"/>
                  </a:lnTo>
                  <a:lnTo>
                    <a:pt x="225658" y="93212"/>
                  </a:lnTo>
                  <a:lnTo>
                    <a:pt x="222328" y="90501"/>
                  </a:lnTo>
                  <a:lnTo>
                    <a:pt x="220075" y="91185"/>
                  </a:lnTo>
                  <a:lnTo>
                    <a:pt x="217874" y="94783"/>
                  </a:lnTo>
                  <a:lnTo>
                    <a:pt x="216128" y="94692"/>
                  </a:lnTo>
                  <a:lnTo>
                    <a:pt x="215608" y="90963"/>
                  </a:lnTo>
                  <a:lnTo>
                    <a:pt x="211918" y="89711"/>
                  </a:lnTo>
                  <a:lnTo>
                    <a:pt x="211879" y="86966"/>
                  </a:lnTo>
                  <a:lnTo>
                    <a:pt x="216015" y="84984"/>
                  </a:lnTo>
                  <a:lnTo>
                    <a:pt x="217175" y="79799"/>
                  </a:lnTo>
                  <a:lnTo>
                    <a:pt x="221301" y="82038"/>
                  </a:lnTo>
                  <a:lnTo>
                    <a:pt x="222664" y="80106"/>
                  </a:lnTo>
                  <a:lnTo>
                    <a:pt x="221719" y="78091"/>
                  </a:lnTo>
                  <a:lnTo>
                    <a:pt x="220380" y="75232"/>
                  </a:lnTo>
                  <a:lnTo>
                    <a:pt x="219666" y="72304"/>
                  </a:lnTo>
                  <a:lnTo>
                    <a:pt x="216743" y="73190"/>
                  </a:lnTo>
                  <a:lnTo>
                    <a:pt x="212965" y="75810"/>
                  </a:lnTo>
                  <a:lnTo>
                    <a:pt x="213112" y="80265"/>
                  </a:lnTo>
                  <a:lnTo>
                    <a:pt x="210712" y="81839"/>
                  </a:lnTo>
                  <a:lnTo>
                    <a:pt x="209628" y="74349"/>
                  </a:lnTo>
                  <a:lnTo>
                    <a:pt x="210566" y="68150"/>
                  </a:lnTo>
                  <a:lnTo>
                    <a:pt x="211085" y="65064"/>
                  </a:lnTo>
                  <a:lnTo>
                    <a:pt x="213612" y="65287"/>
                  </a:lnTo>
                  <a:lnTo>
                    <a:pt x="215896" y="65488"/>
                  </a:lnTo>
                  <a:lnTo>
                    <a:pt x="214150" y="59588"/>
                  </a:lnTo>
                  <a:lnTo>
                    <a:pt x="212710" y="57534"/>
                  </a:lnTo>
                  <a:lnTo>
                    <a:pt x="210141" y="55995"/>
                  </a:lnTo>
                  <a:lnTo>
                    <a:pt x="210801" y="49840"/>
                  </a:lnTo>
                  <a:lnTo>
                    <a:pt x="211494" y="44656"/>
                  </a:lnTo>
                  <a:lnTo>
                    <a:pt x="212907" y="41684"/>
                  </a:lnTo>
                  <a:lnTo>
                    <a:pt x="213174" y="38323"/>
                  </a:lnTo>
                  <a:lnTo>
                    <a:pt x="215372" y="34455"/>
                  </a:lnTo>
                  <a:lnTo>
                    <a:pt x="218034" y="32285"/>
                  </a:lnTo>
                  <a:lnTo>
                    <a:pt x="219148" y="31375"/>
                  </a:lnTo>
                  <a:lnTo>
                    <a:pt x="220779" y="29091"/>
                  </a:lnTo>
                  <a:lnTo>
                    <a:pt x="219564" y="26053"/>
                  </a:lnTo>
                  <a:lnTo>
                    <a:pt x="218019" y="26562"/>
                  </a:lnTo>
                  <a:lnTo>
                    <a:pt x="216599" y="27030"/>
                  </a:lnTo>
                  <a:lnTo>
                    <a:pt x="212417" y="32429"/>
                  </a:lnTo>
                  <a:lnTo>
                    <a:pt x="208822" y="38142"/>
                  </a:lnTo>
                  <a:lnTo>
                    <a:pt x="205527" y="43681"/>
                  </a:lnTo>
                  <a:lnTo>
                    <a:pt x="204387" y="46509"/>
                  </a:lnTo>
                  <a:lnTo>
                    <a:pt x="203413" y="48922"/>
                  </a:lnTo>
                  <a:lnTo>
                    <a:pt x="201584" y="50605"/>
                  </a:lnTo>
                  <a:lnTo>
                    <a:pt x="200989" y="51151"/>
                  </a:lnTo>
                  <a:lnTo>
                    <a:pt x="199734" y="53814"/>
                  </a:lnTo>
                  <a:lnTo>
                    <a:pt x="197370" y="54497"/>
                  </a:lnTo>
                  <a:lnTo>
                    <a:pt x="195239" y="55225"/>
                  </a:lnTo>
                  <a:lnTo>
                    <a:pt x="195015" y="55778"/>
                  </a:lnTo>
                  <a:lnTo>
                    <a:pt x="194146" y="57917"/>
                  </a:lnTo>
                  <a:lnTo>
                    <a:pt x="201179" y="59902"/>
                  </a:lnTo>
                  <a:lnTo>
                    <a:pt x="202725" y="63870"/>
                  </a:lnTo>
                  <a:lnTo>
                    <a:pt x="203695" y="67049"/>
                  </a:lnTo>
                  <a:lnTo>
                    <a:pt x="206011" y="69071"/>
                  </a:lnTo>
                  <a:lnTo>
                    <a:pt x="203247" y="72400"/>
                  </a:lnTo>
                  <a:lnTo>
                    <a:pt x="202451" y="74951"/>
                  </a:lnTo>
                  <a:lnTo>
                    <a:pt x="204096" y="75820"/>
                  </a:lnTo>
                  <a:lnTo>
                    <a:pt x="203657" y="78899"/>
                  </a:lnTo>
                  <a:lnTo>
                    <a:pt x="203481" y="79384"/>
                  </a:lnTo>
                  <a:lnTo>
                    <a:pt x="202842" y="81147"/>
                  </a:lnTo>
                  <a:lnTo>
                    <a:pt x="201959" y="84370"/>
                  </a:lnTo>
                  <a:lnTo>
                    <a:pt x="203916" y="84887"/>
                  </a:lnTo>
                  <a:lnTo>
                    <a:pt x="202758" y="89779"/>
                  </a:lnTo>
                  <a:lnTo>
                    <a:pt x="201461" y="92859"/>
                  </a:lnTo>
                  <a:lnTo>
                    <a:pt x="204164" y="94872"/>
                  </a:lnTo>
                  <a:lnTo>
                    <a:pt x="204395" y="95831"/>
                  </a:lnTo>
                  <a:lnTo>
                    <a:pt x="205363" y="99845"/>
                  </a:lnTo>
                  <a:lnTo>
                    <a:pt x="207527" y="103443"/>
                  </a:lnTo>
                  <a:lnTo>
                    <a:pt x="208831" y="109798"/>
                  </a:lnTo>
                  <a:lnTo>
                    <a:pt x="211623" y="113928"/>
                  </a:lnTo>
                  <a:lnTo>
                    <a:pt x="215125" y="116452"/>
                  </a:lnTo>
                  <a:lnTo>
                    <a:pt x="219894" y="119700"/>
                  </a:lnTo>
                  <a:lnTo>
                    <a:pt x="220917" y="121880"/>
                  </a:lnTo>
                  <a:lnTo>
                    <a:pt x="221008" y="125496"/>
                  </a:lnTo>
                  <a:lnTo>
                    <a:pt x="221027" y="126236"/>
                  </a:lnTo>
                  <a:lnTo>
                    <a:pt x="223138" y="126936"/>
                  </a:lnTo>
                  <a:lnTo>
                    <a:pt x="223253" y="131890"/>
                  </a:lnTo>
                  <a:lnTo>
                    <a:pt x="227068" y="136175"/>
                  </a:lnTo>
                  <a:lnTo>
                    <a:pt x="230041" y="138796"/>
                  </a:lnTo>
                  <a:lnTo>
                    <a:pt x="230236" y="142171"/>
                  </a:lnTo>
                  <a:lnTo>
                    <a:pt x="232171" y="147127"/>
                  </a:lnTo>
                  <a:lnTo>
                    <a:pt x="228100" y="144544"/>
                  </a:lnTo>
                  <a:lnTo>
                    <a:pt x="223541" y="142388"/>
                  </a:lnTo>
                  <a:lnTo>
                    <a:pt x="220441" y="143611"/>
                  </a:lnTo>
                  <a:lnTo>
                    <a:pt x="215901" y="141683"/>
                  </a:lnTo>
                  <a:lnTo>
                    <a:pt x="211406" y="137620"/>
                  </a:lnTo>
                  <a:lnTo>
                    <a:pt x="205769" y="137495"/>
                  </a:lnTo>
                  <a:lnTo>
                    <a:pt x="201574" y="138646"/>
                  </a:lnTo>
                  <a:lnTo>
                    <a:pt x="197069" y="138458"/>
                  </a:lnTo>
                  <a:lnTo>
                    <a:pt x="195615" y="138351"/>
                  </a:lnTo>
                  <a:lnTo>
                    <a:pt x="193046" y="138160"/>
                  </a:lnTo>
                  <a:lnTo>
                    <a:pt x="188497" y="135753"/>
                  </a:lnTo>
                  <a:lnTo>
                    <a:pt x="184376" y="133783"/>
                  </a:lnTo>
                  <a:lnTo>
                    <a:pt x="181125" y="128168"/>
                  </a:lnTo>
                  <a:lnTo>
                    <a:pt x="179693" y="126507"/>
                  </a:lnTo>
                  <a:lnTo>
                    <a:pt x="176440" y="129273"/>
                  </a:lnTo>
                  <a:lnTo>
                    <a:pt x="173744" y="131279"/>
                  </a:lnTo>
                  <a:lnTo>
                    <a:pt x="168878" y="135299"/>
                  </a:lnTo>
                  <a:lnTo>
                    <a:pt x="164640" y="131669"/>
                  </a:lnTo>
                  <a:lnTo>
                    <a:pt x="163285" y="123064"/>
                  </a:lnTo>
                  <a:lnTo>
                    <a:pt x="165878" y="116855"/>
                  </a:lnTo>
                  <a:lnTo>
                    <a:pt x="169002" y="114762"/>
                  </a:lnTo>
                  <a:lnTo>
                    <a:pt x="168487" y="113097"/>
                  </a:lnTo>
                  <a:lnTo>
                    <a:pt x="167507" y="109973"/>
                  </a:lnTo>
                  <a:lnTo>
                    <a:pt x="169744" y="106570"/>
                  </a:lnTo>
                  <a:lnTo>
                    <a:pt x="170044" y="106112"/>
                  </a:lnTo>
                  <a:lnTo>
                    <a:pt x="171677" y="105608"/>
                  </a:lnTo>
                  <a:lnTo>
                    <a:pt x="171831" y="103106"/>
                  </a:lnTo>
                  <a:lnTo>
                    <a:pt x="171661" y="102384"/>
                  </a:lnTo>
                  <a:lnTo>
                    <a:pt x="170913" y="99206"/>
                  </a:lnTo>
                  <a:lnTo>
                    <a:pt x="170791" y="98687"/>
                  </a:lnTo>
                  <a:lnTo>
                    <a:pt x="173494" y="93854"/>
                  </a:lnTo>
                  <a:lnTo>
                    <a:pt x="176656" y="88104"/>
                  </a:lnTo>
                  <a:lnTo>
                    <a:pt x="169282" y="83853"/>
                  </a:lnTo>
                  <a:lnTo>
                    <a:pt x="166239" y="82094"/>
                  </a:lnTo>
                  <a:lnTo>
                    <a:pt x="162670" y="88491"/>
                  </a:lnTo>
                  <a:lnTo>
                    <a:pt x="160358" y="86536"/>
                  </a:lnTo>
                  <a:lnTo>
                    <a:pt x="158231" y="86951"/>
                  </a:lnTo>
                  <a:lnTo>
                    <a:pt x="156802" y="87229"/>
                  </a:lnTo>
                  <a:lnTo>
                    <a:pt x="153473" y="86601"/>
                  </a:lnTo>
                  <a:lnTo>
                    <a:pt x="152676" y="83230"/>
                  </a:lnTo>
                  <a:lnTo>
                    <a:pt x="148265" y="82286"/>
                  </a:lnTo>
                  <a:lnTo>
                    <a:pt x="146979" y="82305"/>
                  </a:lnTo>
                  <a:lnTo>
                    <a:pt x="146117" y="82319"/>
                  </a:lnTo>
                  <a:lnTo>
                    <a:pt x="145006" y="82335"/>
                  </a:lnTo>
                  <a:lnTo>
                    <a:pt x="138306" y="82984"/>
                  </a:lnTo>
                  <a:lnTo>
                    <a:pt x="136518" y="80911"/>
                  </a:lnTo>
                  <a:lnTo>
                    <a:pt x="133791" y="80341"/>
                  </a:lnTo>
                  <a:lnTo>
                    <a:pt x="132854" y="77088"/>
                  </a:lnTo>
                  <a:lnTo>
                    <a:pt x="134516" y="74462"/>
                  </a:lnTo>
                  <a:lnTo>
                    <a:pt x="135413" y="71300"/>
                  </a:lnTo>
                  <a:lnTo>
                    <a:pt x="132459" y="69311"/>
                  </a:lnTo>
                  <a:lnTo>
                    <a:pt x="128353" y="67995"/>
                  </a:lnTo>
                  <a:lnTo>
                    <a:pt x="125692" y="66755"/>
                  </a:lnTo>
                  <a:lnTo>
                    <a:pt x="120544" y="66880"/>
                  </a:lnTo>
                  <a:lnTo>
                    <a:pt x="119808" y="67005"/>
                  </a:lnTo>
                  <a:lnTo>
                    <a:pt x="117144" y="67454"/>
                  </a:lnTo>
                  <a:lnTo>
                    <a:pt x="114831" y="65305"/>
                  </a:lnTo>
                  <a:lnTo>
                    <a:pt x="114170" y="61244"/>
                  </a:lnTo>
                  <a:lnTo>
                    <a:pt x="109000" y="56203"/>
                  </a:lnTo>
                  <a:lnTo>
                    <a:pt x="107682" y="54379"/>
                  </a:lnTo>
                  <a:lnTo>
                    <a:pt x="106357" y="52544"/>
                  </a:lnTo>
                  <a:lnTo>
                    <a:pt x="104683" y="47634"/>
                  </a:lnTo>
                  <a:lnTo>
                    <a:pt x="98313" y="47620"/>
                  </a:lnTo>
                  <a:lnTo>
                    <a:pt x="93457" y="49514"/>
                  </a:lnTo>
                  <a:lnTo>
                    <a:pt x="91760" y="48291"/>
                  </a:lnTo>
                  <a:lnTo>
                    <a:pt x="87326" y="45092"/>
                  </a:lnTo>
                  <a:lnTo>
                    <a:pt x="78761" y="48513"/>
                  </a:lnTo>
                  <a:lnTo>
                    <a:pt x="73902" y="52273"/>
                  </a:lnTo>
                  <a:lnTo>
                    <a:pt x="72732" y="52807"/>
                  </a:lnTo>
                  <a:lnTo>
                    <a:pt x="69758" y="54162"/>
                  </a:lnTo>
                  <a:lnTo>
                    <a:pt x="67551" y="59888"/>
                  </a:lnTo>
                  <a:lnTo>
                    <a:pt x="66913" y="63339"/>
                  </a:lnTo>
                  <a:lnTo>
                    <a:pt x="66454" y="63442"/>
                  </a:lnTo>
                  <a:lnTo>
                    <a:pt x="58785" y="65156"/>
                  </a:lnTo>
                  <a:lnTo>
                    <a:pt x="54503" y="65062"/>
                  </a:lnTo>
                  <a:lnTo>
                    <a:pt x="51041" y="64984"/>
                  </a:lnTo>
                  <a:lnTo>
                    <a:pt x="47966" y="61105"/>
                  </a:lnTo>
                  <a:lnTo>
                    <a:pt x="45394" y="59285"/>
                  </a:lnTo>
                  <a:lnTo>
                    <a:pt x="42150" y="67501"/>
                  </a:lnTo>
                  <a:lnTo>
                    <a:pt x="37961" y="75095"/>
                  </a:lnTo>
                  <a:lnTo>
                    <a:pt x="37873" y="78548"/>
                  </a:lnTo>
                  <a:lnTo>
                    <a:pt x="32306" y="77125"/>
                  </a:lnTo>
                  <a:lnTo>
                    <a:pt x="30338" y="77687"/>
                  </a:lnTo>
                  <a:lnTo>
                    <a:pt x="28860" y="78107"/>
                  </a:lnTo>
                  <a:lnTo>
                    <a:pt x="25606" y="85184"/>
                  </a:lnTo>
                  <a:lnTo>
                    <a:pt x="21108" y="92849"/>
                  </a:lnTo>
                  <a:lnTo>
                    <a:pt x="20105" y="94553"/>
                  </a:lnTo>
                  <a:lnTo>
                    <a:pt x="16357" y="98269"/>
                  </a:lnTo>
                  <a:lnTo>
                    <a:pt x="12920" y="103490"/>
                  </a:lnTo>
                  <a:lnTo>
                    <a:pt x="9449" y="10631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64452" y="2507257"/>
              <a:ext cx="5146" cy="8179"/>
            </a:xfrm>
            <a:custGeom>
              <a:avLst/>
              <a:pathLst>
                <a:path w="5146" h="8179">
                  <a:moveTo>
                    <a:pt x="0" y="2609"/>
                  </a:moveTo>
                  <a:lnTo>
                    <a:pt x="2062" y="0"/>
                  </a:lnTo>
                  <a:lnTo>
                    <a:pt x="5146" y="3700"/>
                  </a:lnTo>
                  <a:lnTo>
                    <a:pt x="4433" y="8179"/>
                  </a:lnTo>
                  <a:lnTo>
                    <a:pt x="437" y="697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05881" y="2225680"/>
              <a:ext cx="233823" cy="387799"/>
            </a:xfrm>
            <a:custGeom>
              <a:avLst/>
              <a:pathLst>
                <a:path w="233823" h="387799">
                  <a:moveTo>
                    <a:pt x="0" y="219437"/>
                  </a:moveTo>
                  <a:lnTo>
                    <a:pt x="2248" y="217992"/>
                  </a:lnTo>
                  <a:lnTo>
                    <a:pt x="2644" y="214894"/>
                  </a:lnTo>
                  <a:lnTo>
                    <a:pt x="6409" y="214628"/>
                  </a:lnTo>
                  <a:lnTo>
                    <a:pt x="9432" y="216631"/>
                  </a:lnTo>
                  <a:lnTo>
                    <a:pt x="12137" y="220704"/>
                  </a:lnTo>
                  <a:lnTo>
                    <a:pt x="14855" y="220069"/>
                  </a:lnTo>
                  <a:lnTo>
                    <a:pt x="14312" y="216931"/>
                  </a:lnTo>
                  <a:lnTo>
                    <a:pt x="14092" y="215657"/>
                  </a:lnTo>
                  <a:lnTo>
                    <a:pt x="14492" y="213286"/>
                  </a:lnTo>
                  <a:lnTo>
                    <a:pt x="13035" y="211173"/>
                  </a:lnTo>
                  <a:lnTo>
                    <a:pt x="12702" y="208147"/>
                  </a:lnTo>
                  <a:lnTo>
                    <a:pt x="10971" y="206686"/>
                  </a:lnTo>
                  <a:lnTo>
                    <a:pt x="12406" y="203356"/>
                  </a:lnTo>
                  <a:lnTo>
                    <a:pt x="13865" y="203040"/>
                  </a:lnTo>
                  <a:lnTo>
                    <a:pt x="16083" y="204782"/>
                  </a:lnTo>
                  <a:lnTo>
                    <a:pt x="18992" y="204096"/>
                  </a:lnTo>
                  <a:lnTo>
                    <a:pt x="21614" y="204038"/>
                  </a:lnTo>
                  <a:lnTo>
                    <a:pt x="20256" y="200594"/>
                  </a:lnTo>
                  <a:lnTo>
                    <a:pt x="17435" y="199486"/>
                  </a:lnTo>
                  <a:lnTo>
                    <a:pt x="13142" y="195949"/>
                  </a:lnTo>
                  <a:lnTo>
                    <a:pt x="13416" y="191024"/>
                  </a:lnTo>
                  <a:lnTo>
                    <a:pt x="14446" y="187549"/>
                  </a:lnTo>
                  <a:lnTo>
                    <a:pt x="16564" y="183804"/>
                  </a:lnTo>
                  <a:lnTo>
                    <a:pt x="17485" y="180087"/>
                  </a:lnTo>
                  <a:lnTo>
                    <a:pt x="21990" y="175053"/>
                  </a:lnTo>
                  <a:lnTo>
                    <a:pt x="24404" y="171322"/>
                  </a:lnTo>
                  <a:lnTo>
                    <a:pt x="21169" y="167981"/>
                  </a:lnTo>
                  <a:lnTo>
                    <a:pt x="21501" y="165838"/>
                  </a:lnTo>
                  <a:lnTo>
                    <a:pt x="23653" y="160902"/>
                  </a:lnTo>
                  <a:lnTo>
                    <a:pt x="26247" y="156539"/>
                  </a:lnTo>
                  <a:lnTo>
                    <a:pt x="25309" y="153087"/>
                  </a:lnTo>
                  <a:lnTo>
                    <a:pt x="23740" y="151050"/>
                  </a:lnTo>
                  <a:lnTo>
                    <a:pt x="21271" y="152107"/>
                  </a:lnTo>
                  <a:lnTo>
                    <a:pt x="20670" y="148999"/>
                  </a:lnTo>
                  <a:lnTo>
                    <a:pt x="19297" y="147732"/>
                  </a:lnTo>
                  <a:lnTo>
                    <a:pt x="18589" y="144203"/>
                  </a:lnTo>
                  <a:lnTo>
                    <a:pt x="19501" y="140265"/>
                  </a:lnTo>
                  <a:lnTo>
                    <a:pt x="19634" y="136444"/>
                  </a:lnTo>
                  <a:lnTo>
                    <a:pt x="15646" y="134148"/>
                  </a:lnTo>
                  <a:lnTo>
                    <a:pt x="15653" y="128679"/>
                  </a:lnTo>
                  <a:lnTo>
                    <a:pt x="15687" y="125238"/>
                  </a:lnTo>
                  <a:lnTo>
                    <a:pt x="16622" y="123472"/>
                  </a:lnTo>
                  <a:lnTo>
                    <a:pt x="15576" y="121052"/>
                  </a:lnTo>
                  <a:lnTo>
                    <a:pt x="17068" y="117777"/>
                  </a:lnTo>
                  <a:lnTo>
                    <a:pt x="18579" y="115072"/>
                  </a:lnTo>
                  <a:lnTo>
                    <a:pt x="19764" y="112221"/>
                  </a:lnTo>
                  <a:lnTo>
                    <a:pt x="20569" y="110208"/>
                  </a:lnTo>
                  <a:lnTo>
                    <a:pt x="17734" y="98316"/>
                  </a:lnTo>
                  <a:lnTo>
                    <a:pt x="15327" y="88283"/>
                  </a:lnTo>
                  <a:lnTo>
                    <a:pt x="18959" y="70549"/>
                  </a:lnTo>
                  <a:lnTo>
                    <a:pt x="24064" y="45811"/>
                  </a:lnTo>
                  <a:lnTo>
                    <a:pt x="26609" y="33421"/>
                  </a:lnTo>
                  <a:lnTo>
                    <a:pt x="31158" y="12716"/>
                  </a:lnTo>
                  <a:lnTo>
                    <a:pt x="34587" y="11840"/>
                  </a:lnTo>
                  <a:lnTo>
                    <a:pt x="37493" y="12006"/>
                  </a:lnTo>
                  <a:lnTo>
                    <a:pt x="41414" y="11603"/>
                  </a:lnTo>
                  <a:lnTo>
                    <a:pt x="42095" y="15348"/>
                  </a:lnTo>
                  <a:lnTo>
                    <a:pt x="47036" y="25357"/>
                  </a:lnTo>
                  <a:lnTo>
                    <a:pt x="51815" y="26296"/>
                  </a:lnTo>
                  <a:lnTo>
                    <a:pt x="56233" y="27548"/>
                  </a:lnTo>
                  <a:lnTo>
                    <a:pt x="59970" y="22550"/>
                  </a:lnTo>
                  <a:lnTo>
                    <a:pt x="65576" y="17744"/>
                  </a:lnTo>
                  <a:lnTo>
                    <a:pt x="68953" y="15684"/>
                  </a:lnTo>
                  <a:lnTo>
                    <a:pt x="68720" y="12835"/>
                  </a:lnTo>
                  <a:lnTo>
                    <a:pt x="72342" y="9923"/>
                  </a:lnTo>
                  <a:lnTo>
                    <a:pt x="75078" y="9715"/>
                  </a:lnTo>
                  <a:lnTo>
                    <a:pt x="79139" y="7402"/>
                  </a:lnTo>
                  <a:lnTo>
                    <a:pt x="77569" y="4908"/>
                  </a:lnTo>
                  <a:lnTo>
                    <a:pt x="77778" y="2197"/>
                  </a:lnTo>
                  <a:lnTo>
                    <a:pt x="82467" y="344"/>
                  </a:lnTo>
                  <a:lnTo>
                    <a:pt x="86222" y="0"/>
                  </a:lnTo>
                  <a:lnTo>
                    <a:pt x="89622" y="876"/>
                  </a:lnTo>
                  <a:lnTo>
                    <a:pt x="94565" y="2584"/>
                  </a:lnTo>
                  <a:lnTo>
                    <a:pt x="100617" y="4901"/>
                  </a:lnTo>
                  <a:lnTo>
                    <a:pt x="103647" y="5566"/>
                  </a:lnTo>
                  <a:lnTo>
                    <a:pt x="109388" y="10148"/>
                  </a:lnTo>
                  <a:lnTo>
                    <a:pt x="116160" y="12040"/>
                  </a:lnTo>
                  <a:lnTo>
                    <a:pt x="125123" y="32959"/>
                  </a:lnTo>
                  <a:lnTo>
                    <a:pt x="131567" y="47845"/>
                  </a:lnTo>
                  <a:lnTo>
                    <a:pt x="142499" y="72625"/>
                  </a:lnTo>
                  <a:lnTo>
                    <a:pt x="150488" y="91220"/>
                  </a:lnTo>
                  <a:lnTo>
                    <a:pt x="153794" y="98968"/>
                  </a:lnTo>
                  <a:lnTo>
                    <a:pt x="155983" y="99868"/>
                  </a:lnTo>
                  <a:lnTo>
                    <a:pt x="154820" y="104825"/>
                  </a:lnTo>
                  <a:lnTo>
                    <a:pt x="158160" y="106976"/>
                  </a:lnTo>
                  <a:lnTo>
                    <a:pt x="157687" y="111616"/>
                  </a:lnTo>
                  <a:lnTo>
                    <a:pt x="160459" y="115028"/>
                  </a:lnTo>
                  <a:lnTo>
                    <a:pt x="161087" y="119639"/>
                  </a:lnTo>
                  <a:lnTo>
                    <a:pt x="165851" y="117419"/>
                  </a:lnTo>
                  <a:lnTo>
                    <a:pt x="169251" y="120369"/>
                  </a:lnTo>
                  <a:lnTo>
                    <a:pt x="171827" y="120114"/>
                  </a:lnTo>
                  <a:lnTo>
                    <a:pt x="177699" y="119915"/>
                  </a:lnTo>
                  <a:lnTo>
                    <a:pt x="181516" y="117382"/>
                  </a:lnTo>
                  <a:lnTo>
                    <a:pt x="184232" y="119167"/>
                  </a:lnTo>
                  <a:lnTo>
                    <a:pt x="186864" y="124449"/>
                  </a:lnTo>
                  <a:lnTo>
                    <a:pt x="183935" y="126180"/>
                  </a:lnTo>
                  <a:lnTo>
                    <a:pt x="185034" y="129853"/>
                  </a:lnTo>
                  <a:lnTo>
                    <a:pt x="190571" y="134596"/>
                  </a:lnTo>
                  <a:lnTo>
                    <a:pt x="191242" y="141032"/>
                  </a:lnTo>
                  <a:lnTo>
                    <a:pt x="191269" y="143976"/>
                  </a:lnTo>
                  <a:lnTo>
                    <a:pt x="193552" y="145453"/>
                  </a:lnTo>
                  <a:lnTo>
                    <a:pt x="199686" y="150735"/>
                  </a:lnTo>
                  <a:lnTo>
                    <a:pt x="203270" y="151769"/>
                  </a:lnTo>
                  <a:lnTo>
                    <a:pt x="204753" y="149174"/>
                  </a:lnTo>
                  <a:lnTo>
                    <a:pt x="204707" y="145112"/>
                  </a:lnTo>
                  <a:lnTo>
                    <a:pt x="208856" y="145076"/>
                  </a:lnTo>
                  <a:lnTo>
                    <a:pt x="211363" y="144744"/>
                  </a:lnTo>
                  <a:lnTo>
                    <a:pt x="215579" y="147515"/>
                  </a:lnTo>
                  <a:lnTo>
                    <a:pt x="218148" y="150380"/>
                  </a:lnTo>
                  <a:lnTo>
                    <a:pt x="219895" y="153199"/>
                  </a:lnTo>
                  <a:lnTo>
                    <a:pt x="225398" y="158994"/>
                  </a:lnTo>
                  <a:lnTo>
                    <a:pt x="229221" y="160656"/>
                  </a:lnTo>
                  <a:lnTo>
                    <a:pt x="230517" y="165056"/>
                  </a:lnTo>
                  <a:lnTo>
                    <a:pt x="233823" y="166499"/>
                  </a:lnTo>
                  <a:lnTo>
                    <a:pt x="231451" y="172094"/>
                  </a:lnTo>
                  <a:lnTo>
                    <a:pt x="229834" y="175232"/>
                  </a:lnTo>
                  <a:lnTo>
                    <a:pt x="228739" y="179018"/>
                  </a:lnTo>
                  <a:lnTo>
                    <a:pt x="227391" y="183665"/>
                  </a:lnTo>
                  <a:lnTo>
                    <a:pt x="224816" y="187098"/>
                  </a:lnTo>
                  <a:lnTo>
                    <a:pt x="222941" y="191415"/>
                  </a:lnTo>
                  <a:lnTo>
                    <a:pt x="218165" y="191192"/>
                  </a:lnTo>
                  <a:lnTo>
                    <a:pt x="217262" y="193614"/>
                  </a:lnTo>
                  <a:lnTo>
                    <a:pt x="214724" y="194943"/>
                  </a:lnTo>
                  <a:lnTo>
                    <a:pt x="213876" y="199371"/>
                  </a:lnTo>
                  <a:lnTo>
                    <a:pt x="213819" y="203635"/>
                  </a:lnTo>
                  <a:lnTo>
                    <a:pt x="215839" y="205774"/>
                  </a:lnTo>
                  <a:lnTo>
                    <a:pt x="213333" y="211254"/>
                  </a:lnTo>
                  <a:lnTo>
                    <a:pt x="208544" y="208039"/>
                  </a:lnTo>
                  <a:lnTo>
                    <a:pt x="206323" y="205456"/>
                  </a:lnTo>
                  <a:lnTo>
                    <a:pt x="204256" y="208542"/>
                  </a:lnTo>
                  <a:lnTo>
                    <a:pt x="199883" y="211103"/>
                  </a:lnTo>
                  <a:lnTo>
                    <a:pt x="198498" y="214460"/>
                  </a:lnTo>
                  <a:lnTo>
                    <a:pt x="199036" y="218365"/>
                  </a:lnTo>
                  <a:lnTo>
                    <a:pt x="197486" y="221355"/>
                  </a:lnTo>
                  <a:lnTo>
                    <a:pt x="194975" y="220876"/>
                  </a:lnTo>
                  <a:lnTo>
                    <a:pt x="194720" y="221367"/>
                  </a:lnTo>
                  <a:lnTo>
                    <a:pt x="193495" y="223722"/>
                  </a:lnTo>
                  <a:lnTo>
                    <a:pt x="191525" y="224276"/>
                  </a:lnTo>
                  <a:lnTo>
                    <a:pt x="191539" y="229709"/>
                  </a:lnTo>
                  <a:lnTo>
                    <a:pt x="187572" y="228341"/>
                  </a:lnTo>
                  <a:lnTo>
                    <a:pt x="185684" y="227071"/>
                  </a:lnTo>
                  <a:lnTo>
                    <a:pt x="182723" y="229553"/>
                  </a:lnTo>
                  <a:lnTo>
                    <a:pt x="184992" y="232729"/>
                  </a:lnTo>
                  <a:lnTo>
                    <a:pt x="184703" y="234835"/>
                  </a:lnTo>
                  <a:lnTo>
                    <a:pt x="183957" y="238782"/>
                  </a:lnTo>
                  <a:lnTo>
                    <a:pt x="188200" y="240712"/>
                  </a:lnTo>
                  <a:lnTo>
                    <a:pt x="180856" y="243030"/>
                  </a:lnTo>
                  <a:lnTo>
                    <a:pt x="181601" y="246148"/>
                  </a:lnTo>
                  <a:lnTo>
                    <a:pt x="183551" y="253486"/>
                  </a:lnTo>
                  <a:lnTo>
                    <a:pt x="177521" y="255259"/>
                  </a:lnTo>
                  <a:lnTo>
                    <a:pt x="174581" y="258000"/>
                  </a:lnTo>
                  <a:lnTo>
                    <a:pt x="173362" y="259413"/>
                  </a:lnTo>
                  <a:lnTo>
                    <a:pt x="171104" y="262026"/>
                  </a:lnTo>
                  <a:lnTo>
                    <a:pt x="171248" y="267560"/>
                  </a:lnTo>
                  <a:lnTo>
                    <a:pt x="169295" y="268951"/>
                  </a:lnTo>
                  <a:lnTo>
                    <a:pt x="166375" y="263579"/>
                  </a:lnTo>
                  <a:lnTo>
                    <a:pt x="161025" y="267509"/>
                  </a:lnTo>
                  <a:lnTo>
                    <a:pt x="156943" y="272154"/>
                  </a:lnTo>
                  <a:lnTo>
                    <a:pt x="153670" y="268794"/>
                  </a:lnTo>
                  <a:lnTo>
                    <a:pt x="150406" y="265335"/>
                  </a:lnTo>
                  <a:lnTo>
                    <a:pt x="152016" y="262017"/>
                  </a:lnTo>
                  <a:lnTo>
                    <a:pt x="150213" y="260914"/>
                  </a:lnTo>
                  <a:lnTo>
                    <a:pt x="146787" y="258817"/>
                  </a:lnTo>
                  <a:lnTo>
                    <a:pt x="142711" y="259444"/>
                  </a:lnTo>
                  <a:lnTo>
                    <a:pt x="141584" y="259617"/>
                  </a:lnTo>
                  <a:lnTo>
                    <a:pt x="142727" y="264781"/>
                  </a:lnTo>
                  <a:lnTo>
                    <a:pt x="142869" y="268492"/>
                  </a:lnTo>
                  <a:lnTo>
                    <a:pt x="146793" y="271493"/>
                  </a:lnTo>
                  <a:lnTo>
                    <a:pt x="146048" y="275363"/>
                  </a:lnTo>
                  <a:lnTo>
                    <a:pt x="148380" y="277432"/>
                  </a:lnTo>
                  <a:lnTo>
                    <a:pt x="147597" y="280720"/>
                  </a:lnTo>
                  <a:lnTo>
                    <a:pt x="144580" y="281743"/>
                  </a:lnTo>
                  <a:lnTo>
                    <a:pt x="142208" y="282642"/>
                  </a:lnTo>
                  <a:lnTo>
                    <a:pt x="141854" y="287821"/>
                  </a:lnTo>
                  <a:lnTo>
                    <a:pt x="140318" y="288686"/>
                  </a:lnTo>
                  <a:lnTo>
                    <a:pt x="139506" y="292572"/>
                  </a:lnTo>
                  <a:lnTo>
                    <a:pt x="137975" y="295270"/>
                  </a:lnTo>
                  <a:lnTo>
                    <a:pt x="134303" y="291242"/>
                  </a:lnTo>
                  <a:lnTo>
                    <a:pt x="132114" y="289793"/>
                  </a:lnTo>
                  <a:lnTo>
                    <a:pt x="131034" y="289077"/>
                  </a:lnTo>
                  <a:lnTo>
                    <a:pt x="130490" y="292319"/>
                  </a:lnTo>
                  <a:lnTo>
                    <a:pt x="130032" y="293728"/>
                  </a:lnTo>
                  <a:lnTo>
                    <a:pt x="128672" y="300781"/>
                  </a:lnTo>
                  <a:lnTo>
                    <a:pt x="125885" y="301579"/>
                  </a:lnTo>
                  <a:lnTo>
                    <a:pt x="125022" y="303558"/>
                  </a:lnTo>
                  <a:lnTo>
                    <a:pt x="121684" y="306672"/>
                  </a:lnTo>
                  <a:lnTo>
                    <a:pt x="119470" y="308263"/>
                  </a:lnTo>
                  <a:lnTo>
                    <a:pt x="118424" y="309014"/>
                  </a:lnTo>
                  <a:lnTo>
                    <a:pt x="117865" y="313621"/>
                  </a:lnTo>
                  <a:lnTo>
                    <a:pt x="115437" y="316021"/>
                  </a:lnTo>
                  <a:lnTo>
                    <a:pt x="114815" y="318688"/>
                  </a:lnTo>
                  <a:lnTo>
                    <a:pt x="113534" y="318889"/>
                  </a:lnTo>
                  <a:lnTo>
                    <a:pt x="111531" y="314799"/>
                  </a:lnTo>
                  <a:lnTo>
                    <a:pt x="109928" y="314751"/>
                  </a:lnTo>
                  <a:lnTo>
                    <a:pt x="108140" y="314697"/>
                  </a:lnTo>
                  <a:lnTo>
                    <a:pt x="105344" y="318582"/>
                  </a:lnTo>
                  <a:lnTo>
                    <a:pt x="105395" y="321627"/>
                  </a:lnTo>
                  <a:lnTo>
                    <a:pt x="101474" y="322880"/>
                  </a:lnTo>
                  <a:lnTo>
                    <a:pt x="101352" y="326667"/>
                  </a:lnTo>
                  <a:lnTo>
                    <a:pt x="97324" y="328004"/>
                  </a:lnTo>
                  <a:lnTo>
                    <a:pt x="96968" y="330805"/>
                  </a:lnTo>
                  <a:lnTo>
                    <a:pt x="96964" y="335205"/>
                  </a:lnTo>
                  <a:lnTo>
                    <a:pt x="98715" y="338033"/>
                  </a:lnTo>
                  <a:lnTo>
                    <a:pt x="97087" y="340294"/>
                  </a:lnTo>
                  <a:lnTo>
                    <a:pt x="93306" y="342894"/>
                  </a:lnTo>
                  <a:lnTo>
                    <a:pt x="92314" y="343207"/>
                  </a:lnTo>
                  <a:lnTo>
                    <a:pt x="91050" y="343606"/>
                  </a:lnTo>
                  <a:lnTo>
                    <a:pt x="90945" y="347438"/>
                  </a:lnTo>
                  <a:lnTo>
                    <a:pt x="94980" y="348420"/>
                  </a:lnTo>
                  <a:lnTo>
                    <a:pt x="93199" y="353216"/>
                  </a:lnTo>
                  <a:lnTo>
                    <a:pt x="92923" y="357976"/>
                  </a:lnTo>
                  <a:lnTo>
                    <a:pt x="90796" y="360677"/>
                  </a:lnTo>
                  <a:lnTo>
                    <a:pt x="87837" y="361489"/>
                  </a:lnTo>
                  <a:lnTo>
                    <a:pt x="86488" y="364003"/>
                  </a:lnTo>
                  <a:lnTo>
                    <a:pt x="86261" y="368740"/>
                  </a:lnTo>
                  <a:lnTo>
                    <a:pt x="88177" y="372328"/>
                  </a:lnTo>
                  <a:lnTo>
                    <a:pt x="88740" y="377352"/>
                  </a:lnTo>
                  <a:lnTo>
                    <a:pt x="88119" y="380186"/>
                  </a:lnTo>
                  <a:lnTo>
                    <a:pt x="87397" y="385700"/>
                  </a:lnTo>
                  <a:lnTo>
                    <a:pt x="85772" y="387799"/>
                  </a:lnTo>
                  <a:lnTo>
                    <a:pt x="82279" y="387337"/>
                  </a:lnTo>
                  <a:lnTo>
                    <a:pt x="77539" y="385284"/>
                  </a:lnTo>
                  <a:lnTo>
                    <a:pt x="76898" y="385006"/>
                  </a:lnTo>
                  <a:lnTo>
                    <a:pt x="75629" y="380958"/>
                  </a:lnTo>
                  <a:lnTo>
                    <a:pt x="75197" y="377756"/>
                  </a:lnTo>
                  <a:lnTo>
                    <a:pt x="70392" y="374861"/>
                  </a:lnTo>
                  <a:lnTo>
                    <a:pt x="65988" y="371655"/>
                  </a:lnTo>
                  <a:lnTo>
                    <a:pt x="61184" y="368892"/>
                  </a:lnTo>
                  <a:lnTo>
                    <a:pt x="60556" y="364382"/>
                  </a:lnTo>
                  <a:lnTo>
                    <a:pt x="58997" y="357765"/>
                  </a:lnTo>
                  <a:lnTo>
                    <a:pt x="57627" y="355564"/>
                  </a:lnTo>
                  <a:lnTo>
                    <a:pt x="56274" y="353391"/>
                  </a:lnTo>
                  <a:lnTo>
                    <a:pt x="52013" y="343311"/>
                  </a:lnTo>
                  <a:lnTo>
                    <a:pt x="49077" y="336191"/>
                  </a:lnTo>
                  <a:lnTo>
                    <a:pt x="47599" y="332612"/>
                  </a:lnTo>
                  <a:lnTo>
                    <a:pt x="39663" y="312918"/>
                  </a:lnTo>
                  <a:lnTo>
                    <a:pt x="34470" y="300040"/>
                  </a:lnTo>
                  <a:lnTo>
                    <a:pt x="33633" y="298025"/>
                  </a:lnTo>
                  <a:lnTo>
                    <a:pt x="33088" y="296714"/>
                  </a:lnTo>
                  <a:lnTo>
                    <a:pt x="26713" y="281392"/>
                  </a:lnTo>
                  <a:lnTo>
                    <a:pt x="19111" y="263113"/>
                  </a:lnTo>
                  <a:lnTo>
                    <a:pt x="10304" y="24286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39460" y="2740050"/>
              <a:ext cx="19920" cy="13178"/>
            </a:xfrm>
            <a:custGeom>
              <a:avLst/>
              <a:pathLst>
                <a:path w="19920" h="13178">
                  <a:moveTo>
                    <a:pt x="1536" y="0"/>
                  </a:moveTo>
                  <a:lnTo>
                    <a:pt x="8822" y="4757"/>
                  </a:lnTo>
                  <a:lnTo>
                    <a:pt x="15452" y="6148"/>
                  </a:lnTo>
                  <a:lnTo>
                    <a:pt x="19920" y="7886"/>
                  </a:lnTo>
                  <a:lnTo>
                    <a:pt x="18334" y="12351"/>
                  </a:lnTo>
                  <a:lnTo>
                    <a:pt x="12654" y="13178"/>
                  </a:lnTo>
                  <a:lnTo>
                    <a:pt x="4861" y="7578"/>
                  </a:lnTo>
                  <a:lnTo>
                    <a:pt x="0" y="360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175850" y="2755807"/>
              <a:ext cx="19991" cy="24493"/>
            </a:xfrm>
            <a:custGeom>
              <a:avLst/>
              <a:pathLst>
                <a:path w="19991" h="24493">
                  <a:moveTo>
                    <a:pt x="0" y="11255"/>
                  </a:moveTo>
                  <a:lnTo>
                    <a:pt x="3014" y="10056"/>
                  </a:lnTo>
                  <a:lnTo>
                    <a:pt x="9567" y="769"/>
                  </a:lnTo>
                  <a:lnTo>
                    <a:pt x="19991" y="0"/>
                  </a:lnTo>
                  <a:lnTo>
                    <a:pt x="19788" y="4576"/>
                  </a:lnTo>
                  <a:lnTo>
                    <a:pt x="14362" y="21700"/>
                  </a:lnTo>
                  <a:lnTo>
                    <a:pt x="11472" y="24493"/>
                  </a:lnTo>
                  <a:lnTo>
                    <a:pt x="7407" y="23940"/>
                  </a:lnTo>
                  <a:lnTo>
                    <a:pt x="942" y="1471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58953" y="2823085"/>
              <a:ext cx="10908" cy="15759"/>
            </a:xfrm>
            <a:custGeom>
              <a:avLst/>
              <a:pathLst>
                <a:path w="10908" h="15759">
                  <a:moveTo>
                    <a:pt x="428" y="11591"/>
                  </a:moveTo>
                  <a:lnTo>
                    <a:pt x="4540" y="0"/>
                  </a:lnTo>
                  <a:lnTo>
                    <a:pt x="8161" y="158"/>
                  </a:lnTo>
                  <a:lnTo>
                    <a:pt x="10908" y="2641"/>
                  </a:lnTo>
                  <a:lnTo>
                    <a:pt x="10355" y="8024"/>
                  </a:lnTo>
                  <a:lnTo>
                    <a:pt x="4854" y="15759"/>
                  </a:lnTo>
                  <a:lnTo>
                    <a:pt x="0" y="1545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50336" y="2751436"/>
              <a:ext cx="285329" cy="388384"/>
            </a:xfrm>
            <a:custGeom>
              <a:avLst/>
              <a:pathLst>
                <a:path w="285329" h="388384">
                  <a:moveTo>
                    <a:pt x="13142" y="388384"/>
                  </a:moveTo>
                  <a:lnTo>
                    <a:pt x="20906" y="380121"/>
                  </a:lnTo>
                  <a:lnTo>
                    <a:pt x="26107" y="371548"/>
                  </a:lnTo>
                  <a:lnTo>
                    <a:pt x="29032" y="359879"/>
                  </a:lnTo>
                  <a:lnTo>
                    <a:pt x="30149" y="355398"/>
                  </a:lnTo>
                  <a:lnTo>
                    <a:pt x="31760" y="350485"/>
                  </a:lnTo>
                  <a:lnTo>
                    <a:pt x="36820" y="339509"/>
                  </a:lnTo>
                  <a:lnTo>
                    <a:pt x="37333" y="338392"/>
                  </a:lnTo>
                  <a:lnTo>
                    <a:pt x="40020" y="324856"/>
                  </a:lnTo>
                  <a:lnTo>
                    <a:pt x="40145" y="322529"/>
                  </a:lnTo>
                  <a:lnTo>
                    <a:pt x="40750" y="311179"/>
                  </a:lnTo>
                  <a:lnTo>
                    <a:pt x="40100" y="301511"/>
                  </a:lnTo>
                  <a:lnTo>
                    <a:pt x="39535" y="290621"/>
                  </a:lnTo>
                  <a:lnTo>
                    <a:pt x="39448" y="290193"/>
                  </a:lnTo>
                  <a:lnTo>
                    <a:pt x="37296" y="279623"/>
                  </a:lnTo>
                  <a:lnTo>
                    <a:pt x="34941" y="270388"/>
                  </a:lnTo>
                  <a:lnTo>
                    <a:pt x="31640" y="262085"/>
                  </a:lnTo>
                  <a:lnTo>
                    <a:pt x="29845" y="259133"/>
                  </a:lnTo>
                  <a:lnTo>
                    <a:pt x="25909" y="252651"/>
                  </a:lnTo>
                  <a:lnTo>
                    <a:pt x="23075" y="248495"/>
                  </a:lnTo>
                  <a:lnTo>
                    <a:pt x="17754" y="240678"/>
                  </a:lnTo>
                  <a:lnTo>
                    <a:pt x="13676" y="232647"/>
                  </a:lnTo>
                  <a:lnTo>
                    <a:pt x="12108" y="229155"/>
                  </a:lnTo>
                  <a:lnTo>
                    <a:pt x="10435" y="225430"/>
                  </a:lnTo>
                  <a:lnTo>
                    <a:pt x="5992" y="218897"/>
                  </a:lnTo>
                  <a:lnTo>
                    <a:pt x="4494" y="214385"/>
                  </a:lnTo>
                  <a:lnTo>
                    <a:pt x="5671" y="209154"/>
                  </a:lnTo>
                  <a:lnTo>
                    <a:pt x="8818" y="201827"/>
                  </a:lnTo>
                  <a:lnTo>
                    <a:pt x="8723" y="197383"/>
                  </a:lnTo>
                  <a:lnTo>
                    <a:pt x="8681" y="195406"/>
                  </a:lnTo>
                  <a:lnTo>
                    <a:pt x="6431" y="188577"/>
                  </a:lnTo>
                  <a:lnTo>
                    <a:pt x="4648" y="183949"/>
                  </a:lnTo>
                  <a:lnTo>
                    <a:pt x="1382" y="179754"/>
                  </a:lnTo>
                  <a:lnTo>
                    <a:pt x="0" y="176613"/>
                  </a:lnTo>
                  <a:lnTo>
                    <a:pt x="4554" y="170098"/>
                  </a:lnTo>
                  <a:lnTo>
                    <a:pt x="6375" y="164298"/>
                  </a:lnTo>
                  <a:lnTo>
                    <a:pt x="7938" y="159303"/>
                  </a:lnTo>
                  <a:lnTo>
                    <a:pt x="11505" y="147887"/>
                  </a:lnTo>
                  <a:lnTo>
                    <a:pt x="11729" y="142659"/>
                  </a:lnTo>
                  <a:lnTo>
                    <a:pt x="10660" y="135194"/>
                  </a:lnTo>
                  <a:lnTo>
                    <a:pt x="10879" y="131865"/>
                  </a:lnTo>
                  <a:lnTo>
                    <a:pt x="11178" y="127296"/>
                  </a:lnTo>
                  <a:lnTo>
                    <a:pt x="7793" y="120294"/>
                  </a:lnTo>
                  <a:lnTo>
                    <a:pt x="7357" y="115616"/>
                  </a:lnTo>
                  <a:lnTo>
                    <a:pt x="12541" y="112003"/>
                  </a:lnTo>
                  <a:lnTo>
                    <a:pt x="16873" y="110008"/>
                  </a:lnTo>
                  <a:lnTo>
                    <a:pt x="16979" y="106553"/>
                  </a:lnTo>
                  <a:lnTo>
                    <a:pt x="17102" y="102502"/>
                  </a:lnTo>
                  <a:lnTo>
                    <a:pt x="16151" y="94318"/>
                  </a:lnTo>
                  <a:lnTo>
                    <a:pt x="21234" y="93882"/>
                  </a:lnTo>
                  <a:lnTo>
                    <a:pt x="23335" y="87665"/>
                  </a:lnTo>
                  <a:lnTo>
                    <a:pt x="28736" y="89569"/>
                  </a:lnTo>
                  <a:lnTo>
                    <a:pt x="32795" y="85132"/>
                  </a:lnTo>
                  <a:lnTo>
                    <a:pt x="33777" y="78112"/>
                  </a:lnTo>
                  <a:lnTo>
                    <a:pt x="37253" y="73616"/>
                  </a:lnTo>
                  <a:lnTo>
                    <a:pt x="39024" y="65991"/>
                  </a:lnTo>
                  <a:lnTo>
                    <a:pt x="43566" y="61446"/>
                  </a:lnTo>
                  <a:lnTo>
                    <a:pt x="45354" y="64251"/>
                  </a:lnTo>
                  <a:lnTo>
                    <a:pt x="45337" y="76739"/>
                  </a:lnTo>
                  <a:lnTo>
                    <a:pt x="46304" y="78115"/>
                  </a:lnTo>
                  <a:lnTo>
                    <a:pt x="49397" y="82509"/>
                  </a:lnTo>
                  <a:lnTo>
                    <a:pt x="51964" y="80447"/>
                  </a:lnTo>
                  <a:lnTo>
                    <a:pt x="54322" y="77624"/>
                  </a:lnTo>
                  <a:lnTo>
                    <a:pt x="57052" y="74350"/>
                  </a:lnTo>
                  <a:lnTo>
                    <a:pt x="57021" y="69188"/>
                  </a:lnTo>
                  <a:lnTo>
                    <a:pt x="54844" y="62177"/>
                  </a:lnTo>
                  <a:lnTo>
                    <a:pt x="54569" y="59725"/>
                  </a:lnTo>
                  <a:lnTo>
                    <a:pt x="53918" y="53937"/>
                  </a:lnTo>
                  <a:lnTo>
                    <a:pt x="58004" y="48922"/>
                  </a:lnTo>
                  <a:lnTo>
                    <a:pt x="63451" y="43773"/>
                  </a:lnTo>
                  <a:lnTo>
                    <a:pt x="69749" y="42366"/>
                  </a:lnTo>
                  <a:lnTo>
                    <a:pt x="72330" y="41787"/>
                  </a:lnTo>
                  <a:lnTo>
                    <a:pt x="78152" y="39576"/>
                  </a:lnTo>
                  <a:lnTo>
                    <a:pt x="80479" y="35970"/>
                  </a:lnTo>
                  <a:lnTo>
                    <a:pt x="75869" y="35009"/>
                  </a:lnTo>
                  <a:lnTo>
                    <a:pt x="71973" y="35060"/>
                  </a:lnTo>
                  <a:lnTo>
                    <a:pt x="66242" y="28190"/>
                  </a:lnTo>
                  <a:lnTo>
                    <a:pt x="64783" y="24029"/>
                  </a:lnTo>
                  <a:lnTo>
                    <a:pt x="67242" y="16972"/>
                  </a:lnTo>
                  <a:lnTo>
                    <a:pt x="72114" y="11668"/>
                  </a:lnTo>
                  <a:lnTo>
                    <a:pt x="68127" y="5497"/>
                  </a:lnTo>
                  <a:lnTo>
                    <a:pt x="77489" y="4491"/>
                  </a:lnTo>
                  <a:lnTo>
                    <a:pt x="82731" y="0"/>
                  </a:lnTo>
                  <a:lnTo>
                    <a:pt x="85414" y="308"/>
                  </a:lnTo>
                  <a:lnTo>
                    <a:pt x="86297" y="409"/>
                  </a:lnTo>
                  <a:lnTo>
                    <a:pt x="98022" y="5539"/>
                  </a:lnTo>
                  <a:lnTo>
                    <a:pt x="104563" y="8587"/>
                  </a:lnTo>
                  <a:lnTo>
                    <a:pt x="107265" y="6459"/>
                  </a:lnTo>
                  <a:lnTo>
                    <a:pt x="112611" y="5877"/>
                  </a:lnTo>
                  <a:lnTo>
                    <a:pt x="120708" y="7847"/>
                  </a:lnTo>
                  <a:lnTo>
                    <a:pt x="121722" y="8092"/>
                  </a:lnTo>
                  <a:lnTo>
                    <a:pt x="127235" y="13073"/>
                  </a:lnTo>
                  <a:lnTo>
                    <a:pt x="130222" y="18041"/>
                  </a:lnTo>
                  <a:lnTo>
                    <a:pt x="136442" y="17363"/>
                  </a:lnTo>
                  <a:lnTo>
                    <a:pt x="142105" y="16719"/>
                  </a:lnTo>
                  <a:lnTo>
                    <a:pt x="147282" y="20407"/>
                  </a:lnTo>
                  <a:lnTo>
                    <a:pt x="157037" y="22074"/>
                  </a:lnTo>
                  <a:lnTo>
                    <a:pt x="163991" y="24742"/>
                  </a:lnTo>
                  <a:lnTo>
                    <a:pt x="170853" y="23003"/>
                  </a:lnTo>
                  <a:lnTo>
                    <a:pt x="178887" y="29001"/>
                  </a:lnTo>
                  <a:lnTo>
                    <a:pt x="178463" y="33515"/>
                  </a:lnTo>
                  <a:lnTo>
                    <a:pt x="180140" y="35049"/>
                  </a:lnTo>
                  <a:lnTo>
                    <a:pt x="185755" y="40180"/>
                  </a:lnTo>
                  <a:lnTo>
                    <a:pt x="191035" y="49711"/>
                  </a:lnTo>
                  <a:lnTo>
                    <a:pt x="186074" y="49374"/>
                  </a:lnTo>
                  <a:lnTo>
                    <a:pt x="181818" y="47558"/>
                  </a:lnTo>
                  <a:lnTo>
                    <a:pt x="179483" y="49863"/>
                  </a:lnTo>
                  <a:lnTo>
                    <a:pt x="180829" y="54382"/>
                  </a:lnTo>
                  <a:lnTo>
                    <a:pt x="181740" y="59755"/>
                  </a:lnTo>
                  <a:lnTo>
                    <a:pt x="188195" y="63545"/>
                  </a:lnTo>
                  <a:lnTo>
                    <a:pt x="190341" y="63619"/>
                  </a:lnTo>
                  <a:lnTo>
                    <a:pt x="191021" y="65544"/>
                  </a:lnTo>
                  <a:lnTo>
                    <a:pt x="194118" y="74308"/>
                  </a:lnTo>
                  <a:lnTo>
                    <a:pt x="196690" y="80270"/>
                  </a:lnTo>
                  <a:lnTo>
                    <a:pt x="195810" y="88040"/>
                  </a:lnTo>
                  <a:lnTo>
                    <a:pt x="197468" y="96820"/>
                  </a:lnTo>
                  <a:lnTo>
                    <a:pt x="197905" y="99138"/>
                  </a:lnTo>
                  <a:lnTo>
                    <a:pt x="199525" y="113202"/>
                  </a:lnTo>
                  <a:lnTo>
                    <a:pt x="195965" y="116871"/>
                  </a:lnTo>
                  <a:lnTo>
                    <a:pt x="194027" y="120704"/>
                  </a:lnTo>
                  <a:lnTo>
                    <a:pt x="188853" y="122137"/>
                  </a:lnTo>
                  <a:lnTo>
                    <a:pt x="188104" y="131506"/>
                  </a:lnTo>
                  <a:lnTo>
                    <a:pt x="188045" y="132235"/>
                  </a:lnTo>
                  <a:lnTo>
                    <a:pt x="188811" y="141394"/>
                  </a:lnTo>
                  <a:lnTo>
                    <a:pt x="183050" y="144494"/>
                  </a:lnTo>
                  <a:lnTo>
                    <a:pt x="183043" y="148967"/>
                  </a:lnTo>
                  <a:lnTo>
                    <a:pt x="177025" y="150524"/>
                  </a:lnTo>
                  <a:lnTo>
                    <a:pt x="172225" y="153804"/>
                  </a:lnTo>
                  <a:lnTo>
                    <a:pt x="171108" y="158939"/>
                  </a:lnTo>
                  <a:lnTo>
                    <a:pt x="170782" y="160432"/>
                  </a:lnTo>
                  <a:lnTo>
                    <a:pt x="171644" y="171159"/>
                  </a:lnTo>
                  <a:lnTo>
                    <a:pt x="171205" y="175182"/>
                  </a:lnTo>
                  <a:lnTo>
                    <a:pt x="174790" y="180329"/>
                  </a:lnTo>
                  <a:lnTo>
                    <a:pt x="180687" y="179027"/>
                  </a:lnTo>
                  <a:lnTo>
                    <a:pt x="187208" y="182434"/>
                  </a:lnTo>
                  <a:lnTo>
                    <a:pt x="189642" y="183978"/>
                  </a:lnTo>
                  <a:lnTo>
                    <a:pt x="190880" y="184763"/>
                  </a:lnTo>
                  <a:lnTo>
                    <a:pt x="199325" y="169577"/>
                  </a:lnTo>
                  <a:lnTo>
                    <a:pt x="199519" y="168462"/>
                  </a:lnTo>
                  <a:lnTo>
                    <a:pt x="200341" y="163737"/>
                  </a:lnTo>
                  <a:lnTo>
                    <a:pt x="201681" y="154843"/>
                  </a:lnTo>
                  <a:lnTo>
                    <a:pt x="202682" y="151388"/>
                  </a:lnTo>
                  <a:lnTo>
                    <a:pt x="210363" y="148066"/>
                  </a:lnTo>
                  <a:lnTo>
                    <a:pt x="211037" y="144586"/>
                  </a:lnTo>
                  <a:lnTo>
                    <a:pt x="218794" y="141100"/>
                  </a:lnTo>
                  <a:lnTo>
                    <a:pt x="224030" y="137863"/>
                  </a:lnTo>
                  <a:lnTo>
                    <a:pt x="224881" y="134907"/>
                  </a:lnTo>
                  <a:lnTo>
                    <a:pt x="230550" y="131412"/>
                  </a:lnTo>
                  <a:lnTo>
                    <a:pt x="240113" y="133694"/>
                  </a:lnTo>
                  <a:lnTo>
                    <a:pt x="246890" y="139290"/>
                  </a:lnTo>
                  <a:lnTo>
                    <a:pt x="254026" y="148760"/>
                  </a:lnTo>
                  <a:lnTo>
                    <a:pt x="257163" y="156694"/>
                  </a:lnTo>
                  <a:lnTo>
                    <a:pt x="258482" y="161054"/>
                  </a:lnTo>
                  <a:lnTo>
                    <a:pt x="261397" y="170688"/>
                  </a:lnTo>
                  <a:lnTo>
                    <a:pt x="267934" y="184251"/>
                  </a:lnTo>
                  <a:lnTo>
                    <a:pt x="272815" y="201752"/>
                  </a:lnTo>
                  <a:lnTo>
                    <a:pt x="275007" y="206600"/>
                  </a:lnTo>
                  <a:lnTo>
                    <a:pt x="277581" y="212288"/>
                  </a:lnTo>
                  <a:lnTo>
                    <a:pt x="284005" y="220012"/>
                  </a:lnTo>
                  <a:lnTo>
                    <a:pt x="284213" y="225015"/>
                  </a:lnTo>
                  <a:lnTo>
                    <a:pt x="282762" y="231419"/>
                  </a:lnTo>
                  <a:lnTo>
                    <a:pt x="285329" y="242690"/>
                  </a:lnTo>
                  <a:lnTo>
                    <a:pt x="284936" y="254522"/>
                  </a:lnTo>
                  <a:lnTo>
                    <a:pt x="281669" y="263081"/>
                  </a:lnTo>
                  <a:lnTo>
                    <a:pt x="276035" y="267304"/>
                  </a:lnTo>
                  <a:lnTo>
                    <a:pt x="272378" y="258782"/>
                  </a:lnTo>
                  <a:lnTo>
                    <a:pt x="275986" y="254220"/>
                  </a:lnTo>
                  <a:lnTo>
                    <a:pt x="271252" y="253903"/>
                  </a:lnTo>
                  <a:lnTo>
                    <a:pt x="266017" y="259361"/>
                  </a:lnTo>
                  <a:lnTo>
                    <a:pt x="268866" y="261524"/>
                  </a:lnTo>
                  <a:lnTo>
                    <a:pt x="270197" y="264592"/>
                  </a:lnTo>
                  <a:lnTo>
                    <a:pt x="263834" y="268078"/>
                  </a:lnTo>
                  <a:lnTo>
                    <a:pt x="264809" y="276439"/>
                  </a:lnTo>
                  <a:lnTo>
                    <a:pt x="263119" y="286100"/>
                  </a:lnTo>
                  <a:lnTo>
                    <a:pt x="259224" y="288776"/>
                  </a:lnTo>
                  <a:lnTo>
                    <a:pt x="252889" y="294097"/>
                  </a:lnTo>
                  <a:lnTo>
                    <a:pt x="252616" y="302554"/>
                  </a:lnTo>
                  <a:lnTo>
                    <a:pt x="252534" y="305024"/>
                  </a:lnTo>
                  <a:lnTo>
                    <a:pt x="254145" y="312827"/>
                  </a:lnTo>
                  <a:lnTo>
                    <a:pt x="251356" y="316788"/>
                  </a:lnTo>
                  <a:lnTo>
                    <a:pt x="251080" y="318645"/>
                  </a:lnTo>
                  <a:lnTo>
                    <a:pt x="250435" y="322968"/>
                  </a:lnTo>
                  <a:lnTo>
                    <a:pt x="247841" y="328163"/>
                  </a:lnTo>
                  <a:lnTo>
                    <a:pt x="244343" y="330214"/>
                  </a:lnTo>
                  <a:lnTo>
                    <a:pt x="244122" y="334489"/>
                  </a:lnTo>
                  <a:lnTo>
                    <a:pt x="240973" y="337677"/>
                  </a:lnTo>
                  <a:lnTo>
                    <a:pt x="238743" y="342300"/>
                  </a:lnTo>
                  <a:lnTo>
                    <a:pt x="241128" y="348186"/>
                  </a:lnTo>
                  <a:lnTo>
                    <a:pt x="239290" y="349325"/>
                  </a:lnTo>
                  <a:lnTo>
                    <a:pt x="218826" y="354351"/>
                  </a:lnTo>
                  <a:lnTo>
                    <a:pt x="211061" y="356227"/>
                  </a:lnTo>
                  <a:lnTo>
                    <a:pt x="194224" y="360253"/>
                  </a:lnTo>
                  <a:lnTo>
                    <a:pt x="179222" y="363747"/>
                  </a:lnTo>
                  <a:lnTo>
                    <a:pt x="176624" y="364347"/>
                  </a:lnTo>
                  <a:lnTo>
                    <a:pt x="174065" y="364937"/>
                  </a:lnTo>
                  <a:lnTo>
                    <a:pt x="149587" y="370431"/>
                  </a:lnTo>
                  <a:lnTo>
                    <a:pt x="148549" y="364628"/>
                  </a:lnTo>
                  <a:lnTo>
                    <a:pt x="147262" y="364872"/>
                  </a:lnTo>
                  <a:lnTo>
                    <a:pt x="122396" y="369522"/>
                  </a:lnTo>
                  <a:lnTo>
                    <a:pt x="119982" y="369967"/>
                  </a:lnTo>
                  <a:lnTo>
                    <a:pt x="116009" y="370700"/>
                  </a:lnTo>
                  <a:lnTo>
                    <a:pt x="91386" y="375176"/>
                  </a:lnTo>
                  <a:lnTo>
                    <a:pt x="82564" y="376751"/>
                  </a:lnTo>
                  <a:lnTo>
                    <a:pt x="64359" y="379863"/>
                  </a:lnTo>
                  <a:lnTo>
                    <a:pt x="53376" y="381710"/>
                  </a:lnTo>
                  <a:lnTo>
                    <a:pt x="34866" y="384871"/>
                  </a:lnTo>
                  <a:lnTo>
                    <a:pt x="33358" y="385121"/>
                  </a:lnTo>
                  <a:lnTo>
                    <a:pt x="25573" y="386401"/>
                  </a:lnTo>
                  <a:lnTo>
                    <a:pt x="21561" y="387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25611" y="2570141"/>
              <a:ext cx="46299" cy="41397"/>
            </a:xfrm>
            <a:custGeom>
              <a:avLst/>
              <a:pathLst>
                <a:path w="46299" h="41397">
                  <a:moveTo>
                    <a:pt x="1654" y="34285"/>
                  </a:moveTo>
                  <a:lnTo>
                    <a:pt x="3872" y="31486"/>
                  </a:lnTo>
                  <a:lnTo>
                    <a:pt x="12889" y="24919"/>
                  </a:lnTo>
                  <a:lnTo>
                    <a:pt x="17228" y="21807"/>
                  </a:lnTo>
                  <a:lnTo>
                    <a:pt x="19887" y="20028"/>
                  </a:lnTo>
                  <a:lnTo>
                    <a:pt x="24291" y="17347"/>
                  </a:lnTo>
                  <a:lnTo>
                    <a:pt x="29012" y="12514"/>
                  </a:lnTo>
                  <a:lnTo>
                    <a:pt x="34210" y="7469"/>
                  </a:lnTo>
                  <a:lnTo>
                    <a:pt x="38973" y="4316"/>
                  </a:lnTo>
                  <a:lnTo>
                    <a:pt x="45835" y="0"/>
                  </a:lnTo>
                  <a:lnTo>
                    <a:pt x="46299" y="4003"/>
                  </a:lnTo>
                  <a:lnTo>
                    <a:pt x="39746" y="10954"/>
                  </a:lnTo>
                  <a:lnTo>
                    <a:pt x="38833" y="16776"/>
                  </a:lnTo>
                  <a:lnTo>
                    <a:pt x="31007" y="22129"/>
                  </a:lnTo>
                  <a:lnTo>
                    <a:pt x="23261" y="25990"/>
                  </a:lnTo>
                  <a:lnTo>
                    <a:pt x="21311" y="32254"/>
                  </a:lnTo>
                  <a:lnTo>
                    <a:pt x="13059" y="37567"/>
                  </a:lnTo>
                  <a:lnTo>
                    <a:pt x="6580" y="41397"/>
                  </a:lnTo>
                  <a:lnTo>
                    <a:pt x="3569" y="39379"/>
                  </a:lnTo>
                  <a:lnTo>
                    <a:pt x="0" y="374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869460" y="2631368"/>
              <a:ext cx="440226" cy="213768"/>
            </a:xfrm>
            <a:custGeom>
              <a:avLst/>
              <a:pathLst>
                <a:path w="440226" h="213768">
                  <a:moveTo>
                    <a:pt x="0" y="104578"/>
                  </a:moveTo>
                  <a:lnTo>
                    <a:pt x="5183" y="100105"/>
                  </a:lnTo>
                  <a:lnTo>
                    <a:pt x="10607" y="97898"/>
                  </a:lnTo>
                  <a:lnTo>
                    <a:pt x="22079" y="92433"/>
                  </a:lnTo>
                  <a:lnTo>
                    <a:pt x="29142" y="84883"/>
                  </a:lnTo>
                  <a:lnTo>
                    <a:pt x="30970" y="82326"/>
                  </a:lnTo>
                  <a:lnTo>
                    <a:pt x="33770" y="78401"/>
                  </a:lnTo>
                  <a:lnTo>
                    <a:pt x="40387" y="75113"/>
                  </a:lnTo>
                  <a:lnTo>
                    <a:pt x="45286" y="74948"/>
                  </a:lnTo>
                  <a:lnTo>
                    <a:pt x="49700" y="73770"/>
                  </a:lnTo>
                  <a:lnTo>
                    <a:pt x="53966" y="72306"/>
                  </a:lnTo>
                  <a:lnTo>
                    <a:pt x="59138" y="71403"/>
                  </a:lnTo>
                  <a:lnTo>
                    <a:pt x="69879" y="63576"/>
                  </a:lnTo>
                  <a:lnTo>
                    <a:pt x="74253" y="56322"/>
                  </a:lnTo>
                  <a:lnTo>
                    <a:pt x="81066" y="53878"/>
                  </a:lnTo>
                  <a:lnTo>
                    <a:pt x="85263" y="52616"/>
                  </a:lnTo>
                  <a:lnTo>
                    <a:pt x="86549" y="50111"/>
                  </a:lnTo>
                  <a:lnTo>
                    <a:pt x="86986" y="49257"/>
                  </a:lnTo>
                  <a:lnTo>
                    <a:pt x="88415" y="43644"/>
                  </a:lnTo>
                  <a:lnTo>
                    <a:pt x="92462" y="39292"/>
                  </a:lnTo>
                  <a:lnTo>
                    <a:pt x="98717" y="32526"/>
                  </a:lnTo>
                  <a:lnTo>
                    <a:pt x="105271" y="28108"/>
                  </a:lnTo>
                  <a:lnTo>
                    <a:pt x="109105" y="23498"/>
                  </a:lnTo>
                  <a:lnTo>
                    <a:pt x="109752" y="22718"/>
                  </a:lnTo>
                  <a:lnTo>
                    <a:pt x="113741" y="14931"/>
                  </a:lnTo>
                  <a:lnTo>
                    <a:pt x="121214" y="9082"/>
                  </a:lnTo>
                  <a:lnTo>
                    <a:pt x="124971" y="6080"/>
                  </a:lnTo>
                  <a:lnTo>
                    <a:pt x="132790" y="3033"/>
                  </a:lnTo>
                  <a:lnTo>
                    <a:pt x="142175" y="704"/>
                  </a:lnTo>
                  <a:lnTo>
                    <a:pt x="150068" y="0"/>
                  </a:lnTo>
                  <a:lnTo>
                    <a:pt x="157709" y="453"/>
                  </a:lnTo>
                  <a:lnTo>
                    <a:pt x="163568" y="2472"/>
                  </a:lnTo>
                  <a:lnTo>
                    <a:pt x="163273" y="5817"/>
                  </a:lnTo>
                  <a:lnTo>
                    <a:pt x="151274" y="7354"/>
                  </a:lnTo>
                  <a:lnTo>
                    <a:pt x="142666" y="8865"/>
                  </a:lnTo>
                  <a:lnTo>
                    <a:pt x="143318" y="13797"/>
                  </a:lnTo>
                  <a:lnTo>
                    <a:pt x="139256" y="17164"/>
                  </a:lnTo>
                  <a:lnTo>
                    <a:pt x="134955" y="21984"/>
                  </a:lnTo>
                  <a:lnTo>
                    <a:pt x="129699" y="27607"/>
                  </a:lnTo>
                  <a:lnTo>
                    <a:pt x="129447" y="28528"/>
                  </a:lnTo>
                  <a:lnTo>
                    <a:pt x="127848" y="34361"/>
                  </a:lnTo>
                  <a:lnTo>
                    <a:pt x="122488" y="40622"/>
                  </a:lnTo>
                  <a:lnTo>
                    <a:pt x="120706" y="47932"/>
                  </a:lnTo>
                  <a:lnTo>
                    <a:pt x="118229" y="54096"/>
                  </a:lnTo>
                  <a:lnTo>
                    <a:pt x="117488" y="55935"/>
                  </a:lnTo>
                  <a:lnTo>
                    <a:pt x="117066" y="62746"/>
                  </a:lnTo>
                  <a:lnTo>
                    <a:pt x="123281" y="59826"/>
                  </a:lnTo>
                  <a:lnTo>
                    <a:pt x="130425" y="53454"/>
                  </a:lnTo>
                  <a:lnTo>
                    <a:pt x="136133" y="49166"/>
                  </a:lnTo>
                  <a:lnTo>
                    <a:pt x="141635" y="52807"/>
                  </a:lnTo>
                  <a:lnTo>
                    <a:pt x="142926" y="52716"/>
                  </a:lnTo>
                  <a:lnTo>
                    <a:pt x="151928" y="52074"/>
                  </a:lnTo>
                  <a:lnTo>
                    <a:pt x="160004" y="53898"/>
                  </a:lnTo>
                  <a:lnTo>
                    <a:pt x="166039" y="56216"/>
                  </a:lnTo>
                  <a:lnTo>
                    <a:pt x="172550" y="60667"/>
                  </a:lnTo>
                  <a:lnTo>
                    <a:pt x="174811" y="66121"/>
                  </a:lnTo>
                  <a:lnTo>
                    <a:pt x="180202" y="72059"/>
                  </a:lnTo>
                  <a:lnTo>
                    <a:pt x="188697" y="76987"/>
                  </a:lnTo>
                  <a:lnTo>
                    <a:pt x="190676" y="83439"/>
                  </a:lnTo>
                  <a:lnTo>
                    <a:pt x="202714" y="82417"/>
                  </a:lnTo>
                  <a:lnTo>
                    <a:pt x="206229" y="81048"/>
                  </a:lnTo>
                  <a:lnTo>
                    <a:pt x="214567" y="77785"/>
                  </a:lnTo>
                  <a:lnTo>
                    <a:pt x="220014" y="82516"/>
                  </a:lnTo>
                  <a:lnTo>
                    <a:pt x="226019" y="83056"/>
                  </a:lnTo>
                  <a:lnTo>
                    <a:pt x="229343" y="79760"/>
                  </a:lnTo>
                  <a:lnTo>
                    <a:pt x="231560" y="72316"/>
                  </a:lnTo>
                  <a:lnTo>
                    <a:pt x="236113" y="73536"/>
                  </a:lnTo>
                  <a:lnTo>
                    <a:pt x="241140" y="76999"/>
                  </a:lnTo>
                  <a:lnTo>
                    <a:pt x="246195" y="70127"/>
                  </a:lnTo>
                  <a:lnTo>
                    <a:pt x="261387" y="57984"/>
                  </a:lnTo>
                  <a:lnTo>
                    <a:pt x="264153" y="55734"/>
                  </a:lnTo>
                  <a:lnTo>
                    <a:pt x="272974" y="54112"/>
                  </a:lnTo>
                  <a:lnTo>
                    <a:pt x="280804" y="51516"/>
                  </a:lnTo>
                  <a:lnTo>
                    <a:pt x="282217" y="51046"/>
                  </a:lnTo>
                  <a:lnTo>
                    <a:pt x="304460" y="47803"/>
                  </a:lnTo>
                  <a:lnTo>
                    <a:pt x="317079" y="38644"/>
                  </a:lnTo>
                  <a:lnTo>
                    <a:pt x="318206" y="38216"/>
                  </a:lnTo>
                  <a:lnTo>
                    <a:pt x="322052" y="36753"/>
                  </a:lnTo>
                  <a:lnTo>
                    <a:pt x="334683" y="33501"/>
                  </a:lnTo>
                  <a:lnTo>
                    <a:pt x="332464" y="43071"/>
                  </a:lnTo>
                  <a:lnTo>
                    <a:pt x="334611" y="54024"/>
                  </a:lnTo>
                  <a:lnTo>
                    <a:pt x="339516" y="60344"/>
                  </a:lnTo>
                  <a:lnTo>
                    <a:pt x="347178" y="60383"/>
                  </a:lnTo>
                  <a:lnTo>
                    <a:pt x="357262" y="55866"/>
                  </a:lnTo>
                  <a:lnTo>
                    <a:pt x="362152" y="57814"/>
                  </a:lnTo>
                  <a:lnTo>
                    <a:pt x="369504" y="57916"/>
                  </a:lnTo>
                  <a:lnTo>
                    <a:pt x="370982" y="55163"/>
                  </a:lnTo>
                  <a:lnTo>
                    <a:pt x="372924" y="51544"/>
                  </a:lnTo>
                  <a:lnTo>
                    <a:pt x="380906" y="50737"/>
                  </a:lnTo>
                  <a:lnTo>
                    <a:pt x="386160" y="45266"/>
                  </a:lnTo>
                  <a:lnTo>
                    <a:pt x="391226" y="46340"/>
                  </a:lnTo>
                  <a:lnTo>
                    <a:pt x="391655" y="50710"/>
                  </a:lnTo>
                  <a:lnTo>
                    <a:pt x="392582" y="59714"/>
                  </a:lnTo>
                  <a:lnTo>
                    <a:pt x="397226" y="69640"/>
                  </a:lnTo>
                  <a:lnTo>
                    <a:pt x="396867" y="71146"/>
                  </a:lnTo>
                  <a:lnTo>
                    <a:pt x="397663" y="77286"/>
                  </a:lnTo>
                  <a:lnTo>
                    <a:pt x="403908" y="80012"/>
                  </a:lnTo>
                  <a:lnTo>
                    <a:pt x="408076" y="83871"/>
                  </a:lnTo>
                  <a:lnTo>
                    <a:pt x="414483" y="86274"/>
                  </a:lnTo>
                  <a:lnTo>
                    <a:pt x="417374" y="79439"/>
                  </a:lnTo>
                  <a:lnTo>
                    <a:pt x="423456" y="78892"/>
                  </a:lnTo>
                  <a:lnTo>
                    <a:pt x="431158" y="78324"/>
                  </a:lnTo>
                  <a:lnTo>
                    <a:pt x="440226" y="85263"/>
                  </a:lnTo>
                  <a:lnTo>
                    <a:pt x="438850" y="92841"/>
                  </a:lnTo>
                  <a:lnTo>
                    <a:pt x="435383" y="93820"/>
                  </a:lnTo>
                  <a:lnTo>
                    <a:pt x="430202" y="92118"/>
                  </a:lnTo>
                  <a:lnTo>
                    <a:pt x="421450" y="94663"/>
                  </a:lnTo>
                  <a:lnTo>
                    <a:pt x="414118" y="93529"/>
                  </a:lnTo>
                  <a:lnTo>
                    <a:pt x="403517" y="95189"/>
                  </a:lnTo>
                  <a:lnTo>
                    <a:pt x="401425" y="95883"/>
                  </a:lnTo>
                  <a:lnTo>
                    <a:pt x="392919" y="98697"/>
                  </a:lnTo>
                  <a:lnTo>
                    <a:pt x="385798" y="102371"/>
                  </a:lnTo>
                  <a:lnTo>
                    <a:pt x="378517" y="99510"/>
                  </a:lnTo>
                  <a:lnTo>
                    <a:pt x="373634" y="103284"/>
                  </a:lnTo>
                  <a:lnTo>
                    <a:pt x="369509" y="103777"/>
                  </a:lnTo>
                  <a:lnTo>
                    <a:pt x="363980" y="108968"/>
                  </a:lnTo>
                  <a:lnTo>
                    <a:pt x="366717" y="113908"/>
                  </a:lnTo>
                  <a:lnTo>
                    <a:pt x="361157" y="114039"/>
                  </a:lnTo>
                  <a:lnTo>
                    <a:pt x="352140" y="109024"/>
                  </a:lnTo>
                  <a:lnTo>
                    <a:pt x="345483" y="103224"/>
                  </a:lnTo>
                  <a:lnTo>
                    <a:pt x="335488" y="100935"/>
                  </a:lnTo>
                  <a:lnTo>
                    <a:pt x="328120" y="100903"/>
                  </a:lnTo>
                  <a:lnTo>
                    <a:pt x="320692" y="100758"/>
                  </a:lnTo>
                  <a:lnTo>
                    <a:pt x="310809" y="102801"/>
                  </a:lnTo>
                  <a:lnTo>
                    <a:pt x="305675" y="112694"/>
                  </a:lnTo>
                  <a:lnTo>
                    <a:pt x="303026" y="115372"/>
                  </a:lnTo>
                  <a:lnTo>
                    <a:pt x="295635" y="114838"/>
                  </a:lnTo>
                  <a:lnTo>
                    <a:pt x="292703" y="118398"/>
                  </a:lnTo>
                  <a:lnTo>
                    <a:pt x="290161" y="121476"/>
                  </a:lnTo>
                  <a:lnTo>
                    <a:pt x="279538" y="119069"/>
                  </a:lnTo>
                  <a:lnTo>
                    <a:pt x="267034" y="123415"/>
                  </a:lnTo>
                  <a:lnTo>
                    <a:pt x="264266" y="133954"/>
                  </a:lnTo>
                  <a:lnTo>
                    <a:pt x="259727" y="141583"/>
                  </a:lnTo>
                  <a:lnTo>
                    <a:pt x="258619" y="142745"/>
                  </a:lnTo>
                  <a:lnTo>
                    <a:pt x="254145" y="147430"/>
                  </a:lnTo>
                  <a:lnTo>
                    <a:pt x="250730" y="156163"/>
                  </a:lnTo>
                  <a:lnTo>
                    <a:pt x="250668" y="163490"/>
                  </a:lnTo>
                  <a:lnTo>
                    <a:pt x="244872" y="158042"/>
                  </a:lnTo>
                  <a:lnTo>
                    <a:pt x="244113" y="150720"/>
                  </a:lnTo>
                  <a:lnTo>
                    <a:pt x="247117" y="146330"/>
                  </a:lnTo>
                  <a:lnTo>
                    <a:pt x="238016" y="140512"/>
                  </a:lnTo>
                  <a:lnTo>
                    <a:pt x="235242" y="149269"/>
                  </a:lnTo>
                  <a:lnTo>
                    <a:pt x="228084" y="155059"/>
                  </a:lnTo>
                  <a:lnTo>
                    <a:pt x="220723" y="151976"/>
                  </a:lnTo>
                  <a:lnTo>
                    <a:pt x="215150" y="158180"/>
                  </a:lnTo>
                  <a:lnTo>
                    <a:pt x="211652" y="169131"/>
                  </a:lnTo>
                  <a:lnTo>
                    <a:pt x="210125" y="173887"/>
                  </a:lnTo>
                  <a:lnTo>
                    <a:pt x="207546" y="183027"/>
                  </a:lnTo>
                  <a:lnTo>
                    <a:pt x="202214" y="196365"/>
                  </a:lnTo>
                  <a:lnTo>
                    <a:pt x="198048" y="204617"/>
                  </a:lnTo>
                  <a:lnTo>
                    <a:pt x="196776" y="213768"/>
                  </a:lnTo>
                  <a:lnTo>
                    <a:pt x="192928" y="213332"/>
                  </a:lnTo>
                  <a:lnTo>
                    <a:pt x="189329" y="209784"/>
                  </a:lnTo>
                  <a:lnTo>
                    <a:pt x="185708" y="206017"/>
                  </a:lnTo>
                  <a:lnTo>
                    <a:pt x="186967" y="201347"/>
                  </a:lnTo>
                  <a:lnTo>
                    <a:pt x="188774" y="194459"/>
                  </a:lnTo>
                  <a:lnTo>
                    <a:pt x="188680" y="189604"/>
                  </a:lnTo>
                  <a:lnTo>
                    <a:pt x="185337" y="188719"/>
                  </a:lnTo>
                  <a:lnTo>
                    <a:pt x="182937" y="191763"/>
                  </a:lnTo>
                  <a:lnTo>
                    <a:pt x="179815" y="192373"/>
                  </a:lnTo>
                  <a:lnTo>
                    <a:pt x="175824" y="193035"/>
                  </a:lnTo>
                  <a:lnTo>
                    <a:pt x="175695" y="189332"/>
                  </a:lnTo>
                  <a:lnTo>
                    <a:pt x="175587" y="184604"/>
                  </a:lnTo>
                  <a:lnTo>
                    <a:pt x="177825" y="181572"/>
                  </a:lnTo>
                  <a:lnTo>
                    <a:pt x="177211" y="176878"/>
                  </a:lnTo>
                  <a:lnTo>
                    <a:pt x="177583" y="172155"/>
                  </a:lnTo>
                  <a:lnTo>
                    <a:pt x="177715" y="168948"/>
                  </a:lnTo>
                  <a:lnTo>
                    <a:pt x="174137" y="165407"/>
                  </a:lnTo>
                  <a:lnTo>
                    <a:pt x="176604" y="163104"/>
                  </a:lnTo>
                  <a:lnTo>
                    <a:pt x="174675" y="160647"/>
                  </a:lnTo>
                  <a:lnTo>
                    <a:pt x="172646" y="159174"/>
                  </a:lnTo>
                  <a:lnTo>
                    <a:pt x="169255" y="156709"/>
                  </a:lnTo>
                  <a:lnTo>
                    <a:pt x="163638" y="156707"/>
                  </a:lnTo>
                  <a:lnTo>
                    <a:pt x="161388" y="154128"/>
                  </a:lnTo>
                  <a:lnTo>
                    <a:pt x="158249" y="155796"/>
                  </a:lnTo>
                  <a:lnTo>
                    <a:pt x="157680" y="155656"/>
                  </a:lnTo>
                  <a:lnTo>
                    <a:pt x="154437" y="154853"/>
                  </a:lnTo>
                  <a:lnTo>
                    <a:pt x="152267" y="153055"/>
                  </a:lnTo>
                  <a:lnTo>
                    <a:pt x="155381" y="147586"/>
                  </a:lnTo>
                  <a:lnTo>
                    <a:pt x="152042" y="143701"/>
                  </a:lnTo>
                  <a:lnTo>
                    <a:pt x="147871" y="142065"/>
                  </a:lnTo>
                  <a:lnTo>
                    <a:pt x="143367" y="141257"/>
                  </a:lnTo>
                  <a:lnTo>
                    <a:pt x="139445" y="142169"/>
                  </a:lnTo>
                  <a:lnTo>
                    <a:pt x="134576" y="139885"/>
                  </a:lnTo>
                  <a:lnTo>
                    <a:pt x="132871" y="141243"/>
                  </a:lnTo>
                  <a:lnTo>
                    <a:pt x="124993" y="138566"/>
                  </a:lnTo>
                  <a:lnTo>
                    <a:pt x="120848" y="139688"/>
                  </a:lnTo>
                  <a:lnTo>
                    <a:pt x="119961" y="142087"/>
                  </a:lnTo>
                  <a:lnTo>
                    <a:pt x="117170" y="142609"/>
                  </a:lnTo>
                  <a:lnTo>
                    <a:pt x="115513" y="140595"/>
                  </a:lnTo>
                  <a:lnTo>
                    <a:pt x="115243" y="140547"/>
                  </a:lnTo>
                  <a:lnTo>
                    <a:pt x="111512" y="139884"/>
                  </a:lnTo>
                  <a:lnTo>
                    <a:pt x="107066" y="141038"/>
                  </a:lnTo>
                  <a:lnTo>
                    <a:pt x="98835" y="137505"/>
                  </a:lnTo>
                  <a:lnTo>
                    <a:pt x="94857" y="135791"/>
                  </a:lnTo>
                  <a:lnTo>
                    <a:pt x="88030" y="132840"/>
                  </a:lnTo>
                  <a:lnTo>
                    <a:pt x="52460" y="127829"/>
                  </a:lnTo>
                  <a:lnTo>
                    <a:pt x="33585" y="125051"/>
                  </a:lnTo>
                  <a:lnTo>
                    <a:pt x="21174" y="123185"/>
                  </a:lnTo>
                  <a:lnTo>
                    <a:pt x="17864" y="115863"/>
                  </a:lnTo>
                  <a:lnTo>
                    <a:pt x="13428" y="109063"/>
                  </a:lnTo>
                  <a:lnTo>
                    <a:pt x="8791" y="107882"/>
                  </a:lnTo>
                  <a:lnTo>
                    <a:pt x="5524" y="105097"/>
                  </a:lnTo>
                  <a:lnTo>
                    <a:pt x="2287" y="10730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290226" y="2542484"/>
              <a:ext cx="358232" cy="408880"/>
            </a:xfrm>
            <a:custGeom>
              <a:avLst/>
              <a:pathLst>
                <a:path w="358232" h="408880">
                  <a:moveTo>
                    <a:pt x="0" y="30919"/>
                  </a:moveTo>
                  <a:lnTo>
                    <a:pt x="13497" y="30472"/>
                  </a:lnTo>
                  <a:lnTo>
                    <a:pt x="37286" y="29476"/>
                  </a:lnTo>
                  <a:lnTo>
                    <a:pt x="56745" y="28544"/>
                  </a:lnTo>
                  <a:lnTo>
                    <a:pt x="85445" y="27063"/>
                  </a:lnTo>
                  <a:lnTo>
                    <a:pt x="86398" y="27005"/>
                  </a:lnTo>
                  <a:lnTo>
                    <a:pt x="93911" y="26545"/>
                  </a:lnTo>
                  <a:lnTo>
                    <a:pt x="93114" y="13739"/>
                  </a:lnTo>
                  <a:lnTo>
                    <a:pt x="92571" y="5170"/>
                  </a:lnTo>
                  <a:lnTo>
                    <a:pt x="92245" y="0"/>
                  </a:lnTo>
                  <a:lnTo>
                    <a:pt x="96641" y="1885"/>
                  </a:lnTo>
                  <a:lnTo>
                    <a:pt x="99690" y="606"/>
                  </a:lnTo>
                  <a:lnTo>
                    <a:pt x="101342" y="516"/>
                  </a:lnTo>
                  <a:lnTo>
                    <a:pt x="104810" y="2748"/>
                  </a:lnTo>
                  <a:lnTo>
                    <a:pt x="107661" y="3408"/>
                  </a:lnTo>
                  <a:lnTo>
                    <a:pt x="109012" y="10700"/>
                  </a:lnTo>
                  <a:lnTo>
                    <a:pt x="110467" y="16781"/>
                  </a:lnTo>
                  <a:lnTo>
                    <a:pt x="111668" y="18447"/>
                  </a:lnTo>
                  <a:lnTo>
                    <a:pt x="113558" y="25218"/>
                  </a:lnTo>
                  <a:lnTo>
                    <a:pt x="115731" y="33103"/>
                  </a:lnTo>
                  <a:lnTo>
                    <a:pt x="115821" y="36128"/>
                  </a:lnTo>
                  <a:lnTo>
                    <a:pt x="115670" y="39650"/>
                  </a:lnTo>
                  <a:lnTo>
                    <a:pt x="119337" y="43000"/>
                  </a:lnTo>
                  <a:lnTo>
                    <a:pt x="124521" y="45207"/>
                  </a:lnTo>
                  <a:lnTo>
                    <a:pt x="127387" y="45524"/>
                  </a:lnTo>
                  <a:lnTo>
                    <a:pt x="128106" y="45100"/>
                  </a:lnTo>
                  <a:lnTo>
                    <a:pt x="129917" y="44029"/>
                  </a:lnTo>
                  <a:lnTo>
                    <a:pt x="134814" y="44143"/>
                  </a:lnTo>
                  <a:lnTo>
                    <a:pt x="136317" y="45540"/>
                  </a:lnTo>
                  <a:lnTo>
                    <a:pt x="136501" y="47409"/>
                  </a:lnTo>
                  <a:lnTo>
                    <a:pt x="143795" y="47750"/>
                  </a:lnTo>
                  <a:lnTo>
                    <a:pt x="151330" y="48044"/>
                  </a:lnTo>
                  <a:lnTo>
                    <a:pt x="155115" y="47880"/>
                  </a:lnTo>
                  <a:lnTo>
                    <a:pt x="157203" y="51810"/>
                  </a:lnTo>
                  <a:lnTo>
                    <a:pt x="156993" y="54860"/>
                  </a:lnTo>
                  <a:lnTo>
                    <a:pt x="163457" y="55059"/>
                  </a:lnTo>
                  <a:lnTo>
                    <a:pt x="168511" y="53780"/>
                  </a:lnTo>
                  <a:lnTo>
                    <a:pt x="172720" y="52275"/>
                  </a:lnTo>
                  <a:lnTo>
                    <a:pt x="172597" y="49089"/>
                  </a:lnTo>
                  <a:lnTo>
                    <a:pt x="176755" y="47824"/>
                  </a:lnTo>
                  <a:lnTo>
                    <a:pt x="177702" y="46252"/>
                  </a:lnTo>
                  <a:lnTo>
                    <a:pt x="183974" y="44623"/>
                  </a:lnTo>
                  <a:lnTo>
                    <a:pt x="187033" y="45576"/>
                  </a:lnTo>
                  <a:lnTo>
                    <a:pt x="189469" y="45235"/>
                  </a:lnTo>
                  <a:lnTo>
                    <a:pt x="195512" y="44379"/>
                  </a:lnTo>
                  <a:lnTo>
                    <a:pt x="198478" y="46651"/>
                  </a:lnTo>
                  <a:lnTo>
                    <a:pt x="206411" y="49791"/>
                  </a:lnTo>
                  <a:lnTo>
                    <a:pt x="210622" y="49155"/>
                  </a:lnTo>
                  <a:lnTo>
                    <a:pt x="211023" y="51519"/>
                  </a:lnTo>
                  <a:lnTo>
                    <a:pt x="210110" y="54471"/>
                  </a:lnTo>
                  <a:lnTo>
                    <a:pt x="213993" y="55920"/>
                  </a:lnTo>
                  <a:lnTo>
                    <a:pt x="216710" y="55146"/>
                  </a:lnTo>
                  <a:lnTo>
                    <a:pt x="219608" y="57239"/>
                  </a:lnTo>
                  <a:lnTo>
                    <a:pt x="219404" y="61586"/>
                  </a:lnTo>
                  <a:lnTo>
                    <a:pt x="222232" y="65229"/>
                  </a:lnTo>
                  <a:lnTo>
                    <a:pt x="224894" y="70193"/>
                  </a:lnTo>
                  <a:lnTo>
                    <a:pt x="227249" y="68560"/>
                  </a:lnTo>
                  <a:lnTo>
                    <a:pt x="227861" y="65891"/>
                  </a:lnTo>
                  <a:lnTo>
                    <a:pt x="227559" y="62739"/>
                  </a:lnTo>
                  <a:lnTo>
                    <a:pt x="228858" y="60463"/>
                  </a:lnTo>
                  <a:lnTo>
                    <a:pt x="233367" y="59441"/>
                  </a:lnTo>
                  <a:lnTo>
                    <a:pt x="238272" y="59236"/>
                  </a:lnTo>
                  <a:lnTo>
                    <a:pt x="241054" y="61586"/>
                  </a:lnTo>
                  <a:lnTo>
                    <a:pt x="242460" y="66552"/>
                  </a:lnTo>
                  <a:lnTo>
                    <a:pt x="246522" y="66841"/>
                  </a:lnTo>
                  <a:lnTo>
                    <a:pt x="251148" y="68583"/>
                  </a:lnTo>
                  <a:lnTo>
                    <a:pt x="251924" y="68875"/>
                  </a:lnTo>
                  <a:lnTo>
                    <a:pt x="254963" y="68650"/>
                  </a:lnTo>
                  <a:lnTo>
                    <a:pt x="256582" y="74025"/>
                  </a:lnTo>
                  <a:lnTo>
                    <a:pt x="262758" y="74143"/>
                  </a:lnTo>
                  <a:lnTo>
                    <a:pt x="263937" y="77840"/>
                  </a:lnTo>
                  <a:lnTo>
                    <a:pt x="267365" y="76535"/>
                  </a:lnTo>
                  <a:lnTo>
                    <a:pt x="273249" y="75700"/>
                  </a:lnTo>
                  <a:lnTo>
                    <a:pt x="277097" y="74273"/>
                  </a:lnTo>
                  <a:lnTo>
                    <a:pt x="280959" y="69924"/>
                  </a:lnTo>
                  <a:lnTo>
                    <a:pt x="286206" y="65854"/>
                  </a:lnTo>
                  <a:lnTo>
                    <a:pt x="291575" y="61987"/>
                  </a:lnTo>
                  <a:lnTo>
                    <a:pt x="294407" y="61227"/>
                  </a:lnTo>
                  <a:lnTo>
                    <a:pt x="296741" y="65532"/>
                  </a:lnTo>
                  <a:lnTo>
                    <a:pt x="298485" y="69199"/>
                  </a:lnTo>
                  <a:lnTo>
                    <a:pt x="302003" y="70613"/>
                  </a:lnTo>
                  <a:lnTo>
                    <a:pt x="308072" y="68044"/>
                  </a:lnTo>
                  <a:lnTo>
                    <a:pt x="312556" y="68660"/>
                  </a:lnTo>
                  <a:lnTo>
                    <a:pt x="319603" y="67966"/>
                  </a:lnTo>
                  <a:lnTo>
                    <a:pt x="327800" y="66375"/>
                  </a:lnTo>
                  <a:lnTo>
                    <a:pt x="332883" y="67449"/>
                  </a:lnTo>
                  <a:lnTo>
                    <a:pt x="336045" y="71737"/>
                  </a:lnTo>
                  <a:lnTo>
                    <a:pt x="341132" y="73213"/>
                  </a:lnTo>
                  <a:lnTo>
                    <a:pt x="346265" y="70222"/>
                  </a:lnTo>
                  <a:lnTo>
                    <a:pt x="352051" y="70294"/>
                  </a:lnTo>
                  <a:lnTo>
                    <a:pt x="358232" y="69269"/>
                  </a:lnTo>
                  <a:lnTo>
                    <a:pt x="355592" y="72386"/>
                  </a:lnTo>
                  <a:lnTo>
                    <a:pt x="350978" y="74639"/>
                  </a:lnTo>
                  <a:lnTo>
                    <a:pt x="347757" y="77361"/>
                  </a:lnTo>
                  <a:lnTo>
                    <a:pt x="345434" y="79531"/>
                  </a:lnTo>
                  <a:lnTo>
                    <a:pt x="339730" y="82303"/>
                  </a:lnTo>
                  <a:lnTo>
                    <a:pt x="337686" y="84760"/>
                  </a:lnTo>
                  <a:lnTo>
                    <a:pt x="333370" y="86656"/>
                  </a:lnTo>
                  <a:lnTo>
                    <a:pt x="328346" y="89578"/>
                  </a:lnTo>
                  <a:lnTo>
                    <a:pt x="322310" y="92015"/>
                  </a:lnTo>
                  <a:lnTo>
                    <a:pt x="317962" y="93839"/>
                  </a:lnTo>
                  <a:lnTo>
                    <a:pt x="312903" y="96680"/>
                  </a:lnTo>
                  <a:lnTo>
                    <a:pt x="308188" y="100501"/>
                  </a:lnTo>
                  <a:lnTo>
                    <a:pt x="304386" y="103162"/>
                  </a:lnTo>
                  <a:lnTo>
                    <a:pt x="298819" y="108499"/>
                  </a:lnTo>
                  <a:lnTo>
                    <a:pt x="292387" y="115627"/>
                  </a:lnTo>
                  <a:lnTo>
                    <a:pt x="287300" y="122004"/>
                  </a:lnTo>
                  <a:lnTo>
                    <a:pt x="282722" y="129615"/>
                  </a:lnTo>
                  <a:lnTo>
                    <a:pt x="277626" y="136566"/>
                  </a:lnTo>
                  <a:lnTo>
                    <a:pt x="274728" y="140224"/>
                  </a:lnTo>
                  <a:lnTo>
                    <a:pt x="269641" y="144187"/>
                  </a:lnTo>
                  <a:lnTo>
                    <a:pt x="266802" y="148893"/>
                  </a:lnTo>
                  <a:lnTo>
                    <a:pt x="262791" y="152343"/>
                  </a:lnTo>
                  <a:lnTo>
                    <a:pt x="260400" y="155392"/>
                  </a:lnTo>
                  <a:lnTo>
                    <a:pt x="259878" y="156056"/>
                  </a:lnTo>
                  <a:lnTo>
                    <a:pt x="255512" y="159453"/>
                  </a:lnTo>
                  <a:lnTo>
                    <a:pt x="250899" y="163912"/>
                  </a:lnTo>
                  <a:lnTo>
                    <a:pt x="248819" y="166181"/>
                  </a:lnTo>
                  <a:lnTo>
                    <a:pt x="251696" y="172671"/>
                  </a:lnTo>
                  <a:lnTo>
                    <a:pt x="249996" y="172559"/>
                  </a:lnTo>
                  <a:lnTo>
                    <a:pt x="247505" y="171144"/>
                  </a:lnTo>
                  <a:lnTo>
                    <a:pt x="245499" y="171539"/>
                  </a:lnTo>
                  <a:lnTo>
                    <a:pt x="243876" y="174222"/>
                  </a:lnTo>
                  <a:lnTo>
                    <a:pt x="243028" y="176423"/>
                  </a:lnTo>
                  <a:lnTo>
                    <a:pt x="238955" y="176921"/>
                  </a:lnTo>
                  <a:lnTo>
                    <a:pt x="240069" y="188454"/>
                  </a:lnTo>
                  <a:lnTo>
                    <a:pt x="240574" y="193846"/>
                  </a:lnTo>
                  <a:lnTo>
                    <a:pt x="241690" y="205761"/>
                  </a:lnTo>
                  <a:lnTo>
                    <a:pt x="242257" y="211728"/>
                  </a:lnTo>
                  <a:lnTo>
                    <a:pt x="242800" y="217434"/>
                  </a:lnTo>
                  <a:lnTo>
                    <a:pt x="240842" y="219165"/>
                  </a:lnTo>
                  <a:lnTo>
                    <a:pt x="240438" y="221734"/>
                  </a:lnTo>
                  <a:lnTo>
                    <a:pt x="238462" y="221655"/>
                  </a:lnTo>
                  <a:lnTo>
                    <a:pt x="235860" y="223100"/>
                  </a:lnTo>
                  <a:lnTo>
                    <a:pt x="234947" y="225220"/>
                  </a:lnTo>
                  <a:lnTo>
                    <a:pt x="231485" y="225739"/>
                  </a:lnTo>
                  <a:lnTo>
                    <a:pt x="229973" y="227536"/>
                  </a:lnTo>
                  <a:lnTo>
                    <a:pt x="226503" y="229368"/>
                  </a:lnTo>
                  <a:lnTo>
                    <a:pt x="223653" y="232447"/>
                  </a:lnTo>
                  <a:lnTo>
                    <a:pt x="222122" y="235948"/>
                  </a:lnTo>
                  <a:lnTo>
                    <a:pt x="221589" y="239140"/>
                  </a:lnTo>
                  <a:lnTo>
                    <a:pt x="219546" y="243025"/>
                  </a:lnTo>
                  <a:lnTo>
                    <a:pt x="218885" y="243587"/>
                  </a:lnTo>
                  <a:lnTo>
                    <a:pt x="217584" y="244692"/>
                  </a:lnTo>
                  <a:lnTo>
                    <a:pt x="217202" y="249650"/>
                  </a:lnTo>
                  <a:lnTo>
                    <a:pt x="217174" y="250010"/>
                  </a:lnTo>
                  <a:lnTo>
                    <a:pt x="217901" y="254496"/>
                  </a:lnTo>
                  <a:lnTo>
                    <a:pt x="221796" y="254881"/>
                  </a:lnTo>
                  <a:lnTo>
                    <a:pt x="223973" y="255058"/>
                  </a:lnTo>
                  <a:lnTo>
                    <a:pt x="225561" y="257124"/>
                  </a:lnTo>
                  <a:lnTo>
                    <a:pt x="227879" y="260618"/>
                  </a:lnTo>
                  <a:lnTo>
                    <a:pt x="230023" y="262805"/>
                  </a:lnTo>
                  <a:lnTo>
                    <a:pt x="229722" y="265738"/>
                  </a:lnTo>
                  <a:lnTo>
                    <a:pt x="228142" y="270023"/>
                  </a:lnTo>
                  <a:lnTo>
                    <a:pt x="226012" y="273013"/>
                  </a:lnTo>
                  <a:lnTo>
                    <a:pt x="225424" y="273837"/>
                  </a:lnTo>
                  <a:lnTo>
                    <a:pt x="225682" y="279012"/>
                  </a:lnTo>
                  <a:lnTo>
                    <a:pt x="225734" y="280042"/>
                  </a:lnTo>
                  <a:lnTo>
                    <a:pt x="227519" y="285551"/>
                  </a:lnTo>
                  <a:lnTo>
                    <a:pt x="225366" y="288369"/>
                  </a:lnTo>
                  <a:lnTo>
                    <a:pt x="224789" y="289125"/>
                  </a:lnTo>
                  <a:lnTo>
                    <a:pt x="227043" y="291902"/>
                  </a:lnTo>
                  <a:lnTo>
                    <a:pt x="228081" y="297422"/>
                  </a:lnTo>
                  <a:lnTo>
                    <a:pt x="227780" y="303002"/>
                  </a:lnTo>
                  <a:lnTo>
                    <a:pt x="227753" y="303501"/>
                  </a:lnTo>
                  <a:lnTo>
                    <a:pt x="226491" y="309580"/>
                  </a:lnTo>
                  <a:lnTo>
                    <a:pt x="227179" y="310169"/>
                  </a:lnTo>
                  <a:lnTo>
                    <a:pt x="230413" y="312936"/>
                  </a:lnTo>
                  <a:lnTo>
                    <a:pt x="232285" y="314536"/>
                  </a:lnTo>
                  <a:lnTo>
                    <a:pt x="236595" y="319457"/>
                  </a:lnTo>
                  <a:lnTo>
                    <a:pt x="240178" y="321568"/>
                  </a:lnTo>
                  <a:lnTo>
                    <a:pt x="247638" y="322221"/>
                  </a:lnTo>
                  <a:lnTo>
                    <a:pt x="249481" y="322002"/>
                  </a:lnTo>
                  <a:lnTo>
                    <a:pt x="251790" y="323148"/>
                  </a:lnTo>
                  <a:lnTo>
                    <a:pt x="251938" y="323222"/>
                  </a:lnTo>
                  <a:lnTo>
                    <a:pt x="253409" y="326730"/>
                  </a:lnTo>
                  <a:lnTo>
                    <a:pt x="255849" y="328663"/>
                  </a:lnTo>
                  <a:lnTo>
                    <a:pt x="256539" y="329209"/>
                  </a:lnTo>
                  <a:lnTo>
                    <a:pt x="262696" y="330799"/>
                  </a:lnTo>
                  <a:lnTo>
                    <a:pt x="264060" y="331314"/>
                  </a:lnTo>
                  <a:lnTo>
                    <a:pt x="270276" y="333652"/>
                  </a:lnTo>
                  <a:lnTo>
                    <a:pt x="272902" y="336448"/>
                  </a:lnTo>
                  <a:lnTo>
                    <a:pt x="274650" y="342315"/>
                  </a:lnTo>
                  <a:lnTo>
                    <a:pt x="276760" y="344456"/>
                  </a:lnTo>
                  <a:lnTo>
                    <a:pt x="278817" y="346540"/>
                  </a:lnTo>
                  <a:lnTo>
                    <a:pt x="283895" y="348482"/>
                  </a:lnTo>
                  <a:lnTo>
                    <a:pt x="287856" y="352573"/>
                  </a:lnTo>
                  <a:lnTo>
                    <a:pt x="291795" y="354750"/>
                  </a:lnTo>
                  <a:lnTo>
                    <a:pt x="292508" y="354863"/>
                  </a:lnTo>
                  <a:lnTo>
                    <a:pt x="298522" y="355809"/>
                  </a:lnTo>
                  <a:lnTo>
                    <a:pt x="299483" y="356903"/>
                  </a:lnTo>
                  <a:lnTo>
                    <a:pt x="303232" y="361167"/>
                  </a:lnTo>
                  <a:lnTo>
                    <a:pt x="306982" y="365249"/>
                  </a:lnTo>
                  <a:lnTo>
                    <a:pt x="307189" y="365620"/>
                  </a:lnTo>
                  <a:lnTo>
                    <a:pt x="309892" y="370475"/>
                  </a:lnTo>
                  <a:lnTo>
                    <a:pt x="309594" y="373802"/>
                  </a:lnTo>
                  <a:lnTo>
                    <a:pt x="309220" y="377947"/>
                  </a:lnTo>
                  <a:lnTo>
                    <a:pt x="310712" y="382393"/>
                  </a:lnTo>
                  <a:lnTo>
                    <a:pt x="311970" y="384726"/>
                  </a:lnTo>
                  <a:lnTo>
                    <a:pt x="313192" y="389064"/>
                  </a:lnTo>
                  <a:lnTo>
                    <a:pt x="299599" y="390504"/>
                  </a:lnTo>
                  <a:lnTo>
                    <a:pt x="293640" y="391125"/>
                  </a:lnTo>
                  <a:lnTo>
                    <a:pt x="287701" y="391736"/>
                  </a:lnTo>
                  <a:lnTo>
                    <a:pt x="282992" y="392213"/>
                  </a:lnTo>
                  <a:lnTo>
                    <a:pt x="270303" y="393470"/>
                  </a:lnTo>
                  <a:lnTo>
                    <a:pt x="265371" y="393948"/>
                  </a:lnTo>
                  <a:lnTo>
                    <a:pt x="251923" y="395242"/>
                  </a:lnTo>
                  <a:lnTo>
                    <a:pt x="246732" y="395730"/>
                  </a:lnTo>
                  <a:lnTo>
                    <a:pt x="230936" y="397200"/>
                  </a:lnTo>
                  <a:lnTo>
                    <a:pt x="223256" y="397866"/>
                  </a:lnTo>
                  <a:lnTo>
                    <a:pt x="222018" y="397972"/>
                  </a:lnTo>
                  <a:lnTo>
                    <a:pt x="213060" y="398728"/>
                  </a:lnTo>
                  <a:lnTo>
                    <a:pt x="199671" y="399824"/>
                  </a:lnTo>
                  <a:lnTo>
                    <a:pt x="195711" y="400139"/>
                  </a:lnTo>
                  <a:lnTo>
                    <a:pt x="192129" y="400420"/>
                  </a:lnTo>
                  <a:lnTo>
                    <a:pt x="176051" y="401639"/>
                  </a:lnTo>
                  <a:lnTo>
                    <a:pt x="162211" y="402602"/>
                  </a:lnTo>
                  <a:lnTo>
                    <a:pt x="155089" y="403079"/>
                  </a:lnTo>
                  <a:lnTo>
                    <a:pt x="152480" y="403257"/>
                  </a:lnTo>
                  <a:lnTo>
                    <a:pt x="131919" y="404604"/>
                  </a:lnTo>
                  <a:lnTo>
                    <a:pt x="130935" y="404666"/>
                  </a:lnTo>
                  <a:lnTo>
                    <a:pt x="128918" y="404790"/>
                  </a:lnTo>
                  <a:lnTo>
                    <a:pt x="113912" y="405680"/>
                  </a:lnTo>
                  <a:lnTo>
                    <a:pt x="105276" y="406206"/>
                  </a:lnTo>
                  <a:lnTo>
                    <a:pt x="101946" y="406404"/>
                  </a:lnTo>
                  <a:lnTo>
                    <a:pt x="100328" y="406500"/>
                  </a:lnTo>
                  <a:lnTo>
                    <a:pt x="82953" y="407445"/>
                  </a:lnTo>
                  <a:lnTo>
                    <a:pt x="81626" y="407511"/>
                  </a:lnTo>
                  <a:lnTo>
                    <a:pt x="72015" y="407974"/>
                  </a:lnTo>
                  <a:lnTo>
                    <a:pt x="64747" y="408310"/>
                  </a:lnTo>
                  <a:lnTo>
                    <a:pt x="52005" y="408880"/>
                  </a:lnTo>
                  <a:lnTo>
                    <a:pt x="51849" y="405300"/>
                  </a:lnTo>
                  <a:lnTo>
                    <a:pt x="50986" y="384797"/>
                  </a:lnTo>
                  <a:lnTo>
                    <a:pt x="49974" y="360839"/>
                  </a:lnTo>
                  <a:lnTo>
                    <a:pt x="49496" y="349571"/>
                  </a:lnTo>
                  <a:lnTo>
                    <a:pt x="48892" y="336916"/>
                  </a:lnTo>
                  <a:lnTo>
                    <a:pt x="48603" y="330867"/>
                  </a:lnTo>
                  <a:lnTo>
                    <a:pt x="48029" y="318851"/>
                  </a:lnTo>
                  <a:lnTo>
                    <a:pt x="47462" y="307003"/>
                  </a:lnTo>
                  <a:lnTo>
                    <a:pt x="46497" y="286894"/>
                  </a:lnTo>
                  <a:lnTo>
                    <a:pt x="46369" y="284224"/>
                  </a:lnTo>
                  <a:lnTo>
                    <a:pt x="45714" y="282927"/>
                  </a:lnTo>
                  <a:lnTo>
                    <a:pt x="45051" y="281610"/>
                  </a:lnTo>
                  <a:lnTo>
                    <a:pt x="43062" y="279666"/>
                  </a:lnTo>
                  <a:lnTo>
                    <a:pt x="41077" y="279029"/>
                  </a:lnTo>
                  <a:lnTo>
                    <a:pt x="38322" y="277625"/>
                  </a:lnTo>
                  <a:lnTo>
                    <a:pt x="35521" y="277594"/>
                  </a:lnTo>
                  <a:lnTo>
                    <a:pt x="33735" y="275821"/>
                  </a:lnTo>
                  <a:lnTo>
                    <a:pt x="32083" y="273000"/>
                  </a:lnTo>
                  <a:lnTo>
                    <a:pt x="30062" y="269125"/>
                  </a:lnTo>
                  <a:lnTo>
                    <a:pt x="27299" y="265768"/>
                  </a:lnTo>
                  <a:lnTo>
                    <a:pt x="26866" y="265241"/>
                  </a:lnTo>
                  <a:lnTo>
                    <a:pt x="26427" y="263503"/>
                  </a:lnTo>
                  <a:lnTo>
                    <a:pt x="27561" y="261057"/>
                  </a:lnTo>
                  <a:lnTo>
                    <a:pt x="31336" y="257631"/>
                  </a:lnTo>
                  <a:lnTo>
                    <a:pt x="34736" y="255366"/>
                  </a:lnTo>
                  <a:lnTo>
                    <a:pt x="36623" y="251914"/>
                  </a:lnTo>
                  <a:lnTo>
                    <a:pt x="38608" y="249392"/>
                  </a:lnTo>
                  <a:lnTo>
                    <a:pt x="39176" y="245539"/>
                  </a:lnTo>
                  <a:lnTo>
                    <a:pt x="39382" y="241149"/>
                  </a:lnTo>
                  <a:lnTo>
                    <a:pt x="38633" y="235563"/>
                  </a:lnTo>
                  <a:lnTo>
                    <a:pt x="38693" y="235191"/>
                  </a:lnTo>
                  <a:lnTo>
                    <a:pt x="39379" y="230871"/>
                  </a:lnTo>
                  <a:lnTo>
                    <a:pt x="37010" y="221582"/>
                  </a:lnTo>
                  <a:lnTo>
                    <a:pt x="36461" y="214715"/>
                  </a:lnTo>
                  <a:lnTo>
                    <a:pt x="34144" y="212121"/>
                  </a:lnTo>
                  <a:lnTo>
                    <a:pt x="30984" y="206945"/>
                  </a:lnTo>
                  <a:lnTo>
                    <a:pt x="28935" y="197999"/>
                  </a:lnTo>
                  <a:lnTo>
                    <a:pt x="26796" y="193689"/>
                  </a:lnTo>
                  <a:lnTo>
                    <a:pt x="26552" y="193195"/>
                  </a:lnTo>
                  <a:lnTo>
                    <a:pt x="26570" y="189330"/>
                  </a:lnTo>
                  <a:lnTo>
                    <a:pt x="26240" y="183486"/>
                  </a:lnTo>
                  <a:lnTo>
                    <a:pt x="27032" y="174132"/>
                  </a:lnTo>
                  <a:lnTo>
                    <a:pt x="23486" y="167530"/>
                  </a:lnTo>
                  <a:lnTo>
                    <a:pt x="23967" y="162602"/>
                  </a:lnTo>
                  <a:lnTo>
                    <a:pt x="23422" y="157830"/>
                  </a:lnTo>
                  <a:lnTo>
                    <a:pt x="22737" y="151816"/>
                  </a:lnTo>
                  <a:lnTo>
                    <a:pt x="22432" y="149134"/>
                  </a:lnTo>
                  <a:lnTo>
                    <a:pt x="21173" y="137890"/>
                  </a:lnTo>
                  <a:lnTo>
                    <a:pt x="21081" y="133837"/>
                  </a:lnTo>
                  <a:lnTo>
                    <a:pt x="20968" y="128810"/>
                  </a:lnTo>
                  <a:lnTo>
                    <a:pt x="19439" y="123549"/>
                  </a:lnTo>
                  <a:lnTo>
                    <a:pt x="18859" y="121976"/>
                  </a:lnTo>
                  <a:lnTo>
                    <a:pt x="17036" y="117020"/>
                  </a:lnTo>
                  <a:lnTo>
                    <a:pt x="13624" y="110276"/>
                  </a:lnTo>
                  <a:lnTo>
                    <a:pt x="11493" y="104217"/>
                  </a:lnTo>
                  <a:lnTo>
                    <a:pt x="9790" y="97857"/>
                  </a:lnTo>
                  <a:lnTo>
                    <a:pt x="7933" y="93429"/>
                  </a:lnTo>
                  <a:lnTo>
                    <a:pt x="5842" y="88173"/>
                  </a:lnTo>
                  <a:lnTo>
                    <a:pt x="5872" y="87849"/>
                  </a:lnTo>
                  <a:lnTo>
                    <a:pt x="6001" y="86431"/>
                  </a:lnTo>
                  <a:lnTo>
                    <a:pt x="6407" y="81988"/>
                  </a:lnTo>
                  <a:lnTo>
                    <a:pt x="5802" y="76018"/>
                  </a:lnTo>
                  <a:lnTo>
                    <a:pt x="5525" y="70093"/>
                  </a:lnTo>
                  <a:lnTo>
                    <a:pt x="4811" y="63090"/>
                  </a:lnTo>
                  <a:lnTo>
                    <a:pt x="4836" y="62506"/>
                  </a:lnTo>
                  <a:lnTo>
                    <a:pt x="4845" y="62289"/>
                  </a:lnTo>
                  <a:lnTo>
                    <a:pt x="4964" y="59533"/>
                  </a:lnTo>
                  <a:lnTo>
                    <a:pt x="6705" y="53657"/>
                  </a:lnTo>
                  <a:lnTo>
                    <a:pt x="5619" y="50542"/>
                  </a:lnTo>
                  <a:lnTo>
                    <a:pt x="4042" y="46524"/>
                  </a:lnTo>
                  <a:lnTo>
                    <a:pt x="2222" y="40030"/>
                  </a:lnTo>
                  <a:lnTo>
                    <a:pt x="189" y="3469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309979" y="3469737"/>
              <a:ext cx="718810" cy="586787"/>
            </a:xfrm>
            <a:custGeom>
              <a:avLst/>
              <a:pathLst>
                <a:path w="718810" h="586787">
                  <a:moveTo>
                    <a:pt x="0" y="34117"/>
                  </a:moveTo>
                  <a:lnTo>
                    <a:pt x="23130" y="33286"/>
                  </a:lnTo>
                  <a:lnTo>
                    <a:pt x="38974" y="32664"/>
                  </a:lnTo>
                  <a:lnTo>
                    <a:pt x="42788" y="32510"/>
                  </a:lnTo>
                  <a:lnTo>
                    <a:pt x="56049" y="31945"/>
                  </a:lnTo>
                  <a:lnTo>
                    <a:pt x="69313" y="31359"/>
                  </a:lnTo>
                  <a:lnTo>
                    <a:pt x="84633" y="30685"/>
                  </a:lnTo>
                  <a:lnTo>
                    <a:pt x="94074" y="30256"/>
                  </a:lnTo>
                  <a:lnTo>
                    <a:pt x="112763" y="29317"/>
                  </a:lnTo>
                  <a:lnTo>
                    <a:pt x="122522" y="28810"/>
                  </a:lnTo>
                  <a:lnTo>
                    <a:pt x="128745" y="28366"/>
                  </a:lnTo>
                  <a:lnTo>
                    <a:pt x="144680" y="27207"/>
                  </a:lnTo>
                  <a:lnTo>
                    <a:pt x="152470" y="26601"/>
                  </a:lnTo>
                  <a:lnTo>
                    <a:pt x="166478" y="25493"/>
                  </a:lnTo>
                  <a:lnTo>
                    <a:pt x="173972" y="24797"/>
                  </a:lnTo>
                  <a:lnTo>
                    <a:pt x="191275" y="23165"/>
                  </a:lnTo>
                  <a:lnTo>
                    <a:pt x="197877" y="22572"/>
                  </a:lnTo>
                  <a:lnTo>
                    <a:pt x="215422" y="20968"/>
                  </a:lnTo>
                  <a:lnTo>
                    <a:pt x="219434" y="20634"/>
                  </a:lnTo>
                  <a:lnTo>
                    <a:pt x="237533" y="19100"/>
                  </a:lnTo>
                  <a:lnTo>
                    <a:pt x="240403" y="18854"/>
                  </a:lnTo>
                  <a:lnTo>
                    <a:pt x="261170" y="16841"/>
                  </a:lnTo>
                  <a:lnTo>
                    <a:pt x="264979" y="16395"/>
                  </a:lnTo>
                  <a:lnTo>
                    <a:pt x="280373" y="14573"/>
                  </a:lnTo>
                  <a:lnTo>
                    <a:pt x="302852" y="12372"/>
                  </a:lnTo>
                  <a:lnTo>
                    <a:pt x="305615" y="12097"/>
                  </a:lnTo>
                  <a:lnTo>
                    <a:pt x="310436" y="11516"/>
                  </a:lnTo>
                  <a:lnTo>
                    <a:pt x="328632" y="9297"/>
                  </a:lnTo>
                  <a:lnTo>
                    <a:pt x="338805" y="8097"/>
                  </a:lnTo>
                  <a:lnTo>
                    <a:pt x="355702" y="6077"/>
                  </a:lnTo>
                  <a:lnTo>
                    <a:pt x="379061" y="3092"/>
                  </a:lnTo>
                  <a:lnTo>
                    <a:pt x="379439" y="3044"/>
                  </a:lnTo>
                  <a:lnTo>
                    <a:pt x="400141" y="0"/>
                  </a:lnTo>
                  <a:lnTo>
                    <a:pt x="401499" y="1167"/>
                  </a:lnTo>
                  <a:lnTo>
                    <a:pt x="404907" y="4097"/>
                  </a:lnTo>
                  <a:lnTo>
                    <a:pt x="406685" y="7601"/>
                  </a:lnTo>
                  <a:lnTo>
                    <a:pt x="411984" y="8624"/>
                  </a:lnTo>
                  <a:lnTo>
                    <a:pt x="413537" y="13610"/>
                  </a:lnTo>
                  <a:lnTo>
                    <a:pt x="418446" y="18254"/>
                  </a:lnTo>
                  <a:lnTo>
                    <a:pt x="423241" y="21473"/>
                  </a:lnTo>
                  <a:lnTo>
                    <a:pt x="425726" y="25288"/>
                  </a:lnTo>
                  <a:lnTo>
                    <a:pt x="433839" y="27564"/>
                  </a:lnTo>
                  <a:lnTo>
                    <a:pt x="429576" y="35370"/>
                  </a:lnTo>
                  <a:lnTo>
                    <a:pt x="427945" y="42456"/>
                  </a:lnTo>
                  <a:lnTo>
                    <a:pt x="427814" y="45266"/>
                  </a:lnTo>
                  <a:lnTo>
                    <a:pt x="427513" y="51695"/>
                  </a:lnTo>
                  <a:lnTo>
                    <a:pt x="427328" y="55630"/>
                  </a:lnTo>
                  <a:lnTo>
                    <a:pt x="429935" y="67509"/>
                  </a:lnTo>
                  <a:lnTo>
                    <a:pt x="432049" y="75056"/>
                  </a:lnTo>
                  <a:lnTo>
                    <a:pt x="437678" y="84081"/>
                  </a:lnTo>
                  <a:lnTo>
                    <a:pt x="437717" y="84231"/>
                  </a:lnTo>
                  <a:lnTo>
                    <a:pt x="438990" y="89043"/>
                  </a:lnTo>
                  <a:lnTo>
                    <a:pt x="439083" y="97232"/>
                  </a:lnTo>
                  <a:lnTo>
                    <a:pt x="443220" y="100015"/>
                  </a:lnTo>
                  <a:lnTo>
                    <a:pt x="447287" y="104014"/>
                  </a:lnTo>
                  <a:lnTo>
                    <a:pt x="447357" y="107807"/>
                  </a:lnTo>
                  <a:lnTo>
                    <a:pt x="447428" y="111712"/>
                  </a:lnTo>
                  <a:lnTo>
                    <a:pt x="454199" y="116643"/>
                  </a:lnTo>
                  <a:lnTo>
                    <a:pt x="457436" y="118997"/>
                  </a:lnTo>
                  <a:lnTo>
                    <a:pt x="467682" y="126807"/>
                  </a:lnTo>
                  <a:lnTo>
                    <a:pt x="468632" y="127531"/>
                  </a:lnTo>
                  <a:lnTo>
                    <a:pt x="471851" y="133273"/>
                  </a:lnTo>
                  <a:lnTo>
                    <a:pt x="476763" y="133680"/>
                  </a:lnTo>
                  <a:lnTo>
                    <a:pt x="480969" y="139033"/>
                  </a:lnTo>
                  <a:lnTo>
                    <a:pt x="484206" y="144774"/>
                  </a:lnTo>
                  <a:lnTo>
                    <a:pt x="494993" y="149876"/>
                  </a:lnTo>
                  <a:lnTo>
                    <a:pt x="495226" y="150024"/>
                  </a:lnTo>
                  <a:lnTo>
                    <a:pt x="505611" y="156663"/>
                  </a:lnTo>
                  <a:lnTo>
                    <a:pt x="517872" y="166444"/>
                  </a:lnTo>
                  <a:lnTo>
                    <a:pt x="518985" y="170512"/>
                  </a:lnTo>
                  <a:lnTo>
                    <a:pt x="521551" y="179883"/>
                  </a:lnTo>
                  <a:lnTo>
                    <a:pt x="524956" y="186130"/>
                  </a:lnTo>
                  <a:lnTo>
                    <a:pt x="522313" y="192575"/>
                  </a:lnTo>
                  <a:lnTo>
                    <a:pt x="527046" y="201258"/>
                  </a:lnTo>
                  <a:lnTo>
                    <a:pt x="529231" y="207525"/>
                  </a:lnTo>
                  <a:lnTo>
                    <a:pt x="529869" y="209356"/>
                  </a:lnTo>
                  <a:lnTo>
                    <a:pt x="536770" y="214538"/>
                  </a:lnTo>
                  <a:lnTo>
                    <a:pt x="540850" y="214635"/>
                  </a:lnTo>
                  <a:lnTo>
                    <a:pt x="545923" y="208827"/>
                  </a:lnTo>
                  <a:lnTo>
                    <a:pt x="548470" y="201753"/>
                  </a:lnTo>
                  <a:lnTo>
                    <a:pt x="550177" y="201610"/>
                  </a:lnTo>
                  <a:lnTo>
                    <a:pt x="555778" y="201140"/>
                  </a:lnTo>
                  <a:lnTo>
                    <a:pt x="566131" y="204766"/>
                  </a:lnTo>
                  <a:lnTo>
                    <a:pt x="568441" y="205032"/>
                  </a:lnTo>
                  <a:lnTo>
                    <a:pt x="573234" y="205583"/>
                  </a:lnTo>
                  <a:lnTo>
                    <a:pt x="577495" y="207795"/>
                  </a:lnTo>
                  <a:lnTo>
                    <a:pt x="585981" y="212191"/>
                  </a:lnTo>
                  <a:lnTo>
                    <a:pt x="586176" y="217917"/>
                  </a:lnTo>
                  <a:lnTo>
                    <a:pt x="581691" y="222870"/>
                  </a:lnTo>
                  <a:lnTo>
                    <a:pt x="577985" y="229411"/>
                  </a:lnTo>
                  <a:lnTo>
                    <a:pt x="580035" y="234249"/>
                  </a:lnTo>
                  <a:lnTo>
                    <a:pt x="581874" y="237726"/>
                  </a:lnTo>
                  <a:lnTo>
                    <a:pt x="582225" y="244018"/>
                  </a:lnTo>
                  <a:lnTo>
                    <a:pt x="576640" y="253494"/>
                  </a:lnTo>
                  <a:lnTo>
                    <a:pt x="576190" y="255378"/>
                  </a:lnTo>
                  <a:lnTo>
                    <a:pt x="575781" y="257090"/>
                  </a:lnTo>
                  <a:lnTo>
                    <a:pt x="575059" y="260105"/>
                  </a:lnTo>
                  <a:lnTo>
                    <a:pt x="574102" y="267817"/>
                  </a:lnTo>
                  <a:lnTo>
                    <a:pt x="569590" y="275120"/>
                  </a:lnTo>
                  <a:lnTo>
                    <a:pt x="568756" y="276469"/>
                  </a:lnTo>
                  <a:lnTo>
                    <a:pt x="567201" y="283806"/>
                  </a:lnTo>
                  <a:lnTo>
                    <a:pt x="569312" y="295036"/>
                  </a:lnTo>
                  <a:lnTo>
                    <a:pt x="574341" y="301673"/>
                  </a:lnTo>
                  <a:lnTo>
                    <a:pt x="582263" y="307871"/>
                  </a:lnTo>
                  <a:lnTo>
                    <a:pt x="586198" y="311788"/>
                  </a:lnTo>
                  <a:lnTo>
                    <a:pt x="587816" y="312520"/>
                  </a:lnTo>
                  <a:lnTo>
                    <a:pt x="596327" y="316365"/>
                  </a:lnTo>
                  <a:lnTo>
                    <a:pt x="601454" y="320390"/>
                  </a:lnTo>
                  <a:lnTo>
                    <a:pt x="609560" y="325387"/>
                  </a:lnTo>
                  <a:lnTo>
                    <a:pt x="615094" y="325185"/>
                  </a:lnTo>
                  <a:lnTo>
                    <a:pt x="613809" y="331599"/>
                  </a:lnTo>
                  <a:lnTo>
                    <a:pt x="618606" y="336181"/>
                  </a:lnTo>
                  <a:lnTo>
                    <a:pt x="619763" y="337284"/>
                  </a:lnTo>
                  <a:lnTo>
                    <a:pt x="626677" y="332045"/>
                  </a:lnTo>
                  <a:lnTo>
                    <a:pt x="634491" y="337539"/>
                  </a:lnTo>
                  <a:lnTo>
                    <a:pt x="643882" y="341757"/>
                  </a:lnTo>
                  <a:lnTo>
                    <a:pt x="645110" y="343969"/>
                  </a:lnTo>
                  <a:lnTo>
                    <a:pt x="647645" y="348531"/>
                  </a:lnTo>
                  <a:lnTo>
                    <a:pt x="656076" y="352217"/>
                  </a:lnTo>
                  <a:lnTo>
                    <a:pt x="663622" y="354848"/>
                  </a:lnTo>
                  <a:lnTo>
                    <a:pt x="666298" y="363942"/>
                  </a:lnTo>
                  <a:lnTo>
                    <a:pt x="668273" y="369626"/>
                  </a:lnTo>
                  <a:lnTo>
                    <a:pt x="668048" y="370992"/>
                  </a:lnTo>
                  <a:lnTo>
                    <a:pt x="667800" y="372488"/>
                  </a:lnTo>
                  <a:lnTo>
                    <a:pt x="667150" y="376410"/>
                  </a:lnTo>
                  <a:lnTo>
                    <a:pt x="672368" y="384113"/>
                  </a:lnTo>
                  <a:lnTo>
                    <a:pt x="677945" y="391196"/>
                  </a:lnTo>
                  <a:lnTo>
                    <a:pt x="678501" y="397901"/>
                  </a:lnTo>
                  <a:lnTo>
                    <a:pt x="674051" y="401325"/>
                  </a:lnTo>
                  <a:lnTo>
                    <a:pt x="672055" y="402859"/>
                  </a:lnTo>
                  <a:lnTo>
                    <a:pt x="670445" y="408723"/>
                  </a:lnTo>
                  <a:lnTo>
                    <a:pt x="674297" y="411004"/>
                  </a:lnTo>
                  <a:lnTo>
                    <a:pt x="675693" y="411830"/>
                  </a:lnTo>
                  <a:lnTo>
                    <a:pt x="678182" y="420128"/>
                  </a:lnTo>
                  <a:lnTo>
                    <a:pt x="686936" y="430217"/>
                  </a:lnTo>
                  <a:lnTo>
                    <a:pt x="690432" y="437780"/>
                  </a:lnTo>
                  <a:lnTo>
                    <a:pt x="695969" y="438873"/>
                  </a:lnTo>
                  <a:lnTo>
                    <a:pt x="701423" y="439947"/>
                  </a:lnTo>
                  <a:lnTo>
                    <a:pt x="708320" y="442451"/>
                  </a:lnTo>
                  <a:lnTo>
                    <a:pt x="714892" y="442614"/>
                  </a:lnTo>
                  <a:lnTo>
                    <a:pt x="718810" y="445298"/>
                  </a:lnTo>
                  <a:lnTo>
                    <a:pt x="718570" y="447059"/>
                  </a:lnTo>
                  <a:lnTo>
                    <a:pt x="717598" y="454169"/>
                  </a:lnTo>
                  <a:lnTo>
                    <a:pt x="715468" y="460357"/>
                  </a:lnTo>
                  <a:lnTo>
                    <a:pt x="715519" y="468013"/>
                  </a:lnTo>
                  <a:lnTo>
                    <a:pt x="715553" y="468382"/>
                  </a:lnTo>
                  <a:lnTo>
                    <a:pt x="715921" y="472339"/>
                  </a:lnTo>
                  <a:lnTo>
                    <a:pt x="711789" y="478072"/>
                  </a:lnTo>
                  <a:lnTo>
                    <a:pt x="716491" y="484617"/>
                  </a:lnTo>
                  <a:lnTo>
                    <a:pt x="715604" y="486199"/>
                  </a:lnTo>
                  <a:lnTo>
                    <a:pt x="713551" y="489855"/>
                  </a:lnTo>
                  <a:lnTo>
                    <a:pt x="711479" y="497553"/>
                  </a:lnTo>
                  <a:lnTo>
                    <a:pt x="705959" y="497165"/>
                  </a:lnTo>
                  <a:lnTo>
                    <a:pt x="700474" y="491753"/>
                  </a:lnTo>
                  <a:lnTo>
                    <a:pt x="700198" y="491800"/>
                  </a:lnTo>
                  <a:lnTo>
                    <a:pt x="694859" y="492700"/>
                  </a:lnTo>
                  <a:lnTo>
                    <a:pt x="692719" y="500884"/>
                  </a:lnTo>
                  <a:lnTo>
                    <a:pt x="685195" y="501321"/>
                  </a:lnTo>
                  <a:lnTo>
                    <a:pt x="678268" y="501103"/>
                  </a:lnTo>
                  <a:lnTo>
                    <a:pt x="675986" y="506194"/>
                  </a:lnTo>
                  <a:lnTo>
                    <a:pt x="679959" y="510994"/>
                  </a:lnTo>
                  <a:lnTo>
                    <a:pt x="682404" y="515437"/>
                  </a:lnTo>
                  <a:lnTo>
                    <a:pt x="680799" y="521157"/>
                  </a:lnTo>
                  <a:lnTo>
                    <a:pt x="684772" y="526166"/>
                  </a:lnTo>
                  <a:lnTo>
                    <a:pt x="683984" y="530694"/>
                  </a:lnTo>
                  <a:lnTo>
                    <a:pt x="681650" y="531055"/>
                  </a:lnTo>
                  <a:lnTo>
                    <a:pt x="675849" y="531949"/>
                  </a:lnTo>
                  <a:lnTo>
                    <a:pt x="675169" y="536505"/>
                  </a:lnTo>
                  <a:lnTo>
                    <a:pt x="681671" y="539827"/>
                  </a:lnTo>
                  <a:lnTo>
                    <a:pt x="677213" y="545613"/>
                  </a:lnTo>
                  <a:lnTo>
                    <a:pt x="669117" y="545273"/>
                  </a:lnTo>
                  <a:lnTo>
                    <a:pt x="667928" y="548495"/>
                  </a:lnTo>
                  <a:lnTo>
                    <a:pt x="675338" y="552789"/>
                  </a:lnTo>
                  <a:lnTo>
                    <a:pt x="675776" y="553042"/>
                  </a:lnTo>
                  <a:lnTo>
                    <a:pt x="679811" y="558804"/>
                  </a:lnTo>
                  <a:lnTo>
                    <a:pt x="674929" y="563631"/>
                  </a:lnTo>
                  <a:lnTo>
                    <a:pt x="671345" y="566860"/>
                  </a:lnTo>
                  <a:lnTo>
                    <a:pt x="670948" y="575082"/>
                  </a:lnTo>
                  <a:lnTo>
                    <a:pt x="666956" y="578197"/>
                  </a:lnTo>
                  <a:lnTo>
                    <a:pt x="649261" y="580515"/>
                  </a:lnTo>
                  <a:lnTo>
                    <a:pt x="643132" y="581298"/>
                  </a:lnTo>
                  <a:lnTo>
                    <a:pt x="627914" y="583226"/>
                  </a:lnTo>
                  <a:lnTo>
                    <a:pt x="608403" y="585726"/>
                  </a:lnTo>
                  <a:lnTo>
                    <a:pt x="600013" y="586787"/>
                  </a:lnTo>
                  <a:lnTo>
                    <a:pt x="602407" y="579755"/>
                  </a:lnTo>
                  <a:lnTo>
                    <a:pt x="606225" y="570642"/>
                  </a:lnTo>
                  <a:lnTo>
                    <a:pt x="612060" y="566469"/>
                  </a:lnTo>
                  <a:lnTo>
                    <a:pt x="613025" y="560390"/>
                  </a:lnTo>
                  <a:lnTo>
                    <a:pt x="616120" y="558152"/>
                  </a:lnTo>
                  <a:lnTo>
                    <a:pt x="619398" y="555780"/>
                  </a:lnTo>
                  <a:lnTo>
                    <a:pt x="622982" y="548568"/>
                  </a:lnTo>
                  <a:lnTo>
                    <a:pt x="627803" y="543062"/>
                  </a:lnTo>
                  <a:lnTo>
                    <a:pt x="627086" y="536047"/>
                  </a:lnTo>
                  <a:lnTo>
                    <a:pt x="626396" y="532260"/>
                  </a:lnTo>
                  <a:lnTo>
                    <a:pt x="619182" y="529319"/>
                  </a:lnTo>
                  <a:lnTo>
                    <a:pt x="617464" y="523617"/>
                  </a:lnTo>
                  <a:lnTo>
                    <a:pt x="615658" y="519156"/>
                  </a:lnTo>
                  <a:lnTo>
                    <a:pt x="608644" y="519902"/>
                  </a:lnTo>
                  <a:lnTo>
                    <a:pt x="579922" y="522897"/>
                  </a:lnTo>
                  <a:lnTo>
                    <a:pt x="571369" y="523860"/>
                  </a:lnTo>
                  <a:lnTo>
                    <a:pt x="551505" y="526066"/>
                  </a:lnTo>
                  <a:lnTo>
                    <a:pt x="549580" y="526283"/>
                  </a:lnTo>
                  <a:lnTo>
                    <a:pt x="525054" y="529005"/>
                  </a:lnTo>
                  <a:lnTo>
                    <a:pt x="513669" y="530255"/>
                  </a:lnTo>
                  <a:lnTo>
                    <a:pt x="484470" y="533393"/>
                  </a:lnTo>
                  <a:lnTo>
                    <a:pt x="484264" y="533412"/>
                  </a:lnTo>
                  <a:lnTo>
                    <a:pt x="479730" y="533823"/>
                  </a:lnTo>
                  <a:lnTo>
                    <a:pt x="459495" y="535631"/>
                  </a:lnTo>
                  <a:lnTo>
                    <a:pt x="456374" y="535953"/>
                  </a:lnTo>
                  <a:lnTo>
                    <a:pt x="423466" y="539273"/>
                  </a:lnTo>
                  <a:lnTo>
                    <a:pt x="409331" y="540646"/>
                  </a:lnTo>
                  <a:lnTo>
                    <a:pt x="406189" y="540948"/>
                  </a:lnTo>
                  <a:lnTo>
                    <a:pt x="385182" y="542938"/>
                  </a:lnTo>
                  <a:lnTo>
                    <a:pt x="366380" y="544585"/>
                  </a:lnTo>
                  <a:lnTo>
                    <a:pt x="362689" y="544904"/>
                  </a:lnTo>
                  <a:lnTo>
                    <a:pt x="340814" y="546838"/>
                  </a:lnTo>
                  <a:lnTo>
                    <a:pt x="333817" y="547446"/>
                  </a:lnTo>
                  <a:lnTo>
                    <a:pt x="332226" y="547583"/>
                  </a:lnTo>
                  <a:lnTo>
                    <a:pt x="303625" y="549997"/>
                  </a:lnTo>
                  <a:lnTo>
                    <a:pt x="286042" y="551367"/>
                  </a:lnTo>
                  <a:lnTo>
                    <a:pt x="283700" y="551547"/>
                  </a:lnTo>
                  <a:lnTo>
                    <a:pt x="271948" y="552441"/>
                  </a:lnTo>
                  <a:lnTo>
                    <a:pt x="255394" y="553681"/>
                  </a:lnTo>
                  <a:lnTo>
                    <a:pt x="243192" y="554575"/>
                  </a:lnTo>
                  <a:lnTo>
                    <a:pt x="225666" y="555909"/>
                  </a:lnTo>
                  <a:lnTo>
                    <a:pt x="215928" y="556635"/>
                  </a:lnTo>
                  <a:lnTo>
                    <a:pt x="203512" y="557486"/>
                  </a:lnTo>
                  <a:lnTo>
                    <a:pt x="173585" y="559465"/>
                  </a:lnTo>
                  <a:lnTo>
                    <a:pt x="146543" y="561265"/>
                  </a:lnTo>
                  <a:lnTo>
                    <a:pt x="145681" y="546490"/>
                  </a:lnTo>
                  <a:lnTo>
                    <a:pt x="145235" y="539271"/>
                  </a:lnTo>
                  <a:lnTo>
                    <a:pt x="144439" y="526398"/>
                  </a:lnTo>
                  <a:lnTo>
                    <a:pt x="142673" y="496064"/>
                  </a:lnTo>
                  <a:lnTo>
                    <a:pt x="142208" y="488507"/>
                  </a:lnTo>
                  <a:lnTo>
                    <a:pt x="141378" y="475007"/>
                  </a:lnTo>
                  <a:lnTo>
                    <a:pt x="140050" y="451734"/>
                  </a:lnTo>
                  <a:lnTo>
                    <a:pt x="139858" y="448371"/>
                  </a:lnTo>
                  <a:lnTo>
                    <a:pt x="139509" y="442267"/>
                  </a:lnTo>
                  <a:lnTo>
                    <a:pt x="137574" y="410579"/>
                  </a:lnTo>
                  <a:lnTo>
                    <a:pt x="137418" y="408028"/>
                  </a:lnTo>
                  <a:lnTo>
                    <a:pt x="137345" y="406839"/>
                  </a:lnTo>
                  <a:lnTo>
                    <a:pt x="135293" y="366904"/>
                  </a:lnTo>
                  <a:lnTo>
                    <a:pt x="134942" y="360467"/>
                  </a:lnTo>
                  <a:lnTo>
                    <a:pt x="134778" y="357462"/>
                  </a:lnTo>
                  <a:lnTo>
                    <a:pt x="133507" y="334239"/>
                  </a:lnTo>
                  <a:lnTo>
                    <a:pt x="132294" y="314520"/>
                  </a:lnTo>
                  <a:lnTo>
                    <a:pt x="131578" y="302908"/>
                  </a:lnTo>
                  <a:lnTo>
                    <a:pt x="129847" y="268849"/>
                  </a:lnTo>
                  <a:lnTo>
                    <a:pt x="129830" y="268509"/>
                  </a:lnTo>
                  <a:lnTo>
                    <a:pt x="129029" y="254589"/>
                  </a:lnTo>
                  <a:lnTo>
                    <a:pt x="128014" y="236996"/>
                  </a:lnTo>
                  <a:lnTo>
                    <a:pt x="127562" y="228855"/>
                  </a:lnTo>
                  <a:lnTo>
                    <a:pt x="127229" y="222880"/>
                  </a:lnTo>
                  <a:lnTo>
                    <a:pt x="127057" y="219787"/>
                  </a:lnTo>
                  <a:lnTo>
                    <a:pt x="128288" y="214254"/>
                  </a:lnTo>
                  <a:lnTo>
                    <a:pt x="127269" y="214255"/>
                  </a:lnTo>
                  <a:lnTo>
                    <a:pt x="125028" y="214256"/>
                  </a:lnTo>
                  <a:lnTo>
                    <a:pt x="119085" y="211005"/>
                  </a:lnTo>
                  <a:lnTo>
                    <a:pt x="112946" y="213246"/>
                  </a:lnTo>
                  <a:lnTo>
                    <a:pt x="107626" y="209507"/>
                  </a:lnTo>
                  <a:lnTo>
                    <a:pt x="106811" y="208934"/>
                  </a:lnTo>
                  <a:lnTo>
                    <a:pt x="103898" y="204432"/>
                  </a:lnTo>
                  <a:lnTo>
                    <a:pt x="100468" y="200434"/>
                  </a:lnTo>
                  <a:lnTo>
                    <a:pt x="94922" y="194239"/>
                  </a:lnTo>
                  <a:lnTo>
                    <a:pt x="96330" y="185131"/>
                  </a:lnTo>
                  <a:lnTo>
                    <a:pt x="90439" y="184536"/>
                  </a:lnTo>
                  <a:lnTo>
                    <a:pt x="88343" y="181782"/>
                  </a:lnTo>
                  <a:lnTo>
                    <a:pt x="86544" y="179416"/>
                  </a:lnTo>
                  <a:lnTo>
                    <a:pt x="79301" y="172786"/>
                  </a:lnTo>
                  <a:lnTo>
                    <a:pt x="74815" y="167958"/>
                  </a:lnTo>
                  <a:lnTo>
                    <a:pt x="72429" y="165386"/>
                  </a:lnTo>
                  <a:lnTo>
                    <a:pt x="75981" y="162181"/>
                  </a:lnTo>
                  <a:lnTo>
                    <a:pt x="78823" y="159604"/>
                  </a:lnTo>
                  <a:lnTo>
                    <a:pt x="79000" y="157160"/>
                  </a:lnTo>
                  <a:lnTo>
                    <a:pt x="79371" y="151991"/>
                  </a:lnTo>
                  <a:lnTo>
                    <a:pt x="85784" y="147208"/>
                  </a:lnTo>
                  <a:lnTo>
                    <a:pt x="85530" y="142404"/>
                  </a:lnTo>
                  <a:lnTo>
                    <a:pt x="92747" y="141845"/>
                  </a:lnTo>
                  <a:lnTo>
                    <a:pt x="96469" y="138270"/>
                  </a:lnTo>
                  <a:lnTo>
                    <a:pt x="95204" y="135270"/>
                  </a:lnTo>
                  <a:lnTo>
                    <a:pt x="94161" y="129075"/>
                  </a:lnTo>
                  <a:lnTo>
                    <a:pt x="94034" y="128319"/>
                  </a:lnTo>
                  <a:lnTo>
                    <a:pt x="88650" y="122113"/>
                  </a:lnTo>
                  <a:lnTo>
                    <a:pt x="86149" y="119092"/>
                  </a:lnTo>
                  <a:lnTo>
                    <a:pt x="81964" y="119605"/>
                  </a:lnTo>
                  <a:lnTo>
                    <a:pt x="79426" y="119915"/>
                  </a:lnTo>
                  <a:lnTo>
                    <a:pt x="73385" y="124954"/>
                  </a:lnTo>
                  <a:lnTo>
                    <a:pt x="67019" y="120909"/>
                  </a:lnTo>
                  <a:lnTo>
                    <a:pt x="57768" y="115103"/>
                  </a:lnTo>
                  <a:lnTo>
                    <a:pt x="49625" y="108194"/>
                  </a:lnTo>
                  <a:lnTo>
                    <a:pt x="45359" y="104592"/>
                  </a:lnTo>
                  <a:lnTo>
                    <a:pt x="41948" y="105070"/>
                  </a:lnTo>
                  <a:lnTo>
                    <a:pt x="38467" y="99662"/>
                  </a:lnTo>
                  <a:lnTo>
                    <a:pt x="40255" y="94520"/>
                  </a:lnTo>
                  <a:lnTo>
                    <a:pt x="36229" y="90446"/>
                  </a:lnTo>
                  <a:lnTo>
                    <a:pt x="31016" y="84502"/>
                  </a:lnTo>
                  <a:lnTo>
                    <a:pt x="31537" y="78236"/>
                  </a:lnTo>
                  <a:lnTo>
                    <a:pt x="23926" y="75635"/>
                  </a:lnTo>
                  <a:lnTo>
                    <a:pt x="23830" y="75152"/>
                  </a:lnTo>
                  <a:lnTo>
                    <a:pt x="23787" y="74941"/>
                  </a:lnTo>
                  <a:lnTo>
                    <a:pt x="23097" y="71470"/>
                  </a:lnTo>
                  <a:lnTo>
                    <a:pt x="18442" y="69273"/>
                  </a:lnTo>
                  <a:lnTo>
                    <a:pt x="12860" y="67893"/>
                  </a:lnTo>
                  <a:lnTo>
                    <a:pt x="13838" y="62095"/>
                  </a:lnTo>
                  <a:lnTo>
                    <a:pt x="12805" y="58248"/>
                  </a:lnTo>
                  <a:lnTo>
                    <a:pt x="8880" y="49638"/>
                  </a:lnTo>
                  <a:lnTo>
                    <a:pt x="7650" y="45736"/>
                  </a:lnTo>
                  <a:lnTo>
                    <a:pt x="5706" y="41883"/>
                  </a:lnTo>
                  <a:lnTo>
                    <a:pt x="5483" y="41441"/>
                  </a:lnTo>
                  <a:lnTo>
                    <a:pt x="1230" y="418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17482" y="4126165"/>
              <a:ext cx="394242" cy="673261"/>
            </a:xfrm>
            <a:custGeom>
              <a:avLst/>
              <a:pathLst>
                <a:path w="394242" h="673261">
                  <a:moveTo>
                    <a:pt x="2315" y="552957"/>
                  </a:moveTo>
                  <a:lnTo>
                    <a:pt x="9096" y="553138"/>
                  </a:lnTo>
                  <a:lnTo>
                    <a:pt x="15239" y="548422"/>
                  </a:lnTo>
                  <a:lnTo>
                    <a:pt x="11504" y="542394"/>
                  </a:lnTo>
                  <a:lnTo>
                    <a:pt x="11335" y="535299"/>
                  </a:lnTo>
                  <a:lnTo>
                    <a:pt x="13341" y="528436"/>
                  </a:lnTo>
                  <a:lnTo>
                    <a:pt x="11851" y="520438"/>
                  </a:lnTo>
                  <a:lnTo>
                    <a:pt x="14650" y="515246"/>
                  </a:lnTo>
                  <a:lnTo>
                    <a:pt x="20592" y="513023"/>
                  </a:lnTo>
                  <a:lnTo>
                    <a:pt x="17776" y="507632"/>
                  </a:lnTo>
                  <a:lnTo>
                    <a:pt x="16652" y="503250"/>
                  </a:lnTo>
                  <a:lnTo>
                    <a:pt x="24326" y="499221"/>
                  </a:lnTo>
                  <a:lnTo>
                    <a:pt x="25091" y="487021"/>
                  </a:lnTo>
                  <a:lnTo>
                    <a:pt x="32120" y="484571"/>
                  </a:lnTo>
                  <a:lnTo>
                    <a:pt x="31871" y="484256"/>
                  </a:lnTo>
                  <a:lnTo>
                    <a:pt x="26697" y="477712"/>
                  </a:lnTo>
                  <a:lnTo>
                    <a:pt x="27783" y="471640"/>
                  </a:lnTo>
                  <a:lnTo>
                    <a:pt x="34370" y="472233"/>
                  </a:lnTo>
                  <a:lnTo>
                    <a:pt x="39306" y="466783"/>
                  </a:lnTo>
                  <a:lnTo>
                    <a:pt x="40281" y="465705"/>
                  </a:lnTo>
                  <a:lnTo>
                    <a:pt x="46015" y="459193"/>
                  </a:lnTo>
                  <a:lnTo>
                    <a:pt x="45793" y="451921"/>
                  </a:lnTo>
                  <a:lnTo>
                    <a:pt x="52601" y="449323"/>
                  </a:lnTo>
                  <a:lnTo>
                    <a:pt x="56405" y="443935"/>
                  </a:lnTo>
                  <a:lnTo>
                    <a:pt x="56269" y="440273"/>
                  </a:lnTo>
                  <a:lnTo>
                    <a:pt x="60793" y="432832"/>
                  </a:lnTo>
                  <a:lnTo>
                    <a:pt x="60153" y="431950"/>
                  </a:lnTo>
                  <a:lnTo>
                    <a:pt x="50894" y="419176"/>
                  </a:lnTo>
                  <a:lnTo>
                    <a:pt x="64412" y="416865"/>
                  </a:lnTo>
                  <a:lnTo>
                    <a:pt x="68572" y="406981"/>
                  </a:lnTo>
                  <a:lnTo>
                    <a:pt x="70917" y="398692"/>
                  </a:lnTo>
                  <a:lnTo>
                    <a:pt x="63212" y="398181"/>
                  </a:lnTo>
                  <a:lnTo>
                    <a:pt x="64681" y="388001"/>
                  </a:lnTo>
                  <a:lnTo>
                    <a:pt x="54457" y="387209"/>
                  </a:lnTo>
                  <a:lnTo>
                    <a:pt x="52649" y="377255"/>
                  </a:lnTo>
                  <a:lnTo>
                    <a:pt x="58285" y="376081"/>
                  </a:lnTo>
                  <a:lnTo>
                    <a:pt x="53173" y="368793"/>
                  </a:lnTo>
                  <a:lnTo>
                    <a:pt x="52400" y="368124"/>
                  </a:lnTo>
                  <a:lnTo>
                    <a:pt x="49347" y="365481"/>
                  </a:lnTo>
                  <a:lnTo>
                    <a:pt x="46065" y="354213"/>
                  </a:lnTo>
                  <a:lnTo>
                    <a:pt x="50372" y="348231"/>
                  </a:lnTo>
                  <a:lnTo>
                    <a:pt x="43663" y="346959"/>
                  </a:lnTo>
                  <a:lnTo>
                    <a:pt x="38147" y="342584"/>
                  </a:lnTo>
                  <a:lnTo>
                    <a:pt x="37225" y="337680"/>
                  </a:lnTo>
                  <a:lnTo>
                    <a:pt x="39506" y="332431"/>
                  </a:lnTo>
                  <a:lnTo>
                    <a:pt x="46749" y="326227"/>
                  </a:lnTo>
                  <a:lnTo>
                    <a:pt x="45958" y="319559"/>
                  </a:lnTo>
                  <a:lnTo>
                    <a:pt x="38257" y="314503"/>
                  </a:lnTo>
                  <a:lnTo>
                    <a:pt x="34324" y="311677"/>
                  </a:lnTo>
                  <a:lnTo>
                    <a:pt x="34978" y="310629"/>
                  </a:lnTo>
                  <a:lnTo>
                    <a:pt x="38938" y="304273"/>
                  </a:lnTo>
                  <a:lnTo>
                    <a:pt x="31450" y="299035"/>
                  </a:lnTo>
                  <a:lnTo>
                    <a:pt x="34181" y="293709"/>
                  </a:lnTo>
                  <a:lnTo>
                    <a:pt x="39810" y="293601"/>
                  </a:lnTo>
                  <a:lnTo>
                    <a:pt x="41474" y="286663"/>
                  </a:lnTo>
                  <a:lnTo>
                    <a:pt x="42607" y="279392"/>
                  </a:lnTo>
                  <a:lnTo>
                    <a:pt x="40095" y="274065"/>
                  </a:lnTo>
                  <a:lnTo>
                    <a:pt x="35501" y="273640"/>
                  </a:lnTo>
                  <a:lnTo>
                    <a:pt x="32725" y="264491"/>
                  </a:lnTo>
                  <a:lnTo>
                    <a:pt x="35420" y="258148"/>
                  </a:lnTo>
                  <a:lnTo>
                    <a:pt x="31115" y="253922"/>
                  </a:lnTo>
                  <a:lnTo>
                    <a:pt x="27915" y="249426"/>
                  </a:lnTo>
                  <a:lnTo>
                    <a:pt x="25521" y="245464"/>
                  </a:lnTo>
                  <a:lnTo>
                    <a:pt x="22062" y="240821"/>
                  </a:lnTo>
                  <a:lnTo>
                    <a:pt x="22914" y="238507"/>
                  </a:lnTo>
                  <a:lnTo>
                    <a:pt x="24523" y="234138"/>
                  </a:lnTo>
                  <a:lnTo>
                    <a:pt x="30702" y="228728"/>
                  </a:lnTo>
                  <a:lnTo>
                    <a:pt x="24790" y="223825"/>
                  </a:lnTo>
                  <a:lnTo>
                    <a:pt x="33481" y="221619"/>
                  </a:lnTo>
                  <a:lnTo>
                    <a:pt x="35708" y="213987"/>
                  </a:lnTo>
                  <a:lnTo>
                    <a:pt x="27562" y="210344"/>
                  </a:lnTo>
                  <a:lnTo>
                    <a:pt x="30831" y="206234"/>
                  </a:lnTo>
                  <a:lnTo>
                    <a:pt x="33763" y="205673"/>
                  </a:lnTo>
                  <a:lnTo>
                    <a:pt x="40608" y="206704"/>
                  </a:lnTo>
                  <a:lnTo>
                    <a:pt x="40246" y="200929"/>
                  </a:lnTo>
                  <a:lnTo>
                    <a:pt x="36868" y="198781"/>
                  </a:lnTo>
                  <a:lnTo>
                    <a:pt x="35226" y="191628"/>
                  </a:lnTo>
                  <a:lnTo>
                    <a:pt x="38793" y="187063"/>
                  </a:lnTo>
                  <a:lnTo>
                    <a:pt x="37244" y="182310"/>
                  </a:lnTo>
                  <a:lnTo>
                    <a:pt x="31033" y="180551"/>
                  </a:lnTo>
                  <a:lnTo>
                    <a:pt x="35304" y="176837"/>
                  </a:lnTo>
                  <a:lnTo>
                    <a:pt x="40330" y="177413"/>
                  </a:lnTo>
                  <a:lnTo>
                    <a:pt x="42870" y="173968"/>
                  </a:lnTo>
                  <a:lnTo>
                    <a:pt x="46865" y="171075"/>
                  </a:lnTo>
                  <a:lnTo>
                    <a:pt x="52445" y="169265"/>
                  </a:lnTo>
                  <a:lnTo>
                    <a:pt x="53878" y="162899"/>
                  </a:lnTo>
                  <a:lnTo>
                    <a:pt x="50569" y="160145"/>
                  </a:lnTo>
                  <a:lnTo>
                    <a:pt x="45258" y="158694"/>
                  </a:lnTo>
                  <a:lnTo>
                    <a:pt x="45333" y="157717"/>
                  </a:lnTo>
                  <a:lnTo>
                    <a:pt x="45372" y="157212"/>
                  </a:lnTo>
                  <a:lnTo>
                    <a:pt x="45678" y="153235"/>
                  </a:lnTo>
                  <a:lnTo>
                    <a:pt x="50462" y="151044"/>
                  </a:lnTo>
                  <a:lnTo>
                    <a:pt x="51476" y="147716"/>
                  </a:lnTo>
                  <a:lnTo>
                    <a:pt x="49608" y="142416"/>
                  </a:lnTo>
                  <a:lnTo>
                    <a:pt x="55623" y="140152"/>
                  </a:lnTo>
                  <a:lnTo>
                    <a:pt x="58117" y="133924"/>
                  </a:lnTo>
                  <a:lnTo>
                    <a:pt x="64781" y="131845"/>
                  </a:lnTo>
                  <a:lnTo>
                    <a:pt x="62654" y="124713"/>
                  </a:lnTo>
                  <a:lnTo>
                    <a:pt x="66435" y="121357"/>
                  </a:lnTo>
                  <a:lnTo>
                    <a:pt x="74575" y="124373"/>
                  </a:lnTo>
                  <a:lnTo>
                    <a:pt x="76068" y="117589"/>
                  </a:lnTo>
                  <a:lnTo>
                    <a:pt x="83092" y="112504"/>
                  </a:lnTo>
                  <a:lnTo>
                    <a:pt x="81551" y="106667"/>
                  </a:lnTo>
                  <a:lnTo>
                    <a:pt x="82266" y="97501"/>
                  </a:lnTo>
                  <a:lnTo>
                    <a:pt x="83936" y="91365"/>
                  </a:lnTo>
                  <a:lnTo>
                    <a:pt x="79011" y="85362"/>
                  </a:lnTo>
                  <a:lnTo>
                    <a:pt x="80183" y="83040"/>
                  </a:lnTo>
                  <a:lnTo>
                    <a:pt x="82523" y="78403"/>
                  </a:lnTo>
                  <a:lnTo>
                    <a:pt x="82452" y="73094"/>
                  </a:lnTo>
                  <a:lnTo>
                    <a:pt x="86143" y="64078"/>
                  </a:lnTo>
                  <a:lnTo>
                    <a:pt x="89393" y="60371"/>
                  </a:lnTo>
                  <a:lnTo>
                    <a:pt x="89844" y="53976"/>
                  </a:lnTo>
                  <a:lnTo>
                    <a:pt x="96096" y="53219"/>
                  </a:lnTo>
                  <a:lnTo>
                    <a:pt x="96807" y="53132"/>
                  </a:lnTo>
                  <a:lnTo>
                    <a:pt x="106174" y="47049"/>
                  </a:lnTo>
                  <a:lnTo>
                    <a:pt x="106385" y="46867"/>
                  </a:lnTo>
                  <a:lnTo>
                    <a:pt x="112767" y="41382"/>
                  </a:lnTo>
                  <a:lnTo>
                    <a:pt x="112964" y="37189"/>
                  </a:lnTo>
                  <a:lnTo>
                    <a:pt x="104886" y="30122"/>
                  </a:lnTo>
                  <a:lnTo>
                    <a:pt x="162384" y="23512"/>
                  </a:lnTo>
                  <a:lnTo>
                    <a:pt x="170304" y="22562"/>
                  </a:lnTo>
                  <a:lnTo>
                    <a:pt x="172284" y="22323"/>
                  </a:lnTo>
                  <a:lnTo>
                    <a:pt x="179274" y="21477"/>
                  </a:lnTo>
                  <a:lnTo>
                    <a:pt x="202636" y="18613"/>
                  </a:lnTo>
                  <a:lnTo>
                    <a:pt x="211820" y="17420"/>
                  </a:lnTo>
                  <a:lnTo>
                    <a:pt x="229050" y="15157"/>
                  </a:lnTo>
                  <a:lnTo>
                    <a:pt x="248211" y="12602"/>
                  </a:lnTo>
                  <a:lnTo>
                    <a:pt x="249261" y="12463"/>
                  </a:lnTo>
                  <a:lnTo>
                    <a:pt x="270910" y="9572"/>
                  </a:lnTo>
                  <a:lnTo>
                    <a:pt x="274974" y="9024"/>
                  </a:lnTo>
                  <a:lnTo>
                    <a:pt x="310278" y="4129"/>
                  </a:lnTo>
                  <a:lnTo>
                    <a:pt x="320245" y="2787"/>
                  </a:lnTo>
                  <a:lnTo>
                    <a:pt x="322136" y="2531"/>
                  </a:lnTo>
                  <a:lnTo>
                    <a:pt x="333889" y="931"/>
                  </a:lnTo>
                  <a:lnTo>
                    <a:pt x="340353" y="0"/>
                  </a:lnTo>
                  <a:lnTo>
                    <a:pt x="346684" y="9233"/>
                  </a:lnTo>
                  <a:lnTo>
                    <a:pt x="353535" y="12437"/>
                  </a:lnTo>
                  <a:lnTo>
                    <a:pt x="354138" y="49614"/>
                  </a:lnTo>
                  <a:lnTo>
                    <a:pt x="354252" y="55260"/>
                  </a:lnTo>
                  <a:lnTo>
                    <a:pt x="354574" y="71615"/>
                  </a:lnTo>
                  <a:lnTo>
                    <a:pt x="354948" y="91184"/>
                  </a:lnTo>
                  <a:lnTo>
                    <a:pt x="355536" y="123501"/>
                  </a:lnTo>
                  <a:lnTo>
                    <a:pt x="355604" y="127386"/>
                  </a:lnTo>
                  <a:lnTo>
                    <a:pt x="356256" y="170580"/>
                  </a:lnTo>
                  <a:lnTo>
                    <a:pt x="356347" y="176937"/>
                  </a:lnTo>
                  <a:lnTo>
                    <a:pt x="356837" y="199617"/>
                  </a:lnTo>
                  <a:lnTo>
                    <a:pt x="357536" y="233429"/>
                  </a:lnTo>
                  <a:lnTo>
                    <a:pt x="357821" y="247768"/>
                  </a:lnTo>
                  <a:lnTo>
                    <a:pt x="358392" y="274297"/>
                  </a:lnTo>
                  <a:lnTo>
                    <a:pt x="358572" y="282856"/>
                  </a:lnTo>
                  <a:lnTo>
                    <a:pt x="359180" y="312729"/>
                  </a:lnTo>
                  <a:lnTo>
                    <a:pt x="359540" y="331116"/>
                  </a:lnTo>
                  <a:lnTo>
                    <a:pt x="360231" y="368164"/>
                  </a:lnTo>
                  <a:lnTo>
                    <a:pt x="360376" y="376211"/>
                  </a:lnTo>
                  <a:lnTo>
                    <a:pt x="360409" y="379308"/>
                  </a:lnTo>
                  <a:lnTo>
                    <a:pt x="360813" y="419825"/>
                  </a:lnTo>
                  <a:lnTo>
                    <a:pt x="361443" y="425156"/>
                  </a:lnTo>
                  <a:lnTo>
                    <a:pt x="363094" y="439138"/>
                  </a:lnTo>
                  <a:lnTo>
                    <a:pt x="365163" y="451636"/>
                  </a:lnTo>
                  <a:lnTo>
                    <a:pt x="366863" y="461912"/>
                  </a:lnTo>
                  <a:lnTo>
                    <a:pt x="370994" y="486938"/>
                  </a:lnTo>
                  <a:lnTo>
                    <a:pt x="371318" y="488899"/>
                  </a:lnTo>
                  <a:lnTo>
                    <a:pt x="378141" y="530233"/>
                  </a:lnTo>
                  <a:lnTo>
                    <a:pt x="380680" y="545856"/>
                  </a:lnTo>
                  <a:lnTo>
                    <a:pt x="385330" y="574491"/>
                  </a:lnTo>
                  <a:lnTo>
                    <a:pt x="386423" y="581223"/>
                  </a:lnTo>
                  <a:lnTo>
                    <a:pt x="386506" y="581738"/>
                  </a:lnTo>
                  <a:lnTo>
                    <a:pt x="390457" y="607121"/>
                  </a:lnTo>
                  <a:lnTo>
                    <a:pt x="394242" y="630531"/>
                  </a:lnTo>
                  <a:lnTo>
                    <a:pt x="392912" y="634466"/>
                  </a:lnTo>
                  <a:lnTo>
                    <a:pt x="388508" y="634285"/>
                  </a:lnTo>
                  <a:lnTo>
                    <a:pt x="385946" y="638444"/>
                  </a:lnTo>
                  <a:lnTo>
                    <a:pt x="379658" y="636528"/>
                  </a:lnTo>
                  <a:lnTo>
                    <a:pt x="372782" y="638687"/>
                  </a:lnTo>
                  <a:lnTo>
                    <a:pt x="368760" y="636074"/>
                  </a:lnTo>
                  <a:lnTo>
                    <a:pt x="362638" y="635767"/>
                  </a:lnTo>
                  <a:lnTo>
                    <a:pt x="358579" y="638833"/>
                  </a:lnTo>
                  <a:lnTo>
                    <a:pt x="353046" y="639020"/>
                  </a:lnTo>
                  <a:lnTo>
                    <a:pt x="346595" y="638540"/>
                  </a:lnTo>
                  <a:lnTo>
                    <a:pt x="344369" y="638373"/>
                  </a:lnTo>
                  <a:lnTo>
                    <a:pt x="335001" y="635082"/>
                  </a:lnTo>
                  <a:lnTo>
                    <a:pt x="325914" y="636612"/>
                  </a:lnTo>
                  <a:lnTo>
                    <a:pt x="313025" y="641379"/>
                  </a:lnTo>
                  <a:lnTo>
                    <a:pt x="301326" y="647928"/>
                  </a:lnTo>
                  <a:lnTo>
                    <a:pt x="288949" y="652719"/>
                  </a:lnTo>
                  <a:lnTo>
                    <a:pt x="287514" y="653393"/>
                  </a:lnTo>
                  <a:lnTo>
                    <a:pt x="283208" y="655410"/>
                  </a:lnTo>
                  <a:lnTo>
                    <a:pt x="274443" y="663055"/>
                  </a:lnTo>
                  <a:lnTo>
                    <a:pt x="272314" y="668847"/>
                  </a:lnTo>
                  <a:lnTo>
                    <a:pt x="269148" y="671092"/>
                  </a:lnTo>
                  <a:lnTo>
                    <a:pt x="263535" y="673261"/>
                  </a:lnTo>
                  <a:lnTo>
                    <a:pt x="253174" y="669533"/>
                  </a:lnTo>
                  <a:lnTo>
                    <a:pt x="248753" y="657560"/>
                  </a:lnTo>
                  <a:lnTo>
                    <a:pt x="242034" y="643857"/>
                  </a:lnTo>
                  <a:lnTo>
                    <a:pt x="238944" y="638737"/>
                  </a:lnTo>
                  <a:lnTo>
                    <a:pt x="237133" y="635733"/>
                  </a:lnTo>
                  <a:lnTo>
                    <a:pt x="226757" y="626816"/>
                  </a:lnTo>
                  <a:lnTo>
                    <a:pt x="221913" y="614700"/>
                  </a:lnTo>
                  <a:lnTo>
                    <a:pt x="221062" y="611398"/>
                  </a:lnTo>
                  <a:lnTo>
                    <a:pt x="219058" y="603626"/>
                  </a:lnTo>
                  <a:lnTo>
                    <a:pt x="223012" y="590367"/>
                  </a:lnTo>
                  <a:lnTo>
                    <a:pt x="226620" y="577234"/>
                  </a:lnTo>
                  <a:lnTo>
                    <a:pt x="227939" y="564788"/>
                  </a:lnTo>
                  <a:lnTo>
                    <a:pt x="215293" y="566343"/>
                  </a:lnTo>
                  <a:lnTo>
                    <a:pt x="208062" y="567224"/>
                  </a:lnTo>
                  <a:lnTo>
                    <a:pt x="165555" y="572318"/>
                  </a:lnTo>
                  <a:lnTo>
                    <a:pt x="155401" y="573508"/>
                  </a:lnTo>
                  <a:lnTo>
                    <a:pt x="155248" y="573525"/>
                  </a:lnTo>
                  <a:lnTo>
                    <a:pt x="131716" y="576200"/>
                  </a:lnTo>
                  <a:lnTo>
                    <a:pt x="129410" y="576459"/>
                  </a:lnTo>
                  <a:lnTo>
                    <a:pt x="106891" y="578960"/>
                  </a:lnTo>
                  <a:lnTo>
                    <a:pt x="99006" y="579815"/>
                  </a:lnTo>
                  <a:lnTo>
                    <a:pt x="71451" y="582751"/>
                  </a:lnTo>
                  <a:lnTo>
                    <a:pt x="57803" y="584178"/>
                  </a:lnTo>
                  <a:lnTo>
                    <a:pt x="52164" y="584762"/>
                  </a:lnTo>
                  <a:lnTo>
                    <a:pt x="3565" y="589581"/>
                  </a:lnTo>
                  <a:lnTo>
                    <a:pt x="4523" y="588710"/>
                  </a:lnTo>
                  <a:lnTo>
                    <a:pt x="12002" y="581898"/>
                  </a:lnTo>
                  <a:lnTo>
                    <a:pt x="7480" y="576600"/>
                  </a:lnTo>
                  <a:lnTo>
                    <a:pt x="3785" y="570742"/>
                  </a:lnTo>
                  <a:lnTo>
                    <a:pt x="6755" y="562904"/>
                  </a:lnTo>
                  <a:lnTo>
                    <a:pt x="6846" y="562663"/>
                  </a:lnTo>
                  <a:lnTo>
                    <a:pt x="0" y="5577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527793" y="2292501"/>
              <a:ext cx="1058080" cy="668253"/>
            </a:xfrm>
            <a:custGeom>
              <a:avLst/>
              <a:pathLst>
                <a:path w="1058080" h="668253">
                  <a:moveTo>
                    <a:pt x="27315" y="0"/>
                  </a:moveTo>
                  <a:lnTo>
                    <a:pt x="73751" y="9425"/>
                  </a:lnTo>
                  <a:lnTo>
                    <a:pt x="98578" y="14508"/>
                  </a:lnTo>
                  <a:lnTo>
                    <a:pt x="139456" y="22155"/>
                  </a:lnTo>
                  <a:lnTo>
                    <a:pt x="143611" y="22917"/>
                  </a:lnTo>
                  <a:lnTo>
                    <a:pt x="169332" y="27605"/>
                  </a:lnTo>
                  <a:lnTo>
                    <a:pt x="185952" y="30864"/>
                  </a:lnTo>
                  <a:lnTo>
                    <a:pt x="195484" y="32630"/>
                  </a:lnTo>
                  <a:lnTo>
                    <a:pt x="209160" y="35140"/>
                  </a:lnTo>
                  <a:lnTo>
                    <a:pt x="227413" y="38520"/>
                  </a:lnTo>
                  <a:lnTo>
                    <a:pt x="254478" y="43067"/>
                  </a:lnTo>
                  <a:lnTo>
                    <a:pt x="276632" y="46820"/>
                  </a:lnTo>
                  <a:lnTo>
                    <a:pt x="355545" y="59474"/>
                  </a:lnTo>
                  <a:lnTo>
                    <a:pt x="359794" y="60128"/>
                  </a:lnTo>
                  <a:lnTo>
                    <a:pt x="384582" y="64023"/>
                  </a:lnTo>
                  <a:lnTo>
                    <a:pt x="414836" y="68659"/>
                  </a:lnTo>
                  <a:lnTo>
                    <a:pt x="434646" y="71486"/>
                  </a:lnTo>
                  <a:lnTo>
                    <a:pt x="457472" y="74671"/>
                  </a:lnTo>
                  <a:lnTo>
                    <a:pt x="479876" y="77698"/>
                  </a:lnTo>
                  <a:lnTo>
                    <a:pt x="498046" y="80097"/>
                  </a:lnTo>
                  <a:lnTo>
                    <a:pt x="506091" y="81059"/>
                  </a:lnTo>
                  <a:lnTo>
                    <a:pt x="529005" y="84041"/>
                  </a:lnTo>
                  <a:lnTo>
                    <a:pt x="586743" y="91074"/>
                  </a:lnTo>
                  <a:lnTo>
                    <a:pt x="587705" y="91192"/>
                  </a:lnTo>
                  <a:lnTo>
                    <a:pt x="608265" y="93684"/>
                  </a:lnTo>
                  <a:lnTo>
                    <a:pt x="629792" y="96272"/>
                  </a:lnTo>
                  <a:lnTo>
                    <a:pt x="669236" y="100626"/>
                  </a:lnTo>
                  <a:lnTo>
                    <a:pt x="695707" y="103407"/>
                  </a:lnTo>
                  <a:lnTo>
                    <a:pt x="741607" y="107984"/>
                  </a:lnTo>
                  <a:lnTo>
                    <a:pt x="764376" y="110227"/>
                  </a:lnTo>
                  <a:lnTo>
                    <a:pt x="771075" y="110765"/>
                  </a:lnTo>
                  <a:lnTo>
                    <a:pt x="786954" y="112236"/>
                  </a:lnTo>
                  <a:lnTo>
                    <a:pt x="835564" y="116507"/>
                  </a:lnTo>
                  <a:lnTo>
                    <a:pt x="868746" y="119215"/>
                  </a:lnTo>
                  <a:lnTo>
                    <a:pt x="879296" y="120055"/>
                  </a:lnTo>
                  <a:lnTo>
                    <a:pt x="884620" y="120472"/>
                  </a:lnTo>
                  <a:lnTo>
                    <a:pt x="908408" y="122187"/>
                  </a:lnTo>
                  <a:lnTo>
                    <a:pt x="944772" y="124772"/>
                  </a:lnTo>
                  <a:lnTo>
                    <a:pt x="952631" y="125278"/>
                  </a:lnTo>
                  <a:lnTo>
                    <a:pt x="970611" y="126482"/>
                  </a:lnTo>
                  <a:lnTo>
                    <a:pt x="986391" y="127500"/>
                  </a:lnTo>
                  <a:lnTo>
                    <a:pt x="1015164" y="129132"/>
                  </a:lnTo>
                  <a:lnTo>
                    <a:pt x="1058080" y="131406"/>
                  </a:lnTo>
                  <a:lnTo>
                    <a:pt x="1057006" y="151552"/>
                  </a:lnTo>
                  <a:lnTo>
                    <a:pt x="1055598" y="179762"/>
                  </a:lnTo>
                  <a:lnTo>
                    <a:pt x="1054678" y="198234"/>
                  </a:lnTo>
                  <a:lnTo>
                    <a:pt x="1054022" y="212091"/>
                  </a:lnTo>
                  <a:lnTo>
                    <a:pt x="1053099" y="231638"/>
                  </a:lnTo>
                  <a:lnTo>
                    <a:pt x="1051554" y="264067"/>
                  </a:lnTo>
                  <a:lnTo>
                    <a:pt x="1051400" y="267314"/>
                  </a:lnTo>
                  <a:lnTo>
                    <a:pt x="1050384" y="289558"/>
                  </a:lnTo>
                  <a:lnTo>
                    <a:pt x="1048882" y="315988"/>
                  </a:lnTo>
                  <a:lnTo>
                    <a:pt x="1047381" y="343233"/>
                  </a:lnTo>
                  <a:lnTo>
                    <a:pt x="1046908" y="351837"/>
                  </a:lnTo>
                  <a:lnTo>
                    <a:pt x="1046896" y="352077"/>
                  </a:lnTo>
                  <a:lnTo>
                    <a:pt x="1045565" y="378874"/>
                  </a:lnTo>
                  <a:lnTo>
                    <a:pt x="1044185" y="404454"/>
                  </a:lnTo>
                  <a:lnTo>
                    <a:pt x="1042694" y="433537"/>
                  </a:lnTo>
                  <a:lnTo>
                    <a:pt x="1042222" y="443105"/>
                  </a:lnTo>
                  <a:lnTo>
                    <a:pt x="1041567" y="456411"/>
                  </a:lnTo>
                  <a:lnTo>
                    <a:pt x="1041365" y="460519"/>
                  </a:lnTo>
                  <a:lnTo>
                    <a:pt x="1040081" y="485006"/>
                  </a:lnTo>
                  <a:lnTo>
                    <a:pt x="1039782" y="490884"/>
                  </a:lnTo>
                  <a:lnTo>
                    <a:pt x="1037541" y="535142"/>
                  </a:lnTo>
                  <a:lnTo>
                    <a:pt x="1037238" y="543521"/>
                  </a:lnTo>
                  <a:lnTo>
                    <a:pt x="1037155" y="545806"/>
                  </a:lnTo>
                  <a:lnTo>
                    <a:pt x="1036499" y="560977"/>
                  </a:lnTo>
                  <a:lnTo>
                    <a:pt x="1035281" y="586375"/>
                  </a:lnTo>
                  <a:lnTo>
                    <a:pt x="1034851" y="595251"/>
                  </a:lnTo>
                  <a:lnTo>
                    <a:pt x="1033954" y="615729"/>
                  </a:lnTo>
                  <a:lnTo>
                    <a:pt x="1033160" y="632000"/>
                  </a:lnTo>
                  <a:lnTo>
                    <a:pt x="1032594" y="643622"/>
                  </a:lnTo>
                  <a:lnTo>
                    <a:pt x="1031837" y="660347"/>
                  </a:lnTo>
                  <a:lnTo>
                    <a:pt x="1030096" y="660404"/>
                  </a:lnTo>
                  <a:lnTo>
                    <a:pt x="939755" y="654953"/>
                  </a:lnTo>
                  <a:lnTo>
                    <a:pt x="938543" y="654878"/>
                  </a:lnTo>
                  <a:lnTo>
                    <a:pt x="934963" y="654653"/>
                  </a:lnTo>
                  <a:lnTo>
                    <a:pt x="862981" y="649775"/>
                  </a:lnTo>
                  <a:lnTo>
                    <a:pt x="846464" y="648935"/>
                  </a:lnTo>
                  <a:lnTo>
                    <a:pt x="824156" y="647742"/>
                  </a:lnTo>
                  <a:lnTo>
                    <a:pt x="765925" y="642721"/>
                  </a:lnTo>
                  <a:lnTo>
                    <a:pt x="722904" y="638191"/>
                  </a:lnTo>
                  <a:lnTo>
                    <a:pt x="670789" y="633240"/>
                  </a:lnTo>
                  <a:lnTo>
                    <a:pt x="662807" y="632450"/>
                  </a:lnTo>
                  <a:lnTo>
                    <a:pt x="639439" y="630219"/>
                  </a:lnTo>
                  <a:lnTo>
                    <a:pt x="615989" y="627906"/>
                  </a:lnTo>
                  <a:lnTo>
                    <a:pt x="604763" y="626715"/>
                  </a:lnTo>
                  <a:lnTo>
                    <a:pt x="563825" y="622226"/>
                  </a:lnTo>
                  <a:lnTo>
                    <a:pt x="560095" y="620967"/>
                  </a:lnTo>
                  <a:lnTo>
                    <a:pt x="516353" y="616325"/>
                  </a:lnTo>
                  <a:lnTo>
                    <a:pt x="495570" y="613783"/>
                  </a:lnTo>
                  <a:lnTo>
                    <a:pt x="477353" y="611506"/>
                  </a:lnTo>
                  <a:lnTo>
                    <a:pt x="446768" y="608175"/>
                  </a:lnTo>
                  <a:lnTo>
                    <a:pt x="411388" y="604455"/>
                  </a:lnTo>
                  <a:lnTo>
                    <a:pt x="404195" y="602070"/>
                  </a:lnTo>
                  <a:lnTo>
                    <a:pt x="380170" y="599079"/>
                  </a:lnTo>
                  <a:lnTo>
                    <a:pt x="376589" y="616557"/>
                  </a:lnTo>
                  <a:lnTo>
                    <a:pt x="374176" y="635146"/>
                  </a:lnTo>
                  <a:lnTo>
                    <a:pt x="373132" y="642913"/>
                  </a:lnTo>
                  <a:lnTo>
                    <a:pt x="372402" y="648347"/>
                  </a:lnTo>
                  <a:lnTo>
                    <a:pt x="370280" y="668253"/>
                  </a:lnTo>
                  <a:lnTo>
                    <a:pt x="363756" y="664731"/>
                  </a:lnTo>
                  <a:lnTo>
                    <a:pt x="362566" y="658932"/>
                  </a:lnTo>
                  <a:lnTo>
                    <a:pt x="357894" y="652930"/>
                  </a:lnTo>
                  <a:lnTo>
                    <a:pt x="356648" y="646367"/>
                  </a:lnTo>
                  <a:lnTo>
                    <a:pt x="353320" y="639889"/>
                  </a:lnTo>
                  <a:lnTo>
                    <a:pt x="349247" y="631788"/>
                  </a:lnTo>
                  <a:lnTo>
                    <a:pt x="344776" y="627576"/>
                  </a:lnTo>
                  <a:lnTo>
                    <a:pt x="344118" y="626956"/>
                  </a:lnTo>
                  <a:lnTo>
                    <a:pt x="338483" y="630788"/>
                  </a:lnTo>
                  <a:lnTo>
                    <a:pt x="336334" y="633819"/>
                  </a:lnTo>
                  <a:lnTo>
                    <a:pt x="334926" y="635803"/>
                  </a:lnTo>
                  <a:lnTo>
                    <a:pt x="328451" y="647798"/>
                  </a:lnTo>
                  <a:lnTo>
                    <a:pt x="323866" y="650852"/>
                  </a:lnTo>
                  <a:lnTo>
                    <a:pt x="318848" y="649871"/>
                  </a:lnTo>
                  <a:lnTo>
                    <a:pt x="310798" y="648289"/>
                  </a:lnTo>
                  <a:lnTo>
                    <a:pt x="300221" y="653242"/>
                  </a:lnTo>
                  <a:lnTo>
                    <a:pt x="295399" y="645514"/>
                  </a:lnTo>
                  <a:lnTo>
                    <a:pt x="279667" y="646701"/>
                  </a:lnTo>
                  <a:lnTo>
                    <a:pt x="271025" y="646632"/>
                  </a:lnTo>
                  <a:lnTo>
                    <a:pt x="262337" y="643301"/>
                  </a:lnTo>
                  <a:lnTo>
                    <a:pt x="256838" y="639111"/>
                  </a:lnTo>
                  <a:lnTo>
                    <a:pt x="249286" y="643271"/>
                  </a:lnTo>
                  <a:lnTo>
                    <a:pt x="245019" y="653461"/>
                  </a:lnTo>
                  <a:lnTo>
                    <a:pt x="237675" y="648029"/>
                  </a:lnTo>
                  <a:lnTo>
                    <a:pt x="225933" y="644717"/>
                  </a:lnTo>
                  <a:lnTo>
                    <a:pt x="216330" y="641586"/>
                  </a:lnTo>
                  <a:lnTo>
                    <a:pt x="213716" y="641691"/>
                  </a:lnTo>
                  <a:lnTo>
                    <a:pt x="203887" y="647742"/>
                  </a:lnTo>
                  <a:lnTo>
                    <a:pt x="203745" y="652430"/>
                  </a:lnTo>
                  <a:lnTo>
                    <a:pt x="203240" y="652649"/>
                  </a:lnTo>
                  <a:lnTo>
                    <a:pt x="197609" y="655092"/>
                  </a:lnTo>
                  <a:lnTo>
                    <a:pt x="191913" y="649281"/>
                  </a:lnTo>
                  <a:lnTo>
                    <a:pt x="187890" y="641231"/>
                  </a:lnTo>
                  <a:lnTo>
                    <a:pt x="188875" y="635107"/>
                  </a:lnTo>
                  <a:lnTo>
                    <a:pt x="185085" y="626569"/>
                  </a:lnTo>
                  <a:lnTo>
                    <a:pt x="187274" y="619924"/>
                  </a:lnTo>
                  <a:lnTo>
                    <a:pt x="184158" y="608761"/>
                  </a:lnTo>
                  <a:lnTo>
                    <a:pt x="182559" y="600943"/>
                  </a:lnTo>
                  <a:lnTo>
                    <a:pt x="173113" y="591551"/>
                  </a:lnTo>
                  <a:lnTo>
                    <a:pt x="167580" y="593858"/>
                  </a:lnTo>
                  <a:lnTo>
                    <a:pt x="161377" y="587993"/>
                  </a:lnTo>
                  <a:lnTo>
                    <a:pt x="157375" y="586280"/>
                  </a:lnTo>
                  <a:lnTo>
                    <a:pt x="154057" y="576531"/>
                  </a:lnTo>
                  <a:lnTo>
                    <a:pt x="157352" y="571337"/>
                  </a:lnTo>
                  <a:lnTo>
                    <a:pt x="159555" y="564514"/>
                  </a:lnTo>
                  <a:lnTo>
                    <a:pt x="159391" y="557446"/>
                  </a:lnTo>
                  <a:lnTo>
                    <a:pt x="154882" y="551209"/>
                  </a:lnTo>
                  <a:lnTo>
                    <a:pt x="149653" y="546481"/>
                  </a:lnTo>
                  <a:lnTo>
                    <a:pt x="145108" y="531385"/>
                  </a:lnTo>
                  <a:lnTo>
                    <a:pt x="139314" y="518186"/>
                  </a:lnTo>
                  <a:lnTo>
                    <a:pt x="140951" y="510410"/>
                  </a:lnTo>
                  <a:lnTo>
                    <a:pt x="139086" y="504337"/>
                  </a:lnTo>
                  <a:lnTo>
                    <a:pt x="140590" y="497453"/>
                  </a:lnTo>
                  <a:lnTo>
                    <a:pt x="137645" y="491225"/>
                  </a:lnTo>
                  <a:lnTo>
                    <a:pt x="139082" y="480827"/>
                  </a:lnTo>
                  <a:lnTo>
                    <a:pt x="134602" y="477147"/>
                  </a:lnTo>
                  <a:lnTo>
                    <a:pt x="131666" y="473870"/>
                  </a:lnTo>
                  <a:lnTo>
                    <a:pt x="128057" y="468058"/>
                  </a:lnTo>
                  <a:lnTo>
                    <a:pt x="126363" y="465325"/>
                  </a:lnTo>
                  <a:lnTo>
                    <a:pt x="122263" y="465211"/>
                  </a:lnTo>
                  <a:lnTo>
                    <a:pt x="121353" y="470732"/>
                  </a:lnTo>
                  <a:lnTo>
                    <a:pt x="114009" y="476180"/>
                  </a:lnTo>
                  <a:lnTo>
                    <a:pt x="103266" y="482156"/>
                  </a:lnTo>
                  <a:lnTo>
                    <a:pt x="97145" y="482104"/>
                  </a:lnTo>
                  <a:lnTo>
                    <a:pt x="93317" y="489137"/>
                  </a:lnTo>
                  <a:lnTo>
                    <a:pt x="85479" y="486091"/>
                  </a:lnTo>
                  <a:lnTo>
                    <a:pt x="78671" y="477934"/>
                  </a:lnTo>
                  <a:lnTo>
                    <a:pt x="74531" y="475122"/>
                  </a:lnTo>
                  <a:lnTo>
                    <a:pt x="73570" y="471419"/>
                  </a:lnTo>
                  <a:lnTo>
                    <a:pt x="72781" y="468370"/>
                  </a:lnTo>
                  <a:lnTo>
                    <a:pt x="74040" y="462687"/>
                  </a:lnTo>
                  <a:lnTo>
                    <a:pt x="77754" y="460878"/>
                  </a:lnTo>
                  <a:lnTo>
                    <a:pt x="78546" y="453845"/>
                  </a:lnTo>
                  <a:lnTo>
                    <a:pt x="74712" y="445342"/>
                  </a:lnTo>
                  <a:lnTo>
                    <a:pt x="80154" y="438766"/>
                  </a:lnTo>
                  <a:lnTo>
                    <a:pt x="89123" y="437784"/>
                  </a:lnTo>
                  <a:lnTo>
                    <a:pt x="92898" y="434829"/>
                  </a:lnTo>
                  <a:lnTo>
                    <a:pt x="91340" y="430612"/>
                  </a:lnTo>
                  <a:lnTo>
                    <a:pt x="93511" y="424253"/>
                  </a:lnTo>
                  <a:lnTo>
                    <a:pt x="90644" y="420091"/>
                  </a:lnTo>
                  <a:lnTo>
                    <a:pt x="88126" y="413976"/>
                  </a:lnTo>
                  <a:lnTo>
                    <a:pt x="91538" y="405580"/>
                  </a:lnTo>
                  <a:lnTo>
                    <a:pt x="86707" y="400890"/>
                  </a:lnTo>
                  <a:lnTo>
                    <a:pt x="88318" y="395453"/>
                  </a:lnTo>
                  <a:lnTo>
                    <a:pt x="94642" y="395771"/>
                  </a:lnTo>
                  <a:lnTo>
                    <a:pt x="95803" y="387449"/>
                  </a:lnTo>
                  <a:lnTo>
                    <a:pt x="97442" y="382794"/>
                  </a:lnTo>
                  <a:lnTo>
                    <a:pt x="99187" y="378123"/>
                  </a:lnTo>
                  <a:lnTo>
                    <a:pt x="101840" y="368296"/>
                  </a:lnTo>
                  <a:lnTo>
                    <a:pt x="105802" y="365683"/>
                  </a:lnTo>
                  <a:lnTo>
                    <a:pt x="106245" y="354030"/>
                  </a:lnTo>
                  <a:lnTo>
                    <a:pt x="111056" y="353629"/>
                  </a:lnTo>
                  <a:lnTo>
                    <a:pt x="114529" y="344853"/>
                  </a:lnTo>
                  <a:lnTo>
                    <a:pt x="117127" y="335984"/>
                  </a:lnTo>
                  <a:lnTo>
                    <a:pt x="115985" y="334655"/>
                  </a:lnTo>
                  <a:lnTo>
                    <a:pt x="114090" y="332450"/>
                  </a:lnTo>
                  <a:lnTo>
                    <a:pt x="105380" y="333535"/>
                  </a:lnTo>
                  <a:lnTo>
                    <a:pt x="96891" y="332624"/>
                  </a:lnTo>
                  <a:lnTo>
                    <a:pt x="93189" y="330852"/>
                  </a:lnTo>
                  <a:lnTo>
                    <a:pt x="90624" y="329622"/>
                  </a:lnTo>
                  <a:lnTo>
                    <a:pt x="91493" y="322385"/>
                  </a:lnTo>
                  <a:lnTo>
                    <a:pt x="87501" y="319084"/>
                  </a:lnTo>
                  <a:lnTo>
                    <a:pt x="85736" y="317622"/>
                  </a:lnTo>
                  <a:lnTo>
                    <a:pt x="79649" y="316675"/>
                  </a:lnTo>
                  <a:lnTo>
                    <a:pt x="78603" y="311085"/>
                  </a:lnTo>
                  <a:lnTo>
                    <a:pt x="71391" y="305259"/>
                  </a:lnTo>
                  <a:lnTo>
                    <a:pt x="67234" y="296875"/>
                  </a:lnTo>
                  <a:lnTo>
                    <a:pt x="69788" y="291108"/>
                  </a:lnTo>
                  <a:lnTo>
                    <a:pt x="67249" y="288097"/>
                  </a:lnTo>
                  <a:lnTo>
                    <a:pt x="62011" y="281871"/>
                  </a:lnTo>
                  <a:lnTo>
                    <a:pt x="59785" y="274609"/>
                  </a:lnTo>
                  <a:lnTo>
                    <a:pt x="56393" y="268660"/>
                  </a:lnTo>
                  <a:lnTo>
                    <a:pt x="52125" y="258392"/>
                  </a:lnTo>
                  <a:lnTo>
                    <a:pt x="47402" y="251564"/>
                  </a:lnTo>
                  <a:lnTo>
                    <a:pt x="45108" y="246362"/>
                  </a:lnTo>
                  <a:lnTo>
                    <a:pt x="43233" y="239761"/>
                  </a:lnTo>
                  <a:lnTo>
                    <a:pt x="39530" y="237779"/>
                  </a:lnTo>
                  <a:lnTo>
                    <a:pt x="31342" y="233510"/>
                  </a:lnTo>
                  <a:lnTo>
                    <a:pt x="26754" y="228643"/>
                  </a:lnTo>
                  <a:lnTo>
                    <a:pt x="24048" y="220940"/>
                  </a:lnTo>
                  <a:lnTo>
                    <a:pt x="13861" y="212028"/>
                  </a:lnTo>
                  <a:lnTo>
                    <a:pt x="16422" y="207192"/>
                  </a:lnTo>
                  <a:lnTo>
                    <a:pt x="22154" y="205011"/>
                  </a:lnTo>
                  <a:lnTo>
                    <a:pt x="16310" y="196939"/>
                  </a:lnTo>
                  <a:lnTo>
                    <a:pt x="17099" y="191181"/>
                  </a:lnTo>
                  <a:lnTo>
                    <a:pt x="20689" y="185509"/>
                  </a:lnTo>
                  <a:lnTo>
                    <a:pt x="17863" y="180699"/>
                  </a:lnTo>
                  <a:lnTo>
                    <a:pt x="20060" y="175457"/>
                  </a:lnTo>
                  <a:lnTo>
                    <a:pt x="12076" y="165133"/>
                  </a:lnTo>
                  <a:lnTo>
                    <a:pt x="12641" y="157921"/>
                  </a:lnTo>
                  <a:lnTo>
                    <a:pt x="8587" y="153288"/>
                  </a:lnTo>
                  <a:lnTo>
                    <a:pt x="4958" y="145077"/>
                  </a:lnTo>
                  <a:lnTo>
                    <a:pt x="868" y="134035"/>
                  </a:lnTo>
                  <a:lnTo>
                    <a:pt x="499" y="132428"/>
                  </a:lnTo>
                  <a:lnTo>
                    <a:pt x="0" y="130251"/>
                  </a:lnTo>
                  <a:lnTo>
                    <a:pt x="3414" y="113984"/>
                  </a:lnTo>
                  <a:lnTo>
                    <a:pt x="5891" y="102114"/>
                  </a:lnTo>
                  <a:lnTo>
                    <a:pt x="8440" y="89916"/>
                  </a:lnTo>
                  <a:lnTo>
                    <a:pt x="13094" y="67608"/>
                  </a:lnTo>
                  <a:lnTo>
                    <a:pt x="13662" y="6490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29534" y="3732349"/>
              <a:ext cx="696715" cy="324127"/>
            </a:xfrm>
            <a:custGeom>
              <a:avLst/>
              <a:pathLst>
                <a:path w="696715" h="324127">
                  <a:moveTo>
                    <a:pt x="79" y="294714"/>
                  </a:moveTo>
                  <a:lnTo>
                    <a:pt x="0" y="292595"/>
                  </a:lnTo>
                  <a:lnTo>
                    <a:pt x="4084" y="287463"/>
                  </a:lnTo>
                  <a:lnTo>
                    <a:pt x="8217" y="289588"/>
                  </a:lnTo>
                  <a:lnTo>
                    <a:pt x="14643" y="287672"/>
                  </a:lnTo>
                  <a:lnTo>
                    <a:pt x="19394" y="282170"/>
                  </a:lnTo>
                  <a:lnTo>
                    <a:pt x="19782" y="281720"/>
                  </a:lnTo>
                  <a:lnTo>
                    <a:pt x="17701" y="276727"/>
                  </a:lnTo>
                  <a:lnTo>
                    <a:pt x="19757" y="273941"/>
                  </a:lnTo>
                  <a:lnTo>
                    <a:pt x="17996" y="270612"/>
                  </a:lnTo>
                  <a:lnTo>
                    <a:pt x="21128" y="265373"/>
                  </a:lnTo>
                  <a:lnTo>
                    <a:pt x="22183" y="264623"/>
                  </a:lnTo>
                  <a:lnTo>
                    <a:pt x="22603" y="264324"/>
                  </a:lnTo>
                  <a:lnTo>
                    <a:pt x="25298" y="262407"/>
                  </a:lnTo>
                  <a:lnTo>
                    <a:pt x="29994" y="256807"/>
                  </a:lnTo>
                  <a:lnTo>
                    <a:pt x="35410" y="251348"/>
                  </a:lnTo>
                  <a:lnTo>
                    <a:pt x="44048" y="249065"/>
                  </a:lnTo>
                  <a:lnTo>
                    <a:pt x="44822" y="248859"/>
                  </a:lnTo>
                  <a:lnTo>
                    <a:pt x="50090" y="247955"/>
                  </a:lnTo>
                  <a:lnTo>
                    <a:pt x="57344" y="246921"/>
                  </a:lnTo>
                  <a:lnTo>
                    <a:pt x="60311" y="242223"/>
                  </a:lnTo>
                  <a:lnTo>
                    <a:pt x="62637" y="240907"/>
                  </a:lnTo>
                  <a:lnTo>
                    <a:pt x="67705" y="234822"/>
                  </a:lnTo>
                  <a:lnTo>
                    <a:pt x="71768" y="234282"/>
                  </a:lnTo>
                  <a:lnTo>
                    <a:pt x="73540" y="229260"/>
                  </a:lnTo>
                  <a:lnTo>
                    <a:pt x="74053" y="227805"/>
                  </a:lnTo>
                  <a:lnTo>
                    <a:pt x="78452" y="225958"/>
                  </a:lnTo>
                  <a:lnTo>
                    <a:pt x="80698" y="221605"/>
                  </a:lnTo>
                  <a:lnTo>
                    <a:pt x="85608" y="219294"/>
                  </a:lnTo>
                  <a:lnTo>
                    <a:pt x="89283" y="217342"/>
                  </a:lnTo>
                  <a:lnTo>
                    <a:pt x="94978" y="216694"/>
                  </a:lnTo>
                  <a:lnTo>
                    <a:pt x="95681" y="215228"/>
                  </a:lnTo>
                  <a:lnTo>
                    <a:pt x="97422" y="211586"/>
                  </a:lnTo>
                  <a:lnTo>
                    <a:pt x="99554" y="206276"/>
                  </a:lnTo>
                  <a:lnTo>
                    <a:pt x="97711" y="201269"/>
                  </a:lnTo>
                  <a:lnTo>
                    <a:pt x="98926" y="200304"/>
                  </a:lnTo>
                  <a:lnTo>
                    <a:pt x="101305" y="198412"/>
                  </a:lnTo>
                  <a:lnTo>
                    <a:pt x="105297" y="199996"/>
                  </a:lnTo>
                  <a:lnTo>
                    <a:pt x="107053" y="196726"/>
                  </a:lnTo>
                  <a:lnTo>
                    <a:pt x="106938" y="192593"/>
                  </a:lnTo>
                  <a:lnTo>
                    <a:pt x="110779" y="189142"/>
                  </a:lnTo>
                  <a:lnTo>
                    <a:pt x="117640" y="183173"/>
                  </a:lnTo>
                  <a:lnTo>
                    <a:pt x="119914" y="185261"/>
                  </a:lnTo>
                  <a:lnTo>
                    <a:pt x="120936" y="186198"/>
                  </a:lnTo>
                  <a:lnTo>
                    <a:pt x="120692" y="191566"/>
                  </a:lnTo>
                  <a:lnTo>
                    <a:pt x="125301" y="192708"/>
                  </a:lnTo>
                  <a:lnTo>
                    <a:pt x="128734" y="189081"/>
                  </a:lnTo>
                  <a:lnTo>
                    <a:pt x="131722" y="185919"/>
                  </a:lnTo>
                  <a:lnTo>
                    <a:pt x="134234" y="178528"/>
                  </a:lnTo>
                  <a:lnTo>
                    <a:pt x="134628" y="177367"/>
                  </a:lnTo>
                  <a:lnTo>
                    <a:pt x="138986" y="173153"/>
                  </a:lnTo>
                  <a:lnTo>
                    <a:pt x="142537" y="170501"/>
                  </a:lnTo>
                  <a:lnTo>
                    <a:pt x="145187" y="170538"/>
                  </a:lnTo>
                  <a:lnTo>
                    <a:pt x="148282" y="167165"/>
                  </a:lnTo>
                  <a:lnTo>
                    <a:pt x="148895" y="166496"/>
                  </a:lnTo>
                  <a:lnTo>
                    <a:pt x="154922" y="167542"/>
                  </a:lnTo>
                  <a:lnTo>
                    <a:pt x="156629" y="170454"/>
                  </a:lnTo>
                  <a:lnTo>
                    <a:pt x="160332" y="169513"/>
                  </a:lnTo>
                  <a:lnTo>
                    <a:pt x="164043" y="166781"/>
                  </a:lnTo>
                  <a:lnTo>
                    <a:pt x="167437" y="155314"/>
                  </a:lnTo>
                  <a:lnTo>
                    <a:pt x="168750" y="151245"/>
                  </a:lnTo>
                  <a:lnTo>
                    <a:pt x="169562" y="148726"/>
                  </a:lnTo>
                  <a:lnTo>
                    <a:pt x="170086" y="147096"/>
                  </a:lnTo>
                  <a:lnTo>
                    <a:pt x="175107" y="141301"/>
                  </a:lnTo>
                  <a:lnTo>
                    <a:pt x="180306" y="140799"/>
                  </a:lnTo>
                  <a:lnTo>
                    <a:pt x="185332" y="139943"/>
                  </a:lnTo>
                  <a:lnTo>
                    <a:pt x="182773" y="135214"/>
                  </a:lnTo>
                  <a:lnTo>
                    <a:pt x="181595" y="133036"/>
                  </a:lnTo>
                  <a:lnTo>
                    <a:pt x="183575" y="126950"/>
                  </a:lnTo>
                  <a:lnTo>
                    <a:pt x="181823" y="120213"/>
                  </a:lnTo>
                  <a:lnTo>
                    <a:pt x="182556" y="114744"/>
                  </a:lnTo>
                  <a:lnTo>
                    <a:pt x="196703" y="112421"/>
                  </a:lnTo>
                  <a:lnTo>
                    <a:pt x="208303" y="110158"/>
                  </a:lnTo>
                  <a:lnTo>
                    <a:pt x="222264" y="107407"/>
                  </a:lnTo>
                  <a:lnTo>
                    <a:pt x="231387" y="105808"/>
                  </a:lnTo>
                  <a:lnTo>
                    <a:pt x="244077" y="103401"/>
                  </a:lnTo>
                  <a:lnTo>
                    <a:pt x="248897" y="102254"/>
                  </a:lnTo>
                  <a:lnTo>
                    <a:pt x="259512" y="99714"/>
                  </a:lnTo>
                  <a:lnTo>
                    <a:pt x="266866" y="98398"/>
                  </a:lnTo>
                  <a:lnTo>
                    <a:pt x="280503" y="95934"/>
                  </a:lnTo>
                  <a:lnTo>
                    <a:pt x="281196" y="95808"/>
                  </a:lnTo>
                  <a:lnTo>
                    <a:pt x="292018" y="93851"/>
                  </a:lnTo>
                  <a:lnTo>
                    <a:pt x="310985" y="89377"/>
                  </a:lnTo>
                  <a:lnTo>
                    <a:pt x="313038" y="88889"/>
                  </a:lnTo>
                  <a:lnTo>
                    <a:pt x="337504" y="82952"/>
                  </a:lnTo>
                  <a:lnTo>
                    <a:pt x="353247" y="79079"/>
                  </a:lnTo>
                  <a:lnTo>
                    <a:pt x="353481" y="79021"/>
                  </a:lnTo>
                  <a:lnTo>
                    <a:pt x="356650" y="78211"/>
                  </a:lnTo>
                  <a:lnTo>
                    <a:pt x="366558" y="75670"/>
                  </a:lnTo>
                  <a:lnTo>
                    <a:pt x="376283" y="73159"/>
                  </a:lnTo>
                  <a:lnTo>
                    <a:pt x="382531" y="71538"/>
                  </a:lnTo>
                  <a:lnTo>
                    <a:pt x="397833" y="67538"/>
                  </a:lnTo>
                  <a:lnTo>
                    <a:pt x="409200" y="64616"/>
                  </a:lnTo>
                  <a:lnTo>
                    <a:pt x="414046" y="63363"/>
                  </a:lnTo>
                  <a:lnTo>
                    <a:pt x="431514" y="58814"/>
                  </a:lnTo>
                  <a:lnTo>
                    <a:pt x="435605" y="57688"/>
                  </a:lnTo>
                  <a:lnTo>
                    <a:pt x="445973" y="54821"/>
                  </a:lnTo>
                  <a:lnTo>
                    <a:pt x="460774" y="50695"/>
                  </a:lnTo>
                  <a:lnTo>
                    <a:pt x="467502" y="48833"/>
                  </a:lnTo>
                  <a:lnTo>
                    <a:pt x="478859" y="45672"/>
                  </a:lnTo>
                  <a:lnTo>
                    <a:pt x="489142" y="42791"/>
                  </a:lnTo>
                  <a:lnTo>
                    <a:pt x="490490" y="42412"/>
                  </a:lnTo>
                  <a:lnTo>
                    <a:pt x="525423" y="32635"/>
                  </a:lnTo>
                  <a:lnTo>
                    <a:pt x="533840" y="30248"/>
                  </a:lnTo>
                  <a:lnTo>
                    <a:pt x="535842" y="29683"/>
                  </a:lnTo>
                  <a:lnTo>
                    <a:pt x="543017" y="27651"/>
                  </a:lnTo>
                  <a:lnTo>
                    <a:pt x="555075" y="24211"/>
                  </a:lnTo>
                  <a:lnTo>
                    <a:pt x="568662" y="19786"/>
                  </a:lnTo>
                  <a:lnTo>
                    <a:pt x="583832" y="15404"/>
                  </a:lnTo>
                  <a:lnTo>
                    <a:pt x="587730" y="14272"/>
                  </a:lnTo>
                  <a:lnTo>
                    <a:pt x="601487" y="10253"/>
                  </a:lnTo>
                  <a:lnTo>
                    <a:pt x="616200" y="5898"/>
                  </a:lnTo>
                  <a:lnTo>
                    <a:pt x="623565" y="3704"/>
                  </a:lnTo>
                  <a:lnTo>
                    <a:pt x="635856" y="0"/>
                  </a:lnTo>
                  <a:lnTo>
                    <a:pt x="641127" y="10672"/>
                  </a:lnTo>
                  <a:lnTo>
                    <a:pt x="648195" y="23838"/>
                  </a:lnTo>
                  <a:lnTo>
                    <a:pt x="651726" y="28939"/>
                  </a:lnTo>
                  <a:lnTo>
                    <a:pt x="658908" y="39300"/>
                  </a:lnTo>
                  <a:lnTo>
                    <a:pt x="666006" y="47021"/>
                  </a:lnTo>
                  <a:lnTo>
                    <a:pt x="677053" y="60302"/>
                  </a:lnTo>
                  <a:lnTo>
                    <a:pt x="683497" y="68317"/>
                  </a:lnTo>
                  <a:lnTo>
                    <a:pt x="686355" y="71742"/>
                  </a:lnTo>
                  <a:lnTo>
                    <a:pt x="692769" y="83754"/>
                  </a:lnTo>
                  <a:lnTo>
                    <a:pt x="696005" y="104463"/>
                  </a:lnTo>
                  <a:lnTo>
                    <a:pt x="696715" y="121794"/>
                  </a:lnTo>
                  <a:lnTo>
                    <a:pt x="688885" y="124753"/>
                  </a:lnTo>
                  <a:lnTo>
                    <a:pt x="680852" y="130834"/>
                  </a:lnTo>
                  <a:lnTo>
                    <a:pt x="680264" y="131279"/>
                  </a:lnTo>
                  <a:lnTo>
                    <a:pt x="669744" y="141132"/>
                  </a:lnTo>
                  <a:lnTo>
                    <a:pt x="663364" y="149126"/>
                  </a:lnTo>
                  <a:lnTo>
                    <a:pt x="655496" y="159260"/>
                  </a:lnTo>
                  <a:lnTo>
                    <a:pt x="650047" y="169550"/>
                  </a:lnTo>
                  <a:lnTo>
                    <a:pt x="645311" y="176541"/>
                  </a:lnTo>
                  <a:lnTo>
                    <a:pt x="640973" y="184942"/>
                  </a:lnTo>
                  <a:lnTo>
                    <a:pt x="637705" y="193278"/>
                  </a:lnTo>
                  <a:lnTo>
                    <a:pt x="634087" y="207576"/>
                  </a:lnTo>
                  <a:lnTo>
                    <a:pt x="631679" y="204096"/>
                  </a:lnTo>
                  <a:lnTo>
                    <a:pt x="625429" y="201237"/>
                  </a:lnTo>
                  <a:lnTo>
                    <a:pt x="616250" y="201334"/>
                  </a:lnTo>
                  <a:lnTo>
                    <a:pt x="602378" y="206749"/>
                  </a:lnTo>
                  <a:lnTo>
                    <a:pt x="587066" y="215776"/>
                  </a:lnTo>
                  <a:lnTo>
                    <a:pt x="585295" y="216816"/>
                  </a:lnTo>
                  <a:lnTo>
                    <a:pt x="578119" y="223594"/>
                  </a:lnTo>
                  <a:lnTo>
                    <a:pt x="572888" y="230501"/>
                  </a:lnTo>
                  <a:lnTo>
                    <a:pt x="563246" y="239909"/>
                  </a:lnTo>
                  <a:lnTo>
                    <a:pt x="559888" y="244396"/>
                  </a:lnTo>
                  <a:lnTo>
                    <a:pt x="552175" y="254669"/>
                  </a:lnTo>
                  <a:lnTo>
                    <a:pt x="547542" y="263192"/>
                  </a:lnTo>
                  <a:lnTo>
                    <a:pt x="544552" y="268676"/>
                  </a:lnTo>
                  <a:lnTo>
                    <a:pt x="541281" y="278252"/>
                  </a:lnTo>
                  <a:lnTo>
                    <a:pt x="539679" y="291697"/>
                  </a:lnTo>
                  <a:lnTo>
                    <a:pt x="538813" y="298886"/>
                  </a:lnTo>
                  <a:lnTo>
                    <a:pt x="538453" y="304334"/>
                  </a:lnTo>
                  <a:lnTo>
                    <a:pt x="537974" y="311491"/>
                  </a:lnTo>
                  <a:lnTo>
                    <a:pt x="534097" y="311970"/>
                  </a:lnTo>
                  <a:lnTo>
                    <a:pt x="532451" y="309319"/>
                  </a:lnTo>
                  <a:lnTo>
                    <a:pt x="522376" y="309518"/>
                  </a:lnTo>
                  <a:lnTo>
                    <a:pt x="511159" y="312480"/>
                  </a:lnTo>
                  <a:lnTo>
                    <a:pt x="502707" y="315801"/>
                  </a:lnTo>
                  <a:lnTo>
                    <a:pt x="491184" y="324127"/>
                  </a:lnTo>
                  <a:lnTo>
                    <a:pt x="483691" y="319365"/>
                  </a:lnTo>
                  <a:lnTo>
                    <a:pt x="480207" y="317193"/>
                  </a:lnTo>
                  <a:lnTo>
                    <a:pt x="464188" y="307171"/>
                  </a:lnTo>
                  <a:lnTo>
                    <a:pt x="438430" y="291035"/>
                  </a:lnTo>
                  <a:lnTo>
                    <a:pt x="434739" y="288661"/>
                  </a:lnTo>
                  <a:lnTo>
                    <a:pt x="409936" y="272636"/>
                  </a:lnTo>
                  <a:lnTo>
                    <a:pt x="400908" y="267072"/>
                  </a:lnTo>
                  <a:lnTo>
                    <a:pt x="399778" y="266375"/>
                  </a:lnTo>
                  <a:lnTo>
                    <a:pt x="378861" y="253412"/>
                  </a:lnTo>
                  <a:lnTo>
                    <a:pt x="377443" y="253740"/>
                  </a:lnTo>
                  <a:lnTo>
                    <a:pt x="358821" y="258022"/>
                  </a:lnTo>
                  <a:lnTo>
                    <a:pt x="358603" y="258072"/>
                  </a:lnTo>
                  <a:lnTo>
                    <a:pt x="346555" y="260813"/>
                  </a:lnTo>
                  <a:lnTo>
                    <a:pt x="326935" y="265134"/>
                  </a:lnTo>
                  <a:lnTo>
                    <a:pt x="307521" y="269350"/>
                  </a:lnTo>
                  <a:lnTo>
                    <a:pt x="288490" y="273155"/>
                  </a:lnTo>
                  <a:lnTo>
                    <a:pt x="287388" y="261821"/>
                  </a:lnTo>
                  <a:lnTo>
                    <a:pt x="281344" y="256428"/>
                  </a:lnTo>
                  <a:lnTo>
                    <a:pt x="274572" y="250373"/>
                  </a:lnTo>
                  <a:lnTo>
                    <a:pt x="271605" y="247717"/>
                  </a:lnTo>
                  <a:lnTo>
                    <a:pt x="264348" y="255885"/>
                  </a:lnTo>
                  <a:lnTo>
                    <a:pt x="262443" y="253376"/>
                  </a:lnTo>
                  <a:lnTo>
                    <a:pt x="263142" y="248105"/>
                  </a:lnTo>
                  <a:lnTo>
                    <a:pt x="262204" y="245814"/>
                  </a:lnTo>
                  <a:lnTo>
                    <a:pt x="262108" y="245580"/>
                  </a:lnTo>
                  <a:lnTo>
                    <a:pt x="238997" y="249513"/>
                  </a:lnTo>
                  <a:lnTo>
                    <a:pt x="235794" y="250052"/>
                  </a:lnTo>
                  <a:lnTo>
                    <a:pt x="225526" y="251768"/>
                  </a:lnTo>
                  <a:lnTo>
                    <a:pt x="203367" y="255692"/>
                  </a:lnTo>
                  <a:lnTo>
                    <a:pt x="194764" y="257194"/>
                  </a:lnTo>
                  <a:lnTo>
                    <a:pt x="187077" y="258528"/>
                  </a:lnTo>
                  <a:lnTo>
                    <a:pt x="181385" y="259509"/>
                  </a:lnTo>
                  <a:lnTo>
                    <a:pt x="176041" y="260522"/>
                  </a:lnTo>
                  <a:lnTo>
                    <a:pt x="167149" y="262199"/>
                  </a:lnTo>
                  <a:lnTo>
                    <a:pt x="160741" y="263400"/>
                  </a:lnTo>
                  <a:lnTo>
                    <a:pt x="159272" y="263594"/>
                  </a:lnTo>
                  <a:lnTo>
                    <a:pt x="156023" y="264023"/>
                  </a:lnTo>
                  <a:lnTo>
                    <a:pt x="151280" y="264647"/>
                  </a:lnTo>
                  <a:lnTo>
                    <a:pt x="148192" y="267886"/>
                  </a:lnTo>
                  <a:lnTo>
                    <a:pt x="142414" y="271357"/>
                  </a:lnTo>
                  <a:lnTo>
                    <a:pt x="138952" y="273029"/>
                  </a:lnTo>
                  <a:lnTo>
                    <a:pt x="130642" y="277034"/>
                  </a:lnTo>
                  <a:lnTo>
                    <a:pt x="126621" y="282550"/>
                  </a:lnTo>
                  <a:lnTo>
                    <a:pt x="125332" y="282540"/>
                  </a:lnTo>
                  <a:lnTo>
                    <a:pt x="123531" y="282527"/>
                  </a:lnTo>
                  <a:lnTo>
                    <a:pt x="114864" y="287370"/>
                  </a:lnTo>
                  <a:lnTo>
                    <a:pt x="106453" y="292093"/>
                  </a:lnTo>
                  <a:lnTo>
                    <a:pt x="98842" y="296352"/>
                  </a:lnTo>
                  <a:lnTo>
                    <a:pt x="81626" y="300331"/>
                  </a:lnTo>
                  <a:lnTo>
                    <a:pt x="68773" y="303418"/>
                  </a:lnTo>
                  <a:lnTo>
                    <a:pt x="63448" y="304689"/>
                  </a:lnTo>
                  <a:lnTo>
                    <a:pt x="57759" y="306042"/>
                  </a:lnTo>
                  <a:lnTo>
                    <a:pt x="32116" y="310963"/>
                  </a:lnTo>
                  <a:lnTo>
                    <a:pt x="26551" y="312021"/>
                  </a:lnTo>
                  <a:lnTo>
                    <a:pt x="16493" y="313920"/>
                  </a:lnTo>
                  <a:lnTo>
                    <a:pt x="893" y="316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639210" y="2490666"/>
              <a:ext cx="498802" cy="299770"/>
            </a:xfrm>
            <a:custGeom>
              <a:avLst/>
              <a:pathLst>
                <a:path w="498802" h="299770">
                  <a:moveTo>
                    <a:pt x="14886" y="0"/>
                  </a:moveTo>
                  <a:lnTo>
                    <a:pt x="57214" y="2064"/>
                  </a:lnTo>
                  <a:lnTo>
                    <a:pt x="84673" y="3115"/>
                  </a:lnTo>
                  <a:lnTo>
                    <a:pt x="90241" y="3310"/>
                  </a:lnTo>
                  <a:lnTo>
                    <a:pt x="130097" y="4663"/>
                  </a:lnTo>
                  <a:lnTo>
                    <a:pt x="142419" y="4971"/>
                  </a:lnTo>
                  <a:lnTo>
                    <a:pt x="167331" y="5502"/>
                  </a:lnTo>
                  <a:lnTo>
                    <a:pt x="175445" y="5664"/>
                  </a:lnTo>
                  <a:lnTo>
                    <a:pt x="198807" y="6055"/>
                  </a:lnTo>
                  <a:lnTo>
                    <a:pt x="242486" y="6451"/>
                  </a:lnTo>
                  <a:lnTo>
                    <a:pt x="258168" y="6528"/>
                  </a:lnTo>
                  <a:lnTo>
                    <a:pt x="275094" y="6555"/>
                  </a:lnTo>
                  <a:lnTo>
                    <a:pt x="299524" y="6448"/>
                  </a:lnTo>
                  <a:lnTo>
                    <a:pt x="308949" y="6375"/>
                  </a:lnTo>
                  <a:lnTo>
                    <a:pt x="332637" y="6073"/>
                  </a:lnTo>
                  <a:lnTo>
                    <a:pt x="340870" y="5942"/>
                  </a:lnTo>
                  <a:lnTo>
                    <a:pt x="398717" y="4756"/>
                  </a:lnTo>
                  <a:lnTo>
                    <a:pt x="409684" y="4456"/>
                  </a:lnTo>
                  <a:lnTo>
                    <a:pt x="444084" y="3366"/>
                  </a:lnTo>
                  <a:lnTo>
                    <a:pt x="444347" y="8616"/>
                  </a:lnTo>
                  <a:lnTo>
                    <a:pt x="447171" y="16025"/>
                  </a:lnTo>
                  <a:lnTo>
                    <a:pt x="449701" y="25049"/>
                  </a:lnTo>
                  <a:lnTo>
                    <a:pt x="451892" y="30632"/>
                  </a:lnTo>
                  <a:lnTo>
                    <a:pt x="453400" y="34959"/>
                  </a:lnTo>
                  <a:lnTo>
                    <a:pt x="450981" y="43124"/>
                  </a:lnTo>
                  <a:lnTo>
                    <a:pt x="450817" y="46952"/>
                  </a:lnTo>
                  <a:lnTo>
                    <a:pt x="450804" y="47255"/>
                  </a:lnTo>
                  <a:lnTo>
                    <a:pt x="450769" y="48066"/>
                  </a:lnTo>
                  <a:lnTo>
                    <a:pt x="451761" y="57796"/>
                  </a:lnTo>
                  <a:lnTo>
                    <a:pt x="452146" y="66028"/>
                  </a:lnTo>
                  <a:lnTo>
                    <a:pt x="452986" y="74324"/>
                  </a:lnTo>
                  <a:lnTo>
                    <a:pt x="452423" y="80496"/>
                  </a:lnTo>
                  <a:lnTo>
                    <a:pt x="452243" y="82467"/>
                  </a:lnTo>
                  <a:lnTo>
                    <a:pt x="452202" y="82917"/>
                  </a:lnTo>
                  <a:lnTo>
                    <a:pt x="455107" y="90219"/>
                  </a:lnTo>
                  <a:lnTo>
                    <a:pt x="457687" y="96372"/>
                  </a:lnTo>
                  <a:lnTo>
                    <a:pt x="460054" y="105208"/>
                  </a:lnTo>
                  <a:lnTo>
                    <a:pt x="463014" y="113628"/>
                  </a:lnTo>
                  <a:lnTo>
                    <a:pt x="467754" y="122998"/>
                  </a:lnTo>
                  <a:lnTo>
                    <a:pt x="470288" y="129883"/>
                  </a:lnTo>
                  <a:lnTo>
                    <a:pt x="471094" y="132069"/>
                  </a:lnTo>
                  <a:lnTo>
                    <a:pt x="473218" y="139378"/>
                  </a:lnTo>
                  <a:lnTo>
                    <a:pt x="473376" y="146363"/>
                  </a:lnTo>
                  <a:lnTo>
                    <a:pt x="473503" y="151994"/>
                  </a:lnTo>
                  <a:lnTo>
                    <a:pt x="475252" y="167617"/>
                  </a:lnTo>
                  <a:lnTo>
                    <a:pt x="475676" y="171344"/>
                  </a:lnTo>
                  <a:lnTo>
                    <a:pt x="476628" y="179700"/>
                  </a:lnTo>
                  <a:lnTo>
                    <a:pt x="477384" y="186331"/>
                  </a:lnTo>
                  <a:lnTo>
                    <a:pt x="476716" y="193177"/>
                  </a:lnTo>
                  <a:lnTo>
                    <a:pt x="481643" y="202350"/>
                  </a:lnTo>
                  <a:lnTo>
                    <a:pt x="480543" y="215348"/>
                  </a:lnTo>
                  <a:lnTo>
                    <a:pt x="481001" y="223467"/>
                  </a:lnTo>
                  <a:lnTo>
                    <a:pt x="481029" y="228944"/>
                  </a:lnTo>
                  <a:lnTo>
                    <a:pt x="481316" y="229523"/>
                  </a:lnTo>
                  <a:lnTo>
                    <a:pt x="484287" y="235512"/>
                  </a:lnTo>
                  <a:lnTo>
                    <a:pt x="487135" y="247941"/>
                  </a:lnTo>
                  <a:lnTo>
                    <a:pt x="491526" y="255133"/>
                  </a:lnTo>
                  <a:lnTo>
                    <a:pt x="494744" y="258737"/>
                  </a:lnTo>
                  <a:lnTo>
                    <a:pt x="495508" y="268278"/>
                  </a:lnTo>
                  <a:lnTo>
                    <a:pt x="498799" y="281185"/>
                  </a:lnTo>
                  <a:lnTo>
                    <a:pt x="497845" y="287187"/>
                  </a:lnTo>
                  <a:lnTo>
                    <a:pt x="497763" y="287704"/>
                  </a:lnTo>
                  <a:lnTo>
                    <a:pt x="498802" y="295466"/>
                  </a:lnTo>
                  <a:lnTo>
                    <a:pt x="464252" y="296770"/>
                  </a:lnTo>
                  <a:lnTo>
                    <a:pt x="454508" y="297132"/>
                  </a:lnTo>
                  <a:lnTo>
                    <a:pt x="433557" y="297849"/>
                  </a:lnTo>
                  <a:lnTo>
                    <a:pt x="417926" y="298290"/>
                  </a:lnTo>
                  <a:lnTo>
                    <a:pt x="404474" y="298592"/>
                  </a:lnTo>
                  <a:lnTo>
                    <a:pt x="402518" y="298633"/>
                  </a:lnTo>
                  <a:lnTo>
                    <a:pt x="398356" y="298718"/>
                  </a:lnTo>
                  <a:lnTo>
                    <a:pt x="375416" y="299186"/>
                  </a:lnTo>
                  <a:lnTo>
                    <a:pt x="361350" y="299279"/>
                  </a:lnTo>
                  <a:lnTo>
                    <a:pt x="354747" y="299345"/>
                  </a:lnTo>
                  <a:lnTo>
                    <a:pt x="335980" y="299487"/>
                  </a:lnTo>
                  <a:lnTo>
                    <a:pt x="330169" y="299532"/>
                  </a:lnTo>
                  <a:lnTo>
                    <a:pt x="313356" y="299684"/>
                  </a:lnTo>
                  <a:lnTo>
                    <a:pt x="303665" y="299748"/>
                  </a:lnTo>
                  <a:lnTo>
                    <a:pt x="295600" y="299722"/>
                  </a:lnTo>
                  <a:lnTo>
                    <a:pt x="288469" y="299770"/>
                  </a:lnTo>
                  <a:lnTo>
                    <a:pt x="277649" y="299724"/>
                  </a:lnTo>
                  <a:lnTo>
                    <a:pt x="259521" y="299642"/>
                  </a:lnTo>
                  <a:lnTo>
                    <a:pt x="250048" y="299541"/>
                  </a:lnTo>
                  <a:lnTo>
                    <a:pt x="236360" y="299439"/>
                  </a:lnTo>
                  <a:lnTo>
                    <a:pt x="235520" y="299431"/>
                  </a:lnTo>
                  <a:lnTo>
                    <a:pt x="218836" y="299289"/>
                  </a:lnTo>
                  <a:lnTo>
                    <a:pt x="195847" y="299002"/>
                  </a:lnTo>
                  <a:lnTo>
                    <a:pt x="178612" y="298727"/>
                  </a:lnTo>
                  <a:lnTo>
                    <a:pt x="165810" y="298495"/>
                  </a:lnTo>
                  <a:lnTo>
                    <a:pt x="149986" y="298137"/>
                  </a:lnTo>
                  <a:lnTo>
                    <a:pt x="136377" y="297804"/>
                  </a:lnTo>
                  <a:lnTo>
                    <a:pt x="136247" y="297801"/>
                  </a:lnTo>
                  <a:lnTo>
                    <a:pt x="130455" y="297648"/>
                  </a:lnTo>
                  <a:lnTo>
                    <a:pt x="114412" y="297189"/>
                  </a:lnTo>
                  <a:lnTo>
                    <a:pt x="99567" y="296720"/>
                  </a:lnTo>
                  <a:lnTo>
                    <a:pt x="89308" y="296380"/>
                  </a:lnTo>
                  <a:lnTo>
                    <a:pt x="77620" y="295976"/>
                  </a:lnTo>
                  <a:lnTo>
                    <a:pt x="73500" y="295825"/>
                  </a:lnTo>
                  <a:lnTo>
                    <a:pt x="69957" y="295692"/>
                  </a:lnTo>
                  <a:lnTo>
                    <a:pt x="55088" y="295110"/>
                  </a:lnTo>
                  <a:lnTo>
                    <a:pt x="40667" y="294507"/>
                  </a:lnTo>
                  <a:lnTo>
                    <a:pt x="25617" y="293850"/>
                  </a:lnTo>
                  <a:lnTo>
                    <a:pt x="0" y="292618"/>
                  </a:lnTo>
                  <a:lnTo>
                    <a:pt x="1624" y="260541"/>
                  </a:lnTo>
                  <a:lnTo>
                    <a:pt x="1840" y="256281"/>
                  </a:lnTo>
                  <a:lnTo>
                    <a:pt x="2772" y="238533"/>
                  </a:lnTo>
                  <a:lnTo>
                    <a:pt x="2918" y="235556"/>
                  </a:lnTo>
                  <a:lnTo>
                    <a:pt x="3393" y="225912"/>
                  </a:lnTo>
                  <a:lnTo>
                    <a:pt x="3734" y="218977"/>
                  </a:lnTo>
                  <a:lnTo>
                    <a:pt x="4815" y="197899"/>
                  </a:lnTo>
                  <a:lnTo>
                    <a:pt x="5815" y="179359"/>
                  </a:lnTo>
                  <a:lnTo>
                    <a:pt x="6780" y="159937"/>
                  </a:lnTo>
                  <a:lnTo>
                    <a:pt x="6788" y="159763"/>
                  </a:lnTo>
                  <a:lnTo>
                    <a:pt x="7131" y="153527"/>
                  </a:lnTo>
                  <a:lnTo>
                    <a:pt x="8219" y="133781"/>
                  </a:lnTo>
                  <a:lnTo>
                    <a:pt x="9308" y="114625"/>
                  </a:lnTo>
                  <a:lnTo>
                    <a:pt x="10044" y="98503"/>
                  </a:lnTo>
                  <a:lnTo>
                    <a:pt x="10156" y="96147"/>
                  </a:lnTo>
                  <a:lnTo>
                    <a:pt x="11276" y="72645"/>
                  </a:lnTo>
                  <a:lnTo>
                    <a:pt x="11945" y="58478"/>
                  </a:lnTo>
                  <a:lnTo>
                    <a:pt x="12420" y="48435"/>
                  </a:lnTo>
                  <a:lnTo>
                    <a:pt x="13087" y="35047"/>
                  </a:lnTo>
                  <a:lnTo>
                    <a:pt x="14108" y="146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478617" y="3996353"/>
              <a:ext cx="492351" cy="455786"/>
            </a:xfrm>
            <a:custGeom>
              <a:avLst/>
              <a:pathLst>
                <a:path w="492351" h="455786">
                  <a:moveTo>
                    <a:pt x="0" y="39043"/>
                  </a:moveTo>
                  <a:lnTo>
                    <a:pt x="25073" y="37375"/>
                  </a:lnTo>
                  <a:lnTo>
                    <a:pt x="52821" y="35539"/>
                  </a:lnTo>
                  <a:lnTo>
                    <a:pt x="64334" y="34750"/>
                  </a:lnTo>
                  <a:lnTo>
                    <a:pt x="73362" y="34077"/>
                  </a:lnTo>
                  <a:lnTo>
                    <a:pt x="89613" y="32840"/>
                  </a:lnTo>
                  <a:lnTo>
                    <a:pt x="100926" y="32011"/>
                  </a:lnTo>
                  <a:lnTo>
                    <a:pt x="116275" y="30861"/>
                  </a:lnTo>
                  <a:lnTo>
                    <a:pt x="127172" y="30033"/>
                  </a:lnTo>
                  <a:lnTo>
                    <a:pt x="129343" y="29866"/>
                  </a:lnTo>
                  <a:lnTo>
                    <a:pt x="145646" y="28596"/>
                  </a:lnTo>
                  <a:lnTo>
                    <a:pt x="172165" y="26357"/>
                  </a:lnTo>
                  <a:lnTo>
                    <a:pt x="173640" y="26230"/>
                  </a:lnTo>
                  <a:lnTo>
                    <a:pt x="180127" y="25667"/>
                  </a:lnTo>
                  <a:lnTo>
                    <a:pt x="200410" y="23873"/>
                  </a:lnTo>
                  <a:lnTo>
                    <a:pt x="203832" y="23578"/>
                  </a:lnTo>
                  <a:lnTo>
                    <a:pt x="221266" y="22051"/>
                  </a:lnTo>
                  <a:lnTo>
                    <a:pt x="240744" y="20205"/>
                  </a:lnTo>
                  <a:lnTo>
                    <a:pt x="243657" y="19925"/>
                  </a:lnTo>
                  <a:lnTo>
                    <a:pt x="256763" y="18653"/>
                  </a:lnTo>
                  <a:lnTo>
                    <a:pt x="287275" y="15574"/>
                  </a:lnTo>
                  <a:lnTo>
                    <a:pt x="290170" y="15276"/>
                  </a:lnTo>
                  <a:lnTo>
                    <a:pt x="308931" y="13599"/>
                  </a:lnTo>
                  <a:lnTo>
                    <a:pt x="313135" y="13218"/>
                  </a:lnTo>
                  <a:lnTo>
                    <a:pt x="313326" y="13200"/>
                  </a:lnTo>
                  <a:lnTo>
                    <a:pt x="340400" y="10291"/>
                  </a:lnTo>
                  <a:lnTo>
                    <a:pt x="350955" y="9131"/>
                  </a:lnTo>
                  <a:lnTo>
                    <a:pt x="373697" y="6608"/>
                  </a:lnTo>
                  <a:lnTo>
                    <a:pt x="375481" y="6407"/>
                  </a:lnTo>
                  <a:lnTo>
                    <a:pt x="393899" y="4362"/>
                  </a:lnTo>
                  <a:lnTo>
                    <a:pt x="401829" y="3468"/>
                  </a:lnTo>
                  <a:lnTo>
                    <a:pt x="428461" y="691"/>
                  </a:lnTo>
                  <a:lnTo>
                    <a:pt x="434963" y="0"/>
                  </a:lnTo>
                  <a:lnTo>
                    <a:pt x="436639" y="4136"/>
                  </a:lnTo>
                  <a:lnTo>
                    <a:pt x="438232" y="9423"/>
                  </a:lnTo>
                  <a:lnTo>
                    <a:pt x="444920" y="12149"/>
                  </a:lnTo>
                  <a:lnTo>
                    <a:pt x="445560" y="15661"/>
                  </a:lnTo>
                  <a:lnTo>
                    <a:pt x="446225" y="22166"/>
                  </a:lnTo>
                  <a:lnTo>
                    <a:pt x="441755" y="27271"/>
                  </a:lnTo>
                  <a:lnTo>
                    <a:pt x="438431" y="33958"/>
                  </a:lnTo>
                  <a:lnTo>
                    <a:pt x="435393" y="36156"/>
                  </a:lnTo>
                  <a:lnTo>
                    <a:pt x="432522" y="38232"/>
                  </a:lnTo>
                  <a:lnTo>
                    <a:pt x="431628" y="43868"/>
                  </a:lnTo>
                  <a:lnTo>
                    <a:pt x="426218" y="47737"/>
                  </a:lnTo>
                  <a:lnTo>
                    <a:pt x="422677" y="56187"/>
                  </a:lnTo>
                  <a:lnTo>
                    <a:pt x="420457" y="62708"/>
                  </a:lnTo>
                  <a:lnTo>
                    <a:pt x="428237" y="61723"/>
                  </a:lnTo>
                  <a:lnTo>
                    <a:pt x="446328" y="59406"/>
                  </a:lnTo>
                  <a:lnTo>
                    <a:pt x="460438" y="57618"/>
                  </a:lnTo>
                  <a:lnTo>
                    <a:pt x="466120" y="56892"/>
                  </a:lnTo>
                  <a:lnTo>
                    <a:pt x="482527" y="54743"/>
                  </a:lnTo>
                  <a:lnTo>
                    <a:pt x="487756" y="60565"/>
                  </a:lnTo>
                  <a:lnTo>
                    <a:pt x="491500" y="63313"/>
                  </a:lnTo>
                  <a:lnTo>
                    <a:pt x="492037" y="65293"/>
                  </a:lnTo>
                  <a:lnTo>
                    <a:pt x="492351" y="66452"/>
                  </a:lnTo>
                  <a:lnTo>
                    <a:pt x="485265" y="69917"/>
                  </a:lnTo>
                  <a:lnTo>
                    <a:pt x="484944" y="73145"/>
                  </a:lnTo>
                  <a:lnTo>
                    <a:pt x="486057" y="77684"/>
                  </a:lnTo>
                  <a:lnTo>
                    <a:pt x="479203" y="81789"/>
                  </a:lnTo>
                  <a:lnTo>
                    <a:pt x="473121" y="86812"/>
                  </a:lnTo>
                  <a:lnTo>
                    <a:pt x="467963" y="86539"/>
                  </a:lnTo>
                  <a:lnTo>
                    <a:pt x="464716" y="94190"/>
                  </a:lnTo>
                  <a:lnTo>
                    <a:pt x="470966" y="98885"/>
                  </a:lnTo>
                  <a:lnTo>
                    <a:pt x="473483" y="101544"/>
                  </a:lnTo>
                  <a:lnTo>
                    <a:pt x="468236" y="104472"/>
                  </a:lnTo>
                  <a:lnTo>
                    <a:pt x="467658" y="110350"/>
                  </a:lnTo>
                  <a:lnTo>
                    <a:pt x="466551" y="112756"/>
                  </a:lnTo>
                  <a:lnTo>
                    <a:pt x="458658" y="112643"/>
                  </a:lnTo>
                  <a:lnTo>
                    <a:pt x="458553" y="119226"/>
                  </a:lnTo>
                  <a:lnTo>
                    <a:pt x="461399" y="123670"/>
                  </a:lnTo>
                  <a:lnTo>
                    <a:pt x="459656" y="128999"/>
                  </a:lnTo>
                  <a:lnTo>
                    <a:pt x="457068" y="128346"/>
                  </a:lnTo>
                  <a:lnTo>
                    <a:pt x="453104" y="130418"/>
                  </a:lnTo>
                  <a:lnTo>
                    <a:pt x="456134" y="135786"/>
                  </a:lnTo>
                  <a:lnTo>
                    <a:pt x="453542" y="143262"/>
                  </a:lnTo>
                  <a:lnTo>
                    <a:pt x="449512" y="147391"/>
                  </a:lnTo>
                  <a:lnTo>
                    <a:pt x="456606" y="149562"/>
                  </a:lnTo>
                  <a:lnTo>
                    <a:pt x="457668" y="155138"/>
                  </a:lnTo>
                  <a:lnTo>
                    <a:pt x="457526" y="159893"/>
                  </a:lnTo>
                  <a:lnTo>
                    <a:pt x="459027" y="165354"/>
                  </a:lnTo>
                  <a:lnTo>
                    <a:pt x="452023" y="164890"/>
                  </a:lnTo>
                  <a:lnTo>
                    <a:pt x="450391" y="169650"/>
                  </a:lnTo>
                  <a:lnTo>
                    <a:pt x="449349" y="174735"/>
                  </a:lnTo>
                  <a:lnTo>
                    <a:pt x="442732" y="176778"/>
                  </a:lnTo>
                  <a:lnTo>
                    <a:pt x="439371" y="178569"/>
                  </a:lnTo>
                  <a:lnTo>
                    <a:pt x="438935" y="182659"/>
                  </a:lnTo>
                  <a:lnTo>
                    <a:pt x="446093" y="188920"/>
                  </a:lnTo>
                  <a:lnTo>
                    <a:pt x="445918" y="192635"/>
                  </a:lnTo>
                  <a:lnTo>
                    <a:pt x="440264" y="197495"/>
                  </a:lnTo>
                  <a:lnTo>
                    <a:pt x="440077" y="197656"/>
                  </a:lnTo>
                  <a:lnTo>
                    <a:pt x="431777" y="203047"/>
                  </a:lnTo>
                  <a:lnTo>
                    <a:pt x="431147" y="203123"/>
                  </a:lnTo>
                  <a:lnTo>
                    <a:pt x="425607" y="203794"/>
                  </a:lnTo>
                  <a:lnTo>
                    <a:pt x="425208" y="209461"/>
                  </a:lnTo>
                  <a:lnTo>
                    <a:pt x="422328" y="212746"/>
                  </a:lnTo>
                  <a:lnTo>
                    <a:pt x="419058" y="220734"/>
                  </a:lnTo>
                  <a:lnTo>
                    <a:pt x="419120" y="225438"/>
                  </a:lnTo>
                  <a:lnTo>
                    <a:pt x="417047" y="229546"/>
                  </a:lnTo>
                  <a:lnTo>
                    <a:pt x="416008" y="231604"/>
                  </a:lnTo>
                  <a:lnTo>
                    <a:pt x="420372" y="236923"/>
                  </a:lnTo>
                  <a:lnTo>
                    <a:pt x="418888" y="242424"/>
                  </a:lnTo>
                  <a:lnTo>
                    <a:pt x="418259" y="250481"/>
                  </a:lnTo>
                  <a:lnTo>
                    <a:pt x="419625" y="255653"/>
                  </a:lnTo>
                  <a:lnTo>
                    <a:pt x="413401" y="260159"/>
                  </a:lnTo>
                  <a:lnTo>
                    <a:pt x="412078" y="266170"/>
                  </a:lnTo>
                  <a:lnTo>
                    <a:pt x="404866" y="263498"/>
                  </a:lnTo>
                  <a:lnTo>
                    <a:pt x="401515" y="266471"/>
                  </a:lnTo>
                  <a:lnTo>
                    <a:pt x="403400" y="272791"/>
                  </a:lnTo>
                  <a:lnTo>
                    <a:pt x="397496" y="274633"/>
                  </a:lnTo>
                  <a:lnTo>
                    <a:pt x="395286" y="280151"/>
                  </a:lnTo>
                  <a:lnTo>
                    <a:pt x="389955" y="282157"/>
                  </a:lnTo>
                  <a:lnTo>
                    <a:pt x="391611" y="286853"/>
                  </a:lnTo>
                  <a:lnTo>
                    <a:pt x="390712" y="289802"/>
                  </a:lnTo>
                  <a:lnTo>
                    <a:pt x="386474" y="291744"/>
                  </a:lnTo>
                  <a:lnTo>
                    <a:pt x="386202" y="295267"/>
                  </a:lnTo>
                  <a:lnTo>
                    <a:pt x="386168" y="295715"/>
                  </a:lnTo>
                  <a:lnTo>
                    <a:pt x="386101" y="296580"/>
                  </a:lnTo>
                  <a:lnTo>
                    <a:pt x="390807" y="297866"/>
                  </a:lnTo>
                  <a:lnTo>
                    <a:pt x="393739" y="300306"/>
                  </a:lnTo>
                  <a:lnTo>
                    <a:pt x="392470" y="305946"/>
                  </a:lnTo>
                  <a:lnTo>
                    <a:pt x="387525" y="307550"/>
                  </a:lnTo>
                  <a:lnTo>
                    <a:pt x="383986" y="310114"/>
                  </a:lnTo>
                  <a:lnTo>
                    <a:pt x="381735" y="313166"/>
                  </a:lnTo>
                  <a:lnTo>
                    <a:pt x="377281" y="312656"/>
                  </a:lnTo>
                  <a:lnTo>
                    <a:pt x="373497" y="315947"/>
                  </a:lnTo>
                  <a:lnTo>
                    <a:pt x="379001" y="317506"/>
                  </a:lnTo>
                  <a:lnTo>
                    <a:pt x="380373" y="321716"/>
                  </a:lnTo>
                  <a:lnTo>
                    <a:pt x="377212" y="325762"/>
                  </a:lnTo>
                  <a:lnTo>
                    <a:pt x="378668" y="332100"/>
                  </a:lnTo>
                  <a:lnTo>
                    <a:pt x="381660" y="334002"/>
                  </a:lnTo>
                  <a:lnTo>
                    <a:pt x="381981" y="339120"/>
                  </a:lnTo>
                  <a:lnTo>
                    <a:pt x="375916" y="338206"/>
                  </a:lnTo>
                  <a:lnTo>
                    <a:pt x="373318" y="338703"/>
                  </a:lnTo>
                  <a:lnTo>
                    <a:pt x="370422" y="342345"/>
                  </a:lnTo>
                  <a:lnTo>
                    <a:pt x="377640" y="345573"/>
                  </a:lnTo>
                  <a:lnTo>
                    <a:pt x="375667" y="352336"/>
                  </a:lnTo>
                  <a:lnTo>
                    <a:pt x="367966" y="354290"/>
                  </a:lnTo>
                  <a:lnTo>
                    <a:pt x="373204" y="358635"/>
                  </a:lnTo>
                  <a:lnTo>
                    <a:pt x="367729" y="363428"/>
                  </a:lnTo>
                  <a:lnTo>
                    <a:pt x="366304" y="367299"/>
                  </a:lnTo>
                  <a:lnTo>
                    <a:pt x="365550" y="369351"/>
                  </a:lnTo>
                  <a:lnTo>
                    <a:pt x="368614" y="373463"/>
                  </a:lnTo>
                  <a:lnTo>
                    <a:pt x="370734" y="376974"/>
                  </a:lnTo>
                  <a:lnTo>
                    <a:pt x="373570" y="380958"/>
                  </a:lnTo>
                  <a:lnTo>
                    <a:pt x="377385" y="384702"/>
                  </a:lnTo>
                  <a:lnTo>
                    <a:pt x="374996" y="390322"/>
                  </a:lnTo>
                  <a:lnTo>
                    <a:pt x="377456" y="398429"/>
                  </a:lnTo>
                  <a:lnTo>
                    <a:pt x="381527" y="398806"/>
                  </a:lnTo>
                  <a:lnTo>
                    <a:pt x="383753" y="403526"/>
                  </a:lnTo>
                  <a:lnTo>
                    <a:pt x="382748" y="409968"/>
                  </a:lnTo>
                  <a:lnTo>
                    <a:pt x="381274" y="416115"/>
                  </a:lnTo>
                  <a:lnTo>
                    <a:pt x="376287" y="416211"/>
                  </a:lnTo>
                  <a:lnTo>
                    <a:pt x="373867" y="420931"/>
                  </a:lnTo>
                  <a:lnTo>
                    <a:pt x="380502" y="425572"/>
                  </a:lnTo>
                  <a:lnTo>
                    <a:pt x="376993" y="431203"/>
                  </a:lnTo>
                  <a:lnTo>
                    <a:pt x="376414" y="432131"/>
                  </a:lnTo>
                  <a:lnTo>
                    <a:pt x="366382" y="433091"/>
                  </a:lnTo>
                  <a:lnTo>
                    <a:pt x="348924" y="434733"/>
                  </a:lnTo>
                  <a:lnTo>
                    <a:pt x="346433" y="434965"/>
                  </a:lnTo>
                  <a:lnTo>
                    <a:pt x="343498" y="435236"/>
                  </a:lnTo>
                  <a:lnTo>
                    <a:pt x="304173" y="438894"/>
                  </a:lnTo>
                  <a:lnTo>
                    <a:pt x="284410" y="440667"/>
                  </a:lnTo>
                  <a:lnTo>
                    <a:pt x="268728" y="442041"/>
                  </a:lnTo>
                  <a:lnTo>
                    <a:pt x="240303" y="444218"/>
                  </a:lnTo>
                  <a:lnTo>
                    <a:pt x="217507" y="445930"/>
                  </a:lnTo>
                  <a:lnTo>
                    <a:pt x="192350" y="447697"/>
                  </a:lnTo>
                  <a:lnTo>
                    <a:pt x="190550" y="447838"/>
                  </a:lnTo>
                  <a:lnTo>
                    <a:pt x="169259" y="449479"/>
                  </a:lnTo>
                  <a:lnTo>
                    <a:pt x="165050" y="449806"/>
                  </a:lnTo>
                  <a:lnTo>
                    <a:pt x="150916" y="450889"/>
                  </a:lnTo>
                  <a:lnTo>
                    <a:pt x="139337" y="451733"/>
                  </a:lnTo>
                  <a:lnTo>
                    <a:pt x="136229" y="451957"/>
                  </a:lnTo>
                  <a:lnTo>
                    <a:pt x="115575" y="453415"/>
                  </a:lnTo>
                  <a:lnTo>
                    <a:pt x="107014" y="454049"/>
                  </a:lnTo>
                  <a:lnTo>
                    <a:pt x="106251" y="454105"/>
                  </a:lnTo>
                  <a:lnTo>
                    <a:pt x="82933" y="455786"/>
                  </a:lnTo>
                  <a:lnTo>
                    <a:pt x="81902" y="438759"/>
                  </a:lnTo>
                  <a:lnTo>
                    <a:pt x="81046" y="425370"/>
                  </a:lnTo>
                  <a:lnTo>
                    <a:pt x="80588" y="418218"/>
                  </a:lnTo>
                  <a:lnTo>
                    <a:pt x="79804" y="405503"/>
                  </a:lnTo>
                  <a:lnTo>
                    <a:pt x="78888" y="391551"/>
                  </a:lnTo>
                  <a:lnTo>
                    <a:pt x="75765" y="389245"/>
                  </a:lnTo>
                  <a:lnTo>
                    <a:pt x="68588" y="389077"/>
                  </a:lnTo>
                  <a:lnTo>
                    <a:pt x="64386" y="387609"/>
                  </a:lnTo>
                  <a:lnTo>
                    <a:pt x="61480" y="390424"/>
                  </a:lnTo>
                  <a:lnTo>
                    <a:pt x="58873" y="389862"/>
                  </a:lnTo>
                  <a:lnTo>
                    <a:pt x="52380" y="391782"/>
                  </a:lnTo>
                  <a:lnTo>
                    <a:pt x="48843" y="391704"/>
                  </a:lnTo>
                  <a:lnTo>
                    <a:pt x="47321" y="393093"/>
                  </a:lnTo>
                  <a:lnTo>
                    <a:pt x="43818" y="392227"/>
                  </a:lnTo>
                  <a:lnTo>
                    <a:pt x="40589" y="391021"/>
                  </a:lnTo>
                  <a:lnTo>
                    <a:pt x="33385" y="384139"/>
                  </a:lnTo>
                  <a:lnTo>
                    <a:pt x="32735" y="365859"/>
                  </a:lnTo>
                  <a:lnTo>
                    <a:pt x="32130" y="347491"/>
                  </a:lnTo>
                  <a:lnTo>
                    <a:pt x="31814" y="337954"/>
                  </a:lnTo>
                  <a:lnTo>
                    <a:pt x="31088" y="317323"/>
                  </a:lnTo>
                  <a:lnTo>
                    <a:pt x="30362" y="296828"/>
                  </a:lnTo>
                  <a:lnTo>
                    <a:pt x="29736" y="278928"/>
                  </a:lnTo>
                  <a:lnTo>
                    <a:pt x="29194" y="263497"/>
                  </a:lnTo>
                  <a:lnTo>
                    <a:pt x="28832" y="252116"/>
                  </a:lnTo>
                  <a:lnTo>
                    <a:pt x="28206" y="232547"/>
                  </a:lnTo>
                  <a:lnTo>
                    <a:pt x="28048" y="227277"/>
                  </a:lnTo>
                  <a:lnTo>
                    <a:pt x="26900" y="189409"/>
                  </a:lnTo>
                  <a:lnTo>
                    <a:pt x="26792" y="185873"/>
                  </a:lnTo>
                  <a:lnTo>
                    <a:pt x="26489" y="174519"/>
                  </a:lnTo>
                  <a:lnTo>
                    <a:pt x="26106" y="172373"/>
                  </a:lnTo>
                  <a:lnTo>
                    <a:pt x="25995" y="171756"/>
                  </a:lnTo>
                  <a:lnTo>
                    <a:pt x="23765" y="159265"/>
                  </a:lnTo>
                  <a:lnTo>
                    <a:pt x="20420" y="142266"/>
                  </a:lnTo>
                  <a:lnTo>
                    <a:pt x="17579" y="127797"/>
                  </a:lnTo>
                  <a:lnTo>
                    <a:pt x="17366" y="126711"/>
                  </a:lnTo>
                  <a:lnTo>
                    <a:pt x="12086" y="100395"/>
                  </a:lnTo>
                  <a:lnTo>
                    <a:pt x="9315" y="86697"/>
                  </a:lnTo>
                  <a:lnTo>
                    <a:pt x="7866" y="79522"/>
                  </a:lnTo>
                  <a:lnTo>
                    <a:pt x="4530" y="629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721223" y="3277747"/>
              <a:ext cx="534368" cy="246623"/>
            </a:xfrm>
            <a:custGeom>
              <a:avLst/>
              <a:pathLst>
                <a:path w="534368" h="246623">
                  <a:moveTo>
                    <a:pt x="436" y="151286"/>
                  </a:moveTo>
                  <a:lnTo>
                    <a:pt x="1102" y="138156"/>
                  </a:lnTo>
                  <a:lnTo>
                    <a:pt x="1552" y="128926"/>
                  </a:lnTo>
                  <a:lnTo>
                    <a:pt x="2186" y="115213"/>
                  </a:lnTo>
                  <a:lnTo>
                    <a:pt x="2369" y="111251"/>
                  </a:lnTo>
                  <a:lnTo>
                    <a:pt x="2687" y="104501"/>
                  </a:lnTo>
                  <a:lnTo>
                    <a:pt x="3397" y="89451"/>
                  </a:lnTo>
                  <a:lnTo>
                    <a:pt x="3860" y="80126"/>
                  </a:lnTo>
                  <a:lnTo>
                    <a:pt x="3919" y="78956"/>
                  </a:lnTo>
                  <a:lnTo>
                    <a:pt x="4818" y="60215"/>
                  </a:lnTo>
                  <a:lnTo>
                    <a:pt x="5768" y="40160"/>
                  </a:lnTo>
                  <a:lnTo>
                    <a:pt x="6229" y="31192"/>
                  </a:lnTo>
                  <a:lnTo>
                    <a:pt x="6308" y="29656"/>
                  </a:lnTo>
                  <a:lnTo>
                    <a:pt x="7718" y="0"/>
                  </a:lnTo>
                  <a:lnTo>
                    <a:pt x="39866" y="1474"/>
                  </a:lnTo>
                  <a:lnTo>
                    <a:pt x="41566" y="1545"/>
                  </a:lnTo>
                  <a:lnTo>
                    <a:pt x="69468" y="2693"/>
                  </a:lnTo>
                  <a:lnTo>
                    <a:pt x="81705" y="3144"/>
                  </a:lnTo>
                  <a:lnTo>
                    <a:pt x="104214" y="3894"/>
                  </a:lnTo>
                  <a:lnTo>
                    <a:pt x="123362" y="4459"/>
                  </a:lnTo>
                  <a:lnTo>
                    <a:pt x="173539" y="5578"/>
                  </a:lnTo>
                  <a:lnTo>
                    <a:pt x="186906" y="5787"/>
                  </a:lnTo>
                  <a:lnTo>
                    <a:pt x="234016" y="6097"/>
                  </a:lnTo>
                  <a:lnTo>
                    <a:pt x="254479" y="6087"/>
                  </a:lnTo>
                  <a:lnTo>
                    <a:pt x="273040" y="6015"/>
                  </a:lnTo>
                  <a:lnTo>
                    <a:pt x="289464" y="5891"/>
                  </a:lnTo>
                  <a:lnTo>
                    <a:pt x="313337" y="5612"/>
                  </a:lnTo>
                  <a:lnTo>
                    <a:pt x="333860" y="5254"/>
                  </a:lnTo>
                  <a:lnTo>
                    <a:pt x="335064" y="8044"/>
                  </a:lnTo>
                  <a:lnTo>
                    <a:pt x="337726" y="10750"/>
                  </a:lnTo>
                  <a:lnTo>
                    <a:pt x="340568" y="11563"/>
                  </a:lnTo>
                  <a:lnTo>
                    <a:pt x="345222" y="14033"/>
                  </a:lnTo>
                  <a:lnTo>
                    <a:pt x="346899" y="14921"/>
                  </a:lnTo>
                  <a:lnTo>
                    <a:pt x="349752" y="15973"/>
                  </a:lnTo>
                  <a:lnTo>
                    <a:pt x="354457" y="17474"/>
                  </a:lnTo>
                  <a:lnTo>
                    <a:pt x="354725" y="17560"/>
                  </a:lnTo>
                  <a:lnTo>
                    <a:pt x="357336" y="20033"/>
                  </a:lnTo>
                  <a:lnTo>
                    <a:pt x="361523" y="23490"/>
                  </a:lnTo>
                  <a:lnTo>
                    <a:pt x="366516" y="22932"/>
                  </a:lnTo>
                  <a:lnTo>
                    <a:pt x="369118" y="20517"/>
                  </a:lnTo>
                  <a:lnTo>
                    <a:pt x="370664" y="16156"/>
                  </a:lnTo>
                  <a:lnTo>
                    <a:pt x="371752" y="15129"/>
                  </a:lnTo>
                  <a:lnTo>
                    <a:pt x="375099" y="15610"/>
                  </a:lnTo>
                  <a:lnTo>
                    <a:pt x="381033" y="16588"/>
                  </a:lnTo>
                  <a:lnTo>
                    <a:pt x="384876" y="15835"/>
                  </a:lnTo>
                  <a:lnTo>
                    <a:pt x="386995" y="15418"/>
                  </a:lnTo>
                  <a:lnTo>
                    <a:pt x="391903" y="15470"/>
                  </a:lnTo>
                  <a:lnTo>
                    <a:pt x="393738" y="15715"/>
                  </a:lnTo>
                  <a:lnTo>
                    <a:pt x="395675" y="15973"/>
                  </a:lnTo>
                  <a:lnTo>
                    <a:pt x="397692" y="14313"/>
                  </a:lnTo>
                  <a:lnTo>
                    <a:pt x="402182" y="14976"/>
                  </a:lnTo>
                  <a:lnTo>
                    <a:pt x="404457" y="14116"/>
                  </a:lnTo>
                  <a:lnTo>
                    <a:pt x="408268" y="14994"/>
                  </a:lnTo>
                  <a:lnTo>
                    <a:pt x="409763" y="17595"/>
                  </a:lnTo>
                  <a:lnTo>
                    <a:pt x="412719" y="19785"/>
                  </a:lnTo>
                  <a:lnTo>
                    <a:pt x="414760" y="21296"/>
                  </a:lnTo>
                  <a:lnTo>
                    <a:pt x="421060" y="21834"/>
                  </a:lnTo>
                  <a:lnTo>
                    <a:pt x="421620" y="22288"/>
                  </a:lnTo>
                  <a:lnTo>
                    <a:pt x="424657" y="24747"/>
                  </a:lnTo>
                  <a:lnTo>
                    <a:pt x="428101" y="23874"/>
                  </a:lnTo>
                  <a:lnTo>
                    <a:pt x="434063" y="26306"/>
                  </a:lnTo>
                  <a:lnTo>
                    <a:pt x="434406" y="26446"/>
                  </a:lnTo>
                  <a:lnTo>
                    <a:pt x="435901" y="29263"/>
                  </a:lnTo>
                  <a:lnTo>
                    <a:pt x="440665" y="29382"/>
                  </a:lnTo>
                  <a:lnTo>
                    <a:pt x="440152" y="33855"/>
                  </a:lnTo>
                  <a:lnTo>
                    <a:pt x="443257" y="36729"/>
                  </a:lnTo>
                  <a:lnTo>
                    <a:pt x="445205" y="39810"/>
                  </a:lnTo>
                  <a:lnTo>
                    <a:pt x="446246" y="41455"/>
                  </a:lnTo>
                  <a:lnTo>
                    <a:pt x="451340" y="40909"/>
                  </a:lnTo>
                  <a:lnTo>
                    <a:pt x="452841" y="43054"/>
                  </a:lnTo>
                  <a:lnTo>
                    <a:pt x="456116" y="42279"/>
                  </a:lnTo>
                  <a:lnTo>
                    <a:pt x="460015" y="44434"/>
                  </a:lnTo>
                  <a:lnTo>
                    <a:pt x="458384" y="48590"/>
                  </a:lnTo>
                  <a:lnTo>
                    <a:pt x="458862" y="54475"/>
                  </a:lnTo>
                  <a:lnTo>
                    <a:pt x="462383" y="58863"/>
                  </a:lnTo>
                  <a:lnTo>
                    <a:pt x="463386" y="60111"/>
                  </a:lnTo>
                  <a:lnTo>
                    <a:pt x="463527" y="63793"/>
                  </a:lnTo>
                  <a:lnTo>
                    <a:pt x="463489" y="64122"/>
                  </a:lnTo>
                  <a:lnTo>
                    <a:pt x="463030" y="68004"/>
                  </a:lnTo>
                  <a:lnTo>
                    <a:pt x="467908" y="72062"/>
                  </a:lnTo>
                  <a:lnTo>
                    <a:pt x="467907" y="77396"/>
                  </a:lnTo>
                  <a:lnTo>
                    <a:pt x="470930" y="79234"/>
                  </a:lnTo>
                  <a:lnTo>
                    <a:pt x="476535" y="82833"/>
                  </a:lnTo>
                  <a:lnTo>
                    <a:pt x="475187" y="88087"/>
                  </a:lnTo>
                  <a:lnTo>
                    <a:pt x="477275" y="91523"/>
                  </a:lnTo>
                  <a:lnTo>
                    <a:pt x="478500" y="93536"/>
                  </a:lnTo>
                  <a:lnTo>
                    <a:pt x="481269" y="97209"/>
                  </a:lnTo>
                  <a:lnTo>
                    <a:pt x="480153" y="102956"/>
                  </a:lnTo>
                  <a:lnTo>
                    <a:pt x="479103" y="106677"/>
                  </a:lnTo>
                  <a:lnTo>
                    <a:pt x="478920" y="107325"/>
                  </a:lnTo>
                  <a:lnTo>
                    <a:pt x="478726" y="111760"/>
                  </a:lnTo>
                  <a:lnTo>
                    <a:pt x="480496" y="115889"/>
                  </a:lnTo>
                  <a:lnTo>
                    <a:pt x="481298" y="118494"/>
                  </a:lnTo>
                  <a:lnTo>
                    <a:pt x="485768" y="117008"/>
                  </a:lnTo>
                  <a:lnTo>
                    <a:pt x="486572" y="119953"/>
                  </a:lnTo>
                  <a:lnTo>
                    <a:pt x="487377" y="122897"/>
                  </a:lnTo>
                  <a:lnTo>
                    <a:pt x="491064" y="123842"/>
                  </a:lnTo>
                  <a:lnTo>
                    <a:pt x="491028" y="129131"/>
                  </a:lnTo>
                  <a:lnTo>
                    <a:pt x="491017" y="130731"/>
                  </a:lnTo>
                  <a:lnTo>
                    <a:pt x="491387" y="134563"/>
                  </a:lnTo>
                  <a:lnTo>
                    <a:pt x="493698" y="137976"/>
                  </a:lnTo>
                  <a:lnTo>
                    <a:pt x="492573" y="141273"/>
                  </a:lnTo>
                  <a:lnTo>
                    <a:pt x="492842" y="145003"/>
                  </a:lnTo>
                  <a:lnTo>
                    <a:pt x="492882" y="145566"/>
                  </a:lnTo>
                  <a:lnTo>
                    <a:pt x="496066" y="145190"/>
                  </a:lnTo>
                  <a:lnTo>
                    <a:pt x="495861" y="147354"/>
                  </a:lnTo>
                  <a:lnTo>
                    <a:pt x="495590" y="150230"/>
                  </a:lnTo>
                  <a:lnTo>
                    <a:pt x="496043" y="153518"/>
                  </a:lnTo>
                  <a:lnTo>
                    <a:pt x="496105" y="155980"/>
                  </a:lnTo>
                  <a:lnTo>
                    <a:pt x="496176" y="158825"/>
                  </a:lnTo>
                  <a:lnTo>
                    <a:pt x="498625" y="162321"/>
                  </a:lnTo>
                  <a:lnTo>
                    <a:pt x="498239" y="166172"/>
                  </a:lnTo>
                  <a:lnTo>
                    <a:pt x="499499" y="168260"/>
                  </a:lnTo>
                  <a:lnTo>
                    <a:pt x="500029" y="169138"/>
                  </a:lnTo>
                  <a:lnTo>
                    <a:pt x="498333" y="172526"/>
                  </a:lnTo>
                  <a:lnTo>
                    <a:pt x="499011" y="177523"/>
                  </a:lnTo>
                  <a:lnTo>
                    <a:pt x="495878" y="181436"/>
                  </a:lnTo>
                  <a:lnTo>
                    <a:pt x="498680" y="185610"/>
                  </a:lnTo>
                  <a:lnTo>
                    <a:pt x="502697" y="187764"/>
                  </a:lnTo>
                  <a:lnTo>
                    <a:pt x="504921" y="191662"/>
                  </a:lnTo>
                  <a:lnTo>
                    <a:pt x="503956" y="193170"/>
                  </a:lnTo>
                  <a:lnTo>
                    <a:pt x="504710" y="197892"/>
                  </a:lnTo>
                  <a:lnTo>
                    <a:pt x="507316" y="197659"/>
                  </a:lnTo>
                  <a:lnTo>
                    <a:pt x="507453" y="197929"/>
                  </a:lnTo>
                  <a:lnTo>
                    <a:pt x="508644" y="200291"/>
                  </a:lnTo>
                  <a:lnTo>
                    <a:pt x="509398" y="202682"/>
                  </a:lnTo>
                  <a:lnTo>
                    <a:pt x="511804" y="207959"/>
                  </a:lnTo>
                  <a:lnTo>
                    <a:pt x="512437" y="210317"/>
                  </a:lnTo>
                  <a:lnTo>
                    <a:pt x="511837" y="213870"/>
                  </a:lnTo>
                  <a:lnTo>
                    <a:pt x="515258" y="214716"/>
                  </a:lnTo>
                  <a:lnTo>
                    <a:pt x="518111" y="216062"/>
                  </a:lnTo>
                  <a:lnTo>
                    <a:pt x="518534" y="218189"/>
                  </a:lnTo>
                  <a:lnTo>
                    <a:pt x="518560" y="218319"/>
                  </a:lnTo>
                  <a:lnTo>
                    <a:pt x="518619" y="218614"/>
                  </a:lnTo>
                  <a:lnTo>
                    <a:pt x="523283" y="220209"/>
                  </a:lnTo>
                  <a:lnTo>
                    <a:pt x="522964" y="224049"/>
                  </a:lnTo>
                  <a:lnTo>
                    <a:pt x="526159" y="227691"/>
                  </a:lnTo>
                  <a:lnTo>
                    <a:pt x="528626" y="230188"/>
                  </a:lnTo>
                  <a:lnTo>
                    <a:pt x="527531" y="233339"/>
                  </a:lnTo>
                  <a:lnTo>
                    <a:pt x="529664" y="236654"/>
                  </a:lnTo>
                  <a:lnTo>
                    <a:pt x="531754" y="236361"/>
                  </a:lnTo>
                  <a:lnTo>
                    <a:pt x="534368" y="238569"/>
                  </a:lnTo>
                  <a:lnTo>
                    <a:pt x="532426" y="238676"/>
                  </a:lnTo>
                  <a:lnTo>
                    <a:pt x="505092" y="240108"/>
                  </a:lnTo>
                  <a:lnTo>
                    <a:pt x="504875" y="240118"/>
                  </a:lnTo>
                  <a:lnTo>
                    <a:pt x="491190" y="240778"/>
                  </a:lnTo>
                  <a:lnTo>
                    <a:pt x="490366" y="240816"/>
                  </a:lnTo>
                  <a:lnTo>
                    <a:pt x="482356" y="241213"/>
                  </a:lnTo>
                  <a:lnTo>
                    <a:pt x="477138" y="241437"/>
                  </a:lnTo>
                  <a:lnTo>
                    <a:pt x="463330" y="242024"/>
                  </a:lnTo>
                  <a:lnTo>
                    <a:pt x="462947" y="242040"/>
                  </a:lnTo>
                  <a:lnTo>
                    <a:pt x="442289" y="242847"/>
                  </a:lnTo>
                  <a:lnTo>
                    <a:pt x="438103" y="243000"/>
                  </a:lnTo>
                  <a:lnTo>
                    <a:pt x="435483" y="243098"/>
                  </a:lnTo>
                  <a:lnTo>
                    <a:pt x="429776" y="243307"/>
                  </a:lnTo>
                  <a:lnTo>
                    <a:pt x="407622" y="244021"/>
                  </a:lnTo>
                  <a:lnTo>
                    <a:pt x="404752" y="244106"/>
                  </a:lnTo>
                  <a:lnTo>
                    <a:pt x="382516" y="244738"/>
                  </a:lnTo>
                  <a:lnTo>
                    <a:pt x="379787" y="244809"/>
                  </a:lnTo>
                  <a:lnTo>
                    <a:pt x="372997" y="244979"/>
                  </a:lnTo>
                  <a:lnTo>
                    <a:pt x="364120" y="245188"/>
                  </a:lnTo>
                  <a:lnTo>
                    <a:pt x="351934" y="245454"/>
                  </a:lnTo>
                  <a:lnTo>
                    <a:pt x="337748" y="245726"/>
                  </a:lnTo>
                  <a:lnTo>
                    <a:pt x="331020" y="245842"/>
                  </a:lnTo>
                  <a:lnTo>
                    <a:pt x="324087" y="245958"/>
                  </a:lnTo>
                  <a:lnTo>
                    <a:pt x="303115" y="246253"/>
                  </a:lnTo>
                  <a:lnTo>
                    <a:pt x="301971" y="246267"/>
                  </a:lnTo>
                  <a:lnTo>
                    <a:pt x="296212" y="246329"/>
                  </a:lnTo>
                  <a:lnTo>
                    <a:pt x="276346" y="246494"/>
                  </a:lnTo>
                  <a:lnTo>
                    <a:pt x="268740" y="246554"/>
                  </a:lnTo>
                  <a:lnTo>
                    <a:pt x="268560" y="246555"/>
                  </a:lnTo>
                  <a:lnTo>
                    <a:pt x="257160" y="246623"/>
                  </a:lnTo>
                  <a:lnTo>
                    <a:pt x="234723" y="246611"/>
                  </a:lnTo>
                  <a:lnTo>
                    <a:pt x="233751" y="246608"/>
                  </a:lnTo>
                  <a:lnTo>
                    <a:pt x="216299" y="246523"/>
                  </a:lnTo>
                  <a:lnTo>
                    <a:pt x="200180" y="246364"/>
                  </a:lnTo>
                  <a:lnTo>
                    <a:pt x="198948" y="246350"/>
                  </a:lnTo>
                  <a:lnTo>
                    <a:pt x="180387" y="246146"/>
                  </a:lnTo>
                  <a:lnTo>
                    <a:pt x="166001" y="245921"/>
                  </a:lnTo>
                  <a:lnTo>
                    <a:pt x="164151" y="245891"/>
                  </a:lnTo>
                  <a:lnTo>
                    <a:pt x="158796" y="245801"/>
                  </a:lnTo>
                  <a:lnTo>
                    <a:pt x="150716" y="245655"/>
                  </a:lnTo>
                  <a:lnTo>
                    <a:pt x="132873" y="245266"/>
                  </a:lnTo>
                  <a:lnTo>
                    <a:pt x="119357" y="244937"/>
                  </a:lnTo>
                  <a:lnTo>
                    <a:pt x="120022" y="218040"/>
                  </a:lnTo>
                  <a:lnTo>
                    <a:pt x="120043" y="217171"/>
                  </a:lnTo>
                  <a:lnTo>
                    <a:pt x="120216" y="209887"/>
                  </a:lnTo>
                  <a:lnTo>
                    <a:pt x="120710" y="189225"/>
                  </a:lnTo>
                  <a:lnTo>
                    <a:pt x="120810" y="185049"/>
                  </a:lnTo>
                  <a:lnTo>
                    <a:pt x="121270" y="164766"/>
                  </a:lnTo>
                  <a:lnTo>
                    <a:pt x="90657" y="163923"/>
                  </a:lnTo>
                  <a:lnTo>
                    <a:pt x="86763" y="163800"/>
                  </a:lnTo>
                  <a:lnTo>
                    <a:pt x="84798" y="163737"/>
                  </a:lnTo>
                  <a:lnTo>
                    <a:pt x="59162" y="162844"/>
                  </a:lnTo>
                  <a:lnTo>
                    <a:pt x="40625" y="162143"/>
                  </a:lnTo>
                  <a:lnTo>
                    <a:pt x="28993" y="161669"/>
                  </a:lnTo>
                  <a:lnTo>
                    <a:pt x="0" y="16035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35391" y="2537844"/>
              <a:ext cx="99068" cy="210449"/>
            </a:xfrm>
            <a:custGeom>
              <a:avLst/>
              <a:pathLst>
                <a:path w="99068" h="210449">
                  <a:moveTo>
                    <a:pt x="9847" y="202202"/>
                  </a:moveTo>
                  <a:lnTo>
                    <a:pt x="10330" y="199468"/>
                  </a:lnTo>
                  <a:lnTo>
                    <a:pt x="8895" y="195377"/>
                  </a:lnTo>
                  <a:lnTo>
                    <a:pt x="10604" y="193737"/>
                  </a:lnTo>
                  <a:lnTo>
                    <a:pt x="12130" y="190217"/>
                  </a:lnTo>
                  <a:lnTo>
                    <a:pt x="10268" y="187669"/>
                  </a:lnTo>
                  <a:lnTo>
                    <a:pt x="10601" y="184121"/>
                  </a:lnTo>
                  <a:lnTo>
                    <a:pt x="8104" y="179613"/>
                  </a:lnTo>
                  <a:lnTo>
                    <a:pt x="7985" y="179031"/>
                  </a:lnTo>
                  <a:lnTo>
                    <a:pt x="7150" y="174962"/>
                  </a:lnTo>
                  <a:lnTo>
                    <a:pt x="7067" y="173567"/>
                  </a:lnTo>
                  <a:lnTo>
                    <a:pt x="6922" y="171147"/>
                  </a:lnTo>
                  <a:lnTo>
                    <a:pt x="6478" y="166701"/>
                  </a:lnTo>
                  <a:lnTo>
                    <a:pt x="4878" y="163852"/>
                  </a:lnTo>
                  <a:lnTo>
                    <a:pt x="3290" y="153865"/>
                  </a:lnTo>
                  <a:lnTo>
                    <a:pt x="1357" y="148036"/>
                  </a:lnTo>
                  <a:lnTo>
                    <a:pt x="2885" y="144932"/>
                  </a:lnTo>
                  <a:lnTo>
                    <a:pt x="3021" y="144656"/>
                  </a:lnTo>
                  <a:lnTo>
                    <a:pt x="2477" y="135788"/>
                  </a:lnTo>
                  <a:lnTo>
                    <a:pt x="4645" y="131803"/>
                  </a:lnTo>
                  <a:lnTo>
                    <a:pt x="4846" y="130659"/>
                  </a:lnTo>
                  <a:lnTo>
                    <a:pt x="5378" y="127619"/>
                  </a:lnTo>
                  <a:lnTo>
                    <a:pt x="4417" y="122683"/>
                  </a:lnTo>
                  <a:lnTo>
                    <a:pt x="5705" y="116055"/>
                  </a:lnTo>
                  <a:lnTo>
                    <a:pt x="4088" y="113196"/>
                  </a:lnTo>
                  <a:lnTo>
                    <a:pt x="5071" y="109376"/>
                  </a:lnTo>
                  <a:lnTo>
                    <a:pt x="5264" y="103749"/>
                  </a:lnTo>
                  <a:lnTo>
                    <a:pt x="2976" y="99982"/>
                  </a:lnTo>
                  <a:lnTo>
                    <a:pt x="1968" y="98323"/>
                  </a:lnTo>
                  <a:lnTo>
                    <a:pt x="761" y="93739"/>
                  </a:lnTo>
                  <a:lnTo>
                    <a:pt x="0" y="90364"/>
                  </a:lnTo>
                  <a:lnTo>
                    <a:pt x="1351" y="87198"/>
                  </a:lnTo>
                  <a:lnTo>
                    <a:pt x="3864" y="85226"/>
                  </a:lnTo>
                  <a:lnTo>
                    <a:pt x="7316" y="83979"/>
                  </a:lnTo>
                  <a:lnTo>
                    <a:pt x="8939" y="82535"/>
                  </a:lnTo>
                  <a:lnTo>
                    <a:pt x="9750" y="81812"/>
                  </a:lnTo>
                  <a:lnTo>
                    <a:pt x="10543" y="77710"/>
                  </a:lnTo>
                  <a:lnTo>
                    <a:pt x="11211" y="77155"/>
                  </a:lnTo>
                  <a:lnTo>
                    <a:pt x="14338" y="74553"/>
                  </a:lnTo>
                  <a:lnTo>
                    <a:pt x="15306" y="70318"/>
                  </a:lnTo>
                  <a:lnTo>
                    <a:pt x="17748" y="66726"/>
                  </a:lnTo>
                  <a:lnTo>
                    <a:pt x="16155" y="63576"/>
                  </a:lnTo>
                  <a:lnTo>
                    <a:pt x="17471" y="60524"/>
                  </a:lnTo>
                  <a:lnTo>
                    <a:pt x="15881" y="57189"/>
                  </a:lnTo>
                  <a:lnTo>
                    <a:pt x="13281" y="55094"/>
                  </a:lnTo>
                  <a:lnTo>
                    <a:pt x="9071" y="50012"/>
                  </a:lnTo>
                  <a:lnTo>
                    <a:pt x="10343" y="44810"/>
                  </a:lnTo>
                  <a:lnTo>
                    <a:pt x="10735" y="38514"/>
                  </a:lnTo>
                  <a:lnTo>
                    <a:pt x="11299" y="35775"/>
                  </a:lnTo>
                  <a:lnTo>
                    <a:pt x="7799" y="31869"/>
                  </a:lnTo>
                  <a:lnTo>
                    <a:pt x="8318" y="28631"/>
                  </a:lnTo>
                  <a:lnTo>
                    <a:pt x="6979" y="24556"/>
                  </a:lnTo>
                  <a:lnTo>
                    <a:pt x="8379" y="20820"/>
                  </a:lnTo>
                  <a:lnTo>
                    <a:pt x="8212" y="15873"/>
                  </a:lnTo>
                  <a:lnTo>
                    <a:pt x="8140" y="13647"/>
                  </a:lnTo>
                  <a:lnTo>
                    <a:pt x="5462" y="11332"/>
                  </a:lnTo>
                  <a:lnTo>
                    <a:pt x="8445" y="7688"/>
                  </a:lnTo>
                  <a:lnTo>
                    <a:pt x="11343" y="3964"/>
                  </a:lnTo>
                  <a:lnTo>
                    <a:pt x="14144" y="5656"/>
                  </a:lnTo>
                  <a:lnTo>
                    <a:pt x="17873" y="6439"/>
                  </a:lnTo>
                  <a:lnTo>
                    <a:pt x="19923" y="5500"/>
                  </a:lnTo>
                  <a:lnTo>
                    <a:pt x="20343" y="2133"/>
                  </a:lnTo>
                  <a:lnTo>
                    <a:pt x="20961" y="0"/>
                  </a:lnTo>
                  <a:lnTo>
                    <a:pt x="30345" y="21333"/>
                  </a:lnTo>
                  <a:lnTo>
                    <a:pt x="38364" y="39772"/>
                  </a:lnTo>
                  <a:lnTo>
                    <a:pt x="45287" y="56417"/>
                  </a:lnTo>
                  <a:lnTo>
                    <a:pt x="51093" y="70369"/>
                  </a:lnTo>
                  <a:lnTo>
                    <a:pt x="51589" y="71563"/>
                  </a:lnTo>
                  <a:lnTo>
                    <a:pt x="52351" y="73398"/>
                  </a:lnTo>
                  <a:lnTo>
                    <a:pt x="57080" y="85125"/>
                  </a:lnTo>
                  <a:lnTo>
                    <a:pt x="64307" y="103059"/>
                  </a:lnTo>
                  <a:lnTo>
                    <a:pt x="65652" y="106319"/>
                  </a:lnTo>
                  <a:lnTo>
                    <a:pt x="68326" y="112802"/>
                  </a:lnTo>
                  <a:lnTo>
                    <a:pt x="72206" y="121981"/>
                  </a:lnTo>
                  <a:lnTo>
                    <a:pt x="73438" y="123960"/>
                  </a:lnTo>
                  <a:lnTo>
                    <a:pt x="74685" y="125964"/>
                  </a:lnTo>
                  <a:lnTo>
                    <a:pt x="76105" y="131990"/>
                  </a:lnTo>
                  <a:lnTo>
                    <a:pt x="76677" y="136097"/>
                  </a:lnTo>
                  <a:lnTo>
                    <a:pt x="81052" y="138613"/>
                  </a:lnTo>
                  <a:lnTo>
                    <a:pt x="85062" y="141532"/>
                  </a:lnTo>
                  <a:lnTo>
                    <a:pt x="89438" y="144169"/>
                  </a:lnTo>
                  <a:lnTo>
                    <a:pt x="89831" y="147084"/>
                  </a:lnTo>
                  <a:lnTo>
                    <a:pt x="90987" y="150770"/>
                  </a:lnTo>
                  <a:lnTo>
                    <a:pt x="91571" y="151024"/>
                  </a:lnTo>
                  <a:lnTo>
                    <a:pt x="95887" y="152893"/>
                  </a:lnTo>
                  <a:lnTo>
                    <a:pt x="99068" y="153314"/>
                  </a:lnTo>
                  <a:lnTo>
                    <a:pt x="98716" y="157339"/>
                  </a:lnTo>
                  <a:lnTo>
                    <a:pt x="98176" y="160555"/>
                  </a:lnTo>
                  <a:lnTo>
                    <a:pt x="97818" y="164861"/>
                  </a:lnTo>
                  <a:lnTo>
                    <a:pt x="97881" y="165484"/>
                  </a:lnTo>
                  <a:lnTo>
                    <a:pt x="98060" y="167274"/>
                  </a:lnTo>
                  <a:lnTo>
                    <a:pt x="98228" y="168947"/>
                  </a:lnTo>
                  <a:lnTo>
                    <a:pt x="95877" y="170014"/>
                  </a:lnTo>
                  <a:lnTo>
                    <a:pt x="92157" y="170269"/>
                  </a:lnTo>
                  <a:lnTo>
                    <a:pt x="90752" y="172077"/>
                  </a:lnTo>
                  <a:lnTo>
                    <a:pt x="87727" y="174037"/>
                  </a:lnTo>
                  <a:lnTo>
                    <a:pt x="87562" y="176384"/>
                  </a:lnTo>
                  <a:lnTo>
                    <a:pt x="87415" y="178458"/>
                  </a:lnTo>
                  <a:lnTo>
                    <a:pt x="84620" y="179062"/>
                  </a:lnTo>
                  <a:lnTo>
                    <a:pt x="82835" y="179446"/>
                  </a:lnTo>
                  <a:lnTo>
                    <a:pt x="81622" y="181924"/>
                  </a:lnTo>
                  <a:lnTo>
                    <a:pt x="83204" y="185649"/>
                  </a:lnTo>
                  <a:lnTo>
                    <a:pt x="79995" y="186945"/>
                  </a:lnTo>
                  <a:lnTo>
                    <a:pt x="79479" y="187153"/>
                  </a:lnTo>
                  <a:lnTo>
                    <a:pt x="78521" y="190720"/>
                  </a:lnTo>
                  <a:lnTo>
                    <a:pt x="75553" y="191741"/>
                  </a:lnTo>
                  <a:lnTo>
                    <a:pt x="60878" y="196672"/>
                  </a:lnTo>
                  <a:lnTo>
                    <a:pt x="55221" y="198572"/>
                  </a:lnTo>
                  <a:lnTo>
                    <a:pt x="47301" y="201151"/>
                  </a:lnTo>
                  <a:lnTo>
                    <a:pt x="45733" y="201660"/>
                  </a:lnTo>
                  <a:lnTo>
                    <a:pt x="36299" y="204705"/>
                  </a:lnTo>
                  <a:lnTo>
                    <a:pt x="35600" y="204929"/>
                  </a:lnTo>
                  <a:lnTo>
                    <a:pt x="27377" y="207558"/>
                  </a:lnTo>
                  <a:lnTo>
                    <a:pt x="18265" y="210449"/>
                  </a:lnTo>
                  <a:lnTo>
                    <a:pt x="16442" y="208324"/>
                  </a:lnTo>
                  <a:lnTo>
                    <a:pt x="12198" y="2063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12275" y="3139231"/>
              <a:ext cx="53426" cy="117182"/>
            </a:xfrm>
            <a:custGeom>
              <a:avLst/>
              <a:pathLst>
                <a:path w="53426" h="117182">
                  <a:moveTo>
                    <a:pt x="3681" y="90947"/>
                  </a:moveTo>
                  <a:lnTo>
                    <a:pt x="4308" y="89859"/>
                  </a:lnTo>
                  <a:lnTo>
                    <a:pt x="4680" y="87745"/>
                  </a:lnTo>
                  <a:lnTo>
                    <a:pt x="5424" y="86028"/>
                  </a:lnTo>
                  <a:lnTo>
                    <a:pt x="5377" y="83432"/>
                  </a:lnTo>
                  <a:lnTo>
                    <a:pt x="6454" y="81240"/>
                  </a:lnTo>
                  <a:lnTo>
                    <a:pt x="6578" y="81059"/>
                  </a:lnTo>
                  <a:lnTo>
                    <a:pt x="8440" y="78348"/>
                  </a:lnTo>
                  <a:lnTo>
                    <a:pt x="10113" y="77685"/>
                  </a:lnTo>
                  <a:lnTo>
                    <a:pt x="11303" y="76995"/>
                  </a:lnTo>
                  <a:lnTo>
                    <a:pt x="12498" y="76301"/>
                  </a:lnTo>
                  <a:lnTo>
                    <a:pt x="12765" y="75945"/>
                  </a:lnTo>
                  <a:lnTo>
                    <a:pt x="13551" y="74894"/>
                  </a:lnTo>
                  <a:lnTo>
                    <a:pt x="14874" y="73854"/>
                  </a:lnTo>
                  <a:lnTo>
                    <a:pt x="15104" y="73672"/>
                  </a:lnTo>
                  <a:lnTo>
                    <a:pt x="14816" y="72800"/>
                  </a:lnTo>
                  <a:lnTo>
                    <a:pt x="14377" y="71477"/>
                  </a:lnTo>
                  <a:lnTo>
                    <a:pt x="14319" y="71300"/>
                  </a:lnTo>
                  <a:lnTo>
                    <a:pt x="14646" y="70253"/>
                  </a:lnTo>
                  <a:lnTo>
                    <a:pt x="16390" y="68305"/>
                  </a:lnTo>
                  <a:lnTo>
                    <a:pt x="18198" y="65423"/>
                  </a:lnTo>
                  <a:lnTo>
                    <a:pt x="18661" y="64810"/>
                  </a:lnTo>
                  <a:lnTo>
                    <a:pt x="19792" y="63312"/>
                  </a:lnTo>
                  <a:lnTo>
                    <a:pt x="22002" y="61894"/>
                  </a:lnTo>
                  <a:lnTo>
                    <a:pt x="22747" y="59505"/>
                  </a:lnTo>
                  <a:lnTo>
                    <a:pt x="24653" y="58623"/>
                  </a:lnTo>
                  <a:lnTo>
                    <a:pt x="25984" y="56922"/>
                  </a:lnTo>
                  <a:lnTo>
                    <a:pt x="24603" y="55761"/>
                  </a:lnTo>
                  <a:lnTo>
                    <a:pt x="23981" y="55239"/>
                  </a:lnTo>
                  <a:lnTo>
                    <a:pt x="21163" y="53946"/>
                  </a:lnTo>
                  <a:lnTo>
                    <a:pt x="19516" y="52622"/>
                  </a:lnTo>
                  <a:lnTo>
                    <a:pt x="17341" y="51348"/>
                  </a:lnTo>
                  <a:lnTo>
                    <a:pt x="16133" y="50485"/>
                  </a:lnTo>
                  <a:lnTo>
                    <a:pt x="15261" y="49862"/>
                  </a:lnTo>
                  <a:lnTo>
                    <a:pt x="13840" y="48125"/>
                  </a:lnTo>
                  <a:lnTo>
                    <a:pt x="11859" y="48566"/>
                  </a:lnTo>
                  <a:lnTo>
                    <a:pt x="10587" y="48321"/>
                  </a:lnTo>
                  <a:lnTo>
                    <a:pt x="9535" y="46640"/>
                  </a:lnTo>
                  <a:lnTo>
                    <a:pt x="9459" y="45312"/>
                  </a:lnTo>
                  <a:lnTo>
                    <a:pt x="7955" y="42342"/>
                  </a:lnTo>
                  <a:lnTo>
                    <a:pt x="5539" y="41694"/>
                  </a:lnTo>
                  <a:lnTo>
                    <a:pt x="3882" y="42544"/>
                  </a:lnTo>
                  <a:lnTo>
                    <a:pt x="3508" y="41467"/>
                  </a:lnTo>
                  <a:lnTo>
                    <a:pt x="3242" y="40704"/>
                  </a:lnTo>
                  <a:lnTo>
                    <a:pt x="2775" y="39362"/>
                  </a:lnTo>
                  <a:lnTo>
                    <a:pt x="1634" y="35709"/>
                  </a:lnTo>
                  <a:lnTo>
                    <a:pt x="1485" y="33265"/>
                  </a:lnTo>
                  <a:lnTo>
                    <a:pt x="3507" y="31239"/>
                  </a:lnTo>
                  <a:lnTo>
                    <a:pt x="3302" y="28310"/>
                  </a:lnTo>
                  <a:lnTo>
                    <a:pt x="3675" y="26309"/>
                  </a:lnTo>
                  <a:lnTo>
                    <a:pt x="1978" y="24735"/>
                  </a:lnTo>
                  <a:lnTo>
                    <a:pt x="549" y="23198"/>
                  </a:lnTo>
                  <a:lnTo>
                    <a:pt x="0" y="22606"/>
                  </a:lnTo>
                  <a:lnTo>
                    <a:pt x="1626" y="20106"/>
                  </a:lnTo>
                  <a:lnTo>
                    <a:pt x="2938" y="17491"/>
                  </a:lnTo>
                  <a:lnTo>
                    <a:pt x="3280" y="15741"/>
                  </a:lnTo>
                  <a:lnTo>
                    <a:pt x="3419" y="15026"/>
                  </a:lnTo>
                  <a:lnTo>
                    <a:pt x="3467" y="14784"/>
                  </a:lnTo>
                  <a:lnTo>
                    <a:pt x="5403" y="11828"/>
                  </a:lnTo>
                  <a:lnTo>
                    <a:pt x="5595" y="9217"/>
                  </a:lnTo>
                  <a:lnTo>
                    <a:pt x="5683" y="8016"/>
                  </a:lnTo>
                  <a:lnTo>
                    <a:pt x="6489" y="4225"/>
                  </a:lnTo>
                  <a:lnTo>
                    <a:pt x="7763" y="1532"/>
                  </a:lnTo>
                  <a:lnTo>
                    <a:pt x="9768" y="0"/>
                  </a:lnTo>
                  <a:lnTo>
                    <a:pt x="19505" y="2472"/>
                  </a:lnTo>
                  <a:lnTo>
                    <a:pt x="23259" y="3518"/>
                  </a:lnTo>
                  <a:lnTo>
                    <a:pt x="25957" y="4267"/>
                  </a:lnTo>
                  <a:lnTo>
                    <a:pt x="28714" y="4895"/>
                  </a:lnTo>
                  <a:lnTo>
                    <a:pt x="29646" y="5100"/>
                  </a:lnTo>
                  <a:lnTo>
                    <a:pt x="36600" y="6620"/>
                  </a:lnTo>
                  <a:lnTo>
                    <a:pt x="42575" y="7832"/>
                  </a:lnTo>
                  <a:lnTo>
                    <a:pt x="42790" y="10130"/>
                  </a:lnTo>
                  <a:lnTo>
                    <a:pt x="42820" y="11828"/>
                  </a:lnTo>
                  <a:lnTo>
                    <a:pt x="42851" y="13681"/>
                  </a:lnTo>
                  <a:lnTo>
                    <a:pt x="42858" y="14091"/>
                  </a:lnTo>
                  <a:lnTo>
                    <a:pt x="42802" y="14757"/>
                  </a:lnTo>
                  <a:lnTo>
                    <a:pt x="42735" y="15544"/>
                  </a:lnTo>
                  <a:lnTo>
                    <a:pt x="42636" y="16715"/>
                  </a:lnTo>
                  <a:lnTo>
                    <a:pt x="42614" y="16972"/>
                  </a:lnTo>
                  <a:lnTo>
                    <a:pt x="42571" y="17214"/>
                  </a:lnTo>
                  <a:lnTo>
                    <a:pt x="42383" y="18249"/>
                  </a:lnTo>
                  <a:lnTo>
                    <a:pt x="41973" y="20508"/>
                  </a:lnTo>
                  <a:lnTo>
                    <a:pt x="41940" y="21104"/>
                  </a:lnTo>
                  <a:lnTo>
                    <a:pt x="41882" y="22142"/>
                  </a:lnTo>
                  <a:lnTo>
                    <a:pt x="41779" y="24000"/>
                  </a:lnTo>
                  <a:lnTo>
                    <a:pt x="41364" y="25178"/>
                  </a:lnTo>
                  <a:lnTo>
                    <a:pt x="41296" y="25373"/>
                  </a:lnTo>
                  <a:lnTo>
                    <a:pt x="40977" y="26280"/>
                  </a:lnTo>
                  <a:lnTo>
                    <a:pt x="38514" y="27382"/>
                  </a:lnTo>
                  <a:lnTo>
                    <a:pt x="38162" y="27539"/>
                  </a:lnTo>
                  <a:lnTo>
                    <a:pt x="37273" y="28578"/>
                  </a:lnTo>
                  <a:lnTo>
                    <a:pt x="37777" y="30390"/>
                  </a:lnTo>
                  <a:lnTo>
                    <a:pt x="37814" y="32142"/>
                  </a:lnTo>
                  <a:lnTo>
                    <a:pt x="36885" y="33149"/>
                  </a:lnTo>
                  <a:lnTo>
                    <a:pt x="37104" y="35283"/>
                  </a:lnTo>
                  <a:lnTo>
                    <a:pt x="37605" y="37071"/>
                  </a:lnTo>
                  <a:lnTo>
                    <a:pt x="39132" y="37398"/>
                  </a:lnTo>
                  <a:lnTo>
                    <a:pt x="39890" y="37560"/>
                  </a:lnTo>
                  <a:lnTo>
                    <a:pt x="41499" y="36673"/>
                  </a:lnTo>
                  <a:lnTo>
                    <a:pt x="43252" y="36289"/>
                  </a:lnTo>
                  <a:lnTo>
                    <a:pt x="45715" y="36761"/>
                  </a:lnTo>
                  <a:lnTo>
                    <a:pt x="45946" y="33973"/>
                  </a:lnTo>
                  <a:lnTo>
                    <a:pt x="46611" y="33471"/>
                  </a:lnTo>
                  <a:lnTo>
                    <a:pt x="48333" y="36429"/>
                  </a:lnTo>
                  <a:lnTo>
                    <a:pt x="49410" y="39205"/>
                  </a:lnTo>
                  <a:lnTo>
                    <a:pt x="50050" y="42547"/>
                  </a:lnTo>
                  <a:lnTo>
                    <a:pt x="50363" y="46784"/>
                  </a:lnTo>
                  <a:lnTo>
                    <a:pt x="50631" y="50465"/>
                  </a:lnTo>
                  <a:lnTo>
                    <a:pt x="50757" y="51471"/>
                  </a:lnTo>
                  <a:lnTo>
                    <a:pt x="51522" y="57609"/>
                  </a:lnTo>
                  <a:lnTo>
                    <a:pt x="52046" y="60964"/>
                  </a:lnTo>
                  <a:lnTo>
                    <a:pt x="53165" y="66341"/>
                  </a:lnTo>
                  <a:lnTo>
                    <a:pt x="53201" y="66645"/>
                  </a:lnTo>
                  <a:lnTo>
                    <a:pt x="53426" y="68522"/>
                  </a:lnTo>
                  <a:lnTo>
                    <a:pt x="52153" y="75721"/>
                  </a:lnTo>
                  <a:lnTo>
                    <a:pt x="50277" y="82407"/>
                  </a:lnTo>
                  <a:lnTo>
                    <a:pt x="50323" y="83731"/>
                  </a:lnTo>
                  <a:lnTo>
                    <a:pt x="50341" y="84260"/>
                  </a:lnTo>
                  <a:lnTo>
                    <a:pt x="49110" y="88250"/>
                  </a:lnTo>
                  <a:lnTo>
                    <a:pt x="48073" y="90716"/>
                  </a:lnTo>
                  <a:lnTo>
                    <a:pt x="44867" y="94183"/>
                  </a:lnTo>
                  <a:lnTo>
                    <a:pt x="44387" y="95050"/>
                  </a:lnTo>
                  <a:lnTo>
                    <a:pt x="43369" y="96886"/>
                  </a:lnTo>
                  <a:lnTo>
                    <a:pt x="41861" y="100406"/>
                  </a:lnTo>
                  <a:lnTo>
                    <a:pt x="41427" y="102207"/>
                  </a:lnTo>
                  <a:lnTo>
                    <a:pt x="40736" y="105522"/>
                  </a:lnTo>
                  <a:lnTo>
                    <a:pt x="41272" y="106220"/>
                  </a:lnTo>
                  <a:lnTo>
                    <a:pt x="39782" y="110814"/>
                  </a:lnTo>
                  <a:lnTo>
                    <a:pt x="39256" y="112895"/>
                  </a:lnTo>
                  <a:lnTo>
                    <a:pt x="37865" y="115685"/>
                  </a:lnTo>
                  <a:lnTo>
                    <a:pt x="35558" y="117030"/>
                  </a:lnTo>
                  <a:lnTo>
                    <a:pt x="34285" y="117182"/>
                  </a:lnTo>
                  <a:lnTo>
                    <a:pt x="33778" y="113849"/>
                  </a:lnTo>
                  <a:lnTo>
                    <a:pt x="34436" y="109202"/>
                  </a:lnTo>
                  <a:lnTo>
                    <a:pt x="34292" y="106353"/>
                  </a:lnTo>
                  <a:lnTo>
                    <a:pt x="33172" y="105096"/>
                  </a:lnTo>
                  <a:lnTo>
                    <a:pt x="32793" y="105126"/>
                  </a:lnTo>
                  <a:lnTo>
                    <a:pt x="29640" y="105377"/>
                  </a:lnTo>
                  <a:lnTo>
                    <a:pt x="27511" y="104816"/>
                  </a:lnTo>
                  <a:lnTo>
                    <a:pt x="26065" y="105500"/>
                  </a:lnTo>
                  <a:lnTo>
                    <a:pt x="24826" y="107379"/>
                  </a:lnTo>
                  <a:lnTo>
                    <a:pt x="23199" y="105797"/>
                  </a:lnTo>
                  <a:lnTo>
                    <a:pt x="21016" y="104416"/>
                  </a:lnTo>
                  <a:lnTo>
                    <a:pt x="19567" y="103690"/>
                  </a:lnTo>
                  <a:lnTo>
                    <a:pt x="18019" y="103840"/>
                  </a:lnTo>
                  <a:lnTo>
                    <a:pt x="15995" y="102402"/>
                  </a:lnTo>
                  <a:lnTo>
                    <a:pt x="14760" y="101998"/>
                  </a:lnTo>
                  <a:lnTo>
                    <a:pt x="12771" y="100990"/>
                  </a:lnTo>
                  <a:lnTo>
                    <a:pt x="12010" y="100743"/>
                  </a:lnTo>
                  <a:lnTo>
                    <a:pt x="10928" y="100391"/>
                  </a:lnTo>
                  <a:lnTo>
                    <a:pt x="9619" y="98915"/>
                  </a:lnTo>
                  <a:lnTo>
                    <a:pt x="6792" y="98680"/>
                  </a:lnTo>
                  <a:lnTo>
                    <a:pt x="6580" y="96816"/>
                  </a:lnTo>
                  <a:lnTo>
                    <a:pt x="6091" y="95058"/>
                  </a:lnTo>
                  <a:lnTo>
                    <a:pt x="6042" y="92878"/>
                  </a:lnTo>
                  <a:lnTo>
                    <a:pt x="4689" y="9237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883749" y="3903225"/>
              <a:ext cx="735659" cy="780726"/>
            </a:xfrm>
            <a:custGeom>
              <a:avLst/>
              <a:pathLst>
                <a:path w="735659" h="780726">
                  <a:moveTo>
                    <a:pt x="5903" y="707912"/>
                  </a:moveTo>
                  <a:lnTo>
                    <a:pt x="9627" y="668865"/>
                  </a:lnTo>
                  <a:lnTo>
                    <a:pt x="14038" y="622368"/>
                  </a:lnTo>
                  <a:lnTo>
                    <a:pt x="18568" y="574613"/>
                  </a:lnTo>
                  <a:lnTo>
                    <a:pt x="24078" y="515993"/>
                  </a:lnTo>
                  <a:lnTo>
                    <a:pt x="26658" y="488684"/>
                  </a:lnTo>
                  <a:lnTo>
                    <a:pt x="31493" y="438690"/>
                  </a:lnTo>
                  <a:lnTo>
                    <a:pt x="32783" y="425409"/>
                  </a:lnTo>
                  <a:lnTo>
                    <a:pt x="41270" y="337326"/>
                  </a:lnTo>
                  <a:lnTo>
                    <a:pt x="42023" y="329582"/>
                  </a:lnTo>
                  <a:lnTo>
                    <a:pt x="47074" y="277786"/>
                  </a:lnTo>
                  <a:lnTo>
                    <a:pt x="49876" y="248414"/>
                  </a:lnTo>
                  <a:lnTo>
                    <a:pt x="52328" y="222796"/>
                  </a:lnTo>
                  <a:lnTo>
                    <a:pt x="55728" y="188667"/>
                  </a:lnTo>
                  <a:lnTo>
                    <a:pt x="59315" y="152501"/>
                  </a:lnTo>
                  <a:lnTo>
                    <a:pt x="60984" y="135761"/>
                  </a:lnTo>
                  <a:lnTo>
                    <a:pt x="62538" y="120188"/>
                  </a:lnTo>
                  <a:lnTo>
                    <a:pt x="72838" y="16965"/>
                  </a:lnTo>
                  <a:lnTo>
                    <a:pt x="74560" y="0"/>
                  </a:lnTo>
                  <a:lnTo>
                    <a:pt x="120889" y="4875"/>
                  </a:lnTo>
                  <a:lnTo>
                    <a:pt x="147182" y="7514"/>
                  </a:lnTo>
                  <a:lnTo>
                    <a:pt x="188513" y="11507"/>
                  </a:lnTo>
                  <a:lnTo>
                    <a:pt x="245174" y="16756"/>
                  </a:lnTo>
                  <a:lnTo>
                    <a:pt x="251819" y="17348"/>
                  </a:lnTo>
                  <a:lnTo>
                    <a:pt x="311229" y="22408"/>
                  </a:lnTo>
                  <a:lnTo>
                    <a:pt x="311968" y="23528"/>
                  </a:lnTo>
                  <a:lnTo>
                    <a:pt x="355021" y="26777"/>
                  </a:lnTo>
                  <a:lnTo>
                    <a:pt x="369584" y="27830"/>
                  </a:lnTo>
                  <a:lnTo>
                    <a:pt x="406449" y="30390"/>
                  </a:lnTo>
                  <a:lnTo>
                    <a:pt x="407417" y="30455"/>
                  </a:lnTo>
                  <a:lnTo>
                    <a:pt x="437958" y="32533"/>
                  </a:lnTo>
                  <a:lnTo>
                    <a:pt x="438177" y="32547"/>
                  </a:lnTo>
                  <a:lnTo>
                    <a:pt x="458162" y="33886"/>
                  </a:lnTo>
                  <a:lnTo>
                    <a:pt x="470711" y="34709"/>
                  </a:lnTo>
                  <a:lnTo>
                    <a:pt x="489108" y="35915"/>
                  </a:lnTo>
                  <a:lnTo>
                    <a:pt x="492479" y="36132"/>
                  </a:lnTo>
                  <a:lnTo>
                    <a:pt x="499648" y="36588"/>
                  </a:lnTo>
                  <a:lnTo>
                    <a:pt x="503399" y="36824"/>
                  </a:lnTo>
                  <a:lnTo>
                    <a:pt x="545973" y="39598"/>
                  </a:lnTo>
                  <a:lnTo>
                    <a:pt x="589063" y="41917"/>
                  </a:lnTo>
                  <a:lnTo>
                    <a:pt x="625359" y="43388"/>
                  </a:lnTo>
                  <a:lnTo>
                    <a:pt x="655477" y="44500"/>
                  </a:lnTo>
                  <a:lnTo>
                    <a:pt x="726456" y="47132"/>
                  </a:lnTo>
                  <a:lnTo>
                    <a:pt x="735659" y="47433"/>
                  </a:lnTo>
                  <a:lnTo>
                    <a:pt x="735275" y="59812"/>
                  </a:lnTo>
                  <a:lnTo>
                    <a:pt x="734154" y="91855"/>
                  </a:lnTo>
                  <a:lnTo>
                    <a:pt x="733864" y="101764"/>
                  </a:lnTo>
                  <a:lnTo>
                    <a:pt x="733376" y="115750"/>
                  </a:lnTo>
                  <a:lnTo>
                    <a:pt x="729015" y="115587"/>
                  </a:lnTo>
                  <a:lnTo>
                    <a:pt x="727114" y="176439"/>
                  </a:lnTo>
                  <a:lnTo>
                    <a:pt x="725628" y="219587"/>
                  </a:lnTo>
                  <a:lnTo>
                    <a:pt x="725080" y="235564"/>
                  </a:lnTo>
                  <a:lnTo>
                    <a:pt x="722991" y="295568"/>
                  </a:lnTo>
                  <a:lnTo>
                    <a:pt x="722809" y="300815"/>
                  </a:lnTo>
                  <a:lnTo>
                    <a:pt x="721957" y="326842"/>
                  </a:lnTo>
                  <a:lnTo>
                    <a:pt x="721034" y="355074"/>
                  </a:lnTo>
                  <a:lnTo>
                    <a:pt x="720435" y="372490"/>
                  </a:lnTo>
                  <a:lnTo>
                    <a:pt x="719274" y="405277"/>
                  </a:lnTo>
                  <a:lnTo>
                    <a:pt x="718990" y="414395"/>
                  </a:lnTo>
                  <a:lnTo>
                    <a:pt x="718947" y="415774"/>
                  </a:lnTo>
                  <a:lnTo>
                    <a:pt x="718002" y="446243"/>
                  </a:lnTo>
                  <a:lnTo>
                    <a:pt x="716448" y="480980"/>
                  </a:lnTo>
                  <a:lnTo>
                    <a:pt x="714734" y="515620"/>
                  </a:lnTo>
                  <a:lnTo>
                    <a:pt x="713493" y="540448"/>
                  </a:lnTo>
                  <a:lnTo>
                    <a:pt x="712341" y="563504"/>
                  </a:lnTo>
                  <a:lnTo>
                    <a:pt x="710823" y="598954"/>
                  </a:lnTo>
                  <a:lnTo>
                    <a:pt x="710183" y="613908"/>
                  </a:lnTo>
                  <a:lnTo>
                    <a:pt x="709660" y="630592"/>
                  </a:lnTo>
                  <a:lnTo>
                    <a:pt x="709068" y="649531"/>
                  </a:lnTo>
                  <a:lnTo>
                    <a:pt x="708792" y="658497"/>
                  </a:lnTo>
                  <a:lnTo>
                    <a:pt x="707205" y="709887"/>
                  </a:lnTo>
                  <a:lnTo>
                    <a:pt x="706957" y="717781"/>
                  </a:lnTo>
                  <a:lnTo>
                    <a:pt x="706588" y="729567"/>
                  </a:lnTo>
                  <a:lnTo>
                    <a:pt x="675941" y="728447"/>
                  </a:lnTo>
                  <a:lnTo>
                    <a:pt x="629597" y="726572"/>
                  </a:lnTo>
                  <a:lnTo>
                    <a:pt x="599517" y="725240"/>
                  </a:lnTo>
                  <a:lnTo>
                    <a:pt x="594338" y="725001"/>
                  </a:lnTo>
                  <a:lnTo>
                    <a:pt x="522009" y="721289"/>
                  </a:lnTo>
                  <a:lnTo>
                    <a:pt x="498153" y="719966"/>
                  </a:lnTo>
                  <a:lnTo>
                    <a:pt x="489905" y="719495"/>
                  </a:lnTo>
                  <a:lnTo>
                    <a:pt x="462386" y="717876"/>
                  </a:lnTo>
                  <a:lnTo>
                    <a:pt x="392757" y="713214"/>
                  </a:lnTo>
                  <a:lnTo>
                    <a:pt x="363879" y="711266"/>
                  </a:lnTo>
                  <a:lnTo>
                    <a:pt x="340225" y="709608"/>
                  </a:lnTo>
                  <a:lnTo>
                    <a:pt x="319634" y="708171"/>
                  </a:lnTo>
                  <a:lnTo>
                    <a:pt x="303674" y="707028"/>
                  </a:lnTo>
                  <a:lnTo>
                    <a:pt x="291485" y="706137"/>
                  </a:lnTo>
                  <a:lnTo>
                    <a:pt x="289859" y="710009"/>
                  </a:lnTo>
                  <a:lnTo>
                    <a:pt x="290110" y="717853"/>
                  </a:lnTo>
                  <a:lnTo>
                    <a:pt x="288266" y="723524"/>
                  </a:lnTo>
                  <a:lnTo>
                    <a:pt x="294109" y="731851"/>
                  </a:lnTo>
                  <a:lnTo>
                    <a:pt x="300036" y="736509"/>
                  </a:lnTo>
                  <a:lnTo>
                    <a:pt x="299635" y="736374"/>
                  </a:lnTo>
                  <a:lnTo>
                    <a:pt x="245651" y="732145"/>
                  </a:lnTo>
                  <a:lnTo>
                    <a:pt x="210219" y="729198"/>
                  </a:lnTo>
                  <a:lnTo>
                    <a:pt x="195564" y="727943"/>
                  </a:lnTo>
                  <a:lnTo>
                    <a:pt x="103788" y="719564"/>
                  </a:lnTo>
                  <a:lnTo>
                    <a:pt x="100542" y="758130"/>
                  </a:lnTo>
                  <a:lnTo>
                    <a:pt x="98660" y="780726"/>
                  </a:lnTo>
                  <a:lnTo>
                    <a:pt x="40133" y="774979"/>
                  </a:lnTo>
                  <a:lnTo>
                    <a:pt x="22146" y="773255"/>
                  </a:lnTo>
                  <a:lnTo>
                    <a:pt x="0" y="77091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1984006" y="3180006"/>
              <a:ext cx="553599" cy="857494"/>
            </a:xfrm>
            <a:custGeom>
              <a:avLst/>
              <a:pathLst>
                <a:path w="553599" h="857494">
                  <a:moveTo>
                    <a:pt x="7643" y="290050"/>
                  </a:moveTo>
                  <a:lnTo>
                    <a:pt x="11027" y="276151"/>
                  </a:lnTo>
                  <a:lnTo>
                    <a:pt x="13500" y="266010"/>
                  </a:lnTo>
                  <a:lnTo>
                    <a:pt x="18287" y="246152"/>
                  </a:lnTo>
                  <a:lnTo>
                    <a:pt x="24410" y="220828"/>
                  </a:lnTo>
                  <a:lnTo>
                    <a:pt x="28769" y="202430"/>
                  </a:lnTo>
                  <a:lnTo>
                    <a:pt x="33814" y="181331"/>
                  </a:lnTo>
                  <a:lnTo>
                    <a:pt x="43932" y="137988"/>
                  </a:lnTo>
                  <a:lnTo>
                    <a:pt x="47517" y="122253"/>
                  </a:lnTo>
                  <a:lnTo>
                    <a:pt x="55663" y="87781"/>
                  </a:lnTo>
                  <a:lnTo>
                    <a:pt x="67054" y="40715"/>
                  </a:lnTo>
                  <a:lnTo>
                    <a:pt x="73641" y="12955"/>
                  </a:lnTo>
                  <a:lnTo>
                    <a:pt x="76772" y="0"/>
                  </a:lnTo>
                  <a:lnTo>
                    <a:pt x="98491" y="5227"/>
                  </a:lnTo>
                  <a:lnTo>
                    <a:pt x="127450" y="12594"/>
                  </a:lnTo>
                  <a:lnTo>
                    <a:pt x="130298" y="13312"/>
                  </a:lnTo>
                  <a:lnTo>
                    <a:pt x="139489" y="15616"/>
                  </a:lnTo>
                  <a:lnTo>
                    <a:pt x="155979" y="19500"/>
                  </a:lnTo>
                  <a:lnTo>
                    <a:pt x="173864" y="23864"/>
                  </a:lnTo>
                  <a:lnTo>
                    <a:pt x="195817" y="28678"/>
                  </a:lnTo>
                  <a:lnTo>
                    <a:pt x="220069" y="34074"/>
                  </a:lnTo>
                  <a:lnTo>
                    <a:pt x="245930" y="39757"/>
                  </a:lnTo>
                  <a:lnTo>
                    <a:pt x="265879" y="44168"/>
                  </a:lnTo>
                  <a:lnTo>
                    <a:pt x="283491" y="47928"/>
                  </a:lnTo>
                  <a:lnTo>
                    <a:pt x="299978" y="51365"/>
                  </a:lnTo>
                  <a:lnTo>
                    <a:pt x="313700" y="54351"/>
                  </a:lnTo>
                  <a:lnTo>
                    <a:pt x="314339" y="54492"/>
                  </a:lnTo>
                  <a:lnTo>
                    <a:pt x="345709" y="61351"/>
                  </a:lnTo>
                  <a:lnTo>
                    <a:pt x="369220" y="66187"/>
                  </a:lnTo>
                  <a:lnTo>
                    <a:pt x="406351" y="73685"/>
                  </a:lnTo>
                  <a:lnTo>
                    <a:pt x="425998" y="77458"/>
                  </a:lnTo>
                  <a:lnTo>
                    <a:pt x="451073" y="82425"/>
                  </a:lnTo>
                  <a:lnTo>
                    <a:pt x="473326" y="86331"/>
                  </a:lnTo>
                  <a:lnTo>
                    <a:pt x="484541" y="88269"/>
                  </a:lnTo>
                  <a:lnTo>
                    <a:pt x="508696" y="93296"/>
                  </a:lnTo>
                  <a:lnTo>
                    <a:pt x="534223" y="97897"/>
                  </a:lnTo>
                  <a:lnTo>
                    <a:pt x="553599" y="101350"/>
                  </a:lnTo>
                  <a:lnTo>
                    <a:pt x="549345" y="127644"/>
                  </a:lnTo>
                  <a:lnTo>
                    <a:pt x="544527" y="156334"/>
                  </a:lnTo>
                  <a:lnTo>
                    <a:pt x="539256" y="187403"/>
                  </a:lnTo>
                  <a:lnTo>
                    <a:pt x="535426" y="210150"/>
                  </a:lnTo>
                  <a:lnTo>
                    <a:pt x="530364" y="240087"/>
                  </a:lnTo>
                  <a:lnTo>
                    <a:pt x="526037" y="265292"/>
                  </a:lnTo>
                  <a:lnTo>
                    <a:pt x="524233" y="275957"/>
                  </a:lnTo>
                  <a:lnTo>
                    <a:pt x="519169" y="306761"/>
                  </a:lnTo>
                  <a:lnTo>
                    <a:pt x="518827" y="308845"/>
                  </a:lnTo>
                  <a:lnTo>
                    <a:pt x="515324" y="329831"/>
                  </a:lnTo>
                  <a:lnTo>
                    <a:pt x="513284" y="342079"/>
                  </a:lnTo>
                  <a:lnTo>
                    <a:pt x="508861" y="369612"/>
                  </a:lnTo>
                  <a:lnTo>
                    <a:pt x="508110" y="374300"/>
                  </a:lnTo>
                  <a:lnTo>
                    <a:pt x="499194" y="428399"/>
                  </a:lnTo>
                  <a:lnTo>
                    <a:pt x="497049" y="442297"/>
                  </a:lnTo>
                  <a:lnTo>
                    <a:pt x="493395" y="464316"/>
                  </a:lnTo>
                  <a:lnTo>
                    <a:pt x="491504" y="475738"/>
                  </a:lnTo>
                  <a:lnTo>
                    <a:pt x="488561" y="494171"/>
                  </a:lnTo>
                  <a:lnTo>
                    <a:pt x="485862" y="511090"/>
                  </a:lnTo>
                  <a:lnTo>
                    <a:pt x="484116" y="522188"/>
                  </a:lnTo>
                  <a:lnTo>
                    <a:pt x="479495" y="551441"/>
                  </a:lnTo>
                  <a:lnTo>
                    <a:pt x="476973" y="566227"/>
                  </a:lnTo>
                  <a:lnTo>
                    <a:pt x="474467" y="581672"/>
                  </a:lnTo>
                  <a:lnTo>
                    <a:pt x="472502" y="594009"/>
                  </a:lnTo>
                  <a:lnTo>
                    <a:pt x="468994" y="616729"/>
                  </a:lnTo>
                  <a:lnTo>
                    <a:pt x="465649" y="638189"/>
                  </a:lnTo>
                  <a:lnTo>
                    <a:pt x="464241" y="647840"/>
                  </a:lnTo>
                  <a:lnTo>
                    <a:pt x="461593" y="665053"/>
                  </a:lnTo>
                  <a:lnTo>
                    <a:pt x="457578" y="691223"/>
                  </a:lnTo>
                  <a:lnTo>
                    <a:pt x="453021" y="721720"/>
                  </a:lnTo>
                  <a:lnTo>
                    <a:pt x="452005" y="727913"/>
                  </a:lnTo>
                  <a:lnTo>
                    <a:pt x="450862" y="736118"/>
                  </a:lnTo>
                  <a:lnTo>
                    <a:pt x="444967" y="743247"/>
                  </a:lnTo>
                  <a:lnTo>
                    <a:pt x="440427" y="750164"/>
                  </a:lnTo>
                  <a:lnTo>
                    <a:pt x="438750" y="753089"/>
                  </a:lnTo>
                  <a:lnTo>
                    <a:pt x="433132" y="753134"/>
                  </a:lnTo>
                  <a:lnTo>
                    <a:pt x="428452" y="750073"/>
                  </a:lnTo>
                  <a:lnTo>
                    <a:pt x="424914" y="746387"/>
                  </a:lnTo>
                  <a:lnTo>
                    <a:pt x="423822" y="741154"/>
                  </a:lnTo>
                  <a:lnTo>
                    <a:pt x="421361" y="736785"/>
                  </a:lnTo>
                  <a:lnTo>
                    <a:pt x="417460" y="735811"/>
                  </a:lnTo>
                  <a:lnTo>
                    <a:pt x="414334" y="737441"/>
                  </a:lnTo>
                  <a:lnTo>
                    <a:pt x="411008" y="736525"/>
                  </a:lnTo>
                  <a:lnTo>
                    <a:pt x="409211" y="733788"/>
                  </a:lnTo>
                  <a:lnTo>
                    <a:pt x="403917" y="732785"/>
                  </a:lnTo>
                  <a:lnTo>
                    <a:pt x="398821" y="733079"/>
                  </a:lnTo>
                  <a:lnTo>
                    <a:pt x="395001" y="735065"/>
                  </a:lnTo>
                  <a:lnTo>
                    <a:pt x="388646" y="735396"/>
                  </a:lnTo>
                  <a:lnTo>
                    <a:pt x="387416" y="738982"/>
                  </a:lnTo>
                  <a:lnTo>
                    <a:pt x="387338" y="739485"/>
                  </a:lnTo>
                  <a:lnTo>
                    <a:pt x="386394" y="745611"/>
                  </a:lnTo>
                  <a:lnTo>
                    <a:pt x="386252" y="753012"/>
                  </a:lnTo>
                  <a:lnTo>
                    <a:pt x="388234" y="758101"/>
                  </a:lnTo>
                  <a:lnTo>
                    <a:pt x="390288" y="762589"/>
                  </a:lnTo>
                  <a:lnTo>
                    <a:pt x="386397" y="767577"/>
                  </a:lnTo>
                  <a:lnTo>
                    <a:pt x="385542" y="776518"/>
                  </a:lnTo>
                  <a:lnTo>
                    <a:pt x="384798" y="785634"/>
                  </a:lnTo>
                  <a:lnTo>
                    <a:pt x="387276" y="790637"/>
                  </a:lnTo>
                  <a:lnTo>
                    <a:pt x="386651" y="793088"/>
                  </a:lnTo>
                  <a:lnTo>
                    <a:pt x="384910" y="799917"/>
                  </a:lnTo>
                  <a:lnTo>
                    <a:pt x="383479" y="808091"/>
                  </a:lnTo>
                  <a:lnTo>
                    <a:pt x="386101" y="813046"/>
                  </a:lnTo>
                  <a:lnTo>
                    <a:pt x="387108" y="829750"/>
                  </a:lnTo>
                  <a:lnTo>
                    <a:pt x="386255" y="843488"/>
                  </a:lnTo>
                  <a:lnTo>
                    <a:pt x="383599" y="845007"/>
                  </a:lnTo>
                  <a:lnTo>
                    <a:pt x="381755" y="844618"/>
                  </a:lnTo>
                  <a:lnTo>
                    <a:pt x="380376" y="850346"/>
                  </a:lnTo>
                  <a:lnTo>
                    <a:pt x="378473" y="857494"/>
                  </a:lnTo>
                  <a:lnTo>
                    <a:pt x="365636" y="839741"/>
                  </a:lnTo>
                  <a:lnTo>
                    <a:pt x="354859" y="824829"/>
                  </a:lnTo>
                  <a:lnTo>
                    <a:pt x="347722" y="814907"/>
                  </a:lnTo>
                  <a:lnTo>
                    <a:pt x="339054" y="802970"/>
                  </a:lnTo>
                  <a:lnTo>
                    <a:pt x="328390" y="788175"/>
                  </a:lnTo>
                  <a:lnTo>
                    <a:pt x="320925" y="777855"/>
                  </a:lnTo>
                  <a:lnTo>
                    <a:pt x="302991" y="752863"/>
                  </a:lnTo>
                  <a:lnTo>
                    <a:pt x="288460" y="732746"/>
                  </a:lnTo>
                  <a:lnTo>
                    <a:pt x="285035" y="727981"/>
                  </a:lnTo>
                  <a:lnTo>
                    <a:pt x="270429" y="707570"/>
                  </a:lnTo>
                  <a:lnTo>
                    <a:pt x="249986" y="679069"/>
                  </a:lnTo>
                  <a:lnTo>
                    <a:pt x="241904" y="667678"/>
                  </a:lnTo>
                  <a:lnTo>
                    <a:pt x="205267" y="616252"/>
                  </a:lnTo>
                  <a:lnTo>
                    <a:pt x="193561" y="599823"/>
                  </a:lnTo>
                  <a:lnTo>
                    <a:pt x="187987" y="591962"/>
                  </a:lnTo>
                  <a:lnTo>
                    <a:pt x="157411" y="548779"/>
                  </a:lnTo>
                  <a:lnTo>
                    <a:pt x="146741" y="533792"/>
                  </a:lnTo>
                  <a:lnTo>
                    <a:pt x="133647" y="515273"/>
                  </a:lnTo>
                  <a:lnTo>
                    <a:pt x="105699" y="475609"/>
                  </a:lnTo>
                  <a:lnTo>
                    <a:pt x="100713" y="468464"/>
                  </a:lnTo>
                  <a:lnTo>
                    <a:pt x="70201" y="424954"/>
                  </a:lnTo>
                  <a:lnTo>
                    <a:pt x="56274" y="405187"/>
                  </a:lnTo>
                  <a:lnTo>
                    <a:pt x="47979" y="393334"/>
                  </a:lnTo>
                  <a:lnTo>
                    <a:pt x="44549" y="388448"/>
                  </a:lnTo>
                  <a:lnTo>
                    <a:pt x="27520" y="364034"/>
                  </a:lnTo>
                  <a:lnTo>
                    <a:pt x="27369" y="363816"/>
                  </a:lnTo>
                  <a:lnTo>
                    <a:pt x="6379" y="333650"/>
                  </a:lnTo>
                  <a:lnTo>
                    <a:pt x="0" y="324478"/>
                  </a:lnTo>
                  <a:lnTo>
                    <a:pt x="1622" y="317096"/>
                  </a:lnTo>
                  <a:lnTo>
                    <a:pt x="2702" y="312184"/>
                  </a:lnTo>
                  <a:lnTo>
                    <a:pt x="3969" y="306430"/>
                  </a:lnTo>
                  <a:lnTo>
                    <a:pt x="6980" y="29277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45626" y="2941740"/>
              <a:ext cx="3879" cy="3981"/>
            </a:xfrm>
            <a:custGeom>
              <a:avLst/>
              <a:pathLst>
                <a:path w="3879" h="3981">
                  <a:moveTo>
                    <a:pt x="0" y="1917"/>
                  </a:moveTo>
                  <a:lnTo>
                    <a:pt x="2923" y="0"/>
                  </a:lnTo>
                  <a:lnTo>
                    <a:pt x="3879" y="1721"/>
                  </a:lnTo>
                  <a:lnTo>
                    <a:pt x="86" y="398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61117" y="2782063"/>
              <a:ext cx="293423" cy="225498"/>
            </a:xfrm>
            <a:custGeom>
              <a:avLst/>
              <a:pathLst>
                <a:path w="293423" h="225498">
                  <a:moveTo>
                    <a:pt x="0" y="197203"/>
                  </a:moveTo>
                  <a:lnTo>
                    <a:pt x="4084" y="193333"/>
                  </a:lnTo>
                  <a:lnTo>
                    <a:pt x="9164" y="187566"/>
                  </a:lnTo>
                  <a:lnTo>
                    <a:pt x="11008" y="184235"/>
                  </a:lnTo>
                  <a:lnTo>
                    <a:pt x="13922" y="181166"/>
                  </a:lnTo>
                  <a:lnTo>
                    <a:pt x="16656" y="178661"/>
                  </a:lnTo>
                  <a:lnTo>
                    <a:pt x="18342" y="177257"/>
                  </a:lnTo>
                  <a:lnTo>
                    <a:pt x="18376" y="177005"/>
                  </a:lnTo>
                  <a:lnTo>
                    <a:pt x="18693" y="174641"/>
                  </a:lnTo>
                  <a:lnTo>
                    <a:pt x="19970" y="172682"/>
                  </a:lnTo>
                  <a:lnTo>
                    <a:pt x="19942" y="170398"/>
                  </a:lnTo>
                  <a:lnTo>
                    <a:pt x="22280" y="168390"/>
                  </a:lnTo>
                  <a:lnTo>
                    <a:pt x="24261" y="166305"/>
                  </a:lnTo>
                  <a:lnTo>
                    <a:pt x="25556" y="163600"/>
                  </a:lnTo>
                  <a:lnTo>
                    <a:pt x="25194" y="162998"/>
                  </a:lnTo>
                  <a:lnTo>
                    <a:pt x="24621" y="162043"/>
                  </a:lnTo>
                  <a:lnTo>
                    <a:pt x="23527" y="160244"/>
                  </a:lnTo>
                  <a:lnTo>
                    <a:pt x="22246" y="159590"/>
                  </a:lnTo>
                  <a:lnTo>
                    <a:pt x="21778" y="157302"/>
                  </a:lnTo>
                  <a:lnTo>
                    <a:pt x="20880" y="156527"/>
                  </a:lnTo>
                  <a:lnTo>
                    <a:pt x="19645" y="156607"/>
                  </a:lnTo>
                  <a:lnTo>
                    <a:pt x="17163" y="155358"/>
                  </a:lnTo>
                  <a:lnTo>
                    <a:pt x="16890" y="152205"/>
                  </a:lnTo>
                  <a:lnTo>
                    <a:pt x="16288" y="151897"/>
                  </a:lnTo>
                  <a:lnTo>
                    <a:pt x="14240" y="151845"/>
                  </a:lnTo>
                  <a:lnTo>
                    <a:pt x="14152" y="149445"/>
                  </a:lnTo>
                  <a:lnTo>
                    <a:pt x="14211" y="148966"/>
                  </a:lnTo>
                  <a:lnTo>
                    <a:pt x="14340" y="147925"/>
                  </a:lnTo>
                  <a:lnTo>
                    <a:pt x="13197" y="144677"/>
                  </a:lnTo>
                  <a:lnTo>
                    <a:pt x="12086" y="142886"/>
                  </a:lnTo>
                  <a:lnTo>
                    <a:pt x="19565" y="138038"/>
                  </a:lnTo>
                  <a:lnTo>
                    <a:pt x="28790" y="132847"/>
                  </a:lnTo>
                  <a:lnTo>
                    <a:pt x="31592" y="132010"/>
                  </a:lnTo>
                  <a:lnTo>
                    <a:pt x="36250" y="130611"/>
                  </a:lnTo>
                  <a:lnTo>
                    <a:pt x="42555" y="128739"/>
                  </a:lnTo>
                  <a:lnTo>
                    <a:pt x="47857" y="127787"/>
                  </a:lnTo>
                  <a:lnTo>
                    <a:pt x="54268" y="127105"/>
                  </a:lnTo>
                  <a:lnTo>
                    <a:pt x="56234" y="126672"/>
                  </a:lnTo>
                  <a:lnTo>
                    <a:pt x="60435" y="128497"/>
                  </a:lnTo>
                  <a:lnTo>
                    <a:pt x="64821" y="129696"/>
                  </a:lnTo>
                  <a:lnTo>
                    <a:pt x="66348" y="128499"/>
                  </a:lnTo>
                  <a:lnTo>
                    <a:pt x="70319" y="126122"/>
                  </a:lnTo>
                  <a:lnTo>
                    <a:pt x="71430" y="125456"/>
                  </a:lnTo>
                  <a:lnTo>
                    <a:pt x="74113" y="124849"/>
                  </a:lnTo>
                  <a:lnTo>
                    <a:pt x="78588" y="123112"/>
                  </a:lnTo>
                  <a:lnTo>
                    <a:pt x="83262" y="122478"/>
                  </a:lnTo>
                  <a:lnTo>
                    <a:pt x="84901" y="122035"/>
                  </a:lnTo>
                  <a:lnTo>
                    <a:pt x="88209" y="119246"/>
                  </a:lnTo>
                  <a:lnTo>
                    <a:pt x="90514" y="117880"/>
                  </a:lnTo>
                  <a:lnTo>
                    <a:pt x="91858" y="116482"/>
                  </a:lnTo>
                  <a:lnTo>
                    <a:pt x="92919" y="115376"/>
                  </a:lnTo>
                  <a:lnTo>
                    <a:pt x="93931" y="111913"/>
                  </a:lnTo>
                  <a:lnTo>
                    <a:pt x="94299" y="111446"/>
                  </a:lnTo>
                  <a:lnTo>
                    <a:pt x="97044" y="107960"/>
                  </a:lnTo>
                  <a:lnTo>
                    <a:pt x="99689" y="104540"/>
                  </a:lnTo>
                  <a:lnTo>
                    <a:pt x="101284" y="103819"/>
                  </a:lnTo>
                  <a:lnTo>
                    <a:pt x="103146" y="103961"/>
                  </a:lnTo>
                  <a:lnTo>
                    <a:pt x="105759" y="102276"/>
                  </a:lnTo>
                  <a:lnTo>
                    <a:pt x="106211" y="99747"/>
                  </a:lnTo>
                  <a:lnTo>
                    <a:pt x="105384" y="96088"/>
                  </a:lnTo>
                  <a:lnTo>
                    <a:pt x="104785" y="94675"/>
                  </a:lnTo>
                  <a:lnTo>
                    <a:pt x="103348" y="91285"/>
                  </a:lnTo>
                  <a:lnTo>
                    <a:pt x="102085" y="89023"/>
                  </a:lnTo>
                  <a:lnTo>
                    <a:pt x="99051" y="87182"/>
                  </a:lnTo>
                  <a:lnTo>
                    <a:pt x="96658" y="87100"/>
                  </a:lnTo>
                  <a:lnTo>
                    <a:pt x="93780" y="87437"/>
                  </a:lnTo>
                  <a:lnTo>
                    <a:pt x="94181" y="85078"/>
                  </a:lnTo>
                  <a:lnTo>
                    <a:pt x="98004" y="81467"/>
                  </a:lnTo>
                  <a:lnTo>
                    <a:pt x="96297" y="79227"/>
                  </a:lnTo>
                  <a:lnTo>
                    <a:pt x="93919" y="79624"/>
                  </a:lnTo>
                  <a:lnTo>
                    <a:pt x="93799" y="77508"/>
                  </a:lnTo>
                  <a:lnTo>
                    <a:pt x="93106" y="76266"/>
                  </a:lnTo>
                  <a:lnTo>
                    <a:pt x="93147" y="74541"/>
                  </a:lnTo>
                  <a:lnTo>
                    <a:pt x="93407" y="72805"/>
                  </a:lnTo>
                  <a:lnTo>
                    <a:pt x="94470" y="70449"/>
                  </a:lnTo>
                  <a:lnTo>
                    <a:pt x="96997" y="69112"/>
                  </a:lnTo>
                  <a:lnTo>
                    <a:pt x="98066" y="67471"/>
                  </a:lnTo>
                  <a:lnTo>
                    <a:pt x="97557" y="65473"/>
                  </a:lnTo>
                  <a:lnTo>
                    <a:pt x="99450" y="63907"/>
                  </a:lnTo>
                  <a:lnTo>
                    <a:pt x="101987" y="60609"/>
                  </a:lnTo>
                  <a:lnTo>
                    <a:pt x="103686" y="59998"/>
                  </a:lnTo>
                  <a:lnTo>
                    <a:pt x="105823" y="56396"/>
                  </a:lnTo>
                  <a:lnTo>
                    <a:pt x="106481" y="55284"/>
                  </a:lnTo>
                  <a:lnTo>
                    <a:pt x="106644" y="52653"/>
                  </a:lnTo>
                  <a:lnTo>
                    <a:pt x="107385" y="50102"/>
                  </a:lnTo>
                  <a:lnTo>
                    <a:pt x="111904" y="41180"/>
                  </a:lnTo>
                  <a:lnTo>
                    <a:pt x="115220" y="34999"/>
                  </a:lnTo>
                  <a:lnTo>
                    <a:pt x="117461" y="31652"/>
                  </a:lnTo>
                  <a:lnTo>
                    <a:pt x="119282" y="28371"/>
                  </a:lnTo>
                  <a:lnTo>
                    <a:pt x="122361" y="25138"/>
                  </a:lnTo>
                  <a:lnTo>
                    <a:pt x="124440" y="22889"/>
                  </a:lnTo>
                  <a:lnTo>
                    <a:pt x="126027" y="20887"/>
                  </a:lnTo>
                  <a:lnTo>
                    <a:pt x="126147" y="19845"/>
                  </a:lnTo>
                  <a:lnTo>
                    <a:pt x="128849" y="18652"/>
                  </a:lnTo>
                  <a:lnTo>
                    <a:pt x="130783" y="16368"/>
                  </a:lnTo>
                  <a:lnTo>
                    <a:pt x="134112" y="16546"/>
                  </a:lnTo>
                  <a:lnTo>
                    <a:pt x="134713" y="16284"/>
                  </a:lnTo>
                  <a:lnTo>
                    <a:pt x="137298" y="15155"/>
                  </a:lnTo>
                  <a:lnTo>
                    <a:pt x="138371" y="14685"/>
                  </a:lnTo>
                  <a:lnTo>
                    <a:pt x="144136" y="12928"/>
                  </a:lnTo>
                  <a:lnTo>
                    <a:pt x="150853" y="10890"/>
                  </a:lnTo>
                  <a:lnTo>
                    <a:pt x="157547" y="8351"/>
                  </a:lnTo>
                  <a:lnTo>
                    <a:pt x="162490" y="6462"/>
                  </a:lnTo>
                  <a:lnTo>
                    <a:pt x="170137" y="3716"/>
                  </a:lnTo>
                  <a:lnTo>
                    <a:pt x="179704" y="0"/>
                  </a:lnTo>
                  <a:lnTo>
                    <a:pt x="180303" y="1935"/>
                  </a:lnTo>
                  <a:lnTo>
                    <a:pt x="181343" y="4376"/>
                  </a:lnTo>
                  <a:lnTo>
                    <a:pt x="180984" y="7723"/>
                  </a:lnTo>
                  <a:lnTo>
                    <a:pt x="181939" y="9015"/>
                  </a:lnTo>
                  <a:lnTo>
                    <a:pt x="183353" y="9810"/>
                  </a:lnTo>
                  <a:lnTo>
                    <a:pt x="183415" y="12506"/>
                  </a:lnTo>
                  <a:lnTo>
                    <a:pt x="183971" y="15006"/>
                  </a:lnTo>
                  <a:lnTo>
                    <a:pt x="184465" y="19119"/>
                  </a:lnTo>
                  <a:lnTo>
                    <a:pt x="186046" y="21333"/>
                  </a:lnTo>
                  <a:lnTo>
                    <a:pt x="186229" y="21482"/>
                  </a:lnTo>
                  <a:lnTo>
                    <a:pt x="187024" y="22128"/>
                  </a:lnTo>
                  <a:lnTo>
                    <a:pt x="188804" y="23573"/>
                  </a:lnTo>
                  <a:lnTo>
                    <a:pt x="190509" y="26520"/>
                  </a:lnTo>
                  <a:lnTo>
                    <a:pt x="190536" y="29586"/>
                  </a:lnTo>
                  <a:lnTo>
                    <a:pt x="190498" y="30969"/>
                  </a:lnTo>
                  <a:lnTo>
                    <a:pt x="191592" y="33076"/>
                  </a:lnTo>
                  <a:lnTo>
                    <a:pt x="192560" y="35208"/>
                  </a:lnTo>
                  <a:lnTo>
                    <a:pt x="192680" y="35471"/>
                  </a:lnTo>
                  <a:lnTo>
                    <a:pt x="192018" y="37158"/>
                  </a:lnTo>
                  <a:lnTo>
                    <a:pt x="191523" y="40699"/>
                  </a:lnTo>
                  <a:lnTo>
                    <a:pt x="191904" y="44148"/>
                  </a:lnTo>
                  <a:lnTo>
                    <a:pt x="192126" y="47088"/>
                  </a:lnTo>
                  <a:lnTo>
                    <a:pt x="193647" y="48210"/>
                  </a:lnTo>
                  <a:lnTo>
                    <a:pt x="194042" y="49978"/>
                  </a:lnTo>
                  <a:lnTo>
                    <a:pt x="194885" y="52111"/>
                  </a:lnTo>
                  <a:lnTo>
                    <a:pt x="196870" y="54305"/>
                  </a:lnTo>
                  <a:lnTo>
                    <a:pt x="197252" y="57261"/>
                  </a:lnTo>
                  <a:lnTo>
                    <a:pt x="197658" y="57609"/>
                  </a:lnTo>
                  <a:lnTo>
                    <a:pt x="199318" y="59033"/>
                  </a:lnTo>
                  <a:lnTo>
                    <a:pt x="199244" y="59973"/>
                  </a:lnTo>
                  <a:lnTo>
                    <a:pt x="199012" y="62921"/>
                  </a:lnTo>
                  <a:lnTo>
                    <a:pt x="198965" y="65112"/>
                  </a:lnTo>
                  <a:lnTo>
                    <a:pt x="199556" y="68061"/>
                  </a:lnTo>
                  <a:lnTo>
                    <a:pt x="201020" y="69182"/>
                  </a:lnTo>
                  <a:lnTo>
                    <a:pt x="202381" y="65641"/>
                  </a:lnTo>
                  <a:lnTo>
                    <a:pt x="204229" y="67196"/>
                  </a:lnTo>
                  <a:lnTo>
                    <a:pt x="206693" y="68970"/>
                  </a:lnTo>
                  <a:lnTo>
                    <a:pt x="209046" y="77245"/>
                  </a:lnTo>
                  <a:lnTo>
                    <a:pt x="209737" y="79604"/>
                  </a:lnTo>
                  <a:lnTo>
                    <a:pt x="213658" y="93028"/>
                  </a:lnTo>
                  <a:lnTo>
                    <a:pt x="214976" y="97467"/>
                  </a:lnTo>
                  <a:lnTo>
                    <a:pt x="216489" y="102571"/>
                  </a:lnTo>
                  <a:lnTo>
                    <a:pt x="216548" y="102770"/>
                  </a:lnTo>
                  <a:lnTo>
                    <a:pt x="216627" y="104413"/>
                  </a:lnTo>
                  <a:lnTo>
                    <a:pt x="218389" y="106772"/>
                  </a:lnTo>
                  <a:lnTo>
                    <a:pt x="219109" y="119036"/>
                  </a:lnTo>
                  <a:lnTo>
                    <a:pt x="220366" y="141057"/>
                  </a:lnTo>
                  <a:lnTo>
                    <a:pt x="221502" y="142387"/>
                  </a:lnTo>
                  <a:lnTo>
                    <a:pt x="221648" y="142557"/>
                  </a:lnTo>
                  <a:lnTo>
                    <a:pt x="224522" y="153532"/>
                  </a:lnTo>
                  <a:lnTo>
                    <a:pt x="226491" y="161173"/>
                  </a:lnTo>
                  <a:lnTo>
                    <a:pt x="226810" y="162415"/>
                  </a:lnTo>
                  <a:lnTo>
                    <a:pt x="227077" y="163459"/>
                  </a:lnTo>
                  <a:lnTo>
                    <a:pt x="228225" y="167968"/>
                  </a:lnTo>
                  <a:lnTo>
                    <a:pt x="229289" y="172159"/>
                  </a:lnTo>
                  <a:lnTo>
                    <a:pt x="230058" y="175300"/>
                  </a:lnTo>
                  <a:lnTo>
                    <a:pt x="230181" y="175803"/>
                  </a:lnTo>
                  <a:lnTo>
                    <a:pt x="231028" y="179273"/>
                  </a:lnTo>
                  <a:lnTo>
                    <a:pt x="234669" y="182405"/>
                  </a:lnTo>
                  <a:lnTo>
                    <a:pt x="227816" y="190659"/>
                  </a:lnTo>
                  <a:lnTo>
                    <a:pt x="228976" y="191662"/>
                  </a:lnTo>
                  <a:lnTo>
                    <a:pt x="231457" y="193806"/>
                  </a:lnTo>
                  <a:lnTo>
                    <a:pt x="231673" y="194463"/>
                  </a:lnTo>
                  <a:lnTo>
                    <a:pt x="232029" y="195340"/>
                  </a:lnTo>
                  <a:lnTo>
                    <a:pt x="231294" y="197997"/>
                  </a:lnTo>
                  <a:lnTo>
                    <a:pt x="229640" y="199982"/>
                  </a:lnTo>
                  <a:lnTo>
                    <a:pt x="229781" y="201598"/>
                  </a:lnTo>
                  <a:lnTo>
                    <a:pt x="230740" y="201552"/>
                  </a:lnTo>
                  <a:lnTo>
                    <a:pt x="231793" y="201501"/>
                  </a:lnTo>
                  <a:lnTo>
                    <a:pt x="233751" y="200411"/>
                  </a:lnTo>
                  <a:lnTo>
                    <a:pt x="234744" y="199033"/>
                  </a:lnTo>
                  <a:lnTo>
                    <a:pt x="238559" y="196665"/>
                  </a:lnTo>
                  <a:lnTo>
                    <a:pt x="238573" y="196395"/>
                  </a:lnTo>
                  <a:lnTo>
                    <a:pt x="238640" y="195144"/>
                  </a:lnTo>
                  <a:lnTo>
                    <a:pt x="240520" y="195111"/>
                  </a:lnTo>
                  <a:lnTo>
                    <a:pt x="240716" y="194870"/>
                  </a:lnTo>
                  <a:lnTo>
                    <a:pt x="241742" y="193613"/>
                  </a:lnTo>
                  <a:lnTo>
                    <a:pt x="244287" y="194101"/>
                  </a:lnTo>
                  <a:lnTo>
                    <a:pt x="248234" y="194040"/>
                  </a:lnTo>
                  <a:lnTo>
                    <a:pt x="250676" y="191937"/>
                  </a:lnTo>
                  <a:lnTo>
                    <a:pt x="250411" y="190600"/>
                  </a:lnTo>
                  <a:lnTo>
                    <a:pt x="251362" y="189418"/>
                  </a:lnTo>
                  <a:lnTo>
                    <a:pt x="253919" y="188926"/>
                  </a:lnTo>
                  <a:lnTo>
                    <a:pt x="260198" y="186651"/>
                  </a:lnTo>
                  <a:lnTo>
                    <a:pt x="265305" y="184232"/>
                  </a:lnTo>
                  <a:lnTo>
                    <a:pt x="269270" y="181783"/>
                  </a:lnTo>
                  <a:lnTo>
                    <a:pt x="271368" y="178606"/>
                  </a:lnTo>
                  <a:lnTo>
                    <a:pt x="272744" y="175841"/>
                  </a:lnTo>
                  <a:lnTo>
                    <a:pt x="274317" y="174099"/>
                  </a:lnTo>
                  <a:lnTo>
                    <a:pt x="275052" y="172151"/>
                  </a:lnTo>
                  <a:lnTo>
                    <a:pt x="276984" y="170611"/>
                  </a:lnTo>
                  <a:lnTo>
                    <a:pt x="279914" y="167551"/>
                  </a:lnTo>
                  <a:lnTo>
                    <a:pt x="280405" y="168184"/>
                  </a:lnTo>
                  <a:lnTo>
                    <a:pt x="278965" y="172298"/>
                  </a:lnTo>
                  <a:lnTo>
                    <a:pt x="278665" y="174695"/>
                  </a:lnTo>
                  <a:lnTo>
                    <a:pt x="281378" y="175172"/>
                  </a:lnTo>
                  <a:lnTo>
                    <a:pt x="283071" y="173892"/>
                  </a:lnTo>
                  <a:lnTo>
                    <a:pt x="283334" y="170496"/>
                  </a:lnTo>
                  <a:lnTo>
                    <a:pt x="285026" y="170610"/>
                  </a:lnTo>
                  <a:lnTo>
                    <a:pt x="285389" y="173011"/>
                  </a:lnTo>
                  <a:lnTo>
                    <a:pt x="287446" y="174054"/>
                  </a:lnTo>
                  <a:lnTo>
                    <a:pt x="289831" y="170483"/>
                  </a:lnTo>
                  <a:lnTo>
                    <a:pt x="291075" y="169535"/>
                  </a:lnTo>
                  <a:lnTo>
                    <a:pt x="293423" y="169209"/>
                  </a:lnTo>
                  <a:lnTo>
                    <a:pt x="291665" y="173289"/>
                  </a:lnTo>
                  <a:lnTo>
                    <a:pt x="286856" y="177553"/>
                  </a:lnTo>
                  <a:lnTo>
                    <a:pt x="280742" y="182721"/>
                  </a:lnTo>
                  <a:lnTo>
                    <a:pt x="277938" y="185665"/>
                  </a:lnTo>
                  <a:lnTo>
                    <a:pt x="266929" y="194999"/>
                  </a:lnTo>
                  <a:lnTo>
                    <a:pt x="265400" y="196363"/>
                  </a:lnTo>
                  <a:lnTo>
                    <a:pt x="261910" y="199467"/>
                  </a:lnTo>
                  <a:lnTo>
                    <a:pt x="259299" y="202160"/>
                  </a:lnTo>
                  <a:lnTo>
                    <a:pt x="253171" y="206864"/>
                  </a:lnTo>
                  <a:lnTo>
                    <a:pt x="249883" y="208531"/>
                  </a:lnTo>
                  <a:lnTo>
                    <a:pt x="248150" y="208609"/>
                  </a:lnTo>
                  <a:lnTo>
                    <a:pt x="245857" y="210308"/>
                  </a:lnTo>
                  <a:lnTo>
                    <a:pt x="243938" y="211727"/>
                  </a:lnTo>
                  <a:lnTo>
                    <a:pt x="243228" y="212251"/>
                  </a:lnTo>
                  <a:lnTo>
                    <a:pt x="238682" y="214352"/>
                  </a:lnTo>
                  <a:lnTo>
                    <a:pt x="234717" y="215347"/>
                  </a:lnTo>
                  <a:lnTo>
                    <a:pt x="233838" y="215567"/>
                  </a:lnTo>
                  <a:lnTo>
                    <a:pt x="232273" y="216864"/>
                  </a:lnTo>
                  <a:lnTo>
                    <a:pt x="228706" y="219812"/>
                  </a:lnTo>
                  <a:lnTo>
                    <a:pt x="227266" y="219345"/>
                  </a:lnTo>
                  <a:lnTo>
                    <a:pt x="226505" y="219098"/>
                  </a:lnTo>
                  <a:lnTo>
                    <a:pt x="224573" y="218727"/>
                  </a:lnTo>
                  <a:lnTo>
                    <a:pt x="223772" y="218573"/>
                  </a:lnTo>
                  <a:lnTo>
                    <a:pt x="222559" y="221609"/>
                  </a:lnTo>
                  <a:lnTo>
                    <a:pt x="219999" y="224345"/>
                  </a:lnTo>
                  <a:lnTo>
                    <a:pt x="217988" y="225498"/>
                  </a:lnTo>
                  <a:lnTo>
                    <a:pt x="217765" y="223326"/>
                  </a:lnTo>
                  <a:lnTo>
                    <a:pt x="218710" y="222301"/>
                  </a:lnTo>
                  <a:lnTo>
                    <a:pt x="218666" y="220493"/>
                  </a:lnTo>
                  <a:lnTo>
                    <a:pt x="218219" y="218605"/>
                  </a:lnTo>
                  <a:lnTo>
                    <a:pt x="219064" y="217617"/>
                  </a:lnTo>
                  <a:lnTo>
                    <a:pt x="219422" y="217457"/>
                  </a:lnTo>
                  <a:lnTo>
                    <a:pt x="221929" y="216335"/>
                  </a:lnTo>
                  <a:lnTo>
                    <a:pt x="222254" y="215412"/>
                  </a:lnTo>
                  <a:lnTo>
                    <a:pt x="222324" y="215214"/>
                  </a:lnTo>
                  <a:lnTo>
                    <a:pt x="222747" y="213985"/>
                  </a:lnTo>
                  <a:lnTo>
                    <a:pt x="222851" y="212124"/>
                  </a:lnTo>
                  <a:lnTo>
                    <a:pt x="222910" y="211067"/>
                  </a:lnTo>
                  <a:lnTo>
                    <a:pt x="222943" y="210460"/>
                  </a:lnTo>
                  <a:lnTo>
                    <a:pt x="223361" y="208161"/>
                  </a:lnTo>
                  <a:lnTo>
                    <a:pt x="223551" y="207108"/>
                  </a:lnTo>
                  <a:lnTo>
                    <a:pt x="223596" y="206861"/>
                  </a:lnTo>
                  <a:lnTo>
                    <a:pt x="223622" y="206557"/>
                  </a:lnTo>
                  <a:lnTo>
                    <a:pt x="223719" y="205408"/>
                  </a:lnTo>
                  <a:lnTo>
                    <a:pt x="223787" y="204607"/>
                  </a:lnTo>
                  <a:lnTo>
                    <a:pt x="223844" y="203929"/>
                  </a:lnTo>
                  <a:lnTo>
                    <a:pt x="223837" y="203511"/>
                  </a:lnTo>
                  <a:lnTo>
                    <a:pt x="223805" y="201626"/>
                  </a:lnTo>
                  <a:lnTo>
                    <a:pt x="223775" y="199898"/>
                  </a:lnTo>
                  <a:lnTo>
                    <a:pt x="223556" y="197559"/>
                  </a:lnTo>
                  <a:lnTo>
                    <a:pt x="217474" y="196325"/>
                  </a:lnTo>
                  <a:lnTo>
                    <a:pt x="210397" y="194778"/>
                  </a:lnTo>
                  <a:lnTo>
                    <a:pt x="209448" y="194570"/>
                  </a:lnTo>
                  <a:lnTo>
                    <a:pt x="206643" y="193930"/>
                  </a:lnTo>
                  <a:lnTo>
                    <a:pt x="203897" y="193168"/>
                  </a:lnTo>
                  <a:lnTo>
                    <a:pt x="200077" y="192104"/>
                  </a:lnTo>
                  <a:lnTo>
                    <a:pt x="190166" y="189587"/>
                  </a:lnTo>
                  <a:lnTo>
                    <a:pt x="187768" y="186767"/>
                  </a:lnTo>
                  <a:lnTo>
                    <a:pt x="186994" y="186923"/>
                  </a:lnTo>
                  <a:lnTo>
                    <a:pt x="185427" y="187237"/>
                  </a:lnTo>
                  <a:lnTo>
                    <a:pt x="181901" y="187110"/>
                  </a:lnTo>
                  <a:lnTo>
                    <a:pt x="178084" y="186174"/>
                  </a:lnTo>
                  <a:lnTo>
                    <a:pt x="174799" y="183095"/>
                  </a:lnTo>
                  <a:lnTo>
                    <a:pt x="174303" y="181748"/>
                  </a:lnTo>
                  <a:lnTo>
                    <a:pt x="173644" y="179958"/>
                  </a:lnTo>
                  <a:lnTo>
                    <a:pt x="171896" y="174704"/>
                  </a:lnTo>
                  <a:lnTo>
                    <a:pt x="170446" y="172560"/>
                  </a:lnTo>
                  <a:lnTo>
                    <a:pt x="168533" y="171148"/>
                  </a:lnTo>
                  <a:lnTo>
                    <a:pt x="167291" y="171070"/>
                  </a:lnTo>
                  <a:lnTo>
                    <a:pt x="165545" y="170958"/>
                  </a:lnTo>
                  <a:lnTo>
                    <a:pt x="162685" y="170677"/>
                  </a:lnTo>
                  <a:lnTo>
                    <a:pt x="160793" y="168024"/>
                  </a:lnTo>
                  <a:lnTo>
                    <a:pt x="158420" y="166378"/>
                  </a:lnTo>
                  <a:lnTo>
                    <a:pt x="157754" y="166541"/>
                  </a:lnTo>
                  <a:lnTo>
                    <a:pt x="153598" y="167550"/>
                  </a:lnTo>
                  <a:lnTo>
                    <a:pt x="153390" y="167615"/>
                  </a:lnTo>
                  <a:lnTo>
                    <a:pt x="139914" y="171841"/>
                  </a:lnTo>
                  <a:lnTo>
                    <a:pt x="131719" y="174355"/>
                  </a:lnTo>
                  <a:lnTo>
                    <a:pt x="130336" y="174777"/>
                  </a:lnTo>
                  <a:lnTo>
                    <a:pt x="119285" y="178116"/>
                  </a:lnTo>
                  <a:lnTo>
                    <a:pt x="115916" y="179062"/>
                  </a:lnTo>
                  <a:lnTo>
                    <a:pt x="103012" y="182857"/>
                  </a:lnTo>
                  <a:lnTo>
                    <a:pt x="101651" y="183253"/>
                  </a:lnTo>
                  <a:lnTo>
                    <a:pt x="100186" y="183679"/>
                  </a:lnTo>
                  <a:lnTo>
                    <a:pt x="79091" y="189854"/>
                  </a:lnTo>
                  <a:lnTo>
                    <a:pt x="74183" y="191266"/>
                  </a:lnTo>
                  <a:lnTo>
                    <a:pt x="71302" y="192090"/>
                  </a:lnTo>
                  <a:lnTo>
                    <a:pt x="64290" y="194007"/>
                  </a:lnTo>
                  <a:lnTo>
                    <a:pt x="58130" y="195732"/>
                  </a:lnTo>
                  <a:lnTo>
                    <a:pt x="55850" y="196367"/>
                  </a:lnTo>
                  <a:lnTo>
                    <a:pt x="54548" y="196720"/>
                  </a:lnTo>
                  <a:lnTo>
                    <a:pt x="44374" y="199454"/>
                  </a:lnTo>
                  <a:lnTo>
                    <a:pt x="33016" y="202545"/>
                  </a:lnTo>
                  <a:lnTo>
                    <a:pt x="30753" y="203155"/>
                  </a:lnTo>
                  <a:lnTo>
                    <a:pt x="27993" y="203892"/>
                  </a:lnTo>
                  <a:lnTo>
                    <a:pt x="13464" y="207724"/>
                  </a:lnTo>
                  <a:lnTo>
                    <a:pt x="8565" y="208975"/>
                  </a:lnTo>
                  <a:lnTo>
                    <a:pt x="3234" y="210325"/>
                  </a:lnTo>
                  <a:lnTo>
                    <a:pt x="1637" y="20391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48608" y="3261416"/>
              <a:ext cx="6062" cy="8998"/>
            </a:xfrm>
            <a:custGeom>
              <a:avLst/>
              <a:pathLst>
                <a:path w="6062" h="8998">
                  <a:moveTo>
                    <a:pt x="0" y="3249"/>
                  </a:moveTo>
                  <a:lnTo>
                    <a:pt x="2020" y="0"/>
                  </a:lnTo>
                  <a:lnTo>
                    <a:pt x="5511" y="2039"/>
                  </a:lnTo>
                  <a:lnTo>
                    <a:pt x="6062" y="6853"/>
                  </a:lnTo>
                  <a:lnTo>
                    <a:pt x="2696" y="89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15185" y="3201888"/>
              <a:ext cx="316859" cy="363173"/>
            </a:xfrm>
            <a:custGeom>
              <a:avLst/>
              <a:pathLst>
                <a:path w="316859" h="363173">
                  <a:moveTo>
                    <a:pt x="39879" y="319198"/>
                  </a:moveTo>
                  <a:lnTo>
                    <a:pt x="38703" y="311931"/>
                  </a:lnTo>
                  <a:lnTo>
                    <a:pt x="37394" y="303857"/>
                  </a:lnTo>
                  <a:lnTo>
                    <a:pt x="35362" y="291727"/>
                  </a:lnTo>
                  <a:lnTo>
                    <a:pt x="34647" y="287464"/>
                  </a:lnTo>
                  <a:lnTo>
                    <a:pt x="32159" y="272662"/>
                  </a:lnTo>
                  <a:lnTo>
                    <a:pt x="29230" y="254924"/>
                  </a:lnTo>
                  <a:lnTo>
                    <a:pt x="27870" y="246707"/>
                  </a:lnTo>
                  <a:lnTo>
                    <a:pt x="26291" y="237185"/>
                  </a:lnTo>
                  <a:lnTo>
                    <a:pt x="25184" y="230380"/>
                  </a:lnTo>
                  <a:lnTo>
                    <a:pt x="23210" y="218262"/>
                  </a:lnTo>
                  <a:lnTo>
                    <a:pt x="22560" y="214275"/>
                  </a:lnTo>
                  <a:lnTo>
                    <a:pt x="20204" y="200397"/>
                  </a:lnTo>
                  <a:lnTo>
                    <a:pt x="19046" y="193846"/>
                  </a:lnTo>
                  <a:lnTo>
                    <a:pt x="16476" y="179335"/>
                  </a:lnTo>
                  <a:lnTo>
                    <a:pt x="13201" y="161258"/>
                  </a:lnTo>
                  <a:lnTo>
                    <a:pt x="12073" y="155047"/>
                  </a:lnTo>
                  <a:lnTo>
                    <a:pt x="9842" y="142769"/>
                  </a:lnTo>
                  <a:lnTo>
                    <a:pt x="7619" y="130575"/>
                  </a:lnTo>
                  <a:lnTo>
                    <a:pt x="7307" y="128867"/>
                  </a:lnTo>
                  <a:lnTo>
                    <a:pt x="4974" y="116096"/>
                  </a:lnTo>
                  <a:lnTo>
                    <a:pt x="4667" y="114445"/>
                  </a:lnTo>
                  <a:lnTo>
                    <a:pt x="2870" y="104773"/>
                  </a:lnTo>
                  <a:lnTo>
                    <a:pt x="0" y="89351"/>
                  </a:lnTo>
                  <a:lnTo>
                    <a:pt x="25173" y="83702"/>
                  </a:lnTo>
                  <a:lnTo>
                    <a:pt x="27804" y="83095"/>
                  </a:lnTo>
                  <a:lnTo>
                    <a:pt x="30477" y="82477"/>
                  </a:lnTo>
                  <a:lnTo>
                    <a:pt x="45905" y="78884"/>
                  </a:lnTo>
                  <a:lnTo>
                    <a:pt x="63220" y="74744"/>
                  </a:lnTo>
                  <a:lnTo>
                    <a:pt x="71213" y="72813"/>
                  </a:lnTo>
                  <a:lnTo>
                    <a:pt x="92251" y="67646"/>
                  </a:lnTo>
                  <a:lnTo>
                    <a:pt x="96048" y="70862"/>
                  </a:lnTo>
                  <a:lnTo>
                    <a:pt x="101528" y="68731"/>
                  </a:lnTo>
                  <a:lnTo>
                    <a:pt x="109116" y="72693"/>
                  </a:lnTo>
                  <a:lnTo>
                    <a:pt x="114142" y="73584"/>
                  </a:lnTo>
                  <a:lnTo>
                    <a:pt x="121350" y="74852"/>
                  </a:lnTo>
                  <a:lnTo>
                    <a:pt x="124738" y="77975"/>
                  </a:lnTo>
                  <a:lnTo>
                    <a:pt x="131947" y="80442"/>
                  </a:lnTo>
                  <a:lnTo>
                    <a:pt x="135910" y="73598"/>
                  </a:lnTo>
                  <a:lnTo>
                    <a:pt x="137441" y="72186"/>
                  </a:lnTo>
                  <a:lnTo>
                    <a:pt x="146280" y="74708"/>
                  </a:lnTo>
                  <a:lnTo>
                    <a:pt x="149018" y="78496"/>
                  </a:lnTo>
                  <a:lnTo>
                    <a:pt x="149284" y="78863"/>
                  </a:lnTo>
                  <a:lnTo>
                    <a:pt x="155381" y="83732"/>
                  </a:lnTo>
                  <a:lnTo>
                    <a:pt x="161850" y="85937"/>
                  </a:lnTo>
                  <a:lnTo>
                    <a:pt x="166932" y="85298"/>
                  </a:lnTo>
                  <a:lnTo>
                    <a:pt x="172934" y="80075"/>
                  </a:lnTo>
                  <a:lnTo>
                    <a:pt x="173867" y="79809"/>
                  </a:lnTo>
                  <a:lnTo>
                    <a:pt x="179254" y="78274"/>
                  </a:lnTo>
                  <a:lnTo>
                    <a:pt x="184411" y="73176"/>
                  </a:lnTo>
                  <a:lnTo>
                    <a:pt x="196374" y="66350"/>
                  </a:lnTo>
                  <a:lnTo>
                    <a:pt x="198371" y="66928"/>
                  </a:lnTo>
                  <a:lnTo>
                    <a:pt x="200714" y="67605"/>
                  </a:lnTo>
                  <a:lnTo>
                    <a:pt x="207082" y="65863"/>
                  </a:lnTo>
                  <a:lnTo>
                    <a:pt x="209329" y="65247"/>
                  </a:lnTo>
                  <a:lnTo>
                    <a:pt x="214399" y="64782"/>
                  </a:lnTo>
                  <a:lnTo>
                    <a:pt x="220535" y="58336"/>
                  </a:lnTo>
                  <a:lnTo>
                    <a:pt x="228514" y="47360"/>
                  </a:lnTo>
                  <a:lnTo>
                    <a:pt x="229757" y="45645"/>
                  </a:lnTo>
                  <a:lnTo>
                    <a:pt x="233838" y="39057"/>
                  </a:lnTo>
                  <a:lnTo>
                    <a:pt x="239661" y="32532"/>
                  </a:lnTo>
                  <a:lnTo>
                    <a:pt x="246083" y="28450"/>
                  </a:lnTo>
                  <a:lnTo>
                    <a:pt x="253970" y="21435"/>
                  </a:lnTo>
                  <a:lnTo>
                    <a:pt x="257136" y="19746"/>
                  </a:lnTo>
                  <a:lnTo>
                    <a:pt x="263631" y="16271"/>
                  </a:lnTo>
                  <a:lnTo>
                    <a:pt x="269511" y="10890"/>
                  </a:lnTo>
                  <a:lnTo>
                    <a:pt x="283295" y="2869"/>
                  </a:lnTo>
                  <a:lnTo>
                    <a:pt x="287087" y="0"/>
                  </a:lnTo>
                  <a:lnTo>
                    <a:pt x="289857" y="11807"/>
                  </a:lnTo>
                  <a:lnTo>
                    <a:pt x="293741" y="28398"/>
                  </a:lnTo>
                  <a:lnTo>
                    <a:pt x="297423" y="44123"/>
                  </a:lnTo>
                  <a:lnTo>
                    <a:pt x="297644" y="45067"/>
                  </a:lnTo>
                  <a:lnTo>
                    <a:pt x="303171" y="68741"/>
                  </a:lnTo>
                  <a:lnTo>
                    <a:pt x="305278" y="77915"/>
                  </a:lnTo>
                  <a:lnTo>
                    <a:pt x="305450" y="78665"/>
                  </a:lnTo>
                  <a:lnTo>
                    <a:pt x="310071" y="98839"/>
                  </a:lnTo>
                  <a:lnTo>
                    <a:pt x="310208" y="99424"/>
                  </a:lnTo>
                  <a:lnTo>
                    <a:pt x="311264" y="103943"/>
                  </a:lnTo>
                  <a:lnTo>
                    <a:pt x="315838" y="123551"/>
                  </a:lnTo>
                  <a:lnTo>
                    <a:pt x="311867" y="126784"/>
                  </a:lnTo>
                  <a:lnTo>
                    <a:pt x="308766" y="127105"/>
                  </a:lnTo>
                  <a:lnTo>
                    <a:pt x="306737" y="131243"/>
                  </a:lnTo>
                  <a:lnTo>
                    <a:pt x="311210" y="136204"/>
                  </a:lnTo>
                  <a:lnTo>
                    <a:pt x="313967" y="142731"/>
                  </a:lnTo>
                  <a:lnTo>
                    <a:pt x="313495" y="147863"/>
                  </a:lnTo>
                  <a:lnTo>
                    <a:pt x="313406" y="148830"/>
                  </a:lnTo>
                  <a:lnTo>
                    <a:pt x="316859" y="155946"/>
                  </a:lnTo>
                  <a:lnTo>
                    <a:pt x="315326" y="161441"/>
                  </a:lnTo>
                  <a:lnTo>
                    <a:pt x="313922" y="168037"/>
                  </a:lnTo>
                  <a:lnTo>
                    <a:pt x="313267" y="171105"/>
                  </a:lnTo>
                  <a:lnTo>
                    <a:pt x="313145" y="171675"/>
                  </a:lnTo>
                  <a:lnTo>
                    <a:pt x="312492" y="178796"/>
                  </a:lnTo>
                  <a:lnTo>
                    <a:pt x="313358" y="183086"/>
                  </a:lnTo>
                  <a:lnTo>
                    <a:pt x="314538" y="188946"/>
                  </a:lnTo>
                  <a:lnTo>
                    <a:pt x="313265" y="191251"/>
                  </a:lnTo>
                  <a:lnTo>
                    <a:pt x="311200" y="194809"/>
                  </a:lnTo>
                  <a:lnTo>
                    <a:pt x="311222" y="201494"/>
                  </a:lnTo>
                  <a:lnTo>
                    <a:pt x="311223" y="201773"/>
                  </a:lnTo>
                  <a:lnTo>
                    <a:pt x="312127" y="206041"/>
                  </a:lnTo>
                  <a:lnTo>
                    <a:pt x="309753" y="210259"/>
                  </a:lnTo>
                  <a:lnTo>
                    <a:pt x="313079" y="213779"/>
                  </a:lnTo>
                  <a:lnTo>
                    <a:pt x="313635" y="214367"/>
                  </a:lnTo>
                  <a:lnTo>
                    <a:pt x="312136" y="219501"/>
                  </a:lnTo>
                  <a:lnTo>
                    <a:pt x="307791" y="225961"/>
                  </a:lnTo>
                  <a:lnTo>
                    <a:pt x="302619" y="233879"/>
                  </a:lnTo>
                  <a:lnTo>
                    <a:pt x="300481" y="237142"/>
                  </a:lnTo>
                  <a:lnTo>
                    <a:pt x="298344" y="242694"/>
                  </a:lnTo>
                  <a:lnTo>
                    <a:pt x="298001" y="243583"/>
                  </a:lnTo>
                  <a:lnTo>
                    <a:pt x="294331" y="246252"/>
                  </a:lnTo>
                  <a:lnTo>
                    <a:pt x="290698" y="251056"/>
                  </a:lnTo>
                  <a:lnTo>
                    <a:pt x="284631" y="256756"/>
                  </a:lnTo>
                  <a:lnTo>
                    <a:pt x="282961" y="256857"/>
                  </a:lnTo>
                  <a:lnTo>
                    <a:pt x="281247" y="256960"/>
                  </a:lnTo>
                  <a:lnTo>
                    <a:pt x="279056" y="253299"/>
                  </a:lnTo>
                  <a:lnTo>
                    <a:pt x="275698" y="252648"/>
                  </a:lnTo>
                  <a:lnTo>
                    <a:pt x="273091" y="256743"/>
                  </a:lnTo>
                  <a:lnTo>
                    <a:pt x="269941" y="261584"/>
                  </a:lnTo>
                  <a:lnTo>
                    <a:pt x="270624" y="266727"/>
                  </a:lnTo>
                  <a:lnTo>
                    <a:pt x="267197" y="267588"/>
                  </a:lnTo>
                  <a:lnTo>
                    <a:pt x="262667" y="268770"/>
                  </a:lnTo>
                  <a:lnTo>
                    <a:pt x="261377" y="274350"/>
                  </a:lnTo>
                  <a:lnTo>
                    <a:pt x="260841" y="275273"/>
                  </a:lnTo>
                  <a:lnTo>
                    <a:pt x="259137" y="278207"/>
                  </a:lnTo>
                  <a:lnTo>
                    <a:pt x="259240" y="278536"/>
                  </a:lnTo>
                  <a:lnTo>
                    <a:pt x="261356" y="285278"/>
                  </a:lnTo>
                  <a:lnTo>
                    <a:pt x="260886" y="285631"/>
                  </a:lnTo>
                  <a:lnTo>
                    <a:pt x="257187" y="288408"/>
                  </a:lnTo>
                  <a:lnTo>
                    <a:pt x="259068" y="292214"/>
                  </a:lnTo>
                  <a:lnTo>
                    <a:pt x="261476" y="297451"/>
                  </a:lnTo>
                  <a:lnTo>
                    <a:pt x="258479" y="301502"/>
                  </a:lnTo>
                  <a:lnTo>
                    <a:pt x="253731" y="304143"/>
                  </a:lnTo>
                  <a:lnTo>
                    <a:pt x="249417" y="298935"/>
                  </a:lnTo>
                  <a:lnTo>
                    <a:pt x="244078" y="296607"/>
                  </a:lnTo>
                  <a:lnTo>
                    <a:pt x="241848" y="298235"/>
                  </a:lnTo>
                  <a:lnTo>
                    <a:pt x="239268" y="302864"/>
                  </a:lnTo>
                  <a:lnTo>
                    <a:pt x="238858" y="304417"/>
                  </a:lnTo>
                  <a:lnTo>
                    <a:pt x="237354" y="310103"/>
                  </a:lnTo>
                  <a:lnTo>
                    <a:pt x="236980" y="318021"/>
                  </a:lnTo>
                  <a:lnTo>
                    <a:pt x="233989" y="320803"/>
                  </a:lnTo>
                  <a:lnTo>
                    <a:pt x="235343" y="324601"/>
                  </a:lnTo>
                  <a:lnTo>
                    <a:pt x="238391" y="333687"/>
                  </a:lnTo>
                  <a:lnTo>
                    <a:pt x="240102" y="338257"/>
                  </a:lnTo>
                  <a:lnTo>
                    <a:pt x="237281" y="340501"/>
                  </a:lnTo>
                  <a:lnTo>
                    <a:pt x="233281" y="341181"/>
                  </a:lnTo>
                  <a:lnTo>
                    <a:pt x="232977" y="342585"/>
                  </a:lnTo>
                  <a:lnTo>
                    <a:pt x="232547" y="344573"/>
                  </a:lnTo>
                  <a:lnTo>
                    <a:pt x="232961" y="350671"/>
                  </a:lnTo>
                  <a:lnTo>
                    <a:pt x="232421" y="355338"/>
                  </a:lnTo>
                  <a:lnTo>
                    <a:pt x="228542" y="357581"/>
                  </a:lnTo>
                  <a:lnTo>
                    <a:pt x="223994" y="359318"/>
                  </a:lnTo>
                  <a:lnTo>
                    <a:pt x="219774" y="361420"/>
                  </a:lnTo>
                  <a:lnTo>
                    <a:pt x="216246" y="363173"/>
                  </a:lnTo>
                  <a:lnTo>
                    <a:pt x="213551" y="362061"/>
                  </a:lnTo>
                  <a:lnTo>
                    <a:pt x="210750" y="357318"/>
                  </a:lnTo>
                  <a:lnTo>
                    <a:pt x="206908" y="355178"/>
                  </a:lnTo>
                  <a:lnTo>
                    <a:pt x="205931" y="354634"/>
                  </a:lnTo>
                  <a:lnTo>
                    <a:pt x="201632" y="351481"/>
                  </a:lnTo>
                  <a:lnTo>
                    <a:pt x="196125" y="352108"/>
                  </a:lnTo>
                  <a:lnTo>
                    <a:pt x="195137" y="351429"/>
                  </a:lnTo>
                  <a:lnTo>
                    <a:pt x="191700" y="349067"/>
                  </a:lnTo>
                  <a:lnTo>
                    <a:pt x="189046" y="342495"/>
                  </a:lnTo>
                  <a:lnTo>
                    <a:pt x="188200" y="338791"/>
                  </a:lnTo>
                  <a:lnTo>
                    <a:pt x="186224" y="335566"/>
                  </a:lnTo>
                  <a:lnTo>
                    <a:pt x="182591" y="337565"/>
                  </a:lnTo>
                  <a:lnTo>
                    <a:pt x="177909" y="339821"/>
                  </a:lnTo>
                  <a:lnTo>
                    <a:pt x="176819" y="341321"/>
                  </a:lnTo>
                  <a:lnTo>
                    <a:pt x="176113" y="342294"/>
                  </a:lnTo>
                  <a:lnTo>
                    <a:pt x="171747" y="346737"/>
                  </a:lnTo>
                  <a:lnTo>
                    <a:pt x="171119" y="349902"/>
                  </a:lnTo>
                  <a:lnTo>
                    <a:pt x="168340" y="352404"/>
                  </a:lnTo>
                  <a:lnTo>
                    <a:pt x="163388" y="352621"/>
                  </a:lnTo>
                  <a:lnTo>
                    <a:pt x="161884" y="354421"/>
                  </a:lnTo>
                  <a:lnTo>
                    <a:pt x="160531" y="356038"/>
                  </a:lnTo>
                  <a:lnTo>
                    <a:pt x="157671" y="354361"/>
                  </a:lnTo>
                  <a:lnTo>
                    <a:pt x="152979" y="351582"/>
                  </a:lnTo>
                  <a:lnTo>
                    <a:pt x="148235" y="351788"/>
                  </a:lnTo>
                  <a:lnTo>
                    <a:pt x="140985" y="350100"/>
                  </a:lnTo>
                  <a:lnTo>
                    <a:pt x="134657" y="353564"/>
                  </a:lnTo>
                  <a:lnTo>
                    <a:pt x="134129" y="357149"/>
                  </a:lnTo>
                  <a:lnTo>
                    <a:pt x="133869" y="357340"/>
                  </a:lnTo>
                  <a:lnTo>
                    <a:pt x="131734" y="358904"/>
                  </a:lnTo>
                  <a:lnTo>
                    <a:pt x="129699" y="358540"/>
                  </a:lnTo>
                  <a:lnTo>
                    <a:pt x="124583" y="357623"/>
                  </a:lnTo>
                  <a:lnTo>
                    <a:pt x="123113" y="354305"/>
                  </a:lnTo>
                  <a:lnTo>
                    <a:pt x="119140" y="353132"/>
                  </a:lnTo>
                  <a:lnTo>
                    <a:pt x="117233" y="350099"/>
                  </a:lnTo>
                  <a:lnTo>
                    <a:pt x="113205" y="349369"/>
                  </a:lnTo>
                  <a:lnTo>
                    <a:pt x="111350" y="349032"/>
                  </a:lnTo>
                  <a:lnTo>
                    <a:pt x="107519" y="348581"/>
                  </a:lnTo>
                  <a:lnTo>
                    <a:pt x="102480" y="351059"/>
                  </a:lnTo>
                  <a:lnTo>
                    <a:pt x="96251" y="350553"/>
                  </a:lnTo>
                  <a:lnTo>
                    <a:pt x="90386" y="350130"/>
                  </a:lnTo>
                  <a:lnTo>
                    <a:pt x="89029" y="348078"/>
                  </a:lnTo>
                  <a:lnTo>
                    <a:pt x="88302" y="346978"/>
                  </a:lnTo>
                  <a:lnTo>
                    <a:pt x="87833" y="343987"/>
                  </a:lnTo>
                  <a:lnTo>
                    <a:pt x="87748" y="343448"/>
                  </a:lnTo>
                  <a:lnTo>
                    <a:pt x="82465" y="337224"/>
                  </a:lnTo>
                  <a:lnTo>
                    <a:pt x="81245" y="334198"/>
                  </a:lnTo>
                  <a:lnTo>
                    <a:pt x="79011" y="331657"/>
                  </a:lnTo>
                  <a:lnTo>
                    <a:pt x="78514" y="331091"/>
                  </a:lnTo>
                  <a:lnTo>
                    <a:pt x="72867" y="330356"/>
                  </a:lnTo>
                  <a:lnTo>
                    <a:pt x="69949" y="327298"/>
                  </a:lnTo>
                  <a:lnTo>
                    <a:pt x="68561" y="324631"/>
                  </a:lnTo>
                  <a:lnTo>
                    <a:pt x="67238" y="324181"/>
                  </a:lnTo>
                  <a:lnTo>
                    <a:pt x="65968" y="324904"/>
                  </a:lnTo>
                  <a:lnTo>
                    <a:pt x="65288" y="326408"/>
                  </a:lnTo>
                  <a:lnTo>
                    <a:pt x="64385" y="326646"/>
                  </a:lnTo>
                  <a:lnTo>
                    <a:pt x="61251" y="327472"/>
                  </a:lnTo>
                  <a:lnTo>
                    <a:pt x="57592" y="330674"/>
                  </a:lnTo>
                  <a:lnTo>
                    <a:pt x="56496" y="330391"/>
                  </a:lnTo>
                  <a:lnTo>
                    <a:pt x="52214" y="329282"/>
                  </a:lnTo>
                  <a:lnTo>
                    <a:pt x="49199" y="326732"/>
                  </a:lnTo>
                  <a:lnTo>
                    <a:pt x="49015" y="326577"/>
                  </a:lnTo>
                  <a:lnTo>
                    <a:pt x="46147" y="325701"/>
                  </a:lnTo>
                  <a:lnTo>
                    <a:pt x="41856" y="330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665116" y="3993658"/>
              <a:ext cx="789987" cy="378327"/>
            </a:xfrm>
            <a:custGeom>
              <a:avLst/>
              <a:pathLst>
                <a:path w="789987" h="378327">
                  <a:moveTo>
                    <a:pt x="638" y="46966"/>
                  </a:moveTo>
                  <a:lnTo>
                    <a:pt x="1556" y="20702"/>
                  </a:lnTo>
                  <a:lnTo>
                    <a:pt x="1871" y="10555"/>
                  </a:lnTo>
                  <a:lnTo>
                    <a:pt x="16274" y="11113"/>
                  </a:lnTo>
                  <a:lnTo>
                    <a:pt x="29193" y="12039"/>
                  </a:lnTo>
                  <a:lnTo>
                    <a:pt x="60025" y="13039"/>
                  </a:lnTo>
                  <a:lnTo>
                    <a:pt x="88179" y="13936"/>
                  </a:lnTo>
                  <a:lnTo>
                    <a:pt x="89441" y="13960"/>
                  </a:lnTo>
                  <a:lnTo>
                    <a:pt x="100756" y="14162"/>
                  </a:lnTo>
                  <a:lnTo>
                    <a:pt x="131992" y="14627"/>
                  </a:lnTo>
                  <a:lnTo>
                    <a:pt x="138284" y="14706"/>
                  </a:lnTo>
                  <a:lnTo>
                    <a:pt x="162923" y="14932"/>
                  </a:lnTo>
                  <a:lnTo>
                    <a:pt x="175972" y="15040"/>
                  </a:lnTo>
                  <a:lnTo>
                    <a:pt x="186858" y="15113"/>
                  </a:lnTo>
                  <a:lnTo>
                    <a:pt x="194941" y="15157"/>
                  </a:lnTo>
                  <a:lnTo>
                    <a:pt x="214944" y="15161"/>
                  </a:lnTo>
                  <a:lnTo>
                    <a:pt x="222200" y="15149"/>
                  </a:lnTo>
                  <a:lnTo>
                    <a:pt x="263877" y="15225"/>
                  </a:lnTo>
                  <a:lnTo>
                    <a:pt x="271697" y="15214"/>
                  </a:lnTo>
                  <a:lnTo>
                    <a:pt x="272360" y="15213"/>
                  </a:lnTo>
                  <a:lnTo>
                    <a:pt x="302731" y="15311"/>
                  </a:lnTo>
                  <a:lnTo>
                    <a:pt x="313217" y="15293"/>
                  </a:lnTo>
                  <a:lnTo>
                    <a:pt x="320857" y="15271"/>
                  </a:lnTo>
                  <a:lnTo>
                    <a:pt x="325283" y="15254"/>
                  </a:lnTo>
                  <a:lnTo>
                    <a:pt x="350256" y="15054"/>
                  </a:lnTo>
                  <a:lnTo>
                    <a:pt x="361876" y="14932"/>
                  </a:lnTo>
                  <a:lnTo>
                    <a:pt x="380622" y="14697"/>
                  </a:lnTo>
                  <a:lnTo>
                    <a:pt x="402869" y="14426"/>
                  </a:lnTo>
                  <a:lnTo>
                    <a:pt x="420016" y="14172"/>
                  </a:lnTo>
                  <a:lnTo>
                    <a:pt x="420638" y="14159"/>
                  </a:lnTo>
                  <a:lnTo>
                    <a:pt x="441792" y="13682"/>
                  </a:lnTo>
                  <a:lnTo>
                    <a:pt x="447786" y="13536"/>
                  </a:lnTo>
                  <a:lnTo>
                    <a:pt x="469644" y="12953"/>
                  </a:lnTo>
                  <a:lnTo>
                    <a:pt x="472667" y="12868"/>
                  </a:lnTo>
                  <a:lnTo>
                    <a:pt x="500219" y="12077"/>
                  </a:lnTo>
                  <a:lnTo>
                    <a:pt x="507181" y="11861"/>
                  </a:lnTo>
                  <a:lnTo>
                    <a:pt x="528509" y="11152"/>
                  </a:lnTo>
                  <a:lnTo>
                    <a:pt x="532741" y="11004"/>
                  </a:lnTo>
                  <a:lnTo>
                    <a:pt x="564281" y="9849"/>
                  </a:lnTo>
                  <a:lnTo>
                    <a:pt x="584440" y="9076"/>
                  </a:lnTo>
                  <a:lnTo>
                    <a:pt x="586714" y="8985"/>
                  </a:lnTo>
                  <a:lnTo>
                    <a:pt x="612121" y="7834"/>
                  </a:lnTo>
                  <a:lnTo>
                    <a:pt x="631598" y="6916"/>
                  </a:lnTo>
                  <a:lnTo>
                    <a:pt x="634881" y="6756"/>
                  </a:lnTo>
                  <a:lnTo>
                    <a:pt x="638129" y="6597"/>
                  </a:lnTo>
                  <a:lnTo>
                    <a:pt x="650829" y="5966"/>
                  </a:lnTo>
                  <a:lnTo>
                    <a:pt x="669977" y="4975"/>
                  </a:lnTo>
                  <a:lnTo>
                    <a:pt x="674575" y="4730"/>
                  </a:lnTo>
                  <a:lnTo>
                    <a:pt x="684875" y="4171"/>
                  </a:lnTo>
                  <a:lnTo>
                    <a:pt x="692523" y="3746"/>
                  </a:lnTo>
                  <a:lnTo>
                    <a:pt x="714887" y="2450"/>
                  </a:lnTo>
                  <a:lnTo>
                    <a:pt x="720802" y="2096"/>
                  </a:lnTo>
                  <a:lnTo>
                    <a:pt x="721909" y="2029"/>
                  </a:lnTo>
                  <a:lnTo>
                    <a:pt x="747275" y="554"/>
                  </a:lnTo>
                  <a:lnTo>
                    <a:pt x="755784" y="0"/>
                  </a:lnTo>
                  <a:lnTo>
                    <a:pt x="757299" y="26017"/>
                  </a:lnTo>
                  <a:lnTo>
                    <a:pt x="757981" y="37059"/>
                  </a:lnTo>
                  <a:lnTo>
                    <a:pt x="758364" y="43251"/>
                  </a:lnTo>
                  <a:lnTo>
                    <a:pt x="759104" y="55923"/>
                  </a:lnTo>
                  <a:lnTo>
                    <a:pt x="763294" y="78063"/>
                  </a:lnTo>
                  <a:lnTo>
                    <a:pt x="766381" y="93368"/>
                  </a:lnTo>
                  <a:lnTo>
                    <a:pt x="767721" y="100005"/>
                  </a:lnTo>
                  <a:lnTo>
                    <a:pt x="770284" y="112677"/>
                  </a:lnTo>
                  <a:lnTo>
                    <a:pt x="775168" y="137020"/>
                  </a:lnTo>
                  <a:lnTo>
                    <a:pt x="775365" y="138025"/>
                  </a:lnTo>
                  <a:lnTo>
                    <a:pt x="777994" y="151410"/>
                  </a:lnTo>
                  <a:lnTo>
                    <a:pt x="781088" y="167135"/>
                  </a:lnTo>
                  <a:lnTo>
                    <a:pt x="783151" y="178689"/>
                  </a:lnTo>
                  <a:lnTo>
                    <a:pt x="783253" y="179261"/>
                  </a:lnTo>
                  <a:lnTo>
                    <a:pt x="783608" y="181246"/>
                  </a:lnTo>
                  <a:lnTo>
                    <a:pt x="783888" y="191749"/>
                  </a:lnTo>
                  <a:lnTo>
                    <a:pt x="783988" y="195020"/>
                  </a:lnTo>
                  <a:lnTo>
                    <a:pt x="785050" y="230050"/>
                  </a:lnTo>
                  <a:lnTo>
                    <a:pt x="785196" y="234925"/>
                  </a:lnTo>
                  <a:lnTo>
                    <a:pt x="785775" y="253027"/>
                  </a:lnTo>
                  <a:lnTo>
                    <a:pt x="786110" y="263555"/>
                  </a:lnTo>
                  <a:lnTo>
                    <a:pt x="786612" y="277830"/>
                  </a:lnTo>
                  <a:lnTo>
                    <a:pt x="787190" y="294389"/>
                  </a:lnTo>
                  <a:lnTo>
                    <a:pt x="787862" y="313347"/>
                  </a:lnTo>
                  <a:lnTo>
                    <a:pt x="788534" y="332432"/>
                  </a:lnTo>
                  <a:lnTo>
                    <a:pt x="788826" y="341255"/>
                  </a:lnTo>
                  <a:lnTo>
                    <a:pt x="789386" y="358246"/>
                  </a:lnTo>
                  <a:lnTo>
                    <a:pt x="789987" y="375155"/>
                  </a:lnTo>
                  <a:lnTo>
                    <a:pt x="786052" y="377206"/>
                  </a:lnTo>
                  <a:lnTo>
                    <a:pt x="781624" y="372103"/>
                  </a:lnTo>
                  <a:lnTo>
                    <a:pt x="776190" y="372054"/>
                  </a:lnTo>
                  <a:lnTo>
                    <a:pt x="768077" y="368766"/>
                  </a:lnTo>
                  <a:lnTo>
                    <a:pt x="766394" y="367349"/>
                  </a:lnTo>
                  <a:lnTo>
                    <a:pt x="763020" y="364507"/>
                  </a:lnTo>
                  <a:lnTo>
                    <a:pt x="756000" y="365900"/>
                  </a:lnTo>
                  <a:lnTo>
                    <a:pt x="750097" y="362125"/>
                  </a:lnTo>
                  <a:lnTo>
                    <a:pt x="746401" y="358510"/>
                  </a:lnTo>
                  <a:lnTo>
                    <a:pt x="742213" y="354074"/>
                  </a:lnTo>
                  <a:lnTo>
                    <a:pt x="736078" y="353282"/>
                  </a:lnTo>
                  <a:lnTo>
                    <a:pt x="731301" y="348822"/>
                  </a:lnTo>
                  <a:lnTo>
                    <a:pt x="726028" y="345592"/>
                  </a:lnTo>
                  <a:lnTo>
                    <a:pt x="725413" y="345386"/>
                  </a:lnTo>
                  <a:lnTo>
                    <a:pt x="718691" y="343136"/>
                  </a:lnTo>
                  <a:lnTo>
                    <a:pt x="716326" y="346882"/>
                  </a:lnTo>
                  <a:lnTo>
                    <a:pt x="713826" y="352845"/>
                  </a:lnTo>
                  <a:lnTo>
                    <a:pt x="711321" y="353421"/>
                  </a:lnTo>
                  <a:lnTo>
                    <a:pt x="707434" y="354313"/>
                  </a:lnTo>
                  <a:lnTo>
                    <a:pt x="698534" y="354676"/>
                  </a:lnTo>
                  <a:lnTo>
                    <a:pt x="691150" y="353203"/>
                  </a:lnTo>
                  <a:lnTo>
                    <a:pt x="687976" y="348716"/>
                  </a:lnTo>
                  <a:lnTo>
                    <a:pt x="683603" y="348924"/>
                  </a:lnTo>
                  <a:lnTo>
                    <a:pt x="677508" y="351629"/>
                  </a:lnTo>
                  <a:lnTo>
                    <a:pt x="671239" y="353052"/>
                  </a:lnTo>
                  <a:lnTo>
                    <a:pt x="666477" y="355925"/>
                  </a:lnTo>
                  <a:lnTo>
                    <a:pt x="663648" y="357630"/>
                  </a:lnTo>
                  <a:lnTo>
                    <a:pt x="661364" y="357523"/>
                  </a:lnTo>
                  <a:lnTo>
                    <a:pt x="657358" y="357333"/>
                  </a:lnTo>
                  <a:lnTo>
                    <a:pt x="652825" y="356291"/>
                  </a:lnTo>
                  <a:lnTo>
                    <a:pt x="640941" y="360611"/>
                  </a:lnTo>
                  <a:lnTo>
                    <a:pt x="632768" y="362058"/>
                  </a:lnTo>
                  <a:lnTo>
                    <a:pt x="630905" y="365657"/>
                  </a:lnTo>
                  <a:lnTo>
                    <a:pt x="625890" y="371765"/>
                  </a:lnTo>
                  <a:lnTo>
                    <a:pt x="621270" y="369536"/>
                  </a:lnTo>
                  <a:lnTo>
                    <a:pt x="618596" y="373542"/>
                  </a:lnTo>
                  <a:lnTo>
                    <a:pt x="613541" y="378327"/>
                  </a:lnTo>
                  <a:lnTo>
                    <a:pt x="611899" y="376010"/>
                  </a:lnTo>
                  <a:lnTo>
                    <a:pt x="609532" y="372666"/>
                  </a:lnTo>
                  <a:lnTo>
                    <a:pt x="606299" y="369022"/>
                  </a:lnTo>
                  <a:lnTo>
                    <a:pt x="600154" y="370015"/>
                  </a:lnTo>
                  <a:lnTo>
                    <a:pt x="597948" y="365105"/>
                  </a:lnTo>
                  <a:lnTo>
                    <a:pt x="593344" y="365181"/>
                  </a:lnTo>
                  <a:lnTo>
                    <a:pt x="591423" y="363935"/>
                  </a:lnTo>
                  <a:lnTo>
                    <a:pt x="591487" y="358362"/>
                  </a:lnTo>
                  <a:lnTo>
                    <a:pt x="591051" y="358116"/>
                  </a:lnTo>
                  <a:lnTo>
                    <a:pt x="584810" y="354596"/>
                  </a:lnTo>
                  <a:lnTo>
                    <a:pt x="582888" y="359152"/>
                  </a:lnTo>
                  <a:lnTo>
                    <a:pt x="580222" y="364296"/>
                  </a:lnTo>
                  <a:lnTo>
                    <a:pt x="574152" y="363370"/>
                  </a:lnTo>
                  <a:lnTo>
                    <a:pt x="572410" y="360423"/>
                  </a:lnTo>
                  <a:lnTo>
                    <a:pt x="567215" y="363043"/>
                  </a:lnTo>
                  <a:lnTo>
                    <a:pt x="562644" y="356970"/>
                  </a:lnTo>
                  <a:lnTo>
                    <a:pt x="561728" y="352048"/>
                  </a:lnTo>
                  <a:lnTo>
                    <a:pt x="559011" y="352329"/>
                  </a:lnTo>
                  <a:lnTo>
                    <a:pt x="558052" y="352427"/>
                  </a:lnTo>
                  <a:lnTo>
                    <a:pt x="557333" y="352502"/>
                  </a:lnTo>
                  <a:lnTo>
                    <a:pt x="554016" y="355543"/>
                  </a:lnTo>
                  <a:lnTo>
                    <a:pt x="554427" y="359105"/>
                  </a:lnTo>
                  <a:lnTo>
                    <a:pt x="547951" y="362778"/>
                  </a:lnTo>
                  <a:lnTo>
                    <a:pt x="545967" y="367658"/>
                  </a:lnTo>
                  <a:lnTo>
                    <a:pt x="545231" y="372010"/>
                  </a:lnTo>
                  <a:lnTo>
                    <a:pt x="545062" y="376380"/>
                  </a:lnTo>
                  <a:lnTo>
                    <a:pt x="539633" y="378035"/>
                  </a:lnTo>
                  <a:lnTo>
                    <a:pt x="534063" y="368386"/>
                  </a:lnTo>
                  <a:lnTo>
                    <a:pt x="537597" y="364073"/>
                  </a:lnTo>
                  <a:lnTo>
                    <a:pt x="533673" y="356706"/>
                  </a:lnTo>
                  <a:lnTo>
                    <a:pt x="529969" y="358387"/>
                  </a:lnTo>
                  <a:lnTo>
                    <a:pt x="523331" y="362541"/>
                  </a:lnTo>
                  <a:lnTo>
                    <a:pt x="518346" y="367808"/>
                  </a:lnTo>
                  <a:lnTo>
                    <a:pt x="511652" y="367529"/>
                  </a:lnTo>
                  <a:lnTo>
                    <a:pt x="510829" y="362275"/>
                  </a:lnTo>
                  <a:lnTo>
                    <a:pt x="507640" y="357562"/>
                  </a:lnTo>
                  <a:lnTo>
                    <a:pt x="507409" y="357221"/>
                  </a:lnTo>
                  <a:lnTo>
                    <a:pt x="500745" y="359642"/>
                  </a:lnTo>
                  <a:lnTo>
                    <a:pt x="500461" y="359430"/>
                  </a:lnTo>
                  <a:lnTo>
                    <a:pt x="497125" y="356946"/>
                  </a:lnTo>
                  <a:lnTo>
                    <a:pt x="495784" y="351837"/>
                  </a:lnTo>
                  <a:lnTo>
                    <a:pt x="489853" y="349396"/>
                  </a:lnTo>
                  <a:lnTo>
                    <a:pt x="481788" y="357017"/>
                  </a:lnTo>
                  <a:lnTo>
                    <a:pt x="477817" y="362159"/>
                  </a:lnTo>
                  <a:lnTo>
                    <a:pt x="472057" y="365752"/>
                  </a:lnTo>
                  <a:lnTo>
                    <a:pt x="463977" y="362701"/>
                  </a:lnTo>
                  <a:lnTo>
                    <a:pt x="463881" y="361271"/>
                  </a:lnTo>
                  <a:lnTo>
                    <a:pt x="463633" y="357568"/>
                  </a:lnTo>
                  <a:lnTo>
                    <a:pt x="464045" y="350095"/>
                  </a:lnTo>
                  <a:lnTo>
                    <a:pt x="458597" y="349675"/>
                  </a:lnTo>
                  <a:lnTo>
                    <a:pt x="451361" y="349120"/>
                  </a:lnTo>
                  <a:lnTo>
                    <a:pt x="449736" y="343983"/>
                  </a:lnTo>
                  <a:lnTo>
                    <a:pt x="449589" y="337757"/>
                  </a:lnTo>
                  <a:lnTo>
                    <a:pt x="447230" y="332186"/>
                  </a:lnTo>
                  <a:lnTo>
                    <a:pt x="445848" y="333709"/>
                  </a:lnTo>
                  <a:lnTo>
                    <a:pt x="443045" y="336796"/>
                  </a:lnTo>
                  <a:lnTo>
                    <a:pt x="437770" y="335444"/>
                  </a:lnTo>
                  <a:lnTo>
                    <a:pt x="428999" y="333476"/>
                  </a:lnTo>
                  <a:lnTo>
                    <a:pt x="424749" y="332363"/>
                  </a:lnTo>
                  <a:lnTo>
                    <a:pt x="421589" y="335630"/>
                  </a:lnTo>
                  <a:lnTo>
                    <a:pt x="420177" y="340511"/>
                  </a:lnTo>
                  <a:lnTo>
                    <a:pt x="419331" y="340877"/>
                  </a:lnTo>
                  <a:lnTo>
                    <a:pt x="414545" y="342942"/>
                  </a:lnTo>
                  <a:lnTo>
                    <a:pt x="409523" y="339596"/>
                  </a:lnTo>
                  <a:lnTo>
                    <a:pt x="404858" y="333632"/>
                  </a:lnTo>
                  <a:lnTo>
                    <a:pt x="401757" y="332876"/>
                  </a:lnTo>
                  <a:lnTo>
                    <a:pt x="398206" y="332009"/>
                  </a:lnTo>
                  <a:lnTo>
                    <a:pt x="394332" y="335570"/>
                  </a:lnTo>
                  <a:lnTo>
                    <a:pt x="389929" y="335879"/>
                  </a:lnTo>
                  <a:lnTo>
                    <a:pt x="383393" y="333186"/>
                  </a:lnTo>
                  <a:lnTo>
                    <a:pt x="377276" y="332761"/>
                  </a:lnTo>
                  <a:lnTo>
                    <a:pt x="370871" y="328004"/>
                  </a:lnTo>
                  <a:lnTo>
                    <a:pt x="369740" y="327908"/>
                  </a:lnTo>
                  <a:lnTo>
                    <a:pt x="365012" y="327505"/>
                  </a:lnTo>
                  <a:lnTo>
                    <a:pt x="359803" y="328407"/>
                  </a:lnTo>
                  <a:lnTo>
                    <a:pt x="353003" y="327573"/>
                  </a:lnTo>
                  <a:lnTo>
                    <a:pt x="347587" y="327071"/>
                  </a:lnTo>
                  <a:lnTo>
                    <a:pt x="345432" y="315939"/>
                  </a:lnTo>
                  <a:lnTo>
                    <a:pt x="344489" y="314672"/>
                  </a:lnTo>
                  <a:lnTo>
                    <a:pt x="339427" y="307864"/>
                  </a:lnTo>
                  <a:lnTo>
                    <a:pt x="332396" y="302271"/>
                  </a:lnTo>
                  <a:lnTo>
                    <a:pt x="328246" y="301740"/>
                  </a:lnTo>
                  <a:lnTo>
                    <a:pt x="325917" y="308655"/>
                  </a:lnTo>
                  <a:lnTo>
                    <a:pt x="321199" y="306894"/>
                  </a:lnTo>
                  <a:lnTo>
                    <a:pt x="320822" y="306852"/>
                  </a:lnTo>
                  <a:lnTo>
                    <a:pt x="310622" y="305699"/>
                  </a:lnTo>
                  <a:lnTo>
                    <a:pt x="309190" y="309397"/>
                  </a:lnTo>
                  <a:lnTo>
                    <a:pt x="300204" y="308724"/>
                  </a:lnTo>
                  <a:lnTo>
                    <a:pt x="293815" y="302675"/>
                  </a:lnTo>
                  <a:lnTo>
                    <a:pt x="288842" y="296803"/>
                  </a:lnTo>
                  <a:lnTo>
                    <a:pt x="286617" y="294671"/>
                  </a:lnTo>
                  <a:lnTo>
                    <a:pt x="278494" y="286872"/>
                  </a:lnTo>
                  <a:lnTo>
                    <a:pt x="272148" y="288618"/>
                  </a:lnTo>
                  <a:lnTo>
                    <a:pt x="271893" y="288688"/>
                  </a:lnTo>
                  <a:lnTo>
                    <a:pt x="271893" y="267884"/>
                  </a:lnTo>
                  <a:lnTo>
                    <a:pt x="271893" y="236137"/>
                  </a:lnTo>
                  <a:lnTo>
                    <a:pt x="271893" y="219030"/>
                  </a:lnTo>
                  <a:lnTo>
                    <a:pt x="271892" y="192190"/>
                  </a:lnTo>
                  <a:lnTo>
                    <a:pt x="271892" y="170152"/>
                  </a:lnTo>
                  <a:lnTo>
                    <a:pt x="271892" y="140787"/>
                  </a:lnTo>
                  <a:lnTo>
                    <a:pt x="271892" y="121242"/>
                  </a:lnTo>
                  <a:lnTo>
                    <a:pt x="271891" y="71480"/>
                  </a:lnTo>
                  <a:lnTo>
                    <a:pt x="271587" y="71480"/>
                  </a:lnTo>
                  <a:lnTo>
                    <a:pt x="243752" y="71430"/>
                  </a:lnTo>
                  <a:lnTo>
                    <a:pt x="222451" y="71342"/>
                  </a:lnTo>
                  <a:lnTo>
                    <a:pt x="218241" y="71317"/>
                  </a:lnTo>
                  <a:lnTo>
                    <a:pt x="191829" y="71062"/>
                  </a:lnTo>
                  <a:lnTo>
                    <a:pt x="185490" y="71010"/>
                  </a:lnTo>
                  <a:lnTo>
                    <a:pt x="173622" y="70898"/>
                  </a:lnTo>
                  <a:lnTo>
                    <a:pt x="124822" y="70080"/>
                  </a:lnTo>
                  <a:lnTo>
                    <a:pt x="106468" y="69690"/>
                  </a:lnTo>
                  <a:lnTo>
                    <a:pt x="87833" y="69216"/>
                  </a:lnTo>
                  <a:lnTo>
                    <a:pt x="76050" y="68894"/>
                  </a:lnTo>
                  <a:lnTo>
                    <a:pt x="0" y="66551"/>
                  </a:lnTo>
                  <a:lnTo>
                    <a:pt x="400" y="550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733365" y="2554832"/>
              <a:ext cx="592979" cy="504976"/>
            </a:xfrm>
            <a:custGeom>
              <a:avLst/>
              <a:pathLst>
                <a:path w="592979" h="504976">
                  <a:moveTo>
                    <a:pt x="6837" y="296579"/>
                  </a:moveTo>
                  <a:lnTo>
                    <a:pt x="14510" y="287982"/>
                  </a:lnTo>
                  <a:lnTo>
                    <a:pt x="14656" y="287747"/>
                  </a:lnTo>
                  <a:lnTo>
                    <a:pt x="20685" y="278028"/>
                  </a:lnTo>
                  <a:lnTo>
                    <a:pt x="24711" y="270503"/>
                  </a:lnTo>
                  <a:lnTo>
                    <a:pt x="27483" y="265014"/>
                  </a:lnTo>
                  <a:lnTo>
                    <a:pt x="29597" y="261085"/>
                  </a:lnTo>
                  <a:lnTo>
                    <a:pt x="29316" y="257824"/>
                  </a:lnTo>
                  <a:lnTo>
                    <a:pt x="33458" y="255100"/>
                  </a:lnTo>
                  <a:lnTo>
                    <a:pt x="40293" y="247948"/>
                  </a:lnTo>
                  <a:lnTo>
                    <a:pt x="47023" y="238061"/>
                  </a:lnTo>
                  <a:lnTo>
                    <a:pt x="49421" y="233471"/>
                  </a:lnTo>
                  <a:lnTo>
                    <a:pt x="53661" y="225353"/>
                  </a:lnTo>
                  <a:lnTo>
                    <a:pt x="60095" y="211720"/>
                  </a:lnTo>
                  <a:lnTo>
                    <a:pt x="62019" y="207643"/>
                  </a:lnTo>
                  <a:lnTo>
                    <a:pt x="69091" y="190640"/>
                  </a:lnTo>
                  <a:lnTo>
                    <a:pt x="73392" y="179020"/>
                  </a:lnTo>
                  <a:lnTo>
                    <a:pt x="74309" y="175226"/>
                  </a:lnTo>
                  <a:lnTo>
                    <a:pt x="74539" y="174276"/>
                  </a:lnTo>
                  <a:lnTo>
                    <a:pt x="80034" y="163177"/>
                  </a:lnTo>
                  <a:lnTo>
                    <a:pt x="82433" y="155440"/>
                  </a:lnTo>
                  <a:lnTo>
                    <a:pt x="87218" y="143895"/>
                  </a:lnTo>
                  <a:lnTo>
                    <a:pt x="89264" y="137521"/>
                  </a:lnTo>
                  <a:lnTo>
                    <a:pt x="91209" y="128707"/>
                  </a:lnTo>
                  <a:lnTo>
                    <a:pt x="92920" y="125547"/>
                  </a:lnTo>
                  <a:lnTo>
                    <a:pt x="98544" y="115939"/>
                  </a:lnTo>
                  <a:lnTo>
                    <a:pt x="102030" y="107581"/>
                  </a:lnTo>
                  <a:lnTo>
                    <a:pt x="102113" y="107382"/>
                  </a:lnTo>
                  <a:lnTo>
                    <a:pt x="106969" y="99149"/>
                  </a:lnTo>
                  <a:lnTo>
                    <a:pt x="109093" y="92736"/>
                  </a:lnTo>
                  <a:lnTo>
                    <a:pt x="111470" y="87182"/>
                  </a:lnTo>
                  <a:lnTo>
                    <a:pt x="112288" y="80739"/>
                  </a:lnTo>
                  <a:lnTo>
                    <a:pt x="115777" y="73584"/>
                  </a:lnTo>
                  <a:lnTo>
                    <a:pt x="116416" y="67934"/>
                  </a:lnTo>
                  <a:lnTo>
                    <a:pt x="120296" y="61686"/>
                  </a:lnTo>
                  <a:lnTo>
                    <a:pt x="123515" y="53059"/>
                  </a:lnTo>
                  <a:lnTo>
                    <a:pt x="124787" y="48804"/>
                  </a:lnTo>
                  <a:lnTo>
                    <a:pt x="124326" y="43875"/>
                  </a:lnTo>
                  <a:lnTo>
                    <a:pt x="125192" y="41559"/>
                  </a:lnTo>
                  <a:lnTo>
                    <a:pt x="126986" y="36757"/>
                  </a:lnTo>
                  <a:lnTo>
                    <a:pt x="128578" y="30237"/>
                  </a:lnTo>
                  <a:lnTo>
                    <a:pt x="128048" y="26238"/>
                  </a:lnTo>
                  <a:lnTo>
                    <a:pt x="132369" y="24522"/>
                  </a:lnTo>
                  <a:lnTo>
                    <a:pt x="134670" y="18822"/>
                  </a:lnTo>
                  <a:lnTo>
                    <a:pt x="135615" y="9222"/>
                  </a:lnTo>
                  <a:lnTo>
                    <a:pt x="132158" y="2582"/>
                  </a:lnTo>
                  <a:lnTo>
                    <a:pt x="135851" y="0"/>
                  </a:lnTo>
                  <a:lnTo>
                    <a:pt x="139539" y="6697"/>
                  </a:lnTo>
                  <a:lnTo>
                    <a:pt x="144407" y="6945"/>
                  </a:lnTo>
                  <a:lnTo>
                    <a:pt x="149965" y="6606"/>
                  </a:lnTo>
                  <a:lnTo>
                    <a:pt x="151720" y="9529"/>
                  </a:lnTo>
                  <a:lnTo>
                    <a:pt x="155989" y="8139"/>
                  </a:lnTo>
                  <a:lnTo>
                    <a:pt x="160911" y="8427"/>
                  </a:lnTo>
                  <a:lnTo>
                    <a:pt x="164113" y="6392"/>
                  </a:lnTo>
                  <a:lnTo>
                    <a:pt x="168560" y="6760"/>
                  </a:lnTo>
                  <a:lnTo>
                    <a:pt x="170664" y="11341"/>
                  </a:lnTo>
                  <a:lnTo>
                    <a:pt x="169168" y="15590"/>
                  </a:lnTo>
                  <a:lnTo>
                    <a:pt x="171855" y="19917"/>
                  </a:lnTo>
                  <a:lnTo>
                    <a:pt x="172324" y="20072"/>
                  </a:lnTo>
                  <a:lnTo>
                    <a:pt x="177429" y="21758"/>
                  </a:lnTo>
                  <a:lnTo>
                    <a:pt x="182305" y="20633"/>
                  </a:lnTo>
                  <a:lnTo>
                    <a:pt x="185624" y="19865"/>
                  </a:lnTo>
                  <a:lnTo>
                    <a:pt x="188633" y="21136"/>
                  </a:lnTo>
                  <a:lnTo>
                    <a:pt x="194128" y="27865"/>
                  </a:lnTo>
                  <a:lnTo>
                    <a:pt x="195914" y="31263"/>
                  </a:lnTo>
                  <a:lnTo>
                    <a:pt x="198964" y="34252"/>
                  </a:lnTo>
                  <a:lnTo>
                    <a:pt x="200082" y="41423"/>
                  </a:lnTo>
                  <a:lnTo>
                    <a:pt x="201269" y="47054"/>
                  </a:lnTo>
                  <a:lnTo>
                    <a:pt x="200143" y="51484"/>
                  </a:lnTo>
                  <a:lnTo>
                    <a:pt x="200591" y="56060"/>
                  </a:lnTo>
                  <a:lnTo>
                    <a:pt x="199960" y="57521"/>
                  </a:lnTo>
                  <a:lnTo>
                    <a:pt x="198408" y="61110"/>
                  </a:lnTo>
                  <a:lnTo>
                    <a:pt x="199185" y="66355"/>
                  </a:lnTo>
                  <a:lnTo>
                    <a:pt x="198065" y="69035"/>
                  </a:lnTo>
                  <a:lnTo>
                    <a:pt x="196294" y="73271"/>
                  </a:lnTo>
                  <a:lnTo>
                    <a:pt x="196943" y="75240"/>
                  </a:lnTo>
                  <a:lnTo>
                    <a:pt x="197603" y="77238"/>
                  </a:lnTo>
                  <a:lnTo>
                    <a:pt x="202569" y="82088"/>
                  </a:lnTo>
                  <a:lnTo>
                    <a:pt x="211338" y="87253"/>
                  </a:lnTo>
                  <a:lnTo>
                    <a:pt x="214171" y="90016"/>
                  </a:lnTo>
                  <a:lnTo>
                    <a:pt x="218138" y="89946"/>
                  </a:lnTo>
                  <a:lnTo>
                    <a:pt x="220470" y="93347"/>
                  </a:lnTo>
                  <a:lnTo>
                    <a:pt x="224675" y="94943"/>
                  </a:lnTo>
                  <a:lnTo>
                    <a:pt x="225661" y="94667"/>
                  </a:lnTo>
                  <a:lnTo>
                    <a:pt x="230468" y="93320"/>
                  </a:lnTo>
                  <a:lnTo>
                    <a:pt x="235746" y="94254"/>
                  </a:lnTo>
                  <a:lnTo>
                    <a:pt x="242700" y="93045"/>
                  </a:lnTo>
                  <a:lnTo>
                    <a:pt x="246681" y="91320"/>
                  </a:lnTo>
                  <a:lnTo>
                    <a:pt x="248675" y="90960"/>
                  </a:lnTo>
                  <a:lnTo>
                    <a:pt x="250301" y="90666"/>
                  </a:lnTo>
                  <a:lnTo>
                    <a:pt x="253199" y="88411"/>
                  </a:lnTo>
                  <a:lnTo>
                    <a:pt x="257031" y="88165"/>
                  </a:lnTo>
                  <a:lnTo>
                    <a:pt x="261471" y="90661"/>
                  </a:lnTo>
                  <a:lnTo>
                    <a:pt x="265921" y="90821"/>
                  </a:lnTo>
                  <a:lnTo>
                    <a:pt x="274914" y="91217"/>
                  </a:lnTo>
                  <a:lnTo>
                    <a:pt x="275416" y="91621"/>
                  </a:lnTo>
                  <a:lnTo>
                    <a:pt x="280010" y="95321"/>
                  </a:lnTo>
                  <a:lnTo>
                    <a:pt x="280954" y="96080"/>
                  </a:lnTo>
                  <a:lnTo>
                    <a:pt x="286598" y="96559"/>
                  </a:lnTo>
                  <a:lnTo>
                    <a:pt x="293407" y="101726"/>
                  </a:lnTo>
                  <a:lnTo>
                    <a:pt x="293817" y="108187"/>
                  </a:lnTo>
                  <a:lnTo>
                    <a:pt x="297921" y="108360"/>
                  </a:lnTo>
                  <a:lnTo>
                    <a:pt x="301038" y="106088"/>
                  </a:lnTo>
                  <a:lnTo>
                    <a:pt x="310092" y="107696"/>
                  </a:lnTo>
                  <a:lnTo>
                    <a:pt x="311774" y="108968"/>
                  </a:lnTo>
                  <a:lnTo>
                    <a:pt x="312802" y="109745"/>
                  </a:lnTo>
                  <a:lnTo>
                    <a:pt x="316000" y="107804"/>
                  </a:lnTo>
                  <a:lnTo>
                    <a:pt x="327506" y="106540"/>
                  </a:lnTo>
                  <a:lnTo>
                    <a:pt x="330306" y="105296"/>
                  </a:lnTo>
                  <a:lnTo>
                    <a:pt x="331640" y="104704"/>
                  </a:lnTo>
                  <a:lnTo>
                    <a:pt x="334405" y="105367"/>
                  </a:lnTo>
                  <a:lnTo>
                    <a:pt x="338651" y="111030"/>
                  </a:lnTo>
                  <a:lnTo>
                    <a:pt x="339736" y="111329"/>
                  </a:lnTo>
                  <a:lnTo>
                    <a:pt x="345036" y="112783"/>
                  </a:lnTo>
                  <a:lnTo>
                    <a:pt x="353212" y="112768"/>
                  </a:lnTo>
                  <a:lnTo>
                    <a:pt x="357811" y="113503"/>
                  </a:lnTo>
                  <a:lnTo>
                    <a:pt x="363280" y="110312"/>
                  </a:lnTo>
                  <a:lnTo>
                    <a:pt x="368034" y="110366"/>
                  </a:lnTo>
                  <a:lnTo>
                    <a:pt x="373091" y="109077"/>
                  </a:lnTo>
                  <a:lnTo>
                    <a:pt x="375507" y="108459"/>
                  </a:lnTo>
                  <a:lnTo>
                    <a:pt x="381959" y="108754"/>
                  </a:lnTo>
                  <a:lnTo>
                    <a:pt x="386289" y="108948"/>
                  </a:lnTo>
                  <a:lnTo>
                    <a:pt x="394848" y="110201"/>
                  </a:lnTo>
                  <a:lnTo>
                    <a:pt x="400638" y="105550"/>
                  </a:lnTo>
                  <a:lnTo>
                    <a:pt x="402591" y="105468"/>
                  </a:lnTo>
                  <a:lnTo>
                    <a:pt x="407417" y="108538"/>
                  </a:lnTo>
                  <a:lnTo>
                    <a:pt x="411074" y="108777"/>
                  </a:lnTo>
                  <a:lnTo>
                    <a:pt x="415522" y="109064"/>
                  </a:lnTo>
                  <a:lnTo>
                    <a:pt x="422675" y="109049"/>
                  </a:lnTo>
                  <a:lnTo>
                    <a:pt x="430757" y="111719"/>
                  </a:lnTo>
                  <a:lnTo>
                    <a:pt x="435395" y="110357"/>
                  </a:lnTo>
                  <a:lnTo>
                    <a:pt x="440985" y="107702"/>
                  </a:lnTo>
                  <a:lnTo>
                    <a:pt x="460460" y="112281"/>
                  </a:lnTo>
                  <a:lnTo>
                    <a:pt x="479978" y="116925"/>
                  </a:lnTo>
                  <a:lnTo>
                    <a:pt x="503348" y="122383"/>
                  </a:lnTo>
                  <a:lnTo>
                    <a:pt x="504566" y="122664"/>
                  </a:lnTo>
                  <a:lnTo>
                    <a:pt x="520959" y="126419"/>
                  </a:lnTo>
                  <a:lnTo>
                    <a:pt x="528164" y="128145"/>
                  </a:lnTo>
                  <a:lnTo>
                    <a:pt x="535943" y="129996"/>
                  </a:lnTo>
                  <a:lnTo>
                    <a:pt x="543885" y="131873"/>
                  </a:lnTo>
                  <a:lnTo>
                    <a:pt x="571581" y="137993"/>
                  </a:lnTo>
                  <a:lnTo>
                    <a:pt x="572702" y="141780"/>
                  </a:lnTo>
                  <a:lnTo>
                    <a:pt x="573406" y="146881"/>
                  </a:lnTo>
                  <a:lnTo>
                    <a:pt x="576150" y="152885"/>
                  </a:lnTo>
                  <a:lnTo>
                    <a:pt x="576680" y="154042"/>
                  </a:lnTo>
                  <a:lnTo>
                    <a:pt x="579664" y="156028"/>
                  </a:lnTo>
                  <a:lnTo>
                    <a:pt x="583315" y="161057"/>
                  </a:lnTo>
                  <a:lnTo>
                    <a:pt x="587852" y="162346"/>
                  </a:lnTo>
                  <a:lnTo>
                    <a:pt x="590647" y="167199"/>
                  </a:lnTo>
                  <a:lnTo>
                    <a:pt x="590105" y="172165"/>
                  </a:lnTo>
                  <a:lnTo>
                    <a:pt x="592979" y="179088"/>
                  </a:lnTo>
                  <a:lnTo>
                    <a:pt x="589530" y="183102"/>
                  </a:lnTo>
                  <a:lnTo>
                    <a:pt x="581689" y="193368"/>
                  </a:lnTo>
                  <a:lnTo>
                    <a:pt x="573670" y="204062"/>
                  </a:lnTo>
                  <a:lnTo>
                    <a:pt x="571750" y="208026"/>
                  </a:lnTo>
                  <a:lnTo>
                    <a:pt x="571144" y="209276"/>
                  </a:lnTo>
                  <a:lnTo>
                    <a:pt x="564656" y="221457"/>
                  </a:lnTo>
                  <a:lnTo>
                    <a:pt x="562068" y="224472"/>
                  </a:lnTo>
                  <a:lnTo>
                    <a:pt x="557463" y="227932"/>
                  </a:lnTo>
                  <a:lnTo>
                    <a:pt x="555354" y="232507"/>
                  </a:lnTo>
                  <a:lnTo>
                    <a:pt x="555981" y="237438"/>
                  </a:lnTo>
                  <a:lnTo>
                    <a:pt x="552800" y="242386"/>
                  </a:lnTo>
                  <a:lnTo>
                    <a:pt x="550667" y="244829"/>
                  </a:lnTo>
                  <a:lnTo>
                    <a:pt x="546880" y="249161"/>
                  </a:lnTo>
                  <a:lnTo>
                    <a:pt x="540980" y="250821"/>
                  </a:lnTo>
                  <a:lnTo>
                    <a:pt x="537261" y="252883"/>
                  </a:lnTo>
                  <a:lnTo>
                    <a:pt x="533669" y="259353"/>
                  </a:lnTo>
                  <a:lnTo>
                    <a:pt x="528696" y="267418"/>
                  </a:lnTo>
                  <a:lnTo>
                    <a:pt x="526456" y="270193"/>
                  </a:lnTo>
                  <a:lnTo>
                    <a:pt x="521772" y="273424"/>
                  </a:lnTo>
                  <a:lnTo>
                    <a:pt x="521449" y="278391"/>
                  </a:lnTo>
                  <a:lnTo>
                    <a:pt x="518916" y="281331"/>
                  </a:lnTo>
                  <a:lnTo>
                    <a:pt x="520010" y="284541"/>
                  </a:lnTo>
                  <a:lnTo>
                    <a:pt x="521000" y="287798"/>
                  </a:lnTo>
                  <a:lnTo>
                    <a:pt x="519077" y="290484"/>
                  </a:lnTo>
                  <a:lnTo>
                    <a:pt x="518593" y="291160"/>
                  </a:lnTo>
                  <a:lnTo>
                    <a:pt x="521057" y="294536"/>
                  </a:lnTo>
                  <a:lnTo>
                    <a:pt x="524641" y="293508"/>
                  </a:lnTo>
                  <a:lnTo>
                    <a:pt x="527881" y="298095"/>
                  </a:lnTo>
                  <a:lnTo>
                    <a:pt x="533560" y="299464"/>
                  </a:lnTo>
                  <a:lnTo>
                    <a:pt x="533177" y="303386"/>
                  </a:lnTo>
                  <a:lnTo>
                    <a:pt x="536998" y="305614"/>
                  </a:lnTo>
                  <a:lnTo>
                    <a:pt x="536959" y="308031"/>
                  </a:lnTo>
                  <a:lnTo>
                    <a:pt x="536802" y="308154"/>
                  </a:lnTo>
                  <a:lnTo>
                    <a:pt x="530298" y="313252"/>
                  </a:lnTo>
                  <a:lnTo>
                    <a:pt x="531839" y="318976"/>
                  </a:lnTo>
                  <a:lnTo>
                    <a:pt x="529465" y="322946"/>
                  </a:lnTo>
                  <a:lnTo>
                    <a:pt x="526719" y="330779"/>
                  </a:lnTo>
                  <a:lnTo>
                    <a:pt x="525816" y="331970"/>
                  </a:lnTo>
                  <a:lnTo>
                    <a:pt x="522207" y="336728"/>
                  </a:lnTo>
                  <a:lnTo>
                    <a:pt x="519298" y="349936"/>
                  </a:lnTo>
                  <a:lnTo>
                    <a:pt x="517593" y="357691"/>
                  </a:lnTo>
                  <a:lnTo>
                    <a:pt x="506649" y="410363"/>
                  </a:lnTo>
                  <a:lnTo>
                    <a:pt x="502519" y="430453"/>
                  </a:lnTo>
                  <a:lnTo>
                    <a:pt x="494344" y="470025"/>
                  </a:lnTo>
                  <a:lnTo>
                    <a:pt x="487208" y="504976"/>
                  </a:lnTo>
                  <a:lnTo>
                    <a:pt x="475582" y="502447"/>
                  </a:lnTo>
                  <a:lnTo>
                    <a:pt x="461615" y="499535"/>
                  </a:lnTo>
                  <a:lnTo>
                    <a:pt x="446694" y="496350"/>
                  </a:lnTo>
                  <a:lnTo>
                    <a:pt x="429794" y="492613"/>
                  </a:lnTo>
                  <a:lnTo>
                    <a:pt x="407873" y="487796"/>
                  </a:lnTo>
                  <a:lnTo>
                    <a:pt x="387339" y="483227"/>
                  </a:lnTo>
                  <a:lnTo>
                    <a:pt x="368740" y="479148"/>
                  </a:lnTo>
                  <a:lnTo>
                    <a:pt x="353589" y="475451"/>
                  </a:lnTo>
                  <a:lnTo>
                    <a:pt x="339618" y="472160"/>
                  </a:lnTo>
                  <a:lnTo>
                    <a:pt x="331832" y="470208"/>
                  </a:lnTo>
                  <a:lnTo>
                    <a:pt x="329419" y="469601"/>
                  </a:lnTo>
                  <a:lnTo>
                    <a:pt x="304886" y="463359"/>
                  </a:lnTo>
                  <a:lnTo>
                    <a:pt x="286486" y="458931"/>
                  </a:lnTo>
                  <a:lnTo>
                    <a:pt x="274250" y="455830"/>
                  </a:lnTo>
                  <a:lnTo>
                    <a:pt x="252816" y="450412"/>
                  </a:lnTo>
                  <a:lnTo>
                    <a:pt x="240014" y="447096"/>
                  </a:lnTo>
                  <a:lnTo>
                    <a:pt x="227450" y="443818"/>
                  </a:lnTo>
                  <a:lnTo>
                    <a:pt x="217065" y="441083"/>
                  </a:lnTo>
                  <a:lnTo>
                    <a:pt x="202740" y="436839"/>
                  </a:lnTo>
                  <a:lnTo>
                    <a:pt x="190144" y="433486"/>
                  </a:lnTo>
                  <a:lnTo>
                    <a:pt x="189618" y="433332"/>
                  </a:lnTo>
                  <a:lnTo>
                    <a:pt x="174500" y="428896"/>
                  </a:lnTo>
                  <a:lnTo>
                    <a:pt x="163147" y="425499"/>
                  </a:lnTo>
                  <a:lnTo>
                    <a:pt x="146224" y="420519"/>
                  </a:lnTo>
                  <a:lnTo>
                    <a:pt x="133782" y="416818"/>
                  </a:lnTo>
                  <a:lnTo>
                    <a:pt x="119754" y="412759"/>
                  </a:lnTo>
                  <a:lnTo>
                    <a:pt x="99803" y="407445"/>
                  </a:lnTo>
                  <a:lnTo>
                    <a:pt x="83524" y="402796"/>
                  </a:lnTo>
                  <a:lnTo>
                    <a:pt x="77011" y="400270"/>
                  </a:lnTo>
                  <a:lnTo>
                    <a:pt x="71271" y="398995"/>
                  </a:lnTo>
                  <a:lnTo>
                    <a:pt x="63405" y="397239"/>
                  </a:lnTo>
                  <a:lnTo>
                    <a:pt x="57701" y="395288"/>
                  </a:lnTo>
                  <a:lnTo>
                    <a:pt x="52060" y="393842"/>
                  </a:lnTo>
                  <a:lnTo>
                    <a:pt x="42841" y="391466"/>
                  </a:lnTo>
                  <a:lnTo>
                    <a:pt x="31951" y="388117"/>
                  </a:lnTo>
                  <a:lnTo>
                    <a:pt x="20141" y="384456"/>
                  </a:lnTo>
                  <a:lnTo>
                    <a:pt x="6328" y="379969"/>
                  </a:lnTo>
                  <a:lnTo>
                    <a:pt x="3712" y="374490"/>
                  </a:lnTo>
                  <a:lnTo>
                    <a:pt x="1426" y="371567"/>
                  </a:lnTo>
                  <a:lnTo>
                    <a:pt x="643" y="365181"/>
                  </a:lnTo>
                  <a:lnTo>
                    <a:pt x="1394" y="360362"/>
                  </a:lnTo>
                  <a:lnTo>
                    <a:pt x="1161" y="355686"/>
                  </a:lnTo>
                  <a:lnTo>
                    <a:pt x="0" y="353002"/>
                  </a:lnTo>
                  <a:lnTo>
                    <a:pt x="1566" y="347849"/>
                  </a:lnTo>
                  <a:lnTo>
                    <a:pt x="1788" y="343508"/>
                  </a:lnTo>
                  <a:lnTo>
                    <a:pt x="3557" y="335301"/>
                  </a:lnTo>
                  <a:lnTo>
                    <a:pt x="8617" y="326987"/>
                  </a:lnTo>
                  <a:lnTo>
                    <a:pt x="10060" y="321724"/>
                  </a:lnTo>
                  <a:lnTo>
                    <a:pt x="10907" y="315993"/>
                  </a:lnTo>
                  <a:lnTo>
                    <a:pt x="8943" y="313604"/>
                  </a:lnTo>
                  <a:lnTo>
                    <a:pt x="9479" y="312371"/>
                  </a:lnTo>
                  <a:lnTo>
                    <a:pt x="6696" y="30704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850096" y="3042688"/>
              <a:ext cx="425407" cy="298117"/>
            </a:xfrm>
            <a:custGeom>
              <a:avLst/>
              <a:pathLst>
                <a:path w="425407" h="298117">
                  <a:moveTo>
                    <a:pt x="22349" y="191720"/>
                  </a:moveTo>
                  <a:lnTo>
                    <a:pt x="17855" y="172104"/>
                  </a:lnTo>
                  <a:lnTo>
                    <a:pt x="17688" y="171374"/>
                  </a:lnTo>
                  <a:lnTo>
                    <a:pt x="15639" y="162453"/>
                  </a:lnTo>
                  <a:lnTo>
                    <a:pt x="10265" y="139433"/>
                  </a:lnTo>
                  <a:lnTo>
                    <a:pt x="10051" y="138515"/>
                  </a:lnTo>
                  <a:lnTo>
                    <a:pt x="6470" y="123225"/>
                  </a:lnTo>
                  <a:lnTo>
                    <a:pt x="2693" y="107092"/>
                  </a:lnTo>
                  <a:lnTo>
                    <a:pt x="0" y="95611"/>
                  </a:lnTo>
                  <a:lnTo>
                    <a:pt x="11197" y="87289"/>
                  </a:lnTo>
                  <a:lnTo>
                    <a:pt x="21044" y="77375"/>
                  </a:lnTo>
                  <a:lnTo>
                    <a:pt x="21458" y="73929"/>
                  </a:lnTo>
                  <a:lnTo>
                    <a:pt x="24077" y="71063"/>
                  </a:lnTo>
                  <a:lnTo>
                    <a:pt x="28754" y="70845"/>
                  </a:lnTo>
                  <a:lnTo>
                    <a:pt x="34089" y="65274"/>
                  </a:lnTo>
                  <a:lnTo>
                    <a:pt x="38655" y="61458"/>
                  </a:lnTo>
                  <a:lnTo>
                    <a:pt x="43298" y="57004"/>
                  </a:lnTo>
                  <a:lnTo>
                    <a:pt x="46327" y="69423"/>
                  </a:lnTo>
                  <a:lnTo>
                    <a:pt x="49279" y="81272"/>
                  </a:lnTo>
                  <a:lnTo>
                    <a:pt x="59138" y="78775"/>
                  </a:lnTo>
                  <a:lnTo>
                    <a:pt x="68199" y="76463"/>
                  </a:lnTo>
                  <a:lnTo>
                    <a:pt x="95067" y="69375"/>
                  </a:lnTo>
                  <a:lnTo>
                    <a:pt x="100171" y="68012"/>
                  </a:lnTo>
                  <a:lnTo>
                    <a:pt x="104357" y="66884"/>
                  </a:lnTo>
                  <a:lnTo>
                    <a:pt x="125361" y="61167"/>
                  </a:lnTo>
                  <a:lnTo>
                    <a:pt x="144176" y="56111"/>
                  </a:lnTo>
                  <a:lnTo>
                    <a:pt x="146584" y="55459"/>
                  </a:lnTo>
                  <a:lnTo>
                    <a:pt x="150801" y="54285"/>
                  </a:lnTo>
                  <a:lnTo>
                    <a:pt x="162192" y="51094"/>
                  </a:lnTo>
                  <a:lnTo>
                    <a:pt x="175159" y="47549"/>
                  </a:lnTo>
                  <a:lnTo>
                    <a:pt x="180487" y="46025"/>
                  </a:lnTo>
                  <a:lnTo>
                    <a:pt x="189563" y="43415"/>
                  </a:lnTo>
                  <a:lnTo>
                    <a:pt x="228575" y="31996"/>
                  </a:lnTo>
                  <a:lnTo>
                    <a:pt x="231285" y="31208"/>
                  </a:lnTo>
                  <a:lnTo>
                    <a:pt x="233802" y="30474"/>
                  </a:lnTo>
                  <a:lnTo>
                    <a:pt x="257693" y="23448"/>
                  </a:lnTo>
                  <a:lnTo>
                    <a:pt x="263896" y="21707"/>
                  </a:lnTo>
                  <a:lnTo>
                    <a:pt x="284332" y="15531"/>
                  </a:lnTo>
                  <a:lnTo>
                    <a:pt x="286891" y="14751"/>
                  </a:lnTo>
                  <a:lnTo>
                    <a:pt x="302046" y="10102"/>
                  </a:lnTo>
                  <a:lnTo>
                    <a:pt x="326967" y="2288"/>
                  </a:lnTo>
                  <a:lnTo>
                    <a:pt x="327353" y="2166"/>
                  </a:lnTo>
                  <a:lnTo>
                    <a:pt x="335037" y="300"/>
                  </a:lnTo>
                  <a:lnTo>
                    <a:pt x="336270" y="0"/>
                  </a:lnTo>
                  <a:lnTo>
                    <a:pt x="340658" y="3043"/>
                  </a:lnTo>
                  <a:lnTo>
                    <a:pt x="344158" y="7949"/>
                  </a:lnTo>
                  <a:lnTo>
                    <a:pt x="349446" y="8469"/>
                  </a:lnTo>
                  <a:lnTo>
                    <a:pt x="352675" y="8676"/>
                  </a:lnTo>
                  <a:lnTo>
                    <a:pt x="354971" y="8821"/>
                  </a:lnTo>
                  <a:lnTo>
                    <a:pt x="358509" y="11431"/>
                  </a:lnTo>
                  <a:lnTo>
                    <a:pt x="361191" y="15396"/>
                  </a:lnTo>
                  <a:lnTo>
                    <a:pt x="364424" y="25113"/>
                  </a:lnTo>
                  <a:lnTo>
                    <a:pt x="365643" y="28423"/>
                  </a:lnTo>
                  <a:lnTo>
                    <a:pt x="366560" y="30915"/>
                  </a:lnTo>
                  <a:lnTo>
                    <a:pt x="372634" y="36608"/>
                  </a:lnTo>
                  <a:lnTo>
                    <a:pt x="379694" y="38339"/>
                  </a:lnTo>
                  <a:lnTo>
                    <a:pt x="386214" y="38574"/>
                  </a:lnTo>
                  <a:lnTo>
                    <a:pt x="389111" y="37993"/>
                  </a:lnTo>
                  <a:lnTo>
                    <a:pt x="390543" y="37706"/>
                  </a:lnTo>
                  <a:lnTo>
                    <a:pt x="394978" y="42921"/>
                  </a:lnTo>
                  <a:lnTo>
                    <a:pt x="391205" y="45806"/>
                  </a:lnTo>
                  <a:lnTo>
                    <a:pt x="388807" y="50875"/>
                  </a:lnTo>
                  <a:lnTo>
                    <a:pt x="387290" y="58010"/>
                  </a:lnTo>
                  <a:lnTo>
                    <a:pt x="387124" y="60271"/>
                  </a:lnTo>
                  <a:lnTo>
                    <a:pt x="386762" y="65185"/>
                  </a:lnTo>
                  <a:lnTo>
                    <a:pt x="383118" y="70747"/>
                  </a:lnTo>
                  <a:lnTo>
                    <a:pt x="383029" y="71204"/>
                  </a:lnTo>
                  <a:lnTo>
                    <a:pt x="382767" y="72549"/>
                  </a:lnTo>
                  <a:lnTo>
                    <a:pt x="382123" y="75843"/>
                  </a:lnTo>
                  <a:lnTo>
                    <a:pt x="379654" y="80766"/>
                  </a:lnTo>
                  <a:lnTo>
                    <a:pt x="376592" y="85470"/>
                  </a:lnTo>
                  <a:lnTo>
                    <a:pt x="377627" y="86584"/>
                  </a:lnTo>
                  <a:lnTo>
                    <a:pt x="380316" y="89478"/>
                  </a:lnTo>
                  <a:lnTo>
                    <a:pt x="383510" y="92441"/>
                  </a:lnTo>
                  <a:lnTo>
                    <a:pt x="382807" y="96206"/>
                  </a:lnTo>
                  <a:lnTo>
                    <a:pt x="383195" y="101719"/>
                  </a:lnTo>
                  <a:lnTo>
                    <a:pt x="379388" y="105533"/>
                  </a:lnTo>
                  <a:lnTo>
                    <a:pt x="379668" y="110133"/>
                  </a:lnTo>
                  <a:lnTo>
                    <a:pt x="381816" y="117008"/>
                  </a:lnTo>
                  <a:lnTo>
                    <a:pt x="382695" y="119534"/>
                  </a:lnTo>
                  <a:lnTo>
                    <a:pt x="383195" y="120971"/>
                  </a:lnTo>
                  <a:lnTo>
                    <a:pt x="383900" y="122998"/>
                  </a:lnTo>
                  <a:lnTo>
                    <a:pt x="387018" y="121398"/>
                  </a:lnTo>
                  <a:lnTo>
                    <a:pt x="391565" y="122617"/>
                  </a:lnTo>
                  <a:lnTo>
                    <a:pt x="394397" y="128208"/>
                  </a:lnTo>
                  <a:lnTo>
                    <a:pt x="394539" y="130707"/>
                  </a:lnTo>
                  <a:lnTo>
                    <a:pt x="396520" y="133870"/>
                  </a:lnTo>
                  <a:lnTo>
                    <a:pt x="398914" y="134333"/>
                  </a:lnTo>
                  <a:lnTo>
                    <a:pt x="402643" y="133502"/>
                  </a:lnTo>
                  <a:lnTo>
                    <a:pt x="405317" y="136770"/>
                  </a:lnTo>
                  <a:lnTo>
                    <a:pt x="406958" y="137943"/>
                  </a:lnTo>
                  <a:lnTo>
                    <a:pt x="409231" y="139567"/>
                  </a:lnTo>
                  <a:lnTo>
                    <a:pt x="413326" y="141966"/>
                  </a:lnTo>
                  <a:lnTo>
                    <a:pt x="416425" y="144458"/>
                  </a:lnTo>
                  <a:lnTo>
                    <a:pt x="421729" y="146891"/>
                  </a:lnTo>
                  <a:lnTo>
                    <a:pt x="422900" y="147875"/>
                  </a:lnTo>
                  <a:lnTo>
                    <a:pt x="425407" y="150177"/>
                  </a:lnTo>
                  <a:lnTo>
                    <a:pt x="422994" y="153261"/>
                  </a:lnTo>
                  <a:lnTo>
                    <a:pt x="419407" y="154920"/>
                  </a:lnTo>
                  <a:lnTo>
                    <a:pt x="418004" y="159418"/>
                  </a:lnTo>
                  <a:lnTo>
                    <a:pt x="413845" y="162086"/>
                  </a:lnTo>
                  <a:lnTo>
                    <a:pt x="411716" y="164907"/>
                  </a:lnTo>
                  <a:lnTo>
                    <a:pt x="410845" y="166059"/>
                  </a:lnTo>
                  <a:lnTo>
                    <a:pt x="407348" y="171590"/>
                  </a:lnTo>
                  <a:lnTo>
                    <a:pt x="404160" y="175151"/>
                  </a:lnTo>
                  <a:lnTo>
                    <a:pt x="403543" y="177120"/>
                  </a:lnTo>
                  <a:lnTo>
                    <a:pt x="403654" y="177454"/>
                  </a:lnTo>
                  <a:lnTo>
                    <a:pt x="404478" y="179944"/>
                  </a:lnTo>
                  <a:lnTo>
                    <a:pt x="405022" y="181587"/>
                  </a:lnTo>
                  <a:lnTo>
                    <a:pt x="404588" y="181928"/>
                  </a:lnTo>
                  <a:lnTo>
                    <a:pt x="402098" y="183885"/>
                  </a:lnTo>
                  <a:lnTo>
                    <a:pt x="400619" y="185863"/>
                  </a:lnTo>
                  <a:lnTo>
                    <a:pt x="400116" y="186534"/>
                  </a:lnTo>
                  <a:lnTo>
                    <a:pt x="397868" y="187840"/>
                  </a:lnTo>
                  <a:lnTo>
                    <a:pt x="395627" y="189139"/>
                  </a:lnTo>
                  <a:lnTo>
                    <a:pt x="392479" y="190386"/>
                  </a:lnTo>
                  <a:lnTo>
                    <a:pt x="388974" y="195490"/>
                  </a:lnTo>
                  <a:lnTo>
                    <a:pt x="388741" y="195829"/>
                  </a:lnTo>
                  <a:lnTo>
                    <a:pt x="383637" y="194779"/>
                  </a:lnTo>
                  <a:lnTo>
                    <a:pt x="377441" y="195735"/>
                  </a:lnTo>
                  <a:lnTo>
                    <a:pt x="376873" y="196082"/>
                  </a:lnTo>
                  <a:lnTo>
                    <a:pt x="375968" y="196635"/>
                  </a:lnTo>
                  <a:lnTo>
                    <a:pt x="371739" y="199214"/>
                  </a:lnTo>
                  <a:lnTo>
                    <a:pt x="368866" y="202912"/>
                  </a:lnTo>
                  <a:lnTo>
                    <a:pt x="367325" y="206704"/>
                  </a:lnTo>
                  <a:lnTo>
                    <a:pt x="366860" y="210304"/>
                  </a:lnTo>
                  <a:lnTo>
                    <a:pt x="365871" y="210608"/>
                  </a:lnTo>
                  <a:lnTo>
                    <a:pt x="342688" y="217698"/>
                  </a:lnTo>
                  <a:lnTo>
                    <a:pt x="336150" y="219678"/>
                  </a:lnTo>
                  <a:lnTo>
                    <a:pt x="335735" y="219802"/>
                  </a:lnTo>
                  <a:lnTo>
                    <a:pt x="323736" y="223401"/>
                  </a:lnTo>
                  <a:lnTo>
                    <a:pt x="313659" y="226397"/>
                  </a:lnTo>
                  <a:lnTo>
                    <a:pt x="305067" y="228935"/>
                  </a:lnTo>
                  <a:lnTo>
                    <a:pt x="303852" y="229292"/>
                  </a:lnTo>
                  <a:lnTo>
                    <a:pt x="299077" y="230725"/>
                  </a:lnTo>
                  <a:lnTo>
                    <a:pt x="285414" y="234799"/>
                  </a:lnTo>
                  <a:lnTo>
                    <a:pt x="284860" y="234959"/>
                  </a:lnTo>
                  <a:lnTo>
                    <a:pt x="270233" y="239161"/>
                  </a:lnTo>
                  <a:lnTo>
                    <a:pt x="268692" y="239601"/>
                  </a:lnTo>
                  <a:lnTo>
                    <a:pt x="253953" y="243800"/>
                  </a:lnTo>
                  <a:lnTo>
                    <a:pt x="253272" y="243994"/>
                  </a:lnTo>
                  <a:lnTo>
                    <a:pt x="233088" y="249545"/>
                  </a:lnTo>
                  <a:lnTo>
                    <a:pt x="212360" y="255202"/>
                  </a:lnTo>
                  <a:lnTo>
                    <a:pt x="210801" y="255628"/>
                  </a:lnTo>
                  <a:lnTo>
                    <a:pt x="194339" y="260105"/>
                  </a:lnTo>
                  <a:lnTo>
                    <a:pt x="191796" y="260790"/>
                  </a:lnTo>
                  <a:lnTo>
                    <a:pt x="168601" y="266980"/>
                  </a:lnTo>
                  <a:lnTo>
                    <a:pt x="162872" y="268507"/>
                  </a:lnTo>
                  <a:lnTo>
                    <a:pt x="154746" y="270662"/>
                  </a:lnTo>
                  <a:lnTo>
                    <a:pt x="146816" y="272752"/>
                  </a:lnTo>
                  <a:lnTo>
                    <a:pt x="123345" y="278987"/>
                  </a:lnTo>
                  <a:lnTo>
                    <a:pt x="117642" y="280486"/>
                  </a:lnTo>
                  <a:lnTo>
                    <a:pt x="98163" y="285467"/>
                  </a:lnTo>
                  <a:lnTo>
                    <a:pt x="87817" y="288041"/>
                  </a:lnTo>
                  <a:lnTo>
                    <a:pt x="76941" y="290723"/>
                  </a:lnTo>
                  <a:lnTo>
                    <a:pt x="53446" y="296516"/>
                  </a:lnTo>
                  <a:lnTo>
                    <a:pt x="46773" y="298117"/>
                  </a:lnTo>
                  <a:lnTo>
                    <a:pt x="41863" y="276494"/>
                  </a:lnTo>
                  <a:lnTo>
                    <a:pt x="40756" y="271626"/>
                  </a:lnTo>
                  <a:lnTo>
                    <a:pt x="37820" y="258763"/>
                  </a:lnTo>
                  <a:lnTo>
                    <a:pt x="34073" y="242385"/>
                  </a:lnTo>
                  <a:lnTo>
                    <a:pt x="32889" y="237219"/>
                  </a:lnTo>
                  <a:lnTo>
                    <a:pt x="31287" y="230242"/>
                  </a:lnTo>
                  <a:lnTo>
                    <a:pt x="27956" y="215749"/>
                  </a:lnTo>
                  <a:lnTo>
                    <a:pt x="23509" y="196683"/>
                  </a:lnTo>
                  <a:lnTo>
                    <a:pt x="22482" y="19228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21369" y="3887459"/>
              <a:ext cx="614933" cy="720664"/>
            </a:xfrm>
            <a:custGeom>
              <a:avLst/>
              <a:pathLst>
                <a:path w="614933" h="720664">
                  <a:moveTo>
                    <a:pt x="3112" y="495757"/>
                  </a:moveTo>
                  <a:lnTo>
                    <a:pt x="2586" y="492887"/>
                  </a:lnTo>
                  <a:lnTo>
                    <a:pt x="7471" y="489930"/>
                  </a:lnTo>
                  <a:lnTo>
                    <a:pt x="13094" y="482714"/>
                  </a:lnTo>
                  <a:lnTo>
                    <a:pt x="14846" y="480323"/>
                  </a:lnTo>
                  <a:lnTo>
                    <a:pt x="18423" y="481816"/>
                  </a:lnTo>
                  <a:lnTo>
                    <a:pt x="23567" y="481877"/>
                  </a:lnTo>
                  <a:lnTo>
                    <a:pt x="28043" y="481927"/>
                  </a:lnTo>
                  <a:lnTo>
                    <a:pt x="31471" y="479281"/>
                  </a:lnTo>
                  <a:lnTo>
                    <a:pt x="32431" y="478540"/>
                  </a:lnTo>
                  <a:lnTo>
                    <a:pt x="39606" y="472373"/>
                  </a:lnTo>
                  <a:lnTo>
                    <a:pt x="41159" y="465937"/>
                  </a:lnTo>
                  <a:lnTo>
                    <a:pt x="40230" y="463208"/>
                  </a:lnTo>
                  <a:lnTo>
                    <a:pt x="40622" y="457552"/>
                  </a:lnTo>
                  <a:lnTo>
                    <a:pt x="38616" y="451133"/>
                  </a:lnTo>
                  <a:lnTo>
                    <a:pt x="38043" y="450885"/>
                  </a:lnTo>
                  <a:lnTo>
                    <a:pt x="32677" y="448559"/>
                  </a:lnTo>
                  <a:lnTo>
                    <a:pt x="27447" y="448300"/>
                  </a:lnTo>
                  <a:lnTo>
                    <a:pt x="23462" y="446786"/>
                  </a:lnTo>
                  <a:lnTo>
                    <a:pt x="21240" y="438434"/>
                  </a:lnTo>
                  <a:lnTo>
                    <a:pt x="24789" y="432647"/>
                  </a:lnTo>
                  <a:lnTo>
                    <a:pt x="26167" y="424517"/>
                  </a:lnTo>
                  <a:lnTo>
                    <a:pt x="26963" y="421665"/>
                  </a:lnTo>
                  <a:lnTo>
                    <a:pt x="22844" y="417102"/>
                  </a:lnTo>
                  <a:lnTo>
                    <a:pt x="24947" y="413290"/>
                  </a:lnTo>
                  <a:lnTo>
                    <a:pt x="25954" y="407173"/>
                  </a:lnTo>
                  <a:lnTo>
                    <a:pt x="24737" y="403598"/>
                  </a:lnTo>
                  <a:lnTo>
                    <a:pt x="29913" y="402937"/>
                  </a:lnTo>
                  <a:lnTo>
                    <a:pt x="33715" y="403077"/>
                  </a:lnTo>
                  <a:lnTo>
                    <a:pt x="34487" y="401932"/>
                  </a:lnTo>
                  <a:lnTo>
                    <a:pt x="38563" y="395888"/>
                  </a:lnTo>
                  <a:lnTo>
                    <a:pt x="46634" y="390006"/>
                  </a:lnTo>
                  <a:lnTo>
                    <a:pt x="47156" y="383661"/>
                  </a:lnTo>
                  <a:lnTo>
                    <a:pt x="48510" y="377398"/>
                  </a:lnTo>
                  <a:lnTo>
                    <a:pt x="51003" y="374112"/>
                  </a:lnTo>
                  <a:lnTo>
                    <a:pt x="52273" y="371240"/>
                  </a:lnTo>
                  <a:lnTo>
                    <a:pt x="52209" y="366343"/>
                  </a:lnTo>
                  <a:lnTo>
                    <a:pt x="51908" y="358329"/>
                  </a:lnTo>
                  <a:lnTo>
                    <a:pt x="53974" y="354370"/>
                  </a:lnTo>
                  <a:lnTo>
                    <a:pt x="54326" y="350129"/>
                  </a:lnTo>
                  <a:lnTo>
                    <a:pt x="52309" y="346484"/>
                  </a:lnTo>
                  <a:lnTo>
                    <a:pt x="55249" y="343590"/>
                  </a:lnTo>
                  <a:lnTo>
                    <a:pt x="61431" y="338306"/>
                  </a:lnTo>
                  <a:lnTo>
                    <a:pt x="63834" y="334977"/>
                  </a:lnTo>
                  <a:lnTo>
                    <a:pt x="64994" y="330881"/>
                  </a:lnTo>
                  <a:lnTo>
                    <a:pt x="65436" y="329319"/>
                  </a:lnTo>
                  <a:lnTo>
                    <a:pt x="67874" y="327520"/>
                  </a:lnTo>
                  <a:lnTo>
                    <a:pt x="73799" y="325827"/>
                  </a:lnTo>
                  <a:lnTo>
                    <a:pt x="79633" y="323009"/>
                  </a:lnTo>
                  <a:lnTo>
                    <a:pt x="86001" y="321705"/>
                  </a:lnTo>
                  <a:lnTo>
                    <a:pt x="91851" y="316425"/>
                  </a:lnTo>
                  <a:lnTo>
                    <a:pt x="95906" y="314798"/>
                  </a:lnTo>
                  <a:lnTo>
                    <a:pt x="96497" y="309744"/>
                  </a:lnTo>
                  <a:lnTo>
                    <a:pt x="96535" y="309420"/>
                  </a:lnTo>
                  <a:lnTo>
                    <a:pt x="94179" y="304403"/>
                  </a:lnTo>
                  <a:lnTo>
                    <a:pt x="86468" y="296428"/>
                  </a:lnTo>
                  <a:lnTo>
                    <a:pt x="80577" y="289658"/>
                  </a:lnTo>
                  <a:lnTo>
                    <a:pt x="76454" y="288910"/>
                  </a:lnTo>
                  <a:lnTo>
                    <a:pt x="77688" y="281295"/>
                  </a:lnTo>
                  <a:lnTo>
                    <a:pt x="74643" y="273174"/>
                  </a:lnTo>
                  <a:lnTo>
                    <a:pt x="72558" y="259735"/>
                  </a:lnTo>
                  <a:lnTo>
                    <a:pt x="70728" y="255434"/>
                  </a:lnTo>
                  <a:lnTo>
                    <a:pt x="64278" y="243601"/>
                  </a:lnTo>
                  <a:lnTo>
                    <a:pt x="59853" y="236005"/>
                  </a:lnTo>
                  <a:lnTo>
                    <a:pt x="61564" y="227996"/>
                  </a:lnTo>
                  <a:lnTo>
                    <a:pt x="62285" y="221155"/>
                  </a:lnTo>
                  <a:lnTo>
                    <a:pt x="64292" y="213615"/>
                  </a:lnTo>
                  <a:lnTo>
                    <a:pt x="65747" y="207573"/>
                  </a:lnTo>
                  <a:lnTo>
                    <a:pt x="67691" y="207983"/>
                  </a:lnTo>
                  <a:lnTo>
                    <a:pt x="70494" y="206380"/>
                  </a:lnTo>
                  <a:lnTo>
                    <a:pt x="71394" y="191889"/>
                  </a:lnTo>
                  <a:lnTo>
                    <a:pt x="70331" y="174269"/>
                  </a:lnTo>
                  <a:lnTo>
                    <a:pt x="67565" y="169042"/>
                  </a:lnTo>
                  <a:lnTo>
                    <a:pt x="69075" y="160419"/>
                  </a:lnTo>
                  <a:lnTo>
                    <a:pt x="70912" y="153215"/>
                  </a:lnTo>
                  <a:lnTo>
                    <a:pt x="71571" y="150630"/>
                  </a:lnTo>
                  <a:lnTo>
                    <a:pt x="68957" y="145353"/>
                  </a:lnTo>
                  <a:lnTo>
                    <a:pt x="69741" y="135737"/>
                  </a:lnTo>
                  <a:lnTo>
                    <a:pt x="70643" y="126305"/>
                  </a:lnTo>
                  <a:lnTo>
                    <a:pt x="74748" y="121044"/>
                  </a:lnTo>
                  <a:lnTo>
                    <a:pt x="72581" y="116310"/>
                  </a:lnTo>
                  <a:lnTo>
                    <a:pt x="70490" y="110941"/>
                  </a:lnTo>
                  <a:lnTo>
                    <a:pt x="70640" y="103134"/>
                  </a:lnTo>
                  <a:lnTo>
                    <a:pt x="71636" y="96672"/>
                  </a:lnTo>
                  <a:lnTo>
                    <a:pt x="71718" y="96141"/>
                  </a:lnTo>
                  <a:lnTo>
                    <a:pt x="73016" y="92359"/>
                  </a:lnTo>
                  <a:lnTo>
                    <a:pt x="79720" y="92010"/>
                  </a:lnTo>
                  <a:lnTo>
                    <a:pt x="83749" y="89915"/>
                  </a:lnTo>
                  <a:lnTo>
                    <a:pt x="89124" y="89605"/>
                  </a:lnTo>
                  <a:lnTo>
                    <a:pt x="94709" y="90662"/>
                  </a:lnTo>
                  <a:lnTo>
                    <a:pt x="96604" y="93550"/>
                  </a:lnTo>
                  <a:lnTo>
                    <a:pt x="100113" y="94516"/>
                  </a:lnTo>
                  <a:lnTo>
                    <a:pt x="103410" y="92797"/>
                  </a:lnTo>
                  <a:lnTo>
                    <a:pt x="107525" y="93825"/>
                  </a:lnTo>
                  <a:lnTo>
                    <a:pt x="110122" y="98433"/>
                  </a:lnTo>
                  <a:lnTo>
                    <a:pt x="111274" y="103953"/>
                  </a:lnTo>
                  <a:lnTo>
                    <a:pt x="115006" y="107841"/>
                  </a:lnTo>
                  <a:lnTo>
                    <a:pt x="119942" y="111070"/>
                  </a:lnTo>
                  <a:lnTo>
                    <a:pt x="125868" y="111023"/>
                  </a:lnTo>
                  <a:lnTo>
                    <a:pt x="127638" y="107937"/>
                  </a:lnTo>
                  <a:lnTo>
                    <a:pt x="132427" y="100641"/>
                  </a:lnTo>
                  <a:lnTo>
                    <a:pt x="138645" y="93120"/>
                  </a:lnTo>
                  <a:lnTo>
                    <a:pt x="139850" y="84466"/>
                  </a:lnTo>
                  <a:lnTo>
                    <a:pt x="140922" y="77933"/>
                  </a:lnTo>
                  <a:lnTo>
                    <a:pt x="145729" y="45763"/>
                  </a:lnTo>
                  <a:lnTo>
                    <a:pt x="149964" y="18158"/>
                  </a:lnTo>
                  <a:lnTo>
                    <a:pt x="152758" y="0"/>
                  </a:lnTo>
                  <a:lnTo>
                    <a:pt x="160530" y="1361"/>
                  </a:lnTo>
                  <a:lnTo>
                    <a:pt x="252443" y="16294"/>
                  </a:lnTo>
                  <a:lnTo>
                    <a:pt x="258640" y="17251"/>
                  </a:lnTo>
                  <a:lnTo>
                    <a:pt x="265059" y="18238"/>
                  </a:lnTo>
                  <a:lnTo>
                    <a:pt x="291267" y="22208"/>
                  </a:lnTo>
                  <a:lnTo>
                    <a:pt x="291868" y="22298"/>
                  </a:lnTo>
                  <a:lnTo>
                    <a:pt x="308546" y="24768"/>
                  </a:lnTo>
                  <a:lnTo>
                    <a:pt x="395737" y="37197"/>
                  </a:lnTo>
                  <a:lnTo>
                    <a:pt x="396397" y="37287"/>
                  </a:lnTo>
                  <a:lnTo>
                    <a:pt x="408170" y="39013"/>
                  </a:lnTo>
                  <a:lnTo>
                    <a:pt x="410717" y="39329"/>
                  </a:lnTo>
                  <a:lnTo>
                    <a:pt x="427772" y="41421"/>
                  </a:lnTo>
                  <a:lnTo>
                    <a:pt x="456986" y="45158"/>
                  </a:lnTo>
                  <a:lnTo>
                    <a:pt x="482869" y="49069"/>
                  </a:lnTo>
                  <a:lnTo>
                    <a:pt x="526342" y="54417"/>
                  </a:lnTo>
                  <a:lnTo>
                    <a:pt x="573187" y="59763"/>
                  </a:lnTo>
                  <a:lnTo>
                    <a:pt x="614933" y="64406"/>
                  </a:lnTo>
                  <a:lnTo>
                    <a:pt x="613468" y="78848"/>
                  </a:lnTo>
                  <a:lnTo>
                    <a:pt x="604700" y="166719"/>
                  </a:lnTo>
                  <a:lnTo>
                    <a:pt x="603376" y="179976"/>
                  </a:lnTo>
                  <a:lnTo>
                    <a:pt x="601956" y="194226"/>
                  </a:lnTo>
                  <a:lnTo>
                    <a:pt x="598902" y="225014"/>
                  </a:lnTo>
                  <a:lnTo>
                    <a:pt x="596008" y="254066"/>
                  </a:lnTo>
                  <a:lnTo>
                    <a:pt x="593921" y="275874"/>
                  </a:lnTo>
                  <a:lnTo>
                    <a:pt x="591534" y="300890"/>
                  </a:lnTo>
                  <a:lnTo>
                    <a:pt x="587235" y="344971"/>
                  </a:lnTo>
                  <a:lnTo>
                    <a:pt x="586594" y="351563"/>
                  </a:lnTo>
                  <a:lnTo>
                    <a:pt x="579369" y="426545"/>
                  </a:lnTo>
                  <a:lnTo>
                    <a:pt x="578272" y="437851"/>
                  </a:lnTo>
                  <a:lnTo>
                    <a:pt x="574155" y="480409"/>
                  </a:lnTo>
                  <a:lnTo>
                    <a:pt x="571959" y="503665"/>
                  </a:lnTo>
                  <a:lnTo>
                    <a:pt x="567266" y="553584"/>
                  </a:lnTo>
                  <a:lnTo>
                    <a:pt x="563412" y="594211"/>
                  </a:lnTo>
                  <a:lnTo>
                    <a:pt x="559658" y="633793"/>
                  </a:lnTo>
                  <a:lnTo>
                    <a:pt x="556487" y="667033"/>
                  </a:lnTo>
                  <a:lnTo>
                    <a:pt x="551462" y="720664"/>
                  </a:lnTo>
                  <a:lnTo>
                    <a:pt x="507159" y="715763"/>
                  </a:lnTo>
                  <a:lnTo>
                    <a:pt x="473767" y="711914"/>
                  </a:lnTo>
                  <a:lnTo>
                    <a:pt x="411025" y="704579"/>
                  </a:lnTo>
                  <a:lnTo>
                    <a:pt x="349841" y="696973"/>
                  </a:lnTo>
                  <a:lnTo>
                    <a:pt x="322062" y="682483"/>
                  </a:lnTo>
                  <a:lnTo>
                    <a:pt x="227696" y="632226"/>
                  </a:lnTo>
                  <a:lnTo>
                    <a:pt x="136929" y="583315"/>
                  </a:lnTo>
                  <a:lnTo>
                    <a:pt x="98140" y="561944"/>
                  </a:lnTo>
                  <a:lnTo>
                    <a:pt x="0" y="506954"/>
                  </a:lnTo>
                  <a:lnTo>
                    <a:pt x="707" y="503703"/>
                  </a:lnTo>
                  <a:lnTo>
                    <a:pt x="2750" y="500737"/>
                  </a:lnTo>
                  <a:lnTo>
                    <a:pt x="1193" y="4988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75588" y="2938017"/>
              <a:ext cx="4082" cy="5096"/>
            </a:xfrm>
            <a:custGeom>
              <a:avLst/>
              <a:pathLst>
                <a:path w="4082" h="5096">
                  <a:moveTo>
                    <a:pt x="0" y="4621"/>
                  </a:moveTo>
                  <a:lnTo>
                    <a:pt x="156" y="847"/>
                  </a:lnTo>
                  <a:lnTo>
                    <a:pt x="1695" y="0"/>
                  </a:lnTo>
                  <a:lnTo>
                    <a:pt x="3059" y="2694"/>
                  </a:lnTo>
                  <a:lnTo>
                    <a:pt x="4082" y="4009"/>
                  </a:lnTo>
                  <a:lnTo>
                    <a:pt x="1608" y="509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56401" y="2899831"/>
              <a:ext cx="31087" cy="39014"/>
            </a:xfrm>
            <a:custGeom>
              <a:avLst/>
              <a:pathLst>
                <a:path w="31087" h="39014">
                  <a:moveTo>
                    <a:pt x="8964" y="38498"/>
                  </a:moveTo>
                  <a:lnTo>
                    <a:pt x="9258" y="36623"/>
                  </a:lnTo>
                  <a:lnTo>
                    <a:pt x="8204" y="33956"/>
                  </a:lnTo>
                  <a:lnTo>
                    <a:pt x="9550" y="33222"/>
                  </a:lnTo>
                  <a:lnTo>
                    <a:pt x="8264" y="29020"/>
                  </a:lnTo>
                  <a:lnTo>
                    <a:pt x="6945" y="24718"/>
                  </a:lnTo>
                  <a:lnTo>
                    <a:pt x="4873" y="18743"/>
                  </a:lnTo>
                  <a:lnTo>
                    <a:pt x="3455" y="14969"/>
                  </a:lnTo>
                  <a:lnTo>
                    <a:pt x="0" y="5680"/>
                  </a:lnTo>
                  <a:lnTo>
                    <a:pt x="6363" y="3067"/>
                  </a:lnTo>
                  <a:lnTo>
                    <a:pt x="6879" y="2855"/>
                  </a:lnTo>
                  <a:lnTo>
                    <a:pt x="7924" y="2423"/>
                  </a:lnTo>
                  <a:lnTo>
                    <a:pt x="9946" y="1591"/>
                  </a:lnTo>
                  <a:lnTo>
                    <a:pt x="13803" y="0"/>
                  </a:lnTo>
                  <a:lnTo>
                    <a:pt x="14353" y="1569"/>
                  </a:lnTo>
                  <a:lnTo>
                    <a:pt x="14891" y="3102"/>
                  </a:lnTo>
                  <a:lnTo>
                    <a:pt x="15846" y="5848"/>
                  </a:lnTo>
                  <a:lnTo>
                    <a:pt x="17262" y="5308"/>
                  </a:lnTo>
                  <a:lnTo>
                    <a:pt x="18256" y="8168"/>
                  </a:lnTo>
                  <a:lnTo>
                    <a:pt x="19405" y="10339"/>
                  </a:lnTo>
                  <a:lnTo>
                    <a:pt x="19895" y="10437"/>
                  </a:lnTo>
                  <a:lnTo>
                    <a:pt x="22181" y="10895"/>
                  </a:lnTo>
                  <a:lnTo>
                    <a:pt x="24968" y="13114"/>
                  </a:lnTo>
                  <a:lnTo>
                    <a:pt x="25652" y="13658"/>
                  </a:lnTo>
                  <a:lnTo>
                    <a:pt x="28004" y="13563"/>
                  </a:lnTo>
                  <a:lnTo>
                    <a:pt x="28535" y="15402"/>
                  </a:lnTo>
                  <a:lnTo>
                    <a:pt x="28794" y="16298"/>
                  </a:lnTo>
                  <a:lnTo>
                    <a:pt x="31087" y="20973"/>
                  </a:lnTo>
                  <a:lnTo>
                    <a:pt x="30615" y="21761"/>
                  </a:lnTo>
                  <a:lnTo>
                    <a:pt x="29294" y="23729"/>
                  </a:lnTo>
                  <a:lnTo>
                    <a:pt x="27128" y="23311"/>
                  </a:lnTo>
                  <a:lnTo>
                    <a:pt x="25687" y="23508"/>
                  </a:lnTo>
                  <a:lnTo>
                    <a:pt x="25368" y="25544"/>
                  </a:lnTo>
                  <a:lnTo>
                    <a:pt x="24083" y="26055"/>
                  </a:lnTo>
                  <a:lnTo>
                    <a:pt x="22636" y="26079"/>
                  </a:lnTo>
                  <a:lnTo>
                    <a:pt x="21768" y="26643"/>
                  </a:lnTo>
                  <a:lnTo>
                    <a:pt x="21413" y="26874"/>
                  </a:lnTo>
                  <a:lnTo>
                    <a:pt x="21260" y="29360"/>
                  </a:lnTo>
                  <a:lnTo>
                    <a:pt x="20903" y="31398"/>
                  </a:lnTo>
                  <a:lnTo>
                    <a:pt x="18441" y="32227"/>
                  </a:lnTo>
                  <a:lnTo>
                    <a:pt x="16304" y="33670"/>
                  </a:lnTo>
                  <a:lnTo>
                    <a:pt x="14078" y="35746"/>
                  </a:lnTo>
                  <a:lnTo>
                    <a:pt x="11402" y="37318"/>
                  </a:lnTo>
                  <a:lnTo>
                    <a:pt x="9054" y="390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675091" y="4008341"/>
              <a:ext cx="473901" cy="354543"/>
            </a:xfrm>
            <a:custGeom>
              <a:avLst/>
              <a:pathLst>
                <a:path w="473901" h="354543">
                  <a:moveTo>
                    <a:pt x="0" y="95120"/>
                  </a:moveTo>
                  <a:lnTo>
                    <a:pt x="2488" y="90919"/>
                  </a:lnTo>
                  <a:lnTo>
                    <a:pt x="1504" y="87518"/>
                  </a:lnTo>
                  <a:lnTo>
                    <a:pt x="4493" y="82932"/>
                  </a:lnTo>
                  <a:lnTo>
                    <a:pt x="6895" y="78808"/>
                  </a:lnTo>
                  <a:lnTo>
                    <a:pt x="11084" y="74232"/>
                  </a:lnTo>
                  <a:lnTo>
                    <a:pt x="15938" y="68431"/>
                  </a:lnTo>
                  <a:lnTo>
                    <a:pt x="16828" y="64622"/>
                  </a:lnTo>
                  <a:lnTo>
                    <a:pt x="17371" y="59070"/>
                  </a:lnTo>
                  <a:lnTo>
                    <a:pt x="26210" y="54124"/>
                  </a:lnTo>
                  <a:lnTo>
                    <a:pt x="36002" y="48626"/>
                  </a:lnTo>
                  <a:lnTo>
                    <a:pt x="46083" y="42993"/>
                  </a:lnTo>
                  <a:lnTo>
                    <a:pt x="48179" y="43009"/>
                  </a:lnTo>
                  <a:lnTo>
                    <a:pt x="49678" y="43019"/>
                  </a:lnTo>
                  <a:lnTo>
                    <a:pt x="54357" y="36601"/>
                  </a:lnTo>
                  <a:lnTo>
                    <a:pt x="64027" y="31941"/>
                  </a:lnTo>
                  <a:lnTo>
                    <a:pt x="68055" y="29995"/>
                  </a:lnTo>
                  <a:lnTo>
                    <a:pt x="74779" y="25956"/>
                  </a:lnTo>
                  <a:lnTo>
                    <a:pt x="78373" y="22186"/>
                  </a:lnTo>
                  <a:lnTo>
                    <a:pt x="83892" y="21461"/>
                  </a:lnTo>
                  <a:lnTo>
                    <a:pt x="87672" y="20962"/>
                  </a:lnTo>
                  <a:lnTo>
                    <a:pt x="89381" y="20736"/>
                  </a:lnTo>
                  <a:lnTo>
                    <a:pt x="96838" y="19339"/>
                  </a:lnTo>
                  <a:lnTo>
                    <a:pt x="107186" y="17387"/>
                  </a:lnTo>
                  <a:lnTo>
                    <a:pt x="113404" y="16208"/>
                  </a:lnTo>
                  <a:lnTo>
                    <a:pt x="120027" y="15066"/>
                  </a:lnTo>
                  <a:lnTo>
                    <a:pt x="128973" y="13515"/>
                  </a:lnTo>
                  <a:lnTo>
                    <a:pt x="138983" y="11766"/>
                  </a:lnTo>
                  <a:lnTo>
                    <a:pt x="164768" y="7200"/>
                  </a:lnTo>
                  <a:lnTo>
                    <a:pt x="176717" y="5203"/>
                  </a:lnTo>
                  <a:lnTo>
                    <a:pt x="180444" y="4577"/>
                  </a:lnTo>
                  <a:lnTo>
                    <a:pt x="207337" y="0"/>
                  </a:lnTo>
                  <a:lnTo>
                    <a:pt x="207449" y="272"/>
                  </a:lnTo>
                  <a:lnTo>
                    <a:pt x="208540" y="2938"/>
                  </a:lnTo>
                  <a:lnTo>
                    <a:pt x="207726" y="9071"/>
                  </a:lnTo>
                  <a:lnTo>
                    <a:pt x="209944" y="11992"/>
                  </a:lnTo>
                  <a:lnTo>
                    <a:pt x="218388" y="2486"/>
                  </a:lnTo>
                  <a:lnTo>
                    <a:pt x="221841" y="5577"/>
                  </a:lnTo>
                  <a:lnTo>
                    <a:pt x="229721" y="12623"/>
                  </a:lnTo>
                  <a:lnTo>
                    <a:pt x="236754" y="18898"/>
                  </a:lnTo>
                  <a:lnTo>
                    <a:pt x="238036" y="32087"/>
                  </a:lnTo>
                  <a:lnTo>
                    <a:pt x="260187" y="27658"/>
                  </a:lnTo>
                  <a:lnTo>
                    <a:pt x="282773" y="22754"/>
                  </a:lnTo>
                  <a:lnTo>
                    <a:pt x="305603" y="17725"/>
                  </a:lnTo>
                  <a:lnTo>
                    <a:pt x="319622" y="14536"/>
                  </a:lnTo>
                  <a:lnTo>
                    <a:pt x="319876" y="14478"/>
                  </a:lnTo>
                  <a:lnTo>
                    <a:pt x="341546" y="9495"/>
                  </a:lnTo>
                  <a:lnTo>
                    <a:pt x="343196" y="9113"/>
                  </a:lnTo>
                  <a:lnTo>
                    <a:pt x="367537" y="24197"/>
                  </a:lnTo>
                  <a:lnTo>
                    <a:pt x="368851" y="25009"/>
                  </a:lnTo>
                  <a:lnTo>
                    <a:pt x="379356" y="31484"/>
                  </a:lnTo>
                  <a:lnTo>
                    <a:pt x="408219" y="50131"/>
                  </a:lnTo>
                  <a:lnTo>
                    <a:pt x="412523" y="52899"/>
                  </a:lnTo>
                  <a:lnTo>
                    <a:pt x="442487" y="71669"/>
                  </a:lnTo>
                  <a:lnTo>
                    <a:pt x="461127" y="83331"/>
                  </a:lnTo>
                  <a:lnTo>
                    <a:pt x="465181" y="85860"/>
                  </a:lnTo>
                  <a:lnTo>
                    <a:pt x="473901" y="91401"/>
                  </a:lnTo>
                  <a:lnTo>
                    <a:pt x="462452" y="98450"/>
                  </a:lnTo>
                  <a:lnTo>
                    <a:pt x="454279" y="106518"/>
                  </a:lnTo>
                  <a:lnTo>
                    <a:pt x="447413" y="115905"/>
                  </a:lnTo>
                  <a:lnTo>
                    <a:pt x="442026" y="125263"/>
                  </a:lnTo>
                  <a:lnTo>
                    <a:pt x="438365" y="134333"/>
                  </a:lnTo>
                  <a:lnTo>
                    <a:pt x="436217" y="139640"/>
                  </a:lnTo>
                  <a:lnTo>
                    <a:pt x="432185" y="146681"/>
                  </a:lnTo>
                  <a:lnTo>
                    <a:pt x="429402" y="157046"/>
                  </a:lnTo>
                  <a:lnTo>
                    <a:pt x="428797" y="166471"/>
                  </a:lnTo>
                  <a:lnTo>
                    <a:pt x="429326" y="177140"/>
                  </a:lnTo>
                  <a:lnTo>
                    <a:pt x="430894" y="180540"/>
                  </a:lnTo>
                  <a:lnTo>
                    <a:pt x="428091" y="187417"/>
                  </a:lnTo>
                  <a:lnTo>
                    <a:pt x="423372" y="192897"/>
                  </a:lnTo>
                  <a:lnTo>
                    <a:pt x="422005" y="194483"/>
                  </a:lnTo>
                  <a:lnTo>
                    <a:pt x="418856" y="197664"/>
                  </a:lnTo>
                  <a:lnTo>
                    <a:pt x="418952" y="202433"/>
                  </a:lnTo>
                  <a:lnTo>
                    <a:pt x="418076" y="207929"/>
                  </a:lnTo>
                  <a:lnTo>
                    <a:pt x="411820" y="208472"/>
                  </a:lnTo>
                  <a:lnTo>
                    <a:pt x="406441" y="211477"/>
                  </a:lnTo>
                  <a:lnTo>
                    <a:pt x="401886" y="208489"/>
                  </a:lnTo>
                  <a:lnTo>
                    <a:pt x="397047" y="213176"/>
                  </a:lnTo>
                  <a:lnTo>
                    <a:pt x="395422" y="217706"/>
                  </a:lnTo>
                  <a:lnTo>
                    <a:pt x="400060" y="222063"/>
                  </a:lnTo>
                  <a:lnTo>
                    <a:pt x="397753" y="226079"/>
                  </a:lnTo>
                  <a:lnTo>
                    <a:pt x="389964" y="233757"/>
                  </a:lnTo>
                  <a:lnTo>
                    <a:pt x="388063" y="239581"/>
                  </a:lnTo>
                  <a:lnTo>
                    <a:pt x="380243" y="246272"/>
                  </a:lnTo>
                  <a:lnTo>
                    <a:pt x="376210" y="251052"/>
                  </a:lnTo>
                  <a:lnTo>
                    <a:pt x="375841" y="257225"/>
                  </a:lnTo>
                  <a:lnTo>
                    <a:pt x="368914" y="264286"/>
                  </a:lnTo>
                  <a:lnTo>
                    <a:pt x="366627" y="268917"/>
                  </a:lnTo>
                  <a:lnTo>
                    <a:pt x="359372" y="270971"/>
                  </a:lnTo>
                  <a:lnTo>
                    <a:pt x="353114" y="275462"/>
                  </a:lnTo>
                  <a:lnTo>
                    <a:pt x="349862" y="280049"/>
                  </a:lnTo>
                  <a:lnTo>
                    <a:pt x="344829" y="283141"/>
                  </a:lnTo>
                  <a:lnTo>
                    <a:pt x="344359" y="283643"/>
                  </a:lnTo>
                  <a:lnTo>
                    <a:pt x="337220" y="291250"/>
                  </a:lnTo>
                  <a:lnTo>
                    <a:pt x="330167" y="293824"/>
                  </a:lnTo>
                  <a:lnTo>
                    <a:pt x="324577" y="292236"/>
                  </a:lnTo>
                  <a:lnTo>
                    <a:pt x="324223" y="293757"/>
                  </a:lnTo>
                  <a:lnTo>
                    <a:pt x="323560" y="296604"/>
                  </a:lnTo>
                  <a:lnTo>
                    <a:pt x="327358" y="301813"/>
                  </a:lnTo>
                  <a:lnTo>
                    <a:pt x="330413" y="305314"/>
                  </a:lnTo>
                  <a:lnTo>
                    <a:pt x="329540" y="311382"/>
                  </a:lnTo>
                  <a:lnTo>
                    <a:pt x="322333" y="317813"/>
                  </a:lnTo>
                  <a:lnTo>
                    <a:pt x="317147" y="320643"/>
                  </a:lnTo>
                  <a:lnTo>
                    <a:pt x="312059" y="319669"/>
                  </a:lnTo>
                  <a:lnTo>
                    <a:pt x="304532" y="317308"/>
                  </a:lnTo>
                  <a:lnTo>
                    <a:pt x="300327" y="322252"/>
                  </a:lnTo>
                  <a:lnTo>
                    <a:pt x="304719" y="324470"/>
                  </a:lnTo>
                  <a:lnTo>
                    <a:pt x="311431" y="328795"/>
                  </a:lnTo>
                  <a:lnTo>
                    <a:pt x="307673" y="336437"/>
                  </a:lnTo>
                  <a:lnTo>
                    <a:pt x="300025" y="344289"/>
                  </a:lnTo>
                  <a:lnTo>
                    <a:pt x="295781" y="346485"/>
                  </a:lnTo>
                  <a:lnTo>
                    <a:pt x="295420" y="349100"/>
                  </a:lnTo>
                  <a:lnTo>
                    <a:pt x="294666" y="354543"/>
                  </a:lnTo>
                  <a:lnTo>
                    <a:pt x="288546" y="353154"/>
                  </a:lnTo>
                  <a:lnTo>
                    <a:pt x="281410" y="349579"/>
                  </a:lnTo>
                  <a:lnTo>
                    <a:pt x="278733" y="352190"/>
                  </a:lnTo>
                  <a:lnTo>
                    <a:pt x="270812" y="350537"/>
                  </a:lnTo>
                  <a:lnTo>
                    <a:pt x="268789" y="343322"/>
                  </a:lnTo>
                  <a:lnTo>
                    <a:pt x="264930" y="338191"/>
                  </a:lnTo>
                  <a:lnTo>
                    <a:pt x="264119" y="337112"/>
                  </a:lnTo>
                  <a:lnTo>
                    <a:pt x="265716" y="332118"/>
                  </a:lnTo>
                  <a:lnTo>
                    <a:pt x="263914" y="325505"/>
                  </a:lnTo>
                  <a:lnTo>
                    <a:pt x="258877" y="320629"/>
                  </a:lnTo>
                  <a:lnTo>
                    <a:pt x="256206" y="318041"/>
                  </a:lnTo>
                  <a:lnTo>
                    <a:pt x="255008" y="311879"/>
                  </a:lnTo>
                  <a:lnTo>
                    <a:pt x="245502" y="304529"/>
                  </a:lnTo>
                  <a:lnTo>
                    <a:pt x="244538" y="304391"/>
                  </a:lnTo>
                  <a:lnTo>
                    <a:pt x="239929" y="303731"/>
                  </a:lnTo>
                  <a:lnTo>
                    <a:pt x="233478" y="300646"/>
                  </a:lnTo>
                  <a:lnTo>
                    <a:pt x="232346" y="300104"/>
                  </a:lnTo>
                  <a:lnTo>
                    <a:pt x="231592" y="294526"/>
                  </a:lnTo>
                  <a:lnTo>
                    <a:pt x="227862" y="285090"/>
                  </a:lnTo>
                  <a:lnTo>
                    <a:pt x="227703" y="284504"/>
                  </a:lnTo>
                  <a:lnTo>
                    <a:pt x="225035" y="274666"/>
                  </a:lnTo>
                  <a:lnTo>
                    <a:pt x="219369" y="267939"/>
                  </a:lnTo>
                  <a:lnTo>
                    <a:pt x="214933" y="263417"/>
                  </a:lnTo>
                  <a:lnTo>
                    <a:pt x="213100" y="255259"/>
                  </a:lnTo>
                  <a:lnTo>
                    <a:pt x="208423" y="252784"/>
                  </a:lnTo>
                  <a:lnTo>
                    <a:pt x="201992" y="249375"/>
                  </a:lnTo>
                  <a:lnTo>
                    <a:pt x="200517" y="249143"/>
                  </a:lnTo>
                  <a:lnTo>
                    <a:pt x="196138" y="248452"/>
                  </a:lnTo>
                  <a:lnTo>
                    <a:pt x="185795" y="244921"/>
                  </a:lnTo>
                  <a:lnTo>
                    <a:pt x="184077" y="239816"/>
                  </a:lnTo>
                  <a:lnTo>
                    <a:pt x="183837" y="239104"/>
                  </a:lnTo>
                  <a:lnTo>
                    <a:pt x="175047" y="236458"/>
                  </a:lnTo>
                  <a:lnTo>
                    <a:pt x="174929" y="235823"/>
                  </a:lnTo>
                  <a:lnTo>
                    <a:pt x="173716" y="229303"/>
                  </a:lnTo>
                  <a:lnTo>
                    <a:pt x="164556" y="226538"/>
                  </a:lnTo>
                  <a:lnTo>
                    <a:pt x="164284" y="218541"/>
                  </a:lnTo>
                  <a:lnTo>
                    <a:pt x="162542" y="212664"/>
                  </a:lnTo>
                  <a:lnTo>
                    <a:pt x="155683" y="210400"/>
                  </a:lnTo>
                  <a:lnTo>
                    <a:pt x="152470" y="206917"/>
                  </a:lnTo>
                  <a:lnTo>
                    <a:pt x="151009" y="205334"/>
                  </a:lnTo>
                  <a:lnTo>
                    <a:pt x="142456" y="201102"/>
                  </a:lnTo>
                  <a:lnTo>
                    <a:pt x="141604" y="201014"/>
                  </a:lnTo>
                  <a:lnTo>
                    <a:pt x="136817" y="200516"/>
                  </a:lnTo>
                  <a:lnTo>
                    <a:pt x="132185" y="195881"/>
                  </a:lnTo>
                  <a:lnTo>
                    <a:pt x="129985" y="192740"/>
                  </a:lnTo>
                  <a:lnTo>
                    <a:pt x="126840" y="188247"/>
                  </a:lnTo>
                  <a:lnTo>
                    <a:pt x="116773" y="179712"/>
                  </a:lnTo>
                  <a:lnTo>
                    <a:pt x="105603" y="176449"/>
                  </a:lnTo>
                  <a:lnTo>
                    <a:pt x="96316" y="170035"/>
                  </a:lnTo>
                  <a:lnTo>
                    <a:pt x="91962" y="169947"/>
                  </a:lnTo>
                  <a:lnTo>
                    <a:pt x="91136" y="168779"/>
                  </a:lnTo>
                  <a:lnTo>
                    <a:pt x="87269" y="163309"/>
                  </a:lnTo>
                  <a:lnTo>
                    <a:pt x="86871" y="162854"/>
                  </a:lnTo>
                  <a:lnTo>
                    <a:pt x="80882" y="155991"/>
                  </a:lnTo>
                  <a:lnTo>
                    <a:pt x="72565" y="149723"/>
                  </a:lnTo>
                  <a:lnTo>
                    <a:pt x="69177" y="142373"/>
                  </a:lnTo>
                  <a:lnTo>
                    <a:pt x="67697" y="139162"/>
                  </a:lnTo>
                  <a:lnTo>
                    <a:pt x="63961" y="134731"/>
                  </a:lnTo>
                  <a:lnTo>
                    <a:pt x="63246" y="133882"/>
                  </a:lnTo>
                  <a:lnTo>
                    <a:pt x="57841" y="127561"/>
                  </a:lnTo>
                  <a:lnTo>
                    <a:pt x="55214" y="123211"/>
                  </a:lnTo>
                  <a:lnTo>
                    <a:pt x="50680" y="115562"/>
                  </a:lnTo>
                  <a:lnTo>
                    <a:pt x="45551" y="115387"/>
                  </a:lnTo>
                  <a:lnTo>
                    <a:pt x="39530" y="117678"/>
                  </a:lnTo>
                  <a:lnTo>
                    <a:pt x="39191" y="117807"/>
                  </a:lnTo>
                  <a:lnTo>
                    <a:pt x="33722" y="116441"/>
                  </a:lnTo>
                  <a:lnTo>
                    <a:pt x="33468" y="116278"/>
                  </a:lnTo>
                  <a:lnTo>
                    <a:pt x="28325" y="112964"/>
                  </a:lnTo>
                  <a:lnTo>
                    <a:pt x="27633" y="112399"/>
                  </a:lnTo>
                  <a:lnTo>
                    <a:pt x="21683" y="107537"/>
                  </a:lnTo>
                  <a:lnTo>
                    <a:pt x="14915" y="106307"/>
                  </a:lnTo>
                  <a:lnTo>
                    <a:pt x="8845" y="103359"/>
                  </a:lnTo>
                  <a:lnTo>
                    <a:pt x="2339" y="100226"/>
                  </a:lnTo>
                  <a:lnTo>
                    <a:pt x="2122" y="99753"/>
                  </a:lnTo>
                  <a:lnTo>
                    <a:pt x="583" y="963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655280" y="2885772"/>
              <a:ext cx="523450" cy="326030"/>
            </a:xfrm>
            <a:custGeom>
              <a:avLst/>
              <a:pathLst>
                <a:path w="523450" h="326030">
                  <a:moveTo>
                    <a:pt x="8936" y="88735"/>
                  </a:moveTo>
                  <a:lnTo>
                    <a:pt x="10169" y="88694"/>
                  </a:lnTo>
                  <a:lnTo>
                    <a:pt x="10705" y="76847"/>
                  </a:lnTo>
                  <a:lnTo>
                    <a:pt x="11107" y="68613"/>
                  </a:lnTo>
                  <a:lnTo>
                    <a:pt x="11669" y="57087"/>
                  </a:lnTo>
                  <a:lnTo>
                    <a:pt x="12304" y="42580"/>
                  </a:lnTo>
                  <a:lnTo>
                    <a:pt x="12609" y="36293"/>
                  </a:lnTo>
                  <a:lnTo>
                    <a:pt x="13472" y="18301"/>
                  </a:lnTo>
                  <a:lnTo>
                    <a:pt x="13937" y="7554"/>
                  </a:lnTo>
                  <a:lnTo>
                    <a:pt x="13995" y="5935"/>
                  </a:lnTo>
                  <a:lnTo>
                    <a:pt x="14210" y="0"/>
                  </a:lnTo>
                  <a:lnTo>
                    <a:pt x="39249" y="1203"/>
                  </a:lnTo>
                  <a:lnTo>
                    <a:pt x="53959" y="1846"/>
                  </a:lnTo>
                  <a:lnTo>
                    <a:pt x="68053" y="2435"/>
                  </a:lnTo>
                  <a:lnTo>
                    <a:pt x="82586" y="3004"/>
                  </a:lnTo>
                  <a:lnTo>
                    <a:pt x="86049" y="3133"/>
                  </a:lnTo>
                  <a:lnTo>
                    <a:pt x="90076" y="3281"/>
                  </a:lnTo>
                  <a:lnTo>
                    <a:pt x="101499" y="3676"/>
                  </a:lnTo>
                  <a:lnTo>
                    <a:pt x="111526" y="4008"/>
                  </a:lnTo>
                  <a:lnTo>
                    <a:pt x="126036" y="4467"/>
                  </a:lnTo>
                  <a:lnTo>
                    <a:pt x="141717" y="4916"/>
                  </a:lnTo>
                  <a:lnTo>
                    <a:pt x="147504" y="5068"/>
                  </a:lnTo>
                  <a:lnTo>
                    <a:pt x="160806" y="5394"/>
                  </a:lnTo>
                  <a:lnTo>
                    <a:pt x="176272" y="5743"/>
                  </a:lnTo>
                  <a:lnTo>
                    <a:pt x="188785" y="5970"/>
                  </a:lnTo>
                  <a:lnTo>
                    <a:pt x="205631" y="6238"/>
                  </a:lnTo>
                  <a:lnTo>
                    <a:pt x="228100" y="6519"/>
                  </a:lnTo>
                  <a:lnTo>
                    <a:pt x="244417" y="6658"/>
                  </a:lnTo>
                  <a:lnTo>
                    <a:pt x="245228" y="6666"/>
                  </a:lnTo>
                  <a:lnTo>
                    <a:pt x="258606" y="6765"/>
                  </a:lnTo>
                  <a:lnTo>
                    <a:pt x="267866" y="6864"/>
                  </a:lnTo>
                  <a:lnTo>
                    <a:pt x="285599" y="6944"/>
                  </a:lnTo>
                  <a:lnTo>
                    <a:pt x="296159" y="6990"/>
                  </a:lnTo>
                  <a:lnTo>
                    <a:pt x="303129" y="6943"/>
                  </a:lnTo>
                  <a:lnTo>
                    <a:pt x="311011" y="6968"/>
                  </a:lnTo>
                  <a:lnTo>
                    <a:pt x="320483" y="6905"/>
                  </a:lnTo>
                  <a:lnTo>
                    <a:pt x="336917" y="6757"/>
                  </a:lnTo>
                  <a:lnTo>
                    <a:pt x="342603" y="6713"/>
                  </a:lnTo>
                  <a:lnTo>
                    <a:pt x="360939" y="6574"/>
                  </a:lnTo>
                  <a:lnTo>
                    <a:pt x="367393" y="6510"/>
                  </a:lnTo>
                  <a:lnTo>
                    <a:pt x="381140" y="6419"/>
                  </a:lnTo>
                  <a:lnTo>
                    <a:pt x="403562" y="5961"/>
                  </a:lnTo>
                  <a:lnTo>
                    <a:pt x="407630" y="5878"/>
                  </a:lnTo>
                  <a:lnTo>
                    <a:pt x="409542" y="5838"/>
                  </a:lnTo>
                  <a:lnTo>
                    <a:pt x="422690" y="5543"/>
                  </a:lnTo>
                  <a:lnTo>
                    <a:pt x="437968" y="5112"/>
                  </a:lnTo>
                  <a:lnTo>
                    <a:pt x="458445" y="4411"/>
                  </a:lnTo>
                  <a:lnTo>
                    <a:pt x="467969" y="4057"/>
                  </a:lnTo>
                  <a:lnTo>
                    <a:pt x="501738" y="2783"/>
                  </a:lnTo>
                  <a:lnTo>
                    <a:pt x="501459" y="8745"/>
                  </a:lnTo>
                  <a:lnTo>
                    <a:pt x="500687" y="13977"/>
                  </a:lnTo>
                  <a:lnTo>
                    <a:pt x="497993" y="17402"/>
                  </a:lnTo>
                  <a:lnTo>
                    <a:pt x="495429" y="22090"/>
                  </a:lnTo>
                  <a:lnTo>
                    <a:pt x="490812" y="25165"/>
                  </a:lnTo>
                  <a:lnTo>
                    <a:pt x="485685" y="29818"/>
                  </a:lnTo>
                  <a:lnTo>
                    <a:pt x="484146" y="33139"/>
                  </a:lnTo>
                  <a:lnTo>
                    <a:pt x="484742" y="35500"/>
                  </a:lnTo>
                  <a:lnTo>
                    <a:pt x="485330" y="36216"/>
                  </a:lnTo>
                  <a:lnTo>
                    <a:pt x="489083" y="40774"/>
                  </a:lnTo>
                  <a:lnTo>
                    <a:pt x="491827" y="46037"/>
                  </a:lnTo>
                  <a:lnTo>
                    <a:pt x="494070" y="49868"/>
                  </a:lnTo>
                  <a:lnTo>
                    <a:pt x="496496" y="52276"/>
                  </a:lnTo>
                  <a:lnTo>
                    <a:pt x="500299" y="52317"/>
                  </a:lnTo>
                  <a:lnTo>
                    <a:pt x="504041" y="54224"/>
                  </a:lnTo>
                  <a:lnTo>
                    <a:pt x="506737" y="55089"/>
                  </a:lnTo>
                  <a:lnTo>
                    <a:pt x="509437" y="57729"/>
                  </a:lnTo>
                  <a:lnTo>
                    <a:pt x="510338" y="59517"/>
                  </a:lnTo>
                  <a:lnTo>
                    <a:pt x="511227" y="61280"/>
                  </a:lnTo>
                  <a:lnTo>
                    <a:pt x="511401" y="64905"/>
                  </a:lnTo>
                  <a:lnTo>
                    <a:pt x="512711" y="92213"/>
                  </a:lnTo>
                  <a:lnTo>
                    <a:pt x="513482" y="108304"/>
                  </a:lnTo>
                  <a:lnTo>
                    <a:pt x="514262" y="124622"/>
                  </a:lnTo>
                  <a:lnTo>
                    <a:pt x="514654" y="132836"/>
                  </a:lnTo>
                  <a:lnTo>
                    <a:pt x="515473" y="150022"/>
                  </a:lnTo>
                  <a:lnTo>
                    <a:pt x="516123" y="165327"/>
                  </a:lnTo>
                  <a:lnTo>
                    <a:pt x="517497" y="197860"/>
                  </a:lnTo>
                  <a:lnTo>
                    <a:pt x="518669" y="225703"/>
                  </a:lnTo>
                  <a:lnTo>
                    <a:pt x="518881" y="230565"/>
                  </a:lnTo>
                  <a:lnTo>
                    <a:pt x="508986" y="230981"/>
                  </a:lnTo>
                  <a:lnTo>
                    <a:pt x="510079" y="233830"/>
                  </a:lnTo>
                  <a:lnTo>
                    <a:pt x="509560" y="237179"/>
                  </a:lnTo>
                  <a:lnTo>
                    <a:pt x="514693" y="241515"/>
                  </a:lnTo>
                  <a:lnTo>
                    <a:pt x="514660" y="245122"/>
                  </a:lnTo>
                  <a:lnTo>
                    <a:pt x="514429" y="249560"/>
                  </a:lnTo>
                  <a:lnTo>
                    <a:pt x="511163" y="250537"/>
                  </a:lnTo>
                  <a:lnTo>
                    <a:pt x="512643" y="253622"/>
                  </a:lnTo>
                  <a:lnTo>
                    <a:pt x="513096" y="254567"/>
                  </a:lnTo>
                  <a:lnTo>
                    <a:pt x="515306" y="256943"/>
                  </a:lnTo>
                  <a:lnTo>
                    <a:pt x="518480" y="256798"/>
                  </a:lnTo>
                  <a:lnTo>
                    <a:pt x="519932" y="264027"/>
                  </a:lnTo>
                  <a:lnTo>
                    <a:pt x="521384" y="266726"/>
                  </a:lnTo>
                  <a:lnTo>
                    <a:pt x="520637" y="269702"/>
                  </a:lnTo>
                  <a:lnTo>
                    <a:pt x="520279" y="271125"/>
                  </a:lnTo>
                  <a:lnTo>
                    <a:pt x="516734" y="273870"/>
                  </a:lnTo>
                  <a:lnTo>
                    <a:pt x="518166" y="277078"/>
                  </a:lnTo>
                  <a:lnTo>
                    <a:pt x="516387" y="279730"/>
                  </a:lnTo>
                  <a:lnTo>
                    <a:pt x="517825" y="281381"/>
                  </a:lnTo>
                  <a:lnTo>
                    <a:pt x="515132" y="284951"/>
                  </a:lnTo>
                  <a:lnTo>
                    <a:pt x="515270" y="286257"/>
                  </a:lnTo>
                  <a:lnTo>
                    <a:pt x="515567" y="289071"/>
                  </a:lnTo>
                  <a:lnTo>
                    <a:pt x="513011" y="293948"/>
                  </a:lnTo>
                  <a:lnTo>
                    <a:pt x="510177" y="298606"/>
                  </a:lnTo>
                  <a:lnTo>
                    <a:pt x="510186" y="303650"/>
                  </a:lnTo>
                  <a:lnTo>
                    <a:pt x="512606" y="307060"/>
                  </a:lnTo>
                  <a:lnTo>
                    <a:pt x="517253" y="311265"/>
                  </a:lnTo>
                  <a:lnTo>
                    <a:pt x="520788" y="318608"/>
                  </a:lnTo>
                  <a:lnTo>
                    <a:pt x="521021" y="319090"/>
                  </a:lnTo>
                  <a:lnTo>
                    <a:pt x="520068" y="322771"/>
                  </a:lnTo>
                  <a:lnTo>
                    <a:pt x="521169" y="323446"/>
                  </a:lnTo>
                  <a:lnTo>
                    <a:pt x="523450" y="325126"/>
                  </a:lnTo>
                  <a:lnTo>
                    <a:pt x="519626" y="326030"/>
                  </a:lnTo>
                  <a:lnTo>
                    <a:pt x="517874" y="323526"/>
                  </a:lnTo>
                  <a:lnTo>
                    <a:pt x="511928" y="324164"/>
                  </a:lnTo>
                  <a:lnTo>
                    <a:pt x="510712" y="322244"/>
                  </a:lnTo>
                  <a:lnTo>
                    <a:pt x="508439" y="318647"/>
                  </a:lnTo>
                  <a:lnTo>
                    <a:pt x="504814" y="315292"/>
                  </a:lnTo>
                  <a:lnTo>
                    <a:pt x="505413" y="310071"/>
                  </a:lnTo>
                  <a:lnTo>
                    <a:pt x="499851" y="309931"/>
                  </a:lnTo>
                  <a:lnTo>
                    <a:pt x="498106" y="306643"/>
                  </a:lnTo>
                  <a:lnTo>
                    <a:pt x="497705" y="306480"/>
                  </a:lnTo>
                  <a:lnTo>
                    <a:pt x="490746" y="303640"/>
                  </a:lnTo>
                  <a:lnTo>
                    <a:pt x="486725" y="304660"/>
                  </a:lnTo>
                  <a:lnTo>
                    <a:pt x="483180" y="301789"/>
                  </a:lnTo>
                  <a:lnTo>
                    <a:pt x="482527" y="301259"/>
                  </a:lnTo>
                  <a:lnTo>
                    <a:pt x="475172" y="300631"/>
                  </a:lnTo>
                  <a:lnTo>
                    <a:pt x="472789" y="298867"/>
                  </a:lnTo>
                  <a:lnTo>
                    <a:pt x="469338" y="296310"/>
                  </a:lnTo>
                  <a:lnTo>
                    <a:pt x="467593" y="293274"/>
                  </a:lnTo>
                  <a:lnTo>
                    <a:pt x="463144" y="292248"/>
                  </a:lnTo>
                  <a:lnTo>
                    <a:pt x="460488" y="293253"/>
                  </a:lnTo>
                  <a:lnTo>
                    <a:pt x="455246" y="292479"/>
                  </a:lnTo>
                  <a:lnTo>
                    <a:pt x="452892" y="294417"/>
                  </a:lnTo>
                  <a:lnTo>
                    <a:pt x="450631" y="294116"/>
                  </a:lnTo>
                  <a:lnTo>
                    <a:pt x="448489" y="293830"/>
                  </a:lnTo>
                  <a:lnTo>
                    <a:pt x="442759" y="293769"/>
                  </a:lnTo>
                  <a:lnTo>
                    <a:pt x="440285" y="294255"/>
                  </a:lnTo>
                  <a:lnTo>
                    <a:pt x="435800" y="295135"/>
                  </a:lnTo>
                  <a:lnTo>
                    <a:pt x="428872" y="293993"/>
                  </a:lnTo>
                  <a:lnTo>
                    <a:pt x="424966" y="293432"/>
                  </a:lnTo>
                  <a:lnTo>
                    <a:pt x="423695" y="294631"/>
                  </a:lnTo>
                  <a:lnTo>
                    <a:pt x="421890" y="299721"/>
                  </a:lnTo>
                  <a:lnTo>
                    <a:pt x="418853" y="302541"/>
                  </a:lnTo>
                  <a:lnTo>
                    <a:pt x="413024" y="303192"/>
                  </a:lnTo>
                  <a:lnTo>
                    <a:pt x="408136" y="299156"/>
                  </a:lnTo>
                  <a:lnTo>
                    <a:pt x="405089" y="296269"/>
                  </a:lnTo>
                  <a:lnTo>
                    <a:pt x="404775" y="296169"/>
                  </a:lnTo>
                  <a:lnTo>
                    <a:pt x="399283" y="294417"/>
                  </a:lnTo>
                  <a:lnTo>
                    <a:pt x="395952" y="293188"/>
                  </a:lnTo>
                  <a:lnTo>
                    <a:pt x="393995" y="292152"/>
                  </a:lnTo>
                  <a:lnTo>
                    <a:pt x="388562" y="289269"/>
                  </a:lnTo>
                  <a:lnTo>
                    <a:pt x="385244" y="288319"/>
                  </a:lnTo>
                  <a:lnTo>
                    <a:pt x="382137" y="285161"/>
                  </a:lnTo>
                  <a:lnTo>
                    <a:pt x="380731" y="281904"/>
                  </a:lnTo>
                  <a:lnTo>
                    <a:pt x="356773" y="282321"/>
                  </a:lnTo>
                  <a:lnTo>
                    <a:pt x="328903" y="282648"/>
                  </a:lnTo>
                  <a:lnTo>
                    <a:pt x="309731" y="282792"/>
                  </a:lnTo>
                  <a:lnTo>
                    <a:pt x="288064" y="282876"/>
                  </a:lnTo>
                  <a:lnTo>
                    <a:pt x="264174" y="282887"/>
                  </a:lnTo>
                  <a:lnTo>
                    <a:pt x="209180" y="282526"/>
                  </a:lnTo>
                  <a:lnTo>
                    <a:pt x="193576" y="282281"/>
                  </a:lnTo>
                  <a:lnTo>
                    <a:pt x="134996" y="280976"/>
                  </a:lnTo>
                  <a:lnTo>
                    <a:pt x="112647" y="280316"/>
                  </a:lnTo>
                  <a:lnTo>
                    <a:pt x="86370" y="279441"/>
                  </a:lnTo>
                  <a:lnTo>
                    <a:pt x="72085" y="278914"/>
                  </a:lnTo>
                  <a:lnTo>
                    <a:pt x="39512" y="277574"/>
                  </a:lnTo>
                  <a:lnTo>
                    <a:pt x="37528" y="277490"/>
                  </a:lnTo>
                  <a:lnTo>
                    <a:pt x="0" y="275770"/>
                  </a:lnTo>
                  <a:lnTo>
                    <a:pt x="1271" y="248681"/>
                  </a:lnTo>
                  <a:lnTo>
                    <a:pt x="2079" y="231070"/>
                  </a:lnTo>
                  <a:lnTo>
                    <a:pt x="2189" y="228681"/>
                  </a:lnTo>
                  <a:lnTo>
                    <a:pt x="2427" y="223503"/>
                  </a:lnTo>
                  <a:lnTo>
                    <a:pt x="3756" y="195884"/>
                  </a:lnTo>
                  <a:lnTo>
                    <a:pt x="5092" y="168948"/>
                  </a:lnTo>
                  <a:lnTo>
                    <a:pt x="5275" y="165267"/>
                  </a:lnTo>
                  <a:lnTo>
                    <a:pt x="5600" y="158748"/>
                  </a:lnTo>
                  <a:lnTo>
                    <a:pt x="7074" y="128682"/>
                  </a:lnTo>
                  <a:lnTo>
                    <a:pt x="7628" y="1174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960431" y="3836778"/>
              <a:ext cx="786397" cy="325125"/>
            </a:xfrm>
            <a:custGeom>
              <a:avLst/>
              <a:pathLst>
                <a:path w="786397" h="325125">
                  <a:moveTo>
                    <a:pt x="421" y="321168"/>
                  </a:moveTo>
                  <a:lnTo>
                    <a:pt x="3675" y="319433"/>
                  </a:lnTo>
                  <a:lnTo>
                    <a:pt x="10079" y="317456"/>
                  </a:lnTo>
                  <a:lnTo>
                    <a:pt x="11087" y="312534"/>
                  </a:lnTo>
                  <a:lnTo>
                    <a:pt x="12667" y="307928"/>
                  </a:lnTo>
                  <a:lnTo>
                    <a:pt x="19446" y="308377"/>
                  </a:lnTo>
                  <a:lnTo>
                    <a:pt x="17994" y="303091"/>
                  </a:lnTo>
                  <a:lnTo>
                    <a:pt x="18131" y="298489"/>
                  </a:lnTo>
                  <a:lnTo>
                    <a:pt x="17103" y="293092"/>
                  </a:lnTo>
                  <a:lnTo>
                    <a:pt x="10237" y="290991"/>
                  </a:lnTo>
                  <a:lnTo>
                    <a:pt x="14138" y="286994"/>
                  </a:lnTo>
                  <a:lnTo>
                    <a:pt x="16646" y="279758"/>
                  </a:lnTo>
                  <a:lnTo>
                    <a:pt x="13713" y="274563"/>
                  </a:lnTo>
                  <a:lnTo>
                    <a:pt x="17550" y="272557"/>
                  </a:lnTo>
                  <a:lnTo>
                    <a:pt x="20055" y="273189"/>
                  </a:lnTo>
                  <a:lnTo>
                    <a:pt x="21742" y="268031"/>
                  </a:lnTo>
                  <a:lnTo>
                    <a:pt x="18987" y="263730"/>
                  </a:lnTo>
                  <a:lnTo>
                    <a:pt x="19089" y="257359"/>
                  </a:lnTo>
                  <a:lnTo>
                    <a:pt x="26728" y="257468"/>
                  </a:lnTo>
                  <a:lnTo>
                    <a:pt x="27800" y="255140"/>
                  </a:lnTo>
                  <a:lnTo>
                    <a:pt x="28359" y="249450"/>
                  </a:lnTo>
                  <a:lnTo>
                    <a:pt x="33438" y="246616"/>
                  </a:lnTo>
                  <a:lnTo>
                    <a:pt x="31001" y="244043"/>
                  </a:lnTo>
                  <a:lnTo>
                    <a:pt x="24953" y="239498"/>
                  </a:lnTo>
                  <a:lnTo>
                    <a:pt x="28095" y="232093"/>
                  </a:lnTo>
                  <a:lnTo>
                    <a:pt x="33088" y="232357"/>
                  </a:lnTo>
                  <a:lnTo>
                    <a:pt x="38974" y="227496"/>
                  </a:lnTo>
                  <a:lnTo>
                    <a:pt x="45608" y="223522"/>
                  </a:lnTo>
                  <a:lnTo>
                    <a:pt x="44531" y="219129"/>
                  </a:lnTo>
                  <a:lnTo>
                    <a:pt x="44842" y="216005"/>
                  </a:lnTo>
                  <a:lnTo>
                    <a:pt x="51700" y="212651"/>
                  </a:lnTo>
                  <a:lnTo>
                    <a:pt x="51396" y="211530"/>
                  </a:lnTo>
                  <a:lnTo>
                    <a:pt x="50876" y="209613"/>
                  </a:lnTo>
                  <a:lnTo>
                    <a:pt x="47252" y="206954"/>
                  </a:lnTo>
                  <a:lnTo>
                    <a:pt x="42192" y="201318"/>
                  </a:lnTo>
                  <a:lnTo>
                    <a:pt x="45774" y="198523"/>
                  </a:lnTo>
                  <a:lnTo>
                    <a:pt x="46131" y="191144"/>
                  </a:lnTo>
                  <a:lnTo>
                    <a:pt x="49347" y="188246"/>
                  </a:lnTo>
                  <a:lnTo>
                    <a:pt x="53728" y="183914"/>
                  </a:lnTo>
                  <a:lnTo>
                    <a:pt x="50107" y="178744"/>
                  </a:lnTo>
                  <a:lnTo>
                    <a:pt x="49714" y="178516"/>
                  </a:lnTo>
                  <a:lnTo>
                    <a:pt x="43064" y="174663"/>
                  </a:lnTo>
                  <a:lnTo>
                    <a:pt x="44131" y="171771"/>
                  </a:lnTo>
                  <a:lnTo>
                    <a:pt x="51397" y="172076"/>
                  </a:lnTo>
                  <a:lnTo>
                    <a:pt x="55398" y="166884"/>
                  </a:lnTo>
                  <a:lnTo>
                    <a:pt x="49563" y="163902"/>
                  </a:lnTo>
                  <a:lnTo>
                    <a:pt x="50172" y="159814"/>
                  </a:lnTo>
                  <a:lnTo>
                    <a:pt x="55378" y="159011"/>
                  </a:lnTo>
                  <a:lnTo>
                    <a:pt x="57473" y="158688"/>
                  </a:lnTo>
                  <a:lnTo>
                    <a:pt x="58180" y="154625"/>
                  </a:lnTo>
                  <a:lnTo>
                    <a:pt x="54615" y="150129"/>
                  </a:lnTo>
                  <a:lnTo>
                    <a:pt x="56056" y="144996"/>
                  </a:lnTo>
                  <a:lnTo>
                    <a:pt x="53861" y="141009"/>
                  </a:lnTo>
                  <a:lnTo>
                    <a:pt x="65293" y="139437"/>
                  </a:lnTo>
                  <a:lnTo>
                    <a:pt x="72029" y="138305"/>
                  </a:lnTo>
                  <a:lnTo>
                    <a:pt x="84523" y="136191"/>
                  </a:lnTo>
                  <a:lnTo>
                    <a:pt x="107734" y="133560"/>
                  </a:lnTo>
                  <a:lnTo>
                    <a:pt x="119916" y="131963"/>
                  </a:lnTo>
                  <a:lnTo>
                    <a:pt x="120611" y="131871"/>
                  </a:lnTo>
                  <a:lnTo>
                    <a:pt x="121587" y="131742"/>
                  </a:lnTo>
                  <a:lnTo>
                    <a:pt x="149750" y="127968"/>
                  </a:lnTo>
                  <a:lnTo>
                    <a:pt x="150166" y="127912"/>
                  </a:lnTo>
                  <a:lnTo>
                    <a:pt x="152309" y="127636"/>
                  </a:lnTo>
                  <a:lnTo>
                    <a:pt x="186226" y="123198"/>
                  </a:lnTo>
                  <a:lnTo>
                    <a:pt x="193134" y="122037"/>
                  </a:lnTo>
                  <a:lnTo>
                    <a:pt x="193403" y="121991"/>
                  </a:lnTo>
                  <a:lnTo>
                    <a:pt x="194168" y="115744"/>
                  </a:lnTo>
                  <a:lnTo>
                    <a:pt x="190906" y="106861"/>
                  </a:lnTo>
                  <a:lnTo>
                    <a:pt x="188792" y="101507"/>
                  </a:lnTo>
                  <a:lnTo>
                    <a:pt x="194294" y="100845"/>
                  </a:lnTo>
                  <a:lnTo>
                    <a:pt x="209647" y="100198"/>
                  </a:lnTo>
                  <a:lnTo>
                    <a:pt x="209784" y="103797"/>
                  </a:lnTo>
                  <a:lnTo>
                    <a:pt x="224577" y="101194"/>
                  </a:lnTo>
                  <a:lnTo>
                    <a:pt x="229509" y="100320"/>
                  </a:lnTo>
                  <a:lnTo>
                    <a:pt x="256829" y="95802"/>
                  </a:lnTo>
                  <a:lnTo>
                    <a:pt x="257929" y="95618"/>
                  </a:lnTo>
                  <a:lnTo>
                    <a:pt x="278494" y="92148"/>
                  </a:lnTo>
                  <a:lnTo>
                    <a:pt x="283534" y="91289"/>
                  </a:lnTo>
                  <a:lnTo>
                    <a:pt x="306577" y="87318"/>
                  </a:lnTo>
                  <a:lnTo>
                    <a:pt x="311193" y="86455"/>
                  </a:lnTo>
                  <a:lnTo>
                    <a:pt x="325747" y="83714"/>
                  </a:lnTo>
                  <a:lnTo>
                    <a:pt x="330070" y="84368"/>
                  </a:lnTo>
                  <a:lnTo>
                    <a:pt x="331121" y="84527"/>
                  </a:lnTo>
                  <a:lnTo>
                    <a:pt x="334923" y="82186"/>
                  </a:lnTo>
                  <a:lnTo>
                    <a:pt x="343957" y="81211"/>
                  </a:lnTo>
                  <a:lnTo>
                    <a:pt x="363278" y="79091"/>
                  </a:lnTo>
                  <a:lnTo>
                    <a:pt x="374874" y="77795"/>
                  </a:lnTo>
                  <a:lnTo>
                    <a:pt x="384848" y="76733"/>
                  </a:lnTo>
                  <a:lnTo>
                    <a:pt x="394410" y="75704"/>
                  </a:lnTo>
                  <a:lnTo>
                    <a:pt x="402376" y="74571"/>
                  </a:lnTo>
                  <a:lnTo>
                    <a:pt x="407669" y="73813"/>
                  </a:lnTo>
                  <a:lnTo>
                    <a:pt x="430398" y="70509"/>
                  </a:lnTo>
                  <a:lnTo>
                    <a:pt x="435167" y="69311"/>
                  </a:lnTo>
                  <a:lnTo>
                    <a:pt x="448069" y="66054"/>
                  </a:lnTo>
                  <a:lnTo>
                    <a:pt x="448545" y="65933"/>
                  </a:lnTo>
                  <a:lnTo>
                    <a:pt x="449882" y="65730"/>
                  </a:lnTo>
                  <a:lnTo>
                    <a:pt x="466673" y="63160"/>
                  </a:lnTo>
                  <a:lnTo>
                    <a:pt x="478076" y="62039"/>
                  </a:lnTo>
                  <a:lnTo>
                    <a:pt x="480984" y="61751"/>
                  </a:lnTo>
                  <a:lnTo>
                    <a:pt x="495874" y="60123"/>
                  </a:lnTo>
                  <a:lnTo>
                    <a:pt x="496516" y="60024"/>
                  </a:lnTo>
                  <a:lnTo>
                    <a:pt x="522466" y="55977"/>
                  </a:lnTo>
                  <a:lnTo>
                    <a:pt x="544653" y="52248"/>
                  </a:lnTo>
                  <a:lnTo>
                    <a:pt x="547825" y="51709"/>
                  </a:lnTo>
                  <a:lnTo>
                    <a:pt x="570059" y="47733"/>
                  </a:lnTo>
                  <a:lnTo>
                    <a:pt x="575359" y="46929"/>
                  </a:lnTo>
                  <a:lnTo>
                    <a:pt x="578747" y="46413"/>
                  </a:lnTo>
                  <a:lnTo>
                    <a:pt x="597673" y="43157"/>
                  </a:lnTo>
                  <a:lnTo>
                    <a:pt x="598705" y="40764"/>
                  </a:lnTo>
                  <a:lnTo>
                    <a:pt x="617526" y="37169"/>
                  </a:lnTo>
                  <a:lnTo>
                    <a:pt x="635640" y="33663"/>
                  </a:lnTo>
                  <a:lnTo>
                    <a:pt x="662642" y="28471"/>
                  </a:lnTo>
                  <a:lnTo>
                    <a:pt x="676885" y="25693"/>
                  </a:lnTo>
                  <a:lnTo>
                    <a:pt x="697254" y="21247"/>
                  </a:lnTo>
                  <a:lnTo>
                    <a:pt x="708474" y="18773"/>
                  </a:lnTo>
                  <a:lnTo>
                    <a:pt x="726275" y="15043"/>
                  </a:lnTo>
                  <a:lnTo>
                    <a:pt x="730952" y="14056"/>
                  </a:lnTo>
                  <a:lnTo>
                    <a:pt x="737347" y="12701"/>
                  </a:lnTo>
                  <a:lnTo>
                    <a:pt x="739962" y="12137"/>
                  </a:lnTo>
                  <a:lnTo>
                    <a:pt x="759421" y="7916"/>
                  </a:lnTo>
                  <a:lnTo>
                    <a:pt x="759968" y="5139"/>
                  </a:lnTo>
                  <a:lnTo>
                    <a:pt x="768819" y="3361"/>
                  </a:lnTo>
                  <a:lnTo>
                    <a:pt x="785408" y="0"/>
                  </a:lnTo>
                  <a:lnTo>
                    <a:pt x="783154" y="3380"/>
                  </a:lnTo>
                  <a:lnTo>
                    <a:pt x="782299" y="9768"/>
                  </a:lnTo>
                  <a:lnTo>
                    <a:pt x="784345" y="17637"/>
                  </a:lnTo>
                  <a:lnTo>
                    <a:pt x="782032" y="24744"/>
                  </a:lnTo>
                  <a:lnTo>
                    <a:pt x="783408" y="27289"/>
                  </a:lnTo>
                  <a:lnTo>
                    <a:pt x="786397" y="32811"/>
                  </a:lnTo>
                  <a:lnTo>
                    <a:pt x="780526" y="33811"/>
                  </a:lnTo>
                  <a:lnTo>
                    <a:pt x="774455" y="34398"/>
                  </a:lnTo>
                  <a:lnTo>
                    <a:pt x="768590" y="41166"/>
                  </a:lnTo>
                  <a:lnTo>
                    <a:pt x="767978" y="43070"/>
                  </a:lnTo>
                  <a:lnTo>
                    <a:pt x="767030" y="46011"/>
                  </a:lnTo>
                  <a:lnTo>
                    <a:pt x="765496" y="50764"/>
                  </a:lnTo>
                  <a:lnTo>
                    <a:pt x="761532" y="64158"/>
                  </a:lnTo>
                  <a:lnTo>
                    <a:pt x="757105" y="67372"/>
                  </a:lnTo>
                  <a:lnTo>
                    <a:pt x="752872" y="68448"/>
                  </a:lnTo>
                  <a:lnTo>
                    <a:pt x="750879" y="65046"/>
                  </a:lnTo>
                  <a:lnTo>
                    <a:pt x="743840" y="63824"/>
                  </a:lnTo>
                  <a:lnTo>
                    <a:pt x="743124" y="64605"/>
                  </a:lnTo>
                  <a:lnTo>
                    <a:pt x="739509" y="68546"/>
                  </a:lnTo>
                  <a:lnTo>
                    <a:pt x="736414" y="68502"/>
                  </a:lnTo>
                  <a:lnTo>
                    <a:pt x="732267" y="71599"/>
                  </a:lnTo>
                  <a:lnTo>
                    <a:pt x="727176" y="76522"/>
                  </a:lnTo>
                  <a:lnTo>
                    <a:pt x="726716" y="77878"/>
                  </a:lnTo>
                  <a:lnTo>
                    <a:pt x="723783" y="86510"/>
                  </a:lnTo>
                  <a:lnTo>
                    <a:pt x="720293" y="90203"/>
                  </a:lnTo>
                  <a:lnTo>
                    <a:pt x="716284" y="94439"/>
                  </a:lnTo>
                  <a:lnTo>
                    <a:pt x="710900" y="93104"/>
                  </a:lnTo>
                  <a:lnTo>
                    <a:pt x="711185" y="86835"/>
                  </a:lnTo>
                  <a:lnTo>
                    <a:pt x="709992" y="85741"/>
                  </a:lnTo>
                  <a:lnTo>
                    <a:pt x="707336" y="83303"/>
                  </a:lnTo>
                  <a:lnTo>
                    <a:pt x="699322" y="90274"/>
                  </a:lnTo>
                  <a:lnTo>
                    <a:pt x="694836" y="94305"/>
                  </a:lnTo>
                  <a:lnTo>
                    <a:pt x="694970" y="99132"/>
                  </a:lnTo>
                  <a:lnTo>
                    <a:pt x="692919" y="102950"/>
                  </a:lnTo>
                  <a:lnTo>
                    <a:pt x="688257" y="101101"/>
                  </a:lnTo>
                  <a:lnTo>
                    <a:pt x="685478" y="103311"/>
                  </a:lnTo>
                  <a:lnTo>
                    <a:pt x="684060" y="104438"/>
                  </a:lnTo>
                  <a:lnTo>
                    <a:pt x="686212" y="110286"/>
                  </a:lnTo>
                  <a:lnTo>
                    <a:pt x="683722" y="116488"/>
                  </a:lnTo>
                  <a:lnTo>
                    <a:pt x="681688" y="120741"/>
                  </a:lnTo>
                  <a:lnTo>
                    <a:pt x="680868" y="122454"/>
                  </a:lnTo>
                  <a:lnTo>
                    <a:pt x="674215" y="123211"/>
                  </a:lnTo>
                  <a:lnTo>
                    <a:pt x="669924" y="125490"/>
                  </a:lnTo>
                  <a:lnTo>
                    <a:pt x="664188" y="128189"/>
                  </a:lnTo>
                  <a:lnTo>
                    <a:pt x="661565" y="133273"/>
                  </a:lnTo>
                  <a:lnTo>
                    <a:pt x="656428" y="135430"/>
                  </a:lnTo>
                  <a:lnTo>
                    <a:pt x="656378" y="135573"/>
                  </a:lnTo>
                  <a:lnTo>
                    <a:pt x="655829" y="137130"/>
                  </a:lnTo>
                  <a:lnTo>
                    <a:pt x="653759" y="142995"/>
                  </a:lnTo>
                  <a:lnTo>
                    <a:pt x="649013" y="143625"/>
                  </a:lnTo>
                  <a:lnTo>
                    <a:pt x="643094" y="150733"/>
                  </a:lnTo>
                  <a:lnTo>
                    <a:pt x="640378" y="152270"/>
                  </a:lnTo>
                  <a:lnTo>
                    <a:pt x="636912" y="157757"/>
                  </a:lnTo>
                  <a:lnTo>
                    <a:pt x="628441" y="158964"/>
                  </a:lnTo>
                  <a:lnTo>
                    <a:pt x="622288" y="160021"/>
                  </a:lnTo>
                  <a:lnTo>
                    <a:pt x="621384" y="160261"/>
                  </a:lnTo>
                  <a:lnTo>
                    <a:pt x="611295" y="162927"/>
                  </a:lnTo>
                  <a:lnTo>
                    <a:pt x="604969" y="169304"/>
                  </a:lnTo>
                  <a:lnTo>
                    <a:pt x="599485" y="175843"/>
                  </a:lnTo>
                  <a:lnTo>
                    <a:pt x="596337" y="178083"/>
                  </a:lnTo>
                  <a:lnTo>
                    <a:pt x="595846" y="178432"/>
                  </a:lnTo>
                  <a:lnTo>
                    <a:pt x="594614" y="179308"/>
                  </a:lnTo>
                  <a:lnTo>
                    <a:pt x="590955" y="185427"/>
                  </a:lnTo>
                  <a:lnTo>
                    <a:pt x="593012" y="189315"/>
                  </a:lnTo>
                  <a:lnTo>
                    <a:pt x="590611" y="192569"/>
                  </a:lnTo>
                  <a:lnTo>
                    <a:pt x="593042" y="198400"/>
                  </a:lnTo>
                  <a:lnTo>
                    <a:pt x="592588" y="198926"/>
                  </a:lnTo>
                  <a:lnTo>
                    <a:pt x="587040" y="205352"/>
                  </a:lnTo>
                  <a:lnTo>
                    <a:pt x="579534" y="207590"/>
                  </a:lnTo>
                  <a:lnTo>
                    <a:pt x="574707" y="205108"/>
                  </a:lnTo>
                  <a:lnTo>
                    <a:pt x="569937" y="211102"/>
                  </a:lnTo>
                  <a:lnTo>
                    <a:pt x="570030" y="213577"/>
                  </a:lnTo>
                  <a:lnTo>
                    <a:pt x="570980" y="239412"/>
                  </a:lnTo>
                  <a:lnTo>
                    <a:pt x="553263" y="242779"/>
                  </a:lnTo>
                  <a:lnTo>
                    <a:pt x="542606" y="244722"/>
                  </a:lnTo>
                  <a:lnTo>
                    <a:pt x="532573" y="246607"/>
                  </a:lnTo>
                  <a:lnTo>
                    <a:pt x="527987" y="247458"/>
                  </a:lnTo>
                  <a:lnTo>
                    <a:pt x="524704" y="248065"/>
                  </a:lnTo>
                  <a:lnTo>
                    <a:pt x="519887" y="248953"/>
                  </a:lnTo>
                  <a:lnTo>
                    <a:pt x="508930" y="251007"/>
                  </a:lnTo>
                  <a:lnTo>
                    <a:pt x="508658" y="251058"/>
                  </a:lnTo>
                  <a:lnTo>
                    <a:pt x="502467" y="252211"/>
                  </a:lnTo>
                  <a:lnTo>
                    <a:pt x="481639" y="256139"/>
                  </a:lnTo>
                  <a:lnTo>
                    <a:pt x="480455" y="256361"/>
                  </a:lnTo>
                  <a:lnTo>
                    <a:pt x="472286" y="257991"/>
                  </a:lnTo>
                  <a:lnTo>
                    <a:pt x="470295" y="258387"/>
                  </a:lnTo>
                  <a:lnTo>
                    <a:pt x="461796" y="259791"/>
                  </a:lnTo>
                  <a:lnTo>
                    <a:pt x="449352" y="261830"/>
                  </a:lnTo>
                  <a:lnTo>
                    <a:pt x="423855" y="265900"/>
                  </a:lnTo>
                  <a:lnTo>
                    <a:pt x="382108" y="272383"/>
                  </a:lnTo>
                  <a:lnTo>
                    <a:pt x="381396" y="272502"/>
                  </a:lnTo>
                  <a:lnTo>
                    <a:pt x="367219" y="274858"/>
                  </a:lnTo>
                  <a:lnTo>
                    <a:pt x="337123" y="279529"/>
                  </a:lnTo>
                  <a:lnTo>
                    <a:pt x="332094" y="280218"/>
                  </a:lnTo>
                  <a:lnTo>
                    <a:pt x="296304" y="285030"/>
                  </a:lnTo>
                  <a:lnTo>
                    <a:pt x="295738" y="285105"/>
                  </a:lnTo>
                  <a:lnTo>
                    <a:pt x="295034" y="285203"/>
                  </a:lnTo>
                  <a:lnTo>
                    <a:pt x="275845" y="287842"/>
                  </a:lnTo>
                  <a:lnTo>
                    <a:pt x="258528" y="290184"/>
                  </a:lnTo>
                  <a:lnTo>
                    <a:pt x="256718" y="290426"/>
                  </a:lnTo>
                  <a:lnTo>
                    <a:pt x="235037" y="293373"/>
                  </a:lnTo>
                  <a:lnTo>
                    <a:pt x="222332" y="295175"/>
                  </a:lnTo>
                  <a:lnTo>
                    <a:pt x="220888" y="295378"/>
                  </a:lnTo>
                  <a:lnTo>
                    <a:pt x="201475" y="297887"/>
                  </a:lnTo>
                  <a:lnTo>
                    <a:pt x="201935" y="299292"/>
                  </a:lnTo>
                  <a:lnTo>
                    <a:pt x="196392" y="300091"/>
                  </a:lnTo>
                  <a:lnTo>
                    <a:pt x="186313" y="301463"/>
                  </a:lnTo>
                  <a:lnTo>
                    <a:pt x="184691" y="301682"/>
                  </a:lnTo>
                  <a:lnTo>
                    <a:pt x="176143" y="302834"/>
                  </a:lnTo>
                  <a:lnTo>
                    <a:pt x="145866" y="307031"/>
                  </a:lnTo>
                  <a:lnTo>
                    <a:pt x="142381" y="307501"/>
                  </a:lnTo>
                  <a:lnTo>
                    <a:pt x="123815" y="309981"/>
                  </a:lnTo>
                  <a:lnTo>
                    <a:pt x="122914" y="310100"/>
                  </a:lnTo>
                  <a:lnTo>
                    <a:pt x="106482" y="312291"/>
                  </a:lnTo>
                  <a:lnTo>
                    <a:pt x="91706" y="314232"/>
                  </a:lnTo>
                  <a:lnTo>
                    <a:pt x="83829" y="315255"/>
                  </a:lnTo>
                  <a:lnTo>
                    <a:pt x="63795" y="317711"/>
                  </a:lnTo>
                  <a:lnTo>
                    <a:pt x="57800" y="318437"/>
                  </a:lnTo>
                  <a:lnTo>
                    <a:pt x="56102" y="318642"/>
                  </a:lnTo>
                  <a:lnTo>
                    <a:pt x="49309" y="319457"/>
                  </a:lnTo>
                  <a:lnTo>
                    <a:pt x="0" y="32512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04597" y="4229247"/>
              <a:ext cx="1049834" cy="988103"/>
            </a:xfrm>
            <a:custGeom>
              <a:avLst/>
              <a:pathLst>
                <a:path w="1049834" h="988103">
                  <a:moveTo>
                    <a:pt x="1254" y="409852"/>
                  </a:moveTo>
                  <a:lnTo>
                    <a:pt x="1084" y="404514"/>
                  </a:lnTo>
                  <a:lnTo>
                    <a:pt x="2190" y="401879"/>
                  </a:lnTo>
                  <a:lnTo>
                    <a:pt x="10485" y="402485"/>
                  </a:lnTo>
                  <a:lnTo>
                    <a:pt x="21346" y="403263"/>
                  </a:lnTo>
                  <a:lnTo>
                    <a:pt x="35358" y="404241"/>
                  </a:lnTo>
                  <a:lnTo>
                    <a:pt x="51455" y="405369"/>
                  </a:lnTo>
                  <a:lnTo>
                    <a:pt x="71107" y="406695"/>
                  </a:lnTo>
                  <a:lnTo>
                    <a:pt x="118491" y="409867"/>
                  </a:lnTo>
                  <a:lnTo>
                    <a:pt x="137218" y="410969"/>
                  </a:lnTo>
                  <a:lnTo>
                    <a:pt x="142832" y="411290"/>
                  </a:lnTo>
                  <a:lnTo>
                    <a:pt x="159065" y="412190"/>
                  </a:lnTo>
                  <a:lnTo>
                    <a:pt x="208287" y="414716"/>
                  </a:lnTo>
                  <a:lnTo>
                    <a:pt x="211811" y="414879"/>
                  </a:lnTo>
                  <a:lnTo>
                    <a:pt x="232281" y="415785"/>
                  </a:lnTo>
                  <a:lnTo>
                    <a:pt x="263819" y="417061"/>
                  </a:lnTo>
                  <a:lnTo>
                    <a:pt x="284675" y="417823"/>
                  </a:lnTo>
                  <a:lnTo>
                    <a:pt x="284926" y="409803"/>
                  </a:lnTo>
                  <a:lnTo>
                    <a:pt x="285095" y="404430"/>
                  </a:lnTo>
                  <a:lnTo>
                    <a:pt x="286175" y="369459"/>
                  </a:lnTo>
                  <a:lnTo>
                    <a:pt x="286363" y="363358"/>
                  </a:lnTo>
                  <a:lnTo>
                    <a:pt x="286766" y="350469"/>
                  </a:lnTo>
                  <a:lnTo>
                    <a:pt x="287121" y="339115"/>
                  </a:lnTo>
                  <a:lnTo>
                    <a:pt x="287557" y="328939"/>
                  </a:lnTo>
                  <a:lnTo>
                    <a:pt x="288590" y="304814"/>
                  </a:lnTo>
                  <a:lnTo>
                    <a:pt x="289374" y="289124"/>
                  </a:lnTo>
                  <a:lnTo>
                    <a:pt x="290219" y="272226"/>
                  </a:lnTo>
                  <a:lnTo>
                    <a:pt x="291385" y="248655"/>
                  </a:lnTo>
                  <a:lnTo>
                    <a:pt x="292442" y="225017"/>
                  </a:lnTo>
                  <a:lnTo>
                    <a:pt x="293085" y="204282"/>
                  </a:lnTo>
                  <a:lnTo>
                    <a:pt x="293115" y="203344"/>
                  </a:lnTo>
                  <a:lnTo>
                    <a:pt x="293308" y="197139"/>
                  </a:lnTo>
                  <a:lnTo>
                    <a:pt x="294098" y="174826"/>
                  </a:lnTo>
                  <a:lnTo>
                    <a:pt x="294506" y="162975"/>
                  </a:lnTo>
                  <a:lnTo>
                    <a:pt x="295133" y="143762"/>
                  </a:lnTo>
                  <a:lnTo>
                    <a:pt x="295714" y="126050"/>
                  </a:lnTo>
                  <a:lnTo>
                    <a:pt x="295838" y="122480"/>
                  </a:lnTo>
                  <a:lnTo>
                    <a:pt x="297259" y="81646"/>
                  </a:lnTo>
                  <a:lnTo>
                    <a:pt x="297632" y="70773"/>
                  </a:lnTo>
                  <a:lnTo>
                    <a:pt x="298643" y="41411"/>
                  </a:lnTo>
                  <a:lnTo>
                    <a:pt x="299937" y="0"/>
                  </a:lnTo>
                  <a:lnTo>
                    <a:pt x="302904" y="110"/>
                  </a:lnTo>
                  <a:lnTo>
                    <a:pt x="366046" y="2055"/>
                  </a:lnTo>
                  <a:lnTo>
                    <a:pt x="375829" y="2323"/>
                  </a:lnTo>
                  <a:lnTo>
                    <a:pt x="391300" y="2717"/>
                  </a:lnTo>
                  <a:lnTo>
                    <a:pt x="406539" y="3041"/>
                  </a:lnTo>
                  <a:lnTo>
                    <a:pt x="447055" y="3719"/>
                  </a:lnTo>
                  <a:lnTo>
                    <a:pt x="456908" y="3812"/>
                  </a:lnTo>
                  <a:lnTo>
                    <a:pt x="462171" y="3855"/>
                  </a:lnTo>
                  <a:lnTo>
                    <a:pt x="484100" y="4068"/>
                  </a:lnTo>
                  <a:lnTo>
                    <a:pt x="487595" y="4088"/>
                  </a:lnTo>
                  <a:lnTo>
                    <a:pt x="505280" y="4161"/>
                  </a:lnTo>
                  <a:lnTo>
                    <a:pt x="528391" y="4203"/>
                  </a:lnTo>
                  <a:lnTo>
                    <a:pt x="528643" y="4203"/>
                  </a:lnTo>
                  <a:lnTo>
                    <a:pt x="528643" y="45517"/>
                  </a:lnTo>
                  <a:lnTo>
                    <a:pt x="528644" y="61745"/>
                  </a:lnTo>
                  <a:lnTo>
                    <a:pt x="528644" y="86125"/>
                  </a:lnTo>
                  <a:lnTo>
                    <a:pt x="528644" y="104422"/>
                  </a:lnTo>
                  <a:lnTo>
                    <a:pt x="528644" y="126707"/>
                  </a:lnTo>
                  <a:lnTo>
                    <a:pt x="528644" y="140909"/>
                  </a:lnTo>
                  <a:lnTo>
                    <a:pt x="528644" y="167268"/>
                  </a:lnTo>
                  <a:lnTo>
                    <a:pt x="528644" y="184540"/>
                  </a:lnTo>
                  <a:lnTo>
                    <a:pt x="528857" y="184482"/>
                  </a:lnTo>
                  <a:lnTo>
                    <a:pt x="534125" y="183032"/>
                  </a:lnTo>
                  <a:lnTo>
                    <a:pt x="540869" y="189507"/>
                  </a:lnTo>
                  <a:lnTo>
                    <a:pt x="542716" y="191278"/>
                  </a:lnTo>
                  <a:lnTo>
                    <a:pt x="546845" y="196153"/>
                  </a:lnTo>
                  <a:lnTo>
                    <a:pt x="552150" y="201175"/>
                  </a:lnTo>
                  <a:lnTo>
                    <a:pt x="559611" y="201734"/>
                  </a:lnTo>
                  <a:lnTo>
                    <a:pt x="560800" y="198664"/>
                  </a:lnTo>
                  <a:lnTo>
                    <a:pt x="569268" y="199620"/>
                  </a:lnTo>
                  <a:lnTo>
                    <a:pt x="569581" y="199656"/>
                  </a:lnTo>
                  <a:lnTo>
                    <a:pt x="573498" y="201117"/>
                  </a:lnTo>
                  <a:lnTo>
                    <a:pt x="575432" y="195377"/>
                  </a:lnTo>
                  <a:lnTo>
                    <a:pt x="578878" y="195817"/>
                  </a:lnTo>
                  <a:lnTo>
                    <a:pt x="584715" y="200461"/>
                  </a:lnTo>
                  <a:lnTo>
                    <a:pt x="588917" y="206113"/>
                  </a:lnTo>
                  <a:lnTo>
                    <a:pt x="589701" y="207165"/>
                  </a:lnTo>
                  <a:lnTo>
                    <a:pt x="591490" y="216408"/>
                  </a:lnTo>
                  <a:lnTo>
                    <a:pt x="595986" y="216824"/>
                  </a:lnTo>
                  <a:lnTo>
                    <a:pt x="601632" y="217517"/>
                  </a:lnTo>
                  <a:lnTo>
                    <a:pt x="605957" y="216768"/>
                  </a:lnTo>
                  <a:lnTo>
                    <a:pt x="609882" y="217103"/>
                  </a:lnTo>
                  <a:lnTo>
                    <a:pt x="610821" y="217183"/>
                  </a:lnTo>
                  <a:lnTo>
                    <a:pt x="616139" y="221132"/>
                  </a:lnTo>
                  <a:lnTo>
                    <a:pt x="621218" y="221485"/>
                  </a:lnTo>
                  <a:lnTo>
                    <a:pt x="626644" y="223721"/>
                  </a:lnTo>
                  <a:lnTo>
                    <a:pt x="630300" y="223464"/>
                  </a:lnTo>
                  <a:lnTo>
                    <a:pt x="633517" y="220507"/>
                  </a:lnTo>
                  <a:lnTo>
                    <a:pt x="636465" y="221227"/>
                  </a:lnTo>
                  <a:lnTo>
                    <a:pt x="639039" y="221855"/>
                  </a:lnTo>
                  <a:lnTo>
                    <a:pt x="642912" y="226807"/>
                  </a:lnTo>
                  <a:lnTo>
                    <a:pt x="647082" y="229585"/>
                  </a:lnTo>
                  <a:lnTo>
                    <a:pt x="651055" y="227870"/>
                  </a:lnTo>
                  <a:lnTo>
                    <a:pt x="651757" y="227566"/>
                  </a:lnTo>
                  <a:lnTo>
                    <a:pt x="652930" y="223514"/>
                  </a:lnTo>
                  <a:lnTo>
                    <a:pt x="655554" y="220801"/>
                  </a:lnTo>
                  <a:lnTo>
                    <a:pt x="659082" y="221726"/>
                  </a:lnTo>
                  <a:lnTo>
                    <a:pt x="666364" y="223360"/>
                  </a:lnTo>
                  <a:lnTo>
                    <a:pt x="670744" y="224482"/>
                  </a:lnTo>
                  <a:lnTo>
                    <a:pt x="673071" y="221919"/>
                  </a:lnTo>
                  <a:lnTo>
                    <a:pt x="674218" y="220655"/>
                  </a:lnTo>
                  <a:lnTo>
                    <a:pt x="676177" y="225280"/>
                  </a:lnTo>
                  <a:lnTo>
                    <a:pt x="676299" y="230449"/>
                  </a:lnTo>
                  <a:lnTo>
                    <a:pt x="677648" y="234714"/>
                  </a:lnTo>
                  <a:lnTo>
                    <a:pt x="683656" y="235175"/>
                  </a:lnTo>
                  <a:lnTo>
                    <a:pt x="688180" y="235524"/>
                  </a:lnTo>
                  <a:lnTo>
                    <a:pt x="687837" y="241728"/>
                  </a:lnTo>
                  <a:lnTo>
                    <a:pt x="688043" y="244802"/>
                  </a:lnTo>
                  <a:lnTo>
                    <a:pt x="688122" y="245990"/>
                  </a:lnTo>
                  <a:lnTo>
                    <a:pt x="694832" y="248522"/>
                  </a:lnTo>
                  <a:lnTo>
                    <a:pt x="699614" y="245539"/>
                  </a:lnTo>
                  <a:lnTo>
                    <a:pt x="702910" y="241270"/>
                  </a:lnTo>
                  <a:lnTo>
                    <a:pt x="709607" y="234943"/>
                  </a:lnTo>
                  <a:lnTo>
                    <a:pt x="714531" y="236969"/>
                  </a:lnTo>
                  <a:lnTo>
                    <a:pt x="715644" y="241211"/>
                  </a:lnTo>
                  <a:lnTo>
                    <a:pt x="718414" y="243274"/>
                  </a:lnTo>
                  <a:lnTo>
                    <a:pt x="718650" y="243450"/>
                  </a:lnTo>
                  <a:lnTo>
                    <a:pt x="724182" y="241440"/>
                  </a:lnTo>
                  <a:lnTo>
                    <a:pt x="724374" y="241723"/>
                  </a:lnTo>
                  <a:lnTo>
                    <a:pt x="727021" y="245636"/>
                  </a:lnTo>
                  <a:lnTo>
                    <a:pt x="727705" y="249998"/>
                  </a:lnTo>
                  <a:lnTo>
                    <a:pt x="733263" y="250230"/>
                  </a:lnTo>
                  <a:lnTo>
                    <a:pt x="737401" y="245857"/>
                  </a:lnTo>
                  <a:lnTo>
                    <a:pt x="742913" y="242408"/>
                  </a:lnTo>
                  <a:lnTo>
                    <a:pt x="745988" y="241012"/>
                  </a:lnTo>
                  <a:lnTo>
                    <a:pt x="749246" y="247129"/>
                  </a:lnTo>
                  <a:lnTo>
                    <a:pt x="746312" y="250709"/>
                  </a:lnTo>
                  <a:lnTo>
                    <a:pt x="750936" y="258721"/>
                  </a:lnTo>
                  <a:lnTo>
                    <a:pt x="755444" y="257346"/>
                  </a:lnTo>
                  <a:lnTo>
                    <a:pt x="755584" y="253719"/>
                  </a:lnTo>
                  <a:lnTo>
                    <a:pt x="756195" y="250105"/>
                  </a:lnTo>
                  <a:lnTo>
                    <a:pt x="757842" y="246053"/>
                  </a:lnTo>
                  <a:lnTo>
                    <a:pt x="763219" y="243004"/>
                  </a:lnTo>
                  <a:lnTo>
                    <a:pt x="762877" y="240047"/>
                  </a:lnTo>
                  <a:lnTo>
                    <a:pt x="765632" y="237521"/>
                  </a:lnTo>
                  <a:lnTo>
                    <a:pt x="766228" y="237460"/>
                  </a:lnTo>
                  <a:lnTo>
                    <a:pt x="767025" y="237378"/>
                  </a:lnTo>
                  <a:lnTo>
                    <a:pt x="769281" y="237145"/>
                  </a:lnTo>
                  <a:lnTo>
                    <a:pt x="770041" y="241232"/>
                  </a:lnTo>
                  <a:lnTo>
                    <a:pt x="773836" y="246274"/>
                  </a:lnTo>
                  <a:lnTo>
                    <a:pt x="778149" y="244098"/>
                  </a:lnTo>
                  <a:lnTo>
                    <a:pt x="779596" y="246545"/>
                  </a:lnTo>
                  <a:lnTo>
                    <a:pt x="784635" y="247313"/>
                  </a:lnTo>
                  <a:lnTo>
                    <a:pt x="786848" y="243043"/>
                  </a:lnTo>
                  <a:lnTo>
                    <a:pt x="788445" y="239260"/>
                  </a:lnTo>
                  <a:lnTo>
                    <a:pt x="793626" y="242183"/>
                  </a:lnTo>
                  <a:lnTo>
                    <a:pt x="793989" y="242387"/>
                  </a:lnTo>
                  <a:lnTo>
                    <a:pt x="793935" y="247014"/>
                  </a:lnTo>
                  <a:lnTo>
                    <a:pt x="795530" y="248049"/>
                  </a:lnTo>
                  <a:lnTo>
                    <a:pt x="799352" y="247985"/>
                  </a:lnTo>
                  <a:lnTo>
                    <a:pt x="801184" y="252062"/>
                  </a:lnTo>
                  <a:lnTo>
                    <a:pt x="806286" y="251237"/>
                  </a:lnTo>
                  <a:lnTo>
                    <a:pt x="808970" y="254263"/>
                  </a:lnTo>
                  <a:lnTo>
                    <a:pt x="810936" y="257040"/>
                  </a:lnTo>
                  <a:lnTo>
                    <a:pt x="812299" y="258963"/>
                  </a:lnTo>
                  <a:lnTo>
                    <a:pt x="816496" y="254990"/>
                  </a:lnTo>
                  <a:lnTo>
                    <a:pt x="818715" y="251665"/>
                  </a:lnTo>
                  <a:lnTo>
                    <a:pt x="822551" y="253515"/>
                  </a:lnTo>
                  <a:lnTo>
                    <a:pt x="826715" y="248444"/>
                  </a:lnTo>
                  <a:lnTo>
                    <a:pt x="828262" y="245455"/>
                  </a:lnTo>
                  <a:lnTo>
                    <a:pt x="835047" y="244254"/>
                  </a:lnTo>
                  <a:lnTo>
                    <a:pt x="844914" y="240668"/>
                  </a:lnTo>
                  <a:lnTo>
                    <a:pt x="848678" y="241533"/>
                  </a:lnTo>
                  <a:lnTo>
                    <a:pt x="852004" y="241690"/>
                  </a:lnTo>
                  <a:lnTo>
                    <a:pt x="853900" y="241780"/>
                  </a:lnTo>
                  <a:lnTo>
                    <a:pt x="856249" y="240364"/>
                  </a:lnTo>
                  <a:lnTo>
                    <a:pt x="860202" y="237978"/>
                  </a:lnTo>
                  <a:lnTo>
                    <a:pt x="865407" y="236797"/>
                  </a:lnTo>
                  <a:lnTo>
                    <a:pt x="870468" y="234551"/>
                  </a:lnTo>
                  <a:lnTo>
                    <a:pt x="874098" y="234378"/>
                  </a:lnTo>
                  <a:lnTo>
                    <a:pt x="876734" y="238104"/>
                  </a:lnTo>
                  <a:lnTo>
                    <a:pt x="882864" y="239327"/>
                  </a:lnTo>
                  <a:lnTo>
                    <a:pt x="890253" y="239026"/>
                  </a:lnTo>
                  <a:lnTo>
                    <a:pt x="893480" y="238285"/>
                  </a:lnTo>
                  <a:lnTo>
                    <a:pt x="895561" y="237807"/>
                  </a:lnTo>
                  <a:lnTo>
                    <a:pt x="897636" y="232856"/>
                  </a:lnTo>
                  <a:lnTo>
                    <a:pt x="899599" y="229745"/>
                  </a:lnTo>
                  <a:lnTo>
                    <a:pt x="905180" y="231614"/>
                  </a:lnTo>
                  <a:lnTo>
                    <a:pt x="905691" y="231785"/>
                  </a:lnTo>
                  <a:lnTo>
                    <a:pt x="910069" y="234467"/>
                  </a:lnTo>
                  <a:lnTo>
                    <a:pt x="914035" y="238169"/>
                  </a:lnTo>
                  <a:lnTo>
                    <a:pt x="919129" y="238827"/>
                  </a:lnTo>
                  <a:lnTo>
                    <a:pt x="922606" y="242510"/>
                  </a:lnTo>
                  <a:lnTo>
                    <a:pt x="925674" y="245511"/>
                  </a:lnTo>
                  <a:lnTo>
                    <a:pt x="930575" y="248646"/>
                  </a:lnTo>
                  <a:lnTo>
                    <a:pt x="936404" y="247489"/>
                  </a:lnTo>
                  <a:lnTo>
                    <a:pt x="939205" y="249848"/>
                  </a:lnTo>
                  <a:lnTo>
                    <a:pt x="940603" y="251025"/>
                  </a:lnTo>
                  <a:lnTo>
                    <a:pt x="947338" y="253755"/>
                  </a:lnTo>
                  <a:lnTo>
                    <a:pt x="951850" y="253796"/>
                  </a:lnTo>
                  <a:lnTo>
                    <a:pt x="955526" y="258033"/>
                  </a:lnTo>
                  <a:lnTo>
                    <a:pt x="958794" y="256330"/>
                  </a:lnTo>
                  <a:lnTo>
                    <a:pt x="964326" y="261615"/>
                  </a:lnTo>
                  <a:lnTo>
                    <a:pt x="966806" y="262542"/>
                  </a:lnTo>
                  <a:lnTo>
                    <a:pt x="969497" y="263207"/>
                  </a:lnTo>
                  <a:lnTo>
                    <a:pt x="970665" y="262140"/>
                  </a:lnTo>
                  <a:lnTo>
                    <a:pt x="973382" y="262201"/>
                  </a:lnTo>
                  <a:lnTo>
                    <a:pt x="978369" y="260725"/>
                  </a:lnTo>
                  <a:lnTo>
                    <a:pt x="980371" y="261158"/>
                  </a:lnTo>
                  <a:lnTo>
                    <a:pt x="982603" y="258995"/>
                  </a:lnTo>
                  <a:lnTo>
                    <a:pt x="985830" y="260123"/>
                  </a:lnTo>
                  <a:lnTo>
                    <a:pt x="991342" y="260252"/>
                  </a:lnTo>
                  <a:lnTo>
                    <a:pt x="993741" y="262022"/>
                  </a:lnTo>
                  <a:lnTo>
                    <a:pt x="994444" y="272738"/>
                  </a:lnTo>
                  <a:lnTo>
                    <a:pt x="995047" y="282504"/>
                  </a:lnTo>
                  <a:lnTo>
                    <a:pt x="995398" y="287996"/>
                  </a:lnTo>
                  <a:lnTo>
                    <a:pt x="996056" y="298280"/>
                  </a:lnTo>
                  <a:lnTo>
                    <a:pt x="996848" y="311357"/>
                  </a:lnTo>
                  <a:lnTo>
                    <a:pt x="997637" y="324159"/>
                  </a:lnTo>
                  <a:lnTo>
                    <a:pt x="998114" y="331907"/>
                  </a:lnTo>
                  <a:lnTo>
                    <a:pt x="998709" y="341585"/>
                  </a:lnTo>
                  <a:lnTo>
                    <a:pt x="999442" y="353516"/>
                  </a:lnTo>
                  <a:lnTo>
                    <a:pt x="1000444" y="369446"/>
                  </a:lnTo>
                  <a:lnTo>
                    <a:pt x="1000611" y="372106"/>
                  </a:lnTo>
                  <a:lnTo>
                    <a:pt x="1001565" y="387620"/>
                  </a:lnTo>
                  <a:lnTo>
                    <a:pt x="1001895" y="393001"/>
                  </a:lnTo>
                  <a:lnTo>
                    <a:pt x="1002785" y="406475"/>
                  </a:lnTo>
                  <a:lnTo>
                    <a:pt x="1003842" y="407584"/>
                  </a:lnTo>
                  <a:lnTo>
                    <a:pt x="1008273" y="412227"/>
                  </a:lnTo>
                  <a:lnTo>
                    <a:pt x="1013862" y="414927"/>
                  </a:lnTo>
                  <a:lnTo>
                    <a:pt x="1016633" y="419274"/>
                  </a:lnTo>
                  <a:lnTo>
                    <a:pt x="1018836" y="422725"/>
                  </a:lnTo>
                  <a:lnTo>
                    <a:pt x="1023426" y="432138"/>
                  </a:lnTo>
                  <a:lnTo>
                    <a:pt x="1022812" y="439451"/>
                  </a:lnTo>
                  <a:lnTo>
                    <a:pt x="1021580" y="442914"/>
                  </a:lnTo>
                  <a:lnTo>
                    <a:pt x="1025693" y="448091"/>
                  </a:lnTo>
                  <a:lnTo>
                    <a:pt x="1030761" y="449884"/>
                  </a:lnTo>
                  <a:lnTo>
                    <a:pt x="1029088" y="453297"/>
                  </a:lnTo>
                  <a:lnTo>
                    <a:pt x="1033470" y="456722"/>
                  </a:lnTo>
                  <a:lnTo>
                    <a:pt x="1036141" y="461481"/>
                  </a:lnTo>
                  <a:lnTo>
                    <a:pt x="1035996" y="468376"/>
                  </a:lnTo>
                  <a:lnTo>
                    <a:pt x="1041167" y="471867"/>
                  </a:lnTo>
                  <a:lnTo>
                    <a:pt x="1042548" y="478907"/>
                  </a:lnTo>
                  <a:lnTo>
                    <a:pt x="1042695" y="478888"/>
                  </a:lnTo>
                  <a:lnTo>
                    <a:pt x="1046537" y="478397"/>
                  </a:lnTo>
                  <a:lnTo>
                    <a:pt x="1047926" y="478219"/>
                  </a:lnTo>
                  <a:lnTo>
                    <a:pt x="1047854" y="483499"/>
                  </a:lnTo>
                  <a:lnTo>
                    <a:pt x="1049046" y="490584"/>
                  </a:lnTo>
                  <a:lnTo>
                    <a:pt x="1048639" y="494628"/>
                  </a:lnTo>
                  <a:lnTo>
                    <a:pt x="1048059" y="498517"/>
                  </a:lnTo>
                  <a:lnTo>
                    <a:pt x="1049834" y="502341"/>
                  </a:lnTo>
                  <a:lnTo>
                    <a:pt x="1048216" y="506836"/>
                  </a:lnTo>
                  <a:lnTo>
                    <a:pt x="1047939" y="507605"/>
                  </a:lnTo>
                  <a:lnTo>
                    <a:pt x="1047477" y="513814"/>
                  </a:lnTo>
                  <a:lnTo>
                    <a:pt x="1043964" y="520067"/>
                  </a:lnTo>
                  <a:lnTo>
                    <a:pt x="1043325" y="525553"/>
                  </a:lnTo>
                  <a:lnTo>
                    <a:pt x="1039194" y="530942"/>
                  </a:lnTo>
                  <a:lnTo>
                    <a:pt x="1039448" y="533952"/>
                  </a:lnTo>
                  <a:lnTo>
                    <a:pt x="1036105" y="538631"/>
                  </a:lnTo>
                  <a:lnTo>
                    <a:pt x="1037868" y="542073"/>
                  </a:lnTo>
                  <a:lnTo>
                    <a:pt x="1038915" y="549096"/>
                  </a:lnTo>
                  <a:lnTo>
                    <a:pt x="1036202" y="551838"/>
                  </a:lnTo>
                  <a:lnTo>
                    <a:pt x="1035655" y="552391"/>
                  </a:lnTo>
                  <a:lnTo>
                    <a:pt x="1034827" y="558681"/>
                  </a:lnTo>
                  <a:lnTo>
                    <a:pt x="1039444" y="563398"/>
                  </a:lnTo>
                  <a:lnTo>
                    <a:pt x="1039312" y="566336"/>
                  </a:lnTo>
                  <a:lnTo>
                    <a:pt x="1039234" y="568078"/>
                  </a:lnTo>
                  <a:lnTo>
                    <a:pt x="1040309" y="572765"/>
                  </a:lnTo>
                  <a:lnTo>
                    <a:pt x="1040770" y="578414"/>
                  </a:lnTo>
                  <a:lnTo>
                    <a:pt x="1040985" y="583822"/>
                  </a:lnTo>
                  <a:lnTo>
                    <a:pt x="1040814" y="584018"/>
                  </a:lnTo>
                  <a:lnTo>
                    <a:pt x="1038157" y="587065"/>
                  </a:lnTo>
                  <a:lnTo>
                    <a:pt x="1033115" y="593648"/>
                  </a:lnTo>
                  <a:lnTo>
                    <a:pt x="1031621" y="599340"/>
                  </a:lnTo>
                  <a:lnTo>
                    <a:pt x="1029961" y="601524"/>
                  </a:lnTo>
                  <a:lnTo>
                    <a:pt x="1028437" y="603529"/>
                  </a:lnTo>
                  <a:lnTo>
                    <a:pt x="1024086" y="608354"/>
                  </a:lnTo>
                  <a:lnTo>
                    <a:pt x="1027443" y="611947"/>
                  </a:lnTo>
                  <a:lnTo>
                    <a:pt x="1029903" y="615263"/>
                  </a:lnTo>
                  <a:lnTo>
                    <a:pt x="1032147" y="618206"/>
                  </a:lnTo>
                  <a:lnTo>
                    <a:pt x="1030311" y="619414"/>
                  </a:lnTo>
                  <a:lnTo>
                    <a:pt x="1022091" y="619694"/>
                  </a:lnTo>
                  <a:lnTo>
                    <a:pt x="1014432" y="621248"/>
                  </a:lnTo>
                  <a:lnTo>
                    <a:pt x="1006046" y="625025"/>
                  </a:lnTo>
                  <a:lnTo>
                    <a:pt x="990710" y="632947"/>
                  </a:lnTo>
                  <a:lnTo>
                    <a:pt x="989379" y="633633"/>
                  </a:lnTo>
                  <a:lnTo>
                    <a:pt x="979009" y="638959"/>
                  </a:lnTo>
                  <a:lnTo>
                    <a:pt x="971503" y="642903"/>
                  </a:lnTo>
                  <a:lnTo>
                    <a:pt x="965503" y="646714"/>
                  </a:lnTo>
                  <a:lnTo>
                    <a:pt x="960833" y="652711"/>
                  </a:lnTo>
                  <a:lnTo>
                    <a:pt x="961711" y="656150"/>
                  </a:lnTo>
                  <a:lnTo>
                    <a:pt x="955305" y="661374"/>
                  </a:lnTo>
                  <a:lnTo>
                    <a:pt x="937649" y="674557"/>
                  </a:lnTo>
                  <a:lnTo>
                    <a:pt x="930673" y="681667"/>
                  </a:lnTo>
                  <a:lnTo>
                    <a:pt x="929880" y="682474"/>
                  </a:lnTo>
                  <a:lnTo>
                    <a:pt x="924625" y="686861"/>
                  </a:lnTo>
                  <a:lnTo>
                    <a:pt x="916304" y="695557"/>
                  </a:lnTo>
                  <a:lnTo>
                    <a:pt x="909566" y="702186"/>
                  </a:lnTo>
                  <a:lnTo>
                    <a:pt x="904883" y="703111"/>
                  </a:lnTo>
                  <a:lnTo>
                    <a:pt x="899463" y="706566"/>
                  </a:lnTo>
                  <a:lnTo>
                    <a:pt x="892887" y="710748"/>
                  </a:lnTo>
                  <a:lnTo>
                    <a:pt x="885217" y="715678"/>
                  </a:lnTo>
                  <a:lnTo>
                    <a:pt x="874877" y="722574"/>
                  </a:lnTo>
                  <a:lnTo>
                    <a:pt x="859606" y="730385"/>
                  </a:lnTo>
                  <a:lnTo>
                    <a:pt x="843880" y="739043"/>
                  </a:lnTo>
                  <a:lnTo>
                    <a:pt x="833012" y="746771"/>
                  </a:lnTo>
                  <a:lnTo>
                    <a:pt x="829003" y="750063"/>
                  </a:lnTo>
                  <a:lnTo>
                    <a:pt x="828047" y="750846"/>
                  </a:lnTo>
                  <a:lnTo>
                    <a:pt x="823900" y="756946"/>
                  </a:lnTo>
                  <a:lnTo>
                    <a:pt x="808494" y="766321"/>
                  </a:lnTo>
                  <a:lnTo>
                    <a:pt x="801388" y="771971"/>
                  </a:lnTo>
                  <a:lnTo>
                    <a:pt x="795515" y="777187"/>
                  </a:lnTo>
                  <a:lnTo>
                    <a:pt x="790674" y="782044"/>
                  </a:lnTo>
                  <a:lnTo>
                    <a:pt x="787894" y="784830"/>
                  </a:lnTo>
                  <a:lnTo>
                    <a:pt x="778492" y="796465"/>
                  </a:lnTo>
                  <a:lnTo>
                    <a:pt x="775316" y="803201"/>
                  </a:lnTo>
                  <a:lnTo>
                    <a:pt x="775224" y="803395"/>
                  </a:lnTo>
                  <a:lnTo>
                    <a:pt x="771521" y="808004"/>
                  </a:lnTo>
                  <a:lnTo>
                    <a:pt x="767513" y="814525"/>
                  </a:lnTo>
                  <a:lnTo>
                    <a:pt x="761809" y="825810"/>
                  </a:lnTo>
                  <a:lnTo>
                    <a:pt x="760995" y="827665"/>
                  </a:lnTo>
                  <a:lnTo>
                    <a:pt x="758282" y="833838"/>
                  </a:lnTo>
                  <a:lnTo>
                    <a:pt x="755238" y="841635"/>
                  </a:lnTo>
                  <a:lnTo>
                    <a:pt x="752136" y="851820"/>
                  </a:lnTo>
                  <a:lnTo>
                    <a:pt x="751328" y="855522"/>
                  </a:lnTo>
                  <a:lnTo>
                    <a:pt x="750453" y="859530"/>
                  </a:lnTo>
                  <a:lnTo>
                    <a:pt x="749153" y="875687"/>
                  </a:lnTo>
                  <a:lnTo>
                    <a:pt x="750544" y="891734"/>
                  </a:lnTo>
                  <a:lnTo>
                    <a:pt x="754684" y="908557"/>
                  </a:lnTo>
                  <a:lnTo>
                    <a:pt x="757892" y="917806"/>
                  </a:lnTo>
                  <a:lnTo>
                    <a:pt x="760971" y="926667"/>
                  </a:lnTo>
                  <a:lnTo>
                    <a:pt x="763431" y="935067"/>
                  </a:lnTo>
                  <a:lnTo>
                    <a:pt x="766252" y="944681"/>
                  </a:lnTo>
                  <a:lnTo>
                    <a:pt x="770023" y="965122"/>
                  </a:lnTo>
                  <a:lnTo>
                    <a:pt x="770764" y="971086"/>
                  </a:lnTo>
                  <a:lnTo>
                    <a:pt x="771416" y="975349"/>
                  </a:lnTo>
                  <a:lnTo>
                    <a:pt x="770531" y="977414"/>
                  </a:lnTo>
                  <a:lnTo>
                    <a:pt x="766223" y="976457"/>
                  </a:lnTo>
                  <a:lnTo>
                    <a:pt x="760312" y="978986"/>
                  </a:lnTo>
                  <a:lnTo>
                    <a:pt x="755137" y="980278"/>
                  </a:lnTo>
                  <a:lnTo>
                    <a:pt x="752833" y="982251"/>
                  </a:lnTo>
                  <a:lnTo>
                    <a:pt x="753409" y="985325"/>
                  </a:lnTo>
                  <a:lnTo>
                    <a:pt x="752386" y="988003"/>
                  </a:lnTo>
                  <a:lnTo>
                    <a:pt x="748148" y="988103"/>
                  </a:lnTo>
                  <a:lnTo>
                    <a:pt x="745333" y="984598"/>
                  </a:lnTo>
                  <a:lnTo>
                    <a:pt x="741746" y="984634"/>
                  </a:lnTo>
                  <a:lnTo>
                    <a:pt x="737740" y="981066"/>
                  </a:lnTo>
                  <a:lnTo>
                    <a:pt x="734334" y="979519"/>
                  </a:lnTo>
                  <a:lnTo>
                    <a:pt x="728971" y="973333"/>
                  </a:lnTo>
                  <a:lnTo>
                    <a:pt x="724429" y="971902"/>
                  </a:lnTo>
                  <a:lnTo>
                    <a:pt x="719163" y="971238"/>
                  </a:lnTo>
                  <a:lnTo>
                    <a:pt x="716022" y="969192"/>
                  </a:lnTo>
                  <a:lnTo>
                    <a:pt x="710328" y="969099"/>
                  </a:lnTo>
                  <a:lnTo>
                    <a:pt x="709569" y="969086"/>
                  </a:lnTo>
                  <a:lnTo>
                    <a:pt x="703351" y="969092"/>
                  </a:lnTo>
                  <a:lnTo>
                    <a:pt x="697684" y="968831"/>
                  </a:lnTo>
                  <a:lnTo>
                    <a:pt x="695320" y="970963"/>
                  </a:lnTo>
                  <a:lnTo>
                    <a:pt x="691824" y="969740"/>
                  </a:lnTo>
                  <a:lnTo>
                    <a:pt x="690889" y="969413"/>
                  </a:lnTo>
                  <a:lnTo>
                    <a:pt x="685931" y="969827"/>
                  </a:lnTo>
                  <a:lnTo>
                    <a:pt x="681887" y="969880"/>
                  </a:lnTo>
                  <a:lnTo>
                    <a:pt x="677464" y="968408"/>
                  </a:lnTo>
                  <a:lnTo>
                    <a:pt x="672809" y="965097"/>
                  </a:lnTo>
                  <a:lnTo>
                    <a:pt x="665634" y="960828"/>
                  </a:lnTo>
                  <a:lnTo>
                    <a:pt x="660839" y="957113"/>
                  </a:lnTo>
                  <a:lnTo>
                    <a:pt x="655647" y="955762"/>
                  </a:lnTo>
                  <a:lnTo>
                    <a:pt x="649455" y="953984"/>
                  </a:lnTo>
                  <a:lnTo>
                    <a:pt x="648006" y="953303"/>
                  </a:lnTo>
                  <a:lnTo>
                    <a:pt x="646274" y="952487"/>
                  </a:lnTo>
                  <a:lnTo>
                    <a:pt x="642836" y="954020"/>
                  </a:lnTo>
                  <a:lnTo>
                    <a:pt x="639017" y="951346"/>
                  </a:lnTo>
                  <a:lnTo>
                    <a:pt x="632080" y="945835"/>
                  </a:lnTo>
                  <a:lnTo>
                    <a:pt x="629711" y="941918"/>
                  </a:lnTo>
                  <a:lnTo>
                    <a:pt x="622639" y="943102"/>
                  </a:lnTo>
                  <a:lnTo>
                    <a:pt x="616900" y="939812"/>
                  </a:lnTo>
                  <a:lnTo>
                    <a:pt x="610618" y="938223"/>
                  </a:lnTo>
                  <a:lnTo>
                    <a:pt x="606423" y="939702"/>
                  </a:lnTo>
                  <a:lnTo>
                    <a:pt x="603957" y="936986"/>
                  </a:lnTo>
                  <a:lnTo>
                    <a:pt x="605545" y="932300"/>
                  </a:lnTo>
                  <a:lnTo>
                    <a:pt x="604393" y="930160"/>
                  </a:lnTo>
                  <a:lnTo>
                    <a:pt x="598743" y="925655"/>
                  </a:lnTo>
                  <a:lnTo>
                    <a:pt x="598271" y="923834"/>
                  </a:lnTo>
                  <a:lnTo>
                    <a:pt x="596208" y="915858"/>
                  </a:lnTo>
                  <a:lnTo>
                    <a:pt x="595453" y="909571"/>
                  </a:lnTo>
                  <a:lnTo>
                    <a:pt x="592581" y="903745"/>
                  </a:lnTo>
                  <a:lnTo>
                    <a:pt x="590338" y="898700"/>
                  </a:lnTo>
                  <a:lnTo>
                    <a:pt x="585234" y="895373"/>
                  </a:lnTo>
                  <a:lnTo>
                    <a:pt x="582490" y="890863"/>
                  </a:lnTo>
                  <a:lnTo>
                    <a:pt x="580253" y="885950"/>
                  </a:lnTo>
                  <a:lnTo>
                    <a:pt x="575214" y="881962"/>
                  </a:lnTo>
                  <a:lnTo>
                    <a:pt x="575583" y="874511"/>
                  </a:lnTo>
                  <a:lnTo>
                    <a:pt x="576577" y="869682"/>
                  </a:lnTo>
                  <a:lnTo>
                    <a:pt x="575265" y="863772"/>
                  </a:lnTo>
                  <a:lnTo>
                    <a:pt x="573937" y="860194"/>
                  </a:lnTo>
                  <a:lnTo>
                    <a:pt x="573726" y="859624"/>
                  </a:lnTo>
                  <a:lnTo>
                    <a:pt x="571647" y="857192"/>
                  </a:lnTo>
                  <a:lnTo>
                    <a:pt x="568141" y="856188"/>
                  </a:lnTo>
                  <a:lnTo>
                    <a:pt x="571629" y="846362"/>
                  </a:lnTo>
                  <a:lnTo>
                    <a:pt x="570976" y="842757"/>
                  </a:lnTo>
                  <a:lnTo>
                    <a:pt x="570753" y="838241"/>
                  </a:lnTo>
                  <a:lnTo>
                    <a:pt x="568174" y="838403"/>
                  </a:lnTo>
                  <a:lnTo>
                    <a:pt x="567988" y="830904"/>
                  </a:lnTo>
                  <a:lnTo>
                    <a:pt x="565743" y="827768"/>
                  </a:lnTo>
                  <a:lnTo>
                    <a:pt x="560074" y="825933"/>
                  </a:lnTo>
                  <a:lnTo>
                    <a:pt x="553371" y="824073"/>
                  </a:lnTo>
                  <a:lnTo>
                    <a:pt x="548849" y="818356"/>
                  </a:lnTo>
                  <a:lnTo>
                    <a:pt x="545242" y="816087"/>
                  </a:lnTo>
                  <a:lnTo>
                    <a:pt x="541638" y="812677"/>
                  </a:lnTo>
                  <a:lnTo>
                    <a:pt x="538869" y="808477"/>
                  </a:lnTo>
                  <a:lnTo>
                    <a:pt x="536649" y="803782"/>
                  </a:lnTo>
                  <a:lnTo>
                    <a:pt x="535556" y="799844"/>
                  </a:lnTo>
                  <a:lnTo>
                    <a:pt x="534327" y="795255"/>
                  </a:lnTo>
                  <a:lnTo>
                    <a:pt x="529930" y="793132"/>
                  </a:lnTo>
                  <a:lnTo>
                    <a:pt x="526283" y="785528"/>
                  </a:lnTo>
                  <a:lnTo>
                    <a:pt x="522395" y="780748"/>
                  </a:lnTo>
                  <a:lnTo>
                    <a:pt x="514172" y="775699"/>
                  </a:lnTo>
                  <a:lnTo>
                    <a:pt x="512255" y="774075"/>
                  </a:lnTo>
                  <a:lnTo>
                    <a:pt x="506441" y="769141"/>
                  </a:lnTo>
                  <a:lnTo>
                    <a:pt x="504796" y="764444"/>
                  </a:lnTo>
                  <a:lnTo>
                    <a:pt x="502087" y="758800"/>
                  </a:lnTo>
                  <a:lnTo>
                    <a:pt x="500723" y="752790"/>
                  </a:lnTo>
                  <a:lnTo>
                    <a:pt x="498150" y="748158"/>
                  </a:lnTo>
                  <a:lnTo>
                    <a:pt x="496458" y="744590"/>
                  </a:lnTo>
                  <a:lnTo>
                    <a:pt x="495782" y="739056"/>
                  </a:lnTo>
                  <a:lnTo>
                    <a:pt x="491545" y="735236"/>
                  </a:lnTo>
                  <a:lnTo>
                    <a:pt x="487286" y="731039"/>
                  </a:lnTo>
                  <a:lnTo>
                    <a:pt x="486786" y="725975"/>
                  </a:lnTo>
                  <a:lnTo>
                    <a:pt x="484633" y="721663"/>
                  </a:lnTo>
                  <a:lnTo>
                    <a:pt x="484421" y="717726"/>
                  </a:lnTo>
                  <a:lnTo>
                    <a:pt x="481049" y="714907"/>
                  </a:lnTo>
                  <a:lnTo>
                    <a:pt x="476930" y="708635"/>
                  </a:lnTo>
                  <a:lnTo>
                    <a:pt x="475328" y="703694"/>
                  </a:lnTo>
                  <a:lnTo>
                    <a:pt x="474283" y="696810"/>
                  </a:lnTo>
                  <a:lnTo>
                    <a:pt x="473407" y="691995"/>
                  </a:lnTo>
                  <a:lnTo>
                    <a:pt x="473134" y="690490"/>
                  </a:lnTo>
                  <a:lnTo>
                    <a:pt x="468806" y="687743"/>
                  </a:lnTo>
                  <a:lnTo>
                    <a:pt x="465115" y="684073"/>
                  </a:lnTo>
                  <a:lnTo>
                    <a:pt x="463263" y="678580"/>
                  </a:lnTo>
                  <a:lnTo>
                    <a:pt x="462758" y="678104"/>
                  </a:lnTo>
                  <a:lnTo>
                    <a:pt x="458941" y="674501"/>
                  </a:lnTo>
                  <a:lnTo>
                    <a:pt x="455833" y="671102"/>
                  </a:lnTo>
                  <a:lnTo>
                    <a:pt x="446950" y="665870"/>
                  </a:lnTo>
                  <a:lnTo>
                    <a:pt x="441744" y="657000"/>
                  </a:lnTo>
                  <a:lnTo>
                    <a:pt x="435417" y="655544"/>
                  </a:lnTo>
                  <a:lnTo>
                    <a:pt x="430941" y="651162"/>
                  </a:lnTo>
                  <a:lnTo>
                    <a:pt x="425847" y="651085"/>
                  </a:lnTo>
                  <a:lnTo>
                    <a:pt x="421766" y="645699"/>
                  </a:lnTo>
                  <a:lnTo>
                    <a:pt x="421693" y="639891"/>
                  </a:lnTo>
                  <a:lnTo>
                    <a:pt x="416824" y="637659"/>
                  </a:lnTo>
                  <a:lnTo>
                    <a:pt x="414183" y="630768"/>
                  </a:lnTo>
                  <a:lnTo>
                    <a:pt x="409891" y="628700"/>
                  </a:lnTo>
                  <a:lnTo>
                    <a:pt x="405835" y="628177"/>
                  </a:lnTo>
                  <a:lnTo>
                    <a:pt x="401110" y="625311"/>
                  </a:lnTo>
                  <a:lnTo>
                    <a:pt x="393469" y="627898"/>
                  </a:lnTo>
                  <a:lnTo>
                    <a:pt x="388600" y="627573"/>
                  </a:lnTo>
                  <a:lnTo>
                    <a:pt x="384745" y="626459"/>
                  </a:lnTo>
                  <a:lnTo>
                    <a:pt x="380858" y="625334"/>
                  </a:lnTo>
                  <a:lnTo>
                    <a:pt x="375477" y="624862"/>
                  </a:lnTo>
                  <a:lnTo>
                    <a:pt x="368088" y="623466"/>
                  </a:lnTo>
                  <a:lnTo>
                    <a:pt x="363526" y="623810"/>
                  </a:lnTo>
                  <a:lnTo>
                    <a:pt x="359273" y="625150"/>
                  </a:lnTo>
                  <a:lnTo>
                    <a:pt x="355850" y="624562"/>
                  </a:lnTo>
                  <a:lnTo>
                    <a:pt x="352147" y="621963"/>
                  </a:lnTo>
                  <a:lnTo>
                    <a:pt x="346818" y="619603"/>
                  </a:lnTo>
                  <a:lnTo>
                    <a:pt x="340864" y="616289"/>
                  </a:lnTo>
                  <a:lnTo>
                    <a:pt x="339441" y="616758"/>
                  </a:lnTo>
                  <a:lnTo>
                    <a:pt x="336876" y="617603"/>
                  </a:lnTo>
                  <a:lnTo>
                    <a:pt x="335181" y="621436"/>
                  </a:lnTo>
                  <a:lnTo>
                    <a:pt x="333153" y="626454"/>
                  </a:lnTo>
                  <a:lnTo>
                    <a:pt x="326974" y="624963"/>
                  </a:lnTo>
                  <a:lnTo>
                    <a:pt x="323402" y="624815"/>
                  </a:lnTo>
                  <a:lnTo>
                    <a:pt x="320202" y="627308"/>
                  </a:lnTo>
                  <a:lnTo>
                    <a:pt x="315144" y="627544"/>
                  </a:lnTo>
                  <a:lnTo>
                    <a:pt x="309866" y="628301"/>
                  </a:lnTo>
                  <a:lnTo>
                    <a:pt x="308385" y="633970"/>
                  </a:lnTo>
                  <a:lnTo>
                    <a:pt x="304573" y="638901"/>
                  </a:lnTo>
                  <a:lnTo>
                    <a:pt x="301209" y="644849"/>
                  </a:lnTo>
                  <a:lnTo>
                    <a:pt x="298572" y="647927"/>
                  </a:lnTo>
                  <a:lnTo>
                    <a:pt x="296547" y="655083"/>
                  </a:lnTo>
                  <a:lnTo>
                    <a:pt x="296958" y="659232"/>
                  </a:lnTo>
                  <a:lnTo>
                    <a:pt x="292956" y="663492"/>
                  </a:lnTo>
                  <a:lnTo>
                    <a:pt x="291214" y="669445"/>
                  </a:lnTo>
                  <a:lnTo>
                    <a:pt x="292712" y="673703"/>
                  </a:lnTo>
                  <a:lnTo>
                    <a:pt x="288761" y="678282"/>
                  </a:lnTo>
                  <a:lnTo>
                    <a:pt x="282281" y="680788"/>
                  </a:lnTo>
                  <a:lnTo>
                    <a:pt x="278834" y="686051"/>
                  </a:lnTo>
                  <a:lnTo>
                    <a:pt x="275440" y="687532"/>
                  </a:lnTo>
                  <a:lnTo>
                    <a:pt x="273301" y="692899"/>
                  </a:lnTo>
                  <a:lnTo>
                    <a:pt x="271003" y="696956"/>
                  </a:lnTo>
                  <a:lnTo>
                    <a:pt x="262707" y="695783"/>
                  </a:lnTo>
                  <a:lnTo>
                    <a:pt x="258283" y="696486"/>
                  </a:lnTo>
                  <a:lnTo>
                    <a:pt x="251739" y="692835"/>
                  </a:lnTo>
                  <a:lnTo>
                    <a:pt x="243558" y="688083"/>
                  </a:lnTo>
                  <a:lnTo>
                    <a:pt x="238676" y="682875"/>
                  </a:lnTo>
                  <a:lnTo>
                    <a:pt x="233201" y="679944"/>
                  </a:lnTo>
                  <a:lnTo>
                    <a:pt x="227693" y="677802"/>
                  </a:lnTo>
                  <a:lnTo>
                    <a:pt x="222459" y="675679"/>
                  </a:lnTo>
                  <a:lnTo>
                    <a:pt x="217403" y="669350"/>
                  </a:lnTo>
                  <a:lnTo>
                    <a:pt x="217012" y="669173"/>
                  </a:lnTo>
                  <a:lnTo>
                    <a:pt x="211918" y="666856"/>
                  </a:lnTo>
                  <a:lnTo>
                    <a:pt x="202257" y="665109"/>
                  </a:lnTo>
                  <a:lnTo>
                    <a:pt x="195792" y="661581"/>
                  </a:lnTo>
                  <a:lnTo>
                    <a:pt x="188764" y="656401"/>
                  </a:lnTo>
                  <a:lnTo>
                    <a:pt x="185847" y="652282"/>
                  </a:lnTo>
                  <a:lnTo>
                    <a:pt x="182141" y="647030"/>
                  </a:lnTo>
                  <a:lnTo>
                    <a:pt x="175783" y="642709"/>
                  </a:lnTo>
                  <a:lnTo>
                    <a:pt x="170755" y="640723"/>
                  </a:lnTo>
                  <a:lnTo>
                    <a:pt x="164365" y="634786"/>
                  </a:lnTo>
                  <a:lnTo>
                    <a:pt x="157515" y="627723"/>
                  </a:lnTo>
                  <a:lnTo>
                    <a:pt x="155790" y="618888"/>
                  </a:lnTo>
                  <a:lnTo>
                    <a:pt x="151749" y="611819"/>
                  </a:lnTo>
                  <a:lnTo>
                    <a:pt x="147690" y="605424"/>
                  </a:lnTo>
                  <a:lnTo>
                    <a:pt x="146957" y="598078"/>
                  </a:lnTo>
                  <a:lnTo>
                    <a:pt x="145597" y="594829"/>
                  </a:lnTo>
                  <a:lnTo>
                    <a:pt x="146923" y="587198"/>
                  </a:lnTo>
                  <a:lnTo>
                    <a:pt x="146504" y="577495"/>
                  </a:lnTo>
                  <a:lnTo>
                    <a:pt x="143656" y="572915"/>
                  </a:lnTo>
                  <a:lnTo>
                    <a:pt x="142120" y="568965"/>
                  </a:lnTo>
                  <a:lnTo>
                    <a:pt x="137345" y="562273"/>
                  </a:lnTo>
                  <a:lnTo>
                    <a:pt x="134583" y="560268"/>
                  </a:lnTo>
                  <a:lnTo>
                    <a:pt x="134051" y="553910"/>
                  </a:lnTo>
                  <a:lnTo>
                    <a:pt x="132817" y="546745"/>
                  </a:lnTo>
                  <a:lnTo>
                    <a:pt x="130271" y="540136"/>
                  </a:lnTo>
                  <a:lnTo>
                    <a:pt x="126476" y="539415"/>
                  </a:lnTo>
                  <a:lnTo>
                    <a:pt x="125860" y="537659"/>
                  </a:lnTo>
                  <a:lnTo>
                    <a:pt x="124409" y="533514"/>
                  </a:lnTo>
                  <a:lnTo>
                    <a:pt x="119541" y="531957"/>
                  </a:lnTo>
                  <a:lnTo>
                    <a:pt x="116794" y="528769"/>
                  </a:lnTo>
                  <a:lnTo>
                    <a:pt x="111985" y="524944"/>
                  </a:lnTo>
                  <a:lnTo>
                    <a:pt x="107483" y="520542"/>
                  </a:lnTo>
                  <a:lnTo>
                    <a:pt x="99807" y="518645"/>
                  </a:lnTo>
                  <a:lnTo>
                    <a:pt x="93592" y="514916"/>
                  </a:lnTo>
                  <a:lnTo>
                    <a:pt x="93340" y="511561"/>
                  </a:lnTo>
                  <a:lnTo>
                    <a:pt x="86501" y="506085"/>
                  </a:lnTo>
                  <a:lnTo>
                    <a:pt x="81161" y="501383"/>
                  </a:lnTo>
                  <a:lnTo>
                    <a:pt x="79619" y="497089"/>
                  </a:lnTo>
                  <a:lnTo>
                    <a:pt x="76109" y="490996"/>
                  </a:lnTo>
                  <a:lnTo>
                    <a:pt x="69716" y="487062"/>
                  </a:lnTo>
                  <a:lnTo>
                    <a:pt x="64764" y="483896"/>
                  </a:lnTo>
                  <a:lnTo>
                    <a:pt x="63261" y="480512"/>
                  </a:lnTo>
                  <a:lnTo>
                    <a:pt x="57725" y="472110"/>
                  </a:lnTo>
                  <a:lnTo>
                    <a:pt x="52359" y="468945"/>
                  </a:lnTo>
                  <a:lnTo>
                    <a:pt x="51375" y="464601"/>
                  </a:lnTo>
                  <a:lnTo>
                    <a:pt x="48106" y="462228"/>
                  </a:lnTo>
                  <a:lnTo>
                    <a:pt x="47452" y="461753"/>
                  </a:lnTo>
                  <a:lnTo>
                    <a:pt x="41463" y="460751"/>
                  </a:lnTo>
                  <a:lnTo>
                    <a:pt x="34167" y="454879"/>
                  </a:lnTo>
                  <a:lnTo>
                    <a:pt x="29617" y="449242"/>
                  </a:lnTo>
                  <a:lnTo>
                    <a:pt x="26391" y="444481"/>
                  </a:lnTo>
                  <a:lnTo>
                    <a:pt x="24924" y="438948"/>
                  </a:lnTo>
                  <a:lnTo>
                    <a:pt x="22317" y="434167"/>
                  </a:lnTo>
                  <a:lnTo>
                    <a:pt x="20155" y="430198"/>
                  </a:lnTo>
                  <a:lnTo>
                    <a:pt x="16598" y="426092"/>
                  </a:lnTo>
                  <a:lnTo>
                    <a:pt x="12688" y="425091"/>
                  </a:lnTo>
                  <a:lnTo>
                    <a:pt x="11262" y="426081"/>
                  </a:lnTo>
                  <a:lnTo>
                    <a:pt x="8009" y="422547"/>
                  </a:lnTo>
                  <a:lnTo>
                    <a:pt x="3976" y="419377"/>
                  </a:lnTo>
                  <a:lnTo>
                    <a:pt x="0" y="4137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561992" y="3342605"/>
              <a:ext cx="365799" cy="459950"/>
            </a:xfrm>
            <a:custGeom>
              <a:avLst/>
              <a:pathLst>
                <a:path w="365799" h="459950">
                  <a:moveTo>
                    <a:pt x="7741" y="363633"/>
                  </a:moveTo>
                  <a:lnTo>
                    <a:pt x="9638" y="351940"/>
                  </a:lnTo>
                  <a:lnTo>
                    <a:pt x="11548" y="340746"/>
                  </a:lnTo>
                  <a:lnTo>
                    <a:pt x="15048" y="318586"/>
                  </a:lnTo>
                  <a:lnTo>
                    <a:pt x="16367" y="310198"/>
                  </a:lnTo>
                  <a:lnTo>
                    <a:pt x="18411" y="297389"/>
                  </a:lnTo>
                  <a:lnTo>
                    <a:pt x="20639" y="283430"/>
                  </a:lnTo>
                  <a:lnTo>
                    <a:pt x="22071" y="274787"/>
                  </a:lnTo>
                  <a:lnTo>
                    <a:pt x="24837" y="258117"/>
                  </a:lnTo>
                  <a:lnTo>
                    <a:pt x="26460" y="247596"/>
                  </a:lnTo>
                  <a:lnTo>
                    <a:pt x="33210" y="206639"/>
                  </a:lnTo>
                  <a:lnTo>
                    <a:pt x="33779" y="203091"/>
                  </a:lnTo>
                  <a:lnTo>
                    <a:pt x="37128" y="182246"/>
                  </a:lnTo>
                  <a:lnTo>
                    <a:pt x="38672" y="172974"/>
                  </a:lnTo>
                  <a:lnTo>
                    <a:pt x="41324" y="157086"/>
                  </a:lnTo>
                  <a:lnTo>
                    <a:pt x="41583" y="155508"/>
                  </a:lnTo>
                  <a:lnTo>
                    <a:pt x="45417" y="132188"/>
                  </a:lnTo>
                  <a:lnTo>
                    <a:pt x="46782" y="124114"/>
                  </a:lnTo>
                  <a:lnTo>
                    <a:pt x="50058" y="105032"/>
                  </a:lnTo>
                  <a:lnTo>
                    <a:pt x="53891" y="82366"/>
                  </a:lnTo>
                  <a:lnTo>
                    <a:pt x="56790" y="65147"/>
                  </a:lnTo>
                  <a:lnTo>
                    <a:pt x="60780" y="41626"/>
                  </a:lnTo>
                  <a:lnTo>
                    <a:pt x="64428" y="19906"/>
                  </a:lnTo>
                  <a:lnTo>
                    <a:pt x="67649" y="0"/>
                  </a:lnTo>
                  <a:lnTo>
                    <a:pt x="81265" y="2785"/>
                  </a:lnTo>
                  <a:lnTo>
                    <a:pt x="101003" y="5716"/>
                  </a:lnTo>
                  <a:lnTo>
                    <a:pt x="116195" y="7980"/>
                  </a:lnTo>
                  <a:lnTo>
                    <a:pt x="131489" y="10288"/>
                  </a:lnTo>
                  <a:lnTo>
                    <a:pt x="153105" y="13533"/>
                  </a:lnTo>
                  <a:lnTo>
                    <a:pt x="176628" y="17089"/>
                  </a:lnTo>
                  <a:lnTo>
                    <a:pt x="183096" y="18259"/>
                  </a:lnTo>
                  <a:lnTo>
                    <a:pt x="186138" y="18806"/>
                  </a:lnTo>
                  <a:lnTo>
                    <a:pt x="208202" y="21903"/>
                  </a:lnTo>
                  <a:lnTo>
                    <a:pt x="223148" y="24013"/>
                  </a:lnTo>
                  <a:lnTo>
                    <a:pt x="225390" y="24326"/>
                  </a:lnTo>
                  <a:lnTo>
                    <a:pt x="231386" y="25071"/>
                  </a:lnTo>
                  <a:lnTo>
                    <a:pt x="251548" y="27796"/>
                  </a:lnTo>
                  <a:lnTo>
                    <a:pt x="246996" y="62895"/>
                  </a:lnTo>
                  <a:lnTo>
                    <a:pt x="246842" y="64083"/>
                  </a:lnTo>
                  <a:lnTo>
                    <a:pt x="244564" y="81124"/>
                  </a:lnTo>
                  <a:lnTo>
                    <a:pt x="243378" y="90199"/>
                  </a:lnTo>
                  <a:lnTo>
                    <a:pt x="240628" y="111306"/>
                  </a:lnTo>
                  <a:lnTo>
                    <a:pt x="251551" y="112818"/>
                  </a:lnTo>
                  <a:lnTo>
                    <a:pt x="272339" y="115632"/>
                  </a:lnTo>
                  <a:lnTo>
                    <a:pt x="298545" y="118879"/>
                  </a:lnTo>
                  <a:lnTo>
                    <a:pt x="303132" y="119428"/>
                  </a:lnTo>
                  <a:lnTo>
                    <a:pt x="306127" y="119785"/>
                  </a:lnTo>
                  <a:lnTo>
                    <a:pt x="324024" y="121876"/>
                  </a:lnTo>
                  <a:lnTo>
                    <a:pt x="353205" y="125018"/>
                  </a:lnTo>
                  <a:lnTo>
                    <a:pt x="365799" y="126455"/>
                  </a:lnTo>
                  <a:lnTo>
                    <a:pt x="364357" y="141022"/>
                  </a:lnTo>
                  <a:lnTo>
                    <a:pt x="362927" y="154653"/>
                  </a:lnTo>
                  <a:lnTo>
                    <a:pt x="362849" y="155403"/>
                  </a:lnTo>
                  <a:lnTo>
                    <a:pt x="358906" y="191313"/>
                  </a:lnTo>
                  <a:lnTo>
                    <a:pt x="358525" y="194797"/>
                  </a:lnTo>
                  <a:lnTo>
                    <a:pt x="355876" y="220298"/>
                  </a:lnTo>
                  <a:lnTo>
                    <a:pt x="353994" y="238175"/>
                  </a:lnTo>
                  <a:lnTo>
                    <a:pt x="352569" y="251738"/>
                  </a:lnTo>
                  <a:lnTo>
                    <a:pt x="351424" y="262660"/>
                  </a:lnTo>
                  <a:lnTo>
                    <a:pt x="349328" y="282709"/>
                  </a:lnTo>
                  <a:lnTo>
                    <a:pt x="343405" y="334823"/>
                  </a:lnTo>
                  <a:lnTo>
                    <a:pt x="341482" y="353527"/>
                  </a:lnTo>
                  <a:lnTo>
                    <a:pt x="341738" y="362889"/>
                  </a:lnTo>
                  <a:lnTo>
                    <a:pt x="341636" y="363860"/>
                  </a:lnTo>
                  <a:lnTo>
                    <a:pt x="339280" y="386509"/>
                  </a:lnTo>
                  <a:lnTo>
                    <a:pt x="335862" y="419508"/>
                  </a:lnTo>
                  <a:lnTo>
                    <a:pt x="331698" y="459950"/>
                  </a:lnTo>
                  <a:lnTo>
                    <a:pt x="301737" y="456617"/>
                  </a:lnTo>
                  <a:lnTo>
                    <a:pt x="268117" y="452780"/>
                  </a:lnTo>
                  <a:lnTo>
                    <a:pt x="236917" y="448943"/>
                  </a:lnTo>
                  <a:lnTo>
                    <a:pt x="218341" y="446135"/>
                  </a:lnTo>
                  <a:lnTo>
                    <a:pt x="197374" y="443454"/>
                  </a:lnTo>
                  <a:lnTo>
                    <a:pt x="185134" y="441952"/>
                  </a:lnTo>
                  <a:lnTo>
                    <a:pt x="183306" y="441726"/>
                  </a:lnTo>
                  <a:lnTo>
                    <a:pt x="174857" y="440487"/>
                  </a:lnTo>
                  <a:lnTo>
                    <a:pt x="174383" y="440422"/>
                  </a:lnTo>
                  <a:lnTo>
                    <a:pt x="111807" y="431502"/>
                  </a:lnTo>
                  <a:lnTo>
                    <a:pt x="99838" y="429729"/>
                  </a:lnTo>
                  <a:lnTo>
                    <a:pt x="99406" y="429665"/>
                  </a:lnTo>
                  <a:lnTo>
                    <a:pt x="80597" y="426815"/>
                  </a:lnTo>
                  <a:lnTo>
                    <a:pt x="75990" y="426107"/>
                  </a:lnTo>
                  <a:lnTo>
                    <a:pt x="71543" y="425420"/>
                  </a:lnTo>
                  <a:lnTo>
                    <a:pt x="5577" y="414703"/>
                  </a:lnTo>
                  <a:lnTo>
                    <a:pt x="0" y="413726"/>
                  </a:lnTo>
                  <a:lnTo>
                    <a:pt x="1065" y="406420"/>
                  </a:lnTo>
                  <a:lnTo>
                    <a:pt x="3597" y="390173"/>
                  </a:lnTo>
                  <a:lnTo>
                    <a:pt x="6253" y="37297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39808" y="3515178"/>
              <a:ext cx="36842" cy="99052"/>
            </a:xfrm>
            <a:custGeom>
              <a:avLst/>
              <a:pathLst>
                <a:path w="36842" h="99052">
                  <a:moveTo>
                    <a:pt x="992" y="82837"/>
                  </a:moveTo>
                  <a:lnTo>
                    <a:pt x="1589" y="74933"/>
                  </a:lnTo>
                  <a:lnTo>
                    <a:pt x="461" y="67853"/>
                  </a:lnTo>
                  <a:lnTo>
                    <a:pt x="58" y="57848"/>
                  </a:lnTo>
                  <a:lnTo>
                    <a:pt x="0" y="56426"/>
                  </a:lnTo>
                  <a:lnTo>
                    <a:pt x="1195" y="49104"/>
                  </a:lnTo>
                  <a:lnTo>
                    <a:pt x="2263" y="42197"/>
                  </a:lnTo>
                  <a:lnTo>
                    <a:pt x="4386" y="37041"/>
                  </a:lnTo>
                  <a:lnTo>
                    <a:pt x="2924" y="33378"/>
                  </a:lnTo>
                  <a:lnTo>
                    <a:pt x="8012" y="29412"/>
                  </a:lnTo>
                  <a:lnTo>
                    <a:pt x="9472" y="25745"/>
                  </a:lnTo>
                  <a:lnTo>
                    <a:pt x="4323" y="22031"/>
                  </a:lnTo>
                  <a:lnTo>
                    <a:pt x="9243" y="15965"/>
                  </a:lnTo>
                  <a:lnTo>
                    <a:pt x="11293" y="11109"/>
                  </a:lnTo>
                  <a:lnTo>
                    <a:pt x="36842" y="0"/>
                  </a:lnTo>
                  <a:lnTo>
                    <a:pt x="33549" y="13924"/>
                  </a:lnTo>
                  <a:lnTo>
                    <a:pt x="31739" y="18706"/>
                  </a:lnTo>
                  <a:lnTo>
                    <a:pt x="27255" y="18372"/>
                  </a:lnTo>
                  <a:lnTo>
                    <a:pt x="24704" y="22753"/>
                  </a:lnTo>
                  <a:lnTo>
                    <a:pt x="22482" y="31654"/>
                  </a:lnTo>
                  <a:lnTo>
                    <a:pt x="21829" y="40129"/>
                  </a:lnTo>
                  <a:lnTo>
                    <a:pt x="21607" y="45445"/>
                  </a:lnTo>
                  <a:lnTo>
                    <a:pt x="23285" y="49664"/>
                  </a:lnTo>
                  <a:lnTo>
                    <a:pt x="20674" y="57959"/>
                  </a:lnTo>
                  <a:lnTo>
                    <a:pt x="21602" y="59273"/>
                  </a:lnTo>
                  <a:lnTo>
                    <a:pt x="22477" y="60513"/>
                  </a:lnTo>
                  <a:lnTo>
                    <a:pt x="20080" y="68901"/>
                  </a:lnTo>
                  <a:lnTo>
                    <a:pt x="19960" y="72606"/>
                  </a:lnTo>
                  <a:lnTo>
                    <a:pt x="17902" y="76952"/>
                  </a:lnTo>
                  <a:lnTo>
                    <a:pt x="17994" y="81795"/>
                  </a:lnTo>
                  <a:lnTo>
                    <a:pt x="17760" y="87084"/>
                  </a:lnTo>
                  <a:lnTo>
                    <a:pt x="14013" y="95546"/>
                  </a:lnTo>
                  <a:lnTo>
                    <a:pt x="11546" y="99052"/>
                  </a:lnTo>
                  <a:lnTo>
                    <a:pt x="8671" y="98861"/>
                  </a:lnTo>
                  <a:lnTo>
                    <a:pt x="5181" y="9132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08584" y="3447895"/>
              <a:ext cx="561212" cy="347892"/>
            </a:xfrm>
            <a:custGeom>
              <a:avLst/>
              <a:pathLst>
                <a:path w="561212" h="347892">
                  <a:moveTo>
                    <a:pt x="3876" y="343991"/>
                  </a:moveTo>
                  <a:lnTo>
                    <a:pt x="9691" y="339808"/>
                  </a:lnTo>
                  <a:lnTo>
                    <a:pt x="14490" y="338832"/>
                  </a:lnTo>
                  <a:lnTo>
                    <a:pt x="16263" y="338470"/>
                  </a:lnTo>
                  <a:lnTo>
                    <a:pt x="19578" y="335874"/>
                  </a:lnTo>
                  <a:lnTo>
                    <a:pt x="29750" y="330000"/>
                  </a:lnTo>
                  <a:lnTo>
                    <a:pt x="36718" y="327043"/>
                  </a:lnTo>
                  <a:lnTo>
                    <a:pt x="37383" y="321894"/>
                  </a:lnTo>
                  <a:lnTo>
                    <a:pt x="39278" y="316350"/>
                  </a:lnTo>
                  <a:lnTo>
                    <a:pt x="43889" y="315709"/>
                  </a:lnTo>
                  <a:lnTo>
                    <a:pt x="51751" y="310778"/>
                  </a:lnTo>
                  <a:lnTo>
                    <a:pt x="52335" y="309238"/>
                  </a:lnTo>
                  <a:lnTo>
                    <a:pt x="53262" y="306793"/>
                  </a:lnTo>
                  <a:lnTo>
                    <a:pt x="52047" y="302005"/>
                  </a:lnTo>
                  <a:lnTo>
                    <a:pt x="55324" y="298194"/>
                  </a:lnTo>
                  <a:lnTo>
                    <a:pt x="59715" y="295671"/>
                  </a:lnTo>
                  <a:lnTo>
                    <a:pt x="61171" y="292160"/>
                  </a:lnTo>
                  <a:lnTo>
                    <a:pt x="59932" y="287315"/>
                  </a:lnTo>
                  <a:lnTo>
                    <a:pt x="70023" y="277214"/>
                  </a:lnTo>
                  <a:lnTo>
                    <a:pt x="70467" y="276769"/>
                  </a:lnTo>
                  <a:lnTo>
                    <a:pt x="70760" y="276531"/>
                  </a:lnTo>
                  <a:lnTo>
                    <a:pt x="77503" y="271065"/>
                  </a:lnTo>
                  <a:lnTo>
                    <a:pt x="83851" y="267679"/>
                  </a:lnTo>
                  <a:lnTo>
                    <a:pt x="86228" y="264217"/>
                  </a:lnTo>
                  <a:lnTo>
                    <a:pt x="86515" y="263798"/>
                  </a:lnTo>
                  <a:lnTo>
                    <a:pt x="92867" y="255300"/>
                  </a:lnTo>
                  <a:lnTo>
                    <a:pt x="106566" y="236849"/>
                  </a:lnTo>
                  <a:lnTo>
                    <a:pt x="109614" y="238629"/>
                  </a:lnTo>
                  <a:lnTo>
                    <a:pt x="106922" y="244699"/>
                  </a:lnTo>
                  <a:lnTo>
                    <a:pt x="110982" y="247068"/>
                  </a:lnTo>
                  <a:lnTo>
                    <a:pt x="111789" y="249806"/>
                  </a:lnTo>
                  <a:lnTo>
                    <a:pt x="115536" y="254413"/>
                  </a:lnTo>
                  <a:lnTo>
                    <a:pt x="119697" y="257929"/>
                  </a:lnTo>
                  <a:lnTo>
                    <a:pt x="125272" y="257673"/>
                  </a:lnTo>
                  <a:lnTo>
                    <a:pt x="128074" y="260118"/>
                  </a:lnTo>
                  <a:lnTo>
                    <a:pt x="128485" y="260314"/>
                  </a:lnTo>
                  <a:lnTo>
                    <a:pt x="133505" y="262709"/>
                  </a:lnTo>
                  <a:lnTo>
                    <a:pt x="141874" y="260426"/>
                  </a:lnTo>
                  <a:lnTo>
                    <a:pt x="143531" y="258458"/>
                  </a:lnTo>
                  <a:lnTo>
                    <a:pt x="146561" y="255186"/>
                  </a:lnTo>
                  <a:lnTo>
                    <a:pt x="150152" y="252428"/>
                  </a:lnTo>
                  <a:lnTo>
                    <a:pt x="153586" y="245301"/>
                  </a:lnTo>
                  <a:lnTo>
                    <a:pt x="165341" y="252389"/>
                  </a:lnTo>
                  <a:lnTo>
                    <a:pt x="172541" y="246572"/>
                  </a:lnTo>
                  <a:lnTo>
                    <a:pt x="180456" y="242726"/>
                  </a:lnTo>
                  <a:lnTo>
                    <a:pt x="181513" y="242354"/>
                  </a:lnTo>
                  <a:lnTo>
                    <a:pt x="185804" y="240845"/>
                  </a:lnTo>
                  <a:lnTo>
                    <a:pt x="191218" y="236841"/>
                  </a:lnTo>
                  <a:lnTo>
                    <a:pt x="186854" y="233186"/>
                  </a:lnTo>
                  <a:lnTo>
                    <a:pt x="187439" y="229618"/>
                  </a:lnTo>
                  <a:lnTo>
                    <a:pt x="187971" y="229378"/>
                  </a:lnTo>
                  <a:lnTo>
                    <a:pt x="189396" y="228735"/>
                  </a:lnTo>
                  <a:lnTo>
                    <a:pt x="195142" y="232336"/>
                  </a:lnTo>
                  <a:lnTo>
                    <a:pt x="201801" y="226766"/>
                  </a:lnTo>
                  <a:lnTo>
                    <a:pt x="209144" y="219243"/>
                  </a:lnTo>
                  <a:lnTo>
                    <a:pt x="215405" y="222100"/>
                  </a:lnTo>
                  <a:lnTo>
                    <a:pt x="215800" y="222280"/>
                  </a:lnTo>
                  <a:lnTo>
                    <a:pt x="219692" y="217890"/>
                  </a:lnTo>
                  <a:lnTo>
                    <a:pt x="225883" y="209305"/>
                  </a:lnTo>
                  <a:lnTo>
                    <a:pt x="225547" y="204708"/>
                  </a:lnTo>
                  <a:lnTo>
                    <a:pt x="228887" y="200216"/>
                  </a:lnTo>
                  <a:lnTo>
                    <a:pt x="222865" y="195973"/>
                  </a:lnTo>
                  <a:lnTo>
                    <a:pt x="222974" y="195717"/>
                  </a:lnTo>
                  <a:lnTo>
                    <a:pt x="224532" y="192044"/>
                  </a:lnTo>
                  <a:lnTo>
                    <a:pt x="226054" y="185682"/>
                  </a:lnTo>
                  <a:lnTo>
                    <a:pt x="226496" y="181348"/>
                  </a:lnTo>
                  <a:lnTo>
                    <a:pt x="230009" y="174562"/>
                  </a:lnTo>
                  <a:lnTo>
                    <a:pt x="234096" y="167591"/>
                  </a:lnTo>
                  <a:lnTo>
                    <a:pt x="235145" y="165798"/>
                  </a:lnTo>
                  <a:lnTo>
                    <a:pt x="238145" y="157747"/>
                  </a:lnTo>
                  <a:lnTo>
                    <a:pt x="238397" y="155840"/>
                  </a:lnTo>
                  <a:lnTo>
                    <a:pt x="239022" y="151090"/>
                  </a:lnTo>
                  <a:lnTo>
                    <a:pt x="239113" y="144103"/>
                  </a:lnTo>
                  <a:lnTo>
                    <a:pt x="242713" y="138521"/>
                  </a:lnTo>
                  <a:lnTo>
                    <a:pt x="245741" y="134515"/>
                  </a:lnTo>
                  <a:lnTo>
                    <a:pt x="246279" y="133803"/>
                  </a:lnTo>
                  <a:lnTo>
                    <a:pt x="244270" y="130415"/>
                  </a:lnTo>
                  <a:lnTo>
                    <a:pt x="248236" y="125321"/>
                  </a:lnTo>
                  <a:lnTo>
                    <a:pt x="249805" y="117768"/>
                  </a:lnTo>
                  <a:lnTo>
                    <a:pt x="249026" y="114869"/>
                  </a:lnTo>
                  <a:lnTo>
                    <a:pt x="249564" y="110216"/>
                  </a:lnTo>
                  <a:lnTo>
                    <a:pt x="249258" y="102565"/>
                  </a:lnTo>
                  <a:lnTo>
                    <a:pt x="257493" y="104152"/>
                  </a:lnTo>
                  <a:lnTo>
                    <a:pt x="264134" y="111668"/>
                  </a:lnTo>
                  <a:lnTo>
                    <a:pt x="272195" y="112485"/>
                  </a:lnTo>
                  <a:lnTo>
                    <a:pt x="276501" y="112224"/>
                  </a:lnTo>
                  <a:lnTo>
                    <a:pt x="277489" y="112164"/>
                  </a:lnTo>
                  <a:lnTo>
                    <a:pt x="280862" y="105767"/>
                  </a:lnTo>
                  <a:lnTo>
                    <a:pt x="280962" y="105194"/>
                  </a:lnTo>
                  <a:lnTo>
                    <a:pt x="281803" y="100361"/>
                  </a:lnTo>
                  <a:lnTo>
                    <a:pt x="283377" y="92397"/>
                  </a:lnTo>
                  <a:lnTo>
                    <a:pt x="286494" y="86498"/>
                  </a:lnTo>
                  <a:lnTo>
                    <a:pt x="286169" y="83643"/>
                  </a:lnTo>
                  <a:lnTo>
                    <a:pt x="286752" y="76642"/>
                  </a:lnTo>
                  <a:lnTo>
                    <a:pt x="288310" y="72661"/>
                  </a:lnTo>
                  <a:lnTo>
                    <a:pt x="289068" y="68478"/>
                  </a:lnTo>
                  <a:lnTo>
                    <a:pt x="299750" y="73086"/>
                  </a:lnTo>
                  <a:lnTo>
                    <a:pt x="301582" y="66065"/>
                  </a:lnTo>
                  <a:lnTo>
                    <a:pt x="303540" y="59511"/>
                  </a:lnTo>
                  <a:lnTo>
                    <a:pt x="309128" y="54940"/>
                  </a:lnTo>
                  <a:lnTo>
                    <a:pt x="312085" y="48690"/>
                  </a:lnTo>
                  <a:lnTo>
                    <a:pt x="315546" y="45223"/>
                  </a:lnTo>
                  <a:lnTo>
                    <a:pt x="316594" y="40728"/>
                  </a:lnTo>
                  <a:lnTo>
                    <a:pt x="317450" y="37044"/>
                  </a:lnTo>
                  <a:lnTo>
                    <a:pt x="322357" y="29000"/>
                  </a:lnTo>
                  <a:lnTo>
                    <a:pt x="320692" y="26674"/>
                  </a:lnTo>
                  <a:lnTo>
                    <a:pt x="321171" y="21650"/>
                  </a:lnTo>
                  <a:lnTo>
                    <a:pt x="320511" y="18094"/>
                  </a:lnTo>
                  <a:lnTo>
                    <a:pt x="322974" y="10031"/>
                  </a:lnTo>
                  <a:lnTo>
                    <a:pt x="321936" y="4944"/>
                  </a:lnTo>
                  <a:lnTo>
                    <a:pt x="319959" y="0"/>
                  </a:lnTo>
                  <a:lnTo>
                    <a:pt x="329754" y="4604"/>
                  </a:lnTo>
                  <a:lnTo>
                    <a:pt x="333225" y="6230"/>
                  </a:lnTo>
                  <a:lnTo>
                    <a:pt x="346103" y="12311"/>
                  </a:lnTo>
                  <a:lnTo>
                    <a:pt x="363198" y="20340"/>
                  </a:lnTo>
                  <a:lnTo>
                    <a:pt x="363662" y="16711"/>
                  </a:lnTo>
                  <a:lnTo>
                    <a:pt x="364377" y="10644"/>
                  </a:lnTo>
                  <a:lnTo>
                    <a:pt x="366236" y="1233"/>
                  </a:lnTo>
                  <a:lnTo>
                    <a:pt x="369176" y="737"/>
                  </a:lnTo>
                  <a:lnTo>
                    <a:pt x="369989" y="600"/>
                  </a:lnTo>
                  <a:lnTo>
                    <a:pt x="375669" y="462"/>
                  </a:lnTo>
                  <a:lnTo>
                    <a:pt x="378605" y="1830"/>
                  </a:lnTo>
                  <a:lnTo>
                    <a:pt x="383136" y="3283"/>
                  </a:lnTo>
                  <a:lnTo>
                    <a:pt x="386413" y="5488"/>
                  </a:lnTo>
                  <a:lnTo>
                    <a:pt x="385407" y="8966"/>
                  </a:lnTo>
                  <a:lnTo>
                    <a:pt x="383573" y="11864"/>
                  </a:lnTo>
                  <a:lnTo>
                    <a:pt x="384606" y="15455"/>
                  </a:lnTo>
                  <a:lnTo>
                    <a:pt x="387615" y="16083"/>
                  </a:lnTo>
                  <a:lnTo>
                    <a:pt x="389588" y="18370"/>
                  </a:lnTo>
                  <a:lnTo>
                    <a:pt x="396982" y="17655"/>
                  </a:lnTo>
                  <a:lnTo>
                    <a:pt x="398209" y="17636"/>
                  </a:lnTo>
                  <a:lnTo>
                    <a:pt x="399160" y="17622"/>
                  </a:lnTo>
                  <a:lnTo>
                    <a:pt x="400579" y="17600"/>
                  </a:lnTo>
                  <a:lnTo>
                    <a:pt x="405447" y="18643"/>
                  </a:lnTo>
                  <a:lnTo>
                    <a:pt x="406326" y="22362"/>
                  </a:lnTo>
                  <a:lnTo>
                    <a:pt x="410000" y="23055"/>
                  </a:lnTo>
                  <a:lnTo>
                    <a:pt x="411577" y="22748"/>
                  </a:lnTo>
                  <a:lnTo>
                    <a:pt x="413923" y="22290"/>
                  </a:lnTo>
                  <a:lnTo>
                    <a:pt x="416478" y="24450"/>
                  </a:lnTo>
                  <a:lnTo>
                    <a:pt x="419227" y="26580"/>
                  </a:lnTo>
                  <a:lnTo>
                    <a:pt x="423600" y="28820"/>
                  </a:lnTo>
                  <a:lnTo>
                    <a:pt x="424245" y="31234"/>
                  </a:lnTo>
                  <a:lnTo>
                    <a:pt x="425437" y="35700"/>
                  </a:lnTo>
                  <a:lnTo>
                    <a:pt x="425571" y="36272"/>
                  </a:lnTo>
                  <a:lnTo>
                    <a:pt x="426397" y="39779"/>
                  </a:lnTo>
                  <a:lnTo>
                    <a:pt x="426584" y="40575"/>
                  </a:lnTo>
                  <a:lnTo>
                    <a:pt x="426414" y="43337"/>
                  </a:lnTo>
                  <a:lnTo>
                    <a:pt x="424613" y="43893"/>
                  </a:lnTo>
                  <a:lnTo>
                    <a:pt x="424281" y="44398"/>
                  </a:lnTo>
                  <a:lnTo>
                    <a:pt x="421813" y="48154"/>
                  </a:lnTo>
                  <a:lnTo>
                    <a:pt x="422894" y="51601"/>
                  </a:lnTo>
                  <a:lnTo>
                    <a:pt x="416412" y="53438"/>
                  </a:lnTo>
                  <a:lnTo>
                    <a:pt x="414855" y="53878"/>
                  </a:lnTo>
                  <a:lnTo>
                    <a:pt x="413230" y="61414"/>
                  </a:lnTo>
                  <a:lnTo>
                    <a:pt x="413451" y="67176"/>
                  </a:lnTo>
                  <a:lnTo>
                    <a:pt x="413577" y="70506"/>
                  </a:lnTo>
                  <a:lnTo>
                    <a:pt x="415910" y="77927"/>
                  </a:lnTo>
                  <a:lnTo>
                    <a:pt x="418943" y="80157"/>
                  </a:lnTo>
                  <a:lnTo>
                    <a:pt x="420697" y="81445"/>
                  </a:lnTo>
                  <a:lnTo>
                    <a:pt x="427502" y="78265"/>
                  </a:lnTo>
                  <a:lnTo>
                    <a:pt x="432116" y="76286"/>
                  </a:lnTo>
                  <a:lnTo>
                    <a:pt x="435096" y="74720"/>
                  </a:lnTo>
                  <a:lnTo>
                    <a:pt x="437712" y="76958"/>
                  </a:lnTo>
                  <a:lnTo>
                    <a:pt x="437973" y="79458"/>
                  </a:lnTo>
                  <a:lnTo>
                    <a:pt x="440577" y="80989"/>
                  </a:lnTo>
                  <a:lnTo>
                    <a:pt x="441153" y="81328"/>
                  </a:lnTo>
                  <a:lnTo>
                    <a:pt x="444134" y="83448"/>
                  </a:lnTo>
                  <a:lnTo>
                    <a:pt x="444514" y="86158"/>
                  </a:lnTo>
                  <a:lnTo>
                    <a:pt x="448488" y="86659"/>
                  </a:lnTo>
                  <a:lnTo>
                    <a:pt x="454285" y="88237"/>
                  </a:lnTo>
                  <a:lnTo>
                    <a:pt x="460495" y="86566"/>
                  </a:lnTo>
                  <a:lnTo>
                    <a:pt x="465120" y="85762"/>
                  </a:lnTo>
                  <a:lnTo>
                    <a:pt x="470227" y="85037"/>
                  </a:lnTo>
                  <a:lnTo>
                    <a:pt x="472058" y="88235"/>
                  </a:lnTo>
                  <a:lnTo>
                    <a:pt x="477545" y="90560"/>
                  </a:lnTo>
                  <a:lnTo>
                    <a:pt x="480022" y="92747"/>
                  </a:lnTo>
                  <a:lnTo>
                    <a:pt x="481858" y="94368"/>
                  </a:lnTo>
                  <a:lnTo>
                    <a:pt x="487308" y="96662"/>
                  </a:lnTo>
                  <a:lnTo>
                    <a:pt x="496004" y="98177"/>
                  </a:lnTo>
                  <a:lnTo>
                    <a:pt x="502690" y="100635"/>
                  </a:lnTo>
                  <a:lnTo>
                    <a:pt x="503043" y="105979"/>
                  </a:lnTo>
                  <a:lnTo>
                    <a:pt x="499876" y="110631"/>
                  </a:lnTo>
                  <a:lnTo>
                    <a:pt x="501509" y="117382"/>
                  </a:lnTo>
                  <a:lnTo>
                    <a:pt x="501560" y="121033"/>
                  </a:lnTo>
                  <a:lnTo>
                    <a:pt x="501575" y="122155"/>
                  </a:lnTo>
                  <a:lnTo>
                    <a:pt x="506317" y="125870"/>
                  </a:lnTo>
                  <a:lnTo>
                    <a:pt x="506409" y="128840"/>
                  </a:lnTo>
                  <a:lnTo>
                    <a:pt x="506497" y="131700"/>
                  </a:lnTo>
                  <a:lnTo>
                    <a:pt x="507610" y="133463"/>
                  </a:lnTo>
                  <a:lnTo>
                    <a:pt x="509716" y="136795"/>
                  </a:lnTo>
                  <a:lnTo>
                    <a:pt x="513107" y="142918"/>
                  </a:lnTo>
                  <a:lnTo>
                    <a:pt x="514379" y="147079"/>
                  </a:lnTo>
                  <a:lnTo>
                    <a:pt x="514061" y="153500"/>
                  </a:lnTo>
                  <a:lnTo>
                    <a:pt x="506117" y="149586"/>
                  </a:lnTo>
                  <a:lnTo>
                    <a:pt x="503696" y="148220"/>
                  </a:lnTo>
                  <a:lnTo>
                    <a:pt x="503148" y="148705"/>
                  </a:lnTo>
                  <a:lnTo>
                    <a:pt x="501036" y="150574"/>
                  </a:lnTo>
                  <a:lnTo>
                    <a:pt x="506255" y="156029"/>
                  </a:lnTo>
                  <a:lnTo>
                    <a:pt x="508943" y="158869"/>
                  </a:lnTo>
                  <a:lnTo>
                    <a:pt x="508415" y="161037"/>
                  </a:lnTo>
                  <a:lnTo>
                    <a:pt x="507794" y="163581"/>
                  </a:lnTo>
                  <a:lnTo>
                    <a:pt x="511942" y="165802"/>
                  </a:lnTo>
                  <a:lnTo>
                    <a:pt x="512303" y="165996"/>
                  </a:lnTo>
                  <a:lnTo>
                    <a:pt x="515707" y="169653"/>
                  </a:lnTo>
                  <a:lnTo>
                    <a:pt x="517555" y="171467"/>
                  </a:lnTo>
                  <a:lnTo>
                    <a:pt x="519805" y="173676"/>
                  </a:lnTo>
                  <a:lnTo>
                    <a:pt x="519486" y="181839"/>
                  </a:lnTo>
                  <a:lnTo>
                    <a:pt x="521694" y="183480"/>
                  </a:lnTo>
                  <a:lnTo>
                    <a:pt x="522927" y="184395"/>
                  </a:lnTo>
                  <a:lnTo>
                    <a:pt x="529215" y="185744"/>
                  </a:lnTo>
                  <a:lnTo>
                    <a:pt x="530201" y="185733"/>
                  </a:lnTo>
                  <a:lnTo>
                    <a:pt x="536945" y="185657"/>
                  </a:lnTo>
                  <a:lnTo>
                    <a:pt x="539646" y="183015"/>
                  </a:lnTo>
                  <a:lnTo>
                    <a:pt x="543072" y="182524"/>
                  </a:lnTo>
                  <a:lnTo>
                    <a:pt x="548480" y="192759"/>
                  </a:lnTo>
                  <a:lnTo>
                    <a:pt x="553914" y="201615"/>
                  </a:lnTo>
                  <a:lnTo>
                    <a:pt x="557578" y="206469"/>
                  </a:lnTo>
                  <a:lnTo>
                    <a:pt x="561212" y="213148"/>
                  </a:lnTo>
                  <a:lnTo>
                    <a:pt x="549927" y="216550"/>
                  </a:lnTo>
                  <a:lnTo>
                    <a:pt x="543165" y="218565"/>
                  </a:lnTo>
                  <a:lnTo>
                    <a:pt x="529650" y="222565"/>
                  </a:lnTo>
                  <a:lnTo>
                    <a:pt x="517024" y="226253"/>
                  </a:lnTo>
                  <a:lnTo>
                    <a:pt x="513445" y="227293"/>
                  </a:lnTo>
                  <a:lnTo>
                    <a:pt x="499517" y="231316"/>
                  </a:lnTo>
                  <a:lnTo>
                    <a:pt x="486930" y="235415"/>
                  </a:lnTo>
                  <a:lnTo>
                    <a:pt x="475970" y="238537"/>
                  </a:lnTo>
                  <a:lnTo>
                    <a:pt x="469381" y="240403"/>
                  </a:lnTo>
                  <a:lnTo>
                    <a:pt x="467544" y="240922"/>
                  </a:lnTo>
                  <a:lnTo>
                    <a:pt x="459815" y="243114"/>
                  </a:lnTo>
                  <a:lnTo>
                    <a:pt x="427741" y="252090"/>
                  </a:lnTo>
                  <a:lnTo>
                    <a:pt x="426503" y="252438"/>
                  </a:lnTo>
                  <a:lnTo>
                    <a:pt x="417061" y="255084"/>
                  </a:lnTo>
                  <a:lnTo>
                    <a:pt x="406633" y="257986"/>
                  </a:lnTo>
                  <a:lnTo>
                    <a:pt x="400456" y="259696"/>
                  </a:lnTo>
                  <a:lnTo>
                    <a:pt x="386866" y="263484"/>
                  </a:lnTo>
                  <a:lnTo>
                    <a:pt x="377346" y="266117"/>
                  </a:lnTo>
                  <a:lnTo>
                    <a:pt x="373590" y="267151"/>
                  </a:lnTo>
                  <a:lnTo>
                    <a:pt x="357551" y="271327"/>
                  </a:lnTo>
                  <a:lnTo>
                    <a:pt x="353102" y="272477"/>
                  </a:lnTo>
                  <a:lnTo>
                    <a:pt x="342665" y="275161"/>
                  </a:lnTo>
                  <a:lnTo>
                    <a:pt x="328615" y="278833"/>
                  </a:lnTo>
                  <a:lnTo>
                    <a:pt x="322878" y="280322"/>
                  </a:lnTo>
                  <a:lnTo>
                    <a:pt x="313949" y="282627"/>
                  </a:lnTo>
                  <a:lnTo>
                    <a:pt x="304852" y="284961"/>
                  </a:lnTo>
                  <a:lnTo>
                    <a:pt x="301942" y="285704"/>
                  </a:lnTo>
                  <a:lnTo>
                    <a:pt x="301727" y="285757"/>
                  </a:lnTo>
                  <a:lnTo>
                    <a:pt x="287273" y="289313"/>
                  </a:lnTo>
                  <a:lnTo>
                    <a:pt x="264803" y="294766"/>
                  </a:lnTo>
                  <a:lnTo>
                    <a:pt x="262923" y="295213"/>
                  </a:lnTo>
                  <a:lnTo>
                    <a:pt x="245508" y="299321"/>
                  </a:lnTo>
                  <a:lnTo>
                    <a:pt x="235572" y="301117"/>
                  </a:lnTo>
                  <a:lnTo>
                    <a:pt x="234935" y="301233"/>
                  </a:lnTo>
                  <a:lnTo>
                    <a:pt x="222414" y="303495"/>
                  </a:lnTo>
                  <a:lnTo>
                    <a:pt x="215662" y="304704"/>
                  </a:lnTo>
                  <a:lnTo>
                    <a:pt x="205915" y="307036"/>
                  </a:lnTo>
                  <a:lnTo>
                    <a:pt x="201485" y="308090"/>
                  </a:lnTo>
                  <a:lnTo>
                    <a:pt x="189839" y="310299"/>
                  </a:lnTo>
                  <a:lnTo>
                    <a:pt x="181462" y="311767"/>
                  </a:lnTo>
                  <a:lnTo>
                    <a:pt x="168643" y="314293"/>
                  </a:lnTo>
                  <a:lnTo>
                    <a:pt x="157992" y="316371"/>
                  </a:lnTo>
                  <a:lnTo>
                    <a:pt x="145003" y="318504"/>
                  </a:lnTo>
                  <a:lnTo>
                    <a:pt x="146775" y="315846"/>
                  </a:lnTo>
                  <a:lnTo>
                    <a:pt x="133733" y="318489"/>
                  </a:lnTo>
                  <a:lnTo>
                    <a:pt x="126775" y="319887"/>
                  </a:lnTo>
                  <a:lnTo>
                    <a:pt x="126345" y="322069"/>
                  </a:lnTo>
                  <a:lnTo>
                    <a:pt x="111048" y="325388"/>
                  </a:lnTo>
                  <a:lnTo>
                    <a:pt x="108992" y="325831"/>
                  </a:lnTo>
                  <a:lnTo>
                    <a:pt x="103965" y="326896"/>
                  </a:lnTo>
                  <a:lnTo>
                    <a:pt x="100288" y="327672"/>
                  </a:lnTo>
                  <a:lnTo>
                    <a:pt x="86293" y="330605"/>
                  </a:lnTo>
                  <a:lnTo>
                    <a:pt x="77473" y="332550"/>
                  </a:lnTo>
                  <a:lnTo>
                    <a:pt x="61460" y="336045"/>
                  </a:lnTo>
                  <a:lnTo>
                    <a:pt x="50263" y="338229"/>
                  </a:lnTo>
                  <a:lnTo>
                    <a:pt x="29035" y="342311"/>
                  </a:lnTo>
                  <a:lnTo>
                    <a:pt x="14795" y="345066"/>
                  </a:lnTo>
                  <a:lnTo>
                    <a:pt x="0" y="34789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04202" y="2555858"/>
              <a:ext cx="111009" cy="215340"/>
            </a:xfrm>
            <a:custGeom>
              <a:avLst/>
              <a:pathLst>
                <a:path w="111009" h="215340">
                  <a:moveTo>
                    <a:pt x="20425" y="110495"/>
                  </a:moveTo>
                  <a:lnTo>
                    <a:pt x="19787" y="104720"/>
                  </a:lnTo>
                  <a:lnTo>
                    <a:pt x="20614" y="98792"/>
                  </a:lnTo>
                  <a:lnTo>
                    <a:pt x="21723" y="95968"/>
                  </a:lnTo>
                  <a:lnTo>
                    <a:pt x="21523" y="95527"/>
                  </a:lnTo>
                  <a:lnTo>
                    <a:pt x="19901" y="91958"/>
                  </a:lnTo>
                  <a:lnTo>
                    <a:pt x="18070" y="88430"/>
                  </a:lnTo>
                  <a:lnTo>
                    <a:pt x="18134" y="86115"/>
                  </a:lnTo>
                  <a:lnTo>
                    <a:pt x="18089" y="80982"/>
                  </a:lnTo>
                  <a:lnTo>
                    <a:pt x="15234" y="76049"/>
                  </a:lnTo>
                  <a:lnTo>
                    <a:pt x="12253" y="73628"/>
                  </a:lnTo>
                  <a:lnTo>
                    <a:pt x="10923" y="72547"/>
                  </a:lnTo>
                  <a:lnTo>
                    <a:pt x="10617" y="72298"/>
                  </a:lnTo>
                  <a:lnTo>
                    <a:pt x="7969" y="68591"/>
                  </a:lnTo>
                  <a:lnTo>
                    <a:pt x="7143" y="61705"/>
                  </a:lnTo>
                  <a:lnTo>
                    <a:pt x="6211" y="57520"/>
                  </a:lnTo>
                  <a:lnTo>
                    <a:pt x="6108" y="53005"/>
                  </a:lnTo>
                  <a:lnTo>
                    <a:pt x="3741" y="51674"/>
                  </a:lnTo>
                  <a:lnTo>
                    <a:pt x="2142" y="49512"/>
                  </a:lnTo>
                  <a:lnTo>
                    <a:pt x="2743" y="43909"/>
                  </a:lnTo>
                  <a:lnTo>
                    <a:pt x="1002" y="39822"/>
                  </a:lnTo>
                  <a:lnTo>
                    <a:pt x="0" y="36581"/>
                  </a:lnTo>
                  <a:lnTo>
                    <a:pt x="8165" y="33537"/>
                  </a:lnTo>
                  <a:lnTo>
                    <a:pt x="15979" y="30606"/>
                  </a:lnTo>
                  <a:lnTo>
                    <a:pt x="22096" y="28481"/>
                  </a:lnTo>
                  <a:lnTo>
                    <a:pt x="41450" y="21789"/>
                  </a:lnTo>
                  <a:lnTo>
                    <a:pt x="43063" y="21394"/>
                  </a:lnTo>
                  <a:lnTo>
                    <a:pt x="44264" y="21100"/>
                  </a:lnTo>
                  <a:lnTo>
                    <a:pt x="54324" y="17647"/>
                  </a:lnTo>
                  <a:lnTo>
                    <a:pt x="71946" y="11076"/>
                  </a:lnTo>
                  <a:lnTo>
                    <a:pt x="77787" y="8824"/>
                  </a:lnTo>
                  <a:lnTo>
                    <a:pt x="78631" y="8488"/>
                  </a:lnTo>
                  <a:lnTo>
                    <a:pt x="89766" y="4033"/>
                  </a:lnTo>
                  <a:lnTo>
                    <a:pt x="94168" y="2266"/>
                  </a:lnTo>
                  <a:lnTo>
                    <a:pt x="100029" y="0"/>
                  </a:lnTo>
                  <a:lnTo>
                    <a:pt x="99456" y="3573"/>
                  </a:lnTo>
                  <a:lnTo>
                    <a:pt x="103319" y="7886"/>
                  </a:lnTo>
                  <a:lnTo>
                    <a:pt x="102696" y="10910"/>
                  </a:lnTo>
                  <a:lnTo>
                    <a:pt x="102264" y="17860"/>
                  </a:lnTo>
                  <a:lnTo>
                    <a:pt x="100859" y="23602"/>
                  </a:lnTo>
                  <a:lnTo>
                    <a:pt x="105507" y="29212"/>
                  </a:lnTo>
                  <a:lnTo>
                    <a:pt x="108377" y="31525"/>
                  </a:lnTo>
                  <a:lnTo>
                    <a:pt x="110132" y="35207"/>
                  </a:lnTo>
                  <a:lnTo>
                    <a:pt x="108679" y="38576"/>
                  </a:lnTo>
                  <a:lnTo>
                    <a:pt x="110439" y="42053"/>
                  </a:lnTo>
                  <a:lnTo>
                    <a:pt x="107743" y="46019"/>
                  </a:lnTo>
                  <a:lnTo>
                    <a:pt x="106674" y="50694"/>
                  </a:lnTo>
                  <a:lnTo>
                    <a:pt x="103222" y="53566"/>
                  </a:lnTo>
                  <a:lnTo>
                    <a:pt x="102484" y="54179"/>
                  </a:lnTo>
                  <a:lnTo>
                    <a:pt x="101609" y="58707"/>
                  </a:lnTo>
                  <a:lnTo>
                    <a:pt x="100714" y="59505"/>
                  </a:lnTo>
                  <a:lnTo>
                    <a:pt x="98923" y="61100"/>
                  </a:lnTo>
                  <a:lnTo>
                    <a:pt x="95111" y="62476"/>
                  </a:lnTo>
                  <a:lnTo>
                    <a:pt x="92337" y="64653"/>
                  </a:lnTo>
                  <a:lnTo>
                    <a:pt x="90845" y="68148"/>
                  </a:lnTo>
                  <a:lnTo>
                    <a:pt x="91687" y="71874"/>
                  </a:lnTo>
                  <a:lnTo>
                    <a:pt x="93019" y="76934"/>
                  </a:lnTo>
                  <a:lnTo>
                    <a:pt x="94131" y="78766"/>
                  </a:lnTo>
                  <a:lnTo>
                    <a:pt x="96657" y="82924"/>
                  </a:lnTo>
                  <a:lnTo>
                    <a:pt x="96444" y="89136"/>
                  </a:lnTo>
                  <a:lnTo>
                    <a:pt x="95358" y="93352"/>
                  </a:lnTo>
                  <a:lnTo>
                    <a:pt x="97144" y="96509"/>
                  </a:lnTo>
                  <a:lnTo>
                    <a:pt x="95722" y="103825"/>
                  </a:lnTo>
                  <a:lnTo>
                    <a:pt x="96782" y="109274"/>
                  </a:lnTo>
                  <a:lnTo>
                    <a:pt x="96195" y="112631"/>
                  </a:lnTo>
                  <a:lnTo>
                    <a:pt x="95974" y="113893"/>
                  </a:lnTo>
                  <a:lnTo>
                    <a:pt x="93581" y="118292"/>
                  </a:lnTo>
                  <a:lnTo>
                    <a:pt x="94181" y="128081"/>
                  </a:lnTo>
                  <a:lnTo>
                    <a:pt x="94031" y="128386"/>
                  </a:lnTo>
                  <a:lnTo>
                    <a:pt x="92344" y="131813"/>
                  </a:lnTo>
                  <a:lnTo>
                    <a:pt x="94478" y="138248"/>
                  </a:lnTo>
                  <a:lnTo>
                    <a:pt x="96231" y="149273"/>
                  </a:lnTo>
                  <a:lnTo>
                    <a:pt x="97998" y="152418"/>
                  </a:lnTo>
                  <a:lnTo>
                    <a:pt x="98487" y="157326"/>
                  </a:lnTo>
                  <a:lnTo>
                    <a:pt x="98647" y="159998"/>
                  </a:lnTo>
                  <a:lnTo>
                    <a:pt x="98739" y="161537"/>
                  </a:lnTo>
                  <a:lnTo>
                    <a:pt x="99661" y="166029"/>
                  </a:lnTo>
                  <a:lnTo>
                    <a:pt x="99792" y="166671"/>
                  </a:lnTo>
                  <a:lnTo>
                    <a:pt x="102548" y="171648"/>
                  </a:lnTo>
                  <a:lnTo>
                    <a:pt x="102181" y="175565"/>
                  </a:lnTo>
                  <a:lnTo>
                    <a:pt x="104236" y="178378"/>
                  </a:lnTo>
                  <a:lnTo>
                    <a:pt x="102552" y="182264"/>
                  </a:lnTo>
                  <a:lnTo>
                    <a:pt x="100665" y="184074"/>
                  </a:lnTo>
                  <a:lnTo>
                    <a:pt x="102250" y="188590"/>
                  </a:lnTo>
                  <a:lnTo>
                    <a:pt x="101716" y="191608"/>
                  </a:lnTo>
                  <a:lnTo>
                    <a:pt x="104311" y="196157"/>
                  </a:lnTo>
                  <a:lnTo>
                    <a:pt x="108997" y="198366"/>
                  </a:lnTo>
                  <a:lnTo>
                    <a:pt x="111009" y="200712"/>
                  </a:lnTo>
                  <a:lnTo>
                    <a:pt x="90888" y="207016"/>
                  </a:lnTo>
                  <a:lnTo>
                    <a:pt x="87729" y="208032"/>
                  </a:lnTo>
                  <a:lnTo>
                    <a:pt x="83960" y="209241"/>
                  </a:lnTo>
                  <a:lnTo>
                    <a:pt x="78637" y="210941"/>
                  </a:lnTo>
                  <a:lnTo>
                    <a:pt x="64766" y="215340"/>
                  </a:lnTo>
                  <a:lnTo>
                    <a:pt x="61816" y="211391"/>
                  </a:lnTo>
                  <a:lnTo>
                    <a:pt x="61684" y="208640"/>
                  </a:lnTo>
                  <a:lnTo>
                    <a:pt x="61585" y="208307"/>
                  </a:lnTo>
                  <a:lnTo>
                    <a:pt x="59052" y="199762"/>
                  </a:lnTo>
                  <a:lnTo>
                    <a:pt x="56845" y="192330"/>
                  </a:lnTo>
                  <a:lnTo>
                    <a:pt x="50281" y="169855"/>
                  </a:lnTo>
                  <a:lnTo>
                    <a:pt x="49124" y="165907"/>
                  </a:lnTo>
                  <a:lnTo>
                    <a:pt x="45184" y="152052"/>
                  </a:lnTo>
                  <a:lnTo>
                    <a:pt x="41059" y="149081"/>
                  </a:lnTo>
                  <a:lnTo>
                    <a:pt x="37965" y="146478"/>
                  </a:lnTo>
                  <a:lnTo>
                    <a:pt x="35686" y="152407"/>
                  </a:lnTo>
                  <a:lnTo>
                    <a:pt x="33236" y="150530"/>
                  </a:lnTo>
                  <a:lnTo>
                    <a:pt x="32247" y="145593"/>
                  </a:lnTo>
                  <a:lnTo>
                    <a:pt x="32325" y="141925"/>
                  </a:lnTo>
                  <a:lnTo>
                    <a:pt x="32714" y="136989"/>
                  </a:lnTo>
                  <a:lnTo>
                    <a:pt x="32837" y="135415"/>
                  </a:lnTo>
                  <a:lnTo>
                    <a:pt x="30058" y="133031"/>
                  </a:lnTo>
                  <a:lnTo>
                    <a:pt x="29379" y="132448"/>
                  </a:lnTo>
                  <a:lnTo>
                    <a:pt x="28738" y="127500"/>
                  </a:lnTo>
                  <a:lnTo>
                    <a:pt x="25415" y="123827"/>
                  </a:lnTo>
                  <a:lnTo>
                    <a:pt x="24004" y="120255"/>
                  </a:lnTo>
                  <a:lnTo>
                    <a:pt x="23342" y="117296"/>
                  </a:lnTo>
                  <a:lnTo>
                    <a:pt x="20796" y="11541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1996725" y="2272067"/>
              <a:ext cx="25766" cy="31223"/>
            </a:xfrm>
            <a:custGeom>
              <a:avLst/>
              <a:pathLst>
                <a:path w="25766" h="31223">
                  <a:moveTo>
                    <a:pt x="514" y="3870"/>
                  </a:moveTo>
                  <a:lnTo>
                    <a:pt x="9611" y="5185"/>
                  </a:lnTo>
                  <a:lnTo>
                    <a:pt x="12781" y="4268"/>
                  </a:lnTo>
                  <a:lnTo>
                    <a:pt x="16359" y="40"/>
                  </a:lnTo>
                  <a:lnTo>
                    <a:pt x="18736" y="0"/>
                  </a:lnTo>
                  <a:lnTo>
                    <a:pt x="23844" y="5547"/>
                  </a:lnTo>
                  <a:lnTo>
                    <a:pt x="25766" y="13379"/>
                  </a:lnTo>
                  <a:lnTo>
                    <a:pt x="21447" y="17122"/>
                  </a:lnTo>
                  <a:lnTo>
                    <a:pt x="21874" y="20960"/>
                  </a:lnTo>
                  <a:lnTo>
                    <a:pt x="20159" y="25147"/>
                  </a:lnTo>
                  <a:lnTo>
                    <a:pt x="17517" y="26556"/>
                  </a:lnTo>
                  <a:lnTo>
                    <a:pt x="16931" y="31223"/>
                  </a:lnTo>
                  <a:lnTo>
                    <a:pt x="12969" y="30964"/>
                  </a:lnTo>
                  <a:lnTo>
                    <a:pt x="10675" y="28363"/>
                  </a:lnTo>
                  <a:lnTo>
                    <a:pt x="5340" y="24994"/>
                  </a:lnTo>
                  <a:lnTo>
                    <a:pt x="1099" y="19726"/>
                  </a:lnTo>
                  <a:lnTo>
                    <a:pt x="0" y="1192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892146" y="2257802"/>
              <a:ext cx="438608" cy="325240"/>
            </a:xfrm>
            <a:custGeom>
              <a:avLst/>
              <a:pathLst>
                <a:path w="438608" h="325240">
                  <a:moveTo>
                    <a:pt x="19984" y="17522"/>
                  </a:moveTo>
                  <a:lnTo>
                    <a:pt x="23884" y="18379"/>
                  </a:lnTo>
                  <a:lnTo>
                    <a:pt x="28484" y="23160"/>
                  </a:lnTo>
                  <a:lnTo>
                    <a:pt x="35320" y="31465"/>
                  </a:lnTo>
                  <a:lnTo>
                    <a:pt x="41597" y="35239"/>
                  </a:lnTo>
                  <a:lnTo>
                    <a:pt x="48168" y="41565"/>
                  </a:lnTo>
                  <a:lnTo>
                    <a:pt x="49842" y="45554"/>
                  </a:lnTo>
                  <a:lnTo>
                    <a:pt x="58358" y="49750"/>
                  </a:lnTo>
                  <a:lnTo>
                    <a:pt x="66358" y="52060"/>
                  </a:lnTo>
                  <a:lnTo>
                    <a:pt x="69312" y="52988"/>
                  </a:lnTo>
                  <a:lnTo>
                    <a:pt x="75404" y="55875"/>
                  </a:lnTo>
                  <a:lnTo>
                    <a:pt x="80470" y="59827"/>
                  </a:lnTo>
                  <a:lnTo>
                    <a:pt x="86916" y="62731"/>
                  </a:lnTo>
                  <a:lnTo>
                    <a:pt x="91002" y="63583"/>
                  </a:lnTo>
                  <a:lnTo>
                    <a:pt x="97393" y="60447"/>
                  </a:lnTo>
                  <a:lnTo>
                    <a:pt x="100173" y="66167"/>
                  </a:lnTo>
                  <a:lnTo>
                    <a:pt x="102716" y="69567"/>
                  </a:lnTo>
                  <a:lnTo>
                    <a:pt x="105974" y="69841"/>
                  </a:lnTo>
                  <a:lnTo>
                    <a:pt x="108118" y="69496"/>
                  </a:lnTo>
                  <a:lnTo>
                    <a:pt x="112806" y="68738"/>
                  </a:lnTo>
                  <a:lnTo>
                    <a:pt x="116859" y="69171"/>
                  </a:lnTo>
                  <a:lnTo>
                    <a:pt x="119164" y="73380"/>
                  </a:lnTo>
                  <a:lnTo>
                    <a:pt x="116890" y="80340"/>
                  </a:lnTo>
                  <a:lnTo>
                    <a:pt x="115881" y="83826"/>
                  </a:lnTo>
                  <a:lnTo>
                    <a:pt x="117295" y="88808"/>
                  </a:lnTo>
                  <a:lnTo>
                    <a:pt x="118244" y="88909"/>
                  </a:lnTo>
                  <a:lnTo>
                    <a:pt x="119217" y="89012"/>
                  </a:lnTo>
                  <a:lnTo>
                    <a:pt x="122115" y="87598"/>
                  </a:lnTo>
                  <a:lnTo>
                    <a:pt x="123930" y="86711"/>
                  </a:lnTo>
                  <a:lnTo>
                    <a:pt x="124834" y="84418"/>
                  </a:lnTo>
                  <a:lnTo>
                    <a:pt x="122250" y="80621"/>
                  </a:lnTo>
                  <a:lnTo>
                    <a:pt x="124638" y="74342"/>
                  </a:lnTo>
                  <a:lnTo>
                    <a:pt x="124061" y="69550"/>
                  </a:lnTo>
                  <a:lnTo>
                    <a:pt x="120657" y="65882"/>
                  </a:lnTo>
                  <a:lnTo>
                    <a:pt x="120100" y="59880"/>
                  </a:lnTo>
                  <a:lnTo>
                    <a:pt x="123830" y="56141"/>
                  </a:lnTo>
                  <a:lnTo>
                    <a:pt x="128285" y="48935"/>
                  </a:lnTo>
                  <a:lnTo>
                    <a:pt x="128468" y="48640"/>
                  </a:lnTo>
                  <a:lnTo>
                    <a:pt x="128680" y="43401"/>
                  </a:lnTo>
                  <a:lnTo>
                    <a:pt x="132004" y="39710"/>
                  </a:lnTo>
                  <a:lnTo>
                    <a:pt x="133814" y="35141"/>
                  </a:lnTo>
                  <a:lnTo>
                    <a:pt x="133688" y="30105"/>
                  </a:lnTo>
                  <a:lnTo>
                    <a:pt x="133526" y="23303"/>
                  </a:lnTo>
                  <a:lnTo>
                    <a:pt x="134638" y="17756"/>
                  </a:lnTo>
                  <a:lnTo>
                    <a:pt x="135179" y="13623"/>
                  </a:lnTo>
                  <a:lnTo>
                    <a:pt x="133076" y="9040"/>
                  </a:lnTo>
                  <a:lnTo>
                    <a:pt x="133065" y="3921"/>
                  </a:lnTo>
                  <a:lnTo>
                    <a:pt x="137857" y="0"/>
                  </a:lnTo>
                  <a:lnTo>
                    <a:pt x="164196" y="7765"/>
                  </a:lnTo>
                  <a:lnTo>
                    <a:pt x="172133" y="10101"/>
                  </a:lnTo>
                  <a:lnTo>
                    <a:pt x="190102" y="15674"/>
                  </a:lnTo>
                  <a:lnTo>
                    <a:pt x="208719" y="20710"/>
                  </a:lnTo>
                  <a:lnTo>
                    <a:pt x="222825" y="24489"/>
                  </a:lnTo>
                  <a:lnTo>
                    <a:pt x="237176" y="28490"/>
                  </a:lnTo>
                  <a:lnTo>
                    <a:pt x="244231" y="30436"/>
                  </a:lnTo>
                  <a:lnTo>
                    <a:pt x="262083" y="35168"/>
                  </a:lnTo>
                  <a:lnTo>
                    <a:pt x="281739" y="40441"/>
                  </a:lnTo>
                  <a:lnTo>
                    <a:pt x="310340" y="47695"/>
                  </a:lnTo>
                  <a:lnTo>
                    <a:pt x="327493" y="51986"/>
                  </a:lnTo>
                  <a:lnTo>
                    <a:pt x="343080" y="55814"/>
                  </a:lnTo>
                  <a:lnTo>
                    <a:pt x="376861" y="63895"/>
                  </a:lnTo>
                  <a:lnTo>
                    <a:pt x="387200" y="66309"/>
                  </a:lnTo>
                  <a:lnTo>
                    <a:pt x="408121" y="71081"/>
                  </a:lnTo>
                  <a:lnTo>
                    <a:pt x="417518" y="73249"/>
                  </a:lnTo>
                  <a:lnTo>
                    <a:pt x="426091" y="75207"/>
                  </a:lnTo>
                  <a:lnTo>
                    <a:pt x="438608" y="78025"/>
                  </a:lnTo>
                  <a:lnTo>
                    <a:pt x="435782" y="90487"/>
                  </a:lnTo>
                  <a:lnTo>
                    <a:pt x="432272" y="105993"/>
                  </a:lnTo>
                  <a:lnTo>
                    <a:pt x="427914" y="125122"/>
                  </a:lnTo>
                  <a:lnTo>
                    <a:pt x="422183" y="149412"/>
                  </a:lnTo>
                  <a:lnTo>
                    <a:pt x="420736" y="155909"/>
                  </a:lnTo>
                  <a:lnTo>
                    <a:pt x="419498" y="161471"/>
                  </a:lnTo>
                  <a:lnTo>
                    <a:pt x="415097" y="181278"/>
                  </a:lnTo>
                  <a:lnTo>
                    <a:pt x="408501" y="211509"/>
                  </a:lnTo>
                  <a:lnTo>
                    <a:pt x="406600" y="220250"/>
                  </a:lnTo>
                  <a:lnTo>
                    <a:pt x="404741" y="228810"/>
                  </a:lnTo>
                  <a:lnTo>
                    <a:pt x="404249" y="231058"/>
                  </a:lnTo>
                  <a:lnTo>
                    <a:pt x="393788" y="278998"/>
                  </a:lnTo>
                  <a:lnTo>
                    <a:pt x="392543" y="284724"/>
                  </a:lnTo>
                  <a:lnTo>
                    <a:pt x="391905" y="288502"/>
                  </a:lnTo>
                  <a:lnTo>
                    <a:pt x="391681" y="289833"/>
                  </a:lnTo>
                  <a:lnTo>
                    <a:pt x="389158" y="294121"/>
                  </a:lnTo>
                  <a:lnTo>
                    <a:pt x="391926" y="299048"/>
                  </a:lnTo>
                  <a:lnTo>
                    <a:pt x="392885" y="303530"/>
                  </a:lnTo>
                  <a:lnTo>
                    <a:pt x="392018" y="307938"/>
                  </a:lnTo>
                  <a:lnTo>
                    <a:pt x="393699" y="310765"/>
                  </a:lnTo>
                  <a:lnTo>
                    <a:pt x="392552" y="312958"/>
                  </a:lnTo>
                  <a:lnTo>
                    <a:pt x="388926" y="317109"/>
                  </a:lnTo>
                  <a:lnTo>
                    <a:pt x="390714" y="319544"/>
                  </a:lnTo>
                  <a:lnTo>
                    <a:pt x="391062" y="325240"/>
                  </a:lnTo>
                  <a:lnTo>
                    <a:pt x="366440" y="319799"/>
                  </a:lnTo>
                  <a:lnTo>
                    <a:pt x="359380" y="318131"/>
                  </a:lnTo>
                  <a:lnTo>
                    <a:pt x="352464" y="316485"/>
                  </a:lnTo>
                  <a:lnTo>
                    <a:pt x="346059" y="314951"/>
                  </a:lnTo>
                  <a:lnTo>
                    <a:pt x="331485" y="311613"/>
                  </a:lnTo>
                  <a:lnTo>
                    <a:pt x="330402" y="311363"/>
                  </a:lnTo>
                  <a:lnTo>
                    <a:pt x="309627" y="306511"/>
                  </a:lnTo>
                  <a:lnTo>
                    <a:pt x="292275" y="302382"/>
                  </a:lnTo>
                  <a:lnTo>
                    <a:pt x="274956" y="298314"/>
                  </a:lnTo>
                  <a:lnTo>
                    <a:pt x="269993" y="300672"/>
                  </a:lnTo>
                  <a:lnTo>
                    <a:pt x="265869" y="301882"/>
                  </a:lnTo>
                  <a:lnTo>
                    <a:pt x="258685" y="299509"/>
                  </a:lnTo>
                  <a:lnTo>
                    <a:pt x="252325" y="299522"/>
                  </a:lnTo>
                  <a:lnTo>
                    <a:pt x="248371" y="299267"/>
                  </a:lnTo>
                  <a:lnTo>
                    <a:pt x="245121" y="299055"/>
                  </a:lnTo>
                  <a:lnTo>
                    <a:pt x="240830" y="296326"/>
                  </a:lnTo>
                  <a:lnTo>
                    <a:pt x="239094" y="296399"/>
                  </a:lnTo>
                  <a:lnTo>
                    <a:pt x="233947" y="300533"/>
                  </a:lnTo>
                  <a:lnTo>
                    <a:pt x="226338" y="299419"/>
                  </a:lnTo>
                  <a:lnTo>
                    <a:pt x="222488" y="299247"/>
                  </a:lnTo>
                  <a:lnTo>
                    <a:pt x="216752" y="298985"/>
                  </a:lnTo>
                  <a:lnTo>
                    <a:pt x="214605" y="299534"/>
                  </a:lnTo>
                  <a:lnTo>
                    <a:pt x="210109" y="300680"/>
                  </a:lnTo>
                  <a:lnTo>
                    <a:pt x="205882" y="300631"/>
                  </a:lnTo>
                  <a:lnTo>
                    <a:pt x="201021" y="303468"/>
                  </a:lnTo>
                  <a:lnTo>
                    <a:pt x="196932" y="302815"/>
                  </a:lnTo>
                  <a:lnTo>
                    <a:pt x="189664" y="302829"/>
                  </a:lnTo>
                  <a:lnTo>
                    <a:pt x="184952" y="301536"/>
                  </a:lnTo>
                  <a:lnTo>
                    <a:pt x="183988" y="301270"/>
                  </a:lnTo>
                  <a:lnTo>
                    <a:pt x="180213" y="296236"/>
                  </a:lnTo>
                  <a:lnTo>
                    <a:pt x="177754" y="295646"/>
                  </a:lnTo>
                  <a:lnTo>
                    <a:pt x="176569" y="296173"/>
                  </a:lnTo>
                  <a:lnTo>
                    <a:pt x="174080" y="297279"/>
                  </a:lnTo>
                  <a:lnTo>
                    <a:pt x="163851" y="298402"/>
                  </a:lnTo>
                  <a:lnTo>
                    <a:pt x="161008" y="300128"/>
                  </a:lnTo>
                  <a:lnTo>
                    <a:pt x="160094" y="299437"/>
                  </a:lnTo>
                  <a:lnTo>
                    <a:pt x="158598" y="298306"/>
                  </a:lnTo>
                  <a:lnTo>
                    <a:pt x="150550" y="296877"/>
                  </a:lnTo>
                  <a:lnTo>
                    <a:pt x="147779" y="298896"/>
                  </a:lnTo>
                  <a:lnTo>
                    <a:pt x="144130" y="298743"/>
                  </a:lnTo>
                  <a:lnTo>
                    <a:pt x="143766" y="292999"/>
                  </a:lnTo>
                  <a:lnTo>
                    <a:pt x="137713" y="288405"/>
                  </a:lnTo>
                  <a:lnTo>
                    <a:pt x="132695" y="287980"/>
                  </a:lnTo>
                  <a:lnTo>
                    <a:pt x="131856" y="287305"/>
                  </a:lnTo>
                  <a:lnTo>
                    <a:pt x="127772" y="284016"/>
                  </a:lnTo>
                  <a:lnTo>
                    <a:pt x="127326" y="283656"/>
                  </a:lnTo>
                  <a:lnTo>
                    <a:pt x="119331" y="283304"/>
                  </a:lnTo>
                  <a:lnTo>
                    <a:pt x="115375" y="283162"/>
                  </a:lnTo>
                  <a:lnTo>
                    <a:pt x="111427" y="280943"/>
                  </a:lnTo>
                  <a:lnTo>
                    <a:pt x="108021" y="281162"/>
                  </a:lnTo>
                  <a:lnTo>
                    <a:pt x="105444" y="283167"/>
                  </a:lnTo>
                  <a:lnTo>
                    <a:pt x="104000" y="283428"/>
                  </a:lnTo>
                  <a:lnTo>
                    <a:pt x="102226" y="283748"/>
                  </a:lnTo>
                  <a:lnTo>
                    <a:pt x="98688" y="285281"/>
                  </a:lnTo>
                  <a:lnTo>
                    <a:pt x="92505" y="286357"/>
                  </a:lnTo>
                  <a:lnTo>
                    <a:pt x="87814" y="285526"/>
                  </a:lnTo>
                  <a:lnTo>
                    <a:pt x="83540" y="286724"/>
                  </a:lnTo>
                  <a:lnTo>
                    <a:pt x="82663" y="286969"/>
                  </a:lnTo>
                  <a:lnTo>
                    <a:pt x="78925" y="285550"/>
                  </a:lnTo>
                  <a:lnTo>
                    <a:pt x="76852" y="282527"/>
                  </a:lnTo>
                  <a:lnTo>
                    <a:pt x="73326" y="282588"/>
                  </a:lnTo>
                  <a:lnTo>
                    <a:pt x="70807" y="280132"/>
                  </a:lnTo>
                  <a:lnTo>
                    <a:pt x="63011" y="275540"/>
                  </a:lnTo>
                  <a:lnTo>
                    <a:pt x="58597" y="271229"/>
                  </a:lnTo>
                  <a:lnTo>
                    <a:pt x="58010" y="269453"/>
                  </a:lnTo>
                  <a:lnTo>
                    <a:pt x="57433" y="267703"/>
                  </a:lnTo>
                  <a:lnTo>
                    <a:pt x="59007" y="263936"/>
                  </a:lnTo>
                  <a:lnTo>
                    <a:pt x="60003" y="261554"/>
                  </a:lnTo>
                  <a:lnTo>
                    <a:pt x="59312" y="256891"/>
                  </a:lnTo>
                  <a:lnTo>
                    <a:pt x="60692" y="253701"/>
                  </a:lnTo>
                  <a:lnTo>
                    <a:pt x="61253" y="252402"/>
                  </a:lnTo>
                  <a:lnTo>
                    <a:pt x="60854" y="248334"/>
                  </a:lnTo>
                  <a:lnTo>
                    <a:pt x="61855" y="244395"/>
                  </a:lnTo>
                  <a:lnTo>
                    <a:pt x="60800" y="239390"/>
                  </a:lnTo>
                  <a:lnTo>
                    <a:pt x="59807" y="233015"/>
                  </a:lnTo>
                  <a:lnTo>
                    <a:pt x="57095" y="230357"/>
                  </a:lnTo>
                  <a:lnTo>
                    <a:pt x="55508" y="227337"/>
                  </a:lnTo>
                  <a:lnTo>
                    <a:pt x="50622" y="221355"/>
                  </a:lnTo>
                  <a:lnTo>
                    <a:pt x="47948" y="220225"/>
                  </a:lnTo>
                  <a:lnTo>
                    <a:pt x="44997" y="220908"/>
                  </a:lnTo>
                  <a:lnTo>
                    <a:pt x="40662" y="221907"/>
                  </a:lnTo>
                  <a:lnTo>
                    <a:pt x="36124" y="220409"/>
                  </a:lnTo>
                  <a:lnTo>
                    <a:pt x="35706" y="220271"/>
                  </a:lnTo>
                  <a:lnTo>
                    <a:pt x="33318" y="216424"/>
                  </a:lnTo>
                  <a:lnTo>
                    <a:pt x="34648" y="212647"/>
                  </a:lnTo>
                  <a:lnTo>
                    <a:pt x="32778" y="208575"/>
                  </a:lnTo>
                  <a:lnTo>
                    <a:pt x="28824" y="208248"/>
                  </a:lnTo>
                  <a:lnTo>
                    <a:pt x="22372" y="205584"/>
                  </a:lnTo>
                  <a:lnTo>
                    <a:pt x="21614" y="201963"/>
                  </a:lnTo>
                  <a:lnTo>
                    <a:pt x="19793" y="202629"/>
                  </a:lnTo>
                  <a:lnTo>
                    <a:pt x="17668" y="203406"/>
                  </a:lnTo>
                  <a:lnTo>
                    <a:pt x="15342" y="201934"/>
                  </a:lnTo>
                  <a:lnTo>
                    <a:pt x="10481" y="204287"/>
                  </a:lnTo>
                  <a:lnTo>
                    <a:pt x="8783" y="203255"/>
                  </a:lnTo>
                  <a:lnTo>
                    <a:pt x="7113" y="199954"/>
                  </a:lnTo>
                  <a:lnTo>
                    <a:pt x="6651" y="198539"/>
                  </a:lnTo>
                  <a:lnTo>
                    <a:pt x="0" y="198588"/>
                  </a:lnTo>
                  <a:lnTo>
                    <a:pt x="2362" y="194062"/>
                  </a:lnTo>
                  <a:lnTo>
                    <a:pt x="6935" y="180803"/>
                  </a:lnTo>
                  <a:lnTo>
                    <a:pt x="9695" y="169546"/>
                  </a:lnTo>
                  <a:lnTo>
                    <a:pt x="15723" y="170932"/>
                  </a:lnTo>
                  <a:lnTo>
                    <a:pt x="18649" y="168640"/>
                  </a:lnTo>
                  <a:lnTo>
                    <a:pt x="16878" y="164444"/>
                  </a:lnTo>
                  <a:lnTo>
                    <a:pt x="11698" y="160961"/>
                  </a:lnTo>
                  <a:lnTo>
                    <a:pt x="12331" y="155942"/>
                  </a:lnTo>
                  <a:lnTo>
                    <a:pt x="12510" y="154535"/>
                  </a:lnTo>
                  <a:lnTo>
                    <a:pt x="12911" y="146280"/>
                  </a:lnTo>
                  <a:lnTo>
                    <a:pt x="11188" y="143896"/>
                  </a:lnTo>
                  <a:lnTo>
                    <a:pt x="13501" y="138606"/>
                  </a:lnTo>
                  <a:lnTo>
                    <a:pt x="16598" y="125151"/>
                  </a:lnTo>
                  <a:lnTo>
                    <a:pt x="16614" y="123730"/>
                  </a:lnTo>
                  <a:lnTo>
                    <a:pt x="17334" y="113944"/>
                  </a:lnTo>
                  <a:lnTo>
                    <a:pt x="14655" y="107054"/>
                  </a:lnTo>
                  <a:lnTo>
                    <a:pt x="17393" y="92185"/>
                  </a:lnTo>
                  <a:lnTo>
                    <a:pt x="17581" y="91170"/>
                  </a:lnTo>
                  <a:lnTo>
                    <a:pt x="18349" y="78542"/>
                  </a:lnTo>
                  <a:lnTo>
                    <a:pt x="17158" y="71457"/>
                  </a:lnTo>
                  <a:lnTo>
                    <a:pt x="15376" y="64679"/>
                  </a:lnTo>
                  <a:lnTo>
                    <a:pt x="12659" y="59937"/>
                  </a:lnTo>
                  <a:lnTo>
                    <a:pt x="12199" y="59133"/>
                  </a:lnTo>
                  <a:lnTo>
                    <a:pt x="11728" y="52206"/>
                  </a:lnTo>
                  <a:lnTo>
                    <a:pt x="13265" y="45187"/>
                  </a:lnTo>
                  <a:lnTo>
                    <a:pt x="14468" y="41199"/>
                  </a:lnTo>
                  <a:lnTo>
                    <a:pt x="14086" y="36240"/>
                  </a:lnTo>
                  <a:lnTo>
                    <a:pt x="17467" y="31442"/>
                  </a:lnTo>
                  <a:lnTo>
                    <a:pt x="20577" y="2566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03138" y="4020166"/>
              <a:ext cx="14887" cy="13924"/>
            </a:xfrm>
            <a:custGeom>
              <a:avLst/>
              <a:pathLst>
                <a:path w="14887" h="13924">
                  <a:moveTo>
                    <a:pt x="0" y="4"/>
                  </a:moveTo>
                  <a:lnTo>
                    <a:pt x="6042" y="0"/>
                  </a:lnTo>
                  <a:lnTo>
                    <a:pt x="11139" y="6347"/>
                  </a:lnTo>
                  <a:lnTo>
                    <a:pt x="14887" y="11029"/>
                  </a:lnTo>
                  <a:lnTo>
                    <a:pt x="12167" y="13924"/>
                  </a:lnTo>
                  <a:lnTo>
                    <a:pt x="9795" y="12001"/>
                  </a:lnTo>
                  <a:lnTo>
                    <a:pt x="5055" y="10551"/>
                  </a:lnTo>
                  <a:lnTo>
                    <a:pt x="4687" y="7543"/>
                  </a:lnTo>
                  <a:lnTo>
                    <a:pt x="1205" y="24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894953" y="4047739"/>
              <a:ext cx="12958" cy="17044"/>
            </a:xfrm>
            <a:custGeom>
              <a:avLst/>
              <a:pathLst>
                <a:path w="12958" h="17044">
                  <a:moveTo>
                    <a:pt x="2769" y="0"/>
                  </a:moveTo>
                  <a:lnTo>
                    <a:pt x="4960" y="4159"/>
                  </a:lnTo>
                  <a:lnTo>
                    <a:pt x="8879" y="10731"/>
                  </a:lnTo>
                  <a:lnTo>
                    <a:pt x="12958" y="16529"/>
                  </a:lnTo>
                  <a:lnTo>
                    <a:pt x="8837" y="17044"/>
                  </a:lnTo>
                  <a:lnTo>
                    <a:pt x="6051" y="13494"/>
                  </a:lnTo>
                  <a:lnTo>
                    <a:pt x="2135" y="6815"/>
                  </a:lnTo>
                  <a:lnTo>
                    <a:pt x="0" y="6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848513" y="4019235"/>
              <a:ext cx="7875" cy="6433"/>
            </a:xfrm>
            <a:custGeom>
              <a:avLst/>
              <a:pathLst>
                <a:path w="7875" h="6433">
                  <a:moveTo>
                    <a:pt x="0" y="973"/>
                  </a:moveTo>
                  <a:lnTo>
                    <a:pt x="4003" y="0"/>
                  </a:lnTo>
                  <a:lnTo>
                    <a:pt x="7875" y="3670"/>
                  </a:lnTo>
                  <a:lnTo>
                    <a:pt x="7252" y="6057"/>
                  </a:lnTo>
                  <a:lnTo>
                    <a:pt x="5220" y="6433"/>
                  </a:lnTo>
                  <a:lnTo>
                    <a:pt x="1155" y="427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841210" y="3966117"/>
              <a:ext cx="28837" cy="10700"/>
            </a:xfrm>
            <a:custGeom>
              <a:avLst/>
              <a:pathLst>
                <a:path w="28837" h="10700">
                  <a:moveTo>
                    <a:pt x="0" y="82"/>
                  </a:moveTo>
                  <a:lnTo>
                    <a:pt x="3261" y="0"/>
                  </a:lnTo>
                  <a:lnTo>
                    <a:pt x="9137" y="2885"/>
                  </a:lnTo>
                  <a:lnTo>
                    <a:pt x="18250" y="4777"/>
                  </a:lnTo>
                  <a:lnTo>
                    <a:pt x="23291" y="5932"/>
                  </a:lnTo>
                  <a:lnTo>
                    <a:pt x="24766" y="6269"/>
                  </a:lnTo>
                  <a:lnTo>
                    <a:pt x="28837" y="7451"/>
                  </a:lnTo>
                  <a:lnTo>
                    <a:pt x="28233" y="10674"/>
                  </a:lnTo>
                  <a:lnTo>
                    <a:pt x="26657" y="10700"/>
                  </a:lnTo>
                  <a:lnTo>
                    <a:pt x="21635" y="9392"/>
                  </a:lnTo>
                  <a:lnTo>
                    <a:pt x="18148" y="8481"/>
                  </a:lnTo>
                  <a:lnTo>
                    <a:pt x="12303" y="7892"/>
                  </a:lnTo>
                  <a:lnTo>
                    <a:pt x="8886" y="8841"/>
                  </a:lnTo>
                  <a:lnTo>
                    <a:pt x="5010" y="7689"/>
                  </a:lnTo>
                  <a:lnTo>
                    <a:pt x="1186" y="5599"/>
                  </a:lnTo>
                  <a:lnTo>
                    <a:pt x="1585" y="280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12642" y="3959261"/>
              <a:ext cx="23986" cy="14698"/>
            </a:xfrm>
            <a:custGeom>
              <a:avLst/>
              <a:pathLst>
                <a:path w="23986" h="14698">
                  <a:moveTo>
                    <a:pt x="5163" y="0"/>
                  </a:moveTo>
                  <a:lnTo>
                    <a:pt x="11474" y="2852"/>
                  </a:lnTo>
                  <a:lnTo>
                    <a:pt x="16626" y="6202"/>
                  </a:lnTo>
                  <a:lnTo>
                    <a:pt x="21013" y="6490"/>
                  </a:lnTo>
                  <a:lnTo>
                    <a:pt x="23986" y="10822"/>
                  </a:lnTo>
                  <a:lnTo>
                    <a:pt x="23978" y="13602"/>
                  </a:lnTo>
                  <a:lnTo>
                    <a:pt x="19611" y="14417"/>
                  </a:lnTo>
                  <a:lnTo>
                    <a:pt x="15570" y="14698"/>
                  </a:lnTo>
                  <a:lnTo>
                    <a:pt x="13013" y="11906"/>
                  </a:lnTo>
                  <a:lnTo>
                    <a:pt x="12309" y="9792"/>
                  </a:lnTo>
                  <a:lnTo>
                    <a:pt x="4165" y="5444"/>
                  </a:lnTo>
                  <a:lnTo>
                    <a:pt x="0" y="19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18500" y="3403977"/>
              <a:ext cx="430356" cy="705494"/>
            </a:xfrm>
            <a:custGeom>
              <a:avLst/>
              <a:pathLst>
                <a:path w="430356" h="705494">
                  <a:moveTo>
                    <a:pt x="3353" y="91743"/>
                  </a:moveTo>
                  <a:lnTo>
                    <a:pt x="10197" y="83219"/>
                  </a:lnTo>
                  <a:lnTo>
                    <a:pt x="19383" y="73397"/>
                  </a:lnTo>
                  <a:lnTo>
                    <a:pt x="24772" y="65037"/>
                  </a:lnTo>
                  <a:lnTo>
                    <a:pt x="25514" y="61192"/>
                  </a:lnTo>
                  <a:lnTo>
                    <a:pt x="24869" y="58335"/>
                  </a:lnTo>
                  <a:lnTo>
                    <a:pt x="25372" y="54947"/>
                  </a:lnTo>
                  <a:lnTo>
                    <a:pt x="28225" y="52313"/>
                  </a:lnTo>
                  <a:lnTo>
                    <a:pt x="31428" y="46560"/>
                  </a:lnTo>
                  <a:lnTo>
                    <a:pt x="35562" y="37384"/>
                  </a:lnTo>
                  <a:lnTo>
                    <a:pt x="35820" y="35733"/>
                  </a:lnTo>
                  <a:lnTo>
                    <a:pt x="36672" y="30285"/>
                  </a:lnTo>
                  <a:lnTo>
                    <a:pt x="36593" y="24682"/>
                  </a:lnTo>
                  <a:lnTo>
                    <a:pt x="36811" y="19215"/>
                  </a:lnTo>
                  <a:lnTo>
                    <a:pt x="36676" y="17831"/>
                  </a:lnTo>
                  <a:lnTo>
                    <a:pt x="35118" y="16849"/>
                  </a:lnTo>
                  <a:lnTo>
                    <a:pt x="33678" y="12533"/>
                  </a:lnTo>
                  <a:lnTo>
                    <a:pt x="35850" y="9479"/>
                  </a:lnTo>
                  <a:lnTo>
                    <a:pt x="38345" y="3744"/>
                  </a:lnTo>
                  <a:lnTo>
                    <a:pt x="39037" y="0"/>
                  </a:lnTo>
                  <a:lnTo>
                    <a:pt x="48633" y="3117"/>
                  </a:lnTo>
                  <a:lnTo>
                    <a:pt x="56838" y="5660"/>
                  </a:lnTo>
                  <a:lnTo>
                    <a:pt x="64404" y="7987"/>
                  </a:lnTo>
                  <a:lnTo>
                    <a:pt x="70809" y="9638"/>
                  </a:lnTo>
                  <a:lnTo>
                    <a:pt x="74728" y="10642"/>
                  </a:lnTo>
                  <a:lnTo>
                    <a:pt x="78691" y="11998"/>
                  </a:lnTo>
                  <a:lnTo>
                    <a:pt x="84155" y="13218"/>
                  </a:lnTo>
                  <a:lnTo>
                    <a:pt x="88143" y="14103"/>
                  </a:lnTo>
                  <a:lnTo>
                    <a:pt x="92668" y="15859"/>
                  </a:lnTo>
                  <a:lnTo>
                    <a:pt x="103978" y="19088"/>
                  </a:lnTo>
                  <a:lnTo>
                    <a:pt x="117838" y="22780"/>
                  </a:lnTo>
                  <a:lnTo>
                    <a:pt x="127594" y="25603"/>
                  </a:lnTo>
                  <a:lnTo>
                    <a:pt x="136228" y="28171"/>
                  </a:lnTo>
                  <a:lnTo>
                    <a:pt x="147985" y="31631"/>
                  </a:lnTo>
                  <a:lnTo>
                    <a:pt x="155873" y="33991"/>
                  </a:lnTo>
                  <a:lnTo>
                    <a:pt x="166375" y="37073"/>
                  </a:lnTo>
                  <a:lnTo>
                    <a:pt x="166741" y="37180"/>
                  </a:lnTo>
                  <a:lnTo>
                    <a:pt x="175492" y="39510"/>
                  </a:lnTo>
                  <a:lnTo>
                    <a:pt x="185444" y="42458"/>
                  </a:lnTo>
                  <a:lnTo>
                    <a:pt x="192659" y="44358"/>
                  </a:lnTo>
                  <a:lnTo>
                    <a:pt x="201388" y="46635"/>
                  </a:lnTo>
                  <a:lnTo>
                    <a:pt x="210282" y="48939"/>
                  </a:lnTo>
                  <a:lnTo>
                    <a:pt x="225173" y="52703"/>
                  </a:lnTo>
                  <a:lnTo>
                    <a:pt x="233674" y="54857"/>
                  </a:lnTo>
                  <a:lnTo>
                    <a:pt x="231831" y="62483"/>
                  </a:lnTo>
                  <a:lnTo>
                    <a:pt x="227954" y="78821"/>
                  </a:lnTo>
                  <a:lnTo>
                    <a:pt x="221249" y="106523"/>
                  </a:lnTo>
                  <a:lnTo>
                    <a:pt x="216455" y="126812"/>
                  </a:lnTo>
                  <a:lnTo>
                    <a:pt x="214344" y="136073"/>
                  </a:lnTo>
                  <a:lnTo>
                    <a:pt x="208390" y="161584"/>
                  </a:lnTo>
                  <a:lnTo>
                    <a:pt x="205420" y="174002"/>
                  </a:lnTo>
                  <a:lnTo>
                    <a:pt x="202854" y="184831"/>
                  </a:lnTo>
                  <a:lnTo>
                    <a:pt x="199251" y="199736"/>
                  </a:lnTo>
                  <a:lnTo>
                    <a:pt x="196433" y="211423"/>
                  </a:lnTo>
                  <a:lnTo>
                    <a:pt x="194978" y="217392"/>
                  </a:lnTo>
                  <a:lnTo>
                    <a:pt x="192986" y="225573"/>
                  </a:lnTo>
                  <a:lnTo>
                    <a:pt x="192596" y="227177"/>
                  </a:lnTo>
                  <a:lnTo>
                    <a:pt x="190824" y="235214"/>
                  </a:lnTo>
                  <a:lnTo>
                    <a:pt x="190078" y="238600"/>
                  </a:lnTo>
                  <a:lnTo>
                    <a:pt x="189442" y="241491"/>
                  </a:lnTo>
                  <a:lnTo>
                    <a:pt x="188487" y="245836"/>
                  </a:lnTo>
                  <a:lnTo>
                    <a:pt x="192242" y="251235"/>
                  </a:lnTo>
                  <a:lnTo>
                    <a:pt x="204596" y="268989"/>
                  </a:lnTo>
                  <a:lnTo>
                    <a:pt x="204685" y="269117"/>
                  </a:lnTo>
                  <a:lnTo>
                    <a:pt x="214708" y="283487"/>
                  </a:lnTo>
                  <a:lnTo>
                    <a:pt x="216726" y="286363"/>
                  </a:lnTo>
                  <a:lnTo>
                    <a:pt x="221609" y="293339"/>
                  </a:lnTo>
                  <a:lnTo>
                    <a:pt x="229806" y="304973"/>
                  </a:lnTo>
                  <a:lnTo>
                    <a:pt x="247764" y="330582"/>
                  </a:lnTo>
                  <a:lnTo>
                    <a:pt x="250699" y="334787"/>
                  </a:lnTo>
                  <a:lnTo>
                    <a:pt x="267148" y="358132"/>
                  </a:lnTo>
                  <a:lnTo>
                    <a:pt x="274855" y="369032"/>
                  </a:lnTo>
                  <a:lnTo>
                    <a:pt x="281135" y="377853"/>
                  </a:lnTo>
                  <a:lnTo>
                    <a:pt x="299132" y="403269"/>
                  </a:lnTo>
                  <a:lnTo>
                    <a:pt x="302412" y="407896"/>
                  </a:lnTo>
                  <a:lnTo>
                    <a:pt x="309302" y="417566"/>
                  </a:lnTo>
                  <a:lnTo>
                    <a:pt x="330865" y="447833"/>
                  </a:lnTo>
                  <a:lnTo>
                    <a:pt x="335622" y="454538"/>
                  </a:lnTo>
                  <a:lnTo>
                    <a:pt x="347654" y="471313"/>
                  </a:lnTo>
                  <a:lnTo>
                    <a:pt x="356251" y="483326"/>
                  </a:lnTo>
                  <a:lnTo>
                    <a:pt x="358267" y="486131"/>
                  </a:lnTo>
                  <a:lnTo>
                    <a:pt x="366835" y="497992"/>
                  </a:lnTo>
                  <a:lnTo>
                    <a:pt x="377375" y="512680"/>
                  </a:lnTo>
                  <a:lnTo>
                    <a:pt x="381768" y="518755"/>
                  </a:lnTo>
                  <a:lnTo>
                    <a:pt x="388045" y="527462"/>
                  </a:lnTo>
                  <a:lnTo>
                    <a:pt x="393146" y="534488"/>
                  </a:lnTo>
                  <a:lnTo>
                    <a:pt x="397347" y="540328"/>
                  </a:lnTo>
                  <a:lnTo>
                    <a:pt x="403690" y="549105"/>
                  </a:lnTo>
                  <a:lnTo>
                    <a:pt x="411246" y="559554"/>
                  </a:lnTo>
                  <a:lnTo>
                    <a:pt x="410844" y="563371"/>
                  </a:lnTo>
                  <a:lnTo>
                    <a:pt x="409889" y="567839"/>
                  </a:lnTo>
                  <a:lnTo>
                    <a:pt x="412358" y="572078"/>
                  </a:lnTo>
                  <a:lnTo>
                    <a:pt x="415957" y="578681"/>
                  </a:lnTo>
                  <a:lnTo>
                    <a:pt x="416978" y="581080"/>
                  </a:lnTo>
                  <a:lnTo>
                    <a:pt x="418141" y="588579"/>
                  </a:lnTo>
                  <a:lnTo>
                    <a:pt x="419840" y="593110"/>
                  </a:lnTo>
                  <a:lnTo>
                    <a:pt x="419152" y="597358"/>
                  </a:lnTo>
                  <a:lnTo>
                    <a:pt x="421452" y="597776"/>
                  </a:lnTo>
                  <a:lnTo>
                    <a:pt x="424739" y="601553"/>
                  </a:lnTo>
                  <a:lnTo>
                    <a:pt x="429041" y="606003"/>
                  </a:lnTo>
                  <a:lnTo>
                    <a:pt x="430356" y="608803"/>
                  </a:lnTo>
                  <a:lnTo>
                    <a:pt x="430335" y="608983"/>
                  </a:lnTo>
                  <a:lnTo>
                    <a:pt x="430005" y="611803"/>
                  </a:lnTo>
                  <a:lnTo>
                    <a:pt x="427743" y="612711"/>
                  </a:lnTo>
                  <a:lnTo>
                    <a:pt x="424479" y="615657"/>
                  </a:lnTo>
                  <a:lnTo>
                    <a:pt x="420926" y="616385"/>
                  </a:lnTo>
                  <a:lnTo>
                    <a:pt x="417670" y="617957"/>
                  </a:lnTo>
                  <a:lnTo>
                    <a:pt x="414364" y="618902"/>
                  </a:lnTo>
                  <a:lnTo>
                    <a:pt x="413004" y="619905"/>
                  </a:lnTo>
                  <a:lnTo>
                    <a:pt x="412757" y="620777"/>
                  </a:lnTo>
                  <a:lnTo>
                    <a:pt x="412110" y="623063"/>
                  </a:lnTo>
                  <a:lnTo>
                    <a:pt x="410770" y="624920"/>
                  </a:lnTo>
                  <a:lnTo>
                    <a:pt x="407320" y="627868"/>
                  </a:lnTo>
                  <a:lnTo>
                    <a:pt x="405680" y="629483"/>
                  </a:lnTo>
                  <a:lnTo>
                    <a:pt x="406805" y="631517"/>
                  </a:lnTo>
                  <a:lnTo>
                    <a:pt x="406609" y="633883"/>
                  </a:lnTo>
                  <a:lnTo>
                    <a:pt x="405456" y="636092"/>
                  </a:lnTo>
                  <a:lnTo>
                    <a:pt x="405624" y="640564"/>
                  </a:lnTo>
                  <a:lnTo>
                    <a:pt x="405660" y="643296"/>
                  </a:lnTo>
                  <a:lnTo>
                    <a:pt x="404951" y="644898"/>
                  </a:lnTo>
                  <a:lnTo>
                    <a:pt x="403560" y="646732"/>
                  </a:lnTo>
                  <a:lnTo>
                    <a:pt x="402805" y="650226"/>
                  </a:lnTo>
                  <a:lnTo>
                    <a:pt x="402514" y="653766"/>
                  </a:lnTo>
                  <a:lnTo>
                    <a:pt x="398010" y="657048"/>
                  </a:lnTo>
                  <a:lnTo>
                    <a:pt x="395736" y="660421"/>
                  </a:lnTo>
                  <a:lnTo>
                    <a:pt x="395305" y="661060"/>
                  </a:lnTo>
                  <a:lnTo>
                    <a:pt x="393184" y="660982"/>
                  </a:lnTo>
                  <a:lnTo>
                    <a:pt x="390296" y="661350"/>
                  </a:lnTo>
                  <a:lnTo>
                    <a:pt x="390975" y="663345"/>
                  </a:lnTo>
                  <a:lnTo>
                    <a:pt x="390413" y="666758"/>
                  </a:lnTo>
                  <a:lnTo>
                    <a:pt x="389239" y="668885"/>
                  </a:lnTo>
                  <a:lnTo>
                    <a:pt x="391538" y="671431"/>
                  </a:lnTo>
                  <a:lnTo>
                    <a:pt x="391093" y="673023"/>
                  </a:lnTo>
                  <a:lnTo>
                    <a:pt x="390325" y="677559"/>
                  </a:lnTo>
                  <a:lnTo>
                    <a:pt x="388344" y="680788"/>
                  </a:lnTo>
                  <a:lnTo>
                    <a:pt x="389584" y="685448"/>
                  </a:lnTo>
                  <a:lnTo>
                    <a:pt x="391807" y="686292"/>
                  </a:lnTo>
                  <a:lnTo>
                    <a:pt x="394726" y="686437"/>
                  </a:lnTo>
                  <a:lnTo>
                    <a:pt x="397720" y="687735"/>
                  </a:lnTo>
                  <a:lnTo>
                    <a:pt x="398039" y="687873"/>
                  </a:lnTo>
                  <a:lnTo>
                    <a:pt x="399159" y="691454"/>
                  </a:lnTo>
                  <a:lnTo>
                    <a:pt x="398940" y="694610"/>
                  </a:lnTo>
                  <a:lnTo>
                    <a:pt x="399459" y="696133"/>
                  </a:lnTo>
                  <a:lnTo>
                    <a:pt x="398592" y="699724"/>
                  </a:lnTo>
                  <a:lnTo>
                    <a:pt x="394588" y="703165"/>
                  </a:lnTo>
                  <a:lnTo>
                    <a:pt x="394053" y="703578"/>
                  </a:lnTo>
                  <a:lnTo>
                    <a:pt x="392140" y="705055"/>
                  </a:lnTo>
                  <a:lnTo>
                    <a:pt x="389643" y="705027"/>
                  </a:lnTo>
                  <a:lnTo>
                    <a:pt x="386772" y="704993"/>
                  </a:lnTo>
                  <a:lnTo>
                    <a:pt x="384777" y="704160"/>
                  </a:lnTo>
                  <a:lnTo>
                    <a:pt x="383799" y="705494"/>
                  </a:lnTo>
                  <a:lnTo>
                    <a:pt x="368399" y="704034"/>
                  </a:lnTo>
                  <a:lnTo>
                    <a:pt x="342962" y="701579"/>
                  </a:lnTo>
                  <a:lnTo>
                    <a:pt x="311095" y="698496"/>
                  </a:lnTo>
                  <a:lnTo>
                    <a:pt x="307829" y="698186"/>
                  </a:lnTo>
                  <a:lnTo>
                    <a:pt x="284006" y="695859"/>
                  </a:lnTo>
                  <a:lnTo>
                    <a:pt x="279263" y="695417"/>
                  </a:lnTo>
                  <a:lnTo>
                    <a:pt x="266865" y="694166"/>
                  </a:lnTo>
                  <a:lnTo>
                    <a:pt x="266646" y="694144"/>
                  </a:lnTo>
                  <a:lnTo>
                    <a:pt x="251954" y="692711"/>
                  </a:lnTo>
                  <a:lnTo>
                    <a:pt x="252156" y="689337"/>
                  </a:lnTo>
                  <a:lnTo>
                    <a:pt x="252286" y="687163"/>
                  </a:lnTo>
                  <a:lnTo>
                    <a:pt x="251164" y="683401"/>
                  </a:lnTo>
                  <a:lnTo>
                    <a:pt x="249857" y="682011"/>
                  </a:lnTo>
                  <a:lnTo>
                    <a:pt x="246982" y="682714"/>
                  </a:lnTo>
                  <a:lnTo>
                    <a:pt x="246847" y="680647"/>
                  </a:lnTo>
                  <a:lnTo>
                    <a:pt x="247861" y="675085"/>
                  </a:lnTo>
                  <a:lnTo>
                    <a:pt x="246874" y="672537"/>
                  </a:lnTo>
                  <a:lnTo>
                    <a:pt x="247010" y="671415"/>
                  </a:lnTo>
                  <a:lnTo>
                    <a:pt x="247593" y="670745"/>
                  </a:lnTo>
                  <a:lnTo>
                    <a:pt x="248157" y="671001"/>
                  </a:lnTo>
                  <a:lnTo>
                    <a:pt x="248635" y="670429"/>
                  </a:lnTo>
                  <a:lnTo>
                    <a:pt x="249198" y="667842"/>
                  </a:lnTo>
                  <a:lnTo>
                    <a:pt x="249159" y="665217"/>
                  </a:lnTo>
                  <a:lnTo>
                    <a:pt x="249090" y="660365"/>
                  </a:lnTo>
                  <a:lnTo>
                    <a:pt x="248188" y="654785"/>
                  </a:lnTo>
                  <a:lnTo>
                    <a:pt x="246536" y="649462"/>
                  </a:lnTo>
                  <a:lnTo>
                    <a:pt x="243280" y="642129"/>
                  </a:lnTo>
                  <a:lnTo>
                    <a:pt x="238985" y="634777"/>
                  </a:lnTo>
                  <a:lnTo>
                    <a:pt x="236658" y="632858"/>
                  </a:lnTo>
                  <a:lnTo>
                    <a:pt x="234671" y="628860"/>
                  </a:lnTo>
                  <a:lnTo>
                    <a:pt x="231198" y="626803"/>
                  </a:lnTo>
                  <a:lnTo>
                    <a:pt x="230881" y="625213"/>
                  </a:lnTo>
                  <a:lnTo>
                    <a:pt x="230330" y="624438"/>
                  </a:lnTo>
                  <a:lnTo>
                    <a:pt x="227051" y="619814"/>
                  </a:lnTo>
                  <a:lnTo>
                    <a:pt x="225924" y="618154"/>
                  </a:lnTo>
                  <a:lnTo>
                    <a:pt x="221708" y="615116"/>
                  </a:lnTo>
                  <a:lnTo>
                    <a:pt x="218407" y="611151"/>
                  </a:lnTo>
                  <a:lnTo>
                    <a:pt x="214657" y="605304"/>
                  </a:lnTo>
                  <a:lnTo>
                    <a:pt x="213444" y="604108"/>
                  </a:lnTo>
                  <a:lnTo>
                    <a:pt x="212628" y="603302"/>
                  </a:lnTo>
                  <a:lnTo>
                    <a:pt x="209719" y="603806"/>
                  </a:lnTo>
                  <a:lnTo>
                    <a:pt x="206910" y="604578"/>
                  </a:lnTo>
                  <a:lnTo>
                    <a:pt x="205351" y="605006"/>
                  </a:lnTo>
                  <a:lnTo>
                    <a:pt x="202368" y="603744"/>
                  </a:lnTo>
                  <a:lnTo>
                    <a:pt x="201621" y="603021"/>
                  </a:lnTo>
                  <a:lnTo>
                    <a:pt x="200628" y="602059"/>
                  </a:lnTo>
                  <a:lnTo>
                    <a:pt x="198458" y="601338"/>
                  </a:lnTo>
                  <a:lnTo>
                    <a:pt x="197264" y="598483"/>
                  </a:lnTo>
                  <a:lnTo>
                    <a:pt x="199436" y="596990"/>
                  </a:lnTo>
                  <a:lnTo>
                    <a:pt x="199463" y="591684"/>
                  </a:lnTo>
                  <a:lnTo>
                    <a:pt x="198009" y="585673"/>
                  </a:lnTo>
                  <a:lnTo>
                    <a:pt x="195734" y="581414"/>
                  </a:lnTo>
                  <a:lnTo>
                    <a:pt x="195644" y="581246"/>
                  </a:lnTo>
                  <a:lnTo>
                    <a:pt x="191367" y="579516"/>
                  </a:lnTo>
                  <a:lnTo>
                    <a:pt x="187305" y="578989"/>
                  </a:lnTo>
                  <a:lnTo>
                    <a:pt x="183840" y="578283"/>
                  </a:lnTo>
                  <a:lnTo>
                    <a:pt x="180279" y="579538"/>
                  </a:lnTo>
                  <a:lnTo>
                    <a:pt x="178098" y="576837"/>
                  </a:lnTo>
                  <a:lnTo>
                    <a:pt x="173538" y="574958"/>
                  </a:lnTo>
                  <a:lnTo>
                    <a:pt x="173018" y="574743"/>
                  </a:lnTo>
                  <a:lnTo>
                    <a:pt x="167515" y="570648"/>
                  </a:lnTo>
                  <a:lnTo>
                    <a:pt x="165477" y="569904"/>
                  </a:lnTo>
                  <a:lnTo>
                    <a:pt x="160170" y="564177"/>
                  </a:lnTo>
                  <a:lnTo>
                    <a:pt x="159315" y="560524"/>
                  </a:lnTo>
                  <a:lnTo>
                    <a:pt x="159221" y="558976"/>
                  </a:lnTo>
                  <a:lnTo>
                    <a:pt x="159152" y="557835"/>
                  </a:lnTo>
                  <a:lnTo>
                    <a:pt x="157208" y="555854"/>
                  </a:lnTo>
                  <a:lnTo>
                    <a:pt x="154529" y="552183"/>
                  </a:lnTo>
                  <a:lnTo>
                    <a:pt x="150779" y="547753"/>
                  </a:lnTo>
                  <a:lnTo>
                    <a:pt x="149959" y="547239"/>
                  </a:lnTo>
                  <a:lnTo>
                    <a:pt x="147101" y="545446"/>
                  </a:lnTo>
                  <a:lnTo>
                    <a:pt x="143274" y="542827"/>
                  </a:lnTo>
                  <a:lnTo>
                    <a:pt x="139564" y="542794"/>
                  </a:lnTo>
                  <a:lnTo>
                    <a:pt x="138116" y="543313"/>
                  </a:lnTo>
                  <a:lnTo>
                    <a:pt x="134389" y="541038"/>
                  </a:lnTo>
                  <a:lnTo>
                    <a:pt x="131784" y="540424"/>
                  </a:lnTo>
                  <a:lnTo>
                    <a:pt x="129697" y="540391"/>
                  </a:lnTo>
                  <a:lnTo>
                    <a:pt x="125081" y="536867"/>
                  </a:lnTo>
                  <a:lnTo>
                    <a:pt x="121215" y="534785"/>
                  </a:lnTo>
                  <a:lnTo>
                    <a:pt x="116667" y="532884"/>
                  </a:lnTo>
                  <a:lnTo>
                    <a:pt x="108621" y="531092"/>
                  </a:lnTo>
                  <a:lnTo>
                    <a:pt x="100157" y="530576"/>
                  </a:lnTo>
                  <a:lnTo>
                    <a:pt x="98108" y="524962"/>
                  </a:lnTo>
                  <a:lnTo>
                    <a:pt x="96380" y="523195"/>
                  </a:lnTo>
                  <a:lnTo>
                    <a:pt x="94961" y="521886"/>
                  </a:lnTo>
                  <a:lnTo>
                    <a:pt x="92777" y="521536"/>
                  </a:lnTo>
                  <a:lnTo>
                    <a:pt x="91959" y="519512"/>
                  </a:lnTo>
                  <a:lnTo>
                    <a:pt x="95808" y="513003"/>
                  </a:lnTo>
                  <a:lnTo>
                    <a:pt x="95691" y="510374"/>
                  </a:lnTo>
                  <a:lnTo>
                    <a:pt x="95202" y="509755"/>
                  </a:lnTo>
                  <a:lnTo>
                    <a:pt x="97745" y="502308"/>
                  </a:lnTo>
                  <a:lnTo>
                    <a:pt x="95272" y="498592"/>
                  </a:lnTo>
                  <a:lnTo>
                    <a:pt x="97350" y="494330"/>
                  </a:lnTo>
                  <a:lnTo>
                    <a:pt x="99043" y="490856"/>
                  </a:lnTo>
                  <a:lnTo>
                    <a:pt x="99897" y="488022"/>
                  </a:lnTo>
                  <a:lnTo>
                    <a:pt x="100229" y="485044"/>
                  </a:lnTo>
                  <a:lnTo>
                    <a:pt x="98626" y="482669"/>
                  </a:lnTo>
                  <a:lnTo>
                    <a:pt x="96943" y="480698"/>
                  </a:lnTo>
                  <a:lnTo>
                    <a:pt x="94563" y="481142"/>
                  </a:lnTo>
                  <a:lnTo>
                    <a:pt x="90540" y="477154"/>
                  </a:lnTo>
                  <a:lnTo>
                    <a:pt x="88596" y="473728"/>
                  </a:lnTo>
                  <a:lnTo>
                    <a:pt x="90154" y="471004"/>
                  </a:lnTo>
                  <a:lnTo>
                    <a:pt x="92018" y="466990"/>
                  </a:lnTo>
                  <a:lnTo>
                    <a:pt x="91870" y="462270"/>
                  </a:lnTo>
                  <a:lnTo>
                    <a:pt x="88571" y="459836"/>
                  </a:lnTo>
                  <a:lnTo>
                    <a:pt x="87180" y="459198"/>
                  </a:lnTo>
                  <a:lnTo>
                    <a:pt x="86241" y="458767"/>
                  </a:lnTo>
                  <a:lnTo>
                    <a:pt x="82205" y="450232"/>
                  </a:lnTo>
                  <a:lnTo>
                    <a:pt x="80467" y="445482"/>
                  </a:lnTo>
                  <a:lnTo>
                    <a:pt x="75544" y="442084"/>
                  </a:lnTo>
                  <a:lnTo>
                    <a:pt x="74083" y="438553"/>
                  </a:lnTo>
                  <a:lnTo>
                    <a:pt x="74220" y="433872"/>
                  </a:lnTo>
                  <a:lnTo>
                    <a:pt x="73657" y="432908"/>
                  </a:lnTo>
                  <a:lnTo>
                    <a:pt x="71359" y="428962"/>
                  </a:lnTo>
                  <a:lnTo>
                    <a:pt x="69158" y="425610"/>
                  </a:lnTo>
                  <a:lnTo>
                    <a:pt x="69223" y="419896"/>
                  </a:lnTo>
                  <a:lnTo>
                    <a:pt x="67573" y="416482"/>
                  </a:lnTo>
                  <a:lnTo>
                    <a:pt x="65571" y="415220"/>
                  </a:lnTo>
                  <a:lnTo>
                    <a:pt x="64304" y="409839"/>
                  </a:lnTo>
                  <a:lnTo>
                    <a:pt x="62373" y="404847"/>
                  </a:lnTo>
                  <a:lnTo>
                    <a:pt x="58279" y="399579"/>
                  </a:lnTo>
                  <a:lnTo>
                    <a:pt x="56150" y="398027"/>
                  </a:lnTo>
                  <a:lnTo>
                    <a:pt x="53960" y="393306"/>
                  </a:lnTo>
                  <a:lnTo>
                    <a:pt x="54627" y="387332"/>
                  </a:lnTo>
                  <a:lnTo>
                    <a:pt x="54124" y="380959"/>
                  </a:lnTo>
                  <a:lnTo>
                    <a:pt x="54190" y="374389"/>
                  </a:lnTo>
                  <a:lnTo>
                    <a:pt x="57336" y="371729"/>
                  </a:lnTo>
                  <a:lnTo>
                    <a:pt x="60148" y="374078"/>
                  </a:lnTo>
                  <a:lnTo>
                    <a:pt x="63579" y="370142"/>
                  </a:lnTo>
                  <a:lnTo>
                    <a:pt x="65934" y="364359"/>
                  </a:lnTo>
                  <a:lnTo>
                    <a:pt x="66784" y="362036"/>
                  </a:lnTo>
                  <a:lnTo>
                    <a:pt x="66265" y="359533"/>
                  </a:lnTo>
                  <a:lnTo>
                    <a:pt x="65058" y="353680"/>
                  </a:lnTo>
                  <a:lnTo>
                    <a:pt x="63434" y="350703"/>
                  </a:lnTo>
                  <a:lnTo>
                    <a:pt x="61215" y="349931"/>
                  </a:lnTo>
                  <a:lnTo>
                    <a:pt x="57124" y="350195"/>
                  </a:lnTo>
                  <a:lnTo>
                    <a:pt x="53264" y="348814"/>
                  </a:lnTo>
                  <a:lnTo>
                    <a:pt x="49183" y="343755"/>
                  </a:lnTo>
                  <a:lnTo>
                    <a:pt x="47409" y="339285"/>
                  </a:lnTo>
                  <a:lnTo>
                    <a:pt x="46659" y="337094"/>
                  </a:lnTo>
                  <a:lnTo>
                    <a:pt x="46244" y="336749"/>
                  </a:lnTo>
                  <a:lnTo>
                    <a:pt x="44982" y="335698"/>
                  </a:lnTo>
                  <a:lnTo>
                    <a:pt x="44392" y="333588"/>
                  </a:lnTo>
                  <a:lnTo>
                    <a:pt x="42447" y="330115"/>
                  </a:lnTo>
                  <a:lnTo>
                    <a:pt x="42369" y="325928"/>
                  </a:lnTo>
                  <a:lnTo>
                    <a:pt x="44644" y="320544"/>
                  </a:lnTo>
                  <a:lnTo>
                    <a:pt x="44859" y="318034"/>
                  </a:lnTo>
                  <a:lnTo>
                    <a:pt x="44140" y="313676"/>
                  </a:lnTo>
                  <a:lnTo>
                    <a:pt x="44440" y="312018"/>
                  </a:lnTo>
                  <a:lnTo>
                    <a:pt x="42573" y="309401"/>
                  </a:lnTo>
                  <a:lnTo>
                    <a:pt x="41910" y="307243"/>
                  </a:lnTo>
                  <a:lnTo>
                    <a:pt x="42731" y="303744"/>
                  </a:lnTo>
                  <a:lnTo>
                    <a:pt x="44368" y="301753"/>
                  </a:lnTo>
                  <a:lnTo>
                    <a:pt x="45236" y="298357"/>
                  </a:lnTo>
                  <a:lnTo>
                    <a:pt x="45575" y="297035"/>
                  </a:lnTo>
                  <a:lnTo>
                    <a:pt x="45735" y="295604"/>
                  </a:lnTo>
                  <a:lnTo>
                    <a:pt x="46203" y="291448"/>
                  </a:lnTo>
                  <a:lnTo>
                    <a:pt x="48982" y="290202"/>
                  </a:lnTo>
                  <a:lnTo>
                    <a:pt x="52372" y="290826"/>
                  </a:lnTo>
                  <a:lnTo>
                    <a:pt x="52762" y="291948"/>
                  </a:lnTo>
                  <a:lnTo>
                    <a:pt x="52355" y="295383"/>
                  </a:lnTo>
                  <a:lnTo>
                    <a:pt x="53179" y="296228"/>
                  </a:lnTo>
                  <a:lnTo>
                    <a:pt x="52700" y="297081"/>
                  </a:lnTo>
                  <a:lnTo>
                    <a:pt x="51206" y="297119"/>
                  </a:lnTo>
                  <a:lnTo>
                    <a:pt x="51027" y="297124"/>
                  </a:lnTo>
                  <a:lnTo>
                    <a:pt x="50797" y="304883"/>
                  </a:lnTo>
                  <a:lnTo>
                    <a:pt x="55973" y="308654"/>
                  </a:lnTo>
                  <a:lnTo>
                    <a:pt x="58867" y="313122"/>
                  </a:lnTo>
                  <a:lnTo>
                    <a:pt x="61085" y="312566"/>
                  </a:lnTo>
                  <a:lnTo>
                    <a:pt x="62057" y="312321"/>
                  </a:lnTo>
                  <a:lnTo>
                    <a:pt x="61299" y="308512"/>
                  </a:lnTo>
                  <a:lnTo>
                    <a:pt x="61820" y="304653"/>
                  </a:lnTo>
                  <a:lnTo>
                    <a:pt x="61753" y="302789"/>
                  </a:lnTo>
                  <a:lnTo>
                    <a:pt x="59741" y="300143"/>
                  </a:lnTo>
                  <a:lnTo>
                    <a:pt x="58407" y="297890"/>
                  </a:lnTo>
                  <a:lnTo>
                    <a:pt x="58739" y="296029"/>
                  </a:lnTo>
                  <a:lnTo>
                    <a:pt x="56110" y="293797"/>
                  </a:lnTo>
                  <a:lnTo>
                    <a:pt x="55614" y="291445"/>
                  </a:lnTo>
                  <a:lnTo>
                    <a:pt x="57409" y="290564"/>
                  </a:lnTo>
                  <a:lnTo>
                    <a:pt x="57219" y="286176"/>
                  </a:lnTo>
                  <a:lnTo>
                    <a:pt x="57175" y="285146"/>
                  </a:lnTo>
                  <a:lnTo>
                    <a:pt x="54943" y="284769"/>
                  </a:lnTo>
                  <a:lnTo>
                    <a:pt x="53474" y="280925"/>
                  </a:lnTo>
                  <a:lnTo>
                    <a:pt x="56675" y="280287"/>
                  </a:lnTo>
                  <a:lnTo>
                    <a:pt x="57094" y="278378"/>
                  </a:lnTo>
                  <a:lnTo>
                    <a:pt x="59450" y="278874"/>
                  </a:lnTo>
                  <a:lnTo>
                    <a:pt x="63007" y="277062"/>
                  </a:lnTo>
                  <a:lnTo>
                    <a:pt x="62834" y="276409"/>
                  </a:lnTo>
                  <a:lnTo>
                    <a:pt x="61965" y="273122"/>
                  </a:lnTo>
                  <a:lnTo>
                    <a:pt x="58085" y="269435"/>
                  </a:lnTo>
                  <a:lnTo>
                    <a:pt x="57866" y="269472"/>
                  </a:lnTo>
                  <a:lnTo>
                    <a:pt x="52872" y="270314"/>
                  </a:lnTo>
                  <a:lnTo>
                    <a:pt x="52719" y="270340"/>
                  </a:lnTo>
                  <a:lnTo>
                    <a:pt x="51076" y="275047"/>
                  </a:lnTo>
                  <a:lnTo>
                    <a:pt x="52771" y="277972"/>
                  </a:lnTo>
                  <a:lnTo>
                    <a:pt x="50538" y="279351"/>
                  </a:lnTo>
                  <a:lnTo>
                    <a:pt x="49920" y="282229"/>
                  </a:lnTo>
                  <a:lnTo>
                    <a:pt x="51323" y="284560"/>
                  </a:lnTo>
                  <a:lnTo>
                    <a:pt x="52135" y="287556"/>
                  </a:lnTo>
                  <a:lnTo>
                    <a:pt x="48512" y="288311"/>
                  </a:lnTo>
                  <a:lnTo>
                    <a:pt x="45922" y="287340"/>
                  </a:lnTo>
                  <a:lnTo>
                    <a:pt x="43506" y="283610"/>
                  </a:lnTo>
                  <a:lnTo>
                    <a:pt x="40228" y="280541"/>
                  </a:lnTo>
                  <a:lnTo>
                    <a:pt x="38830" y="281016"/>
                  </a:lnTo>
                  <a:lnTo>
                    <a:pt x="36965" y="277646"/>
                  </a:lnTo>
                  <a:lnTo>
                    <a:pt x="35544" y="274439"/>
                  </a:lnTo>
                  <a:lnTo>
                    <a:pt x="33306" y="271070"/>
                  </a:lnTo>
                  <a:lnTo>
                    <a:pt x="29484" y="268941"/>
                  </a:lnTo>
                  <a:lnTo>
                    <a:pt x="27127" y="270958"/>
                  </a:lnTo>
                  <a:lnTo>
                    <a:pt x="25491" y="269737"/>
                  </a:lnTo>
                  <a:lnTo>
                    <a:pt x="29799" y="263503"/>
                  </a:lnTo>
                  <a:lnTo>
                    <a:pt x="31201" y="259628"/>
                  </a:lnTo>
                  <a:lnTo>
                    <a:pt x="30597" y="255234"/>
                  </a:lnTo>
                  <a:lnTo>
                    <a:pt x="31234" y="252986"/>
                  </a:lnTo>
                  <a:lnTo>
                    <a:pt x="30765" y="251224"/>
                  </a:lnTo>
                  <a:lnTo>
                    <a:pt x="28396" y="250379"/>
                  </a:lnTo>
                  <a:lnTo>
                    <a:pt x="28271" y="247898"/>
                  </a:lnTo>
                  <a:lnTo>
                    <a:pt x="28367" y="244149"/>
                  </a:lnTo>
                  <a:lnTo>
                    <a:pt x="25858" y="237658"/>
                  </a:lnTo>
                  <a:lnTo>
                    <a:pt x="22418" y="234192"/>
                  </a:lnTo>
                  <a:lnTo>
                    <a:pt x="19361" y="229574"/>
                  </a:lnTo>
                  <a:lnTo>
                    <a:pt x="19035" y="227342"/>
                  </a:lnTo>
                  <a:lnTo>
                    <a:pt x="16334" y="219510"/>
                  </a:lnTo>
                  <a:lnTo>
                    <a:pt x="13529" y="215794"/>
                  </a:lnTo>
                  <a:lnTo>
                    <a:pt x="12709" y="213793"/>
                  </a:lnTo>
                  <a:lnTo>
                    <a:pt x="11736" y="211416"/>
                  </a:lnTo>
                  <a:lnTo>
                    <a:pt x="9310" y="207569"/>
                  </a:lnTo>
                  <a:lnTo>
                    <a:pt x="8784" y="205450"/>
                  </a:lnTo>
                  <a:lnTo>
                    <a:pt x="7049" y="202146"/>
                  </a:lnTo>
                  <a:lnTo>
                    <a:pt x="6701" y="199181"/>
                  </a:lnTo>
                  <a:lnTo>
                    <a:pt x="9887" y="195590"/>
                  </a:lnTo>
                  <a:lnTo>
                    <a:pt x="10225" y="188564"/>
                  </a:lnTo>
                  <a:lnTo>
                    <a:pt x="9291" y="183603"/>
                  </a:lnTo>
                  <a:lnTo>
                    <a:pt x="9069" y="178211"/>
                  </a:lnTo>
                  <a:lnTo>
                    <a:pt x="9383" y="172172"/>
                  </a:lnTo>
                  <a:lnTo>
                    <a:pt x="11403" y="166902"/>
                  </a:lnTo>
                  <a:lnTo>
                    <a:pt x="15579" y="160871"/>
                  </a:lnTo>
                  <a:lnTo>
                    <a:pt x="16036" y="156299"/>
                  </a:lnTo>
                  <a:lnTo>
                    <a:pt x="16650" y="152188"/>
                  </a:lnTo>
                  <a:lnTo>
                    <a:pt x="15584" y="149197"/>
                  </a:lnTo>
                  <a:lnTo>
                    <a:pt x="16464" y="141987"/>
                  </a:lnTo>
                  <a:lnTo>
                    <a:pt x="14359" y="139225"/>
                  </a:lnTo>
                  <a:lnTo>
                    <a:pt x="13175" y="134794"/>
                  </a:lnTo>
                  <a:lnTo>
                    <a:pt x="11261" y="128794"/>
                  </a:lnTo>
                  <a:lnTo>
                    <a:pt x="10970" y="127880"/>
                  </a:lnTo>
                  <a:lnTo>
                    <a:pt x="9553" y="126900"/>
                  </a:lnTo>
                  <a:lnTo>
                    <a:pt x="9721" y="123027"/>
                  </a:lnTo>
                  <a:lnTo>
                    <a:pt x="7907" y="119868"/>
                  </a:lnTo>
                  <a:lnTo>
                    <a:pt x="5902" y="118278"/>
                  </a:lnTo>
                  <a:lnTo>
                    <a:pt x="3549" y="113862"/>
                  </a:lnTo>
                  <a:lnTo>
                    <a:pt x="647" y="108861"/>
                  </a:lnTo>
                  <a:lnTo>
                    <a:pt x="0" y="107492"/>
                  </a:lnTo>
                  <a:lnTo>
                    <a:pt x="1769" y="103193"/>
                  </a:lnTo>
                  <a:lnTo>
                    <a:pt x="1988" y="100272"/>
                  </a:lnTo>
                  <a:lnTo>
                    <a:pt x="1069" y="956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4996752" y="2829909"/>
              <a:ext cx="8238" cy="14094"/>
            </a:xfrm>
            <a:custGeom>
              <a:avLst/>
              <a:pathLst>
                <a:path w="8238" h="14094">
                  <a:moveTo>
                    <a:pt x="348" y="3501"/>
                  </a:moveTo>
                  <a:lnTo>
                    <a:pt x="5896" y="0"/>
                  </a:lnTo>
                  <a:lnTo>
                    <a:pt x="8238" y="2937"/>
                  </a:lnTo>
                  <a:lnTo>
                    <a:pt x="5345" y="8749"/>
                  </a:lnTo>
                  <a:lnTo>
                    <a:pt x="4219" y="14094"/>
                  </a:lnTo>
                  <a:lnTo>
                    <a:pt x="0" y="972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47235" y="2722574"/>
              <a:ext cx="16385" cy="12808"/>
            </a:xfrm>
            <a:custGeom>
              <a:avLst/>
              <a:pathLst>
                <a:path w="16385" h="12808">
                  <a:moveTo>
                    <a:pt x="0" y="3520"/>
                  </a:moveTo>
                  <a:lnTo>
                    <a:pt x="2056" y="2240"/>
                  </a:lnTo>
                  <a:lnTo>
                    <a:pt x="7183" y="0"/>
                  </a:lnTo>
                  <a:lnTo>
                    <a:pt x="12668" y="915"/>
                  </a:lnTo>
                  <a:lnTo>
                    <a:pt x="13825" y="2514"/>
                  </a:lnTo>
                  <a:lnTo>
                    <a:pt x="16385" y="7160"/>
                  </a:lnTo>
                  <a:lnTo>
                    <a:pt x="15917" y="9492"/>
                  </a:lnTo>
                  <a:lnTo>
                    <a:pt x="14642" y="11430"/>
                  </a:lnTo>
                  <a:lnTo>
                    <a:pt x="9506" y="12808"/>
                  </a:lnTo>
                  <a:lnTo>
                    <a:pt x="6483" y="8803"/>
                  </a:lnTo>
                  <a:lnTo>
                    <a:pt x="4248" y="6480"/>
                  </a:lnTo>
                  <a:lnTo>
                    <a:pt x="754" y="537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32710" y="2729052"/>
              <a:ext cx="364433" cy="390056"/>
            </a:xfrm>
            <a:custGeom>
              <a:avLst/>
              <a:pathLst>
                <a:path w="364433" h="390056">
                  <a:moveTo>
                    <a:pt x="35" y="130491"/>
                  </a:moveTo>
                  <a:lnTo>
                    <a:pt x="520" y="124194"/>
                  </a:lnTo>
                  <a:lnTo>
                    <a:pt x="2172" y="122791"/>
                  </a:lnTo>
                  <a:lnTo>
                    <a:pt x="3012" y="122077"/>
                  </a:lnTo>
                  <a:lnTo>
                    <a:pt x="5606" y="117143"/>
                  </a:lnTo>
                  <a:lnTo>
                    <a:pt x="6284" y="113088"/>
                  </a:lnTo>
                  <a:lnTo>
                    <a:pt x="8228" y="108641"/>
                  </a:lnTo>
                  <a:lnTo>
                    <a:pt x="11848" y="104731"/>
                  </a:lnTo>
                  <a:lnTo>
                    <a:pt x="16255" y="102404"/>
                  </a:lnTo>
                  <a:lnTo>
                    <a:pt x="18176" y="100122"/>
                  </a:lnTo>
                  <a:lnTo>
                    <a:pt x="22572" y="99462"/>
                  </a:lnTo>
                  <a:lnTo>
                    <a:pt x="23732" y="96770"/>
                  </a:lnTo>
                  <a:lnTo>
                    <a:pt x="27037" y="94934"/>
                  </a:lnTo>
                  <a:lnTo>
                    <a:pt x="29547" y="95036"/>
                  </a:lnTo>
                  <a:lnTo>
                    <a:pt x="30059" y="91772"/>
                  </a:lnTo>
                  <a:lnTo>
                    <a:pt x="32546" y="89574"/>
                  </a:lnTo>
                  <a:lnTo>
                    <a:pt x="31857" y="82326"/>
                  </a:lnTo>
                  <a:lnTo>
                    <a:pt x="31136" y="74749"/>
                  </a:lnTo>
                  <a:lnTo>
                    <a:pt x="29720" y="59615"/>
                  </a:lnTo>
                  <a:lnTo>
                    <a:pt x="29078" y="52766"/>
                  </a:lnTo>
                  <a:lnTo>
                    <a:pt x="27662" y="38119"/>
                  </a:lnTo>
                  <a:lnTo>
                    <a:pt x="32836" y="37486"/>
                  </a:lnTo>
                  <a:lnTo>
                    <a:pt x="33913" y="34691"/>
                  </a:lnTo>
                  <a:lnTo>
                    <a:pt x="35974" y="31283"/>
                  </a:lnTo>
                  <a:lnTo>
                    <a:pt x="38523" y="30781"/>
                  </a:lnTo>
                  <a:lnTo>
                    <a:pt x="41686" y="32578"/>
                  </a:lnTo>
                  <a:lnTo>
                    <a:pt x="43844" y="32720"/>
                  </a:lnTo>
                  <a:lnTo>
                    <a:pt x="47248" y="34491"/>
                  </a:lnTo>
                  <a:lnTo>
                    <a:pt x="51658" y="33369"/>
                  </a:lnTo>
                  <a:lnTo>
                    <a:pt x="55658" y="32964"/>
                  </a:lnTo>
                  <a:lnTo>
                    <a:pt x="65674" y="27997"/>
                  </a:lnTo>
                  <a:lnTo>
                    <a:pt x="69712" y="25564"/>
                  </a:lnTo>
                  <a:lnTo>
                    <a:pt x="71082" y="25421"/>
                  </a:lnTo>
                  <a:lnTo>
                    <a:pt x="73484" y="25168"/>
                  </a:lnTo>
                  <a:lnTo>
                    <a:pt x="79100" y="21726"/>
                  </a:lnTo>
                  <a:lnTo>
                    <a:pt x="82058" y="20657"/>
                  </a:lnTo>
                  <a:lnTo>
                    <a:pt x="84523" y="17857"/>
                  </a:lnTo>
                  <a:lnTo>
                    <a:pt x="87886" y="16601"/>
                  </a:lnTo>
                  <a:lnTo>
                    <a:pt x="90277" y="13694"/>
                  </a:lnTo>
                  <a:lnTo>
                    <a:pt x="93114" y="15330"/>
                  </a:lnTo>
                  <a:lnTo>
                    <a:pt x="95075" y="12883"/>
                  </a:lnTo>
                  <a:lnTo>
                    <a:pt x="97547" y="11771"/>
                  </a:lnTo>
                  <a:lnTo>
                    <a:pt x="100455" y="9362"/>
                  </a:lnTo>
                  <a:lnTo>
                    <a:pt x="103196" y="7061"/>
                  </a:lnTo>
                  <a:lnTo>
                    <a:pt x="102347" y="2149"/>
                  </a:lnTo>
                  <a:lnTo>
                    <a:pt x="106022" y="0"/>
                  </a:lnTo>
                  <a:lnTo>
                    <a:pt x="110650" y="2947"/>
                  </a:lnTo>
                  <a:lnTo>
                    <a:pt x="113656" y="4707"/>
                  </a:lnTo>
                  <a:lnTo>
                    <a:pt x="117732" y="8168"/>
                  </a:lnTo>
                  <a:lnTo>
                    <a:pt x="115270" y="14738"/>
                  </a:lnTo>
                  <a:lnTo>
                    <a:pt x="112155" y="20179"/>
                  </a:lnTo>
                  <a:lnTo>
                    <a:pt x="111234" y="22554"/>
                  </a:lnTo>
                  <a:lnTo>
                    <a:pt x="113320" y="25884"/>
                  </a:lnTo>
                  <a:lnTo>
                    <a:pt x="110008" y="29900"/>
                  </a:lnTo>
                  <a:lnTo>
                    <a:pt x="109376" y="33606"/>
                  </a:lnTo>
                  <a:lnTo>
                    <a:pt x="108248" y="35924"/>
                  </a:lnTo>
                  <a:lnTo>
                    <a:pt x="110116" y="36156"/>
                  </a:lnTo>
                  <a:lnTo>
                    <a:pt x="111770" y="36360"/>
                  </a:lnTo>
                  <a:lnTo>
                    <a:pt x="115577" y="33006"/>
                  </a:lnTo>
                  <a:lnTo>
                    <a:pt x="117533" y="31997"/>
                  </a:lnTo>
                  <a:lnTo>
                    <a:pt x="119674" y="29863"/>
                  </a:lnTo>
                  <a:lnTo>
                    <a:pt x="120280" y="25728"/>
                  </a:lnTo>
                  <a:lnTo>
                    <a:pt x="125176" y="29308"/>
                  </a:lnTo>
                  <a:lnTo>
                    <a:pt x="131637" y="33892"/>
                  </a:lnTo>
                  <a:lnTo>
                    <a:pt x="132637" y="33655"/>
                  </a:lnTo>
                  <a:lnTo>
                    <a:pt x="135151" y="33058"/>
                  </a:lnTo>
                  <a:lnTo>
                    <a:pt x="139528" y="35024"/>
                  </a:lnTo>
                  <a:lnTo>
                    <a:pt x="140642" y="34483"/>
                  </a:lnTo>
                  <a:lnTo>
                    <a:pt x="142832" y="37089"/>
                  </a:lnTo>
                  <a:lnTo>
                    <a:pt x="145931" y="34979"/>
                  </a:lnTo>
                  <a:lnTo>
                    <a:pt x="149059" y="37646"/>
                  </a:lnTo>
                  <a:lnTo>
                    <a:pt x="153498" y="38776"/>
                  </a:lnTo>
                  <a:lnTo>
                    <a:pt x="157745" y="45286"/>
                  </a:lnTo>
                  <a:lnTo>
                    <a:pt x="160914" y="52297"/>
                  </a:lnTo>
                  <a:lnTo>
                    <a:pt x="172796" y="54083"/>
                  </a:lnTo>
                  <a:lnTo>
                    <a:pt x="190867" y="56743"/>
                  </a:lnTo>
                  <a:lnTo>
                    <a:pt x="224921" y="61541"/>
                  </a:lnTo>
                  <a:lnTo>
                    <a:pt x="231458" y="64366"/>
                  </a:lnTo>
                  <a:lnTo>
                    <a:pt x="235266" y="66007"/>
                  </a:lnTo>
                  <a:lnTo>
                    <a:pt x="243146" y="69389"/>
                  </a:lnTo>
                  <a:lnTo>
                    <a:pt x="247403" y="68285"/>
                  </a:lnTo>
                  <a:lnTo>
                    <a:pt x="250975" y="68919"/>
                  </a:lnTo>
                  <a:lnTo>
                    <a:pt x="251233" y="68965"/>
                  </a:lnTo>
                  <a:lnTo>
                    <a:pt x="252819" y="70893"/>
                  </a:lnTo>
                  <a:lnTo>
                    <a:pt x="255492" y="70393"/>
                  </a:lnTo>
                  <a:lnTo>
                    <a:pt x="256341" y="68096"/>
                  </a:lnTo>
                  <a:lnTo>
                    <a:pt x="260309" y="67022"/>
                  </a:lnTo>
                  <a:lnTo>
                    <a:pt x="267851" y="69585"/>
                  </a:lnTo>
                  <a:lnTo>
                    <a:pt x="269484" y="68285"/>
                  </a:lnTo>
                  <a:lnTo>
                    <a:pt x="274145" y="70472"/>
                  </a:lnTo>
                  <a:lnTo>
                    <a:pt x="277900" y="69599"/>
                  </a:lnTo>
                  <a:lnTo>
                    <a:pt x="282212" y="70372"/>
                  </a:lnTo>
                  <a:lnTo>
                    <a:pt x="286304" y="71977"/>
                  </a:lnTo>
                  <a:lnTo>
                    <a:pt x="289403" y="75658"/>
                  </a:lnTo>
                  <a:lnTo>
                    <a:pt x="286421" y="80894"/>
                  </a:lnTo>
                  <a:lnTo>
                    <a:pt x="288498" y="82616"/>
                  </a:lnTo>
                  <a:lnTo>
                    <a:pt x="291604" y="83384"/>
                  </a:lnTo>
                  <a:lnTo>
                    <a:pt x="292148" y="83518"/>
                  </a:lnTo>
                  <a:lnTo>
                    <a:pt x="295153" y="81922"/>
                  </a:lnTo>
                  <a:lnTo>
                    <a:pt x="297308" y="84390"/>
                  </a:lnTo>
                  <a:lnTo>
                    <a:pt x="302685" y="84392"/>
                  </a:lnTo>
                  <a:lnTo>
                    <a:pt x="305931" y="86752"/>
                  </a:lnTo>
                  <a:lnTo>
                    <a:pt x="307874" y="88163"/>
                  </a:lnTo>
                  <a:lnTo>
                    <a:pt x="309721" y="90515"/>
                  </a:lnTo>
                  <a:lnTo>
                    <a:pt x="307359" y="92719"/>
                  </a:lnTo>
                  <a:lnTo>
                    <a:pt x="310784" y="96110"/>
                  </a:lnTo>
                  <a:lnTo>
                    <a:pt x="310658" y="99180"/>
                  </a:lnTo>
                  <a:lnTo>
                    <a:pt x="310302" y="103702"/>
                  </a:lnTo>
                  <a:lnTo>
                    <a:pt x="310890" y="108196"/>
                  </a:lnTo>
                  <a:lnTo>
                    <a:pt x="308748" y="111099"/>
                  </a:lnTo>
                  <a:lnTo>
                    <a:pt x="308851" y="115625"/>
                  </a:lnTo>
                  <a:lnTo>
                    <a:pt x="308975" y="119171"/>
                  </a:lnTo>
                  <a:lnTo>
                    <a:pt x="312795" y="118537"/>
                  </a:lnTo>
                  <a:lnTo>
                    <a:pt x="315784" y="117952"/>
                  </a:lnTo>
                  <a:lnTo>
                    <a:pt x="318082" y="115038"/>
                  </a:lnTo>
                  <a:lnTo>
                    <a:pt x="321283" y="115886"/>
                  </a:lnTo>
                  <a:lnTo>
                    <a:pt x="321372" y="120533"/>
                  </a:lnTo>
                  <a:lnTo>
                    <a:pt x="319643" y="127129"/>
                  </a:lnTo>
                  <a:lnTo>
                    <a:pt x="318437" y="131599"/>
                  </a:lnTo>
                  <a:lnTo>
                    <a:pt x="321904" y="135206"/>
                  </a:lnTo>
                  <a:lnTo>
                    <a:pt x="325349" y="138603"/>
                  </a:lnTo>
                  <a:lnTo>
                    <a:pt x="329034" y="139020"/>
                  </a:lnTo>
                  <a:lnTo>
                    <a:pt x="327537" y="143711"/>
                  </a:lnTo>
                  <a:lnTo>
                    <a:pt x="328171" y="149689"/>
                  </a:lnTo>
                  <a:lnTo>
                    <a:pt x="324160" y="150541"/>
                  </a:lnTo>
                  <a:lnTo>
                    <a:pt x="320268" y="152159"/>
                  </a:lnTo>
                  <a:lnTo>
                    <a:pt x="317304" y="153389"/>
                  </a:lnTo>
                  <a:lnTo>
                    <a:pt x="315831" y="156250"/>
                  </a:lnTo>
                  <a:lnTo>
                    <a:pt x="316802" y="160582"/>
                  </a:lnTo>
                  <a:lnTo>
                    <a:pt x="316015" y="162144"/>
                  </a:lnTo>
                  <a:lnTo>
                    <a:pt x="313472" y="166001"/>
                  </a:lnTo>
                  <a:lnTo>
                    <a:pt x="312018" y="171789"/>
                  </a:lnTo>
                  <a:lnTo>
                    <a:pt x="309901" y="175297"/>
                  </a:lnTo>
                  <a:lnTo>
                    <a:pt x="309585" y="179125"/>
                  </a:lnTo>
                  <a:lnTo>
                    <a:pt x="309484" y="180352"/>
                  </a:lnTo>
                  <a:lnTo>
                    <a:pt x="310397" y="185082"/>
                  </a:lnTo>
                  <a:lnTo>
                    <a:pt x="308253" y="188665"/>
                  </a:lnTo>
                  <a:lnTo>
                    <a:pt x="310881" y="191238"/>
                  </a:lnTo>
                  <a:lnTo>
                    <a:pt x="314808" y="191496"/>
                  </a:lnTo>
                  <a:lnTo>
                    <a:pt x="316999" y="187215"/>
                  </a:lnTo>
                  <a:lnTo>
                    <a:pt x="318523" y="183935"/>
                  </a:lnTo>
                  <a:lnTo>
                    <a:pt x="323762" y="180396"/>
                  </a:lnTo>
                  <a:lnTo>
                    <a:pt x="324424" y="179013"/>
                  </a:lnTo>
                  <a:lnTo>
                    <a:pt x="325041" y="177725"/>
                  </a:lnTo>
                  <a:lnTo>
                    <a:pt x="325576" y="176763"/>
                  </a:lnTo>
                  <a:lnTo>
                    <a:pt x="326455" y="175184"/>
                  </a:lnTo>
                  <a:lnTo>
                    <a:pt x="325974" y="172474"/>
                  </a:lnTo>
                  <a:lnTo>
                    <a:pt x="329566" y="165321"/>
                  </a:lnTo>
                  <a:lnTo>
                    <a:pt x="332841" y="160095"/>
                  </a:lnTo>
                  <a:lnTo>
                    <a:pt x="335846" y="159125"/>
                  </a:lnTo>
                  <a:lnTo>
                    <a:pt x="336653" y="157917"/>
                  </a:lnTo>
                  <a:lnTo>
                    <a:pt x="340632" y="155825"/>
                  </a:lnTo>
                  <a:lnTo>
                    <a:pt x="343223" y="151119"/>
                  </a:lnTo>
                  <a:lnTo>
                    <a:pt x="345622" y="143695"/>
                  </a:lnTo>
                  <a:lnTo>
                    <a:pt x="349057" y="137109"/>
                  </a:lnTo>
                  <a:lnTo>
                    <a:pt x="349496" y="129389"/>
                  </a:lnTo>
                  <a:lnTo>
                    <a:pt x="353258" y="128270"/>
                  </a:lnTo>
                  <a:lnTo>
                    <a:pt x="355998" y="124557"/>
                  </a:lnTo>
                  <a:lnTo>
                    <a:pt x="356121" y="120330"/>
                  </a:lnTo>
                  <a:lnTo>
                    <a:pt x="358723" y="116716"/>
                  </a:lnTo>
                  <a:lnTo>
                    <a:pt x="361096" y="115759"/>
                  </a:lnTo>
                  <a:lnTo>
                    <a:pt x="363599" y="116115"/>
                  </a:lnTo>
                  <a:lnTo>
                    <a:pt x="364433" y="121625"/>
                  </a:lnTo>
                  <a:lnTo>
                    <a:pt x="361025" y="125778"/>
                  </a:lnTo>
                  <a:lnTo>
                    <a:pt x="361658" y="130306"/>
                  </a:lnTo>
                  <a:lnTo>
                    <a:pt x="361377" y="135311"/>
                  </a:lnTo>
                  <a:lnTo>
                    <a:pt x="357660" y="141858"/>
                  </a:lnTo>
                  <a:lnTo>
                    <a:pt x="355563" y="147939"/>
                  </a:lnTo>
                  <a:lnTo>
                    <a:pt x="355327" y="153513"/>
                  </a:lnTo>
                  <a:lnTo>
                    <a:pt x="351785" y="158775"/>
                  </a:lnTo>
                  <a:lnTo>
                    <a:pt x="350000" y="164565"/>
                  </a:lnTo>
                  <a:lnTo>
                    <a:pt x="347838" y="173438"/>
                  </a:lnTo>
                  <a:lnTo>
                    <a:pt x="346833" y="177542"/>
                  </a:lnTo>
                  <a:lnTo>
                    <a:pt x="344653" y="181883"/>
                  </a:lnTo>
                  <a:lnTo>
                    <a:pt x="343158" y="193294"/>
                  </a:lnTo>
                  <a:lnTo>
                    <a:pt x="342182" y="205297"/>
                  </a:lnTo>
                  <a:lnTo>
                    <a:pt x="342136" y="205849"/>
                  </a:lnTo>
                  <a:lnTo>
                    <a:pt x="344417" y="210961"/>
                  </a:lnTo>
                  <a:lnTo>
                    <a:pt x="345960" y="215095"/>
                  </a:lnTo>
                  <a:lnTo>
                    <a:pt x="344627" y="219850"/>
                  </a:lnTo>
                  <a:lnTo>
                    <a:pt x="341220" y="222868"/>
                  </a:lnTo>
                  <a:lnTo>
                    <a:pt x="338509" y="227716"/>
                  </a:lnTo>
                  <a:lnTo>
                    <a:pt x="337315" y="238213"/>
                  </a:lnTo>
                  <a:lnTo>
                    <a:pt x="336433" y="244905"/>
                  </a:lnTo>
                  <a:lnTo>
                    <a:pt x="336211" y="246583"/>
                  </a:lnTo>
                  <a:lnTo>
                    <a:pt x="337636" y="251993"/>
                  </a:lnTo>
                  <a:lnTo>
                    <a:pt x="339831" y="255491"/>
                  </a:lnTo>
                  <a:lnTo>
                    <a:pt x="339916" y="259432"/>
                  </a:lnTo>
                  <a:lnTo>
                    <a:pt x="340606" y="263182"/>
                  </a:lnTo>
                  <a:lnTo>
                    <a:pt x="336867" y="274109"/>
                  </a:lnTo>
                  <a:lnTo>
                    <a:pt x="337071" y="275860"/>
                  </a:lnTo>
                  <a:lnTo>
                    <a:pt x="337581" y="280249"/>
                  </a:lnTo>
                  <a:lnTo>
                    <a:pt x="335516" y="286972"/>
                  </a:lnTo>
                  <a:lnTo>
                    <a:pt x="333932" y="297258"/>
                  </a:lnTo>
                  <a:lnTo>
                    <a:pt x="334899" y="306939"/>
                  </a:lnTo>
                  <a:lnTo>
                    <a:pt x="334944" y="307374"/>
                  </a:lnTo>
                  <a:lnTo>
                    <a:pt x="335542" y="313170"/>
                  </a:lnTo>
                  <a:lnTo>
                    <a:pt x="338241" y="318232"/>
                  </a:lnTo>
                  <a:lnTo>
                    <a:pt x="337242" y="322701"/>
                  </a:lnTo>
                  <a:lnTo>
                    <a:pt x="339041" y="325115"/>
                  </a:lnTo>
                  <a:lnTo>
                    <a:pt x="341517" y="328432"/>
                  </a:lnTo>
                  <a:lnTo>
                    <a:pt x="343127" y="335958"/>
                  </a:lnTo>
                  <a:lnTo>
                    <a:pt x="344181" y="337083"/>
                  </a:lnTo>
                  <a:lnTo>
                    <a:pt x="348373" y="341551"/>
                  </a:lnTo>
                  <a:lnTo>
                    <a:pt x="348281" y="349039"/>
                  </a:lnTo>
                  <a:lnTo>
                    <a:pt x="347620" y="352028"/>
                  </a:lnTo>
                  <a:lnTo>
                    <a:pt x="347125" y="354262"/>
                  </a:lnTo>
                  <a:lnTo>
                    <a:pt x="348040" y="359884"/>
                  </a:lnTo>
                  <a:lnTo>
                    <a:pt x="349968" y="367353"/>
                  </a:lnTo>
                  <a:lnTo>
                    <a:pt x="324471" y="370792"/>
                  </a:lnTo>
                  <a:lnTo>
                    <a:pt x="323351" y="370940"/>
                  </a:lnTo>
                  <a:lnTo>
                    <a:pt x="317751" y="371779"/>
                  </a:lnTo>
                  <a:lnTo>
                    <a:pt x="307099" y="373359"/>
                  </a:lnTo>
                  <a:lnTo>
                    <a:pt x="304847" y="373690"/>
                  </a:lnTo>
                  <a:lnTo>
                    <a:pt x="292054" y="375603"/>
                  </a:lnTo>
                  <a:lnTo>
                    <a:pt x="287627" y="376169"/>
                  </a:lnTo>
                  <a:lnTo>
                    <a:pt x="277143" y="377494"/>
                  </a:lnTo>
                  <a:lnTo>
                    <a:pt x="270580" y="378312"/>
                  </a:lnTo>
                  <a:lnTo>
                    <a:pt x="269007" y="378499"/>
                  </a:lnTo>
                  <a:lnTo>
                    <a:pt x="249885" y="380732"/>
                  </a:lnTo>
                  <a:lnTo>
                    <a:pt x="247602" y="380993"/>
                  </a:lnTo>
                  <a:lnTo>
                    <a:pt x="241716" y="381663"/>
                  </a:lnTo>
                  <a:lnTo>
                    <a:pt x="219635" y="384172"/>
                  </a:lnTo>
                  <a:lnTo>
                    <a:pt x="213934" y="384804"/>
                  </a:lnTo>
                  <a:lnTo>
                    <a:pt x="194907" y="386953"/>
                  </a:lnTo>
                  <a:lnTo>
                    <a:pt x="181891" y="388554"/>
                  </a:lnTo>
                  <a:lnTo>
                    <a:pt x="181210" y="388637"/>
                  </a:lnTo>
                  <a:lnTo>
                    <a:pt x="168001" y="390056"/>
                  </a:lnTo>
                  <a:lnTo>
                    <a:pt x="165420" y="384332"/>
                  </a:lnTo>
                  <a:lnTo>
                    <a:pt x="163133" y="380189"/>
                  </a:lnTo>
                  <a:lnTo>
                    <a:pt x="160207" y="378834"/>
                  </a:lnTo>
                  <a:lnTo>
                    <a:pt x="153058" y="377941"/>
                  </a:lnTo>
                  <a:lnTo>
                    <a:pt x="150123" y="377432"/>
                  </a:lnTo>
                  <a:lnTo>
                    <a:pt x="147179" y="376919"/>
                  </a:lnTo>
                  <a:lnTo>
                    <a:pt x="142001" y="374339"/>
                  </a:lnTo>
                  <a:lnTo>
                    <a:pt x="138058" y="369833"/>
                  </a:lnTo>
                  <a:lnTo>
                    <a:pt x="135431" y="362268"/>
                  </a:lnTo>
                  <a:lnTo>
                    <a:pt x="132565" y="359106"/>
                  </a:lnTo>
                  <a:lnTo>
                    <a:pt x="130778" y="352942"/>
                  </a:lnTo>
                  <a:lnTo>
                    <a:pt x="130442" y="351946"/>
                  </a:lnTo>
                  <a:lnTo>
                    <a:pt x="128972" y="347581"/>
                  </a:lnTo>
                  <a:lnTo>
                    <a:pt x="128570" y="343956"/>
                  </a:lnTo>
                  <a:lnTo>
                    <a:pt x="128044" y="339209"/>
                  </a:lnTo>
                  <a:lnTo>
                    <a:pt x="130282" y="335455"/>
                  </a:lnTo>
                  <a:lnTo>
                    <a:pt x="132800" y="330985"/>
                  </a:lnTo>
                  <a:lnTo>
                    <a:pt x="134371" y="327979"/>
                  </a:lnTo>
                  <a:lnTo>
                    <a:pt x="130684" y="323114"/>
                  </a:lnTo>
                  <a:lnTo>
                    <a:pt x="127473" y="321594"/>
                  </a:lnTo>
                  <a:lnTo>
                    <a:pt x="123784" y="318566"/>
                  </a:lnTo>
                  <a:lnTo>
                    <a:pt x="124014" y="315947"/>
                  </a:lnTo>
                  <a:lnTo>
                    <a:pt x="123150" y="314592"/>
                  </a:lnTo>
                  <a:lnTo>
                    <a:pt x="121491" y="311989"/>
                  </a:lnTo>
                  <a:lnTo>
                    <a:pt x="121950" y="307559"/>
                  </a:lnTo>
                  <a:lnTo>
                    <a:pt x="120399" y="302050"/>
                  </a:lnTo>
                  <a:lnTo>
                    <a:pt x="118800" y="299086"/>
                  </a:lnTo>
                  <a:lnTo>
                    <a:pt x="116905" y="293439"/>
                  </a:lnTo>
                  <a:lnTo>
                    <a:pt x="117380" y="288175"/>
                  </a:lnTo>
                  <a:lnTo>
                    <a:pt x="117759" y="283949"/>
                  </a:lnTo>
                  <a:lnTo>
                    <a:pt x="114326" y="277783"/>
                  </a:lnTo>
                  <a:lnTo>
                    <a:pt x="114063" y="277311"/>
                  </a:lnTo>
                  <a:lnTo>
                    <a:pt x="109300" y="272127"/>
                  </a:lnTo>
                  <a:lnTo>
                    <a:pt x="104538" y="266712"/>
                  </a:lnTo>
                  <a:lnTo>
                    <a:pt x="103318" y="265323"/>
                  </a:lnTo>
                  <a:lnTo>
                    <a:pt x="95680" y="264121"/>
                  </a:lnTo>
                  <a:lnTo>
                    <a:pt x="94774" y="263977"/>
                  </a:lnTo>
                  <a:lnTo>
                    <a:pt x="89772" y="261212"/>
                  </a:lnTo>
                  <a:lnTo>
                    <a:pt x="84741" y="256016"/>
                  </a:lnTo>
                  <a:lnTo>
                    <a:pt x="78291" y="253550"/>
                  </a:lnTo>
                  <a:lnTo>
                    <a:pt x="75678" y="250903"/>
                  </a:lnTo>
                  <a:lnTo>
                    <a:pt x="72998" y="248183"/>
                  </a:lnTo>
                  <a:lnTo>
                    <a:pt x="70779" y="240731"/>
                  </a:lnTo>
                  <a:lnTo>
                    <a:pt x="67444" y="237181"/>
                  </a:lnTo>
                  <a:lnTo>
                    <a:pt x="59549" y="234211"/>
                  </a:lnTo>
                  <a:lnTo>
                    <a:pt x="57816" y="233557"/>
                  </a:lnTo>
                  <a:lnTo>
                    <a:pt x="49996" y="231538"/>
                  </a:lnTo>
                  <a:lnTo>
                    <a:pt x="49120" y="230844"/>
                  </a:lnTo>
                  <a:lnTo>
                    <a:pt x="46021" y="228389"/>
                  </a:lnTo>
                  <a:lnTo>
                    <a:pt x="44153" y="223933"/>
                  </a:lnTo>
                  <a:lnTo>
                    <a:pt x="43964" y="223840"/>
                  </a:lnTo>
                  <a:lnTo>
                    <a:pt x="41032" y="222385"/>
                  </a:lnTo>
                  <a:lnTo>
                    <a:pt x="38691" y="222662"/>
                  </a:lnTo>
                  <a:lnTo>
                    <a:pt x="29216" y="221833"/>
                  </a:lnTo>
                  <a:lnTo>
                    <a:pt x="24666" y="219152"/>
                  </a:lnTo>
                  <a:lnTo>
                    <a:pt x="19191" y="212902"/>
                  </a:lnTo>
                  <a:lnTo>
                    <a:pt x="16813" y="210870"/>
                  </a:lnTo>
                  <a:lnTo>
                    <a:pt x="12706" y="207356"/>
                  </a:lnTo>
                  <a:lnTo>
                    <a:pt x="11832" y="206608"/>
                  </a:lnTo>
                  <a:lnTo>
                    <a:pt x="13435" y="198886"/>
                  </a:lnTo>
                  <a:lnTo>
                    <a:pt x="13472" y="198212"/>
                  </a:lnTo>
                  <a:lnTo>
                    <a:pt x="13852" y="191165"/>
                  </a:lnTo>
                  <a:lnTo>
                    <a:pt x="12533" y="184155"/>
                  </a:lnTo>
                  <a:lnTo>
                    <a:pt x="9670" y="180628"/>
                  </a:lnTo>
                  <a:lnTo>
                    <a:pt x="10404" y="179668"/>
                  </a:lnTo>
                  <a:lnTo>
                    <a:pt x="13138" y="176088"/>
                  </a:lnTo>
                  <a:lnTo>
                    <a:pt x="10871" y="169091"/>
                  </a:lnTo>
                  <a:lnTo>
                    <a:pt x="10806" y="167783"/>
                  </a:lnTo>
                  <a:lnTo>
                    <a:pt x="10477" y="161211"/>
                  </a:lnTo>
                  <a:lnTo>
                    <a:pt x="11224" y="160164"/>
                  </a:lnTo>
                  <a:lnTo>
                    <a:pt x="13930" y="156367"/>
                  </a:lnTo>
                  <a:lnTo>
                    <a:pt x="15936" y="150925"/>
                  </a:lnTo>
                  <a:lnTo>
                    <a:pt x="16319" y="147200"/>
                  </a:lnTo>
                  <a:lnTo>
                    <a:pt x="13596" y="144421"/>
                  </a:lnTo>
                  <a:lnTo>
                    <a:pt x="10651" y="139984"/>
                  </a:lnTo>
                  <a:lnTo>
                    <a:pt x="8635" y="137359"/>
                  </a:lnTo>
                  <a:lnTo>
                    <a:pt x="5869" y="137135"/>
                  </a:lnTo>
                  <a:lnTo>
                    <a:pt x="923" y="136645"/>
                  </a:lnTo>
                  <a:lnTo>
                    <a:pt x="0" y="130948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682526" y="3334871"/>
              <a:ext cx="354751" cy="366399"/>
            </a:xfrm>
            <a:custGeom>
              <a:avLst/>
              <a:pathLst>
                <a:path w="354751" h="366399">
                  <a:moveTo>
                    <a:pt x="4006" y="281719"/>
                  </a:moveTo>
                  <a:lnTo>
                    <a:pt x="4329" y="277499"/>
                  </a:lnTo>
                  <a:lnTo>
                    <a:pt x="4394" y="276636"/>
                  </a:lnTo>
                  <a:lnTo>
                    <a:pt x="3828" y="269697"/>
                  </a:lnTo>
                  <a:lnTo>
                    <a:pt x="1201" y="267198"/>
                  </a:lnTo>
                  <a:lnTo>
                    <a:pt x="0" y="259374"/>
                  </a:lnTo>
                  <a:lnTo>
                    <a:pt x="2931" y="260582"/>
                  </a:lnTo>
                  <a:lnTo>
                    <a:pt x="6767" y="258676"/>
                  </a:lnTo>
                  <a:lnTo>
                    <a:pt x="11357" y="256391"/>
                  </a:lnTo>
                  <a:lnTo>
                    <a:pt x="16302" y="254501"/>
                  </a:lnTo>
                  <a:lnTo>
                    <a:pt x="20521" y="252062"/>
                  </a:lnTo>
                  <a:lnTo>
                    <a:pt x="21107" y="246987"/>
                  </a:lnTo>
                  <a:lnTo>
                    <a:pt x="20657" y="240355"/>
                  </a:lnTo>
                  <a:lnTo>
                    <a:pt x="21126" y="238193"/>
                  </a:lnTo>
                  <a:lnTo>
                    <a:pt x="21456" y="236667"/>
                  </a:lnTo>
                  <a:lnTo>
                    <a:pt x="25806" y="235927"/>
                  </a:lnTo>
                  <a:lnTo>
                    <a:pt x="28873" y="233487"/>
                  </a:lnTo>
                  <a:lnTo>
                    <a:pt x="27013" y="228517"/>
                  </a:lnTo>
                  <a:lnTo>
                    <a:pt x="23698" y="218636"/>
                  </a:lnTo>
                  <a:lnTo>
                    <a:pt x="22225" y="214507"/>
                  </a:lnTo>
                  <a:lnTo>
                    <a:pt x="25478" y="211481"/>
                  </a:lnTo>
                  <a:lnTo>
                    <a:pt x="25885" y="202870"/>
                  </a:lnTo>
                  <a:lnTo>
                    <a:pt x="27521" y="196686"/>
                  </a:lnTo>
                  <a:lnTo>
                    <a:pt x="27967" y="194998"/>
                  </a:lnTo>
                  <a:lnTo>
                    <a:pt x="30772" y="189965"/>
                  </a:lnTo>
                  <a:lnTo>
                    <a:pt x="33197" y="188194"/>
                  </a:lnTo>
                  <a:lnTo>
                    <a:pt x="39003" y="190725"/>
                  </a:lnTo>
                  <a:lnTo>
                    <a:pt x="43694" y="196389"/>
                  </a:lnTo>
                  <a:lnTo>
                    <a:pt x="48858" y="193516"/>
                  </a:lnTo>
                  <a:lnTo>
                    <a:pt x="52117" y="189112"/>
                  </a:lnTo>
                  <a:lnTo>
                    <a:pt x="49499" y="183416"/>
                  </a:lnTo>
                  <a:lnTo>
                    <a:pt x="47453" y="179277"/>
                  </a:lnTo>
                  <a:lnTo>
                    <a:pt x="51476" y="176258"/>
                  </a:lnTo>
                  <a:lnTo>
                    <a:pt x="51986" y="175874"/>
                  </a:lnTo>
                  <a:lnTo>
                    <a:pt x="49686" y="168542"/>
                  </a:lnTo>
                  <a:lnTo>
                    <a:pt x="49574" y="168184"/>
                  </a:lnTo>
                  <a:lnTo>
                    <a:pt x="51427" y="164994"/>
                  </a:lnTo>
                  <a:lnTo>
                    <a:pt x="52010" y="163990"/>
                  </a:lnTo>
                  <a:lnTo>
                    <a:pt x="53412" y="157922"/>
                  </a:lnTo>
                  <a:lnTo>
                    <a:pt x="58339" y="156636"/>
                  </a:lnTo>
                  <a:lnTo>
                    <a:pt x="62065" y="155700"/>
                  </a:lnTo>
                  <a:lnTo>
                    <a:pt x="61323" y="150108"/>
                  </a:lnTo>
                  <a:lnTo>
                    <a:pt x="64748" y="144843"/>
                  </a:lnTo>
                  <a:lnTo>
                    <a:pt x="67583" y="140389"/>
                  </a:lnTo>
                  <a:lnTo>
                    <a:pt x="71235" y="141097"/>
                  </a:lnTo>
                  <a:lnTo>
                    <a:pt x="73618" y="145079"/>
                  </a:lnTo>
                  <a:lnTo>
                    <a:pt x="75481" y="144967"/>
                  </a:lnTo>
                  <a:lnTo>
                    <a:pt x="77298" y="144857"/>
                  </a:lnTo>
                  <a:lnTo>
                    <a:pt x="83895" y="138658"/>
                  </a:lnTo>
                  <a:lnTo>
                    <a:pt x="87846" y="133434"/>
                  </a:lnTo>
                  <a:lnTo>
                    <a:pt x="91837" y="130532"/>
                  </a:lnTo>
                  <a:lnTo>
                    <a:pt x="92210" y="129565"/>
                  </a:lnTo>
                  <a:lnTo>
                    <a:pt x="94534" y="123527"/>
                  </a:lnTo>
                  <a:lnTo>
                    <a:pt x="96859" y="119979"/>
                  </a:lnTo>
                  <a:lnTo>
                    <a:pt x="102483" y="111369"/>
                  </a:lnTo>
                  <a:lnTo>
                    <a:pt x="107208" y="104343"/>
                  </a:lnTo>
                  <a:lnTo>
                    <a:pt x="108839" y="98760"/>
                  </a:lnTo>
                  <a:lnTo>
                    <a:pt x="108234" y="98120"/>
                  </a:lnTo>
                  <a:lnTo>
                    <a:pt x="104617" y="94292"/>
                  </a:lnTo>
                  <a:lnTo>
                    <a:pt x="107199" y="89705"/>
                  </a:lnTo>
                  <a:lnTo>
                    <a:pt x="106215" y="85064"/>
                  </a:lnTo>
                  <a:lnTo>
                    <a:pt x="106214" y="84760"/>
                  </a:lnTo>
                  <a:lnTo>
                    <a:pt x="106190" y="77492"/>
                  </a:lnTo>
                  <a:lnTo>
                    <a:pt x="108436" y="73621"/>
                  </a:lnTo>
                  <a:lnTo>
                    <a:pt x="109821" y="71115"/>
                  </a:lnTo>
                  <a:lnTo>
                    <a:pt x="108537" y="64743"/>
                  </a:lnTo>
                  <a:lnTo>
                    <a:pt x="107596" y="60077"/>
                  </a:lnTo>
                  <a:lnTo>
                    <a:pt x="108306" y="52333"/>
                  </a:lnTo>
                  <a:lnTo>
                    <a:pt x="108438" y="51713"/>
                  </a:lnTo>
                  <a:lnTo>
                    <a:pt x="109151" y="48378"/>
                  </a:lnTo>
                  <a:lnTo>
                    <a:pt x="110678" y="41204"/>
                  </a:lnTo>
                  <a:lnTo>
                    <a:pt x="112345" y="35228"/>
                  </a:lnTo>
                  <a:lnTo>
                    <a:pt x="108590" y="27490"/>
                  </a:lnTo>
                  <a:lnTo>
                    <a:pt x="108687" y="26439"/>
                  </a:lnTo>
                  <a:lnTo>
                    <a:pt x="109199" y="20858"/>
                  </a:lnTo>
                  <a:lnTo>
                    <a:pt x="106202" y="13759"/>
                  </a:lnTo>
                  <a:lnTo>
                    <a:pt x="101338" y="8365"/>
                  </a:lnTo>
                  <a:lnTo>
                    <a:pt x="103544" y="3865"/>
                  </a:lnTo>
                  <a:lnTo>
                    <a:pt x="106916" y="3516"/>
                  </a:lnTo>
                  <a:lnTo>
                    <a:pt x="111234" y="0"/>
                  </a:lnTo>
                  <a:lnTo>
                    <a:pt x="114960" y="16207"/>
                  </a:lnTo>
                  <a:lnTo>
                    <a:pt x="116750" y="24011"/>
                  </a:lnTo>
                  <a:lnTo>
                    <a:pt x="118075" y="29788"/>
                  </a:lnTo>
                  <a:lnTo>
                    <a:pt x="122265" y="48105"/>
                  </a:lnTo>
                  <a:lnTo>
                    <a:pt x="125549" y="62490"/>
                  </a:lnTo>
                  <a:lnTo>
                    <a:pt x="126787" y="67934"/>
                  </a:lnTo>
                  <a:lnTo>
                    <a:pt x="132277" y="92117"/>
                  </a:lnTo>
                  <a:lnTo>
                    <a:pt x="139741" y="90326"/>
                  </a:lnTo>
                  <a:lnTo>
                    <a:pt x="166017" y="83848"/>
                  </a:lnTo>
                  <a:lnTo>
                    <a:pt x="178180" y="80848"/>
                  </a:lnTo>
                  <a:lnTo>
                    <a:pt x="189751" y="77969"/>
                  </a:lnTo>
                  <a:lnTo>
                    <a:pt x="211535" y="72399"/>
                  </a:lnTo>
                  <a:lnTo>
                    <a:pt x="215646" y="91488"/>
                  </a:lnTo>
                  <a:lnTo>
                    <a:pt x="219977" y="110306"/>
                  </a:lnTo>
                  <a:lnTo>
                    <a:pt x="223088" y="124220"/>
                  </a:lnTo>
                  <a:lnTo>
                    <a:pt x="227332" y="120772"/>
                  </a:lnTo>
                  <a:lnTo>
                    <a:pt x="231533" y="114390"/>
                  </a:lnTo>
                  <a:lnTo>
                    <a:pt x="236116" y="109847"/>
                  </a:lnTo>
                  <a:lnTo>
                    <a:pt x="237342" y="107763"/>
                  </a:lnTo>
                  <a:lnTo>
                    <a:pt x="242841" y="98392"/>
                  </a:lnTo>
                  <a:lnTo>
                    <a:pt x="246820" y="89741"/>
                  </a:lnTo>
                  <a:lnTo>
                    <a:pt x="248625" y="89226"/>
                  </a:lnTo>
                  <a:lnTo>
                    <a:pt x="251032" y="88540"/>
                  </a:lnTo>
                  <a:lnTo>
                    <a:pt x="257838" y="90279"/>
                  </a:lnTo>
                  <a:lnTo>
                    <a:pt x="257946" y="86058"/>
                  </a:lnTo>
                  <a:lnTo>
                    <a:pt x="263067" y="76774"/>
                  </a:lnTo>
                  <a:lnTo>
                    <a:pt x="267033" y="66730"/>
                  </a:lnTo>
                  <a:lnTo>
                    <a:pt x="270177" y="68954"/>
                  </a:lnTo>
                  <a:lnTo>
                    <a:pt x="273937" y="73697"/>
                  </a:lnTo>
                  <a:lnTo>
                    <a:pt x="278169" y="73792"/>
                  </a:lnTo>
                  <a:lnTo>
                    <a:pt x="283405" y="73907"/>
                  </a:lnTo>
                  <a:lnTo>
                    <a:pt x="292780" y="71811"/>
                  </a:lnTo>
                  <a:lnTo>
                    <a:pt x="293341" y="71686"/>
                  </a:lnTo>
                  <a:lnTo>
                    <a:pt x="294121" y="67467"/>
                  </a:lnTo>
                  <a:lnTo>
                    <a:pt x="296819" y="60466"/>
                  </a:lnTo>
                  <a:lnTo>
                    <a:pt x="300455" y="58809"/>
                  </a:lnTo>
                  <a:lnTo>
                    <a:pt x="301886" y="58156"/>
                  </a:lnTo>
                  <a:lnTo>
                    <a:pt x="307826" y="53560"/>
                  </a:lnTo>
                  <a:lnTo>
                    <a:pt x="318297" y="49378"/>
                  </a:lnTo>
                  <a:lnTo>
                    <a:pt x="323718" y="53289"/>
                  </a:lnTo>
                  <a:lnTo>
                    <a:pt x="325793" y="54784"/>
                  </a:lnTo>
                  <a:lnTo>
                    <a:pt x="331729" y="52468"/>
                  </a:lnTo>
                  <a:lnTo>
                    <a:pt x="339517" y="52485"/>
                  </a:lnTo>
                  <a:lnTo>
                    <a:pt x="341563" y="58487"/>
                  </a:lnTo>
                  <a:lnTo>
                    <a:pt x="343184" y="60731"/>
                  </a:lnTo>
                  <a:lnTo>
                    <a:pt x="344795" y="62961"/>
                  </a:lnTo>
                  <a:lnTo>
                    <a:pt x="351115" y="69125"/>
                  </a:lnTo>
                  <a:lnTo>
                    <a:pt x="351923" y="74090"/>
                  </a:lnTo>
                  <a:lnTo>
                    <a:pt x="354751" y="76717"/>
                  </a:lnTo>
                  <a:lnTo>
                    <a:pt x="352691" y="87142"/>
                  </a:lnTo>
                  <a:lnTo>
                    <a:pt x="351899" y="93864"/>
                  </a:lnTo>
                  <a:lnTo>
                    <a:pt x="351372" y="97878"/>
                  </a:lnTo>
                  <a:lnTo>
                    <a:pt x="332414" y="88974"/>
                  </a:lnTo>
                  <a:lnTo>
                    <a:pt x="318179" y="82252"/>
                  </a:lnTo>
                  <a:lnTo>
                    <a:pt x="314334" y="80451"/>
                  </a:lnTo>
                  <a:lnTo>
                    <a:pt x="303482" y="75350"/>
                  </a:lnTo>
                  <a:lnTo>
                    <a:pt x="305672" y="80828"/>
                  </a:lnTo>
                  <a:lnTo>
                    <a:pt x="306823" y="86463"/>
                  </a:lnTo>
                  <a:lnTo>
                    <a:pt x="304093" y="95397"/>
                  </a:lnTo>
                  <a:lnTo>
                    <a:pt x="304825" y="99336"/>
                  </a:lnTo>
                  <a:lnTo>
                    <a:pt x="304293" y="104902"/>
                  </a:lnTo>
                  <a:lnTo>
                    <a:pt x="306139" y="107479"/>
                  </a:lnTo>
                  <a:lnTo>
                    <a:pt x="300702" y="116390"/>
                  </a:lnTo>
                  <a:lnTo>
                    <a:pt x="299754" y="120472"/>
                  </a:lnTo>
                  <a:lnTo>
                    <a:pt x="298593" y="125451"/>
                  </a:lnTo>
                  <a:lnTo>
                    <a:pt x="294758" y="129292"/>
                  </a:lnTo>
                  <a:lnTo>
                    <a:pt x="291483" y="136217"/>
                  </a:lnTo>
                  <a:lnTo>
                    <a:pt x="285291" y="141281"/>
                  </a:lnTo>
                  <a:lnTo>
                    <a:pt x="283123" y="148542"/>
                  </a:lnTo>
                  <a:lnTo>
                    <a:pt x="281092" y="156321"/>
                  </a:lnTo>
                  <a:lnTo>
                    <a:pt x="269258" y="151215"/>
                  </a:lnTo>
                  <a:lnTo>
                    <a:pt x="268419" y="155849"/>
                  </a:lnTo>
                  <a:lnTo>
                    <a:pt x="266692" y="160260"/>
                  </a:lnTo>
                  <a:lnTo>
                    <a:pt x="266046" y="168017"/>
                  </a:lnTo>
                  <a:lnTo>
                    <a:pt x="266407" y="171179"/>
                  </a:lnTo>
                  <a:lnTo>
                    <a:pt x="262954" y="177715"/>
                  </a:lnTo>
                  <a:lnTo>
                    <a:pt x="261209" y="186538"/>
                  </a:lnTo>
                  <a:lnTo>
                    <a:pt x="260278" y="191892"/>
                  </a:lnTo>
                  <a:lnTo>
                    <a:pt x="260167" y="192527"/>
                  </a:lnTo>
                  <a:lnTo>
                    <a:pt x="256430" y="199614"/>
                  </a:lnTo>
                  <a:lnTo>
                    <a:pt x="255336" y="199681"/>
                  </a:lnTo>
                  <a:lnTo>
                    <a:pt x="250565" y="199970"/>
                  </a:lnTo>
                  <a:lnTo>
                    <a:pt x="241635" y="199064"/>
                  </a:lnTo>
                  <a:lnTo>
                    <a:pt x="234278" y="190737"/>
                  </a:lnTo>
                  <a:lnTo>
                    <a:pt x="225154" y="188980"/>
                  </a:lnTo>
                  <a:lnTo>
                    <a:pt x="225493" y="197456"/>
                  </a:lnTo>
                  <a:lnTo>
                    <a:pt x="224896" y="202611"/>
                  </a:lnTo>
                  <a:lnTo>
                    <a:pt x="225760" y="205823"/>
                  </a:lnTo>
                  <a:lnTo>
                    <a:pt x="224022" y="214190"/>
                  </a:lnTo>
                  <a:lnTo>
                    <a:pt x="219628" y="219834"/>
                  </a:lnTo>
                  <a:lnTo>
                    <a:pt x="221853" y="223587"/>
                  </a:lnTo>
                  <a:lnTo>
                    <a:pt x="221258" y="224376"/>
                  </a:lnTo>
                  <a:lnTo>
                    <a:pt x="217903" y="228814"/>
                  </a:lnTo>
                  <a:lnTo>
                    <a:pt x="213914" y="234998"/>
                  </a:lnTo>
                  <a:lnTo>
                    <a:pt x="213814" y="242739"/>
                  </a:lnTo>
                  <a:lnTo>
                    <a:pt x="213122" y="248001"/>
                  </a:lnTo>
                  <a:lnTo>
                    <a:pt x="212843" y="250114"/>
                  </a:lnTo>
                  <a:lnTo>
                    <a:pt x="209519" y="259034"/>
                  </a:lnTo>
                  <a:lnTo>
                    <a:pt x="208357" y="261021"/>
                  </a:lnTo>
                  <a:lnTo>
                    <a:pt x="203828" y="268743"/>
                  </a:lnTo>
                  <a:lnTo>
                    <a:pt x="199936" y="276262"/>
                  </a:lnTo>
                  <a:lnTo>
                    <a:pt x="199447" y="281063"/>
                  </a:lnTo>
                  <a:lnTo>
                    <a:pt x="197761" y="288111"/>
                  </a:lnTo>
                  <a:lnTo>
                    <a:pt x="196034" y="292180"/>
                  </a:lnTo>
                  <a:lnTo>
                    <a:pt x="195914" y="292464"/>
                  </a:lnTo>
                  <a:lnTo>
                    <a:pt x="202675" y="297228"/>
                  </a:lnTo>
                  <a:lnTo>
                    <a:pt x="198885" y="302141"/>
                  </a:lnTo>
                  <a:lnTo>
                    <a:pt x="199257" y="307234"/>
                  </a:lnTo>
                  <a:lnTo>
                    <a:pt x="192398" y="316745"/>
                  </a:lnTo>
                  <a:lnTo>
                    <a:pt x="188087" y="321609"/>
                  </a:lnTo>
                  <a:lnTo>
                    <a:pt x="187649" y="321410"/>
                  </a:lnTo>
                  <a:lnTo>
                    <a:pt x="180713" y="318244"/>
                  </a:lnTo>
                  <a:lnTo>
                    <a:pt x="172577" y="326579"/>
                  </a:lnTo>
                  <a:lnTo>
                    <a:pt x="165200" y="332750"/>
                  </a:lnTo>
                  <a:lnTo>
                    <a:pt x="158835" y="328760"/>
                  </a:lnTo>
                  <a:lnTo>
                    <a:pt x="157195" y="329500"/>
                  </a:lnTo>
                  <a:lnTo>
                    <a:pt x="156667" y="329738"/>
                  </a:lnTo>
                  <a:lnTo>
                    <a:pt x="156018" y="333692"/>
                  </a:lnTo>
                  <a:lnTo>
                    <a:pt x="160853" y="337741"/>
                  </a:lnTo>
                  <a:lnTo>
                    <a:pt x="154855" y="342176"/>
                  </a:lnTo>
                  <a:lnTo>
                    <a:pt x="150101" y="343849"/>
                  </a:lnTo>
                  <a:lnTo>
                    <a:pt x="148930" y="344260"/>
                  </a:lnTo>
                  <a:lnTo>
                    <a:pt x="140161" y="348521"/>
                  </a:lnTo>
                  <a:lnTo>
                    <a:pt x="132184" y="354965"/>
                  </a:lnTo>
                  <a:lnTo>
                    <a:pt x="119162" y="347113"/>
                  </a:lnTo>
                  <a:lnTo>
                    <a:pt x="115357" y="355009"/>
                  </a:lnTo>
                  <a:lnTo>
                    <a:pt x="111379" y="358064"/>
                  </a:lnTo>
                  <a:lnTo>
                    <a:pt x="108022" y="361690"/>
                  </a:lnTo>
                  <a:lnTo>
                    <a:pt x="106186" y="363869"/>
                  </a:lnTo>
                  <a:lnTo>
                    <a:pt x="96914" y="366399"/>
                  </a:lnTo>
                  <a:lnTo>
                    <a:pt x="91353" y="363746"/>
                  </a:lnTo>
                  <a:lnTo>
                    <a:pt x="90898" y="363529"/>
                  </a:lnTo>
                  <a:lnTo>
                    <a:pt x="87793" y="360820"/>
                  </a:lnTo>
                  <a:lnTo>
                    <a:pt x="81616" y="361104"/>
                  </a:lnTo>
                  <a:lnTo>
                    <a:pt x="77007" y="357208"/>
                  </a:lnTo>
                  <a:lnTo>
                    <a:pt x="72855" y="352104"/>
                  </a:lnTo>
                  <a:lnTo>
                    <a:pt x="71962" y="349071"/>
                  </a:lnTo>
                  <a:lnTo>
                    <a:pt x="67464" y="346446"/>
                  </a:lnTo>
                  <a:lnTo>
                    <a:pt x="70446" y="339721"/>
                  </a:lnTo>
                  <a:lnTo>
                    <a:pt x="67069" y="337749"/>
                  </a:lnTo>
                  <a:lnTo>
                    <a:pt x="59333" y="338748"/>
                  </a:lnTo>
                  <a:lnTo>
                    <a:pt x="52206" y="334983"/>
                  </a:lnTo>
                  <a:lnTo>
                    <a:pt x="44353" y="330606"/>
                  </a:lnTo>
                  <a:lnTo>
                    <a:pt x="38156" y="328475"/>
                  </a:lnTo>
                  <a:lnTo>
                    <a:pt x="35014" y="322871"/>
                  </a:lnTo>
                  <a:lnTo>
                    <a:pt x="34159" y="321346"/>
                  </a:lnTo>
                  <a:lnTo>
                    <a:pt x="30003" y="318091"/>
                  </a:lnTo>
                  <a:lnTo>
                    <a:pt x="26928" y="314414"/>
                  </a:lnTo>
                  <a:lnTo>
                    <a:pt x="24746" y="311803"/>
                  </a:lnTo>
                  <a:lnTo>
                    <a:pt x="18428" y="308475"/>
                  </a:lnTo>
                  <a:lnTo>
                    <a:pt x="18637" y="306162"/>
                  </a:lnTo>
                  <a:lnTo>
                    <a:pt x="19006" y="302058"/>
                  </a:lnTo>
                  <a:lnTo>
                    <a:pt x="10643" y="294794"/>
                  </a:lnTo>
                  <a:lnTo>
                    <a:pt x="3180" y="28884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65348" y="2905659"/>
              <a:ext cx="647198" cy="529767"/>
            </a:xfrm>
            <a:custGeom>
              <a:avLst/>
              <a:pathLst>
                <a:path w="647198" h="529767">
                  <a:moveTo>
                    <a:pt x="60068" y="15757"/>
                  </a:moveTo>
                  <a:lnTo>
                    <a:pt x="63296" y="0"/>
                  </a:lnTo>
                  <a:lnTo>
                    <a:pt x="84870" y="2741"/>
                  </a:lnTo>
                  <a:lnTo>
                    <a:pt x="91332" y="4884"/>
                  </a:lnTo>
                  <a:lnTo>
                    <a:pt x="123119" y="8226"/>
                  </a:lnTo>
                  <a:lnTo>
                    <a:pt x="150598" y="11219"/>
                  </a:lnTo>
                  <a:lnTo>
                    <a:pt x="166964" y="13264"/>
                  </a:lnTo>
                  <a:lnTo>
                    <a:pt x="185636" y="15549"/>
                  </a:lnTo>
                  <a:lnTo>
                    <a:pt x="224935" y="19719"/>
                  </a:lnTo>
                  <a:lnTo>
                    <a:pt x="228286" y="20850"/>
                  </a:lnTo>
                  <a:lnTo>
                    <a:pt x="265066" y="24883"/>
                  </a:lnTo>
                  <a:lnTo>
                    <a:pt x="275152" y="25953"/>
                  </a:lnTo>
                  <a:lnTo>
                    <a:pt x="296220" y="28031"/>
                  </a:lnTo>
                  <a:lnTo>
                    <a:pt x="317214" y="30035"/>
                  </a:lnTo>
                  <a:lnTo>
                    <a:pt x="324386" y="30745"/>
                  </a:lnTo>
                  <a:lnTo>
                    <a:pt x="371208" y="35193"/>
                  </a:lnTo>
                  <a:lnTo>
                    <a:pt x="409859" y="39263"/>
                  </a:lnTo>
                  <a:lnTo>
                    <a:pt x="462186" y="43776"/>
                  </a:lnTo>
                  <a:lnTo>
                    <a:pt x="482218" y="44846"/>
                  </a:lnTo>
                  <a:lnTo>
                    <a:pt x="497057" y="45601"/>
                  </a:lnTo>
                  <a:lnTo>
                    <a:pt x="561728" y="49983"/>
                  </a:lnTo>
                  <a:lnTo>
                    <a:pt x="564944" y="50185"/>
                  </a:lnTo>
                  <a:lnTo>
                    <a:pt x="566033" y="50253"/>
                  </a:lnTo>
                  <a:lnTo>
                    <a:pt x="647198" y="55151"/>
                  </a:lnTo>
                  <a:lnTo>
                    <a:pt x="645539" y="91517"/>
                  </a:lnTo>
                  <a:lnTo>
                    <a:pt x="644836" y="105814"/>
                  </a:lnTo>
                  <a:lnTo>
                    <a:pt x="642967" y="143946"/>
                  </a:lnTo>
                  <a:lnTo>
                    <a:pt x="642555" y="152213"/>
                  </a:lnTo>
                  <a:lnTo>
                    <a:pt x="642323" y="156882"/>
                  </a:lnTo>
                  <a:lnTo>
                    <a:pt x="640629" y="191044"/>
                  </a:lnTo>
                  <a:lnTo>
                    <a:pt x="638943" y="226071"/>
                  </a:lnTo>
                  <a:lnTo>
                    <a:pt x="638641" y="232638"/>
                  </a:lnTo>
                  <a:lnTo>
                    <a:pt x="638502" y="235669"/>
                  </a:lnTo>
                  <a:lnTo>
                    <a:pt x="637477" y="258004"/>
                  </a:lnTo>
                  <a:lnTo>
                    <a:pt x="635864" y="292359"/>
                  </a:lnTo>
                  <a:lnTo>
                    <a:pt x="633777" y="336267"/>
                  </a:lnTo>
                  <a:lnTo>
                    <a:pt x="633660" y="338542"/>
                  </a:lnTo>
                  <a:lnTo>
                    <a:pt x="632977" y="351818"/>
                  </a:lnTo>
                  <a:lnTo>
                    <a:pt x="631570" y="381510"/>
                  </a:lnTo>
                  <a:lnTo>
                    <a:pt x="630239" y="409257"/>
                  </a:lnTo>
                  <a:lnTo>
                    <a:pt x="630153" y="410990"/>
                  </a:lnTo>
                  <a:lnTo>
                    <a:pt x="629466" y="424795"/>
                  </a:lnTo>
                  <a:lnTo>
                    <a:pt x="628415" y="447079"/>
                  </a:lnTo>
                  <a:lnTo>
                    <a:pt x="627945" y="457071"/>
                  </a:lnTo>
                  <a:lnTo>
                    <a:pt x="627674" y="462937"/>
                  </a:lnTo>
                  <a:lnTo>
                    <a:pt x="626735" y="483251"/>
                  </a:lnTo>
                  <a:lnTo>
                    <a:pt x="626069" y="496906"/>
                  </a:lnTo>
                  <a:lnTo>
                    <a:pt x="625083" y="516345"/>
                  </a:lnTo>
                  <a:lnTo>
                    <a:pt x="624436" y="529767"/>
                  </a:lnTo>
                  <a:lnTo>
                    <a:pt x="584660" y="527654"/>
                  </a:lnTo>
                  <a:lnTo>
                    <a:pt x="552537" y="526277"/>
                  </a:lnTo>
                  <a:lnTo>
                    <a:pt x="544645" y="525804"/>
                  </a:lnTo>
                  <a:lnTo>
                    <a:pt x="514749" y="523936"/>
                  </a:lnTo>
                  <a:lnTo>
                    <a:pt x="432980" y="518287"/>
                  </a:lnTo>
                  <a:lnTo>
                    <a:pt x="430563" y="518106"/>
                  </a:lnTo>
                  <a:lnTo>
                    <a:pt x="421299" y="517342"/>
                  </a:lnTo>
                  <a:lnTo>
                    <a:pt x="373101" y="513178"/>
                  </a:lnTo>
                  <a:lnTo>
                    <a:pt x="332243" y="509398"/>
                  </a:lnTo>
                  <a:lnTo>
                    <a:pt x="327810" y="508974"/>
                  </a:lnTo>
                  <a:lnTo>
                    <a:pt x="278587" y="504611"/>
                  </a:lnTo>
                  <a:lnTo>
                    <a:pt x="248924" y="501820"/>
                  </a:lnTo>
                  <a:lnTo>
                    <a:pt x="177647" y="494233"/>
                  </a:lnTo>
                  <a:lnTo>
                    <a:pt x="159773" y="492194"/>
                  </a:lnTo>
                  <a:lnTo>
                    <a:pt x="118358" y="487735"/>
                  </a:lnTo>
                  <a:lnTo>
                    <a:pt x="92958" y="484766"/>
                  </a:lnTo>
                  <a:lnTo>
                    <a:pt x="88707" y="484261"/>
                  </a:lnTo>
                  <a:lnTo>
                    <a:pt x="82197" y="483481"/>
                  </a:lnTo>
                  <a:lnTo>
                    <a:pt x="45005" y="478872"/>
                  </a:lnTo>
                  <a:lnTo>
                    <a:pt x="15502" y="474880"/>
                  </a:lnTo>
                  <a:lnTo>
                    <a:pt x="0" y="472733"/>
                  </a:lnTo>
                  <a:lnTo>
                    <a:pt x="3903" y="442778"/>
                  </a:lnTo>
                  <a:lnTo>
                    <a:pt x="5586" y="429898"/>
                  </a:lnTo>
                  <a:lnTo>
                    <a:pt x="8819" y="405713"/>
                  </a:lnTo>
                  <a:lnTo>
                    <a:pt x="9037" y="404027"/>
                  </a:lnTo>
                  <a:lnTo>
                    <a:pt x="15498" y="354212"/>
                  </a:lnTo>
                  <a:lnTo>
                    <a:pt x="20885" y="313127"/>
                  </a:lnTo>
                  <a:lnTo>
                    <a:pt x="23592" y="293719"/>
                  </a:lnTo>
                  <a:lnTo>
                    <a:pt x="27034" y="269093"/>
                  </a:lnTo>
                  <a:lnTo>
                    <a:pt x="30803" y="240530"/>
                  </a:lnTo>
                  <a:lnTo>
                    <a:pt x="31660" y="234038"/>
                  </a:lnTo>
                  <a:lnTo>
                    <a:pt x="32488" y="227783"/>
                  </a:lnTo>
                  <a:lnTo>
                    <a:pt x="36292" y="199038"/>
                  </a:lnTo>
                  <a:lnTo>
                    <a:pt x="39165" y="177143"/>
                  </a:lnTo>
                  <a:lnTo>
                    <a:pt x="42068" y="155075"/>
                  </a:lnTo>
                  <a:lnTo>
                    <a:pt x="45547" y="129029"/>
                  </a:lnTo>
                  <a:lnTo>
                    <a:pt x="46685" y="120158"/>
                  </a:lnTo>
                  <a:lnTo>
                    <a:pt x="48682" y="104627"/>
                  </a:lnTo>
                  <a:lnTo>
                    <a:pt x="52792" y="73907"/>
                  </a:lnTo>
                  <a:lnTo>
                    <a:pt x="54399" y="62202"/>
                  </a:lnTo>
                  <a:lnTo>
                    <a:pt x="56306" y="44318"/>
                  </a:lnTo>
                  <a:lnTo>
                    <a:pt x="56962" y="39436"/>
                  </a:lnTo>
                  <a:lnTo>
                    <a:pt x="57900" y="32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059895" y="3476907"/>
              <a:ext cx="586156" cy="450005"/>
            </a:xfrm>
            <a:custGeom>
              <a:avLst/>
              <a:pathLst>
                <a:path w="586156" h="450005">
                  <a:moveTo>
                    <a:pt x="14433" y="256895"/>
                  </a:moveTo>
                  <a:lnTo>
                    <a:pt x="21736" y="192647"/>
                  </a:lnTo>
                  <a:lnTo>
                    <a:pt x="24320" y="167929"/>
                  </a:lnTo>
                  <a:lnTo>
                    <a:pt x="25732" y="154462"/>
                  </a:lnTo>
                  <a:lnTo>
                    <a:pt x="27488" y="137741"/>
                  </a:lnTo>
                  <a:lnTo>
                    <a:pt x="29809" y="115699"/>
                  </a:lnTo>
                  <a:lnTo>
                    <a:pt x="33074" y="84259"/>
                  </a:lnTo>
                  <a:lnTo>
                    <a:pt x="33545" y="79964"/>
                  </a:lnTo>
                  <a:lnTo>
                    <a:pt x="38405" y="35691"/>
                  </a:lnTo>
                  <a:lnTo>
                    <a:pt x="38502" y="34765"/>
                  </a:lnTo>
                  <a:lnTo>
                    <a:pt x="40265" y="17959"/>
                  </a:lnTo>
                  <a:lnTo>
                    <a:pt x="42042" y="0"/>
                  </a:lnTo>
                  <a:lnTo>
                    <a:pt x="103962" y="6591"/>
                  </a:lnTo>
                  <a:lnTo>
                    <a:pt x="129731" y="9015"/>
                  </a:lnTo>
                  <a:lnTo>
                    <a:pt x="172491" y="12805"/>
                  </a:lnTo>
                  <a:lnTo>
                    <a:pt x="176342" y="13173"/>
                  </a:lnTo>
                  <a:lnTo>
                    <a:pt x="211836" y="16457"/>
                  </a:lnTo>
                  <a:lnTo>
                    <a:pt x="253706" y="20074"/>
                  </a:lnTo>
                  <a:lnTo>
                    <a:pt x="261754" y="20738"/>
                  </a:lnTo>
                  <a:lnTo>
                    <a:pt x="263854" y="20895"/>
                  </a:lnTo>
                  <a:lnTo>
                    <a:pt x="334910" y="25804"/>
                  </a:lnTo>
                  <a:lnTo>
                    <a:pt x="360859" y="27426"/>
                  </a:lnTo>
                  <a:lnTo>
                    <a:pt x="367715" y="27837"/>
                  </a:lnTo>
                  <a:lnTo>
                    <a:pt x="395620" y="29033"/>
                  </a:lnTo>
                  <a:lnTo>
                    <a:pt x="430174" y="30868"/>
                  </a:lnTo>
                  <a:lnTo>
                    <a:pt x="467523" y="32565"/>
                  </a:lnTo>
                  <a:lnTo>
                    <a:pt x="482426" y="33173"/>
                  </a:lnTo>
                  <a:lnTo>
                    <a:pt x="506267" y="34074"/>
                  </a:lnTo>
                  <a:lnTo>
                    <a:pt x="539239" y="35223"/>
                  </a:lnTo>
                  <a:lnTo>
                    <a:pt x="541767" y="35304"/>
                  </a:lnTo>
                  <a:lnTo>
                    <a:pt x="546774" y="35461"/>
                  </a:lnTo>
                  <a:lnTo>
                    <a:pt x="586156" y="36546"/>
                  </a:lnTo>
                  <a:lnTo>
                    <a:pt x="585556" y="62634"/>
                  </a:lnTo>
                  <a:lnTo>
                    <a:pt x="585428" y="68004"/>
                  </a:lnTo>
                  <a:lnTo>
                    <a:pt x="584793" y="94579"/>
                  </a:lnTo>
                  <a:lnTo>
                    <a:pt x="584570" y="103947"/>
                  </a:lnTo>
                  <a:lnTo>
                    <a:pt x="584543" y="105066"/>
                  </a:lnTo>
                  <a:lnTo>
                    <a:pt x="583688" y="139659"/>
                  </a:lnTo>
                  <a:lnTo>
                    <a:pt x="583278" y="158652"/>
                  </a:lnTo>
                  <a:lnTo>
                    <a:pt x="582784" y="183921"/>
                  </a:lnTo>
                  <a:lnTo>
                    <a:pt x="582772" y="184527"/>
                  </a:lnTo>
                  <a:lnTo>
                    <a:pt x="582381" y="204588"/>
                  </a:lnTo>
                  <a:lnTo>
                    <a:pt x="581942" y="229402"/>
                  </a:lnTo>
                  <a:lnTo>
                    <a:pt x="581786" y="238284"/>
                  </a:lnTo>
                  <a:lnTo>
                    <a:pt x="581018" y="274323"/>
                  </a:lnTo>
                  <a:lnTo>
                    <a:pt x="580837" y="282820"/>
                  </a:lnTo>
                  <a:lnTo>
                    <a:pt x="580334" y="306611"/>
                  </a:lnTo>
                  <a:lnTo>
                    <a:pt x="580083" y="318537"/>
                  </a:lnTo>
                  <a:lnTo>
                    <a:pt x="580069" y="319190"/>
                  </a:lnTo>
                  <a:lnTo>
                    <a:pt x="579746" y="334592"/>
                  </a:lnTo>
                  <a:lnTo>
                    <a:pt x="579050" y="373194"/>
                  </a:lnTo>
                  <a:lnTo>
                    <a:pt x="579023" y="374705"/>
                  </a:lnTo>
                  <a:lnTo>
                    <a:pt x="578835" y="382909"/>
                  </a:lnTo>
                  <a:lnTo>
                    <a:pt x="578233" y="409195"/>
                  </a:lnTo>
                  <a:lnTo>
                    <a:pt x="577925" y="422695"/>
                  </a:lnTo>
                  <a:lnTo>
                    <a:pt x="577570" y="438316"/>
                  </a:lnTo>
                  <a:lnTo>
                    <a:pt x="577409" y="445679"/>
                  </a:lnTo>
                  <a:lnTo>
                    <a:pt x="577285" y="450005"/>
                  </a:lnTo>
                  <a:lnTo>
                    <a:pt x="551413" y="449181"/>
                  </a:lnTo>
                  <a:lnTo>
                    <a:pt x="523079" y="448261"/>
                  </a:lnTo>
                  <a:lnTo>
                    <a:pt x="511206" y="447411"/>
                  </a:lnTo>
                  <a:lnTo>
                    <a:pt x="497970" y="446898"/>
                  </a:lnTo>
                  <a:lnTo>
                    <a:pt x="491037" y="446671"/>
                  </a:lnTo>
                  <a:lnTo>
                    <a:pt x="437573" y="444688"/>
                  </a:lnTo>
                  <a:lnTo>
                    <a:pt x="414887" y="443851"/>
                  </a:lnTo>
                  <a:lnTo>
                    <a:pt x="387547" y="442743"/>
                  </a:lnTo>
                  <a:lnTo>
                    <a:pt x="355090" y="440996"/>
                  </a:lnTo>
                  <a:lnTo>
                    <a:pt x="323021" y="438906"/>
                  </a:lnTo>
                  <a:lnTo>
                    <a:pt x="320196" y="438728"/>
                  </a:lnTo>
                  <a:lnTo>
                    <a:pt x="314796" y="438385"/>
                  </a:lnTo>
                  <a:lnTo>
                    <a:pt x="312256" y="438222"/>
                  </a:lnTo>
                  <a:lnTo>
                    <a:pt x="298399" y="437313"/>
                  </a:lnTo>
                  <a:lnTo>
                    <a:pt x="288946" y="436693"/>
                  </a:lnTo>
                  <a:lnTo>
                    <a:pt x="273892" y="435685"/>
                  </a:lnTo>
                  <a:lnTo>
                    <a:pt x="273728" y="435674"/>
                  </a:lnTo>
                  <a:lnTo>
                    <a:pt x="250723" y="434109"/>
                  </a:lnTo>
                  <a:lnTo>
                    <a:pt x="249994" y="434060"/>
                  </a:lnTo>
                  <a:lnTo>
                    <a:pt x="222225" y="432131"/>
                  </a:lnTo>
                  <a:lnTo>
                    <a:pt x="211256" y="431338"/>
                  </a:lnTo>
                  <a:lnTo>
                    <a:pt x="178826" y="428892"/>
                  </a:lnTo>
                  <a:lnTo>
                    <a:pt x="178270" y="428048"/>
                  </a:lnTo>
                  <a:lnTo>
                    <a:pt x="133519" y="424236"/>
                  </a:lnTo>
                  <a:lnTo>
                    <a:pt x="128514" y="423790"/>
                  </a:lnTo>
                  <a:lnTo>
                    <a:pt x="85834" y="419837"/>
                  </a:lnTo>
                  <a:lnTo>
                    <a:pt x="54702" y="416829"/>
                  </a:lnTo>
                  <a:lnTo>
                    <a:pt x="34897" y="414841"/>
                  </a:lnTo>
                  <a:lnTo>
                    <a:pt x="0" y="411168"/>
                  </a:lnTo>
                  <a:lnTo>
                    <a:pt x="5133" y="361308"/>
                  </a:lnTo>
                  <a:lnTo>
                    <a:pt x="9347" y="320623"/>
                  </a:lnTo>
                  <a:lnTo>
                    <a:pt x="12253" y="292698"/>
                  </a:lnTo>
                  <a:lnTo>
                    <a:pt x="12377" y="291501"/>
                  </a:lnTo>
                  <a:lnTo>
                    <a:pt x="12062" y="27995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24656" y="2933371"/>
              <a:ext cx="78327" cy="82770"/>
            </a:xfrm>
            <a:custGeom>
              <a:avLst/>
              <a:pathLst>
                <a:path w="78327" h="82770">
                  <a:moveTo>
                    <a:pt x="7086" y="77392"/>
                  </a:moveTo>
                  <a:lnTo>
                    <a:pt x="14959" y="67910"/>
                  </a:lnTo>
                  <a:lnTo>
                    <a:pt x="10776" y="64312"/>
                  </a:lnTo>
                  <a:lnTo>
                    <a:pt x="9803" y="60325"/>
                  </a:lnTo>
                  <a:lnTo>
                    <a:pt x="9661" y="59748"/>
                  </a:lnTo>
                  <a:lnTo>
                    <a:pt x="8778" y="56139"/>
                  </a:lnTo>
                  <a:lnTo>
                    <a:pt x="7555" y="51323"/>
                  </a:lnTo>
                  <a:lnTo>
                    <a:pt x="6236" y="46144"/>
                  </a:lnTo>
                  <a:lnTo>
                    <a:pt x="5930" y="44944"/>
                  </a:lnTo>
                  <a:lnTo>
                    <a:pt x="5564" y="43518"/>
                  </a:lnTo>
                  <a:lnTo>
                    <a:pt x="3302" y="34740"/>
                  </a:lnTo>
                  <a:lnTo>
                    <a:pt x="0" y="22130"/>
                  </a:lnTo>
                  <a:lnTo>
                    <a:pt x="10199" y="18901"/>
                  </a:lnTo>
                  <a:lnTo>
                    <a:pt x="14345" y="17633"/>
                  </a:lnTo>
                  <a:lnTo>
                    <a:pt x="17292" y="16729"/>
                  </a:lnTo>
                  <a:lnTo>
                    <a:pt x="19440" y="16067"/>
                  </a:lnTo>
                  <a:lnTo>
                    <a:pt x="24820" y="14275"/>
                  </a:lnTo>
                  <a:lnTo>
                    <a:pt x="25475" y="14056"/>
                  </a:lnTo>
                  <a:lnTo>
                    <a:pt x="27637" y="15650"/>
                  </a:lnTo>
                  <a:lnTo>
                    <a:pt x="28958" y="14951"/>
                  </a:lnTo>
                  <a:lnTo>
                    <a:pt x="29258" y="14792"/>
                  </a:lnTo>
                  <a:lnTo>
                    <a:pt x="29879" y="12532"/>
                  </a:lnTo>
                  <a:lnTo>
                    <a:pt x="35000" y="11059"/>
                  </a:lnTo>
                  <a:lnTo>
                    <a:pt x="38073" y="9750"/>
                  </a:lnTo>
                  <a:lnTo>
                    <a:pt x="46406" y="6910"/>
                  </a:lnTo>
                  <a:lnTo>
                    <a:pt x="50825" y="5420"/>
                  </a:lnTo>
                  <a:lnTo>
                    <a:pt x="53576" y="4489"/>
                  </a:lnTo>
                  <a:lnTo>
                    <a:pt x="59437" y="2497"/>
                  </a:lnTo>
                  <a:lnTo>
                    <a:pt x="65021" y="608"/>
                  </a:lnTo>
                  <a:lnTo>
                    <a:pt x="66813" y="0"/>
                  </a:lnTo>
                  <a:lnTo>
                    <a:pt x="67160" y="824"/>
                  </a:lnTo>
                  <a:lnTo>
                    <a:pt x="71200" y="11685"/>
                  </a:lnTo>
                  <a:lnTo>
                    <a:pt x="72868" y="16123"/>
                  </a:lnTo>
                  <a:lnTo>
                    <a:pt x="75282" y="23088"/>
                  </a:lnTo>
                  <a:lnTo>
                    <a:pt x="76823" y="28114"/>
                  </a:lnTo>
                  <a:lnTo>
                    <a:pt x="78327" y="33027"/>
                  </a:lnTo>
                  <a:lnTo>
                    <a:pt x="76753" y="33885"/>
                  </a:lnTo>
                  <a:lnTo>
                    <a:pt x="77986" y="37004"/>
                  </a:lnTo>
                  <a:lnTo>
                    <a:pt x="77641" y="39197"/>
                  </a:lnTo>
                  <a:lnTo>
                    <a:pt x="76318" y="38689"/>
                  </a:lnTo>
                  <a:lnTo>
                    <a:pt x="73648" y="40063"/>
                  </a:lnTo>
                  <a:lnTo>
                    <a:pt x="71307" y="41713"/>
                  </a:lnTo>
                  <a:lnTo>
                    <a:pt x="68478" y="42902"/>
                  </a:lnTo>
                  <a:lnTo>
                    <a:pt x="67172" y="44279"/>
                  </a:lnTo>
                  <a:lnTo>
                    <a:pt x="64203" y="44352"/>
                  </a:lnTo>
                  <a:lnTo>
                    <a:pt x="63130" y="45674"/>
                  </a:lnTo>
                  <a:lnTo>
                    <a:pt x="62704" y="46105"/>
                  </a:lnTo>
                  <a:lnTo>
                    <a:pt x="61219" y="47608"/>
                  </a:lnTo>
                  <a:lnTo>
                    <a:pt x="59056" y="48542"/>
                  </a:lnTo>
                  <a:lnTo>
                    <a:pt x="57831" y="49937"/>
                  </a:lnTo>
                  <a:lnTo>
                    <a:pt x="56760" y="49305"/>
                  </a:lnTo>
                  <a:lnTo>
                    <a:pt x="54261" y="50704"/>
                  </a:lnTo>
                  <a:lnTo>
                    <a:pt x="52089" y="52472"/>
                  </a:lnTo>
                  <a:lnTo>
                    <a:pt x="51645" y="52833"/>
                  </a:lnTo>
                  <a:lnTo>
                    <a:pt x="49291" y="52556"/>
                  </a:lnTo>
                  <a:lnTo>
                    <a:pt x="47104" y="53518"/>
                  </a:lnTo>
                  <a:lnTo>
                    <a:pt x="46008" y="55061"/>
                  </a:lnTo>
                  <a:lnTo>
                    <a:pt x="43320" y="56342"/>
                  </a:lnTo>
                  <a:lnTo>
                    <a:pt x="41867" y="55415"/>
                  </a:lnTo>
                  <a:lnTo>
                    <a:pt x="38465" y="57964"/>
                  </a:lnTo>
                  <a:lnTo>
                    <a:pt x="37449" y="57917"/>
                  </a:lnTo>
                  <a:lnTo>
                    <a:pt x="36017" y="57851"/>
                  </a:lnTo>
                  <a:lnTo>
                    <a:pt x="34934" y="59279"/>
                  </a:lnTo>
                  <a:lnTo>
                    <a:pt x="34445" y="59924"/>
                  </a:lnTo>
                  <a:lnTo>
                    <a:pt x="33563" y="61883"/>
                  </a:lnTo>
                  <a:lnTo>
                    <a:pt x="31426" y="63380"/>
                  </a:lnTo>
                  <a:lnTo>
                    <a:pt x="31096" y="65340"/>
                  </a:lnTo>
                  <a:lnTo>
                    <a:pt x="30987" y="65987"/>
                  </a:lnTo>
                  <a:lnTo>
                    <a:pt x="30234" y="66670"/>
                  </a:lnTo>
                  <a:lnTo>
                    <a:pt x="28412" y="66896"/>
                  </a:lnTo>
                  <a:lnTo>
                    <a:pt x="27136" y="67054"/>
                  </a:lnTo>
                  <a:lnTo>
                    <a:pt x="25464" y="70102"/>
                  </a:lnTo>
                  <a:lnTo>
                    <a:pt x="25179" y="70250"/>
                  </a:lnTo>
                  <a:lnTo>
                    <a:pt x="24135" y="70792"/>
                  </a:lnTo>
                  <a:lnTo>
                    <a:pt x="22859" y="71454"/>
                  </a:lnTo>
                  <a:lnTo>
                    <a:pt x="21295" y="72355"/>
                  </a:lnTo>
                  <a:lnTo>
                    <a:pt x="22343" y="73113"/>
                  </a:lnTo>
                  <a:lnTo>
                    <a:pt x="21502" y="75068"/>
                  </a:lnTo>
                  <a:lnTo>
                    <a:pt x="20287" y="76133"/>
                  </a:lnTo>
                  <a:lnTo>
                    <a:pt x="18371" y="76558"/>
                  </a:lnTo>
                  <a:lnTo>
                    <a:pt x="16637" y="77916"/>
                  </a:lnTo>
                  <a:lnTo>
                    <a:pt x="15210" y="79735"/>
                  </a:lnTo>
                  <a:lnTo>
                    <a:pt x="13868" y="80239"/>
                  </a:lnTo>
                  <a:lnTo>
                    <a:pt x="11926" y="82770"/>
                  </a:lnTo>
                  <a:lnTo>
                    <a:pt x="11517" y="81763"/>
                  </a:lnTo>
                  <a:lnTo>
                    <a:pt x="11269" y="81007"/>
                  </a:lnTo>
                  <a:lnTo>
                    <a:pt x="8419" y="7854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71572" y="3288489"/>
              <a:ext cx="71253" cy="109326"/>
            </a:xfrm>
            <a:custGeom>
              <a:avLst/>
              <a:pathLst>
                <a:path w="71253" h="109326">
                  <a:moveTo>
                    <a:pt x="857" y="13466"/>
                  </a:moveTo>
                  <a:lnTo>
                    <a:pt x="1261" y="10343"/>
                  </a:lnTo>
                  <a:lnTo>
                    <a:pt x="2597" y="7054"/>
                  </a:lnTo>
                  <a:lnTo>
                    <a:pt x="5089" y="3847"/>
                  </a:lnTo>
                  <a:lnTo>
                    <a:pt x="8851" y="1552"/>
                  </a:lnTo>
                  <a:lnTo>
                    <a:pt x="9542" y="1130"/>
                  </a:lnTo>
                  <a:lnTo>
                    <a:pt x="10035" y="829"/>
                  </a:lnTo>
                  <a:lnTo>
                    <a:pt x="15410" y="0"/>
                  </a:lnTo>
                  <a:lnTo>
                    <a:pt x="19837" y="910"/>
                  </a:lnTo>
                  <a:lnTo>
                    <a:pt x="18078" y="4489"/>
                  </a:lnTo>
                  <a:lnTo>
                    <a:pt x="18156" y="8729"/>
                  </a:lnTo>
                  <a:lnTo>
                    <a:pt x="16941" y="11531"/>
                  </a:lnTo>
                  <a:lnTo>
                    <a:pt x="16333" y="14984"/>
                  </a:lnTo>
                  <a:lnTo>
                    <a:pt x="15310" y="16760"/>
                  </a:lnTo>
                  <a:lnTo>
                    <a:pt x="16956" y="19087"/>
                  </a:lnTo>
                  <a:lnTo>
                    <a:pt x="19165" y="19912"/>
                  </a:lnTo>
                  <a:lnTo>
                    <a:pt x="19244" y="23472"/>
                  </a:lnTo>
                  <a:lnTo>
                    <a:pt x="20043" y="26342"/>
                  </a:lnTo>
                  <a:lnTo>
                    <a:pt x="16688" y="28967"/>
                  </a:lnTo>
                  <a:lnTo>
                    <a:pt x="18810" y="31690"/>
                  </a:lnTo>
                  <a:lnTo>
                    <a:pt x="22852" y="34719"/>
                  </a:lnTo>
                  <a:lnTo>
                    <a:pt x="24170" y="35777"/>
                  </a:lnTo>
                  <a:lnTo>
                    <a:pt x="27158" y="38170"/>
                  </a:lnTo>
                  <a:lnTo>
                    <a:pt x="32169" y="42161"/>
                  </a:lnTo>
                  <a:lnTo>
                    <a:pt x="34651" y="47795"/>
                  </a:lnTo>
                  <a:lnTo>
                    <a:pt x="35121" y="52234"/>
                  </a:lnTo>
                  <a:lnTo>
                    <a:pt x="37450" y="57871"/>
                  </a:lnTo>
                  <a:lnTo>
                    <a:pt x="41524" y="59785"/>
                  </a:lnTo>
                  <a:lnTo>
                    <a:pt x="45126" y="64729"/>
                  </a:lnTo>
                  <a:lnTo>
                    <a:pt x="45558" y="65321"/>
                  </a:lnTo>
                  <a:lnTo>
                    <a:pt x="46040" y="67340"/>
                  </a:lnTo>
                  <a:lnTo>
                    <a:pt x="51784" y="71328"/>
                  </a:lnTo>
                  <a:lnTo>
                    <a:pt x="57260" y="74151"/>
                  </a:lnTo>
                  <a:lnTo>
                    <a:pt x="60096" y="73864"/>
                  </a:lnTo>
                  <a:lnTo>
                    <a:pt x="61177" y="72332"/>
                  </a:lnTo>
                  <a:lnTo>
                    <a:pt x="64455" y="79758"/>
                  </a:lnTo>
                  <a:lnTo>
                    <a:pt x="69068" y="91763"/>
                  </a:lnTo>
                  <a:lnTo>
                    <a:pt x="71253" y="98214"/>
                  </a:lnTo>
                  <a:lnTo>
                    <a:pt x="63223" y="100756"/>
                  </a:lnTo>
                  <a:lnTo>
                    <a:pt x="54012" y="103509"/>
                  </a:lnTo>
                  <a:lnTo>
                    <a:pt x="45851" y="105933"/>
                  </a:lnTo>
                  <a:lnTo>
                    <a:pt x="33062" y="109326"/>
                  </a:lnTo>
                  <a:lnTo>
                    <a:pt x="30880" y="103076"/>
                  </a:lnTo>
                  <a:lnTo>
                    <a:pt x="30407" y="101711"/>
                  </a:lnTo>
                  <a:lnTo>
                    <a:pt x="28449" y="96062"/>
                  </a:lnTo>
                  <a:lnTo>
                    <a:pt x="23313" y="81350"/>
                  </a:lnTo>
                  <a:lnTo>
                    <a:pt x="15024" y="57645"/>
                  </a:lnTo>
                  <a:lnTo>
                    <a:pt x="12281" y="49810"/>
                  </a:lnTo>
                  <a:lnTo>
                    <a:pt x="10953" y="46019"/>
                  </a:lnTo>
                  <a:lnTo>
                    <a:pt x="8809" y="39901"/>
                  </a:lnTo>
                  <a:lnTo>
                    <a:pt x="0" y="1372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416773" y="5766571"/>
              <a:ext cx="7449" cy="7249"/>
            </a:xfrm>
            <a:custGeom>
              <a:avLst/>
              <a:pathLst>
                <a:path w="7449" h="7249">
                  <a:moveTo>
                    <a:pt x="384" y="1051"/>
                  </a:moveTo>
                  <a:lnTo>
                    <a:pt x="3204" y="0"/>
                  </a:lnTo>
                  <a:lnTo>
                    <a:pt x="4589" y="54"/>
                  </a:lnTo>
                  <a:lnTo>
                    <a:pt x="7449" y="3800"/>
                  </a:lnTo>
                  <a:lnTo>
                    <a:pt x="6200" y="6282"/>
                  </a:lnTo>
                  <a:lnTo>
                    <a:pt x="3602" y="7249"/>
                  </a:lnTo>
                  <a:lnTo>
                    <a:pt x="1170" y="5524"/>
                  </a:lnTo>
                  <a:lnTo>
                    <a:pt x="0" y="35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26188" y="5505002"/>
              <a:ext cx="65992" cy="63979"/>
            </a:xfrm>
            <a:custGeom>
              <a:avLst/>
              <a:pathLst>
                <a:path w="65992" h="63979">
                  <a:moveTo>
                    <a:pt x="983" y="24429"/>
                  </a:moveTo>
                  <a:lnTo>
                    <a:pt x="2855" y="21456"/>
                  </a:lnTo>
                  <a:lnTo>
                    <a:pt x="3595" y="17922"/>
                  </a:lnTo>
                  <a:lnTo>
                    <a:pt x="4221" y="14926"/>
                  </a:lnTo>
                  <a:lnTo>
                    <a:pt x="3787" y="12950"/>
                  </a:lnTo>
                  <a:lnTo>
                    <a:pt x="1489" y="9287"/>
                  </a:lnTo>
                  <a:lnTo>
                    <a:pt x="793" y="6708"/>
                  </a:lnTo>
                  <a:lnTo>
                    <a:pt x="0" y="4807"/>
                  </a:lnTo>
                  <a:lnTo>
                    <a:pt x="1179" y="3013"/>
                  </a:lnTo>
                  <a:lnTo>
                    <a:pt x="5130" y="2239"/>
                  </a:lnTo>
                  <a:lnTo>
                    <a:pt x="9965" y="0"/>
                  </a:lnTo>
                  <a:lnTo>
                    <a:pt x="11140" y="367"/>
                  </a:lnTo>
                  <a:lnTo>
                    <a:pt x="14111" y="2375"/>
                  </a:lnTo>
                  <a:lnTo>
                    <a:pt x="15091" y="2310"/>
                  </a:lnTo>
                  <a:lnTo>
                    <a:pt x="16957" y="2185"/>
                  </a:lnTo>
                  <a:lnTo>
                    <a:pt x="19623" y="3502"/>
                  </a:lnTo>
                  <a:lnTo>
                    <a:pt x="22051" y="5806"/>
                  </a:lnTo>
                  <a:lnTo>
                    <a:pt x="20750" y="6614"/>
                  </a:lnTo>
                  <a:lnTo>
                    <a:pt x="22406" y="8179"/>
                  </a:lnTo>
                  <a:lnTo>
                    <a:pt x="23409" y="9127"/>
                  </a:lnTo>
                  <a:lnTo>
                    <a:pt x="30291" y="11532"/>
                  </a:lnTo>
                  <a:lnTo>
                    <a:pt x="35923" y="15325"/>
                  </a:lnTo>
                  <a:lnTo>
                    <a:pt x="38094" y="19693"/>
                  </a:lnTo>
                  <a:lnTo>
                    <a:pt x="40024" y="19208"/>
                  </a:lnTo>
                  <a:lnTo>
                    <a:pt x="43943" y="23052"/>
                  </a:lnTo>
                  <a:lnTo>
                    <a:pt x="49185" y="25199"/>
                  </a:lnTo>
                  <a:lnTo>
                    <a:pt x="47399" y="28131"/>
                  </a:lnTo>
                  <a:lnTo>
                    <a:pt x="52712" y="31972"/>
                  </a:lnTo>
                  <a:lnTo>
                    <a:pt x="54954" y="31563"/>
                  </a:lnTo>
                  <a:lnTo>
                    <a:pt x="58053" y="34780"/>
                  </a:lnTo>
                  <a:lnTo>
                    <a:pt x="58361" y="38440"/>
                  </a:lnTo>
                  <a:lnTo>
                    <a:pt x="60763" y="41117"/>
                  </a:lnTo>
                  <a:lnTo>
                    <a:pt x="63238" y="46429"/>
                  </a:lnTo>
                  <a:lnTo>
                    <a:pt x="65818" y="50512"/>
                  </a:lnTo>
                  <a:lnTo>
                    <a:pt x="65992" y="53388"/>
                  </a:lnTo>
                  <a:lnTo>
                    <a:pt x="65890" y="54975"/>
                  </a:lnTo>
                  <a:lnTo>
                    <a:pt x="62956" y="56735"/>
                  </a:lnTo>
                  <a:lnTo>
                    <a:pt x="60945" y="56142"/>
                  </a:lnTo>
                  <a:lnTo>
                    <a:pt x="59259" y="57265"/>
                  </a:lnTo>
                  <a:lnTo>
                    <a:pt x="57329" y="56562"/>
                  </a:lnTo>
                  <a:lnTo>
                    <a:pt x="55866" y="55590"/>
                  </a:lnTo>
                  <a:lnTo>
                    <a:pt x="53531" y="56859"/>
                  </a:lnTo>
                  <a:lnTo>
                    <a:pt x="51110" y="59392"/>
                  </a:lnTo>
                  <a:lnTo>
                    <a:pt x="51762" y="62998"/>
                  </a:lnTo>
                  <a:lnTo>
                    <a:pt x="49998" y="63893"/>
                  </a:lnTo>
                  <a:lnTo>
                    <a:pt x="46921" y="63979"/>
                  </a:lnTo>
                  <a:lnTo>
                    <a:pt x="45693" y="61896"/>
                  </a:lnTo>
                  <a:lnTo>
                    <a:pt x="44209" y="61121"/>
                  </a:lnTo>
                  <a:lnTo>
                    <a:pt x="41887" y="60322"/>
                  </a:lnTo>
                  <a:lnTo>
                    <a:pt x="37640" y="57418"/>
                  </a:lnTo>
                  <a:lnTo>
                    <a:pt x="35098" y="55714"/>
                  </a:lnTo>
                  <a:lnTo>
                    <a:pt x="33328" y="53724"/>
                  </a:lnTo>
                  <a:lnTo>
                    <a:pt x="31311" y="51723"/>
                  </a:lnTo>
                  <a:lnTo>
                    <a:pt x="31062" y="49632"/>
                  </a:lnTo>
                  <a:lnTo>
                    <a:pt x="29549" y="47253"/>
                  </a:lnTo>
                  <a:lnTo>
                    <a:pt x="28104" y="47007"/>
                  </a:lnTo>
                  <a:lnTo>
                    <a:pt x="26975" y="48089"/>
                  </a:lnTo>
                  <a:lnTo>
                    <a:pt x="25383" y="48354"/>
                  </a:lnTo>
                  <a:lnTo>
                    <a:pt x="23279" y="47698"/>
                  </a:lnTo>
                  <a:lnTo>
                    <a:pt x="22751" y="46247"/>
                  </a:lnTo>
                  <a:lnTo>
                    <a:pt x="19601" y="46330"/>
                  </a:lnTo>
                  <a:lnTo>
                    <a:pt x="20991" y="50184"/>
                  </a:lnTo>
                  <a:lnTo>
                    <a:pt x="19344" y="50212"/>
                  </a:lnTo>
                  <a:lnTo>
                    <a:pt x="17348" y="47562"/>
                  </a:lnTo>
                  <a:lnTo>
                    <a:pt x="17621" y="44626"/>
                  </a:lnTo>
                  <a:lnTo>
                    <a:pt x="16691" y="42333"/>
                  </a:lnTo>
                  <a:lnTo>
                    <a:pt x="14501" y="41408"/>
                  </a:lnTo>
                  <a:lnTo>
                    <a:pt x="12399" y="42195"/>
                  </a:lnTo>
                  <a:lnTo>
                    <a:pt x="11680" y="38248"/>
                  </a:lnTo>
                  <a:lnTo>
                    <a:pt x="11359" y="35977"/>
                  </a:lnTo>
                  <a:lnTo>
                    <a:pt x="10436" y="33075"/>
                  </a:lnTo>
                  <a:lnTo>
                    <a:pt x="10852" y="29486"/>
                  </a:lnTo>
                  <a:lnTo>
                    <a:pt x="8570" y="27736"/>
                  </a:lnTo>
                  <a:lnTo>
                    <a:pt x="7660" y="25561"/>
                  </a:lnTo>
                  <a:lnTo>
                    <a:pt x="3889" y="26683"/>
                  </a:lnTo>
                  <a:lnTo>
                    <a:pt x="2371" y="2679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00780" y="5476240"/>
              <a:ext cx="43340" cy="61402"/>
            </a:xfrm>
            <a:custGeom>
              <a:avLst/>
              <a:pathLst>
                <a:path w="43340" h="61402">
                  <a:moveTo>
                    <a:pt x="0" y="18289"/>
                  </a:moveTo>
                  <a:lnTo>
                    <a:pt x="1441" y="14153"/>
                  </a:lnTo>
                  <a:lnTo>
                    <a:pt x="3139" y="13509"/>
                  </a:lnTo>
                  <a:lnTo>
                    <a:pt x="3748" y="12092"/>
                  </a:lnTo>
                  <a:lnTo>
                    <a:pt x="6486" y="12563"/>
                  </a:lnTo>
                  <a:lnTo>
                    <a:pt x="8611" y="15146"/>
                  </a:lnTo>
                  <a:lnTo>
                    <a:pt x="10791" y="16452"/>
                  </a:lnTo>
                  <a:lnTo>
                    <a:pt x="11694" y="14061"/>
                  </a:lnTo>
                  <a:lnTo>
                    <a:pt x="8555" y="9752"/>
                  </a:lnTo>
                  <a:lnTo>
                    <a:pt x="4624" y="8150"/>
                  </a:lnTo>
                  <a:lnTo>
                    <a:pt x="4714" y="5874"/>
                  </a:lnTo>
                  <a:lnTo>
                    <a:pt x="6922" y="3758"/>
                  </a:lnTo>
                  <a:lnTo>
                    <a:pt x="10566" y="3401"/>
                  </a:lnTo>
                  <a:lnTo>
                    <a:pt x="15530" y="2836"/>
                  </a:lnTo>
                  <a:lnTo>
                    <a:pt x="20519" y="2381"/>
                  </a:lnTo>
                  <a:lnTo>
                    <a:pt x="20868" y="2211"/>
                  </a:lnTo>
                  <a:lnTo>
                    <a:pt x="25407" y="0"/>
                  </a:lnTo>
                  <a:lnTo>
                    <a:pt x="29455" y="2027"/>
                  </a:lnTo>
                  <a:lnTo>
                    <a:pt x="33353" y="6370"/>
                  </a:lnTo>
                  <a:lnTo>
                    <a:pt x="36135" y="6410"/>
                  </a:lnTo>
                  <a:lnTo>
                    <a:pt x="38427" y="8486"/>
                  </a:lnTo>
                  <a:lnTo>
                    <a:pt x="42066" y="9425"/>
                  </a:lnTo>
                  <a:lnTo>
                    <a:pt x="43340" y="11854"/>
                  </a:lnTo>
                  <a:lnTo>
                    <a:pt x="43070" y="14802"/>
                  </a:lnTo>
                  <a:lnTo>
                    <a:pt x="40798" y="17721"/>
                  </a:lnTo>
                  <a:lnTo>
                    <a:pt x="37751" y="18298"/>
                  </a:lnTo>
                  <a:lnTo>
                    <a:pt x="35453" y="19543"/>
                  </a:lnTo>
                  <a:lnTo>
                    <a:pt x="33507" y="23609"/>
                  </a:lnTo>
                  <a:lnTo>
                    <a:pt x="30806" y="24437"/>
                  </a:lnTo>
                  <a:lnTo>
                    <a:pt x="28408" y="25814"/>
                  </a:lnTo>
                  <a:lnTo>
                    <a:pt x="27454" y="26361"/>
                  </a:lnTo>
                  <a:lnTo>
                    <a:pt x="23400" y="28769"/>
                  </a:lnTo>
                  <a:lnTo>
                    <a:pt x="20647" y="32500"/>
                  </a:lnTo>
                  <a:lnTo>
                    <a:pt x="21619" y="35612"/>
                  </a:lnTo>
                  <a:lnTo>
                    <a:pt x="21462" y="37849"/>
                  </a:lnTo>
                  <a:lnTo>
                    <a:pt x="22284" y="40084"/>
                  </a:lnTo>
                  <a:lnTo>
                    <a:pt x="21696" y="42472"/>
                  </a:lnTo>
                  <a:lnTo>
                    <a:pt x="22608" y="43753"/>
                  </a:lnTo>
                  <a:lnTo>
                    <a:pt x="22837" y="46345"/>
                  </a:lnTo>
                  <a:lnTo>
                    <a:pt x="21620" y="47041"/>
                  </a:lnTo>
                  <a:lnTo>
                    <a:pt x="19967" y="47438"/>
                  </a:lnTo>
                  <a:lnTo>
                    <a:pt x="20337" y="50482"/>
                  </a:lnTo>
                  <a:lnTo>
                    <a:pt x="21623" y="52171"/>
                  </a:lnTo>
                  <a:lnTo>
                    <a:pt x="22429" y="55243"/>
                  </a:lnTo>
                  <a:lnTo>
                    <a:pt x="21083" y="57706"/>
                  </a:lnTo>
                  <a:lnTo>
                    <a:pt x="20598" y="59501"/>
                  </a:lnTo>
                  <a:lnTo>
                    <a:pt x="19896" y="61402"/>
                  </a:lnTo>
                  <a:lnTo>
                    <a:pt x="18572" y="60305"/>
                  </a:lnTo>
                  <a:lnTo>
                    <a:pt x="16474" y="57174"/>
                  </a:lnTo>
                  <a:lnTo>
                    <a:pt x="18364" y="56459"/>
                  </a:lnTo>
                  <a:lnTo>
                    <a:pt x="18464" y="51046"/>
                  </a:lnTo>
                  <a:lnTo>
                    <a:pt x="15468" y="47469"/>
                  </a:lnTo>
                  <a:lnTo>
                    <a:pt x="12891" y="42669"/>
                  </a:lnTo>
                  <a:lnTo>
                    <a:pt x="11216" y="39408"/>
                  </a:lnTo>
                  <a:lnTo>
                    <a:pt x="11317" y="36414"/>
                  </a:lnTo>
                  <a:lnTo>
                    <a:pt x="10283" y="34465"/>
                  </a:lnTo>
                  <a:lnTo>
                    <a:pt x="9974" y="30340"/>
                  </a:lnTo>
                  <a:lnTo>
                    <a:pt x="8589" y="29740"/>
                  </a:lnTo>
                  <a:lnTo>
                    <a:pt x="6895" y="30532"/>
                  </a:lnTo>
                  <a:lnTo>
                    <a:pt x="6180" y="27603"/>
                  </a:lnTo>
                  <a:lnTo>
                    <a:pt x="3709" y="26303"/>
                  </a:lnTo>
                  <a:lnTo>
                    <a:pt x="160" y="202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462908" y="5435184"/>
              <a:ext cx="43278" cy="54301"/>
            </a:xfrm>
            <a:custGeom>
              <a:avLst/>
              <a:pathLst>
                <a:path w="43278" h="54301">
                  <a:moveTo>
                    <a:pt x="0" y="0"/>
                  </a:moveTo>
                  <a:lnTo>
                    <a:pt x="2762" y="1110"/>
                  </a:lnTo>
                  <a:lnTo>
                    <a:pt x="5493" y="3294"/>
                  </a:lnTo>
                  <a:lnTo>
                    <a:pt x="7499" y="5112"/>
                  </a:lnTo>
                  <a:lnTo>
                    <a:pt x="8127" y="5990"/>
                  </a:lnTo>
                  <a:lnTo>
                    <a:pt x="9466" y="7859"/>
                  </a:lnTo>
                  <a:lnTo>
                    <a:pt x="11213" y="6616"/>
                  </a:lnTo>
                  <a:lnTo>
                    <a:pt x="14514" y="5806"/>
                  </a:lnTo>
                  <a:lnTo>
                    <a:pt x="17694" y="5627"/>
                  </a:lnTo>
                  <a:lnTo>
                    <a:pt x="19077" y="4547"/>
                  </a:lnTo>
                  <a:lnTo>
                    <a:pt x="21127" y="4615"/>
                  </a:lnTo>
                  <a:lnTo>
                    <a:pt x="21736" y="6709"/>
                  </a:lnTo>
                  <a:lnTo>
                    <a:pt x="23210" y="7552"/>
                  </a:lnTo>
                  <a:lnTo>
                    <a:pt x="25135" y="9201"/>
                  </a:lnTo>
                  <a:lnTo>
                    <a:pt x="28373" y="11802"/>
                  </a:lnTo>
                  <a:lnTo>
                    <a:pt x="32219" y="15399"/>
                  </a:lnTo>
                  <a:lnTo>
                    <a:pt x="34478" y="20406"/>
                  </a:lnTo>
                  <a:lnTo>
                    <a:pt x="37665" y="22739"/>
                  </a:lnTo>
                  <a:lnTo>
                    <a:pt x="38177" y="24545"/>
                  </a:lnTo>
                  <a:lnTo>
                    <a:pt x="38477" y="28562"/>
                  </a:lnTo>
                  <a:lnTo>
                    <a:pt x="40580" y="33363"/>
                  </a:lnTo>
                  <a:lnTo>
                    <a:pt x="43278" y="34946"/>
                  </a:lnTo>
                  <a:lnTo>
                    <a:pt x="42809" y="37148"/>
                  </a:lnTo>
                  <a:lnTo>
                    <a:pt x="42123" y="37623"/>
                  </a:lnTo>
                  <a:lnTo>
                    <a:pt x="39202" y="37176"/>
                  </a:lnTo>
                  <a:lnTo>
                    <a:pt x="37326" y="39800"/>
                  </a:lnTo>
                  <a:lnTo>
                    <a:pt x="36708" y="44078"/>
                  </a:lnTo>
                  <a:lnTo>
                    <a:pt x="35181" y="47121"/>
                  </a:lnTo>
                  <a:lnTo>
                    <a:pt x="33915" y="48731"/>
                  </a:lnTo>
                  <a:lnTo>
                    <a:pt x="34219" y="49958"/>
                  </a:lnTo>
                  <a:lnTo>
                    <a:pt x="33397" y="51548"/>
                  </a:lnTo>
                  <a:lnTo>
                    <a:pt x="32758" y="53354"/>
                  </a:lnTo>
                  <a:lnTo>
                    <a:pt x="31412" y="54301"/>
                  </a:lnTo>
                  <a:lnTo>
                    <a:pt x="28464" y="51338"/>
                  </a:lnTo>
                  <a:lnTo>
                    <a:pt x="26151" y="45948"/>
                  </a:lnTo>
                  <a:lnTo>
                    <a:pt x="25148" y="38149"/>
                  </a:lnTo>
                  <a:lnTo>
                    <a:pt x="22256" y="34205"/>
                  </a:lnTo>
                  <a:lnTo>
                    <a:pt x="17492" y="27789"/>
                  </a:lnTo>
                  <a:lnTo>
                    <a:pt x="15614" y="23923"/>
                  </a:lnTo>
                  <a:lnTo>
                    <a:pt x="12055" y="17668"/>
                  </a:lnTo>
                  <a:lnTo>
                    <a:pt x="9013" y="11935"/>
                  </a:lnTo>
                  <a:lnTo>
                    <a:pt x="5692" y="8531"/>
                  </a:lnTo>
                  <a:lnTo>
                    <a:pt x="1389" y="34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34554" y="5447280"/>
              <a:ext cx="71962" cy="79061"/>
            </a:xfrm>
            <a:custGeom>
              <a:avLst/>
              <a:pathLst>
                <a:path w="71962" h="79061">
                  <a:moveTo>
                    <a:pt x="388" y="17282"/>
                  </a:moveTo>
                  <a:lnTo>
                    <a:pt x="0" y="14594"/>
                  </a:lnTo>
                  <a:lnTo>
                    <a:pt x="1662" y="12982"/>
                  </a:lnTo>
                  <a:lnTo>
                    <a:pt x="2821" y="10795"/>
                  </a:lnTo>
                  <a:lnTo>
                    <a:pt x="745" y="6582"/>
                  </a:lnTo>
                  <a:lnTo>
                    <a:pt x="2802" y="5795"/>
                  </a:lnTo>
                  <a:lnTo>
                    <a:pt x="5001" y="4266"/>
                  </a:lnTo>
                  <a:lnTo>
                    <a:pt x="7834" y="2562"/>
                  </a:lnTo>
                  <a:lnTo>
                    <a:pt x="11399" y="1942"/>
                  </a:lnTo>
                  <a:lnTo>
                    <a:pt x="12956" y="0"/>
                  </a:lnTo>
                  <a:lnTo>
                    <a:pt x="15330" y="1705"/>
                  </a:lnTo>
                  <a:lnTo>
                    <a:pt x="20872" y="2506"/>
                  </a:lnTo>
                  <a:lnTo>
                    <a:pt x="26732" y="3590"/>
                  </a:lnTo>
                  <a:lnTo>
                    <a:pt x="30403" y="2484"/>
                  </a:lnTo>
                  <a:lnTo>
                    <a:pt x="34586" y="3235"/>
                  </a:lnTo>
                  <a:lnTo>
                    <a:pt x="37003" y="7851"/>
                  </a:lnTo>
                  <a:lnTo>
                    <a:pt x="35957" y="10134"/>
                  </a:lnTo>
                  <a:lnTo>
                    <a:pt x="38840" y="13967"/>
                  </a:lnTo>
                  <a:lnTo>
                    <a:pt x="39335" y="14622"/>
                  </a:lnTo>
                  <a:lnTo>
                    <a:pt x="46172" y="24642"/>
                  </a:lnTo>
                  <a:lnTo>
                    <a:pt x="48293" y="30014"/>
                  </a:lnTo>
                  <a:lnTo>
                    <a:pt x="49456" y="34786"/>
                  </a:lnTo>
                  <a:lnTo>
                    <a:pt x="56834" y="45821"/>
                  </a:lnTo>
                  <a:lnTo>
                    <a:pt x="59022" y="48564"/>
                  </a:lnTo>
                  <a:lnTo>
                    <a:pt x="61351" y="52285"/>
                  </a:lnTo>
                  <a:lnTo>
                    <a:pt x="63700" y="55946"/>
                  </a:lnTo>
                  <a:lnTo>
                    <a:pt x="65228" y="58842"/>
                  </a:lnTo>
                  <a:lnTo>
                    <a:pt x="66406" y="62434"/>
                  </a:lnTo>
                  <a:lnTo>
                    <a:pt x="65971" y="64083"/>
                  </a:lnTo>
                  <a:lnTo>
                    <a:pt x="67925" y="67107"/>
                  </a:lnTo>
                  <a:lnTo>
                    <a:pt x="69785" y="71230"/>
                  </a:lnTo>
                  <a:lnTo>
                    <a:pt x="71144" y="74550"/>
                  </a:lnTo>
                  <a:lnTo>
                    <a:pt x="71872" y="77553"/>
                  </a:lnTo>
                  <a:lnTo>
                    <a:pt x="71962" y="79061"/>
                  </a:lnTo>
                  <a:lnTo>
                    <a:pt x="69239" y="78097"/>
                  </a:lnTo>
                  <a:lnTo>
                    <a:pt x="67618" y="77091"/>
                  </a:lnTo>
                  <a:lnTo>
                    <a:pt x="65879" y="74672"/>
                  </a:lnTo>
                  <a:lnTo>
                    <a:pt x="63324" y="73252"/>
                  </a:lnTo>
                  <a:lnTo>
                    <a:pt x="60680" y="70611"/>
                  </a:lnTo>
                  <a:lnTo>
                    <a:pt x="57344" y="67506"/>
                  </a:lnTo>
                  <a:lnTo>
                    <a:pt x="54682" y="65033"/>
                  </a:lnTo>
                  <a:lnTo>
                    <a:pt x="52278" y="62368"/>
                  </a:lnTo>
                  <a:lnTo>
                    <a:pt x="51610" y="63264"/>
                  </a:lnTo>
                  <a:lnTo>
                    <a:pt x="48638" y="61521"/>
                  </a:lnTo>
                  <a:lnTo>
                    <a:pt x="46849" y="60685"/>
                  </a:lnTo>
                  <a:lnTo>
                    <a:pt x="44341" y="61111"/>
                  </a:lnTo>
                  <a:lnTo>
                    <a:pt x="41363" y="58932"/>
                  </a:lnTo>
                  <a:lnTo>
                    <a:pt x="41915" y="57492"/>
                  </a:lnTo>
                  <a:lnTo>
                    <a:pt x="42156" y="56157"/>
                  </a:lnTo>
                  <a:lnTo>
                    <a:pt x="42067" y="53692"/>
                  </a:lnTo>
                  <a:lnTo>
                    <a:pt x="42708" y="49580"/>
                  </a:lnTo>
                  <a:lnTo>
                    <a:pt x="39625" y="48454"/>
                  </a:lnTo>
                  <a:lnTo>
                    <a:pt x="36574" y="47981"/>
                  </a:lnTo>
                  <a:lnTo>
                    <a:pt x="36834" y="50800"/>
                  </a:lnTo>
                  <a:lnTo>
                    <a:pt x="36718" y="52606"/>
                  </a:lnTo>
                  <a:lnTo>
                    <a:pt x="32943" y="55177"/>
                  </a:lnTo>
                  <a:lnTo>
                    <a:pt x="32172" y="55170"/>
                  </a:lnTo>
                  <a:lnTo>
                    <a:pt x="30994" y="51357"/>
                  </a:lnTo>
                  <a:lnTo>
                    <a:pt x="32288" y="48854"/>
                  </a:lnTo>
                  <a:lnTo>
                    <a:pt x="31617" y="47019"/>
                  </a:lnTo>
                  <a:lnTo>
                    <a:pt x="29852" y="47572"/>
                  </a:lnTo>
                  <a:lnTo>
                    <a:pt x="28196" y="45759"/>
                  </a:lnTo>
                  <a:lnTo>
                    <a:pt x="27931" y="42917"/>
                  </a:lnTo>
                  <a:lnTo>
                    <a:pt x="26853" y="41439"/>
                  </a:lnTo>
                  <a:lnTo>
                    <a:pt x="24721" y="38077"/>
                  </a:lnTo>
                  <a:lnTo>
                    <a:pt x="22791" y="36387"/>
                  </a:lnTo>
                  <a:lnTo>
                    <a:pt x="19672" y="34970"/>
                  </a:lnTo>
                  <a:lnTo>
                    <a:pt x="18136" y="33566"/>
                  </a:lnTo>
                  <a:lnTo>
                    <a:pt x="16464" y="34066"/>
                  </a:lnTo>
                  <a:lnTo>
                    <a:pt x="13782" y="31873"/>
                  </a:lnTo>
                  <a:lnTo>
                    <a:pt x="12577" y="29489"/>
                  </a:lnTo>
                  <a:lnTo>
                    <a:pt x="10059" y="26298"/>
                  </a:lnTo>
                  <a:lnTo>
                    <a:pt x="7639" y="24268"/>
                  </a:lnTo>
                  <a:lnTo>
                    <a:pt x="5455" y="24099"/>
                  </a:lnTo>
                  <a:lnTo>
                    <a:pt x="4236" y="22500"/>
                  </a:lnTo>
                  <a:lnTo>
                    <a:pt x="1859" y="219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082108" y="5440431"/>
              <a:ext cx="4266" cy="8122"/>
            </a:xfrm>
            <a:custGeom>
              <a:avLst/>
              <a:pathLst>
                <a:path w="4266" h="8122">
                  <a:moveTo>
                    <a:pt x="0" y="4593"/>
                  </a:moveTo>
                  <a:lnTo>
                    <a:pt x="1786" y="0"/>
                  </a:lnTo>
                  <a:lnTo>
                    <a:pt x="4266" y="823"/>
                  </a:lnTo>
                  <a:lnTo>
                    <a:pt x="3443" y="3063"/>
                  </a:lnTo>
                  <a:lnTo>
                    <a:pt x="2512" y="6561"/>
                  </a:lnTo>
                  <a:lnTo>
                    <a:pt x="94" y="812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55273" y="5494526"/>
              <a:ext cx="5381" cy="4582"/>
            </a:xfrm>
            <a:custGeom>
              <a:avLst/>
              <a:pathLst>
                <a:path w="5381" h="4582">
                  <a:moveTo>
                    <a:pt x="0" y="1736"/>
                  </a:moveTo>
                  <a:lnTo>
                    <a:pt x="2173" y="175"/>
                  </a:lnTo>
                  <a:lnTo>
                    <a:pt x="3808" y="0"/>
                  </a:lnTo>
                  <a:lnTo>
                    <a:pt x="5381" y="1554"/>
                  </a:lnTo>
                  <a:lnTo>
                    <a:pt x="4786" y="3822"/>
                  </a:lnTo>
                  <a:lnTo>
                    <a:pt x="2087" y="4582"/>
                  </a:lnTo>
                  <a:lnTo>
                    <a:pt x="1362" y="41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039299" y="5527456"/>
              <a:ext cx="61873" cy="94714"/>
            </a:xfrm>
            <a:custGeom>
              <a:avLst/>
              <a:pathLst>
                <a:path w="61873" h="94714">
                  <a:moveTo>
                    <a:pt x="0" y="64609"/>
                  </a:moveTo>
                  <a:lnTo>
                    <a:pt x="1555" y="60743"/>
                  </a:lnTo>
                  <a:lnTo>
                    <a:pt x="2893" y="57403"/>
                  </a:lnTo>
                  <a:lnTo>
                    <a:pt x="4754" y="54293"/>
                  </a:lnTo>
                  <a:lnTo>
                    <a:pt x="7139" y="53093"/>
                  </a:lnTo>
                  <a:lnTo>
                    <a:pt x="9576" y="50712"/>
                  </a:lnTo>
                  <a:lnTo>
                    <a:pt x="11614" y="49551"/>
                  </a:lnTo>
                  <a:lnTo>
                    <a:pt x="16198" y="49428"/>
                  </a:lnTo>
                  <a:lnTo>
                    <a:pt x="17427" y="47437"/>
                  </a:lnTo>
                  <a:lnTo>
                    <a:pt x="16695" y="42095"/>
                  </a:lnTo>
                  <a:lnTo>
                    <a:pt x="19790" y="38804"/>
                  </a:lnTo>
                  <a:lnTo>
                    <a:pt x="21057" y="38002"/>
                  </a:lnTo>
                  <a:lnTo>
                    <a:pt x="22728" y="38306"/>
                  </a:lnTo>
                  <a:lnTo>
                    <a:pt x="25618" y="36624"/>
                  </a:lnTo>
                  <a:lnTo>
                    <a:pt x="24969" y="35208"/>
                  </a:lnTo>
                  <a:lnTo>
                    <a:pt x="25855" y="33457"/>
                  </a:lnTo>
                  <a:lnTo>
                    <a:pt x="28263" y="35043"/>
                  </a:lnTo>
                  <a:lnTo>
                    <a:pt x="29932" y="32558"/>
                  </a:lnTo>
                  <a:lnTo>
                    <a:pt x="28152" y="30274"/>
                  </a:lnTo>
                  <a:lnTo>
                    <a:pt x="26834" y="29467"/>
                  </a:lnTo>
                  <a:lnTo>
                    <a:pt x="27847" y="27151"/>
                  </a:lnTo>
                  <a:lnTo>
                    <a:pt x="28682" y="25487"/>
                  </a:lnTo>
                  <a:lnTo>
                    <a:pt x="30605" y="24247"/>
                  </a:lnTo>
                  <a:lnTo>
                    <a:pt x="30809" y="22080"/>
                  </a:lnTo>
                  <a:lnTo>
                    <a:pt x="32756" y="19522"/>
                  </a:lnTo>
                  <a:lnTo>
                    <a:pt x="33749" y="17145"/>
                  </a:lnTo>
                  <a:lnTo>
                    <a:pt x="36174" y="15295"/>
                  </a:lnTo>
                  <a:lnTo>
                    <a:pt x="36758" y="12389"/>
                  </a:lnTo>
                  <a:lnTo>
                    <a:pt x="38790" y="11630"/>
                  </a:lnTo>
                  <a:lnTo>
                    <a:pt x="39686" y="9216"/>
                  </a:lnTo>
                  <a:lnTo>
                    <a:pt x="41684" y="8534"/>
                  </a:lnTo>
                  <a:lnTo>
                    <a:pt x="40680" y="5199"/>
                  </a:lnTo>
                  <a:lnTo>
                    <a:pt x="41437" y="2408"/>
                  </a:lnTo>
                  <a:lnTo>
                    <a:pt x="42555" y="1434"/>
                  </a:lnTo>
                  <a:lnTo>
                    <a:pt x="44884" y="1189"/>
                  </a:lnTo>
                  <a:lnTo>
                    <a:pt x="46930" y="0"/>
                  </a:lnTo>
                  <a:lnTo>
                    <a:pt x="47608" y="2205"/>
                  </a:lnTo>
                  <a:lnTo>
                    <a:pt x="46905" y="5387"/>
                  </a:lnTo>
                  <a:lnTo>
                    <a:pt x="45440" y="7737"/>
                  </a:lnTo>
                  <a:lnTo>
                    <a:pt x="44741" y="10126"/>
                  </a:lnTo>
                  <a:lnTo>
                    <a:pt x="45379" y="12609"/>
                  </a:lnTo>
                  <a:lnTo>
                    <a:pt x="46939" y="13205"/>
                  </a:lnTo>
                  <a:lnTo>
                    <a:pt x="47901" y="12879"/>
                  </a:lnTo>
                  <a:lnTo>
                    <a:pt x="48639" y="11283"/>
                  </a:lnTo>
                  <a:lnTo>
                    <a:pt x="48198" y="9855"/>
                  </a:lnTo>
                  <a:lnTo>
                    <a:pt x="49360" y="9457"/>
                  </a:lnTo>
                  <a:lnTo>
                    <a:pt x="51305" y="11637"/>
                  </a:lnTo>
                  <a:lnTo>
                    <a:pt x="53347" y="10429"/>
                  </a:lnTo>
                  <a:lnTo>
                    <a:pt x="54406" y="11627"/>
                  </a:lnTo>
                  <a:lnTo>
                    <a:pt x="56893" y="12204"/>
                  </a:lnTo>
                  <a:lnTo>
                    <a:pt x="61061" y="15567"/>
                  </a:lnTo>
                  <a:lnTo>
                    <a:pt x="61873" y="17896"/>
                  </a:lnTo>
                  <a:lnTo>
                    <a:pt x="60679" y="20064"/>
                  </a:lnTo>
                  <a:lnTo>
                    <a:pt x="56783" y="19885"/>
                  </a:lnTo>
                  <a:lnTo>
                    <a:pt x="55279" y="21733"/>
                  </a:lnTo>
                  <a:lnTo>
                    <a:pt x="51977" y="22779"/>
                  </a:lnTo>
                  <a:lnTo>
                    <a:pt x="49655" y="23822"/>
                  </a:lnTo>
                  <a:lnTo>
                    <a:pt x="47198" y="23689"/>
                  </a:lnTo>
                  <a:lnTo>
                    <a:pt x="46390" y="25475"/>
                  </a:lnTo>
                  <a:lnTo>
                    <a:pt x="43756" y="27342"/>
                  </a:lnTo>
                  <a:lnTo>
                    <a:pt x="41504" y="29082"/>
                  </a:lnTo>
                  <a:lnTo>
                    <a:pt x="42740" y="30910"/>
                  </a:lnTo>
                  <a:lnTo>
                    <a:pt x="42408" y="33466"/>
                  </a:lnTo>
                  <a:lnTo>
                    <a:pt x="41438" y="35189"/>
                  </a:lnTo>
                  <a:lnTo>
                    <a:pt x="42010" y="37035"/>
                  </a:lnTo>
                  <a:lnTo>
                    <a:pt x="42973" y="38014"/>
                  </a:lnTo>
                  <a:lnTo>
                    <a:pt x="44335" y="35917"/>
                  </a:lnTo>
                  <a:lnTo>
                    <a:pt x="45095" y="33816"/>
                  </a:lnTo>
                  <a:lnTo>
                    <a:pt x="47557" y="33746"/>
                  </a:lnTo>
                  <a:lnTo>
                    <a:pt x="49254" y="30594"/>
                  </a:lnTo>
                  <a:lnTo>
                    <a:pt x="49647" y="31820"/>
                  </a:lnTo>
                  <a:lnTo>
                    <a:pt x="52039" y="32997"/>
                  </a:lnTo>
                  <a:lnTo>
                    <a:pt x="51950" y="36829"/>
                  </a:lnTo>
                  <a:lnTo>
                    <a:pt x="55327" y="38395"/>
                  </a:lnTo>
                  <a:lnTo>
                    <a:pt x="53682" y="40742"/>
                  </a:lnTo>
                  <a:lnTo>
                    <a:pt x="50639" y="42049"/>
                  </a:lnTo>
                  <a:lnTo>
                    <a:pt x="52205" y="44581"/>
                  </a:lnTo>
                  <a:lnTo>
                    <a:pt x="54039" y="45805"/>
                  </a:lnTo>
                  <a:lnTo>
                    <a:pt x="57542" y="45941"/>
                  </a:lnTo>
                  <a:lnTo>
                    <a:pt x="57778" y="47294"/>
                  </a:lnTo>
                  <a:lnTo>
                    <a:pt x="55961" y="50645"/>
                  </a:lnTo>
                  <a:lnTo>
                    <a:pt x="54901" y="53556"/>
                  </a:lnTo>
                  <a:lnTo>
                    <a:pt x="57025" y="57181"/>
                  </a:lnTo>
                  <a:lnTo>
                    <a:pt x="55709" y="59291"/>
                  </a:lnTo>
                  <a:lnTo>
                    <a:pt x="51706" y="55556"/>
                  </a:lnTo>
                  <a:lnTo>
                    <a:pt x="49455" y="55167"/>
                  </a:lnTo>
                  <a:lnTo>
                    <a:pt x="49184" y="58317"/>
                  </a:lnTo>
                  <a:lnTo>
                    <a:pt x="48896" y="61131"/>
                  </a:lnTo>
                  <a:lnTo>
                    <a:pt x="47678" y="63219"/>
                  </a:lnTo>
                  <a:lnTo>
                    <a:pt x="45001" y="64308"/>
                  </a:lnTo>
                  <a:lnTo>
                    <a:pt x="42212" y="65054"/>
                  </a:lnTo>
                  <a:lnTo>
                    <a:pt x="42506" y="68265"/>
                  </a:lnTo>
                  <a:lnTo>
                    <a:pt x="44214" y="69101"/>
                  </a:lnTo>
                  <a:lnTo>
                    <a:pt x="43957" y="70661"/>
                  </a:lnTo>
                  <a:lnTo>
                    <a:pt x="40402" y="72426"/>
                  </a:lnTo>
                  <a:lnTo>
                    <a:pt x="37680" y="75642"/>
                  </a:lnTo>
                  <a:lnTo>
                    <a:pt x="36416" y="77774"/>
                  </a:lnTo>
                  <a:lnTo>
                    <a:pt x="34799" y="78753"/>
                  </a:lnTo>
                  <a:lnTo>
                    <a:pt x="32797" y="74435"/>
                  </a:lnTo>
                  <a:lnTo>
                    <a:pt x="30890" y="74408"/>
                  </a:lnTo>
                  <a:lnTo>
                    <a:pt x="28955" y="76353"/>
                  </a:lnTo>
                  <a:lnTo>
                    <a:pt x="30123" y="78727"/>
                  </a:lnTo>
                  <a:lnTo>
                    <a:pt x="30798" y="83656"/>
                  </a:lnTo>
                  <a:lnTo>
                    <a:pt x="29377" y="83846"/>
                  </a:lnTo>
                  <a:lnTo>
                    <a:pt x="27368" y="85568"/>
                  </a:lnTo>
                  <a:lnTo>
                    <a:pt x="25745" y="86922"/>
                  </a:lnTo>
                  <a:lnTo>
                    <a:pt x="24342" y="87463"/>
                  </a:lnTo>
                  <a:lnTo>
                    <a:pt x="23197" y="89964"/>
                  </a:lnTo>
                  <a:lnTo>
                    <a:pt x="21746" y="91353"/>
                  </a:lnTo>
                  <a:lnTo>
                    <a:pt x="21020" y="94024"/>
                  </a:lnTo>
                  <a:lnTo>
                    <a:pt x="17926" y="94714"/>
                  </a:lnTo>
                  <a:lnTo>
                    <a:pt x="18144" y="91871"/>
                  </a:lnTo>
                  <a:lnTo>
                    <a:pt x="13506" y="87481"/>
                  </a:lnTo>
                  <a:lnTo>
                    <a:pt x="12952" y="84191"/>
                  </a:lnTo>
                  <a:lnTo>
                    <a:pt x="10519" y="82126"/>
                  </a:lnTo>
                  <a:lnTo>
                    <a:pt x="7574" y="80860"/>
                  </a:lnTo>
                  <a:lnTo>
                    <a:pt x="7025" y="74984"/>
                  </a:lnTo>
                  <a:lnTo>
                    <a:pt x="4736" y="69241"/>
                  </a:lnTo>
                  <a:lnTo>
                    <a:pt x="2401" y="68212"/>
                  </a:lnTo>
                  <a:lnTo>
                    <a:pt x="64" y="682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042750" y="5624970"/>
              <a:ext cx="21469" cy="11503"/>
            </a:xfrm>
            <a:custGeom>
              <a:avLst/>
              <a:pathLst>
                <a:path w="21469" h="11503">
                  <a:moveTo>
                    <a:pt x="0" y="10865"/>
                  </a:moveTo>
                  <a:lnTo>
                    <a:pt x="2578" y="5906"/>
                  </a:lnTo>
                  <a:lnTo>
                    <a:pt x="6575" y="1646"/>
                  </a:lnTo>
                  <a:lnTo>
                    <a:pt x="13559" y="657"/>
                  </a:lnTo>
                  <a:lnTo>
                    <a:pt x="16157" y="0"/>
                  </a:lnTo>
                  <a:lnTo>
                    <a:pt x="18050" y="1904"/>
                  </a:lnTo>
                  <a:lnTo>
                    <a:pt x="21469" y="1832"/>
                  </a:lnTo>
                  <a:lnTo>
                    <a:pt x="21450" y="3339"/>
                  </a:lnTo>
                  <a:lnTo>
                    <a:pt x="18663" y="6056"/>
                  </a:lnTo>
                  <a:lnTo>
                    <a:pt x="12898" y="6011"/>
                  </a:lnTo>
                  <a:lnTo>
                    <a:pt x="6768" y="6355"/>
                  </a:lnTo>
                  <a:lnTo>
                    <a:pt x="4720" y="7842"/>
                  </a:lnTo>
                  <a:lnTo>
                    <a:pt x="2363" y="1150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024522" y="5660144"/>
              <a:ext cx="4717" cy="7687"/>
            </a:xfrm>
            <a:custGeom>
              <a:avLst/>
              <a:pathLst>
                <a:path w="4717" h="7687">
                  <a:moveTo>
                    <a:pt x="0" y="5229"/>
                  </a:moveTo>
                  <a:lnTo>
                    <a:pt x="1246" y="3118"/>
                  </a:lnTo>
                  <a:lnTo>
                    <a:pt x="2875" y="0"/>
                  </a:lnTo>
                  <a:lnTo>
                    <a:pt x="4717" y="615"/>
                  </a:lnTo>
                  <a:lnTo>
                    <a:pt x="4491" y="3699"/>
                  </a:lnTo>
                  <a:lnTo>
                    <a:pt x="4495" y="6354"/>
                  </a:lnTo>
                  <a:lnTo>
                    <a:pt x="4052" y="7687"/>
                  </a:lnTo>
                  <a:lnTo>
                    <a:pt x="986" y="74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00228" y="5654213"/>
              <a:ext cx="2962" cy="4837"/>
            </a:xfrm>
            <a:custGeom>
              <a:avLst/>
              <a:pathLst>
                <a:path w="2962" h="4837">
                  <a:moveTo>
                    <a:pt x="0" y="1061"/>
                  </a:moveTo>
                  <a:lnTo>
                    <a:pt x="1095" y="0"/>
                  </a:lnTo>
                  <a:lnTo>
                    <a:pt x="2838" y="1449"/>
                  </a:lnTo>
                  <a:lnTo>
                    <a:pt x="2962" y="3648"/>
                  </a:lnTo>
                  <a:lnTo>
                    <a:pt x="1571" y="4837"/>
                  </a:lnTo>
                  <a:lnTo>
                    <a:pt x="194" y="36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392697" y="5773886"/>
              <a:ext cx="19257" cy="22222"/>
            </a:xfrm>
            <a:custGeom>
              <a:avLst/>
              <a:pathLst>
                <a:path w="19257" h="22222">
                  <a:moveTo>
                    <a:pt x="246" y="742"/>
                  </a:moveTo>
                  <a:lnTo>
                    <a:pt x="1958" y="0"/>
                  </a:lnTo>
                  <a:lnTo>
                    <a:pt x="7878" y="5160"/>
                  </a:lnTo>
                  <a:lnTo>
                    <a:pt x="13211" y="14383"/>
                  </a:lnTo>
                  <a:lnTo>
                    <a:pt x="15179" y="18010"/>
                  </a:lnTo>
                  <a:lnTo>
                    <a:pt x="18164" y="19235"/>
                  </a:lnTo>
                  <a:lnTo>
                    <a:pt x="19257" y="22222"/>
                  </a:lnTo>
                  <a:lnTo>
                    <a:pt x="13440" y="21453"/>
                  </a:lnTo>
                  <a:lnTo>
                    <a:pt x="8957" y="14220"/>
                  </a:lnTo>
                  <a:lnTo>
                    <a:pt x="7174" y="9571"/>
                  </a:lnTo>
                  <a:lnTo>
                    <a:pt x="5921" y="7767"/>
                  </a:lnTo>
                  <a:lnTo>
                    <a:pt x="3531" y="7020"/>
                  </a:lnTo>
                  <a:lnTo>
                    <a:pt x="0" y="260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1984650" y="5631777"/>
              <a:ext cx="8054" cy="3581"/>
            </a:xfrm>
            <a:custGeom>
              <a:avLst/>
              <a:pathLst>
                <a:path w="8054" h="3581">
                  <a:moveTo>
                    <a:pt x="712" y="1636"/>
                  </a:moveTo>
                  <a:lnTo>
                    <a:pt x="3289" y="0"/>
                  </a:lnTo>
                  <a:lnTo>
                    <a:pt x="5223" y="675"/>
                  </a:lnTo>
                  <a:lnTo>
                    <a:pt x="8054" y="2403"/>
                  </a:lnTo>
                  <a:lnTo>
                    <a:pt x="6477" y="3454"/>
                  </a:lnTo>
                  <a:lnTo>
                    <a:pt x="3622" y="3142"/>
                  </a:lnTo>
                  <a:lnTo>
                    <a:pt x="0" y="35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1920529" y="5695168"/>
              <a:ext cx="25298" cy="19736"/>
            </a:xfrm>
            <a:custGeom>
              <a:avLst/>
              <a:pathLst>
                <a:path w="25298" h="19736">
                  <a:moveTo>
                    <a:pt x="0" y="17450"/>
                  </a:moveTo>
                  <a:lnTo>
                    <a:pt x="1143" y="11609"/>
                  </a:lnTo>
                  <a:lnTo>
                    <a:pt x="1057" y="7866"/>
                  </a:lnTo>
                  <a:lnTo>
                    <a:pt x="2125" y="5372"/>
                  </a:lnTo>
                  <a:lnTo>
                    <a:pt x="4721" y="3829"/>
                  </a:lnTo>
                  <a:lnTo>
                    <a:pt x="8207" y="0"/>
                  </a:lnTo>
                  <a:lnTo>
                    <a:pt x="8940" y="1645"/>
                  </a:lnTo>
                  <a:lnTo>
                    <a:pt x="9788" y="4958"/>
                  </a:lnTo>
                  <a:lnTo>
                    <a:pt x="13275" y="4693"/>
                  </a:lnTo>
                  <a:lnTo>
                    <a:pt x="16644" y="1308"/>
                  </a:lnTo>
                  <a:lnTo>
                    <a:pt x="17604" y="4299"/>
                  </a:lnTo>
                  <a:lnTo>
                    <a:pt x="21632" y="10830"/>
                  </a:lnTo>
                  <a:lnTo>
                    <a:pt x="25298" y="16878"/>
                  </a:lnTo>
                  <a:lnTo>
                    <a:pt x="23790" y="19282"/>
                  </a:lnTo>
                  <a:lnTo>
                    <a:pt x="22884" y="19232"/>
                  </a:lnTo>
                  <a:lnTo>
                    <a:pt x="19316" y="15799"/>
                  </a:lnTo>
                  <a:lnTo>
                    <a:pt x="17700" y="11829"/>
                  </a:lnTo>
                  <a:lnTo>
                    <a:pt x="14527" y="11434"/>
                  </a:lnTo>
                  <a:lnTo>
                    <a:pt x="11621" y="10145"/>
                  </a:lnTo>
                  <a:lnTo>
                    <a:pt x="10266" y="11974"/>
                  </a:lnTo>
                  <a:lnTo>
                    <a:pt x="5154" y="12362"/>
                  </a:lnTo>
                  <a:lnTo>
                    <a:pt x="3568" y="15093"/>
                  </a:lnTo>
                  <a:lnTo>
                    <a:pt x="747" y="197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05131" y="5686945"/>
              <a:ext cx="16839" cy="16201"/>
            </a:xfrm>
            <a:custGeom>
              <a:avLst/>
              <a:pathLst>
                <a:path w="16839" h="16201">
                  <a:moveTo>
                    <a:pt x="0" y="6832"/>
                  </a:moveTo>
                  <a:lnTo>
                    <a:pt x="1032" y="4421"/>
                  </a:lnTo>
                  <a:lnTo>
                    <a:pt x="3857" y="2922"/>
                  </a:lnTo>
                  <a:lnTo>
                    <a:pt x="7951" y="3974"/>
                  </a:lnTo>
                  <a:lnTo>
                    <a:pt x="12202" y="1262"/>
                  </a:lnTo>
                  <a:lnTo>
                    <a:pt x="13872" y="0"/>
                  </a:lnTo>
                  <a:lnTo>
                    <a:pt x="16839" y="575"/>
                  </a:lnTo>
                  <a:lnTo>
                    <a:pt x="16611" y="3994"/>
                  </a:lnTo>
                  <a:lnTo>
                    <a:pt x="13152" y="7492"/>
                  </a:lnTo>
                  <a:lnTo>
                    <a:pt x="12446" y="9901"/>
                  </a:lnTo>
                  <a:lnTo>
                    <a:pt x="9326" y="8189"/>
                  </a:lnTo>
                  <a:lnTo>
                    <a:pt x="7982" y="9716"/>
                  </a:lnTo>
                  <a:lnTo>
                    <a:pt x="9134" y="13184"/>
                  </a:lnTo>
                  <a:lnTo>
                    <a:pt x="8326" y="15620"/>
                  </a:lnTo>
                  <a:lnTo>
                    <a:pt x="5135" y="14214"/>
                  </a:lnTo>
                  <a:lnTo>
                    <a:pt x="3255" y="14637"/>
                  </a:lnTo>
                  <a:lnTo>
                    <a:pt x="1255" y="16201"/>
                  </a:lnTo>
                  <a:lnTo>
                    <a:pt x="583" y="121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895802" y="5530270"/>
              <a:ext cx="8578" cy="12405"/>
            </a:xfrm>
            <a:custGeom>
              <a:avLst/>
              <a:pathLst>
                <a:path w="8578" h="12405">
                  <a:moveTo>
                    <a:pt x="0" y="8396"/>
                  </a:moveTo>
                  <a:lnTo>
                    <a:pt x="439" y="5286"/>
                  </a:lnTo>
                  <a:lnTo>
                    <a:pt x="3409" y="3238"/>
                  </a:lnTo>
                  <a:lnTo>
                    <a:pt x="8088" y="0"/>
                  </a:lnTo>
                  <a:lnTo>
                    <a:pt x="8578" y="1741"/>
                  </a:lnTo>
                  <a:lnTo>
                    <a:pt x="4347" y="10995"/>
                  </a:lnTo>
                  <a:lnTo>
                    <a:pt x="2601" y="12263"/>
                  </a:lnTo>
                  <a:lnTo>
                    <a:pt x="111" y="124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891194" y="5698260"/>
              <a:ext cx="2830" cy="2935"/>
            </a:xfrm>
            <a:custGeom>
              <a:avLst/>
              <a:pathLst>
                <a:path w="2830" h="2935">
                  <a:moveTo>
                    <a:pt x="538" y="203"/>
                  </a:moveTo>
                  <a:lnTo>
                    <a:pt x="2185" y="0"/>
                  </a:lnTo>
                  <a:lnTo>
                    <a:pt x="2830" y="91"/>
                  </a:lnTo>
                  <a:lnTo>
                    <a:pt x="2596" y="2935"/>
                  </a:lnTo>
                  <a:lnTo>
                    <a:pt x="0" y="19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885207" y="5695861"/>
              <a:ext cx="4108" cy="3367"/>
            </a:xfrm>
            <a:custGeom>
              <a:avLst/>
              <a:pathLst>
                <a:path w="4108" h="3367">
                  <a:moveTo>
                    <a:pt x="0" y="995"/>
                  </a:moveTo>
                  <a:lnTo>
                    <a:pt x="4108" y="0"/>
                  </a:lnTo>
                  <a:lnTo>
                    <a:pt x="3335" y="3009"/>
                  </a:lnTo>
                  <a:lnTo>
                    <a:pt x="210" y="33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858243" y="5730768"/>
              <a:ext cx="12614" cy="8115"/>
            </a:xfrm>
            <a:custGeom>
              <a:avLst/>
              <a:pathLst>
                <a:path w="12614" h="8115">
                  <a:moveTo>
                    <a:pt x="325" y="0"/>
                  </a:moveTo>
                  <a:lnTo>
                    <a:pt x="6696" y="3111"/>
                  </a:lnTo>
                  <a:lnTo>
                    <a:pt x="12614" y="5444"/>
                  </a:lnTo>
                  <a:lnTo>
                    <a:pt x="11593" y="6996"/>
                  </a:lnTo>
                  <a:lnTo>
                    <a:pt x="9722" y="8115"/>
                  </a:lnTo>
                  <a:lnTo>
                    <a:pt x="6232" y="6786"/>
                  </a:lnTo>
                  <a:lnTo>
                    <a:pt x="2533" y="6536"/>
                  </a:lnTo>
                  <a:lnTo>
                    <a:pt x="0" y="39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791548" y="5741797"/>
              <a:ext cx="20443" cy="8152"/>
            </a:xfrm>
            <a:custGeom>
              <a:avLst/>
              <a:pathLst>
                <a:path w="20443" h="8152">
                  <a:moveTo>
                    <a:pt x="0" y="7043"/>
                  </a:moveTo>
                  <a:lnTo>
                    <a:pt x="3286" y="5684"/>
                  </a:lnTo>
                  <a:lnTo>
                    <a:pt x="7874" y="4339"/>
                  </a:lnTo>
                  <a:lnTo>
                    <a:pt x="11291" y="3861"/>
                  </a:lnTo>
                  <a:lnTo>
                    <a:pt x="14540" y="3907"/>
                  </a:lnTo>
                  <a:lnTo>
                    <a:pt x="17587" y="1239"/>
                  </a:lnTo>
                  <a:lnTo>
                    <a:pt x="18969" y="0"/>
                  </a:lnTo>
                  <a:lnTo>
                    <a:pt x="20443" y="207"/>
                  </a:lnTo>
                  <a:lnTo>
                    <a:pt x="19167" y="3146"/>
                  </a:lnTo>
                  <a:lnTo>
                    <a:pt x="15804" y="7464"/>
                  </a:lnTo>
                  <a:lnTo>
                    <a:pt x="12572" y="6702"/>
                  </a:lnTo>
                  <a:lnTo>
                    <a:pt x="7690" y="7955"/>
                  </a:lnTo>
                  <a:lnTo>
                    <a:pt x="1128" y="81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779142" y="5736882"/>
              <a:ext cx="17791" cy="11831"/>
            </a:xfrm>
            <a:custGeom>
              <a:avLst/>
              <a:pathLst>
                <a:path w="17791" h="11831">
                  <a:moveTo>
                    <a:pt x="1279" y="4458"/>
                  </a:moveTo>
                  <a:lnTo>
                    <a:pt x="3781" y="2987"/>
                  </a:lnTo>
                  <a:lnTo>
                    <a:pt x="6004" y="3463"/>
                  </a:lnTo>
                  <a:lnTo>
                    <a:pt x="11950" y="0"/>
                  </a:lnTo>
                  <a:lnTo>
                    <a:pt x="15522" y="453"/>
                  </a:lnTo>
                  <a:lnTo>
                    <a:pt x="17791" y="5259"/>
                  </a:lnTo>
                  <a:lnTo>
                    <a:pt x="13726" y="8918"/>
                  </a:lnTo>
                  <a:lnTo>
                    <a:pt x="7964" y="10465"/>
                  </a:lnTo>
                  <a:lnTo>
                    <a:pt x="5731" y="11831"/>
                  </a:lnTo>
                  <a:lnTo>
                    <a:pt x="5098" y="10534"/>
                  </a:lnTo>
                  <a:lnTo>
                    <a:pt x="1551" y="11109"/>
                  </a:lnTo>
                  <a:lnTo>
                    <a:pt x="0" y="72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64302" y="5447426"/>
              <a:ext cx="38260" cy="32144"/>
            </a:xfrm>
            <a:custGeom>
              <a:avLst/>
              <a:pathLst>
                <a:path w="38260" h="32144">
                  <a:moveTo>
                    <a:pt x="0" y="8018"/>
                  </a:moveTo>
                  <a:lnTo>
                    <a:pt x="2453" y="6706"/>
                  </a:lnTo>
                  <a:lnTo>
                    <a:pt x="6642" y="7258"/>
                  </a:lnTo>
                  <a:lnTo>
                    <a:pt x="10143" y="8502"/>
                  </a:lnTo>
                  <a:lnTo>
                    <a:pt x="12096" y="8947"/>
                  </a:lnTo>
                  <a:lnTo>
                    <a:pt x="12847" y="7176"/>
                  </a:lnTo>
                  <a:lnTo>
                    <a:pt x="12454" y="6227"/>
                  </a:lnTo>
                  <a:lnTo>
                    <a:pt x="15174" y="3784"/>
                  </a:lnTo>
                  <a:lnTo>
                    <a:pt x="17126" y="4406"/>
                  </a:lnTo>
                  <a:lnTo>
                    <a:pt x="18670" y="2571"/>
                  </a:lnTo>
                  <a:lnTo>
                    <a:pt x="19958" y="1416"/>
                  </a:lnTo>
                  <a:lnTo>
                    <a:pt x="22255" y="3310"/>
                  </a:lnTo>
                  <a:lnTo>
                    <a:pt x="25045" y="2037"/>
                  </a:lnTo>
                  <a:lnTo>
                    <a:pt x="27071" y="0"/>
                  </a:lnTo>
                  <a:lnTo>
                    <a:pt x="27785" y="3363"/>
                  </a:lnTo>
                  <a:lnTo>
                    <a:pt x="28976" y="5760"/>
                  </a:lnTo>
                  <a:lnTo>
                    <a:pt x="32211" y="4980"/>
                  </a:lnTo>
                  <a:lnTo>
                    <a:pt x="36216" y="7810"/>
                  </a:lnTo>
                  <a:lnTo>
                    <a:pt x="35169" y="10347"/>
                  </a:lnTo>
                  <a:lnTo>
                    <a:pt x="35855" y="12220"/>
                  </a:lnTo>
                  <a:lnTo>
                    <a:pt x="34929" y="13756"/>
                  </a:lnTo>
                  <a:lnTo>
                    <a:pt x="35981" y="15732"/>
                  </a:lnTo>
                  <a:lnTo>
                    <a:pt x="34930" y="18379"/>
                  </a:lnTo>
                  <a:lnTo>
                    <a:pt x="36352" y="20718"/>
                  </a:lnTo>
                  <a:lnTo>
                    <a:pt x="38260" y="24036"/>
                  </a:lnTo>
                  <a:lnTo>
                    <a:pt x="37102" y="26055"/>
                  </a:lnTo>
                  <a:lnTo>
                    <a:pt x="34449" y="26952"/>
                  </a:lnTo>
                  <a:lnTo>
                    <a:pt x="33186" y="26022"/>
                  </a:lnTo>
                  <a:lnTo>
                    <a:pt x="31288" y="27278"/>
                  </a:lnTo>
                  <a:lnTo>
                    <a:pt x="28688" y="26912"/>
                  </a:lnTo>
                  <a:lnTo>
                    <a:pt x="26456" y="28184"/>
                  </a:lnTo>
                  <a:lnTo>
                    <a:pt x="26273" y="31172"/>
                  </a:lnTo>
                  <a:lnTo>
                    <a:pt x="23982" y="32144"/>
                  </a:lnTo>
                  <a:lnTo>
                    <a:pt x="22476" y="29077"/>
                  </a:lnTo>
                  <a:lnTo>
                    <a:pt x="20696" y="27591"/>
                  </a:lnTo>
                  <a:lnTo>
                    <a:pt x="17594" y="26862"/>
                  </a:lnTo>
                  <a:lnTo>
                    <a:pt x="14537" y="24997"/>
                  </a:lnTo>
                  <a:lnTo>
                    <a:pt x="11977" y="23028"/>
                  </a:lnTo>
                  <a:lnTo>
                    <a:pt x="9185" y="20203"/>
                  </a:lnTo>
                  <a:lnTo>
                    <a:pt x="6665" y="18818"/>
                  </a:lnTo>
                  <a:lnTo>
                    <a:pt x="3574" y="15908"/>
                  </a:lnTo>
                  <a:lnTo>
                    <a:pt x="1465" y="14407"/>
                  </a:lnTo>
                  <a:lnTo>
                    <a:pt x="1495" y="115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391710" y="5757904"/>
              <a:ext cx="3719" cy="4631"/>
            </a:xfrm>
            <a:custGeom>
              <a:avLst/>
              <a:pathLst>
                <a:path w="3719" h="4631">
                  <a:moveTo>
                    <a:pt x="951" y="0"/>
                  </a:moveTo>
                  <a:lnTo>
                    <a:pt x="2974" y="1465"/>
                  </a:lnTo>
                  <a:lnTo>
                    <a:pt x="3719" y="2813"/>
                  </a:lnTo>
                  <a:lnTo>
                    <a:pt x="2006" y="4631"/>
                  </a:lnTo>
                  <a:lnTo>
                    <a:pt x="1081" y="4459"/>
                  </a:lnTo>
                  <a:lnTo>
                    <a:pt x="0" y="7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35517" y="5747758"/>
              <a:ext cx="44422" cy="33680"/>
            </a:xfrm>
            <a:custGeom>
              <a:avLst/>
              <a:pathLst>
                <a:path w="44422" h="33680">
                  <a:moveTo>
                    <a:pt x="1538" y="29200"/>
                  </a:moveTo>
                  <a:lnTo>
                    <a:pt x="3998" y="27004"/>
                  </a:lnTo>
                  <a:lnTo>
                    <a:pt x="6560" y="27043"/>
                  </a:lnTo>
                  <a:lnTo>
                    <a:pt x="9933" y="25086"/>
                  </a:lnTo>
                  <a:lnTo>
                    <a:pt x="12107" y="24953"/>
                  </a:lnTo>
                  <a:lnTo>
                    <a:pt x="14388" y="23882"/>
                  </a:lnTo>
                  <a:lnTo>
                    <a:pt x="16682" y="21981"/>
                  </a:lnTo>
                  <a:lnTo>
                    <a:pt x="18004" y="20840"/>
                  </a:lnTo>
                  <a:lnTo>
                    <a:pt x="17426" y="18202"/>
                  </a:lnTo>
                  <a:lnTo>
                    <a:pt x="18782" y="17065"/>
                  </a:lnTo>
                  <a:lnTo>
                    <a:pt x="19705" y="15629"/>
                  </a:lnTo>
                  <a:lnTo>
                    <a:pt x="20504" y="13715"/>
                  </a:lnTo>
                  <a:lnTo>
                    <a:pt x="21428" y="11572"/>
                  </a:lnTo>
                  <a:lnTo>
                    <a:pt x="19214" y="9242"/>
                  </a:lnTo>
                  <a:lnTo>
                    <a:pt x="18173" y="7863"/>
                  </a:lnTo>
                  <a:lnTo>
                    <a:pt x="18246" y="5992"/>
                  </a:lnTo>
                  <a:lnTo>
                    <a:pt x="21026" y="2587"/>
                  </a:lnTo>
                  <a:lnTo>
                    <a:pt x="24784" y="923"/>
                  </a:lnTo>
                  <a:lnTo>
                    <a:pt x="28155" y="0"/>
                  </a:lnTo>
                  <a:lnTo>
                    <a:pt x="30545" y="282"/>
                  </a:lnTo>
                  <a:lnTo>
                    <a:pt x="31889" y="2986"/>
                  </a:lnTo>
                  <a:lnTo>
                    <a:pt x="33789" y="4857"/>
                  </a:lnTo>
                  <a:lnTo>
                    <a:pt x="35561" y="3532"/>
                  </a:lnTo>
                  <a:lnTo>
                    <a:pt x="37555" y="1519"/>
                  </a:lnTo>
                  <a:lnTo>
                    <a:pt x="39799" y="2891"/>
                  </a:lnTo>
                  <a:lnTo>
                    <a:pt x="40756" y="2569"/>
                  </a:lnTo>
                  <a:lnTo>
                    <a:pt x="42067" y="2127"/>
                  </a:lnTo>
                  <a:lnTo>
                    <a:pt x="44422" y="3677"/>
                  </a:lnTo>
                  <a:lnTo>
                    <a:pt x="42303" y="5087"/>
                  </a:lnTo>
                  <a:lnTo>
                    <a:pt x="41071" y="5905"/>
                  </a:lnTo>
                  <a:lnTo>
                    <a:pt x="40057" y="7652"/>
                  </a:lnTo>
                  <a:lnTo>
                    <a:pt x="38359" y="7843"/>
                  </a:lnTo>
                  <a:lnTo>
                    <a:pt x="36230" y="10480"/>
                  </a:lnTo>
                  <a:lnTo>
                    <a:pt x="37887" y="11679"/>
                  </a:lnTo>
                  <a:lnTo>
                    <a:pt x="41310" y="9681"/>
                  </a:lnTo>
                  <a:lnTo>
                    <a:pt x="43424" y="9039"/>
                  </a:lnTo>
                  <a:lnTo>
                    <a:pt x="43789" y="10330"/>
                  </a:lnTo>
                  <a:lnTo>
                    <a:pt x="42722" y="14745"/>
                  </a:lnTo>
                  <a:lnTo>
                    <a:pt x="40115" y="15473"/>
                  </a:lnTo>
                  <a:lnTo>
                    <a:pt x="38214" y="17016"/>
                  </a:lnTo>
                  <a:lnTo>
                    <a:pt x="35119" y="18315"/>
                  </a:lnTo>
                  <a:lnTo>
                    <a:pt x="33497" y="20839"/>
                  </a:lnTo>
                  <a:lnTo>
                    <a:pt x="31678" y="23179"/>
                  </a:lnTo>
                  <a:lnTo>
                    <a:pt x="29785" y="25038"/>
                  </a:lnTo>
                  <a:lnTo>
                    <a:pt x="27448" y="26986"/>
                  </a:lnTo>
                  <a:lnTo>
                    <a:pt x="24247" y="27192"/>
                  </a:lnTo>
                  <a:lnTo>
                    <a:pt x="21369" y="26935"/>
                  </a:lnTo>
                  <a:lnTo>
                    <a:pt x="19359" y="26929"/>
                  </a:lnTo>
                  <a:lnTo>
                    <a:pt x="17095" y="27268"/>
                  </a:lnTo>
                  <a:lnTo>
                    <a:pt x="13935" y="29229"/>
                  </a:lnTo>
                  <a:lnTo>
                    <a:pt x="13497" y="30585"/>
                  </a:lnTo>
                  <a:lnTo>
                    <a:pt x="10776" y="30503"/>
                  </a:lnTo>
                  <a:lnTo>
                    <a:pt x="8955" y="33167"/>
                  </a:lnTo>
                  <a:lnTo>
                    <a:pt x="7699" y="32616"/>
                  </a:lnTo>
                  <a:lnTo>
                    <a:pt x="5607" y="33680"/>
                  </a:lnTo>
                  <a:lnTo>
                    <a:pt x="2522" y="32236"/>
                  </a:lnTo>
                  <a:lnTo>
                    <a:pt x="0" y="302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81378" y="4945425"/>
              <a:ext cx="845169" cy="788848"/>
            </a:xfrm>
            <a:custGeom>
              <a:avLst/>
              <a:pathLst>
                <a:path w="845169" h="788848">
                  <a:moveTo>
                    <a:pt x="0" y="252320"/>
                  </a:moveTo>
                  <a:lnTo>
                    <a:pt x="3003" y="249367"/>
                  </a:lnTo>
                  <a:lnTo>
                    <a:pt x="9000" y="247107"/>
                  </a:lnTo>
                  <a:lnTo>
                    <a:pt x="15822" y="243323"/>
                  </a:lnTo>
                  <a:lnTo>
                    <a:pt x="25482" y="236603"/>
                  </a:lnTo>
                  <a:lnTo>
                    <a:pt x="38825" y="228889"/>
                  </a:lnTo>
                  <a:lnTo>
                    <a:pt x="50101" y="223150"/>
                  </a:lnTo>
                  <a:lnTo>
                    <a:pt x="60394" y="219385"/>
                  </a:lnTo>
                  <a:lnTo>
                    <a:pt x="67586" y="217494"/>
                  </a:lnTo>
                  <a:lnTo>
                    <a:pt x="77048" y="217922"/>
                  </a:lnTo>
                  <a:lnTo>
                    <a:pt x="80534" y="219821"/>
                  </a:lnTo>
                  <a:lnTo>
                    <a:pt x="78224" y="222422"/>
                  </a:lnTo>
                  <a:lnTo>
                    <a:pt x="76792" y="225201"/>
                  </a:lnTo>
                  <a:lnTo>
                    <a:pt x="75349" y="227327"/>
                  </a:lnTo>
                  <a:lnTo>
                    <a:pt x="75394" y="231170"/>
                  </a:lnTo>
                  <a:lnTo>
                    <a:pt x="75290" y="233414"/>
                  </a:lnTo>
                  <a:lnTo>
                    <a:pt x="73769" y="234916"/>
                  </a:lnTo>
                  <a:lnTo>
                    <a:pt x="73763" y="236547"/>
                  </a:lnTo>
                  <a:lnTo>
                    <a:pt x="75273" y="240952"/>
                  </a:lnTo>
                  <a:lnTo>
                    <a:pt x="76924" y="243009"/>
                  </a:lnTo>
                  <a:lnTo>
                    <a:pt x="80388" y="242090"/>
                  </a:lnTo>
                  <a:lnTo>
                    <a:pt x="82470" y="242281"/>
                  </a:lnTo>
                  <a:lnTo>
                    <a:pt x="86168" y="243781"/>
                  </a:lnTo>
                  <a:lnTo>
                    <a:pt x="88749" y="243162"/>
                  </a:lnTo>
                  <a:lnTo>
                    <a:pt x="92957" y="242844"/>
                  </a:lnTo>
                  <a:lnTo>
                    <a:pt x="94950" y="245365"/>
                  </a:lnTo>
                  <a:lnTo>
                    <a:pt x="98337" y="245147"/>
                  </a:lnTo>
                  <a:lnTo>
                    <a:pt x="99843" y="246070"/>
                  </a:lnTo>
                  <a:lnTo>
                    <a:pt x="103268" y="244067"/>
                  </a:lnTo>
                  <a:lnTo>
                    <a:pt x="108167" y="246975"/>
                  </a:lnTo>
                  <a:lnTo>
                    <a:pt x="109370" y="244640"/>
                  </a:lnTo>
                  <a:lnTo>
                    <a:pt x="112386" y="239968"/>
                  </a:lnTo>
                  <a:lnTo>
                    <a:pt x="113663" y="237067"/>
                  </a:lnTo>
                  <a:lnTo>
                    <a:pt x="114798" y="236068"/>
                  </a:lnTo>
                  <a:lnTo>
                    <a:pt x="117187" y="236526"/>
                  </a:lnTo>
                  <a:lnTo>
                    <a:pt x="117448" y="238015"/>
                  </a:lnTo>
                  <a:lnTo>
                    <a:pt x="119467" y="238698"/>
                  </a:lnTo>
                  <a:lnTo>
                    <a:pt x="122976" y="237745"/>
                  </a:lnTo>
                  <a:lnTo>
                    <a:pt x="121572" y="233907"/>
                  </a:lnTo>
                  <a:lnTo>
                    <a:pt x="117806" y="231236"/>
                  </a:lnTo>
                  <a:lnTo>
                    <a:pt x="113649" y="229709"/>
                  </a:lnTo>
                  <a:lnTo>
                    <a:pt x="111660" y="229634"/>
                  </a:lnTo>
                  <a:lnTo>
                    <a:pt x="107814" y="231613"/>
                  </a:lnTo>
                  <a:lnTo>
                    <a:pt x="109027" y="226519"/>
                  </a:lnTo>
                  <a:lnTo>
                    <a:pt x="109000" y="224079"/>
                  </a:lnTo>
                  <a:lnTo>
                    <a:pt x="105529" y="218656"/>
                  </a:lnTo>
                  <a:lnTo>
                    <a:pt x="104593" y="215535"/>
                  </a:lnTo>
                  <a:lnTo>
                    <a:pt x="101855" y="213530"/>
                  </a:lnTo>
                  <a:lnTo>
                    <a:pt x="99417" y="212623"/>
                  </a:lnTo>
                  <a:lnTo>
                    <a:pt x="97791" y="207005"/>
                  </a:lnTo>
                  <a:lnTo>
                    <a:pt x="98674" y="204965"/>
                  </a:lnTo>
                  <a:lnTo>
                    <a:pt x="100740" y="202913"/>
                  </a:lnTo>
                  <a:lnTo>
                    <a:pt x="100820" y="201527"/>
                  </a:lnTo>
                  <a:lnTo>
                    <a:pt x="98169" y="200502"/>
                  </a:lnTo>
                  <a:lnTo>
                    <a:pt x="94769" y="200591"/>
                  </a:lnTo>
                  <a:lnTo>
                    <a:pt x="92182" y="198585"/>
                  </a:lnTo>
                  <a:lnTo>
                    <a:pt x="87652" y="196745"/>
                  </a:lnTo>
                  <a:lnTo>
                    <a:pt x="83070" y="194855"/>
                  </a:lnTo>
                  <a:lnTo>
                    <a:pt x="81358" y="193897"/>
                  </a:lnTo>
                  <a:lnTo>
                    <a:pt x="81194" y="189137"/>
                  </a:lnTo>
                  <a:lnTo>
                    <a:pt x="79956" y="179292"/>
                  </a:lnTo>
                  <a:lnTo>
                    <a:pt x="77951" y="172003"/>
                  </a:lnTo>
                  <a:lnTo>
                    <a:pt x="75143" y="167686"/>
                  </a:lnTo>
                  <a:lnTo>
                    <a:pt x="71174" y="163767"/>
                  </a:lnTo>
                  <a:lnTo>
                    <a:pt x="63589" y="153125"/>
                  </a:lnTo>
                  <a:lnTo>
                    <a:pt x="60187" y="148254"/>
                  </a:lnTo>
                  <a:lnTo>
                    <a:pt x="59524" y="147750"/>
                  </a:lnTo>
                  <a:lnTo>
                    <a:pt x="55377" y="144572"/>
                  </a:lnTo>
                  <a:lnTo>
                    <a:pt x="52677" y="143277"/>
                  </a:lnTo>
                  <a:lnTo>
                    <a:pt x="51298" y="141621"/>
                  </a:lnTo>
                  <a:lnTo>
                    <a:pt x="50074" y="137628"/>
                  </a:lnTo>
                  <a:lnTo>
                    <a:pt x="47122" y="133978"/>
                  </a:lnTo>
                  <a:lnTo>
                    <a:pt x="43061" y="131262"/>
                  </a:lnTo>
                  <a:lnTo>
                    <a:pt x="39480" y="130547"/>
                  </a:lnTo>
                  <a:lnTo>
                    <a:pt x="43702" y="127930"/>
                  </a:lnTo>
                  <a:lnTo>
                    <a:pt x="47934" y="126806"/>
                  </a:lnTo>
                  <a:lnTo>
                    <a:pt x="49158" y="123223"/>
                  </a:lnTo>
                  <a:lnTo>
                    <a:pt x="50594" y="119025"/>
                  </a:lnTo>
                  <a:lnTo>
                    <a:pt x="51913" y="113842"/>
                  </a:lnTo>
                  <a:lnTo>
                    <a:pt x="52470" y="106947"/>
                  </a:lnTo>
                  <a:lnTo>
                    <a:pt x="56890" y="107801"/>
                  </a:lnTo>
                  <a:lnTo>
                    <a:pt x="62766" y="109196"/>
                  </a:lnTo>
                  <a:lnTo>
                    <a:pt x="71186" y="108972"/>
                  </a:lnTo>
                  <a:lnTo>
                    <a:pt x="77949" y="108116"/>
                  </a:lnTo>
                  <a:lnTo>
                    <a:pt x="82095" y="107960"/>
                  </a:lnTo>
                  <a:lnTo>
                    <a:pt x="87331" y="105212"/>
                  </a:lnTo>
                  <a:lnTo>
                    <a:pt x="93221" y="99981"/>
                  </a:lnTo>
                  <a:lnTo>
                    <a:pt x="99016" y="91946"/>
                  </a:lnTo>
                  <a:lnTo>
                    <a:pt x="101016" y="86276"/>
                  </a:lnTo>
                  <a:lnTo>
                    <a:pt x="101955" y="77769"/>
                  </a:lnTo>
                  <a:lnTo>
                    <a:pt x="103747" y="72044"/>
                  </a:lnTo>
                  <a:lnTo>
                    <a:pt x="105388" y="68063"/>
                  </a:lnTo>
                  <a:lnTo>
                    <a:pt x="108792" y="63470"/>
                  </a:lnTo>
                  <a:lnTo>
                    <a:pt x="113692" y="55819"/>
                  </a:lnTo>
                  <a:lnTo>
                    <a:pt x="117043" y="51203"/>
                  </a:lnTo>
                  <a:lnTo>
                    <a:pt x="123583" y="45813"/>
                  </a:lnTo>
                  <a:lnTo>
                    <a:pt x="127641" y="47325"/>
                  </a:lnTo>
                  <a:lnTo>
                    <a:pt x="131747" y="47865"/>
                  </a:lnTo>
                  <a:lnTo>
                    <a:pt x="138752" y="44510"/>
                  </a:lnTo>
                  <a:lnTo>
                    <a:pt x="147793" y="36396"/>
                  </a:lnTo>
                  <a:lnTo>
                    <a:pt x="153103" y="29718"/>
                  </a:lnTo>
                  <a:lnTo>
                    <a:pt x="156445" y="25723"/>
                  </a:lnTo>
                  <a:lnTo>
                    <a:pt x="163257" y="22146"/>
                  </a:lnTo>
                  <a:lnTo>
                    <a:pt x="163871" y="24850"/>
                  </a:lnTo>
                  <a:lnTo>
                    <a:pt x="167411" y="26088"/>
                  </a:lnTo>
                  <a:lnTo>
                    <a:pt x="171280" y="26026"/>
                  </a:lnTo>
                  <a:lnTo>
                    <a:pt x="174209" y="24905"/>
                  </a:lnTo>
                  <a:lnTo>
                    <a:pt x="178848" y="24350"/>
                  </a:lnTo>
                  <a:lnTo>
                    <a:pt x="182580" y="22327"/>
                  </a:lnTo>
                  <a:lnTo>
                    <a:pt x="187550" y="17614"/>
                  </a:lnTo>
                  <a:lnTo>
                    <a:pt x="191108" y="12066"/>
                  </a:lnTo>
                  <a:lnTo>
                    <a:pt x="195009" y="5326"/>
                  </a:lnTo>
                  <a:lnTo>
                    <a:pt x="196388" y="3110"/>
                  </a:lnTo>
                  <a:lnTo>
                    <a:pt x="199735" y="0"/>
                  </a:lnTo>
                  <a:lnTo>
                    <a:pt x="200167" y="2599"/>
                  </a:lnTo>
                  <a:lnTo>
                    <a:pt x="203118" y="4220"/>
                  </a:lnTo>
                  <a:lnTo>
                    <a:pt x="206293" y="4939"/>
                  </a:lnTo>
                  <a:lnTo>
                    <a:pt x="206643" y="7608"/>
                  </a:lnTo>
                  <a:lnTo>
                    <a:pt x="208685" y="7117"/>
                  </a:lnTo>
                  <a:lnTo>
                    <a:pt x="212855" y="7958"/>
                  </a:lnTo>
                  <a:lnTo>
                    <a:pt x="213729" y="11171"/>
                  </a:lnTo>
                  <a:lnTo>
                    <a:pt x="213538" y="12791"/>
                  </a:lnTo>
                  <a:lnTo>
                    <a:pt x="211150" y="15085"/>
                  </a:lnTo>
                  <a:lnTo>
                    <a:pt x="210351" y="16714"/>
                  </a:lnTo>
                  <a:lnTo>
                    <a:pt x="207723" y="17769"/>
                  </a:lnTo>
                  <a:lnTo>
                    <a:pt x="207312" y="19930"/>
                  </a:lnTo>
                  <a:lnTo>
                    <a:pt x="208013" y="22958"/>
                  </a:lnTo>
                  <a:lnTo>
                    <a:pt x="210673" y="23864"/>
                  </a:lnTo>
                  <a:lnTo>
                    <a:pt x="213297" y="23021"/>
                  </a:lnTo>
                  <a:lnTo>
                    <a:pt x="214104" y="21193"/>
                  </a:lnTo>
                  <a:lnTo>
                    <a:pt x="213751" y="18673"/>
                  </a:lnTo>
                  <a:lnTo>
                    <a:pt x="215827" y="16102"/>
                  </a:lnTo>
                  <a:lnTo>
                    <a:pt x="217251" y="12104"/>
                  </a:lnTo>
                  <a:lnTo>
                    <a:pt x="220030" y="8907"/>
                  </a:lnTo>
                  <a:lnTo>
                    <a:pt x="221637" y="9716"/>
                  </a:lnTo>
                  <a:lnTo>
                    <a:pt x="226596" y="14961"/>
                  </a:lnTo>
                  <a:lnTo>
                    <a:pt x="226231" y="17987"/>
                  </a:lnTo>
                  <a:lnTo>
                    <a:pt x="226749" y="23351"/>
                  </a:lnTo>
                  <a:lnTo>
                    <a:pt x="228721" y="22990"/>
                  </a:lnTo>
                  <a:lnTo>
                    <a:pt x="230666" y="23324"/>
                  </a:lnTo>
                  <a:lnTo>
                    <a:pt x="232949" y="25187"/>
                  </a:lnTo>
                  <a:lnTo>
                    <a:pt x="236174" y="19992"/>
                  </a:lnTo>
                  <a:lnTo>
                    <a:pt x="239278" y="19878"/>
                  </a:lnTo>
                  <a:lnTo>
                    <a:pt x="242596" y="19322"/>
                  </a:lnTo>
                  <a:lnTo>
                    <a:pt x="245160" y="17626"/>
                  </a:lnTo>
                  <a:lnTo>
                    <a:pt x="247788" y="17846"/>
                  </a:lnTo>
                  <a:lnTo>
                    <a:pt x="249832" y="19025"/>
                  </a:lnTo>
                  <a:lnTo>
                    <a:pt x="252707" y="18857"/>
                  </a:lnTo>
                  <a:lnTo>
                    <a:pt x="256532" y="19589"/>
                  </a:lnTo>
                  <a:lnTo>
                    <a:pt x="259375" y="20895"/>
                  </a:lnTo>
                  <a:lnTo>
                    <a:pt x="259855" y="22203"/>
                  </a:lnTo>
                  <a:lnTo>
                    <a:pt x="257774" y="24759"/>
                  </a:lnTo>
                  <a:lnTo>
                    <a:pt x="257804" y="26911"/>
                  </a:lnTo>
                  <a:lnTo>
                    <a:pt x="256134" y="27722"/>
                  </a:lnTo>
                  <a:lnTo>
                    <a:pt x="256804" y="30747"/>
                  </a:lnTo>
                  <a:lnTo>
                    <a:pt x="258756" y="31238"/>
                  </a:lnTo>
                  <a:lnTo>
                    <a:pt x="261854" y="31755"/>
                  </a:lnTo>
                  <a:lnTo>
                    <a:pt x="263344" y="32589"/>
                  </a:lnTo>
                  <a:lnTo>
                    <a:pt x="267299" y="32890"/>
                  </a:lnTo>
                  <a:lnTo>
                    <a:pt x="266878" y="34982"/>
                  </a:lnTo>
                  <a:lnTo>
                    <a:pt x="266953" y="38087"/>
                  </a:lnTo>
                  <a:lnTo>
                    <a:pt x="270299" y="37959"/>
                  </a:lnTo>
                  <a:lnTo>
                    <a:pt x="273307" y="39025"/>
                  </a:lnTo>
                  <a:lnTo>
                    <a:pt x="275111" y="39982"/>
                  </a:lnTo>
                  <a:lnTo>
                    <a:pt x="277146" y="37046"/>
                  </a:lnTo>
                  <a:lnTo>
                    <a:pt x="278721" y="35605"/>
                  </a:lnTo>
                  <a:lnTo>
                    <a:pt x="280375" y="35294"/>
                  </a:lnTo>
                  <a:lnTo>
                    <a:pt x="283555" y="34047"/>
                  </a:lnTo>
                  <a:lnTo>
                    <a:pt x="285646" y="34795"/>
                  </a:lnTo>
                  <a:lnTo>
                    <a:pt x="287377" y="36481"/>
                  </a:lnTo>
                  <a:lnTo>
                    <a:pt x="290522" y="35093"/>
                  </a:lnTo>
                  <a:lnTo>
                    <a:pt x="293209" y="31419"/>
                  </a:lnTo>
                  <a:lnTo>
                    <a:pt x="295039" y="31748"/>
                  </a:lnTo>
                  <a:lnTo>
                    <a:pt x="298891" y="30266"/>
                  </a:lnTo>
                  <a:lnTo>
                    <a:pt x="303005" y="31166"/>
                  </a:lnTo>
                  <a:lnTo>
                    <a:pt x="306783" y="33316"/>
                  </a:lnTo>
                  <a:lnTo>
                    <a:pt x="310476" y="32587"/>
                  </a:lnTo>
                  <a:lnTo>
                    <a:pt x="313485" y="35393"/>
                  </a:lnTo>
                  <a:lnTo>
                    <a:pt x="313846" y="37440"/>
                  </a:lnTo>
                  <a:lnTo>
                    <a:pt x="315520" y="37590"/>
                  </a:lnTo>
                  <a:lnTo>
                    <a:pt x="317419" y="35249"/>
                  </a:lnTo>
                  <a:lnTo>
                    <a:pt x="321020" y="36214"/>
                  </a:lnTo>
                  <a:lnTo>
                    <a:pt x="322514" y="36925"/>
                  </a:lnTo>
                  <a:lnTo>
                    <a:pt x="324288" y="40025"/>
                  </a:lnTo>
                  <a:lnTo>
                    <a:pt x="329215" y="40586"/>
                  </a:lnTo>
                  <a:lnTo>
                    <a:pt x="331946" y="39219"/>
                  </a:lnTo>
                  <a:lnTo>
                    <a:pt x="333255" y="41387"/>
                  </a:lnTo>
                  <a:lnTo>
                    <a:pt x="335740" y="41295"/>
                  </a:lnTo>
                  <a:lnTo>
                    <a:pt x="337031" y="39273"/>
                  </a:lnTo>
                  <a:lnTo>
                    <a:pt x="342425" y="38226"/>
                  </a:lnTo>
                  <a:lnTo>
                    <a:pt x="347997" y="38373"/>
                  </a:lnTo>
                  <a:lnTo>
                    <a:pt x="349873" y="38852"/>
                  </a:lnTo>
                  <a:lnTo>
                    <a:pt x="351828" y="37260"/>
                  </a:lnTo>
                  <a:lnTo>
                    <a:pt x="355717" y="40240"/>
                  </a:lnTo>
                  <a:lnTo>
                    <a:pt x="358734" y="41800"/>
                  </a:lnTo>
                  <a:lnTo>
                    <a:pt x="362773" y="43031"/>
                  </a:lnTo>
                  <a:lnTo>
                    <a:pt x="366887" y="43385"/>
                  </a:lnTo>
                  <a:lnTo>
                    <a:pt x="368357" y="42342"/>
                  </a:lnTo>
                  <a:lnTo>
                    <a:pt x="370180" y="42530"/>
                  </a:lnTo>
                  <a:lnTo>
                    <a:pt x="372798" y="38744"/>
                  </a:lnTo>
                  <a:lnTo>
                    <a:pt x="375285" y="37537"/>
                  </a:lnTo>
                  <a:lnTo>
                    <a:pt x="379934" y="33310"/>
                  </a:lnTo>
                  <a:lnTo>
                    <a:pt x="385415" y="30915"/>
                  </a:lnTo>
                  <a:lnTo>
                    <a:pt x="386835" y="31193"/>
                  </a:lnTo>
                  <a:lnTo>
                    <a:pt x="388665" y="29516"/>
                  </a:lnTo>
                  <a:lnTo>
                    <a:pt x="393196" y="31298"/>
                  </a:lnTo>
                  <a:lnTo>
                    <a:pt x="397189" y="32407"/>
                  </a:lnTo>
                  <a:lnTo>
                    <a:pt x="402117" y="35060"/>
                  </a:lnTo>
                  <a:lnTo>
                    <a:pt x="403175" y="36726"/>
                  </a:lnTo>
                  <a:lnTo>
                    <a:pt x="405712" y="36979"/>
                  </a:lnTo>
                  <a:lnTo>
                    <a:pt x="409458" y="38708"/>
                  </a:lnTo>
                  <a:lnTo>
                    <a:pt x="414253" y="39657"/>
                  </a:lnTo>
                  <a:lnTo>
                    <a:pt x="419213" y="42690"/>
                  </a:lnTo>
                  <a:lnTo>
                    <a:pt x="422504" y="42265"/>
                  </a:lnTo>
                  <a:lnTo>
                    <a:pt x="425885" y="43101"/>
                  </a:lnTo>
                  <a:lnTo>
                    <a:pt x="437243" y="93754"/>
                  </a:lnTo>
                  <a:lnTo>
                    <a:pt x="465028" y="210992"/>
                  </a:lnTo>
                  <a:lnTo>
                    <a:pt x="509858" y="383975"/>
                  </a:lnTo>
                  <a:lnTo>
                    <a:pt x="528244" y="450240"/>
                  </a:lnTo>
                  <a:lnTo>
                    <a:pt x="529304" y="453986"/>
                  </a:lnTo>
                  <a:lnTo>
                    <a:pt x="539825" y="454541"/>
                  </a:lnTo>
                  <a:lnTo>
                    <a:pt x="540005" y="450359"/>
                  </a:lnTo>
                  <a:lnTo>
                    <a:pt x="551432" y="452606"/>
                  </a:lnTo>
                  <a:lnTo>
                    <a:pt x="555297" y="443889"/>
                  </a:lnTo>
                  <a:lnTo>
                    <a:pt x="567420" y="438925"/>
                  </a:lnTo>
                  <a:lnTo>
                    <a:pt x="567967" y="440358"/>
                  </a:lnTo>
                  <a:lnTo>
                    <a:pt x="568727" y="451281"/>
                  </a:lnTo>
                  <a:lnTo>
                    <a:pt x="573115" y="454197"/>
                  </a:lnTo>
                  <a:lnTo>
                    <a:pt x="581344" y="455534"/>
                  </a:lnTo>
                  <a:lnTo>
                    <a:pt x="584178" y="460191"/>
                  </a:lnTo>
                  <a:lnTo>
                    <a:pt x="585936" y="461491"/>
                  </a:lnTo>
                  <a:lnTo>
                    <a:pt x="613426" y="476012"/>
                  </a:lnTo>
                  <a:lnTo>
                    <a:pt x="619399" y="486164"/>
                  </a:lnTo>
                  <a:lnTo>
                    <a:pt x="620006" y="489798"/>
                  </a:lnTo>
                  <a:lnTo>
                    <a:pt x="621611" y="489064"/>
                  </a:lnTo>
                  <a:lnTo>
                    <a:pt x="624036" y="483651"/>
                  </a:lnTo>
                  <a:lnTo>
                    <a:pt x="630310" y="474649"/>
                  </a:lnTo>
                  <a:lnTo>
                    <a:pt x="630779" y="473501"/>
                  </a:lnTo>
                  <a:lnTo>
                    <a:pt x="635747" y="471250"/>
                  </a:lnTo>
                  <a:lnTo>
                    <a:pt x="636177" y="466459"/>
                  </a:lnTo>
                  <a:lnTo>
                    <a:pt x="636285" y="465244"/>
                  </a:lnTo>
                  <a:lnTo>
                    <a:pt x="633378" y="457649"/>
                  </a:lnTo>
                  <a:lnTo>
                    <a:pt x="635985" y="457334"/>
                  </a:lnTo>
                  <a:lnTo>
                    <a:pt x="637367" y="453146"/>
                  </a:lnTo>
                  <a:lnTo>
                    <a:pt x="636780" y="451727"/>
                  </a:lnTo>
                  <a:lnTo>
                    <a:pt x="633847" y="450915"/>
                  </a:lnTo>
                  <a:lnTo>
                    <a:pt x="636489" y="447900"/>
                  </a:lnTo>
                  <a:lnTo>
                    <a:pt x="641089" y="444900"/>
                  </a:lnTo>
                  <a:lnTo>
                    <a:pt x="644601" y="440339"/>
                  </a:lnTo>
                  <a:lnTo>
                    <a:pt x="648450" y="435303"/>
                  </a:lnTo>
                  <a:lnTo>
                    <a:pt x="655051" y="437585"/>
                  </a:lnTo>
                  <a:lnTo>
                    <a:pt x="655915" y="438830"/>
                  </a:lnTo>
                  <a:lnTo>
                    <a:pt x="658589" y="439719"/>
                  </a:lnTo>
                  <a:lnTo>
                    <a:pt x="661314" y="441502"/>
                  </a:lnTo>
                  <a:lnTo>
                    <a:pt x="662770" y="445245"/>
                  </a:lnTo>
                  <a:lnTo>
                    <a:pt x="662785" y="447819"/>
                  </a:lnTo>
                  <a:lnTo>
                    <a:pt x="664606" y="449041"/>
                  </a:lnTo>
                  <a:lnTo>
                    <a:pt x="664794" y="450718"/>
                  </a:lnTo>
                  <a:lnTo>
                    <a:pt x="667218" y="452881"/>
                  </a:lnTo>
                  <a:lnTo>
                    <a:pt x="673053" y="452015"/>
                  </a:lnTo>
                  <a:lnTo>
                    <a:pt x="674927" y="454484"/>
                  </a:lnTo>
                  <a:lnTo>
                    <a:pt x="677789" y="455858"/>
                  </a:lnTo>
                  <a:lnTo>
                    <a:pt x="679543" y="455119"/>
                  </a:lnTo>
                  <a:lnTo>
                    <a:pt x="683163" y="458133"/>
                  </a:lnTo>
                  <a:lnTo>
                    <a:pt x="683700" y="460784"/>
                  </a:lnTo>
                  <a:lnTo>
                    <a:pt x="685432" y="460720"/>
                  </a:lnTo>
                  <a:lnTo>
                    <a:pt x="686123" y="462520"/>
                  </a:lnTo>
                  <a:lnTo>
                    <a:pt x="688764" y="464401"/>
                  </a:lnTo>
                  <a:lnTo>
                    <a:pt x="699411" y="466151"/>
                  </a:lnTo>
                  <a:lnTo>
                    <a:pt x="704368" y="469906"/>
                  </a:lnTo>
                  <a:lnTo>
                    <a:pt x="714079" y="474424"/>
                  </a:lnTo>
                  <a:lnTo>
                    <a:pt x="713116" y="476946"/>
                  </a:lnTo>
                  <a:lnTo>
                    <a:pt x="717549" y="480614"/>
                  </a:lnTo>
                  <a:lnTo>
                    <a:pt x="723141" y="484057"/>
                  </a:lnTo>
                  <a:lnTo>
                    <a:pt x="727866" y="489348"/>
                  </a:lnTo>
                  <a:lnTo>
                    <a:pt x="734979" y="493861"/>
                  </a:lnTo>
                  <a:lnTo>
                    <a:pt x="739794" y="498475"/>
                  </a:lnTo>
                  <a:lnTo>
                    <a:pt x="743781" y="501757"/>
                  </a:lnTo>
                  <a:lnTo>
                    <a:pt x="747566" y="504854"/>
                  </a:lnTo>
                  <a:lnTo>
                    <a:pt x="754418" y="509366"/>
                  </a:lnTo>
                  <a:lnTo>
                    <a:pt x="759293" y="513688"/>
                  </a:lnTo>
                  <a:lnTo>
                    <a:pt x="758936" y="519842"/>
                  </a:lnTo>
                  <a:lnTo>
                    <a:pt x="766587" y="518426"/>
                  </a:lnTo>
                  <a:lnTo>
                    <a:pt x="768062" y="525688"/>
                  </a:lnTo>
                  <a:lnTo>
                    <a:pt x="768214" y="526439"/>
                  </a:lnTo>
                  <a:lnTo>
                    <a:pt x="774958" y="526704"/>
                  </a:lnTo>
                  <a:lnTo>
                    <a:pt x="775269" y="529138"/>
                  </a:lnTo>
                  <a:lnTo>
                    <a:pt x="779504" y="534656"/>
                  </a:lnTo>
                  <a:lnTo>
                    <a:pt x="784770" y="531551"/>
                  </a:lnTo>
                  <a:lnTo>
                    <a:pt x="788568" y="532976"/>
                  </a:lnTo>
                  <a:lnTo>
                    <a:pt x="796787" y="533942"/>
                  </a:lnTo>
                  <a:lnTo>
                    <a:pt x="799355" y="534773"/>
                  </a:lnTo>
                  <a:lnTo>
                    <a:pt x="805972" y="533276"/>
                  </a:lnTo>
                  <a:lnTo>
                    <a:pt x="808024" y="533664"/>
                  </a:lnTo>
                  <a:lnTo>
                    <a:pt x="812018" y="535434"/>
                  </a:lnTo>
                  <a:lnTo>
                    <a:pt x="815926" y="534885"/>
                  </a:lnTo>
                  <a:lnTo>
                    <a:pt x="818739" y="538452"/>
                  </a:lnTo>
                  <a:lnTo>
                    <a:pt x="820775" y="538103"/>
                  </a:lnTo>
                  <a:lnTo>
                    <a:pt x="823492" y="538250"/>
                  </a:lnTo>
                  <a:lnTo>
                    <a:pt x="826197" y="535873"/>
                  </a:lnTo>
                  <a:lnTo>
                    <a:pt x="830748" y="539763"/>
                  </a:lnTo>
                  <a:lnTo>
                    <a:pt x="832066" y="542971"/>
                  </a:lnTo>
                  <a:lnTo>
                    <a:pt x="832329" y="547496"/>
                  </a:lnTo>
                  <a:lnTo>
                    <a:pt x="831807" y="548618"/>
                  </a:lnTo>
                  <a:lnTo>
                    <a:pt x="832353" y="550558"/>
                  </a:lnTo>
                  <a:lnTo>
                    <a:pt x="832799" y="552142"/>
                  </a:lnTo>
                  <a:lnTo>
                    <a:pt x="834523" y="553533"/>
                  </a:lnTo>
                  <a:lnTo>
                    <a:pt x="836659" y="558398"/>
                  </a:lnTo>
                  <a:lnTo>
                    <a:pt x="838846" y="560931"/>
                  </a:lnTo>
                  <a:lnTo>
                    <a:pt x="841070" y="562924"/>
                  </a:lnTo>
                  <a:lnTo>
                    <a:pt x="843231" y="566416"/>
                  </a:lnTo>
                  <a:lnTo>
                    <a:pt x="844855" y="567408"/>
                  </a:lnTo>
                  <a:lnTo>
                    <a:pt x="845169" y="569141"/>
                  </a:lnTo>
                  <a:lnTo>
                    <a:pt x="844386" y="573358"/>
                  </a:lnTo>
                  <a:lnTo>
                    <a:pt x="844605" y="577462"/>
                  </a:lnTo>
                  <a:lnTo>
                    <a:pt x="845012" y="581261"/>
                  </a:lnTo>
                  <a:lnTo>
                    <a:pt x="844445" y="586825"/>
                  </a:lnTo>
                  <a:lnTo>
                    <a:pt x="842374" y="593442"/>
                  </a:lnTo>
                  <a:lnTo>
                    <a:pt x="840601" y="595971"/>
                  </a:lnTo>
                  <a:lnTo>
                    <a:pt x="841560" y="597456"/>
                  </a:lnTo>
                  <a:lnTo>
                    <a:pt x="840694" y="599021"/>
                  </a:lnTo>
                  <a:lnTo>
                    <a:pt x="838829" y="598116"/>
                  </a:lnTo>
                  <a:lnTo>
                    <a:pt x="836993" y="597466"/>
                  </a:lnTo>
                  <a:lnTo>
                    <a:pt x="836194" y="598820"/>
                  </a:lnTo>
                  <a:lnTo>
                    <a:pt x="835621" y="598943"/>
                  </a:lnTo>
                  <a:lnTo>
                    <a:pt x="833413" y="598142"/>
                  </a:lnTo>
                  <a:lnTo>
                    <a:pt x="831534" y="595070"/>
                  </a:lnTo>
                  <a:lnTo>
                    <a:pt x="830333" y="593310"/>
                  </a:lnTo>
                  <a:lnTo>
                    <a:pt x="829209" y="591802"/>
                  </a:lnTo>
                  <a:lnTo>
                    <a:pt x="827968" y="591345"/>
                  </a:lnTo>
                  <a:lnTo>
                    <a:pt x="827377" y="589228"/>
                  </a:lnTo>
                  <a:lnTo>
                    <a:pt x="826132" y="587546"/>
                  </a:lnTo>
                  <a:lnTo>
                    <a:pt x="824719" y="586838"/>
                  </a:lnTo>
                  <a:lnTo>
                    <a:pt x="823071" y="585402"/>
                  </a:lnTo>
                  <a:lnTo>
                    <a:pt x="822387" y="584322"/>
                  </a:lnTo>
                  <a:lnTo>
                    <a:pt x="820784" y="584806"/>
                  </a:lnTo>
                  <a:lnTo>
                    <a:pt x="821829" y="588777"/>
                  </a:lnTo>
                  <a:lnTo>
                    <a:pt x="823087" y="591408"/>
                  </a:lnTo>
                  <a:lnTo>
                    <a:pt x="822863" y="594207"/>
                  </a:lnTo>
                  <a:lnTo>
                    <a:pt x="823806" y="596202"/>
                  </a:lnTo>
                  <a:lnTo>
                    <a:pt x="825342" y="596484"/>
                  </a:lnTo>
                  <a:lnTo>
                    <a:pt x="825048" y="599286"/>
                  </a:lnTo>
                  <a:lnTo>
                    <a:pt x="823534" y="600415"/>
                  </a:lnTo>
                  <a:lnTo>
                    <a:pt x="820441" y="600059"/>
                  </a:lnTo>
                  <a:lnTo>
                    <a:pt x="818492" y="599317"/>
                  </a:lnTo>
                  <a:lnTo>
                    <a:pt x="816163" y="600415"/>
                  </a:lnTo>
                  <a:lnTo>
                    <a:pt x="815256" y="600086"/>
                  </a:lnTo>
                  <a:lnTo>
                    <a:pt x="814803" y="598518"/>
                  </a:lnTo>
                  <a:lnTo>
                    <a:pt x="814522" y="597548"/>
                  </a:lnTo>
                  <a:lnTo>
                    <a:pt x="813020" y="596718"/>
                  </a:lnTo>
                  <a:lnTo>
                    <a:pt x="813282" y="593921"/>
                  </a:lnTo>
                  <a:lnTo>
                    <a:pt x="812575" y="593340"/>
                  </a:lnTo>
                  <a:lnTo>
                    <a:pt x="810591" y="593720"/>
                  </a:lnTo>
                  <a:lnTo>
                    <a:pt x="808975" y="594028"/>
                  </a:lnTo>
                  <a:lnTo>
                    <a:pt x="805866" y="592036"/>
                  </a:lnTo>
                  <a:lnTo>
                    <a:pt x="803404" y="588687"/>
                  </a:lnTo>
                  <a:lnTo>
                    <a:pt x="801104" y="583212"/>
                  </a:lnTo>
                  <a:lnTo>
                    <a:pt x="800660" y="581644"/>
                  </a:lnTo>
                  <a:lnTo>
                    <a:pt x="797048" y="581305"/>
                  </a:lnTo>
                  <a:lnTo>
                    <a:pt x="792900" y="580676"/>
                  </a:lnTo>
                  <a:lnTo>
                    <a:pt x="790682" y="579862"/>
                  </a:lnTo>
                  <a:lnTo>
                    <a:pt x="789455" y="578141"/>
                  </a:lnTo>
                  <a:lnTo>
                    <a:pt x="787668" y="575630"/>
                  </a:lnTo>
                  <a:lnTo>
                    <a:pt x="785647" y="573579"/>
                  </a:lnTo>
                  <a:lnTo>
                    <a:pt x="787708" y="570147"/>
                  </a:lnTo>
                  <a:lnTo>
                    <a:pt x="787916" y="566875"/>
                  </a:lnTo>
                  <a:lnTo>
                    <a:pt x="784836" y="566139"/>
                  </a:lnTo>
                  <a:lnTo>
                    <a:pt x="782316" y="567054"/>
                  </a:lnTo>
                  <a:lnTo>
                    <a:pt x="782707" y="570502"/>
                  </a:lnTo>
                  <a:lnTo>
                    <a:pt x="780577" y="570163"/>
                  </a:lnTo>
                  <a:lnTo>
                    <a:pt x="778000" y="567528"/>
                  </a:lnTo>
                  <a:lnTo>
                    <a:pt x="775037" y="563435"/>
                  </a:lnTo>
                  <a:lnTo>
                    <a:pt x="773621" y="566314"/>
                  </a:lnTo>
                  <a:lnTo>
                    <a:pt x="769462" y="563767"/>
                  </a:lnTo>
                  <a:lnTo>
                    <a:pt x="767335" y="559513"/>
                  </a:lnTo>
                  <a:lnTo>
                    <a:pt x="764204" y="559910"/>
                  </a:lnTo>
                  <a:lnTo>
                    <a:pt x="763436" y="560196"/>
                  </a:lnTo>
                  <a:lnTo>
                    <a:pt x="761893" y="559625"/>
                  </a:lnTo>
                  <a:lnTo>
                    <a:pt x="760602" y="558733"/>
                  </a:lnTo>
                  <a:lnTo>
                    <a:pt x="758748" y="558616"/>
                  </a:lnTo>
                  <a:lnTo>
                    <a:pt x="757592" y="558391"/>
                  </a:lnTo>
                  <a:lnTo>
                    <a:pt x="757326" y="557751"/>
                  </a:lnTo>
                  <a:lnTo>
                    <a:pt x="757313" y="557160"/>
                  </a:lnTo>
                  <a:lnTo>
                    <a:pt x="757672" y="552965"/>
                  </a:lnTo>
                  <a:lnTo>
                    <a:pt x="759106" y="551397"/>
                  </a:lnTo>
                  <a:lnTo>
                    <a:pt x="761541" y="550710"/>
                  </a:lnTo>
                  <a:lnTo>
                    <a:pt x="764872" y="548483"/>
                  </a:lnTo>
                  <a:lnTo>
                    <a:pt x="765817" y="544744"/>
                  </a:lnTo>
                  <a:lnTo>
                    <a:pt x="766874" y="542519"/>
                  </a:lnTo>
                  <a:lnTo>
                    <a:pt x="763835" y="540269"/>
                  </a:lnTo>
                  <a:lnTo>
                    <a:pt x="762376" y="537774"/>
                  </a:lnTo>
                  <a:lnTo>
                    <a:pt x="762100" y="537321"/>
                  </a:lnTo>
                  <a:lnTo>
                    <a:pt x="761074" y="535633"/>
                  </a:lnTo>
                  <a:lnTo>
                    <a:pt x="754212" y="533908"/>
                  </a:lnTo>
                  <a:lnTo>
                    <a:pt x="749601" y="529248"/>
                  </a:lnTo>
                  <a:lnTo>
                    <a:pt x="747644" y="527407"/>
                  </a:lnTo>
                  <a:lnTo>
                    <a:pt x="742159" y="528034"/>
                  </a:lnTo>
                  <a:lnTo>
                    <a:pt x="739420" y="526778"/>
                  </a:lnTo>
                  <a:lnTo>
                    <a:pt x="738235" y="528505"/>
                  </a:lnTo>
                  <a:lnTo>
                    <a:pt x="734310" y="527970"/>
                  </a:lnTo>
                  <a:lnTo>
                    <a:pt x="731184" y="525264"/>
                  </a:lnTo>
                  <a:lnTo>
                    <a:pt x="731270" y="522133"/>
                  </a:lnTo>
                  <a:lnTo>
                    <a:pt x="730540" y="519326"/>
                  </a:lnTo>
                  <a:lnTo>
                    <a:pt x="727799" y="515387"/>
                  </a:lnTo>
                  <a:lnTo>
                    <a:pt x="726701" y="513046"/>
                  </a:lnTo>
                  <a:lnTo>
                    <a:pt x="723712" y="512003"/>
                  </a:lnTo>
                  <a:lnTo>
                    <a:pt x="721727" y="510605"/>
                  </a:lnTo>
                  <a:lnTo>
                    <a:pt x="720662" y="506714"/>
                  </a:lnTo>
                  <a:lnTo>
                    <a:pt x="718474" y="504135"/>
                  </a:lnTo>
                  <a:lnTo>
                    <a:pt x="718280" y="503905"/>
                  </a:lnTo>
                  <a:lnTo>
                    <a:pt x="712741" y="499296"/>
                  </a:lnTo>
                  <a:lnTo>
                    <a:pt x="706351" y="495872"/>
                  </a:lnTo>
                  <a:lnTo>
                    <a:pt x="704224" y="492374"/>
                  </a:lnTo>
                  <a:lnTo>
                    <a:pt x="701990" y="491035"/>
                  </a:lnTo>
                  <a:lnTo>
                    <a:pt x="700178" y="491914"/>
                  </a:lnTo>
                  <a:lnTo>
                    <a:pt x="697026" y="492715"/>
                  </a:lnTo>
                  <a:lnTo>
                    <a:pt x="694844" y="492737"/>
                  </a:lnTo>
                  <a:lnTo>
                    <a:pt x="691013" y="493395"/>
                  </a:lnTo>
                  <a:lnTo>
                    <a:pt x="686124" y="488413"/>
                  </a:lnTo>
                  <a:lnTo>
                    <a:pt x="681142" y="487291"/>
                  </a:lnTo>
                  <a:lnTo>
                    <a:pt x="678609" y="488658"/>
                  </a:lnTo>
                  <a:lnTo>
                    <a:pt x="677773" y="489108"/>
                  </a:lnTo>
                  <a:lnTo>
                    <a:pt x="679752" y="491953"/>
                  </a:lnTo>
                  <a:lnTo>
                    <a:pt x="681220" y="494512"/>
                  </a:lnTo>
                  <a:lnTo>
                    <a:pt x="680397" y="495673"/>
                  </a:lnTo>
                  <a:lnTo>
                    <a:pt x="682191" y="499450"/>
                  </a:lnTo>
                  <a:lnTo>
                    <a:pt x="678644" y="499131"/>
                  </a:lnTo>
                  <a:lnTo>
                    <a:pt x="676887" y="499568"/>
                  </a:lnTo>
                  <a:lnTo>
                    <a:pt x="673129" y="496235"/>
                  </a:lnTo>
                  <a:lnTo>
                    <a:pt x="672312" y="496765"/>
                  </a:lnTo>
                  <a:lnTo>
                    <a:pt x="670472" y="497954"/>
                  </a:lnTo>
                  <a:lnTo>
                    <a:pt x="668341" y="499108"/>
                  </a:lnTo>
                  <a:lnTo>
                    <a:pt x="665536" y="496715"/>
                  </a:lnTo>
                  <a:lnTo>
                    <a:pt x="661795" y="499007"/>
                  </a:lnTo>
                  <a:lnTo>
                    <a:pt x="659203" y="500105"/>
                  </a:lnTo>
                  <a:lnTo>
                    <a:pt x="658320" y="502294"/>
                  </a:lnTo>
                  <a:lnTo>
                    <a:pt x="655511" y="504782"/>
                  </a:lnTo>
                  <a:lnTo>
                    <a:pt x="652082" y="506734"/>
                  </a:lnTo>
                  <a:lnTo>
                    <a:pt x="649577" y="507019"/>
                  </a:lnTo>
                  <a:lnTo>
                    <a:pt x="649501" y="508931"/>
                  </a:lnTo>
                  <a:lnTo>
                    <a:pt x="650197" y="510250"/>
                  </a:lnTo>
                  <a:lnTo>
                    <a:pt x="650112" y="511609"/>
                  </a:lnTo>
                  <a:lnTo>
                    <a:pt x="647770" y="512455"/>
                  </a:lnTo>
                  <a:lnTo>
                    <a:pt x="646599" y="510286"/>
                  </a:lnTo>
                  <a:lnTo>
                    <a:pt x="642964" y="509623"/>
                  </a:lnTo>
                  <a:lnTo>
                    <a:pt x="640994" y="507773"/>
                  </a:lnTo>
                  <a:lnTo>
                    <a:pt x="638900" y="506945"/>
                  </a:lnTo>
                  <a:lnTo>
                    <a:pt x="637061" y="507973"/>
                  </a:lnTo>
                  <a:lnTo>
                    <a:pt x="632810" y="506905"/>
                  </a:lnTo>
                  <a:lnTo>
                    <a:pt x="629771" y="506163"/>
                  </a:lnTo>
                  <a:lnTo>
                    <a:pt x="623852" y="503774"/>
                  </a:lnTo>
                  <a:lnTo>
                    <a:pt x="621749" y="503581"/>
                  </a:lnTo>
                  <a:lnTo>
                    <a:pt x="620449" y="501740"/>
                  </a:lnTo>
                  <a:lnTo>
                    <a:pt x="615940" y="499308"/>
                  </a:lnTo>
                  <a:lnTo>
                    <a:pt x="612955" y="497865"/>
                  </a:lnTo>
                  <a:lnTo>
                    <a:pt x="612836" y="497121"/>
                  </a:lnTo>
                  <a:lnTo>
                    <a:pt x="612593" y="495604"/>
                  </a:lnTo>
                  <a:lnTo>
                    <a:pt x="611405" y="494009"/>
                  </a:lnTo>
                  <a:lnTo>
                    <a:pt x="607981" y="491838"/>
                  </a:lnTo>
                  <a:lnTo>
                    <a:pt x="603597" y="489819"/>
                  </a:lnTo>
                  <a:lnTo>
                    <a:pt x="600276" y="489232"/>
                  </a:lnTo>
                  <a:lnTo>
                    <a:pt x="593593" y="488687"/>
                  </a:lnTo>
                  <a:lnTo>
                    <a:pt x="588943" y="486578"/>
                  </a:lnTo>
                  <a:lnTo>
                    <a:pt x="586045" y="485689"/>
                  </a:lnTo>
                  <a:lnTo>
                    <a:pt x="582354" y="485127"/>
                  </a:lnTo>
                  <a:lnTo>
                    <a:pt x="577515" y="484395"/>
                  </a:lnTo>
                  <a:lnTo>
                    <a:pt x="573839" y="483629"/>
                  </a:lnTo>
                  <a:lnTo>
                    <a:pt x="568342" y="481662"/>
                  </a:lnTo>
                  <a:lnTo>
                    <a:pt x="562451" y="479493"/>
                  </a:lnTo>
                  <a:lnTo>
                    <a:pt x="563877" y="475315"/>
                  </a:lnTo>
                  <a:lnTo>
                    <a:pt x="566862" y="473399"/>
                  </a:lnTo>
                  <a:lnTo>
                    <a:pt x="565913" y="470548"/>
                  </a:lnTo>
                  <a:lnTo>
                    <a:pt x="563996" y="465783"/>
                  </a:lnTo>
                  <a:lnTo>
                    <a:pt x="560384" y="466434"/>
                  </a:lnTo>
                  <a:lnTo>
                    <a:pt x="558858" y="468441"/>
                  </a:lnTo>
                  <a:lnTo>
                    <a:pt x="555163" y="471888"/>
                  </a:lnTo>
                  <a:lnTo>
                    <a:pt x="553455" y="473425"/>
                  </a:lnTo>
                  <a:lnTo>
                    <a:pt x="552712" y="475969"/>
                  </a:lnTo>
                  <a:lnTo>
                    <a:pt x="549063" y="476601"/>
                  </a:lnTo>
                  <a:lnTo>
                    <a:pt x="540830" y="477877"/>
                  </a:lnTo>
                  <a:lnTo>
                    <a:pt x="537850" y="477722"/>
                  </a:lnTo>
                  <a:lnTo>
                    <a:pt x="532247" y="476537"/>
                  </a:lnTo>
                  <a:lnTo>
                    <a:pt x="526675" y="475581"/>
                  </a:lnTo>
                  <a:lnTo>
                    <a:pt x="524097" y="473757"/>
                  </a:lnTo>
                  <a:lnTo>
                    <a:pt x="521381" y="472834"/>
                  </a:lnTo>
                  <a:lnTo>
                    <a:pt x="518482" y="473716"/>
                  </a:lnTo>
                  <a:lnTo>
                    <a:pt x="514286" y="472705"/>
                  </a:lnTo>
                  <a:lnTo>
                    <a:pt x="511030" y="473012"/>
                  </a:lnTo>
                  <a:lnTo>
                    <a:pt x="502987" y="473135"/>
                  </a:lnTo>
                  <a:lnTo>
                    <a:pt x="496175" y="474008"/>
                  </a:lnTo>
                  <a:lnTo>
                    <a:pt x="492844" y="475136"/>
                  </a:lnTo>
                  <a:lnTo>
                    <a:pt x="489797" y="477025"/>
                  </a:lnTo>
                  <a:lnTo>
                    <a:pt x="485804" y="478611"/>
                  </a:lnTo>
                  <a:lnTo>
                    <a:pt x="478686" y="481578"/>
                  </a:lnTo>
                  <a:lnTo>
                    <a:pt x="475722" y="483652"/>
                  </a:lnTo>
                  <a:lnTo>
                    <a:pt x="473598" y="485376"/>
                  </a:lnTo>
                  <a:lnTo>
                    <a:pt x="471056" y="484774"/>
                  </a:lnTo>
                  <a:lnTo>
                    <a:pt x="469785" y="483751"/>
                  </a:lnTo>
                  <a:lnTo>
                    <a:pt x="467985" y="481524"/>
                  </a:lnTo>
                  <a:lnTo>
                    <a:pt x="466217" y="481137"/>
                  </a:lnTo>
                  <a:lnTo>
                    <a:pt x="463139" y="483158"/>
                  </a:lnTo>
                  <a:lnTo>
                    <a:pt x="460889" y="481056"/>
                  </a:lnTo>
                  <a:lnTo>
                    <a:pt x="457979" y="480366"/>
                  </a:lnTo>
                  <a:lnTo>
                    <a:pt x="455651" y="479714"/>
                  </a:lnTo>
                  <a:lnTo>
                    <a:pt x="449759" y="480096"/>
                  </a:lnTo>
                  <a:lnTo>
                    <a:pt x="448572" y="477568"/>
                  </a:lnTo>
                  <a:lnTo>
                    <a:pt x="445554" y="476814"/>
                  </a:lnTo>
                  <a:lnTo>
                    <a:pt x="444811" y="478118"/>
                  </a:lnTo>
                  <a:lnTo>
                    <a:pt x="442233" y="478032"/>
                  </a:lnTo>
                  <a:lnTo>
                    <a:pt x="439252" y="476807"/>
                  </a:lnTo>
                  <a:lnTo>
                    <a:pt x="436898" y="478999"/>
                  </a:lnTo>
                  <a:lnTo>
                    <a:pt x="434412" y="480361"/>
                  </a:lnTo>
                  <a:lnTo>
                    <a:pt x="430000" y="479128"/>
                  </a:lnTo>
                  <a:lnTo>
                    <a:pt x="426415" y="478216"/>
                  </a:lnTo>
                  <a:lnTo>
                    <a:pt x="424576" y="479696"/>
                  </a:lnTo>
                  <a:lnTo>
                    <a:pt x="422485" y="480960"/>
                  </a:lnTo>
                  <a:lnTo>
                    <a:pt x="421842" y="481550"/>
                  </a:lnTo>
                  <a:lnTo>
                    <a:pt x="418638" y="482810"/>
                  </a:lnTo>
                  <a:lnTo>
                    <a:pt x="416922" y="484723"/>
                  </a:lnTo>
                  <a:lnTo>
                    <a:pt x="414994" y="487678"/>
                  </a:lnTo>
                  <a:lnTo>
                    <a:pt x="414085" y="487794"/>
                  </a:lnTo>
                  <a:lnTo>
                    <a:pt x="412864" y="486344"/>
                  </a:lnTo>
                  <a:lnTo>
                    <a:pt x="408169" y="486835"/>
                  </a:lnTo>
                  <a:lnTo>
                    <a:pt x="407028" y="489470"/>
                  </a:lnTo>
                  <a:lnTo>
                    <a:pt x="404483" y="493242"/>
                  </a:lnTo>
                  <a:lnTo>
                    <a:pt x="402697" y="496598"/>
                  </a:lnTo>
                  <a:lnTo>
                    <a:pt x="401021" y="501253"/>
                  </a:lnTo>
                  <a:lnTo>
                    <a:pt x="402251" y="503532"/>
                  </a:lnTo>
                  <a:lnTo>
                    <a:pt x="399974" y="504389"/>
                  </a:lnTo>
                  <a:lnTo>
                    <a:pt x="400002" y="506601"/>
                  </a:lnTo>
                  <a:lnTo>
                    <a:pt x="401893" y="507565"/>
                  </a:lnTo>
                  <a:lnTo>
                    <a:pt x="399763" y="509689"/>
                  </a:lnTo>
                  <a:lnTo>
                    <a:pt x="397082" y="511375"/>
                  </a:lnTo>
                  <a:lnTo>
                    <a:pt x="394769" y="512875"/>
                  </a:lnTo>
                  <a:lnTo>
                    <a:pt x="392700" y="514798"/>
                  </a:lnTo>
                  <a:lnTo>
                    <a:pt x="391424" y="514118"/>
                  </a:lnTo>
                  <a:lnTo>
                    <a:pt x="391313" y="511642"/>
                  </a:lnTo>
                  <a:lnTo>
                    <a:pt x="392244" y="509826"/>
                  </a:lnTo>
                  <a:lnTo>
                    <a:pt x="389388" y="506300"/>
                  </a:lnTo>
                  <a:lnTo>
                    <a:pt x="386423" y="507199"/>
                  </a:lnTo>
                  <a:lnTo>
                    <a:pt x="383393" y="508752"/>
                  </a:lnTo>
                  <a:lnTo>
                    <a:pt x="383737" y="506624"/>
                  </a:lnTo>
                  <a:lnTo>
                    <a:pt x="381323" y="504401"/>
                  </a:lnTo>
                  <a:lnTo>
                    <a:pt x="379940" y="507292"/>
                  </a:lnTo>
                  <a:lnTo>
                    <a:pt x="378661" y="509507"/>
                  </a:lnTo>
                  <a:lnTo>
                    <a:pt x="375555" y="511037"/>
                  </a:lnTo>
                  <a:lnTo>
                    <a:pt x="375185" y="510742"/>
                  </a:lnTo>
                  <a:lnTo>
                    <a:pt x="374182" y="509940"/>
                  </a:lnTo>
                  <a:lnTo>
                    <a:pt x="371779" y="510012"/>
                  </a:lnTo>
                  <a:lnTo>
                    <a:pt x="370779" y="511526"/>
                  </a:lnTo>
                  <a:lnTo>
                    <a:pt x="368946" y="510506"/>
                  </a:lnTo>
                  <a:lnTo>
                    <a:pt x="366938" y="511403"/>
                  </a:lnTo>
                  <a:lnTo>
                    <a:pt x="364920" y="510533"/>
                  </a:lnTo>
                  <a:lnTo>
                    <a:pt x="363097" y="512256"/>
                  </a:lnTo>
                  <a:lnTo>
                    <a:pt x="362557" y="515472"/>
                  </a:lnTo>
                  <a:lnTo>
                    <a:pt x="360602" y="517512"/>
                  </a:lnTo>
                  <a:lnTo>
                    <a:pt x="358092" y="514783"/>
                  </a:lnTo>
                  <a:lnTo>
                    <a:pt x="356359" y="517488"/>
                  </a:lnTo>
                  <a:lnTo>
                    <a:pt x="356278" y="520055"/>
                  </a:lnTo>
                  <a:lnTo>
                    <a:pt x="358344" y="520948"/>
                  </a:lnTo>
                  <a:lnTo>
                    <a:pt x="358374" y="523939"/>
                  </a:lnTo>
                  <a:lnTo>
                    <a:pt x="356093" y="523047"/>
                  </a:lnTo>
                  <a:lnTo>
                    <a:pt x="354066" y="524689"/>
                  </a:lnTo>
                  <a:lnTo>
                    <a:pt x="354268" y="527889"/>
                  </a:lnTo>
                  <a:lnTo>
                    <a:pt x="351768" y="525337"/>
                  </a:lnTo>
                  <a:lnTo>
                    <a:pt x="350215" y="526042"/>
                  </a:lnTo>
                  <a:lnTo>
                    <a:pt x="348900" y="529127"/>
                  </a:lnTo>
                  <a:lnTo>
                    <a:pt x="346639" y="532951"/>
                  </a:lnTo>
                  <a:lnTo>
                    <a:pt x="344148" y="537564"/>
                  </a:lnTo>
                  <a:lnTo>
                    <a:pt x="344097" y="539539"/>
                  </a:lnTo>
                  <a:lnTo>
                    <a:pt x="342954" y="540896"/>
                  </a:lnTo>
                  <a:lnTo>
                    <a:pt x="342795" y="543619"/>
                  </a:lnTo>
                  <a:lnTo>
                    <a:pt x="341828" y="543710"/>
                  </a:lnTo>
                  <a:lnTo>
                    <a:pt x="340268" y="540281"/>
                  </a:lnTo>
                  <a:lnTo>
                    <a:pt x="339582" y="538794"/>
                  </a:lnTo>
                  <a:lnTo>
                    <a:pt x="337906" y="539577"/>
                  </a:lnTo>
                  <a:lnTo>
                    <a:pt x="337705" y="542361"/>
                  </a:lnTo>
                  <a:lnTo>
                    <a:pt x="336733" y="546293"/>
                  </a:lnTo>
                  <a:lnTo>
                    <a:pt x="335948" y="547039"/>
                  </a:lnTo>
                  <a:lnTo>
                    <a:pt x="333529" y="545609"/>
                  </a:lnTo>
                  <a:lnTo>
                    <a:pt x="331775" y="547072"/>
                  </a:lnTo>
                  <a:lnTo>
                    <a:pt x="332559" y="548693"/>
                  </a:lnTo>
                  <a:lnTo>
                    <a:pt x="331627" y="550461"/>
                  </a:lnTo>
                  <a:lnTo>
                    <a:pt x="330422" y="551064"/>
                  </a:lnTo>
                  <a:lnTo>
                    <a:pt x="327835" y="552119"/>
                  </a:lnTo>
                  <a:lnTo>
                    <a:pt x="324309" y="552200"/>
                  </a:lnTo>
                  <a:lnTo>
                    <a:pt x="323136" y="552240"/>
                  </a:lnTo>
                  <a:lnTo>
                    <a:pt x="320240" y="551709"/>
                  </a:lnTo>
                  <a:lnTo>
                    <a:pt x="321722" y="556494"/>
                  </a:lnTo>
                  <a:lnTo>
                    <a:pt x="317086" y="559296"/>
                  </a:lnTo>
                  <a:lnTo>
                    <a:pt x="312535" y="557388"/>
                  </a:lnTo>
                  <a:lnTo>
                    <a:pt x="310790" y="553741"/>
                  </a:lnTo>
                  <a:lnTo>
                    <a:pt x="309014" y="551596"/>
                  </a:lnTo>
                  <a:lnTo>
                    <a:pt x="309064" y="548497"/>
                  </a:lnTo>
                  <a:lnTo>
                    <a:pt x="310242" y="544787"/>
                  </a:lnTo>
                  <a:lnTo>
                    <a:pt x="313017" y="542200"/>
                  </a:lnTo>
                  <a:lnTo>
                    <a:pt x="317498" y="538992"/>
                  </a:lnTo>
                  <a:lnTo>
                    <a:pt x="321193" y="536148"/>
                  </a:lnTo>
                  <a:lnTo>
                    <a:pt x="323424" y="533149"/>
                  </a:lnTo>
                  <a:lnTo>
                    <a:pt x="321066" y="530387"/>
                  </a:lnTo>
                  <a:lnTo>
                    <a:pt x="318158" y="533080"/>
                  </a:lnTo>
                  <a:lnTo>
                    <a:pt x="314048" y="533719"/>
                  </a:lnTo>
                  <a:lnTo>
                    <a:pt x="311612" y="532225"/>
                  </a:lnTo>
                  <a:lnTo>
                    <a:pt x="308524" y="528780"/>
                  </a:lnTo>
                  <a:lnTo>
                    <a:pt x="309257" y="525175"/>
                  </a:lnTo>
                  <a:lnTo>
                    <a:pt x="309999" y="521652"/>
                  </a:lnTo>
                  <a:lnTo>
                    <a:pt x="310287" y="517328"/>
                  </a:lnTo>
                  <a:lnTo>
                    <a:pt x="312077" y="512878"/>
                  </a:lnTo>
                  <a:lnTo>
                    <a:pt x="315260" y="507140"/>
                  </a:lnTo>
                  <a:lnTo>
                    <a:pt x="315579" y="503175"/>
                  </a:lnTo>
                  <a:lnTo>
                    <a:pt x="315436" y="499663"/>
                  </a:lnTo>
                  <a:lnTo>
                    <a:pt x="316607" y="498815"/>
                  </a:lnTo>
                  <a:lnTo>
                    <a:pt x="316452" y="493762"/>
                  </a:lnTo>
                  <a:lnTo>
                    <a:pt x="315619" y="490835"/>
                  </a:lnTo>
                  <a:lnTo>
                    <a:pt x="314212" y="487615"/>
                  </a:lnTo>
                  <a:lnTo>
                    <a:pt x="312526" y="484291"/>
                  </a:lnTo>
                  <a:lnTo>
                    <a:pt x="313208" y="483143"/>
                  </a:lnTo>
                  <a:lnTo>
                    <a:pt x="315231" y="481165"/>
                  </a:lnTo>
                  <a:lnTo>
                    <a:pt x="319195" y="479769"/>
                  </a:lnTo>
                  <a:lnTo>
                    <a:pt x="322208" y="476257"/>
                  </a:lnTo>
                  <a:lnTo>
                    <a:pt x="325551" y="471805"/>
                  </a:lnTo>
                  <a:lnTo>
                    <a:pt x="329257" y="467962"/>
                  </a:lnTo>
                  <a:lnTo>
                    <a:pt x="331108" y="466354"/>
                  </a:lnTo>
                  <a:lnTo>
                    <a:pt x="332407" y="466711"/>
                  </a:lnTo>
                  <a:lnTo>
                    <a:pt x="336209" y="471842"/>
                  </a:lnTo>
                  <a:lnTo>
                    <a:pt x="338010" y="472064"/>
                  </a:lnTo>
                  <a:lnTo>
                    <a:pt x="340612" y="472169"/>
                  </a:lnTo>
                  <a:lnTo>
                    <a:pt x="341937" y="469101"/>
                  </a:lnTo>
                  <a:lnTo>
                    <a:pt x="342696" y="467698"/>
                  </a:lnTo>
                  <a:lnTo>
                    <a:pt x="344604" y="465799"/>
                  </a:lnTo>
                  <a:lnTo>
                    <a:pt x="345171" y="465234"/>
                  </a:lnTo>
                  <a:lnTo>
                    <a:pt x="342403" y="462665"/>
                  </a:lnTo>
                  <a:lnTo>
                    <a:pt x="338482" y="460398"/>
                  </a:lnTo>
                  <a:lnTo>
                    <a:pt x="337174" y="460026"/>
                  </a:lnTo>
                  <a:lnTo>
                    <a:pt x="333278" y="461757"/>
                  </a:lnTo>
                  <a:lnTo>
                    <a:pt x="333801" y="460030"/>
                  </a:lnTo>
                  <a:lnTo>
                    <a:pt x="333755" y="458610"/>
                  </a:lnTo>
                  <a:lnTo>
                    <a:pt x="333656" y="455527"/>
                  </a:lnTo>
                  <a:lnTo>
                    <a:pt x="329308" y="456865"/>
                  </a:lnTo>
                  <a:lnTo>
                    <a:pt x="326919" y="456106"/>
                  </a:lnTo>
                  <a:lnTo>
                    <a:pt x="324042" y="456724"/>
                  </a:lnTo>
                  <a:lnTo>
                    <a:pt x="321298" y="458886"/>
                  </a:lnTo>
                  <a:lnTo>
                    <a:pt x="319147" y="460048"/>
                  </a:lnTo>
                  <a:lnTo>
                    <a:pt x="318540" y="460876"/>
                  </a:lnTo>
                  <a:lnTo>
                    <a:pt x="317249" y="462631"/>
                  </a:lnTo>
                  <a:lnTo>
                    <a:pt x="316211" y="466388"/>
                  </a:lnTo>
                  <a:lnTo>
                    <a:pt x="315520" y="468221"/>
                  </a:lnTo>
                  <a:lnTo>
                    <a:pt x="313816" y="468766"/>
                  </a:lnTo>
                  <a:lnTo>
                    <a:pt x="312028" y="470417"/>
                  </a:lnTo>
                  <a:lnTo>
                    <a:pt x="309353" y="470749"/>
                  </a:lnTo>
                  <a:lnTo>
                    <a:pt x="307174" y="473163"/>
                  </a:lnTo>
                  <a:lnTo>
                    <a:pt x="305060" y="476310"/>
                  </a:lnTo>
                  <a:lnTo>
                    <a:pt x="303721" y="478849"/>
                  </a:lnTo>
                  <a:lnTo>
                    <a:pt x="304433" y="480768"/>
                  </a:lnTo>
                  <a:lnTo>
                    <a:pt x="306380" y="484146"/>
                  </a:lnTo>
                  <a:lnTo>
                    <a:pt x="306247" y="485188"/>
                  </a:lnTo>
                  <a:lnTo>
                    <a:pt x="302458" y="485168"/>
                  </a:lnTo>
                  <a:lnTo>
                    <a:pt x="299891" y="488361"/>
                  </a:lnTo>
                  <a:lnTo>
                    <a:pt x="298349" y="492386"/>
                  </a:lnTo>
                  <a:lnTo>
                    <a:pt x="295983" y="494565"/>
                  </a:lnTo>
                  <a:lnTo>
                    <a:pt x="294888" y="497721"/>
                  </a:lnTo>
                  <a:lnTo>
                    <a:pt x="295817" y="500363"/>
                  </a:lnTo>
                  <a:lnTo>
                    <a:pt x="297333" y="501123"/>
                  </a:lnTo>
                  <a:lnTo>
                    <a:pt x="294638" y="503716"/>
                  </a:lnTo>
                  <a:lnTo>
                    <a:pt x="294233" y="506459"/>
                  </a:lnTo>
                  <a:lnTo>
                    <a:pt x="291805" y="508916"/>
                  </a:lnTo>
                  <a:lnTo>
                    <a:pt x="291261" y="510623"/>
                  </a:lnTo>
                  <a:lnTo>
                    <a:pt x="291377" y="512315"/>
                  </a:lnTo>
                  <a:lnTo>
                    <a:pt x="292274" y="514822"/>
                  </a:lnTo>
                  <a:lnTo>
                    <a:pt x="292104" y="517895"/>
                  </a:lnTo>
                  <a:lnTo>
                    <a:pt x="290347" y="521849"/>
                  </a:lnTo>
                  <a:lnTo>
                    <a:pt x="290152" y="524099"/>
                  </a:lnTo>
                  <a:lnTo>
                    <a:pt x="287024" y="526587"/>
                  </a:lnTo>
                  <a:lnTo>
                    <a:pt x="284749" y="526554"/>
                  </a:lnTo>
                  <a:lnTo>
                    <a:pt x="284132" y="528997"/>
                  </a:lnTo>
                  <a:lnTo>
                    <a:pt x="284392" y="532673"/>
                  </a:lnTo>
                  <a:lnTo>
                    <a:pt x="283957" y="535501"/>
                  </a:lnTo>
                  <a:lnTo>
                    <a:pt x="281958" y="537467"/>
                  </a:lnTo>
                  <a:lnTo>
                    <a:pt x="280267" y="538682"/>
                  </a:lnTo>
                  <a:lnTo>
                    <a:pt x="278841" y="539157"/>
                  </a:lnTo>
                  <a:lnTo>
                    <a:pt x="276653" y="538906"/>
                  </a:lnTo>
                  <a:lnTo>
                    <a:pt x="273860" y="539496"/>
                  </a:lnTo>
                  <a:lnTo>
                    <a:pt x="273796" y="541050"/>
                  </a:lnTo>
                  <a:lnTo>
                    <a:pt x="273475" y="542998"/>
                  </a:lnTo>
                  <a:lnTo>
                    <a:pt x="271212" y="543387"/>
                  </a:lnTo>
                  <a:lnTo>
                    <a:pt x="269629" y="543995"/>
                  </a:lnTo>
                  <a:lnTo>
                    <a:pt x="271347" y="547533"/>
                  </a:lnTo>
                  <a:lnTo>
                    <a:pt x="270484" y="549206"/>
                  </a:lnTo>
                  <a:lnTo>
                    <a:pt x="268056" y="549719"/>
                  </a:lnTo>
                  <a:lnTo>
                    <a:pt x="266798" y="550728"/>
                  </a:lnTo>
                  <a:lnTo>
                    <a:pt x="265331" y="551835"/>
                  </a:lnTo>
                  <a:lnTo>
                    <a:pt x="264912" y="554566"/>
                  </a:lnTo>
                  <a:lnTo>
                    <a:pt x="263129" y="556582"/>
                  </a:lnTo>
                  <a:lnTo>
                    <a:pt x="263065" y="559899"/>
                  </a:lnTo>
                  <a:lnTo>
                    <a:pt x="262590" y="562001"/>
                  </a:lnTo>
                  <a:lnTo>
                    <a:pt x="262655" y="564291"/>
                  </a:lnTo>
                  <a:lnTo>
                    <a:pt x="265424" y="566394"/>
                  </a:lnTo>
                  <a:lnTo>
                    <a:pt x="268289" y="566541"/>
                  </a:lnTo>
                  <a:lnTo>
                    <a:pt x="271242" y="565823"/>
                  </a:lnTo>
                  <a:lnTo>
                    <a:pt x="273350" y="565478"/>
                  </a:lnTo>
                  <a:lnTo>
                    <a:pt x="275866" y="568645"/>
                  </a:lnTo>
                  <a:lnTo>
                    <a:pt x="278410" y="568592"/>
                  </a:lnTo>
                  <a:lnTo>
                    <a:pt x="280520" y="570415"/>
                  </a:lnTo>
                  <a:lnTo>
                    <a:pt x="282270" y="572233"/>
                  </a:lnTo>
                  <a:lnTo>
                    <a:pt x="283689" y="573964"/>
                  </a:lnTo>
                  <a:lnTo>
                    <a:pt x="283168" y="574592"/>
                  </a:lnTo>
                  <a:lnTo>
                    <a:pt x="281720" y="576333"/>
                  </a:lnTo>
                  <a:lnTo>
                    <a:pt x="281420" y="580034"/>
                  </a:lnTo>
                  <a:lnTo>
                    <a:pt x="280670" y="581671"/>
                  </a:lnTo>
                  <a:lnTo>
                    <a:pt x="278440" y="582953"/>
                  </a:lnTo>
                  <a:lnTo>
                    <a:pt x="277837" y="585216"/>
                  </a:lnTo>
                  <a:lnTo>
                    <a:pt x="274957" y="587017"/>
                  </a:lnTo>
                  <a:lnTo>
                    <a:pt x="272306" y="587132"/>
                  </a:lnTo>
                  <a:lnTo>
                    <a:pt x="271283" y="589602"/>
                  </a:lnTo>
                  <a:lnTo>
                    <a:pt x="271158" y="592586"/>
                  </a:lnTo>
                  <a:lnTo>
                    <a:pt x="269617" y="592987"/>
                  </a:lnTo>
                  <a:lnTo>
                    <a:pt x="268371" y="595556"/>
                  </a:lnTo>
                  <a:lnTo>
                    <a:pt x="270494" y="597625"/>
                  </a:lnTo>
                  <a:lnTo>
                    <a:pt x="268734" y="599590"/>
                  </a:lnTo>
                  <a:lnTo>
                    <a:pt x="268456" y="602999"/>
                  </a:lnTo>
                  <a:lnTo>
                    <a:pt x="267881" y="606285"/>
                  </a:lnTo>
                  <a:lnTo>
                    <a:pt x="266568" y="610073"/>
                  </a:lnTo>
                  <a:lnTo>
                    <a:pt x="264160" y="612257"/>
                  </a:lnTo>
                  <a:lnTo>
                    <a:pt x="261298" y="614336"/>
                  </a:lnTo>
                  <a:lnTo>
                    <a:pt x="259158" y="616086"/>
                  </a:lnTo>
                  <a:lnTo>
                    <a:pt x="255148" y="617192"/>
                  </a:lnTo>
                  <a:lnTo>
                    <a:pt x="252561" y="616311"/>
                  </a:lnTo>
                  <a:lnTo>
                    <a:pt x="249363" y="617923"/>
                  </a:lnTo>
                  <a:lnTo>
                    <a:pt x="247514" y="620201"/>
                  </a:lnTo>
                  <a:lnTo>
                    <a:pt x="249008" y="622381"/>
                  </a:lnTo>
                  <a:lnTo>
                    <a:pt x="248399" y="624252"/>
                  </a:lnTo>
                  <a:lnTo>
                    <a:pt x="244659" y="626504"/>
                  </a:lnTo>
                  <a:lnTo>
                    <a:pt x="244676" y="629544"/>
                  </a:lnTo>
                  <a:lnTo>
                    <a:pt x="243332" y="631683"/>
                  </a:lnTo>
                  <a:lnTo>
                    <a:pt x="239712" y="629853"/>
                  </a:lnTo>
                  <a:lnTo>
                    <a:pt x="237337" y="629265"/>
                  </a:lnTo>
                  <a:lnTo>
                    <a:pt x="237594" y="633421"/>
                  </a:lnTo>
                  <a:lnTo>
                    <a:pt x="237401" y="634914"/>
                  </a:lnTo>
                  <a:lnTo>
                    <a:pt x="235382" y="636142"/>
                  </a:lnTo>
                  <a:lnTo>
                    <a:pt x="235549" y="640031"/>
                  </a:lnTo>
                  <a:lnTo>
                    <a:pt x="231499" y="641013"/>
                  </a:lnTo>
                  <a:lnTo>
                    <a:pt x="228575" y="641678"/>
                  </a:lnTo>
                  <a:lnTo>
                    <a:pt x="229650" y="645063"/>
                  </a:lnTo>
                  <a:lnTo>
                    <a:pt x="227917" y="645730"/>
                  </a:lnTo>
                  <a:lnTo>
                    <a:pt x="224993" y="645684"/>
                  </a:lnTo>
                  <a:lnTo>
                    <a:pt x="221965" y="647984"/>
                  </a:lnTo>
                  <a:lnTo>
                    <a:pt x="222803" y="650927"/>
                  </a:lnTo>
                  <a:lnTo>
                    <a:pt x="223010" y="655015"/>
                  </a:lnTo>
                  <a:lnTo>
                    <a:pt x="223471" y="658048"/>
                  </a:lnTo>
                  <a:lnTo>
                    <a:pt x="223314" y="658266"/>
                  </a:lnTo>
                  <a:lnTo>
                    <a:pt x="221253" y="661126"/>
                  </a:lnTo>
                  <a:lnTo>
                    <a:pt x="220636" y="663551"/>
                  </a:lnTo>
                  <a:lnTo>
                    <a:pt x="219342" y="667543"/>
                  </a:lnTo>
                  <a:lnTo>
                    <a:pt x="217308" y="667243"/>
                  </a:lnTo>
                  <a:lnTo>
                    <a:pt x="215817" y="667657"/>
                  </a:lnTo>
                  <a:lnTo>
                    <a:pt x="213378" y="671979"/>
                  </a:lnTo>
                  <a:lnTo>
                    <a:pt x="210779" y="671093"/>
                  </a:lnTo>
                  <a:lnTo>
                    <a:pt x="208644" y="672879"/>
                  </a:lnTo>
                  <a:lnTo>
                    <a:pt x="207927" y="675071"/>
                  </a:lnTo>
                  <a:lnTo>
                    <a:pt x="205653" y="678430"/>
                  </a:lnTo>
                  <a:lnTo>
                    <a:pt x="203065" y="676913"/>
                  </a:lnTo>
                  <a:lnTo>
                    <a:pt x="200379" y="678286"/>
                  </a:lnTo>
                  <a:lnTo>
                    <a:pt x="197722" y="679569"/>
                  </a:lnTo>
                  <a:lnTo>
                    <a:pt x="197138" y="681946"/>
                  </a:lnTo>
                  <a:lnTo>
                    <a:pt x="199926" y="684609"/>
                  </a:lnTo>
                  <a:lnTo>
                    <a:pt x="198996" y="685885"/>
                  </a:lnTo>
                  <a:lnTo>
                    <a:pt x="196470" y="685807"/>
                  </a:lnTo>
                  <a:lnTo>
                    <a:pt x="194910" y="686435"/>
                  </a:lnTo>
                  <a:lnTo>
                    <a:pt x="193733" y="684460"/>
                  </a:lnTo>
                  <a:lnTo>
                    <a:pt x="191994" y="683721"/>
                  </a:lnTo>
                  <a:lnTo>
                    <a:pt x="189164" y="685135"/>
                  </a:lnTo>
                  <a:lnTo>
                    <a:pt x="190542" y="688630"/>
                  </a:lnTo>
                  <a:lnTo>
                    <a:pt x="191925" y="691020"/>
                  </a:lnTo>
                  <a:lnTo>
                    <a:pt x="190933" y="693751"/>
                  </a:lnTo>
                  <a:lnTo>
                    <a:pt x="188487" y="692923"/>
                  </a:lnTo>
                  <a:lnTo>
                    <a:pt x="184929" y="693819"/>
                  </a:lnTo>
                  <a:lnTo>
                    <a:pt x="182161" y="693683"/>
                  </a:lnTo>
                  <a:lnTo>
                    <a:pt x="181220" y="693022"/>
                  </a:lnTo>
                  <a:lnTo>
                    <a:pt x="179241" y="693739"/>
                  </a:lnTo>
                  <a:lnTo>
                    <a:pt x="177822" y="695651"/>
                  </a:lnTo>
                  <a:lnTo>
                    <a:pt x="176897" y="699676"/>
                  </a:lnTo>
                  <a:lnTo>
                    <a:pt x="178646" y="699875"/>
                  </a:lnTo>
                  <a:lnTo>
                    <a:pt x="181658" y="700699"/>
                  </a:lnTo>
                  <a:lnTo>
                    <a:pt x="183613" y="701634"/>
                  </a:lnTo>
                  <a:lnTo>
                    <a:pt x="185911" y="704504"/>
                  </a:lnTo>
                  <a:lnTo>
                    <a:pt x="182240" y="707337"/>
                  </a:lnTo>
                  <a:lnTo>
                    <a:pt x="180236" y="709220"/>
                  </a:lnTo>
                  <a:lnTo>
                    <a:pt x="179979" y="712484"/>
                  </a:lnTo>
                  <a:lnTo>
                    <a:pt x="179349" y="715785"/>
                  </a:lnTo>
                  <a:lnTo>
                    <a:pt x="177557" y="716544"/>
                  </a:lnTo>
                  <a:lnTo>
                    <a:pt x="174497" y="715947"/>
                  </a:lnTo>
                  <a:lnTo>
                    <a:pt x="174257" y="717640"/>
                  </a:lnTo>
                  <a:lnTo>
                    <a:pt x="172015" y="717681"/>
                  </a:lnTo>
                  <a:lnTo>
                    <a:pt x="168528" y="718179"/>
                  </a:lnTo>
                  <a:lnTo>
                    <a:pt x="163979" y="720002"/>
                  </a:lnTo>
                  <a:lnTo>
                    <a:pt x="164444" y="723715"/>
                  </a:lnTo>
                  <a:lnTo>
                    <a:pt x="157507" y="729483"/>
                  </a:lnTo>
                  <a:lnTo>
                    <a:pt x="154347" y="731348"/>
                  </a:lnTo>
                  <a:lnTo>
                    <a:pt x="153763" y="733016"/>
                  </a:lnTo>
                  <a:lnTo>
                    <a:pt x="153546" y="733638"/>
                  </a:lnTo>
                  <a:lnTo>
                    <a:pt x="150738" y="736228"/>
                  </a:lnTo>
                  <a:lnTo>
                    <a:pt x="149865" y="736398"/>
                  </a:lnTo>
                  <a:lnTo>
                    <a:pt x="149121" y="734301"/>
                  </a:lnTo>
                  <a:lnTo>
                    <a:pt x="150937" y="732371"/>
                  </a:lnTo>
                  <a:lnTo>
                    <a:pt x="150833" y="727937"/>
                  </a:lnTo>
                  <a:lnTo>
                    <a:pt x="151777" y="725481"/>
                  </a:lnTo>
                  <a:lnTo>
                    <a:pt x="150454" y="723847"/>
                  </a:lnTo>
                  <a:lnTo>
                    <a:pt x="148289" y="723249"/>
                  </a:lnTo>
                  <a:lnTo>
                    <a:pt x="146597" y="725600"/>
                  </a:lnTo>
                  <a:lnTo>
                    <a:pt x="144481" y="725593"/>
                  </a:lnTo>
                  <a:lnTo>
                    <a:pt x="142405" y="726133"/>
                  </a:lnTo>
                  <a:lnTo>
                    <a:pt x="141812" y="729433"/>
                  </a:lnTo>
                  <a:lnTo>
                    <a:pt x="140205" y="731332"/>
                  </a:lnTo>
                  <a:lnTo>
                    <a:pt x="136764" y="733232"/>
                  </a:lnTo>
                  <a:lnTo>
                    <a:pt x="134181" y="735052"/>
                  </a:lnTo>
                  <a:lnTo>
                    <a:pt x="132633" y="738306"/>
                  </a:lnTo>
                  <a:lnTo>
                    <a:pt x="132727" y="739547"/>
                  </a:lnTo>
                  <a:lnTo>
                    <a:pt x="131406" y="741058"/>
                  </a:lnTo>
                  <a:lnTo>
                    <a:pt x="128174" y="739286"/>
                  </a:lnTo>
                  <a:lnTo>
                    <a:pt x="127979" y="741752"/>
                  </a:lnTo>
                  <a:lnTo>
                    <a:pt x="125275" y="742128"/>
                  </a:lnTo>
                  <a:lnTo>
                    <a:pt x="123919" y="741130"/>
                  </a:lnTo>
                  <a:lnTo>
                    <a:pt x="120600" y="741141"/>
                  </a:lnTo>
                  <a:lnTo>
                    <a:pt x="118248" y="744131"/>
                  </a:lnTo>
                  <a:lnTo>
                    <a:pt x="114216" y="746563"/>
                  </a:lnTo>
                  <a:lnTo>
                    <a:pt x="108685" y="746348"/>
                  </a:lnTo>
                  <a:lnTo>
                    <a:pt x="107975" y="745128"/>
                  </a:lnTo>
                  <a:lnTo>
                    <a:pt x="108741" y="742550"/>
                  </a:lnTo>
                  <a:lnTo>
                    <a:pt x="108867" y="739924"/>
                  </a:lnTo>
                  <a:lnTo>
                    <a:pt x="110959" y="736538"/>
                  </a:lnTo>
                  <a:lnTo>
                    <a:pt x="110476" y="733803"/>
                  </a:lnTo>
                  <a:lnTo>
                    <a:pt x="108354" y="733508"/>
                  </a:lnTo>
                  <a:lnTo>
                    <a:pt x="105893" y="734125"/>
                  </a:lnTo>
                  <a:lnTo>
                    <a:pt x="104294" y="736888"/>
                  </a:lnTo>
                  <a:lnTo>
                    <a:pt x="103369" y="739026"/>
                  </a:lnTo>
                  <a:lnTo>
                    <a:pt x="103845" y="744005"/>
                  </a:lnTo>
                  <a:lnTo>
                    <a:pt x="101796" y="747649"/>
                  </a:lnTo>
                  <a:lnTo>
                    <a:pt x="99838" y="750531"/>
                  </a:lnTo>
                  <a:lnTo>
                    <a:pt x="101070" y="754782"/>
                  </a:lnTo>
                  <a:lnTo>
                    <a:pt x="103461" y="755865"/>
                  </a:lnTo>
                  <a:lnTo>
                    <a:pt x="106940" y="758266"/>
                  </a:lnTo>
                  <a:lnTo>
                    <a:pt x="107634" y="760054"/>
                  </a:lnTo>
                  <a:lnTo>
                    <a:pt x="104257" y="759413"/>
                  </a:lnTo>
                  <a:lnTo>
                    <a:pt x="101854" y="760602"/>
                  </a:lnTo>
                  <a:lnTo>
                    <a:pt x="99047" y="758308"/>
                  </a:lnTo>
                  <a:lnTo>
                    <a:pt x="97829" y="757732"/>
                  </a:lnTo>
                  <a:lnTo>
                    <a:pt x="95567" y="759461"/>
                  </a:lnTo>
                  <a:lnTo>
                    <a:pt x="93961" y="758085"/>
                  </a:lnTo>
                  <a:lnTo>
                    <a:pt x="92293" y="759728"/>
                  </a:lnTo>
                  <a:lnTo>
                    <a:pt x="91647" y="761490"/>
                  </a:lnTo>
                  <a:lnTo>
                    <a:pt x="91341" y="764587"/>
                  </a:lnTo>
                  <a:lnTo>
                    <a:pt x="91421" y="768375"/>
                  </a:lnTo>
                  <a:lnTo>
                    <a:pt x="90364" y="770240"/>
                  </a:lnTo>
                  <a:lnTo>
                    <a:pt x="88772" y="770443"/>
                  </a:lnTo>
                  <a:lnTo>
                    <a:pt x="86797" y="767615"/>
                  </a:lnTo>
                  <a:lnTo>
                    <a:pt x="86582" y="766027"/>
                  </a:lnTo>
                  <a:lnTo>
                    <a:pt x="86983" y="761019"/>
                  </a:lnTo>
                  <a:lnTo>
                    <a:pt x="85579" y="760261"/>
                  </a:lnTo>
                  <a:lnTo>
                    <a:pt x="83284" y="762410"/>
                  </a:lnTo>
                  <a:lnTo>
                    <a:pt x="82871" y="763923"/>
                  </a:lnTo>
                  <a:lnTo>
                    <a:pt x="79993" y="764468"/>
                  </a:lnTo>
                  <a:lnTo>
                    <a:pt x="77003" y="765850"/>
                  </a:lnTo>
                  <a:lnTo>
                    <a:pt x="75074" y="764688"/>
                  </a:lnTo>
                  <a:lnTo>
                    <a:pt x="73872" y="762620"/>
                  </a:lnTo>
                  <a:lnTo>
                    <a:pt x="71447" y="765684"/>
                  </a:lnTo>
                  <a:lnTo>
                    <a:pt x="69461" y="767493"/>
                  </a:lnTo>
                  <a:lnTo>
                    <a:pt x="66971" y="769595"/>
                  </a:lnTo>
                  <a:lnTo>
                    <a:pt x="64623" y="770843"/>
                  </a:lnTo>
                  <a:lnTo>
                    <a:pt x="66372" y="772482"/>
                  </a:lnTo>
                  <a:lnTo>
                    <a:pt x="68713" y="772660"/>
                  </a:lnTo>
                  <a:lnTo>
                    <a:pt x="71549" y="775685"/>
                  </a:lnTo>
                  <a:lnTo>
                    <a:pt x="72362" y="778786"/>
                  </a:lnTo>
                  <a:lnTo>
                    <a:pt x="67854" y="777216"/>
                  </a:lnTo>
                  <a:lnTo>
                    <a:pt x="63784" y="777910"/>
                  </a:lnTo>
                  <a:lnTo>
                    <a:pt x="59452" y="779373"/>
                  </a:lnTo>
                  <a:lnTo>
                    <a:pt x="53856" y="778485"/>
                  </a:lnTo>
                  <a:lnTo>
                    <a:pt x="48190" y="778746"/>
                  </a:lnTo>
                  <a:lnTo>
                    <a:pt x="42903" y="780890"/>
                  </a:lnTo>
                  <a:lnTo>
                    <a:pt x="40978" y="783051"/>
                  </a:lnTo>
                  <a:lnTo>
                    <a:pt x="40623" y="785808"/>
                  </a:lnTo>
                  <a:lnTo>
                    <a:pt x="38112" y="787778"/>
                  </a:lnTo>
                  <a:lnTo>
                    <a:pt x="33651" y="788848"/>
                  </a:lnTo>
                  <a:lnTo>
                    <a:pt x="31138" y="788544"/>
                  </a:lnTo>
                  <a:lnTo>
                    <a:pt x="28289" y="786612"/>
                  </a:lnTo>
                  <a:lnTo>
                    <a:pt x="27265" y="783358"/>
                  </a:lnTo>
                  <a:lnTo>
                    <a:pt x="26289" y="781709"/>
                  </a:lnTo>
                  <a:lnTo>
                    <a:pt x="26198" y="779497"/>
                  </a:lnTo>
                  <a:lnTo>
                    <a:pt x="28244" y="777745"/>
                  </a:lnTo>
                  <a:lnTo>
                    <a:pt x="31203" y="776758"/>
                  </a:lnTo>
                  <a:lnTo>
                    <a:pt x="32823" y="774181"/>
                  </a:lnTo>
                  <a:lnTo>
                    <a:pt x="35189" y="768609"/>
                  </a:lnTo>
                  <a:lnTo>
                    <a:pt x="35210" y="765289"/>
                  </a:lnTo>
                  <a:lnTo>
                    <a:pt x="38591" y="763728"/>
                  </a:lnTo>
                  <a:lnTo>
                    <a:pt x="40790" y="765691"/>
                  </a:lnTo>
                  <a:lnTo>
                    <a:pt x="44112" y="764145"/>
                  </a:lnTo>
                  <a:lnTo>
                    <a:pt x="46160" y="762471"/>
                  </a:lnTo>
                  <a:lnTo>
                    <a:pt x="49151" y="761985"/>
                  </a:lnTo>
                  <a:lnTo>
                    <a:pt x="51518" y="759495"/>
                  </a:lnTo>
                  <a:lnTo>
                    <a:pt x="54397" y="758862"/>
                  </a:lnTo>
                  <a:lnTo>
                    <a:pt x="60310" y="759846"/>
                  </a:lnTo>
                  <a:lnTo>
                    <a:pt x="62693" y="763987"/>
                  </a:lnTo>
                  <a:lnTo>
                    <a:pt x="64738" y="763154"/>
                  </a:lnTo>
                  <a:lnTo>
                    <a:pt x="66210" y="760476"/>
                  </a:lnTo>
                  <a:lnTo>
                    <a:pt x="65344" y="756067"/>
                  </a:lnTo>
                  <a:lnTo>
                    <a:pt x="69670" y="753748"/>
                  </a:lnTo>
                  <a:lnTo>
                    <a:pt x="72055" y="754191"/>
                  </a:lnTo>
                  <a:lnTo>
                    <a:pt x="76108" y="753113"/>
                  </a:lnTo>
                  <a:lnTo>
                    <a:pt x="75147" y="750545"/>
                  </a:lnTo>
                  <a:lnTo>
                    <a:pt x="77175" y="748416"/>
                  </a:lnTo>
                  <a:lnTo>
                    <a:pt x="81175" y="744191"/>
                  </a:lnTo>
                  <a:lnTo>
                    <a:pt x="82917" y="740770"/>
                  </a:lnTo>
                  <a:lnTo>
                    <a:pt x="87519" y="734460"/>
                  </a:lnTo>
                  <a:lnTo>
                    <a:pt x="90856" y="729577"/>
                  </a:lnTo>
                  <a:lnTo>
                    <a:pt x="93140" y="727845"/>
                  </a:lnTo>
                  <a:lnTo>
                    <a:pt x="94748" y="725928"/>
                  </a:lnTo>
                  <a:lnTo>
                    <a:pt x="98265" y="724014"/>
                  </a:lnTo>
                  <a:lnTo>
                    <a:pt x="100335" y="721320"/>
                  </a:lnTo>
                  <a:lnTo>
                    <a:pt x="102562" y="720787"/>
                  </a:lnTo>
                  <a:lnTo>
                    <a:pt x="108634" y="718531"/>
                  </a:lnTo>
                  <a:lnTo>
                    <a:pt x="115424" y="715907"/>
                  </a:lnTo>
                  <a:lnTo>
                    <a:pt x="119902" y="715398"/>
                  </a:lnTo>
                  <a:lnTo>
                    <a:pt x="123591" y="715402"/>
                  </a:lnTo>
                  <a:lnTo>
                    <a:pt x="123635" y="718987"/>
                  </a:lnTo>
                  <a:lnTo>
                    <a:pt x="124164" y="721850"/>
                  </a:lnTo>
                  <a:lnTo>
                    <a:pt x="129593" y="722887"/>
                  </a:lnTo>
                  <a:lnTo>
                    <a:pt x="130889" y="722620"/>
                  </a:lnTo>
                  <a:lnTo>
                    <a:pt x="131996" y="720381"/>
                  </a:lnTo>
                  <a:lnTo>
                    <a:pt x="130116" y="718392"/>
                  </a:lnTo>
                  <a:lnTo>
                    <a:pt x="128761" y="717316"/>
                  </a:lnTo>
                  <a:lnTo>
                    <a:pt x="130941" y="712914"/>
                  </a:lnTo>
                  <a:lnTo>
                    <a:pt x="132621" y="706804"/>
                  </a:lnTo>
                  <a:lnTo>
                    <a:pt x="132947" y="703452"/>
                  </a:lnTo>
                  <a:lnTo>
                    <a:pt x="136605" y="700297"/>
                  </a:lnTo>
                  <a:lnTo>
                    <a:pt x="138276" y="697796"/>
                  </a:lnTo>
                  <a:lnTo>
                    <a:pt x="141896" y="695450"/>
                  </a:lnTo>
                  <a:lnTo>
                    <a:pt x="145341" y="691014"/>
                  </a:lnTo>
                  <a:lnTo>
                    <a:pt x="151921" y="687062"/>
                  </a:lnTo>
                  <a:lnTo>
                    <a:pt x="158906" y="681651"/>
                  </a:lnTo>
                  <a:lnTo>
                    <a:pt x="164325" y="676733"/>
                  </a:lnTo>
                  <a:lnTo>
                    <a:pt x="166228" y="678213"/>
                  </a:lnTo>
                  <a:lnTo>
                    <a:pt x="167197" y="678965"/>
                  </a:lnTo>
                  <a:lnTo>
                    <a:pt x="169688" y="678776"/>
                  </a:lnTo>
                  <a:lnTo>
                    <a:pt x="171672" y="678020"/>
                  </a:lnTo>
                  <a:lnTo>
                    <a:pt x="171789" y="676291"/>
                  </a:lnTo>
                  <a:lnTo>
                    <a:pt x="170708" y="673313"/>
                  </a:lnTo>
                  <a:lnTo>
                    <a:pt x="170657" y="669720"/>
                  </a:lnTo>
                  <a:lnTo>
                    <a:pt x="173641" y="662931"/>
                  </a:lnTo>
                  <a:lnTo>
                    <a:pt x="178023" y="655813"/>
                  </a:lnTo>
                  <a:lnTo>
                    <a:pt x="179956" y="653879"/>
                  </a:lnTo>
                  <a:lnTo>
                    <a:pt x="183161" y="652094"/>
                  </a:lnTo>
                  <a:lnTo>
                    <a:pt x="186247" y="646418"/>
                  </a:lnTo>
                  <a:lnTo>
                    <a:pt x="189620" y="642970"/>
                  </a:lnTo>
                  <a:lnTo>
                    <a:pt x="191675" y="642093"/>
                  </a:lnTo>
                  <a:lnTo>
                    <a:pt x="191411" y="639956"/>
                  </a:lnTo>
                  <a:lnTo>
                    <a:pt x="190706" y="637774"/>
                  </a:lnTo>
                  <a:lnTo>
                    <a:pt x="190993" y="633274"/>
                  </a:lnTo>
                  <a:lnTo>
                    <a:pt x="191564" y="627883"/>
                  </a:lnTo>
                  <a:lnTo>
                    <a:pt x="191923" y="617614"/>
                  </a:lnTo>
                  <a:lnTo>
                    <a:pt x="192633" y="614795"/>
                  </a:lnTo>
                  <a:lnTo>
                    <a:pt x="194119" y="611513"/>
                  </a:lnTo>
                  <a:lnTo>
                    <a:pt x="192461" y="608784"/>
                  </a:lnTo>
                  <a:lnTo>
                    <a:pt x="192307" y="604140"/>
                  </a:lnTo>
                  <a:lnTo>
                    <a:pt x="193317" y="599269"/>
                  </a:lnTo>
                  <a:lnTo>
                    <a:pt x="196751" y="595178"/>
                  </a:lnTo>
                  <a:lnTo>
                    <a:pt x="198308" y="592730"/>
                  </a:lnTo>
                  <a:lnTo>
                    <a:pt x="200286" y="589609"/>
                  </a:lnTo>
                  <a:lnTo>
                    <a:pt x="201712" y="586763"/>
                  </a:lnTo>
                  <a:lnTo>
                    <a:pt x="202911" y="582196"/>
                  </a:lnTo>
                  <a:lnTo>
                    <a:pt x="202341" y="580982"/>
                  </a:lnTo>
                  <a:lnTo>
                    <a:pt x="200611" y="580924"/>
                  </a:lnTo>
                  <a:lnTo>
                    <a:pt x="200142" y="580908"/>
                  </a:lnTo>
                  <a:lnTo>
                    <a:pt x="198471" y="581839"/>
                  </a:lnTo>
                  <a:lnTo>
                    <a:pt x="194419" y="584086"/>
                  </a:lnTo>
                  <a:lnTo>
                    <a:pt x="190571" y="586801"/>
                  </a:lnTo>
                  <a:lnTo>
                    <a:pt x="186223" y="589200"/>
                  </a:lnTo>
                  <a:lnTo>
                    <a:pt x="178538" y="593604"/>
                  </a:lnTo>
                  <a:lnTo>
                    <a:pt x="176518" y="593444"/>
                  </a:lnTo>
                  <a:lnTo>
                    <a:pt x="174234" y="591399"/>
                  </a:lnTo>
                  <a:lnTo>
                    <a:pt x="173072" y="587575"/>
                  </a:lnTo>
                  <a:lnTo>
                    <a:pt x="172003" y="586590"/>
                  </a:lnTo>
                  <a:lnTo>
                    <a:pt x="168868" y="585144"/>
                  </a:lnTo>
                  <a:lnTo>
                    <a:pt x="169721" y="582583"/>
                  </a:lnTo>
                  <a:lnTo>
                    <a:pt x="167457" y="580126"/>
                  </a:lnTo>
                  <a:lnTo>
                    <a:pt x="164342" y="582384"/>
                  </a:lnTo>
                  <a:lnTo>
                    <a:pt x="163966" y="585171"/>
                  </a:lnTo>
                  <a:lnTo>
                    <a:pt x="164288" y="587540"/>
                  </a:lnTo>
                  <a:lnTo>
                    <a:pt x="162637" y="590294"/>
                  </a:lnTo>
                  <a:lnTo>
                    <a:pt x="163499" y="593501"/>
                  </a:lnTo>
                  <a:lnTo>
                    <a:pt x="166502" y="600133"/>
                  </a:lnTo>
                  <a:lnTo>
                    <a:pt x="164656" y="603665"/>
                  </a:lnTo>
                  <a:lnTo>
                    <a:pt x="162811" y="604518"/>
                  </a:lnTo>
                  <a:lnTo>
                    <a:pt x="158741" y="603088"/>
                  </a:lnTo>
                  <a:lnTo>
                    <a:pt x="154799" y="594761"/>
                  </a:lnTo>
                  <a:lnTo>
                    <a:pt x="150567" y="586858"/>
                  </a:lnTo>
                  <a:lnTo>
                    <a:pt x="147816" y="584087"/>
                  </a:lnTo>
                  <a:lnTo>
                    <a:pt x="145389" y="583574"/>
                  </a:lnTo>
                  <a:lnTo>
                    <a:pt x="146236" y="581717"/>
                  </a:lnTo>
                  <a:lnTo>
                    <a:pt x="145864" y="579528"/>
                  </a:lnTo>
                  <a:lnTo>
                    <a:pt x="143791" y="579643"/>
                  </a:lnTo>
                  <a:lnTo>
                    <a:pt x="143081" y="582153"/>
                  </a:lnTo>
                  <a:lnTo>
                    <a:pt x="142179" y="584581"/>
                  </a:lnTo>
                  <a:lnTo>
                    <a:pt x="139730" y="586650"/>
                  </a:lnTo>
                  <a:lnTo>
                    <a:pt x="138124" y="584056"/>
                  </a:lnTo>
                  <a:lnTo>
                    <a:pt x="134382" y="582633"/>
                  </a:lnTo>
                  <a:lnTo>
                    <a:pt x="132566" y="580991"/>
                  </a:lnTo>
                  <a:lnTo>
                    <a:pt x="130568" y="578516"/>
                  </a:lnTo>
                  <a:lnTo>
                    <a:pt x="131962" y="576627"/>
                  </a:lnTo>
                  <a:lnTo>
                    <a:pt x="130575" y="573070"/>
                  </a:lnTo>
                  <a:lnTo>
                    <a:pt x="126346" y="575814"/>
                  </a:lnTo>
                  <a:lnTo>
                    <a:pt x="121783" y="579982"/>
                  </a:lnTo>
                  <a:lnTo>
                    <a:pt x="119843" y="584264"/>
                  </a:lnTo>
                  <a:lnTo>
                    <a:pt x="118762" y="581943"/>
                  </a:lnTo>
                  <a:lnTo>
                    <a:pt x="115986" y="583249"/>
                  </a:lnTo>
                  <a:lnTo>
                    <a:pt x="115335" y="583702"/>
                  </a:lnTo>
                  <a:lnTo>
                    <a:pt x="114426" y="584332"/>
                  </a:lnTo>
                  <a:lnTo>
                    <a:pt x="111238" y="586534"/>
                  </a:lnTo>
                  <a:lnTo>
                    <a:pt x="108735" y="588114"/>
                  </a:lnTo>
                  <a:lnTo>
                    <a:pt x="108702" y="588280"/>
                  </a:lnTo>
                  <a:lnTo>
                    <a:pt x="108017" y="591690"/>
                  </a:lnTo>
                  <a:lnTo>
                    <a:pt x="104157" y="594177"/>
                  </a:lnTo>
                  <a:lnTo>
                    <a:pt x="99782" y="596842"/>
                  </a:lnTo>
                  <a:lnTo>
                    <a:pt x="98681" y="593979"/>
                  </a:lnTo>
                  <a:lnTo>
                    <a:pt x="93781" y="594077"/>
                  </a:lnTo>
                  <a:lnTo>
                    <a:pt x="90646" y="592032"/>
                  </a:lnTo>
                  <a:lnTo>
                    <a:pt x="94495" y="590269"/>
                  </a:lnTo>
                  <a:lnTo>
                    <a:pt x="98194" y="588241"/>
                  </a:lnTo>
                  <a:lnTo>
                    <a:pt x="99473" y="583048"/>
                  </a:lnTo>
                  <a:lnTo>
                    <a:pt x="98626" y="576210"/>
                  </a:lnTo>
                  <a:lnTo>
                    <a:pt x="96353" y="571372"/>
                  </a:lnTo>
                  <a:lnTo>
                    <a:pt x="94513" y="567534"/>
                  </a:lnTo>
                  <a:lnTo>
                    <a:pt x="93429" y="563746"/>
                  </a:lnTo>
                  <a:lnTo>
                    <a:pt x="94641" y="559842"/>
                  </a:lnTo>
                  <a:lnTo>
                    <a:pt x="97727" y="555535"/>
                  </a:lnTo>
                  <a:lnTo>
                    <a:pt x="98980" y="553902"/>
                  </a:lnTo>
                  <a:lnTo>
                    <a:pt x="100847" y="552896"/>
                  </a:lnTo>
                  <a:lnTo>
                    <a:pt x="99371" y="549322"/>
                  </a:lnTo>
                  <a:lnTo>
                    <a:pt x="97263" y="545354"/>
                  </a:lnTo>
                  <a:lnTo>
                    <a:pt x="97036" y="543055"/>
                  </a:lnTo>
                  <a:lnTo>
                    <a:pt x="93721" y="535847"/>
                  </a:lnTo>
                  <a:lnTo>
                    <a:pt x="92458" y="532499"/>
                  </a:lnTo>
                  <a:lnTo>
                    <a:pt x="91771" y="530250"/>
                  </a:lnTo>
                  <a:lnTo>
                    <a:pt x="90053" y="526018"/>
                  </a:lnTo>
                  <a:lnTo>
                    <a:pt x="87151" y="520703"/>
                  </a:lnTo>
                  <a:lnTo>
                    <a:pt x="85518" y="520285"/>
                  </a:lnTo>
                  <a:lnTo>
                    <a:pt x="84586" y="522312"/>
                  </a:lnTo>
                  <a:lnTo>
                    <a:pt x="84509" y="524716"/>
                  </a:lnTo>
                  <a:lnTo>
                    <a:pt x="84629" y="527108"/>
                  </a:lnTo>
                  <a:lnTo>
                    <a:pt x="84007" y="529514"/>
                  </a:lnTo>
                  <a:lnTo>
                    <a:pt x="81764" y="529615"/>
                  </a:lnTo>
                  <a:lnTo>
                    <a:pt x="79368" y="529477"/>
                  </a:lnTo>
                  <a:lnTo>
                    <a:pt x="77845" y="531200"/>
                  </a:lnTo>
                  <a:lnTo>
                    <a:pt x="75297" y="532283"/>
                  </a:lnTo>
                  <a:lnTo>
                    <a:pt x="70131" y="534958"/>
                  </a:lnTo>
                  <a:lnTo>
                    <a:pt x="64110" y="536250"/>
                  </a:lnTo>
                  <a:lnTo>
                    <a:pt x="57513" y="536498"/>
                  </a:lnTo>
                  <a:lnTo>
                    <a:pt x="54209" y="535884"/>
                  </a:lnTo>
                  <a:lnTo>
                    <a:pt x="50050" y="533620"/>
                  </a:lnTo>
                  <a:lnTo>
                    <a:pt x="48654" y="529333"/>
                  </a:lnTo>
                  <a:lnTo>
                    <a:pt x="49327" y="528096"/>
                  </a:lnTo>
                  <a:lnTo>
                    <a:pt x="50359" y="526791"/>
                  </a:lnTo>
                  <a:lnTo>
                    <a:pt x="47540" y="523987"/>
                  </a:lnTo>
                  <a:lnTo>
                    <a:pt x="44784" y="521346"/>
                  </a:lnTo>
                  <a:lnTo>
                    <a:pt x="42805" y="516389"/>
                  </a:lnTo>
                  <a:lnTo>
                    <a:pt x="40786" y="514551"/>
                  </a:lnTo>
                  <a:lnTo>
                    <a:pt x="39298" y="511532"/>
                  </a:lnTo>
                  <a:lnTo>
                    <a:pt x="37681" y="511509"/>
                  </a:lnTo>
                  <a:lnTo>
                    <a:pt x="33567" y="508497"/>
                  </a:lnTo>
                  <a:lnTo>
                    <a:pt x="30824" y="504290"/>
                  </a:lnTo>
                  <a:lnTo>
                    <a:pt x="32119" y="503127"/>
                  </a:lnTo>
                  <a:lnTo>
                    <a:pt x="33262" y="502736"/>
                  </a:lnTo>
                  <a:lnTo>
                    <a:pt x="34606" y="500197"/>
                  </a:lnTo>
                  <a:lnTo>
                    <a:pt x="34030" y="499457"/>
                  </a:lnTo>
                  <a:lnTo>
                    <a:pt x="31819" y="499750"/>
                  </a:lnTo>
                  <a:lnTo>
                    <a:pt x="29756" y="501153"/>
                  </a:lnTo>
                  <a:lnTo>
                    <a:pt x="28037" y="500940"/>
                  </a:lnTo>
                  <a:lnTo>
                    <a:pt x="26262" y="500397"/>
                  </a:lnTo>
                  <a:lnTo>
                    <a:pt x="25223" y="498223"/>
                  </a:lnTo>
                  <a:lnTo>
                    <a:pt x="26386" y="496899"/>
                  </a:lnTo>
                  <a:lnTo>
                    <a:pt x="29750" y="495854"/>
                  </a:lnTo>
                  <a:lnTo>
                    <a:pt x="32669" y="492638"/>
                  </a:lnTo>
                  <a:lnTo>
                    <a:pt x="34362" y="492105"/>
                  </a:lnTo>
                  <a:lnTo>
                    <a:pt x="34109" y="489913"/>
                  </a:lnTo>
                  <a:lnTo>
                    <a:pt x="33573" y="488547"/>
                  </a:lnTo>
                  <a:lnTo>
                    <a:pt x="33974" y="485498"/>
                  </a:lnTo>
                  <a:lnTo>
                    <a:pt x="33085" y="481840"/>
                  </a:lnTo>
                  <a:lnTo>
                    <a:pt x="32651" y="481194"/>
                  </a:lnTo>
                  <a:lnTo>
                    <a:pt x="31053" y="478806"/>
                  </a:lnTo>
                  <a:lnTo>
                    <a:pt x="32391" y="477171"/>
                  </a:lnTo>
                  <a:lnTo>
                    <a:pt x="34062" y="475041"/>
                  </a:lnTo>
                  <a:lnTo>
                    <a:pt x="32528" y="473326"/>
                  </a:lnTo>
                  <a:lnTo>
                    <a:pt x="31416" y="470507"/>
                  </a:lnTo>
                  <a:lnTo>
                    <a:pt x="29043" y="469376"/>
                  </a:lnTo>
                  <a:lnTo>
                    <a:pt x="27560" y="473468"/>
                  </a:lnTo>
                  <a:lnTo>
                    <a:pt x="26095" y="473137"/>
                  </a:lnTo>
                  <a:lnTo>
                    <a:pt x="24206" y="472505"/>
                  </a:lnTo>
                  <a:lnTo>
                    <a:pt x="22656" y="470196"/>
                  </a:lnTo>
                  <a:lnTo>
                    <a:pt x="23108" y="465992"/>
                  </a:lnTo>
                  <a:lnTo>
                    <a:pt x="23471" y="463644"/>
                  </a:lnTo>
                  <a:lnTo>
                    <a:pt x="20321" y="461809"/>
                  </a:lnTo>
                  <a:lnTo>
                    <a:pt x="19437" y="461871"/>
                  </a:lnTo>
                  <a:lnTo>
                    <a:pt x="18006" y="457151"/>
                  </a:lnTo>
                  <a:lnTo>
                    <a:pt x="18980" y="455931"/>
                  </a:lnTo>
                  <a:lnTo>
                    <a:pt x="20748" y="455241"/>
                  </a:lnTo>
                  <a:lnTo>
                    <a:pt x="21773" y="453486"/>
                  </a:lnTo>
                  <a:lnTo>
                    <a:pt x="19587" y="451080"/>
                  </a:lnTo>
                  <a:lnTo>
                    <a:pt x="18743" y="449984"/>
                  </a:lnTo>
                  <a:lnTo>
                    <a:pt x="16968" y="450564"/>
                  </a:lnTo>
                  <a:lnTo>
                    <a:pt x="15296" y="452587"/>
                  </a:lnTo>
                  <a:lnTo>
                    <a:pt x="13912" y="451465"/>
                  </a:lnTo>
                  <a:lnTo>
                    <a:pt x="13060" y="446859"/>
                  </a:lnTo>
                  <a:lnTo>
                    <a:pt x="14850" y="441574"/>
                  </a:lnTo>
                  <a:lnTo>
                    <a:pt x="16829" y="439798"/>
                  </a:lnTo>
                  <a:lnTo>
                    <a:pt x="16169" y="437487"/>
                  </a:lnTo>
                  <a:lnTo>
                    <a:pt x="19298" y="436178"/>
                  </a:lnTo>
                  <a:lnTo>
                    <a:pt x="21879" y="437576"/>
                  </a:lnTo>
                  <a:lnTo>
                    <a:pt x="25167" y="436928"/>
                  </a:lnTo>
                  <a:lnTo>
                    <a:pt x="25060" y="435632"/>
                  </a:lnTo>
                  <a:lnTo>
                    <a:pt x="23572" y="431286"/>
                  </a:lnTo>
                  <a:lnTo>
                    <a:pt x="23719" y="426880"/>
                  </a:lnTo>
                  <a:lnTo>
                    <a:pt x="25630" y="423118"/>
                  </a:lnTo>
                  <a:lnTo>
                    <a:pt x="30285" y="416857"/>
                  </a:lnTo>
                  <a:lnTo>
                    <a:pt x="34452" y="410461"/>
                  </a:lnTo>
                  <a:lnTo>
                    <a:pt x="38108" y="406339"/>
                  </a:lnTo>
                  <a:lnTo>
                    <a:pt x="39218" y="402870"/>
                  </a:lnTo>
                  <a:lnTo>
                    <a:pt x="41142" y="400225"/>
                  </a:lnTo>
                  <a:lnTo>
                    <a:pt x="43608" y="399189"/>
                  </a:lnTo>
                  <a:lnTo>
                    <a:pt x="43337" y="396009"/>
                  </a:lnTo>
                  <a:lnTo>
                    <a:pt x="43316" y="393446"/>
                  </a:lnTo>
                  <a:lnTo>
                    <a:pt x="44847" y="388981"/>
                  </a:lnTo>
                  <a:lnTo>
                    <a:pt x="47673" y="383667"/>
                  </a:lnTo>
                  <a:lnTo>
                    <a:pt x="49453" y="379552"/>
                  </a:lnTo>
                  <a:lnTo>
                    <a:pt x="52854" y="375630"/>
                  </a:lnTo>
                  <a:lnTo>
                    <a:pt x="57369" y="373731"/>
                  </a:lnTo>
                  <a:lnTo>
                    <a:pt x="60064" y="373454"/>
                  </a:lnTo>
                  <a:lnTo>
                    <a:pt x="63337" y="375610"/>
                  </a:lnTo>
                  <a:lnTo>
                    <a:pt x="66161" y="376263"/>
                  </a:lnTo>
                  <a:lnTo>
                    <a:pt x="68132" y="379809"/>
                  </a:lnTo>
                  <a:lnTo>
                    <a:pt x="69736" y="380204"/>
                  </a:lnTo>
                  <a:lnTo>
                    <a:pt x="73490" y="385072"/>
                  </a:lnTo>
                  <a:lnTo>
                    <a:pt x="78486" y="384446"/>
                  </a:lnTo>
                  <a:lnTo>
                    <a:pt x="81165" y="381713"/>
                  </a:lnTo>
                  <a:lnTo>
                    <a:pt x="82660" y="380207"/>
                  </a:lnTo>
                  <a:lnTo>
                    <a:pt x="83223" y="377826"/>
                  </a:lnTo>
                  <a:lnTo>
                    <a:pt x="85065" y="377516"/>
                  </a:lnTo>
                  <a:lnTo>
                    <a:pt x="87481" y="374720"/>
                  </a:lnTo>
                  <a:lnTo>
                    <a:pt x="88997" y="372958"/>
                  </a:lnTo>
                  <a:lnTo>
                    <a:pt x="91164" y="368738"/>
                  </a:lnTo>
                  <a:lnTo>
                    <a:pt x="92553" y="366699"/>
                  </a:lnTo>
                  <a:lnTo>
                    <a:pt x="88842" y="362588"/>
                  </a:lnTo>
                  <a:lnTo>
                    <a:pt x="86241" y="360528"/>
                  </a:lnTo>
                  <a:lnTo>
                    <a:pt x="88578" y="358438"/>
                  </a:lnTo>
                  <a:lnTo>
                    <a:pt x="92046" y="358204"/>
                  </a:lnTo>
                  <a:lnTo>
                    <a:pt x="94599" y="362693"/>
                  </a:lnTo>
                  <a:lnTo>
                    <a:pt x="97871" y="364176"/>
                  </a:lnTo>
                  <a:lnTo>
                    <a:pt x="99432" y="367418"/>
                  </a:lnTo>
                  <a:lnTo>
                    <a:pt x="105163" y="366803"/>
                  </a:lnTo>
                  <a:lnTo>
                    <a:pt x="109918" y="367224"/>
                  </a:lnTo>
                  <a:lnTo>
                    <a:pt x="114250" y="365980"/>
                  </a:lnTo>
                  <a:lnTo>
                    <a:pt x="116540" y="362701"/>
                  </a:lnTo>
                  <a:lnTo>
                    <a:pt x="122174" y="353920"/>
                  </a:lnTo>
                  <a:lnTo>
                    <a:pt x="122597" y="350382"/>
                  </a:lnTo>
                  <a:lnTo>
                    <a:pt x="120350" y="342374"/>
                  </a:lnTo>
                  <a:lnTo>
                    <a:pt x="119706" y="339171"/>
                  </a:lnTo>
                  <a:lnTo>
                    <a:pt x="119561" y="331942"/>
                  </a:lnTo>
                  <a:lnTo>
                    <a:pt x="115856" y="326052"/>
                  </a:lnTo>
                  <a:lnTo>
                    <a:pt x="114405" y="323438"/>
                  </a:lnTo>
                  <a:lnTo>
                    <a:pt x="110101" y="322094"/>
                  </a:lnTo>
                  <a:lnTo>
                    <a:pt x="110913" y="318214"/>
                  </a:lnTo>
                  <a:lnTo>
                    <a:pt x="112417" y="316343"/>
                  </a:lnTo>
                  <a:lnTo>
                    <a:pt x="115764" y="318876"/>
                  </a:lnTo>
                  <a:lnTo>
                    <a:pt x="119529" y="316920"/>
                  </a:lnTo>
                  <a:lnTo>
                    <a:pt x="123237" y="313389"/>
                  </a:lnTo>
                  <a:lnTo>
                    <a:pt x="123575" y="308819"/>
                  </a:lnTo>
                  <a:lnTo>
                    <a:pt x="121038" y="303809"/>
                  </a:lnTo>
                  <a:lnTo>
                    <a:pt x="118573" y="301510"/>
                  </a:lnTo>
                  <a:lnTo>
                    <a:pt x="117682" y="300134"/>
                  </a:lnTo>
                  <a:lnTo>
                    <a:pt x="116223" y="300775"/>
                  </a:lnTo>
                  <a:lnTo>
                    <a:pt x="114091" y="303195"/>
                  </a:lnTo>
                  <a:lnTo>
                    <a:pt x="113101" y="305816"/>
                  </a:lnTo>
                  <a:lnTo>
                    <a:pt x="110547" y="306633"/>
                  </a:lnTo>
                  <a:lnTo>
                    <a:pt x="108333" y="305444"/>
                  </a:lnTo>
                  <a:lnTo>
                    <a:pt x="106005" y="306607"/>
                  </a:lnTo>
                  <a:lnTo>
                    <a:pt x="104036" y="308376"/>
                  </a:lnTo>
                  <a:lnTo>
                    <a:pt x="100755" y="308983"/>
                  </a:lnTo>
                  <a:lnTo>
                    <a:pt x="98425" y="309816"/>
                  </a:lnTo>
                  <a:lnTo>
                    <a:pt x="97463" y="312253"/>
                  </a:lnTo>
                  <a:lnTo>
                    <a:pt x="91766" y="316068"/>
                  </a:lnTo>
                  <a:lnTo>
                    <a:pt x="90493" y="318387"/>
                  </a:lnTo>
                  <a:lnTo>
                    <a:pt x="89714" y="322763"/>
                  </a:lnTo>
                  <a:lnTo>
                    <a:pt x="87116" y="325051"/>
                  </a:lnTo>
                  <a:lnTo>
                    <a:pt x="86185" y="320138"/>
                  </a:lnTo>
                  <a:lnTo>
                    <a:pt x="85991" y="317159"/>
                  </a:lnTo>
                  <a:lnTo>
                    <a:pt x="84629" y="315060"/>
                  </a:lnTo>
                  <a:lnTo>
                    <a:pt x="82905" y="316026"/>
                  </a:lnTo>
                  <a:lnTo>
                    <a:pt x="82888" y="317971"/>
                  </a:lnTo>
                  <a:lnTo>
                    <a:pt x="81612" y="319773"/>
                  </a:lnTo>
                  <a:lnTo>
                    <a:pt x="80693" y="322337"/>
                  </a:lnTo>
                  <a:lnTo>
                    <a:pt x="78844" y="318701"/>
                  </a:lnTo>
                  <a:lnTo>
                    <a:pt x="76135" y="315257"/>
                  </a:lnTo>
                  <a:lnTo>
                    <a:pt x="71404" y="312814"/>
                  </a:lnTo>
                  <a:lnTo>
                    <a:pt x="68871" y="312311"/>
                  </a:lnTo>
                  <a:lnTo>
                    <a:pt x="66208" y="313193"/>
                  </a:lnTo>
                  <a:lnTo>
                    <a:pt x="63180" y="312301"/>
                  </a:lnTo>
                  <a:lnTo>
                    <a:pt x="60316" y="312180"/>
                  </a:lnTo>
                  <a:lnTo>
                    <a:pt x="55845" y="313865"/>
                  </a:lnTo>
                  <a:lnTo>
                    <a:pt x="50941" y="316553"/>
                  </a:lnTo>
                  <a:lnTo>
                    <a:pt x="47408" y="316919"/>
                  </a:lnTo>
                  <a:lnTo>
                    <a:pt x="42452" y="314164"/>
                  </a:lnTo>
                  <a:lnTo>
                    <a:pt x="33352" y="310287"/>
                  </a:lnTo>
                  <a:lnTo>
                    <a:pt x="26181" y="307329"/>
                  </a:lnTo>
                  <a:lnTo>
                    <a:pt x="23414" y="303751"/>
                  </a:lnTo>
                  <a:lnTo>
                    <a:pt x="22764" y="298727"/>
                  </a:lnTo>
                  <a:lnTo>
                    <a:pt x="23057" y="296773"/>
                  </a:lnTo>
                  <a:lnTo>
                    <a:pt x="24612" y="294355"/>
                  </a:lnTo>
                  <a:lnTo>
                    <a:pt x="24344" y="292851"/>
                  </a:lnTo>
                  <a:lnTo>
                    <a:pt x="22061" y="289092"/>
                  </a:lnTo>
                  <a:lnTo>
                    <a:pt x="20317" y="287162"/>
                  </a:lnTo>
                  <a:lnTo>
                    <a:pt x="19839" y="285366"/>
                  </a:lnTo>
                  <a:lnTo>
                    <a:pt x="17384" y="280331"/>
                  </a:lnTo>
                  <a:lnTo>
                    <a:pt x="17895" y="279795"/>
                  </a:lnTo>
                  <a:lnTo>
                    <a:pt x="22180" y="281013"/>
                  </a:lnTo>
                  <a:lnTo>
                    <a:pt x="25085" y="279444"/>
                  </a:lnTo>
                  <a:lnTo>
                    <a:pt x="25958" y="276285"/>
                  </a:lnTo>
                  <a:lnTo>
                    <a:pt x="27982" y="274648"/>
                  </a:lnTo>
                  <a:lnTo>
                    <a:pt x="26635" y="272436"/>
                  </a:lnTo>
                  <a:lnTo>
                    <a:pt x="24028" y="271260"/>
                  </a:lnTo>
                  <a:lnTo>
                    <a:pt x="21373" y="271034"/>
                  </a:lnTo>
                  <a:lnTo>
                    <a:pt x="18982" y="269384"/>
                  </a:lnTo>
                  <a:lnTo>
                    <a:pt x="16254" y="267819"/>
                  </a:lnTo>
                  <a:lnTo>
                    <a:pt x="11532" y="266499"/>
                  </a:lnTo>
                  <a:lnTo>
                    <a:pt x="9489" y="265475"/>
                  </a:lnTo>
                  <a:lnTo>
                    <a:pt x="6401" y="261343"/>
                  </a:lnTo>
                  <a:lnTo>
                    <a:pt x="3894" y="258591"/>
                  </a:lnTo>
                  <a:lnTo>
                    <a:pt x="778" y="2565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698881" y="5765584"/>
              <a:ext cx="38487" cy="34006"/>
            </a:xfrm>
            <a:custGeom>
              <a:avLst/>
              <a:pathLst>
                <a:path w="38487" h="34006">
                  <a:moveTo>
                    <a:pt x="0" y="32515"/>
                  </a:moveTo>
                  <a:lnTo>
                    <a:pt x="6267" y="28216"/>
                  </a:lnTo>
                  <a:lnTo>
                    <a:pt x="8471" y="26490"/>
                  </a:lnTo>
                  <a:lnTo>
                    <a:pt x="11077" y="23073"/>
                  </a:lnTo>
                  <a:lnTo>
                    <a:pt x="13018" y="21976"/>
                  </a:lnTo>
                  <a:lnTo>
                    <a:pt x="12674" y="18385"/>
                  </a:lnTo>
                  <a:lnTo>
                    <a:pt x="13828" y="15567"/>
                  </a:lnTo>
                  <a:lnTo>
                    <a:pt x="18519" y="11278"/>
                  </a:lnTo>
                  <a:lnTo>
                    <a:pt x="21866" y="12710"/>
                  </a:lnTo>
                  <a:lnTo>
                    <a:pt x="22577" y="10086"/>
                  </a:lnTo>
                  <a:lnTo>
                    <a:pt x="23334" y="6636"/>
                  </a:lnTo>
                  <a:lnTo>
                    <a:pt x="24789" y="3123"/>
                  </a:lnTo>
                  <a:lnTo>
                    <a:pt x="27428" y="1284"/>
                  </a:lnTo>
                  <a:lnTo>
                    <a:pt x="32699" y="0"/>
                  </a:lnTo>
                  <a:lnTo>
                    <a:pt x="35399" y="2213"/>
                  </a:lnTo>
                  <a:lnTo>
                    <a:pt x="38487" y="2735"/>
                  </a:lnTo>
                  <a:lnTo>
                    <a:pt x="37951" y="4819"/>
                  </a:lnTo>
                  <a:lnTo>
                    <a:pt x="36681" y="6807"/>
                  </a:lnTo>
                  <a:lnTo>
                    <a:pt x="36977" y="8829"/>
                  </a:lnTo>
                  <a:lnTo>
                    <a:pt x="34022" y="10592"/>
                  </a:lnTo>
                  <a:lnTo>
                    <a:pt x="30648" y="12715"/>
                  </a:lnTo>
                  <a:lnTo>
                    <a:pt x="25488" y="14965"/>
                  </a:lnTo>
                  <a:lnTo>
                    <a:pt x="24230" y="17486"/>
                  </a:lnTo>
                  <a:lnTo>
                    <a:pt x="22403" y="20086"/>
                  </a:lnTo>
                  <a:lnTo>
                    <a:pt x="21201" y="22526"/>
                  </a:lnTo>
                  <a:lnTo>
                    <a:pt x="17214" y="24240"/>
                  </a:lnTo>
                  <a:lnTo>
                    <a:pt x="15282" y="25992"/>
                  </a:lnTo>
                  <a:lnTo>
                    <a:pt x="13502" y="28544"/>
                  </a:lnTo>
                  <a:lnTo>
                    <a:pt x="11120" y="28204"/>
                  </a:lnTo>
                  <a:lnTo>
                    <a:pt x="7125" y="31358"/>
                  </a:lnTo>
                  <a:lnTo>
                    <a:pt x="2887" y="33301"/>
                  </a:lnTo>
                  <a:lnTo>
                    <a:pt x="556" y="340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8135" y="5615167"/>
              <a:ext cx="8036" cy="5414"/>
            </a:xfrm>
            <a:custGeom>
              <a:avLst/>
              <a:pathLst>
                <a:path w="8036" h="5414">
                  <a:moveTo>
                    <a:pt x="0" y="0"/>
                  </a:moveTo>
                  <a:lnTo>
                    <a:pt x="4575" y="1266"/>
                  </a:lnTo>
                  <a:lnTo>
                    <a:pt x="7733" y="1657"/>
                  </a:lnTo>
                  <a:lnTo>
                    <a:pt x="8036" y="3677"/>
                  </a:lnTo>
                  <a:lnTo>
                    <a:pt x="4938" y="5414"/>
                  </a:lnTo>
                  <a:lnTo>
                    <a:pt x="2613" y="490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675683" y="5781918"/>
              <a:ext cx="14203" cy="16320"/>
            </a:xfrm>
            <a:custGeom>
              <a:avLst/>
              <a:pathLst>
                <a:path w="14203" h="16320">
                  <a:moveTo>
                    <a:pt x="1128" y="12889"/>
                  </a:moveTo>
                  <a:lnTo>
                    <a:pt x="3436" y="6867"/>
                  </a:lnTo>
                  <a:lnTo>
                    <a:pt x="5140" y="5921"/>
                  </a:lnTo>
                  <a:lnTo>
                    <a:pt x="9243" y="8276"/>
                  </a:lnTo>
                  <a:lnTo>
                    <a:pt x="11773" y="5361"/>
                  </a:lnTo>
                  <a:lnTo>
                    <a:pt x="10570" y="970"/>
                  </a:lnTo>
                  <a:lnTo>
                    <a:pt x="12439" y="0"/>
                  </a:lnTo>
                  <a:lnTo>
                    <a:pt x="13967" y="2984"/>
                  </a:lnTo>
                  <a:lnTo>
                    <a:pt x="14203" y="6970"/>
                  </a:lnTo>
                  <a:lnTo>
                    <a:pt x="13892" y="11067"/>
                  </a:lnTo>
                  <a:lnTo>
                    <a:pt x="12754" y="15034"/>
                  </a:lnTo>
                  <a:lnTo>
                    <a:pt x="9927" y="13926"/>
                  </a:lnTo>
                  <a:lnTo>
                    <a:pt x="6603" y="13562"/>
                  </a:lnTo>
                  <a:lnTo>
                    <a:pt x="3280" y="16286"/>
                  </a:lnTo>
                  <a:lnTo>
                    <a:pt x="0" y="163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86966" y="5584903"/>
              <a:ext cx="6540" cy="5227"/>
            </a:xfrm>
            <a:custGeom>
              <a:avLst/>
              <a:pathLst>
                <a:path w="6540" h="5227">
                  <a:moveTo>
                    <a:pt x="285" y="718"/>
                  </a:moveTo>
                  <a:lnTo>
                    <a:pt x="2994" y="0"/>
                  </a:lnTo>
                  <a:lnTo>
                    <a:pt x="6540" y="394"/>
                  </a:lnTo>
                  <a:lnTo>
                    <a:pt x="6483" y="3322"/>
                  </a:lnTo>
                  <a:lnTo>
                    <a:pt x="2854" y="5227"/>
                  </a:lnTo>
                  <a:lnTo>
                    <a:pt x="0" y="31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659417" y="5796877"/>
              <a:ext cx="8092" cy="6940"/>
            </a:xfrm>
            <a:custGeom>
              <a:avLst/>
              <a:pathLst>
                <a:path w="8092" h="6940">
                  <a:moveTo>
                    <a:pt x="830" y="2297"/>
                  </a:moveTo>
                  <a:lnTo>
                    <a:pt x="4665" y="0"/>
                  </a:lnTo>
                  <a:lnTo>
                    <a:pt x="8092" y="1424"/>
                  </a:lnTo>
                  <a:lnTo>
                    <a:pt x="6511" y="5574"/>
                  </a:lnTo>
                  <a:lnTo>
                    <a:pt x="3969" y="5439"/>
                  </a:lnTo>
                  <a:lnTo>
                    <a:pt x="1284" y="6940"/>
                  </a:lnTo>
                  <a:lnTo>
                    <a:pt x="0" y="58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647443" y="5802353"/>
              <a:ext cx="2938" cy="4569"/>
            </a:xfrm>
            <a:custGeom>
              <a:avLst/>
              <a:pathLst>
                <a:path w="2938" h="4569">
                  <a:moveTo>
                    <a:pt x="0" y="1403"/>
                  </a:moveTo>
                  <a:lnTo>
                    <a:pt x="1509" y="0"/>
                  </a:lnTo>
                  <a:lnTo>
                    <a:pt x="2938" y="1606"/>
                  </a:lnTo>
                  <a:lnTo>
                    <a:pt x="1963" y="4569"/>
                  </a:lnTo>
                  <a:lnTo>
                    <a:pt x="73" y="34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699850" y="5272617"/>
              <a:ext cx="56148" cy="47471"/>
            </a:xfrm>
            <a:custGeom>
              <a:avLst/>
              <a:pathLst>
                <a:path w="56148" h="47471">
                  <a:moveTo>
                    <a:pt x="909" y="9776"/>
                  </a:moveTo>
                  <a:lnTo>
                    <a:pt x="2185" y="7365"/>
                  </a:lnTo>
                  <a:lnTo>
                    <a:pt x="2800" y="2856"/>
                  </a:lnTo>
                  <a:lnTo>
                    <a:pt x="4424" y="0"/>
                  </a:lnTo>
                  <a:lnTo>
                    <a:pt x="6760" y="436"/>
                  </a:lnTo>
                  <a:lnTo>
                    <a:pt x="6716" y="3798"/>
                  </a:lnTo>
                  <a:lnTo>
                    <a:pt x="6845" y="6220"/>
                  </a:lnTo>
                  <a:lnTo>
                    <a:pt x="10837" y="9306"/>
                  </a:lnTo>
                  <a:lnTo>
                    <a:pt x="16874" y="13093"/>
                  </a:lnTo>
                  <a:lnTo>
                    <a:pt x="18663" y="12636"/>
                  </a:lnTo>
                  <a:lnTo>
                    <a:pt x="23870" y="9616"/>
                  </a:lnTo>
                  <a:lnTo>
                    <a:pt x="26175" y="8936"/>
                  </a:lnTo>
                  <a:lnTo>
                    <a:pt x="28732" y="9581"/>
                  </a:lnTo>
                  <a:lnTo>
                    <a:pt x="29985" y="10723"/>
                  </a:lnTo>
                  <a:lnTo>
                    <a:pt x="31252" y="13404"/>
                  </a:lnTo>
                  <a:lnTo>
                    <a:pt x="32612" y="14292"/>
                  </a:lnTo>
                  <a:lnTo>
                    <a:pt x="32914" y="17952"/>
                  </a:lnTo>
                  <a:lnTo>
                    <a:pt x="33205" y="21020"/>
                  </a:lnTo>
                  <a:lnTo>
                    <a:pt x="35706" y="23118"/>
                  </a:lnTo>
                  <a:lnTo>
                    <a:pt x="39271" y="24379"/>
                  </a:lnTo>
                  <a:lnTo>
                    <a:pt x="40624" y="26614"/>
                  </a:lnTo>
                  <a:lnTo>
                    <a:pt x="42325" y="28290"/>
                  </a:lnTo>
                  <a:lnTo>
                    <a:pt x="49049" y="30448"/>
                  </a:lnTo>
                  <a:lnTo>
                    <a:pt x="51759" y="31270"/>
                  </a:lnTo>
                  <a:lnTo>
                    <a:pt x="56148" y="33818"/>
                  </a:lnTo>
                  <a:lnTo>
                    <a:pt x="54435" y="37282"/>
                  </a:lnTo>
                  <a:lnTo>
                    <a:pt x="52371" y="39998"/>
                  </a:lnTo>
                  <a:lnTo>
                    <a:pt x="50470" y="40444"/>
                  </a:lnTo>
                  <a:lnTo>
                    <a:pt x="48222" y="38129"/>
                  </a:lnTo>
                  <a:lnTo>
                    <a:pt x="45329" y="37840"/>
                  </a:lnTo>
                  <a:lnTo>
                    <a:pt x="41138" y="39926"/>
                  </a:lnTo>
                  <a:lnTo>
                    <a:pt x="39063" y="41426"/>
                  </a:lnTo>
                  <a:lnTo>
                    <a:pt x="37970" y="43496"/>
                  </a:lnTo>
                  <a:lnTo>
                    <a:pt x="37798" y="45873"/>
                  </a:lnTo>
                  <a:lnTo>
                    <a:pt x="36232" y="47471"/>
                  </a:lnTo>
                  <a:lnTo>
                    <a:pt x="34183" y="46001"/>
                  </a:lnTo>
                  <a:lnTo>
                    <a:pt x="34174" y="42013"/>
                  </a:lnTo>
                  <a:lnTo>
                    <a:pt x="32900" y="38748"/>
                  </a:lnTo>
                  <a:lnTo>
                    <a:pt x="30211" y="35457"/>
                  </a:lnTo>
                  <a:lnTo>
                    <a:pt x="27832" y="34109"/>
                  </a:lnTo>
                  <a:lnTo>
                    <a:pt x="26412" y="33945"/>
                  </a:lnTo>
                  <a:lnTo>
                    <a:pt x="26102" y="31014"/>
                  </a:lnTo>
                  <a:lnTo>
                    <a:pt x="24340" y="27012"/>
                  </a:lnTo>
                  <a:lnTo>
                    <a:pt x="20569" y="23251"/>
                  </a:lnTo>
                  <a:lnTo>
                    <a:pt x="16670" y="20417"/>
                  </a:lnTo>
                  <a:lnTo>
                    <a:pt x="13619" y="19430"/>
                  </a:lnTo>
                  <a:lnTo>
                    <a:pt x="10514" y="20179"/>
                  </a:lnTo>
                  <a:lnTo>
                    <a:pt x="9216" y="21280"/>
                  </a:lnTo>
                  <a:lnTo>
                    <a:pt x="6062" y="23432"/>
                  </a:lnTo>
                  <a:lnTo>
                    <a:pt x="4485" y="22237"/>
                  </a:lnTo>
                  <a:lnTo>
                    <a:pt x="2224" y="20210"/>
                  </a:lnTo>
                  <a:lnTo>
                    <a:pt x="754" y="18637"/>
                  </a:lnTo>
                  <a:lnTo>
                    <a:pt x="0" y="134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613334" y="5803234"/>
              <a:ext cx="8801" cy="6052"/>
            </a:xfrm>
            <a:custGeom>
              <a:avLst/>
              <a:pathLst>
                <a:path w="8801" h="6052">
                  <a:moveTo>
                    <a:pt x="936" y="3161"/>
                  </a:moveTo>
                  <a:lnTo>
                    <a:pt x="2815" y="1097"/>
                  </a:lnTo>
                  <a:lnTo>
                    <a:pt x="5366" y="0"/>
                  </a:lnTo>
                  <a:lnTo>
                    <a:pt x="8313" y="1773"/>
                  </a:lnTo>
                  <a:lnTo>
                    <a:pt x="8801" y="3614"/>
                  </a:lnTo>
                  <a:lnTo>
                    <a:pt x="5773" y="5562"/>
                  </a:lnTo>
                  <a:lnTo>
                    <a:pt x="2840" y="6052"/>
                  </a:lnTo>
                  <a:lnTo>
                    <a:pt x="0" y="594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384957" y="5762793"/>
              <a:ext cx="3840" cy="5439"/>
            </a:xfrm>
            <a:custGeom>
              <a:avLst/>
              <a:pathLst>
                <a:path w="3840" h="5439">
                  <a:moveTo>
                    <a:pt x="0" y="0"/>
                  </a:moveTo>
                  <a:lnTo>
                    <a:pt x="3080" y="893"/>
                  </a:lnTo>
                  <a:lnTo>
                    <a:pt x="3840" y="3394"/>
                  </a:lnTo>
                  <a:lnTo>
                    <a:pt x="3333" y="5439"/>
                  </a:lnTo>
                  <a:lnTo>
                    <a:pt x="996" y="36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652566" y="5410265"/>
              <a:ext cx="15156" cy="22879"/>
            </a:xfrm>
            <a:custGeom>
              <a:avLst/>
              <a:pathLst>
                <a:path w="15156" h="22879">
                  <a:moveTo>
                    <a:pt x="1391" y="0"/>
                  </a:moveTo>
                  <a:lnTo>
                    <a:pt x="3789" y="5472"/>
                  </a:lnTo>
                  <a:lnTo>
                    <a:pt x="4399" y="9865"/>
                  </a:lnTo>
                  <a:lnTo>
                    <a:pt x="9589" y="16167"/>
                  </a:lnTo>
                  <a:lnTo>
                    <a:pt x="12658" y="18307"/>
                  </a:lnTo>
                  <a:lnTo>
                    <a:pt x="15156" y="21112"/>
                  </a:lnTo>
                  <a:lnTo>
                    <a:pt x="14562" y="22879"/>
                  </a:lnTo>
                  <a:lnTo>
                    <a:pt x="11441" y="21342"/>
                  </a:lnTo>
                  <a:lnTo>
                    <a:pt x="7325" y="19387"/>
                  </a:lnTo>
                  <a:lnTo>
                    <a:pt x="2920" y="12724"/>
                  </a:lnTo>
                  <a:lnTo>
                    <a:pt x="0" y="9489"/>
                  </a:lnTo>
                  <a:lnTo>
                    <a:pt x="220" y="193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545180" y="5792704"/>
              <a:ext cx="59889" cy="23229"/>
            </a:xfrm>
            <a:custGeom>
              <a:avLst/>
              <a:pathLst>
                <a:path w="59889" h="23229">
                  <a:moveTo>
                    <a:pt x="804" y="10304"/>
                  </a:moveTo>
                  <a:lnTo>
                    <a:pt x="7730" y="10270"/>
                  </a:lnTo>
                  <a:lnTo>
                    <a:pt x="11506" y="9436"/>
                  </a:lnTo>
                  <a:lnTo>
                    <a:pt x="15783" y="10533"/>
                  </a:lnTo>
                  <a:lnTo>
                    <a:pt x="19950" y="9939"/>
                  </a:lnTo>
                  <a:lnTo>
                    <a:pt x="22497" y="8007"/>
                  </a:lnTo>
                  <a:lnTo>
                    <a:pt x="23178" y="3319"/>
                  </a:lnTo>
                  <a:lnTo>
                    <a:pt x="26609" y="1243"/>
                  </a:lnTo>
                  <a:lnTo>
                    <a:pt x="30411" y="0"/>
                  </a:lnTo>
                  <a:lnTo>
                    <a:pt x="33181" y="1960"/>
                  </a:lnTo>
                  <a:lnTo>
                    <a:pt x="34894" y="5850"/>
                  </a:lnTo>
                  <a:lnTo>
                    <a:pt x="32968" y="9322"/>
                  </a:lnTo>
                  <a:lnTo>
                    <a:pt x="33090" y="14281"/>
                  </a:lnTo>
                  <a:lnTo>
                    <a:pt x="36184" y="14682"/>
                  </a:lnTo>
                  <a:lnTo>
                    <a:pt x="42351" y="15755"/>
                  </a:lnTo>
                  <a:lnTo>
                    <a:pt x="45523" y="15818"/>
                  </a:lnTo>
                  <a:lnTo>
                    <a:pt x="49173" y="19061"/>
                  </a:lnTo>
                  <a:lnTo>
                    <a:pt x="54283" y="19284"/>
                  </a:lnTo>
                  <a:lnTo>
                    <a:pt x="59889" y="21360"/>
                  </a:lnTo>
                  <a:lnTo>
                    <a:pt x="58900" y="23229"/>
                  </a:lnTo>
                  <a:lnTo>
                    <a:pt x="54061" y="23186"/>
                  </a:lnTo>
                  <a:lnTo>
                    <a:pt x="48362" y="22701"/>
                  </a:lnTo>
                  <a:lnTo>
                    <a:pt x="45358" y="22214"/>
                  </a:lnTo>
                  <a:lnTo>
                    <a:pt x="40920" y="19802"/>
                  </a:lnTo>
                  <a:lnTo>
                    <a:pt x="37724" y="19669"/>
                  </a:lnTo>
                  <a:lnTo>
                    <a:pt x="35738" y="18931"/>
                  </a:lnTo>
                  <a:lnTo>
                    <a:pt x="30870" y="16739"/>
                  </a:lnTo>
                  <a:lnTo>
                    <a:pt x="26493" y="14892"/>
                  </a:lnTo>
                  <a:lnTo>
                    <a:pt x="23848" y="14652"/>
                  </a:lnTo>
                  <a:lnTo>
                    <a:pt x="22860" y="17735"/>
                  </a:lnTo>
                  <a:lnTo>
                    <a:pt x="19289" y="15741"/>
                  </a:lnTo>
                  <a:lnTo>
                    <a:pt x="14637" y="16046"/>
                  </a:lnTo>
                  <a:lnTo>
                    <a:pt x="10812" y="14522"/>
                  </a:lnTo>
                  <a:lnTo>
                    <a:pt x="7689" y="14368"/>
                  </a:lnTo>
                  <a:lnTo>
                    <a:pt x="4200" y="13286"/>
                  </a:lnTo>
                  <a:lnTo>
                    <a:pt x="0" y="124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01327" y="5794610"/>
              <a:ext cx="41130" cy="19463"/>
            </a:xfrm>
            <a:custGeom>
              <a:avLst/>
              <a:pathLst>
                <a:path w="41130" h="19463">
                  <a:moveTo>
                    <a:pt x="1431" y="14707"/>
                  </a:moveTo>
                  <a:lnTo>
                    <a:pt x="2949" y="9769"/>
                  </a:lnTo>
                  <a:lnTo>
                    <a:pt x="6531" y="9060"/>
                  </a:lnTo>
                  <a:lnTo>
                    <a:pt x="7236" y="7530"/>
                  </a:lnTo>
                  <a:lnTo>
                    <a:pt x="6419" y="4419"/>
                  </a:lnTo>
                  <a:lnTo>
                    <a:pt x="7566" y="2854"/>
                  </a:lnTo>
                  <a:lnTo>
                    <a:pt x="9421" y="3445"/>
                  </a:lnTo>
                  <a:lnTo>
                    <a:pt x="12607" y="2446"/>
                  </a:lnTo>
                  <a:lnTo>
                    <a:pt x="13076" y="4894"/>
                  </a:lnTo>
                  <a:lnTo>
                    <a:pt x="12657" y="7001"/>
                  </a:lnTo>
                  <a:lnTo>
                    <a:pt x="11702" y="10020"/>
                  </a:lnTo>
                  <a:lnTo>
                    <a:pt x="15417" y="10125"/>
                  </a:lnTo>
                  <a:lnTo>
                    <a:pt x="18473" y="10411"/>
                  </a:lnTo>
                  <a:lnTo>
                    <a:pt x="21960" y="10869"/>
                  </a:lnTo>
                  <a:lnTo>
                    <a:pt x="22478" y="7827"/>
                  </a:lnTo>
                  <a:lnTo>
                    <a:pt x="22424" y="5343"/>
                  </a:lnTo>
                  <a:lnTo>
                    <a:pt x="22120" y="2067"/>
                  </a:lnTo>
                  <a:lnTo>
                    <a:pt x="23965" y="0"/>
                  </a:lnTo>
                  <a:lnTo>
                    <a:pt x="26232" y="1001"/>
                  </a:lnTo>
                  <a:lnTo>
                    <a:pt x="27176" y="3351"/>
                  </a:lnTo>
                  <a:lnTo>
                    <a:pt x="29742" y="7477"/>
                  </a:lnTo>
                  <a:lnTo>
                    <a:pt x="31691" y="8255"/>
                  </a:lnTo>
                  <a:lnTo>
                    <a:pt x="35287" y="8989"/>
                  </a:lnTo>
                  <a:lnTo>
                    <a:pt x="40715" y="9471"/>
                  </a:lnTo>
                  <a:lnTo>
                    <a:pt x="41130" y="11531"/>
                  </a:lnTo>
                  <a:lnTo>
                    <a:pt x="35559" y="11974"/>
                  </a:lnTo>
                  <a:lnTo>
                    <a:pt x="31756" y="11679"/>
                  </a:lnTo>
                  <a:lnTo>
                    <a:pt x="27002" y="13968"/>
                  </a:lnTo>
                  <a:lnTo>
                    <a:pt x="25860" y="15833"/>
                  </a:lnTo>
                  <a:lnTo>
                    <a:pt x="21683" y="16302"/>
                  </a:lnTo>
                  <a:lnTo>
                    <a:pt x="18234" y="16693"/>
                  </a:lnTo>
                  <a:lnTo>
                    <a:pt x="13723" y="16193"/>
                  </a:lnTo>
                  <a:lnTo>
                    <a:pt x="11636" y="16977"/>
                  </a:lnTo>
                  <a:lnTo>
                    <a:pt x="8592" y="18099"/>
                  </a:lnTo>
                  <a:lnTo>
                    <a:pt x="6876" y="19463"/>
                  </a:lnTo>
                  <a:lnTo>
                    <a:pt x="4513" y="19006"/>
                  </a:lnTo>
                  <a:lnTo>
                    <a:pt x="1110" y="19275"/>
                  </a:lnTo>
                  <a:lnTo>
                    <a:pt x="0" y="181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484024" y="5795652"/>
              <a:ext cx="17724" cy="11634"/>
            </a:xfrm>
            <a:custGeom>
              <a:avLst/>
              <a:pathLst>
                <a:path w="17724" h="11634">
                  <a:moveTo>
                    <a:pt x="1206" y="5798"/>
                  </a:moveTo>
                  <a:lnTo>
                    <a:pt x="5800" y="5848"/>
                  </a:lnTo>
                  <a:lnTo>
                    <a:pt x="10293" y="6779"/>
                  </a:lnTo>
                  <a:lnTo>
                    <a:pt x="12569" y="6195"/>
                  </a:lnTo>
                  <a:lnTo>
                    <a:pt x="13974" y="1412"/>
                  </a:lnTo>
                  <a:lnTo>
                    <a:pt x="14642" y="0"/>
                  </a:lnTo>
                  <a:lnTo>
                    <a:pt x="16625" y="916"/>
                  </a:lnTo>
                  <a:lnTo>
                    <a:pt x="17724" y="3059"/>
                  </a:lnTo>
                  <a:lnTo>
                    <a:pt x="15950" y="5910"/>
                  </a:lnTo>
                  <a:lnTo>
                    <a:pt x="15079" y="11035"/>
                  </a:lnTo>
                  <a:lnTo>
                    <a:pt x="12828" y="11464"/>
                  </a:lnTo>
                  <a:lnTo>
                    <a:pt x="10601" y="11634"/>
                  </a:lnTo>
                  <a:lnTo>
                    <a:pt x="8892" y="10356"/>
                  </a:lnTo>
                  <a:lnTo>
                    <a:pt x="5418" y="10032"/>
                  </a:lnTo>
                  <a:lnTo>
                    <a:pt x="1066" y="10142"/>
                  </a:lnTo>
                  <a:lnTo>
                    <a:pt x="0" y="73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472379" y="5789897"/>
              <a:ext cx="14963" cy="16639"/>
            </a:xfrm>
            <a:custGeom>
              <a:avLst/>
              <a:pathLst>
                <a:path w="14963" h="16639">
                  <a:moveTo>
                    <a:pt x="956" y="0"/>
                  </a:moveTo>
                  <a:lnTo>
                    <a:pt x="3678" y="158"/>
                  </a:lnTo>
                  <a:lnTo>
                    <a:pt x="7063" y="1395"/>
                  </a:lnTo>
                  <a:lnTo>
                    <a:pt x="8209" y="4899"/>
                  </a:lnTo>
                  <a:lnTo>
                    <a:pt x="11394" y="6050"/>
                  </a:lnTo>
                  <a:lnTo>
                    <a:pt x="14963" y="6727"/>
                  </a:lnTo>
                  <a:lnTo>
                    <a:pt x="13762" y="8969"/>
                  </a:lnTo>
                  <a:lnTo>
                    <a:pt x="10946" y="9543"/>
                  </a:lnTo>
                  <a:lnTo>
                    <a:pt x="8734" y="11847"/>
                  </a:lnTo>
                  <a:lnTo>
                    <a:pt x="7507" y="13076"/>
                  </a:lnTo>
                  <a:lnTo>
                    <a:pt x="5918" y="16639"/>
                  </a:lnTo>
                  <a:lnTo>
                    <a:pt x="2758" y="14043"/>
                  </a:lnTo>
                  <a:lnTo>
                    <a:pt x="1301" y="11258"/>
                  </a:lnTo>
                  <a:lnTo>
                    <a:pt x="3052" y="10477"/>
                  </a:lnTo>
                  <a:lnTo>
                    <a:pt x="4939" y="10523"/>
                  </a:lnTo>
                  <a:lnTo>
                    <a:pt x="5060" y="7334"/>
                  </a:lnTo>
                  <a:lnTo>
                    <a:pt x="3002" y="5405"/>
                  </a:lnTo>
                  <a:lnTo>
                    <a:pt x="0" y="16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453741" y="5799274"/>
              <a:ext cx="8654" cy="3642"/>
            </a:xfrm>
            <a:custGeom>
              <a:avLst/>
              <a:pathLst>
                <a:path w="8654" h="3642">
                  <a:moveTo>
                    <a:pt x="0" y="924"/>
                  </a:moveTo>
                  <a:lnTo>
                    <a:pt x="5634" y="0"/>
                  </a:lnTo>
                  <a:lnTo>
                    <a:pt x="8654" y="1736"/>
                  </a:lnTo>
                  <a:lnTo>
                    <a:pt x="7493" y="3642"/>
                  </a:lnTo>
                  <a:lnTo>
                    <a:pt x="3625" y="3467"/>
                  </a:lnTo>
                  <a:lnTo>
                    <a:pt x="1396" y="25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455140" y="5787790"/>
              <a:ext cx="4038" cy="4965"/>
            </a:xfrm>
            <a:custGeom>
              <a:avLst/>
              <a:pathLst>
                <a:path w="4038" h="4965">
                  <a:moveTo>
                    <a:pt x="912" y="0"/>
                  </a:moveTo>
                  <a:lnTo>
                    <a:pt x="3403" y="135"/>
                  </a:lnTo>
                  <a:lnTo>
                    <a:pt x="4038" y="3662"/>
                  </a:lnTo>
                  <a:lnTo>
                    <a:pt x="2301" y="4965"/>
                  </a:lnTo>
                  <a:lnTo>
                    <a:pt x="0" y="25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444505" y="5806633"/>
              <a:ext cx="7057" cy="8036"/>
            </a:xfrm>
            <a:custGeom>
              <a:avLst/>
              <a:pathLst>
                <a:path w="7057" h="8036">
                  <a:moveTo>
                    <a:pt x="0" y="4882"/>
                  </a:moveTo>
                  <a:lnTo>
                    <a:pt x="5447" y="0"/>
                  </a:lnTo>
                  <a:lnTo>
                    <a:pt x="6925" y="1995"/>
                  </a:lnTo>
                  <a:lnTo>
                    <a:pt x="7057" y="4153"/>
                  </a:lnTo>
                  <a:lnTo>
                    <a:pt x="2329" y="7025"/>
                  </a:lnTo>
                  <a:lnTo>
                    <a:pt x="740" y="80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383714" y="5751341"/>
              <a:ext cx="3051" cy="3974"/>
            </a:xfrm>
            <a:custGeom>
              <a:avLst/>
              <a:pathLst>
                <a:path w="3051" h="3974">
                  <a:moveTo>
                    <a:pt x="691" y="0"/>
                  </a:moveTo>
                  <a:lnTo>
                    <a:pt x="2216" y="280"/>
                  </a:lnTo>
                  <a:lnTo>
                    <a:pt x="3051" y="2104"/>
                  </a:lnTo>
                  <a:lnTo>
                    <a:pt x="2660" y="3974"/>
                  </a:lnTo>
                  <a:lnTo>
                    <a:pt x="604" y="3883"/>
                  </a:lnTo>
                  <a:lnTo>
                    <a:pt x="0" y="15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360758" y="5742310"/>
              <a:ext cx="14001" cy="12170"/>
            </a:xfrm>
            <a:custGeom>
              <a:avLst/>
              <a:pathLst>
                <a:path w="14001" h="12170">
                  <a:moveTo>
                    <a:pt x="1232" y="6830"/>
                  </a:moveTo>
                  <a:lnTo>
                    <a:pt x="3700" y="7188"/>
                  </a:lnTo>
                  <a:lnTo>
                    <a:pt x="5401" y="6113"/>
                  </a:lnTo>
                  <a:lnTo>
                    <a:pt x="7941" y="5564"/>
                  </a:lnTo>
                  <a:lnTo>
                    <a:pt x="10012" y="3214"/>
                  </a:lnTo>
                  <a:lnTo>
                    <a:pt x="12259" y="0"/>
                  </a:lnTo>
                  <a:lnTo>
                    <a:pt x="13729" y="1296"/>
                  </a:lnTo>
                  <a:lnTo>
                    <a:pt x="14001" y="3354"/>
                  </a:lnTo>
                  <a:lnTo>
                    <a:pt x="11778" y="5664"/>
                  </a:lnTo>
                  <a:lnTo>
                    <a:pt x="10630" y="6546"/>
                  </a:lnTo>
                  <a:lnTo>
                    <a:pt x="11078" y="9290"/>
                  </a:lnTo>
                  <a:lnTo>
                    <a:pt x="10546" y="10513"/>
                  </a:lnTo>
                  <a:lnTo>
                    <a:pt x="8104" y="9542"/>
                  </a:lnTo>
                  <a:lnTo>
                    <a:pt x="6039" y="8264"/>
                  </a:lnTo>
                  <a:lnTo>
                    <a:pt x="4837" y="9230"/>
                  </a:lnTo>
                  <a:lnTo>
                    <a:pt x="3601" y="10499"/>
                  </a:lnTo>
                  <a:lnTo>
                    <a:pt x="2659" y="12170"/>
                  </a:lnTo>
                  <a:lnTo>
                    <a:pt x="1826" y="10020"/>
                  </a:lnTo>
                  <a:lnTo>
                    <a:pt x="0" y="839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292087" y="5673675"/>
              <a:ext cx="7221" cy="7249"/>
            </a:xfrm>
            <a:custGeom>
              <a:avLst/>
              <a:pathLst>
                <a:path w="7221" h="7249">
                  <a:moveTo>
                    <a:pt x="1433" y="0"/>
                  </a:moveTo>
                  <a:lnTo>
                    <a:pt x="5641" y="3874"/>
                  </a:lnTo>
                  <a:lnTo>
                    <a:pt x="7221" y="5002"/>
                  </a:lnTo>
                  <a:lnTo>
                    <a:pt x="7085" y="7249"/>
                  </a:lnTo>
                  <a:lnTo>
                    <a:pt x="2913" y="5138"/>
                  </a:lnTo>
                  <a:lnTo>
                    <a:pt x="0" y="9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276308" y="5683382"/>
              <a:ext cx="11611" cy="8667"/>
            </a:xfrm>
            <a:custGeom>
              <a:avLst/>
              <a:pathLst>
                <a:path w="11611" h="8667">
                  <a:moveTo>
                    <a:pt x="3465" y="172"/>
                  </a:moveTo>
                  <a:lnTo>
                    <a:pt x="6253" y="1104"/>
                  </a:lnTo>
                  <a:lnTo>
                    <a:pt x="8699" y="0"/>
                  </a:lnTo>
                  <a:lnTo>
                    <a:pt x="11611" y="2187"/>
                  </a:lnTo>
                  <a:lnTo>
                    <a:pt x="9059" y="4821"/>
                  </a:lnTo>
                  <a:lnTo>
                    <a:pt x="9593" y="7288"/>
                  </a:lnTo>
                  <a:lnTo>
                    <a:pt x="8631" y="8667"/>
                  </a:lnTo>
                  <a:lnTo>
                    <a:pt x="6915" y="7827"/>
                  </a:lnTo>
                  <a:lnTo>
                    <a:pt x="4893" y="4935"/>
                  </a:lnTo>
                  <a:lnTo>
                    <a:pt x="3274" y="5375"/>
                  </a:lnTo>
                  <a:lnTo>
                    <a:pt x="0" y="14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263302" y="5649915"/>
              <a:ext cx="21206" cy="17100"/>
            </a:xfrm>
            <a:custGeom>
              <a:avLst/>
              <a:pathLst>
                <a:path w="21206" h="17100">
                  <a:moveTo>
                    <a:pt x="548" y="111"/>
                  </a:moveTo>
                  <a:lnTo>
                    <a:pt x="5357" y="0"/>
                  </a:lnTo>
                  <a:lnTo>
                    <a:pt x="8762" y="1594"/>
                  </a:lnTo>
                  <a:lnTo>
                    <a:pt x="15925" y="6256"/>
                  </a:lnTo>
                  <a:lnTo>
                    <a:pt x="18246" y="9846"/>
                  </a:lnTo>
                  <a:lnTo>
                    <a:pt x="21206" y="15313"/>
                  </a:lnTo>
                  <a:lnTo>
                    <a:pt x="20666" y="17100"/>
                  </a:lnTo>
                  <a:lnTo>
                    <a:pt x="17493" y="15538"/>
                  </a:lnTo>
                  <a:lnTo>
                    <a:pt x="15964" y="13664"/>
                  </a:lnTo>
                  <a:lnTo>
                    <a:pt x="14409" y="15672"/>
                  </a:lnTo>
                  <a:lnTo>
                    <a:pt x="12699" y="15238"/>
                  </a:lnTo>
                  <a:lnTo>
                    <a:pt x="10182" y="13719"/>
                  </a:lnTo>
                  <a:lnTo>
                    <a:pt x="8012" y="14136"/>
                  </a:lnTo>
                  <a:lnTo>
                    <a:pt x="6243" y="11772"/>
                  </a:lnTo>
                  <a:lnTo>
                    <a:pt x="5656" y="9666"/>
                  </a:lnTo>
                  <a:lnTo>
                    <a:pt x="6160" y="7107"/>
                  </a:lnTo>
                  <a:lnTo>
                    <a:pt x="4733" y="4498"/>
                  </a:lnTo>
                  <a:lnTo>
                    <a:pt x="2936" y="3117"/>
                  </a:lnTo>
                  <a:lnTo>
                    <a:pt x="0" y="32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5981190" y="5168993"/>
              <a:ext cx="43708" cy="29348"/>
            </a:xfrm>
            <a:custGeom>
              <a:avLst/>
              <a:pathLst>
                <a:path w="43708" h="29348">
                  <a:moveTo>
                    <a:pt x="0" y="27324"/>
                  </a:moveTo>
                  <a:lnTo>
                    <a:pt x="3603" y="18993"/>
                  </a:lnTo>
                  <a:lnTo>
                    <a:pt x="9224" y="13698"/>
                  </a:lnTo>
                  <a:lnTo>
                    <a:pt x="15664" y="9010"/>
                  </a:lnTo>
                  <a:lnTo>
                    <a:pt x="16449" y="7085"/>
                  </a:lnTo>
                  <a:lnTo>
                    <a:pt x="25760" y="0"/>
                  </a:lnTo>
                  <a:lnTo>
                    <a:pt x="37605" y="2660"/>
                  </a:lnTo>
                  <a:lnTo>
                    <a:pt x="43708" y="8608"/>
                  </a:lnTo>
                  <a:lnTo>
                    <a:pt x="36373" y="13432"/>
                  </a:lnTo>
                  <a:lnTo>
                    <a:pt x="31833" y="15680"/>
                  </a:lnTo>
                  <a:lnTo>
                    <a:pt x="28213" y="14744"/>
                  </a:lnTo>
                  <a:lnTo>
                    <a:pt x="22678" y="17843"/>
                  </a:lnTo>
                  <a:lnTo>
                    <a:pt x="16882" y="21590"/>
                  </a:lnTo>
                  <a:lnTo>
                    <a:pt x="10217" y="26076"/>
                  </a:lnTo>
                  <a:lnTo>
                    <a:pt x="263" y="293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64927" y="5195939"/>
              <a:ext cx="11502" cy="10015"/>
            </a:xfrm>
            <a:custGeom>
              <a:avLst/>
              <a:pathLst>
                <a:path w="11502" h="10015">
                  <a:moveTo>
                    <a:pt x="428" y="5966"/>
                  </a:moveTo>
                  <a:lnTo>
                    <a:pt x="2370" y="2206"/>
                  </a:lnTo>
                  <a:lnTo>
                    <a:pt x="11502" y="0"/>
                  </a:lnTo>
                  <a:lnTo>
                    <a:pt x="8721" y="8259"/>
                  </a:lnTo>
                  <a:lnTo>
                    <a:pt x="0" y="100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51107" y="5197170"/>
              <a:ext cx="7869" cy="8613"/>
            </a:xfrm>
            <a:custGeom>
              <a:avLst/>
              <a:pathLst>
                <a:path w="7869" h="8613">
                  <a:moveTo>
                    <a:pt x="0" y="4846"/>
                  </a:moveTo>
                  <a:lnTo>
                    <a:pt x="2836" y="0"/>
                  </a:lnTo>
                  <a:lnTo>
                    <a:pt x="7869" y="1857"/>
                  </a:lnTo>
                  <a:lnTo>
                    <a:pt x="7539" y="6994"/>
                  </a:lnTo>
                  <a:lnTo>
                    <a:pt x="1314" y="86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49025" y="4656374"/>
              <a:ext cx="649359" cy="519204"/>
            </a:xfrm>
            <a:custGeom>
              <a:avLst/>
              <a:pathLst>
                <a:path w="649359" h="519204">
                  <a:moveTo>
                    <a:pt x="2303" y="65384"/>
                  </a:moveTo>
                  <a:lnTo>
                    <a:pt x="1289" y="61444"/>
                  </a:lnTo>
                  <a:lnTo>
                    <a:pt x="7269" y="60560"/>
                  </a:lnTo>
                  <a:lnTo>
                    <a:pt x="14333" y="59477"/>
                  </a:lnTo>
                  <a:lnTo>
                    <a:pt x="22893" y="58179"/>
                  </a:lnTo>
                  <a:lnTo>
                    <a:pt x="34159" y="56437"/>
                  </a:lnTo>
                  <a:lnTo>
                    <a:pt x="51865" y="53865"/>
                  </a:lnTo>
                  <a:lnTo>
                    <a:pt x="59090" y="52781"/>
                  </a:lnTo>
                  <a:lnTo>
                    <a:pt x="62580" y="52274"/>
                  </a:lnTo>
                  <a:lnTo>
                    <a:pt x="69927" y="51199"/>
                  </a:lnTo>
                  <a:lnTo>
                    <a:pt x="79329" y="49811"/>
                  </a:lnTo>
                  <a:lnTo>
                    <a:pt x="92495" y="47780"/>
                  </a:lnTo>
                  <a:lnTo>
                    <a:pt x="94277" y="47502"/>
                  </a:lnTo>
                  <a:lnTo>
                    <a:pt x="107650" y="45378"/>
                  </a:lnTo>
                  <a:lnTo>
                    <a:pt x="111752" y="44721"/>
                  </a:lnTo>
                  <a:lnTo>
                    <a:pt x="119099" y="43537"/>
                  </a:lnTo>
                  <a:lnTo>
                    <a:pt x="129732" y="41808"/>
                  </a:lnTo>
                  <a:lnTo>
                    <a:pt x="140523" y="39845"/>
                  </a:lnTo>
                  <a:lnTo>
                    <a:pt x="159394" y="36421"/>
                  </a:lnTo>
                  <a:lnTo>
                    <a:pt x="160121" y="36288"/>
                  </a:lnTo>
                  <a:lnTo>
                    <a:pt x="171734" y="34151"/>
                  </a:lnTo>
                  <a:lnTo>
                    <a:pt x="185776" y="31607"/>
                  </a:lnTo>
                  <a:lnTo>
                    <a:pt x="194377" y="30100"/>
                  </a:lnTo>
                  <a:lnTo>
                    <a:pt x="196535" y="29716"/>
                  </a:lnTo>
                  <a:lnTo>
                    <a:pt x="196581" y="31823"/>
                  </a:lnTo>
                  <a:lnTo>
                    <a:pt x="198784" y="35016"/>
                  </a:lnTo>
                  <a:lnTo>
                    <a:pt x="203164" y="39454"/>
                  </a:lnTo>
                  <a:lnTo>
                    <a:pt x="203863" y="43326"/>
                  </a:lnTo>
                  <a:lnTo>
                    <a:pt x="205897" y="48507"/>
                  </a:lnTo>
                  <a:lnTo>
                    <a:pt x="210813" y="53052"/>
                  </a:lnTo>
                  <a:lnTo>
                    <a:pt x="214633" y="52536"/>
                  </a:lnTo>
                  <a:lnTo>
                    <a:pt x="240307" y="49401"/>
                  </a:lnTo>
                  <a:lnTo>
                    <a:pt x="247407" y="48452"/>
                  </a:lnTo>
                  <a:lnTo>
                    <a:pt x="254617" y="47480"/>
                  </a:lnTo>
                  <a:lnTo>
                    <a:pt x="266768" y="45824"/>
                  </a:lnTo>
                  <a:lnTo>
                    <a:pt x="269894" y="45426"/>
                  </a:lnTo>
                  <a:lnTo>
                    <a:pt x="275677" y="44685"/>
                  </a:lnTo>
                  <a:lnTo>
                    <a:pt x="289809" y="42851"/>
                  </a:lnTo>
                  <a:lnTo>
                    <a:pt x="295663" y="42096"/>
                  </a:lnTo>
                  <a:lnTo>
                    <a:pt x="305668" y="40794"/>
                  </a:lnTo>
                  <a:lnTo>
                    <a:pt x="314136" y="39679"/>
                  </a:lnTo>
                  <a:lnTo>
                    <a:pt x="324925" y="38332"/>
                  </a:lnTo>
                  <a:lnTo>
                    <a:pt x="328594" y="37870"/>
                  </a:lnTo>
                  <a:lnTo>
                    <a:pt x="341693" y="36203"/>
                  </a:lnTo>
                  <a:lnTo>
                    <a:pt x="342086" y="36152"/>
                  </a:lnTo>
                  <a:lnTo>
                    <a:pt x="361341" y="33592"/>
                  </a:lnTo>
                  <a:lnTo>
                    <a:pt x="375571" y="31694"/>
                  </a:lnTo>
                  <a:lnTo>
                    <a:pt x="383565" y="30614"/>
                  </a:lnTo>
                  <a:lnTo>
                    <a:pt x="392990" y="29328"/>
                  </a:lnTo>
                  <a:lnTo>
                    <a:pt x="396079" y="28987"/>
                  </a:lnTo>
                  <a:lnTo>
                    <a:pt x="411324" y="27282"/>
                  </a:lnTo>
                  <a:lnTo>
                    <a:pt x="411193" y="31236"/>
                  </a:lnTo>
                  <a:lnTo>
                    <a:pt x="414045" y="34815"/>
                  </a:lnTo>
                  <a:lnTo>
                    <a:pt x="414120" y="39290"/>
                  </a:lnTo>
                  <a:lnTo>
                    <a:pt x="417259" y="43670"/>
                  </a:lnTo>
                  <a:lnTo>
                    <a:pt x="420094" y="43543"/>
                  </a:lnTo>
                  <a:lnTo>
                    <a:pt x="423777" y="42999"/>
                  </a:lnTo>
                  <a:lnTo>
                    <a:pt x="426934" y="41643"/>
                  </a:lnTo>
                  <a:lnTo>
                    <a:pt x="427672" y="41327"/>
                  </a:lnTo>
                  <a:lnTo>
                    <a:pt x="427060" y="38473"/>
                  </a:lnTo>
                  <a:lnTo>
                    <a:pt x="427398" y="34423"/>
                  </a:lnTo>
                  <a:lnTo>
                    <a:pt x="426818" y="26993"/>
                  </a:lnTo>
                  <a:lnTo>
                    <a:pt x="425905" y="20830"/>
                  </a:lnTo>
                  <a:lnTo>
                    <a:pt x="422532" y="16693"/>
                  </a:lnTo>
                  <a:lnTo>
                    <a:pt x="422527" y="13374"/>
                  </a:lnTo>
                  <a:lnTo>
                    <a:pt x="422291" y="8167"/>
                  </a:lnTo>
                  <a:lnTo>
                    <a:pt x="424540" y="4495"/>
                  </a:lnTo>
                  <a:lnTo>
                    <a:pt x="427745" y="78"/>
                  </a:lnTo>
                  <a:lnTo>
                    <a:pt x="430613" y="7"/>
                  </a:lnTo>
                  <a:lnTo>
                    <a:pt x="430892" y="0"/>
                  </a:lnTo>
                  <a:lnTo>
                    <a:pt x="433852" y="1895"/>
                  </a:lnTo>
                  <a:lnTo>
                    <a:pt x="438372" y="1167"/>
                  </a:lnTo>
                  <a:lnTo>
                    <a:pt x="441996" y="1845"/>
                  </a:lnTo>
                  <a:lnTo>
                    <a:pt x="444705" y="3441"/>
                  </a:lnTo>
                  <a:lnTo>
                    <a:pt x="449551" y="2839"/>
                  </a:lnTo>
                  <a:lnTo>
                    <a:pt x="452402" y="3575"/>
                  </a:lnTo>
                  <a:lnTo>
                    <a:pt x="457960" y="3625"/>
                  </a:lnTo>
                  <a:lnTo>
                    <a:pt x="460325" y="2405"/>
                  </a:lnTo>
                  <a:lnTo>
                    <a:pt x="461901" y="2098"/>
                  </a:lnTo>
                  <a:lnTo>
                    <a:pt x="466816" y="2210"/>
                  </a:lnTo>
                  <a:lnTo>
                    <a:pt x="468251" y="2950"/>
                  </a:lnTo>
                  <a:lnTo>
                    <a:pt x="468663" y="11629"/>
                  </a:lnTo>
                  <a:lnTo>
                    <a:pt x="470611" y="18277"/>
                  </a:lnTo>
                  <a:lnTo>
                    <a:pt x="471259" y="19614"/>
                  </a:lnTo>
                  <a:lnTo>
                    <a:pt x="471632" y="20385"/>
                  </a:lnTo>
                  <a:lnTo>
                    <a:pt x="473006" y="21410"/>
                  </a:lnTo>
                  <a:lnTo>
                    <a:pt x="474958" y="28376"/>
                  </a:lnTo>
                  <a:lnTo>
                    <a:pt x="476389" y="33487"/>
                  </a:lnTo>
                  <a:lnTo>
                    <a:pt x="479451" y="40676"/>
                  </a:lnTo>
                  <a:lnTo>
                    <a:pt x="491334" y="68542"/>
                  </a:lnTo>
                  <a:lnTo>
                    <a:pt x="493245" y="71014"/>
                  </a:lnTo>
                  <a:lnTo>
                    <a:pt x="494873" y="76158"/>
                  </a:lnTo>
                  <a:lnTo>
                    <a:pt x="495872" y="79315"/>
                  </a:lnTo>
                  <a:lnTo>
                    <a:pt x="501205" y="88426"/>
                  </a:lnTo>
                  <a:lnTo>
                    <a:pt x="506604" y="97637"/>
                  </a:lnTo>
                  <a:lnTo>
                    <a:pt x="513258" y="107733"/>
                  </a:lnTo>
                  <a:lnTo>
                    <a:pt x="519445" y="117103"/>
                  </a:lnTo>
                  <a:lnTo>
                    <a:pt x="524975" y="125052"/>
                  </a:lnTo>
                  <a:lnTo>
                    <a:pt x="528133" y="129587"/>
                  </a:lnTo>
                  <a:lnTo>
                    <a:pt x="533957" y="135831"/>
                  </a:lnTo>
                  <a:lnTo>
                    <a:pt x="546159" y="150134"/>
                  </a:lnTo>
                  <a:lnTo>
                    <a:pt x="552053" y="156386"/>
                  </a:lnTo>
                  <a:lnTo>
                    <a:pt x="560005" y="164806"/>
                  </a:lnTo>
                  <a:lnTo>
                    <a:pt x="566143" y="170642"/>
                  </a:lnTo>
                  <a:lnTo>
                    <a:pt x="572890" y="181579"/>
                  </a:lnTo>
                  <a:lnTo>
                    <a:pt x="568905" y="186879"/>
                  </a:lnTo>
                  <a:lnTo>
                    <a:pt x="568666" y="193647"/>
                  </a:lnTo>
                  <a:lnTo>
                    <a:pt x="570153" y="200414"/>
                  </a:lnTo>
                  <a:lnTo>
                    <a:pt x="572541" y="207065"/>
                  </a:lnTo>
                  <a:lnTo>
                    <a:pt x="577880" y="217502"/>
                  </a:lnTo>
                  <a:lnTo>
                    <a:pt x="588610" y="232030"/>
                  </a:lnTo>
                  <a:lnTo>
                    <a:pt x="595484" y="241318"/>
                  </a:lnTo>
                  <a:lnTo>
                    <a:pt x="601862" y="252705"/>
                  </a:lnTo>
                  <a:lnTo>
                    <a:pt x="603615" y="255927"/>
                  </a:lnTo>
                  <a:lnTo>
                    <a:pt x="611364" y="270152"/>
                  </a:lnTo>
                  <a:lnTo>
                    <a:pt x="617559" y="279251"/>
                  </a:lnTo>
                  <a:lnTo>
                    <a:pt x="622534" y="286547"/>
                  </a:lnTo>
                  <a:lnTo>
                    <a:pt x="624619" y="291275"/>
                  </a:lnTo>
                  <a:lnTo>
                    <a:pt x="626944" y="294263"/>
                  </a:lnTo>
                  <a:lnTo>
                    <a:pt x="631212" y="302456"/>
                  </a:lnTo>
                  <a:lnTo>
                    <a:pt x="635878" y="311405"/>
                  </a:lnTo>
                  <a:lnTo>
                    <a:pt x="638405" y="318725"/>
                  </a:lnTo>
                  <a:lnTo>
                    <a:pt x="638444" y="318980"/>
                  </a:lnTo>
                  <a:lnTo>
                    <a:pt x="639679" y="327038"/>
                  </a:lnTo>
                  <a:lnTo>
                    <a:pt x="640746" y="332532"/>
                  </a:lnTo>
                  <a:lnTo>
                    <a:pt x="641174" y="336308"/>
                  </a:lnTo>
                  <a:lnTo>
                    <a:pt x="641251" y="341681"/>
                  </a:lnTo>
                  <a:lnTo>
                    <a:pt x="641724" y="349064"/>
                  </a:lnTo>
                  <a:lnTo>
                    <a:pt x="642318" y="358431"/>
                  </a:lnTo>
                  <a:lnTo>
                    <a:pt x="642718" y="364794"/>
                  </a:lnTo>
                  <a:lnTo>
                    <a:pt x="643424" y="378677"/>
                  </a:lnTo>
                  <a:lnTo>
                    <a:pt x="643452" y="379223"/>
                  </a:lnTo>
                  <a:lnTo>
                    <a:pt x="644818" y="388976"/>
                  </a:lnTo>
                  <a:lnTo>
                    <a:pt x="645543" y="394169"/>
                  </a:lnTo>
                  <a:lnTo>
                    <a:pt x="647722" y="402442"/>
                  </a:lnTo>
                  <a:lnTo>
                    <a:pt x="647522" y="407483"/>
                  </a:lnTo>
                  <a:lnTo>
                    <a:pt x="647369" y="409012"/>
                  </a:lnTo>
                  <a:lnTo>
                    <a:pt x="646626" y="416443"/>
                  </a:lnTo>
                  <a:lnTo>
                    <a:pt x="644595" y="415151"/>
                  </a:lnTo>
                  <a:lnTo>
                    <a:pt x="639752" y="411998"/>
                  </a:lnTo>
                  <a:lnTo>
                    <a:pt x="638040" y="419059"/>
                  </a:lnTo>
                  <a:lnTo>
                    <a:pt x="635958" y="423590"/>
                  </a:lnTo>
                  <a:lnTo>
                    <a:pt x="636146" y="430212"/>
                  </a:lnTo>
                  <a:lnTo>
                    <a:pt x="636087" y="430814"/>
                  </a:lnTo>
                  <a:lnTo>
                    <a:pt x="635481" y="436972"/>
                  </a:lnTo>
                  <a:lnTo>
                    <a:pt x="638768" y="443044"/>
                  </a:lnTo>
                  <a:lnTo>
                    <a:pt x="644201" y="438900"/>
                  </a:lnTo>
                  <a:lnTo>
                    <a:pt x="647259" y="429280"/>
                  </a:lnTo>
                  <a:lnTo>
                    <a:pt x="649359" y="434996"/>
                  </a:lnTo>
                  <a:lnTo>
                    <a:pt x="645888" y="445691"/>
                  </a:lnTo>
                  <a:lnTo>
                    <a:pt x="645404" y="447177"/>
                  </a:lnTo>
                  <a:lnTo>
                    <a:pt x="638691" y="464310"/>
                  </a:lnTo>
                  <a:lnTo>
                    <a:pt x="630131" y="480071"/>
                  </a:lnTo>
                  <a:lnTo>
                    <a:pt x="619955" y="494310"/>
                  </a:lnTo>
                  <a:lnTo>
                    <a:pt x="597368" y="513507"/>
                  </a:lnTo>
                  <a:lnTo>
                    <a:pt x="587051" y="519204"/>
                  </a:lnTo>
                  <a:lnTo>
                    <a:pt x="582843" y="516449"/>
                  </a:lnTo>
                  <a:lnTo>
                    <a:pt x="590637" y="509185"/>
                  </a:lnTo>
                  <a:lnTo>
                    <a:pt x="604628" y="499011"/>
                  </a:lnTo>
                  <a:lnTo>
                    <a:pt x="620995" y="481439"/>
                  </a:lnTo>
                  <a:lnTo>
                    <a:pt x="627086" y="472129"/>
                  </a:lnTo>
                  <a:lnTo>
                    <a:pt x="627410" y="466560"/>
                  </a:lnTo>
                  <a:lnTo>
                    <a:pt x="627148" y="462746"/>
                  </a:lnTo>
                  <a:lnTo>
                    <a:pt x="623340" y="463016"/>
                  </a:lnTo>
                  <a:lnTo>
                    <a:pt x="615074" y="466426"/>
                  </a:lnTo>
                  <a:lnTo>
                    <a:pt x="610892" y="470643"/>
                  </a:lnTo>
                  <a:lnTo>
                    <a:pt x="608037" y="471737"/>
                  </a:lnTo>
                  <a:lnTo>
                    <a:pt x="602366" y="469537"/>
                  </a:lnTo>
                  <a:lnTo>
                    <a:pt x="598860" y="471079"/>
                  </a:lnTo>
                  <a:lnTo>
                    <a:pt x="597543" y="471658"/>
                  </a:lnTo>
                  <a:lnTo>
                    <a:pt x="594846" y="475215"/>
                  </a:lnTo>
                  <a:lnTo>
                    <a:pt x="587682" y="478219"/>
                  </a:lnTo>
                  <a:lnTo>
                    <a:pt x="582226" y="480007"/>
                  </a:lnTo>
                  <a:lnTo>
                    <a:pt x="576332" y="475541"/>
                  </a:lnTo>
                  <a:lnTo>
                    <a:pt x="573132" y="470606"/>
                  </a:lnTo>
                  <a:lnTo>
                    <a:pt x="573633" y="462705"/>
                  </a:lnTo>
                  <a:lnTo>
                    <a:pt x="572618" y="456223"/>
                  </a:lnTo>
                  <a:lnTo>
                    <a:pt x="566316" y="448869"/>
                  </a:lnTo>
                  <a:lnTo>
                    <a:pt x="562362" y="441296"/>
                  </a:lnTo>
                  <a:lnTo>
                    <a:pt x="557360" y="435702"/>
                  </a:lnTo>
                  <a:lnTo>
                    <a:pt x="551714" y="434237"/>
                  </a:lnTo>
                  <a:lnTo>
                    <a:pt x="548433" y="428382"/>
                  </a:lnTo>
                  <a:lnTo>
                    <a:pt x="543439" y="427076"/>
                  </a:lnTo>
                  <a:lnTo>
                    <a:pt x="540884" y="426406"/>
                  </a:lnTo>
                  <a:lnTo>
                    <a:pt x="528544" y="422143"/>
                  </a:lnTo>
                  <a:lnTo>
                    <a:pt x="526782" y="423991"/>
                  </a:lnTo>
                  <a:lnTo>
                    <a:pt x="524543" y="426338"/>
                  </a:lnTo>
                  <a:lnTo>
                    <a:pt x="519520" y="422875"/>
                  </a:lnTo>
                  <a:lnTo>
                    <a:pt x="517686" y="419186"/>
                  </a:lnTo>
                  <a:lnTo>
                    <a:pt x="515766" y="415324"/>
                  </a:lnTo>
                  <a:lnTo>
                    <a:pt x="509506" y="403041"/>
                  </a:lnTo>
                  <a:lnTo>
                    <a:pt x="504129" y="388454"/>
                  </a:lnTo>
                  <a:lnTo>
                    <a:pt x="503939" y="388256"/>
                  </a:lnTo>
                  <a:lnTo>
                    <a:pt x="496343" y="380330"/>
                  </a:lnTo>
                  <a:lnTo>
                    <a:pt x="493532" y="379513"/>
                  </a:lnTo>
                  <a:lnTo>
                    <a:pt x="489055" y="380477"/>
                  </a:lnTo>
                  <a:lnTo>
                    <a:pt x="484712" y="384070"/>
                  </a:lnTo>
                  <a:lnTo>
                    <a:pt x="480463" y="383679"/>
                  </a:lnTo>
                  <a:lnTo>
                    <a:pt x="475655" y="381095"/>
                  </a:lnTo>
                  <a:lnTo>
                    <a:pt x="468792" y="371335"/>
                  </a:lnTo>
                  <a:lnTo>
                    <a:pt x="465903" y="363208"/>
                  </a:lnTo>
                  <a:lnTo>
                    <a:pt x="465033" y="358162"/>
                  </a:lnTo>
                  <a:lnTo>
                    <a:pt x="463325" y="355606"/>
                  </a:lnTo>
                  <a:lnTo>
                    <a:pt x="459695" y="350166"/>
                  </a:lnTo>
                  <a:lnTo>
                    <a:pt x="454147" y="343451"/>
                  </a:lnTo>
                  <a:lnTo>
                    <a:pt x="445725" y="333237"/>
                  </a:lnTo>
                  <a:lnTo>
                    <a:pt x="436437" y="319459"/>
                  </a:lnTo>
                  <a:lnTo>
                    <a:pt x="429577" y="312388"/>
                  </a:lnTo>
                  <a:lnTo>
                    <a:pt x="426073" y="309433"/>
                  </a:lnTo>
                  <a:lnTo>
                    <a:pt x="422006" y="306001"/>
                  </a:lnTo>
                  <a:lnTo>
                    <a:pt x="416693" y="298664"/>
                  </a:lnTo>
                  <a:lnTo>
                    <a:pt x="418519" y="298489"/>
                  </a:lnTo>
                  <a:lnTo>
                    <a:pt x="423959" y="297912"/>
                  </a:lnTo>
                  <a:lnTo>
                    <a:pt x="428027" y="290556"/>
                  </a:lnTo>
                  <a:lnTo>
                    <a:pt x="429768" y="285773"/>
                  </a:lnTo>
                  <a:lnTo>
                    <a:pt x="430214" y="284545"/>
                  </a:lnTo>
                  <a:lnTo>
                    <a:pt x="431881" y="279952"/>
                  </a:lnTo>
                  <a:lnTo>
                    <a:pt x="434458" y="277864"/>
                  </a:lnTo>
                  <a:lnTo>
                    <a:pt x="437327" y="273233"/>
                  </a:lnTo>
                  <a:lnTo>
                    <a:pt x="435416" y="269864"/>
                  </a:lnTo>
                  <a:lnTo>
                    <a:pt x="432063" y="269424"/>
                  </a:lnTo>
                  <a:lnTo>
                    <a:pt x="426738" y="268192"/>
                  </a:lnTo>
                  <a:lnTo>
                    <a:pt x="425955" y="269439"/>
                  </a:lnTo>
                  <a:lnTo>
                    <a:pt x="424685" y="271457"/>
                  </a:lnTo>
                  <a:lnTo>
                    <a:pt x="422422" y="275218"/>
                  </a:lnTo>
                  <a:lnTo>
                    <a:pt x="422927" y="279343"/>
                  </a:lnTo>
                  <a:lnTo>
                    <a:pt x="421268" y="282582"/>
                  </a:lnTo>
                  <a:lnTo>
                    <a:pt x="419848" y="286071"/>
                  </a:lnTo>
                  <a:lnTo>
                    <a:pt x="418286" y="289904"/>
                  </a:lnTo>
                  <a:lnTo>
                    <a:pt x="416291" y="291411"/>
                  </a:lnTo>
                  <a:lnTo>
                    <a:pt x="414934" y="285814"/>
                  </a:lnTo>
                  <a:lnTo>
                    <a:pt x="413576" y="281357"/>
                  </a:lnTo>
                  <a:lnTo>
                    <a:pt x="409310" y="276813"/>
                  </a:lnTo>
                  <a:lnTo>
                    <a:pt x="404062" y="272249"/>
                  </a:lnTo>
                  <a:lnTo>
                    <a:pt x="403311" y="264976"/>
                  </a:lnTo>
                  <a:lnTo>
                    <a:pt x="403102" y="257585"/>
                  </a:lnTo>
                  <a:lnTo>
                    <a:pt x="400169" y="250796"/>
                  </a:lnTo>
                  <a:lnTo>
                    <a:pt x="398512" y="244880"/>
                  </a:lnTo>
                  <a:lnTo>
                    <a:pt x="398465" y="244714"/>
                  </a:lnTo>
                  <a:lnTo>
                    <a:pt x="404802" y="237147"/>
                  </a:lnTo>
                  <a:lnTo>
                    <a:pt x="406140" y="229638"/>
                  </a:lnTo>
                  <a:lnTo>
                    <a:pt x="407369" y="220862"/>
                  </a:lnTo>
                  <a:lnTo>
                    <a:pt x="407685" y="219619"/>
                  </a:lnTo>
                  <a:lnTo>
                    <a:pt x="408914" y="214783"/>
                  </a:lnTo>
                  <a:lnTo>
                    <a:pt x="408671" y="209416"/>
                  </a:lnTo>
                  <a:lnTo>
                    <a:pt x="406657" y="202863"/>
                  </a:lnTo>
                  <a:lnTo>
                    <a:pt x="405562" y="196654"/>
                  </a:lnTo>
                  <a:lnTo>
                    <a:pt x="405538" y="196517"/>
                  </a:lnTo>
                  <a:lnTo>
                    <a:pt x="401829" y="195003"/>
                  </a:lnTo>
                  <a:lnTo>
                    <a:pt x="400608" y="188129"/>
                  </a:lnTo>
                  <a:lnTo>
                    <a:pt x="398568" y="184067"/>
                  </a:lnTo>
                  <a:lnTo>
                    <a:pt x="400913" y="178614"/>
                  </a:lnTo>
                  <a:lnTo>
                    <a:pt x="397538" y="174999"/>
                  </a:lnTo>
                  <a:lnTo>
                    <a:pt x="394422" y="171374"/>
                  </a:lnTo>
                  <a:lnTo>
                    <a:pt x="394048" y="170939"/>
                  </a:lnTo>
                  <a:lnTo>
                    <a:pt x="393325" y="166815"/>
                  </a:lnTo>
                  <a:lnTo>
                    <a:pt x="387795" y="163920"/>
                  </a:lnTo>
                  <a:lnTo>
                    <a:pt x="389454" y="162184"/>
                  </a:lnTo>
                  <a:lnTo>
                    <a:pt x="386662" y="158806"/>
                  </a:lnTo>
                  <a:lnTo>
                    <a:pt x="378891" y="159428"/>
                  </a:lnTo>
                  <a:lnTo>
                    <a:pt x="373500" y="159684"/>
                  </a:lnTo>
                  <a:lnTo>
                    <a:pt x="372733" y="164565"/>
                  </a:lnTo>
                  <a:lnTo>
                    <a:pt x="369838" y="164651"/>
                  </a:lnTo>
                  <a:lnTo>
                    <a:pt x="366917" y="159302"/>
                  </a:lnTo>
                  <a:lnTo>
                    <a:pt x="366502" y="154807"/>
                  </a:lnTo>
                  <a:lnTo>
                    <a:pt x="363708" y="153486"/>
                  </a:lnTo>
                  <a:lnTo>
                    <a:pt x="358998" y="152618"/>
                  </a:lnTo>
                  <a:lnTo>
                    <a:pt x="358672" y="152557"/>
                  </a:lnTo>
                  <a:lnTo>
                    <a:pt x="357436" y="147928"/>
                  </a:lnTo>
                  <a:lnTo>
                    <a:pt x="354672" y="144013"/>
                  </a:lnTo>
                  <a:lnTo>
                    <a:pt x="351221" y="141217"/>
                  </a:lnTo>
                  <a:lnTo>
                    <a:pt x="347031" y="141615"/>
                  </a:lnTo>
                  <a:lnTo>
                    <a:pt x="345593" y="139123"/>
                  </a:lnTo>
                  <a:lnTo>
                    <a:pt x="337695" y="135787"/>
                  </a:lnTo>
                  <a:lnTo>
                    <a:pt x="336396" y="129559"/>
                  </a:lnTo>
                  <a:lnTo>
                    <a:pt x="334698" y="123558"/>
                  </a:lnTo>
                  <a:lnTo>
                    <a:pt x="334593" y="123188"/>
                  </a:lnTo>
                  <a:lnTo>
                    <a:pt x="328972" y="121770"/>
                  </a:lnTo>
                  <a:lnTo>
                    <a:pt x="324524" y="120435"/>
                  </a:lnTo>
                  <a:lnTo>
                    <a:pt x="320171" y="115516"/>
                  </a:lnTo>
                  <a:lnTo>
                    <a:pt x="316005" y="110081"/>
                  </a:lnTo>
                  <a:lnTo>
                    <a:pt x="311031" y="105513"/>
                  </a:lnTo>
                  <a:lnTo>
                    <a:pt x="301923" y="102015"/>
                  </a:lnTo>
                  <a:lnTo>
                    <a:pt x="290255" y="98667"/>
                  </a:lnTo>
                  <a:lnTo>
                    <a:pt x="284960" y="95168"/>
                  </a:lnTo>
                  <a:lnTo>
                    <a:pt x="284228" y="94684"/>
                  </a:lnTo>
                  <a:lnTo>
                    <a:pt x="279449" y="95119"/>
                  </a:lnTo>
                  <a:lnTo>
                    <a:pt x="278488" y="95504"/>
                  </a:lnTo>
                  <a:lnTo>
                    <a:pt x="274919" y="96931"/>
                  </a:lnTo>
                  <a:lnTo>
                    <a:pt x="271055" y="99211"/>
                  </a:lnTo>
                  <a:lnTo>
                    <a:pt x="268713" y="98609"/>
                  </a:lnTo>
                  <a:lnTo>
                    <a:pt x="262909" y="102152"/>
                  </a:lnTo>
                  <a:lnTo>
                    <a:pt x="257786" y="107440"/>
                  </a:lnTo>
                  <a:lnTo>
                    <a:pt x="259880" y="110537"/>
                  </a:lnTo>
                  <a:lnTo>
                    <a:pt x="260285" y="111138"/>
                  </a:lnTo>
                  <a:lnTo>
                    <a:pt x="261391" y="114379"/>
                  </a:lnTo>
                  <a:lnTo>
                    <a:pt x="260594" y="116933"/>
                  </a:lnTo>
                  <a:lnTo>
                    <a:pt x="254841" y="117435"/>
                  </a:lnTo>
                  <a:lnTo>
                    <a:pt x="251026" y="116205"/>
                  </a:lnTo>
                  <a:lnTo>
                    <a:pt x="246249" y="118365"/>
                  </a:lnTo>
                  <a:lnTo>
                    <a:pt x="243393" y="120874"/>
                  </a:lnTo>
                  <a:lnTo>
                    <a:pt x="245376" y="127459"/>
                  </a:lnTo>
                  <a:lnTo>
                    <a:pt x="242733" y="130097"/>
                  </a:lnTo>
                  <a:lnTo>
                    <a:pt x="236304" y="133309"/>
                  </a:lnTo>
                  <a:lnTo>
                    <a:pt x="230825" y="140621"/>
                  </a:lnTo>
                  <a:lnTo>
                    <a:pt x="223708" y="145142"/>
                  </a:lnTo>
                  <a:lnTo>
                    <a:pt x="211774" y="153385"/>
                  </a:lnTo>
                  <a:lnTo>
                    <a:pt x="202504" y="150011"/>
                  </a:lnTo>
                  <a:lnTo>
                    <a:pt x="197416" y="148790"/>
                  </a:lnTo>
                  <a:lnTo>
                    <a:pt x="194211" y="148019"/>
                  </a:lnTo>
                  <a:lnTo>
                    <a:pt x="187405" y="151109"/>
                  </a:lnTo>
                  <a:lnTo>
                    <a:pt x="182331" y="143144"/>
                  </a:lnTo>
                  <a:lnTo>
                    <a:pt x="180230" y="136021"/>
                  </a:lnTo>
                  <a:lnTo>
                    <a:pt x="181659" y="128787"/>
                  </a:lnTo>
                  <a:lnTo>
                    <a:pt x="181283" y="128574"/>
                  </a:lnTo>
                  <a:lnTo>
                    <a:pt x="178161" y="126802"/>
                  </a:lnTo>
                  <a:lnTo>
                    <a:pt x="173322" y="126615"/>
                  </a:lnTo>
                  <a:lnTo>
                    <a:pt x="166112" y="122018"/>
                  </a:lnTo>
                  <a:lnTo>
                    <a:pt x="163515" y="119789"/>
                  </a:lnTo>
                  <a:lnTo>
                    <a:pt x="155750" y="117477"/>
                  </a:lnTo>
                  <a:lnTo>
                    <a:pt x="146060" y="111831"/>
                  </a:lnTo>
                  <a:lnTo>
                    <a:pt x="130942" y="106258"/>
                  </a:lnTo>
                  <a:lnTo>
                    <a:pt x="130615" y="106137"/>
                  </a:lnTo>
                  <a:lnTo>
                    <a:pt x="123393" y="104395"/>
                  </a:lnTo>
                  <a:lnTo>
                    <a:pt x="116262" y="103138"/>
                  </a:lnTo>
                  <a:lnTo>
                    <a:pt x="112860" y="102536"/>
                  </a:lnTo>
                  <a:lnTo>
                    <a:pt x="99207" y="101705"/>
                  </a:lnTo>
                  <a:lnTo>
                    <a:pt x="98059" y="101633"/>
                  </a:lnTo>
                  <a:lnTo>
                    <a:pt x="81131" y="102885"/>
                  </a:lnTo>
                  <a:lnTo>
                    <a:pt x="68634" y="105873"/>
                  </a:lnTo>
                  <a:lnTo>
                    <a:pt x="64802" y="106784"/>
                  </a:lnTo>
                  <a:lnTo>
                    <a:pt x="59761" y="108619"/>
                  </a:lnTo>
                  <a:lnTo>
                    <a:pt x="42273" y="114945"/>
                  </a:lnTo>
                  <a:lnTo>
                    <a:pt x="36782" y="116480"/>
                  </a:lnTo>
                  <a:lnTo>
                    <a:pt x="33869" y="117293"/>
                  </a:lnTo>
                  <a:lnTo>
                    <a:pt x="29915" y="117673"/>
                  </a:lnTo>
                  <a:lnTo>
                    <a:pt x="22517" y="120604"/>
                  </a:lnTo>
                  <a:lnTo>
                    <a:pt x="15212" y="123157"/>
                  </a:lnTo>
                  <a:lnTo>
                    <a:pt x="19538" y="116866"/>
                  </a:lnTo>
                  <a:lnTo>
                    <a:pt x="20447" y="111480"/>
                  </a:lnTo>
                  <a:lnTo>
                    <a:pt x="25026" y="107831"/>
                  </a:lnTo>
                  <a:lnTo>
                    <a:pt x="21150" y="106567"/>
                  </a:lnTo>
                  <a:lnTo>
                    <a:pt x="18319" y="102520"/>
                  </a:lnTo>
                  <a:lnTo>
                    <a:pt x="18855" y="98639"/>
                  </a:lnTo>
                  <a:lnTo>
                    <a:pt x="20551" y="93576"/>
                  </a:lnTo>
                  <a:lnTo>
                    <a:pt x="20043" y="88954"/>
                  </a:lnTo>
                  <a:lnTo>
                    <a:pt x="16465" y="86327"/>
                  </a:lnTo>
                  <a:lnTo>
                    <a:pt x="9810" y="83246"/>
                  </a:lnTo>
                  <a:lnTo>
                    <a:pt x="8079" y="80902"/>
                  </a:lnTo>
                  <a:lnTo>
                    <a:pt x="0" y="733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09476" y="4152294"/>
              <a:ext cx="390462" cy="398136"/>
            </a:xfrm>
            <a:custGeom>
              <a:avLst/>
              <a:pathLst>
                <a:path w="390462" h="398136">
                  <a:moveTo>
                    <a:pt x="0" y="34860"/>
                  </a:moveTo>
                  <a:lnTo>
                    <a:pt x="9361" y="33327"/>
                  </a:lnTo>
                  <a:lnTo>
                    <a:pt x="15754" y="32270"/>
                  </a:lnTo>
                  <a:lnTo>
                    <a:pt x="17252" y="31972"/>
                  </a:lnTo>
                  <a:lnTo>
                    <a:pt x="23397" y="30746"/>
                  </a:lnTo>
                  <a:lnTo>
                    <a:pt x="24289" y="30579"/>
                  </a:lnTo>
                  <a:lnTo>
                    <a:pt x="39957" y="27624"/>
                  </a:lnTo>
                  <a:lnTo>
                    <a:pt x="44614" y="26756"/>
                  </a:lnTo>
                  <a:lnTo>
                    <a:pt x="44819" y="26718"/>
                  </a:lnTo>
                  <a:lnTo>
                    <a:pt x="53062" y="25173"/>
                  </a:lnTo>
                  <a:lnTo>
                    <a:pt x="56686" y="24505"/>
                  </a:lnTo>
                  <a:lnTo>
                    <a:pt x="59155" y="24048"/>
                  </a:lnTo>
                  <a:lnTo>
                    <a:pt x="62605" y="23408"/>
                  </a:lnTo>
                  <a:lnTo>
                    <a:pt x="70154" y="21990"/>
                  </a:lnTo>
                  <a:lnTo>
                    <a:pt x="78170" y="20528"/>
                  </a:lnTo>
                  <a:lnTo>
                    <a:pt x="91499" y="17996"/>
                  </a:lnTo>
                  <a:lnTo>
                    <a:pt x="105206" y="15435"/>
                  </a:lnTo>
                  <a:lnTo>
                    <a:pt x="114043" y="13766"/>
                  </a:lnTo>
                  <a:lnTo>
                    <a:pt x="118948" y="12834"/>
                  </a:lnTo>
                  <a:lnTo>
                    <a:pt x="141464" y="8513"/>
                  </a:lnTo>
                  <a:lnTo>
                    <a:pt x="146462" y="7325"/>
                  </a:lnTo>
                  <a:lnTo>
                    <a:pt x="151141" y="6208"/>
                  </a:lnTo>
                  <a:lnTo>
                    <a:pt x="162435" y="3496"/>
                  </a:lnTo>
                  <a:lnTo>
                    <a:pt x="177561" y="0"/>
                  </a:lnTo>
                  <a:lnTo>
                    <a:pt x="177164" y="4183"/>
                  </a:lnTo>
                  <a:lnTo>
                    <a:pt x="176493" y="7060"/>
                  </a:lnTo>
                  <a:lnTo>
                    <a:pt x="172827" y="11440"/>
                  </a:lnTo>
                  <a:lnTo>
                    <a:pt x="169664" y="14895"/>
                  </a:lnTo>
                  <a:lnTo>
                    <a:pt x="167851" y="18009"/>
                  </a:lnTo>
                  <a:lnTo>
                    <a:pt x="165594" y="21472"/>
                  </a:lnTo>
                  <a:lnTo>
                    <a:pt x="166337" y="24040"/>
                  </a:lnTo>
                  <a:lnTo>
                    <a:pt x="164458" y="27212"/>
                  </a:lnTo>
                  <a:lnTo>
                    <a:pt x="164898" y="28174"/>
                  </a:lnTo>
                  <a:lnTo>
                    <a:pt x="166060" y="30710"/>
                  </a:lnTo>
                  <a:lnTo>
                    <a:pt x="166224" y="31068"/>
                  </a:lnTo>
                  <a:lnTo>
                    <a:pt x="171137" y="33433"/>
                  </a:lnTo>
                  <a:lnTo>
                    <a:pt x="175720" y="35659"/>
                  </a:lnTo>
                  <a:lnTo>
                    <a:pt x="180831" y="36588"/>
                  </a:lnTo>
                  <a:lnTo>
                    <a:pt x="185323" y="40259"/>
                  </a:lnTo>
                  <a:lnTo>
                    <a:pt x="185846" y="40686"/>
                  </a:lnTo>
                  <a:lnTo>
                    <a:pt x="189729" y="43188"/>
                  </a:lnTo>
                  <a:lnTo>
                    <a:pt x="189920" y="43311"/>
                  </a:lnTo>
                  <a:lnTo>
                    <a:pt x="194050" y="44342"/>
                  </a:lnTo>
                  <a:lnTo>
                    <a:pt x="194306" y="44245"/>
                  </a:lnTo>
                  <a:lnTo>
                    <a:pt x="198852" y="42515"/>
                  </a:lnTo>
                  <a:lnTo>
                    <a:pt x="202725" y="42647"/>
                  </a:lnTo>
                  <a:lnTo>
                    <a:pt x="206149" y="48422"/>
                  </a:lnTo>
                  <a:lnTo>
                    <a:pt x="208132" y="51707"/>
                  </a:lnTo>
                  <a:lnTo>
                    <a:pt x="212214" y="56480"/>
                  </a:lnTo>
                  <a:lnTo>
                    <a:pt x="212754" y="57121"/>
                  </a:lnTo>
                  <a:lnTo>
                    <a:pt x="215575" y="60467"/>
                  </a:lnTo>
                  <a:lnTo>
                    <a:pt x="216692" y="62892"/>
                  </a:lnTo>
                  <a:lnTo>
                    <a:pt x="219250" y="68441"/>
                  </a:lnTo>
                  <a:lnTo>
                    <a:pt x="225530" y="73174"/>
                  </a:lnTo>
                  <a:lnTo>
                    <a:pt x="230052" y="78356"/>
                  </a:lnTo>
                  <a:lnTo>
                    <a:pt x="230352" y="78700"/>
                  </a:lnTo>
                  <a:lnTo>
                    <a:pt x="233272" y="82830"/>
                  </a:lnTo>
                  <a:lnTo>
                    <a:pt x="233896" y="83712"/>
                  </a:lnTo>
                  <a:lnTo>
                    <a:pt x="237184" y="83779"/>
                  </a:lnTo>
                  <a:lnTo>
                    <a:pt x="244196" y="88621"/>
                  </a:lnTo>
                  <a:lnTo>
                    <a:pt x="252630" y="91085"/>
                  </a:lnTo>
                  <a:lnTo>
                    <a:pt x="260232" y="97530"/>
                  </a:lnTo>
                  <a:lnTo>
                    <a:pt x="262606" y="100922"/>
                  </a:lnTo>
                  <a:lnTo>
                    <a:pt x="264267" y="103294"/>
                  </a:lnTo>
                  <a:lnTo>
                    <a:pt x="267765" y="106793"/>
                  </a:lnTo>
                  <a:lnTo>
                    <a:pt x="271380" y="107170"/>
                  </a:lnTo>
                  <a:lnTo>
                    <a:pt x="272023" y="107236"/>
                  </a:lnTo>
                  <a:lnTo>
                    <a:pt x="278481" y="110432"/>
                  </a:lnTo>
                  <a:lnTo>
                    <a:pt x="279584" y="111627"/>
                  </a:lnTo>
                  <a:lnTo>
                    <a:pt x="282010" y="114257"/>
                  </a:lnTo>
                  <a:lnTo>
                    <a:pt x="287189" y="115966"/>
                  </a:lnTo>
                  <a:lnTo>
                    <a:pt x="288505" y="120404"/>
                  </a:lnTo>
                  <a:lnTo>
                    <a:pt x="288710" y="126442"/>
                  </a:lnTo>
                  <a:lnTo>
                    <a:pt x="295626" y="128530"/>
                  </a:lnTo>
                  <a:lnTo>
                    <a:pt x="296542" y="133453"/>
                  </a:lnTo>
                  <a:lnTo>
                    <a:pt x="296631" y="133932"/>
                  </a:lnTo>
                  <a:lnTo>
                    <a:pt x="303269" y="135930"/>
                  </a:lnTo>
                  <a:lnTo>
                    <a:pt x="303450" y="136468"/>
                  </a:lnTo>
                  <a:lnTo>
                    <a:pt x="304747" y="140323"/>
                  </a:lnTo>
                  <a:lnTo>
                    <a:pt x="312556" y="142989"/>
                  </a:lnTo>
                  <a:lnTo>
                    <a:pt x="315864" y="143511"/>
                  </a:lnTo>
                  <a:lnTo>
                    <a:pt x="316977" y="143686"/>
                  </a:lnTo>
                  <a:lnTo>
                    <a:pt x="321833" y="146260"/>
                  </a:lnTo>
                  <a:lnTo>
                    <a:pt x="325365" y="148129"/>
                  </a:lnTo>
                  <a:lnTo>
                    <a:pt x="326748" y="154289"/>
                  </a:lnTo>
                  <a:lnTo>
                    <a:pt x="330098" y="157703"/>
                  </a:lnTo>
                  <a:lnTo>
                    <a:pt x="334376" y="162782"/>
                  </a:lnTo>
                  <a:lnTo>
                    <a:pt x="336391" y="170211"/>
                  </a:lnTo>
                  <a:lnTo>
                    <a:pt x="336511" y="170653"/>
                  </a:lnTo>
                  <a:lnTo>
                    <a:pt x="339327" y="177778"/>
                  </a:lnTo>
                  <a:lnTo>
                    <a:pt x="339897" y="181990"/>
                  </a:lnTo>
                  <a:lnTo>
                    <a:pt x="340751" y="182399"/>
                  </a:lnTo>
                  <a:lnTo>
                    <a:pt x="345622" y="184729"/>
                  </a:lnTo>
                  <a:lnTo>
                    <a:pt x="349103" y="185227"/>
                  </a:lnTo>
                  <a:lnTo>
                    <a:pt x="349831" y="185331"/>
                  </a:lnTo>
                  <a:lnTo>
                    <a:pt x="357008" y="190881"/>
                  </a:lnTo>
                  <a:lnTo>
                    <a:pt x="357912" y="195534"/>
                  </a:lnTo>
                  <a:lnTo>
                    <a:pt x="359929" y="197488"/>
                  </a:lnTo>
                  <a:lnTo>
                    <a:pt x="363732" y="201170"/>
                  </a:lnTo>
                  <a:lnTo>
                    <a:pt x="365093" y="206163"/>
                  </a:lnTo>
                  <a:lnTo>
                    <a:pt x="363888" y="209934"/>
                  </a:lnTo>
                  <a:lnTo>
                    <a:pt x="364500" y="210748"/>
                  </a:lnTo>
                  <a:lnTo>
                    <a:pt x="367414" y="214623"/>
                  </a:lnTo>
                  <a:lnTo>
                    <a:pt x="368941" y="220070"/>
                  </a:lnTo>
                  <a:lnTo>
                    <a:pt x="374923" y="221319"/>
                  </a:lnTo>
                  <a:lnTo>
                    <a:pt x="376944" y="219347"/>
                  </a:lnTo>
                  <a:lnTo>
                    <a:pt x="382332" y="222047"/>
                  </a:lnTo>
                  <a:lnTo>
                    <a:pt x="386953" y="223096"/>
                  </a:lnTo>
                  <a:lnTo>
                    <a:pt x="390233" y="223284"/>
                  </a:lnTo>
                  <a:lnTo>
                    <a:pt x="390462" y="226491"/>
                  </a:lnTo>
                  <a:lnTo>
                    <a:pt x="386629" y="231404"/>
                  </a:lnTo>
                  <a:lnTo>
                    <a:pt x="384946" y="234578"/>
                  </a:lnTo>
                  <a:lnTo>
                    <a:pt x="381581" y="240441"/>
                  </a:lnTo>
                  <a:lnTo>
                    <a:pt x="379646" y="244868"/>
                  </a:lnTo>
                  <a:lnTo>
                    <a:pt x="377567" y="250001"/>
                  </a:lnTo>
                  <a:lnTo>
                    <a:pt x="374281" y="254236"/>
                  </a:lnTo>
                  <a:lnTo>
                    <a:pt x="374143" y="255365"/>
                  </a:lnTo>
                  <a:lnTo>
                    <a:pt x="374021" y="256357"/>
                  </a:lnTo>
                  <a:lnTo>
                    <a:pt x="375744" y="262901"/>
                  </a:lnTo>
                  <a:lnTo>
                    <a:pt x="373962" y="269407"/>
                  </a:lnTo>
                  <a:lnTo>
                    <a:pt x="374107" y="270851"/>
                  </a:lnTo>
                  <a:lnTo>
                    <a:pt x="374306" y="272845"/>
                  </a:lnTo>
                  <a:lnTo>
                    <a:pt x="372541" y="278152"/>
                  </a:lnTo>
                  <a:lnTo>
                    <a:pt x="370186" y="283963"/>
                  </a:lnTo>
                  <a:lnTo>
                    <a:pt x="369542" y="288928"/>
                  </a:lnTo>
                  <a:lnTo>
                    <a:pt x="371685" y="292721"/>
                  </a:lnTo>
                  <a:lnTo>
                    <a:pt x="371587" y="293585"/>
                  </a:lnTo>
                  <a:lnTo>
                    <a:pt x="371056" y="298251"/>
                  </a:lnTo>
                  <a:lnTo>
                    <a:pt x="370052" y="301926"/>
                  </a:lnTo>
                  <a:lnTo>
                    <a:pt x="366516" y="309009"/>
                  </a:lnTo>
                  <a:lnTo>
                    <a:pt x="364191" y="310532"/>
                  </a:lnTo>
                  <a:lnTo>
                    <a:pt x="365117" y="315082"/>
                  </a:lnTo>
                  <a:lnTo>
                    <a:pt x="364613" y="320262"/>
                  </a:lnTo>
                  <a:lnTo>
                    <a:pt x="365628" y="322376"/>
                  </a:lnTo>
                  <a:lnTo>
                    <a:pt x="366143" y="323448"/>
                  </a:lnTo>
                  <a:lnTo>
                    <a:pt x="367530" y="329423"/>
                  </a:lnTo>
                  <a:lnTo>
                    <a:pt x="366349" y="337530"/>
                  </a:lnTo>
                  <a:lnTo>
                    <a:pt x="365706" y="342321"/>
                  </a:lnTo>
                  <a:lnTo>
                    <a:pt x="367873" y="347281"/>
                  </a:lnTo>
                  <a:lnTo>
                    <a:pt x="362959" y="347169"/>
                  </a:lnTo>
                  <a:lnTo>
                    <a:pt x="361383" y="347477"/>
                  </a:lnTo>
                  <a:lnTo>
                    <a:pt x="359018" y="348696"/>
                  </a:lnTo>
                  <a:lnTo>
                    <a:pt x="353459" y="348646"/>
                  </a:lnTo>
                  <a:lnTo>
                    <a:pt x="350608" y="347910"/>
                  </a:lnTo>
                  <a:lnTo>
                    <a:pt x="345763" y="348512"/>
                  </a:lnTo>
                  <a:lnTo>
                    <a:pt x="343054" y="346916"/>
                  </a:lnTo>
                  <a:lnTo>
                    <a:pt x="339430" y="346238"/>
                  </a:lnTo>
                  <a:lnTo>
                    <a:pt x="334910" y="346966"/>
                  </a:lnTo>
                  <a:lnTo>
                    <a:pt x="331950" y="345071"/>
                  </a:lnTo>
                  <a:lnTo>
                    <a:pt x="331670" y="345078"/>
                  </a:lnTo>
                  <a:lnTo>
                    <a:pt x="328803" y="345149"/>
                  </a:lnTo>
                  <a:lnTo>
                    <a:pt x="325598" y="349566"/>
                  </a:lnTo>
                  <a:lnTo>
                    <a:pt x="323348" y="353238"/>
                  </a:lnTo>
                  <a:lnTo>
                    <a:pt x="323584" y="358445"/>
                  </a:lnTo>
                  <a:lnTo>
                    <a:pt x="323590" y="361765"/>
                  </a:lnTo>
                  <a:lnTo>
                    <a:pt x="326963" y="365901"/>
                  </a:lnTo>
                  <a:lnTo>
                    <a:pt x="327876" y="372064"/>
                  </a:lnTo>
                  <a:lnTo>
                    <a:pt x="328456" y="379494"/>
                  </a:lnTo>
                  <a:lnTo>
                    <a:pt x="328117" y="383544"/>
                  </a:lnTo>
                  <a:lnTo>
                    <a:pt x="328730" y="386398"/>
                  </a:lnTo>
                  <a:lnTo>
                    <a:pt x="327992" y="386714"/>
                  </a:lnTo>
                  <a:lnTo>
                    <a:pt x="324834" y="388070"/>
                  </a:lnTo>
                  <a:lnTo>
                    <a:pt x="321151" y="388614"/>
                  </a:lnTo>
                  <a:lnTo>
                    <a:pt x="318317" y="388741"/>
                  </a:lnTo>
                  <a:lnTo>
                    <a:pt x="315178" y="384361"/>
                  </a:lnTo>
                  <a:lnTo>
                    <a:pt x="315103" y="379886"/>
                  </a:lnTo>
                  <a:lnTo>
                    <a:pt x="312251" y="376307"/>
                  </a:lnTo>
                  <a:lnTo>
                    <a:pt x="312382" y="372353"/>
                  </a:lnTo>
                  <a:lnTo>
                    <a:pt x="297136" y="374058"/>
                  </a:lnTo>
                  <a:lnTo>
                    <a:pt x="294031" y="374401"/>
                  </a:lnTo>
                  <a:lnTo>
                    <a:pt x="284623" y="375685"/>
                  </a:lnTo>
                  <a:lnTo>
                    <a:pt x="276628" y="376765"/>
                  </a:lnTo>
                  <a:lnTo>
                    <a:pt x="262399" y="378663"/>
                  </a:lnTo>
                  <a:lnTo>
                    <a:pt x="243144" y="381223"/>
                  </a:lnTo>
                  <a:lnTo>
                    <a:pt x="242750" y="381274"/>
                  </a:lnTo>
                  <a:lnTo>
                    <a:pt x="229651" y="382941"/>
                  </a:lnTo>
                  <a:lnTo>
                    <a:pt x="225983" y="383403"/>
                  </a:lnTo>
                  <a:lnTo>
                    <a:pt x="215193" y="384750"/>
                  </a:lnTo>
                  <a:lnTo>
                    <a:pt x="206726" y="385865"/>
                  </a:lnTo>
                  <a:lnTo>
                    <a:pt x="196721" y="387167"/>
                  </a:lnTo>
                  <a:lnTo>
                    <a:pt x="190866" y="387922"/>
                  </a:lnTo>
                  <a:lnTo>
                    <a:pt x="176735" y="389756"/>
                  </a:lnTo>
                  <a:lnTo>
                    <a:pt x="170952" y="390497"/>
                  </a:lnTo>
                  <a:lnTo>
                    <a:pt x="167826" y="390895"/>
                  </a:lnTo>
                  <a:lnTo>
                    <a:pt x="155675" y="392551"/>
                  </a:lnTo>
                  <a:lnTo>
                    <a:pt x="148464" y="393523"/>
                  </a:lnTo>
                  <a:lnTo>
                    <a:pt x="141364" y="394472"/>
                  </a:lnTo>
                  <a:lnTo>
                    <a:pt x="115691" y="397607"/>
                  </a:lnTo>
                  <a:lnTo>
                    <a:pt x="111778" y="398136"/>
                  </a:lnTo>
                  <a:lnTo>
                    <a:pt x="106954" y="393578"/>
                  </a:lnTo>
                  <a:lnTo>
                    <a:pt x="104921" y="388397"/>
                  </a:lnTo>
                  <a:lnTo>
                    <a:pt x="104222" y="384525"/>
                  </a:lnTo>
                  <a:lnTo>
                    <a:pt x="99842" y="380087"/>
                  </a:lnTo>
                  <a:lnTo>
                    <a:pt x="97639" y="376894"/>
                  </a:lnTo>
                  <a:lnTo>
                    <a:pt x="97593" y="374787"/>
                  </a:lnTo>
                  <a:lnTo>
                    <a:pt x="96226" y="370299"/>
                  </a:lnTo>
                  <a:lnTo>
                    <a:pt x="95208" y="368518"/>
                  </a:lnTo>
                  <a:lnTo>
                    <a:pt x="93688" y="365858"/>
                  </a:lnTo>
                  <a:lnTo>
                    <a:pt x="87271" y="359986"/>
                  </a:lnTo>
                  <a:lnTo>
                    <a:pt x="86269" y="353708"/>
                  </a:lnTo>
                  <a:lnTo>
                    <a:pt x="87164" y="350291"/>
                  </a:lnTo>
                  <a:lnTo>
                    <a:pt x="87054" y="349091"/>
                  </a:lnTo>
                  <a:lnTo>
                    <a:pt x="86950" y="347947"/>
                  </a:lnTo>
                  <a:lnTo>
                    <a:pt x="86063" y="344413"/>
                  </a:lnTo>
                  <a:lnTo>
                    <a:pt x="87132" y="338096"/>
                  </a:lnTo>
                  <a:lnTo>
                    <a:pt x="86221" y="334943"/>
                  </a:lnTo>
                  <a:lnTo>
                    <a:pt x="87027" y="330222"/>
                  </a:lnTo>
                  <a:lnTo>
                    <a:pt x="87423" y="327902"/>
                  </a:lnTo>
                  <a:lnTo>
                    <a:pt x="85876" y="325834"/>
                  </a:lnTo>
                  <a:lnTo>
                    <a:pt x="85203" y="321532"/>
                  </a:lnTo>
                  <a:lnTo>
                    <a:pt x="79195" y="315900"/>
                  </a:lnTo>
                  <a:lnTo>
                    <a:pt x="79185" y="312527"/>
                  </a:lnTo>
                  <a:lnTo>
                    <a:pt x="78297" y="309970"/>
                  </a:lnTo>
                  <a:lnTo>
                    <a:pt x="77791" y="308510"/>
                  </a:lnTo>
                  <a:lnTo>
                    <a:pt x="76065" y="303533"/>
                  </a:lnTo>
                  <a:lnTo>
                    <a:pt x="77407" y="298453"/>
                  </a:lnTo>
                  <a:lnTo>
                    <a:pt x="79845" y="291397"/>
                  </a:lnTo>
                  <a:lnTo>
                    <a:pt x="79831" y="289205"/>
                  </a:lnTo>
                  <a:lnTo>
                    <a:pt x="79788" y="282908"/>
                  </a:lnTo>
                  <a:lnTo>
                    <a:pt x="79772" y="280659"/>
                  </a:lnTo>
                  <a:lnTo>
                    <a:pt x="78253" y="276572"/>
                  </a:lnTo>
                  <a:lnTo>
                    <a:pt x="82097" y="271462"/>
                  </a:lnTo>
                  <a:lnTo>
                    <a:pt x="86640" y="267641"/>
                  </a:lnTo>
                  <a:lnTo>
                    <a:pt x="87232" y="266478"/>
                  </a:lnTo>
                  <a:lnTo>
                    <a:pt x="88864" y="263269"/>
                  </a:lnTo>
                  <a:lnTo>
                    <a:pt x="83572" y="260405"/>
                  </a:lnTo>
                  <a:lnTo>
                    <a:pt x="79288" y="258411"/>
                  </a:lnTo>
                  <a:lnTo>
                    <a:pt x="80745" y="255776"/>
                  </a:lnTo>
                  <a:lnTo>
                    <a:pt x="80701" y="254363"/>
                  </a:lnTo>
                  <a:lnTo>
                    <a:pt x="80521" y="248677"/>
                  </a:lnTo>
                  <a:lnTo>
                    <a:pt x="77589" y="243444"/>
                  </a:lnTo>
                  <a:lnTo>
                    <a:pt x="77448" y="243192"/>
                  </a:lnTo>
                  <a:lnTo>
                    <a:pt x="76822" y="242074"/>
                  </a:lnTo>
                  <a:lnTo>
                    <a:pt x="71400" y="237725"/>
                  </a:lnTo>
                  <a:lnTo>
                    <a:pt x="70604" y="235632"/>
                  </a:lnTo>
                  <a:lnTo>
                    <a:pt x="69013" y="231443"/>
                  </a:lnTo>
                  <a:lnTo>
                    <a:pt x="66141" y="225455"/>
                  </a:lnTo>
                  <a:lnTo>
                    <a:pt x="65099" y="223740"/>
                  </a:lnTo>
                  <a:lnTo>
                    <a:pt x="61411" y="217666"/>
                  </a:lnTo>
                  <a:lnTo>
                    <a:pt x="59223" y="214947"/>
                  </a:lnTo>
                  <a:lnTo>
                    <a:pt x="58978" y="214199"/>
                  </a:lnTo>
                  <a:lnTo>
                    <a:pt x="52372" y="194035"/>
                  </a:lnTo>
                  <a:lnTo>
                    <a:pt x="51778" y="192215"/>
                  </a:lnTo>
                  <a:lnTo>
                    <a:pt x="43528" y="166908"/>
                  </a:lnTo>
                  <a:lnTo>
                    <a:pt x="42015" y="162263"/>
                  </a:lnTo>
                  <a:lnTo>
                    <a:pt x="40716" y="158273"/>
                  </a:lnTo>
                  <a:lnTo>
                    <a:pt x="37297" y="147815"/>
                  </a:lnTo>
                  <a:lnTo>
                    <a:pt x="34115" y="138073"/>
                  </a:lnTo>
                  <a:lnTo>
                    <a:pt x="30409" y="126727"/>
                  </a:lnTo>
                  <a:lnTo>
                    <a:pt x="28680" y="121430"/>
                  </a:lnTo>
                  <a:lnTo>
                    <a:pt x="25493" y="111521"/>
                  </a:lnTo>
                  <a:lnTo>
                    <a:pt x="24284" y="107760"/>
                  </a:lnTo>
                  <a:lnTo>
                    <a:pt x="19672" y="94114"/>
                  </a:lnTo>
                  <a:lnTo>
                    <a:pt x="14286" y="78156"/>
                  </a:lnTo>
                  <a:lnTo>
                    <a:pt x="12855" y="73970"/>
                  </a:lnTo>
                  <a:lnTo>
                    <a:pt x="10982" y="68488"/>
                  </a:lnTo>
                  <a:lnTo>
                    <a:pt x="9966" y="65515"/>
                  </a:lnTo>
                  <a:lnTo>
                    <a:pt x="6314" y="54817"/>
                  </a:lnTo>
                  <a:lnTo>
                    <a:pt x="3285" y="45440"/>
                  </a:lnTo>
                  <a:lnTo>
                    <a:pt x="1536" y="400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396008" y="5342518"/>
              <a:ext cx="107236" cy="121869"/>
            </a:xfrm>
            <a:custGeom>
              <a:avLst/>
              <a:pathLst>
                <a:path w="107236" h="121869">
                  <a:moveTo>
                    <a:pt x="560" y="42876"/>
                  </a:moveTo>
                  <a:lnTo>
                    <a:pt x="3671" y="39792"/>
                  </a:lnTo>
                  <a:lnTo>
                    <a:pt x="5694" y="37005"/>
                  </a:lnTo>
                  <a:lnTo>
                    <a:pt x="7884" y="36571"/>
                  </a:lnTo>
                  <a:lnTo>
                    <a:pt x="10274" y="34059"/>
                  </a:lnTo>
                  <a:lnTo>
                    <a:pt x="11594" y="30155"/>
                  </a:lnTo>
                  <a:lnTo>
                    <a:pt x="14090" y="27061"/>
                  </a:lnTo>
                  <a:lnTo>
                    <a:pt x="15950" y="25948"/>
                  </a:lnTo>
                  <a:lnTo>
                    <a:pt x="15913" y="22122"/>
                  </a:lnTo>
                  <a:lnTo>
                    <a:pt x="13360" y="18720"/>
                  </a:lnTo>
                  <a:lnTo>
                    <a:pt x="9214" y="13042"/>
                  </a:lnTo>
                  <a:lnTo>
                    <a:pt x="7505" y="8189"/>
                  </a:lnTo>
                  <a:lnTo>
                    <a:pt x="7485" y="1258"/>
                  </a:lnTo>
                  <a:lnTo>
                    <a:pt x="10367" y="0"/>
                  </a:lnTo>
                  <a:lnTo>
                    <a:pt x="15101" y="1849"/>
                  </a:lnTo>
                  <a:lnTo>
                    <a:pt x="20640" y="4978"/>
                  </a:lnTo>
                  <a:lnTo>
                    <a:pt x="23759" y="7927"/>
                  </a:lnTo>
                  <a:lnTo>
                    <a:pt x="29816" y="11725"/>
                  </a:lnTo>
                  <a:lnTo>
                    <a:pt x="33467" y="14473"/>
                  </a:lnTo>
                  <a:lnTo>
                    <a:pt x="36615" y="14040"/>
                  </a:lnTo>
                  <a:lnTo>
                    <a:pt x="41526" y="15874"/>
                  </a:lnTo>
                  <a:lnTo>
                    <a:pt x="51704" y="20632"/>
                  </a:lnTo>
                  <a:lnTo>
                    <a:pt x="62158" y="25878"/>
                  </a:lnTo>
                  <a:lnTo>
                    <a:pt x="71831" y="33190"/>
                  </a:lnTo>
                  <a:lnTo>
                    <a:pt x="75888" y="36999"/>
                  </a:lnTo>
                  <a:lnTo>
                    <a:pt x="79656" y="40904"/>
                  </a:lnTo>
                  <a:lnTo>
                    <a:pt x="80359" y="47933"/>
                  </a:lnTo>
                  <a:lnTo>
                    <a:pt x="81382" y="52264"/>
                  </a:lnTo>
                  <a:lnTo>
                    <a:pt x="84691" y="51390"/>
                  </a:lnTo>
                  <a:lnTo>
                    <a:pt x="87943" y="51603"/>
                  </a:lnTo>
                  <a:lnTo>
                    <a:pt x="90741" y="56042"/>
                  </a:lnTo>
                  <a:lnTo>
                    <a:pt x="92123" y="61195"/>
                  </a:lnTo>
                  <a:lnTo>
                    <a:pt x="94799" y="63834"/>
                  </a:lnTo>
                  <a:lnTo>
                    <a:pt x="103480" y="69178"/>
                  </a:lnTo>
                  <a:lnTo>
                    <a:pt x="106943" y="71030"/>
                  </a:lnTo>
                  <a:lnTo>
                    <a:pt x="107236" y="73646"/>
                  </a:lnTo>
                  <a:lnTo>
                    <a:pt x="103153" y="79411"/>
                  </a:lnTo>
                  <a:lnTo>
                    <a:pt x="98253" y="83714"/>
                  </a:lnTo>
                  <a:lnTo>
                    <a:pt x="92605" y="87903"/>
                  </a:lnTo>
                  <a:lnTo>
                    <a:pt x="85442" y="91141"/>
                  </a:lnTo>
                  <a:lnTo>
                    <a:pt x="81886" y="92924"/>
                  </a:lnTo>
                  <a:lnTo>
                    <a:pt x="78126" y="93391"/>
                  </a:lnTo>
                  <a:lnTo>
                    <a:pt x="73025" y="91948"/>
                  </a:lnTo>
                  <a:lnTo>
                    <a:pt x="69286" y="93828"/>
                  </a:lnTo>
                  <a:lnTo>
                    <a:pt x="65932" y="97339"/>
                  </a:lnTo>
                  <a:lnTo>
                    <a:pt x="63528" y="97894"/>
                  </a:lnTo>
                  <a:lnTo>
                    <a:pt x="58977" y="101994"/>
                  </a:lnTo>
                  <a:lnTo>
                    <a:pt x="54846" y="103007"/>
                  </a:lnTo>
                  <a:lnTo>
                    <a:pt x="51636" y="108882"/>
                  </a:lnTo>
                  <a:lnTo>
                    <a:pt x="49557" y="114215"/>
                  </a:lnTo>
                  <a:lnTo>
                    <a:pt x="48142" y="117428"/>
                  </a:lnTo>
                  <a:lnTo>
                    <a:pt x="46534" y="119869"/>
                  </a:lnTo>
                  <a:lnTo>
                    <a:pt x="44036" y="121869"/>
                  </a:lnTo>
                  <a:lnTo>
                    <a:pt x="38764" y="116974"/>
                  </a:lnTo>
                  <a:lnTo>
                    <a:pt x="31424" y="112608"/>
                  </a:lnTo>
                  <a:lnTo>
                    <a:pt x="24787" y="110206"/>
                  </a:lnTo>
                  <a:lnTo>
                    <a:pt x="21175" y="104462"/>
                  </a:lnTo>
                  <a:lnTo>
                    <a:pt x="20237" y="97335"/>
                  </a:lnTo>
                  <a:lnTo>
                    <a:pt x="19927" y="90304"/>
                  </a:lnTo>
                  <a:lnTo>
                    <a:pt x="20345" y="86751"/>
                  </a:lnTo>
                  <a:lnTo>
                    <a:pt x="19844" y="82376"/>
                  </a:lnTo>
                  <a:lnTo>
                    <a:pt x="17213" y="76248"/>
                  </a:lnTo>
                  <a:lnTo>
                    <a:pt x="15380" y="72732"/>
                  </a:lnTo>
                  <a:lnTo>
                    <a:pt x="12700" y="69666"/>
                  </a:lnTo>
                  <a:lnTo>
                    <a:pt x="10267" y="63378"/>
                  </a:lnTo>
                  <a:lnTo>
                    <a:pt x="8821" y="58666"/>
                  </a:lnTo>
                  <a:lnTo>
                    <a:pt x="6727" y="55464"/>
                  </a:lnTo>
                  <a:lnTo>
                    <a:pt x="4027" y="54645"/>
                  </a:lnTo>
                  <a:lnTo>
                    <a:pt x="3408" y="52911"/>
                  </a:lnTo>
                  <a:lnTo>
                    <a:pt x="0" y="4723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28413" y="5270181"/>
              <a:ext cx="60980" cy="41852"/>
            </a:xfrm>
            <a:custGeom>
              <a:avLst/>
              <a:pathLst>
                <a:path w="60980" h="41852">
                  <a:moveTo>
                    <a:pt x="0" y="9109"/>
                  </a:moveTo>
                  <a:lnTo>
                    <a:pt x="852" y="3874"/>
                  </a:lnTo>
                  <a:lnTo>
                    <a:pt x="5327" y="0"/>
                  </a:lnTo>
                  <a:lnTo>
                    <a:pt x="10132" y="1408"/>
                  </a:lnTo>
                  <a:lnTo>
                    <a:pt x="14490" y="7212"/>
                  </a:lnTo>
                  <a:lnTo>
                    <a:pt x="18266" y="12518"/>
                  </a:lnTo>
                  <a:lnTo>
                    <a:pt x="24449" y="11418"/>
                  </a:lnTo>
                  <a:lnTo>
                    <a:pt x="29874" y="9100"/>
                  </a:lnTo>
                  <a:lnTo>
                    <a:pt x="37403" y="10417"/>
                  </a:lnTo>
                  <a:lnTo>
                    <a:pt x="41903" y="14816"/>
                  </a:lnTo>
                  <a:lnTo>
                    <a:pt x="47387" y="17926"/>
                  </a:lnTo>
                  <a:lnTo>
                    <a:pt x="54020" y="22905"/>
                  </a:lnTo>
                  <a:lnTo>
                    <a:pt x="58842" y="24570"/>
                  </a:lnTo>
                  <a:lnTo>
                    <a:pt x="60980" y="29271"/>
                  </a:lnTo>
                  <a:lnTo>
                    <a:pt x="60205" y="33318"/>
                  </a:lnTo>
                  <a:lnTo>
                    <a:pt x="57166" y="36054"/>
                  </a:lnTo>
                  <a:lnTo>
                    <a:pt x="50532" y="38912"/>
                  </a:lnTo>
                  <a:lnTo>
                    <a:pt x="43890" y="38356"/>
                  </a:lnTo>
                  <a:lnTo>
                    <a:pt x="38174" y="40791"/>
                  </a:lnTo>
                  <a:lnTo>
                    <a:pt x="30704" y="41852"/>
                  </a:lnTo>
                  <a:lnTo>
                    <a:pt x="25985" y="39754"/>
                  </a:lnTo>
                  <a:lnTo>
                    <a:pt x="24297" y="34489"/>
                  </a:lnTo>
                  <a:lnTo>
                    <a:pt x="22091" y="27159"/>
                  </a:lnTo>
                  <a:lnTo>
                    <a:pt x="21566" y="25585"/>
                  </a:lnTo>
                  <a:lnTo>
                    <a:pt x="20185" y="22211"/>
                  </a:lnTo>
                  <a:lnTo>
                    <a:pt x="17406" y="21228"/>
                  </a:lnTo>
                  <a:lnTo>
                    <a:pt x="15049" y="22919"/>
                  </a:lnTo>
                  <a:lnTo>
                    <a:pt x="13567" y="22123"/>
                  </a:lnTo>
                  <a:lnTo>
                    <a:pt x="6790" y="18476"/>
                  </a:lnTo>
                  <a:lnTo>
                    <a:pt x="1349" y="118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32895" y="5308491"/>
              <a:ext cx="13480" cy="8345"/>
            </a:xfrm>
            <a:custGeom>
              <a:avLst/>
              <a:pathLst>
                <a:path w="13480" h="8345">
                  <a:moveTo>
                    <a:pt x="2288" y="3383"/>
                  </a:moveTo>
                  <a:lnTo>
                    <a:pt x="6801" y="723"/>
                  </a:lnTo>
                  <a:lnTo>
                    <a:pt x="10261" y="0"/>
                  </a:lnTo>
                  <a:lnTo>
                    <a:pt x="12554" y="2374"/>
                  </a:lnTo>
                  <a:lnTo>
                    <a:pt x="13480" y="7104"/>
                  </a:lnTo>
                  <a:lnTo>
                    <a:pt x="9830" y="8242"/>
                  </a:lnTo>
                  <a:lnTo>
                    <a:pt x="3100" y="8345"/>
                  </a:lnTo>
                  <a:lnTo>
                    <a:pt x="0" y="56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298966" y="5276393"/>
              <a:ext cx="21706" cy="17788"/>
            </a:xfrm>
            <a:custGeom>
              <a:avLst/>
              <a:pathLst>
                <a:path w="21706" h="17788">
                  <a:moveTo>
                    <a:pt x="0" y="1130"/>
                  </a:moveTo>
                  <a:lnTo>
                    <a:pt x="3847" y="0"/>
                  </a:lnTo>
                  <a:lnTo>
                    <a:pt x="9855" y="898"/>
                  </a:lnTo>
                  <a:lnTo>
                    <a:pt x="15509" y="4083"/>
                  </a:lnTo>
                  <a:lnTo>
                    <a:pt x="18843" y="7120"/>
                  </a:lnTo>
                  <a:lnTo>
                    <a:pt x="21706" y="11189"/>
                  </a:lnTo>
                  <a:lnTo>
                    <a:pt x="19914" y="16007"/>
                  </a:lnTo>
                  <a:lnTo>
                    <a:pt x="15869" y="17433"/>
                  </a:lnTo>
                  <a:lnTo>
                    <a:pt x="14386" y="17785"/>
                  </a:lnTo>
                  <a:lnTo>
                    <a:pt x="9596" y="17788"/>
                  </a:lnTo>
                  <a:lnTo>
                    <a:pt x="7238" y="13964"/>
                  </a:lnTo>
                  <a:lnTo>
                    <a:pt x="6547" y="9399"/>
                  </a:lnTo>
                  <a:lnTo>
                    <a:pt x="4651" y="6762"/>
                  </a:lnTo>
                  <a:lnTo>
                    <a:pt x="290" y="37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276156" y="5247995"/>
              <a:ext cx="48695" cy="18554"/>
            </a:xfrm>
            <a:custGeom>
              <a:avLst/>
              <a:pathLst>
                <a:path w="48695" h="18554">
                  <a:moveTo>
                    <a:pt x="2109" y="5935"/>
                  </a:moveTo>
                  <a:lnTo>
                    <a:pt x="4074" y="3796"/>
                  </a:lnTo>
                  <a:lnTo>
                    <a:pt x="2710" y="0"/>
                  </a:lnTo>
                  <a:lnTo>
                    <a:pt x="7579" y="997"/>
                  </a:lnTo>
                  <a:lnTo>
                    <a:pt x="13837" y="3127"/>
                  </a:lnTo>
                  <a:lnTo>
                    <a:pt x="21188" y="4699"/>
                  </a:lnTo>
                  <a:lnTo>
                    <a:pt x="23185" y="3997"/>
                  </a:lnTo>
                  <a:lnTo>
                    <a:pt x="25532" y="3172"/>
                  </a:lnTo>
                  <a:lnTo>
                    <a:pt x="27269" y="3324"/>
                  </a:lnTo>
                  <a:lnTo>
                    <a:pt x="31185" y="7484"/>
                  </a:lnTo>
                  <a:lnTo>
                    <a:pt x="31452" y="7511"/>
                  </a:lnTo>
                  <a:lnTo>
                    <a:pt x="37720" y="8126"/>
                  </a:lnTo>
                  <a:lnTo>
                    <a:pt x="45773" y="8044"/>
                  </a:lnTo>
                  <a:lnTo>
                    <a:pt x="48695" y="9842"/>
                  </a:lnTo>
                  <a:lnTo>
                    <a:pt x="46767" y="13896"/>
                  </a:lnTo>
                  <a:lnTo>
                    <a:pt x="42125" y="17457"/>
                  </a:lnTo>
                  <a:lnTo>
                    <a:pt x="36180" y="18554"/>
                  </a:lnTo>
                  <a:lnTo>
                    <a:pt x="29685" y="16520"/>
                  </a:lnTo>
                  <a:lnTo>
                    <a:pt x="23488" y="13963"/>
                  </a:lnTo>
                  <a:lnTo>
                    <a:pt x="18868" y="12417"/>
                  </a:lnTo>
                  <a:lnTo>
                    <a:pt x="11536" y="12790"/>
                  </a:lnTo>
                  <a:lnTo>
                    <a:pt x="4932" y="12483"/>
                  </a:lnTo>
                  <a:lnTo>
                    <a:pt x="0" y="108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192000" y="5198613"/>
              <a:ext cx="53877" cy="42629"/>
            </a:xfrm>
            <a:custGeom>
              <a:avLst/>
              <a:pathLst>
                <a:path w="53877" h="42629">
                  <a:moveTo>
                    <a:pt x="3657" y="9443"/>
                  </a:moveTo>
                  <a:lnTo>
                    <a:pt x="12315" y="10075"/>
                  </a:lnTo>
                  <a:lnTo>
                    <a:pt x="15620" y="6721"/>
                  </a:lnTo>
                  <a:lnTo>
                    <a:pt x="17560" y="3070"/>
                  </a:lnTo>
                  <a:lnTo>
                    <a:pt x="21941" y="230"/>
                  </a:lnTo>
                  <a:lnTo>
                    <a:pt x="23821" y="0"/>
                  </a:lnTo>
                  <a:lnTo>
                    <a:pt x="28040" y="5914"/>
                  </a:lnTo>
                  <a:lnTo>
                    <a:pt x="32679" y="13148"/>
                  </a:lnTo>
                  <a:lnTo>
                    <a:pt x="36449" y="17563"/>
                  </a:lnTo>
                  <a:lnTo>
                    <a:pt x="36415" y="23197"/>
                  </a:lnTo>
                  <a:lnTo>
                    <a:pt x="39274" y="25835"/>
                  </a:lnTo>
                  <a:lnTo>
                    <a:pt x="43081" y="24328"/>
                  </a:lnTo>
                  <a:lnTo>
                    <a:pt x="46539" y="24850"/>
                  </a:lnTo>
                  <a:lnTo>
                    <a:pt x="46986" y="29878"/>
                  </a:lnTo>
                  <a:lnTo>
                    <a:pt x="48588" y="34027"/>
                  </a:lnTo>
                  <a:lnTo>
                    <a:pt x="53877" y="38505"/>
                  </a:lnTo>
                  <a:lnTo>
                    <a:pt x="53661" y="38887"/>
                  </a:lnTo>
                  <a:lnTo>
                    <a:pt x="52458" y="41018"/>
                  </a:lnTo>
                  <a:lnTo>
                    <a:pt x="50465" y="42629"/>
                  </a:lnTo>
                  <a:lnTo>
                    <a:pt x="45641" y="40920"/>
                  </a:lnTo>
                  <a:lnTo>
                    <a:pt x="43918" y="41891"/>
                  </a:lnTo>
                  <a:lnTo>
                    <a:pt x="41572" y="42338"/>
                  </a:lnTo>
                  <a:lnTo>
                    <a:pt x="37894" y="39590"/>
                  </a:lnTo>
                  <a:lnTo>
                    <a:pt x="34474" y="37297"/>
                  </a:lnTo>
                  <a:lnTo>
                    <a:pt x="29443" y="36266"/>
                  </a:lnTo>
                  <a:lnTo>
                    <a:pt x="26890" y="35710"/>
                  </a:lnTo>
                  <a:lnTo>
                    <a:pt x="23446" y="35955"/>
                  </a:lnTo>
                  <a:lnTo>
                    <a:pt x="18472" y="36368"/>
                  </a:lnTo>
                  <a:lnTo>
                    <a:pt x="18340" y="36379"/>
                  </a:lnTo>
                  <a:lnTo>
                    <a:pt x="17123" y="36336"/>
                  </a:lnTo>
                  <a:lnTo>
                    <a:pt x="14502" y="31886"/>
                  </a:lnTo>
                  <a:lnTo>
                    <a:pt x="13308" y="29179"/>
                  </a:lnTo>
                  <a:lnTo>
                    <a:pt x="9815" y="26100"/>
                  </a:lnTo>
                  <a:lnTo>
                    <a:pt x="9268" y="23744"/>
                  </a:lnTo>
                  <a:lnTo>
                    <a:pt x="4569" y="18125"/>
                  </a:lnTo>
                  <a:lnTo>
                    <a:pt x="4348" y="14866"/>
                  </a:lnTo>
                  <a:lnTo>
                    <a:pt x="0" y="95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065183" y="5137515"/>
              <a:ext cx="39206" cy="33560"/>
            </a:xfrm>
            <a:custGeom>
              <a:avLst/>
              <a:pathLst>
                <a:path w="39206" h="33560">
                  <a:moveTo>
                    <a:pt x="0" y="12294"/>
                  </a:moveTo>
                  <a:lnTo>
                    <a:pt x="2838" y="9736"/>
                  </a:lnTo>
                  <a:lnTo>
                    <a:pt x="3668" y="6037"/>
                  </a:lnTo>
                  <a:lnTo>
                    <a:pt x="5527" y="4539"/>
                  </a:lnTo>
                  <a:lnTo>
                    <a:pt x="12759" y="1691"/>
                  </a:lnTo>
                  <a:lnTo>
                    <a:pt x="15043" y="0"/>
                  </a:lnTo>
                  <a:lnTo>
                    <a:pt x="18059" y="542"/>
                  </a:lnTo>
                  <a:lnTo>
                    <a:pt x="20895" y="2525"/>
                  </a:lnTo>
                  <a:lnTo>
                    <a:pt x="22517" y="401"/>
                  </a:lnTo>
                  <a:lnTo>
                    <a:pt x="27143" y="1830"/>
                  </a:lnTo>
                  <a:lnTo>
                    <a:pt x="29398" y="982"/>
                  </a:lnTo>
                  <a:lnTo>
                    <a:pt x="32869" y="3070"/>
                  </a:lnTo>
                  <a:lnTo>
                    <a:pt x="37118" y="6372"/>
                  </a:lnTo>
                  <a:lnTo>
                    <a:pt x="39206" y="12013"/>
                  </a:lnTo>
                  <a:lnTo>
                    <a:pt x="37703" y="17343"/>
                  </a:lnTo>
                  <a:lnTo>
                    <a:pt x="36565" y="18970"/>
                  </a:lnTo>
                  <a:lnTo>
                    <a:pt x="37096" y="22827"/>
                  </a:lnTo>
                  <a:lnTo>
                    <a:pt x="37110" y="27144"/>
                  </a:lnTo>
                  <a:lnTo>
                    <a:pt x="33597" y="30183"/>
                  </a:lnTo>
                  <a:lnTo>
                    <a:pt x="29155" y="33560"/>
                  </a:lnTo>
                  <a:lnTo>
                    <a:pt x="22365" y="31352"/>
                  </a:lnTo>
                  <a:lnTo>
                    <a:pt x="18427" y="30061"/>
                  </a:lnTo>
                  <a:lnTo>
                    <a:pt x="16101" y="29818"/>
                  </a:lnTo>
                  <a:lnTo>
                    <a:pt x="11970" y="25570"/>
                  </a:lnTo>
                  <a:lnTo>
                    <a:pt x="7032" y="22489"/>
                  </a:lnTo>
                  <a:lnTo>
                    <a:pt x="3084" y="20501"/>
                  </a:lnTo>
                  <a:lnTo>
                    <a:pt x="151" y="16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29560" y="5152335"/>
              <a:ext cx="14692" cy="18869"/>
            </a:xfrm>
            <a:custGeom>
              <a:avLst/>
              <a:pathLst>
                <a:path w="14692" h="18869">
                  <a:moveTo>
                    <a:pt x="0" y="15156"/>
                  </a:moveTo>
                  <a:lnTo>
                    <a:pt x="1059" y="8666"/>
                  </a:lnTo>
                  <a:lnTo>
                    <a:pt x="3618" y="6028"/>
                  </a:lnTo>
                  <a:lnTo>
                    <a:pt x="8008" y="4264"/>
                  </a:lnTo>
                  <a:lnTo>
                    <a:pt x="9086" y="3130"/>
                  </a:lnTo>
                  <a:lnTo>
                    <a:pt x="9589" y="295"/>
                  </a:lnTo>
                  <a:lnTo>
                    <a:pt x="12808" y="0"/>
                  </a:lnTo>
                  <a:lnTo>
                    <a:pt x="13965" y="777"/>
                  </a:lnTo>
                  <a:lnTo>
                    <a:pt x="14692" y="2248"/>
                  </a:lnTo>
                  <a:lnTo>
                    <a:pt x="13283" y="3595"/>
                  </a:lnTo>
                  <a:lnTo>
                    <a:pt x="12334" y="6756"/>
                  </a:lnTo>
                  <a:lnTo>
                    <a:pt x="13140" y="9662"/>
                  </a:lnTo>
                  <a:lnTo>
                    <a:pt x="9639" y="10925"/>
                  </a:lnTo>
                  <a:lnTo>
                    <a:pt x="7136" y="11384"/>
                  </a:lnTo>
                  <a:lnTo>
                    <a:pt x="5796" y="13088"/>
                  </a:lnTo>
                  <a:lnTo>
                    <a:pt x="4786" y="15147"/>
                  </a:lnTo>
                  <a:lnTo>
                    <a:pt x="3843" y="18869"/>
                  </a:lnTo>
                  <a:lnTo>
                    <a:pt x="1770" y="176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19626" y="3168837"/>
              <a:ext cx="428306" cy="280851"/>
            </a:xfrm>
            <a:custGeom>
              <a:avLst/>
              <a:pathLst>
                <a:path w="428306" h="280851">
                  <a:moveTo>
                    <a:pt x="1123" y="89601"/>
                  </a:moveTo>
                  <a:lnTo>
                    <a:pt x="3798" y="85206"/>
                  </a:lnTo>
                  <a:lnTo>
                    <a:pt x="6209" y="80603"/>
                  </a:lnTo>
                  <a:lnTo>
                    <a:pt x="5929" y="77948"/>
                  </a:lnTo>
                  <a:lnTo>
                    <a:pt x="5799" y="76715"/>
                  </a:lnTo>
                  <a:lnTo>
                    <a:pt x="8340" y="73347"/>
                  </a:lnTo>
                  <a:lnTo>
                    <a:pt x="6983" y="71789"/>
                  </a:lnTo>
                  <a:lnTo>
                    <a:pt x="8662" y="69286"/>
                  </a:lnTo>
                  <a:lnTo>
                    <a:pt x="7311" y="66259"/>
                  </a:lnTo>
                  <a:lnTo>
                    <a:pt x="10656" y="63669"/>
                  </a:lnTo>
                  <a:lnTo>
                    <a:pt x="10994" y="62326"/>
                  </a:lnTo>
                  <a:lnTo>
                    <a:pt x="11699" y="59518"/>
                  </a:lnTo>
                  <a:lnTo>
                    <a:pt x="10328" y="56970"/>
                  </a:lnTo>
                  <a:lnTo>
                    <a:pt x="8959" y="50149"/>
                  </a:lnTo>
                  <a:lnTo>
                    <a:pt x="5964" y="50285"/>
                  </a:lnTo>
                  <a:lnTo>
                    <a:pt x="3878" y="48043"/>
                  </a:lnTo>
                  <a:lnTo>
                    <a:pt x="3450" y="47151"/>
                  </a:lnTo>
                  <a:lnTo>
                    <a:pt x="2054" y="44240"/>
                  </a:lnTo>
                  <a:lnTo>
                    <a:pt x="5136" y="43318"/>
                  </a:lnTo>
                  <a:lnTo>
                    <a:pt x="5353" y="39131"/>
                  </a:lnTo>
                  <a:lnTo>
                    <a:pt x="5385" y="35727"/>
                  </a:lnTo>
                  <a:lnTo>
                    <a:pt x="541" y="31635"/>
                  </a:lnTo>
                  <a:lnTo>
                    <a:pt x="1031" y="28475"/>
                  </a:lnTo>
                  <a:lnTo>
                    <a:pt x="0" y="25786"/>
                  </a:lnTo>
                  <a:lnTo>
                    <a:pt x="9337" y="25394"/>
                  </a:lnTo>
                  <a:lnTo>
                    <a:pt x="25667" y="24662"/>
                  </a:lnTo>
                  <a:lnTo>
                    <a:pt x="34980" y="24233"/>
                  </a:lnTo>
                  <a:lnTo>
                    <a:pt x="47297" y="23638"/>
                  </a:lnTo>
                  <a:lnTo>
                    <a:pt x="48997" y="23554"/>
                  </a:lnTo>
                  <a:lnTo>
                    <a:pt x="71264" y="22343"/>
                  </a:lnTo>
                  <a:lnTo>
                    <a:pt x="73337" y="22221"/>
                  </a:lnTo>
                  <a:lnTo>
                    <a:pt x="77605" y="21967"/>
                  </a:lnTo>
                  <a:lnTo>
                    <a:pt x="88672" y="21292"/>
                  </a:lnTo>
                  <a:lnTo>
                    <a:pt x="107902" y="20152"/>
                  </a:lnTo>
                  <a:lnTo>
                    <a:pt x="110487" y="19993"/>
                  </a:lnTo>
                  <a:lnTo>
                    <a:pt x="111747" y="19914"/>
                  </a:lnTo>
                  <a:lnTo>
                    <a:pt x="138097" y="18188"/>
                  </a:lnTo>
                  <a:lnTo>
                    <a:pt x="141441" y="17959"/>
                  </a:lnTo>
                  <a:lnTo>
                    <a:pt x="150568" y="17348"/>
                  </a:lnTo>
                  <a:lnTo>
                    <a:pt x="168303" y="16114"/>
                  </a:lnTo>
                  <a:lnTo>
                    <a:pt x="188908" y="14551"/>
                  </a:lnTo>
                  <a:lnTo>
                    <a:pt x="193499" y="14192"/>
                  </a:lnTo>
                  <a:lnTo>
                    <a:pt x="198573" y="13788"/>
                  </a:lnTo>
                  <a:lnTo>
                    <a:pt x="215731" y="12383"/>
                  </a:lnTo>
                  <a:lnTo>
                    <a:pt x="227211" y="11414"/>
                  </a:lnTo>
                  <a:lnTo>
                    <a:pt x="228798" y="11279"/>
                  </a:lnTo>
                  <a:lnTo>
                    <a:pt x="238639" y="10425"/>
                  </a:lnTo>
                  <a:lnTo>
                    <a:pt x="258885" y="8541"/>
                  </a:lnTo>
                  <a:lnTo>
                    <a:pt x="265534" y="7917"/>
                  </a:lnTo>
                  <a:lnTo>
                    <a:pt x="282768" y="6258"/>
                  </a:lnTo>
                  <a:lnTo>
                    <a:pt x="289088" y="5646"/>
                  </a:lnTo>
                  <a:lnTo>
                    <a:pt x="305350" y="4035"/>
                  </a:lnTo>
                  <a:lnTo>
                    <a:pt x="311385" y="3423"/>
                  </a:lnTo>
                  <a:lnTo>
                    <a:pt x="318996" y="2641"/>
                  </a:lnTo>
                  <a:lnTo>
                    <a:pt x="326632" y="1845"/>
                  </a:lnTo>
                  <a:lnTo>
                    <a:pt x="344051" y="0"/>
                  </a:lnTo>
                  <a:lnTo>
                    <a:pt x="343588" y="4469"/>
                  </a:lnTo>
                  <a:lnTo>
                    <a:pt x="345262" y="7095"/>
                  </a:lnTo>
                  <a:lnTo>
                    <a:pt x="346134" y="8463"/>
                  </a:lnTo>
                  <a:lnTo>
                    <a:pt x="345902" y="11105"/>
                  </a:lnTo>
                  <a:lnTo>
                    <a:pt x="349624" y="14161"/>
                  </a:lnTo>
                  <a:lnTo>
                    <a:pt x="352863" y="15694"/>
                  </a:lnTo>
                  <a:lnTo>
                    <a:pt x="356584" y="20603"/>
                  </a:lnTo>
                  <a:lnTo>
                    <a:pt x="354999" y="23636"/>
                  </a:lnTo>
                  <a:lnTo>
                    <a:pt x="352458" y="28146"/>
                  </a:lnTo>
                  <a:lnTo>
                    <a:pt x="350200" y="31934"/>
                  </a:lnTo>
                  <a:lnTo>
                    <a:pt x="350731" y="36723"/>
                  </a:lnTo>
                  <a:lnTo>
                    <a:pt x="351136" y="40381"/>
                  </a:lnTo>
                  <a:lnTo>
                    <a:pt x="352619" y="44785"/>
                  </a:lnTo>
                  <a:lnTo>
                    <a:pt x="352958" y="45791"/>
                  </a:lnTo>
                  <a:lnTo>
                    <a:pt x="354761" y="52010"/>
                  </a:lnTo>
                  <a:lnTo>
                    <a:pt x="357653" y="55200"/>
                  </a:lnTo>
                  <a:lnTo>
                    <a:pt x="360304" y="62833"/>
                  </a:lnTo>
                  <a:lnTo>
                    <a:pt x="364283" y="67380"/>
                  </a:lnTo>
                  <a:lnTo>
                    <a:pt x="369507" y="69984"/>
                  </a:lnTo>
                  <a:lnTo>
                    <a:pt x="372477" y="70501"/>
                  </a:lnTo>
                  <a:lnTo>
                    <a:pt x="375439" y="71015"/>
                  </a:lnTo>
                  <a:lnTo>
                    <a:pt x="382652" y="71916"/>
                  </a:lnTo>
                  <a:lnTo>
                    <a:pt x="385605" y="73283"/>
                  </a:lnTo>
                  <a:lnTo>
                    <a:pt x="387912" y="77463"/>
                  </a:lnTo>
                  <a:lnTo>
                    <a:pt x="390516" y="83238"/>
                  </a:lnTo>
                  <a:lnTo>
                    <a:pt x="390626" y="86487"/>
                  </a:lnTo>
                  <a:lnTo>
                    <a:pt x="394513" y="88216"/>
                  </a:lnTo>
                  <a:lnTo>
                    <a:pt x="396230" y="88797"/>
                  </a:lnTo>
                  <a:lnTo>
                    <a:pt x="399678" y="91582"/>
                  </a:lnTo>
                  <a:lnTo>
                    <a:pt x="402042" y="93217"/>
                  </a:lnTo>
                  <a:lnTo>
                    <a:pt x="404754" y="95089"/>
                  </a:lnTo>
                  <a:lnTo>
                    <a:pt x="407021" y="98132"/>
                  </a:lnTo>
                  <a:lnTo>
                    <a:pt x="406548" y="101908"/>
                  </a:lnTo>
                  <a:lnTo>
                    <a:pt x="408903" y="105104"/>
                  </a:lnTo>
                  <a:lnTo>
                    <a:pt x="413327" y="107790"/>
                  </a:lnTo>
                  <a:lnTo>
                    <a:pt x="414920" y="108457"/>
                  </a:lnTo>
                  <a:lnTo>
                    <a:pt x="418111" y="109791"/>
                  </a:lnTo>
                  <a:lnTo>
                    <a:pt x="422380" y="111545"/>
                  </a:lnTo>
                  <a:lnTo>
                    <a:pt x="425829" y="114942"/>
                  </a:lnTo>
                  <a:lnTo>
                    <a:pt x="426360" y="120765"/>
                  </a:lnTo>
                  <a:lnTo>
                    <a:pt x="426681" y="121379"/>
                  </a:lnTo>
                  <a:lnTo>
                    <a:pt x="428306" y="124492"/>
                  </a:lnTo>
                  <a:lnTo>
                    <a:pt x="427840" y="129708"/>
                  </a:lnTo>
                  <a:lnTo>
                    <a:pt x="427845" y="130451"/>
                  </a:lnTo>
                  <a:lnTo>
                    <a:pt x="427868" y="134559"/>
                  </a:lnTo>
                  <a:lnTo>
                    <a:pt x="427203" y="138131"/>
                  </a:lnTo>
                  <a:lnTo>
                    <a:pt x="427587" y="140999"/>
                  </a:lnTo>
                  <a:lnTo>
                    <a:pt x="423850" y="144054"/>
                  </a:lnTo>
                  <a:lnTo>
                    <a:pt x="423470" y="144364"/>
                  </a:lnTo>
                  <a:lnTo>
                    <a:pt x="419789" y="148156"/>
                  </a:lnTo>
                  <a:lnTo>
                    <a:pt x="419853" y="149369"/>
                  </a:lnTo>
                  <a:lnTo>
                    <a:pt x="420008" y="152356"/>
                  </a:lnTo>
                  <a:lnTo>
                    <a:pt x="418869" y="155194"/>
                  </a:lnTo>
                  <a:lnTo>
                    <a:pt x="419349" y="161015"/>
                  </a:lnTo>
                  <a:lnTo>
                    <a:pt x="417926" y="162878"/>
                  </a:lnTo>
                  <a:lnTo>
                    <a:pt x="414699" y="164747"/>
                  </a:lnTo>
                  <a:lnTo>
                    <a:pt x="412095" y="168565"/>
                  </a:lnTo>
                  <a:lnTo>
                    <a:pt x="408737" y="169313"/>
                  </a:lnTo>
                  <a:lnTo>
                    <a:pt x="404957" y="170036"/>
                  </a:lnTo>
                  <a:lnTo>
                    <a:pt x="402147" y="173150"/>
                  </a:lnTo>
                  <a:lnTo>
                    <a:pt x="397006" y="176438"/>
                  </a:lnTo>
                  <a:lnTo>
                    <a:pt x="391421" y="177235"/>
                  </a:lnTo>
                  <a:lnTo>
                    <a:pt x="386134" y="178245"/>
                  </a:lnTo>
                  <a:lnTo>
                    <a:pt x="382617" y="180896"/>
                  </a:lnTo>
                  <a:lnTo>
                    <a:pt x="379762" y="180572"/>
                  </a:lnTo>
                  <a:lnTo>
                    <a:pt x="375796" y="181583"/>
                  </a:lnTo>
                  <a:lnTo>
                    <a:pt x="373846" y="186651"/>
                  </a:lnTo>
                  <a:lnTo>
                    <a:pt x="373691" y="189291"/>
                  </a:lnTo>
                  <a:lnTo>
                    <a:pt x="373558" y="189842"/>
                  </a:lnTo>
                  <a:lnTo>
                    <a:pt x="371705" y="197490"/>
                  </a:lnTo>
                  <a:lnTo>
                    <a:pt x="374197" y="200389"/>
                  </a:lnTo>
                  <a:lnTo>
                    <a:pt x="377283" y="204354"/>
                  </a:lnTo>
                  <a:lnTo>
                    <a:pt x="380202" y="204352"/>
                  </a:lnTo>
                  <a:lnTo>
                    <a:pt x="383373" y="208588"/>
                  </a:lnTo>
                  <a:lnTo>
                    <a:pt x="384062" y="211929"/>
                  </a:lnTo>
                  <a:lnTo>
                    <a:pt x="384113" y="212178"/>
                  </a:lnTo>
                  <a:lnTo>
                    <a:pt x="385022" y="216584"/>
                  </a:lnTo>
                  <a:lnTo>
                    <a:pt x="385174" y="222378"/>
                  </a:lnTo>
                  <a:lnTo>
                    <a:pt x="383359" y="226311"/>
                  </a:lnTo>
                  <a:lnTo>
                    <a:pt x="379833" y="230597"/>
                  </a:lnTo>
                  <a:lnTo>
                    <a:pt x="377054" y="235110"/>
                  </a:lnTo>
                  <a:lnTo>
                    <a:pt x="377520" y="238744"/>
                  </a:lnTo>
                  <a:lnTo>
                    <a:pt x="376419" y="243720"/>
                  </a:lnTo>
                  <a:lnTo>
                    <a:pt x="376488" y="245995"/>
                  </a:lnTo>
                  <a:lnTo>
                    <a:pt x="376559" y="248370"/>
                  </a:lnTo>
                  <a:lnTo>
                    <a:pt x="372470" y="251969"/>
                  </a:lnTo>
                  <a:lnTo>
                    <a:pt x="368400" y="252308"/>
                  </a:lnTo>
                  <a:lnTo>
                    <a:pt x="362493" y="255151"/>
                  </a:lnTo>
                  <a:lnTo>
                    <a:pt x="360462" y="258115"/>
                  </a:lnTo>
                  <a:lnTo>
                    <a:pt x="359536" y="262488"/>
                  </a:lnTo>
                  <a:lnTo>
                    <a:pt x="361526" y="264421"/>
                  </a:lnTo>
                  <a:lnTo>
                    <a:pt x="361238" y="269646"/>
                  </a:lnTo>
                  <a:lnTo>
                    <a:pt x="362174" y="274265"/>
                  </a:lnTo>
                  <a:lnTo>
                    <a:pt x="359243" y="276426"/>
                  </a:lnTo>
                  <a:lnTo>
                    <a:pt x="353766" y="274890"/>
                  </a:lnTo>
                  <a:lnTo>
                    <a:pt x="352089" y="272314"/>
                  </a:lnTo>
                  <a:lnTo>
                    <a:pt x="348852" y="270141"/>
                  </a:lnTo>
                  <a:lnTo>
                    <a:pt x="345537" y="267006"/>
                  </a:lnTo>
                  <a:lnTo>
                    <a:pt x="344489" y="263639"/>
                  </a:lnTo>
                  <a:lnTo>
                    <a:pt x="340911" y="262949"/>
                  </a:lnTo>
                  <a:lnTo>
                    <a:pt x="339711" y="260583"/>
                  </a:lnTo>
                  <a:lnTo>
                    <a:pt x="337410" y="258605"/>
                  </a:lnTo>
                  <a:lnTo>
                    <a:pt x="336493" y="257817"/>
                  </a:lnTo>
                  <a:lnTo>
                    <a:pt x="322517" y="259872"/>
                  </a:lnTo>
                  <a:lnTo>
                    <a:pt x="322262" y="259905"/>
                  </a:lnTo>
                  <a:lnTo>
                    <a:pt x="306491" y="261920"/>
                  </a:lnTo>
                  <a:lnTo>
                    <a:pt x="295084" y="263284"/>
                  </a:lnTo>
                  <a:lnTo>
                    <a:pt x="288216" y="264094"/>
                  </a:lnTo>
                  <a:lnTo>
                    <a:pt x="275932" y="265592"/>
                  </a:lnTo>
                  <a:lnTo>
                    <a:pt x="272677" y="265984"/>
                  </a:lnTo>
                  <a:lnTo>
                    <a:pt x="270811" y="266170"/>
                  </a:lnTo>
                  <a:lnTo>
                    <a:pt x="255636" y="267656"/>
                  </a:lnTo>
                  <a:lnTo>
                    <a:pt x="245242" y="268886"/>
                  </a:lnTo>
                  <a:lnTo>
                    <a:pt x="242671" y="269187"/>
                  </a:lnTo>
                  <a:lnTo>
                    <a:pt x="228651" y="270546"/>
                  </a:lnTo>
                  <a:lnTo>
                    <a:pt x="226713" y="270712"/>
                  </a:lnTo>
                  <a:lnTo>
                    <a:pt x="214494" y="271747"/>
                  </a:lnTo>
                  <a:lnTo>
                    <a:pt x="211785" y="271973"/>
                  </a:lnTo>
                  <a:lnTo>
                    <a:pt x="199941" y="273056"/>
                  </a:lnTo>
                  <a:lnTo>
                    <a:pt x="195484" y="273456"/>
                  </a:lnTo>
                  <a:lnTo>
                    <a:pt x="183802" y="274558"/>
                  </a:lnTo>
                  <a:lnTo>
                    <a:pt x="178742" y="275028"/>
                  </a:lnTo>
                  <a:lnTo>
                    <a:pt x="169285" y="275776"/>
                  </a:lnTo>
                  <a:lnTo>
                    <a:pt x="164026" y="276185"/>
                  </a:lnTo>
                  <a:lnTo>
                    <a:pt x="153268" y="276968"/>
                  </a:lnTo>
                  <a:lnTo>
                    <a:pt x="149067" y="277267"/>
                  </a:lnTo>
                  <a:lnTo>
                    <a:pt x="142478" y="277610"/>
                  </a:lnTo>
                  <a:lnTo>
                    <a:pt x="129861" y="278244"/>
                  </a:lnTo>
                  <a:lnTo>
                    <a:pt x="123487" y="278534"/>
                  </a:lnTo>
                  <a:lnTo>
                    <a:pt x="113144" y="278988"/>
                  </a:lnTo>
                  <a:lnTo>
                    <a:pt x="104190" y="279384"/>
                  </a:lnTo>
                  <a:lnTo>
                    <a:pt x="95236" y="279765"/>
                  </a:lnTo>
                  <a:lnTo>
                    <a:pt x="92661" y="279869"/>
                  </a:lnTo>
                  <a:lnTo>
                    <a:pt x="81965" y="280289"/>
                  </a:lnTo>
                  <a:lnTo>
                    <a:pt x="66349" y="280851"/>
                  </a:lnTo>
                  <a:lnTo>
                    <a:pt x="67412" y="279189"/>
                  </a:lnTo>
                  <a:lnTo>
                    <a:pt x="64962" y="274895"/>
                  </a:lnTo>
                  <a:lnTo>
                    <a:pt x="60537" y="272522"/>
                  </a:lnTo>
                  <a:lnTo>
                    <a:pt x="57450" y="267923"/>
                  </a:lnTo>
                  <a:lnTo>
                    <a:pt x="60893" y="263545"/>
                  </a:lnTo>
                  <a:lnTo>
                    <a:pt x="60155" y="258109"/>
                  </a:lnTo>
                  <a:lnTo>
                    <a:pt x="62024" y="254377"/>
                  </a:lnTo>
                  <a:lnTo>
                    <a:pt x="61439" y="253409"/>
                  </a:lnTo>
                  <a:lnTo>
                    <a:pt x="60052" y="251109"/>
                  </a:lnTo>
                  <a:lnTo>
                    <a:pt x="60477" y="246867"/>
                  </a:lnTo>
                  <a:lnTo>
                    <a:pt x="57779" y="243016"/>
                  </a:lnTo>
                  <a:lnTo>
                    <a:pt x="57700" y="239881"/>
                  </a:lnTo>
                  <a:lnTo>
                    <a:pt x="57632" y="237169"/>
                  </a:lnTo>
                  <a:lnTo>
                    <a:pt x="57133" y="233547"/>
                  </a:lnTo>
                  <a:lnTo>
                    <a:pt x="57432" y="230379"/>
                  </a:lnTo>
                  <a:lnTo>
                    <a:pt x="57657" y="227995"/>
                  </a:lnTo>
                  <a:lnTo>
                    <a:pt x="54150" y="228409"/>
                  </a:lnTo>
                  <a:lnTo>
                    <a:pt x="54106" y="227789"/>
                  </a:lnTo>
                  <a:lnTo>
                    <a:pt x="53810" y="223680"/>
                  </a:lnTo>
                  <a:lnTo>
                    <a:pt x="55050" y="220048"/>
                  </a:lnTo>
                  <a:lnTo>
                    <a:pt x="52504" y="216288"/>
                  </a:lnTo>
                  <a:lnTo>
                    <a:pt x="52095" y="212067"/>
                  </a:lnTo>
                  <a:lnTo>
                    <a:pt x="52108" y="210304"/>
                  </a:lnTo>
                  <a:lnTo>
                    <a:pt x="52147" y="204477"/>
                  </a:lnTo>
                  <a:lnTo>
                    <a:pt x="48086" y="203436"/>
                  </a:lnTo>
                  <a:lnTo>
                    <a:pt x="47199" y="200193"/>
                  </a:lnTo>
                  <a:lnTo>
                    <a:pt x="46313" y="196950"/>
                  </a:lnTo>
                  <a:lnTo>
                    <a:pt x="41389" y="198586"/>
                  </a:lnTo>
                  <a:lnTo>
                    <a:pt x="40506" y="195716"/>
                  </a:lnTo>
                  <a:lnTo>
                    <a:pt x="38556" y="191168"/>
                  </a:lnTo>
                  <a:lnTo>
                    <a:pt x="38770" y="186283"/>
                  </a:lnTo>
                  <a:lnTo>
                    <a:pt x="38972" y="185568"/>
                  </a:lnTo>
                  <a:lnTo>
                    <a:pt x="40128" y="181469"/>
                  </a:lnTo>
                  <a:lnTo>
                    <a:pt x="41358" y="175138"/>
                  </a:lnTo>
                  <a:lnTo>
                    <a:pt x="38307" y="171092"/>
                  </a:lnTo>
                  <a:lnTo>
                    <a:pt x="36958" y="168875"/>
                  </a:lnTo>
                  <a:lnTo>
                    <a:pt x="34657" y="165090"/>
                  </a:lnTo>
                  <a:lnTo>
                    <a:pt x="36142" y="159302"/>
                  </a:lnTo>
                  <a:lnTo>
                    <a:pt x="29968" y="155337"/>
                  </a:lnTo>
                  <a:lnTo>
                    <a:pt x="26638" y="153312"/>
                  </a:lnTo>
                  <a:lnTo>
                    <a:pt x="26639" y="147437"/>
                  </a:lnTo>
                  <a:lnTo>
                    <a:pt x="21265" y="142966"/>
                  </a:lnTo>
                  <a:lnTo>
                    <a:pt x="21770" y="138690"/>
                  </a:lnTo>
                  <a:lnTo>
                    <a:pt x="21813" y="138327"/>
                  </a:lnTo>
                  <a:lnTo>
                    <a:pt x="21657" y="134271"/>
                  </a:lnTo>
                  <a:lnTo>
                    <a:pt x="20552" y="132896"/>
                  </a:lnTo>
                  <a:lnTo>
                    <a:pt x="16674" y="128063"/>
                  </a:lnTo>
                  <a:lnTo>
                    <a:pt x="16147" y="121579"/>
                  </a:lnTo>
                  <a:lnTo>
                    <a:pt x="17943" y="117001"/>
                  </a:lnTo>
                  <a:lnTo>
                    <a:pt x="13649" y="114627"/>
                  </a:lnTo>
                  <a:lnTo>
                    <a:pt x="11496" y="113042"/>
                  </a:lnTo>
                  <a:lnTo>
                    <a:pt x="10457" y="112405"/>
                  </a:lnTo>
                  <a:lnTo>
                    <a:pt x="11356" y="108931"/>
                  </a:lnTo>
                  <a:lnTo>
                    <a:pt x="11137" y="108476"/>
                  </a:lnTo>
                  <a:lnTo>
                    <a:pt x="7800" y="101547"/>
                  </a:lnTo>
                  <a:lnTo>
                    <a:pt x="3416" y="97579"/>
                  </a:lnTo>
                  <a:lnTo>
                    <a:pt x="1132" y="943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387179" y="2446610"/>
              <a:ext cx="414930" cy="675649"/>
            </a:xfrm>
            <a:custGeom>
              <a:avLst/>
              <a:pathLst>
                <a:path w="414930" h="675649">
                  <a:moveTo>
                    <a:pt x="29921" y="397679"/>
                  </a:moveTo>
                  <a:lnTo>
                    <a:pt x="32311" y="394904"/>
                  </a:lnTo>
                  <a:lnTo>
                    <a:pt x="32616" y="390216"/>
                  </a:lnTo>
                  <a:lnTo>
                    <a:pt x="37037" y="387167"/>
                  </a:lnTo>
                  <a:lnTo>
                    <a:pt x="39151" y="384549"/>
                  </a:lnTo>
                  <a:lnTo>
                    <a:pt x="43843" y="376938"/>
                  </a:lnTo>
                  <a:lnTo>
                    <a:pt x="47232" y="370833"/>
                  </a:lnTo>
                  <a:lnTo>
                    <a:pt x="50743" y="368887"/>
                  </a:lnTo>
                  <a:lnTo>
                    <a:pt x="56310" y="367320"/>
                  </a:lnTo>
                  <a:lnTo>
                    <a:pt x="59884" y="363232"/>
                  </a:lnTo>
                  <a:lnTo>
                    <a:pt x="61896" y="360927"/>
                  </a:lnTo>
                  <a:lnTo>
                    <a:pt x="64898" y="356258"/>
                  </a:lnTo>
                  <a:lnTo>
                    <a:pt x="64306" y="351605"/>
                  </a:lnTo>
                  <a:lnTo>
                    <a:pt x="66297" y="347288"/>
                  </a:lnTo>
                  <a:lnTo>
                    <a:pt x="70691" y="343966"/>
                  </a:lnTo>
                  <a:lnTo>
                    <a:pt x="73085" y="341177"/>
                  </a:lnTo>
                  <a:lnTo>
                    <a:pt x="79207" y="329682"/>
                  </a:lnTo>
                  <a:lnTo>
                    <a:pt x="79778" y="328503"/>
                  </a:lnTo>
                  <a:lnTo>
                    <a:pt x="81590" y="324763"/>
                  </a:lnTo>
                  <a:lnTo>
                    <a:pt x="89158" y="314671"/>
                  </a:lnTo>
                  <a:lnTo>
                    <a:pt x="96557" y="304983"/>
                  </a:lnTo>
                  <a:lnTo>
                    <a:pt x="99812" y="301196"/>
                  </a:lnTo>
                  <a:lnTo>
                    <a:pt x="97100" y="294662"/>
                  </a:lnTo>
                  <a:lnTo>
                    <a:pt x="97611" y="289976"/>
                  </a:lnTo>
                  <a:lnTo>
                    <a:pt x="94973" y="285397"/>
                  </a:lnTo>
                  <a:lnTo>
                    <a:pt x="90692" y="284180"/>
                  </a:lnTo>
                  <a:lnTo>
                    <a:pt x="87246" y="279434"/>
                  </a:lnTo>
                  <a:lnTo>
                    <a:pt x="84431" y="277561"/>
                  </a:lnTo>
                  <a:lnTo>
                    <a:pt x="83931" y="276468"/>
                  </a:lnTo>
                  <a:lnTo>
                    <a:pt x="81342" y="270803"/>
                  </a:lnTo>
                  <a:lnTo>
                    <a:pt x="80677" y="265989"/>
                  </a:lnTo>
                  <a:lnTo>
                    <a:pt x="79620" y="262415"/>
                  </a:lnTo>
                  <a:lnTo>
                    <a:pt x="79251" y="256369"/>
                  </a:lnTo>
                  <a:lnTo>
                    <a:pt x="77353" y="253784"/>
                  </a:lnTo>
                  <a:lnTo>
                    <a:pt x="81201" y="249379"/>
                  </a:lnTo>
                  <a:lnTo>
                    <a:pt x="82419" y="247050"/>
                  </a:lnTo>
                  <a:lnTo>
                    <a:pt x="80634" y="244049"/>
                  </a:lnTo>
                  <a:lnTo>
                    <a:pt x="81555" y="239371"/>
                  </a:lnTo>
                  <a:lnTo>
                    <a:pt x="80537" y="234613"/>
                  </a:lnTo>
                  <a:lnTo>
                    <a:pt x="77599" y="229383"/>
                  </a:lnTo>
                  <a:lnTo>
                    <a:pt x="80277" y="224831"/>
                  </a:lnTo>
                  <a:lnTo>
                    <a:pt x="80515" y="223419"/>
                  </a:lnTo>
                  <a:lnTo>
                    <a:pt x="81192" y="219408"/>
                  </a:lnTo>
                  <a:lnTo>
                    <a:pt x="82513" y="213330"/>
                  </a:lnTo>
                  <a:lnTo>
                    <a:pt x="93618" y="162443"/>
                  </a:lnTo>
                  <a:lnTo>
                    <a:pt x="94140" y="160056"/>
                  </a:lnTo>
                  <a:lnTo>
                    <a:pt x="96114" y="150970"/>
                  </a:lnTo>
                  <a:lnTo>
                    <a:pt x="98132" y="141691"/>
                  </a:lnTo>
                  <a:lnTo>
                    <a:pt x="105133" y="109601"/>
                  </a:lnTo>
                  <a:lnTo>
                    <a:pt x="109804" y="88576"/>
                  </a:lnTo>
                  <a:lnTo>
                    <a:pt x="111118" y="82672"/>
                  </a:lnTo>
                  <a:lnTo>
                    <a:pt x="112655" y="75776"/>
                  </a:lnTo>
                  <a:lnTo>
                    <a:pt x="118738" y="49992"/>
                  </a:lnTo>
                  <a:lnTo>
                    <a:pt x="123364" y="29687"/>
                  </a:lnTo>
                  <a:lnTo>
                    <a:pt x="127089" y="13227"/>
                  </a:lnTo>
                  <a:lnTo>
                    <a:pt x="130089" y="0"/>
                  </a:lnTo>
                  <a:lnTo>
                    <a:pt x="145627" y="3309"/>
                  </a:lnTo>
                  <a:lnTo>
                    <a:pt x="164819" y="7387"/>
                  </a:lnTo>
                  <a:lnTo>
                    <a:pt x="185663" y="11659"/>
                  </a:lnTo>
                  <a:lnTo>
                    <a:pt x="176536" y="55045"/>
                  </a:lnTo>
                  <a:lnTo>
                    <a:pt x="176156" y="56854"/>
                  </a:lnTo>
                  <a:lnTo>
                    <a:pt x="173045" y="71767"/>
                  </a:lnTo>
                  <a:lnTo>
                    <a:pt x="171341" y="79921"/>
                  </a:lnTo>
                  <a:lnTo>
                    <a:pt x="169685" y="87855"/>
                  </a:lnTo>
                  <a:lnTo>
                    <a:pt x="167403" y="98730"/>
                  </a:lnTo>
                  <a:lnTo>
                    <a:pt x="167737" y="100185"/>
                  </a:lnTo>
                  <a:lnTo>
                    <a:pt x="167983" y="101260"/>
                  </a:lnTo>
                  <a:lnTo>
                    <a:pt x="170717" y="108641"/>
                  </a:lnTo>
                  <a:lnTo>
                    <a:pt x="173143" y="114130"/>
                  </a:lnTo>
                  <a:lnTo>
                    <a:pt x="175854" y="117227"/>
                  </a:lnTo>
                  <a:lnTo>
                    <a:pt x="175475" y="122048"/>
                  </a:lnTo>
                  <a:lnTo>
                    <a:pt x="180813" y="128950"/>
                  </a:lnTo>
                  <a:lnTo>
                    <a:pt x="179344" y="132454"/>
                  </a:lnTo>
                  <a:lnTo>
                    <a:pt x="181233" y="135669"/>
                  </a:lnTo>
                  <a:lnTo>
                    <a:pt x="178833" y="139461"/>
                  </a:lnTo>
                  <a:lnTo>
                    <a:pt x="178306" y="143310"/>
                  </a:lnTo>
                  <a:lnTo>
                    <a:pt x="182212" y="148706"/>
                  </a:lnTo>
                  <a:lnTo>
                    <a:pt x="178381" y="150164"/>
                  </a:lnTo>
                  <a:lnTo>
                    <a:pt x="176669" y="153397"/>
                  </a:lnTo>
                  <a:lnTo>
                    <a:pt x="183479" y="159354"/>
                  </a:lnTo>
                  <a:lnTo>
                    <a:pt x="185288" y="164503"/>
                  </a:lnTo>
                  <a:lnTo>
                    <a:pt x="188355" y="167757"/>
                  </a:lnTo>
                  <a:lnTo>
                    <a:pt x="193828" y="170611"/>
                  </a:lnTo>
                  <a:lnTo>
                    <a:pt x="196304" y="171936"/>
                  </a:lnTo>
                  <a:lnTo>
                    <a:pt x="197557" y="176348"/>
                  </a:lnTo>
                  <a:lnTo>
                    <a:pt x="199090" y="179826"/>
                  </a:lnTo>
                  <a:lnTo>
                    <a:pt x="202248" y="184391"/>
                  </a:lnTo>
                  <a:lnTo>
                    <a:pt x="205101" y="191254"/>
                  </a:lnTo>
                  <a:lnTo>
                    <a:pt x="207368" y="195231"/>
                  </a:lnTo>
                  <a:lnTo>
                    <a:pt x="208856" y="200086"/>
                  </a:lnTo>
                  <a:lnTo>
                    <a:pt x="212358" y="204247"/>
                  </a:lnTo>
                  <a:lnTo>
                    <a:pt x="214055" y="206261"/>
                  </a:lnTo>
                  <a:lnTo>
                    <a:pt x="212348" y="210116"/>
                  </a:lnTo>
                  <a:lnTo>
                    <a:pt x="215127" y="215720"/>
                  </a:lnTo>
                  <a:lnTo>
                    <a:pt x="219948" y="219615"/>
                  </a:lnTo>
                  <a:lnTo>
                    <a:pt x="220647" y="223352"/>
                  </a:lnTo>
                  <a:lnTo>
                    <a:pt x="224716" y="223985"/>
                  </a:lnTo>
                  <a:lnTo>
                    <a:pt x="225896" y="224962"/>
                  </a:lnTo>
                  <a:lnTo>
                    <a:pt x="228564" y="227169"/>
                  </a:lnTo>
                  <a:lnTo>
                    <a:pt x="227984" y="232006"/>
                  </a:lnTo>
                  <a:lnTo>
                    <a:pt x="229699" y="232828"/>
                  </a:lnTo>
                  <a:lnTo>
                    <a:pt x="232173" y="234013"/>
                  </a:lnTo>
                  <a:lnTo>
                    <a:pt x="237848" y="234622"/>
                  </a:lnTo>
                  <a:lnTo>
                    <a:pt x="243670" y="233897"/>
                  </a:lnTo>
                  <a:lnTo>
                    <a:pt x="244937" y="235371"/>
                  </a:lnTo>
                  <a:lnTo>
                    <a:pt x="245701" y="236259"/>
                  </a:lnTo>
                  <a:lnTo>
                    <a:pt x="243964" y="242189"/>
                  </a:lnTo>
                  <a:lnTo>
                    <a:pt x="241642" y="248055"/>
                  </a:lnTo>
                  <a:lnTo>
                    <a:pt x="238427" y="248323"/>
                  </a:lnTo>
                  <a:lnTo>
                    <a:pt x="238130" y="256113"/>
                  </a:lnTo>
                  <a:lnTo>
                    <a:pt x="235482" y="257859"/>
                  </a:lnTo>
                  <a:lnTo>
                    <a:pt x="233708" y="264429"/>
                  </a:lnTo>
                  <a:lnTo>
                    <a:pt x="232541" y="267551"/>
                  </a:lnTo>
                  <a:lnTo>
                    <a:pt x="231446" y="270663"/>
                  </a:lnTo>
                  <a:lnTo>
                    <a:pt x="230670" y="276226"/>
                  </a:lnTo>
                  <a:lnTo>
                    <a:pt x="226442" y="276014"/>
                  </a:lnTo>
                  <a:lnTo>
                    <a:pt x="225366" y="279648"/>
                  </a:lnTo>
                  <a:lnTo>
                    <a:pt x="228595" y="282784"/>
                  </a:lnTo>
                  <a:lnTo>
                    <a:pt x="226314" y="288396"/>
                  </a:lnTo>
                  <a:lnTo>
                    <a:pt x="227997" y="292484"/>
                  </a:lnTo>
                  <a:lnTo>
                    <a:pt x="229914" y="295266"/>
                  </a:lnTo>
                  <a:lnTo>
                    <a:pt x="228462" y="299517"/>
                  </a:lnTo>
                  <a:lnTo>
                    <a:pt x="229504" y="302336"/>
                  </a:lnTo>
                  <a:lnTo>
                    <a:pt x="226980" y="304311"/>
                  </a:lnTo>
                  <a:lnTo>
                    <a:pt x="220985" y="304968"/>
                  </a:lnTo>
                  <a:lnTo>
                    <a:pt x="217347" y="309364"/>
                  </a:lnTo>
                  <a:lnTo>
                    <a:pt x="219910" y="315048"/>
                  </a:lnTo>
                  <a:lnTo>
                    <a:pt x="219380" y="319749"/>
                  </a:lnTo>
                  <a:lnTo>
                    <a:pt x="216898" y="320959"/>
                  </a:lnTo>
                  <a:lnTo>
                    <a:pt x="216056" y="324757"/>
                  </a:lnTo>
                  <a:lnTo>
                    <a:pt x="216584" y="326796"/>
                  </a:lnTo>
                  <a:lnTo>
                    <a:pt x="217226" y="329271"/>
                  </a:lnTo>
                  <a:lnTo>
                    <a:pt x="219993" y="331151"/>
                  </a:lnTo>
                  <a:lnTo>
                    <a:pt x="224544" y="336604"/>
                  </a:lnTo>
                  <a:lnTo>
                    <a:pt x="229784" y="338640"/>
                  </a:lnTo>
                  <a:lnTo>
                    <a:pt x="232343" y="333939"/>
                  </a:lnTo>
                  <a:lnTo>
                    <a:pt x="236435" y="333974"/>
                  </a:lnTo>
                  <a:lnTo>
                    <a:pt x="243617" y="329978"/>
                  </a:lnTo>
                  <a:lnTo>
                    <a:pt x="248526" y="326336"/>
                  </a:lnTo>
                  <a:lnTo>
                    <a:pt x="249134" y="322646"/>
                  </a:lnTo>
                  <a:lnTo>
                    <a:pt x="251875" y="322722"/>
                  </a:lnTo>
                  <a:lnTo>
                    <a:pt x="253007" y="324549"/>
                  </a:lnTo>
                  <a:lnTo>
                    <a:pt x="255420" y="328434"/>
                  </a:lnTo>
                  <a:lnTo>
                    <a:pt x="257383" y="330625"/>
                  </a:lnTo>
                  <a:lnTo>
                    <a:pt x="260377" y="333085"/>
                  </a:lnTo>
                  <a:lnTo>
                    <a:pt x="259417" y="340036"/>
                  </a:lnTo>
                  <a:lnTo>
                    <a:pt x="261385" y="344199"/>
                  </a:lnTo>
                  <a:lnTo>
                    <a:pt x="260380" y="348801"/>
                  </a:lnTo>
                  <a:lnTo>
                    <a:pt x="261627" y="352861"/>
                  </a:lnTo>
                  <a:lnTo>
                    <a:pt x="260532" y="358059"/>
                  </a:lnTo>
                  <a:lnTo>
                    <a:pt x="264406" y="366882"/>
                  </a:lnTo>
                  <a:lnTo>
                    <a:pt x="267444" y="376974"/>
                  </a:lnTo>
                  <a:lnTo>
                    <a:pt x="270939" y="380134"/>
                  </a:lnTo>
                  <a:lnTo>
                    <a:pt x="273954" y="384304"/>
                  </a:lnTo>
                  <a:lnTo>
                    <a:pt x="274063" y="389028"/>
                  </a:lnTo>
                  <a:lnTo>
                    <a:pt x="272590" y="393589"/>
                  </a:lnTo>
                  <a:lnTo>
                    <a:pt x="270388" y="397062"/>
                  </a:lnTo>
                  <a:lnTo>
                    <a:pt x="272606" y="403579"/>
                  </a:lnTo>
                  <a:lnTo>
                    <a:pt x="275281" y="404724"/>
                  </a:lnTo>
                  <a:lnTo>
                    <a:pt x="279428" y="408644"/>
                  </a:lnTo>
                  <a:lnTo>
                    <a:pt x="283127" y="407102"/>
                  </a:lnTo>
                  <a:lnTo>
                    <a:pt x="289441" y="413381"/>
                  </a:lnTo>
                  <a:lnTo>
                    <a:pt x="290510" y="418607"/>
                  </a:lnTo>
                  <a:lnTo>
                    <a:pt x="292593" y="426069"/>
                  </a:lnTo>
                  <a:lnTo>
                    <a:pt x="291130" y="430511"/>
                  </a:lnTo>
                  <a:lnTo>
                    <a:pt x="293663" y="436219"/>
                  </a:lnTo>
                  <a:lnTo>
                    <a:pt x="293004" y="440312"/>
                  </a:lnTo>
                  <a:lnTo>
                    <a:pt x="295694" y="445694"/>
                  </a:lnTo>
                  <a:lnTo>
                    <a:pt x="299502" y="449578"/>
                  </a:lnTo>
                  <a:lnTo>
                    <a:pt x="303266" y="447945"/>
                  </a:lnTo>
                  <a:lnTo>
                    <a:pt x="303604" y="447799"/>
                  </a:lnTo>
                  <a:lnTo>
                    <a:pt x="303698" y="444665"/>
                  </a:lnTo>
                  <a:lnTo>
                    <a:pt x="310269" y="440620"/>
                  </a:lnTo>
                  <a:lnTo>
                    <a:pt x="312016" y="440550"/>
                  </a:lnTo>
                  <a:lnTo>
                    <a:pt x="318436" y="442643"/>
                  </a:lnTo>
                  <a:lnTo>
                    <a:pt x="326286" y="444857"/>
                  </a:lnTo>
                  <a:lnTo>
                    <a:pt x="331194" y="448488"/>
                  </a:lnTo>
                  <a:lnTo>
                    <a:pt x="334047" y="441676"/>
                  </a:lnTo>
                  <a:lnTo>
                    <a:pt x="339095" y="438895"/>
                  </a:lnTo>
                  <a:lnTo>
                    <a:pt x="342771" y="441697"/>
                  </a:lnTo>
                  <a:lnTo>
                    <a:pt x="348579" y="443923"/>
                  </a:lnTo>
                  <a:lnTo>
                    <a:pt x="354356" y="443969"/>
                  </a:lnTo>
                  <a:lnTo>
                    <a:pt x="364873" y="443176"/>
                  </a:lnTo>
                  <a:lnTo>
                    <a:pt x="368096" y="448342"/>
                  </a:lnTo>
                  <a:lnTo>
                    <a:pt x="375167" y="445031"/>
                  </a:lnTo>
                  <a:lnTo>
                    <a:pt x="380548" y="446088"/>
                  </a:lnTo>
                  <a:lnTo>
                    <a:pt x="383903" y="446744"/>
                  </a:lnTo>
                  <a:lnTo>
                    <a:pt x="386968" y="444703"/>
                  </a:lnTo>
                  <a:lnTo>
                    <a:pt x="391296" y="436684"/>
                  </a:lnTo>
                  <a:lnTo>
                    <a:pt x="392237" y="435358"/>
                  </a:lnTo>
                  <a:lnTo>
                    <a:pt x="393674" y="433332"/>
                  </a:lnTo>
                  <a:lnTo>
                    <a:pt x="397441" y="430770"/>
                  </a:lnTo>
                  <a:lnTo>
                    <a:pt x="397880" y="431184"/>
                  </a:lnTo>
                  <a:lnTo>
                    <a:pt x="400870" y="434000"/>
                  </a:lnTo>
                  <a:lnTo>
                    <a:pt x="403592" y="439416"/>
                  </a:lnTo>
                  <a:lnTo>
                    <a:pt x="405817" y="443746"/>
                  </a:lnTo>
                  <a:lnTo>
                    <a:pt x="406650" y="448133"/>
                  </a:lnTo>
                  <a:lnTo>
                    <a:pt x="409773" y="452145"/>
                  </a:lnTo>
                  <a:lnTo>
                    <a:pt x="410569" y="456022"/>
                  </a:lnTo>
                  <a:lnTo>
                    <a:pt x="414930" y="458376"/>
                  </a:lnTo>
                  <a:lnTo>
                    <a:pt x="413734" y="467086"/>
                  </a:lnTo>
                  <a:lnTo>
                    <a:pt x="410675" y="489943"/>
                  </a:lnTo>
                  <a:lnTo>
                    <a:pt x="409190" y="501499"/>
                  </a:lnTo>
                  <a:lnTo>
                    <a:pt x="408343" y="508100"/>
                  </a:lnTo>
                  <a:lnTo>
                    <a:pt x="405755" y="527480"/>
                  </a:lnTo>
                  <a:lnTo>
                    <a:pt x="403594" y="543900"/>
                  </a:lnTo>
                  <a:lnTo>
                    <a:pt x="401456" y="560191"/>
                  </a:lnTo>
                  <a:lnTo>
                    <a:pt x="398626" y="581579"/>
                  </a:lnTo>
                  <a:lnTo>
                    <a:pt x="398010" y="586233"/>
                  </a:lnTo>
                  <a:lnTo>
                    <a:pt x="397372" y="591063"/>
                  </a:lnTo>
                  <a:lnTo>
                    <a:pt x="394568" y="612316"/>
                  </a:lnTo>
                  <a:lnTo>
                    <a:pt x="392007" y="630639"/>
                  </a:lnTo>
                  <a:lnTo>
                    <a:pt x="389993" y="645079"/>
                  </a:lnTo>
                  <a:lnTo>
                    <a:pt x="385985" y="675649"/>
                  </a:lnTo>
                  <a:lnTo>
                    <a:pt x="364694" y="672773"/>
                  </a:lnTo>
                  <a:lnTo>
                    <a:pt x="358361" y="671985"/>
                  </a:lnTo>
                  <a:lnTo>
                    <a:pt x="355994" y="671655"/>
                  </a:lnTo>
                  <a:lnTo>
                    <a:pt x="340211" y="669427"/>
                  </a:lnTo>
                  <a:lnTo>
                    <a:pt x="316906" y="666156"/>
                  </a:lnTo>
                  <a:lnTo>
                    <a:pt x="313699" y="665579"/>
                  </a:lnTo>
                  <a:lnTo>
                    <a:pt x="306869" y="664344"/>
                  </a:lnTo>
                  <a:lnTo>
                    <a:pt x="282029" y="660588"/>
                  </a:lnTo>
                  <a:lnTo>
                    <a:pt x="259152" y="657153"/>
                  </a:lnTo>
                  <a:lnTo>
                    <a:pt x="243052" y="654724"/>
                  </a:lnTo>
                  <a:lnTo>
                    <a:pt x="227010" y="652334"/>
                  </a:lnTo>
                  <a:lnTo>
                    <a:pt x="206166" y="649238"/>
                  </a:lnTo>
                  <a:lnTo>
                    <a:pt x="191787" y="646297"/>
                  </a:lnTo>
                  <a:lnTo>
                    <a:pt x="176294" y="643536"/>
                  </a:lnTo>
                  <a:lnTo>
                    <a:pt x="155889" y="639858"/>
                  </a:lnTo>
                  <a:lnTo>
                    <a:pt x="136578" y="635839"/>
                  </a:lnTo>
                  <a:lnTo>
                    <a:pt x="127613" y="634290"/>
                  </a:lnTo>
                  <a:lnTo>
                    <a:pt x="109823" y="631167"/>
                  </a:lnTo>
                  <a:lnTo>
                    <a:pt x="89776" y="627196"/>
                  </a:lnTo>
                  <a:lnTo>
                    <a:pt x="74069" y="624180"/>
                  </a:lnTo>
                  <a:lnTo>
                    <a:pt x="44385" y="618186"/>
                  </a:lnTo>
                  <a:lnTo>
                    <a:pt x="25589" y="614319"/>
                  </a:lnTo>
                  <a:lnTo>
                    <a:pt x="510" y="608836"/>
                  </a:lnTo>
                  <a:lnTo>
                    <a:pt x="0" y="608723"/>
                  </a:lnTo>
                  <a:lnTo>
                    <a:pt x="6734" y="575741"/>
                  </a:lnTo>
                  <a:lnTo>
                    <a:pt x="14448" y="538399"/>
                  </a:lnTo>
                  <a:lnTo>
                    <a:pt x="18345" y="519440"/>
                  </a:lnTo>
                  <a:lnTo>
                    <a:pt x="28673" y="469736"/>
                  </a:lnTo>
                  <a:lnTo>
                    <a:pt x="30282" y="462418"/>
                  </a:lnTo>
                  <a:lnTo>
                    <a:pt x="33027" y="449954"/>
                  </a:lnTo>
                  <a:lnTo>
                    <a:pt x="36432" y="445465"/>
                  </a:lnTo>
                  <a:lnTo>
                    <a:pt x="37284" y="444340"/>
                  </a:lnTo>
                  <a:lnTo>
                    <a:pt x="39876" y="436948"/>
                  </a:lnTo>
                  <a:lnTo>
                    <a:pt x="42116" y="433202"/>
                  </a:lnTo>
                  <a:lnTo>
                    <a:pt x="40662" y="427801"/>
                  </a:lnTo>
                  <a:lnTo>
                    <a:pt x="46799" y="422990"/>
                  </a:lnTo>
                  <a:lnTo>
                    <a:pt x="46948" y="422874"/>
                  </a:lnTo>
                  <a:lnTo>
                    <a:pt x="46984" y="420593"/>
                  </a:lnTo>
                  <a:lnTo>
                    <a:pt x="43379" y="418491"/>
                  </a:lnTo>
                  <a:lnTo>
                    <a:pt x="43740" y="414789"/>
                  </a:lnTo>
                  <a:lnTo>
                    <a:pt x="38381" y="413498"/>
                  </a:lnTo>
                  <a:lnTo>
                    <a:pt x="35324" y="409169"/>
                  </a:lnTo>
                  <a:lnTo>
                    <a:pt x="31942" y="410139"/>
                  </a:lnTo>
                  <a:lnTo>
                    <a:pt x="29617" y="406953"/>
                  </a:lnTo>
                  <a:lnTo>
                    <a:pt x="30073" y="406315"/>
                  </a:lnTo>
                  <a:lnTo>
                    <a:pt x="31888" y="403780"/>
                  </a:lnTo>
                  <a:lnTo>
                    <a:pt x="30954" y="4007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02593" y="3303952"/>
              <a:ext cx="286603" cy="496304"/>
            </a:xfrm>
            <a:custGeom>
              <a:avLst/>
              <a:pathLst>
                <a:path w="286603" h="496304">
                  <a:moveTo>
                    <a:pt x="124" y="232386"/>
                  </a:moveTo>
                  <a:lnTo>
                    <a:pt x="328" y="228046"/>
                  </a:lnTo>
                  <a:lnTo>
                    <a:pt x="416" y="226149"/>
                  </a:lnTo>
                  <a:lnTo>
                    <a:pt x="1517" y="221364"/>
                  </a:lnTo>
                  <a:lnTo>
                    <a:pt x="4395" y="216095"/>
                  </a:lnTo>
                  <a:lnTo>
                    <a:pt x="7326" y="213933"/>
                  </a:lnTo>
                  <a:lnTo>
                    <a:pt x="6390" y="209314"/>
                  </a:lnTo>
                  <a:lnTo>
                    <a:pt x="6678" y="204089"/>
                  </a:lnTo>
                  <a:lnTo>
                    <a:pt x="4688" y="202156"/>
                  </a:lnTo>
                  <a:lnTo>
                    <a:pt x="5614" y="197783"/>
                  </a:lnTo>
                  <a:lnTo>
                    <a:pt x="7645" y="194819"/>
                  </a:lnTo>
                  <a:lnTo>
                    <a:pt x="13552" y="191976"/>
                  </a:lnTo>
                  <a:lnTo>
                    <a:pt x="17716" y="191555"/>
                  </a:lnTo>
                  <a:lnTo>
                    <a:pt x="21711" y="188038"/>
                  </a:lnTo>
                  <a:lnTo>
                    <a:pt x="21640" y="185663"/>
                  </a:lnTo>
                  <a:lnTo>
                    <a:pt x="21571" y="183388"/>
                  </a:lnTo>
                  <a:lnTo>
                    <a:pt x="22672" y="178412"/>
                  </a:lnTo>
                  <a:lnTo>
                    <a:pt x="22206" y="174778"/>
                  </a:lnTo>
                  <a:lnTo>
                    <a:pt x="24985" y="170266"/>
                  </a:lnTo>
                  <a:lnTo>
                    <a:pt x="28511" y="165979"/>
                  </a:lnTo>
                  <a:lnTo>
                    <a:pt x="30326" y="162047"/>
                  </a:lnTo>
                  <a:lnTo>
                    <a:pt x="30174" y="156252"/>
                  </a:lnTo>
                  <a:lnTo>
                    <a:pt x="29265" y="151846"/>
                  </a:lnTo>
                  <a:lnTo>
                    <a:pt x="29214" y="151597"/>
                  </a:lnTo>
                  <a:lnTo>
                    <a:pt x="28525" y="148256"/>
                  </a:lnTo>
                  <a:lnTo>
                    <a:pt x="25354" y="144020"/>
                  </a:lnTo>
                  <a:lnTo>
                    <a:pt x="22435" y="144022"/>
                  </a:lnTo>
                  <a:lnTo>
                    <a:pt x="19349" y="140058"/>
                  </a:lnTo>
                  <a:lnTo>
                    <a:pt x="16857" y="137158"/>
                  </a:lnTo>
                  <a:lnTo>
                    <a:pt x="18725" y="129447"/>
                  </a:lnTo>
                  <a:lnTo>
                    <a:pt x="18843" y="128959"/>
                  </a:lnTo>
                  <a:lnTo>
                    <a:pt x="18998" y="126319"/>
                  </a:lnTo>
                  <a:lnTo>
                    <a:pt x="20948" y="121251"/>
                  </a:lnTo>
                  <a:lnTo>
                    <a:pt x="24914" y="120240"/>
                  </a:lnTo>
                  <a:lnTo>
                    <a:pt x="27769" y="120564"/>
                  </a:lnTo>
                  <a:lnTo>
                    <a:pt x="31286" y="117914"/>
                  </a:lnTo>
                  <a:lnTo>
                    <a:pt x="36573" y="116904"/>
                  </a:lnTo>
                  <a:lnTo>
                    <a:pt x="42158" y="116106"/>
                  </a:lnTo>
                  <a:lnTo>
                    <a:pt x="47299" y="112819"/>
                  </a:lnTo>
                  <a:lnTo>
                    <a:pt x="50109" y="109705"/>
                  </a:lnTo>
                  <a:lnTo>
                    <a:pt x="53889" y="108981"/>
                  </a:lnTo>
                  <a:lnTo>
                    <a:pt x="57247" y="108234"/>
                  </a:lnTo>
                  <a:lnTo>
                    <a:pt x="59851" y="104415"/>
                  </a:lnTo>
                  <a:lnTo>
                    <a:pt x="63078" y="102546"/>
                  </a:lnTo>
                  <a:lnTo>
                    <a:pt x="64501" y="100683"/>
                  </a:lnTo>
                  <a:lnTo>
                    <a:pt x="64021" y="94862"/>
                  </a:lnTo>
                  <a:lnTo>
                    <a:pt x="65160" y="92025"/>
                  </a:lnTo>
                  <a:lnTo>
                    <a:pt x="65005" y="89037"/>
                  </a:lnTo>
                  <a:lnTo>
                    <a:pt x="64941" y="87824"/>
                  </a:lnTo>
                  <a:lnTo>
                    <a:pt x="68622" y="84032"/>
                  </a:lnTo>
                  <a:lnTo>
                    <a:pt x="69002" y="83722"/>
                  </a:lnTo>
                  <a:lnTo>
                    <a:pt x="72739" y="80667"/>
                  </a:lnTo>
                  <a:lnTo>
                    <a:pt x="72355" y="77799"/>
                  </a:lnTo>
                  <a:lnTo>
                    <a:pt x="73020" y="74227"/>
                  </a:lnTo>
                  <a:lnTo>
                    <a:pt x="72997" y="70120"/>
                  </a:lnTo>
                  <a:lnTo>
                    <a:pt x="72992" y="69376"/>
                  </a:lnTo>
                  <a:lnTo>
                    <a:pt x="73458" y="64160"/>
                  </a:lnTo>
                  <a:lnTo>
                    <a:pt x="71833" y="61047"/>
                  </a:lnTo>
                  <a:lnTo>
                    <a:pt x="71512" y="60433"/>
                  </a:lnTo>
                  <a:lnTo>
                    <a:pt x="70981" y="54611"/>
                  </a:lnTo>
                  <a:lnTo>
                    <a:pt x="67532" y="51213"/>
                  </a:lnTo>
                  <a:lnTo>
                    <a:pt x="63263" y="49459"/>
                  </a:lnTo>
                  <a:lnTo>
                    <a:pt x="60072" y="48125"/>
                  </a:lnTo>
                  <a:lnTo>
                    <a:pt x="58479" y="47458"/>
                  </a:lnTo>
                  <a:lnTo>
                    <a:pt x="54055" y="44772"/>
                  </a:lnTo>
                  <a:lnTo>
                    <a:pt x="51700" y="41576"/>
                  </a:lnTo>
                  <a:lnTo>
                    <a:pt x="52173" y="37800"/>
                  </a:lnTo>
                  <a:lnTo>
                    <a:pt x="49906" y="34758"/>
                  </a:lnTo>
                  <a:lnTo>
                    <a:pt x="47194" y="32885"/>
                  </a:lnTo>
                  <a:lnTo>
                    <a:pt x="44830" y="31250"/>
                  </a:lnTo>
                  <a:lnTo>
                    <a:pt x="41382" y="28465"/>
                  </a:lnTo>
                  <a:lnTo>
                    <a:pt x="39665" y="27884"/>
                  </a:lnTo>
                  <a:lnTo>
                    <a:pt x="35778" y="26155"/>
                  </a:lnTo>
                  <a:lnTo>
                    <a:pt x="35668" y="22906"/>
                  </a:lnTo>
                  <a:lnTo>
                    <a:pt x="48996" y="21475"/>
                  </a:lnTo>
                  <a:lnTo>
                    <a:pt x="49684" y="21391"/>
                  </a:lnTo>
                  <a:lnTo>
                    <a:pt x="62816" y="19776"/>
                  </a:lnTo>
                  <a:lnTo>
                    <a:pt x="82016" y="17608"/>
                  </a:lnTo>
                  <a:lnTo>
                    <a:pt x="87767" y="16970"/>
                  </a:lnTo>
                  <a:lnTo>
                    <a:pt x="110046" y="14439"/>
                  </a:lnTo>
                  <a:lnTo>
                    <a:pt x="115985" y="13763"/>
                  </a:lnTo>
                  <a:lnTo>
                    <a:pt x="118289" y="13498"/>
                  </a:lnTo>
                  <a:lnTo>
                    <a:pt x="137583" y="11246"/>
                  </a:lnTo>
                  <a:lnTo>
                    <a:pt x="139170" y="11057"/>
                  </a:lnTo>
                  <a:lnTo>
                    <a:pt x="145792" y="10232"/>
                  </a:lnTo>
                  <a:lnTo>
                    <a:pt x="156371" y="8895"/>
                  </a:lnTo>
                  <a:lnTo>
                    <a:pt x="160840" y="8324"/>
                  </a:lnTo>
                  <a:lnTo>
                    <a:pt x="173746" y="6393"/>
                  </a:lnTo>
                  <a:lnTo>
                    <a:pt x="176018" y="6059"/>
                  </a:lnTo>
                  <a:lnTo>
                    <a:pt x="186765" y="4465"/>
                  </a:lnTo>
                  <a:lnTo>
                    <a:pt x="192416" y="3618"/>
                  </a:lnTo>
                  <a:lnTo>
                    <a:pt x="193546" y="3469"/>
                  </a:lnTo>
                  <a:lnTo>
                    <a:pt x="219273" y="0"/>
                  </a:lnTo>
                  <a:lnTo>
                    <a:pt x="220003" y="6284"/>
                  </a:lnTo>
                  <a:lnTo>
                    <a:pt x="219633" y="11634"/>
                  </a:lnTo>
                  <a:lnTo>
                    <a:pt x="219504" y="17039"/>
                  </a:lnTo>
                  <a:lnTo>
                    <a:pt x="219642" y="17355"/>
                  </a:lnTo>
                  <a:lnTo>
                    <a:pt x="222885" y="24775"/>
                  </a:lnTo>
                  <a:lnTo>
                    <a:pt x="222943" y="24906"/>
                  </a:lnTo>
                  <a:lnTo>
                    <a:pt x="226297" y="29402"/>
                  </a:lnTo>
                  <a:lnTo>
                    <a:pt x="227767" y="31359"/>
                  </a:lnTo>
                  <a:lnTo>
                    <a:pt x="231733" y="34893"/>
                  </a:lnTo>
                  <a:lnTo>
                    <a:pt x="232260" y="35362"/>
                  </a:lnTo>
                  <a:lnTo>
                    <a:pt x="233728" y="39318"/>
                  </a:lnTo>
                  <a:lnTo>
                    <a:pt x="236423" y="45578"/>
                  </a:lnTo>
                  <a:lnTo>
                    <a:pt x="238257" y="49832"/>
                  </a:lnTo>
                  <a:lnTo>
                    <a:pt x="238812" y="50347"/>
                  </a:lnTo>
                  <a:lnTo>
                    <a:pt x="239162" y="50671"/>
                  </a:lnTo>
                  <a:lnTo>
                    <a:pt x="239194" y="51461"/>
                  </a:lnTo>
                  <a:lnTo>
                    <a:pt x="239192" y="52677"/>
                  </a:lnTo>
                  <a:lnTo>
                    <a:pt x="239740" y="54219"/>
                  </a:lnTo>
                  <a:lnTo>
                    <a:pt x="239969" y="54863"/>
                  </a:lnTo>
                  <a:lnTo>
                    <a:pt x="241469" y="57171"/>
                  </a:lnTo>
                  <a:lnTo>
                    <a:pt x="244169" y="61325"/>
                  </a:lnTo>
                  <a:lnTo>
                    <a:pt x="246346" y="62588"/>
                  </a:lnTo>
                  <a:lnTo>
                    <a:pt x="246876" y="64051"/>
                  </a:lnTo>
                  <a:lnTo>
                    <a:pt x="247092" y="64648"/>
                  </a:lnTo>
                  <a:lnTo>
                    <a:pt x="247302" y="66020"/>
                  </a:lnTo>
                  <a:lnTo>
                    <a:pt x="249564" y="81696"/>
                  </a:lnTo>
                  <a:lnTo>
                    <a:pt x="250304" y="86915"/>
                  </a:lnTo>
                  <a:lnTo>
                    <a:pt x="252445" y="102036"/>
                  </a:lnTo>
                  <a:lnTo>
                    <a:pt x="254158" y="113610"/>
                  </a:lnTo>
                  <a:lnTo>
                    <a:pt x="255987" y="125999"/>
                  </a:lnTo>
                  <a:lnTo>
                    <a:pt x="256178" y="127271"/>
                  </a:lnTo>
                  <a:lnTo>
                    <a:pt x="257684" y="137332"/>
                  </a:lnTo>
                  <a:lnTo>
                    <a:pt x="259715" y="151253"/>
                  </a:lnTo>
                  <a:lnTo>
                    <a:pt x="262286" y="168927"/>
                  </a:lnTo>
                  <a:lnTo>
                    <a:pt x="262812" y="172808"/>
                  </a:lnTo>
                  <a:lnTo>
                    <a:pt x="262983" y="174068"/>
                  </a:lnTo>
                  <a:lnTo>
                    <a:pt x="265670" y="193940"/>
                  </a:lnTo>
                  <a:lnTo>
                    <a:pt x="266912" y="202952"/>
                  </a:lnTo>
                  <a:lnTo>
                    <a:pt x="267990" y="210787"/>
                  </a:lnTo>
                  <a:lnTo>
                    <a:pt x="268560" y="214933"/>
                  </a:lnTo>
                  <a:lnTo>
                    <a:pt x="270181" y="226212"/>
                  </a:lnTo>
                  <a:lnTo>
                    <a:pt x="272923" y="245346"/>
                  </a:lnTo>
                  <a:lnTo>
                    <a:pt x="273671" y="250392"/>
                  </a:lnTo>
                  <a:lnTo>
                    <a:pt x="275361" y="261803"/>
                  </a:lnTo>
                  <a:lnTo>
                    <a:pt x="275461" y="262480"/>
                  </a:lnTo>
                  <a:lnTo>
                    <a:pt x="276989" y="273135"/>
                  </a:lnTo>
                  <a:lnTo>
                    <a:pt x="273930" y="274275"/>
                  </a:lnTo>
                  <a:lnTo>
                    <a:pt x="272782" y="276907"/>
                  </a:lnTo>
                  <a:lnTo>
                    <a:pt x="273833" y="281544"/>
                  </a:lnTo>
                  <a:lnTo>
                    <a:pt x="274067" y="282577"/>
                  </a:lnTo>
                  <a:lnTo>
                    <a:pt x="275635" y="285595"/>
                  </a:lnTo>
                  <a:lnTo>
                    <a:pt x="271895" y="290137"/>
                  </a:lnTo>
                  <a:lnTo>
                    <a:pt x="272146" y="290897"/>
                  </a:lnTo>
                  <a:lnTo>
                    <a:pt x="273723" y="295677"/>
                  </a:lnTo>
                  <a:lnTo>
                    <a:pt x="277857" y="299041"/>
                  </a:lnTo>
                  <a:lnTo>
                    <a:pt x="278108" y="303991"/>
                  </a:lnTo>
                  <a:lnTo>
                    <a:pt x="281848" y="306084"/>
                  </a:lnTo>
                  <a:lnTo>
                    <a:pt x="282777" y="311698"/>
                  </a:lnTo>
                  <a:lnTo>
                    <a:pt x="282726" y="311862"/>
                  </a:lnTo>
                  <a:lnTo>
                    <a:pt x="281836" y="314714"/>
                  </a:lnTo>
                  <a:lnTo>
                    <a:pt x="282949" y="316617"/>
                  </a:lnTo>
                  <a:lnTo>
                    <a:pt x="284196" y="318749"/>
                  </a:lnTo>
                  <a:lnTo>
                    <a:pt x="286603" y="324547"/>
                  </a:lnTo>
                  <a:lnTo>
                    <a:pt x="284427" y="332058"/>
                  </a:lnTo>
                  <a:lnTo>
                    <a:pt x="279810" y="336169"/>
                  </a:lnTo>
                  <a:lnTo>
                    <a:pt x="279235" y="340820"/>
                  </a:lnTo>
                  <a:lnTo>
                    <a:pt x="278780" y="342848"/>
                  </a:lnTo>
                  <a:lnTo>
                    <a:pt x="278249" y="345214"/>
                  </a:lnTo>
                  <a:lnTo>
                    <a:pt x="279057" y="347706"/>
                  </a:lnTo>
                  <a:lnTo>
                    <a:pt x="275353" y="351128"/>
                  </a:lnTo>
                  <a:lnTo>
                    <a:pt x="274046" y="355289"/>
                  </a:lnTo>
                  <a:lnTo>
                    <a:pt x="273561" y="356858"/>
                  </a:lnTo>
                  <a:lnTo>
                    <a:pt x="272165" y="361362"/>
                  </a:lnTo>
                  <a:lnTo>
                    <a:pt x="269371" y="367468"/>
                  </a:lnTo>
                  <a:lnTo>
                    <a:pt x="264580" y="371632"/>
                  </a:lnTo>
                  <a:lnTo>
                    <a:pt x="260803" y="374975"/>
                  </a:lnTo>
                  <a:lnTo>
                    <a:pt x="260803" y="375611"/>
                  </a:lnTo>
                  <a:lnTo>
                    <a:pt x="260804" y="378513"/>
                  </a:lnTo>
                  <a:lnTo>
                    <a:pt x="264677" y="382053"/>
                  </a:lnTo>
                  <a:lnTo>
                    <a:pt x="262906" y="386954"/>
                  </a:lnTo>
                  <a:lnTo>
                    <a:pt x="261606" y="391120"/>
                  </a:lnTo>
                  <a:lnTo>
                    <a:pt x="258999" y="393724"/>
                  </a:lnTo>
                  <a:lnTo>
                    <a:pt x="260822" y="399643"/>
                  </a:lnTo>
                  <a:lnTo>
                    <a:pt x="259953" y="406012"/>
                  </a:lnTo>
                  <a:lnTo>
                    <a:pt x="258963" y="408398"/>
                  </a:lnTo>
                  <a:lnTo>
                    <a:pt x="258543" y="409410"/>
                  </a:lnTo>
                  <a:lnTo>
                    <a:pt x="261932" y="414002"/>
                  </a:lnTo>
                  <a:lnTo>
                    <a:pt x="260416" y="419283"/>
                  </a:lnTo>
                  <a:lnTo>
                    <a:pt x="255911" y="423996"/>
                  </a:lnTo>
                  <a:lnTo>
                    <a:pt x="254490" y="428027"/>
                  </a:lnTo>
                  <a:lnTo>
                    <a:pt x="257327" y="434687"/>
                  </a:lnTo>
                  <a:lnTo>
                    <a:pt x="257410" y="434882"/>
                  </a:lnTo>
                  <a:lnTo>
                    <a:pt x="262047" y="438162"/>
                  </a:lnTo>
                  <a:lnTo>
                    <a:pt x="262752" y="440268"/>
                  </a:lnTo>
                  <a:lnTo>
                    <a:pt x="263218" y="441658"/>
                  </a:lnTo>
                  <a:lnTo>
                    <a:pt x="256877" y="444436"/>
                  </a:lnTo>
                  <a:lnTo>
                    <a:pt x="248381" y="446926"/>
                  </a:lnTo>
                  <a:lnTo>
                    <a:pt x="243585" y="451865"/>
                  </a:lnTo>
                  <a:lnTo>
                    <a:pt x="239386" y="450987"/>
                  </a:lnTo>
                  <a:lnTo>
                    <a:pt x="239207" y="450950"/>
                  </a:lnTo>
                  <a:lnTo>
                    <a:pt x="236160" y="453289"/>
                  </a:lnTo>
                  <a:lnTo>
                    <a:pt x="235380" y="458841"/>
                  </a:lnTo>
                  <a:lnTo>
                    <a:pt x="233996" y="463378"/>
                  </a:lnTo>
                  <a:lnTo>
                    <a:pt x="237785" y="469175"/>
                  </a:lnTo>
                  <a:lnTo>
                    <a:pt x="241857" y="474882"/>
                  </a:lnTo>
                  <a:lnTo>
                    <a:pt x="241051" y="479576"/>
                  </a:lnTo>
                  <a:lnTo>
                    <a:pt x="239189" y="482547"/>
                  </a:lnTo>
                  <a:lnTo>
                    <a:pt x="238653" y="482634"/>
                  </a:lnTo>
                  <a:lnTo>
                    <a:pt x="238188" y="482710"/>
                  </a:lnTo>
                  <a:lnTo>
                    <a:pt x="235322" y="483174"/>
                  </a:lnTo>
                  <a:lnTo>
                    <a:pt x="233073" y="481983"/>
                  </a:lnTo>
                  <a:lnTo>
                    <a:pt x="229230" y="479946"/>
                  </a:lnTo>
                  <a:lnTo>
                    <a:pt x="223146" y="478241"/>
                  </a:lnTo>
                  <a:lnTo>
                    <a:pt x="218867" y="477613"/>
                  </a:lnTo>
                  <a:lnTo>
                    <a:pt x="212682" y="474718"/>
                  </a:lnTo>
                  <a:lnTo>
                    <a:pt x="205872" y="472965"/>
                  </a:lnTo>
                  <a:lnTo>
                    <a:pt x="205468" y="472915"/>
                  </a:lnTo>
                  <a:lnTo>
                    <a:pt x="200789" y="473814"/>
                  </a:lnTo>
                  <a:lnTo>
                    <a:pt x="197184" y="477469"/>
                  </a:lnTo>
                  <a:lnTo>
                    <a:pt x="194826" y="482042"/>
                  </a:lnTo>
                  <a:lnTo>
                    <a:pt x="190702" y="488534"/>
                  </a:lnTo>
                  <a:lnTo>
                    <a:pt x="190827" y="488706"/>
                  </a:lnTo>
                  <a:lnTo>
                    <a:pt x="194042" y="493119"/>
                  </a:lnTo>
                  <a:lnTo>
                    <a:pt x="194140" y="496304"/>
                  </a:lnTo>
                  <a:lnTo>
                    <a:pt x="189704" y="496194"/>
                  </a:lnTo>
                  <a:lnTo>
                    <a:pt x="185047" y="494503"/>
                  </a:lnTo>
                  <a:lnTo>
                    <a:pt x="181365" y="493778"/>
                  </a:lnTo>
                  <a:lnTo>
                    <a:pt x="177627" y="493040"/>
                  </a:lnTo>
                  <a:lnTo>
                    <a:pt x="175267" y="487934"/>
                  </a:lnTo>
                  <a:lnTo>
                    <a:pt x="169356" y="481123"/>
                  </a:lnTo>
                  <a:lnTo>
                    <a:pt x="167676" y="475521"/>
                  </a:lnTo>
                  <a:lnTo>
                    <a:pt x="166734" y="474964"/>
                  </a:lnTo>
                  <a:lnTo>
                    <a:pt x="164133" y="473423"/>
                  </a:lnTo>
                  <a:lnTo>
                    <a:pt x="165221" y="469464"/>
                  </a:lnTo>
                  <a:lnTo>
                    <a:pt x="166568" y="468429"/>
                  </a:lnTo>
                  <a:lnTo>
                    <a:pt x="169572" y="466117"/>
                  </a:lnTo>
                  <a:lnTo>
                    <a:pt x="169197" y="461590"/>
                  </a:lnTo>
                  <a:lnTo>
                    <a:pt x="165432" y="456809"/>
                  </a:lnTo>
                  <a:lnTo>
                    <a:pt x="161909" y="451608"/>
                  </a:lnTo>
                  <a:lnTo>
                    <a:pt x="162348" y="448960"/>
                  </a:lnTo>
                  <a:lnTo>
                    <a:pt x="162515" y="447950"/>
                  </a:lnTo>
                  <a:lnTo>
                    <a:pt x="162667" y="447028"/>
                  </a:lnTo>
                  <a:lnTo>
                    <a:pt x="161333" y="443191"/>
                  </a:lnTo>
                  <a:lnTo>
                    <a:pt x="159527" y="437051"/>
                  </a:lnTo>
                  <a:lnTo>
                    <a:pt x="154433" y="435275"/>
                  </a:lnTo>
                  <a:lnTo>
                    <a:pt x="148740" y="432786"/>
                  </a:lnTo>
                  <a:lnTo>
                    <a:pt x="147029" y="429706"/>
                  </a:lnTo>
                  <a:lnTo>
                    <a:pt x="146200" y="428213"/>
                  </a:lnTo>
                  <a:lnTo>
                    <a:pt x="139860" y="425365"/>
                  </a:lnTo>
                  <a:lnTo>
                    <a:pt x="134584" y="421657"/>
                  </a:lnTo>
                  <a:lnTo>
                    <a:pt x="129917" y="425193"/>
                  </a:lnTo>
                  <a:lnTo>
                    <a:pt x="129136" y="424448"/>
                  </a:lnTo>
                  <a:lnTo>
                    <a:pt x="125897" y="421356"/>
                  </a:lnTo>
                  <a:lnTo>
                    <a:pt x="126764" y="417025"/>
                  </a:lnTo>
                  <a:lnTo>
                    <a:pt x="123028" y="417162"/>
                  </a:lnTo>
                  <a:lnTo>
                    <a:pt x="117556" y="413788"/>
                  </a:lnTo>
                  <a:lnTo>
                    <a:pt x="114095" y="411070"/>
                  </a:lnTo>
                  <a:lnTo>
                    <a:pt x="108349" y="408475"/>
                  </a:lnTo>
                  <a:lnTo>
                    <a:pt x="107256" y="407980"/>
                  </a:lnTo>
                  <a:lnTo>
                    <a:pt x="104580" y="405320"/>
                  </a:lnTo>
                  <a:lnTo>
                    <a:pt x="99251" y="401152"/>
                  </a:lnTo>
                  <a:lnTo>
                    <a:pt x="95856" y="396671"/>
                  </a:lnTo>
                  <a:lnTo>
                    <a:pt x="94431" y="389089"/>
                  </a:lnTo>
                  <a:lnTo>
                    <a:pt x="95481" y="384136"/>
                  </a:lnTo>
                  <a:lnTo>
                    <a:pt x="96044" y="383225"/>
                  </a:lnTo>
                  <a:lnTo>
                    <a:pt x="99090" y="378295"/>
                  </a:lnTo>
                  <a:lnTo>
                    <a:pt x="99736" y="373088"/>
                  </a:lnTo>
                  <a:lnTo>
                    <a:pt x="100223" y="371053"/>
                  </a:lnTo>
                  <a:lnTo>
                    <a:pt x="100499" y="369897"/>
                  </a:lnTo>
                  <a:lnTo>
                    <a:pt x="100803" y="368625"/>
                  </a:lnTo>
                  <a:lnTo>
                    <a:pt x="104574" y="362228"/>
                  </a:lnTo>
                  <a:lnTo>
                    <a:pt x="104317" y="357941"/>
                  </a:lnTo>
                  <a:lnTo>
                    <a:pt x="103096" y="355632"/>
                  </a:lnTo>
                  <a:lnTo>
                    <a:pt x="101711" y="352366"/>
                  </a:lnTo>
                  <a:lnTo>
                    <a:pt x="104234" y="347914"/>
                  </a:lnTo>
                  <a:lnTo>
                    <a:pt x="107241" y="344606"/>
                  </a:lnTo>
                  <a:lnTo>
                    <a:pt x="107110" y="340740"/>
                  </a:lnTo>
                  <a:lnTo>
                    <a:pt x="101381" y="337772"/>
                  </a:lnTo>
                  <a:lnTo>
                    <a:pt x="98504" y="336279"/>
                  </a:lnTo>
                  <a:lnTo>
                    <a:pt x="95268" y="335907"/>
                  </a:lnTo>
                  <a:lnTo>
                    <a:pt x="93709" y="335727"/>
                  </a:lnTo>
                  <a:lnTo>
                    <a:pt x="86719" y="333280"/>
                  </a:lnTo>
                  <a:lnTo>
                    <a:pt x="82938" y="333597"/>
                  </a:lnTo>
                  <a:lnTo>
                    <a:pt x="81785" y="333693"/>
                  </a:lnTo>
                  <a:lnTo>
                    <a:pt x="80066" y="338469"/>
                  </a:lnTo>
                  <a:lnTo>
                    <a:pt x="76641" y="342391"/>
                  </a:lnTo>
                  <a:lnTo>
                    <a:pt x="73887" y="342325"/>
                  </a:lnTo>
                  <a:lnTo>
                    <a:pt x="69228" y="338827"/>
                  </a:lnTo>
                  <a:lnTo>
                    <a:pt x="68796" y="337590"/>
                  </a:lnTo>
                  <a:lnTo>
                    <a:pt x="67322" y="333359"/>
                  </a:lnTo>
                  <a:lnTo>
                    <a:pt x="64126" y="327497"/>
                  </a:lnTo>
                  <a:lnTo>
                    <a:pt x="65911" y="323146"/>
                  </a:lnTo>
                  <a:lnTo>
                    <a:pt x="63612" y="318929"/>
                  </a:lnTo>
                  <a:lnTo>
                    <a:pt x="61880" y="312602"/>
                  </a:lnTo>
                  <a:lnTo>
                    <a:pt x="61128" y="309855"/>
                  </a:lnTo>
                  <a:lnTo>
                    <a:pt x="52851" y="303252"/>
                  </a:lnTo>
                  <a:lnTo>
                    <a:pt x="45839" y="298770"/>
                  </a:lnTo>
                  <a:lnTo>
                    <a:pt x="45682" y="298670"/>
                  </a:lnTo>
                  <a:lnTo>
                    <a:pt x="38399" y="295225"/>
                  </a:lnTo>
                  <a:lnTo>
                    <a:pt x="36214" y="291350"/>
                  </a:lnTo>
                  <a:lnTo>
                    <a:pt x="33375" y="287736"/>
                  </a:lnTo>
                  <a:lnTo>
                    <a:pt x="30058" y="287461"/>
                  </a:lnTo>
                  <a:lnTo>
                    <a:pt x="27885" y="283584"/>
                  </a:lnTo>
                  <a:lnTo>
                    <a:pt x="27244" y="283096"/>
                  </a:lnTo>
                  <a:lnTo>
                    <a:pt x="20326" y="277823"/>
                  </a:lnTo>
                  <a:lnTo>
                    <a:pt x="18141" y="276234"/>
                  </a:lnTo>
                  <a:lnTo>
                    <a:pt x="13570" y="272905"/>
                  </a:lnTo>
                  <a:lnTo>
                    <a:pt x="13522" y="270268"/>
                  </a:lnTo>
                  <a:lnTo>
                    <a:pt x="13475" y="267708"/>
                  </a:lnTo>
                  <a:lnTo>
                    <a:pt x="10729" y="265008"/>
                  </a:lnTo>
                  <a:lnTo>
                    <a:pt x="7936" y="263129"/>
                  </a:lnTo>
                  <a:lnTo>
                    <a:pt x="7873" y="257600"/>
                  </a:lnTo>
                  <a:lnTo>
                    <a:pt x="6987" y="254250"/>
                  </a:lnTo>
                  <a:lnTo>
                    <a:pt x="3187" y="248157"/>
                  </a:lnTo>
                  <a:lnTo>
                    <a:pt x="1760" y="243062"/>
                  </a:lnTo>
                  <a:lnTo>
                    <a:pt x="0" y="2350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40983" y="3343282"/>
              <a:ext cx="221582" cy="383616"/>
            </a:xfrm>
            <a:custGeom>
              <a:avLst/>
              <a:pathLst>
                <a:path w="221582" h="383616">
                  <a:moveTo>
                    <a:pt x="11661" y="377068"/>
                  </a:moveTo>
                  <a:lnTo>
                    <a:pt x="12651" y="374683"/>
                  </a:lnTo>
                  <a:lnTo>
                    <a:pt x="13520" y="368314"/>
                  </a:lnTo>
                  <a:lnTo>
                    <a:pt x="11697" y="362394"/>
                  </a:lnTo>
                  <a:lnTo>
                    <a:pt x="14304" y="359791"/>
                  </a:lnTo>
                  <a:lnTo>
                    <a:pt x="15604" y="355624"/>
                  </a:lnTo>
                  <a:lnTo>
                    <a:pt x="17375" y="350723"/>
                  </a:lnTo>
                  <a:lnTo>
                    <a:pt x="13502" y="347183"/>
                  </a:lnTo>
                  <a:lnTo>
                    <a:pt x="13501" y="344282"/>
                  </a:lnTo>
                  <a:lnTo>
                    <a:pt x="13501" y="343645"/>
                  </a:lnTo>
                  <a:lnTo>
                    <a:pt x="17278" y="340302"/>
                  </a:lnTo>
                  <a:lnTo>
                    <a:pt x="22069" y="336138"/>
                  </a:lnTo>
                  <a:lnTo>
                    <a:pt x="24863" y="330033"/>
                  </a:lnTo>
                  <a:lnTo>
                    <a:pt x="26259" y="325528"/>
                  </a:lnTo>
                  <a:lnTo>
                    <a:pt x="26744" y="323959"/>
                  </a:lnTo>
                  <a:lnTo>
                    <a:pt x="28051" y="319798"/>
                  </a:lnTo>
                  <a:lnTo>
                    <a:pt x="31754" y="316377"/>
                  </a:lnTo>
                  <a:lnTo>
                    <a:pt x="30947" y="313885"/>
                  </a:lnTo>
                  <a:lnTo>
                    <a:pt x="31478" y="311518"/>
                  </a:lnTo>
                  <a:lnTo>
                    <a:pt x="31933" y="309491"/>
                  </a:lnTo>
                  <a:lnTo>
                    <a:pt x="32508" y="304839"/>
                  </a:lnTo>
                  <a:lnTo>
                    <a:pt x="37125" y="300728"/>
                  </a:lnTo>
                  <a:lnTo>
                    <a:pt x="39301" y="293217"/>
                  </a:lnTo>
                  <a:lnTo>
                    <a:pt x="36894" y="287419"/>
                  </a:lnTo>
                  <a:lnTo>
                    <a:pt x="35646" y="285287"/>
                  </a:lnTo>
                  <a:lnTo>
                    <a:pt x="34534" y="283384"/>
                  </a:lnTo>
                  <a:lnTo>
                    <a:pt x="35424" y="280532"/>
                  </a:lnTo>
                  <a:lnTo>
                    <a:pt x="35475" y="280368"/>
                  </a:lnTo>
                  <a:lnTo>
                    <a:pt x="34546" y="274754"/>
                  </a:lnTo>
                  <a:lnTo>
                    <a:pt x="30806" y="272661"/>
                  </a:lnTo>
                  <a:lnTo>
                    <a:pt x="30555" y="267711"/>
                  </a:lnTo>
                  <a:lnTo>
                    <a:pt x="26420" y="264347"/>
                  </a:lnTo>
                  <a:lnTo>
                    <a:pt x="24844" y="259568"/>
                  </a:lnTo>
                  <a:lnTo>
                    <a:pt x="24593" y="258807"/>
                  </a:lnTo>
                  <a:lnTo>
                    <a:pt x="28333" y="254265"/>
                  </a:lnTo>
                  <a:lnTo>
                    <a:pt x="26765" y="251248"/>
                  </a:lnTo>
                  <a:lnTo>
                    <a:pt x="26531" y="250214"/>
                  </a:lnTo>
                  <a:lnTo>
                    <a:pt x="25480" y="245578"/>
                  </a:lnTo>
                  <a:lnTo>
                    <a:pt x="26628" y="242946"/>
                  </a:lnTo>
                  <a:lnTo>
                    <a:pt x="29686" y="241806"/>
                  </a:lnTo>
                  <a:lnTo>
                    <a:pt x="28159" y="231151"/>
                  </a:lnTo>
                  <a:lnTo>
                    <a:pt x="28059" y="230473"/>
                  </a:lnTo>
                  <a:lnTo>
                    <a:pt x="26369" y="219062"/>
                  </a:lnTo>
                  <a:lnTo>
                    <a:pt x="25621" y="214017"/>
                  </a:lnTo>
                  <a:lnTo>
                    <a:pt x="22879" y="194883"/>
                  </a:lnTo>
                  <a:lnTo>
                    <a:pt x="21258" y="183603"/>
                  </a:lnTo>
                  <a:lnTo>
                    <a:pt x="20688" y="179458"/>
                  </a:lnTo>
                  <a:lnTo>
                    <a:pt x="19610" y="171622"/>
                  </a:lnTo>
                  <a:lnTo>
                    <a:pt x="18368" y="162610"/>
                  </a:lnTo>
                  <a:lnTo>
                    <a:pt x="15680" y="142738"/>
                  </a:lnTo>
                  <a:lnTo>
                    <a:pt x="15510" y="141478"/>
                  </a:lnTo>
                  <a:lnTo>
                    <a:pt x="14983" y="137597"/>
                  </a:lnTo>
                  <a:lnTo>
                    <a:pt x="12412" y="119923"/>
                  </a:lnTo>
                  <a:lnTo>
                    <a:pt x="10382" y="106002"/>
                  </a:lnTo>
                  <a:lnTo>
                    <a:pt x="8876" y="95941"/>
                  </a:lnTo>
                  <a:lnTo>
                    <a:pt x="8685" y="94669"/>
                  </a:lnTo>
                  <a:lnTo>
                    <a:pt x="6855" y="82281"/>
                  </a:lnTo>
                  <a:lnTo>
                    <a:pt x="5141" y="70696"/>
                  </a:lnTo>
                  <a:lnTo>
                    <a:pt x="3002" y="55586"/>
                  </a:lnTo>
                  <a:lnTo>
                    <a:pt x="2261" y="50366"/>
                  </a:lnTo>
                  <a:lnTo>
                    <a:pt x="0" y="34691"/>
                  </a:lnTo>
                  <a:lnTo>
                    <a:pt x="3934" y="37270"/>
                  </a:lnTo>
                  <a:lnTo>
                    <a:pt x="7311" y="35370"/>
                  </a:lnTo>
                  <a:lnTo>
                    <a:pt x="11364" y="40004"/>
                  </a:lnTo>
                  <a:lnTo>
                    <a:pt x="18257" y="39752"/>
                  </a:lnTo>
                  <a:lnTo>
                    <a:pt x="20668" y="38605"/>
                  </a:lnTo>
                  <a:lnTo>
                    <a:pt x="26698" y="35729"/>
                  </a:lnTo>
                  <a:lnTo>
                    <a:pt x="32746" y="32578"/>
                  </a:lnTo>
                  <a:lnTo>
                    <a:pt x="38361" y="27918"/>
                  </a:lnTo>
                  <a:lnTo>
                    <a:pt x="39760" y="26754"/>
                  </a:lnTo>
                  <a:lnTo>
                    <a:pt x="44782" y="22948"/>
                  </a:lnTo>
                  <a:lnTo>
                    <a:pt x="52916" y="21654"/>
                  </a:lnTo>
                  <a:lnTo>
                    <a:pt x="56791" y="21033"/>
                  </a:lnTo>
                  <a:lnTo>
                    <a:pt x="64312" y="19795"/>
                  </a:lnTo>
                  <a:lnTo>
                    <a:pt x="65769" y="19554"/>
                  </a:lnTo>
                  <a:lnTo>
                    <a:pt x="83651" y="16500"/>
                  </a:lnTo>
                  <a:lnTo>
                    <a:pt x="94259" y="14716"/>
                  </a:lnTo>
                  <a:lnTo>
                    <a:pt x="111846" y="11710"/>
                  </a:lnTo>
                  <a:lnTo>
                    <a:pt x="120367" y="10188"/>
                  </a:lnTo>
                  <a:lnTo>
                    <a:pt x="144152" y="5865"/>
                  </a:lnTo>
                  <a:lnTo>
                    <a:pt x="147990" y="5157"/>
                  </a:lnTo>
                  <a:lnTo>
                    <a:pt x="150322" y="4727"/>
                  </a:lnTo>
                  <a:lnTo>
                    <a:pt x="174343" y="235"/>
                  </a:lnTo>
                  <a:lnTo>
                    <a:pt x="175586" y="0"/>
                  </a:lnTo>
                  <a:lnTo>
                    <a:pt x="176589" y="5605"/>
                  </a:lnTo>
                  <a:lnTo>
                    <a:pt x="179285" y="20090"/>
                  </a:lnTo>
                  <a:lnTo>
                    <a:pt x="180973" y="29176"/>
                  </a:lnTo>
                  <a:lnTo>
                    <a:pt x="181261" y="30726"/>
                  </a:lnTo>
                  <a:lnTo>
                    <a:pt x="183453" y="42723"/>
                  </a:lnTo>
                  <a:lnTo>
                    <a:pt x="183745" y="44327"/>
                  </a:lnTo>
                  <a:lnTo>
                    <a:pt x="185833" y="55781"/>
                  </a:lnTo>
                  <a:lnTo>
                    <a:pt x="187930" y="67313"/>
                  </a:lnTo>
                  <a:lnTo>
                    <a:pt x="188989" y="73148"/>
                  </a:lnTo>
                  <a:lnTo>
                    <a:pt x="192066" y="90130"/>
                  </a:lnTo>
                  <a:lnTo>
                    <a:pt x="194479" y="103758"/>
                  </a:lnTo>
                  <a:lnTo>
                    <a:pt x="195567" y="109912"/>
                  </a:lnTo>
                  <a:lnTo>
                    <a:pt x="197781" y="122955"/>
                  </a:lnTo>
                  <a:lnTo>
                    <a:pt x="198391" y="126693"/>
                  </a:lnTo>
                  <a:lnTo>
                    <a:pt x="200245" y="138075"/>
                  </a:lnTo>
                  <a:lnTo>
                    <a:pt x="201285" y="144467"/>
                  </a:lnTo>
                  <a:lnTo>
                    <a:pt x="202768" y="153411"/>
                  </a:lnTo>
                  <a:lnTo>
                    <a:pt x="204045" y="161130"/>
                  </a:lnTo>
                  <a:lnTo>
                    <a:pt x="206798" y="177797"/>
                  </a:lnTo>
                  <a:lnTo>
                    <a:pt x="209134" y="191696"/>
                  </a:lnTo>
                  <a:lnTo>
                    <a:pt x="209805" y="195699"/>
                  </a:lnTo>
                  <a:lnTo>
                    <a:pt x="211714" y="207094"/>
                  </a:lnTo>
                  <a:lnTo>
                    <a:pt x="212943" y="214679"/>
                  </a:lnTo>
                  <a:lnTo>
                    <a:pt x="214048" y="221504"/>
                  </a:lnTo>
                  <a:lnTo>
                    <a:pt x="215905" y="232142"/>
                  </a:lnTo>
                  <a:lnTo>
                    <a:pt x="213592" y="235038"/>
                  </a:lnTo>
                  <a:lnTo>
                    <a:pt x="211525" y="237741"/>
                  </a:lnTo>
                  <a:lnTo>
                    <a:pt x="213167" y="239345"/>
                  </a:lnTo>
                  <a:lnTo>
                    <a:pt x="215523" y="241645"/>
                  </a:lnTo>
                  <a:lnTo>
                    <a:pt x="217258" y="244882"/>
                  </a:lnTo>
                  <a:lnTo>
                    <a:pt x="214835" y="249039"/>
                  </a:lnTo>
                  <a:lnTo>
                    <a:pt x="215841" y="249444"/>
                  </a:lnTo>
                  <a:lnTo>
                    <a:pt x="218378" y="250465"/>
                  </a:lnTo>
                  <a:lnTo>
                    <a:pt x="221582" y="251226"/>
                  </a:lnTo>
                  <a:lnTo>
                    <a:pt x="221102" y="253390"/>
                  </a:lnTo>
                  <a:lnTo>
                    <a:pt x="220924" y="254190"/>
                  </a:lnTo>
                  <a:lnTo>
                    <a:pt x="221255" y="259958"/>
                  </a:lnTo>
                  <a:lnTo>
                    <a:pt x="218214" y="260149"/>
                  </a:lnTo>
                  <a:lnTo>
                    <a:pt x="211252" y="262533"/>
                  </a:lnTo>
                  <a:lnTo>
                    <a:pt x="207584" y="264965"/>
                  </a:lnTo>
                  <a:lnTo>
                    <a:pt x="204392" y="267077"/>
                  </a:lnTo>
                  <a:lnTo>
                    <a:pt x="200001" y="272034"/>
                  </a:lnTo>
                  <a:lnTo>
                    <a:pt x="197377" y="273214"/>
                  </a:lnTo>
                  <a:lnTo>
                    <a:pt x="196249" y="272532"/>
                  </a:lnTo>
                  <a:lnTo>
                    <a:pt x="193378" y="270793"/>
                  </a:lnTo>
                  <a:lnTo>
                    <a:pt x="190610" y="269609"/>
                  </a:lnTo>
                  <a:lnTo>
                    <a:pt x="186827" y="270861"/>
                  </a:lnTo>
                  <a:lnTo>
                    <a:pt x="186278" y="271043"/>
                  </a:lnTo>
                  <a:lnTo>
                    <a:pt x="182212" y="271581"/>
                  </a:lnTo>
                  <a:lnTo>
                    <a:pt x="179260" y="274142"/>
                  </a:lnTo>
                  <a:lnTo>
                    <a:pt x="180732" y="278747"/>
                  </a:lnTo>
                  <a:lnTo>
                    <a:pt x="181793" y="284053"/>
                  </a:lnTo>
                  <a:lnTo>
                    <a:pt x="182291" y="285046"/>
                  </a:lnTo>
                  <a:lnTo>
                    <a:pt x="183946" y="288348"/>
                  </a:lnTo>
                  <a:lnTo>
                    <a:pt x="183079" y="290521"/>
                  </a:lnTo>
                  <a:lnTo>
                    <a:pt x="180562" y="292753"/>
                  </a:lnTo>
                  <a:lnTo>
                    <a:pt x="179412" y="296182"/>
                  </a:lnTo>
                  <a:lnTo>
                    <a:pt x="173614" y="298801"/>
                  </a:lnTo>
                  <a:lnTo>
                    <a:pt x="171785" y="302128"/>
                  </a:lnTo>
                  <a:lnTo>
                    <a:pt x="171464" y="305666"/>
                  </a:lnTo>
                  <a:lnTo>
                    <a:pt x="171168" y="308910"/>
                  </a:lnTo>
                  <a:lnTo>
                    <a:pt x="169293" y="313505"/>
                  </a:lnTo>
                  <a:lnTo>
                    <a:pt x="165081" y="316720"/>
                  </a:lnTo>
                  <a:lnTo>
                    <a:pt x="161964" y="316354"/>
                  </a:lnTo>
                  <a:lnTo>
                    <a:pt x="160414" y="316170"/>
                  </a:lnTo>
                  <a:lnTo>
                    <a:pt x="159415" y="320227"/>
                  </a:lnTo>
                  <a:lnTo>
                    <a:pt x="156365" y="325364"/>
                  </a:lnTo>
                  <a:lnTo>
                    <a:pt x="156406" y="326126"/>
                  </a:lnTo>
                  <a:lnTo>
                    <a:pt x="156734" y="332258"/>
                  </a:lnTo>
                  <a:lnTo>
                    <a:pt x="156701" y="339670"/>
                  </a:lnTo>
                  <a:lnTo>
                    <a:pt x="154880" y="341216"/>
                  </a:lnTo>
                  <a:lnTo>
                    <a:pt x="153371" y="342496"/>
                  </a:lnTo>
                  <a:lnTo>
                    <a:pt x="152078" y="343825"/>
                  </a:lnTo>
                  <a:lnTo>
                    <a:pt x="149892" y="346069"/>
                  </a:lnTo>
                  <a:lnTo>
                    <a:pt x="145079" y="343421"/>
                  </a:lnTo>
                  <a:lnTo>
                    <a:pt x="137306" y="343566"/>
                  </a:lnTo>
                  <a:lnTo>
                    <a:pt x="131308" y="337686"/>
                  </a:lnTo>
                  <a:lnTo>
                    <a:pt x="127723" y="333891"/>
                  </a:lnTo>
                  <a:lnTo>
                    <a:pt x="123510" y="336636"/>
                  </a:lnTo>
                  <a:lnTo>
                    <a:pt x="120807" y="340482"/>
                  </a:lnTo>
                  <a:lnTo>
                    <a:pt x="118752" y="344459"/>
                  </a:lnTo>
                  <a:lnTo>
                    <a:pt x="117677" y="344865"/>
                  </a:lnTo>
                  <a:lnTo>
                    <a:pt x="115429" y="345712"/>
                  </a:lnTo>
                  <a:lnTo>
                    <a:pt x="116133" y="351888"/>
                  </a:lnTo>
                  <a:lnTo>
                    <a:pt x="118090" y="357432"/>
                  </a:lnTo>
                  <a:lnTo>
                    <a:pt x="111812" y="358109"/>
                  </a:lnTo>
                  <a:lnTo>
                    <a:pt x="111466" y="363001"/>
                  </a:lnTo>
                  <a:lnTo>
                    <a:pt x="109138" y="362297"/>
                  </a:lnTo>
                  <a:lnTo>
                    <a:pt x="108276" y="362036"/>
                  </a:lnTo>
                  <a:lnTo>
                    <a:pt x="103572" y="360708"/>
                  </a:lnTo>
                  <a:lnTo>
                    <a:pt x="98762" y="355752"/>
                  </a:lnTo>
                  <a:lnTo>
                    <a:pt x="96105" y="352534"/>
                  </a:lnTo>
                  <a:lnTo>
                    <a:pt x="95936" y="352658"/>
                  </a:lnTo>
                  <a:lnTo>
                    <a:pt x="91980" y="355558"/>
                  </a:lnTo>
                  <a:lnTo>
                    <a:pt x="88873" y="359262"/>
                  </a:lnTo>
                  <a:lnTo>
                    <a:pt x="85550" y="360618"/>
                  </a:lnTo>
                  <a:lnTo>
                    <a:pt x="83384" y="361500"/>
                  </a:lnTo>
                  <a:lnTo>
                    <a:pt x="81700" y="365764"/>
                  </a:lnTo>
                  <a:lnTo>
                    <a:pt x="81288" y="370094"/>
                  </a:lnTo>
                  <a:lnTo>
                    <a:pt x="78753" y="375852"/>
                  </a:lnTo>
                  <a:lnTo>
                    <a:pt x="76049" y="372723"/>
                  </a:lnTo>
                  <a:lnTo>
                    <a:pt x="72681" y="370190"/>
                  </a:lnTo>
                  <a:lnTo>
                    <a:pt x="67168" y="368719"/>
                  </a:lnTo>
                  <a:lnTo>
                    <a:pt x="66022" y="368170"/>
                  </a:lnTo>
                  <a:lnTo>
                    <a:pt x="63474" y="366950"/>
                  </a:lnTo>
                  <a:lnTo>
                    <a:pt x="61379" y="365944"/>
                  </a:lnTo>
                  <a:lnTo>
                    <a:pt x="54939" y="363659"/>
                  </a:lnTo>
                  <a:lnTo>
                    <a:pt x="52999" y="364931"/>
                  </a:lnTo>
                  <a:lnTo>
                    <a:pt x="50572" y="366521"/>
                  </a:lnTo>
                  <a:lnTo>
                    <a:pt x="46031" y="366741"/>
                  </a:lnTo>
                  <a:lnTo>
                    <a:pt x="42412" y="369669"/>
                  </a:lnTo>
                  <a:lnTo>
                    <a:pt x="41786" y="373959"/>
                  </a:lnTo>
                  <a:lnTo>
                    <a:pt x="37886" y="374184"/>
                  </a:lnTo>
                  <a:lnTo>
                    <a:pt x="35381" y="372129"/>
                  </a:lnTo>
                  <a:lnTo>
                    <a:pt x="34548" y="371446"/>
                  </a:lnTo>
                  <a:lnTo>
                    <a:pt x="28927" y="373787"/>
                  </a:lnTo>
                  <a:lnTo>
                    <a:pt x="23923" y="370425"/>
                  </a:lnTo>
                  <a:lnTo>
                    <a:pt x="20684" y="372073"/>
                  </a:lnTo>
                  <a:lnTo>
                    <a:pt x="20531" y="372837"/>
                  </a:lnTo>
                  <a:lnTo>
                    <a:pt x="19996" y="375504"/>
                  </a:lnTo>
                  <a:lnTo>
                    <a:pt x="22998" y="379796"/>
                  </a:lnTo>
                  <a:lnTo>
                    <a:pt x="21116" y="382581"/>
                  </a:lnTo>
                  <a:lnTo>
                    <a:pt x="18830" y="383616"/>
                  </a:lnTo>
                  <a:lnTo>
                    <a:pt x="14630" y="382672"/>
                  </a:lnTo>
                  <a:lnTo>
                    <a:pt x="11241" y="3780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36264" y="3638002"/>
              <a:ext cx="525483" cy="273910"/>
            </a:xfrm>
            <a:custGeom>
              <a:avLst/>
              <a:pathLst>
                <a:path w="525483" h="273910">
                  <a:moveTo>
                    <a:pt x="5484" y="7015"/>
                  </a:moveTo>
                  <a:lnTo>
                    <a:pt x="20372" y="7377"/>
                  </a:lnTo>
                  <a:lnTo>
                    <a:pt x="40029" y="7806"/>
                  </a:lnTo>
                  <a:lnTo>
                    <a:pt x="48930" y="7967"/>
                  </a:lnTo>
                  <a:lnTo>
                    <a:pt x="54829" y="8066"/>
                  </a:lnTo>
                  <a:lnTo>
                    <a:pt x="56867" y="8099"/>
                  </a:lnTo>
                  <a:lnTo>
                    <a:pt x="72714" y="8347"/>
                  </a:lnTo>
                  <a:lnTo>
                    <a:pt x="93162" y="8572"/>
                  </a:lnTo>
                  <a:lnTo>
                    <a:pt x="94519" y="8587"/>
                  </a:lnTo>
                  <a:lnTo>
                    <a:pt x="112276" y="8763"/>
                  </a:lnTo>
                  <a:lnTo>
                    <a:pt x="131501" y="8856"/>
                  </a:lnTo>
                  <a:lnTo>
                    <a:pt x="132572" y="8859"/>
                  </a:lnTo>
                  <a:lnTo>
                    <a:pt x="157289" y="8873"/>
                  </a:lnTo>
                  <a:lnTo>
                    <a:pt x="169847" y="8798"/>
                  </a:lnTo>
                  <a:lnTo>
                    <a:pt x="170045" y="8796"/>
                  </a:lnTo>
                  <a:lnTo>
                    <a:pt x="178424" y="8730"/>
                  </a:lnTo>
                  <a:lnTo>
                    <a:pt x="200309" y="8548"/>
                  </a:lnTo>
                  <a:lnTo>
                    <a:pt x="206653" y="8480"/>
                  </a:lnTo>
                  <a:lnTo>
                    <a:pt x="207913" y="8465"/>
                  </a:lnTo>
                  <a:lnTo>
                    <a:pt x="231016" y="8140"/>
                  </a:lnTo>
                  <a:lnTo>
                    <a:pt x="238653" y="8012"/>
                  </a:lnTo>
                  <a:lnTo>
                    <a:pt x="246066" y="7885"/>
                  </a:lnTo>
                  <a:lnTo>
                    <a:pt x="261692" y="7584"/>
                  </a:lnTo>
                  <a:lnTo>
                    <a:pt x="275117" y="7292"/>
                  </a:lnTo>
                  <a:lnTo>
                    <a:pt x="284895" y="7062"/>
                  </a:lnTo>
                  <a:lnTo>
                    <a:pt x="292375" y="6874"/>
                  </a:lnTo>
                  <a:lnTo>
                    <a:pt x="295382" y="6796"/>
                  </a:lnTo>
                  <a:lnTo>
                    <a:pt x="319878" y="6100"/>
                  </a:lnTo>
                  <a:lnTo>
                    <a:pt x="323039" y="6006"/>
                  </a:lnTo>
                  <a:lnTo>
                    <a:pt x="347444" y="5219"/>
                  </a:lnTo>
                  <a:lnTo>
                    <a:pt x="353730" y="4989"/>
                  </a:lnTo>
                  <a:lnTo>
                    <a:pt x="356617" y="4881"/>
                  </a:lnTo>
                  <a:lnTo>
                    <a:pt x="361229" y="4713"/>
                  </a:lnTo>
                  <a:lnTo>
                    <a:pt x="383986" y="3824"/>
                  </a:lnTo>
                  <a:lnTo>
                    <a:pt x="384408" y="3806"/>
                  </a:lnTo>
                  <a:lnTo>
                    <a:pt x="399621" y="3159"/>
                  </a:lnTo>
                  <a:lnTo>
                    <a:pt x="405367" y="2912"/>
                  </a:lnTo>
                  <a:lnTo>
                    <a:pt x="414190" y="2476"/>
                  </a:lnTo>
                  <a:lnTo>
                    <a:pt x="415099" y="2433"/>
                  </a:lnTo>
                  <a:lnTo>
                    <a:pt x="430174" y="1707"/>
                  </a:lnTo>
                  <a:lnTo>
                    <a:pt x="430413" y="1695"/>
                  </a:lnTo>
                  <a:lnTo>
                    <a:pt x="460524" y="118"/>
                  </a:lnTo>
                  <a:lnTo>
                    <a:pt x="462664" y="0"/>
                  </a:lnTo>
                  <a:lnTo>
                    <a:pt x="468162" y="4663"/>
                  </a:lnTo>
                  <a:lnTo>
                    <a:pt x="474408" y="8583"/>
                  </a:lnTo>
                  <a:lnTo>
                    <a:pt x="478706" y="11314"/>
                  </a:lnTo>
                  <a:lnTo>
                    <a:pt x="482784" y="7912"/>
                  </a:lnTo>
                  <a:lnTo>
                    <a:pt x="484497" y="7703"/>
                  </a:lnTo>
                  <a:lnTo>
                    <a:pt x="487322" y="7357"/>
                  </a:lnTo>
                  <a:lnTo>
                    <a:pt x="489011" y="9396"/>
                  </a:lnTo>
                  <a:lnTo>
                    <a:pt x="492646" y="13586"/>
                  </a:lnTo>
                  <a:lnTo>
                    <a:pt x="492732" y="14096"/>
                  </a:lnTo>
                  <a:lnTo>
                    <a:pt x="493436" y="18279"/>
                  </a:lnTo>
                  <a:lnTo>
                    <a:pt x="494290" y="20304"/>
                  </a:lnTo>
                  <a:lnTo>
                    <a:pt x="491777" y="22718"/>
                  </a:lnTo>
                  <a:lnTo>
                    <a:pt x="486905" y="23095"/>
                  </a:lnTo>
                  <a:lnTo>
                    <a:pt x="487076" y="26339"/>
                  </a:lnTo>
                  <a:lnTo>
                    <a:pt x="482747" y="29567"/>
                  </a:lnTo>
                  <a:lnTo>
                    <a:pt x="482496" y="33057"/>
                  </a:lnTo>
                  <a:lnTo>
                    <a:pt x="482377" y="34708"/>
                  </a:lnTo>
                  <a:lnTo>
                    <a:pt x="480458" y="36447"/>
                  </a:lnTo>
                  <a:lnTo>
                    <a:pt x="478060" y="38611"/>
                  </a:lnTo>
                  <a:lnTo>
                    <a:pt x="479671" y="40347"/>
                  </a:lnTo>
                  <a:lnTo>
                    <a:pt x="482699" y="43607"/>
                  </a:lnTo>
                  <a:lnTo>
                    <a:pt x="487589" y="48083"/>
                  </a:lnTo>
                  <a:lnTo>
                    <a:pt x="488804" y="49680"/>
                  </a:lnTo>
                  <a:lnTo>
                    <a:pt x="490219" y="51539"/>
                  </a:lnTo>
                  <a:lnTo>
                    <a:pt x="494196" y="51941"/>
                  </a:lnTo>
                  <a:lnTo>
                    <a:pt x="493245" y="58090"/>
                  </a:lnTo>
                  <a:lnTo>
                    <a:pt x="496990" y="62273"/>
                  </a:lnTo>
                  <a:lnTo>
                    <a:pt x="499306" y="64971"/>
                  </a:lnTo>
                  <a:lnTo>
                    <a:pt x="501272" y="68011"/>
                  </a:lnTo>
                  <a:lnTo>
                    <a:pt x="501822" y="68398"/>
                  </a:lnTo>
                  <a:lnTo>
                    <a:pt x="505414" y="70922"/>
                  </a:lnTo>
                  <a:lnTo>
                    <a:pt x="509558" y="69409"/>
                  </a:lnTo>
                  <a:lnTo>
                    <a:pt x="513571" y="71604"/>
                  </a:lnTo>
                  <a:lnTo>
                    <a:pt x="515083" y="71603"/>
                  </a:lnTo>
                  <a:lnTo>
                    <a:pt x="515772" y="71603"/>
                  </a:lnTo>
                  <a:lnTo>
                    <a:pt x="514941" y="75338"/>
                  </a:lnTo>
                  <a:lnTo>
                    <a:pt x="515057" y="77427"/>
                  </a:lnTo>
                  <a:lnTo>
                    <a:pt x="515281" y="81460"/>
                  </a:lnTo>
                  <a:lnTo>
                    <a:pt x="515587" y="86957"/>
                  </a:lnTo>
                  <a:lnTo>
                    <a:pt x="516271" y="98833"/>
                  </a:lnTo>
                  <a:lnTo>
                    <a:pt x="516812" y="108232"/>
                  </a:lnTo>
                  <a:lnTo>
                    <a:pt x="516824" y="108461"/>
                  </a:lnTo>
                  <a:lnTo>
                    <a:pt x="517993" y="131457"/>
                  </a:lnTo>
                  <a:lnTo>
                    <a:pt x="518476" y="139294"/>
                  </a:lnTo>
                  <a:lnTo>
                    <a:pt x="519295" y="152607"/>
                  </a:lnTo>
                  <a:lnTo>
                    <a:pt x="520153" y="168286"/>
                  </a:lnTo>
                  <a:lnTo>
                    <a:pt x="520264" y="170314"/>
                  </a:lnTo>
                  <a:lnTo>
                    <a:pt x="520501" y="174660"/>
                  </a:lnTo>
                  <a:lnTo>
                    <a:pt x="521886" y="201621"/>
                  </a:lnTo>
                  <a:lnTo>
                    <a:pt x="521935" y="202424"/>
                  </a:lnTo>
                  <a:lnTo>
                    <a:pt x="522040" y="204146"/>
                  </a:lnTo>
                  <a:lnTo>
                    <a:pt x="523347" y="225539"/>
                  </a:lnTo>
                  <a:lnTo>
                    <a:pt x="523583" y="229660"/>
                  </a:lnTo>
                  <a:lnTo>
                    <a:pt x="523713" y="231931"/>
                  </a:lnTo>
                  <a:lnTo>
                    <a:pt x="524609" y="247643"/>
                  </a:lnTo>
                  <a:lnTo>
                    <a:pt x="525170" y="256757"/>
                  </a:lnTo>
                  <a:lnTo>
                    <a:pt x="525483" y="261859"/>
                  </a:lnTo>
                  <a:lnTo>
                    <a:pt x="518786" y="262295"/>
                  </a:lnTo>
                  <a:lnTo>
                    <a:pt x="498819" y="263456"/>
                  </a:lnTo>
                  <a:lnTo>
                    <a:pt x="497948" y="263509"/>
                  </a:lnTo>
                  <a:lnTo>
                    <a:pt x="493293" y="263788"/>
                  </a:lnTo>
                  <a:lnTo>
                    <a:pt x="475690" y="264808"/>
                  </a:lnTo>
                  <a:lnTo>
                    <a:pt x="469669" y="265142"/>
                  </a:lnTo>
                  <a:lnTo>
                    <a:pt x="461562" y="265582"/>
                  </a:lnTo>
                  <a:lnTo>
                    <a:pt x="457943" y="265776"/>
                  </a:lnTo>
                  <a:lnTo>
                    <a:pt x="442871" y="266556"/>
                  </a:lnTo>
                  <a:lnTo>
                    <a:pt x="432875" y="267052"/>
                  </a:lnTo>
                  <a:lnTo>
                    <a:pt x="430318" y="267177"/>
                  </a:lnTo>
                  <a:lnTo>
                    <a:pt x="427734" y="267303"/>
                  </a:lnTo>
                  <a:lnTo>
                    <a:pt x="412403" y="268026"/>
                  </a:lnTo>
                  <a:lnTo>
                    <a:pt x="392405" y="268932"/>
                  </a:lnTo>
                  <a:lnTo>
                    <a:pt x="390616" y="269003"/>
                  </a:lnTo>
                  <a:lnTo>
                    <a:pt x="374748" y="269612"/>
                  </a:lnTo>
                  <a:lnTo>
                    <a:pt x="349922" y="270520"/>
                  </a:lnTo>
                  <a:lnTo>
                    <a:pt x="346591" y="270637"/>
                  </a:lnTo>
                  <a:lnTo>
                    <a:pt x="329803" y="271195"/>
                  </a:lnTo>
                  <a:lnTo>
                    <a:pt x="324323" y="271365"/>
                  </a:lnTo>
                  <a:lnTo>
                    <a:pt x="302637" y="271988"/>
                  </a:lnTo>
                  <a:lnTo>
                    <a:pt x="300258" y="272055"/>
                  </a:lnTo>
                  <a:lnTo>
                    <a:pt x="283053" y="272514"/>
                  </a:lnTo>
                  <a:lnTo>
                    <a:pt x="278334" y="272629"/>
                  </a:lnTo>
                  <a:lnTo>
                    <a:pt x="261684" y="273004"/>
                  </a:lnTo>
                  <a:lnTo>
                    <a:pt x="261194" y="273015"/>
                  </a:lnTo>
                  <a:lnTo>
                    <a:pt x="247698" y="273214"/>
                  </a:lnTo>
                  <a:lnTo>
                    <a:pt x="230187" y="273428"/>
                  </a:lnTo>
                  <a:lnTo>
                    <a:pt x="215431" y="273612"/>
                  </a:lnTo>
                  <a:lnTo>
                    <a:pt x="206285" y="273709"/>
                  </a:lnTo>
                  <a:lnTo>
                    <a:pt x="186628" y="273866"/>
                  </a:lnTo>
                  <a:lnTo>
                    <a:pt x="183144" y="273879"/>
                  </a:lnTo>
                  <a:lnTo>
                    <a:pt x="177131" y="273896"/>
                  </a:lnTo>
                  <a:lnTo>
                    <a:pt x="168877" y="273910"/>
                  </a:lnTo>
                  <a:lnTo>
                    <a:pt x="144972" y="273833"/>
                  </a:lnTo>
                  <a:lnTo>
                    <a:pt x="144450" y="273834"/>
                  </a:lnTo>
                  <a:lnTo>
                    <a:pt x="138295" y="273843"/>
                  </a:lnTo>
                  <a:lnTo>
                    <a:pt x="105490" y="273784"/>
                  </a:lnTo>
                  <a:lnTo>
                    <a:pt x="99779" y="273793"/>
                  </a:lnTo>
                  <a:lnTo>
                    <a:pt x="84034" y="273790"/>
                  </a:lnTo>
                  <a:lnTo>
                    <a:pt x="77672" y="273755"/>
                  </a:lnTo>
                  <a:lnTo>
                    <a:pt x="69103" y="273697"/>
                  </a:lnTo>
                  <a:lnTo>
                    <a:pt x="58832" y="273612"/>
                  </a:lnTo>
                  <a:lnTo>
                    <a:pt x="39438" y="273434"/>
                  </a:lnTo>
                  <a:lnTo>
                    <a:pt x="34485" y="273373"/>
                  </a:lnTo>
                  <a:lnTo>
                    <a:pt x="9899" y="273007"/>
                  </a:lnTo>
                  <a:lnTo>
                    <a:pt x="993" y="272847"/>
                  </a:lnTo>
                  <a:lnTo>
                    <a:pt x="0" y="272829"/>
                  </a:lnTo>
                  <a:lnTo>
                    <a:pt x="106" y="269123"/>
                  </a:lnTo>
                  <a:lnTo>
                    <a:pt x="244" y="262817"/>
                  </a:lnTo>
                  <a:lnTo>
                    <a:pt x="548" y="249438"/>
                  </a:lnTo>
                  <a:lnTo>
                    <a:pt x="812" y="237875"/>
                  </a:lnTo>
                  <a:lnTo>
                    <a:pt x="1327" y="215360"/>
                  </a:lnTo>
                  <a:lnTo>
                    <a:pt x="1488" y="208334"/>
                  </a:lnTo>
                  <a:lnTo>
                    <a:pt x="1511" y="207039"/>
                  </a:lnTo>
                  <a:lnTo>
                    <a:pt x="2107" y="173977"/>
                  </a:lnTo>
                  <a:lnTo>
                    <a:pt x="2384" y="160785"/>
                  </a:lnTo>
                  <a:lnTo>
                    <a:pt x="2396" y="160225"/>
                  </a:lnTo>
                  <a:lnTo>
                    <a:pt x="2610" y="150011"/>
                  </a:lnTo>
                  <a:lnTo>
                    <a:pt x="3042" y="129633"/>
                  </a:lnTo>
                  <a:lnTo>
                    <a:pt x="3196" y="122356"/>
                  </a:lnTo>
                  <a:lnTo>
                    <a:pt x="3854" y="91488"/>
                  </a:lnTo>
                  <a:lnTo>
                    <a:pt x="3988" y="83881"/>
                  </a:lnTo>
                  <a:lnTo>
                    <a:pt x="4364" y="62627"/>
                  </a:lnTo>
                  <a:lnTo>
                    <a:pt x="4699" y="45445"/>
                  </a:lnTo>
                  <a:lnTo>
                    <a:pt x="4709" y="44925"/>
                  </a:lnTo>
                  <a:lnTo>
                    <a:pt x="5133" y="232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091923" y="3624349"/>
              <a:ext cx="514541" cy="284954"/>
            </a:xfrm>
            <a:custGeom>
              <a:avLst/>
              <a:pathLst>
                <a:path w="514541" h="284954">
                  <a:moveTo>
                    <a:pt x="1540" y="278276"/>
                  </a:moveTo>
                  <a:lnTo>
                    <a:pt x="6217" y="278424"/>
                  </a:lnTo>
                  <a:lnTo>
                    <a:pt x="11297" y="278129"/>
                  </a:lnTo>
                  <a:lnTo>
                    <a:pt x="12741" y="272603"/>
                  </a:lnTo>
                  <a:lnTo>
                    <a:pt x="16345" y="271996"/>
                  </a:lnTo>
                  <a:lnTo>
                    <a:pt x="16532" y="271964"/>
                  </a:lnTo>
                  <a:lnTo>
                    <a:pt x="20235" y="275618"/>
                  </a:lnTo>
                  <a:lnTo>
                    <a:pt x="23962" y="275879"/>
                  </a:lnTo>
                  <a:lnTo>
                    <a:pt x="25361" y="270682"/>
                  </a:lnTo>
                  <a:lnTo>
                    <a:pt x="26747" y="268214"/>
                  </a:lnTo>
                  <a:lnTo>
                    <a:pt x="27346" y="267146"/>
                  </a:lnTo>
                  <a:lnTo>
                    <a:pt x="24171" y="262728"/>
                  </a:lnTo>
                  <a:lnTo>
                    <a:pt x="26961" y="258857"/>
                  </a:lnTo>
                  <a:lnTo>
                    <a:pt x="26712" y="256186"/>
                  </a:lnTo>
                  <a:lnTo>
                    <a:pt x="26689" y="255936"/>
                  </a:lnTo>
                  <a:lnTo>
                    <a:pt x="26655" y="250768"/>
                  </a:lnTo>
                  <a:lnTo>
                    <a:pt x="28093" y="246590"/>
                  </a:lnTo>
                  <a:lnTo>
                    <a:pt x="28749" y="241790"/>
                  </a:lnTo>
                  <a:lnTo>
                    <a:pt x="28911" y="240601"/>
                  </a:lnTo>
                  <a:lnTo>
                    <a:pt x="26266" y="238789"/>
                  </a:lnTo>
                  <a:lnTo>
                    <a:pt x="26168" y="235605"/>
                  </a:lnTo>
                  <a:lnTo>
                    <a:pt x="22952" y="231191"/>
                  </a:lnTo>
                  <a:lnTo>
                    <a:pt x="22827" y="231019"/>
                  </a:lnTo>
                  <a:lnTo>
                    <a:pt x="26951" y="224527"/>
                  </a:lnTo>
                  <a:lnTo>
                    <a:pt x="29309" y="219954"/>
                  </a:lnTo>
                  <a:lnTo>
                    <a:pt x="32915" y="216299"/>
                  </a:lnTo>
                  <a:lnTo>
                    <a:pt x="37715" y="215377"/>
                  </a:lnTo>
                  <a:lnTo>
                    <a:pt x="37998" y="215450"/>
                  </a:lnTo>
                  <a:lnTo>
                    <a:pt x="44807" y="217203"/>
                  </a:lnTo>
                  <a:lnTo>
                    <a:pt x="50993" y="220098"/>
                  </a:lnTo>
                  <a:lnTo>
                    <a:pt x="55271" y="220726"/>
                  </a:lnTo>
                  <a:lnTo>
                    <a:pt x="61356" y="222431"/>
                  </a:lnTo>
                  <a:lnTo>
                    <a:pt x="65198" y="224469"/>
                  </a:lnTo>
                  <a:lnTo>
                    <a:pt x="67448" y="225660"/>
                  </a:lnTo>
                  <a:lnTo>
                    <a:pt x="70313" y="225195"/>
                  </a:lnTo>
                  <a:lnTo>
                    <a:pt x="70779" y="225119"/>
                  </a:lnTo>
                  <a:lnTo>
                    <a:pt x="71314" y="225032"/>
                  </a:lnTo>
                  <a:lnTo>
                    <a:pt x="73176" y="222061"/>
                  </a:lnTo>
                  <a:lnTo>
                    <a:pt x="73983" y="217367"/>
                  </a:lnTo>
                  <a:lnTo>
                    <a:pt x="69911" y="211660"/>
                  </a:lnTo>
                  <a:lnTo>
                    <a:pt x="66121" y="205863"/>
                  </a:lnTo>
                  <a:lnTo>
                    <a:pt x="67505" y="201327"/>
                  </a:lnTo>
                  <a:lnTo>
                    <a:pt x="68286" y="195774"/>
                  </a:lnTo>
                  <a:lnTo>
                    <a:pt x="71333" y="193435"/>
                  </a:lnTo>
                  <a:lnTo>
                    <a:pt x="71512" y="193472"/>
                  </a:lnTo>
                  <a:lnTo>
                    <a:pt x="75713" y="194351"/>
                  </a:lnTo>
                  <a:lnTo>
                    <a:pt x="80507" y="189411"/>
                  </a:lnTo>
                  <a:lnTo>
                    <a:pt x="89003" y="186921"/>
                  </a:lnTo>
                  <a:lnTo>
                    <a:pt x="95343" y="184143"/>
                  </a:lnTo>
                  <a:lnTo>
                    <a:pt x="94878" y="182753"/>
                  </a:lnTo>
                  <a:lnTo>
                    <a:pt x="94173" y="180647"/>
                  </a:lnTo>
                  <a:lnTo>
                    <a:pt x="89535" y="177367"/>
                  </a:lnTo>
                  <a:lnTo>
                    <a:pt x="89452" y="177172"/>
                  </a:lnTo>
                  <a:lnTo>
                    <a:pt x="86615" y="170512"/>
                  </a:lnTo>
                  <a:lnTo>
                    <a:pt x="88037" y="166482"/>
                  </a:lnTo>
                  <a:lnTo>
                    <a:pt x="92541" y="161769"/>
                  </a:lnTo>
                  <a:lnTo>
                    <a:pt x="94058" y="156487"/>
                  </a:lnTo>
                  <a:lnTo>
                    <a:pt x="98258" y="157431"/>
                  </a:lnTo>
                  <a:lnTo>
                    <a:pt x="100544" y="156396"/>
                  </a:lnTo>
                  <a:lnTo>
                    <a:pt x="102426" y="153611"/>
                  </a:lnTo>
                  <a:lnTo>
                    <a:pt x="99424" y="149319"/>
                  </a:lnTo>
                  <a:lnTo>
                    <a:pt x="99959" y="146652"/>
                  </a:lnTo>
                  <a:lnTo>
                    <a:pt x="100112" y="145888"/>
                  </a:lnTo>
                  <a:lnTo>
                    <a:pt x="103351" y="144240"/>
                  </a:lnTo>
                  <a:lnTo>
                    <a:pt x="108355" y="147602"/>
                  </a:lnTo>
                  <a:lnTo>
                    <a:pt x="113976" y="145261"/>
                  </a:lnTo>
                  <a:lnTo>
                    <a:pt x="114808" y="145944"/>
                  </a:lnTo>
                  <a:lnTo>
                    <a:pt x="117314" y="147998"/>
                  </a:lnTo>
                  <a:lnTo>
                    <a:pt x="121214" y="147774"/>
                  </a:lnTo>
                  <a:lnTo>
                    <a:pt x="121840" y="143484"/>
                  </a:lnTo>
                  <a:lnTo>
                    <a:pt x="125459" y="140556"/>
                  </a:lnTo>
                  <a:lnTo>
                    <a:pt x="130000" y="140335"/>
                  </a:lnTo>
                  <a:lnTo>
                    <a:pt x="132427" y="138746"/>
                  </a:lnTo>
                  <a:lnTo>
                    <a:pt x="134367" y="137474"/>
                  </a:lnTo>
                  <a:lnTo>
                    <a:pt x="140806" y="139759"/>
                  </a:lnTo>
                  <a:lnTo>
                    <a:pt x="142902" y="140764"/>
                  </a:lnTo>
                  <a:lnTo>
                    <a:pt x="145450" y="141985"/>
                  </a:lnTo>
                  <a:lnTo>
                    <a:pt x="146595" y="142534"/>
                  </a:lnTo>
                  <a:lnTo>
                    <a:pt x="152108" y="144005"/>
                  </a:lnTo>
                  <a:lnTo>
                    <a:pt x="155477" y="146538"/>
                  </a:lnTo>
                  <a:lnTo>
                    <a:pt x="158181" y="149667"/>
                  </a:lnTo>
                  <a:lnTo>
                    <a:pt x="160716" y="143909"/>
                  </a:lnTo>
                  <a:lnTo>
                    <a:pt x="161128" y="139579"/>
                  </a:lnTo>
                  <a:lnTo>
                    <a:pt x="162812" y="135315"/>
                  </a:lnTo>
                  <a:lnTo>
                    <a:pt x="164978" y="134433"/>
                  </a:lnTo>
                  <a:lnTo>
                    <a:pt x="168301" y="133077"/>
                  </a:lnTo>
                  <a:lnTo>
                    <a:pt x="171408" y="129373"/>
                  </a:lnTo>
                  <a:lnTo>
                    <a:pt x="175364" y="126473"/>
                  </a:lnTo>
                  <a:lnTo>
                    <a:pt x="175533" y="126349"/>
                  </a:lnTo>
                  <a:lnTo>
                    <a:pt x="178190" y="129567"/>
                  </a:lnTo>
                  <a:lnTo>
                    <a:pt x="183000" y="134523"/>
                  </a:lnTo>
                  <a:lnTo>
                    <a:pt x="187704" y="135851"/>
                  </a:lnTo>
                  <a:lnTo>
                    <a:pt x="188566" y="136112"/>
                  </a:lnTo>
                  <a:lnTo>
                    <a:pt x="190894" y="136816"/>
                  </a:lnTo>
                  <a:lnTo>
                    <a:pt x="191240" y="131924"/>
                  </a:lnTo>
                  <a:lnTo>
                    <a:pt x="197518" y="131247"/>
                  </a:lnTo>
                  <a:lnTo>
                    <a:pt x="195561" y="125703"/>
                  </a:lnTo>
                  <a:lnTo>
                    <a:pt x="194857" y="119527"/>
                  </a:lnTo>
                  <a:lnTo>
                    <a:pt x="197105" y="118680"/>
                  </a:lnTo>
                  <a:lnTo>
                    <a:pt x="198180" y="118274"/>
                  </a:lnTo>
                  <a:lnTo>
                    <a:pt x="200263" y="114257"/>
                  </a:lnTo>
                  <a:lnTo>
                    <a:pt x="202938" y="110450"/>
                  </a:lnTo>
                  <a:lnTo>
                    <a:pt x="207151" y="107706"/>
                  </a:lnTo>
                  <a:lnTo>
                    <a:pt x="210736" y="111501"/>
                  </a:lnTo>
                  <a:lnTo>
                    <a:pt x="216733" y="117381"/>
                  </a:lnTo>
                  <a:lnTo>
                    <a:pt x="224507" y="117236"/>
                  </a:lnTo>
                  <a:lnTo>
                    <a:pt x="229320" y="119884"/>
                  </a:lnTo>
                  <a:lnTo>
                    <a:pt x="231506" y="117640"/>
                  </a:lnTo>
                  <a:lnTo>
                    <a:pt x="232799" y="116311"/>
                  </a:lnTo>
                  <a:lnTo>
                    <a:pt x="234308" y="115031"/>
                  </a:lnTo>
                  <a:lnTo>
                    <a:pt x="236129" y="113485"/>
                  </a:lnTo>
                  <a:lnTo>
                    <a:pt x="236162" y="106073"/>
                  </a:lnTo>
                  <a:lnTo>
                    <a:pt x="235834" y="99941"/>
                  </a:lnTo>
                  <a:lnTo>
                    <a:pt x="235793" y="99179"/>
                  </a:lnTo>
                  <a:lnTo>
                    <a:pt x="238843" y="94042"/>
                  </a:lnTo>
                  <a:lnTo>
                    <a:pt x="239842" y="89985"/>
                  </a:lnTo>
                  <a:lnTo>
                    <a:pt x="241392" y="90169"/>
                  </a:lnTo>
                  <a:lnTo>
                    <a:pt x="244509" y="90535"/>
                  </a:lnTo>
                  <a:lnTo>
                    <a:pt x="248721" y="87320"/>
                  </a:lnTo>
                  <a:lnTo>
                    <a:pt x="250596" y="82725"/>
                  </a:lnTo>
                  <a:lnTo>
                    <a:pt x="250892" y="79481"/>
                  </a:lnTo>
                  <a:lnTo>
                    <a:pt x="251213" y="75943"/>
                  </a:lnTo>
                  <a:lnTo>
                    <a:pt x="253042" y="72616"/>
                  </a:lnTo>
                  <a:lnTo>
                    <a:pt x="258840" y="69997"/>
                  </a:lnTo>
                  <a:lnTo>
                    <a:pt x="259990" y="66568"/>
                  </a:lnTo>
                  <a:lnTo>
                    <a:pt x="262514" y="64317"/>
                  </a:lnTo>
                  <a:lnTo>
                    <a:pt x="263373" y="62162"/>
                  </a:lnTo>
                  <a:lnTo>
                    <a:pt x="261718" y="58861"/>
                  </a:lnTo>
                  <a:lnTo>
                    <a:pt x="261221" y="57868"/>
                  </a:lnTo>
                  <a:lnTo>
                    <a:pt x="260160" y="52562"/>
                  </a:lnTo>
                  <a:lnTo>
                    <a:pt x="258688" y="47957"/>
                  </a:lnTo>
                  <a:lnTo>
                    <a:pt x="261640" y="45396"/>
                  </a:lnTo>
                  <a:lnTo>
                    <a:pt x="265705" y="44858"/>
                  </a:lnTo>
                  <a:lnTo>
                    <a:pt x="266255" y="44676"/>
                  </a:lnTo>
                  <a:lnTo>
                    <a:pt x="270038" y="43424"/>
                  </a:lnTo>
                  <a:lnTo>
                    <a:pt x="272806" y="44608"/>
                  </a:lnTo>
                  <a:lnTo>
                    <a:pt x="275677" y="46347"/>
                  </a:lnTo>
                  <a:lnTo>
                    <a:pt x="276804" y="47029"/>
                  </a:lnTo>
                  <a:lnTo>
                    <a:pt x="279429" y="45849"/>
                  </a:lnTo>
                  <a:lnTo>
                    <a:pt x="283820" y="40892"/>
                  </a:lnTo>
                  <a:lnTo>
                    <a:pt x="287011" y="38780"/>
                  </a:lnTo>
                  <a:lnTo>
                    <a:pt x="290680" y="36348"/>
                  </a:lnTo>
                  <a:lnTo>
                    <a:pt x="297642" y="33964"/>
                  </a:lnTo>
                  <a:lnTo>
                    <a:pt x="300683" y="33773"/>
                  </a:lnTo>
                  <a:lnTo>
                    <a:pt x="300352" y="28005"/>
                  </a:lnTo>
                  <a:lnTo>
                    <a:pt x="300530" y="27205"/>
                  </a:lnTo>
                  <a:lnTo>
                    <a:pt x="301010" y="25041"/>
                  </a:lnTo>
                  <a:lnTo>
                    <a:pt x="297806" y="24280"/>
                  </a:lnTo>
                  <a:lnTo>
                    <a:pt x="295269" y="23259"/>
                  </a:lnTo>
                  <a:lnTo>
                    <a:pt x="294262" y="22854"/>
                  </a:lnTo>
                  <a:lnTo>
                    <a:pt x="296686" y="18697"/>
                  </a:lnTo>
                  <a:lnTo>
                    <a:pt x="294951" y="15460"/>
                  </a:lnTo>
                  <a:lnTo>
                    <a:pt x="292594" y="13160"/>
                  </a:lnTo>
                  <a:lnTo>
                    <a:pt x="290953" y="11556"/>
                  </a:lnTo>
                  <a:lnTo>
                    <a:pt x="293020" y="8853"/>
                  </a:lnTo>
                  <a:lnTo>
                    <a:pt x="295333" y="5957"/>
                  </a:lnTo>
                  <a:lnTo>
                    <a:pt x="299364" y="1427"/>
                  </a:lnTo>
                  <a:lnTo>
                    <a:pt x="302058" y="2249"/>
                  </a:lnTo>
                  <a:lnTo>
                    <a:pt x="302231" y="2396"/>
                  </a:lnTo>
                  <a:lnTo>
                    <a:pt x="305063" y="4790"/>
                  </a:lnTo>
                  <a:lnTo>
                    <a:pt x="309085" y="5832"/>
                  </a:lnTo>
                  <a:lnTo>
                    <a:pt x="310114" y="6098"/>
                  </a:lnTo>
                  <a:lnTo>
                    <a:pt x="313551" y="3090"/>
                  </a:lnTo>
                  <a:lnTo>
                    <a:pt x="316495" y="2315"/>
                  </a:lnTo>
                  <a:lnTo>
                    <a:pt x="317343" y="2091"/>
                  </a:lnTo>
                  <a:lnTo>
                    <a:pt x="317981" y="678"/>
                  </a:lnTo>
                  <a:lnTo>
                    <a:pt x="319174" y="0"/>
                  </a:lnTo>
                  <a:lnTo>
                    <a:pt x="320418" y="422"/>
                  </a:lnTo>
                  <a:lnTo>
                    <a:pt x="321722" y="2927"/>
                  </a:lnTo>
                  <a:lnTo>
                    <a:pt x="324462" y="5799"/>
                  </a:lnTo>
                  <a:lnTo>
                    <a:pt x="329766" y="6490"/>
                  </a:lnTo>
                  <a:lnTo>
                    <a:pt x="330233" y="7021"/>
                  </a:lnTo>
                  <a:lnTo>
                    <a:pt x="332331" y="9408"/>
                  </a:lnTo>
                  <a:lnTo>
                    <a:pt x="333477" y="12251"/>
                  </a:lnTo>
                  <a:lnTo>
                    <a:pt x="338440" y="18097"/>
                  </a:lnTo>
                  <a:lnTo>
                    <a:pt x="338520" y="18603"/>
                  </a:lnTo>
                  <a:lnTo>
                    <a:pt x="338960" y="21412"/>
                  </a:lnTo>
                  <a:lnTo>
                    <a:pt x="339644" y="22446"/>
                  </a:lnTo>
                  <a:lnTo>
                    <a:pt x="340918" y="24374"/>
                  </a:lnTo>
                  <a:lnTo>
                    <a:pt x="346427" y="24771"/>
                  </a:lnTo>
                  <a:lnTo>
                    <a:pt x="352347" y="25252"/>
                  </a:lnTo>
                  <a:lnTo>
                    <a:pt x="357011" y="22918"/>
                  </a:lnTo>
                  <a:lnTo>
                    <a:pt x="360610" y="23342"/>
                  </a:lnTo>
                  <a:lnTo>
                    <a:pt x="362352" y="23659"/>
                  </a:lnTo>
                  <a:lnTo>
                    <a:pt x="366136" y="24344"/>
                  </a:lnTo>
                  <a:lnTo>
                    <a:pt x="367927" y="27194"/>
                  </a:lnTo>
                  <a:lnTo>
                    <a:pt x="371659" y="28295"/>
                  </a:lnTo>
                  <a:lnTo>
                    <a:pt x="373039" y="31412"/>
                  </a:lnTo>
                  <a:lnTo>
                    <a:pt x="377845" y="32273"/>
                  </a:lnTo>
                  <a:lnTo>
                    <a:pt x="379757" y="32615"/>
                  </a:lnTo>
                  <a:lnTo>
                    <a:pt x="381762" y="31146"/>
                  </a:lnTo>
                  <a:lnTo>
                    <a:pt x="382007" y="30967"/>
                  </a:lnTo>
                  <a:lnTo>
                    <a:pt x="382503" y="27599"/>
                  </a:lnTo>
                  <a:lnTo>
                    <a:pt x="388446" y="24346"/>
                  </a:lnTo>
                  <a:lnTo>
                    <a:pt x="395256" y="25930"/>
                  </a:lnTo>
                  <a:lnTo>
                    <a:pt x="399712" y="25738"/>
                  </a:lnTo>
                  <a:lnTo>
                    <a:pt x="404120" y="28348"/>
                  </a:lnTo>
                  <a:lnTo>
                    <a:pt x="406807" y="29923"/>
                  </a:lnTo>
                  <a:lnTo>
                    <a:pt x="408077" y="28404"/>
                  </a:lnTo>
                  <a:lnTo>
                    <a:pt x="409490" y="26713"/>
                  </a:lnTo>
                  <a:lnTo>
                    <a:pt x="414141" y="26510"/>
                  </a:lnTo>
                  <a:lnTo>
                    <a:pt x="416752" y="24159"/>
                  </a:lnTo>
                  <a:lnTo>
                    <a:pt x="417342" y="21186"/>
                  </a:lnTo>
                  <a:lnTo>
                    <a:pt x="421443" y="17013"/>
                  </a:lnTo>
                  <a:lnTo>
                    <a:pt x="422106" y="16099"/>
                  </a:lnTo>
                  <a:lnTo>
                    <a:pt x="423130" y="14690"/>
                  </a:lnTo>
                  <a:lnTo>
                    <a:pt x="427528" y="12571"/>
                  </a:lnTo>
                  <a:lnTo>
                    <a:pt x="430940" y="10693"/>
                  </a:lnTo>
                  <a:lnTo>
                    <a:pt x="432796" y="13723"/>
                  </a:lnTo>
                  <a:lnTo>
                    <a:pt x="433591" y="17202"/>
                  </a:lnTo>
                  <a:lnTo>
                    <a:pt x="436084" y="23375"/>
                  </a:lnTo>
                  <a:lnTo>
                    <a:pt x="439313" y="25594"/>
                  </a:lnTo>
                  <a:lnTo>
                    <a:pt x="440241" y="26231"/>
                  </a:lnTo>
                  <a:lnTo>
                    <a:pt x="445413" y="25642"/>
                  </a:lnTo>
                  <a:lnTo>
                    <a:pt x="449452" y="28604"/>
                  </a:lnTo>
                  <a:lnTo>
                    <a:pt x="450369" y="29115"/>
                  </a:lnTo>
                  <a:lnTo>
                    <a:pt x="453978" y="31125"/>
                  </a:lnTo>
                  <a:lnTo>
                    <a:pt x="456609" y="35581"/>
                  </a:lnTo>
                  <a:lnTo>
                    <a:pt x="457647" y="42339"/>
                  </a:lnTo>
                  <a:lnTo>
                    <a:pt x="459915" y="44498"/>
                  </a:lnTo>
                  <a:lnTo>
                    <a:pt x="460405" y="50491"/>
                  </a:lnTo>
                  <a:lnTo>
                    <a:pt x="460348" y="51237"/>
                  </a:lnTo>
                  <a:lnTo>
                    <a:pt x="460069" y="54882"/>
                  </a:lnTo>
                  <a:lnTo>
                    <a:pt x="459356" y="61039"/>
                  </a:lnTo>
                  <a:lnTo>
                    <a:pt x="465802" y="66175"/>
                  </a:lnTo>
                  <a:lnTo>
                    <a:pt x="473026" y="72450"/>
                  </a:lnTo>
                  <a:lnTo>
                    <a:pt x="472707" y="75995"/>
                  </a:lnTo>
                  <a:lnTo>
                    <a:pt x="472526" y="77993"/>
                  </a:lnTo>
                  <a:lnTo>
                    <a:pt x="477983" y="80867"/>
                  </a:lnTo>
                  <a:lnTo>
                    <a:pt x="479868" y="83123"/>
                  </a:lnTo>
                  <a:lnTo>
                    <a:pt x="482525" y="86299"/>
                  </a:lnTo>
                  <a:lnTo>
                    <a:pt x="486114" y="89110"/>
                  </a:lnTo>
                  <a:lnTo>
                    <a:pt x="486853" y="90427"/>
                  </a:lnTo>
                  <a:lnTo>
                    <a:pt x="489567" y="95268"/>
                  </a:lnTo>
                  <a:lnTo>
                    <a:pt x="494919" y="97109"/>
                  </a:lnTo>
                  <a:lnTo>
                    <a:pt x="501703" y="100889"/>
                  </a:lnTo>
                  <a:lnTo>
                    <a:pt x="507858" y="104141"/>
                  </a:lnTo>
                  <a:lnTo>
                    <a:pt x="514541" y="103279"/>
                  </a:lnTo>
                  <a:lnTo>
                    <a:pt x="501431" y="120935"/>
                  </a:lnTo>
                  <a:lnTo>
                    <a:pt x="495353" y="129067"/>
                  </a:lnTo>
                  <a:lnTo>
                    <a:pt x="495078" y="129468"/>
                  </a:lnTo>
                  <a:lnTo>
                    <a:pt x="492804" y="132781"/>
                  </a:lnTo>
                  <a:lnTo>
                    <a:pt x="486729" y="136022"/>
                  </a:lnTo>
                  <a:lnTo>
                    <a:pt x="480276" y="141253"/>
                  </a:lnTo>
                  <a:lnTo>
                    <a:pt x="479996" y="141480"/>
                  </a:lnTo>
                  <a:lnTo>
                    <a:pt x="479571" y="141906"/>
                  </a:lnTo>
                  <a:lnTo>
                    <a:pt x="469915" y="151572"/>
                  </a:lnTo>
                  <a:lnTo>
                    <a:pt x="471100" y="156208"/>
                  </a:lnTo>
                  <a:lnTo>
                    <a:pt x="469707" y="159568"/>
                  </a:lnTo>
                  <a:lnTo>
                    <a:pt x="465505" y="161983"/>
                  </a:lnTo>
                  <a:lnTo>
                    <a:pt x="462369" y="165630"/>
                  </a:lnTo>
                  <a:lnTo>
                    <a:pt x="463531" y="170211"/>
                  </a:lnTo>
                  <a:lnTo>
                    <a:pt x="462645" y="172551"/>
                  </a:lnTo>
                  <a:lnTo>
                    <a:pt x="462086" y="174025"/>
                  </a:lnTo>
                  <a:lnTo>
                    <a:pt x="454563" y="178743"/>
                  </a:lnTo>
                  <a:lnTo>
                    <a:pt x="450150" y="179356"/>
                  </a:lnTo>
                  <a:lnTo>
                    <a:pt x="448337" y="184662"/>
                  </a:lnTo>
                  <a:lnTo>
                    <a:pt x="447700" y="189589"/>
                  </a:lnTo>
                  <a:lnTo>
                    <a:pt x="441032" y="192419"/>
                  </a:lnTo>
                  <a:lnTo>
                    <a:pt x="431298" y="198039"/>
                  </a:lnTo>
                  <a:lnTo>
                    <a:pt x="428126" y="200524"/>
                  </a:lnTo>
                  <a:lnTo>
                    <a:pt x="426429" y="200870"/>
                  </a:lnTo>
                  <a:lnTo>
                    <a:pt x="421837" y="201805"/>
                  </a:lnTo>
                  <a:lnTo>
                    <a:pt x="416272" y="205807"/>
                  </a:lnTo>
                  <a:lnTo>
                    <a:pt x="412563" y="209541"/>
                  </a:lnTo>
                  <a:lnTo>
                    <a:pt x="411786" y="211342"/>
                  </a:lnTo>
                  <a:lnTo>
                    <a:pt x="397549" y="213791"/>
                  </a:lnTo>
                  <a:lnTo>
                    <a:pt x="395000" y="214179"/>
                  </a:lnTo>
                  <a:lnTo>
                    <a:pt x="390996" y="214786"/>
                  </a:lnTo>
                  <a:lnTo>
                    <a:pt x="374276" y="217777"/>
                  </a:lnTo>
                  <a:lnTo>
                    <a:pt x="371900" y="218180"/>
                  </a:lnTo>
                  <a:lnTo>
                    <a:pt x="355209" y="220986"/>
                  </a:lnTo>
                  <a:lnTo>
                    <a:pt x="335687" y="224030"/>
                  </a:lnTo>
                  <a:lnTo>
                    <a:pt x="335200" y="224105"/>
                  </a:lnTo>
                  <a:lnTo>
                    <a:pt x="324002" y="225329"/>
                  </a:lnTo>
                  <a:lnTo>
                    <a:pt x="321815" y="225546"/>
                  </a:lnTo>
                  <a:lnTo>
                    <a:pt x="313237" y="226389"/>
                  </a:lnTo>
                  <a:lnTo>
                    <a:pt x="300605" y="228323"/>
                  </a:lnTo>
                  <a:lnTo>
                    <a:pt x="299599" y="228476"/>
                  </a:lnTo>
                  <a:lnTo>
                    <a:pt x="299241" y="228566"/>
                  </a:lnTo>
                  <a:lnTo>
                    <a:pt x="289535" y="231017"/>
                  </a:lnTo>
                  <a:lnTo>
                    <a:pt x="285947" y="231918"/>
                  </a:lnTo>
                  <a:lnTo>
                    <a:pt x="268848" y="234403"/>
                  </a:lnTo>
                  <a:lnTo>
                    <a:pt x="264866" y="234973"/>
                  </a:lnTo>
                  <a:lnTo>
                    <a:pt x="258874" y="235826"/>
                  </a:lnTo>
                  <a:lnTo>
                    <a:pt x="251680" y="236600"/>
                  </a:lnTo>
                  <a:lnTo>
                    <a:pt x="244177" y="237399"/>
                  </a:lnTo>
                  <a:lnTo>
                    <a:pt x="235453" y="238374"/>
                  </a:lnTo>
                  <a:lnTo>
                    <a:pt x="220918" y="239969"/>
                  </a:lnTo>
                  <a:lnTo>
                    <a:pt x="214122" y="240702"/>
                  </a:lnTo>
                  <a:lnTo>
                    <a:pt x="211262" y="242463"/>
                  </a:lnTo>
                  <a:lnTo>
                    <a:pt x="210471" y="242344"/>
                  </a:lnTo>
                  <a:lnTo>
                    <a:pt x="207219" y="241852"/>
                  </a:lnTo>
                  <a:lnTo>
                    <a:pt x="196270" y="243914"/>
                  </a:lnTo>
                  <a:lnTo>
                    <a:pt x="192798" y="244563"/>
                  </a:lnTo>
                  <a:lnTo>
                    <a:pt x="175463" y="247550"/>
                  </a:lnTo>
                  <a:lnTo>
                    <a:pt x="171671" y="248196"/>
                  </a:lnTo>
                  <a:lnTo>
                    <a:pt x="156200" y="250807"/>
                  </a:lnTo>
                  <a:lnTo>
                    <a:pt x="155372" y="250945"/>
                  </a:lnTo>
                  <a:lnTo>
                    <a:pt x="134820" y="254344"/>
                  </a:lnTo>
                  <a:lnTo>
                    <a:pt x="131110" y="255002"/>
                  </a:lnTo>
                  <a:lnTo>
                    <a:pt x="119981" y="256960"/>
                  </a:lnTo>
                  <a:lnTo>
                    <a:pt x="119879" y="254253"/>
                  </a:lnTo>
                  <a:lnTo>
                    <a:pt x="108328" y="254739"/>
                  </a:lnTo>
                  <a:lnTo>
                    <a:pt x="104189" y="255237"/>
                  </a:lnTo>
                  <a:lnTo>
                    <a:pt x="105780" y="259265"/>
                  </a:lnTo>
                  <a:lnTo>
                    <a:pt x="108234" y="265948"/>
                  </a:lnTo>
                  <a:lnTo>
                    <a:pt x="107658" y="270647"/>
                  </a:lnTo>
                  <a:lnTo>
                    <a:pt x="107456" y="270682"/>
                  </a:lnTo>
                  <a:lnTo>
                    <a:pt x="102259" y="271555"/>
                  </a:lnTo>
                  <a:lnTo>
                    <a:pt x="76743" y="274894"/>
                  </a:lnTo>
                  <a:lnTo>
                    <a:pt x="75131" y="275101"/>
                  </a:lnTo>
                  <a:lnTo>
                    <a:pt x="74818" y="275144"/>
                  </a:lnTo>
                  <a:lnTo>
                    <a:pt x="53632" y="277983"/>
                  </a:lnTo>
                  <a:lnTo>
                    <a:pt x="52897" y="278080"/>
                  </a:lnTo>
                  <a:lnTo>
                    <a:pt x="52374" y="278149"/>
                  </a:lnTo>
                  <a:lnTo>
                    <a:pt x="43210" y="279351"/>
                  </a:lnTo>
                  <a:lnTo>
                    <a:pt x="25749" y="281330"/>
                  </a:lnTo>
                  <a:lnTo>
                    <a:pt x="16349" y="282920"/>
                  </a:lnTo>
                  <a:lnTo>
                    <a:pt x="11282" y="283771"/>
                  </a:lnTo>
                  <a:lnTo>
                    <a:pt x="2682" y="284954"/>
                  </a:lnTo>
                  <a:lnTo>
                    <a:pt x="0" y="2817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42520" y="4532224"/>
              <a:ext cx="410150" cy="344093"/>
            </a:xfrm>
            <a:custGeom>
              <a:avLst/>
              <a:pathLst>
                <a:path w="410150" h="344093">
                  <a:moveTo>
                    <a:pt x="1764" y="45881"/>
                  </a:moveTo>
                  <a:lnTo>
                    <a:pt x="1200" y="36705"/>
                  </a:lnTo>
                  <a:lnTo>
                    <a:pt x="748" y="29360"/>
                  </a:lnTo>
                  <a:lnTo>
                    <a:pt x="0" y="17223"/>
                  </a:lnTo>
                  <a:lnTo>
                    <a:pt x="16978" y="15999"/>
                  </a:lnTo>
                  <a:lnTo>
                    <a:pt x="17534" y="15958"/>
                  </a:lnTo>
                  <a:lnTo>
                    <a:pt x="23767" y="15497"/>
                  </a:lnTo>
                  <a:lnTo>
                    <a:pt x="38806" y="14435"/>
                  </a:lnTo>
                  <a:lnTo>
                    <a:pt x="41068" y="14272"/>
                  </a:lnTo>
                  <a:lnTo>
                    <a:pt x="49500" y="13658"/>
                  </a:lnTo>
                  <a:lnTo>
                    <a:pt x="59791" y="12869"/>
                  </a:lnTo>
                  <a:lnTo>
                    <a:pt x="62856" y="12631"/>
                  </a:lnTo>
                  <a:lnTo>
                    <a:pt x="78358" y="11436"/>
                  </a:lnTo>
                  <a:lnTo>
                    <a:pt x="79669" y="11333"/>
                  </a:lnTo>
                  <a:lnTo>
                    <a:pt x="98075" y="10041"/>
                  </a:lnTo>
                  <a:lnTo>
                    <a:pt x="114585" y="8800"/>
                  </a:lnTo>
                  <a:lnTo>
                    <a:pt x="135282" y="7215"/>
                  </a:lnTo>
                  <a:lnTo>
                    <a:pt x="146707" y="6214"/>
                  </a:lnTo>
                  <a:lnTo>
                    <a:pt x="161090" y="4924"/>
                  </a:lnTo>
                  <a:lnTo>
                    <a:pt x="189724" y="2260"/>
                  </a:lnTo>
                  <a:lnTo>
                    <a:pt x="191861" y="2062"/>
                  </a:lnTo>
                  <a:lnTo>
                    <a:pt x="193674" y="1894"/>
                  </a:lnTo>
                  <a:lnTo>
                    <a:pt x="206386" y="698"/>
                  </a:lnTo>
                  <a:lnTo>
                    <a:pt x="213691" y="0"/>
                  </a:lnTo>
                  <a:lnTo>
                    <a:pt x="216228" y="1823"/>
                  </a:lnTo>
                  <a:lnTo>
                    <a:pt x="221196" y="5085"/>
                  </a:lnTo>
                  <a:lnTo>
                    <a:pt x="221706" y="9387"/>
                  </a:lnTo>
                  <a:lnTo>
                    <a:pt x="217034" y="13390"/>
                  </a:lnTo>
                  <a:lnTo>
                    <a:pt x="215562" y="16776"/>
                  </a:lnTo>
                  <a:lnTo>
                    <a:pt x="216157" y="19940"/>
                  </a:lnTo>
                  <a:lnTo>
                    <a:pt x="219715" y="22762"/>
                  </a:lnTo>
                  <a:lnTo>
                    <a:pt x="224044" y="23583"/>
                  </a:lnTo>
                  <a:lnTo>
                    <a:pt x="221265" y="27442"/>
                  </a:lnTo>
                  <a:lnTo>
                    <a:pt x="223383" y="34712"/>
                  </a:lnTo>
                  <a:lnTo>
                    <a:pt x="225353" y="36417"/>
                  </a:lnTo>
                  <a:lnTo>
                    <a:pt x="225899" y="36917"/>
                  </a:lnTo>
                  <a:lnTo>
                    <a:pt x="229149" y="41551"/>
                  </a:lnTo>
                  <a:lnTo>
                    <a:pt x="225513" y="42308"/>
                  </a:lnTo>
                  <a:lnTo>
                    <a:pt x="226679" y="48730"/>
                  </a:lnTo>
                  <a:lnTo>
                    <a:pt x="233276" y="49241"/>
                  </a:lnTo>
                  <a:lnTo>
                    <a:pt x="232328" y="55809"/>
                  </a:lnTo>
                  <a:lnTo>
                    <a:pt x="237298" y="56139"/>
                  </a:lnTo>
                  <a:lnTo>
                    <a:pt x="235786" y="61486"/>
                  </a:lnTo>
                  <a:lnTo>
                    <a:pt x="233102" y="67863"/>
                  </a:lnTo>
                  <a:lnTo>
                    <a:pt x="224381" y="69354"/>
                  </a:lnTo>
                  <a:lnTo>
                    <a:pt x="230355" y="77595"/>
                  </a:lnTo>
                  <a:lnTo>
                    <a:pt x="230767" y="78164"/>
                  </a:lnTo>
                  <a:lnTo>
                    <a:pt x="227849" y="82965"/>
                  </a:lnTo>
                  <a:lnTo>
                    <a:pt x="227936" y="85327"/>
                  </a:lnTo>
                  <a:lnTo>
                    <a:pt x="225482" y="88804"/>
                  </a:lnTo>
                  <a:lnTo>
                    <a:pt x="221090" y="90480"/>
                  </a:lnTo>
                  <a:lnTo>
                    <a:pt x="221233" y="95171"/>
                  </a:lnTo>
                  <a:lnTo>
                    <a:pt x="217533" y="99373"/>
                  </a:lnTo>
                  <a:lnTo>
                    <a:pt x="216904" y="100068"/>
                  </a:lnTo>
                  <a:lnTo>
                    <a:pt x="213720" y="103584"/>
                  </a:lnTo>
                  <a:lnTo>
                    <a:pt x="209470" y="103202"/>
                  </a:lnTo>
                  <a:lnTo>
                    <a:pt x="208769" y="107119"/>
                  </a:lnTo>
                  <a:lnTo>
                    <a:pt x="212108" y="111341"/>
                  </a:lnTo>
                  <a:lnTo>
                    <a:pt x="212269" y="111544"/>
                  </a:lnTo>
                  <a:lnTo>
                    <a:pt x="207676" y="113145"/>
                  </a:lnTo>
                  <a:lnTo>
                    <a:pt x="207240" y="120996"/>
                  </a:lnTo>
                  <a:lnTo>
                    <a:pt x="202289" y="123596"/>
                  </a:lnTo>
                  <a:lnTo>
                    <a:pt x="203014" y="126423"/>
                  </a:lnTo>
                  <a:lnTo>
                    <a:pt x="204831" y="129901"/>
                  </a:lnTo>
                  <a:lnTo>
                    <a:pt x="200998" y="131335"/>
                  </a:lnTo>
                  <a:lnTo>
                    <a:pt x="199192" y="134684"/>
                  </a:lnTo>
                  <a:lnTo>
                    <a:pt x="200153" y="139844"/>
                  </a:lnTo>
                  <a:lnTo>
                    <a:pt x="198859" y="144272"/>
                  </a:lnTo>
                  <a:lnTo>
                    <a:pt x="198968" y="148849"/>
                  </a:lnTo>
                  <a:lnTo>
                    <a:pt x="201378" y="152738"/>
                  </a:lnTo>
                  <a:lnTo>
                    <a:pt x="197414" y="155781"/>
                  </a:lnTo>
                  <a:lnTo>
                    <a:pt x="193040" y="155664"/>
                  </a:lnTo>
                  <a:lnTo>
                    <a:pt x="191546" y="158760"/>
                  </a:lnTo>
                  <a:lnTo>
                    <a:pt x="195963" y="161926"/>
                  </a:lnTo>
                  <a:lnTo>
                    <a:pt x="195904" y="162081"/>
                  </a:lnTo>
                  <a:lnTo>
                    <a:pt x="193988" y="167139"/>
                  </a:lnTo>
                  <a:lnTo>
                    <a:pt x="196372" y="170918"/>
                  </a:lnTo>
                  <a:lnTo>
                    <a:pt x="199289" y="174336"/>
                  </a:lnTo>
                  <a:lnTo>
                    <a:pt x="194464" y="178731"/>
                  </a:lnTo>
                  <a:lnTo>
                    <a:pt x="193846" y="179293"/>
                  </a:lnTo>
                  <a:lnTo>
                    <a:pt x="225200" y="176183"/>
                  </a:lnTo>
                  <a:lnTo>
                    <a:pt x="228838" y="175807"/>
                  </a:lnTo>
                  <a:lnTo>
                    <a:pt x="237643" y="174887"/>
                  </a:lnTo>
                  <a:lnTo>
                    <a:pt x="255421" y="172992"/>
                  </a:lnTo>
                  <a:lnTo>
                    <a:pt x="260508" y="172441"/>
                  </a:lnTo>
                  <a:lnTo>
                    <a:pt x="275036" y="170827"/>
                  </a:lnTo>
                  <a:lnTo>
                    <a:pt x="276524" y="170660"/>
                  </a:lnTo>
                  <a:lnTo>
                    <a:pt x="291804" y="168923"/>
                  </a:lnTo>
                  <a:lnTo>
                    <a:pt x="298355" y="168155"/>
                  </a:lnTo>
                  <a:lnTo>
                    <a:pt x="325779" y="164869"/>
                  </a:lnTo>
                  <a:lnTo>
                    <a:pt x="330444" y="164300"/>
                  </a:lnTo>
                  <a:lnTo>
                    <a:pt x="338602" y="163308"/>
                  </a:lnTo>
                  <a:lnTo>
                    <a:pt x="337752" y="171327"/>
                  </a:lnTo>
                  <a:lnTo>
                    <a:pt x="335425" y="179800"/>
                  </a:lnTo>
                  <a:lnTo>
                    <a:pt x="332873" y="188354"/>
                  </a:lnTo>
                  <a:lnTo>
                    <a:pt x="334166" y="193368"/>
                  </a:lnTo>
                  <a:lnTo>
                    <a:pt x="334716" y="195499"/>
                  </a:lnTo>
                  <a:lnTo>
                    <a:pt x="337841" y="203316"/>
                  </a:lnTo>
                  <a:lnTo>
                    <a:pt x="344535" y="209068"/>
                  </a:lnTo>
                  <a:lnTo>
                    <a:pt x="345703" y="211006"/>
                  </a:lnTo>
                  <a:lnTo>
                    <a:pt x="347697" y="214310"/>
                  </a:lnTo>
                  <a:lnTo>
                    <a:pt x="352032" y="223150"/>
                  </a:lnTo>
                  <a:lnTo>
                    <a:pt x="354884" y="230875"/>
                  </a:lnTo>
                  <a:lnTo>
                    <a:pt x="361568" y="233280"/>
                  </a:lnTo>
                  <a:lnTo>
                    <a:pt x="355752" y="237344"/>
                  </a:lnTo>
                  <a:lnTo>
                    <a:pt x="352003" y="239958"/>
                  </a:lnTo>
                  <a:lnTo>
                    <a:pt x="350338" y="243906"/>
                  </a:lnTo>
                  <a:lnTo>
                    <a:pt x="343046" y="247488"/>
                  </a:lnTo>
                  <a:lnTo>
                    <a:pt x="338495" y="250412"/>
                  </a:lnTo>
                  <a:lnTo>
                    <a:pt x="338495" y="250591"/>
                  </a:lnTo>
                  <a:lnTo>
                    <a:pt x="338497" y="256222"/>
                  </a:lnTo>
                  <a:lnTo>
                    <a:pt x="343003" y="257345"/>
                  </a:lnTo>
                  <a:lnTo>
                    <a:pt x="347112" y="258303"/>
                  </a:lnTo>
                  <a:lnTo>
                    <a:pt x="350763" y="261721"/>
                  </a:lnTo>
                  <a:lnTo>
                    <a:pt x="355050" y="262134"/>
                  </a:lnTo>
                  <a:lnTo>
                    <a:pt x="358643" y="260126"/>
                  </a:lnTo>
                  <a:lnTo>
                    <a:pt x="359537" y="250964"/>
                  </a:lnTo>
                  <a:lnTo>
                    <a:pt x="365171" y="245213"/>
                  </a:lnTo>
                  <a:lnTo>
                    <a:pt x="368773" y="243003"/>
                  </a:lnTo>
                  <a:lnTo>
                    <a:pt x="376628" y="242192"/>
                  </a:lnTo>
                  <a:lnTo>
                    <a:pt x="379321" y="238989"/>
                  </a:lnTo>
                  <a:lnTo>
                    <a:pt x="384257" y="234530"/>
                  </a:lnTo>
                  <a:lnTo>
                    <a:pt x="387937" y="232794"/>
                  </a:lnTo>
                  <a:lnTo>
                    <a:pt x="388545" y="240282"/>
                  </a:lnTo>
                  <a:lnTo>
                    <a:pt x="386919" y="246721"/>
                  </a:lnTo>
                  <a:lnTo>
                    <a:pt x="386367" y="252815"/>
                  </a:lnTo>
                  <a:lnTo>
                    <a:pt x="386426" y="257093"/>
                  </a:lnTo>
                  <a:lnTo>
                    <a:pt x="382746" y="264105"/>
                  </a:lnTo>
                  <a:lnTo>
                    <a:pt x="384883" y="267972"/>
                  </a:lnTo>
                  <a:lnTo>
                    <a:pt x="374917" y="267947"/>
                  </a:lnTo>
                  <a:lnTo>
                    <a:pt x="375361" y="275749"/>
                  </a:lnTo>
                  <a:lnTo>
                    <a:pt x="370899" y="278956"/>
                  </a:lnTo>
                  <a:lnTo>
                    <a:pt x="368343" y="280886"/>
                  </a:lnTo>
                  <a:lnTo>
                    <a:pt x="368071" y="281091"/>
                  </a:lnTo>
                  <a:lnTo>
                    <a:pt x="365574" y="279886"/>
                  </a:lnTo>
                  <a:lnTo>
                    <a:pt x="360772" y="283852"/>
                  </a:lnTo>
                  <a:lnTo>
                    <a:pt x="364254" y="289314"/>
                  </a:lnTo>
                  <a:lnTo>
                    <a:pt x="364316" y="293706"/>
                  </a:lnTo>
                  <a:lnTo>
                    <a:pt x="367736" y="298551"/>
                  </a:lnTo>
                  <a:lnTo>
                    <a:pt x="371832" y="300560"/>
                  </a:lnTo>
                  <a:lnTo>
                    <a:pt x="379851" y="300854"/>
                  </a:lnTo>
                  <a:lnTo>
                    <a:pt x="385120" y="300534"/>
                  </a:lnTo>
                  <a:lnTo>
                    <a:pt x="389772" y="304483"/>
                  </a:lnTo>
                  <a:lnTo>
                    <a:pt x="394133" y="303271"/>
                  </a:lnTo>
                  <a:lnTo>
                    <a:pt x="399832" y="308313"/>
                  </a:lnTo>
                  <a:lnTo>
                    <a:pt x="401753" y="313362"/>
                  </a:lnTo>
                  <a:lnTo>
                    <a:pt x="408794" y="312858"/>
                  </a:lnTo>
                  <a:lnTo>
                    <a:pt x="410150" y="316954"/>
                  </a:lnTo>
                  <a:lnTo>
                    <a:pt x="406819" y="324119"/>
                  </a:lnTo>
                  <a:lnTo>
                    <a:pt x="403114" y="326057"/>
                  </a:lnTo>
                  <a:lnTo>
                    <a:pt x="401031" y="330249"/>
                  </a:lnTo>
                  <a:lnTo>
                    <a:pt x="401841" y="333512"/>
                  </a:lnTo>
                  <a:lnTo>
                    <a:pt x="395689" y="331550"/>
                  </a:lnTo>
                  <a:lnTo>
                    <a:pt x="392213" y="328814"/>
                  </a:lnTo>
                  <a:lnTo>
                    <a:pt x="387804" y="333614"/>
                  </a:lnTo>
                  <a:lnTo>
                    <a:pt x="382381" y="341040"/>
                  </a:lnTo>
                  <a:lnTo>
                    <a:pt x="381432" y="333805"/>
                  </a:lnTo>
                  <a:lnTo>
                    <a:pt x="384219" y="328610"/>
                  </a:lnTo>
                  <a:lnTo>
                    <a:pt x="381475" y="324374"/>
                  </a:lnTo>
                  <a:lnTo>
                    <a:pt x="377966" y="322554"/>
                  </a:lnTo>
                  <a:lnTo>
                    <a:pt x="373514" y="317260"/>
                  </a:lnTo>
                  <a:lnTo>
                    <a:pt x="366956" y="315626"/>
                  </a:lnTo>
                  <a:lnTo>
                    <a:pt x="363620" y="315189"/>
                  </a:lnTo>
                  <a:lnTo>
                    <a:pt x="360728" y="312133"/>
                  </a:lnTo>
                  <a:lnTo>
                    <a:pt x="353930" y="311751"/>
                  </a:lnTo>
                  <a:lnTo>
                    <a:pt x="344807" y="311523"/>
                  </a:lnTo>
                  <a:lnTo>
                    <a:pt x="341757" y="312917"/>
                  </a:lnTo>
                  <a:lnTo>
                    <a:pt x="340392" y="314319"/>
                  </a:lnTo>
                  <a:lnTo>
                    <a:pt x="336578" y="318236"/>
                  </a:lnTo>
                  <a:lnTo>
                    <a:pt x="329286" y="325268"/>
                  </a:lnTo>
                  <a:lnTo>
                    <a:pt x="327026" y="327225"/>
                  </a:lnTo>
                  <a:lnTo>
                    <a:pt x="324649" y="329280"/>
                  </a:lnTo>
                  <a:lnTo>
                    <a:pt x="317338" y="335339"/>
                  </a:lnTo>
                  <a:lnTo>
                    <a:pt x="308888" y="338167"/>
                  </a:lnTo>
                  <a:lnTo>
                    <a:pt x="303144" y="339280"/>
                  </a:lnTo>
                  <a:lnTo>
                    <a:pt x="300597" y="339772"/>
                  </a:lnTo>
                  <a:lnTo>
                    <a:pt x="297057" y="339923"/>
                  </a:lnTo>
                  <a:lnTo>
                    <a:pt x="284352" y="341399"/>
                  </a:lnTo>
                  <a:lnTo>
                    <a:pt x="277027" y="343744"/>
                  </a:lnTo>
                  <a:lnTo>
                    <a:pt x="272033" y="344093"/>
                  </a:lnTo>
                  <a:lnTo>
                    <a:pt x="267635" y="343330"/>
                  </a:lnTo>
                  <a:lnTo>
                    <a:pt x="266500" y="339143"/>
                  </a:lnTo>
                  <a:lnTo>
                    <a:pt x="261071" y="334642"/>
                  </a:lnTo>
                  <a:lnTo>
                    <a:pt x="256506" y="334492"/>
                  </a:lnTo>
                  <a:lnTo>
                    <a:pt x="249090" y="333651"/>
                  </a:lnTo>
                  <a:lnTo>
                    <a:pt x="243891" y="331504"/>
                  </a:lnTo>
                  <a:lnTo>
                    <a:pt x="234324" y="329858"/>
                  </a:lnTo>
                  <a:lnTo>
                    <a:pt x="229602" y="325836"/>
                  </a:lnTo>
                  <a:lnTo>
                    <a:pt x="233877" y="322668"/>
                  </a:lnTo>
                  <a:lnTo>
                    <a:pt x="234440" y="319830"/>
                  </a:lnTo>
                  <a:lnTo>
                    <a:pt x="228977" y="317720"/>
                  </a:lnTo>
                  <a:lnTo>
                    <a:pt x="226448" y="315403"/>
                  </a:lnTo>
                  <a:lnTo>
                    <a:pt x="227543" y="313197"/>
                  </a:lnTo>
                  <a:lnTo>
                    <a:pt x="223537" y="308952"/>
                  </a:lnTo>
                  <a:lnTo>
                    <a:pt x="218588" y="311837"/>
                  </a:lnTo>
                  <a:lnTo>
                    <a:pt x="216471" y="309475"/>
                  </a:lnTo>
                  <a:lnTo>
                    <a:pt x="212726" y="306983"/>
                  </a:lnTo>
                  <a:lnTo>
                    <a:pt x="211980" y="304028"/>
                  </a:lnTo>
                  <a:lnTo>
                    <a:pt x="211423" y="301572"/>
                  </a:lnTo>
                  <a:lnTo>
                    <a:pt x="206664" y="298791"/>
                  </a:lnTo>
                  <a:lnTo>
                    <a:pt x="203300" y="299164"/>
                  </a:lnTo>
                  <a:lnTo>
                    <a:pt x="204348" y="293012"/>
                  </a:lnTo>
                  <a:lnTo>
                    <a:pt x="200675" y="289260"/>
                  </a:lnTo>
                  <a:lnTo>
                    <a:pt x="195246" y="289469"/>
                  </a:lnTo>
                  <a:lnTo>
                    <a:pt x="189954" y="292113"/>
                  </a:lnTo>
                  <a:lnTo>
                    <a:pt x="186646" y="294379"/>
                  </a:lnTo>
                  <a:lnTo>
                    <a:pt x="186164" y="297557"/>
                  </a:lnTo>
                  <a:lnTo>
                    <a:pt x="185619" y="301145"/>
                  </a:lnTo>
                  <a:lnTo>
                    <a:pt x="191207" y="303379"/>
                  </a:lnTo>
                  <a:lnTo>
                    <a:pt x="198549" y="305026"/>
                  </a:lnTo>
                  <a:lnTo>
                    <a:pt x="194693" y="312355"/>
                  </a:lnTo>
                  <a:lnTo>
                    <a:pt x="190687" y="314184"/>
                  </a:lnTo>
                  <a:lnTo>
                    <a:pt x="183130" y="310964"/>
                  </a:lnTo>
                  <a:lnTo>
                    <a:pt x="173882" y="307050"/>
                  </a:lnTo>
                  <a:lnTo>
                    <a:pt x="172867" y="306720"/>
                  </a:lnTo>
                  <a:lnTo>
                    <a:pt x="171141" y="306157"/>
                  </a:lnTo>
                  <a:lnTo>
                    <a:pt x="163899" y="307174"/>
                  </a:lnTo>
                  <a:lnTo>
                    <a:pt x="156978" y="311521"/>
                  </a:lnTo>
                  <a:lnTo>
                    <a:pt x="151496" y="312702"/>
                  </a:lnTo>
                  <a:lnTo>
                    <a:pt x="144712" y="311893"/>
                  </a:lnTo>
                  <a:lnTo>
                    <a:pt x="139697" y="311132"/>
                  </a:lnTo>
                  <a:lnTo>
                    <a:pt x="132292" y="310335"/>
                  </a:lnTo>
                  <a:lnTo>
                    <a:pt x="128506" y="309657"/>
                  </a:lnTo>
                  <a:lnTo>
                    <a:pt x="123117" y="308686"/>
                  </a:lnTo>
                  <a:lnTo>
                    <a:pt x="107545" y="303357"/>
                  </a:lnTo>
                  <a:lnTo>
                    <a:pt x="98543" y="300257"/>
                  </a:lnTo>
                  <a:lnTo>
                    <a:pt x="91054" y="298634"/>
                  </a:lnTo>
                  <a:lnTo>
                    <a:pt x="84077" y="297307"/>
                  </a:lnTo>
                  <a:lnTo>
                    <a:pt x="74893" y="297621"/>
                  </a:lnTo>
                  <a:lnTo>
                    <a:pt x="66020" y="298982"/>
                  </a:lnTo>
                  <a:lnTo>
                    <a:pt x="56209" y="300078"/>
                  </a:lnTo>
                  <a:lnTo>
                    <a:pt x="40641" y="303594"/>
                  </a:lnTo>
                  <a:lnTo>
                    <a:pt x="36326" y="305758"/>
                  </a:lnTo>
                  <a:lnTo>
                    <a:pt x="33465" y="308130"/>
                  </a:lnTo>
                  <a:lnTo>
                    <a:pt x="31337" y="305340"/>
                  </a:lnTo>
                  <a:lnTo>
                    <a:pt x="29005" y="302197"/>
                  </a:lnTo>
                  <a:lnTo>
                    <a:pt x="25823" y="298790"/>
                  </a:lnTo>
                  <a:lnTo>
                    <a:pt x="29948" y="294216"/>
                  </a:lnTo>
                  <a:lnTo>
                    <a:pt x="31393" y="292315"/>
                  </a:lnTo>
                  <a:lnTo>
                    <a:pt x="32966" y="290244"/>
                  </a:lnTo>
                  <a:lnTo>
                    <a:pt x="34383" y="284848"/>
                  </a:lnTo>
                  <a:lnTo>
                    <a:pt x="39163" y="278607"/>
                  </a:lnTo>
                  <a:lnTo>
                    <a:pt x="41682" y="275718"/>
                  </a:lnTo>
                  <a:lnTo>
                    <a:pt x="41844" y="275533"/>
                  </a:lnTo>
                  <a:lnTo>
                    <a:pt x="41640" y="270405"/>
                  </a:lnTo>
                  <a:lnTo>
                    <a:pt x="41202" y="265050"/>
                  </a:lnTo>
                  <a:lnTo>
                    <a:pt x="40184" y="260607"/>
                  </a:lnTo>
                  <a:lnTo>
                    <a:pt x="40258" y="258954"/>
                  </a:lnTo>
                  <a:lnTo>
                    <a:pt x="40382" y="256169"/>
                  </a:lnTo>
                  <a:lnTo>
                    <a:pt x="36006" y="251697"/>
                  </a:lnTo>
                  <a:lnTo>
                    <a:pt x="36790" y="245734"/>
                  </a:lnTo>
                  <a:lnTo>
                    <a:pt x="37309" y="245210"/>
                  </a:lnTo>
                  <a:lnTo>
                    <a:pt x="39881" y="242611"/>
                  </a:lnTo>
                  <a:lnTo>
                    <a:pt x="38889" y="235952"/>
                  </a:lnTo>
                  <a:lnTo>
                    <a:pt x="37217" y="232689"/>
                  </a:lnTo>
                  <a:lnTo>
                    <a:pt x="40387" y="228254"/>
                  </a:lnTo>
                  <a:lnTo>
                    <a:pt x="40146" y="225399"/>
                  </a:lnTo>
                  <a:lnTo>
                    <a:pt x="44062" y="220290"/>
                  </a:lnTo>
                  <a:lnTo>
                    <a:pt x="44668" y="215090"/>
                  </a:lnTo>
                  <a:lnTo>
                    <a:pt x="47998" y="209162"/>
                  </a:lnTo>
                  <a:lnTo>
                    <a:pt x="48437" y="203275"/>
                  </a:lnTo>
                  <a:lnTo>
                    <a:pt x="48699" y="202546"/>
                  </a:lnTo>
                  <a:lnTo>
                    <a:pt x="50233" y="198285"/>
                  </a:lnTo>
                  <a:lnTo>
                    <a:pt x="48550" y="194659"/>
                  </a:lnTo>
                  <a:lnTo>
                    <a:pt x="49100" y="190972"/>
                  </a:lnTo>
                  <a:lnTo>
                    <a:pt x="49486" y="187138"/>
                  </a:lnTo>
                  <a:lnTo>
                    <a:pt x="48355" y="180421"/>
                  </a:lnTo>
                  <a:lnTo>
                    <a:pt x="48424" y="175415"/>
                  </a:lnTo>
                  <a:lnTo>
                    <a:pt x="47107" y="175584"/>
                  </a:lnTo>
                  <a:lnTo>
                    <a:pt x="43465" y="176050"/>
                  </a:lnTo>
                  <a:lnTo>
                    <a:pt x="43325" y="176068"/>
                  </a:lnTo>
                  <a:lnTo>
                    <a:pt x="42017" y="169394"/>
                  </a:lnTo>
                  <a:lnTo>
                    <a:pt x="37114" y="166085"/>
                  </a:lnTo>
                  <a:lnTo>
                    <a:pt x="37251" y="159547"/>
                  </a:lnTo>
                  <a:lnTo>
                    <a:pt x="34719" y="155035"/>
                  </a:lnTo>
                  <a:lnTo>
                    <a:pt x="30565" y="151789"/>
                  </a:lnTo>
                  <a:lnTo>
                    <a:pt x="32150" y="148553"/>
                  </a:lnTo>
                  <a:lnTo>
                    <a:pt x="27346" y="146853"/>
                  </a:lnTo>
                  <a:lnTo>
                    <a:pt x="23447" y="141945"/>
                  </a:lnTo>
                  <a:lnTo>
                    <a:pt x="24615" y="138662"/>
                  </a:lnTo>
                  <a:lnTo>
                    <a:pt x="25196" y="131729"/>
                  </a:lnTo>
                  <a:lnTo>
                    <a:pt x="20846" y="122805"/>
                  </a:lnTo>
                  <a:lnTo>
                    <a:pt x="18757" y="119533"/>
                  </a:lnTo>
                  <a:lnTo>
                    <a:pt x="16129" y="115412"/>
                  </a:lnTo>
                  <a:lnTo>
                    <a:pt x="10832" y="112853"/>
                  </a:lnTo>
                  <a:lnTo>
                    <a:pt x="6630" y="108451"/>
                  </a:lnTo>
                  <a:lnTo>
                    <a:pt x="5628" y="107399"/>
                  </a:lnTo>
                  <a:lnTo>
                    <a:pt x="4785" y="94625"/>
                  </a:lnTo>
                  <a:lnTo>
                    <a:pt x="4471" y="89524"/>
                  </a:lnTo>
                  <a:lnTo>
                    <a:pt x="3567" y="74816"/>
                  </a:lnTo>
                  <a:lnTo>
                    <a:pt x="3409" y="72294"/>
                  </a:lnTo>
                  <a:lnTo>
                    <a:pt x="2459" y="571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08956" y="4223017"/>
              <a:ext cx="284068" cy="441210"/>
            </a:xfrm>
            <a:custGeom>
              <a:avLst/>
              <a:pathLst>
                <a:path w="284068" h="441210">
                  <a:moveTo>
                    <a:pt x="13952" y="302476"/>
                  </a:moveTo>
                  <a:lnTo>
                    <a:pt x="13546" y="299037"/>
                  </a:lnTo>
                  <a:lnTo>
                    <a:pt x="13285" y="272897"/>
                  </a:lnTo>
                  <a:lnTo>
                    <a:pt x="13264" y="270899"/>
                  </a:lnTo>
                  <a:lnTo>
                    <a:pt x="13170" y="265707"/>
                  </a:lnTo>
                  <a:lnTo>
                    <a:pt x="12724" y="241805"/>
                  </a:lnTo>
                  <a:lnTo>
                    <a:pt x="12492" y="229943"/>
                  </a:lnTo>
                  <a:lnTo>
                    <a:pt x="12100" y="210670"/>
                  </a:lnTo>
                  <a:lnTo>
                    <a:pt x="11984" y="205148"/>
                  </a:lnTo>
                  <a:lnTo>
                    <a:pt x="11615" y="188032"/>
                  </a:lnTo>
                  <a:lnTo>
                    <a:pt x="11431" y="178782"/>
                  </a:lnTo>
                  <a:lnTo>
                    <a:pt x="10980" y="156967"/>
                  </a:lnTo>
                  <a:lnTo>
                    <a:pt x="10664" y="142335"/>
                  </a:lnTo>
                  <a:lnTo>
                    <a:pt x="10606" y="138234"/>
                  </a:lnTo>
                  <a:lnTo>
                    <a:pt x="10185" y="110367"/>
                  </a:lnTo>
                  <a:lnTo>
                    <a:pt x="10141" y="107860"/>
                  </a:lnTo>
                  <a:lnTo>
                    <a:pt x="9761" y="87011"/>
                  </a:lnTo>
                  <a:lnTo>
                    <a:pt x="9520" y="74385"/>
                  </a:lnTo>
                  <a:lnTo>
                    <a:pt x="9313" y="63834"/>
                  </a:lnTo>
                  <a:lnTo>
                    <a:pt x="9239" y="60191"/>
                  </a:lnTo>
                  <a:lnTo>
                    <a:pt x="8850" y="36206"/>
                  </a:lnTo>
                  <a:lnTo>
                    <a:pt x="4430" y="34138"/>
                  </a:lnTo>
                  <a:lnTo>
                    <a:pt x="346" y="28182"/>
                  </a:lnTo>
                  <a:lnTo>
                    <a:pt x="0" y="27125"/>
                  </a:lnTo>
                  <a:lnTo>
                    <a:pt x="14604" y="25237"/>
                  </a:lnTo>
                  <a:lnTo>
                    <a:pt x="15690" y="25084"/>
                  </a:lnTo>
                  <a:lnTo>
                    <a:pt x="25248" y="23728"/>
                  </a:lnTo>
                  <a:lnTo>
                    <a:pt x="41558" y="21512"/>
                  </a:lnTo>
                  <a:lnTo>
                    <a:pt x="42919" y="21329"/>
                  </a:lnTo>
                  <a:lnTo>
                    <a:pt x="55947" y="19568"/>
                  </a:lnTo>
                  <a:lnTo>
                    <a:pt x="70383" y="17582"/>
                  </a:lnTo>
                  <a:lnTo>
                    <a:pt x="70912" y="17509"/>
                  </a:lnTo>
                  <a:lnTo>
                    <a:pt x="71339" y="17453"/>
                  </a:lnTo>
                  <a:lnTo>
                    <a:pt x="98263" y="13833"/>
                  </a:lnTo>
                  <a:lnTo>
                    <a:pt x="102047" y="13314"/>
                  </a:lnTo>
                  <a:lnTo>
                    <a:pt x="124687" y="9800"/>
                  </a:lnTo>
                  <a:lnTo>
                    <a:pt x="135352" y="8028"/>
                  </a:lnTo>
                  <a:lnTo>
                    <a:pt x="135888" y="7938"/>
                  </a:lnTo>
                  <a:lnTo>
                    <a:pt x="167294" y="3061"/>
                  </a:lnTo>
                  <a:lnTo>
                    <a:pt x="186475" y="0"/>
                  </a:lnTo>
                  <a:lnTo>
                    <a:pt x="188011" y="5163"/>
                  </a:lnTo>
                  <a:lnTo>
                    <a:pt x="189760" y="10579"/>
                  </a:lnTo>
                  <a:lnTo>
                    <a:pt x="192790" y="19956"/>
                  </a:lnTo>
                  <a:lnTo>
                    <a:pt x="196442" y="30654"/>
                  </a:lnTo>
                  <a:lnTo>
                    <a:pt x="197457" y="33627"/>
                  </a:lnTo>
                  <a:lnTo>
                    <a:pt x="199330" y="39110"/>
                  </a:lnTo>
                  <a:lnTo>
                    <a:pt x="200761" y="43295"/>
                  </a:lnTo>
                  <a:lnTo>
                    <a:pt x="206147" y="59253"/>
                  </a:lnTo>
                  <a:lnTo>
                    <a:pt x="210759" y="72899"/>
                  </a:lnTo>
                  <a:lnTo>
                    <a:pt x="211968" y="76660"/>
                  </a:lnTo>
                  <a:lnTo>
                    <a:pt x="215155" y="86569"/>
                  </a:lnTo>
                  <a:lnTo>
                    <a:pt x="216884" y="91866"/>
                  </a:lnTo>
                  <a:lnTo>
                    <a:pt x="220591" y="103212"/>
                  </a:lnTo>
                  <a:lnTo>
                    <a:pt x="223773" y="112954"/>
                  </a:lnTo>
                  <a:lnTo>
                    <a:pt x="227192" y="123412"/>
                  </a:lnTo>
                  <a:lnTo>
                    <a:pt x="228491" y="127402"/>
                  </a:lnTo>
                  <a:lnTo>
                    <a:pt x="230003" y="132047"/>
                  </a:lnTo>
                  <a:lnTo>
                    <a:pt x="238253" y="157354"/>
                  </a:lnTo>
                  <a:lnTo>
                    <a:pt x="238847" y="159174"/>
                  </a:lnTo>
                  <a:lnTo>
                    <a:pt x="245454" y="179338"/>
                  </a:lnTo>
                  <a:lnTo>
                    <a:pt x="245699" y="180086"/>
                  </a:lnTo>
                  <a:lnTo>
                    <a:pt x="247886" y="182805"/>
                  </a:lnTo>
                  <a:lnTo>
                    <a:pt x="251575" y="188879"/>
                  </a:lnTo>
                  <a:lnTo>
                    <a:pt x="252617" y="190594"/>
                  </a:lnTo>
                  <a:lnTo>
                    <a:pt x="255488" y="196582"/>
                  </a:lnTo>
                  <a:lnTo>
                    <a:pt x="257080" y="200771"/>
                  </a:lnTo>
                  <a:lnTo>
                    <a:pt x="257875" y="202864"/>
                  </a:lnTo>
                  <a:lnTo>
                    <a:pt x="263298" y="207213"/>
                  </a:lnTo>
                  <a:lnTo>
                    <a:pt x="263924" y="208331"/>
                  </a:lnTo>
                  <a:lnTo>
                    <a:pt x="264064" y="208583"/>
                  </a:lnTo>
                  <a:lnTo>
                    <a:pt x="266997" y="213816"/>
                  </a:lnTo>
                  <a:lnTo>
                    <a:pt x="267177" y="219502"/>
                  </a:lnTo>
                  <a:lnTo>
                    <a:pt x="267221" y="220915"/>
                  </a:lnTo>
                  <a:lnTo>
                    <a:pt x="265763" y="223550"/>
                  </a:lnTo>
                  <a:lnTo>
                    <a:pt x="270047" y="225544"/>
                  </a:lnTo>
                  <a:lnTo>
                    <a:pt x="275340" y="228408"/>
                  </a:lnTo>
                  <a:lnTo>
                    <a:pt x="273708" y="231617"/>
                  </a:lnTo>
                  <a:lnTo>
                    <a:pt x="273115" y="232780"/>
                  </a:lnTo>
                  <a:lnTo>
                    <a:pt x="268572" y="236601"/>
                  </a:lnTo>
                  <a:lnTo>
                    <a:pt x="264728" y="241711"/>
                  </a:lnTo>
                  <a:lnTo>
                    <a:pt x="266247" y="245798"/>
                  </a:lnTo>
                  <a:lnTo>
                    <a:pt x="266263" y="248047"/>
                  </a:lnTo>
                  <a:lnTo>
                    <a:pt x="266306" y="254344"/>
                  </a:lnTo>
                  <a:lnTo>
                    <a:pt x="266320" y="256536"/>
                  </a:lnTo>
                  <a:lnTo>
                    <a:pt x="263883" y="263592"/>
                  </a:lnTo>
                  <a:lnTo>
                    <a:pt x="262540" y="268672"/>
                  </a:lnTo>
                  <a:lnTo>
                    <a:pt x="264266" y="273649"/>
                  </a:lnTo>
                  <a:lnTo>
                    <a:pt x="264773" y="275110"/>
                  </a:lnTo>
                  <a:lnTo>
                    <a:pt x="265660" y="277666"/>
                  </a:lnTo>
                  <a:lnTo>
                    <a:pt x="265670" y="281039"/>
                  </a:lnTo>
                  <a:lnTo>
                    <a:pt x="271678" y="286671"/>
                  </a:lnTo>
                  <a:lnTo>
                    <a:pt x="272352" y="290973"/>
                  </a:lnTo>
                  <a:lnTo>
                    <a:pt x="273898" y="293041"/>
                  </a:lnTo>
                  <a:lnTo>
                    <a:pt x="273503" y="295361"/>
                  </a:lnTo>
                  <a:lnTo>
                    <a:pt x="272697" y="300082"/>
                  </a:lnTo>
                  <a:lnTo>
                    <a:pt x="273607" y="303235"/>
                  </a:lnTo>
                  <a:lnTo>
                    <a:pt x="272539" y="309552"/>
                  </a:lnTo>
                  <a:lnTo>
                    <a:pt x="273425" y="313086"/>
                  </a:lnTo>
                  <a:lnTo>
                    <a:pt x="273530" y="314230"/>
                  </a:lnTo>
                  <a:lnTo>
                    <a:pt x="273639" y="315430"/>
                  </a:lnTo>
                  <a:lnTo>
                    <a:pt x="272744" y="318847"/>
                  </a:lnTo>
                  <a:lnTo>
                    <a:pt x="273747" y="325125"/>
                  </a:lnTo>
                  <a:lnTo>
                    <a:pt x="280164" y="330997"/>
                  </a:lnTo>
                  <a:lnTo>
                    <a:pt x="281684" y="333657"/>
                  </a:lnTo>
                  <a:lnTo>
                    <a:pt x="282702" y="335438"/>
                  </a:lnTo>
                  <a:lnTo>
                    <a:pt x="284068" y="339926"/>
                  </a:lnTo>
                  <a:lnTo>
                    <a:pt x="281910" y="340310"/>
                  </a:lnTo>
                  <a:lnTo>
                    <a:pt x="273309" y="341817"/>
                  </a:lnTo>
                  <a:lnTo>
                    <a:pt x="259267" y="344361"/>
                  </a:lnTo>
                  <a:lnTo>
                    <a:pt x="247654" y="346498"/>
                  </a:lnTo>
                  <a:lnTo>
                    <a:pt x="246927" y="346631"/>
                  </a:lnTo>
                  <a:lnTo>
                    <a:pt x="228056" y="350055"/>
                  </a:lnTo>
                  <a:lnTo>
                    <a:pt x="217265" y="352018"/>
                  </a:lnTo>
                  <a:lnTo>
                    <a:pt x="206632" y="353747"/>
                  </a:lnTo>
                  <a:lnTo>
                    <a:pt x="199285" y="354931"/>
                  </a:lnTo>
                  <a:lnTo>
                    <a:pt x="195183" y="355588"/>
                  </a:lnTo>
                  <a:lnTo>
                    <a:pt x="181810" y="357712"/>
                  </a:lnTo>
                  <a:lnTo>
                    <a:pt x="180028" y="357990"/>
                  </a:lnTo>
                  <a:lnTo>
                    <a:pt x="166862" y="360021"/>
                  </a:lnTo>
                  <a:lnTo>
                    <a:pt x="157460" y="361409"/>
                  </a:lnTo>
                  <a:lnTo>
                    <a:pt x="150113" y="362484"/>
                  </a:lnTo>
                  <a:lnTo>
                    <a:pt x="146623" y="362991"/>
                  </a:lnTo>
                  <a:lnTo>
                    <a:pt x="139398" y="364075"/>
                  </a:lnTo>
                  <a:lnTo>
                    <a:pt x="121617" y="366658"/>
                  </a:lnTo>
                  <a:lnTo>
                    <a:pt x="110426" y="368389"/>
                  </a:lnTo>
                  <a:lnTo>
                    <a:pt x="101866" y="369687"/>
                  </a:lnTo>
                  <a:lnTo>
                    <a:pt x="94802" y="370770"/>
                  </a:lnTo>
                  <a:lnTo>
                    <a:pt x="88814" y="371655"/>
                  </a:lnTo>
                  <a:lnTo>
                    <a:pt x="89836" y="375594"/>
                  </a:lnTo>
                  <a:lnTo>
                    <a:pt x="87533" y="383540"/>
                  </a:lnTo>
                  <a:lnTo>
                    <a:pt x="95612" y="391112"/>
                  </a:lnTo>
                  <a:lnTo>
                    <a:pt x="97343" y="393456"/>
                  </a:lnTo>
                  <a:lnTo>
                    <a:pt x="103998" y="396537"/>
                  </a:lnTo>
                  <a:lnTo>
                    <a:pt x="107577" y="399164"/>
                  </a:lnTo>
                  <a:lnTo>
                    <a:pt x="108085" y="403786"/>
                  </a:lnTo>
                  <a:lnTo>
                    <a:pt x="106388" y="408849"/>
                  </a:lnTo>
                  <a:lnTo>
                    <a:pt x="105852" y="412730"/>
                  </a:lnTo>
                  <a:lnTo>
                    <a:pt x="108683" y="416777"/>
                  </a:lnTo>
                  <a:lnTo>
                    <a:pt x="112560" y="418041"/>
                  </a:lnTo>
                  <a:lnTo>
                    <a:pt x="107980" y="421690"/>
                  </a:lnTo>
                  <a:lnTo>
                    <a:pt x="107071" y="427076"/>
                  </a:lnTo>
                  <a:lnTo>
                    <a:pt x="102745" y="433367"/>
                  </a:lnTo>
                  <a:lnTo>
                    <a:pt x="92537" y="437577"/>
                  </a:lnTo>
                  <a:lnTo>
                    <a:pt x="80435" y="441210"/>
                  </a:lnTo>
                  <a:lnTo>
                    <a:pt x="74660" y="441059"/>
                  </a:lnTo>
                  <a:lnTo>
                    <a:pt x="80832" y="436581"/>
                  </a:lnTo>
                  <a:lnTo>
                    <a:pt x="81102" y="432599"/>
                  </a:lnTo>
                  <a:lnTo>
                    <a:pt x="75279" y="428164"/>
                  </a:lnTo>
                  <a:lnTo>
                    <a:pt x="70883" y="423218"/>
                  </a:lnTo>
                  <a:lnTo>
                    <a:pt x="68988" y="419825"/>
                  </a:lnTo>
                  <a:lnTo>
                    <a:pt x="70718" y="413939"/>
                  </a:lnTo>
                  <a:lnTo>
                    <a:pt x="69343" y="411023"/>
                  </a:lnTo>
                  <a:lnTo>
                    <a:pt x="67413" y="405361"/>
                  </a:lnTo>
                  <a:lnTo>
                    <a:pt x="61142" y="403447"/>
                  </a:lnTo>
                  <a:lnTo>
                    <a:pt x="57571" y="407436"/>
                  </a:lnTo>
                  <a:lnTo>
                    <a:pt x="57944" y="412410"/>
                  </a:lnTo>
                  <a:lnTo>
                    <a:pt x="57113" y="416253"/>
                  </a:lnTo>
                  <a:lnTo>
                    <a:pt x="55905" y="420454"/>
                  </a:lnTo>
                  <a:lnTo>
                    <a:pt x="56788" y="429124"/>
                  </a:lnTo>
                  <a:lnTo>
                    <a:pt x="55312" y="436531"/>
                  </a:lnTo>
                  <a:lnTo>
                    <a:pt x="50778" y="437112"/>
                  </a:lnTo>
                  <a:lnTo>
                    <a:pt x="46075" y="437963"/>
                  </a:lnTo>
                  <a:lnTo>
                    <a:pt x="41465" y="434158"/>
                  </a:lnTo>
                  <a:lnTo>
                    <a:pt x="37283" y="433033"/>
                  </a:lnTo>
                  <a:lnTo>
                    <a:pt x="35112" y="434976"/>
                  </a:lnTo>
                  <a:lnTo>
                    <a:pt x="32671" y="419873"/>
                  </a:lnTo>
                  <a:lnTo>
                    <a:pt x="30122" y="403497"/>
                  </a:lnTo>
                  <a:lnTo>
                    <a:pt x="30068" y="403164"/>
                  </a:lnTo>
                  <a:lnTo>
                    <a:pt x="29363" y="398821"/>
                  </a:lnTo>
                  <a:lnTo>
                    <a:pt x="26363" y="380347"/>
                  </a:lnTo>
                  <a:lnTo>
                    <a:pt x="24725" y="370268"/>
                  </a:lnTo>
                  <a:lnTo>
                    <a:pt x="20323" y="343601"/>
                  </a:lnTo>
                  <a:lnTo>
                    <a:pt x="20114" y="342336"/>
                  </a:lnTo>
                  <a:lnTo>
                    <a:pt x="17449" y="326190"/>
                  </a:lnTo>
                  <a:lnTo>
                    <a:pt x="16352" y="319560"/>
                  </a:lnTo>
                  <a:lnTo>
                    <a:pt x="15017" y="3114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62617" y="2881764"/>
              <a:ext cx="20656" cy="15930"/>
            </a:xfrm>
            <a:custGeom>
              <a:avLst/>
              <a:pathLst>
                <a:path w="20656" h="15930">
                  <a:moveTo>
                    <a:pt x="0" y="12249"/>
                  </a:moveTo>
                  <a:lnTo>
                    <a:pt x="4892" y="10022"/>
                  </a:lnTo>
                  <a:lnTo>
                    <a:pt x="11707" y="6805"/>
                  </a:lnTo>
                  <a:lnTo>
                    <a:pt x="11315" y="0"/>
                  </a:lnTo>
                  <a:lnTo>
                    <a:pt x="16239" y="1234"/>
                  </a:lnTo>
                  <a:lnTo>
                    <a:pt x="20656" y="8587"/>
                  </a:lnTo>
                  <a:lnTo>
                    <a:pt x="18117" y="12149"/>
                  </a:lnTo>
                  <a:lnTo>
                    <a:pt x="13038" y="13864"/>
                  </a:lnTo>
                  <a:lnTo>
                    <a:pt x="5800" y="159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27180" y="2887248"/>
              <a:ext cx="23569" cy="24641"/>
            </a:xfrm>
            <a:custGeom>
              <a:avLst/>
              <a:pathLst>
                <a:path w="23569" h="24641">
                  <a:moveTo>
                    <a:pt x="0" y="16281"/>
                  </a:moveTo>
                  <a:lnTo>
                    <a:pt x="4281" y="13466"/>
                  </a:lnTo>
                  <a:lnTo>
                    <a:pt x="6334" y="5419"/>
                  </a:lnTo>
                  <a:lnTo>
                    <a:pt x="10178" y="0"/>
                  </a:lnTo>
                  <a:lnTo>
                    <a:pt x="14139" y="1304"/>
                  </a:lnTo>
                  <a:lnTo>
                    <a:pt x="18474" y="2328"/>
                  </a:lnTo>
                  <a:lnTo>
                    <a:pt x="20625" y="2052"/>
                  </a:lnTo>
                  <a:lnTo>
                    <a:pt x="23569" y="7213"/>
                  </a:lnTo>
                  <a:lnTo>
                    <a:pt x="15810" y="10636"/>
                  </a:lnTo>
                  <a:lnTo>
                    <a:pt x="8896" y="13897"/>
                  </a:lnTo>
                  <a:lnTo>
                    <a:pt x="5481" y="18960"/>
                  </a:lnTo>
                  <a:lnTo>
                    <a:pt x="3840" y="24641"/>
                  </a:lnTo>
                  <a:lnTo>
                    <a:pt x="1124" y="193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38541" y="2774900"/>
              <a:ext cx="235572" cy="128423"/>
            </a:xfrm>
            <a:custGeom>
              <a:avLst/>
              <a:pathLst>
                <a:path w="235572" h="128423">
                  <a:moveTo>
                    <a:pt x="3531" y="125743"/>
                  </a:moveTo>
                  <a:lnTo>
                    <a:pt x="1285" y="86404"/>
                  </a:lnTo>
                  <a:lnTo>
                    <a:pt x="0" y="64494"/>
                  </a:lnTo>
                  <a:lnTo>
                    <a:pt x="14801" y="59801"/>
                  </a:lnTo>
                  <a:lnTo>
                    <a:pt x="20480" y="57986"/>
                  </a:lnTo>
                  <a:lnTo>
                    <a:pt x="24502" y="56697"/>
                  </a:lnTo>
                  <a:lnTo>
                    <a:pt x="27873" y="55613"/>
                  </a:lnTo>
                  <a:lnTo>
                    <a:pt x="49343" y="48886"/>
                  </a:lnTo>
                  <a:lnTo>
                    <a:pt x="60075" y="45481"/>
                  </a:lnTo>
                  <a:lnTo>
                    <a:pt x="69762" y="42384"/>
                  </a:lnTo>
                  <a:lnTo>
                    <a:pt x="70585" y="42120"/>
                  </a:lnTo>
                  <a:lnTo>
                    <a:pt x="81698" y="38533"/>
                  </a:lnTo>
                  <a:lnTo>
                    <a:pt x="83545" y="37934"/>
                  </a:lnTo>
                  <a:lnTo>
                    <a:pt x="92875" y="34896"/>
                  </a:lnTo>
                  <a:lnTo>
                    <a:pt x="99538" y="32657"/>
                  </a:lnTo>
                  <a:lnTo>
                    <a:pt x="116823" y="26849"/>
                  </a:lnTo>
                  <a:lnTo>
                    <a:pt x="120320" y="25647"/>
                  </a:lnTo>
                  <a:lnTo>
                    <a:pt x="121478" y="21433"/>
                  </a:lnTo>
                  <a:lnTo>
                    <a:pt x="122056" y="21200"/>
                  </a:lnTo>
                  <a:lnTo>
                    <a:pt x="125837" y="19674"/>
                  </a:lnTo>
                  <a:lnTo>
                    <a:pt x="123973" y="15286"/>
                  </a:lnTo>
                  <a:lnTo>
                    <a:pt x="125401" y="12367"/>
                  </a:lnTo>
                  <a:lnTo>
                    <a:pt x="127504" y="11914"/>
                  </a:lnTo>
                  <a:lnTo>
                    <a:pt x="130796" y="11203"/>
                  </a:lnTo>
                  <a:lnTo>
                    <a:pt x="130969" y="8759"/>
                  </a:lnTo>
                  <a:lnTo>
                    <a:pt x="131164" y="5995"/>
                  </a:lnTo>
                  <a:lnTo>
                    <a:pt x="134727" y="3687"/>
                  </a:lnTo>
                  <a:lnTo>
                    <a:pt x="136383" y="1556"/>
                  </a:lnTo>
                  <a:lnTo>
                    <a:pt x="140764" y="1257"/>
                  </a:lnTo>
                  <a:lnTo>
                    <a:pt x="143533" y="0"/>
                  </a:lnTo>
                  <a:lnTo>
                    <a:pt x="147028" y="7356"/>
                  </a:lnTo>
                  <a:lnTo>
                    <a:pt x="151166" y="12567"/>
                  </a:lnTo>
                  <a:lnTo>
                    <a:pt x="154977" y="15088"/>
                  </a:lnTo>
                  <a:lnTo>
                    <a:pt x="158086" y="14588"/>
                  </a:lnTo>
                  <a:lnTo>
                    <a:pt x="159436" y="11463"/>
                  </a:lnTo>
                  <a:lnTo>
                    <a:pt x="162344" y="11467"/>
                  </a:lnTo>
                  <a:lnTo>
                    <a:pt x="164166" y="14868"/>
                  </a:lnTo>
                  <a:lnTo>
                    <a:pt x="162155" y="20724"/>
                  </a:lnTo>
                  <a:lnTo>
                    <a:pt x="159676" y="22145"/>
                  </a:lnTo>
                  <a:lnTo>
                    <a:pt x="153834" y="25909"/>
                  </a:lnTo>
                  <a:lnTo>
                    <a:pt x="151518" y="27891"/>
                  </a:lnTo>
                  <a:lnTo>
                    <a:pt x="154089" y="32643"/>
                  </a:lnTo>
                  <a:lnTo>
                    <a:pt x="151673" y="35516"/>
                  </a:lnTo>
                  <a:lnTo>
                    <a:pt x="151360" y="39717"/>
                  </a:lnTo>
                  <a:lnTo>
                    <a:pt x="148899" y="40869"/>
                  </a:lnTo>
                  <a:lnTo>
                    <a:pt x="147272" y="41630"/>
                  </a:lnTo>
                  <a:lnTo>
                    <a:pt x="147413" y="41939"/>
                  </a:lnTo>
                  <a:lnTo>
                    <a:pt x="149825" y="47200"/>
                  </a:lnTo>
                  <a:lnTo>
                    <a:pt x="149811" y="47350"/>
                  </a:lnTo>
                  <a:lnTo>
                    <a:pt x="149706" y="48433"/>
                  </a:lnTo>
                  <a:lnTo>
                    <a:pt x="149491" y="50651"/>
                  </a:lnTo>
                  <a:lnTo>
                    <a:pt x="150031" y="51244"/>
                  </a:lnTo>
                  <a:lnTo>
                    <a:pt x="152935" y="54432"/>
                  </a:lnTo>
                  <a:lnTo>
                    <a:pt x="153643" y="52801"/>
                  </a:lnTo>
                  <a:lnTo>
                    <a:pt x="154806" y="50118"/>
                  </a:lnTo>
                  <a:lnTo>
                    <a:pt x="157143" y="49708"/>
                  </a:lnTo>
                  <a:lnTo>
                    <a:pt x="159945" y="51749"/>
                  </a:lnTo>
                  <a:lnTo>
                    <a:pt x="160971" y="51694"/>
                  </a:lnTo>
                  <a:lnTo>
                    <a:pt x="164142" y="51521"/>
                  </a:lnTo>
                  <a:lnTo>
                    <a:pt x="164734" y="51802"/>
                  </a:lnTo>
                  <a:lnTo>
                    <a:pt x="168959" y="53804"/>
                  </a:lnTo>
                  <a:lnTo>
                    <a:pt x="174066" y="59330"/>
                  </a:lnTo>
                  <a:lnTo>
                    <a:pt x="178464" y="62584"/>
                  </a:lnTo>
                  <a:lnTo>
                    <a:pt x="179199" y="65731"/>
                  </a:lnTo>
                  <a:lnTo>
                    <a:pt x="178346" y="69941"/>
                  </a:lnTo>
                  <a:lnTo>
                    <a:pt x="180702" y="73353"/>
                  </a:lnTo>
                  <a:lnTo>
                    <a:pt x="184597" y="73766"/>
                  </a:lnTo>
                  <a:lnTo>
                    <a:pt x="185802" y="72407"/>
                  </a:lnTo>
                  <a:lnTo>
                    <a:pt x="189069" y="74344"/>
                  </a:lnTo>
                  <a:lnTo>
                    <a:pt x="192103" y="78753"/>
                  </a:lnTo>
                  <a:lnTo>
                    <a:pt x="192478" y="82741"/>
                  </a:lnTo>
                  <a:lnTo>
                    <a:pt x="192884" y="82981"/>
                  </a:lnTo>
                  <a:lnTo>
                    <a:pt x="196607" y="85173"/>
                  </a:lnTo>
                  <a:lnTo>
                    <a:pt x="200423" y="85715"/>
                  </a:lnTo>
                  <a:lnTo>
                    <a:pt x="208092" y="84358"/>
                  </a:lnTo>
                  <a:lnTo>
                    <a:pt x="211669" y="84381"/>
                  </a:lnTo>
                  <a:lnTo>
                    <a:pt x="214411" y="81226"/>
                  </a:lnTo>
                  <a:lnTo>
                    <a:pt x="219622" y="77657"/>
                  </a:lnTo>
                  <a:lnTo>
                    <a:pt x="224623" y="72941"/>
                  </a:lnTo>
                  <a:lnTo>
                    <a:pt x="225230" y="70661"/>
                  </a:lnTo>
                  <a:lnTo>
                    <a:pt x="223729" y="67019"/>
                  </a:lnTo>
                  <a:lnTo>
                    <a:pt x="218920" y="65775"/>
                  </a:lnTo>
                  <a:lnTo>
                    <a:pt x="216950" y="61368"/>
                  </a:lnTo>
                  <a:lnTo>
                    <a:pt x="214082" y="55417"/>
                  </a:lnTo>
                  <a:lnTo>
                    <a:pt x="209592" y="55780"/>
                  </a:lnTo>
                  <a:lnTo>
                    <a:pt x="207378" y="57278"/>
                  </a:lnTo>
                  <a:lnTo>
                    <a:pt x="202737" y="54883"/>
                  </a:lnTo>
                  <a:lnTo>
                    <a:pt x="205541" y="51992"/>
                  </a:lnTo>
                  <a:lnTo>
                    <a:pt x="208246" y="49911"/>
                  </a:lnTo>
                  <a:lnTo>
                    <a:pt x="214517" y="50167"/>
                  </a:lnTo>
                  <a:lnTo>
                    <a:pt x="219882" y="54365"/>
                  </a:lnTo>
                  <a:lnTo>
                    <a:pt x="223359" y="60149"/>
                  </a:lnTo>
                  <a:lnTo>
                    <a:pt x="229306" y="68965"/>
                  </a:lnTo>
                  <a:lnTo>
                    <a:pt x="233434" y="78696"/>
                  </a:lnTo>
                  <a:lnTo>
                    <a:pt x="235406" y="84580"/>
                  </a:lnTo>
                  <a:lnTo>
                    <a:pt x="235572" y="91418"/>
                  </a:lnTo>
                  <a:lnTo>
                    <a:pt x="232987" y="93129"/>
                  </a:lnTo>
                  <a:lnTo>
                    <a:pt x="230593" y="86754"/>
                  </a:lnTo>
                  <a:lnTo>
                    <a:pt x="229288" y="82273"/>
                  </a:lnTo>
                  <a:lnTo>
                    <a:pt x="226557" y="83997"/>
                  </a:lnTo>
                  <a:lnTo>
                    <a:pt x="220749" y="87665"/>
                  </a:lnTo>
                  <a:lnTo>
                    <a:pt x="215011" y="93053"/>
                  </a:lnTo>
                  <a:lnTo>
                    <a:pt x="211467" y="93207"/>
                  </a:lnTo>
                  <a:lnTo>
                    <a:pt x="207404" y="97107"/>
                  </a:lnTo>
                  <a:lnTo>
                    <a:pt x="205130" y="99390"/>
                  </a:lnTo>
                  <a:lnTo>
                    <a:pt x="204261" y="102931"/>
                  </a:lnTo>
                  <a:lnTo>
                    <a:pt x="199489" y="105750"/>
                  </a:lnTo>
                  <a:lnTo>
                    <a:pt x="194623" y="110438"/>
                  </a:lnTo>
                  <a:lnTo>
                    <a:pt x="193896" y="111302"/>
                  </a:lnTo>
                  <a:lnTo>
                    <a:pt x="190718" y="115074"/>
                  </a:lnTo>
                  <a:lnTo>
                    <a:pt x="188505" y="119759"/>
                  </a:lnTo>
                  <a:lnTo>
                    <a:pt x="185012" y="123064"/>
                  </a:lnTo>
                  <a:lnTo>
                    <a:pt x="179948" y="126578"/>
                  </a:lnTo>
                  <a:lnTo>
                    <a:pt x="179407" y="122419"/>
                  </a:lnTo>
                  <a:lnTo>
                    <a:pt x="185948" y="115816"/>
                  </a:lnTo>
                  <a:lnTo>
                    <a:pt x="189500" y="110076"/>
                  </a:lnTo>
                  <a:lnTo>
                    <a:pt x="190724" y="108093"/>
                  </a:lnTo>
                  <a:lnTo>
                    <a:pt x="189577" y="104350"/>
                  </a:lnTo>
                  <a:lnTo>
                    <a:pt x="187976" y="103862"/>
                  </a:lnTo>
                  <a:lnTo>
                    <a:pt x="184128" y="102687"/>
                  </a:lnTo>
                  <a:lnTo>
                    <a:pt x="182992" y="106968"/>
                  </a:lnTo>
                  <a:lnTo>
                    <a:pt x="182460" y="108963"/>
                  </a:lnTo>
                  <a:lnTo>
                    <a:pt x="180422" y="109310"/>
                  </a:lnTo>
                  <a:lnTo>
                    <a:pt x="177250" y="111500"/>
                  </a:lnTo>
                  <a:lnTo>
                    <a:pt x="176429" y="115356"/>
                  </a:lnTo>
                  <a:lnTo>
                    <a:pt x="174891" y="118821"/>
                  </a:lnTo>
                  <a:lnTo>
                    <a:pt x="171932" y="120998"/>
                  </a:lnTo>
                  <a:lnTo>
                    <a:pt x="168559" y="121290"/>
                  </a:lnTo>
                  <a:lnTo>
                    <a:pt x="166777" y="123097"/>
                  </a:lnTo>
                  <a:lnTo>
                    <a:pt x="162608" y="114596"/>
                  </a:lnTo>
                  <a:lnTo>
                    <a:pt x="162138" y="112969"/>
                  </a:lnTo>
                  <a:lnTo>
                    <a:pt x="161172" y="109624"/>
                  </a:lnTo>
                  <a:lnTo>
                    <a:pt x="156895" y="109798"/>
                  </a:lnTo>
                  <a:lnTo>
                    <a:pt x="155651" y="108808"/>
                  </a:lnTo>
                  <a:lnTo>
                    <a:pt x="150585" y="104773"/>
                  </a:lnTo>
                  <a:lnTo>
                    <a:pt x="146428" y="103942"/>
                  </a:lnTo>
                  <a:lnTo>
                    <a:pt x="145538" y="103763"/>
                  </a:lnTo>
                  <a:lnTo>
                    <a:pt x="143448" y="99816"/>
                  </a:lnTo>
                  <a:lnTo>
                    <a:pt x="141641" y="94615"/>
                  </a:lnTo>
                  <a:lnTo>
                    <a:pt x="139066" y="95597"/>
                  </a:lnTo>
                  <a:lnTo>
                    <a:pt x="137330" y="90604"/>
                  </a:lnTo>
                  <a:lnTo>
                    <a:pt x="136352" y="87816"/>
                  </a:lnTo>
                  <a:lnTo>
                    <a:pt x="135351" y="84964"/>
                  </a:lnTo>
                  <a:lnTo>
                    <a:pt x="128339" y="87858"/>
                  </a:lnTo>
                  <a:lnTo>
                    <a:pt x="124663" y="89371"/>
                  </a:lnTo>
                  <a:lnTo>
                    <a:pt x="122762" y="90155"/>
                  </a:lnTo>
                  <a:lnTo>
                    <a:pt x="121825" y="90541"/>
                  </a:lnTo>
                  <a:lnTo>
                    <a:pt x="110255" y="95292"/>
                  </a:lnTo>
                  <a:lnTo>
                    <a:pt x="109714" y="94010"/>
                  </a:lnTo>
                  <a:lnTo>
                    <a:pt x="106929" y="94956"/>
                  </a:lnTo>
                  <a:lnTo>
                    <a:pt x="98246" y="97893"/>
                  </a:lnTo>
                  <a:lnTo>
                    <a:pt x="89132" y="100991"/>
                  </a:lnTo>
                  <a:lnTo>
                    <a:pt x="84854" y="102439"/>
                  </a:lnTo>
                  <a:lnTo>
                    <a:pt x="77982" y="104756"/>
                  </a:lnTo>
                  <a:lnTo>
                    <a:pt x="65025" y="109171"/>
                  </a:lnTo>
                  <a:lnTo>
                    <a:pt x="60246" y="111206"/>
                  </a:lnTo>
                  <a:lnTo>
                    <a:pt x="52283" y="113498"/>
                  </a:lnTo>
                  <a:lnTo>
                    <a:pt x="51318" y="117012"/>
                  </a:lnTo>
                  <a:lnTo>
                    <a:pt x="50851" y="117259"/>
                  </a:lnTo>
                  <a:lnTo>
                    <a:pt x="48796" y="118346"/>
                  </a:lnTo>
                  <a:lnTo>
                    <a:pt x="45436" y="115867"/>
                  </a:lnTo>
                  <a:lnTo>
                    <a:pt x="44417" y="116208"/>
                  </a:lnTo>
                  <a:lnTo>
                    <a:pt x="36051" y="118994"/>
                  </a:lnTo>
                  <a:lnTo>
                    <a:pt x="32710" y="120023"/>
                  </a:lnTo>
                  <a:lnTo>
                    <a:pt x="28128" y="121430"/>
                  </a:lnTo>
                  <a:lnTo>
                    <a:pt x="21681" y="123401"/>
                  </a:lnTo>
                  <a:lnTo>
                    <a:pt x="5821" y="128423"/>
                  </a:lnTo>
                  <a:lnTo>
                    <a:pt x="5561" y="1281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57026" y="3471897"/>
              <a:ext cx="6146" cy="8020"/>
            </a:xfrm>
            <a:custGeom>
              <a:avLst/>
              <a:pathLst>
                <a:path w="6146" h="8020">
                  <a:moveTo>
                    <a:pt x="0" y="1734"/>
                  </a:moveTo>
                  <a:lnTo>
                    <a:pt x="2311" y="0"/>
                  </a:lnTo>
                  <a:lnTo>
                    <a:pt x="4868" y="2190"/>
                  </a:lnTo>
                  <a:lnTo>
                    <a:pt x="6146" y="8020"/>
                  </a:lnTo>
                  <a:lnTo>
                    <a:pt x="1676" y="79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5993308" y="3322783"/>
              <a:ext cx="319876" cy="157122"/>
            </a:xfrm>
            <a:custGeom>
              <a:avLst/>
              <a:pathLst>
                <a:path w="319876" h="157122">
                  <a:moveTo>
                    <a:pt x="7291" y="100245"/>
                  </a:moveTo>
                  <a:lnTo>
                    <a:pt x="3550" y="83991"/>
                  </a:lnTo>
                  <a:lnTo>
                    <a:pt x="0" y="67502"/>
                  </a:lnTo>
                  <a:lnTo>
                    <a:pt x="5508" y="66054"/>
                  </a:lnTo>
                  <a:lnTo>
                    <a:pt x="28182" y="60031"/>
                  </a:lnTo>
                  <a:lnTo>
                    <a:pt x="35842" y="58012"/>
                  </a:lnTo>
                  <a:lnTo>
                    <a:pt x="43692" y="55931"/>
                  </a:lnTo>
                  <a:lnTo>
                    <a:pt x="49226" y="54456"/>
                  </a:lnTo>
                  <a:lnTo>
                    <a:pt x="71632" y="48476"/>
                  </a:lnTo>
                  <a:lnTo>
                    <a:pt x="74105" y="47810"/>
                  </a:lnTo>
                  <a:lnTo>
                    <a:pt x="89991" y="43490"/>
                  </a:lnTo>
                  <a:lnTo>
                    <a:pt x="91497" y="43077"/>
                  </a:lnTo>
                  <a:lnTo>
                    <a:pt x="111521" y="37613"/>
                  </a:lnTo>
                  <a:lnTo>
                    <a:pt x="131026" y="32248"/>
                  </a:lnTo>
                  <a:lnTo>
                    <a:pt x="131677" y="32064"/>
                  </a:lnTo>
                  <a:lnTo>
                    <a:pt x="145914" y="28007"/>
                  </a:lnTo>
                  <a:lnTo>
                    <a:pt x="147402" y="27582"/>
                  </a:lnTo>
                  <a:lnTo>
                    <a:pt x="161532" y="23523"/>
                  </a:lnTo>
                  <a:lnTo>
                    <a:pt x="162068" y="23369"/>
                  </a:lnTo>
                  <a:lnTo>
                    <a:pt x="175266" y="19433"/>
                  </a:lnTo>
                  <a:lnTo>
                    <a:pt x="179879" y="18049"/>
                  </a:lnTo>
                  <a:lnTo>
                    <a:pt x="181052" y="17704"/>
                  </a:lnTo>
                  <a:lnTo>
                    <a:pt x="189352" y="15252"/>
                  </a:lnTo>
                  <a:lnTo>
                    <a:pt x="199087" y="12358"/>
                  </a:lnTo>
                  <a:lnTo>
                    <a:pt x="210678" y="8882"/>
                  </a:lnTo>
                  <a:lnTo>
                    <a:pt x="211091" y="8757"/>
                  </a:lnTo>
                  <a:lnTo>
                    <a:pt x="217394" y="6849"/>
                  </a:lnTo>
                  <a:lnTo>
                    <a:pt x="239789" y="0"/>
                  </a:lnTo>
                  <a:lnTo>
                    <a:pt x="249604" y="29158"/>
                  </a:lnTo>
                  <a:lnTo>
                    <a:pt x="251987" y="35958"/>
                  </a:lnTo>
                  <a:lnTo>
                    <a:pt x="253466" y="40180"/>
                  </a:lnTo>
                  <a:lnTo>
                    <a:pt x="256521" y="48905"/>
                  </a:lnTo>
                  <a:lnTo>
                    <a:pt x="265752" y="75304"/>
                  </a:lnTo>
                  <a:lnTo>
                    <a:pt x="271473" y="91692"/>
                  </a:lnTo>
                  <a:lnTo>
                    <a:pt x="273652" y="97979"/>
                  </a:lnTo>
                  <a:lnTo>
                    <a:pt x="274178" y="99499"/>
                  </a:lnTo>
                  <a:lnTo>
                    <a:pt x="276608" y="106459"/>
                  </a:lnTo>
                  <a:lnTo>
                    <a:pt x="290851" y="102680"/>
                  </a:lnTo>
                  <a:lnTo>
                    <a:pt x="299940" y="99982"/>
                  </a:lnTo>
                  <a:lnTo>
                    <a:pt x="310197" y="96915"/>
                  </a:lnTo>
                  <a:lnTo>
                    <a:pt x="319140" y="94084"/>
                  </a:lnTo>
                  <a:lnTo>
                    <a:pt x="319876" y="105728"/>
                  </a:lnTo>
                  <a:lnTo>
                    <a:pt x="319046" y="107180"/>
                  </a:lnTo>
                  <a:lnTo>
                    <a:pt x="318638" y="115819"/>
                  </a:lnTo>
                  <a:lnTo>
                    <a:pt x="318607" y="124282"/>
                  </a:lnTo>
                  <a:lnTo>
                    <a:pt x="318359" y="127536"/>
                  </a:lnTo>
                  <a:lnTo>
                    <a:pt x="316842" y="134437"/>
                  </a:lnTo>
                  <a:lnTo>
                    <a:pt x="292393" y="145068"/>
                  </a:lnTo>
                  <a:lnTo>
                    <a:pt x="290431" y="149715"/>
                  </a:lnTo>
                  <a:lnTo>
                    <a:pt x="286435" y="149023"/>
                  </a:lnTo>
                  <a:lnTo>
                    <a:pt x="282355" y="150145"/>
                  </a:lnTo>
                  <a:lnTo>
                    <a:pt x="278550" y="156355"/>
                  </a:lnTo>
                  <a:lnTo>
                    <a:pt x="276466" y="157122"/>
                  </a:lnTo>
                  <a:lnTo>
                    <a:pt x="274682" y="152293"/>
                  </a:lnTo>
                  <a:lnTo>
                    <a:pt x="275899" y="145940"/>
                  </a:lnTo>
                  <a:lnTo>
                    <a:pt x="275300" y="144132"/>
                  </a:lnTo>
                  <a:lnTo>
                    <a:pt x="274002" y="140723"/>
                  </a:lnTo>
                  <a:lnTo>
                    <a:pt x="268603" y="140192"/>
                  </a:lnTo>
                  <a:lnTo>
                    <a:pt x="266761" y="134896"/>
                  </a:lnTo>
                  <a:lnTo>
                    <a:pt x="271602" y="132147"/>
                  </a:lnTo>
                  <a:lnTo>
                    <a:pt x="270403" y="130754"/>
                  </a:lnTo>
                  <a:lnTo>
                    <a:pt x="269023" y="129150"/>
                  </a:lnTo>
                  <a:lnTo>
                    <a:pt x="266581" y="129436"/>
                  </a:lnTo>
                  <a:lnTo>
                    <a:pt x="265144" y="129604"/>
                  </a:lnTo>
                  <a:lnTo>
                    <a:pt x="258773" y="130987"/>
                  </a:lnTo>
                  <a:lnTo>
                    <a:pt x="260831" y="136651"/>
                  </a:lnTo>
                  <a:lnTo>
                    <a:pt x="263702" y="141856"/>
                  </a:lnTo>
                  <a:lnTo>
                    <a:pt x="265166" y="145608"/>
                  </a:lnTo>
                  <a:lnTo>
                    <a:pt x="262108" y="145638"/>
                  </a:lnTo>
                  <a:lnTo>
                    <a:pt x="258100" y="143268"/>
                  </a:lnTo>
                  <a:lnTo>
                    <a:pt x="256963" y="137327"/>
                  </a:lnTo>
                  <a:lnTo>
                    <a:pt x="252931" y="134857"/>
                  </a:lnTo>
                  <a:lnTo>
                    <a:pt x="245776" y="130159"/>
                  </a:lnTo>
                  <a:lnTo>
                    <a:pt x="242681" y="129299"/>
                  </a:lnTo>
                  <a:lnTo>
                    <a:pt x="242306" y="125929"/>
                  </a:lnTo>
                  <a:lnTo>
                    <a:pt x="239330" y="123017"/>
                  </a:lnTo>
                  <a:lnTo>
                    <a:pt x="233558" y="116450"/>
                  </a:lnTo>
                  <a:lnTo>
                    <a:pt x="236269" y="111030"/>
                  </a:lnTo>
                  <a:lnTo>
                    <a:pt x="234798" y="108928"/>
                  </a:lnTo>
                  <a:lnTo>
                    <a:pt x="234534" y="105253"/>
                  </a:lnTo>
                  <a:lnTo>
                    <a:pt x="237610" y="103917"/>
                  </a:lnTo>
                  <a:lnTo>
                    <a:pt x="239536" y="103646"/>
                  </a:lnTo>
                  <a:lnTo>
                    <a:pt x="242022" y="102952"/>
                  </a:lnTo>
                  <a:lnTo>
                    <a:pt x="240985" y="100411"/>
                  </a:lnTo>
                  <a:lnTo>
                    <a:pt x="239889" y="97725"/>
                  </a:lnTo>
                  <a:lnTo>
                    <a:pt x="238294" y="98431"/>
                  </a:lnTo>
                  <a:lnTo>
                    <a:pt x="234778" y="95568"/>
                  </a:lnTo>
                  <a:lnTo>
                    <a:pt x="232399" y="96291"/>
                  </a:lnTo>
                  <a:lnTo>
                    <a:pt x="230074" y="100091"/>
                  </a:lnTo>
                  <a:lnTo>
                    <a:pt x="228231" y="99995"/>
                  </a:lnTo>
                  <a:lnTo>
                    <a:pt x="227682" y="96057"/>
                  </a:lnTo>
                  <a:lnTo>
                    <a:pt x="223784" y="94735"/>
                  </a:lnTo>
                  <a:lnTo>
                    <a:pt x="223744" y="91835"/>
                  </a:lnTo>
                  <a:lnTo>
                    <a:pt x="228111" y="89743"/>
                  </a:lnTo>
                  <a:lnTo>
                    <a:pt x="229336" y="84268"/>
                  </a:lnTo>
                  <a:lnTo>
                    <a:pt x="233693" y="86632"/>
                  </a:lnTo>
                  <a:lnTo>
                    <a:pt x="235133" y="84592"/>
                  </a:lnTo>
                  <a:lnTo>
                    <a:pt x="234135" y="82464"/>
                  </a:lnTo>
                  <a:lnTo>
                    <a:pt x="232720" y="79445"/>
                  </a:lnTo>
                  <a:lnTo>
                    <a:pt x="231966" y="76352"/>
                  </a:lnTo>
                  <a:lnTo>
                    <a:pt x="228880" y="77288"/>
                  </a:lnTo>
                  <a:lnTo>
                    <a:pt x="224891" y="80055"/>
                  </a:lnTo>
                  <a:lnTo>
                    <a:pt x="225045" y="84760"/>
                  </a:lnTo>
                  <a:lnTo>
                    <a:pt x="222512" y="86422"/>
                  </a:lnTo>
                  <a:lnTo>
                    <a:pt x="221367" y="78512"/>
                  </a:lnTo>
                  <a:lnTo>
                    <a:pt x="222357" y="71966"/>
                  </a:lnTo>
                  <a:lnTo>
                    <a:pt x="222905" y="68707"/>
                  </a:lnTo>
                  <a:lnTo>
                    <a:pt x="225573" y="68943"/>
                  </a:lnTo>
                  <a:lnTo>
                    <a:pt x="227985" y="69155"/>
                  </a:lnTo>
                  <a:lnTo>
                    <a:pt x="226142" y="62925"/>
                  </a:lnTo>
                  <a:lnTo>
                    <a:pt x="224621" y="60755"/>
                  </a:lnTo>
                  <a:lnTo>
                    <a:pt x="221909" y="59130"/>
                  </a:lnTo>
                  <a:lnTo>
                    <a:pt x="222605" y="52631"/>
                  </a:lnTo>
                  <a:lnTo>
                    <a:pt x="223337" y="47156"/>
                  </a:lnTo>
                  <a:lnTo>
                    <a:pt x="224829" y="44018"/>
                  </a:lnTo>
                  <a:lnTo>
                    <a:pt x="225111" y="40469"/>
                  </a:lnTo>
                  <a:lnTo>
                    <a:pt x="227432" y="36384"/>
                  </a:lnTo>
                  <a:lnTo>
                    <a:pt x="230243" y="34092"/>
                  </a:lnTo>
                  <a:lnTo>
                    <a:pt x="231420" y="33132"/>
                  </a:lnTo>
                  <a:lnTo>
                    <a:pt x="233142" y="30720"/>
                  </a:lnTo>
                  <a:lnTo>
                    <a:pt x="231859" y="27512"/>
                  </a:lnTo>
                  <a:lnTo>
                    <a:pt x="230228" y="28050"/>
                  </a:lnTo>
                  <a:lnTo>
                    <a:pt x="228728" y="28544"/>
                  </a:lnTo>
                  <a:lnTo>
                    <a:pt x="224311" y="34245"/>
                  </a:lnTo>
                  <a:lnTo>
                    <a:pt x="220516" y="40278"/>
                  </a:lnTo>
                  <a:lnTo>
                    <a:pt x="217036" y="46127"/>
                  </a:lnTo>
                  <a:lnTo>
                    <a:pt x="215832" y="49113"/>
                  </a:lnTo>
                  <a:lnTo>
                    <a:pt x="214803" y="51661"/>
                  </a:lnTo>
                  <a:lnTo>
                    <a:pt x="212872" y="53438"/>
                  </a:lnTo>
                  <a:lnTo>
                    <a:pt x="212244" y="54016"/>
                  </a:lnTo>
                  <a:lnTo>
                    <a:pt x="210918" y="56827"/>
                  </a:lnTo>
                  <a:lnTo>
                    <a:pt x="208422" y="57549"/>
                  </a:lnTo>
                  <a:lnTo>
                    <a:pt x="206172" y="58318"/>
                  </a:lnTo>
                  <a:lnTo>
                    <a:pt x="205935" y="58901"/>
                  </a:lnTo>
                  <a:lnTo>
                    <a:pt x="205018" y="61160"/>
                  </a:lnTo>
                  <a:lnTo>
                    <a:pt x="212444" y="63256"/>
                  </a:lnTo>
                  <a:lnTo>
                    <a:pt x="214076" y="67447"/>
                  </a:lnTo>
                  <a:lnTo>
                    <a:pt x="215101" y="70804"/>
                  </a:lnTo>
                  <a:lnTo>
                    <a:pt x="217547" y="72938"/>
                  </a:lnTo>
                  <a:lnTo>
                    <a:pt x="214628" y="76454"/>
                  </a:lnTo>
                  <a:lnTo>
                    <a:pt x="213788" y="79148"/>
                  </a:lnTo>
                  <a:lnTo>
                    <a:pt x="215525" y="80066"/>
                  </a:lnTo>
                  <a:lnTo>
                    <a:pt x="215061" y="83317"/>
                  </a:lnTo>
                  <a:lnTo>
                    <a:pt x="214876" y="83830"/>
                  </a:lnTo>
                  <a:lnTo>
                    <a:pt x="214201" y="85691"/>
                  </a:lnTo>
                  <a:lnTo>
                    <a:pt x="213268" y="89095"/>
                  </a:lnTo>
                  <a:lnTo>
                    <a:pt x="215335" y="89641"/>
                  </a:lnTo>
                  <a:lnTo>
                    <a:pt x="214112" y="94806"/>
                  </a:lnTo>
                  <a:lnTo>
                    <a:pt x="212743" y="98059"/>
                  </a:lnTo>
                  <a:lnTo>
                    <a:pt x="215597" y="100184"/>
                  </a:lnTo>
                  <a:lnTo>
                    <a:pt x="215841" y="101197"/>
                  </a:lnTo>
                  <a:lnTo>
                    <a:pt x="216862" y="105436"/>
                  </a:lnTo>
                  <a:lnTo>
                    <a:pt x="219147" y="109236"/>
                  </a:lnTo>
                  <a:lnTo>
                    <a:pt x="220525" y="115946"/>
                  </a:lnTo>
                  <a:lnTo>
                    <a:pt x="223473" y="120308"/>
                  </a:lnTo>
                  <a:lnTo>
                    <a:pt x="227171" y="122973"/>
                  </a:lnTo>
                  <a:lnTo>
                    <a:pt x="232207" y="126403"/>
                  </a:lnTo>
                  <a:lnTo>
                    <a:pt x="233288" y="128705"/>
                  </a:lnTo>
                  <a:lnTo>
                    <a:pt x="233384" y="132524"/>
                  </a:lnTo>
                  <a:lnTo>
                    <a:pt x="233404" y="133305"/>
                  </a:lnTo>
                  <a:lnTo>
                    <a:pt x="235633" y="134044"/>
                  </a:lnTo>
                  <a:lnTo>
                    <a:pt x="235755" y="139276"/>
                  </a:lnTo>
                  <a:lnTo>
                    <a:pt x="239783" y="143801"/>
                  </a:lnTo>
                  <a:lnTo>
                    <a:pt x="242923" y="146568"/>
                  </a:lnTo>
                  <a:lnTo>
                    <a:pt x="243128" y="150133"/>
                  </a:lnTo>
                  <a:lnTo>
                    <a:pt x="245172" y="155365"/>
                  </a:lnTo>
                  <a:lnTo>
                    <a:pt x="240872" y="152638"/>
                  </a:lnTo>
                  <a:lnTo>
                    <a:pt x="236058" y="150362"/>
                  </a:lnTo>
                  <a:lnTo>
                    <a:pt x="232785" y="151653"/>
                  </a:lnTo>
                  <a:lnTo>
                    <a:pt x="227991" y="149617"/>
                  </a:lnTo>
                  <a:lnTo>
                    <a:pt x="223244" y="145326"/>
                  </a:lnTo>
                  <a:lnTo>
                    <a:pt x="217292" y="145194"/>
                  </a:lnTo>
                  <a:lnTo>
                    <a:pt x="212861" y="146409"/>
                  </a:lnTo>
                  <a:lnTo>
                    <a:pt x="208104" y="146211"/>
                  </a:lnTo>
                  <a:lnTo>
                    <a:pt x="206569" y="146098"/>
                  </a:lnTo>
                  <a:lnTo>
                    <a:pt x="203856" y="145897"/>
                  </a:lnTo>
                  <a:lnTo>
                    <a:pt x="199052" y="143355"/>
                  </a:lnTo>
                  <a:lnTo>
                    <a:pt x="194700" y="141274"/>
                  </a:lnTo>
                  <a:lnTo>
                    <a:pt x="191268" y="135345"/>
                  </a:lnTo>
                  <a:lnTo>
                    <a:pt x="189755" y="133591"/>
                  </a:lnTo>
                  <a:lnTo>
                    <a:pt x="186320" y="136512"/>
                  </a:lnTo>
                  <a:lnTo>
                    <a:pt x="183473" y="138630"/>
                  </a:lnTo>
                  <a:lnTo>
                    <a:pt x="178334" y="142876"/>
                  </a:lnTo>
                  <a:lnTo>
                    <a:pt x="173859" y="139042"/>
                  </a:lnTo>
                  <a:lnTo>
                    <a:pt x="172429" y="129955"/>
                  </a:lnTo>
                  <a:lnTo>
                    <a:pt x="175166" y="123398"/>
                  </a:lnTo>
                  <a:lnTo>
                    <a:pt x="178465" y="121189"/>
                  </a:lnTo>
                  <a:lnTo>
                    <a:pt x="177922" y="119431"/>
                  </a:lnTo>
                  <a:lnTo>
                    <a:pt x="176887" y="116132"/>
                  </a:lnTo>
                  <a:lnTo>
                    <a:pt x="179249" y="112538"/>
                  </a:lnTo>
                  <a:lnTo>
                    <a:pt x="179566" y="112054"/>
                  </a:lnTo>
                  <a:lnTo>
                    <a:pt x="181290" y="111522"/>
                  </a:lnTo>
                  <a:lnTo>
                    <a:pt x="181453" y="108879"/>
                  </a:lnTo>
                  <a:lnTo>
                    <a:pt x="181274" y="108117"/>
                  </a:lnTo>
                  <a:lnTo>
                    <a:pt x="180484" y="104761"/>
                  </a:lnTo>
                  <a:lnTo>
                    <a:pt x="180355" y="104214"/>
                  </a:lnTo>
                  <a:lnTo>
                    <a:pt x="183209" y="99109"/>
                  </a:lnTo>
                  <a:lnTo>
                    <a:pt x="186548" y="93038"/>
                  </a:lnTo>
                  <a:lnTo>
                    <a:pt x="178761" y="88548"/>
                  </a:lnTo>
                  <a:lnTo>
                    <a:pt x="175548" y="86691"/>
                  </a:lnTo>
                  <a:lnTo>
                    <a:pt x="171779" y="93446"/>
                  </a:lnTo>
                  <a:lnTo>
                    <a:pt x="169337" y="91382"/>
                  </a:lnTo>
                  <a:lnTo>
                    <a:pt x="167092" y="91820"/>
                  </a:lnTo>
                  <a:lnTo>
                    <a:pt x="165583" y="92114"/>
                  </a:lnTo>
                  <a:lnTo>
                    <a:pt x="162067" y="91450"/>
                  </a:lnTo>
                  <a:lnTo>
                    <a:pt x="161226" y="87891"/>
                  </a:lnTo>
                  <a:lnTo>
                    <a:pt x="156567" y="86893"/>
                  </a:lnTo>
                  <a:lnTo>
                    <a:pt x="155209" y="86914"/>
                  </a:lnTo>
                  <a:lnTo>
                    <a:pt x="154300" y="86928"/>
                  </a:lnTo>
                  <a:lnTo>
                    <a:pt x="153126" y="86946"/>
                  </a:lnTo>
                  <a:lnTo>
                    <a:pt x="146050" y="87631"/>
                  </a:lnTo>
                  <a:lnTo>
                    <a:pt x="144162" y="85441"/>
                  </a:lnTo>
                  <a:lnTo>
                    <a:pt x="141283" y="84840"/>
                  </a:lnTo>
                  <a:lnTo>
                    <a:pt x="140294" y="81405"/>
                  </a:lnTo>
                  <a:lnTo>
                    <a:pt x="142049" y="78632"/>
                  </a:lnTo>
                  <a:lnTo>
                    <a:pt x="142996" y="75292"/>
                  </a:lnTo>
                  <a:lnTo>
                    <a:pt x="139876" y="73193"/>
                  </a:lnTo>
                  <a:lnTo>
                    <a:pt x="135540" y="71802"/>
                  </a:lnTo>
                  <a:lnTo>
                    <a:pt x="132730" y="70493"/>
                  </a:lnTo>
                  <a:lnTo>
                    <a:pt x="127294" y="70626"/>
                  </a:lnTo>
                  <a:lnTo>
                    <a:pt x="126517" y="70757"/>
                  </a:lnTo>
                  <a:lnTo>
                    <a:pt x="123704" y="71232"/>
                  </a:lnTo>
                  <a:lnTo>
                    <a:pt x="121261" y="68962"/>
                  </a:lnTo>
                  <a:lnTo>
                    <a:pt x="120563" y="64674"/>
                  </a:lnTo>
                  <a:lnTo>
                    <a:pt x="115104" y="59350"/>
                  </a:lnTo>
                  <a:lnTo>
                    <a:pt x="113712" y="57424"/>
                  </a:lnTo>
                  <a:lnTo>
                    <a:pt x="112312" y="55486"/>
                  </a:lnTo>
                  <a:lnTo>
                    <a:pt x="110545" y="50301"/>
                  </a:lnTo>
                  <a:lnTo>
                    <a:pt x="103818" y="50287"/>
                  </a:lnTo>
                  <a:lnTo>
                    <a:pt x="98690" y="52287"/>
                  </a:lnTo>
                  <a:lnTo>
                    <a:pt x="96898" y="50995"/>
                  </a:lnTo>
                  <a:lnTo>
                    <a:pt x="92216" y="47617"/>
                  </a:lnTo>
                  <a:lnTo>
                    <a:pt x="83171" y="51230"/>
                  </a:lnTo>
                  <a:lnTo>
                    <a:pt x="78041" y="55200"/>
                  </a:lnTo>
                  <a:lnTo>
                    <a:pt x="76805" y="55764"/>
                  </a:lnTo>
                  <a:lnTo>
                    <a:pt x="73664" y="57195"/>
                  </a:lnTo>
                  <a:lnTo>
                    <a:pt x="71334" y="63242"/>
                  </a:lnTo>
                  <a:lnTo>
                    <a:pt x="70660" y="66886"/>
                  </a:lnTo>
                  <a:lnTo>
                    <a:pt x="70175" y="66995"/>
                  </a:lnTo>
                  <a:lnTo>
                    <a:pt x="62077" y="68804"/>
                  </a:lnTo>
                  <a:lnTo>
                    <a:pt x="57555" y="68706"/>
                  </a:lnTo>
                  <a:lnTo>
                    <a:pt x="53899" y="68623"/>
                  </a:lnTo>
                  <a:lnTo>
                    <a:pt x="50651" y="64527"/>
                  </a:lnTo>
                  <a:lnTo>
                    <a:pt x="47936" y="62605"/>
                  </a:lnTo>
                  <a:lnTo>
                    <a:pt x="44510" y="71281"/>
                  </a:lnTo>
                  <a:lnTo>
                    <a:pt x="40087" y="79300"/>
                  </a:lnTo>
                  <a:lnTo>
                    <a:pt x="39994" y="82946"/>
                  </a:lnTo>
                  <a:lnTo>
                    <a:pt x="34115" y="81444"/>
                  </a:lnTo>
                  <a:lnTo>
                    <a:pt x="32036" y="82037"/>
                  </a:lnTo>
                  <a:lnTo>
                    <a:pt x="30477" y="82481"/>
                  </a:lnTo>
                  <a:lnTo>
                    <a:pt x="27040" y="89954"/>
                  </a:lnTo>
                  <a:lnTo>
                    <a:pt x="22290" y="98048"/>
                  </a:lnTo>
                  <a:lnTo>
                    <a:pt x="21231" y="99848"/>
                  </a:lnTo>
                  <a:lnTo>
                    <a:pt x="17272" y="103772"/>
                  </a:lnTo>
                  <a:lnTo>
                    <a:pt x="13644" y="109285"/>
                  </a:lnTo>
                  <a:lnTo>
                    <a:pt x="9978" y="1122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67987" y="2512524"/>
              <a:ext cx="5520" cy="8773"/>
            </a:xfrm>
            <a:custGeom>
              <a:avLst/>
              <a:pathLst>
                <a:path w="5520" h="8773">
                  <a:moveTo>
                    <a:pt x="0" y="2799"/>
                  </a:moveTo>
                  <a:lnTo>
                    <a:pt x="2212" y="0"/>
                  </a:lnTo>
                  <a:lnTo>
                    <a:pt x="5520" y="3969"/>
                  </a:lnTo>
                  <a:lnTo>
                    <a:pt x="4755" y="8773"/>
                  </a:lnTo>
                  <a:lnTo>
                    <a:pt x="469" y="748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497896" y="2210491"/>
              <a:ext cx="250811" cy="415973"/>
            </a:xfrm>
            <a:custGeom>
              <a:avLst/>
              <a:pathLst>
                <a:path w="250811" h="415973">
                  <a:moveTo>
                    <a:pt x="0" y="235380"/>
                  </a:moveTo>
                  <a:lnTo>
                    <a:pt x="2412" y="233830"/>
                  </a:lnTo>
                  <a:lnTo>
                    <a:pt x="2836" y="230507"/>
                  </a:lnTo>
                  <a:lnTo>
                    <a:pt x="6875" y="230221"/>
                  </a:lnTo>
                  <a:lnTo>
                    <a:pt x="10118" y="232370"/>
                  </a:lnTo>
                  <a:lnTo>
                    <a:pt x="13018" y="236738"/>
                  </a:lnTo>
                  <a:lnTo>
                    <a:pt x="15934" y="236058"/>
                  </a:lnTo>
                  <a:lnTo>
                    <a:pt x="15352" y="232692"/>
                  </a:lnTo>
                  <a:lnTo>
                    <a:pt x="15115" y="231325"/>
                  </a:lnTo>
                  <a:lnTo>
                    <a:pt x="15545" y="228781"/>
                  </a:lnTo>
                  <a:lnTo>
                    <a:pt x="13982" y="226515"/>
                  </a:lnTo>
                  <a:lnTo>
                    <a:pt x="13625" y="223269"/>
                  </a:lnTo>
                  <a:lnTo>
                    <a:pt x="11768" y="221702"/>
                  </a:lnTo>
                  <a:lnTo>
                    <a:pt x="13307" y="218131"/>
                  </a:lnTo>
                  <a:lnTo>
                    <a:pt x="14872" y="217791"/>
                  </a:lnTo>
                  <a:lnTo>
                    <a:pt x="17251" y="219660"/>
                  </a:lnTo>
                  <a:lnTo>
                    <a:pt x="20372" y="218924"/>
                  </a:lnTo>
                  <a:lnTo>
                    <a:pt x="23184" y="218862"/>
                  </a:lnTo>
                  <a:lnTo>
                    <a:pt x="21728" y="215167"/>
                  </a:lnTo>
                  <a:lnTo>
                    <a:pt x="18702" y="213979"/>
                  </a:lnTo>
                  <a:lnTo>
                    <a:pt x="14097" y="210185"/>
                  </a:lnTo>
                  <a:lnTo>
                    <a:pt x="14391" y="204903"/>
                  </a:lnTo>
                  <a:lnTo>
                    <a:pt x="15496" y="201175"/>
                  </a:lnTo>
                  <a:lnTo>
                    <a:pt x="17768" y="197158"/>
                  </a:lnTo>
                  <a:lnTo>
                    <a:pt x="18755" y="193171"/>
                  </a:lnTo>
                  <a:lnTo>
                    <a:pt x="23587" y="187771"/>
                  </a:lnTo>
                  <a:lnTo>
                    <a:pt x="26177" y="183769"/>
                  </a:lnTo>
                  <a:lnTo>
                    <a:pt x="22707" y="180185"/>
                  </a:lnTo>
                  <a:lnTo>
                    <a:pt x="23064" y="177887"/>
                  </a:lnTo>
                  <a:lnTo>
                    <a:pt x="25372" y="172592"/>
                  </a:lnTo>
                  <a:lnTo>
                    <a:pt x="28154" y="167912"/>
                  </a:lnTo>
                  <a:lnTo>
                    <a:pt x="27148" y="164209"/>
                  </a:lnTo>
                  <a:lnTo>
                    <a:pt x="25465" y="162024"/>
                  </a:lnTo>
                  <a:lnTo>
                    <a:pt x="22817" y="163158"/>
                  </a:lnTo>
                  <a:lnTo>
                    <a:pt x="22172" y="159824"/>
                  </a:lnTo>
                  <a:lnTo>
                    <a:pt x="20699" y="158465"/>
                  </a:lnTo>
                  <a:lnTo>
                    <a:pt x="19940" y="154680"/>
                  </a:lnTo>
                  <a:lnTo>
                    <a:pt x="20918" y="150455"/>
                  </a:lnTo>
                  <a:lnTo>
                    <a:pt x="21060" y="146357"/>
                  </a:lnTo>
                  <a:lnTo>
                    <a:pt x="16782" y="143894"/>
                  </a:lnTo>
                  <a:lnTo>
                    <a:pt x="16790" y="138027"/>
                  </a:lnTo>
                  <a:lnTo>
                    <a:pt x="16827" y="134337"/>
                  </a:lnTo>
                  <a:lnTo>
                    <a:pt x="17829" y="132442"/>
                  </a:lnTo>
                  <a:lnTo>
                    <a:pt x="16707" y="129847"/>
                  </a:lnTo>
                  <a:lnTo>
                    <a:pt x="18308" y="126334"/>
                  </a:lnTo>
                  <a:lnTo>
                    <a:pt x="19929" y="123432"/>
                  </a:lnTo>
                  <a:lnTo>
                    <a:pt x="21200" y="120375"/>
                  </a:lnTo>
                  <a:lnTo>
                    <a:pt x="22063" y="118215"/>
                  </a:lnTo>
                  <a:lnTo>
                    <a:pt x="19022" y="105459"/>
                  </a:lnTo>
                  <a:lnTo>
                    <a:pt x="16441" y="94697"/>
                  </a:lnTo>
                  <a:lnTo>
                    <a:pt x="20336" y="75674"/>
                  </a:lnTo>
                  <a:lnTo>
                    <a:pt x="25813" y="49139"/>
                  </a:lnTo>
                  <a:lnTo>
                    <a:pt x="28542" y="35850"/>
                  </a:lnTo>
                  <a:lnTo>
                    <a:pt x="33422" y="13640"/>
                  </a:lnTo>
                  <a:lnTo>
                    <a:pt x="37099" y="12700"/>
                  </a:lnTo>
                  <a:lnTo>
                    <a:pt x="40216" y="12878"/>
                  </a:lnTo>
                  <a:lnTo>
                    <a:pt x="44423" y="12446"/>
                  </a:lnTo>
                  <a:lnTo>
                    <a:pt x="45153" y="16463"/>
                  </a:lnTo>
                  <a:lnTo>
                    <a:pt x="50453" y="27200"/>
                  </a:lnTo>
                  <a:lnTo>
                    <a:pt x="55580" y="28207"/>
                  </a:lnTo>
                  <a:lnTo>
                    <a:pt x="60318" y="29549"/>
                  </a:lnTo>
                  <a:lnTo>
                    <a:pt x="64327" y="24188"/>
                  </a:lnTo>
                  <a:lnTo>
                    <a:pt x="70340" y="19033"/>
                  </a:lnTo>
                  <a:lnTo>
                    <a:pt x="73963" y="16824"/>
                  </a:lnTo>
                  <a:lnTo>
                    <a:pt x="73712" y="13768"/>
                  </a:lnTo>
                  <a:lnTo>
                    <a:pt x="77598" y="10644"/>
                  </a:lnTo>
                  <a:lnTo>
                    <a:pt x="80533" y="10421"/>
                  </a:lnTo>
                  <a:lnTo>
                    <a:pt x="84888" y="7940"/>
                  </a:lnTo>
                  <a:lnTo>
                    <a:pt x="83205" y="5265"/>
                  </a:lnTo>
                  <a:lnTo>
                    <a:pt x="83429" y="2357"/>
                  </a:lnTo>
                  <a:lnTo>
                    <a:pt x="88458" y="369"/>
                  </a:lnTo>
                  <a:lnTo>
                    <a:pt x="92486" y="0"/>
                  </a:lnTo>
                  <a:lnTo>
                    <a:pt x="96133" y="940"/>
                  </a:lnTo>
                  <a:lnTo>
                    <a:pt x="101435" y="2772"/>
                  </a:lnTo>
                  <a:lnTo>
                    <a:pt x="107927" y="5257"/>
                  </a:lnTo>
                  <a:lnTo>
                    <a:pt x="111177" y="5970"/>
                  </a:lnTo>
                  <a:lnTo>
                    <a:pt x="117335" y="10885"/>
                  </a:lnTo>
                  <a:lnTo>
                    <a:pt x="124599" y="12915"/>
                  </a:lnTo>
                  <a:lnTo>
                    <a:pt x="134214" y="35354"/>
                  </a:lnTo>
                  <a:lnTo>
                    <a:pt x="141126" y="51321"/>
                  </a:lnTo>
                  <a:lnTo>
                    <a:pt x="152852" y="77901"/>
                  </a:lnTo>
                  <a:lnTo>
                    <a:pt x="161421" y="97847"/>
                  </a:lnTo>
                  <a:lnTo>
                    <a:pt x="164968" y="106158"/>
                  </a:lnTo>
                  <a:lnTo>
                    <a:pt x="167315" y="107124"/>
                  </a:lnTo>
                  <a:lnTo>
                    <a:pt x="166068" y="112441"/>
                  </a:lnTo>
                  <a:lnTo>
                    <a:pt x="169651" y="114748"/>
                  </a:lnTo>
                  <a:lnTo>
                    <a:pt x="169144" y="119725"/>
                  </a:lnTo>
                  <a:lnTo>
                    <a:pt x="172116" y="123385"/>
                  </a:lnTo>
                  <a:lnTo>
                    <a:pt x="172790" y="128331"/>
                  </a:lnTo>
                  <a:lnTo>
                    <a:pt x="177901" y="125950"/>
                  </a:lnTo>
                  <a:lnTo>
                    <a:pt x="181547" y="129114"/>
                  </a:lnTo>
                  <a:lnTo>
                    <a:pt x="184311" y="128841"/>
                  </a:lnTo>
                  <a:lnTo>
                    <a:pt x="190610" y="128627"/>
                  </a:lnTo>
                  <a:lnTo>
                    <a:pt x="194704" y="125910"/>
                  </a:lnTo>
                  <a:lnTo>
                    <a:pt x="197617" y="127825"/>
                  </a:lnTo>
                  <a:lnTo>
                    <a:pt x="200440" y="133491"/>
                  </a:lnTo>
                  <a:lnTo>
                    <a:pt x="197299" y="135347"/>
                  </a:lnTo>
                  <a:lnTo>
                    <a:pt x="198477" y="139287"/>
                  </a:lnTo>
                  <a:lnTo>
                    <a:pt x="204416" y="144374"/>
                  </a:lnTo>
                  <a:lnTo>
                    <a:pt x="205136" y="151278"/>
                  </a:lnTo>
                  <a:lnTo>
                    <a:pt x="205165" y="154436"/>
                  </a:lnTo>
                  <a:lnTo>
                    <a:pt x="207614" y="156021"/>
                  </a:lnTo>
                  <a:lnTo>
                    <a:pt x="214194" y="161686"/>
                  </a:lnTo>
                  <a:lnTo>
                    <a:pt x="218038" y="162795"/>
                  </a:lnTo>
                  <a:lnTo>
                    <a:pt x="219629" y="160012"/>
                  </a:lnTo>
                  <a:lnTo>
                    <a:pt x="219580" y="155655"/>
                  </a:lnTo>
                  <a:lnTo>
                    <a:pt x="224030" y="155616"/>
                  </a:lnTo>
                  <a:lnTo>
                    <a:pt x="226719" y="155260"/>
                  </a:lnTo>
                  <a:lnTo>
                    <a:pt x="231241" y="158232"/>
                  </a:lnTo>
                  <a:lnTo>
                    <a:pt x="233997" y="161305"/>
                  </a:lnTo>
                  <a:lnTo>
                    <a:pt x="235871" y="164329"/>
                  </a:lnTo>
                  <a:lnTo>
                    <a:pt x="241774" y="170545"/>
                  </a:lnTo>
                  <a:lnTo>
                    <a:pt x="245874" y="172328"/>
                  </a:lnTo>
                  <a:lnTo>
                    <a:pt x="247265" y="177048"/>
                  </a:lnTo>
                  <a:lnTo>
                    <a:pt x="250811" y="178596"/>
                  </a:lnTo>
                  <a:lnTo>
                    <a:pt x="248267" y="184597"/>
                  </a:lnTo>
                  <a:lnTo>
                    <a:pt x="246532" y="187963"/>
                  </a:lnTo>
                  <a:lnTo>
                    <a:pt x="245358" y="192025"/>
                  </a:lnTo>
                  <a:lnTo>
                    <a:pt x="243912" y="197009"/>
                  </a:lnTo>
                  <a:lnTo>
                    <a:pt x="241150" y="200691"/>
                  </a:lnTo>
                  <a:lnTo>
                    <a:pt x="239138" y="205321"/>
                  </a:lnTo>
                  <a:lnTo>
                    <a:pt x="234015" y="205083"/>
                  </a:lnTo>
                  <a:lnTo>
                    <a:pt x="233047" y="207680"/>
                  </a:lnTo>
                  <a:lnTo>
                    <a:pt x="230324" y="209107"/>
                  </a:lnTo>
                  <a:lnTo>
                    <a:pt x="229415" y="213856"/>
                  </a:lnTo>
                  <a:lnTo>
                    <a:pt x="229354" y="218429"/>
                  </a:lnTo>
                  <a:lnTo>
                    <a:pt x="231520" y="220724"/>
                  </a:lnTo>
                  <a:lnTo>
                    <a:pt x="228832" y="226602"/>
                  </a:lnTo>
                  <a:lnTo>
                    <a:pt x="223696" y="223153"/>
                  </a:lnTo>
                  <a:lnTo>
                    <a:pt x="221313" y="220383"/>
                  </a:lnTo>
                  <a:lnTo>
                    <a:pt x="219096" y="223693"/>
                  </a:lnTo>
                  <a:lnTo>
                    <a:pt x="214405" y="226441"/>
                  </a:lnTo>
                  <a:lnTo>
                    <a:pt x="212919" y="230041"/>
                  </a:lnTo>
                  <a:lnTo>
                    <a:pt x="213497" y="234230"/>
                  </a:lnTo>
                  <a:lnTo>
                    <a:pt x="211834" y="237437"/>
                  </a:lnTo>
                  <a:lnTo>
                    <a:pt x="209140" y="236923"/>
                  </a:lnTo>
                  <a:lnTo>
                    <a:pt x="208866" y="237450"/>
                  </a:lnTo>
                  <a:lnTo>
                    <a:pt x="207553" y="239976"/>
                  </a:lnTo>
                  <a:lnTo>
                    <a:pt x="205440" y="240571"/>
                  </a:lnTo>
                  <a:lnTo>
                    <a:pt x="205455" y="246398"/>
                  </a:lnTo>
                  <a:lnTo>
                    <a:pt x="201199" y="244930"/>
                  </a:lnTo>
                  <a:lnTo>
                    <a:pt x="199175" y="243568"/>
                  </a:lnTo>
                  <a:lnTo>
                    <a:pt x="195998" y="246230"/>
                  </a:lnTo>
                  <a:lnTo>
                    <a:pt x="198432" y="249638"/>
                  </a:lnTo>
                  <a:lnTo>
                    <a:pt x="198123" y="251897"/>
                  </a:lnTo>
                  <a:lnTo>
                    <a:pt x="197322" y="256130"/>
                  </a:lnTo>
                  <a:lnTo>
                    <a:pt x="201873" y="258200"/>
                  </a:lnTo>
                  <a:lnTo>
                    <a:pt x="193995" y="260687"/>
                  </a:lnTo>
                  <a:lnTo>
                    <a:pt x="194794" y="264032"/>
                  </a:lnTo>
                  <a:lnTo>
                    <a:pt x="196887" y="271902"/>
                  </a:lnTo>
                  <a:lnTo>
                    <a:pt x="190418" y="273804"/>
                  </a:lnTo>
                  <a:lnTo>
                    <a:pt x="187265" y="276744"/>
                  </a:lnTo>
                  <a:lnTo>
                    <a:pt x="185958" y="278260"/>
                  </a:lnTo>
                  <a:lnTo>
                    <a:pt x="183535" y="281063"/>
                  </a:lnTo>
                  <a:lnTo>
                    <a:pt x="183690" y="286999"/>
                  </a:lnTo>
                  <a:lnTo>
                    <a:pt x="181595" y="288491"/>
                  </a:lnTo>
                  <a:lnTo>
                    <a:pt x="178462" y="282729"/>
                  </a:lnTo>
                  <a:lnTo>
                    <a:pt x="172724" y="286945"/>
                  </a:lnTo>
                  <a:lnTo>
                    <a:pt x="168345" y="291927"/>
                  </a:lnTo>
                  <a:lnTo>
                    <a:pt x="164835" y="288323"/>
                  </a:lnTo>
                  <a:lnTo>
                    <a:pt x="161333" y="284612"/>
                  </a:lnTo>
                  <a:lnTo>
                    <a:pt x="163060" y="281053"/>
                  </a:lnTo>
                  <a:lnTo>
                    <a:pt x="161126" y="279870"/>
                  </a:lnTo>
                  <a:lnTo>
                    <a:pt x="157452" y="277621"/>
                  </a:lnTo>
                  <a:lnTo>
                    <a:pt x="153079" y="278293"/>
                  </a:lnTo>
                  <a:lnTo>
                    <a:pt x="151871" y="278478"/>
                  </a:lnTo>
                  <a:lnTo>
                    <a:pt x="153096" y="284018"/>
                  </a:lnTo>
                  <a:lnTo>
                    <a:pt x="153248" y="287999"/>
                  </a:lnTo>
                  <a:lnTo>
                    <a:pt x="157458" y="291217"/>
                  </a:lnTo>
                  <a:lnTo>
                    <a:pt x="156659" y="295369"/>
                  </a:lnTo>
                  <a:lnTo>
                    <a:pt x="159160" y="297588"/>
                  </a:lnTo>
                  <a:lnTo>
                    <a:pt x="158320" y="301115"/>
                  </a:lnTo>
                  <a:lnTo>
                    <a:pt x="155084" y="302213"/>
                  </a:lnTo>
                  <a:lnTo>
                    <a:pt x="152539" y="303176"/>
                  </a:lnTo>
                  <a:lnTo>
                    <a:pt x="152160" y="308732"/>
                  </a:lnTo>
                  <a:lnTo>
                    <a:pt x="150512" y="309659"/>
                  </a:lnTo>
                  <a:lnTo>
                    <a:pt x="149641" y="313829"/>
                  </a:lnTo>
                  <a:lnTo>
                    <a:pt x="147999" y="316722"/>
                  </a:lnTo>
                  <a:lnTo>
                    <a:pt x="144060" y="312402"/>
                  </a:lnTo>
                  <a:lnTo>
                    <a:pt x="141713" y="310847"/>
                  </a:lnTo>
                  <a:lnTo>
                    <a:pt x="140554" y="310079"/>
                  </a:lnTo>
                  <a:lnTo>
                    <a:pt x="139971" y="313557"/>
                  </a:lnTo>
                  <a:lnTo>
                    <a:pt x="139480" y="315068"/>
                  </a:lnTo>
                  <a:lnTo>
                    <a:pt x="138020" y="322634"/>
                  </a:lnTo>
                  <a:lnTo>
                    <a:pt x="135031" y="323489"/>
                  </a:lnTo>
                  <a:lnTo>
                    <a:pt x="134105" y="325613"/>
                  </a:lnTo>
                  <a:lnTo>
                    <a:pt x="130524" y="328953"/>
                  </a:lnTo>
                  <a:lnTo>
                    <a:pt x="128150" y="330659"/>
                  </a:lnTo>
                  <a:lnTo>
                    <a:pt x="127028" y="331464"/>
                  </a:lnTo>
                  <a:lnTo>
                    <a:pt x="126428" y="336407"/>
                  </a:lnTo>
                  <a:lnTo>
                    <a:pt x="123824" y="338980"/>
                  </a:lnTo>
                  <a:lnTo>
                    <a:pt x="123156" y="341842"/>
                  </a:lnTo>
                  <a:lnTo>
                    <a:pt x="121782" y="342057"/>
                  </a:lnTo>
                  <a:lnTo>
                    <a:pt x="119634" y="337669"/>
                  </a:lnTo>
                  <a:lnTo>
                    <a:pt x="117915" y="337618"/>
                  </a:lnTo>
                  <a:lnTo>
                    <a:pt x="115996" y="337561"/>
                  </a:lnTo>
                  <a:lnTo>
                    <a:pt x="112997" y="341728"/>
                  </a:lnTo>
                  <a:lnTo>
                    <a:pt x="113052" y="344994"/>
                  </a:lnTo>
                  <a:lnTo>
                    <a:pt x="108846" y="346338"/>
                  </a:lnTo>
                  <a:lnTo>
                    <a:pt x="108716" y="350400"/>
                  </a:lnTo>
                  <a:lnTo>
                    <a:pt x="104395" y="351834"/>
                  </a:lnTo>
                  <a:lnTo>
                    <a:pt x="104013" y="354839"/>
                  </a:lnTo>
                  <a:lnTo>
                    <a:pt x="104009" y="359559"/>
                  </a:lnTo>
                  <a:lnTo>
                    <a:pt x="105887" y="362592"/>
                  </a:lnTo>
                  <a:lnTo>
                    <a:pt x="104141" y="365017"/>
                  </a:lnTo>
                  <a:lnTo>
                    <a:pt x="100084" y="367806"/>
                  </a:lnTo>
                  <a:lnTo>
                    <a:pt x="99021" y="368142"/>
                  </a:lnTo>
                  <a:lnTo>
                    <a:pt x="97665" y="368569"/>
                  </a:lnTo>
                  <a:lnTo>
                    <a:pt x="97552" y="372680"/>
                  </a:lnTo>
                  <a:lnTo>
                    <a:pt x="101880" y="373733"/>
                  </a:lnTo>
                  <a:lnTo>
                    <a:pt x="99970" y="378878"/>
                  </a:lnTo>
                  <a:lnTo>
                    <a:pt x="99674" y="383984"/>
                  </a:lnTo>
                  <a:lnTo>
                    <a:pt x="97392" y="386881"/>
                  </a:lnTo>
                  <a:lnTo>
                    <a:pt x="94219" y="387752"/>
                  </a:lnTo>
                  <a:lnTo>
                    <a:pt x="92772" y="390449"/>
                  </a:lnTo>
                  <a:lnTo>
                    <a:pt x="92529" y="395530"/>
                  </a:lnTo>
                  <a:lnTo>
                    <a:pt x="94584" y="399379"/>
                  </a:lnTo>
                  <a:lnTo>
                    <a:pt x="95187" y="404767"/>
                  </a:lnTo>
                  <a:lnTo>
                    <a:pt x="94521" y="407807"/>
                  </a:lnTo>
                  <a:lnTo>
                    <a:pt x="93746" y="413722"/>
                  </a:lnTo>
                  <a:lnTo>
                    <a:pt x="92003" y="415973"/>
                  </a:lnTo>
                  <a:lnTo>
                    <a:pt x="88257" y="415478"/>
                  </a:lnTo>
                  <a:lnTo>
                    <a:pt x="83173" y="413276"/>
                  </a:lnTo>
                  <a:lnTo>
                    <a:pt x="82485" y="412977"/>
                  </a:lnTo>
                  <a:lnTo>
                    <a:pt x="81124" y="408635"/>
                  </a:lnTo>
                  <a:lnTo>
                    <a:pt x="80660" y="405201"/>
                  </a:lnTo>
                  <a:lnTo>
                    <a:pt x="75506" y="402095"/>
                  </a:lnTo>
                  <a:lnTo>
                    <a:pt x="70783" y="398656"/>
                  </a:lnTo>
                  <a:lnTo>
                    <a:pt x="65629" y="395693"/>
                  </a:lnTo>
                  <a:lnTo>
                    <a:pt x="64955" y="390855"/>
                  </a:lnTo>
                  <a:lnTo>
                    <a:pt x="63283" y="383757"/>
                  </a:lnTo>
                  <a:lnTo>
                    <a:pt x="61813" y="381397"/>
                  </a:lnTo>
                  <a:lnTo>
                    <a:pt x="60362" y="379066"/>
                  </a:lnTo>
                  <a:lnTo>
                    <a:pt x="55792" y="368254"/>
                  </a:lnTo>
                  <a:lnTo>
                    <a:pt x="52642" y="360616"/>
                  </a:lnTo>
                  <a:lnTo>
                    <a:pt x="51058" y="356777"/>
                  </a:lnTo>
                  <a:lnTo>
                    <a:pt x="42545" y="335652"/>
                  </a:lnTo>
                  <a:lnTo>
                    <a:pt x="36975" y="321839"/>
                  </a:lnTo>
                  <a:lnTo>
                    <a:pt x="36077" y="319677"/>
                  </a:lnTo>
                  <a:lnTo>
                    <a:pt x="35492" y="318271"/>
                  </a:lnTo>
                  <a:lnTo>
                    <a:pt x="28654" y="301836"/>
                  </a:lnTo>
                  <a:lnTo>
                    <a:pt x="20499" y="282229"/>
                  </a:lnTo>
                  <a:lnTo>
                    <a:pt x="11053" y="2605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37155" y="2742756"/>
              <a:ext cx="19242" cy="12730"/>
            </a:xfrm>
            <a:custGeom>
              <a:avLst/>
              <a:pathLst>
                <a:path w="19242" h="12730">
                  <a:moveTo>
                    <a:pt x="1483" y="0"/>
                  </a:moveTo>
                  <a:lnTo>
                    <a:pt x="8522" y="4596"/>
                  </a:lnTo>
                  <a:lnTo>
                    <a:pt x="14927" y="5939"/>
                  </a:lnTo>
                  <a:lnTo>
                    <a:pt x="19242" y="7618"/>
                  </a:lnTo>
                  <a:lnTo>
                    <a:pt x="17711" y="11931"/>
                  </a:lnTo>
                  <a:lnTo>
                    <a:pt x="12224" y="12730"/>
                  </a:lnTo>
                  <a:lnTo>
                    <a:pt x="4696" y="7320"/>
                  </a:lnTo>
                  <a:lnTo>
                    <a:pt x="0" y="34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175707" y="2757977"/>
              <a:ext cx="19312" cy="23661"/>
            </a:xfrm>
            <a:custGeom>
              <a:avLst/>
              <a:pathLst>
                <a:path w="19312" h="23661">
                  <a:moveTo>
                    <a:pt x="0" y="10872"/>
                  </a:moveTo>
                  <a:lnTo>
                    <a:pt x="2912" y="9714"/>
                  </a:lnTo>
                  <a:lnTo>
                    <a:pt x="9242" y="742"/>
                  </a:lnTo>
                  <a:lnTo>
                    <a:pt x="19312" y="0"/>
                  </a:lnTo>
                  <a:lnTo>
                    <a:pt x="19115" y="4420"/>
                  </a:lnTo>
                  <a:lnTo>
                    <a:pt x="13873" y="20962"/>
                  </a:lnTo>
                  <a:lnTo>
                    <a:pt x="11082" y="23661"/>
                  </a:lnTo>
                  <a:lnTo>
                    <a:pt x="7155" y="23126"/>
                  </a:lnTo>
                  <a:lnTo>
                    <a:pt x="909" y="142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59385" y="2822967"/>
              <a:ext cx="10537" cy="15223"/>
            </a:xfrm>
            <a:custGeom>
              <a:avLst/>
              <a:pathLst>
                <a:path w="10537" h="15223">
                  <a:moveTo>
                    <a:pt x="413" y="11197"/>
                  </a:moveTo>
                  <a:lnTo>
                    <a:pt x="4386" y="0"/>
                  </a:lnTo>
                  <a:lnTo>
                    <a:pt x="7884" y="153"/>
                  </a:lnTo>
                  <a:lnTo>
                    <a:pt x="10537" y="2552"/>
                  </a:lnTo>
                  <a:lnTo>
                    <a:pt x="10003" y="7751"/>
                  </a:lnTo>
                  <a:lnTo>
                    <a:pt x="4689" y="15223"/>
                  </a:lnTo>
                  <a:lnTo>
                    <a:pt x="0" y="149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51061" y="2753755"/>
              <a:ext cx="275628" cy="375180"/>
            </a:xfrm>
            <a:custGeom>
              <a:avLst/>
              <a:pathLst>
                <a:path w="275628" h="375180">
                  <a:moveTo>
                    <a:pt x="12695" y="375180"/>
                  </a:moveTo>
                  <a:lnTo>
                    <a:pt x="20195" y="367197"/>
                  </a:lnTo>
                  <a:lnTo>
                    <a:pt x="25220" y="358916"/>
                  </a:lnTo>
                  <a:lnTo>
                    <a:pt x="28045" y="347643"/>
                  </a:lnTo>
                  <a:lnTo>
                    <a:pt x="29124" y="343314"/>
                  </a:lnTo>
                  <a:lnTo>
                    <a:pt x="30681" y="338568"/>
                  </a:lnTo>
                  <a:lnTo>
                    <a:pt x="35568" y="327966"/>
                  </a:lnTo>
                  <a:lnTo>
                    <a:pt x="36064" y="326887"/>
                  </a:lnTo>
                  <a:lnTo>
                    <a:pt x="38659" y="313811"/>
                  </a:lnTo>
                  <a:lnTo>
                    <a:pt x="38780" y="311563"/>
                  </a:lnTo>
                  <a:lnTo>
                    <a:pt x="39364" y="300599"/>
                  </a:lnTo>
                  <a:lnTo>
                    <a:pt x="38737" y="291260"/>
                  </a:lnTo>
                  <a:lnTo>
                    <a:pt x="38191" y="280740"/>
                  </a:lnTo>
                  <a:lnTo>
                    <a:pt x="38107" y="280326"/>
                  </a:lnTo>
                  <a:lnTo>
                    <a:pt x="36028" y="270116"/>
                  </a:lnTo>
                  <a:lnTo>
                    <a:pt x="33753" y="261195"/>
                  </a:lnTo>
                  <a:lnTo>
                    <a:pt x="30564" y="253175"/>
                  </a:lnTo>
                  <a:lnTo>
                    <a:pt x="28830" y="250323"/>
                  </a:lnTo>
                  <a:lnTo>
                    <a:pt x="25028" y="244061"/>
                  </a:lnTo>
                  <a:lnTo>
                    <a:pt x="22290" y="240046"/>
                  </a:lnTo>
                  <a:lnTo>
                    <a:pt x="17151" y="232495"/>
                  </a:lnTo>
                  <a:lnTo>
                    <a:pt x="13211" y="224737"/>
                  </a:lnTo>
                  <a:lnTo>
                    <a:pt x="11696" y="221364"/>
                  </a:lnTo>
                  <a:lnTo>
                    <a:pt x="10081" y="217765"/>
                  </a:lnTo>
                  <a:lnTo>
                    <a:pt x="5788" y="211455"/>
                  </a:lnTo>
                  <a:lnTo>
                    <a:pt x="4342" y="207096"/>
                  </a:lnTo>
                  <a:lnTo>
                    <a:pt x="5479" y="202043"/>
                  </a:lnTo>
                  <a:lnTo>
                    <a:pt x="8518" y="194965"/>
                  </a:lnTo>
                  <a:lnTo>
                    <a:pt x="8427" y="190672"/>
                  </a:lnTo>
                  <a:lnTo>
                    <a:pt x="8386" y="188762"/>
                  </a:lnTo>
                  <a:lnTo>
                    <a:pt x="6212" y="182165"/>
                  </a:lnTo>
                  <a:lnTo>
                    <a:pt x="4490" y="177695"/>
                  </a:lnTo>
                  <a:lnTo>
                    <a:pt x="1335" y="173642"/>
                  </a:lnTo>
                  <a:lnTo>
                    <a:pt x="0" y="170608"/>
                  </a:lnTo>
                  <a:lnTo>
                    <a:pt x="4399" y="164314"/>
                  </a:lnTo>
                  <a:lnTo>
                    <a:pt x="6158" y="158712"/>
                  </a:lnTo>
                  <a:lnTo>
                    <a:pt x="7668" y="153886"/>
                  </a:lnTo>
                  <a:lnTo>
                    <a:pt x="11114" y="142859"/>
                  </a:lnTo>
                  <a:lnTo>
                    <a:pt x="11330" y="137808"/>
                  </a:lnTo>
                  <a:lnTo>
                    <a:pt x="10298" y="130598"/>
                  </a:lnTo>
                  <a:lnTo>
                    <a:pt x="10509" y="127382"/>
                  </a:lnTo>
                  <a:lnTo>
                    <a:pt x="10798" y="122968"/>
                  </a:lnTo>
                  <a:lnTo>
                    <a:pt x="7528" y="116204"/>
                  </a:lnTo>
                  <a:lnTo>
                    <a:pt x="7106" y="111685"/>
                  </a:lnTo>
                  <a:lnTo>
                    <a:pt x="12115" y="108195"/>
                  </a:lnTo>
                  <a:lnTo>
                    <a:pt x="16300" y="106268"/>
                  </a:lnTo>
                  <a:lnTo>
                    <a:pt x="16402" y="102930"/>
                  </a:lnTo>
                  <a:lnTo>
                    <a:pt x="16521" y="99017"/>
                  </a:lnTo>
                  <a:lnTo>
                    <a:pt x="15602" y="91111"/>
                  </a:lnTo>
                  <a:lnTo>
                    <a:pt x="20512" y="90690"/>
                  </a:lnTo>
                  <a:lnTo>
                    <a:pt x="22541" y="84684"/>
                  </a:lnTo>
                  <a:lnTo>
                    <a:pt x="27759" y="86524"/>
                  </a:lnTo>
                  <a:lnTo>
                    <a:pt x="31680" y="82238"/>
                  </a:lnTo>
                  <a:lnTo>
                    <a:pt x="32629" y="75456"/>
                  </a:lnTo>
                  <a:lnTo>
                    <a:pt x="35986" y="71113"/>
                  </a:lnTo>
                  <a:lnTo>
                    <a:pt x="37697" y="63747"/>
                  </a:lnTo>
                  <a:lnTo>
                    <a:pt x="42085" y="59357"/>
                  </a:lnTo>
                  <a:lnTo>
                    <a:pt x="43812" y="62066"/>
                  </a:lnTo>
                  <a:lnTo>
                    <a:pt x="43796" y="74130"/>
                  </a:lnTo>
                  <a:lnTo>
                    <a:pt x="44730" y="75459"/>
                  </a:lnTo>
                  <a:lnTo>
                    <a:pt x="47718" y="79704"/>
                  </a:lnTo>
                  <a:lnTo>
                    <a:pt x="50197" y="77712"/>
                  </a:lnTo>
                  <a:lnTo>
                    <a:pt x="52475" y="74985"/>
                  </a:lnTo>
                  <a:lnTo>
                    <a:pt x="55113" y="71822"/>
                  </a:lnTo>
                  <a:lnTo>
                    <a:pt x="55083" y="66836"/>
                  </a:lnTo>
                  <a:lnTo>
                    <a:pt x="52980" y="60063"/>
                  </a:lnTo>
                  <a:lnTo>
                    <a:pt x="52714" y="57694"/>
                  </a:lnTo>
                  <a:lnTo>
                    <a:pt x="52084" y="52103"/>
                  </a:lnTo>
                  <a:lnTo>
                    <a:pt x="56032" y="47258"/>
                  </a:lnTo>
                  <a:lnTo>
                    <a:pt x="61294" y="42285"/>
                  </a:lnTo>
                  <a:lnTo>
                    <a:pt x="67378" y="40926"/>
                  </a:lnTo>
                  <a:lnTo>
                    <a:pt x="69871" y="40366"/>
                  </a:lnTo>
                  <a:lnTo>
                    <a:pt x="75494" y="38230"/>
                  </a:lnTo>
                  <a:lnTo>
                    <a:pt x="77743" y="34747"/>
                  </a:lnTo>
                  <a:lnTo>
                    <a:pt x="73289" y="33818"/>
                  </a:lnTo>
                  <a:lnTo>
                    <a:pt x="69526" y="33867"/>
                  </a:lnTo>
                  <a:lnTo>
                    <a:pt x="63990" y="27232"/>
                  </a:lnTo>
                  <a:lnTo>
                    <a:pt x="62581" y="23212"/>
                  </a:lnTo>
                  <a:lnTo>
                    <a:pt x="64956" y="16395"/>
                  </a:lnTo>
                  <a:lnTo>
                    <a:pt x="69663" y="11271"/>
                  </a:lnTo>
                  <a:lnTo>
                    <a:pt x="65810" y="5310"/>
                  </a:lnTo>
                  <a:lnTo>
                    <a:pt x="74855" y="4338"/>
                  </a:lnTo>
                  <a:lnTo>
                    <a:pt x="79918" y="0"/>
                  </a:lnTo>
                  <a:lnTo>
                    <a:pt x="82510" y="297"/>
                  </a:lnTo>
                  <a:lnTo>
                    <a:pt x="83363" y="395"/>
                  </a:lnTo>
                  <a:lnTo>
                    <a:pt x="94689" y="5351"/>
                  </a:lnTo>
                  <a:lnTo>
                    <a:pt x="101008" y="8295"/>
                  </a:lnTo>
                  <a:lnTo>
                    <a:pt x="103618" y="6240"/>
                  </a:lnTo>
                  <a:lnTo>
                    <a:pt x="108782" y="5677"/>
                  </a:lnTo>
                  <a:lnTo>
                    <a:pt x="116604" y="7580"/>
                  </a:lnTo>
                  <a:lnTo>
                    <a:pt x="117584" y="7817"/>
                  </a:lnTo>
                  <a:lnTo>
                    <a:pt x="122909" y="12629"/>
                  </a:lnTo>
                  <a:lnTo>
                    <a:pt x="125794" y="17427"/>
                  </a:lnTo>
                  <a:lnTo>
                    <a:pt x="131803" y="16773"/>
                  </a:lnTo>
                  <a:lnTo>
                    <a:pt x="137274" y="16151"/>
                  </a:lnTo>
                  <a:lnTo>
                    <a:pt x="142275" y="19713"/>
                  </a:lnTo>
                  <a:lnTo>
                    <a:pt x="151698" y="21323"/>
                  </a:lnTo>
                  <a:lnTo>
                    <a:pt x="158416" y="23900"/>
                  </a:lnTo>
                  <a:lnTo>
                    <a:pt x="165044" y="22220"/>
                  </a:lnTo>
                  <a:lnTo>
                    <a:pt x="172805" y="28015"/>
                  </a:lnTo>
                  <a:lnTo>
                    <a:pt x="172396" y="32375"/>
                  </a:lnTo>
                  <a:lnTo>
                    <a:pt x="174015" y="33857"/>
                  </a:lnTo>
                  <a:lnTo>
                    <a:pt x="179440" y="38814"/>
                  </a:lnTo>
                  <a:lnTo>
                    <a:pt x="184540" y="48021"/>
                  </a:lnTo>
                  <a:lnTo>
                    <a:pt x="179748" y="47696"/>
                  </a:lnTo>
                  <a:lnTo>
                    <a:pt x="175637" y="45941"/>
                  </a:lnTo>
                  <a:lnTo>
                    <a:pt x="173381" y="48167"/>
                  </a:lnTo>
                  <a:lnTo>
                    <a:pt x="174680" y="52533"/>
                  </a:lnTo>
                  <a:lnTo>
                    <a:pt x="175561" y="57723"/>
                  </a:lnTo>
                  <a:lnTo>
                    <a:pt x="181796" y="61384"/>
                  </a:lnTo>
                  <a:lnTo>
                    <a:pt x="183869" y="61456"/>
                  </a:lnTo>
                  <a:lnTo>
                    <a:pt x="184526" y="63315"/>
                  </a:lnTo>
                  <a:lnTo>
                    <a:pt x="187518" y="71781"/>
                  </a:lnTo>
                  <a:lnTo>
                    <a:pt x="190003" y="77541"/>
                  </a:lnTo>
                  <a:lnTo>
                    <a:pt x="189153" y="85047"/>
                  </a:lnTo>
                  <a:lnTo>
                    <a:pt x="190754" y="93528"/>
                  </a:lnTo>
                  <a:lnTo>
                    <a:pt x="191177" y="95768"/>
                  </a:lnTo>
                  <a:lnTo>
                    <a:pt x="192741" y="109353"/>
                  </a:lnTo>
                  <a:lnTo>
                    <a:pt x="189302" y="112897"/>
                  </a:lnTo>
                  <a:lnTo>
                    <a:pt x="187430" y="116601"/>
                  </a:lnTo>
                  <a:lnTo>
                    <a:pt x="182432" y="117985"/>
                  </a:lnTo>
                  <a:lnTo>
                    <a:pt x="181709" y="127035"/>
                  </a:lnTo>
                  <a:lnTo>
                    <a:pt x="181652" y="127739"/>
                  </a:lnTo>
                  <a:lnTo>
                    <a:pt x="182391" y="136587"/>
                  </a:lnTo>
                  <a:lnTo>
                    <a:pt x="176827" y="139582"/>
                  </a:lnTo>
                  <a:lnTo>
                    <a:pt x="176820" y="143902"/>
                  </a:lnTo>
                  <a:lnTo>
                    <a:pt x="171007" y="145406"/>
                  </a:lnTo>
                  <a:lnTo>
                    <a:pt x="166370" y="148575"/>
                  </a:lnTo>
                  <a:lnTo>
                    <a:pt x="165290" y="153535"/>
                  </a:lnTo>
                  <a:lnTo>
                    <a:pt x="164975" y="154978"/>
                  </a:lnTo>
                  <a:lnTo>
                    <a:pt x="165808" y="165339"/>
                  </a:lnTo>
                  <a:lnTo>
                    <a:pt x="165384" y="169226"/>
                  </a:lnTo>
                  <a:lnTo>
                    <a:pt x="168847" y="174198"/>
                  </a:lnTo>
                  <a:lnTo>
                    <a:pt x="174544" y="172940"/>
                  </a:lnTo>
                  <a:lnTo>
                    <a:pt x="180843" y="176232"/>
                  </a:lnTo>
                  <a:lnTo>
                    <a:pt x="183194" y="177723"/>
                  </a:lnTo>
                  <a:lnTo>
                    <a:pt x="184390" y="178481"/>
                  </a:lnTo>
                  <a:lnTo>
                    <a:pt x="192548" y="163811"/>
                  </a:lnTo>
                  <a:lnTo>
                    <a:pt x="192736" y="162735"/>
                  </a:lnTo>
                  <a:lnTo>
                    <a:pt x="193530" y="158170"/>
                  </a:lnTo>
                  <a:lnTo>
                    <a:pt x="194824" y="149579"/>
                  </a:lnTo>
                  <a:lnTo>
                    <a:pt x="195791" y="146241"/>
                  </a:lnTo>
                  <a:lnTo>
                    <a:pt x="203211" y="143032"/>
                  </a:lnTo>
                  <a:lnTo>
                    <a:pt x="203862" y="139670"/>
                  </a:lnTo>
                  <a:lnTo>
                    <a:pt x="211355" y="136303"/>
                  </a:lnTo>
                  <a:lnTo>
                    <a:pt x="216413" y="133175"/>
                  </a:lnTo>
                  <a:lnTo>
                    <a:pt x="217236" y="130320"/>
                  </a:lnTo>
                  <a:lnTo>
                    <a:pt x="222712" y="126944"/>
                  </a:lnTo>
                  <a:lnTo>
                    <a:pt x="231949" y="129149"/>
                  </a:lnTo>
                  <a:lnTo>
                    <a:pt x="238496" y="134555"/>
                  </a:lnTo>
                  <a:lnTo>
                    <a:pt x="245389" y="143702"/>
                  </a:lnTo>
                  <a:lnTo>
                    <a:pt x="248420" y="151366"/>
                  </a:lnTo>
                  <a:lnTo>
                    <a:pt x="249694" y="155578"/>
                  </a:lnTo>
                  <a:lnTo>
                    <a:pt x="252509" y="164885"/>
                  </a:lnTo>
                  <a:lnTo>
                    <a:pt x="258825" y="177987"/>
                  </a:lnTo>
                  <a:lnTo>
                    <a:pt x="263539" y="194892"/>
                  </a:lnTo>
                  <a:lnTo>
                    <a:pt x="265657" y="199575"/>
                  </a:lnTo>
                  <a:lnTo>
                    <a:pt x="268144" y="205070"/>
                  </a:lnTo>
                  <a:lnTo>
                    <a:pt x="274349" y="212531"/>
                  </a:lnTo>
                  <a:lnTo>
                    <a:pt x="274549" y="217365"/>
                  </a:lnTo>
                  <a:lnTo>
                    <a:pt x="273149" y="223551"/>
                  </a:lnTo>
                  <a:lnTo>
                    <a:pt x="275628" y="234439"/>
                  </a:lnTo>
                  <a:lnTo>
                    <a:pt x="275249" y="245868"/>
                  </a:lnTo>
                  <a:lnTo>
                    <a:pt x="272092" y="254136"/>
                  </a:lnTo>
                  <a:lnTo>
                    <a:pt x="266650" y="258216"/>
                  </a:lnTo>
                  <a:lnTo>
                    <a:pt x="263117" y="249984"/>
                  </a:lnTo>
                  <a:lnTo>
                    <a:pt x="266602" y="245576"/>
                  </a:lnTo>
                  <a:lnTo>
                    <a:pt x="262030" y="245271"/>
                  </a:lnTo>
                  <a:lnTo>
                    <a:pt x="256972" y="250543"/>
                  </a:lnTo>
                  <a:lnTo>
                    <a:pt x="259725" y="252632"/>
                  </a:lnTo>
                  <a:lnTo>
                    <a:pt x="261010" y="255596"/>
                  </a:lnTo>
                  <a:lnTo>
                    <a:pt x="254864" y="258963"/>
                  </a:lnTo>
                  <a:lnTo>
                    <a:pt x="255805" y="267040"/>
                  </a:lnTo>
                  <a:lnTo>
                    <a:pt x="254173" y="276373"/>
                  </a:lnTo>
                  <a:lnTo>
                    <a:pt x="250410" y="278958"/>
                  </a:lnTo>
                  <a:lnTo>
                    <a:pt x="244291" y="284098"/>
                  </a:lnTo>
                  <a:lnTo>
                    <a:pt x="244027" y="292267"/>
                  </a:lnTo>
                  <a:lnTo>
                    <a:pt x="243948" y="294653"/>
                  </a:lnTo>
                  <a:lnTo>
                    <a:pt x="245504" y="302191"/>
                  </a:lnTo>
                  <a:lnTo>
                    <a:pt x="242810" y="306018"/>
                  </a:lnTo>
                  <a:lnTo>
                    <a:pt x="242543" y="307811"/>
                  </a:lnTo>
                  <a:lnTo>
                    <a:pt x="241920" y="311987"/>
                  </a:lnTo>
                  <a:lnTo>
                    <a:pt x="239414" y="317006"/>
                  </a:lnTo>
                  <a:lnTo>
                    <a:pt x="236036" y="318987"/>
                  </a:lnTo>
                  <a:lnTo>
                    <a:pt x="235822" y="323116"/>
                  </a:lnTo>
                  <a:lnTo>
                    <a:pt x="232780" y="326196"/>
                  </a:lnTo>
                  <a:lnTo>
                    <a:pt x="230626" y="330662"/>
                  </a:lnTo>
                  <a:lnTo>
                    <a:pt x="232930" y="336348"/>
                  </a:lnTo>
                  <a:lnTo>
                    <a:pt x="231154" y="337448"/>
                  </a:lnTo>
                  <a:lnTo>
                    <a:pt x="211386" y="342303"/>
                  </a:lnTo>
                  <a:lnTo>
                    <a:pt x="203885" y="344115"/>
                  </a:lnTo>
                  <a:lnTo>
                    <a:pt x="187621" y="348004"/>
                  </a:lnTo>
                  <a:lnTo>
                    <a:pt x="173129" y="351379"/>
                  </a:lnTo>
                  <a:lnTo>
                    <a:pt x="170618" y="351960"/>
                  </a:lnTo>
                  <a:lnTo>
                    <a:pt x="168147" y="352530"/>
                  </a:lnTo>
                  <a:lnTo>
                    <a:pt x="144501" y="357836"/>
                  </a:lnTo>
                  <a:lnTo>
                    <a:pt x="143498" y="352231"/>
                  </a:lnTo>
                  <a:lnTo>
                    <a:pt x="142255" y="352467"/>
                  </a:lnTo>
                  <a:lnTo>
                    <a:pt x="118234" y="356959"/>
                  </a:lnTo>
                  <a:lnTo>
                    <a:pt x="115902" y="357388"/>
                  </a:lnTo>
                  <a:lnTo>
                    <a:pt x="112065" y="358097"/>
                  </a:lnTo>
                  <a:lnTo>
                    <a:pt x="88279" y="362420"/>
                  </a:lnTo>
                  <a:lnTo>
                    <a:pt x="79756" y="363942"/>
                  </a:lnTo>
                  <a:lnTo>
                    <a:pt x="62171" y="366948"/>
                  </a:lnTo>
                  <a:lnTo>
                    <a:pt x="51561" y="368732"/>
                  </a:lnTo>
                  <a:lnTo>
                    <a:pt x="33681" y="371786"/>
                  </a:lnTo>
                  <a:lnTo>
                    <a:pt x="32224" y="372027"/>
                  </a:lnTo>
                  <a:lnTo>
                    <a:pt x="24703" y="373264"/>
                  </a:lnTo>
                  <a:lnTo>
                    <a:pt x="20828" y="3738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33977" y="2578623"/>
              <a:ext cx="44724" cy="39990"/>
            </a:xfrm>
            <a:custGeom>
              <a:avLst/>
              <a:pathLst>
                <a:path w="44724" h="39990">
                  <a:moveTo>
                    <a:pt x="1597" y="33119"/>
                  </a:moveTo>
                  <a:lnTo>
                    <a:pt x="3741" y="30415"/>
                  </a:lnTo>
                  <a:lnTo>
                    <a:pt x="12451" y="24072"/>
                  </a:lnTo>
                  <a:lnTo>
                    <a:pt x="16642" y="21066"/>
                  </a:lnTo>
                  <a:lnTo>
                    <a:pt x="19210" y="19347"/>
                  </a:lnTo>
                  <a:lnTo>
                    <a:pt x="23465" y="16757"/>
                  </a:lnTo>
                  <a:lnTo>
                    <a:pt x="28026" y="12089"/>
                  </a:lnTo>
                  <a:lnTo>
                    <a:pt x="33046" y="7215"/>
                  </a:lnTo>
                  <a:lnTo>
                    <a:pt x="37648" y="4169"/>
                  </a:lnTo>
                  <a:lnTo>
                    <a:pt x="44277" y="0"/>
                  </a:lnTo>
                  <a:lnTo>
                    <a:pt x="44724" y="3867"/>
                  </a:lnTo>
                  <a:lnTo>
                    <a:pt x="38395" y="10581"/>
                  </a:lnTo>
                  <a:lnTo>
                    <a:pt x="37513" y="16205"/>
                  </a:lnTo>
                  <a:lnTo>
                    <a:pt x="29953" y="21377"/>
                  </a:lnTo>
                  <a:lnTo>
                    <a:pt x="22470" y="25106"/>
                  </a:lnTo>
                  <a:lnTo>
                    <a:pt x="20586" y="31158"/>
                  </a:lnTo>
                  <a:lnTo>
                    <a:pt x="12615" y="36289"/>
                  </a:lnTo>
                  <a:lnTo>
                    <a:pt x="6356" y="39990"/>
                  </a:lnTo>
                  <a:lnTo>
                    <a:pt x="3448" y="38040"/>
                  </a:lnTo>
                  <a:lnTo>
                    <a:pt x="0" y="361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879734" y="2637769"/>
              <a:ext cx="425258" cy="206500"/>
            </a:xfrm>
            <a:custGeom>
              <a:avLst/>
              <a:pathLst>
                <a:path w="425258" h="206500">
                  <a:moveTo>
                    <a:pt x="0" y="101023"/>
                  </a:moveTo>
                  <a:lnTo>
                    <a:pt x="5007" y="96701"/>
                  </a:lnTo>
                  <a:lnTo>
                    <a:pt x="10246" y="94569"/>
                  </a:lnTo>
                  <a:lnTo>
                    <a:pt x="21328" y="89290"/>
                  </a:lnTo>
                  <a:lnTo>
                    <a:pt x="28151" y="81997"/>
                  </a:lnTo>
                  <a:lnTo>
                    <a:pt x="29917" y="79527"/>
                  </a:lnTo>
                  <a:lnTo>
                    <a:pt x="32622" y="75735"/>
                  </a:lnTo>
                  <a:lnTo>
                    <a:pt x="39014" y="72560"/>
                  </a:lnTo>
                  <a:lnTo>
                    <a:pt x="43746" y="72400"/>
                  </a:lnTo>
                  <a:lnTo>
                    <a:pt x="48010" y="71262"/>
                  </a:lnTo>
                  <a:lnTo>
                    <a:pt x="52131" y="69848"/>
                  </a:lnTo>
                  <a:lnTo>
                    <a:pt x="57128" y="68975"/>
                  </a:lnTo>
                  <a:lnTo>
                    <a:pt x="67503" y="61414"/>
                  </a:lnTo>
                  <a:lnTo>
                    <a:pt x="71729" y="54407"/>
                  </a:lnTo>
                  <a:lnTo>
                    <a:pt x="78310" y="52047"/>
                  </a:lnTo>
                  <a:lnTo>
                    <a:pt x="82364" y="50827"/>
                  </a:lnTo>
                  <a:lnTo>
                    <a:pt x="83606" y="48407"/>
                  </a:lnTo>
                  <a:lnTo>
                    <a:pt x="84029" y="47582"/>
                  </a:lnTo>
                  <a:lnTo>
                    <a:pt x="85408" y="42160"/>
                  </a:lnTo>
                  <a:lnTo>
                    <a:pt x="89318" y="37956"/>
                  </a:lnTo>
                  <a:lnTo>
                    <a:pt x="95361" y="31420"/>
                  </a:lnTo>
                  <a:lnTo>
                    <a:pt x="101691" y="27153"/>
                  </a:lnTo>
                  <a:lnTo>
                    <a:pt x="105395" y="22699"/>
                  </a:lnTo>
                  <a:lnTo>
                    <a:pt x="106021" y="21946"/>
                  </a:lnTo>
                  <a:lnTo>
                    <a:pt x="109874" y="14423"/>
                  </a:lnTo>
                  <a:lnTo>
                    <a:pt x="117092" y="8773"/>
                  </a:lnTo>
                  <a:lnTo>
                    <a:pt x="120723" y="5873"/>
                  </a:lnTo>
                  <a:lnTo>
                    <a:pt x="128275" y="2930"/>
                  </a:lnTo>
                  <a:lnTo>
                    <a:pt x="137341" y="680"/>
                  </a:lnTo>
                  <a:lnTo>
                    <a:pt x="144965" y="0"/>
                  </a:lnTo>
                  <a:lnTo>
                    <a:pt x="152347" y="438"/>
                  </a:lnTo>
                  <a:lnTo>
                    <a:pt x="158007" y="2388"/>
                  </a:lnTo>
                  <a:lnTo>
                    <a:pt x="157722" y="5619"/>
                  </a:lnTo>
                  <a:lnTo>
                    <a:pt x="146130" y="7104"/>
                  </a:lnTo>
                  <a:lnTo>
                    <a:pt x="137815" y="8563"/>
                  </a:lnTo>
                  <a:lnTo>
                    <a:pt x="138446" y="13328"/>
                  </a:lnTo>
                  <a:lnTo>
                    <a:pt x="134521" y="16581"/>
                  </a:lnTo>
                  <a:lnTo>
                    <a:pt x="130366" y="21236"/>
                  </a:lnTo>
                  <a:lnTo>
                    <a:pt x="125290" y="26668"/>
                  </a:lnTo>
                  <a:lnTo>
                    <a:pt x="125046" y="27558"/>
                  </a:lnTo>
                  <a:lnTo>
                    <a:pt x="123501" y="33193"/>
                  </a:lnTo>
                  <a:lnTo>
                    <a:pt x="118323" y="39241"/>
                  </a:lnTo>
                  <a:lnTo>
                    <a:pt x="116602" y="46302"/>
                  </a:lnTo>
                  <a:lnTo>
                    <a:pt x="114209" y="52256"/>
                  </a:lnTo>
                  <a:lnTo>
                    <a:pt x="113493" y="54033"/>
                  </a:lnTo>
                  <a:lnTo>
                    <a:pt x="113085" y="60612"/>
                  </a:lnTo>
                  <a:lnTo>
                    <a:pt x="119089" y="57792"/>
                  </a:lnTo>
                  <a:lnTo>
                    <a:pt x="125990" y="51636"/>
                  </a:lnTo>
                  <a:lnTo>
                    <a:pt x="131504" y="47494"/>
                  </a:lnTo>
                  <a:lnTo>
                    <a:pt x="136820" y="51012"/>
                  </a:lnTo>
                  <a:lnTo>
                    <a:pt x="138066" y="50924"/>
                  </a:lnTo>
                  <a:lnTo>
                    <a:pt x="146762" y="50303"/>
                  </a:lnTo>
                  <a:lnTo>
                    <a:pt x="154564" y="52066"/>
                  </a:lnTo>
                  <a:lnTo>
                    <a:pt x="160394" y="54305"/>
                  </a:lnTo>
                  <a:lnTo>
                    <a:pt x="166684" y="58604"/>
                  </a:lnTo>
                  <a:lnTo>
                    <a:pt x="168868" y="63873"/>
                  </a:lnTo>
                  <a:lnTo>
                    <a:pt x="174075" y="69609"/>
                  </a:lnTo>
                  <a:lnTo>
                    <a:pt x="182281" y="74370"/>
                  </a:lnTo>
                  <a:lnTo>
                    <a:pt x="184193" y="80602"/>
                  </a:lnTo>
                  <a:lnTo>
                    <a:pt x="195822" y="79615"/>
                  </a:lnTo>
                  <a:lnTo>
                    <a:pt x="199217" y="78292"/>
                  </a:lnTo>
                  <a:lnTo>
                    <a:pt x="207272" y="75140"/>
                  </a:lnTo>
                  <a:lnTo>
                    <a:pt x="212534" y="79711"/>
                  </a:lnTo>
                  <a:lnTo>
                    <a:pt x="218334" y="80233"/>
                  </a:lnTo>
                  <a:lnTo>
                    <a:pt x="221545" y="77048"/>
                  </a:lnTo>
                  <a:lnTo>
                    <a:pt x="223688" y="69857"/>
                  </a:lnTo>
                  <a:lnTo>
                    <a:pt x="228086" y="71036"/>
                  </a:lnTo>
                  <a:lnTo>
                    <a:pt x="232942" y="74381"/>
                  </a:lnTo>
                  <a:lnTo>
                    <a:pt x="237824" y="67743"/>
                  </a:lnTo>
                  <a:lnTo>
                    <a:pt x="252500" y="56012"/>
                  </a:lnTo>
                  <a:lnTo>
                    <a:pt x="255172" y="53839"/>
                  </a:lnTo>
                  <a:lnTo>
                    <a:pt x="263693" y="52272"/>
                  </a:lnTo>
                  <a:lnTo>
                    <a:pt x="271256" y="49764"/>
                  </a:lnTo>
                  <a:lnTo>
                    <a:pt x="272621" y="49310"/>
                  </a:lnTo>
                  <a:lnTo>
                    <a:pt x="294108" y="46177"/>
                  </a:lnTo>
                  <a:lnTo>
                    <a:pt x="306299" y="37330"/>
                  </a:lnTo>
                  <a:lnTo>
                    <a:pt x="307387" y="36916"/>
                  </a:lnTo>
                  <a:lnTo>
                    <a:pt x="311102" y="35503"/>
                  </a:lnTo>
                  <a:lnTo>
                    <a:pt x="323304" y="32362"/>
                  </a:lnTo>
                  <a:lnTo>
                    <a:pt x="321160" y="41606"/>
                  </a:lnTo>
                  <a:lnTo>
                    <a:pt x="323234" y="52188"/>
                  </a:lnTo>
                  <a:lnTo>
                    <a:pt x="327973" y="58293"/>
                  </a:lnTo>
                  <a:lnTo>
                    <a:pt x="335374" y="58330"/>
                  </a:lnTo>
                  <a:lnTo>
                    <a:pt x="345115" y="53966"/>
                  </a:lnTo>
                  <a:lnTo>
                    <a:pt x="349839" y="55849"/>
                  </a:lnTo>
                  <a:lnTo>
                    <a:pt x="356941" y="55946"/>
                  </a:lnTo>
                  <a:lnTo>
                    <a:pt x="358369" y="53288"/>
                  </a:lnTo>
                  <a:lnTo>
                    <a:pt x="360245" y="49792"/>
                  </a:lnTo>
                  <a:lnTo>
                    <a:pt x="367955" y="49012"/>
                  </a:lnTo>
                  <a:lnTo>
                    <a:pt x="373031" y="43727"/>
                  </a:lnTo>
                  <a:lnTo>
                    <a:pt x="377925" y="44765"/>
                  </a:lnTo>
                  <a:lnTo>
                    <a:pt x="378339" y="48986"/>
                  </a:lnTo>
                  <a:lnTo>
                    <a:pt x="379235" y="57684"/>
                  </a:lnTo>
                  <a:lnTo>
                    <a:pt x="383721" y="67272"/>
                  </a:lnTo>
                  <a:lnTo>
                    <a:pt x="383373" y="68727"/>
                  </a:lnTo>
                  <a:lnTo>
                    <a:pt x="384143" y="74658"/>
                  </a:lnTo>
                  <a:lnTo>
                    <a:pt x="390175" y="77292"/>
                  </a:lnTo>
                  <a:lnTo>
                    <a:pt x="394202" y="81019"/>
                  </a:lnTo>
                  <a:lnTo>
                    <a:pt x="400391" y="83341"/>
                  </a:lnTo>
                  <a:lnTo>
                    <a:pt x="403184" y="76738"/>
                  </a:lnTo>
                  <a:lnTo>
                    <a:pt x="409059" y="76209"/>
                  </a:lnTo>
                  <a:lnTo>
                    <a:pt x="416499" y="75661"/>
                  </a:lnTo>
                  <a:lnTo>
                    <a:pt x="425258" y="82364"/>
                  </a:lnTo>
                  <a:lnTo>
                    <a:pt x="423930" y="89685"/>
                  </a:lnTo>
                  <a:lnTo>
                    <a:pt x="420580" y="90630"/>
                  </a:lnTo>
                  <a:lnTo>
                    <a:pt x="415575" y="88986"/>
                  </a:lnTo>
                  <a:lnTo>
                    <a:pt x="407121" y="91445"/>
                  </a:lnTo>
                  <a:lnTo>
                    <a:pt x="400038" y="90349"/>
                  </a:lnTo>
                  <a:lnTo>
                    <a:pt x="389797" y="91952"/>
                  </a:lnTo>
                  <a:lnTo>
                    <a:pt x="387777" y="92623"/>
                  </a:lnTo>
                  <a:lnTo>
                    <a:pt x="379560" y="95341"/>
                  </a:lnTo>
                  <a:lnTo>
                    <a:pt x="372681" y="98891"/>
                  </a:lnTo>
                  <a:lnTo>
                    <a:pt x="365648" y="96127"/>
                  </a:lnTo>
                  <a:lnTo>
                    <a:pt x="360930" y="99773"/>
                  </a:lnTo>
                  <a:lnTo>
                    <a:pt x="356946" y="100249"/>
                  </a:lnTo>
                  <a:lnTo>
                    <a:pt x="351604" y="105264"/>
                  </a:lnTo>
                  <a:lnTo>
                    <a:pt x="354249" y="110035"/>
                  </a:lnTo>
                  <a:lnTo>
                    <a:pt x="348877" y="110162"/>
                  </a:lnTo>
                  <a:lnTo>
                    <a:pt x="340168" y="105317"/>
                  </a:lnTo>
                  <a:lnTo>
                    <a:pt x="333737" y="99714"/>
                  </a:lnTo>
                  <a:lnTo>
                    <a:pt x="324082" y="97503"/>
                  </a:lnTo>
                  <a:lnTo>
                    <a:pt x="316964" y="97472"/>
                  </a:lnTo>
                  <a:lnTo>
                    <a:pt x="309788" y="97332"/>
                  </a:lnTo>
                  <a:lnTo>
                    <a:pt x="300242" y="99306"/>
                  </a:lnTo>
                  <a:lnTo>
                    <a:pt x="295282" y="108863"/>
                  </a:lnTo>
                  <a:lnTo>
                    <a:pt x="292724" y="111449"/>
                  </a:lnTo>
                  <a:lnTo>
                    <a:pt x="285584" y="110933"/>
                  </a:lnTo>
                  <a:lnTo>
                    <a:pt x="282751" y="114372"/>
                  </a:lnTo>
                  <a:lnTo>
                    <a:pt x="280296" y="117346"/>
                  </a:lnTo>
                  <a:lnTo>
                    <a:pt x="270033" y="115020"/>
                  </a:lnTo>
                  <a:lnTo>
                    <a:pt x="257955" y="119219"/>
                  </a:lnTo>
                  <a:lnTo>
                    <a:pt x="255281" y="129400"/>
                  </a:lnTo>
                  <a:lnTo>
                    <a:pt x="250897" y="136769"/>
                  </a:lnTo>
                  <a:lnTo>
                    <a:pt x="249826" y="137892"/>
                  </a:lnTo>
                  <a:lnTo>
                    <a:pt x="245504" y="142417"/>
                  </a:lnTo>
                  <a:lnTo>
                    <a:pt x="242205" y="150853"/>
                  </a:lnTo>
                  <a:lnTo>
                    <a:pt x="242145" y="157931"/>
                  </a:lnTo>
                  <a:lnTo>
                    <a:pt x="236546" y="152669"/>
                  </a:lnTo>
                  <a:lnTo>
                    <a:pt x="235813" y="145595"/>
                  </a:lnTo>
                  <a:lnTo>
                    <a:pt x="238716" y="141355"/>
                  </a:lnTo>
                  <a:lnTo>
                    <a:pt x="229923" y="135735"/>
                  </a:lnTo>
                  <a:lnTo>
                    <a:pt x="227244" y="144193"/>
                  </a:lnTo>
                  <a:lnTo>
                    <a:pt x="220329" y="149787"/>
                  </a:lnTo>
                  <a:lnTo>
                    <a:pt x="213218" y="146808"/>
                  </a:lnTo>
                  <a:lnTo>
                    <a:pt x="207835" y="152802"/>
                  </a:lnTo>
                  <a:lnTo>
                    <a:pt x="204456" y="163380"/>
                  </a:lnTo>
                  <a:lnTo>
                    <a:pt x="202980" y="167975"/>
                  </a:lnTo>
                  <a:lnTo>
                    <a:pt x="200489" y="176804"/>
                  </a:lnTo>
                  <a:lnTo>
                    <a:pt x="195339" y="189689"/>
                  </a:lnTo>
                  <a:lnTo>
                    <a:pt x="191314" y="197660"/>
                  </a:lnTo>
                  <a:lnTo>
                    <a:pt x="190086" y="206500"/>
                  </a:lnTo>
                  <a:lnTo>
                    <a:pt x="186368" y="206079"/>
                  </a:lnTo>
                  <a:lnTo>
                    <a:pt x="182892" y="202651"/>
                  </a:lnTo>
                  <a:lnTo>
                    <a:pt x="179394" y="199012"/>
                  </a:lnTo>
                  <a:lnTo>
                    <a:pt x="180611" y="194502"/>
                  </a:lnTo>
                  <a:lnTo>
                    <a:pt x="182355" y="187847"/>
                  </a:lnTo>
                  <a:lnTo>
                    <a:pt x="182265" y="183158"/>
                  </a:lnTo>
                  <a:lnTo>
                    <a:pt x="179036" y="182303"/>
                  </a:lnTo>
                  <a:lnTo>
                    <a:pt x="176717" y="185243"/>
                  </a:lnTo>
                  <a:lnTo>
                    <a:pt x="173701" y="185833"/>
                  </a:lnTo>
                  <a:lnTo>
                    <a:pt x="169847" y="186472"/>
                  </a:lnTo>
                  <a:lnTo>
                    <a:pt x="169722" y="182894"/>
                  </a:lnTo>
                  <a:lnTo>
                    <a:pt x="169617" y="178327"/>
                  </a:lnTo>
                  <a:lnTo>
                    <a:pt x="171779" y="175399"/>
                  </a:lnTo>
                  <a:lnTo>
                    <a:pt x="171186" y="170865"/>
                  </a:lnTo>
                  <a:lnTo>
                    <a:pt x="171546" y="166302"/>
                  </a:lnTo>
                  <a:lnTo>
                    <a:pt x="171672" y="163204"/>
                  </a:lnTo>
                  <a:lnTo>
                    <a:pt x="168216" y="159783"/>
                  </a:lnTo>
                  <a:lnTo>
                    <a:pt x="170600" y="157559"/>
                  </a:lnTo>
                  <a:lnTo>
                    <a:pt x="168736" y="155185"/>
                  </a:lnTo>
                  <a:lnTo>
                    <a:pt x="166776" y="153762"/>
                  </a:lnTo>
                  <a:lnTo>
                    <a:pt x="163501" y="151381"/>
                  </a:lnTo>
                  <a:lnTo>
                    <a:pt x="158075" y="151379"/>
                  </a:lnTo>
                  <a:lnTo>
                    <a:pt x="155901" y="148888"/>
                  </a:lnTo>
                  <a:lnTo>
                    <a:pt x="152868" y="150499"/>
                  </a:lnTo>
                  <a:lnTo>
                    <a:pt x="152319" y="150364"/>
                  </a:lnTo>
                  <a:lnTo>
                    <a:pt x="149186" y="149588"/>
                  </a:lnTo>
                  <a:lnTo>
                    <a:pt x="147090" y="147851"/>
                  </a:lnTo>
                  <a:lnTo>
                    <a:pt x="150098" y="142568"/>
                  </a:lnTo>
                  <a:lnTo>
                    <a:pt x="146873" y="138815"/>
                  </a:lnTo>
                  <a:lnTo>
                    <a:pt x="142844" y="137235"/>
                  </a:lnTo>
                  <a:lnTo>
                    <a:pt x="138493" y="136455"/>
                  </a:lnTo>
                  <a:lnTo>
                    <a:pt x="134704" y="137335"/>
                  </a:lnTo>
                  <a:lnTo>
                    <a:pt x="130001" y="135129"/>
                  </a:lnTo>
                  <a:lnTo>
                    <a:pt x="128353" y="136441"/>
                  </a:lnTo>
                  <a:lnTo>
                    <a:pt x="120743" y="133855"/>
                  </a:lnTo>
                  <a:lnTo>
                    <a:pt x="116739" y="134938"/>
                  </a:lnTo>
                  <a:lnTo>
                    <a:pt x="115882" y="137256"/>
                  </a:lnTo>
                  <a:lnTo>
                    <a:pt x="113186" y="137760"/>
                  </a:lnTo>
                  <a:lnTo>
                    <a:pt x="111586" y="135815"/>
                  </a:lnTo>
                  <a:lnTo>
                    <a:pt x="111325" y="135769"/>
                  </a:lnTo>
                  <a:lnTo>
                    <a:pt x="107721" y="135128"/>
                  </a:lnTo>
                  <a:lnTo>
                    <a:pt x="103425" y="136243"/>
                  </a:lnTo>
                  <a:lnTo>
                    <a:pt x="95474" y="132830"/>
                  </a:lnTo>
                  <a:lnTo>
                    <a:pt x="91632" y="131175"/>
                  </a:lnTo>
                  <a:lnTo>
                    <a:pt x="85037" y="128324"/>
                  </a:lnTo>
                  <a:lnTo>
                    <a:pt x="50677" y="123483"/>
                  </a:lnTo>
                  <a:lnTo>
                    <a:pt x="32443" y="120799"/>
                  </a:lnTo>
                  <a:lnTo>
                    <a:pt x="20454" y="118997"/>
                  </a:lnTo>
                  <a:lnTo>
                    <a:pt x="17256" y="111923"/>
                  </a:lnTo>
                  <a:lnTo>
                    <a:pt x="12971" y="105355"/>
                  </a:lnTo>
                  <a:lnTo>
                    <a:pt x="8492" y="104214"/>
                  </a:lnTo>
                  <a:lnTo>
                    <a:pt x="5336" y="101523"/>
                  </a:lnTo>
                  <a:lnTo>
                    <a:pt x="2210" y="1036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40636" y="2488851"/>
              <a:ext cx="459079" cy="523985"/>
            </a:xfrm>
            <a:custGeom>
              <a:avLst/>
              <a:pathLst>
                <a:path w="459079" h="523985">
                  <a:moveTo>
                    <a:pt x="0" y="39623"/>
                  </a:moveTo>
                  <a:lnTo>
                    <a:pt x="17297" y="39050"/>
                  </a:lnTo>
                  <a:lnTo>
                    <a:pt x="47783" y="37774"/>
                  </a:lnTo>
                  <a:lnTo>
                    <a:pt x="72719" y="36579"/>
                  </a:lnTo>
                  <a:lnTo>
                    <a:pt x="109499" y="34681"/>
                  </a:lnTo>
                  <a:lnTo>
                    <a:pt x="110720" y="34608"/>
                  </a:lnTo>
                  <a:lnTo>
                    <a:pt x="120348" y="34018"/>
                  </a:lnTo>
                  <a:lnTo>
                    <a:pt x="119327" y="17607"/>
                  </a:lnTo>
                  <a:lnTo>
                    <a:pt x="118631" y="6626"/>
                  </a:lnTo>
                  <a:lnTo>
                    <a:pt x="118213" y="0"/>
                  </a:lnTo>
                  <a:lnTo>
                    <a:pt x="123847" y="2416"/>
                  </a:lnTo>
                  <a:lnTo>
                    <a:pt x="127754" y="777"/>
                  </a:lnTo>
                  <a:lnTo>
                    <a:pt x="129871" y="662"/>
                  </a:lnTo>
                  <a:lnTo>
                    <a:pt x="134316" y="3522"/>
                  </a:lnTo>
                  <a:lnTo>
                    <a:pt x="137969" y="4367"/>
                  </a:lnTo>
                  <a:lnTo>
                    <a:pt x="139701" y="13712"/>
                  </a:lnTo>
                  <a:lnTo>
                    <a:pt x="141565" y="21505"/>
                  </a:lnTo>
                  <a:lnTo>
                    <a:pt x="143104" y="23640"/>
                  </a:lnTo>
                  <a:lnTo>
                    <a:pt x="145526" y="32317"/>
                  </a:lnTo>
                  <a:lnTo>
                    <a:pt x="148311" y="42422"/>
                  </a:lnTo>
                  <a:lnTo>
                    <a:pt x="148426" y="46298"/>
                  </a:lnTo>
                  <a:lnTo>
                    <a:pt x="148233" y="50812"/>
                  </a:lnTo>
                  <a:lnTo>
                    <a:pt x="152932" y="55105"/>
                  </a:lnTo>
                  <a:lnTo>
                    <a:pt x="159575" y="57934"/>
                  </a:lnTo>
                  <a:lnTo>
                    <a:pt x="163248" y="58340"/>
                  </a:lnTo>
                  <a:lnTo>
                    <a:pt x="164169" y="57796"/>
                  </a:lnTo>
                  <a:lnTo>
                    <a:pt x="166490" y="56424"/>
                  </a:lnTo>
                  <a:lnTo>
                    <a:pt x="172766" y="56570"/>
                  </a:lnTo>
                  <a:lnTo>
                    <a:pt x="174692" y="58360"/>
                  </a:lnTo>
                  <a:lnTo>
                    <a:pt x="174928" y="60755"/>
                  </a:lnTo>
                  <a:lnTo>
                    <a:pt x="184275" y="61192"/>
                  </a:lnTo>
                  <a:lnTo>
                    <a:pt x="193932" y="61569"/>
                  </a:lnTo>
                  <a:lnTo>
                    <a:pt x="198782" y="61358"/>
                  </a:lnTo>
                  <a:lnTo>
                    <a:pt x="201457" y="66396"/>
                  </a:lnTo>
                  <a:lnTo>
                    <a:pt x="201188" y="70304"/>
                  </a:lnTo>
                  <a:lnTo>
                    <a:pt x="209472" y="70559"/>
                  </a:lnTo>
                  <a:lnTo>
                    <a:pt x="215949" y="68920"/>
                  </a:lnTo>
                  <a:lnTo>
                    <a:pt x="221343" y="66991"/>
                  </a:lnTo>
                  <a:lnTo>
                    <a:pt x="221185" y="62908"/>
                  </a:lnTo>
                  <a:lnTo>
                    <a:pt x="226514" y="61287"/>
                  </a:lnTo>
                  <a:lnTo>
                    <a:pt x="227727" y="59273"/>
                  </a:lnTo>
                  <a:lnTo>
                    <a:pt x="235765" y="57185"/>
                  </a:lnTo>
                  <a:lnTo>
                    <a:pt x="239685" y="58407"/>
                  </a:lnTo>
                  <a:lnTo>
                    <a:pt x="242807" y="57969"/>
                  </a:lnTo>
                  <a:lnTo>
                    <a:pt x="250551" y="56872"/>
                  </a:lnTo>
                  <a:lnTo>
                    <a:pt x="254352" y="59784"/>
                  </a:lnTo>
                  <a:lnTo>
                    <a:pt x="264518" y="63808"/>
                  </a:lnTo>
                  <a:lnTo>
                    <a:pt x="269915" y="62992"/>
                  </a:lnTo>
                  <a:lnTo>
                    <a:pt x="270429" y="66023"/>
                  </a:lnTo>
                  <a:lnTo>
                    <a:pt x="269259" y="69806"/>
                  </a:lnTo>
                  <a:lnTo>
                    <a:pt x="274235" y="71663"/>
                  </a:lnTo>
                  <a:lnTo>
                    <a:pt x="277717" y="70670"/>
                  </a:lnTo>
                  <a:lnTo>
                    <a:pt x="281430" y="73352"/>
                  </a:lnTo>
                  <a:lnTo>
                    <a:pt x="281169" y="78923"/>
                  </a:lnTo>
                  <a:lnTo>
                    <a:pt x="284794" y="83592"/>
                  </a:lnTo>
                  <a:lnTo>
                    <a:pt x="288204" y="89953"/>
                  </a:lnTo>
                  <a:lnTo>
                    <a:pt x="291222" y="87860"/>
                  </a:lnTo>
                  <a:lnTo>
                    <a:pt x="292006" y="84441"/>
                  </a:lnTo>
                  <a:lnTo>
                    <a:pt x="291620" y="80401"/>
                  </a:lnTo>
                  <a:lnTo>
                    <a:pt x="293285" y="77484"/>
                  </a:lnTo>
                  <a:lnTo>
                    <a:pt x="299063" y="76175"/>
                  </a:lnTo>
                  <a:lnTo>
                    <a:pt x="305349" y="75912"/>
                  </a:lnTo>
                  <a:lnTo>
                    <a:pt x="308913" y="78923"/>
                  </a:lnTo>
                  <a:lnTo>
                    <a:pt x="310716" y="85287"/>
                  </a:lnTo>
                  <a:lnTo>
                    <a:pt x="315921" y="85658"/>
                  </a:lnTo>
                  <a:lnTo>
                    <a:pt x="321849" y="87890"/>
                  </a:lnTo>
                  <a:lnTo>
                    <a:pt x="322844" y="88264"/>
                  </a:lnTo>
                  <a:lnTo>
                    <a:pt x="326738" y="87976"/>
                  </a:lnTo>
                  <a:lnTo>
                    <a:pt x="328813" y="94864"/>
                  </a:lnTo>
                  <a:lnTo>
                    <a:pt x="336728" y="95015"/>
                  </a:lnTo>
                  <a:lnTo>
                    <a:pt x="338239" y="99753"/>
                  </a:lnTo>
                  <a:lnTo>
                    <a:pt x="342631" y="98081"/>
                  </a:lnTo>
                  <a:lnTo>
                    <a:pt x="350172" y="97010"/>
                  </a:lnTo>
                  <a:lnTo>
                    <a:pt x="355103" y="95181"/>
                  </a:lnTo>
                  <a:lnTo>
                    <a:pt x="360052" y="89608"/>
                  </a:lnTo>
                  <a:lnTo>
                    <a:pt x="366618" y="84506"/>
                  </a:lnTo>
                  <a:lnTo>
                    <a:pt x="366776" y="84392"/>
                  </a:lnTo>
                  <a:lnTo>
                    <a:pt x="373656" y="79437"/>
                  </a:lnTo>
                  <a:lnTo>
                    <a:pt x="377287" y="78464"/>
                  </a:lnTo>
                  <a:lnTo>
                    <a:pt x="380277" y="83980"/>
                  </a:lnTo>
                  <a:lnTo>
                    <a:pt x="382512" y="88679"/>
                  </a:lnTo>
                  <a:lnTo>
                    <a:pt x="387021" y="90492"/>
                  </a:lnTo>
                  <a:lnTo>
                    <a:pt x="394798" y="87200"/>
                  </a:lnTo>
                  <a:lnTo>
                    <a:pt x="400545" y="87989"/>
                  </a:lnTo>
                  <a:lnTo>
                    <a:pt x="409575" y="87099"/>
                  </a:lnTo>
                  <a:lnTo>
                    <a:pt x="420080" y="85060"/>
                  </a:lnTo>
                  <a:lnTo>
                    <a:pt x="426593" y="86437"/>
                  </a:lnTo>
                  <a:lnTo>
                    <a:pt x="430646" y="91932"/>
                  </a:lnTo>
                  <a:lnTo>
                    <a:pt x="437165" y="93823"/>
                  </a:lnTo>
                  <a:lnTo>
                    <a:pt x="443743" y="89991"/>
                  </a:lnTo>
                  <a:lnTo>
                    <a:pt x="451158" y="90083"/>
                  </a:lnTo>
                  <a:lnTo>
                    <a:pt x="459079" y="88770"/>
                  </a:lnTo>
                  <a:lnTo>
                    <a:pt x="455696" y="92764"/>
                  </a:lnTo>
                  <a:lnTo>
                    <a:pt x="449783" y="95651"/>
                  </a:lnTo>
                  <a:lnTo>
                    <a:pt x="445655" y="99139"/>
                  </a:lnTo>
                  <a:lnTo>
                    <a:pt x="442677" y="101920"/>
                  </a:lnTo>
                  <a:lnTo>
                    <a:pt x="435369" y="105472"/>
                  </a:lnTo>
                  <a:lnTo>
                    <a:pt x="432749" y="108622"/>
                  </a:lnTo>
                  <a:lnTo>
                    <a:pt x="427218" y="111050"/>
                  </a:lnTo>
                  <a:lnTo>
                    <a:pt x="420779" y="114795"/>
                  </a:lnTo>
                  <a:lnTo>
                    <a:pt x="413045" y="117919"/>
                  </a:lnTo>
                  <a:lnTo>
                    <a:pt x="407472" y="120256"/>
                  </a:lnTo>
                  <a:lnTo>
                    <a:pt x="400989" y="123896"/>
                  </a:lnTo>
                  <a:lnTo>
                    <a:pt x="394947" y="128794"/>
                  </a:lnTo>
                  <a:lnTo>
                    <a:pt x="390074" y="132204"/>
                  </a:lnTo>
                  <a:lnTo>
                    <a:pt x="382941" y="139043"/>
                  </a:lnTo>
                  <a:lnTo>
                    <a:pt x="374697" y="148177"/>
                  </a:lnTo>
                  <a:lnTo>
                    <a:pt x="368179" y="156350"/>
                  </a:lnTo>
                  <a:lnTo>
                    <a:pt x="362311" y="166103"/>
                  </a:lnTo>
                  <a:lnTo>
                    <a:pt x="355782" y="175011"/>
                  </a:lnTo>
                  <a:lnTo>
                    <a:pt x="352067" y="179699"/>
                  </a:lnTo>
                  <a:lnTo>
                    <a:pt x="345549" y="184778"/>
                  </a:lnTo>
                  <a:lnTo>
                    <a:pt x="341910" y="190809"/>
                  </a:lnTo>
                  <a:lnTo>
                    <a:pt x="336770" y="195230"/>
                  </a:lnTo>
                  <a:lnTo>
                    <a:pt x="333706" y="199136"/>
                  </a:lnTo>
                  <a:lnTo>
                    <a:pt x="333038" y="199988"/>
                  </a:lnTo>
                  <a:lnTo>
                    <a:pt x="327442" y="204341"/>
                  </a:lnTo>
                  <a:lnTo>
                    <a:pt x="321531" y="210055"/>
                  </a:lnTo>
                  <a:lnTo>
                    <a:pt x="318865" y="212963"/>
                  </a:lnTo>
                  <a:lnTo>
                    <a:pt x="322551" y="221280"/>
                  </a:lnTo>
                  <a:lnTo>
                    <a:pt x="320373" y="221136"/>
                  </a:lnTo>
                  <a:lnTo>
                    <a:pt x="317181" y="219323"/>
                  </a:lnTo>
                  <a:lnTo>
                    <a:pt x="314610" y="219830"/>
                  </a:lnTo>
                  <a:lnTo>
                    <a:pt x="312530" y="223268"/>
                  </a:lnTo>
                  <a:lnTo>
                    <a:pt x="311444" y="226088"/>
                  </a:lnTo>
                  <a:lnTo>
                    <a:pt x="306224" y="226727"/>
                  </a:lnTo>
                  <a:lnTo>
                    <a:pt x="307651" y="241506"/>
                  </a:lnTo>
                  <a:lnTo>
                    <a:pt x="308299" y="248416"/>
                  </a:lnTo>
                  <a:lnTo>
                    <a:pt x="309728" y="263686"/>
                  </a:lnTo>
                  <a:lnTo>
                    <a:pt x="310456" y="271332"/>
                  </a:lnTo>
                  <a:lnTo>
                    <a:pt x="311151" y="278644"/>
                  </a:lnTo>
                  <a:lnTo>
                    <a:pt x="308642" y="280862"/>
                  </a:lnTo>
                  <a:lnTo>
                    <a:pt x="308125" y="284155"/>
                  </a:lnTo>
                  <a:lnTo>
                    <a:pt x="305592" y="284053"/>
                  </a:lnTo>
                  <a:lnTo>
                    <a:pt x="302257" y="285906"/>
                  </a:lnTo>
                  <a:lnTo>
                    <a:pt x="301088" y="288622"/>
                  </a:lnTo>
                  <a:lnTo>
                    <a:pt x="296652" y="289288"/>
                  </a:lnTo>
                  <a:lnTo>
                    <a:pt x="294714" y="291590"/>
                  </a:lnTo>
                  <a:lnTo>
                    <a:pt x="290267" y="293938"/>
                  </a:lnTo>
                  <a:lnTo>
                    <a:pt x="286614" y="297884"/>
                  </a:lnTo>
                  <a:lnTo>
                    <a:pt x="284653" y="302370"/>
                  </a:lnTo>
                  <a:lnTo>
                    <a:pt x="283969" y="306461"/>
                  </a:lnTo>
                  <a:lnTo>
                    <a:pt x="281351" y="311440"/>
                  </a:lnTo>
                  <a:lnTo>
                    <a:pt x="280504" y="312160"/>
                  </a:lnTo>
                  <a:lnTo>
                    <a:pt x="278837" y="313576"/>
                  </a:lnTo>
                  <a:lnTo>
                    <a:pt x="278347" y="319930"/>
                  </a:lnTo>
                  <a:lnTo>
                    <a:pt x="278312" y="320390"/>
                  </a:lnTo>
                  <a:lnTo>
                    <a:pt x="279243" y="326139"/>
                  </a:lnTo>
                  <a:lnTo>
                    <a:pt x="284234" y="326634"/>
                  </a:lnTo>
                  <a:lnTo>
                    <a:pt x="287025" y="326860"/>
                  </a:lnTo>
                  <a:lnTo>
                    <a:pt x="289059" y="329508"/>
                  </a:lnTo>
                  <a:lnTo>
                    <a:pt x="292030" y="333985"/>
                  </a:lnTo>
                  <a:lnTo>
                    <a:pt x="294778" y="336789"/>
                  </a:lnTo>
                  <a:lnTo>
                    <a:pt x="294391" y="340547"/>
                  </a:lnTo>
                  <a:lnTo>
                    <a:pt x="292367" y="346038"/>
                  </a:lnTo>
                  <a:lnTo>
                    <a:pt x="289637" y="349869"/>
                  </a:lnTo>
                  <a:lnTo>
                    <a:pt x="288883" y="350926"/>
                  </a:lnTo>
                  <a:lnTo>
                    <a:pt x="289215" y="357557"/>
                  </a:lnTo>
                  <a:lnTo>
                    <a:pt x="289281" y="358877"/>
                  </a:lnTo>
                  <a:lnTo>
                    <a:pt x="291568" y="365937"/>
                  </a:lnTo>
                  <a:lnTo>
                    <a:pt x="288810" y="369549"/>
                  </a:lnTo>
                  <a:lnTo>
                    <a:pt x="288069" y="370517"/>
                  </a:lnTo>
                  <a:lnTo>
                    <a:pt x="290958" y="374076"/>
                  </a:lnTo>
                  <a:lnTo>
                    <a:pt x="292288" y="381150"/>
                  </a:lnTo>
                  <a:lnTo>
                    <a:pt x="291903" y="388301"/>
                  </a:lnTo>
                  <a:lnTo>
                    <a:pt x="291868" y="388940"/>
                  </a:lnTo>
                  <a:lnTo>
                    <a:pt x="290251" y="396731"/>
                  </a:lnTo>
                  <a:lnTo>
                    <a:pt x="291132" y="397486"/>
                  </a:lnTo>
                  <a:lnTo>
                    <a:pt x="295277" y="401032"/>
                  </a:lnTo>
                  <a:lnTo>
                    <a:pt x="297676" y="403082"/>
                  </a:lnTo>
                  <a:lnTo>
                    <a:pt x="303200" y="409388"/>
                  </a:lnTo>
                  <a:lnTo>
                    <a:pt x="307791" y="412094"/>
                  </a:lnTo>
                  <a:lnTo>
                    <a:pt x="317352" y="412930"/>
                  </a:lnTo>
                  <a:lnTo>
                    <a:pt x="319714" y="412650"/>
                  </a:lnTo>
                  <a:lnTo>
                    <a:pt x="322672" y="414118"/>
                  </a:lnTo>
                  <a:lnTo>
                    <a:pt x="322862" y="414213"/>
                  </a:lnTo>
                  <a:lnTo>
                    <a:pt x="324748" y="418708"/>
                  </a:lnTo>
                  <a:lnTo>
                    <a:pt x="327874" y="421186"/>
                  </a:lnTo>
                  <a:lnTo>
                    <a:pt x="328758" y="421886"/>
                  </a:lnTo>
                  <a:lnTo>
                    <a:pt x="336648" y="423923"/>
                  </a:lnTo>
                  <a:lnTo>
                    <a:pt x="338396" y="424583"/>
                  </a:lnTo>
                  <a:lnTo>
                    <a:pt x="346363" y="427579"/>
                  </a:lnTo>
                  <a:lnTo>
                    <a:pt x="349728" y="431162"/>
                  </a:lnTo>
                  <a:lnTo>
                    <a:pt x="351967" y="438681"/>
                  </a:lnTo>
                  <a:lnTo>
                    <a:pt x="354671" y="441425"/>
                  </a:lnTo>
                  <a:lnTo>
                    <a:pt x="357307" y="444096"/>
                  </a:lnTo>
                  <a:lnTo>
                    <a:pt x="363815" y="446584"/>
                  </a:lnTo>
                  <a:lnTo>
                    <a:pt x="368891" y="451827"/>
                  </a:lnTo>
                  <a:lnTo>
                    <a:pt x="373939" y="454617"/>
                  </a:lnTo>
                  <a:lnTo>
                    <a:pt x="374852" y="454761"/>
                  </a:lnTo>
                  <a:lnTo>
                    <a:pt x="382560" y="455974"/>
                  </a:lnTo>
                  <a:lnTo>
                    <a:pt x="383791" y="457376"/>
                  </a:lnTo>
                  <a:lnTo>
                    <a:pt x="388595" y="462840"/>
                  </a:lnTo>
                  <a:lnTo>
                    <a:pt x="393402" y="468071"/>
                  </a:lnTo>
                  <a:lnTo>
                    <a:pt x="393667" y="468547"/>
                  </a:lnTo>
                  <a:lnTo>
                    <a:pt x="397131" y="474768"/>
                  </a:lnTo>
                  <a:lnTo>
                    <a:pt x="396748" y="479032"/>
                  </a:lnTo>
                  <a:lnTo>
                    <a:pt x="396269" y="484344"/>
                  </a:lnTo>
                  <a:lnTo>
                    <a:pt x="398181" y="490041"/>
                  </a:lnTo>
                  <a:lnTo>
                    <a:pt x="399794" y="493032"/>
                  </a:lnTo>
                  <a:lnTo>
                    <a:pt x="401359" y="498591"/>
                  </a:lnTo>
                  <a:lnTo>
                    <a:pt x="383940" y="500436"/>
                  </a:lnTo>
                  <a:lnTo>
                    <a:pt x="376304" y="501232"/>
                  </a:lnTo>
                  <a:lnTo>
                    <a:pt x="368693" y="502014"/>
                  </a:lnTo>
                  <a:lnTo>
                    <a:pt x="362658" y="502626"/>
                  </a:lnTo>
                  <a:lnTo>
                    <a:pt x="346396" y="504237"/>
                  </a:lnTo>
                  <a:lnTo>
                    <a:pt x="340076" y="504849"/>
                  </a:lnTo>
                  <a:lnTo>
                    <a:pt x="322842" y="506508"/>
                  </a:lnTo>
                  <a:lnTo>
                    <a:pt x="316191" y="507133"/>
                  </a:lnTo>
                  <a:lnTo>
                    <a:pt x="295947" y="509016"/>
                  </a:lnTo>
                  <a:lnTo>
                    <a:pt x="286106" y="509870"/>
                  </a:lnTo>
                  <a:lnTo>
                    <a:pt x="284519" y="510006"/>
                  </a:lnTo>
                  <a:lnTo>
                    <a:pt x="273040" y="510974"/>
                  </a:lnTo>
                  <a:lnTo>
                    <a:pt x="255881" y="512379"/>
                  </a:lnTo>
                  <a:lnTo>
                    <a:pt x="250807" y="512783"/>
                  </a:lnTo>
                  <a:lnTo>
                    <a:pt x="246216" y="513143"/>
                  </a:lnTo>
                  <a:lnTo>
                    <a:pt x="225611" y="514705"/>
                  </a:lnTo>
                  <a:lnTo>
                    <a:pt x="207876" y="515939"/>
                  </a:lnTo>
                  <a:lnTo>
                    <a:pt x="198749" y="516551"/>
                  </a:lnTo>
                  <a:lnTo>
                    <a:pt x="195405" y="516779"/>
                  </a:lnTo>
                  <a:lnTo>
                    <a:pt x="169055" y="518505"/>
                  </a:lnTo>
                  <a:lnTo>
                    <a:pt x="167796" y="518585"/>
                  </a:lnTo>
                  <a:lnTo>
                    <a:pt x="165210" y="518743"/>
                  </a:lnTo>
                  <a:lnTo>
                    <a:pt x="145980" y="519884"/>
                  </a:lnTo>
                  <a:lnTo>
                    <a:pt x="134913" y="520558"/>
                  </a:lnTo>
                  <a:lnTo>
                    <a:pt x="130645" y="520812"/>
                  </a:lnTo>
                  <a:lnTo>
                    <a:pt x="128572" y="520934"/>
                  </a:lnTo>
                  <a:lnTo>
                    <a:pt x="106305" y="522146"/>
                  </a:lnTo>
                  <a:lnTo>
                    <a:pt x="104605" y="522230"/>
                  </a:lnTo>
                  <a:lnTo>
                    <a:pt x="92288" y="522824"/>
                  </a:lnTo>
                  <a:lnTo>
                    <a:pt x="82975" y="523254"/>
                  </a:lnTo>
                  <a:lnTo>
                    <a:pt x="66645" y="523985"/>
                  </a:lnTo>
                  <a:lnTo>
                    <a:pt x="66445" y="519397"/>
                  </a:lnTo>
                  <a:lnTo>
                    <a:pt x="65339" y="493123"/>
                  </a:lnTo>
                  <a:lnTo>
                    <a:pt x="64042" y="462420"/>
                  </a:lnTo>
                  <a:lnTo>
                    <a:pt x="63429" y="447979"/>
                  </a:lnTo>
                  <a:lnTo>
                    <a:pt x="62656" y="431762"/>
                  </a:lnTo>
                  <a:lnTo>
                    <a:pt x="62286" y="424010"/>
                  </a:lnTo>
                  <a:lnTo>
                    <a:pt x="61550" y="408612"/>
                  </a:lnTo>
                  <a:lnTo>
                    <a:pt x="60823" y="393428"/>
                  </a:lnTo>
                  <a:lnTo>
                    <a:pt x="59587" y="367659"/>
                  </a:lnTo>
                  <a:lnTo>
                    <a:pt x="59422" y="364237"/>
                  </a:lnTo>
                  <a:lnTo>
                    <a:pt x="58584" y="362574"/>
                  </a:lnTo>
                  <a:lnTo>
                    <a:pt x="57733" y="360886"/>
                  </a:lnTo>
                  <a:lnTo>
                    <a:pt x="55185" y="358395"/>
                  </a:lnTo>
                  <a:lnTo>
                    <a:pt x="52641" y="357579"/>
                  </a:lnTo>
                  <a:lnTo>
                    <a:pt x="49110" y="355779"/>
                  </a:lnTo>
                  <a:lnTo>
                    <a:pt x="45521" y="355740"/>
                  </a:lnTo>
                  <a:lnTo>
                    <a:pt x="43232" y="353468"/>
                  </a:lnTo>
                  <a:lnTo>
                    <a:pt x="41115" y="349853"/>
                  </a:lnTo>
                  <a:lnTo>
                    <a:pt x="38526" y="344887"/>
                  </a:lnTo>
                  <a:lnTo>
                    <a:pt x="34984" y="340586"/>
                  </a:lnTo>
                  <a:lnTo>
                    <a:pt x="34429" y="339910"/>
                  </a:lnTo>
                  <a:lnTo>
                    <a:pt x="33867" y="337682"/>
                  </a:lnTo>
                  <a:lnTo>
                    <a:pt x="35320" y="334548"/>
                  </a:lnTo>
                  <a:lnTo>
                    <a:pt x="40158" y="330157"/>
                  </a:lnTo>
                  <a:lnTo>
                    <a:pt x="44515" y="327255"/>
                  </a:lnTo>
                  <a:lnTo>
                    <a:pt x="46934" y="322831"/>
                  </a:lnTo>
                  <a:lnTo>
                    <a:pt x="49477" y="319599"/>
                  </a:lnTo>
                  <a:lnTo>
                    <a:pt x="50204" y="314662"/>
                  </a:lnTo>
                  <a:lnTo>
                    <a:pt x="50468" y="309036"/>
                  </a:lnTo>
                  <a:lnTo>
                    <a:pt x="49509" y="301876"/>
                  </a:lnTo>
                  <a:lnTo>
                    <a:pt x="49585" y="301400"/>
                  </a:lnTo>
                  <a:lnTo>
                    <a:pt x="50465" y="295864"/>
                  </a:lnTo>
                  <a:lnTo>
                    <a:pt x="47429" y="283960"/>
                  </a:lnTo>
                  <a:lnTo>
                    <a:pt x="46725" y="275160"/>
                  </a:lnTo>
                  <a:lnTo>
                    <a:pt x="43757" y="271835"/>
                  </a:lnTo>
                  <a:lnTo>
                    <a:pt x="39707" y="265202"/>
                  </a:lnTo>
                  <a:lnTo>
                    <a:pt x="37081" y="253739"/>
                  </a:lnTo>
                  <a:lnTo>
                    <a:pt x="34340" y="248215"/>
                  </a:lnTo>
                  <a:lnTo>
                    <a:pt x="34027" y="247582"/>
                  </a:lnTo>
                  <a:lnTo>
                    <a:pt x="34049" y="242629"/>
                  </a:lnTo>
                  <a:lnTo>
                    <a:pt x="33627" y="235140"/>
                  </a:lnTo>
                  <a:lnTo>
                    <a:pt x="34642" y="223152"/>
                  </a:lnTo>
                  <a:lnTo>
                    <a:pt x="30097" y="214691"/>
                  </a:lnTo>
                  <a:lnTo>
                    <a:pt x="30714" y="208377"/>
                  </a:lnTo>
                  <a:lnTo>
                    <a:pt x="30016" y="202261"/>
                  </a:lnTo>
                  <a:lnTo>
                    <a:pt x="29138" y="194554"/>
                  </a:lnTo>
                  <a:lnTo>
                    <a:pt x="28746" y="191117"/>
                  </a:lnTo>
                  <a:lnTo>
                    <a:pt x="27133" y="176707"/>
                  </a:lnTo>
                  <a:lnTo>
                    <a:pt x="27016" y="171514"/>
                  </a:lnTo>
                  <a:lnTo>
                    <a:pt x="26871" y="165071"/>
                  </a:lnTo>
                  <a:lnTo>
                    <a:pt x="24912" y="158330"/>
                  </a:lnTo>
                  <a:lnTo>
                    <a:pt x="24168" y="156314"/>
                  </a:lnTo>
                  <a:lnTo>
                    <a:pt x="21832" y="149963"/>
                  </a:lnTo>
                  <a:lnTo>
                    <a:pt x="17459" y="141320"/>
                  </a:lnTo>
                  <a:lnTo>
                    <a:pt x="14729" y="133555"/>
                  </a:lnTo>
                  <a:lnTo>
                    <a:pt x="12546" y="125405"/>
                  </a:lnTo>
                  <a:lnTo>
                    <a:pt x="10166" y="119730"/>
                  </a:lnTo>
                  <a:lnTo>
                    <a:pt x="7487" y="112995"/>
                  </a:lnTo>
                  <a:lnTo>
                    <a:pt x="7525" y="112580"/>
                  </a:lnTo>
                  <a:lnTo>
                    <a:pt x="7691" y="110762"/>
                  </a:lnTo>
                  <a:lnTo>
                    <a:pt x="8211" y="105069"/>
                  </a:lnTo>
                  <a:lnTo>
                    <a:pt x="7435" y="97418"/>
                  </a:lnTo>
                  <a:lnTo>
                    <a:pt x="7080" y="89825"/>
                  </a:lnTo>
                  <a:lnTo>
                    <a:pt x="6165" y="80851"/>
                  </a:lnTo>
                  <a:lnTo>
                    <a:pt x="6198" y="80103"/>
                  </a:lnTo>
                  <a:lnTo>
                    <a:pt x="6210" y="79824"/>
                  </a:lnTo>
                  <a:lnTo>
                    <a:pt x="6361" y="76293"/>
                  </a:lnTo>
                  <a:lnTo>
                    <a:pt x="8592" y="68762"/>
                  </a:lnTo>
                  <a:lnTo>
                    <a:pt x="7201" y="64771"/>
                  </a:lnTo>
                  <a:lnTo>
                    <a:pt x="5180" y="59622"/>
                  </a:lnTo>
                  <a:lnTo>
                    <a:pt x="2847" y="51299"/>
                  </a:lnTo>
                  <a:lnTo>
                    <a:pt x="243" y="444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39117" y="3562820"/>
              <a:ext cx="485284" cy="396152"/>
            </a:xfrm>
            <a:custGeom>
              <a:avLst/>
              <a:pathLst>
                <a:path w="485284" h="396152">
                  <a:moveTo>
                    <a:pt x="0" y="23033"/>
                  </a:moveTo>
                  <a:lnTo>
                    <a:pt x="15615" y="22472"/>
                  </a:lnTo>
                  <a:lnTo>
                    <a:pt x="26312" y="22052"/>
                  </a:lnTo>
                  <a:lnTo>
                    <a:pt x="28887" y="21948"/>
                  </a:lnTo>
                  <a:lnTo>
                    <a:pt x="37840" y="21567"/>
                  </a:lnTo>
                  <a:lnTo>
                    <a:pt x="46794" y="21171"/>
                  </a:lnTo>
                  <a:lnTo>
                    <a:pt x="57137" y="20716"/>
                  </a:lnTo>
                  <a:lnTo>
                    <a:pt x="63511" y="20426"/>
                  </a:lnTo>
                  <a:lnTo>
                    <a:pt x="76129" y="19792"/>
                  </a:lnTo>
                  <a:lnTo>
                    <a:pt x="82717" y="19450"/>
                  </a:lnTo>
                  <a:lnTo>
                    <a:pt x="86918" y="19150"/>
                  </a:lnTo>
                  <a:lnTo>
                    <a:pt x="97676" y="18368"/>
                  </a:lnTo>
                  <a:lnTo>
                    <a:pt x="102935" y="17959"/>
                  </a:lnTo>
                  <a:lnTo>
                    <a:pt x="112393" y="17211"/>
                  </a:lnTo>
                  <a:lnTo>
                    <a:pt x="117452" y="16741"/>
                  </a:lnTo>
                  <a:lnTo>
                    <a:pt x="129134" y="15639"/>
                  </a:lnTo>
                  <a:lnTo>
                    <a:pt x="133591" y="15238"/>
                  </a:lnTo>
                  <a:lnTo>
                    <a:pt x="145436" y="14156"/>
                  </a:lnTo>
                  <a:lnTo>
                    <a:pt x="148145" y="13930"/>
                  </a:lnTo>
                  <a:lnTo>
                    <a:pt x="160364" y="12895"/>
                  </a:lnTo>
                  <a:lnTo>
                    <a:pt x="162301" y="12728"/>
                  </a:lnTo>
                  <a:lnTo>
                    <a:pt x="176322" y="11369"/>
                  </a:lnTo>
                  <a:lnTo>
                    <a:pt x="178893" y="11068"/>
                  </a:lnTo>
                  <a:lnTo>
                    <a:pt x="189286" y="9839"/>
                  </a:lnTo>
                  <a:lnTo>
                    <a:pt x="204462" y="8352"/>
                  </a:lnTo>
                  <a:lnTo>
                    <a:pt x="206327" y="8167"/>
                  </a:lnTo>
                  <a:lnTo>
                    <a:pt x="209582" y="7774"/>
                  </a:lnTo>
                  <a:lnTo>
                    <a:pt x="221866" y="6276"/>
                  </a:lnTo>
                  <a:lnTo>
                    <a:pt x="228734" y="5467"/>
                  </a:lnTo>
                  <a:lnTo>
                    <a:pt x="240142" y="4103"/>
                  </a:lnTo>
                  <a:lnTo>
                    <a:pt x="255912" y="2088"/>
                  </a:lnTo>
                  <a:lnTo>
                    <a:pt x="256167" y="2055"/>
                  </a:lnTo>
                  <a:lnTo>
                    <a:pt x="270144" y="0"/>
                  </a:lnTo>
                  <a:lnTo>
                    <a:pt x="271060" y="788"/>
                  </a:lnTo>
                  <a:lnTo>
                    <a:pt x="273361" y="2766"/>
                  </a:lnTo>
                  <a:lnTo>
                    <a:pt x="274562" y="5131"/>
                  </a:lnTo>
                  <a:lnTo>
                    <a:pt x="278139" y="5822"/>
                  </a:lnTo>
                  <a:lnTo>
                    <a:pt x="279187" y="9189"/>
                  </a:lnTo>
                  <a:lnTo>
                    <a:pt x="282502" y="12324"/>
                  </a:lnTo>
                  <a:lnTo>
                    <a:pt x="285739" y="14497"/>
                  </a:lnTo>
                  <a:lnTo>
                    <a:pt x="287417" y="17072"/>
                  </a:lnTo>
                  <a:lnTo>
                    <a:pt x="292894" y="18609"/>
                  </a:lnTo>
                  <a:lnTo>
                    <a:pt x="290016" y="23879"/>
                  </a:lnTo>
                  <a:lnTo>
                    <a:pt x="288914" y="28663"/>
                  </a:lnTo>
                  <a:lnTo>
                    <a:pt x="288826" y="30560"/>
                  </a:lnTo>
                  <a:lnTo>
                    <a:pt x="288623" y="34900"/>
                  </a:lnTo>
                  <a:lnTo>
                    <a:pt x="288498" y="37557"/>
                  </a:lnTo>
                  <a:lnTo>
                    <a:pt x="290258" y="45577"/>
                  </a:lnTo>
                  <a:lnTo>
                    <a:pt x="291685" y="50671"/>
                  </a:lnTo>
                  <a:lnTo>
                    <a:pt x="295512" y="56866"/>
                  </a:lnTo>
                  <a:lnTo>
                    <a:pt x="296371" y="60114"/>
                  </a:lnTo>
                  <a:lnTo>
                    <a:pt x="296434" y="65643"/>
                  </a:lnTo>
                  <a:lnTo>
                    <a:pt x="299227" y="67522"/>
                  </a:lnTo>
                  <a:lnTo>
                    <a:pt x="301973" y="70222"/>
                  </a:lnTo>
                  <a:lnTo>
                    <a:pt x="302020" y="72782"/>
                  </a:lnTo>
                  <a:lnTo>
                    <a:pt x="302068" y="75419"/>
                  </a:lnTo>
                  <a:lnTo>
                    <a:pt x="306639" y="78748"/>
                  </a:lnTo>
                  <a:lnTo>
                    <a:pt x="308825" y="80337"/>
                  </a:lnTo>
                  <a:lnTo>
                    <a:pt x="315742" y="85610"/>
                  </a:lnTo>
                  <a:lnTo>
                    <a:pt x="316383" y="86099"/>
                  </a:lnTo>
                  <a:lnTo>
                    <a:pt x="318556" y="89975"/>
                  </a:lnTo>
                  <a:lnTo>
                    <a:pt x="321873" y="90250"/>
                  </a:lnTo>
                  <a:lnTo>
                    <a:pt x="324712" y="93864"/>
                  </a:lnTo>
                  <a:lnTo>
                    <a:pt x="326897" y="97740"/>
                  </a:lnTo>
                  <a:lnTo>
                    <a:pt x="334180" y="101184"/>
                  </a:lnTo>
                  <a:lnTo>
                    <a:pt x="334337" y="101285"/>
                  </a:lnTo>
                  <a:lnTo>
                    <a:pt x="341349" y="105766"/>
                  </a:lnTo>
                  <a:lnTo>
                    <a:pt x="349626" y="112370"/>
                  </a:lnTo>
                  <a:lnTo>
                    <a:pt x="350378" y="115116"/>
                  </a:lnTo>
                  <a:lnTo>
                    <a:pt x="352110" y="121443"/>
                  </a:lnTo>
                  <a:lnTo>
                    <a:pt x="354409" y="125660"/>
                  </a:lnTo>
                  <a:lnTo>
                    <a:pt x="352624" y="130011"/>
                  </a:lnTo>
                  <a:lnTo>
                    <a:pt x="355820" y="135873"/>
                  </a:lnTo>
                  <a:lnTo>
                    <a:pt x="357295" y="140105"/>
                  </a:lnTo>
                  <a:lnTo>
                    <a:pt x="357726" y="141341"/>
                  </a:lnTo>
                  <a:lnTo>
                    <a:pt x="362385" y="144839"/>
                  </a:lnTo>
                  <a:lnTo>
                    <a:pt x="365139" y="144905"/>
                  </a:lnTo>
                  <a:lnTo>
                    <a:pt x="368564" y="140984"/>
                  </a:lnTo>
                  <a:lnTo>
                    <a:pt x="370284" y="136208"/>
                  </a:lnTo>
                  <a:lnTo>
                    <a:pt x="371436" y="136111"/>
                  </a:lnTo>
                  <a:lnTo>
                    <a:pt x="375217" y="135794"/>
                  </a:lnTo>
                  <a:lnTo>
                    <a:pt x="382207" y="138242"/>
                  </a:lnTo>
                  <a:lnTo>
                    <a:pt x="383767" y="138421"/>
                  </a:lnTo>
                  <a:lnTo>
                    <a:pt x="387002" y="138793"/>
                  </a:lnTo>
                  <a:lnTo>
                    <a:pt x="389879" y="140287"/>
                  </a:lnTo>
                  <a:lnTo>
                    <a:pt x="395608" y="143254"/>
                  </a:lnTo>
                  <a:lnTo>
                    <a:pt x="395740" y="147120"/>
                  </a:lnTo>
                  <a:lnTo>
                    <a:pt x="392712" y="150464"/>
                  </a:lnTo>
                  <a:lnTo>
                    <a:pt x="390210" y="154880"/>
                  </a:lnTo>
                  <a:lnTo>
                    <a:pt x="391594" y="158146"/>
                  </a:lnTo>
                  <a:lnTo>
                    <a:pt x="392836" y="160494"/>
                  </a:lnTo>
                  <a:lnTo>
                    <a:pt x="393073" y="164742"/>
                  </a:lnTo>
                  <a:lnTo>
                    <a:pt x="389302" y="171139"/>
                  </a:lnTo>
                  <a:lnTo>
                    <a:pt x="388998" y="172411"/>
                  </a:lnTo>
                  <a:lnTo>
                    <a:pt x="388722" y="173567"/>
                  </a:lnTo>
                  <a:lnTo>
                    <a:pt x="388235" y="175603"/>
                  </a:lnTo>
                  <a:lnTo>
                    <a:pt x="387588" y="180809"/>
                  </a:lnTo>
                  <a:lnTo>
                    <a:pt x="384542" y="185739"/>
                  </a:lnTo>
                  <a:lnTo>
                    <a:pt x="383979" y="186650"/>
                  </a:lnTo>
                  <a:lnTo>
                    <a:pt x="382929" y="191603"/>
                  </a:lnTo>
                  <a:lnTo>
                    <a:pt x="384354" y="199185"/>
                  </a:lnTo>
                  <a:lnTo>
                    <a:pt x="387750" y="203666"/>
                  </a:lnTo>
                  <a:lnTo>
                    <a:pt x="393098" y="207850"/>
                  </a:lnTo>
                  <a:lnTo>
                    <a:pt x="395755" y="210494"/>
                  </a:lnTo>
                  <a:lnTo>
                    <a:pt x="396847" y="210989"/>
                  </a:lnTo>
                  <a:lnTo>
                    <a:pt x="402593" y="213585"/>
                  </a:lnTo>
                  <a:lnTo>
                    <a:pt x="406055" y="216302"/>
                  </a:lnTo>
                  <a:lnTo>
                    <a:pt x="411527" y="219676"/>
                  </a:lnTo>
                  <a:lnTo>
                    <a:pt x="415263" y="219539"/>
                  </a:lnTo>
                  <a:lnTo>
                    <a:pt x="414395" y="223870"/>
                  </a:lnTo>
                  <a:lnTo>
                    <a:pt x="417634" y="226963"/>
                  </a:lnTo>
                  <a:lnTo>
                    <a:pt x="418415" y="227708"/>
                  </a:lnTo>
                  <a:lnTo>
                    <a:pt x="423083" y="224171"/>
                  </a:lnTo>
                  <a:lnTo>
                    <a:pt x="428358" y="227880"/>
                  </a:lnTo>
                  <a:lnTo>
                    <a:pt x="434699" y="230727"/>
                  </a:lnTo>
                  <a:lnTo>
                    <a:pt x="435528" y="232221"/>
                  </a:lnTo>
                  <a:lnTo>
                    <a:pt x="437239" y="235301"/>
                  </a:lnTo>
                  <a:lnTo>
                    <a:pt x="442931" y="237789"/>
                  </a:lnTo>
                  <a:lnTo>
                    <a:pt x="448026" y="239566"/>
                  </a:lnTo>
                  <a:lnTo>
                    <a:pt x="449832" y="245705"/>
                  </a:lnTo>
                  <a:lnTo>
                    <a:pt x="451166" y="249542"/>
                  </a:lnTo>
                  <a:lnTo>
                    <a:pt x="451013" y="250464"/>
                  </a:lnTo>
                  <a:lnTo>
                    <a:pt x="450846" y="251474"/>
                  </a:lnTo>
                  <a:lnTo>
                    <a:pt x="450407" y="254122"/>
                  </a:lnTo>
                  <a:lnTo>
                    <a:pt x="453930" y="259323"/>
                  </a:lnTo>
                  <a:lnTo>
                    <a:pt x="457695" y="264104"/>
                  </a:lnTo>
                  <a:lnTo>
                    <a:pt x="458070" y="268631"/>
                  </a:lnTo>
                  <a:lnTo>
                    <a:pt x="455066" y="270943"/>
                  </a:lnTo>
                  <a:lnTo>
                    <a:pt x="453719" y="271979"/>
                  </a:lnTo>
                  <a:lnTo>
                    <a:pt x="452631" y="275937"/>
                  </a:lnTo>
                  <a:lnTo>
                    <a:pt x="455233" y="277478"/>
                  </a:lnTo>
                  <a:lnTo>
                    <a:pt x="456175" y="278035"/>
                  </a:lnTo>
                  <a:lnTo>
                    <a:pt x="457855" y="283637"/>
                  </a:lnTo>
                  <a:lnTo>
                    <a:pt x="463765" y="290449"/>
                  </a:lnTo>
                  <a:lnTo>
                    <a:pt x="466125" y="295554"/>
                  </a:lnTo>
                  <a:lnTo>
                    <a:pt x="469863" y="296292"/>
                  </a:lnTo>
                  <a:lnTo>
                    <a:pt x="473546" y="297017"/>
                  </a:lnTo>
                  <a:lnTo>
                    <a:pt x="478202" y="298708"/>
                  </a:lnTo>
                  <a:lnTo>
                    <a:pt x="482639" y="298818"/>
                  </a:lnTo>
                  <a:lnTo>
                    <a:pt x="485284" y="300630"/>
                  </a:lnTo>
                  <a:lnTo>
                    <a:pt x="485122" y="301819"/>
                  </a:lnTo>
                  <a:lnTo>
                    <a:pt x="484465" y="306619"/>
                  </a:lnTo>
                  <a:lnTo>
                    <a:pt x="483028" y="310796"/>
                  </a:lnTo>
                  <a:lnTo>
                    <a:pt x="483062" y="315965"/>
                  </a:lnTo>
                  <a:lnTo>
                    <a:pt x="483085" y="316215"/>
                  </a:lnTo>
                  <a:lnTo>
                    <a:pt x="483334" y="318886"/>
                  </a:lnTo>
                  <a:lnTo>
                    <a:pt x="480544" y="322757"/>
                  </a:lnTo>
                  <a:lnTo>
                    <a:pt x="483719" y="327175"/>
                  </a:lnTo>
                  <a:lnTo>
                    <a:pt x="483119" y="328243"/>
                  </a:lnTo>
                  <a:lnTo>
                    <a:pt x="481734" y="330711"/>
                  </a:lnTo>
                  <a:lnTo>
                    <a:pt x="480335" y="335908"/>
                  </a:lnTo>
                  <a:lnTo>
                    <a:pt x="476608" y="335647"/>
                  </a:lnTo>
                  <a:lnTo>
                    <a:pt x="472905" y="331993"/>
                  </a:lnTo>
                  <a:lnTo>
                    <a:pt x="472718" y="332025"/>
                  </a:lnTo>
                  <a:lnTo>
                    <a:pt x="469114" y="332632"/>
                  </a:lnTo>
                  <a:lnTo>
                    <a:pt x="467670" y="338158"/>
                  </a:lnTo>
                  <a:lnTo>
                    <a:pt x="462589" y="338453"/>
                  </a:lnTo>
                  <a:lnTo>
                    <a:pt x="457913" y="338305"/>
                  </a:lnTo>
                  <a:lnTo>
                    <a:pt x="456372" y="341742"/>
                  </a:lnTo>
                  <a:lnTo>
                    <a:pt x="459055" y="344983"/>
                  </a:lnTo>
                  <a:lnTo>
                    <a:pt x="460706" y="347982"/>
                  </a:lnTo>
                  <a:lnTo>
                    <a:pt x="459622" y="351844"/>
                  </a:lnTo>
                  <a:lnTo>
                    <a:pt x="462304" y="355226"/>
                  </a:lnTo>
                  <a:lnTo>
                    <a:pt x="461772" y="358283"/>
                  </a:lnTo>
                  <a:lnTo>
                    <a:pt x="460196" y="358526"/>
                  </a:lnTo>
                  <a:lnTo>
                    <a:pt x="456280" y="359130"/>
                  </a:lnTo>
                  <a:lnTo>
                    <a:pt x="455821" y="362206"/>
                  </a:lnTo>
                  <a:lnTo>
                    <a:pt x="460211" y="364449"/>
                  </a:lnTo>
                  <a:lnTo>
                    <a:pt x="457201" y="368355"/>
                  </a:lnTo>
                  <a:lnTo>
                    <a:pt x="451735" y="368125"/>
                  </a:lnTo>
                  <a:lnTo>
                    <a:pt x="450933" y="370301"/>
                  </a:lnTo>
                  <a:lnTo>
                    <a:pt x="455935" y="373200"/>
                  </a:lnTo>
                  <a:lnTo>
                    <a:pt x="456231" y="373371"/>
                  </a:lnTo>
                  <a:lnTo>
                    <a:pt x="458955" y="377260"/>
                  </a:lnTo>
                  <a:lnTo>
                    <a:pt x="455659" y="380519"/>
                  </a:lnTo>
                  <a:lnTo>
                    <a:pt x="453240" y="382699"/>
                  </a:lnTo>
                  <a:lnTo>
                    <a:pt x="452971" y="388250"/>
                  </a:lnTo>
                  <a:lnTo>
                    <a:pt x="450276" y="390353"/>
                  </a:lnTo>
                  <a:lnTo>
                    <a:pt x="438330" y="391918"/>
                  </a:lnTo>
                  <a:lnTo>
                    <a:pt x="434192" y="392447"/>
                  </a:lnTo>
                  <a:lnTo>
                    <a:pt x="423918" y="393748"/>
                  </a:lnTo>
                  <a:lnTo>
                    <a:pt x="410746" y="395436"/>
                  </a:lnTo>
                  <a:lnTo>
                    <a:pt x="405081" y="396152"/>
                  </a:lnTo>
                  <a:lnTo>
                    <a:pt x="406698" y="391405"/>
                  </a:lnTo>
                  <a:lnTo>
                    <a:pt x="409276" y="385252"/>
                  </a:lnTo>
                  <a:lnTo>
                    <a:pt x="413214" y="382435"/>
                  </a:lnTo>
                  <a:lnTo>
                    <a:pt x="413866" y="378331"/>
                  </a:lnTo>
                  <a:lnTo>
                    <a:pt x="415956" y="376820"/>
                  </a:lnTo>
                  <a:lnTo>
                    <a:pt x="418168" y="375219"/>
                  </a:lnTo>
                  <a:lnTo>
                    <a:pt x="420589" y="370350"/>
                  </a:lnTo>
                  <a:lnTo>
                    <a:pt x="423843" y="366633"/>
                  </a:lnTo>
                  <a:lnTo>
                    <a:pt x="423359" y="361897"/>
                  </a:lnTo>
                  <a:lnTo>
                    <a:pt x="422893" y="359340"/>
                  </a:lnTo>
                  <a:lnTo>
                    <a:pt x="418023" y="357355"/>
                  </a:lnTo>
                  <a:lnTo>
                    <a:pt x="416863" y="353505"/>
                  </a:lnTo>
                  <a:lnTo>
                    <a:pt x="415643" y="350493"/>
                  </a:lnTo>
                  <a:lnTo>
                    <a:pt x="410909" y="350997"/>
                  </a:lnTo>
                  <a:lnTo>
                    <a:pt x="391517" y="353019"/>
                  </a:lnTo>
                  <a:lnTo>
                    <a:pt x="385743" y="353669"/>
                  </a:lnTo>
                  <a:lnTo>
                    <a:pt x="372332" y="355158"/>
                  </a:lnTo>
                  <a:lnTo>
                    <a:pt x="371033" y="355305"/>
                  </a:lnTo>
                  <a:lnTo>
                    <a:pt x="354475" y="357142"/>
                  </a:lnTo>
                  <a:lnTo>
                    <a:pt x="346789" y="357986"/>
                  </a:lnTo>
                  <a:lnTo>
                    <a:pt x="327076" y="360105"/>
                  </a:lnTo>
                  <a:lnTo>
                    <a:pt x="326937" y="360117"/>
                  </a:lnTo>
                  <a:lnTo>
                    <a:pt x="323876" y="360395"/>
                  </a:lnTo>
                  <a:lnTo>
                    <a:pt x="310215" y="361616"/>
                  </a:lnTo>
                  <a:lnTo>
                    <a:pt x="308108" y="361833"/>
                  </a:lnTo>
                  <a:lnTo>
                    <a:pt x="285891" y="364075"/>
                  </a:lnTo>
                  <a:lnTo>
                    <a:pt x="276348" y="365002"/>
                  </a:lnTo>
                  <a:lnTo>
                    <a:pt x="274227" y="365206"/>
                  </a:lnTo>
                  <a:lnTo>
                    <a:pt x="260044" y="366549"/>
                  </a:lnTo>
                  <a:lnTo>
                    <a:pt x="247350" y="367661"/>
                  </a:lnTo>
                  <a:lnTo>
                    <a:pt x="244859" y="367876"/>
                  </a:lnTo>
                  <a:lnTo>
                    <a:pt x="230090" y="369182"/>
                  </a:lnTo>
                  <a:lnTo>
                    <a:pt x="225367" y="369592"/>
                  </a:lnTo>
                  <a:lnTo>
                    <a:pt x="224293" y="369685"/>
                  </a:lnTo>
                  <a:lnTo>
                    <a:pt x="204983" y="371315"/>
                  </a:lnTo>
                  <a:lnTo>
                    <a:pt x="193113" y="372240"/>
                  </a:lnTo>
                  <a:lnTo>
                    <a:pt x="191532" y="372361"/>
                  </a:lnTo>
                  <a:lnTo>
                    <a:pt x="183598" y="372964"/>
                  </a:lnTo>
                  <a:lnTo>
                    <a:pt x="172422" y="373802"/>
                  </a:lnTo>
                  <a:lnTo>
                    <a:pt x="164184" y="374405"/>
                  </a:lnTo>
                  <a:lnTo>
                    <a:pt x="152352" y="375306"/>
                  </a:lnTo>
                  <a:lnTo>
                    <a:pt x="145778" y="375796"/>
                  </a:lnTo>
                  <a:lnTo>
                    <a:pt x="137395" y="376371"/>
                  </a:lnTo>
                  <a:lnTo>
                    <a:pt x="117191" y="377707"/>
                  </a:lnTo>
                  <a:lnTo>
                    <a:pt x="98934" y="378922"/>
                  </a:lnTo>
                  <a:lnTo>
                    <a:pt x="98352" y="368947"/>
                  </a:lnTo>
                  <a:lnTo>
                    <a:pt x="98051" y="364073"/>
                  </a:lnTo>
                  <a:lnTo>
                    <a:pt x="97514" y="355382"/>
                  </a:lnTo>
                  <a:lnTo>
                    <a:pt x="96321" y="334904"/>
                  </a:lnTo>
                  <a:lnTo>
                    <a:pt x="96008" y="329802"/>
                  </a:lnTo>
                  <a:lnTo>
                    <a:pt x="95447" y="320687"/>
                  </a:lnTo>
                  <a:lnTo>
                    <a:pt x="94551" y="304975"/>
                  </a:lnTo>
                  <a:lnTo>
                    <a:pt x="94421" y="302705"/>
                  </a:lnTo>
                  <a:lnTo>
                    <a:pt x="94185" y="298584"/>
                  </a:lnTo>
                  <a:lnTo>
                    <a:pt x="92879" y="277191"/>
                  </a:lnTo>
                  <a:lnTo>
                    <a:pt x="92773" y="275468"/>
                  </a:lnTo>
                  <a:lnTo>
                    <a:pt x="92724" y="274666"/>
                  </a:lnTo>
                  <a:lnTo>
                    <a:pt x="91339" y="247705"/>
                  </a:lnTo>
                  <a:lnTo>
                    <a:pt x="91102" y="243359"/>
                  </a:lnTo>
                  <a:lnTo>
                    <a:pt x="90991" y="241330"/>
                  </a:lnTo>
                  <a:lnTo>
                    <a:pt x="90133" y="225652"/>
                  </a:lnTo>
                  <a:lnTo>
                    <a:pt x="89314" y="212339"/>
                  </a:lnTo>
                  <a:lnTo>
                    <a:pt x="88831" y="204499"/>
                  </a:lnTo>
                  <a:lnTo>
                    <a:pt x="87662" y="181506"/>
                  </a:lnTo>
                  <a:lnTo>
                    <a:pt x="87651" y="181276"/>
                  </a:lnTo>
                  <a:lnTo>
                    <a:pt x="87110" y="171878"/>
                  </a:lnTo>
                  <a:lnTo>
                    <a:pt x="86425" y="160001"/>
                  </a:lnTo>
                  <a:lnTo>
                    <a:pt x="86120" y="154505"/>
                  </a:lnTo>
                  <a:lnTo>
                    <a:pt x="85895" y="150471"/>
                  </a:lnTo>
                  <a:lnTo>
                    <a:pt x="85779" y="148383"/>
                  </a:lnTo>
                  <a:lnTo>
                    <a:pt x="86610" y="144647"/>
                  </a:lnTo>
                  <a:lnTo>
                    <a:pt x="85922" y="144648"/>
                  </a:lnTo>
                  <a:lnTo>
                    <a:pt x="84409" y="144649"/>
                  </a:lnTo>
                  <a:lnTo>
                    <a:pt x="80396" y="142454"/>
                  </a:lnTo>
                  <a:lnTo>
                    <a:pt x="76252" y="143967"/>
                  </a:lnTo>
                  <a:lnTo>
                    <a:pt x="72660" y="141443"/>
                  </a:lnTo>
                  <a:lnTo>
                    <a:pt x="72110" y="141056"/>
                  </a:lnTo>
                  <a:lnTo>
                    <a:pt x="70144" y="138016"/>
                  </a:lnTo>
                  <a:lnTo>
                    <a:pt x="67828" y="135317"/>
                  </a:lnTo>
                  <a:lnTo>
                    <a:pt x="64084" y="131135"/>
                  </a:lnTo>
                  <a:lnTo>
                    <a:pt x="65034" y="124985"/>
                  </a:lnTo>
                  <a:lnTo>
                    <a:pt x="61057" y="124584"/>
                  </a:lnTo>
                  <a:lnTo>
                    <a:pt x="59642" y="122725"/>
                  </a:lnTo>
                  <a:lnTo>
                    <a:pt x="58427" y="121127"/>
                  </a:lnTo>
                  <a:lnTo>
                    <a:pt x="53537" y="116651"/>
                  </a:lnTo>
                  <a:lnTo>
                    <a:pt x="50509" y="113392"/>
                  </a:lnTo>
                  <a:lnTo>
                    <a:pt x="48898" y="111655"/>
                  </a:lnTo>
                  <a:lnTo>
                    <a:pt x="51296" y="109492"/>
                  </a:lnTo>
                  <a:lnTo>
                    <a:pt x="53215" y="107752"/>
                  </a:lnTo>
                  <a:lnTo>
                    <a:pt x="53334" y="106102"/>
                  </a:lnTo>
                  <a:lnTo>
                    <a:pt x="53585" y="102612"/>
                  </a:lnTo>
                  <a:lnTo>
                    <a:pt x="57914" y="99383"/>
                  </a:lnTo>
                  <a:lnTo>
                    <a:pt x="57743" y="96140"/>
                  </a:lnTo>
                  <a:lnTo>
                    <a:pt x="62615" y="95762"/>
                  </a:lnTo>
                  <a:lnTo>
                    <a:pt x="65128" y="93349"/>
                  </a:lnTo>
                  <a:lnTo>
                    <a:pt x="64274" y="91323"/>
                  </a:lnTo>
                  <a:lnTo>
                    <a:pt x="63570" y="87141"/>
                  </a:lnTo>
                  <a:lnTo>
                    <a:pt x="63484" y="86631"/>
                  </a:lnTo>
                  <a:lnTo>
                    <a:pt x="59849" y="82441"/>
                  </a:lnTo>
                  <a:lnTo>
                    <a:pt x="58161" y="80402"/>
                  </a:lnTo>
                  <a:lnTo>
                    <a:pt x="55335" y="80748"/>
                  </a:lnTo>
                  <a:lnTo>
                    <a:pt x="53622" y="80957"/>
                  </a:lnTo>
                  <a:lnTo>
                    <a:pt x="49544" y="84359"/>
                  </a:lnTo>
                  <a:lnTo>
                    <a:pt x="45246" y="81628"/>
                  </a:lnTo>
                  <a:lnTo>
                    <a:pt x="39000" y="77708"/>
                  </a:lnTo>
                  <a:lnTo>
                    <a:pt x="33502" y="73044"/>
                  </a:lnTo>
                  <a:lnTo>
                    <a:pt x="30623" y="70612"/>
                  </a:lnTo>
                  <a:lnTo>
                    <a:pt x="28320" y="70935"/>
                  </a:lnTo>
                  <a:lnTo>
                    <a:pt x="25970" y="67284"/>
                  </a:lnTo>
                  <a:lnTo>
                    <a:pt x="27177" y="63812"/>
                  </a:lnTo>
                  <a:lnTo>
                    <a:pt x="24459" y="61062"/>
                  </a:lnTo>
                  <a:lnTo>
                    <a:pt x="20939" y="57049"/>
                  </a:lnTo>
                  <a:lnTo>
                    <a:pt x="21291" y="52819"/>
                  </a:lnTo>
                  <a:lnTo>
                    <a:pt x="16152" y="51062"/>
                  </a:lnTo>
                  <a:lnTo>
                    <a:pt x="16088" y="50737"/>
                  </a:lnTo>
                  <a:lnTo>
                    <a:pt x="16059" y="50594"/>
                  </a:lnTo>
                  <a:lnTo>
                    <a:pt x="15593" y="48251"/>
                  </a:lnTo>
                  <a:lnTo>
                    <a:pt x="12451" y="46768"/>
                  </a:lnTo>
                  <a:lnTo>
                    <a:pt x="8682" y="45836"/>
                  </a:lnTo>
                  <a:lnTo>
                    <a:pt x="9342" y="41922"/>
                  </a:lnTo>
                  <a:lnTo>
                    <a:pt x="8645" y="39324"/>
                  </a:lnTo>
                  <a:lnTo>
                    <a:pt x="5995" y="33511"/>
                  </a:lnTo>
                  <a:lnTo>
                    <a:pt x="5165" y="30877"/>
                  </a:lnTo>
                  <a:lnTo>
                    <a:pt x="3852" y="28276"/>
                  </a:lnTo>
                  <a:lnTo>
                    <a:pt x="3702" y="27978"/>
                  </a:lnTo>
                  <a:lnTo>
                    <a:pt x="830" y="282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70454" y="4249886"/>
              <a:ext cx="254349" cy="434362"/>
            </a:xfrm>
            <a:custGeom>
              <a:avLst/>
              <a:pathLst>
                <a:path w="254349" h="434362">
                  <a:moveTo>
                    <a:pt x="1493" y="356746"/>
                  </a:moveTo>
                  <a:lnTo>
                    <a:pt x="5868" y="356863"/>
                  </a:lnTo>
                  <a:lnTo>
                    <a:pt x="9832" y="353820"/>
                  </a:lnTo>
                  <a:lnTo>
                    <a:pt x="7422" y="349931"/>
                  </a:lnTo>
                  <a:lnTo>
                    <a:pt x="7313" y="345354"/>
                  </a:lnTo>
                  <a:lnTo>
                    <a:pt x="8607" y="340926"/>
                  </a:lnTo>
                  <a:lnTo>
                    <a:pt x="7646" y="335766"/>
                  </a:lnTo>
                  <a:lnTo>
                    <a:pt x="9452" y="332417"/>
                  </a:lnTo>
                  <a:lnTo>
                    <a:pt x="13285" y="330983"/>
                  </a:lnTo>
                  <a:lnTo>
                    <a:pt x="11468" y="327505"/>
                  </a:lnTo>
                  <a:lnTo>
                    <a:pt x="10743" y="324678"/>
                  </a:lnTo>
                  <a:lnTo>
                    <a:pt x="15694" y="322078"/>
                  </a:lnTo>
                  <a:lnTo>
                    <a:pt x="16188" y="314207"/>
                  </a:lnTo>
                  <a:lnTo>
                    <a:pt x="20722" y="312626"/>
                  </a:lnTo>
                  <a:lnTo>
                    <a:pt x="20561" y="312423"/>
                  </a:lnTo>
                  <a:lnTo>
                    <a:pt x="17223" y="308201"/>
                  </a:lnTo>
                  <a:lnTo>
                    <a:pt x="17924" y="304284"/>
                  </a:lnTo>
                  <a:lnTo>
                    <a:pt x="22174" y="304666"/>
                  </a:lnTo>
                  <a:lnTo>
                    <a:pt x="25358" y="301150"/>
                  </a:lnTo>
                  <a:lnTo>
                    <a:pt x="25987" y="300455"/>
                  </a:lnTo>
                  <a:lnTo>
                    <a:pt x="29687" y="296253"/>
                  </a:lnTo>
                  <a:lnTo>
                    <a:pt x="29543" y="291562"/>
                  </a:lnTo>
                  <a:lnTo>
                    <a:pt x="33936" y="289886"/>
                  </a:lnTo>
                  <a:lnTo>
                    <a:pt x="36390" y="286409"/>
                  </a:lnTo>
                  <a:lnTo>
                    <a:pt x="36303" y="284047"/>
                  </a:lnTo>
                  <a:lnTo>
                    <a:pt x="39221" y="279246"/>
                  </a:lnTo>
                  <a:lnTo>
                    <a:pt x="38808" y="278677"/>
                  </a:lnTo>
                  <a:lnTo>
                    <a:pt x="32834" y="270436"/>
                  </a:lnTo>
                  <a:lnTo>
                    <a:pt x="41556" y="268945"/>
                  </a:lnTo>
                  <a:lnTo>
                    <a:pt x="44240" y="262568"/>
                  </a:lnTo>
                  <a:lnTo>
                    <a:pt x="45752" y="257221"/>
                  </a:lnTo>
                  <a:lnTo>
                    <a:pt x="40781" y="256890"/>
                  </a:lnTo>
                  <a:lnTo>
                    <a:pt x="41729" y="250323"/>
                  </a:lnTo>
                  <a:lnTo>
                    <a:pt x="35133" y="249812"/>
                  </a:lnTo>
                  <a:lnTo>
                    <a:pt x="33967" y="243390"/>
                  </a:lnTo>
                  <a:lnTo>
                    <a:pt x="37603" y="242633"/>
                  </a:lnTo>
                  <a:lnTo>
                    <a:pt x="34305" y="237931"/>
                  </a:lnTo>
                  <a:lnTo>
                    <a:pt x="33807" y="237499"/>
                  </a:lnTo>
                  <a:lnTo>
                    <a:pt x="31837" y="235794"/>
                  </a:lnTo>
                  <a:lnTo>
                    <a:pt x="29719" y="228524"/>
                  </a:lnTo>
                  <a:lnTo>
                    <a:pt x="32498" y="224665"/>
                  </a:lnTo>
                  <a:lnTo>
                    <a:pt x="28169" y="223844"/>
                  </a:lnTo>
                  <a:lnTo>
                    <a:pt x="24611" y="221022"/>
                  </a:lnTo>
                  <a:lnTo>
                    <a:pt x="24016" y="217858"/>
                  </a:lnTo>
                  <a:lnTo>
                    <a:pt x="25488" y="214472"/>
                  </a:lnTo>
                  <a:lnTo>
                    <a:pt x="30160" y="210469"/>
                  </a:lnTo>
                  <a:lnTo>
                    <a:pt x="29650" y="206167"/>
                  </a:lnTo>
                  <a:lnTo>
                    <a:pt x="24682" y="202905"/>
                  </a:lnTo>
                  <a:lnTo>
                    <a:pt x="22144" y="201081"/>
                  </a:lnTo>
                  <a:lnTo>
                    <a:pt x="22566" y="200406"/>
                  </a:lnTo>
                  <a:lnTo>
                    <a:pt x="25121" y="196305"/>
                  </a:lnTo>
                  <a:lnTo>
                    <a:pt x="20290" y="192926"/>
                  </a:lnTo>
                  <a:lnTo>
                    <a:pt x="22052" y="189490"/>
                  </a:lnTo>
                  <a:lnTo>
                    <a:pt x="25683" y="189420"/>
                  </a:lnTo>
                  <a:lnTo>
                    <a:pt x="26757" y="184944"/>
                  </a:lnTo>
                  <a:lnTo>
                    <a:pt x="27488" y="180253"/>
                  </a:lnTo>
                  <a:lnTo>
                    <a:pt x="25867" y="176816"/>
                  </a:lnTo>
                  <a:lnTo>
                    <a:pt x="22904" y="176542"/>
                  </a:lnTo>
                  <a:lnTo>
                    <a:pt x="21113" y="170639"/>
                  </a:lnTo>
                  <a:lnTo>
                    <a:pt x="22852" y="166547"/>
                  </a:lnTo>
                  <a:lnTo>
                    <a:pt x="20074" y="163821"/>
                  </a:lnTo>
                  <a:lnTo>
                    <a:pt x="18009" y="160920"/>
                  </a:lnTo>
                  <a:lnTo>
                    <a:pt x="16465" y="158363"/>
                  </a:lnTo>
                  <a:lnTo>
                    <a:pt x="14233" y="155368"/>
                  </a:lnTo>
                  <a:lnTo>
                    <a:pt x="14783" y="153875"/>
                  </a:lnTo>
                  <a:lnTo>
                    <a:pt x="15821" y="151057"/>
                  </a:lnTo>
                  <a:lnTo>
                    <a:pt x="19808" y="147566"/>
                  </a:lnTo>
                  <a:lnTo>
                    <a:pt x="15994" y="144403"/>
                  </a:lnTo>
                  <a:lnTo>
                    <a:pt x="21601" y="142980"/>
                  </a:lnTo>
                  <a:lnTo>
                    <a:pt x="23037" y="138056"/>
                  </a:lnTo>
                  <a:lnTo>
                    <a:pt x="17782" y="135706"/>
                  </a:lnTo>
                  <a:lnTo>
                    <a:pt x="19891" y="133054"/>
                  </a:lnTo>
                  <a:lnTo>
                    <a:pt x="21782" y="132692"/>
                  </a:lnTo>
                  <a:lnTo>
                    <a:pt x="26198" y="133357"/>
                  </a:lnTo>
                  <a:lnTo>
                    <a:pt x="25965" y="129631"/>
                  </a:lnTo>
                  <a:lnTo>
                    <a:pt x="23786" y="128246"/>
                  </a:lnTo>
                  <a:lnTo>
                    <a:pt x="22726" y="123631"/>
                  </a:lnTo>
                  <a:lnTo>
                    <a:pt x="25028" y="120685"/>
                  </a:lnTo>
                  <a:lnTo>
                    <a:pt x="24028" y="117619"/>
                  </a:lnTo>
                  <a:lnTo>
                    <a:pt x="20021" y="116484"/>
                  </a:lnTo>
                  <a:lnTo>
                    <a:pt x="22776" y="114088"/>
                  </a:lnTo>
                  <a:lnTo>
                    <a:pt x="26019" y="114460"/>
                  </a:lnTo>
                  <a:lnTo>
                    <a:pt x="27658" y="112237"/>
                  </a:lnTo>
                  <a:lnTo>
                    <a:pt x="30235" y="110371"/>
                  </a:lnTo>
                  <a:lnTo>
                    <a:pt x="33835" y="109203"/>
                  </a:lnTo>
                  <a:lnTo>
                    <a:pt x="34760" y="105096"/>
                  </a:lnTo>
                  <a:lnTo>
                    <a:pt x="32625" y="103319"/>
                  </a:lnTo>
                  <a:lnTo>
                    <a:pt x="29198" y="102383"/>
                  </a:lnTo>
                  <a:lnTo>
                    <a:pt x="29247" y="101753"/>
                  </a:lnTo>
                  <a:lnTo>
                    <a:pt x="29272" y="101427"/>
                  </a:lnTo>
                  <a:lnTo>
                    <a:pt x="29470" y="98861"/>
                  </a:lnTo>
                  <a:lnTo>
                    <a:pt x="32556" y="97448"/>
                  </a:lnTo>
                  <a:lnTo>
                    <a:pt x="33210" y="95301"/>
                  </a:lnTo>
                  <a:lnTo>
                    <a:pt x="32005" y="91881"/>
                  </a:lnTo>
                  <a:lnTo>
                    <a:pt x="35886" y="90421"/>
                  </a:lnTo>
                  <a:lnTo>
                    <a:pt x="37495" y="86403"/>
                  </a:lnTo>
                  <a:lnTo>
                    <a:pt x="41794" y="85061"/>
                  </a:lnTo>
                  <a:lnTo>
                    <a:pt x="40422" y="80460"/>
                  </a:lnTo>
                  <a:lnTo>
                    <a:pt x="42861" y="78295"/>
                  </a:lnTo>
                  <a:lnTo>
                    <a:pt x="48113" y="80240"/>
                  </a:lnTo>
                  <a:lnTo>
                    <a:pt x="49076" y="75864"/>
                  </a:lnTo>
                  <a:lnTo>
                    <a:pt x="53608" y="72583"/>
                  </a:lnTo>
                  <a:lnTo>
                    <a:pt x="52613" y="68817"/>
                  </a:lnTo>
                  <a:lnTo>
                    <a:pt x="53075" y="62904"/>
                  </a:lnTo>
                  <a:lnTo>
                    <a:pt x="54152" y="58945"/>
                  </a:lnTo>
                  <a:lnTo>
                    <a:pt x="50974" y="55072"/>
                  </a:lnTo>
                  <a:lnTo>
                    <a:pt x="51731" y="53574"/>
                  </a:lnTo>
                  <a:lnTo>
                    <a:pt x="53240" y="50582"/>
                  </a:lnTo>
                  <a:lnTo>
                    <a:pt x="53195" y="47157"/>
                  </a:lnTo>
                  <a:lnTo>
                    <a:pt x="55576" y="41341"/>
                  </a:lnTo>
                  <a:lnTo>
                    <a:pt x="57673" y="38949"/>
                  </a:lnTo>
                  <a:lnTo>
                    <a:pt x="57964" y="34823"/>
                  </a:lnTo>
                  <a:lnTo>
                    <a:pt x="61997" y="34334"/>
                  </a:lnTo>
                  <a:lnTo>
                    <a:pt x="62456" y="34279"/>
                  </a:lnTo>
                  <a:lnTo>
                    <a:pt x="68499" y="30354"/>
                  </a:lnTo>
                  <a:lnTo>
                    <a:pt x="68636" y="30237"/>
                  </a:lnTo>
                  <a:lnTo>
                    <a:pt x="72753" y="26698"/>
                  </a:lnTo>
                  <a:lnTo>
                    <a:pt x="72880" y="23993"/>
                  </a:lnTo>
                  <a:lnTo>
                    <a:pt x="67668" y="19434"/>
                  </a:lnTo>
                  <a:lnTo>
                    <a:pt x="104763" y="15169"/>
                  </a:lnTo>
                  <a:lnTo>
                    <a:pt x="109873" y="14556"/>
                  </a:lnTo>
                  <a:lnTo>
                    <a:pt x="111151" y="14402"/>
                  </a:lnTo>
                  <a:lnTo>
                    <a:pt x="115661" y="13856"/>
                  </a:lnTo>
                  <a:lnTo>
                    <a:pt x="130733" y="12008"/>
                  </a:lnTo>
                  <a:lnTo>
                    <a:pt x="136658" y="11239"/>
                  </a:lnTo>
                  <a:lnTo>
                    <a:pt x="147774" y="9779"/>
                  </a:lnTo>
                  <a:lnTo>
                    <a:pt x="160136" y="8130"/>
                  </a:lnTo>
                  <a:lnTo>
                    <a:pt x="160813" y="8041"/>
                  </a:lnTo>
                  <a:lnTo>
                    <a:pt x="174780" y="6175"/>
                  </a:lnTo>
                  <a:lnTo>
                    <a:pt x="177402" y="5821"/>
                  </a:lnTo>
                  <a:lnTo>
                    <a:pt x="200179" y="2664"/>
                  </a:lnTo>
                  <a:lnTo>
                    <a:pt x="206610" y="1798"/>
                  </a:lnTo>
                  <a:lnTo>
                    <a:pt x="207830" y="1632"/>
                  </a:lnTo>
                  <a:lnTo>
                    <a:pt x="215412" y="600"/>
                  </a:lnTo>
                  <a:lnTo>
                    <a:pt x="219582" y="0"/>
                  </a:lnTo>
                  <a:lnTo>
                    <a:pt x="223667" y="5956"/>
                  </a:lnTo>
                  <a:lnTo>
                    <a:pt x="228087" y="8023"/>
                  </a:lnTo>
                  <a:lnTo>
                    <a:pt x="228476" y="32009"/>
                  </a:lnTo>
                  <a:lnTo>
                    <a:pt x="228549" y="35652"/>
                  </a:lnTo>
                  <a:lnTo>
                    <a:pt x="228757" y="46203"/>
                  </a:lnTo>
                  <a:lnTo>
                    <a:pt x="228998" y="58828"/>
                  </a:lnTo>
                  <a:lnTo>
                    <a:pt x="229378" y="79678"/>
                  </a:lnTo>
                  <a:lnTo>
                    <a:pt x="229422" y="82184"/>
                  </a:lnTo>
                  <a:lnTo>
                    <a:pt x="229842" y="110052"/>
                  </a:lnTo>
                  <a:lnTo>
                    <a:pt x="229901" y="114153"/>
                  </a:lnTo>
                  <a:lnTo>
                    <a:pt x="230217" y="128785"/>
                  </a:lnTo>
                  <a:lnTo>
                    <a:pt x="230668" y="150599"/>
                  </a:lnTo>
                  <a:lnTo>
                    <a:pt x="230852" y="159850"/>
                  </a:lnTo>
                  <a:lnTo>
                    <a:pt x="231221" y="176965"/>
                  </a:lnTo>
                  <a:lnTo>
                    <a:pt x="231336" y="182488"/>
                  </a:lnTo>
                  <a:lnTo>
                    <a:pt x="231729" y="201761"/>
                  </a:lnTo>
                  <a:lnTo>
                    <a:pt x="231961" y="213623"/>
                  </a:lnTo>
                  <a:lnTo>
                    <a:pt x="232407" y="237525"/>
                  </a:lnTo>
                  <a:lnTo>
                    <a:pt x="232500" y="242717"/>
                  </a:lnTo>
                  <a:lnTo>
                    <a:pt x="232522" y="244715"/>
                  </a:lnTo>
                  <a:lnTo>
                    <a:pt x="232783" y="270855"/>
                  </a:lnTo>
                  <a:lnTo>
                    <a:pt x="233189" y="274294"/>
                  </a:lnTo>
                  <a:lnTo>
                    <a:pt x="234254" y="283315"/>
                  </a:lnTo>
                  <a:lnTo>
                    <a:pt x="235589" y="291378"/>
                  </a:lnTo>
                  <a:lnTo>
                    <a:pt x="236686" y="298008"/>
                  </a:lnTo>
                  <a:lnTo>
                    <a:pt x="239351" y="314154"/>
                  </a:lnTo>
                  <a:lnTo>
                    <a:pt x="239560" y="315419"/>
                  </a:lnTo>
                  <a:lnTo>
                    <a:pt x="243961" y="342086"/>
                  </a:lnTo>
                  <a:lnTo>
                    <a:pt x="245600" y="352165"/>
                  </a:lnTo>
                  <a:lnTo>
                    <a:pt x="248600" y="370639"/>
                  </a:lnTo>
                  <a:lnTo>
                    <a:pt x="249305" y="374982"/>
                  </a:lnTo>
                  <a:lnTo>
                    <a:pt x="249359" y="375315"/>
                  </a:lnTo>
                  <a:lnTo>
                    <a:pt x="251908" y="391691"/>
                  </a:lnTo>
                  <a:lnTo>
                    <a:pt x="254349" y="406794"/>
                  </a:lnTo>
                  <a:lnTo>
                    <a:pt x="253491" y="409333"/>
                  </a:lnTo>
                  <a:lnTo>
                    <a:pt x="250650" y="409216"/>
                  </a:lnTo>
                  <a:lnTo>
                    <a:pt x="248997" y="411899"/>
                  </a:lnTo>
                  <a:lnTo>
                    <a:pt x="244941" y="410663"/>
                  </a:lnTo>
                  <a:lnTo>
                    <a:pt x="240504" y="412056"/>
                  </a:lnTo>
                  <a:lnTo>
                    <a:pt x="237910" y="410370"/>
                  </a:lnTo>
                  <a:lnTo>
                    <a:pt x="233960" y="410172"/>
                  </a:lnTo>
                  <a:lnTo>
                    <a:pt x="231341" y="412150"/>
                  </a:lnTo>
                  <a:lnTo>
                    <a:pt x="227771" y="412271"/>
                  </a:lnTo>
                  <a:lnTo>
                    <a:pt x="223609" y="411961"/>
                  </a:lnTo>
                  <a:lnTo>
                    <a:pt x="222174" y="411853"/>
                  </a:lnTo>
                  <a:lnTo>
                    <a:pt x="216129" y="409730"/>
                  </a:lnTo>
                  <a:lnTo>
                    <a:pt x="210267" y="410717"/>
                  </a:lnTo>
                  <a:lnTo>
                    <a:pt x="201951" y="413793"/>
                  </a:lnTo>
                  <a:lnTo>
                    <a:pt x="194404" y="418018"/>
                  </a:lnTo>
                  <a:lnTo>
                    <a:pt x="186419" y="421109"/>
                  </a:lnTo>
                  <a:lnTo>
                    <a:pt x="185492" y="421543"/>
                  </a:lnTo>
                  <a:lnTo>
                    <a:pt x="182715" y="422845"/>
                  </a:lnTo>
                  <a:lnTo>
                    <a:pt x="177060" y="427777"/>
                  </a:lnTo>
                  <a:lnTo>
                    <a:pt x="175686" y="431514"/>
                  </a:lnTo>
                  <a:lnTo>
                    <a:pt x="173644" y="432963"/>
                  </a:lnTo>
                  <a:lnTo>
                    <a:pt x="170022" y="434362"/>
                  </a:lnTo>
                  <a:lnTo>
                    <a:pt x="163338" y="431957"/>
                  </a:lnTo>
                  <a:lnTo>
                    <a:pt x="160486" y="424232"/>
                  </a:lnTo>
                  <a:lnTo>
                    <a:pt x="156151" y="415392"/>
                  </a:lnTo>
                  <a:lnTo>
                    <a:pt x="154157" y="412088"/>
                  </a:lnTo>
                  <a:lnTo>
                    <a:pt x="152989" y="410150"/>
                  </a:lnTo>
                  <a:lnTo>
                    <a:pt x="146295" y="404398"/>
                  </a:lnTo>
                  <a:lnTo>
                    <a:pt x="143170" y="396580"/>
                  </a:lnTo>
                  <a:lnTo>
                    <a:pt x="142620" y="394450"/>
                  </a:lnTo>
                  <a:lnTo>
                    <a:pt x="141327" y="389436"/>
                  </a:lnTo>
                  <a:lnTo>
                    <a:pt x="143879" y="380882"/>
                  </a:lnTo>
                  <a:lnTo>
                    <a:pt x="146206" y="372409"/>
                  </a:lnTo>
                  <a:lnTo>
                    <a:pt x="147057" y="364379"/>
                  </a:lnTo>
                  <a:lnTo>
                    <a:pt x="138898" y="365382"/>
                  </a:lnTo>
                  <a:lnTo>
                    <a:pt x="134233" y="365951"/>
                  </a:lnTo>
                  <a:lnTo>
                    <a:pt x="106809" y="369237"/>
                  </a:lnTo>
                  <a:lnTo>
                    <a:pt x="100160" y="370016"/>
                  </a:lnTo>
                  <a:lnTo>
                    <a:pt x="84978" y="371742"/>
                  </a:lnTo>
                  <a:lnTo>
                    <a:pt x="83490" y="371909"/>
                  </a:lnTo>
                  <a:lnTo>
                    <a:pt x="68962" y="373523"/>
                  </a:lnTo>
                  <a:lnTo>
                    <a:pt x="63875" y="374074"/>
                  </a:lnTo>
                  <a:lnTo>
                    <a:pt x="46097" y="375969"/>
                  </a:lnTo>
                  <a:lnTo>
                    <a:pt x="37292" y="376889"/>
                  </a:lnTo>
                  <a:lnTo>
                    <a:pt x="33654" y="377265"/>
                  </a:lnTo>
                  <a:lnTo>
                    <a:pt x="2300" y="380375"/>
                  </a:lnTo>
                  <a:lnTo>
                    <a:pt x="2918" y="379813"/>
                  </a:lnTo>
                  <a:lnTo>
                    <a:pt x="7743" y="375418"/>
                  </a:lnTo>
                  <a:lnTo>
                    <a:pt x="4826" y="372000"/>
                  </a:lnTo>
                  <a:lnTo>
                    <a:pt x="2442" y="368221"/>
                  </a:lnTo>
                  <a:lnTo>
                    <a:pt x="4358" y="363163"/>
                  </a:lnTo>
                  <a:lnTo>
                    <a:pt x="4417" y="363008"/>
                  </a:lnTo>
                  <a:lnTo>
                    <a:pt x="0" y="3598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53683" y="2422749"/>
              <a:ext cx="707311" cy="446717"/>
            </a:xfrm>
            <a:custGeom>
              <a:avLst/>
              <a:pathLst>
                <a:path w="707311" h="446717">
                  <a:moveTo>
                    <a:pt x="18259" y="0"/>
                  </a:moveTo>
                  <a:lnTo>
                    <a:pt x="49301" y="6300"/>
                  </a:lnTo>
                  <a:lnTo>
                    <a:pt x="65898" y="9698"/>
                  </a:lnTo>
                  <a:lnTo>
                    <a:pt x="93224" y="14810"/>
                  </a:lnTo>
                  <a:lnTo>
                    <a:pt x="96001" y="15320"/>
                  </a:lnTo>
                  <a:lnTo>
                    <a:pt x="113196" y="18453"/>
                  </a:lnTo>
                  <a:lnTo>
                    <a:pt x="124306" y="20632"/>
                  </a:lnTo>
                  <a:lnTo>
                    <a:pt x="130678" y="21813"/>
                  </a:lnTo>
                  <a:lnTo>
                    <a:pt x="139820" y="23490"/>
                  </a:lnTo>
                  <a:lnTo>
                    <a:pt x="152022" y="25750"/>
                  </a:lnTo>
                  <a:lnTo>
                    <a:pt x="170114" y="28789"/>
                  </a:lnTo>
                  <a:lnTo>
                    <a:pt x="184924" y="31299"/>
                  </a:lnTo>
                  <a:lnTo>
                    <a:pt x="237676" y="39757"/>
                  </a:lnTo>
                  <a:lnTo>
                    <a:pt x="240517" y="40195"/>
                  </a:lnTo>
                  <a:lnTo>
                    <a:pt x="257088" y="42798"/>
                  </a:lnTo>
                  <a:lnTo>
                    <a:pt x="277311" y="45897"/>
                  </a:lnTo>
                  <a:lnTo>
                    <a:pt x="290555" y="47787"/>
                  </a:lnTo>
                  <a:lnTo>
                    <a:pt x="305813" y="49916"/>
                  </a:lnTo>
                  <a:lnTo>
                    <a:pt x="320790" y="51940"/>
                  </a:lnTo>
                  <a:lnTo>
                    <a:pt x="332936" y="53543"/>
                  </a:lnTo>
                  <a:lnTo>
                    <a:pt x="338314" y="54187"/>
                  </a:lnTo>
                  <a:lnTo>
                    <a:pt x="353632" y="56180"/>
                  </a:lnTo>
                  <a:lnTo>
                    <a:pt x="392229" y="60881"/>
                  </a:lnTo>
                  <a:lnTo>
                    <a:pt x="392872" y="60960"/>
                  </a:lnTo>
                  <a:lnTo>
                    <a:pt x="406616" y="62626"/>
                  </a:lnTo>
                  <a:lnTo>
                    <a:pt x="421007" y="64356"/>
                  </a:lnTo>
                  <a:lnTo>
                    <a:pt x="447374" y="67267"/>
                  </a:lnTo>
                  <a:lnTo>
                    <a:pt x="465070" y="69126"/>
                  </a:lnTo>
                  <a:lnTo>
                    <a:pt x="495753" y="72185"/>
                  </a:lnTo>
                  <a:lnTo>
                    <a:pt x="510974" y="73685"/>
                  </a:lnTo>
                  <a:lnTo>
                    <a:pt x="515452" y="74045"/>
                  </a:lnTo>
                  <a:lnTo>
                    <a:pt x="526067" y="75028"/>
                  </a:lnTo>
                  <a:lnTo>
                    <a:pt x="558562" y="77883"/>
                  </a:lnTo>
                  <a:lnTo>
                    <a:pt x="580744" y="79694"/>
                  </a:lnTo>
                  <a:lnTo>
                    <a:pt x="587796" y="80255"/>
                  </a:lnTo>
                  <a:lnTo>
                    <a:pt x="591355" y="80534"/>
                  </a:lnTo>
                  <a:lnTo>
                    <a:pt x="607257" y="81680"/>
                  </a:lnTo>
                  <a:lnTo>
                    <a:pt x="631566" y="83408"/>
                  </a:lnTo>
                  <a:lnTo>
                    <a:pt x="636819" y="83747"/>
                  </a:lnTo>
                  <a:lnTo>
                    <a:pt x="648839" y="84551"/>
                  </a:lnTo>
                  <a:lnTo>
                    <a:pt x="659388" y="85232"/>
                  </a:lnTo>
                  <a:lnTo>
                    <a:pt x="678622" y="86323"/>
                  </a:lnTo>
                  <a:lnTo>
                    <a:pt x="707311" y="87843"/>
                  </a:lnTo>
                  <a:lnTo>
                    <a:pt x="706593" y="101310"/>
                  </a:lnTo>
                  <a:lnTo>
                    <a:pt x="705652" y="120168"/>
                  </a:lnTo>
                  <a:lnTo>
                    <a:pt x="705037" y="132516"/>
                  </a:lnTo>
                  <a:lnTo>
                    <a:pt x="704598" y="141780"/>
                  </a:lnTo>
                  <a:lnTo>
                    <a:pt x="703981" y="154846"/>
                  </a:lnTo>
                  <a:lnTo>
                    <a:pt x="702948" y="176524"/>
                  </a:lnTo>
                  <a:lnTo>
                    <a:pt x="702845" y="178695"/>
                  </a:lnTo>
                  <a:lnTo>
                    <a:pt x="702167" y="193565"/>
                  </a:lnTo>
                  <a:lnTo>
                    <a:pt x="701162" y="211233"/>
                  </a:lnTo>
                  <a:lnTo>
                    <a:pt x="700159" y="229446"/>
                  </a:lnTo>
                  <a:lnTo>
                    <a:pt x="699842" y="235198"/>
                  </a:lnTo>
                  <a:lnTo>
                    <a:pt x="699834" y="235358"/>
                  </a:lnTo>
                  <a:lnTo>
                    <a:pt x="698945" y="253271"/>
                  </a:lnTo>
                  <a:lnTo>
                    <a:pt x="698022" y="270371"/>
                  </a:lnTo>
                  <a:lnTo>
                    <a:pt x="697026" y="289813"/>
                  </a:lnTo>
                  <a:lnTo>
                    <a:pt x="696710" y="296209"/>
                  </a:lnTo>
                  <a:lnTo>
                    <a:pt x="696272" y="305104"/>
                  </a:lnTo>
                  <a:lnTo>
                    <a:pt x="696137" y="307850"/>
                  </a:lnTo>
                  <a:lnTo>
                    <a:pt x="695279" y="324219"/>
                  </a:lnTo>
                  <a:lnTo>
                    <a:pt x="695079" y="328149"/>
                  </a:lnTo>
                  <a:lnTo>
                    <a:pt x="693581" y="357734"/>
                  </a:lnTo>
                  <a:lnTo>
                    <a:pt x="693378" y="363336"/>
                  </a:lnTo>
                  <a:lnTo>
                    <a:pt x="693323" y="364863"/>
                  </a:lnTo>
                  <a:lnTo>
                    <a:pt x="692884" y="375005"/>
                  </a:lnTo>
                  <a:lnTo>
                    <a:pt x="692070" y="391983"/>
                  </a:lnTo>
                  <a:lnTo>
                    <a:pt x="691783" y="397916"/>
                  </a:lnTo>
                  <a:lnTo>
                    <a:pt x="691183" y="411606"/>
                  </a:lnTo>
                  <a:lnTo>
                    <a:pt x="690652" y="422483"/>
                  </a:lnTo>
                  <a:lnTo>
                    <a:pt x="690274" y="430252"/>
                  </a:lnTo>
                  <a:lnTo>
                    <a:pt x="689768" y="441432"/>
                  </a:lnTo>
                  <a:lnTo>
                    <a:pt x="688604" y="441471"/>
                  </a:lnTo>
                  <a:lnTo>
                    <a:pt x="628212" y="437827"/>
                  </a:lnTo>
                  <a:lnTo>
                    <a:pt x="627402" y="437776"/>
                  </a:lnTo>
                  <a:lnTo>
                    <a:pt x="625009" y="437626"/>
                  </a:lnTo>
                  <a:lnTo>
                    <a:pt x="576890" y="434365"/>
                  </a:lnTo>
                  <a:lnTo>
                    <a:pt x="565849" y="433804"/>
                  </a:lnTo>
                  <a:lnTo>
                    <a:pt x="550936" y="433006"/>
                  </a:lnTo>
                  <a:lnTo>
                    <a:pt x="512010" y="429649"/>
                  </a:lnTo>
                  <a:lnTo>
                    <a:pt x="483251" y="426621"/>
                  </a:lnTo>
                  <a:lnTo>
                    <a:pt x="448413" y="423312"/>
                  </a:lnTo>
                  <a:lnTo>
                    <a:pt x="443076" y="422783"/>
                  </a:lnTo>
                  <a:lnTo>
                    <a:pt x="427456" y="421292"/>
                  </a:lnTo>
                  <a:lnTo>
                    <a:pt x="411780" y="419746"/>
                  </a:lnTo>
                  <a:lnTo>
                    <a:pt x="404275" y="418949"/>
                  </a:lnTo>
                  <a:lnTo>
                    <a:pt x="376909" y="415949"/>
                  </a:lnTo>
                  <a:lnTo>
                    <a:pt x="374415" y="415107"/>
                  </a:lnTo>
                  <a:lnTo>
                    <a:pt x="345174" y="412004"/>
                  </a:lnTo>
                  <a:lnTo>
                    <a:pt x="331281" y="410305"/>
                  </a:lnTo>
                  <a:lnTo>
                    <a:pt x="319104" y="408783"/>
                  </a:lnTo>
                  <a:lnTo>
                    <a:pt x="298658" y="406556"/>
                  </a:lnTo>
                  <a:lnTo>
                    <a:pt x="275007" y="404069"/>
                  </a:lnTo>
                  <a:lnTo>
                    <a:pt x="270198" y="402475"/>
                  </a:lnTo>
                  <a:lnTo>
                    <a:pt x="254138" y="400475"/>
                  </a:lnTo>
                  <a:lnTo>
                    <a:pt x="251744" y="412160"/>
                  </a:lnTo>
                  <a:lnTo>
                    <a:pt x="250131" y="424586"/>
                  </a:lnTo>
                  <a:lnTo>
                    <a:pt x="249433" y="429778"/>
                  </a:lnTo>
                  <a:lnTo>
                    <a:pt x="248945" y="433410"/>
                  </a:lnTo>
                  <a:lnTo>
                    <a:pt x="247526" y="446717"/>
                  </a:lnTo>
                  <a:lnTo>
                    <a:pt x="243165" y="444363"/>
                  </a:lnTo>
                  <a:lnTo>
                    <a:pt x="242370" y="440486"/>
                  </a:lnTo>
                  <a:lnTo>
                    <a:pt x="239247" y="436474"/>
                  </a:lnTo>
                  <a:lnTo>
                    <a:pt x="238414" y="432086"/>
                  </a:lnTo>
                  <a:lnTo>
                    <a:pt x="236189" y="427757"/>
                  </a:lnTo>
                  <a:lnTo>
                    <a:pt x="233467" y="422341"/>
                  </a:lnTo>
                  <a:lnTo>
                    <a:pt x="230477" y="419525"/>
                  </a:lnTo>
                  <a:lnTo>
                    <a:pt x="230038" y="419111"/>
                  </a:lnTo>
                  <a:lnTo>
                    <a:pt x="226271" y="421673"/>
                  </a:lnTo>
                  <a:lnTo>
                    <a:pt x="224834" y="423699"/>
                  </a:lnTo>
                  <a:lnTo>
                    <a:pt x="223893" y="425025"/>
                  </a:lnTo>
                  <a:lnTo>
                    <a:pt x="219565" y="433043"/>
                  </a:lnTo>
                  <a:lnTo>
                    <a:pt x="216499" y="435085"/>
                  </a:lnTo>
                  <a:lnTo>
                    <a:pt x="213145" y="434429"/>
                  </a:lnTo>
                  <a:lnTo>
                    <a:pt x="207764" y="433372"/>
                  </a:lnTo>
                  <a:lnTo>
                    <a:pt x="200693" y="436683"/>
                  </a:lnTo>
                  <a:lnTo>
                    <a:pt x="197470" y="431516"/>
                  </a:lnTo>
                  <a:lnTo>
                    <a:pt x="186953" y="432310"/>
                  </a:lnTo>
                  <a:lnTo>
                    <a:pt x="181176" y="432264"/>
                  </a:lnTo>
                  <a:lnTo>
                    <a:pt x="175368" y="430037"/>
                  </a:lnTo>
                  <a:lnTo>
                    <a:pt x="171692" y="427236"/>
                  </a:lnTo>
                  <a:lnTo>
                    <a:pt x="166644" y="430017"/>
                  </a:lnTo>
                  <a:lnTo>
                    <a:pt x="163791" y="436829"/>
                  </a:lnTo>
                  <a:lnTo>
                    <a:pt x="158882" y="433198"/>
                  </a:lnTo>
                  <a:lnTo>
                    <a:pt x="151033" y="430983"/>
                  </a:lnTo>
                  <a:lnTo>
                    <a:pt x="144613" y="428891"/>
                  </a:lnTo>
                  <a:lnTo>
                    <a:pt x="142866" y="428961"/>
                  </a:lnTo>
                  <a:lnTo>
                    <a:pt x="136295" y="433006"/>
                  </a:lnTo>
                  <a:lnTo>
                    <a:pt x="136201" y="436140"/>
                  </a:lnTo>
                  <a:lnTo>
                    <a:pt x="135863" y="436286"/>
                  </a:lnTo>
                  <a:lnTo>
                    <a:pt x="132098" y="437919"/>
                  </a:lnTo>
                  <a:lnTo>
                    <a:pt x="128291" y="434035"/>
                  </a:lnTo>
                  <a:lnTo>
                    <a:pt x="125601" y="428653"/>
                  </a:lnTo>
                  <a:lnTo>
                    <a:pt x="126260" y="424559"/>
                  </a:lnTo>
                  <a:lnTo>
                    <a:pt x="123727" y="418852"/>
                  </a:lnTo>
                  <a:lnTo>
                    <a:pt x="125190" y="414410"/>
                  </a:lnTo>
                  <a:lnTo>
                    <a:pt x="123107" y="406948"/>
                  </a:lnTo>
                  <a:lnTo>
                    <a:pt x="122038" y="401721"/>
                  </a:lnTo>
                  <a:lnTo>
                    <a:pt x="115724" y="395443"/>
                  </a:lnTo>
                  <a:lnTo>
                    <a:pt x="112025" y="396985"/>
                  </a:lnTo>
                  <a:lnTo>
                    <a:pt x="107878" y="393065"/>
                  </a:lnTo>
                  <a:lnTo>
                    <a:pt x="105203" y="391919"/>
                  </a:lnTo>
                  <a:lnTo>
                    <a:pt x="102985" y="385402"/>
                  </a:lnTo>
                  <a:lnTo>
                    <a:pt x="105187" y="381930"/>
                  </a:lnTo>
                  <a:lnTo>
                    <a:pt x="106660" y="377369"/>
                  </a:lnTo>
                  <a:lnTo>
                    <a:pt x="106551" y="372645"/>
                  </a:lnTo>
                  <a:lnTo>
                    <a:pt x="103536" y="368475"/>
                  </a:lnTo>
                  <a:lnTo>
                    <a:pt x="100041" y="365315"/>
                  </a:lnTo>
                  <a:lnTo>
                    <a:pt x="97003" y="355223"/>
                  </a:lnTo>
                  <a:lnTo>
                    <a:pt x="93129" y="346400"/>
                  </a:lnTo>
                  <a:lnTo>
                    <a:pt x="94224" y="341202"/>
                  </a:lnTo>
                  <a:lnTo>
                    <a:pt x="92977" y="337142"/>
                  </a:lnTo>
                  <a:lnTo>
                    <a:pt x="93982" y="332540"/>
                  </a:lnTo>
                  <a:lnTo>
                    <a:pt x="92014" y="328376"/>
                  </a:lnTo>
                  <a:lnTo>
                    <a:pt x="92974" y="321425"/>
                  </a:lnTo>
                  <a:lnTo>
                    <a:pt x="89979" y="318966"/>
                  </a:lnTo>
                  <a:lnTo>
                    <a:pt x="88017" y="316775"/>
                  </a:lnTo>
                  <a:lnTo>
                    <a:pt x="85604" y="312890"/>
                  </a:lnTo>
                  <a:lnTo>
                    <a:pt x="84472" y="311063"/>
                  </a:lnTo>
                  <a:lnTo>
                    <a:pt x="81731" y="310987"/>
                  </a:lnTo>
                  <a:lnTo>
                    <a:pt x="81122" y="314677"/>
                  </a:lnTo>
                  <a:lnTo>
                    <a:pt x="76213" y="318319"/>
                  </a:lnTo>
                  <a:lnTo>
                    <a:pt x="69032" y="322314"/>
                  </a:lnTo>
                  <a:lnTo>
                    <a:pt x="64940" y="322279"/>
                  </a:lnTo>
                  <a:lnTo>
                    <a:pt x="62381" y="326981"/>
                  </a:lnTo>
                  <a:lnTo>
                    <a:pt x="57141" y="324944"/>
                  </a:lnTo>
                  <a:lnTo>
                    <a:pt x="52590" y="319491"/>
                  </a:lnTo>
                  <a:lnTo>
                    <a:pt x="49823" y="317612"/>
                  </a:lnTo>
                  <a:lnTo>
                    <a:pt x="49181" y="315137"/>
                  </a:lnTo>
                  <a:lnTo>
                    <a:pt x="48653" y="313098"/>
                  </a:lnTo>
                  <a:lnTo>
                    <a:pt x="49494" y="309299"/>
                  </a:lnTo>
                  <a:lnTo>
                    <a:pt x="51977" y="308090"/>
                  </a:lnTo>
                  <a:lnTo>
                    <a:pt x="52507" y="303389"/>
                  </a:lnTo>
                  <a:lnTo>
                    <a:pt x="49944" y="297705"/>
                  </a:lnTo>
                  <a:lnTo>
                    <a:pt x="53581" y="293309"/>
                  </a:lnTo>
                  <a:lnTo>
                    <a:pt x="59577" y="292652"/>
                  </a:lnTo>
                  <a:lnTo>
                    <a:pt x="62101" y="290677"/>
                  </a:lnTo>
                  <a:lnTo>
                    <a:pt x="61059" y="287858"/>
                  </a:lnTo>
                  <a:lnTo>
                    <a:pt x="62511" y="283607"/>
                  </a:lnTo>
                  <a:lnTo>
                    <a:pt x="60594" y="280824"/>
                  </a:lnTo>
                  <a:lnTo>
                    <a:pt x="58911" y="276737"/>
                  </a:lnTo>
                  <a:lnTo>
                    <a:pt x="61192" y="271124"/>
                  </a:lnTo>
                  <a:lnTo>
                    <a:pt x="57962" y="267989"/>
                  </a:lnTo>
                  <a:lnTo>
                    <a:pt x="59039" y="264354"/>
                  </a:lnTo>
                  <a:lnTo>
                    <a:pt x="63267" y="264567"/>
                  </a:lnTo>
                  <a:lnTo>
                    <a:pt x="64043" y="259004"/>
                  </a:lnTo>
                  <a:lnTo>
                    <a:pt x="65138" y="255892"/>
                  </a:lnTo>
                  <a:lnTo>
                    <a:pt x="66305" y="252770"/>
                  </a:lnTo>
                  <a:lnTo>
                    <a:pt x="68079" y="246200"/>
                  </a:lnTo>
                  <a:lnTo>
                    <a:pt x="70727" y="244454"/>
                  </a:lnTo>
                  <a:lnTo>
                    <a:pt x="71023" y="236664"/>
                  </a:lnTo>
                  <a:lnTo>
                    <a:pt x="74239" y="236396"/>
                  </a:lnTo>
                  <a:lnTo>
                    <a:pt x="76560" y="230529"/>
                  </a:lnTo>
                  <a:lnTo>
                    <a:pt x="78298" y="224600"/>
                  </a:lnTo>
                  <a:lnTo>
                    <a:pt x="77534" y="223712"/>
                  </a:lnTo>
                  <a:lnTo>
                    <a:pt x="76267" y="222238"/>
                  </a:lnTo>
                  <a:lnTo>
                    <a:pt x="70445" y="222963"/>
                  </a:lnTo>
                  <a:lnTo>
                    <a:pt x="64770" y="222354"/>
                  </a:lnTo>
                  <a:lnTo>
                    <a:pt x="62295" y="221169"/>
                  </a:lnTo>
                  <a:lnTo>
                    <a:pt x="60580" y="220347"/>
                  </a:lnTo>
                  <a:lnTo>
                    <a:pt x="61161" y="215509"/>
                  </a:lnTo>
                  <a:lnTo>
                    <a:pt x="58493" y="213303"/>
                  </a:lnTo>
                  <a:lnTo>
                    <a:pt x="57313" y="212326"/>
                  </a:lnTo>
                  <a:lnTo>
                    <a:pt x="53244" y="211692"/>
                  </a:lnTo>
                  <a:lnTo>
                    <a:pt x="52544" y="207956"/>
                  </a:lnTo>
                  <a:lnTo>
                    <a:pt x="47724" y="204061"/>
                  </a:lnTo>
                  <a:lnTo>
                    <a:pt x="44945" y="198457"/>
                  </a:lnTo>
                  <a:lnTo>
                    <a:pt x="46652" y="194601"/>
                  </a:lnTo>
                  <a:lnTo>
                    <a:pt x="44955" y="192588"/>
                  </a:lnTo>
                  <a:lnTo>
                    <a:pt x="41453" y="188427"/>
                  </a:lnTo>
                  <a:lnTo>
                    <a:pt x="39965" y="183572"/>
                  </a:lnTo>
                  <a:lnTo>
                    <a:pt x="37698" y="179595"/>
                  </a:lnTo>
                  <a:lnTo>
                    <a:pt x="34844" y="172731"/>
                  </a:lnTo>
                  <a:lnTo>
                    <a:pt x="31687" y="168167"/>
                  </a:lnTo>
                  <a:lnTo>
                    <a:pt x="30154" y="164689"/>
                  </a:lnTo>
                  <a:lnTo>
                    <a:pt x="28901" y="160277"/>
                  </a:lnTo>
                  <a:lnTo>
                    <a:pt x="26425" y="158952"/>
                  </a:lnTo>
                  <a:lnTo>
                    <a:pt x="20952" y="156098"/>
                  </a:lnTo>
                  <a:lnTo>
                    <a:pt x="17884" y="152844"/>
                  </a:lnTo>
                  <a:lnTo>
                    <a:pt x="16076" y="147695"/>
                  </a:lnTo>
                  <a:lnTo>
                    <a:pt x="9266" y="141738"/>
                  </a:lnTo>
                  <a:lnTo>
                    <a:pt x="10978" y="138504"/>
                  </a:lnTo>
                  <a:lnTo>
                    <a:pt x="14809" y="137047"/>
                  </a:lnTo>
                  <a:lnTo>
                    <a:pt x="10903" y="131651"/>
                  </a:lnTo>
                  <a:lnTo>
                    <a:pt x="11430" y="127802"/>
                  </a:lnTo>
                  <a:lnTo>
                    <a:pt x="13830" y="124010"/>
                  </a:lnTo>
                  <a:lnTo>
                    <a:pt x="11941" y="120795"/>
                  </a:lnTo>
                  <a:lnTo>
                    <a:pt x="13410" y="117291"/>
                  </a:lnTo>
                  <a:lnTo>
                    <a:pt x="8072" y="110389"/>
                  </a:lnTo>
                  <a:lnTo>
                    <a:pt x="8450" y="105568"/>
                  </a:lnTo>
                  <a:lnTo>
                    <a:pt x="5740" y="102471"/>
                  </a:lnTo>
                  <a:lnTo>
                    <a:pt x="3314" y="96982"/>
                  </a:lnTo>
                  <a:lnTo>
                    <a:pt x="580" y="89601"/>
                  </a:lnTo>
                  <a:lnTo>
                    <a:pt x="333" y="88526"/>
                  </a:lnTo>
                  <a:lnTo>
                    <a:pt x="0" y="87070"/>
                  </a:lnTo>
                  <a:lnTo>
                    <a:pt x="2282" y="76196"/>
                  </a:lnTo>
                  <a:lnTo>
                    <a:pt x="3938" y="68261"/>
                  </a:lnTo>
                  <a:lnTo>
                    <a:pt x="5642" y="60108"/>
                  </a:lnTo>
                  <a:lnTo>
                    <a:pt x="8753" y="45195"/>
                  </a:lnTo>
                  <a:lnTo>
                    <a:pt x="9132" y="4338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66117" y="3755672"/>
              <a:ext cx="612161" cy="284791"/>
            </a:xfrm>
            <a:custGeom>
              <a:avLst/>
              <a:pathLst>
                <a:path w="612161" h="284791">
                  <a:moveTo>
                    <a:pt x="69" y="258947"/>
                  </a:moveTo>
                  <a:lnTo>
                    <a:pt x="0" y="257085"/>
                  </a:lnTo>
                  <a:lnTo>
                    <a:pt x="3588" y="252576"/>
                  </a:lnTo>
                  <a:lnTo>
                    <a:pt x="7220" y="254443"/>
                  </a:lnTo>
                  <a:lnTo>
                    <a:pt x="12866" y="252760"/>
                  </a:lnTo>
                  <a:lnTo>
                    <a:pt x="17040" y="247926"/>
                  </a:lnTo>
                  <a:lnTo>
                    <a:pt x="17381" y="247530"/>
                  </a:lnTo>
                  <a:lnTo>
                    <a:pt x="15553" y="243143"/>
                  </a:lnTo>
                  <a:lnTo>
                    <a:pt x="17359" y="240695"/>
                  </a:lnTo>
                  <a:lnTo>
                    <a:pt x="15812" y="237770"/>
                  </a:lnTo>
                  <a:lnTo>
                    <a:pt x="18564" y="233167"/>
                  </a:lnTo>
                  <a:lnTo>
                    <a:pt x="19490" y="232508"/>
                  </a:lnTo>
                  <a:lnTo>
                    <a:pt x="19860" y="232245"/>
                  </a:lnTo>
                  <a:lnTo>
                    <a:pt x="22228" y="230561"/>
                  </a:lnTo>
                  <a:lnTo>
                    <a:pt x="26354" y="225641"/>
                  </a:lnTo>
                  <a:lnTo>
                    <a:pt x="31113" y="220844"/>
                  </a:lnTo>
                  <a:lnTo>
                    <a:pt x="38703" y="218838"/>
                  </a:lnTo>
                  <a:lnTo>
                    <a:pt x="39383" y="218658"/>
                  </a:lnTo>
                  <a:lnTo>
                    <a:pt x="44011" y="217863"/>
                  </a:lnTo>
                  <a:lnTo>
                    <a:pt x="50384" y="216954"/>
                  </a:lnTo>
                  <a:lnTo>
                    <a:pt x="52992" y="212827"/>
                  </a:lnTo>
                  <a:lnTo>
                    <a:pt x="55035" y="211671"/>
                  </a:lnTo>
                  <a:lnTo>
                    <a:pt x="59488" y="206323"/>
                  </a:lnTo>
                  <a:lnTo>
                    <a:pt x="63058" y="205849"/>
                  </a:lnTo>
                  <a:lnTo>
                    <a:pt x="64615" y="201437"/>
                  </a:lnTo>
                  <a:lnTo>
                    <a:pt x="65066" y="200158"/>
                  </a:lnTo>
                  <a:lnTo>
                    <a:pt x="68931" y="198536"/>
                  </a:lnTo>
                  <a:lnTo>
                    <a:pt x="70904" y="194711"/>
                  </a:lnTo>
                  <a:lnTo>
                    <a:pt x="75219" y="192680"/>
                  </a:lnTo>
                  <a:lnTo>
                    <a:pt x="78447" y="190965"/>
                  </a:lnTo>
                  <a:lnTo>
                    <a:pt x="83452" y="190396"/>
                  </a:lnTo>
                  <a:lnTo>
                    <a:pt x="84069" y="189108"/>
                  </a:lnTo>
                  <a:lnTo>
                    <a:pt x="85599" y="185908"/>
                  </a:lnTo>
                  <a:lnTo>
                    <a:pt x="87472" y="181242"/>
                  </a:lnTo>
                  <a:lnTo>
                    <a:pt x="85853" y="176843"/>
                  </a:lnTo>
                  <a:lnTo>
                    <a:pt x="86920" y="175995"/>
                  </a:lnTo>
                  <a:lnTo>
                    <a:pt x="89010" y="174333"/>
                  </a:lnTo>
                  <a:lnTo>
                    <a:pt x="92518" y="175724"/>
                  </a:lnTo>
                  <a:lnTo>
                    <a:pt x="94061" y="172851"/>
                  </a:lnTo>
                  <a:lnTo>
                    <a:pt x="93960" y="169220"/>
                  </a:lnTo>
                  <a:lnTo>
                    <a:pt x="97335" y="166187"/>
                  </a:lnTo>
                  <a:lnTo>
                    <a:pt x="103363" y="160943"/>
                  </a:lnTo>
                  <a:lnTo>
                    <a:pt x="105361" y="162777"/>
                  </a:lnTo>
                  <a:lnTo>
                    <a:pt x="106259" y="163601"/>
                  </a:lnTo>
                  <a:lnTo>
                    <a:pt x="106045" y="168317"/>
                  </a:lnTo>
                  <a:lnTo>
                    <a:pt x="110095" y="169321"/>
                  </a:lnTo>
                  <a:lnTo>
                    <a:pt x="113111" y="166134"/>
                  </a:lnTo>
                  <a:lnTo>
                    <a:pt x="115736" y="163356"/>
                  </a:lnTo>
                  <a:lnTo>
                    <a:pt x="117943" y="156862"/>
                  </a:lnTo>
                  <a:lnTo>
                    <a:pt x="118289" y="155842"/>
                  </a:lnTo>
                  <a:lnTo>
                    <a:pt x="122118" y="152139"/>
                  </a:lnTo>
                  <a:lnTo>
                    <a:pt x="125238" y="149809"/>
                  </a:lnTo>
                  <a:lnTo>
                    <a:pt x="127567" y="149841"/>
                  </a:lnTo>
                  <a:lnTo>
                    <a:pt x="130287" y="146877"/>
                  </a:lnTo>
                  <a:lnTo>
                    <a:pt x="130825" y="146290"/>
                  </a:lnTo>
                  <a:lnTo>
                    <a:pt x="136120" y="147209"/>
                  </a:lnTo>
                  <a:lnTo>
                    <a:pt x="137620" y="149768"/>
                  </a:lnTo>
                  <a:lnTo>
                    <a:pt x="140874" y="148941"/>
                  </a:lnTo>
                  <a:lnTo>
                    <a:pt x="144135" y="146541"/>
                  </a:lnTo>
                  <a:lnTo>
                    <a:pt x="147117" y="136465"/>
                  </a:lnTo>
                  <a:lnTo>
                    <a:pt x="148271" y="132889"/>
                  </a:lnTo>
                  <a:lnTo>
                    <a:pt x="148983" y="130677"/>
                  </a:lnTo>
                  <a:lnTo>
                    <a:pt x="149444" y="129244"/>
                  </a:lnTo>
                  <a:lnTo>
                    <a:pt x="153856" y="124153"/>
                  </a:lnTo>
                  <a:lnTo>
                    <a:pt x="158423" y="123711"/>
                  </a:lnTo>
                  <a:lnTo>
                    <a:pt x="162840" y="122959"/>
                  </a:lnTo>
                  <a:lnTo>
                    <a:pt x="160592" y="118804"/>
                  </a:lnTo>
                  <a:lnTo>
                    <a:pt x="159557" y="116890"/>
                  </a:lnTo>
                  <a:lnTo>
                    <a:pt x="161296" y="111543"/>
                  </a:lnTo>
                  <a:lnTo>
                    <a:pt x="159757" y="105624"/>
                  </a:lnTo>
                  <a:lnTo>
                    <a:pt x="160401" y="100818"/>
                  </a:lnTo>
                  <a:lnTo>
                    <a:pt x="172831" y="98777"/>
                  </a:lnTo>
                  <a:lnTo>
                    <a:pt x="183024" y="96789"/>
                  </a:lnTo>
                  <a:lnTo>
                    <a:pt x="195290" y="94372"/>
                  </a:lnTo>
                  <a:lnTo>
                    <a:pt x="203306" y="92967"/>
                  </a:lnTo>
                  <a:lnTo>
                    <a:pt x="214456" y="90852"/>
                  </a:lnTo>
                  <a:lnTo>
                    <a:pt x="218691" y="89844"/>
                  </a:lnTo>
                  <a:lnTo>
                    <a:pt x="228017" y="87613"/>
                  </a:lnTo>
                  <a:lnTo>
                    <a:pt x="234479" y="86456"/>
                  </a:lnTo>
                  <a:lnTo>
                    <a:pt x="246461" y="84291"/>
                  </a:lnTo>
                  <a:lnTo>
                    <a:pt x="247070" y="84180"/>
                  </a:lnTo>
                  <a:lnTo>
                    <a:pt x="256578" y="82461"/>
                  </a:lnTo>
                  <a:lnTo>
                    <a:pt x="273243" y="78530"/>
                  </a:lnTo>
                  <a:lnTo>
                    <a:pt x="275047" y="78101"/>
                  </a:lnTo>
                  <a:lnTo>
                    <a:pt x="296544" y="72885"/>
                  </a:lnTo>
                  <a:lnTo>
                    <a:pt x="310376" y="69482"/>
                  </a:lnTo>
                  <a:lnTo>
                    <a:pt x="310583" y="69431"/>
                  </a:lnTo>
                  <a:lnTo>
                    <a:pt x="313367" y="68719"/>
                  </a:lnTo>
                  <a:lnTo>
                    <a:pt x="322072" y="66486"/>
                  </a:lnTo>
                  <a:lnTo>
                    <a:pt x="330617" y="64280"/>
                  </a:lnTo>
                  <a:lnTo>
                    <a:pt x="336107" y="62856"/>
                  </a:lnTo>
                  <a:lnTo>
                    <a:pt x="349551" y="59342"/>
                  </a:lnTo>
                  <a:lnTo>
                    <a:pt x="359539" y="56774"/>
                  </a:lnTo>
                  <a:lnTo>
                    <a:pt x="363797" y="55673"/>
                  </a:lnTo>
                  <a:lnTo>
                    <a:pt x="379145" y="51677"/>
                  </a:lnTo>
                  <a:lnTo>
                    <a:pt x="382740" y="50687"/>
                  </a:lnTo>
                  <a:lnTo>
                    <a:pt x="391849" y="48168"/>
                  </a:lnTo>
                  <a:lnTo>
                    <a:pt x="404854" y="44543"/>
                  </a:lnTo>
                  <a:lnTo>
                    <a:pt x="410765" y="42907"/>
                  </a:lnTo>
                  <a:lnTo>
                    <a:pt x="420744" y="40129"/>
                  </a:lnTo>
                  <a:lnTo>
                    <a:pt x="429779" y="37598"/>
                  </a:lnTo>
                  <a:lnTo>
                    <a:pt x="430964" y="37265"/>
                  </a:lnTo>
                  <a:lnTo>
                    <a:pt x="461657" y="28674"/>
                  </a:lnTo>
                  <a:lnTo>
                    <a:pt x="469053" y="26577"/>
                  </a:lnTo>
                  <a:lnTo>
                    <a:pt x="470811" y="26080"/>
                  </a:lnTo>
                  <a:lnTo>
                    <a:pt x="477116" y="24295"/>
                  </a:lnTo>
                  <a:lnTo>
                    <a:pt x="487711" y="21273"/>
                  </a:lnTo>
                  <a:lnTo>
                    <a:pt x="499649" y="17385"/>
                  </a:lnTo>
                  <a:lnTo>
                    <a:pt x="512978" y="13535"/>
                  </a:lnTo>
                  <a:lnTo>
                    <a:pt x="516403" y="12540"/>
                  </a:lnTo>
                  <a:lnTo>
                    <a:pt x="528490" y="9009"/>
                  </a:lnTo>
                  <a:lnTo>
                    <a:pt x="541418" y="5183"/>
                  </a:lnTo>
                  <a:lnTo>
                    <a:pt x="547889" y="3255"/>
                  </a:lnTo>
                  <a:lnTo>
                    <a:pt x="558688" y="0"/>
                  </a:lnTo>
                  <a:lnTo>
                    <a:pt x="563319" y="9377"/>
                  </a:lnTo>
                  <a:lnTo>
                    <a:pt x="569529" y="20945"/>
                  </a:lnTo>
                  <a:lnTo>
                    <a:pt x="572632" y="25427"/>
                  </a:lnTo>
                  <a:lnTo>
                    <a:pt x="578942" y="34531"/>
                  </a:lnTo>
                  <a:lnTo>
                    <a:pt x="585179" y="41315"/>
                  </a:lnTo>
                  <a:lnTo>
                    <a:pt x="594885" y="52984"/>
                  </a:lnTo>
                  <a:lnTo>
                    <a:pt x="600547" y="60026"/>
                  </a:lnTo>
                  <a:lnTo>
                    <a:pt x="603059" y="63035"/>
                  </a:lnTo>
                  <a:lnTo>
                    <a:pt x="608694" y="73589"/>
                  </a:lnTo>
                  <a:lnTo>
                    <a:pt x="611538" y="91785"/>
                  </a:lnTo>
                  <a:lnTo>
                    <a:pt x="612161" y="107013"/>
                  </a:lnTo>
                  <a:lnTo>
                    <a:pt x="605282" y="109613"/>
                  </a:lnTo>
                  <a:lnTo>
                    <a:pt x="598224" y="114956"/>
                  </a:lnTo>
                  <a:lnTo>
                    <a:pt x="597706" y="115347"/>
                  </a:lnTo>
                  <a:lnTo>
                    <a:pt x="588464" y="124004"/>
                  </a:lnTo>
                  <a:lnTo>
                    <a:pt x="582858" y="131028"/>
                  </a:lnTo>
                  <a:lnTo>
                    <a:pt x="575945" y="139932"/>
                  </a:lnTo>
                  <a:lnTo>
                    <a:pt x="571157" y="148973"/>
                  </a:lnTo>
                  <a:lnTo>
                    <a:pt x="566996" y="155116"/>
                  </a:lnTo>
                  <a:lnTo>
                    <a:pt x="563184" y="162498"/>
                  </a:lnTo>
                  <a:lnTo>
                    <a:pt x="560312" y="169822"/>
                  </a:lnTo>
                  <a:lnTo>
                    <a:pt x="557133" y="182385"/>
                  </a:lnTo>
                  <a:lnTo>
                    <a:pt x="555018" y="179327"/>
                  </a:lnTo>
                  <a:lnTo>
                    <a:pt x="549526" y="176815"/>
                  </a:lnTo>
                  <a:lnTo>
                    <a:pt x="541462" y="176900"/>
                  </a:lnTo>
                  <a:lnTo>
                    <a:pt x="529273" y="181658"/>
                  </a:lnTo>
                  <a:lnTo>
                    <a:pt x="515819" y="189589"/>
                  </a:lnTo>
                  <a:lnTo>
                    <a:pt x="514263" y="190503"/>
                  </a:lnTo>
                  <a:lnTo>
                    <a:pt x="507958" y="196458"/>
                  </a:lnTo>
                  <a:lnTo>
                    <a:pt x="503362" y="202527"/>
                  </a:lnTo>
                  <a:lnTo>
                    <a:pt x="494890" y="210793"/>
                  </a:lnTo>
                  <a:lnTo>
                    <a:pt x="491940" y="214736"/>
                  </a:lnTo>
                  <a:lnTo>
                    <a:pt x="485163" y="223762"/>
                  </a:lnTo>
                  <a:lnTo>
                    <a:pt x="481092" y="231251"/>
                  </a:lnTo>
                  <a:lnTo>
                    <a:pt x="478465" y="236069"/>
                  </a:lnTo>
                  <a:lnTo>
                    <a:pt x="475591" y="244483"/>
                  </a:lnTo>
                  <a:lnTo>
                    <a:pt x="474183" y="256296"/>
                  </a:lnTo>
                  <a:lnTo>
                    <a:pt x="473422" y="262613"/>
                  </a:lnTo>
                  <a:lnTo>
                    <a:pt x="473106" y="267400"/>
                  </a:lnTo>
                  <a:lnTo>
                    <a:pt x="472685" y="273688"/>
                  </a:lnTo>
                  <a:lnTo>
                    <a:pt x="469278" y="274109"/>
                  </a:lnTo>
                  <a:lnTo>
                    <a:pt x="467832" y="271780"/>
                  </a:lnTo>
                  <a:lnTo>
                    <a:pt x="458980" y="271955"/>
                  </a:lnTo>
                  <a:lnTo>
                    <a:pt x="449124" y="274557"/>
                  </a:lnTo>
                  <a:lnTo>
                    <a:pt x="441698" y="277475"/>
                  </a:lnTo>
                  <a:lnTo>
                    <a:pt x="431574" y="284791"/>
                  </a:lnTo>
                  <a:lnTo>
                    <a:pt x="424989" y="280607"/>
                  </a:lnTo>
                  <a:lnTo>
                    <a:pt x="421928" y="278698"/>
                  </a:lnTo>
                  <a:lnTo>
                    <a:pt x="407854" y="269892"/>
                  </a:lnTo>
                  <a:lnTo>
                    <a:pt x="385222" y="255715"/>
                  </a:lnTo>
                  <a:lnTo>
                    <a:pt x="381979" y="253629"/>
                  </a:lnTo>
                  <a:lnTo>
                    <a:pt x="360186" y="239549"/>
                  </a:lnTo>
                  <a:lnTo>
                    <a:pt x="352253" y="234660"/>
                  </a:lnTo>
                  <a:lnTo>
                    <a:pt x="351261" y="234047"/>
                  </a:lnTo>
                  <a:lnTo>
                    <a:pt x="332882" y="222657"/>
                  </a:lnTo>
                  <a:lnTo>
                    <a:pt x="331636" y="222946"/>
                  </a:lnTo>
                  <a:lnTo>
                    <a:pt x="315274" y="226709"/>
                  </a:lnTo>
                  <a:lnTo>
                    <a:pt x="315082" y="226752"/>
                  </a:lnTo>
                  <a:lnTo>
                    <a:pt x="304497" y="229160"/>
                  </a:lnTo>
                  <a:lnTo>
                    <a:pt x="287258" y="232957"/>
                  </a:lnTo>
                  <a:lnTo>
                    <a:pt x="270200" y="236661"/>
                  </a:lnTo>
                  <a:lnTo>
                    <a:pt x="253478" y="240004"/>
                  </a:lnTo>
                  <a:lnTo>
                    <a:pt x="252511" y="230046"/>
                  </a:lnTo>
                  <a:lnTo>
                    <a:pt x="247200" y="225308"/>
                  </a:lnTo>
                  <a:lnTo>
                    <a:pt x="241250" y="219988"/>
                  </a:lnTo>
                  <a:lnTo>
                    <a:pt x="238643" y="217654"/>
                  </a:lnTo>
                  <a:lnTo>
                    <a:pt x="232267" y="224831"/>
                  </a:lnTo>
                  <a:lnTo>
                    <a:pt x="230592" y="222626"/>
                  </a:lnTo>
                  <a:lnTo>
                    <a:pt x="231206" y="217995"/>
                  </a:lnTo>
                  <a:lnTo>
                    <a:pt x="230383" y="215982"/>
                  </a:lnTo>
                  <a:lnTo>
                    <a:pt x="230298" y="215776"/>
                  </a:lnTo>
                  <a:lnTo>
                    <a:pt x="209992" y="219232"/>
                  </a:lnTo>
                  <a:lnTo>
                    <a:pt x="207178" y="219705"/>
                  </a:lnTo>
                  <a:lnTo>
                    <a:pt x="198156" y="221213"/>
                  </a:lnTo>
                  <a:lnTo>
                    <a:pt x="178686" y="224661"/>
                  </a:lnTo>
                  <a:lnTo>
                    <a:pt x="171128" y="225981"/>
                  </a:lnTo>
                  <a:lnTo>
                    <a:pt x="164373" y="227152"/>
                  </a:lnTo>
                  <a:lnTo>
                    <a:pt x="159372" y="228015"/>
                  </a:lnTo>
                  <a:lnTo>
                    <a:pt x="154677" y="228905"/>
                  </a:lnTo>
                  <a:lnTo>
                    <a:pt x="146864" y="230378"/>
                  </a:lnTo>
                  <a:lnTo>
                    <a:pt x="141233" y="231434"/>
                  </a:lnTo>
                  <a:lnTo>
                    <a:pt x="139942" y="231604"/>
                  </a:lnTo>
                  <a:lnTo>
                    <a:pt x="137088" y="231981"/>
                  </a:lnTo>
                  <a:lnTo>
                    <a:pt x="132921" y="232529"/>
                  </a:lnTo>
                  <a:lnTo>
                    <a:pt x="130207" y="235375"/>
                  </a:lnTo>
                  <a:lnTo>
                    <a:pt x="125130" y="238425"/>
                  </a:lnTo>
                  <a:lnTo>
                    <a:pt x="122089" y="239894"/>
                  </a:lnTo>
                  <a:lnTo>
                    <a:pt x="114787" y="243413"/>
                  </a:lnTo>
                  <a:lnTo>
                    <a:pt x="111254" y="248259"/>
                  </a:lnTo>
                  <a:lnTo>
                    <a:pt x="110122" y="248251"/>
                  </a:lnTo>
                  <a:lnTo>
                    <a:pt x="108539" y="248240"/>
                  </a:lnTo>
                  <a:lnTo>
                    <a:pt x="100924" y="252495"/>
                  </a:lnTo>
                  <a:lnTo>
                    <a:pt x="93534" y="256644"/>
                  </a:lnTo>
                  <a:lnTo>
                    <a:pt x="86846" y="260387"/>
                  </a:lnTo>
                  <a:lnTo>
                    <a:pt x="71720" y="263883"/>
                  </a:lnTo>
                  <a:lnTo>
                    <a:pt x="60427" y="266595"/>
                  </a:lnTo>
                  <a:lnTo>
                    <a:pt x="55747" y="267712"/>
                  </a:lnTo>
                  <a:lnTo>
                    <a:pt x="50750" y="268901"/>
                  </a:lnTo>
                  <a:lnTo>
                    <a:pt x="28218" y="273224"/>
                  </a:lnTo>
                  <a:lnTo>
                    <a:pt x="23329" y="274154"/>
                  </a:lnTo>
                  <a:lnTo>
                    <a:pt x="14491" y="275822"/>
                  </a:lnTo>
                  <a:lnTo>
                    <a:pt x="784" y="2783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660865" y="2504187"/>
              <a:ext cx="460061" cy="276487"/>
            </a:xfrm>
            <a:custGeom>
              <a:avLst/>
              <a:pathLst>
                <a:path w="460061" h="276487">
                  <a:moveTo>
                    <a:pt x="13730" y="0"/>
                  </a:moveTo>
                  <a:lnTo>
                    <a:pt x="52771" y="1903"/>
                  </a:lnTo>
                  <a:lnTo>
                    <a:pt x="78096" y="2873"/>
                  </a:lnTo>
                  <a:lnTo>
                    <a:pt x="83232" y="3053"/>
                  </a:lnTo>
                  <a:lnTo>
                    <a:pt x="119993" y="4300"/>
                  </a:lnTo>
                  <a:lnTo>
                    <a:pt x="131358" y="4585"/>
                  </a:lnTo>
                  <a:lnTo>
                    <a:pt x="154335" y="5075"/>
                  </a:lnTo>
                  <a:lnTo>
                    <a:pt x="161818" y="5224"/>
                  </a:lnTo>
                  <a:lnTo>
                    <a:pt x="183366" y="5584"/>
                  </a:lnTo>
                  <a:lnTo>
                    <a:pt x="223652" y="5950"/>
                  </a:lnTo>
                  <a:lnTo>
                    <a:pt x="238116" y="6020"/>
                  </a:lnTo>
                  <a:lnTo>
                    <a:pt x="253728" y="6046"/>
                  </a:lnTo>
                  <a:lnTo>
                    <a:pt x="276260" y="5947"/>
                  </a:lnTo>
                  <a:lnTo>
                    <a:pt x="284953" y="5880"/>
                  </a:lnTo>
                  <a:lnTo>
                    <a:pt x="306801" y="5601"/>
                  </a:lnTo>
                  <a:lnTo>
                    <a:pt x="314395" y="5480"/>
                  </a:lnTo>
                  <a:lnTo>
                    <a:pt x="367749" y="4387"/>
                  </a:lnTo>
                  <a:lnTo>
                    <a:pt x="377864" y="4110"/>
                  </a:lnTo>
                  <a:lnTo>
                    <a:pt x="409592" y="3105"/>
                  </a:lnTo>
                  <a:lnTo>
                    <a:pt x="409836" y="7947"/>
                  </a:lnTo>
                  <a:lnTo>
                    <a:pt x="412440" y="14781"/>
                  </a:lnTo>
                  <a:lnTo>
                    <a:pt x="414773" y="23104"/>
                  </a:lnTo>
                  <a:lnTo>
                    <a:pt x="416794" y="28253"/>
                  </a:lnTo>
                  <a:lnTo>
                    <a:pt x="418185" y="32243"/>
                  </a:lnTo>
                  <a:lnTo>
                    <a:pt x="415954" y="39775"/>
                  </a:lnTo>
                  <a:lnTo>
                    <a:pt x="415803" y="43306"/>
                  </a:lnTo>
                  <a:lnTo>
                    <a:pt x="415791" y="43585"/>
                  </a:lnTo>
                  <a:lnTo>
                    <a:pt x="415758" y="44333"/>
                  </a:lnTo>
                  <a:lnTo>
                    <a:pt x="416673" y="53307"/>
                  </a:lnTo>
                  <a:lnTo>
                    <a:pt x="417028" y="60900"/>
                  </a:lnTo>
                  <a:lnTo>
                    <a:pt x="417803" y="68551"/>
                  </a:lnTo>
                  <a:lnTo>
                    <a:pt x="417284" y="74244"/>
                  </a:lnTo>
                  <a:lnTo>
                    <a:pt x="417118" y="76062"/>
                  </a:lnTo>
                  <a:lnTo>
                    <a:pt x="417080" y="76477"/>
                  </a:lnTo>
                  <a:lnTo>
                    <a:pt x="419759" y="83212"/>
                  </a:lnTo>
                  <a:lnTo>
                    <a:pt x="422139" y="88887"/>
                  </a:lnTo>
                  <a:lnTo>
                    <a:pt x="424322" y="97037"/>
                  </a:lnTo>
                  <a:lnTo>
                    <a:pt x="427052" y="104802"/>
                  </a:lnTo>
                  <a:lnTo>
                    <a:pt x="431425" y="113445"/>
                  </a:lnTo>
                  <a:lnTo>
                    <a:pt x="433761" y="119796"/>
                  </a:lnTo>
                  <a:lnTo>
                    <a:pt x="434504" y="121812"/>
                  </a:lnTo>
                  <a:lnTo>
                    <a:pt x="436463" y="128553"/>
                  </a:lnTo>
                  <a:lnTo>
                    <a:pt x="436609" y="134996"/>
                  </a:lnTo>
                  <a:lnTo>
                    <a:pt x="436726" y="140189"/>
                  </a:lnTo>
                  <a:lnTo>
                    <a:pt x="438339" y="154599"/>
                  </a:lnTo>
                  <a:lnTo>
                    <a:pt x="438730" y="158036"/>
                  </a:lnTo>
                  <a:lnTo>
                    <a:pt x="439609" y="165743"/>
                  </a:lnTo>
                  <a:lnTo>
                    <a:pt x="440306" y="171859"/>
                  </a:lnTo>
                  <a:lnTo>
                    <a:pt x="439690" y="178173"/>
                  </a:lnTo>
                  <a:lnTo>
                    <a:pt x="444234" y="186634"/>
                  </a:lnTo>
                  <a:lnTo>
                    <a:pt x="443220" y="198622"/>
                  </a:lnTo>
                  <a:lnTo>
                    <a:pt x="443642" y="206111"/>
                  </a:lnTo>
                  <a:lnTo>
                    <a:pt x="443668" y="211162"/>
                  </a:lnTo>
                  <a:lnTo>
                    <a:pt x="443933" y="211696"/>
                  </a:lnTo>
                  <a:lnTo>
                    <a:pt x="446673" y="217220"/>
                  </a:lnTo>
                  <a:lnTo>
                    <a:pt x="449299" y="228684"/>
                  </a:lnTo>
                  <a:lnTo>
                    <a:pt x="453350" y="235317"/>
                  </a:lnTo>
                  <a:lnTo>
                    <a:pt x="456318" y="238642"/>
                  </a:lnTo>
                  <a:lnTo>
                    <a:pt x="457022" y="247442"/>
                  </a:lnTo>
                  <a:lnTo>
                    <a:pt x="460058" y="259345"/>
                  </a:lnTo>
                  <a:lnTo>
                    <a:pt x="459178" y="264882"/>
                  </a:lnTo>
                  <a:lnTo>
                    <a:pt x="459102" y="265358"/>
                  </a:lnTo>
                  <a:lnTo>
                    <a:pt x="460061" y="272518"/>
                  </a:lnTo>
                  <a:lnTo>
                    <a:pt x="428194" y="273720"/>
                  </a:lnTo>
                  <a:lnTo>
                    <a:pt x="419207" y="274054"/>
                  </a:lnTo>
                  <a:lnTo>
                    <a:pt x="399883" y="274716"/>
                  </a:lnTo>
                  <a:lnTo>
                    <a:pt x="385466" y="275122"/>
                  </a:lnTo>
                  <a:lnTo>
                    <a:pt x="373059" y="275400"/>
                  </a:lnTo>
                  <a:lnTo>
                    <a:pt x="371255" y="275438"/>
                  </a:lnTo>
                  <a:lnTo>
                    <a:pt x="367416" y="275517"/>
                  </a:lnTo>
                  <a:lnTo>
                    <a:pt x="346257" y="275949"/>
                  </a:lnTo>
                  <a:lnTo>
                    <a:pt x="333285" y="276034"/>
                  </a:lnTo>
                  <a:lnTo>
                    <a:pt x="327195" y="276095"/>
                  </a:lnTo>
                  <a:lnTo>
                    <a:pt x="309885" y="276226"/>
                  </a:lnTo>
                  <a:lnTo>
                    <a:pt x="304526" y="276268"/>
                  </a:lnTo>
                  <a:lnTo>
                    <a:pt x="289018" y="276408"/>
                  </a:lnTo>
                  <a:lnTo>
                    <a:pt x="280080" y="276467"/>
                  </a:lnTo>
                  <a:lnTo>
                    <a:pt x="272641" y="276443"/>
                  </a:lnTo>
                  <a:lnTo>
                    <a:pt x="266064" y="276487"/>
                  </a:lnTo>
                  <a:lnTo>
                    <a:pt x="256085" y="276445"/>
                  </a:lnTo>
                  <a:lnTo>
                    <a:pt x="239365" y="276369"/>
                  </a:lnTo>
                  <a:lnTo>
                    <a:pt x="230627" y="276276"/>
                  </a:lnTo>
                  <a:lnTo>
                    <a:pt x="218003" y="276182"/>
                  </a:lnTo>
                  <a:lnTo>
                    <a:pt x="217228" y="276175"/>
                  </a:lnTo>
                  <a:lnTo>
                    <a:pt x="201840" y="276043"/>
                  </a:lnTo>
                  <a:lnTo>
                    <a:pt x="180636" y="275779"/>
                  </a:lnTo>
                  <a:lnTo>
                    <a:pt x="164740" y="275525"/>
                  </a:lnTo>
                  <a:lnTo>
                    <a:pt x="152932" y="275311"/>
                  </a:lnTo>
                  <a:lnTo>
                    <a:pt x="138337" y="274981"/>
                  </a:lnTo>
                  <a:lnTo>
                    <a:pt x="125665" y="274671"/>
                  </a:lnTo>
                  <a:lnTo>
                    <a:pt x="120323" y="274530"/>
                  </a:lnTo>
                  <a:lnTo>
                    <a:pt x="105525" y="274107"/>
                  </a:lnTo>
                  <a:lnTo>
                    <a:pt x="91833" y="273674"/>
                  </a:lnTo>
                  <a:lnTo>
                    <a:pt x="82371" y="273361"/>
                  </a:lnTo>
                  <a:lnTo>
                    <a:pt x="71591" y="272988"/>
                  </a:lnTo>
                  <a:lnTo>
                    <a:pt x="67791" y="272848"/>
                  </a:lnTo>
                  <a:lnTo>
                    <a:pt x="64523" y="272726"/>
                  </a:lnTo>
                  <a:lnTo>
                    <a:pt x="50809" y="272189"/>
                  </a:lnTo>
                  <a:lnTo>
                    <a:pt x="37509" y="271633"/>
                  </a:lnTo>
                  <a:lnTo>
                    <a:pt x="23628" y="271027"/>
                  </a:lnTo>
                  <a:lnTo>
                    <a:pt x="0" y="269891"/>
                  </a:lnTo>
                  <a:lnTo>
                    <a:pt x="1498" y="240305"/>
                  </a:lnTo>
                  <a:lnTo>
                    <a:pt x="1697" y="236376"/>
                  </a:lnTo>
                  <a:lnTo>
                    <a:pt x="2556" y="220007"/>
                  </a:lnTo>
                  <a:lnTo>
                    <a:pt x="2691" y="217260"/>
                  </a:lnTo>
                  <a:lnTo>
                    <a:pt x="3129" y="208366"/>
                  </a:lnTo>
                  <a:lnTo>
                    <a:pt x="3444" y="201969"/>
                  </a:lnTo>
                  <a:lnTo>
                    <a:pt x="4441" y="182528"/>
                  </a:lnTo>
                  <a:lnTo>
                    <a:pt x="5363" y="165428"/>
                  </a:lnTo>
                  <a:lnTo>
                    <a:pt x="6253" y="147515"/>
                  </a:lnTo>
                  <a:lnTo>
                    <a:pt x="6261" y="147355"/>
                  </a:lnTo>
                  <a:lnTo>
                    <a:pt x="6577" y="141603"/>
                  </a:lnTo>
                  <a:lnTo>
                    <a:pt x="7581" y="123390"/>
                  </a:lnTo>
                  <a:lnTo>
                    <a:pt x="8585" y="105722"/>
                  </a:lnTo>
                  <a:lnTo>
                    <a:pt x="9264" y="90852"/>
                  </a:lnTo>
                  <a:lnTo>
                    <a:pt x="9367" y="88680"/>
                  </a:lnTo>
                  <a:lnTo>
                    <a:pt x="10400" y="67003"/>
                  </a:lnTo>
                  <a:lnTo>
                    <a:pt x="11017" y="53936"/>
                  </a:lnTo>
                  <a:lnTo>
                    <a:pt x="11455" y="44673"/>
                  </a:lnTo>
                  <a:lnTo>
                    <a:pt x="12070" y="32325"/>
                  </a:lnTo>
                  <a:lnTo>
                    <a:pt x="13012" y="134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560520" y="4056602"/>
              <a:ext cx="358494" cy="331870"/>
            </a:xfrm>
            <a:custGeom>
              <a:avLst/>
              <a:pathLst>
                <a:path w="358494" h="331870">
                  <a:moveTo>
                    <a:pt x="0" y="28428"/>
                  </a:moveTo>
                  <a:lnTo>
                    <a:pt x="18256" y="27213"/>
                  </a:lnTo>
                  <a:lnTo>
                    <a:pt x="38460" y="25877"/>
                  </a:lnTo>
                  <a:lnTo>
                    <a:pt x="46843" y="25302"/>
                  </a:lnTo>
                  <a:lnTo>
                    <a:pt x="53417" y="24812"/>
                  </a:lnTo>
                  <a:lnTo>
                    <a:pt x="65249" y="23912"/>
                  </a:lnTo>
                  <a:lnTo>
                    <a:pt x="73487" y="23308"/>
                  </a:lnTo>
                  <a:lnTo>
                    <a:pt x="84663" y="22471"/>
                  </a:lnTo>
                  <a:lnTo>
                    <a:pt x="92597" y="21868"/>
                  </a:lnTo>
                  <a:lnTo>
                    <a:pt x="94178" y="21746"/>
                  </a:lnTo>
                  <a:lnTo>
                    <a:pt x="106049" y="20821"/>
                  </a:lnTo>
                  <a:lnTo>
                    <a:pt x="125358" y="19191"/>
                  </a:lnTo>
                  <a:lnTo>
                    <a:pt x="126432" y="19099"/>
                  </a:lnTo>
                  <a:lnTo>
                    <a:pt x="131156" y="18689"/>
                  </a:lnTo>
                  <a:lnTo>
                    <a:pt x="145924" y="17383"/>
                  </a:lnTo>
                  <a:lnTo>
                    <a:pt x="148416" y="17168"/>
                  </a:lnTo>
                  <a:lnTo>
                    <a:pt x="161109" y="16056"/>
                  </a:lnTo>
                  <a:lnTo>
                    <a:pt x="175292" y="14712"/>
                  </a:lnTo>
                  <a:lnTo>
                    <a:pt x="177413" y="14508"/>
                  </a:lnTo>
                  <a:lnTo>
                    <a:pt x="186956" y="13581"/>
                  </a:lnTo>
                  <a:lnTo>
                    <a:pt x="209173" y="11340"/>
                  </a:lnTo>
                  <a:lnTo>
                    <a:pt x="211280" y="11123"/>
                  </a:lnTo>
                  <a:lnTo>
                    <a:pt x="224941" y="9902"/>
                  </a:lnTo>
                  <a:lnTo>
                    <a:pt x="228002" y="9624"/>
                  </a:lnTo>
                  <a:lnTo>
                    <a:pt x="228141" y="9611"/>
                  </a:lnTo>
                  <a:lnTo>
                    <a:pt x="247854" y="7493"/>
                  </a:lnTo>
                  <a:lnTo>
                    <a:pt x="255540" y="6649"/>
                  </a:lnTo>
                  <a:lnTo>
                    <a:pt x="272099" y="4811"/>
                  </a:lnTo>
                  <a:lnTo>
                    <a:pt x="273398" y="4665"/>
                  </a:lnTo>
                  <a:lnTo>
                    <a:pt x="286809" y="3176"/>
                  </a:lnTo>
                  <a:lnTo>
                    <a:pt x="292583" y="2525"/>
                  </a:lnTo>
                  <a:lnTo>
                    <a:pt x="311974" y="503"/>
                  </a:lnTo>
                  <a:lnTo>
                    <a:pt x="316709" y="0"/>
                  </a:lnTo>
                  <a:lnTo>
                    <a:pt x="317928" y="3012"/>
                  </a:lnTo>
                  <a:lnTo>
                    <a:pt x="319088" y="6861"/>
                  </a:lnTo>
                  <a:lnTo>
                    <a:pt x="323958" y="8846"/>
                  </a:lnTo>
                  <a:lnTo>
                    <a:pt x="324425" y="11403"/>
                  </a:lnTo>
                  <a:lnTo>
                    <a:pt x="324908" y="16139"/>
                  </a:lnTo>
                  <a:lnTo>
                    <a:pt x="321654" y="19856"/>
                  </a:lnTo>
                  <a:lnTo>
                    <a:pt x="319234" y="24725"/>
                  </a:lnTo>
                  <a:lnTo>
                    <a:pt x="317021" y="26326"/>
                  </a:lnTo>
                  <a:lnTo>
                    <a:pt x="314931" y="27837"/>
                  </a:lnTo>
                  <a:lnTo>
                    <a:pt x="314280" y="31942"/>
                  </a:lnTo>
                  <a:lnTo>
                    <a:pt x="310341" y="34759"/>
                  </a:lnTo>
                  <a:lnTo>
                    <a:pt x="307763" y="40911"/>
                  </a:lnTo>
                  <a:lnTo>
                    <a:pt x="306146" y="45659"/>
                  </a:lnTo>
                  <a:lnTo>
                    <a:pt x="311811" y="44942"/>
                  </a:lnTo>
                  <a:lnTo>
                    <a:pt x="324984" y="43255"/>
                  </a:lnTo>
                  <a:lnTo>
                    <a:pt x="335257" y="41953"/>
                  </a:lnTo>
                  <a:lnTo>
                    <a:pt x="339395" y="41424"/>
                  </a:lnTo>
                  <a:lnTo>
                    <a:pt x="351341" y="39859"/>
                  </a:lnTo>
                  <a:lnTo>
                    <a:pt x="355148" y="44099"/>
                  </a:lnTo>
                  <a:lnTo>
                    <a:pt x="357874" y="46099"/>
                  </a:lnTo>
                  <a:lnTo>
                    <a:pt x="358266" y="47542"/>
                  </a:lnTo>
                  <a:lnTo>
                    <a:pt x="358494" y="48385"/>
                  </a:lnTo>
                  <a:lnTo>
                    <a:pt x="353335" y="50908"/>
                  </a:lnTo>
                  <a:lnTo>
                    <a:pt x="353101" y="53259"/>
                  </a:lnTo>
                  <a:lnTo>
                    <a:pt x="353911" y="56564"/>
                  </a:lnTo>
                  <a:lnTo>
                    <a:pt x="348921" y="59553"/>
                  </a:lnTo>
                  <a:lnTo>
                    <a:pt x="344492" y="63210"/>
                  </a:lnTo>
                  <a:lnTo>
                    <a:pt x="340737" y="63011"/>
                  </a:lnTo>
                  <a:lnTo>
                    <a:pt x="338372" y="68582"/>
                  </a:lnTo>
                  <a:lnTo>
                    <a:pt x="342923" y="72001"/>
                  </a:lnTo>
                  <a:lnTo>
                    <a:pt x="344756" y="73937"/>
                  </a:lnTo>
                  <a:lnTo>
                    <a:pt x="340935" y="76068"/>
                  </a:lnTo>
                  <a:lnTo>
                    <a:pt x="340514" y="80349"/>
                  </a:lnTo>
                  <a:lnTo>
                    <a:pt x="339708" y="82100"/>
                  </a:lnTo>
                  <a:lnTo>
                    <a:pt x="333961" y="82019"/>
                  </a:lnTo>
                  <a:lnTo>
                    <a:pt x="333885" y="86812"/>
                  </a:lnTo>
                  <a:lnTo>
                    <a:pt x="335957" y="90047"/>
                  </a:lnTo>
                  <a:lnTo>
                    <a:pt x="334688" y="93927"/>
                  </a:lnTo>
                  <a:lnTo>
                    <a:pt x="332803" y="93452"/>
                  </a:lnTo>
                  <a:lnTo>
                    <a:pt x="329917" y="94961"/>
                  </a:lnTo>
                  <a:lnTo>
                    <a:pt x="332124" y="98869"/>
                  </a:lnTo>
                  <a:lnTo>
                    <a:pt x="330236" y="104313"/>
                  </a:lnTo>
                  <a:lnTo>
                    <a:pt x="327302" y="107320"/>
                  </a:lnTo>
                  <a:lnTo>
                    <a:pt x="332467" y="108900"/>
                  </a:lnTo>
                  <a:lnTo>
                    <a:pt x="333240" y="112960"/>
                  </a:lnTo>
                  <a:lnTo>
                    <a:pt x="333137" y="116422"/>
                  </a:lnTo>
                  <a:lnTo>
                    <a:pt x="334230" y="120399"/>
                  </a:lnTo>
                  <a:lnTo>
                    <a:pt x="329130" y="120061"/>
                  </a:lnTo>
                  <a:lnTo>
                    <a:pt x="327942" y="123526"/>
                  </a:lnTo>
                  <a:lnTo>
                    <a:pt x="327183" y="127229"/>
                  </a:lnTo>
                  <a:lnTo>
                    <a:pt x="322365" y="128717"/>
                  </a:lnTo>
                  <a:lnTo>
                    <a:pt x="319918" y="130021"/>
                  </a:lnTo>
                  <a:lnTo>
                    <a:pt x="319600" y="132999"/>
                  </a:lnTo>
                  <a:lnTo>
                    <a:pt x="324812" y="137558"/>
                  </a:lnTo>
                  <a:lnTo>
                    <a:pt x="324685" y="140263"/>
                  </a:lnTo>
                  <a:lnTo>
                    <a:pt x="320568" y="143802"/>
                  </a:lnTo>
                  <a:lnTo>
                    <a:pt x="320432" y="143919"/>
                  </a:lnTo>
                  <a:lnTo>
                    <a:pt x="314388" y="147844"/>
                  </a:lnTo>
                  <a:lnTo>
                    <a:pt x="313930" y="147899"/>
                  </a:lnTo>
                  <a:lnTo>
                    <a:pt x="309896" y="148388"/>
                  </a:lnTo>
                  <a:lnTo>
                    <a:pt x="309605" y="152514"/>
                  </a:lnTo>
                  <a:lnTo>
                    <a:pt x="307508" y="154906"/>
                  </a:lnTo>
                  <a:lnTo>
                    <a:pt x="305127" y="160722"/>
                  </a:lnTo>
                  <a:lnTo>
                    <a:pt x="305173" y="164147"/>
                  </a:lnTo>
                  <a:lnTo>
                    <a:pt x="303663" y="167139"/>
                  </a:lnTo>
                  <a:lnTo>
                    <a:pt x="302907" y="168637"/>
                  </a:lnTo>
                  <a:lnTo>
                    <a:pt x="306084" y="172510"/>
                  </a:lnTo>
                  <a:lnTo>
                    <a:pt x="305004" y="176515"/>
                  </a:lnTo>
                  <a:lnTo>
                    <a:pt x="304546" y="182382"/>
                  </a:lnTo>
                  <a:lnTo>
                    <a:pt x="305540" y="186148"/>
                  </a:lnTo>
                  <a:lnTo>
                    <a:pt x="301008" y="189429"/>
                  </a:lnTo>
                  <a:lnTo>
                    <a:pt x="300045" y="193805"/>
                  </a:lnTo>
                  <a:lnTo>
                    <a:pt x="294794" y="191860"/>
                  </a:lnTo>
                  <a:lnTo>
                    <a:pt x="292354" y="194025"/>
                  </a:lnTo>
                  <a:lnTo>
                    <a:pt x="293726" y="198626"/>
                  </a:lnTo>
                  <a:lnTo>
                    <a:pt x="289427" y="199968"/>
                  </a:lnTo>
                  <a:lnTo>
                    <a:pt x="287818" y="203986"/>
                  </a:lnTo>
                  <a:lnTo>
                    <a:pt x="283937" y="205446"/>
                  </a:lnTo>
                  <a:lnTo>
                    <a:pt x="285142" y="208866"/>
                  </a:lnTo>
                  <a:lnTo>
                    <a:pt x="284488" y="211013"/>
                  </a:lnTo>
                  <a:lnTo>
                    <a:pt x="281402" y="212426"/>
                  </a:lnTo>
                  <a:lnTo>
                    <a:pt x="281204" y="214992"/>
                  </a:lnTo>
                  <a:lnTo>
                    <a:pt x="281179" y="215318"/>
                  </a:lnTo>
                  <a:lnTo>
                    <a:pt x="281131" y="215948"/>
                  </a:lnTo>
                  <a:lnTo>
                    <a:pt x="284557" y="216884"/>
                  </a:lnTo>
                  <a:lnTo>
                    <a:pt x="286692" y="218661"/>
                  </a:lnTo>
                  <a:lnTo>
                    <a:pt x="285768" y="222768"/>
                  </a:lnTo>
                  <a:lnTo>
                    <a:pt x="282167" y="223936"/>
                  </a:lnTo>
                  <a:lnTo>
                    <a:pt x="279590" y="225802"/>
                  </a:lnTo>
                  <a:lnTo>
                    <a:pt x="277951" y="228025"/>
                  </a:lnTo>
                  <a:lnTo>
                    <a:pt x="274709" y="227653"/>
                  </a:lnTo>
                  <a:lnTo>
                    <a:pt x="271953" y="230049"/>
                  </a:lnTo>
                  <a:lnTo>
                    <a:pt x="275961" y="231184"/>
                  </a:lnTo>
                  <a:lnTo>
                    <a:pt x="276960" y="234250"/>
                  </a:lnTo>
                  <a:lnTo>
                    <a:pt x="274658" y="237196"/>
                  </a:lnTo>
                  <a:lnTo>
                    <a:pt x="275718" y="241811"/>
                  </a:lnTo>
                  <a:lnTo>
                    <a:pt x="277897" y="243196"/>
                  </a:lnTo>
                  <a:lnTo>
                    <a:pt x="278131" y="246922"/>
                  </a:lnTo>
                  <a:lnTo>
                    <a:pt x="273715" y="246257"/>
                  </a:lnTo>
                  <a:lnTo>
                    <a:pt x="271823" y="246619"/>
                  </a:lnTo>
                  <a:lnTo>
                    <a:pt x="269714" y="249271"/>
                  </a:lnTo>
                  <a:lnTo>
                    <a:pt x="274970" y="251621"/>
                  </a:lnTo>
                  <a:lnTo>
                    <a:pt x="273533" y="256545"/>
                  </a:lnTo>
                  <a:lnTo>
                    <a:pt x="267926" y="257968"/>
                  </a:lnTo>
                  <a:lnTo>
                    <a:pt x="271740" y="261131"/>
                  </a:lnTo>
                  <a:lnTo>
                    <a:pt x="267753" y="264622"/>
                  </a:lnTo>
                  <a:lnTo>
                    <a:pt x="266716" y="267440"/>
                  </a:lnTo>
                  <a:lnTo>
                    <a:pt x="266166" y="268934"/>
                  </a:lnTo>
                  <a:lnTo>
                    <a:pt x="268398" y="271928"/>
                  </a:lnTo>
                  <a:lnTo>
                    <a:pt x="269942" y="274485"/>
                  </a:lnTo>
                  <a:lnTo>
                    <a:pt x="272007" y="277386"/>
                  </a:lnTo>
                  <a:lnTo>
                    <a:pt x="274784" y="280112"/>
                  </a:lnTo>
                  <a:lnTo>
                    <a:pt x="273045" y="284204"/>
                  </a:lnTo>
                  <a:lnTo>
                    <a:pt x="274836" y="290107"/>
                  </a:lnTo>
                  <a:lnTo>
                    <a:pt x="277800" y="290381"/>
                  </a:lnTo>
                  <a:lnTo>
                    <a:pt x="279421" y="293818"/>
                  </a:lnTo>
                  <a:lnTo>
                    <a:pt x="278689" y="298509"/>
                  </a:lnTo>
                  <a:lnTo>
                    <a:pt x="277616" y="302985"/>
                  </a:lnTo>
                  <a:lnTo>
                    <a:pt x="273984" y="303055"/>
                  </a:lnTo>
                  <a:lnTo>
                    <a:pt x="272223" y="306491"/>
                  </a:lnTo>
                  <a:lnTo>
                    <a:pt x="277054" y="309870"/>
                  </a:lnTo>
                  <a:lnTo>
                    <a:pt x="274498" y="313971"/>
                  </a:lnTo>
                  <a:lnTo>
                    <a:pt x="274077" y="314646"/>
                  </a:lnTo>
                  <a:lnTo>
                    <a:pt x="266772" y="315345"/>
                  </a:lnTo>
                  <a:lnTo>
                    <a:pt x="254061" y="316541"/>
                  </a:lnTo>
                  <a:lnTo>
                    <a:pt x="252247" y="316709"/>
                  </a:lnTo>
                  <a:lnTo>
                    <a:pt x="250110" y="316907"/>
                  </a:lnTo>
                  <a:lnTo>
                    <a:pt x="221476" y="319570"/>
                  </a:lnTo>
                  <a:lnTo>
                    <a:pt x="207086" y="320861"/>
                  </a:lnTo>
                  <a:lnTo>
                    <a:pt x="195668" y="321862"/>
                  </a:lnTo>
                  <a:lnTo>
                    <a:pt x="174971" y="323447"/>
                  </a:lnTo>
                  <a:lnTo>
                    <a:pt x="158372" y="324694"/>
                  </a:lnTo>
                  <a:lnTo>
                    <a:pt x="140055" y="325980"/>
                  </a:lnTo>
                  <a:lnTo>
                    <a:pt x="138745" y="326083"/>
                  </a:lnTo>
                  <a:lnTo>
                    <a:pt x="123242" y="327278"/>
                  </a:lnTo>
                  <a:lnTo>
                    <a:pt x="120178" y="327516"/>
                  </a:lnTo>
                  <a:lnTo>
                    <a:pt x="109886" y="328305"/>
                  </a:lnTo>
                  <a:lnTo>
                    <a:pt x="101455" y="328919"/>
                  </a:lnTo>
                  <a:lnTo>
                    <a:pt x="99192" y="329082"/>
                  </a:lnTo>
                  <a:lnTo>
                    <a:pt x="84153" y="330144"/>
                  </a:lnTo>
                  <a:lnTo>
                    <a:pt x="77920" y="330605"/>
                  </a:lnTo>
                  <a:lnTo>
                    <a:pt x="77364" y="330646"/>
                  </a:lnTo>
                  <a:lnTo>
                    <a:pt x="60386" y="331870"/>
                  </a:lnTo>
                  <a:lnTo>
                    <a:pt x="59635" y="319472"/>
                  </a:lnTo>
                  <a:lnTo>
                    <a:pt x="59012" y="309723"/>
                  </a:lnTo>
                  <a:lnTo>
                    <a:pt x="58679" y="304516"/>
                  </a:lnTo>
                  <a:lnTo>
                    <a:pt x="58107" y="295258"/>
                  </a:lnTo>
                  <a:lnTo>
                    <a:pt x="57440" y="285099"/>
                  </a:lnTo>
                  <a:lnTo>
                    <a:pt x="55166" y="283420"/>
                  </a:lnTo>
                  <a:lnTo>
                    <a:pt x="49940" y="283297"/>
                  </a:lnTo>
                  <a:lnTo>
                    <a:pt x="46881" y="282228"/>
                  </a:lnTo>
                  <a:lnTo>
                    <a:pt x="44765" y="284279"/>
                  </a:lnTo>
                  <a:lnTo>
                    <a:pt x="42867" y="283869"/>
                  </a:lnTo>
                  <a:lnTo>
                    <a:pt x="38139" y="285267"/>
                  </a:lnTo>
                  <a:lnTo>
                    <a:pt x="35563" y="285210"/>
                  </a:lnTo>
                  <a:lnTo>
                    <a:pt x="34456" y="286222"/>
                  </a:lnTo>
                  <a:lnTo>
                    <a:pt x="31905" y="285591"/>
                  </a:lnTo>
                  <a:lnTo>
                    <a:pt x="29554" y="284713"/>
                  </a:lnTo>
                  <a:lnTo>
                    <a:pt x="24309" y="279702"/>
                  </a:lnTo>
                  <a:lnTo>
                    <a:pt x="23835" y="266392"/>
                  </a:lnTo>
                  <a:lnTo>
                    <a:pt x="23395" y="253018"/>
                  </a:lnTo>
                  <a:lnTo>
                    <a:pt x="23165" y="246074"/>
                  </a:lnTo>
                  <a:lnTo>
                    <a:pt x="22636" y="231051"/>
                  </a:lnTo>
                  <a:lnTo>
                    <a:pt x="22107" y="216129"/>
                  </a:lnTo>
                  <a:lnTo>
                    <a:pt x="21652" y="203095"/>
                  </a:lnTo>
                  <a:lnTo>
                    <a:pt x="21257" y="191859"/>
                  </a:lnTo>
                  <a:lnTo>
                    <a:pt x="20993" y="183573"/>
                  </a:lnTo>
                  <a:lnTo>
                    <a:pt x="20537" y="169324"/>
                  </a:lnTo>
                  <a:lnTo>
                    <a:pt x="20422" y="165486"/>
                  </a:lnTo>
                  <a:lnTo>
                    <a:pt x="19587" y="137914"/>
                  </a:lnTo>
                  <a:lnTo>
                    <a:pt x="19508" y="135339"/>
                  </a:lnTo>
                  <a:lnTo>
                    <a:pt x="19287" y="127072"/>
                  </a:lnTo>
                  <a:lnTo>
                    <a:pt x="19008" y="125510"/>
                  </a:lnTo>
                  <a:lnTo>
                    <a:pt x="18928" y="125060"/>
                  </a:lnTo>
                  <a:lnTo>
                    <a:pt x="17304" y="115965"/>
                  </a:lnTo>
                  <a:lnTo>
                    <a:pt x="14868" y="103587"/>
                  </a:lnTo>
                  <a:lnTo>
                    <a:pt x="12799" y="93052"/>
                  </a:lnTo>
                  <a:lnTo>
                    <a:pt x="12644" y="92262"/>
                  </a:lnTo>
                  <a:lnTo>
                    <a:pt x="8800" y="73100"/>
                  </a:lnTo>
                  <a:lnTo>
                    <a:pt x="6783" y="63126"/>
                  </a:lnTo>
                  <a:lnTo>
                    <a:pt x="5728" y="57902"/>
                  </a:lnTo>
                  <a:lnTo>
                    <a:pt x="3298" y="458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685866" y="3264626"/>
              <a:ext cx="588666" cy="271683"/>
            </a:xfrm>
            <a:custGeom>
              <a:avLst/>
              <a:pathLst>
                <a:path w="588666" h="271683">
                  <a:moveTo>
                    <a:pt x="481" y="166658"/>
                  </a:moveTo>
                  <a:lnTo>
                    <a:pt x="1214" y="152195"/>
                  </a:lnTo>
                  <a:lnTo>
                    <a:pt x="1710" y="142026"/>
                  </a:lnTo>
                  <a:lnTo>
                    <a:pt x="2408" y="126920"/>
                  </a:lnTo>
                  <a:lnTo>
                    <a:pt x="2610" y="122555"/>
                  </a:lnTo>
                  <a:lnTo>
                    <a:pt x="2960" y="115120"/>
                  </a:lnTo>
                  <a:lnTo>
                    <a:pt x="3742" y="98540"/>
                  </a:lnTo>
                  <a:lnTo>
                    <a:pt x="4253" y="88267"/>
                  </a:lnTo>
                  <a:lnTo>
                    <a:pt x="4317" y="86979"/>
                  </a:lnTo>
                  <a:lnTo>
                    <a:pt x="5307" y="66333"/>
                  </a:lnTo>
                  <a:lnTo>
                    <a:pt x="6354" y="44240"/>
                  </a:lnTo>
                  <a:lnTo>
                    <a:pt x="6862" y="34362"/>
                  </a:lnTo>
                  <a:lnTo>
                    <a:pt x="6949" y="32670"/>
                  </a:lnTo>
                  <a:lnTo>
                    <a:pt x="8502" y="0"/>
                  </a:lnTo>
                  <a:lnTo>
                    <a:pt x="43917" y="1623"/>
                  </a:lnTo>
                  <a:lnTo>
                    <a:pt x="45789" y="1703"/>
                  </a:lnTo>
                  <a:lnTo>
                    <a:pt x="76527" y="2966"/>
                  </a:lnTo>
                  <a:lnTo>
                    <a:pt x="90007" y="3464"/>
                  </a:lnTo>
                  <a:lnTo>
                    <a:pt x="114804" y="4290"/>
                  </a:lnTo>
                  <a:lnTo>
                    <a:pt x="135897" y="4912"/>
                  </a:lnTo>
                  <a:lnTo>
                    <a:pt x="191173" y="6144"/>
                  </a:lnTo>
                  <a:lnTo>
                    <a:pt x="205897" y="6375"/>
                  </a:lnTo>
                  <a:lnTo>
                    <a:pt x="257794" y="6716"/>
                  </a:lnTo>
                  <a:lnTo>
                    <a:pt x="280337" y="6706"/>
                  </a:lnTo>
                  <a:lnTo>
                    <a:pt x="300784" y="6626"/>
                  </a:lnTo>
                  <a:lnTo>
                    <a:pt x="318876" y="6490"/>
                  </a:lnTo>
                  <a:lnTo>
                    <a:pt x="345176" y="6182"/>
                  </a:lnTo>
                  <a:lnTo>
                    <a:pt x="367784" y="5788"/>
                  </a:lnTo>
                  <a:lnTo>
                    <a:pt x="369110" y="8862"/>
                  </a:lnTo>
                  <a:lnTo>
                    <a:pt x="372042" y="11842"/>
                  </a:lnTo>
                  <a:lnTo>
                    <a:pt x="375174" y="12738"/>
                  </a:lnTo>
                  <a:lnTo>
                    <a:pt x="380300" y="15459"/>
                  </a:lnTo>
                  <a:lnTo>
                    <a:pt x="382148" y="16437"/>
                  </a:lnTo>
                  <a:lnTo>
                    <a:pt x="385290" y="17596"/>
                  </a:lnTo>
                  <a:lnTo>
                    <a:pt x="390473" y="19250"/>
                  </a:lnTo>
                  <a:lnTo>
                    <a:pt x="390769" y="19344"/>
                  </a:lnTo>
                  <a:lnTo>
                    <a:pt x="393645" y="22068"/>
                  </a:lnTo>
                  <a:lnTo>
                    <a:pt x="398257" y="25877"/>
                  </a:lnTo>
                  <a:lnTo>
                    <a:pt x="403758" y="25263"/>
                  </a:lnTo>
                  <a:lnTo>
                    <a:pt x="406624" y="22601"/>
                  </a:lnTo>
                  <a:lnTo>
                    <a:pt x="408327" y="17798"/>
                  </a:lnTo>
                  <a:lnTo>
                    <a:pt x="409526" y="16667"/>
                  </a:lnTo>
                  <a:lnTo>
                    <a:pt x="413213" y="17196"/>
                  </a:lnTo>
                  <a:lnTo>
                    <a:pt x="419750" y="18273"/>
                  </a:lnTo>
                  <a:lnTo>
                    <a:pt x="423983" y="17444"/>
                  </a:lnTo>
                  <a:lnTo>
                    <a:pt x="426317" y="16984"/>
                  </a:lnTo>
                  <a:lnTo>
                    <a:pt x="431725" y="17042"/>
                  </a:lnTo>
                  <a:lnTo>
                    <a:pt x="433746" y="17312"/>
                  </a:lnTo>
                  <a:lnTo>
                    <a:pt x="435879" y="17596"/>
                  </a:lnTo>
                  <a:lnTo>
                    <a:pt x="438101" y="15768"/>
                  </a:lnTo>
                  <a:lnTo>
                    <a:pt x="443047" y="16497"/>
                  </a:lnTo>
                  <a:lnTo>
                    <a:pt x="445554" y="15550"/>
                  </a:lnTo>
                  <a:lnTo>
                    <a:pt x="449752" y="16518"/>
                  </a:lnTo>
                  <a:lnTo>
                    <a:pt x="451399" y="19383"/>
                  </a:lnTo>
                  <a:lnTo>
                    <a:pt x="454655" y="21796"/>
                  </a:lnTo>
                  <a:lnTo>
                    <a:pt x="456904" y="23460"/>
                  </a:lnTo>
                  <a:lnTo>
                    <a:pt x="463844" y="24053"/>
                  </a:lnTo>
                  <a:lnTo>
                    <a:pt x="464461" y="24553"/>
                  </a:lnTo>
                  <a:lnTo>
                    <a:pt x="467807" y="27262"/>
                  </a:lnTo>
                  <a:lnTo>
                    <a:pt x="471600" y="26299"/>
                  </a:lnTo>
                  <a:lnTo>
                    <a:pt x="478168" y="28979"/>
                  </a:lnTo>
                  <a:lnTo>
                    <a:pt x="478546" y="29133"/>
                  </a:lnTo>
                  <a:lnTo>
                    <a:pt x="480193" y="32236"/>
                  </a:lnTo>
                  <a:lnTo>
                    <a:pt x="485442" y="32368"/>
                  </a:lnTo>
                  <a:lnTo>
                    <a:pt x="484876" y="37295"/>
                  </a:lnTo>
                  <a:lnTo>
                    <a:pt x="488297" y="40461"/>
                  </a:lnTo>
                  <a:lnTo>
                    <a:pt x="490442" y="43855"/>
                  </a:lnTo>
                  <a:lnTo>
                    <a:pt x="491589" y="45668"/>
                  </a:lnTo>
                  <a:lnTo>
                    <a:pt x="497201" y="45065"/>
                  </a:lnTo>
                  <a:lnTo>
                    <a:pt x="498854" y="47429"/>
                  </a:lnTo>
                  <a:lnTo>
                    <a:pt x="502462" y="46575"/>
                  </a:lnTo>
                  <a:lnTo>
                    <a:pt x="506757" y="48949"/>
                  </a:lnTo>
                  <a:lnTo>
                    <a:pt x="504960" y="53527"/>
                  </a:lnTo>
                  <a:lnTo>
                    <a:pt x="505487" y="60011"/>
                  </a:lnTo>
                  <a:lnTo>
                    <a:pt x="509365" y="64844"/>
                  </a:lnTo>
                  <a:lnTo>
                    <a:pt x="510471" y="66219"/>
                  </a:lnTo>
                  <a:lnTo>
                    <a:pt x="510627" y="70275"/>
                  </a:lnTo>
                  <a:lnTo>
                    <a:pt x="510584" y="70638"/>
                  </a:lnTo>
                  <a:lnTo>
                    <a:pt x="510079" y="74914"/>
                  </a:lnTo>
                  <a:lnTo>
                    <a:pt x="515452" y="79385"/>
                  </a:lnTo>
                  <a:lnTo>
                    <a:pt x="515451" y="85260"/>
                  </a:lnTo>
                  <a:lnTo>
                    <a:pt x="518782" y="87285"/>
                  </a:lnTo>
                  <a:lnTo>
                    <a:pt x="524956" y="91250"/>
                  </a:lnTo>
                  <a:lnTo>
                    <a:pt x="523470" y="97038"/>
                  </a:lnTo>
                  <a:lnTo>
                    <a:pt x="525771" y="100823"/>
                  </a:lnTo>
                  <a:lnTo>
                    <a:pt x="527121" y="103040"/>
                  </a:lnTo>
                  <a:lnTo>
                    <a:pt x="530171" y="107086"/>
                  </a:lnTo>
                  <a:lnTo>
                    <a:pt x="528941" y="113417"/>
                  </a:lnTo>
                  <a:lnTo>
                    <a:pt x="527785" y="117516"/>
                  </a:lnTo>
                  <a:lnTo>
                    <a:pt x="527584" y="118231"/>
                  </a:lnTo>
                  <a:lnTo>
                    <a:pt x="527369" y="123116"/>
                  </a:lnTo>
                  <a:lnTo>
                    <a:pt x="529320" y="127664"/>
                  </a:lnTo>
                  <a:lnTo>
                    <a:pt x="530203" y="130534"/>
                  </a:lnTo>
                  <a:lnTo>
                    <a:pt x="535127" y="128898"/>
                  </a:lnTo>
                  <a:lnTo>
                    <a:pt x="536013" y="132141"/>
                  </a:lnTo>
                  <a:lnTo>
                    <a:pt x="536900" y="135384"/>
                  </a:lnTo>
                  <a:lnTo>
                    <a:pt x="540961" y="136425"/>
                  </a:lnTo>
                  <a:lnTo>
                    <a:pt x="540921" y="142252"/>
                  </a:lnTo>
                  <a:lnTo>
                    <a:pt x="540909" y="144015"/>
                  </a:lnTo>
                  <a:lnTo>
                    <a:pt x="541317" y="148236"/>
                  </a:lnTo>
                  <a:lnTo>
                    <a:pt x="543863" y="151996"/>
                  </a:lnTo>
                  <a:lnTo>
                    <a:pt x="542624" y="155627"/>
                  </a:lnTo>
                  <a:lnTo>
                    <a:pt x="542919" y="159737"/>
                  </a:lnTo>
                  <a:lnTo>
                    <a:pt x="542964" y="160357"/>
                  </a:lnTo>
                  <a:lnTo>
                    <a:pt x="546471" y="159942"/>
                  </a:lnTo>
                  <a:lnTo>
                    <a:pt x="546246" y="162327"/>
                  </a:lnTo>
                  <a:lnTo>
                    <a:pt x="545947" y="165495"/>
                  </a:lnTo>
                  <a:lnTo>
                    <a:pt x="546446" y="169117"/>
                  </a:lnTo>
                  <a:lnTo>
                    <a:pt x="546514" y="171829"/>
                  </a:lnTo>
                  <a:lnTo>
                    <a:pt x="546593" y="174964"/>
                  </a:lnTo>
                  <a:lnTo>
                    <a:pt x="549291" y="178815"/>
                  </a:lnTo>
                  <a:lnTo>
                    <a:pt x="548865" y="183057"/>
                  </a:lnTo>
                  <a:lnTo>
                    <a:pt x="550253" y="185357"/>
                  </a:lnTo>
                  <a:lnTo>
                    <a:pt x="550837" y="186325"/>
                  </a:lnTo>
                  <a:lnTo>
                    <a:pt x="548969" y="190057"/>
                  </a:lnTo>
                  <a:lnTo>
                    <a:pt x="549716" y="195561"/>
                  </a:lnTo>
                  <a:lnTo>
                    <a:pt x="546264" y="199871"/>
                  </a:lnTo>
                  <a:lnTo>
                    <a:pt x="549351" y="204470"/>
                  </a:lnTo>
                  <a:lnTo>
                    <a:pt x="553776" y="206843"/>
                  </a:lnTo>
                  <a:lnTo>
                    <a:pt x="556226" y="211137"/>
                  </a:lnTo>
                  <a:lnTo>
                    <a:pt x="555163" y="212799"/>
                  </a:lnTo>
                  <a:lnTo>
                    <a:pt x="555994" y="217999"/>
                  </a:lnTo>
                  <a:lnTo>
                    <a:pt x="558865" y="217743"/>
                  </a:lnTo>
                  <a:lnTo>
                    <a:pt x="559015" y="218041"/>
                  </a:lnTo>
                  <a:lnTo>
                    <a:pt x="560328" y="220643"/>
                  </a:lnTo>
                  <a:lnTo>
                    <a:pt x="561158" y="223277"/>
                  </a:lnTo>
                  <a:lnTo>
                    <a:pt x="563808" y="229089"/>
                  </a:lnTo>
                  <a:lnTo>
                    <a:pt x="564506" y="231687"/>
                  </a:lnTo>
                  <a:lnTo>
                    <a:pt x="563845" y="235602"/>
                  </a:lnTo>
                  <a:lnTo>
                    <a:pt x="567614" y="236533"/>
                  </a:lnTo>
                  <a:lnTo>
                    <a:pt x="570756" y="238016"/>
                  </a:lnTo>
                  <a:lnTo>
                    <a:pt x="571223" y="240359"/>
                  </a:lnTo>
                  <a:lnTo>
                    <a:pt x="571251" y="240502"/>
                  </a:lnTo>
                  <a:lnTo>
                    <a:pt x="571316" y="240828"/>
                  </a:lnTo>
                  <a:lnTo>
                    <a:pt x="576454" y="242584"/>
                  </a:lnTo>
                  <a:lnTo>
                    <a:pt x="576102" y="246815"/>
                  </a:lnTo>
                  <a:lnTo>
                    <a:pt x="579622" y="250827"/>
                  </a:lnTo>
                  <a:lnTo>
                    <a:pt x="582340" y="253578"/>
                  </a:lnTo>
                  <a:lnTo>
                    <a:pt x="581133" y="257049"/>
                  </a:lnTo>
                  <a:lnTo>
                    <a:pt x="583483" y="260700"/>
                  </a:lnTo>
                  <a:lnTo>
                    <a:pt x="585786" y="260378"/>
                  </a:lnTo>
                  <a:lnTo>
                    <a:pt x="588666" y="262810"/>
                  </a:lnTo>
                  <a:lnTo>
                    <a:pt x="586526" y="262928"/>
                  </a:lnTo>
                  <a:lnTo>
                    <a:pt x="556415" y="264505"/>
                  </a:lnTo>
                  <a:lnTo>
                    <a:pt x="556175" y="264517"/>
                  </a:lnTo>
                  <a:lnTo>
                    <a:pt x="541100" y="265243"/>
                  </a:lnTo>
                  <a:lnTo>
                    <a:pt x="540192" y="265286"/>
                  </a:lnTo>
                  <a:lnTo>
                    <a:pt x="531369" y="265723"/>
                  </a:lnTo>
                  <a:lnTo>
                    <a:pt x="525620" y="265969"/>
                  </a:lnTo>
                  <a:lnTo>
                    <a:pt x="510409" y="266616"/>
                  </a:lnTo>
                  <a:lnTo>
                    <a:pt x="509987" y="266634"/>
                  </a:lnTo>
                  <a:lnTo>
                    <a:pt x="487230" y="267523"/>
                  </a:lnTo>
                  <a:lnTo>
                    <a:pt x="482619" y="267692"/>
                  </a:lnTo>
                  <a:lnTo>
                    <a:pt x="479732" y="267799"/>
                  </a:lnTo>
                  <a:lnTo>
                    <a:pt x="473446" y="268029"/>
                  </a:lnTo>
                  <a:lnTo>
                    <a:pt x="449041" y="268816"/>
                  </a:lnTo>
                  <a:lnTo>
                    <a:pt x="445879" y="268910"/>
                  </a:lnTo>
                  <a:lnTo>
                    <a:pt x="421384" y="269606"/>
                  </a:lnTo>
                  <a:lnTo>
                    <a:pt x="418377" y="269685"/>
                  </a:lnTo>
                  <a:lnTo>
                    <a:pt x="410897" y="269872"/>
                  </a:lnTo>
                  <a:lnTo>
                    <a:pt x="401119" y="270102"/>
                  </a:lnTo>
                  <a:lnTo>
                    <a:pt x="387694" y="270395"/>
                  </a:lnTo>
                  <a:lnTo>
                    <a:pt x="372067" y="270695"/>
                  </a:lnTo>
                  <a:lnTo>
                    <a:pt x="364655" y="270822"/>
                  </a:lnTo>
                  <a:lnTo>
                    <a:pt x="357017" y="270950"/>
                  </a:lnTo>
                  <a:lnTo>
                    <a:pt x="333915" y="271275"/>
                  </a:lnTo>
                  <a:lnTo>
                    <a:pt x="332655" y="271290"/>
                  </a:lnTo>
                  <a:lnTo>
                    <a:pt x="326311" y="271359"/>
                  </a:lnTo>
                  <a:lnTo>
                    <a:pt x="304426" y="271540"/>
                  </a:lnTo>
                  <a:lnTo>
                    <a:pt x="296047" y="271606"/>
                  </a:lnTo>
                  <a:lnTo>
                    <a:pt x="295848" y="271608"/>
                  </a:lnTo>
                  <a:lnTo>
                    <a:pt x="283290" y="271683"/>
                  </a:lnTo>
                  <a:lnTo>
                    <a:pt x="258573" y="271669"/>
                  </a:lnTo>
                  <a:lnTo>
                    <a:pt x="257502" y="271666"/>
                  </a:lnTo>
                  <a:lnTo>
                    <a:pt x="238278" y="271573"/>
                  </a:lnTo>
                  <a:lnTo>
                    <a:pt x="220521" y="271397"/>
                  </a:lnTo>
                  <a:lnTo>
                    <a:pt x="219164" y="271382"/>
                  </a:lnTo>
                  <a:lnTo>
                    <a:pt x="198716" y="271157"/>
                  </a:lnTo>
                  <a:lnTo>
                    <a:pt x="182868" y="270909"/>
                  </a:lnTo>
                  <a:lnTo>
                    <a:pt x="180831" y="270876"/>
                  </a:lnTo>
                  <a:lnTo>
                    <a:pt x="174931" y="270777"/>
                  </a:lnTo>
                  <a:lnTo>
                    <a:pt x="166031" y="270616"/>
                  </a:lnTo>
                  <a:lnTo>
                    <a:pt x="146374" y="270187"/>
                  </a:lnTo>
                  <a:lnTo>
                    <a:pt x="131485" y="269825"/>
                  </a:lnTo>
                  <a:lnTo>
                    <a:pt x="132218" y="240195"/>
                  </a:lnTo>
                  <a:lnTo>
                    <a:pt x="132240" y="239237"/>
                  </a:lnTo>
                  <a:lnTo>
                    <a:pt x="132432" y="231214"/>
                  </a:lnTo>
                  <a:lnTo>
                    <a:pt x="132975" y="208452"/>
                  </a:lnTo>
                  <a:lnTo>
                    <a:pt x="133085" y="203852"/>
                  </a:lnTo>
                  <a:lnTo>
                    <a:pt x="133592" y="181508"/>
                  </a:lnTo>
                  <a:lnTo>
                    <a:pt x="99868" y="180579"/>
                  </a:lnTo>
                  <a:lnTo>
                    <a:pt x="95579" y="180444"/>
                  </a:lnTo>
                  <a:lnTo>
                    <a:pt x="93414" y="180374"/>
                  </a:lnTo>
                  <a:lnTo>
                    <a:pt x="65173" y="179390"/>
                  </a:lnTo>
                  <a:lnTo>
                    <a:pt x="44753" y="178619"/>
                  </a:lnTo>
                  <a:lnTo>
                    <a:pt x="31939" y="178096"/>
                  </a:lnTo>
                  <a:lnTo>
                    <a:pt x="0" y="1766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28769" y="2515987"/>
              <a:ext cx="116695" cy="247895"/>
            </a:xfrm>
            <a:custGeom>
              <a:avLst/>
              <a:pathLst>
                <a:path w="116695" h="247895">
                  <a:moveTo>
                    <a:pt x="11599" y="238180"/>
                  </a:moveTo>
                  <a:lnTo>
                    <a:pt x="12169" y="234960"/>
                  </a:lnTo>
                  <a:lnTo>
                    <a:pt x="10477" y="230141"/>
                  </a:lnTo>
                  <a:lnTo>
                    <a:pt x="12491" y="228209"/>
                  </a:lnTo>
                  <a:lnTo>
                    <a:pt x="14288" y="224063"/>
                  </a:lnTo>
                  <a:lnTo>
                    <a:pt x="12095" y="221061"/>
                  </a:lnTo>
                  <a:lnTo>
                    <a:pt x="12487" y="216882"/>
                  </a:lnTo>
                  <a:lnTo>
                    <a:pt x="9546" y="211572"/>
                  </a:lnTo>
                  <a:lnTo>
                    <a:pt x="9406" y="210886"/>
                  </a:lnTo>
                  <a:lnTo>
                    <a:pt x="8422" y="206093"/>
                  </a:lnTo>
                  <a:lnTo>
                    <a:pt x="8324" y="204451"/>
                  </a:lnTo>
                  <a:lnTo>
                    <a:pt x="8154" y="201599"/>
                  </a:lnTo>
                  <a:lnTo>
                    <a:pt x="7631" y="196363"/>
                  </a:lnTo>
                  <a:lnTo>
                    <a:pt x="5746" y="193006"/>
                  </a:lnTo>
                  <a:lnTo>
                    <a:pt x="3876" y="181242"/>
                  </a:lnTo>
                  <a:lnTo>
                    <a:pt x="1598" y="174376"/>
                  </a:lnTo>
                  <a:lnTo>
                    <a:pt x="3399" y="170720"/>
                  </a:lnTo>
                  <a:lnTo>
                    <a:pt x="3559" y="170394"/>
                  </a:lnTo>
                  <a:lnTo>
                    <a:pt x="2918" y="159949"/>
                  </a:lnTo>
                  <a:lnTo>
                    <a:pt x="5471" y="155255"/>
                  </a:lnTo>
                  <a:lnTo>
                    <a:pt x="5708" y="153908"/>
                  </a:lnTo>
                  <a:lnTo>
                    <a:pt x="6335" y="150326"/>
                  </a:lnTo>
                  <a:lnTo>
                    <a:pt x="5203" y="144512"/>
                  </a:lnTo>
                  <a:lnTo>
                    <a:pt x="6721" y="136705"/>
                  </a:lnTo>
                  <a:lnTo>
                    <a:pt x="4815" y="133337"/>
                  </a:lnTo>
                  <a:lnTo>
                    <a:pt x="5974" y="128838"/>
                  </a:lnTo>
                  <a:lnTo>
                    <a:pt x="6201" y="122209"/>
                  </a:lnTo>
                  <a:lnTo>
                    <a:pt x="3506" y="117772"/>
                  </a:lnTo>
                  <a:lnTo>
                    <a:pt x="2319" y="115818"/>
                  </a:lnTo>
                  <a:lnTo>
                    <a:pt x="897" y="110418"/>
                  </a:lnTo>
                  <a:lnTo>
                    <a:pt x="0" y="106443"/>
                  </a:lnTo>
                  <a:lnTo>
                    <a:pt x="1591" y="102714"/>
                  </a:lnTo>
                  <a:lnTo>
                    <a:pt x="4551" y="100391"/>
                  </a:lnTo>
                  <a:lnTo>
                    <a:pt x="8618" y="98922"/>
                  </a:lnTo>
                  <a:lnTo>
                    <a:pt x="10530" y="97220"/>
                  </a:lnTo>
                  <a:lnTo>
                    <a:pt x="11484" y="96369"/>
                  </a:lnTo>
                  <a:lnTo>
                    <a:pt x="12419" y="91537"/>
                  </a:lnTo>
                  <a:lnTo>
                    <a:pt x="13206" y="90884"/>
                  </a:lnTo>
                  <a:lnTo>
                    <a:pt x="16890" y="87819"/>
                  </a:lnTo>
                  <a:lnTo>
                    <a:pt x="18030" y="82830"/>
                  </a:lnTo>
                  <a:lnTo>
                    <a:pt x="20907" y="78599"/>
                  </a:lnTo>
                  <a:lnTo>
                    <a:pt x="19029" y="74888"/>
                  </a:lnTo>
                  <a:lnTo>
                    <a:pt x="20579" y="71293"/>
                  </a:lnTo>
                  <a:lnTo>
                    <a:pt x="18706" y="67365"/>
                  </a:lnTo>
                  <a:lnTo>
                    <a:pt x="15644" y="64897"/>
                  </a:lnTo>
                  <a:lnTo>
                    <a:pt x="10685" y="58911"/>
                  </a:lnTo>
                  <a:lnTo>
                    <a:pt x="12184" y="52784"/>
                  </a:lnTo>
                  <a:lnTo>
                    <a:pt x="12645" y="45367"/>
                  </a:lnTo>
                  <a:lnTo>
                    <a:pt x="13309" y="42141"/>
                  </a:lnTo>
                  <a:lnTo>
                    <a:pt x="9187" y="37539"/>
                  </a:lnTo>
                  <a:lnTo>
                    <a:pt x="9799" y="33726"/>
                  </a:lnTo>
                  <a:lnTo>
                    <a:pt x="8221" y="28925"/>
                  </a:lnTo>
                  <a:lnTo>
                    <a:pt x="9870" y="24524"/>
                  </a:lnTo>
                  <a:lnTo>
                    <a:pt x="9673" y="18697"/>
                  </a:lnTo>
                  <a:lnTo>
                    <a:pt x="9589" y="16075"/>
                  </a:lnTo>
                  <a:lnTo>
                    <a:pt x="6434" y="13348"/>
                  </a:lnTo>
                  <a:lnTo>
                    <a:pt x="9948" y="9055"/>
                  </a:lnTo>
                  <a:lnTo>
                    <a:pt x="13361" y="4669"/>
                  </a:lnTo>
                  <a:lnTo>
                    <a:pt x="16661" y="6662"/>
                  </a:lnTo>
                  <a:lnTo>
                    <a:pt x="21054" y="7585"/>
                  </a:lnTo>
                  <a:lnTo>
                    <a:pt x="23468" y="6479"/>
                  </a:lnTo>
                  <a:lnTo>
                    <a:pt x="23963" y="2513"/>
                  </a:lnTo>
                  <a:lnTo>
                    <a:pt x="24691" y="0"/>
                  </a:lnTo>
                  <a:lnTo>
                    <a:pt x="35744" y="25128"/>
                  </a:lnTo>
                  <a:lnTo>
                    <a:pt x="45190" y="46848"/>
                  </a:lnTo>
                  <a:lnTo>
                    <a:pt x="53346" y="66455"/>
                  </a:lnTo>
                  <a:lnTo>
                    <a:pt x="60184" y="82890"/>
                  </a:lnTo>
                  <a:lnTo>
                    <a:pt x="60768" y="84297"/>
                  </a:lnTo>
                  <a:lnTo>
                    <a:pt x="61666" y="86458"/>
                  </a:lnTo>
                  <a:lnTo>
                    <a:pt x="67236" y="100271"/>
                  </a:lnTo>
                  <a:lnTo>
                    <a:pt x="75749" y="121396"/>
                  </a:lnTo>
                  <a:lnTo>
                    <a:pt x="77334" y="125236"/>
                  </a:lnTo>
                  <a:lnTo>
                    <a:pt x="80484" y="132873"/>
                  </a:lnTo>
                  <a:lnTo>
                    <a:pt x="85054" y="143685"/>
                  </a:lnTo>
                  <a:lnTo>
                    <a:pt x="86505" y="146016"/>
                  </a:lnTo>
                  <a:lnTo>
                    <a:pt x="87974" y="148377"/>
                  </a:lnTo>
                  <a:lnTo>
                    <a:pt x="89647" y="155475"/>
                  </a:lnTo>
                  <a:lnTo>
                    <a:pt x="90320" y="160313"/>
                  </a:lnTo>
                  <a:lnTo>
                    <a:pt x="95474" y="163276"/>
                  </a:lnTo>
                  <a:lnTo>
                    <a:pt x="100197" y="166715"/>
                  </a:lnTo>
                  <a:lnTo>
                    <a:pt x="105352" y="169821"/>
                  </a:lnTo>
                  <a:lnTo>
                    <a:pt x="105815" y="173255"/>
                  </a:lnTo>
                  <a:lnTo>
                    <a:pt x="107176" y="177597"/>
                  </a:lnTo>
                  <a:lnTo>
                    <a:pt x="107864" y="177895"/>
                  </a:lnTo>
                  <a:lnTo>
                    <a:pt x="112948" y="180098"/>
                  </a:lnTo>
                  <a:lnTo>
                    <a:pt x="116695" y="180593"/>
                  </a:lnTo>
                  <a:lnTo>
                    <a:pt x="116280" y="185334"/>
                  </a:lnTo>
                  <a:lnTo>
                    <a:pt x="115644" y="189123"/>
                  </a:lnTo>
                  <a:lnTo>
                    <a:pt x="115223" y="194195"/>
                  </a:lnTo>
                  <a:lnTo>
                    <a:pt x="115297" y="194928"/>
                  </a:lnTo>
                  <a:lnTo>
                    <a:pt x="115508" y="197037"/>
                  </a:lnTo>
                  <a:lnTo>
                    <a:pt x="115706" y="199008"/>
                  </a:lnTo>
                  <a:lnTo>
                    <a:pt x="112936" y="200265"/>
                  </a:lnTo>
                  <a:lnTo>
                    <a:pt x="108555" y="200565"/>
                  </a:lnTo>
                  <a:lnTo>
                    <a:pt x="106900" y="202695"/>
                  </a:lnTo>
                  <a:lnTo>
                    <a:pt x="103336" y="205004"/>
                  </a:lnTo>
                  <a:lnTo>
                    <a:pt x="103142" y="207768"/>
                  </a:lnTo>
                  <a:lnTo>
                    <a:pt x="102969" y="210211"/>
                  </a:lnTo>
                  <a:lnTo>
                    <a:pt x="99677" y="210922"/>
                  </a:lnTo>
                  <a:lnTo>
                    <a:pt x="97574" y="211375"/>
                  </a:lnTo>
                  <a:lnTo>
                    <a:pt x="96145" y="214294"/>
                  </a:lnTo>
                  <a:lnTo>
                    <a:pt x="98009" y="218682"/>
                  </a:lnTo>
                  <a:lnTo>
                    <a:pt x="94229" y="220209"/>
                  </a:lnTo>
                  <a:lnTo>
                    <a:pt x="93621" y="220454"/>
                  </a:lnTo>
                  <a:lnTo>
                    <a:pt x="92492" y="224655"/>
                  </a:lnTo>
                  <a:lnTo>
                    <a:pt x="88996" y="225858"/>
                  </a:lnTo>
                  <a:lnTo>
                    <a:pt x="71710" y="231666"/>
                  </a:lnTo>
                  <a:lnTo>
                    <a:pt x="65047" y="233904"/>
                  </a:lnTo>
                  <a:lnTo>
                    <a:pt x="55717" y="236942"/>
                  </a:lnTo>
                  <a:lnTo>
                    <a:pt x="53871" y="237541"/>
                  </a:lnTo>
                  <a:lnTo>
                    <a:pt x="42757" y="241128"/>
                  </a:lnTo>
                  <a:lnTo>
                    <a:pt x="41935" y="241392"/>
                  </a:lnTo>
                  <a:lnTo>
                    <a:pt x="32248" y="244489"/>
                  </a:lnTo>
                  <a:lnTo>
                    <a:pt x="21515" y="247895"/>
                  </a:lnTo>
                  <a:lnTo>
                    <a:pt x="19368" y="245391"/>
                  </a:lnTo>
                  <a:lnTo>
                    <a:pt x="14368" y="2430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291053" y="3093353"/>
              <a:ext cx="97138" cy="213058"/>
            </a:xfrm>
            <a:custGeom>
              <a:avLst/>
              <a:pathLst>
                <a:path w="97138" h="213058">
                  <a:moveTo>
                    <a:pt x="6694" y="165359"/>
                  </a:moveTo>
                  <a:lnTo>
                    <a:pt x="7832" y="163381"/>
                  </a:lnTo>
                  <a:lnTo>
                    <a:pt x="8510" y="159536"/>
                  </a:lnTo>
                  <a:lnTo>
                    <a:pt x="9863" y="156415"/>
                  </a:lnTo>
                  <a:lnTo>
                    <a:pt x="9776" y="151694"/>
                  </a:lnTo>
                  <a:lnTo>
                    <a:pt x="11735" y="147709"/>
                  </a:lnTo>
                  <a:lnTo>
                    <a:pt x="11960" y="147381"/>
                  </a:lnTo>
                  <a:lnTo>
                    <a:pt x="15347" y="142451"/>
                  </a:lnTo>
                  <a:lnTo>
                    <a:pt x="18387" y="141246"/>
                  </a:lnTo>
                  <a:lnTo>
                    <a:pt x="20552" y="139991"/>
                  </a:lnTo>
                  <a:lnTo>
                    <a:pt x="22724" y="138730"/>
                  </a:lnTo>
                  <a:lnTo>
                    <a:pt x="23209" y="138082"/>
                  </a:lnTo>
                  <a:lnTo>
                    <a:pt x="24638" y="136171"/>
                  </a:lnTo>
                  <a:lnTo>
                    <a:pt x="27043" y="134281"/>
                  </a:lnTo>
                  <a:lnTo>
                    <a:pt x="27463" y="133950"/>
                  </a:lnTo>
                  <a:lnTo>
                    <a:pt x="26938" y="132364"/>
                  </a:lnTo>
                  <a:lnTo>
                    <a:pt x="26141" y="129958"/>
                  </a:lnTo>
                  <a:lnTo>
                    <a:pt x="26034" y="129636"/>
                  </a:lnTo>
                  <a:lnTo>
                    <a:pt x="26630" y="127734"/>
                  </a:lnTo>
                  <a:lnTo>
                    <a:pt x="29801" y="124192"/>
                  </a:lnTo>
                  <a:lnTo>
                    <a:pt x="33088" y="118951"/>
                  </a:lnTo>
                  <a:lnTo>
                    <a:pt x="33929" y="117838"/>
                  </a:lnTo>
                  <a:lnTo>
                    <a:pt x="35986" y="115113"/>
                  </a:lnTo>
                  <a:lnTo>
                    <a:pt x="40004" y="112535"/>
                  </a:lnTo>
                  <a:lnTo>
                    <a:pt x="41359" y="108191"/>
                  </a:lnTo>
                  <a:lnTo>
                    <a:pt x="44824" y="106587"/>
                  </a:lnTo>
                  <a:lnTo>
                    <a:pt x="47244" y="103494"/>
                  </a:lnTo>
                  <a:lnTo>
                    <a:pt x="44732" y="101385"/>
                  </a:lnTo>
                  <a:lnTo>
                    <a:pt x="43602" y="100435"/>
                  </a:lnTo>
                  <a:lnTo>
                    <a:pt x="38478" y="98084"/>
                  </a:lnTo>
                  <a:lnTo>
                    <a:pt x="35484" y="95676"/>
                  </a:lnTo>
                  <a:lnTo>
                    <a:pt x="31529" y="93360"/>
                  </a:lnTo>
                  <a:lnTo>
                    <a:pt x="29332" y="91791"/>
                  </a:lnTo>
                  <a:lnTo>
                    <a:pt x="27748" y="90658"/>
                  </a:lnTo>
                  <a:lnTo>
                    <a:pt x="25165" y="87501"/>
                  </a:lnTo>
                  <a:lnTo>
                    <a:pt x="21563" y="88303"/>
                  </a:lnTo>
                  <a:lnTo>
                    <a:pt x="19250" y="87856"/>
                  </a:lnTo>
                  <a:lnTo>
                    <a:pt x="17336" y="84800"/>
                  </a:lnTo>
                  <a:lnTo>
                    <a:pt x="17199" y="82386"/>
                  </a:lnTo>
                  <a:lnTo>
                    <a:pt x="14464" y="76985"/>
                  </a:lnTo>
                  <a:lnTo>
                    <a:pt x="10070" y="75808"/>
                  </a:lnTo>
                  <a:lnTo>
                    <a:pt x="7059" y="77354"/>
                  </a:lnTo>
                  <a:lnTo>
                    <a:pt x="6378" y="75395"/>
                  </a:lnTo>
                  <a:lnTo>
                    <a:pt x="5895" y="74008"/>
                  </a:lnTo>
                  <a:lnTo>
                    <a:pt x="5046" y="71568"/>
                  </a:lnTo>
                  <a:lnTo>
                    <a:pt x="2970" y="64926"/>
                  </a:lnTo>
                  <a:lnTo>
                    <a:pt x="2700" y="60482"/>
                  </a:lnTo>
                  <a:lnTo>
                    <a:pt x="6378" y="56798"/>
                  </a:lnTo>
                  <a:lnTo>
                    <a:pt x="6003" y="51472"/>
                  </a:lnTo>
                  <a:lnTo>
                    <a:pt x="6682" y="47835"/>
                  </a:lnTo>
                  <a:lnTo>
                    <a:pt x="3597" y="44973"/>
                  </a:lnTo>
                  <a:lnTo>
                    <a:pt x="999" y="42178"/>
                  </a:lnTo>
                  <a:lnTo>
                    <a:pt x="0" y="41102"/>
                  </a:lnTo>
                  <a:lnTo>
                    <a:pt x="2957" y="36557"/>
                  </a:lnTo>
                  <a:lnTo>
                    <a:pt x="5343" y="31802"/>
                  </a:lnTo>
                  <a:lnTo>
                    <a:pt x="5964" y="28620"/>
                  </a:lnTo>
                  <a:lnTo>
                    <a:pt x="6217" y="27320"/>
                  </a:lnTo>
                  <a:lnTo>
                    <a:pt x="6303" y="26880"/>
                  </a:lnTo>
                  <a:lnTo>
                    <a:pt x="9824" y="21506"/>
                  </a:lnTo>
                  <a:lnTo>
                    <a:pt x="10174" y="16759"/>
                  </a:lnTo>
                  <a:lnTo>
                    <a:pt x="10333" y="14575"/>
                  </a:lnTo>
                  <a:lnTo>
                    <a:pt x="11799" y="7683"/>
                  </a:lnTo>
                  <a:lnTo>
                    <a:pt x="14116" y="2786"/>
                  </a:lnTo>
                  <a:lnTo>
                    <a:pt x="17760" y="0"/>
                  </a:lnTo>
                  <a:lnTo>
                    <a:pt x="35465" y="4495"/>
                  </a:lnTo>
                  <a:lnTo>
                    <a:pt x="42290" y="6397"/>
                  </a:lnTo>
                  <a:lnTo>
                    <a:pt x="47196" y="7758"/>
                  </a:lnTo>
                  <a:lnTo>
                    <a:pt x="52208" y="8900"/>
                  </a:lnTo>
                  <a:lnTo>
                    <a:pt x="53901" y="9273"/>
                  </a:lnTo>
                  <a:lnTo>
                    <a:pt x="66545" y="12036"/>
                  </a:lnTo>
                  <a:lnTo>
                    <a:pt x="77410" y="14240"/>
                  </a:lnTo>
                  <a:lnTo>
                    <a:pt x="77801" y="18419"/>
                  </a:lnTo>
                  <a:lnTo>
                    <a:pt x="77855" y="21506"/>
                  </a:lnTo>
                  <a:lnTo>
                    <a:pt x="77911" y="24874"/>
                  </a:lnTo>
                  <a:lnTo>
                    <a:pt x="77924" y="25620"/>
                  </a:lnTo>
                  <a:lnTo>
                    <a:pt x="77822" y="26830"/>
                  </a:lnTo>
                  <a:lnTo>
                    <a:pt x="77701" y="28262"/>
                  </a:lnTo>
                  <a:lnTo>
                    <a:pt x="77521" y="30391"/>
                  </a:lnTo>
                  <a:lnTo>
                    <a:pt x="77481" y="30858"/>
                  </a:lnTo>
                  <a:lnTo>
                    <a:pt x="77401" y="31298"/>
                  </a:lnTo>
                  <a:lnTo>
                    <a:pt x="77061" y="33180"/>
                  </a:lnTo>
                  <a:lnTo>
                    <a:pt x="76315" y="37288"/>
                  </a:lnTo>
                  <a:lnTo>
                    <a:pt x="76255" y="38372"/>
                  </a:lnTo>
                  <a:lnTo>
                    <a:pt x="76150" y="40259"/>
                  </a:lnTo>
                  <a:lnTo>
                    <a:pt x="75961" y="43637"/>
                  </a:lnTo>
                  <a:lnTo>
                    <a:pt x="75209" y="45779"/>
                  </a:lnTo>
                  <a:lnTo>
                    <a:pt x="75084" y="46133"/>
                  </a:lnTo>
                  <a:lnTo>
                    <a:pt x="74503" y="47783"/>
                  </a:lnTo>
                  <a:lnTo>
                    <a:pt x="70025" y="49787"/>
                  </a:lnTo>
                  <a:lnTo>
                    <a:pt x="69386" y="50072"/>
                  </a:lnTo>
                  <a:lnTo>
                    <a:pt x="67770" y="51961"/>
                  </a:lnTo>
                  <a:lnTo>
                    <a:pt x="68686" y="55255"/>
                  </a:lnTo>
                  <a:lnTo>
                    <a:pt x="68753" y="58440"/>
                  </a:lnTo>
                  <a:lnTo>
                    <a:pt x="67064" y="60272"/>
                  </a:lnTo>
                  <a:lnTo>
                    <a:pt x="67463" y="64152"/>
                  </a:lnTo>
                  <a:lnTo>
                    <a:pt x="68372" y="67402"/>
                  </a:lnTo>
                  <a:lnTo>
                    <a:pt x="71150" y="67997"/>
                  </a:lnTo>
                  <a:lnTo>
                    <a:pt x="72528" y="68292"/>
                  </a:lnTo>
                  <a:lnTo>
                    <a:pt x="75454" y="66679"/>
                  </a:lnTo>
                  <a:lnTo>
                    <a:pt x="78640" y="65981"/>
                  </a:lnTo>
                  <a:lnTo>
                    <a:pt x="83119" y="66839"/>
                  </a:lnTo>
                  <a:lnTo>
                    <a:pt x="83539" y="61769"/>
                  </a:lnTo>
                  <a:lnTo>
                    <a:pt x="84747" y="60856"/>
                  </a:lnTo>
                  <a:lnTo>
                    <a:pt x="87879" y="66235"/>
                  </a:lnTo>
                  <a:lnTo>
                    <a:pt x="89837" y="71283"/>
                  </a:lnTo>
                  <a:lnTo>
                    <a:pt x="91001" y="77358"/>
                  </a:lnTo>
                  <a:lnTo>
                    <a:pt x="91569" y="85063"/>
                  </a:lnTo>
                  <a:lnTo>
                    <a:pt x="92057" y="91756"/>
                  </a:lnTo>
                  <a:lnTo>
                    <a:pt x="92286" y="93585"/>
                  </a:lnTo>
                  <a:lnTo>
                    <a:pt x="93676" y="104744"/>
                  </a:lnTo>
                  <a:lnTo>
                    <a:pt x="94605" y="110689"/>
                  </a:lnTo>
                  <a:lnTo>
                    <a:pt x="94629" y="110845"/>
                  </a:lnTo>
                  <a:lnTo>
                    <a:pt x="96663" y="120620"/>
                  </a:lnTo>
                  <a:lnTo>
                    <a:pt x="96730" y="121173"/>
                  </a:lnTo>
                  <a:lnTo>
                    <a:pt x="97138" y="124585"/>
                  </a:lnTo>
                  <a:lnTo>
                    <a:pt x="94824" y="137676"/>
                  </a:lnTo>
                  <a:lnTo>
                    <a:pt x="91412" y="149832"/>
                  </a:lnTo>
                  <a:lnTo>
                    <a:pt x="91496" y="152239"/>
                  </a:lnTo>
                  <a:lnTo>
                    <a:pt x="91530" y="153201"/>
                  </a:lnTo>
                  <a:lnTo>
                    <a:pt x="89290" y="160455"/>
                  </a:lnTo>
                  <a:lnTo>
                    <a:pt x="87407" y="164938"/>
                  </a:lnTo>
                  <a:lnTo>
                    <a:pt x="81577" y="171242"/>
                  </a:lnTo>
                  <a:lnTo>
                    <a:pt x="80704" y="172818"/>
                  </a:lnTo>
                  <a:lnTo>
                    <a:pt x="78853" y="176157"/>
                  </a:lnTo>
                  <a:lnTo>
                    <a:pt x="76112" y="182557"/>
                  </a:lnTo>
                  <a:lnTo>
                    <a:pt x="75323" y="185831"/>
                  </a:lnTo>
                  <a:lnTo>
                    <a:pt x="74065" y="191859"/>
                  </a:lnTo>
                  <a:lnTo>
                    <a:pt x="75041" y="193128"/>
                  </a:lnTo>
                  <a:lnTo>
                    <a:pt x="72331" y="201481"/>
                  </a:lnTo>
                  <a:lnTo>
                    <a:pt x="71375" y="205264"/>
                  </a:lnTo>
                  <a:lnTo>
                    <a:pt x="68846" y="210336"/>
                  </a:lnTo>
                  <a:lnTo>
                    <a:pt x="64651" y="212782"/>
                  </a:lnTo>
                  <a:lnTo>
                    <a:pt x="62337" y="213058"/>
                  </a:lnTo>
                  <a:lnTo>
                    <a:pt x="61415" y="206998"/>
                  </a:lnTo>
                  <a:lnTo>
                    <a:pt x="62610" y="198549"/>
                  </a:lnTo>
                  <a:lnTo>
                    <a:pt x="62349" y="193369"/>
                  </a:lnTo>
                  <a:lnTo>
                    <a:pt x="60314" y="191083"/>
                  </a:lnTo>
                  <a:lnTo>
                    <a:pt x="59624" y="191139"/>
                  </a:lnTo>
                  <a:lnTo>
                    <a:pt x="53892" y="191594"/>
                  </a:lnTo>
                  <a:lnTo>
                    <a:pt x="50021" y="190575"/>
                  </a:lnTo>
                  <a:lnTo>
                    <a:pt x="47391" y="191819"/>
                  </a:lnTo>
                  <a:lnTo>
                    <a:pt x="45139" y="195235"/>
                  </a:lnTo>
                  <a:lnTo>
                    <a:pt x="42181" y="192359"/>
                  </a:lnTo>
                  <a:lnTo>
                    <a:pt x="38211" y="189847"/>
                  </a:lnTo>
                  <a:lnTo>
                    <a:pt x="35577" y="188527"/>
                  </a:lnTo>
                  <a:lnTo>
                    <a:pt x="32762" y="188800"/>
                  </a:lnTo>
                  <a:lnTo>
                    <a:pt x="29081" y="186186"/>
                  </a:lnTo>
                  <a:lnTo>
                    <a:pt x="26836" y="185452"/>
                  </a:lnTo>
                  <a:lnTo>
                    <a:pt x="23221" y="183618"/>
                  </a:lnTo>
                  <a:lnTo>
                    <a:pt x="21836" y="183169"/>
                  </a:lnTo>
                  <a:lnTo>
                    <a:pt x="19869" y="182530"/>
                  </a:lnTo>
                  <a:lnTo>
                    <a:pt x="17489" y="179846"/>
                  </a:lnTo>
                  <a:lnTo>
                    <a:pt x="12349" y="179419"/>
                  </a:lnTo>
                  <a:lnTo>
                    <a:pt x="11964" y="176030"/>
                  </a:lnTo>
                  <a:lnTo>
                    <a:pt x="11075" y="172834"/>
                  </a:lnTo>
                  <a:lnTo>
                    <a:pt x="10987" y="168870"/>
                  </a:lnTo>
                  <a:lnTo>
                    <a:pt x="8526" y="1679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24661" y="4045317"/>
              <a:ext cx="474619" cy="503694"/>
            </a:xfrm>
            <a:custGeom>
              <a:avLst/>
              <a:pathLst>
                <a:path w="474619" h="503694">
                  <a:moveTo>
                    <a:pt x="3808" y="456717"/>
                  </a:moveTo>
                  <a:lnTo>
                    <a:pt x="6211" y="431526"/>
                  </a:lnTo>
                  <a:lnTo>
                    <a:pt x="9056" y="401527"/>
                  </a:lnTo>
                  <a:lnTo>
                    <a:pt x="11979" y="370718"/>
                  </a:lnTo>
                  <a:lnTo>
                    <a:pt x="15534" y="332898"/>
                  </a:lnTo>
                  <a:lnTo>
                    <a:pt x="17198" y="315280"/>
                  </a:lnTo>
                  <a:lnTo>
                    <a:pt x="20318" y="283026"/>
                  </a:lnTo>
                  <a:lnTo>
                    <a:pt x="21150" y="274457"/>
                  </a:lnTo>
                  <a:lnTo>
                    <a:pt x="26626" y="217629"/>
                  </a:lnTo>
                  <a:lnTo>
                    <a:pt x="27111" y="212634"/>
                  </a:lnTo>
                  <a:lnTo>
                    <a:pt x="30370" y="179217"/>
                  </a:lnTo>
                  <a:lnTo>
                    <a:pt x="32178" y="160267"/>
                  </a:lnTo>
                  <a:lnTo>
                    <a:pt x="33760" y="143739"/>
                  </a:lnTo>
                  <a:lnTo>
                    <a:pt x="35953" y="121721"/>
                  </a:lnTo>
                  <a:lnTo>
                    <a:pt x="38268" y="98388"/>
                  </a:lnTo>
                  <a:lnTo>
                    <a:pt x="39344" y="87588"/>
                  </a:lnTo>
                  <a:lnTo>
                    <a:pt x="40347" y="77540"/>
                  </a:lnTo>
                  <a:lnTo>
                    <a:pt x="46992" y="10945"/>
                  </a:lnTo>
                  <a:lnTo>
                    <a:pt x="48103" y="0"/>
                  </a:lnTo>
                  <a:lnTo>
                    <a:pt x="77993" y="3145"/>
                  </a:lnTo>
                  <a:lnTo>
                    <a:pt x="94956" y="4848"/>
                  </a:lnTo>
                  <a:lnTo>
                    <a:pt x="121621" y="7424"/>
                  </a:lnTo>
                  <a:lnTo>
                    <a:pt x="158177" y="10810"/>
                  </a:lnTo>
                  <a:lnTo>
                    <a:pt x="162464" y="11192"/>
                  </a:lnTo>
                  <a:lnTo>
                    <a:pt x="200793" y="14457"/>
                  </a:lnTo>
                  <a:lnTo>
                    <a:pt x="201270" y="15179"/>
                  </a:lnTo>
                  <a:lnTo>
                    <a:pt x="229045" y="17275"/>
                  </a:lnTo>
                  <a:lnTo>
                    <a:pt x="238441" y="17954"/>
                  </a:lnTo>
                  <a:lnTo>
                    <a:pt x="262225" y="19606"/>
                  </a:lnTo>
                  <a:lnTo>
                    <a:pt x="262849" y="19648"/>
                  </a:lnTo>
                  <a:lnTo>
                    <a:pt x="282553" y="20989"/>
                  </a:lnTo>
                  <a:lnTo>
                    <a:pt x="282695" y="20998"/>
                  </a:lnTo>
                  <a:lnTo>
                    <a:pt x="295588" y="21862"/>
                  </a:lnTo>
                  <a:lnTo>
                    <a:pt x="303684" y="22393"/>
                  </a:lnTo>
                  <a:lnTo>
                    <a:pt x="315553" y="23171"/>
                  </a:lnTo>
                  <a:lnTo>
                    <a:pt x="317728" y="23311"/>
                  </a:lnTo>
                  <a:lnTo>
                    <a:pt x="322354" y="23605"/>
                  </a:lnTo>
                  <a:lnTo>
                    <a:pt x="324773" y="23757"/>
                  </a:lnTo>
                  <a:lnTo>
                    <a:pt x="352241" y="25547"/>
                  </a:lnTo>
                  <a:lnTo>
                    <a:pt x="380041" y="27043"/>
                  </a:lnTo>
                  <a:lnTo>
                    <a:pt x="403457" y="27992"/>
                  </a:lnTo>
                  <a:lnTo>
                    <a:pt x="422888" y="28710"/>
                  </a:lnTo>
                  <a:lnTo>
                    <a:pt x="468681" y="30407"/>
                  </a:lnTo>
                  <a:lnTo>
                    <a:pt x="474619" y="30602"/>
                  </a:lnTo>
                  <a:lnTo>
                    <a:pt x="474371" y="38588"/>
                  </a:lnTo>
                  <a:lnTo>
                    <a:pt x="473648" y="59261"/>
                  </a:lnTo>
                  <a:lnTo>
                    <a:pt x="473460" y="65654"/>
                  </a:lnTo>
                  <a:lnTo>
                    <a:pt x="473146" y="74677"/>
                  </a:lnTo>
                  <a:lnTo>
                    <a:pt x="470332" y="74572"/>
                  </a:lnTo>
                  <a:lnTo>
                    <a:pt x="469106" y="113832"/>
                  </a:lnTo>
                  <a:lnTo>
                    <a:pt x="468147" y="141669"/>
                  </a:lnTo>
                  <a:lnTo>
                    <a:pt x="467793" y="151976"/>
                  </a:lnTo>
                  <a:lnTo>
                    <a:pt x="466446" y="190689"/>
                  </a:lnTo>
                  <a:lnTo>
                    <a:pt x="466328" y="194074"/>
                  </a:lnTo>
                  <a:lnTo>
                    <a:pt x="465778" y="210865"/>
                  </a:lnTo>
                  <a:lnTo>
                    <a:pt x="465183" y="229080"/>
                  </a:lnTo>
                  <a:lnTo>
                    <a:pt x="464796" y="240316"/>
                  </a:lnTo>
                  <a:lnTo>
                    <a:pt x="464047" y="261469"/>
                  </a:lnTo>
                  <a:lnTo>
                    <a:pt x="463864" y="267352"/>
                  </a:lnTo>
                  <a:lnTo>
                    <a:pt x="463837" y="268241"/>
                  </a:lnTo>
                  <a:lnTo>
                    <a:pt x="463227" y="287899"/>
                  </a:lnTo>
                  <a:lnTo>
                    <a:pt x="462224" y="310309"/>
                  </a:lnTo>
                  <a:lnTo>
                    <a:pt x="461119" y="332658"/>
                  </a:lnTo>
                  <a:lnTo>
                    <a:pt x="460318" y="348676"/>
                  </a:lnTo>
                  <a:lnTo>
                    <a:pt x="459575" y="363551"/>
                  </a:lnTo>
                  <a:lnTo>
                    <a:pt x="458595" y="386421"/>
                  </a:lnTo>
                  <a:lnTo>
                    <a:pt x="458182" y="396069"/>
                  </a:lnTo>
                  <a:lnTo>
                    <a:pt x="457845" y="406834"/>
                  </a:lnTo>
                  <a:lnTo>
                    <a:pt x="457463" y="419052"/>
                  </a:lnTo>
                  <a:lnTo>
                    <a:pt x="457285" y="424837"/>
                  </a:lnTo>
                  <a:lnTo>
                    <a:pt x="456261" y="457991"/>
                  </a:lnTo>
                  <a:lnTo>
                    <a:pt x="456101" y="463084"/>
                  </a:lnTo>
                  <a:lnTo>
                    <a:pt x="455863" y="470688"/>
                  </a:lnTo>
                  <a:lnTo>
                    <a:pt x="436091" y="469965"/>
                  </a:lnTo>
                  <a:lnTo>
                    <a:pt x="406192" y="468756"/>
                  </a:lnTo>
                  <a:lnTo>
                    <a:pt x="386785" y="467896"/>
                  </a:lnTo>
                  <a:lnTo>
                    <a:pt x="383444" y="467743"/>
                  </a:lnTo>
                  <a:lnTo>
                    <a:pt x="336780" y="465347"/>
                  </a:lnTo>
                  <a:lnTo>
                    <a:pt x="321389" y="464494"/>
                  </a:lnTo>
                  <a:lnTo>
                    <a:pt x="316068" y="464190"/>
                  </a:lnTo>
                  <a:lnTo>
                    <a:pt x="298313" y="463146"/>
                  </a:lnTo>
                  <a:lnTo>
                    <a:pt x="253391" y="460138"/>
                  </a:lnTo>
                  <a:lnTo>
                    <a:pt x="234760" y="458881"/>
                  </a:lnTo>
                  <a:lnTo>
                    <a:pt x="219500" y="457812"/>
                  </a:lnTo>
                  <a:lnTo>
                    <a:pt x="206216" y="456884"/>
                  </a:lnTo>
                  <a:lnTo>
                    <a:pt x="195919" y="456147"/>
                  </a:lnTo>
                  <a:lnTo>
                    <a:pt x="188055" y="455572"/>
                  </a:lnTo>
                  <a:lnTo>
                    <a:pt x="187006" y="458070"/>
                  </a:lnTo>
                  <a:lnTo>
                    <a:pt x="187167" y="463131"/>
                  </a:lnTo>
                  <a:lnTo>
                    <a:pt x="185978" y="466790"/>
                  </a:lnTo>
                  <a:lnTo>
                    <a:pt x="189747" y="472162"/>
                  </a:lnTo>
                  <a:lnTo>
                    <a:pt x="193572" y="475167"/>
                  </a:lnTo>
                  <a:lnTo>
                    <a:pt x="193313" y="475080"/>
                  </a:lnTo>
                  <a:lnTo>
                    <a:pt x="158484" y="472351"/>
                  </a:lnTo>
                  <a:lnTo>
                    <a:pt x="135625" y="470450"/>
                  </a:lnTo>
                  <a:lnTo>
                    <a:pt x="126170" y="469640"/>
                  </a:lnTo>
                  <a:lnTo>
                    <a:pt x="66960" y="464235"/>
                  </a:lnTo>
                  <a:lnTo>
                    <a:pt x="64866" y="489116"/>
                  </a:lnTo>
                  <a:lnTo>
                    <a:pt x="63651" y="503694"/>
                  </a:lnTo>
                  <a:lnTo>
                    <a:pt x="25892" y="499987"/>
                  </a:lnTo>
                  <a:lnTo>
                    <a:pt x="14288" y="498874"/>
                  </a:lnTo>
                  <a:lnTo>
                    <a:pt x="0" y="4973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048167" y="3271591"/>
              <a:ext cx="442577" cy="685527"/>
            </a:xfrm>
            <a:custGeom>
              <a:avLst/>
              <a:pathLst>
                <a:path w="442577" h="685527">
                  <a:moveTo>
                    <a:pt x="6110" y="231882"/>
                  </a:moveTo>
                  <a:lnTo>
                    <a:pt x="8816" y="220770"/>
                  </a:lnTo>
                  <a:lnTo>
                    <a:pt x="10792" y="212662"/>
                  </a:lnTo>
                  <a:lnTo>
                    <a:pt x="14620" y="196787"/>
                  </a:lnTo>
                  <a:lnTo>
                    <a:pt x="19514" y="176542"/>
                  </a:lnTo>
                  <a:lnTo>
                    <a:pt x="22999" y="161834"/>
                  </a:lnTo>
                  <a:lnTo>
                    <a:pt x="27033" y="144966"/>
                  </a:lnTo>
                  <a:lnTo>
                    <a:pt x="35121" y="110315"/>
                  </a:lnTo>
                  <a:lnTo>
                    <a:pt x="37987" y="97736"/>
                  </a:lnTo>
                  <a:lnTo>
                    <a:pt x="44500" y="70177"/>
                  </a:lnTo>
                  <a:lnTo>
                    <a:pt x="53607" y="32550"/>
                  </a:lnTo>
                  <a:lnTo>
                    <a:pt x="58873" y="10357"/>
                  </a:lnTo>
                  <a:lnTo>
                    <a:pt x="61376" y="0"/>
                  </a:lnTo>
                  <a:lnTo>
                    <a:pt x="78739" y="4179"/>
                  </a:lnTo>
                  <a:lnTo>
                    <a:pt x="101890" y="10069"/>
                  </a:lnTo>
                  <a:lnTo>
                    <a:pt x="104167" y="10642"/>
                  </a:lnTo>
                  <a:lnTo>
                    <a:pt x="111515" y="12484"/>
                  </a:lnTo>
                  <a:lnTo>
                    <a:pt x="124698" y="15589"/>
                  </a:lnTo>
                  <a:lnTo>
                    <a:pt x="138996" y="19078"/>
                  </a:lnTo>
                  <a:lnTo>
                    <a:pt x="156547" y="22927"/>
                  </a:lnTo>
                  <a:lnTo>
                    <a:pt x="175935" y="27241"/>
                  </a:lnTo>
                  <a:lnTo>
                    <a:pt x="196610" y="31784"/>
                  </a:lnTo>
                  <a:lnTo>
                    <a:pt x="212558" y="35310"/>
                  </a:lnTo>
                  <a:lnTo>
                    <a:pt x="226638" y="38316"/>
                  </a:lnTo>
                  <a:lnTo>
                    <a:pt x="239818" y="41064"/>
                  </a:lnTo>
                  <a:lnTo>
                    <a:pt x="250789" y="43451"/>
                  </a:lnTo>
                  <a:lnTo>
                    <a:pt x="251300" y="43564"/>
                  </a:lnTo>
                  <a:lnTo>
                    <a:pt x="276378" y="49047"/>
                  </a:lnTo>
                  <a:lnTo>
                    <a:pt x="295174" y="52914"/>
                  </a:lnTo>
                  <a:lnTo>
                    <a:pt x="324859" y="58908"/>
                  </a:lnTo>
                  <a:lnTo>
                    <a:pt x="340566" y="61924"/>
                  </a:lnTo>
                  <a:lnTo>
                    <a:pt x="360612" y="65895"/>
                  </a:lnTo>
                  <a:lnTo>
                    <a:pt x="378402" y="69017"/>
                  </a:lnTo>
                  <a:lnTo>
                    <a:pt x="387368" y="70567"/>
                  </a:lnTo>
                  <a:lnTo>
                    <a:pt x="406679" y="74586"/>
                  </a:lnTo>
                  <a:lnTo>
                    <a:pt x="427087" y="78264"/>
                  </a:lnTo>
                  <a:lnTo>
                    <a:pt x="442577" y="81024"/>
                  </a:lnTo>
                  <a:lnTo>
                    <a:pt x="439176" y="102045"/>
                  </a:lnTo>
                  <a:lnTo>
                    <a:pt x="435324" y="124981"/>
                  </a:lnTo>
                  <a:lnTo>
                    <a:pt x="431110" y="149820"/>
                  </a:lnTo>
                  <a:lnTo>
                    <a:pt x="428048" y="168005"/>
                  </a:lnTo>
                  <a:lnTo>
                    <a:pt x="424001" y="191938"/>
                  </a:lnTo>
                  <a:lnTo>
                    <a:pt x="420542" y="212089"/>
                  </a:lnTo>
                  <a:lnTo>
                    <a:pt x="419100" y="220615"/>
                  </a:lnTo>
                  <a:lnTo>
                    <a:pt x="415051" y="245241"/>
                  </a:lnTo>
                  <a:lnTo>
                    <a:pt x="414778" y="246907"/>
                  </a:lnTo>
                  <a:lnTo>
                    <a:pt x="411978" y="263685"/>
                  </a:lnTo>
                  <a:lnTo>
                    <a:pt x="410347" y="273476"/>
                  </a:lnTo>
                  <a:lnTo>
                    <a:pt x="406811" y="295488"/>
                  </a:lnTo>
                  <a:lnTo>
                    <a:pt x="406210" y="299235"/>
                  </a:lnTo>
                  <a:lnTo>
                    <a:pt x="399082" y="342485"/>
                  </a:lnTo>
                  <a:lnTo>
                    <a:pt x="397368" y="353596"/>
                  </a:lnTo>
                  <a:lnTo>
                    <a:pt x="394447" y="371199"/>
                  </a:lnTo>
                  <a:lnTo>
                    <a:pt x="392935" y="380331"/>
                  </a:lnTo>
                  <a:lnTo>
                    <a:pt x="390582" y="395067"/>
                  </a:lnTo>
                  <a:lnTo>
                    <a:pt x="388424" y="408593"/>
                  </a:lnTo>
                  <a:lnTo>
                    <a:pt x="387029" y="417465"/>
                  </a:lnTo>
                  <a:lnTo>
                    <a:pt x="383334" y="440852"/>
                  </a:lnTo>
                  <a:lnTo>
                    <a:pt x="381318" y="452672"/>
                  </a:lnTo>
                  <a:lnTo>
                    <a:pt x="379315" y="465020"/>
                  </a:lnTo>
                  <a:lnTo>
                    <a:pt x="377744" y="474883"/>
                  </a:lnTo>
                  <a:lnTo>
                    <a:pt x="374939" y="493046"/>
                  </a:lnTo>
                  <a:lnTo>
                    <a:pt x="372265" y="510203"/>
                  </a:lnTo>
                  <a:lnTo>
                    <a:pt x="371140" y="517918"/>
                  </a:lnTo>
                  <a:lnTo>
                    <a:pt x="369022" y="531680"/>
                  </a:lnTo>
                  <a:lnTo>
                    <a:pt x="365813" y="552601"/>
                  </a:lnTo>
                  <a:lnTo>
                    <a:pt x="362169" y="576982"/>
                  </a:lnTo>
                  <a:lnTo>
                    <a:pt x="361357" y="581933"/>
                  </a:lnTo>
                  <a:lnTo>
                    <a:pt x="360444" y="588492"/>
                  </a:lnTo>
                  <a:lnTo>
                    <a:pt x="355731" y="594192"/>
                  </a:lnTo>
                  <a:lnTo>
                    <a:pt x="352101" y="599722"/>
                  </a:lnTo>
                  <a:lnTo>
                    <a:pt x="350760" y="602060"/>
                  </a:lnTo>
                  <a:lnTo>
                    <a:pt x="346269" y="602096"/>
                  </a:lnTo>
                  <a:lnTo>
                    <a:pt x="342528" y="599649"/>
                  </a:lnTo>
                  <a:lnTo>
                    <a:pt x="339699" y="596702"/>
                  </a:lnTo>
                  <a:lnTo>
                    <a:pt x="338826" y="592519"/>
                  </a:lnTo>
                  <a:lnTo>
                    <a:pt x="336859" y="589026"/>
                  </a:lnTo>
                  <a:lnTo>
                    <a:pt x="333740" y="588247"/>
                  </a:lnTo>
                  <a:lnTo>
                    <a:pt x="331241" y="589550"/>
                  </a:lnTo>
                  <a:lnTo>
                    <a:pt x="328582" y="588818"/>
                  </a:lnTo>
                  <a:lnTo>
                    <a:pt x="327145" y="586630"/>
                  </a:lnTo>
                  <a:lnTo>
                    <a:pt x="322913" y="585828"/>
                  </a:lnTo>
                  <a:lnTo>
                    <a:pt x="318839" y="586063"/>
                  </a:lnTo>
                  <a:lnTo>
                    <a:pt x="315785" y="587650"/>
                  </a:lnTo>
                  <a:lnTo>
                    <a:pt x="310705" y="587915"/>
                  </a:lnTo>
                  <a:lnTo>
                    <a:pt x="309721" y="590782"/>
                  </a:lnTo>
                  <a:lnTo>
                    <a:pt x="309659" y="591184"/>
                  </a:lnTo>
                  <a:lnTo>
                    <a:pt x="308904" y="596082"/>
                  </a:lnTo>
                  <a:lnTo>
                    <a:pt x="308790" y="601998"/>
                  </a:lnTo>
                  <a:lnTo>
                    <a:pt x="310375" y="606067"/>
                  </a:lnTo>
                  <a:lnTo>
                    <a:pt x="312017" y="609655"/>
                  </a:lnTo>
                  <a:lnTo>
                    <a:pt x="308906" y="613642"/>
                  </a:lnTo>
                  <a:lnTo>
                    <a:pt x="308223" y="620791"/>
                  </a:lnTo>
                  <a:lnTo>
                    <a:pt x="307629" y="628078"/>
                  </a:lnTo>
                  <a:lnTo>
                    <a:pt x="309610" y="632078"/>
                  </a:lnTo>
                  <a:lnTo>
                    <a:pt x="309110" y="634037"/>
                  </a:lnTo>
                  <a:lnTo>
                    <a:pt x="307718" y="639497"/>
                  </a:lnTo>
                  <a:lnTo>
                    <a:pt x="306573" y="646031"/>
                  </a:lnTo>
                  <a:lnTo>
                    <a:pt x="308670" y="649993"/>
                  </a:lnTo>
                  <a:lnTo>
                    <a:pt x="309475" y="663347"/>
                  </a:lnTo>
                  <a:lnTo>
                    <a:pt x="308793" y="674330"/>
                  </a:lnTo>
                  <a:lnTo>
                    <a:pt x="306669" y="675544"/>
                  </a:lnTo>
                  <a:lnTo>
                    <a:pt x="305196" y="675234"/>
                  </a:lnTo>
                  <a:lnTo>
                    <a:pt x="304093" y="679813"/>
                  </a:lnTo>
                  <a:lnTo>
                    <a:pt x="302572" y="685527"/>
                  </a:lnTo>
                  <a:lnTo>
                    <a:pt x="292309" y="671334"/>
                  </a:lnTo>
                  <a:lnTo>
                    <a:pt x="283693" y="659413"/>
                  </a:lnTo>
                  <a:lnTo>
                    <a:pt x="277987" y="651480"/>
                  </a:lnTo>
                  <a:lnTo>
                    <a:pt x="271058" y="641937"/>
                  </a:lnTo>
                  <a:lnTo>
                    <a:pt x="262532" y="630110"/>
                  </a:lnTo>
                  <a:lnTo>
                    <a:pt x="256564" y="621859"/>
                  </a:lnTo>
                  <a:lnTo>
                    <a:pt x="242228" y="601880"/>
                  </a:lnTo>
                  <a:lnTo>
                    <a:pt x="230611" y="585796"/>
                  </a:lnTo>
                  <a:lnTo>
                    <a:pt x="227873" y="581988"/>
                  </a:lnTo>
                  <a:lnTo>
                    <a:pt x="216196" y="565670"/>
                  </a:lnTo>
                  <a:lnTo>
                    <a:pt x="199852" y="542884"/>
                  </a:lnTo>
                  <a:lnTo>
                    <a:pt x="193391" y="533777"/>
                  </a:lnTo>
                  <a:lnTo>
                    <a:pt x="164101" y="492665"/>
                  </a:lnTo>
                  <a:lnTo>
                    <a:pt x="154743" y="479531"/>
                  </a:lnTo>
                  <a:lnTo>
                    <a:pt x="150287" y="473246"/>
                  </a:lnTo>
                  <a:lnTo>
                    <a:pt x="125842" y="438723"/>
                  </a:lnTo>
                  <a:lnTo>
                    <a:pt x="117313" y="426742"/>
                  </a:lnTo>
                  <a:lnTo>
                    <a:pt x="106844" y="411937"/>
                  </a:lnTo>
                  <a:lnTo>
                    <a:pt x="84501" y="380228"/>
                  </a:lnTo>
                  <a:lnTo>
                    <a:pt x="80515" y="374516"/>
                  </a:lnTo>
                  <a:lnTo>
                    <a:pt x="56122" y="339731"/>
                  </a:lnTo>
                  <a:lnTo>
                    <a:pt x="44988" y="323928"/>
                  </a:lnTo>
                  <a:lnTo>
                    <a:pt x="38357" y="314453"/>
                  </a:lnTo>
                  <a:lnTo>
                    <a:pt x="35615" y="310546"/>
                  </a:lnTo>
                  <a:lnTo>
                    <a:pt x="22001" y="291028"/>
                  </a:lnTo>
                  <a:lnTo>
                    <a:pt x="21880" y="290854"/>
                  </a:lnTo>
                  <a:lnTo>
                    <a:pt x="5099" y="266738"/>
                  </a:lnTo>
                  <a:lnTo>
                    <a:pt x="0" y="259406"/>
                  </a:lnTo>
                  <a:lnTo>
                    <a:pt x="1297" y="253504"/>
                  </a:lnTo>
                  <a:lnTo>
                    <a:pt x="2160" y="249577"/>
                  </a:lnTo>
                  <a:lnTo>
                    <a:pt x="3173" y="244977"/>
                  </a:lnTo>
                  <a:lnTo>
                    <a:pt x="5580" y="2340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41727" y="2955714"/>
              <a:ext cx="6930" cy="7113"/>
            </a:xfrm>
            <a:custGeom>
              <a:avLst/>
              <a:pathLst>
                <a:path w="6930" h="7113">
                  <a:moveTo>
                    <a:pt x="0" y="3424"/>
                  </a:moveTo>
                  <a:lnTo>
                    <a:pt x="5221" y="0"/>
                  </a:lnTo>
                  <a:lnTo>
                    <a:pt x="6930" y="3075"/>
                  </a:lnTo>
                  <a:lnTo>
                    <a:pt x="154" y="71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33467" y="2670458"/>
              <a:ext cx="524186" cy="402841"/>
            </a:xfrm>
            <a:custGeom>
              <a:avLst/>
              <a:pathLst>
                <a:path w="524186" h="402841">
                  <a:moveTo>
                    <a:pt x="0" y="352293"/>
                  </a:moveTo>
                  <a:lnTo>
                    <a:pt x="7297" y="345381"/>
                  </a:lnTo>
                  <a:lnTo>
                    <a:pt x="16371" y="335078"/>
                  </a:lnTo>
                  <a:lnTo>
                    <a:pt x="19666" y="329126"/>
                  </a:lnTo>
                  <a:lnTo>
                    <a:pt x="24871" y="323645"/>
                  </a:lnTo>
                  <a:lnTo>
                    <a:pt x="29756" y="319169"/>
                  </a:lnTo>
                  <a:lnTo>
                    <a:pt x="32768" y="316662"/>
                  </a:lnTo>
                  <a:lnTo>
                    <a:pt x="32828" y="316211"/>
                  </a:lnTo>
                  <a:lnTo>
                    <a:pt x="33395" y="311988"/>
                  </a:lnTo>
                  <a:lnTo>
                    <a:pt x="35676" y="308489"/>
                  </a:lnTo>
                  <a:lnTo>
                    <a:pt x="35627" y="304407"/>
                  </a:lnTo>
                  <a:lnTo>
                    <a:pt x="39802" y="300821"/>
                  </a:lnTo>
                  <a:lnTo>
                    <a:pt x="43341" y="297096"/>
                  </a:lnTo>
                  <a:lnTo>
                    <a:pt x="45654" y="292264"/>
                  </a:lnTo>
                  <a:lnTo>
                    <a:pt x="45008" y="291189"/>
                  </a:lnTo>
                  <a:lnTo>
                    <a:pt x="43984" y="289482"/>
                  </a:lnTo>
                  <a:lnTo>
                    <a:pt x="42030" y="286268"/>
                  </a:lnTo>
                  <a:lnTo>
                    <a:pt x="39742" y="285099"/>
                  </a:lnTo>
                  <a:lnTo>
                    <a:pt x="38907" y="281013"/>
                  </a:lnTo>
                  <a:lnTo>
                    <a:pt x="37302" y="279628"/>
                  </a:lnTo>
                  <a:lnTo>
                    <a:pt x="35096" y="279771"/>
                  </a:lnTo>
                  <a:lnTo>
                    <a:pt x="30662" y="277540"/>
                  </a:lnTo>
                  <a:lnTo>
                    <a:pt x="30174" y="271906"/>
                  </a:lnTo>
                  <a:lnTo>
                    <a:pt x="29097" y="271357"/>
                  </a:lnTo>
                  <a:lnTo>
                    <a:pt x="25439" y="271264"/>
                  </a:lnTo>
                  <a:lnTo>
                    <a:pt x="25282" y="266976"/>
                  </a:lnTo>
                  <a:lnTo>
                    <a:pt x="25388" y="266120"/>
                  </a:lnTo>
                  <a:lnTo>
                    <a:pt x="25618" y="264261"/>
                  </a:lnTo>
                  <a:lnTo>
                    <a:pt x="23577" y="258458"/>
                  </a:lnTo>
                  <a:lnTo>
                    <a:pt x="21591" y="255259"/>
                  </a:lnTo>
                  <a:lnTo>
                    <a:pt x="34951" y="246599"/>
                  </a:lnTo>
                  <a:lnTo>
                    <a:pt x="51433" y="237326"/>
                  </a:lnTo>
                  <a:lnTo>
                    <a:pt x="56437" y="235830"/>
                  </a:lnTo>
                  <a:lnTo>
                    <a:pt x="64759" y="233331"/>
                  </a:lnTo>
                  <a:lnTo>
                    <a:pt x="76022" y="229987"/>
                  </a:lnTo>
                  <a:lnTo>
                    <a:pt x="85494" y="228286"/>
                  </a:lnTo>
                  <a:lnTo>
                    <a:pt x="96948" y="227067"/>
                  </a:lnTo>
                  <a:lnTo>
                    <a:pt x="100459" y="226293"/>
                  </a:lnTo>
                  <a:lnTo>
                    <a:pt x="107964" y="229553"/>
                  </a:lnTo>
                  <a:lnTo>
                    <a:pt x="115799" y="231696"/>
                  </a:lnTo>
                  <a:lnTo>
                    <a:pt x="118527" y="229557"/>
                  </a:lnTo>
                  <a:lnTo>
                    <a:pt x="125622" y="225312"/>
                  </a:lnTo>
                  <a:lnTo>
                    <a:pt x="127606" y="224121"/>
                  </a:lnTo>
                  <a:lnTo>
                    <a:pt x="132400" y="223036"/>
                  </a:lnTo>
                  <a:lnTo>
                    <a:pt x="140394" y="219934"/>
                  </a:lnTo>
                  <a:lnTo>
                    <a:pt x="148744" y="218801"/>
                  </a:lnTo>
                  <a:lnTo>
                    <a:pt x="151671" y="218009"/>
                  </a:lnTo>
                  <a:lnTo>
                    <a:pt x="157581" y="213028"/>
                  </a:lnTo>
                  <a:lnTo>
                    <a:pt x="161700" y="210587"/>
                  </a:lnTo>
                  <a:lnTo>
                    <a:pt x="164101" y="208089"/>
                  </a:lnTo>
                  <a:lnTo>
                    <a:pt x="165995" y="206114"/>
                  </a:lnTo>
                  <a:lnTo>
                    <a:pt x="167804" y="199927"/>
                  </a:lnTo>
                  <a:lnTo>
                    <a:pt x="168461" y="199094"/>
                  </a:lnTo>
                  <a:lnTo>
                    <a:pt x="173365" y="192865"/>
                  </a:lnTo>
                  <a:lnTo>
                    <a:pt x="178090" y="186756"/>
                  </a:lnTo>
                  <a:lnTo>
                    <a:pt x="180939" y="185469"/>
                  </a:lnTo>
                  <a:lnTo>
                    <a:pt x="184266" y="185722"/>
                  </a:lnTo>
                  <a:lnTo>
                    <a:pt x="188933" y="182712"/>
                  </a:lnTo>
                  <a:lnTo>
                    <a:pt x="189741" y="178193"/>
                  </a:lnTo>
                  <a:lnTo>
                    <a:pt x="188263" y="171657"/>
                  </a:lnTo>
                  <a:lnTo>
                    <a:pt x="187193" y="169132"/>
                  </a:lnTo>
                  <a:lnTo>
                    <a:pt x="184626" y="163076"/>
                  </a:lnTo>
                  <a:lnTo>
                    <a:pt x="182371" y="159036"/>
                  </a:lnTo>
                  <a:lnTo>
                    <a:pt x="176951" y="155746"/>
                  </a:lnTo>
                  <a:lnTo>
                    <a:pt x="172676" y="155601"/>
                  </a:lnTo>
                  <a:lnTo>
                    <a:pt x="167535" y="156203"/>
                  </a:lnTo>
                  <a:lnTo>
                    <a:pt x="168250" y="151989"/>
                  </a:lnTo>
                  <a:lnTo>
                    <a:pt x="175079" y="145538"/>
                  </a:lnTo>
                  <a:lnTo>
                    <a:pt x="172030" y="141535"/>
                  </a:lnTo>
                  <a:lnTo>
                    <a:pt x="167783" y="142245"/>
                  </a:lnTo>
                  <a:lnTo>
                    <a:pt x="167567" y="138464"/>
                  </a:lnTo>
                  <a:lnTo>
                    <a:pt x="166330" y="136246"/>
                  </a:lnTo>
                  <a:lnTo>
                    <a:pt x="166404" y="133164"/>
                  </a:lnTo>
                  <a:lnTo>
                    <a:pt x="166868" y="130062"/>
                  </a:lnTo>
                  <a:lnTo>
                    <a:pt x="168767" y="125854"/>
                  </a:lnTo>
                  <a:lnTo>
                    <a:pt x="173280" y="123465"/>
                  </a:lnTo>
                  <a:lnTo>
                    <a:pt x="175190" y="120535"/>
                  </a:lnTo>
                  <a:lnTo>
                    <a:pt x="174282" y="116964"/>
                  </a:lnTo>
                  <a:lnTo>
                    <a:pt x="177663" y="114167"/>
                  </a:lnTo>
                  <a:lnTo>
                    <a:pt x="182194" y="108275"/>
                  </a:lnTo>
                  <a:lnTo>
                    <a:pt x="185230" y="107183"/>
                  </a:lnTo>
                  <a:lnTo>
                    <a:pt x="189048" y="100749"/>
                  </a:lnTo>
                  <a:lnTo>
                    <a:pt x="190224" y="98763"/>
                  </a:lnTo>
                  <a:lnTo>
                    <a:pt x="190515" y="94062"/>
                  </a:lnTo>
                  <a:lnTo>
                    <a:pt x="191839" y="89505"/>
                  </a:lnTo>
                  <a:lnTo>
                    <a:pt x="199912" y="73567"/>
                  </a:lnTo>
                  <a:lnTo>
                    <a:pt x="205834" y="62524"/>
                  </a:lnTo>
                  <a:lnTo>
                    <a:pt x="209840" y="56545"/>
                  </a:lnTo>
                  <a:lnTo>
                    <a:pt x="213092" y="50684"/>
                  </a:lnTo>
                  <a:lnTo>
                    <a:pt x="218591" y="44909"/>
                  </a:lnTo>
                  <a:lnTo>
                    <a:pt x="222306" y="40891"/>
                  </a:lnTo>
                  <a:lnTo>
                    <a:pt x="225141" y="37314"/>
                  </a:lnTo>
                  <a:lnTo>
                    <a:pt x="225355" y="35453"/>
                  </a:lnTo>
                  <a:lnTo>
                    <a:pt x="230183" y="33322"/>
                  </a:lnTo>
                  <a:lnTo>
                    <a:pt x="233638" y="29242"/>
                  </a:lnTo>
                  <a:lnTo>
                    <a:pt x="239585" y="29558"/>
                  </a:lnTo>
                  <a:lnTo>
                    <a:pt x="240658" y="29091"/>
                  </a:lnTo>
                  <a:lnTo>
                    <a:pt x="245276" y="27073"/>
                  </a:lnTo>
                  <a:lnTo>
                    <a:pt x="247194" y="26234"/>
                  </a:lnTo>
                  <a:lnTo>
                    <a:pt x="257493" y="23096"/>
                  </a:lnTo>
                  <a:lnTo>
                    <a:pt x="269493" y="19455"/>
                  </a:lnTo>
                  <a:lnTo>
                    <a:pt x="281450" y="14919"/>
                  </a:lnTo>
                  <a:lnTo>
                    <a:pt x="290281" y="11545"/>
                  </a:lnTo>
                  <a:lnTo>
                    <a:pt x="303941" y="6639"/>
                  </a:lnTo>
                  <a:lnTo>
                    <a:pt x="321033" y="0"/>
                  </a:lnTo>
                  <a:lnTo>
                    <a:pt x="322103" y="3457"/>
                  </a:lnTo>
                  <a:lnTo>
                    <a:pt x="323960" y="7818"/>
                  </a:lnTo>
                  <a:lnTo>
                    <a:pt x="323319" y="13798"/>
                  </a:lnTo>
                  <a:lnTo>
                    <a:pt x="325025" y="16104"/>
                  </a:lnTo>
                  <a:lnTo>
                    <a:pt x="327551" y="17525"/>
                  </a:lnTo>
                  <a:lnTo>
                    <a:pt x="327662" y="22342"/>
                  </a:lnTo>
                  <a:lnTo>
                    <a:pt x="328656" y="26808"/>
                  </a:lnTo>
                  <a:lnTo>
                    <a:pt x="329537" y="34155"/>
                  </a:lnTo>
                  <a:lnTo>
                    <a:pt x="332362" y="38111"/>
                  </a:lnTo>
                  <a:lnTo>
                    <a:pt x="332689" y="38377"/>
                  </a:lnTo>
                  <a:lnTo>
                    <a:pt x="334109" y="39531"/>
                  </a:lnTo>
                  <a:lnTo>
                    <a:pt x="337289" y="42113"/>
                  </a:lnTo>
                  <a:lnTo>
                    <a:pt x="340335" y="47377"/>
                  </a:lnTo>
                  <a:lnTo>
                    <a:pt x="340384" y="52854"/>
                  </a:lnTo>
                  <a:lnTo>
                    <a:pt x="340315" y="55325"/>
                  </a:lnTo>
                  <a:lnTo>
                    <a:pt x="342270" y="59089"/>
                  </a:lnTo>
                  <a:lnTo>
                    <a:pt x="343999" y="62897"/>
                  </a:lnTo>
                  <a:lnTo>
                    <a:pt x="344213" y="63368"/>
                  </a:lnTo>
                  <a:lnTo>
                    <a:pt x="343030" y="66381"/>
                  </a:lnTo>
                  <a:lnTo>
                    <a:pt x="342147" y="72707"/>
                  </a:lnTo>
                  <a:lnTo>
                    <a:pt x="342828" y="78869"/>
                  </a:lnTo>
                  <a:lnTo>
                    <a:pt x="343224" y="84121"/>
                  </a:lnTo>
                  <a:lnTo>
                    <a:pt x="345941" y="86126"/>
                  </a:lnTo>
                  <a:lnTo>
                    <a:pt x="346647" y="89284"/>
                  </a:lnTo>
                  <a:lnTo>
                    <a:pt x="348153" y="93095"/>
                  </a:lnTo>
                  <a:lnTo>
                    <a:pt x="351698" y="97014"/>
                  </a:lnTo>
                  <a:lnTo>
                    <a:pt x="352382" y="102294"/>
                  </a:lnTo>
                  <a:lnTo>
                    <a:pt x="353106" y="102916"/>
                  </a:lnTo>
                  <a:lnTo>
                    <a:pt x="356072" y="105460"/>
                  </a:lnTo>
                  <a:lnTo>
                    <a:pt x="355941" y="107139"/>
                  </a:lnTo>
                  <a:lnTo>
                    <a:pt x="355526" y="112406"/>
                  </a:lnTo>
                  <a:lnTo>
                    <a:pt x="355442" y="116320"/>
                  </a:lnTo>
                  <a:lnTo>
                    <a:pt x="356498" y="121588"/>
                  </a:lnTo>
                  <a:lnTo>
                    <a:pt x="359112" y="123591"/>
                  </a:lnTo>
                  <a:lnTo>
                    <a:pt x="361545" y="117264"/>
                  </a:lnTo>
                  <a:lnTo>
                    <a:pt x="364846" y="120042"/>
                  </a:lnTo>
                  <a:lnTo>
                    <a:pt x="369247" y="123211"/>
                  </a:lnTo>
                  <a:lnTo>
                    <a:pt x="373451" y="137995"/>
                  </a:lnTo>
                  <a:lnTo>
                    <a:pt x="374685" y="142208"/>
                  </a:lnTo>
                  <a:lnTo>
                    <a:pt x="381689" y="166190"/>
                  </a:lnTo>
                  <a:lnTo>
                    <a:pt x="384045" y="174121"/>
                  </a:lnTo>
                  <a:lnTo>
                    <a:pt x="386748" y="183239"/>
                  </a:lnTo>
                  <a:lnTo>
                    <a:pt x="386853" y="183594"/>
                  </a:lnTo>
                  <a:lnTo>
                    <a:pt x="386995" y="186529"/>
                  </a:lnTo>
                  <a:lnTo>
                    <a:pt x="390142" y="190742"/>
                  </a:lnTo>
                  <a:lnTo>
                    <a:pt x="391428" y="212652"/>
                  </a:lnTo>
                  <a:lnTo>
                    <a:pt x="393674" y="251992"/>
                  </a:lnTo>
                  <a:lnTo>
                    <a:pt x="395703" y="254367"/>
                  </a:lnTo>
                  <a:lnTo>
                    <a:pt x="395963" y="254671"/>
                  </a:lnTo>
                  <a:lnTo>
                    <a:pt x="401098" y="274278"/>
                  </a:lnTo>
                  <a:lnTo>
                    <a:pt x="404616" y="287928"/>
                  </a:lnTo>
                  <a:lnTo>
                    <a:pt x="405186" y="290147"/>
                  </a:lnTo>
                  <a:lnTo>
                    <a:pt x="405662" y="292012"/>
                  </a:lnTo>
                  <a:lnTo>
                    <a:pt x="407712" y="300066"/>
                  </a:lnTo>
                  <a:lnTo>
                    <a:pt x="409614" y="307554"/>
                  </a:lnTo>
                  <a:lnTo>
                    <a:pt x="410988" y="313166"/>
                  </a:lnTo>
                  <a:lnTo>
                    <a:pt x="411207" y="314063"/>
                  </a:lnTo>
                  <a:lnTo>
                    <a:pt x="412721" y="320263"/>
                  </a:lnTo>
                  <a:lnTo>
                    <a:pt x="419225" y="325859"/>
                  </a:lnTo>
                  <a:lnTo>
                    <a:pt x="406983" y="340603"/>
                  </a:lnTo>
                  <a:lnTo>
                    <a:pt x="409055" y="342395"/>
                  </a:lnTo>
                  <a:lnTo>
                    <a:pt x="413488" y="346225"/>
                  </a:lnTo>
                  <a:lnTo>
                    <a:pt x="413872" y="347400"/>
                  </a:lnTo>
                  <a:lnTo>
                    <a:pt x="414509" y="348965"/>
                  </a:lnTo>
                  <a:lnTo>
                    <a:pt x="413197" y="353712"/>
                  </a:lnTo>
                  <a:lnTo>
                    <a:pt x="410240" y="357258"/>
                  </a:lnTo>
                  <a:lnTo>
                    <a:pt x="410492" y="360146"/>
                  </a:lnTo>
                  <a:lnTo>
                    <a:pt x="412206" y="360063"/>
                  </a:lnTo>
                  <a:lnTo>
                    <a:pt x="414087" y="359972"/>
                  </a:lnTo>
                  <a:lnTo>
                    <a:pt x="417585" y="358024"/>
                  </a:lnTo>
                  <a:lnTo>
                    <a:pt x="419359" y="355564"/>
                  </a:lnTo>
                  <a:lnTo>
                    <a:pt x="426174" y="351332"/>
                  </a:lnTo>
                  <a:lnTo>
                    <a:pt x="426200" y="350850"/>
                  </a:lnTo>
                  <a:lnTo>
                    <a:pt x="426318" y="348615"/>
                  </a:lnTo>
                  <a:lnTo>
                    <a:pt x="429677" y="348556"/>
                  </a:lnTo>
                  <a:lnTo>
                    <a:pt x="430028" y="348126"/>
                  </a:lnTo>
                  <a:lnTo>
                    <a:pt x="431860" y="345881"/>
                  </a:lnTo>
                  <a:lnTo>
                    <a:pt x="436406" y="346752"/>
                  </a:lnTo>
                  <a:lnTo>
                    <a:pt x="443458" y="346643"/>
                  </a:lnTo>
                  <a:lnTo>
                    <a:pt x="447820" y="342886"/>
                  </a:lnTo>
                  <a:lnTo>
                    <a:pt x="447348" y="340499"/>
                  </a:lnTo>
                  <a:lnTo>
                    <a:pt x="449045" y="338387"/>
                  </a:lnTo>
                  <a:lnTo>
                    <a:pt x="453613" y="337507"/>
                  </a:lnTo>
                  <a:lnTo>
                    <a:pt x="464830" y="333443"/>
                  </a:lnTo>
                  <a:lnTo>
                    <a:pt x="473955" y="329123"/>
                  </a:lnTo>
                  <a:lnTo>
                    <a:pt x="481039" y="324746"/>
                  </a:lnTo>
                  <a:lnTo>
                    <a:pt x="484786" y="319072"/>
                  </a:lnTo>
                  <a:lnTo>
                    <a:pt x="487244" y="314131"/>
                  </a:lnTo>
                  <a:lnTo>
                    <a:pt x="490054" y="311019"/>
                  </a:lnTo>
                  <a:lnTo>
                    <a:pt x="491367" y="307540"/>
                  </a:lnTo>
                  <a:lnTo>
                    <a:pt x="494818" y="304789"/>
                  </a:lnTo>
                  <a:lnTo>
                    <a:pt x="500053" y="299321"/>
                  </a:lnTo>
                  <a:lnTo>
                    <a:pt x="500929" y="300453"/>
                  </a:lnTo>
                  <a:lnTo>
                    <a:pt x="498357" y="307802"/>
                  </a:lnTo>
                  <a:lnTo>
                    <a:pt x="497821" y="312084"/>
                  </a:lnTo>
                  <a:lnTo>
                    <a:pt x="502668" y="312937"/>
                  </a:lnTo>
                  <a:lnTo>
                    <a:pt x="505693" y="310651"/>
                  </a:lnTo>
                  <a:lnTo>
                    <a:pt x="506163" y="304583"/>
                  </a:lnTo>
                  <a:lnTo>
                    <a:pt x="509185" y="304787"/>
                  </a:lnTo>
                  <a:lnTo>
                    <a:pt x="509834" y="309077"/>
                  </a:lnTo>
                  <a:lnTo>
                    <a:pt x="513508" y="310939"/>
                  </a:lnTo>
                  <a:lnTo>
                    <a:pt x="517770" y="304560"/>
                  </a:lnTo>
                  <a:lnTo>
                    <a:pt x="519991" y="302867"/>
                  </a:lnTo>
                  <a:lnTo>
                    <a:pt x="524186" y="302283"/>
                  </a:lnTo>
                  <a:lnTo>
                    <a:pt x="521045" y="309573"/>
                  </a:lnTo>
                  <a:lnTo>
                    <a:pt x="512454" y="317189"/>
                  </a:lnTo>
                  <a:lnTo>
                    <a:pt x="501532" y="326422"/>
                  </a:lnTo>
                  <a:lnTo>
                    <a:pt x="496522" y="331682"/>
                  </a:lnTo>
                  <a:lnTo>
                    <a:pt x="476855" y="348357"/>
                  </a:lnTo>
                  <a:lnTo>
                    <a:pt x="474124" y="350793"/>
                  </a:lnTo>
                  <a:lnTo>
                    <a:pt x="467890" y="356339"/>
                  </a:lnTo>
                  <a:lnTo>
                    <a:pt x="463225" y="361149"/>
                  </a:lnTo>
                  <a:lnTo>
                    <a:pt x="452279" y="369553"/>
                  </a:lnTo>
                  <a:lnTo>
                    <a:pt x="446404" y="372530"/>
                  </a:lnTo>
                  <a:lnTo>
                    <a:pt x="443308" y="372670"/>
                  </a:lnTo>
                  <a:lnTo>
                    <a:pt x="439212" y="375705"/>
                  </a:lnTo>
                  <a:lnTo>
                    <a:pt x="435784" y="378240"/>
                  </a:lnTo>
                  <a:lnTo>
                    <a:pt x="434516" y="379176"/>
                  </a:lnTo>
                  <a:lnTo>
                    <a:pt x="426394" y="382930"/>
                  </a:lnTo>
                  <a:lnTo>
                    <a:pt x="419310" y="384707"/>
                  </a:lnTo>
                  <a:lnTo>
                    <a:pt x="417740" y="385099"/>
                  </a:lnTo>
                  <a:lnTo>
                    <a:pt x="414945" y="387416"/>
                  </a:lnTo>
                  <a:lnTo>
                    <a:pt x="408572" y="392684"/>
                  </a:lnTo>
                  <a:lnTo>
                    <a:pt x="406000" y="391850"/>
                  </a:lnTo>
                  <a:lnTo>
                    <a:pt x="404640" y="391408"/>
                  </a:lnTo>
                  <a:lnTo>
                    <a:pt x="401189" y="390746"/>
                  </a:lnTo>
                  <a:lnTo>
                    <a:pt x="399757" y="390470"/>
                  </a:lnTo>
                  <a:lnTo>
                    <a:pt x="397590" y="395893"/>
                  </a:lnTo>
                  <a:lnTo>
                    <a:pt x="393018" y="400782"/>
                  </a:lnTo>
                  <a:lnTo>
                    <a:pt x="389425" y="402841"/>
                  </a:lnTo>
                  <a:lnTo>
                    <a:pt x="389026" y="398962"/>
                  </a:lnTo>
                  <a:lnTo>
                    <a:pt x="390715" y="397129"/>
                  </a:lnTo>
                  <a:lnTo>
                    <a:pt x="390636" y="393900"/>
                  </a:lnTo>
                  <a:lnTo>
                    <a:pt x="389837" y="390527"/>
                  </a:lnTo>
                  <a:lnTo>
                    <a:pt x="391348" y="388762"/>
                  </a:lnTo>
                  <a:lnTo>
                    <a:pt x="391987" y="388476"/>
                  </a:lnTo>
                  <a:lnTo>
                    <a:pt x="396466" y="386472"/>
                  </a:lnTo>
                  <a:lnTo>
                    <a:pt x="397046" y="384823"/>
                  </a:lnTo>
                  <a:lnTo>
                    <a:pt x="397171" y="384469"/>
                  </a:lnTo>
                  <a:lnTo>
                    <a:pt x="397927" y="382275"/>
                  </a:lnTo>
                  <a:lnTo>
                    <a:pt x="398113" y="378949"/>
                  </a:lnTo>
                  <a:lnTo>
                    <a:pt x="398217" y="377061"/>
                  </a:lnTo>
                  <a:lnTo>
                    <a:pt x="398277" y="375977"/>
                  </a:lnTo>
                  <a:lnTo>
                    <a:pt x="399023" y="371869"/>
                  </a:lnTo>
                  <a:lnTo>
                    <a:pt x="399364" y="369988"/>
                  </a:lnTo>
                  <a:lnTo>
                    <a:pt x="399443" y="369547"/>
                  </a:lnTo>
                  <a:lnTo>
                    <a:pt x="399489" y="369004"/>
                  </a:lnTo>
                  <a:lnTo>
                    <a:pt x="399663" y="366952"/>
                  </a:lnTo>
                  <a:lnTo>
                    <a:pt x="399784" y="365520"/>
                  </a:lnTo>
                  <a:lnTo>
                    <a:pt x="399886" y="364309"/>
                  </a:lnTo>
                  <a:lnTo>
                    <a:pt x="399873" y="363564"/>
                  </a:lnTo>
                  <a:lnTo>
                    <a:pt x="399817" y="360195"/>
                  </a:lnTo>
                  <a:lnTo>
                    <a:pt x="399764" y="357108"/>
                  </a:lnTo>
                  <a:lnTo>
                    <a:pt x="399372" y="352930"/>
                  </a:lnTo>
                  <a:lnTo>
                    <a:pt x="388507" y="350726"/>
                  </a:lnTo>
                  <a:lnTo>
                    <a:pt x="375864" y="347962"/>
                  </a:lnTo>
                  <a:lnTo>
                    <a:pt x="374169" y="347589"/>
                  </a:lnTo>
                  <a:lnTo>
                    <a:pt x="369158" y="346447"/>
                  </a:lnTo>
                  <a:lnTo>
                    <a:pt x="364252" y="345086"/>
                  </a:lnTo>
                  <a:lnTo>
                    <a:pt x="357427" y="343185"/>
                  </a:lnTo>
                  <a:lnTo>
                    <a:pt x="339722" y="338689"/>
                  </a:lnTo>
                  <a:lnTo>
                    <a:pt x="335438" y="333651"/>
                  </a:lnTo>
                  <a:lnTo>
                    <a:pt x="334055" y="333929"/>
                  </a:lnTo>
                  <a:lnTo>
                    <a:pt x="331257" y="334489"/>
                  </a:lnTo>
                  <a:lnTo>
                    <a:pt x="324958" y="334262"/>
                  </a:lnTo>
                  <a:lnTo>
                    <a:pt x="318138" y="332590"/>
                  </a:lnTo>
                  <a:lnTo>
                    <a:pt x="312270" y="327091"/>
                  </a:lnTo>
                  <a:lnTo>
                    <a:pt x="311385" y="324684"/>
                  </a:lnTo>
                  <a:lnTo>
                    <a:pt x="310207" y="321486"/>
                  </a:lnTo>
                  <a:lnTo>
                    <a:pt x="307085" y="312100"/>
                  </a:lnTo>
                  <a:lnTo>
                    <a:pt x="304494" y="308269"/>
                  </a:lnTo>
                  <a:lnTo>
                    <a:pt x="301076" y="305748"/>
                  </a:lnTo>
                  <a:lnTo>
                    <a:pt x="298858" y="305608"/>
                  </a:lnTo>
                  <a:lnTo>
                    <a:pt x="295738" y="305408"/>
                  </a:lnTo>
                  <a:lnTo>
                    <a:pt x="290630" y="304906"/>
                  </a:lnTo>
                  <a:lnTo>
                    <a:pt x="287249" y="300167"/>
                  </a:lnTo>
                  <a:lnTo>
                    <a:pt x="283011" y="297227"/>
                  </a:lnTo>
                  <a:lnTo>
                    <a:pt x="281820" y="297517"/>
                  </a:lnTo>
                  <a:lnTo>
                    <a:pt x="274396" y="299319"/>
                  </a:lnTo>
                  <a:lnTo>
                    <a:pt x="274024" y="299437"/>
                  </a:lnTo>
                  <a:lnTo>
                    <a:pt x="249950" y="306986"/>
                  </a:lnTo>
                  <a:lnTo>
                    <a:pt x="235310" y="311477"/>
                  </a:lnTo>
                  <a:lnTo>
                    <a:pt x="232839" y="312230"/>
                  </a:lnTo>
                  <a:lnTo>
                    <a:pt x="213097" y="318196"/>
                  </a:lnTo>
                  <a:lnTo>
                    <a:pt x="207079" y="319886"/>
                  </a:lnTo>
                  <a:lnTo>
                    <a:pt x="184027" y="326665"/>
                  </a:lnTo>
                  <a:lnTo>
                    <a:pt x="181595" y="327374"/>
                  </a:lnTo>
                  <a:lnTo>
                    <a:pt x="178977" y="328135"/>
                  </a:lnTo>
                  <a:lnTo>
                    <a:pt x="141292" y="339166"/>
                  </a:lnTo>
                  <a:lnTo>
                    <a:pt x="132524" y="341687"/>
                  </a:lnTo>
                  <a:lnTo>
                    <a:pt x="127377" y="343160"/>
                  </a:lnTo>
                  <a:lnTo>
                    <a:pt x="114851" y="346584"/>
                  </a:lnTo>
                  <a:lnTo>
                    <a:pt x="103847" y="349666"/>
                  </a:lnTo>
                  <a:lnTo>
                    <a:pt x="99774" y="350800"/>
                  </a:lnTo>
                  <a:lnTo>
                    <a:pt x="97448" y="351430"/>
                  </a:lnTo>
                  <a:lnTo>
                    <a:pt x="79272" y="356314"/>
                  </a:lnTo>
                  <a:lnTo>
                    <a:pt x="58982" y="361836"/>
                  </a:lnTo>
                  <a:lnTo>
                    <a:pt x="54939" y="362926"/>
                  </a:lnTo>
                  <a:lnTo>
                    <a:pt x="50009" y="364243"/>
                  </a:lnTo>
                  <a:lnTo>
                    <a:pt x="24054" y="371090"/>
                  </a:lnTo>
                  <a:lnTo>
                    <a:pt x="15301" y="373324"/>
                  </a:lnTo>
                  <a:lnTo>
                    <a:pt x="5777" y="375736"/>
                  </a:lnTo>
                  <a:lnTo>
                    <a:pt x="2925" y="3642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51217" y="3271316"/>
              <a:ext cx="5694" cy="8452"/>
            </a:xfrm>
            <a:custGeom>
              <a:avLst/>
              <a:pathLst>
                <a:path w="5694" h="8452">
                  <a:moveTo>
                    <a:pt x="0" y="3052"/>
                  </a:moveTo>
                  <a:lnTo>
                    <a:pt x="1898" y="0"/>
                  </a:lnTo>
                  <a:lnTo>
                    <a:pt x="5177" y="1915"/>
                  </a:lnTo>
                  <a:lnTo>
                    <a:pt x="5694" y="6437"/>
                  </a:lnTo>
                  <a:lnTo>
                    <a:pt x="2532" y="84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25891" y="3215400"/>
              <a:ext cx="297631" cy="341134"/>
            </a:xfrm>
            <a:custGeom>
              <a:avLst/>
              <a:pathLst>
                <a:path w="297631" h="341134">
                  <a:moveTo>
                    <a:pt x="37459" y="299828"/>
                  </a:moveTo>
                  <a:lnTo>
                    <a:pt x="36354" y="293002"/>
                  </a:lnTo>
                  <a:lnTo>
                    <a:pt x="35125" y="285418"/>
                  </a:lnTo>
                  <a:lnTo>
                    <a:pt x="33216" y="274024"/>
                  </a:lnTo>
                  <a:lnTo>
                    <a:pt x="32544" y="270020"/>
                  </a:lnTo>
                  <a:lnTo>
                    <a:pt x="30208" y="256116"/>
                  </a:lnTo>
                  <a:lnTo>
                    <a:pt x="27456" y="239454"/>
                  </a:lnTo>
                  <a:lnTo>
                    <a:pt x="26179" y="231736"/>
                  </a:lnTo>
                  <a:lnTo>
                    <a:pt x="24695" y="222792"/>
                  </a:lnTo>
                  <a:lnTo>
                    <a:pt x="23656" y="216400"/>
                  </a:lnTo>
                  <a:lnTo>
                    <a:pt x="21802" y="205017"/>
                  </a:lnTo>
                  <a:lnTo>
                    <a:pt x="21191" y="201272"/>
                  </a:lnTo>
                  <a:lnTo>
                    <a:pt x="18978" y="188236"/>
                  </a:lnTo>
                  <a:lnTo>
                    <a:pt x="17890" y="182083"/>
                  </a:lnTo>
                  <a:lnTo>
                    <a:pt x="15476" y="168452"/>
                  </a:lnTo>
                  <a:lnTo>
                    <a:pt x="12400" y="151473"/>
                  </a:lnTo>
                  <a:lnTo>
                    <a:pt x="11340" y="145638"/>
                  </a:lnTo>
                  <a:lnTo>
                    <a:pt x="9244" y="134105"/>
                  </a:lnTo>
                  <a:lnTo>
                    <a:pt x="7156" y="122651"/>
                  </a:lnTo>
                  <a:lnTo>
                    <a:pt x="6863" y="121047"/>
                  </a:lnTo>
                  <a:lnTo>
                    <a:pt x="4672" y="109051"/>
                  </a:lnTo>
                  <a:lnTo>
                    <a:pt x="4384" y="107500"/>
                  </a:lnTo>
                  <a:lnTo>
                    <a:pt x="2696" y="98415"/>
                  </a:lnTo>
                  <a:lnTo>
                    <a:pt x="0" y="83929"/>
                  </a:lnTo>
                  <a:lnTo>
                    <a:pt x="23646" y="78622"/>
                  </a:lnTo>
                  <a:lnTo>
                    <a:pt x="26117" y="78052"/>
                  </a:lnTo>
                  <a:lnTo>
                    <a:pt x="28628" y="77472"/>
                  </a:lnTo>
                  <a:lnTo>
                    <a:pt x="43119" y="74097"/>
                  </a:lnTo>
                  <a:lnTo>
                    <a:pt x="59384" y="70208"/>
                  </a:lnTo>
                  <a:lnTo>
                    <a:pt x="66892" y="68394"/>
                  </a:lnTo>
                  <a:lnTo>
                    <a:pt x="86653" y="63541"/>
                  </a:lnTo>
                  <a:lnTo>
                    <a:pt x="90220" y="66561"/>
                  </a:lnTo>
                  <a:lnTo>
                    <a:pt x="95367" y="64560"/>
                  </a:lnTo>
                  <a:lnTo>
                    <a:pt x="102494" y="68282"/>
                  </a:lnTo>
                  <a:lnTo>
                    <a:pt x="107216" y="69118"/>
                  </a:lnTo>
                  <a:lnTo>
                    <a:pt x="113986" y="70310"/>
                  </a:lnTo>
                  <a:lnTo>
                    <a:pt x="117168" y="73243"/>
                  </a:lnTo>
                  <a:lnTo>
                    <a:pt x="123940" y="75560"/>
                  </a:lnTo>
                  <a:lnTo>
                    <a:pt x="127662" y="69132"/>
                  </a:lnTo>
                  <a:lnTo>
                    <a:pt x="129100" y="67805"/>
                  </a:lnTo>
                  <a:lnTo>
                    <a:pt x="137403" y="70174"/>
                  </a:lnTo>
                  <a:lnTo>
                    <a:pt x="139975" y="73732"/>
                  </a:lnTo>
                  <a:lnTo>
                    <a:pt x="140225" y="74077"/>
                  </a:lnTo>
                  <a:lnTo>
                    <a:pt x="145952" y="78651"/>
                  </a:lnTo>
                  <a:lnTo>
                    <a:pt x="152029" y="80722"/>
                  </a:lnTo>
                  <a:lnTo>
                    <a:pt x="156802" y="80121"/>
                  </a:lnTo>
                  <a:lnTo>
                    <a:pt x="162440" y="75215"/>
                  </a:lnTo>
                  <a:lnTo>
                    <a:pt x="163316" y="74966"/>
                  </a:lnTo>
                  <a:lnTo>
                    <a:pt x="168377" y="73524"/>
                  </a:lnTo>
                  <a:lnTo>
                    <a:pt x="173220" y="68736"/>
                  </a:lnTo>
                  <a:lnTo>
                    <a:pt x="184458" y="62324"/>
                  </a:lnTo>
                  <a:lnTo>
                    <a:pt x="186333" y="62866"/>
                  </a:lnTo>
                  <a:lnTo>
                    <a:pt x="188534" y="63502"/>
                  </a:lnTo>
                  <a:lnTo>
                    <a:pt x="194516" y="61866"/>
                  </a:lnTo>
                  <a:lnTo>
                    <a:pt x="196626" y="61287"/>
                  </a:lnTo>
                  <a:lnTo>
                    <a:pt x="201388" y="60851"/>
                  </a:lnTo>
                  <a:lnTo>
                    <a:pt x="207152" y="54796"/>
                  </a:lnTo>
                  <a:lnTo>
                    <a:pt x="214647" y="44486"/>
                  </a:lnTo>
                  <a:lnTo>
                    <a:pt x="215814" y="42875"/>
                  </a:lnTo>
                  <a:lnTo>
                    <a:pt x="219648" y="36687"/>
                  </a:lnTo>
                  <a:lnTo>
                    <a:pt x="225117" y="30557"/>
                  </a:lnTo>
                  <a:lnTo>
                    <a:pt x="231150" y="26724"/>
                  </a:lnTo>
                  <a:lnTo>
                    <a:pt x="238558" y="20135"/>
                  </a:lnTo>
                  <a:lnTo>
                    <a:pt x="241532" y="18547"/>
                  </a:lnTo>
                  <a:lnTo>
                    <a:pt x="247633" y="15283"/>
                  </a:lnTo>
                  <a:lnTo>
                    <a:pt x="253156" y="10229"/>
                  </a:lnTo>
                  <a:lnTo>
                    <a:pt x="266104" y="2695"/>
                  </a:lnTo>
                  <a:lnTo>
                    <a:pt x="269665" y="0"/>
                  </a:lnTo>
                  <a:lnTo>
                    <a:pt x="272267" y="11090"/>
                  </a:lnTo>
                  <a:lnTo>
                    <a:pt x="275916" y="26674"/>
                  </a:lnTo>
                  <a:lnTo>
                    <a:pt x="279375" y="41445"/>
                  </a:lnTo>
                  <a:lnTo>
                    <a:pt x="279582" y="42332"/>
                  </a:lnTo>
                  <a:lnTo>
                    <a:pt x="284774" y="64569"/>
                  </a:lnTo>
                  <a:lnTo>
                    <a:pt x="286752" y="73187"/>
                  </a:lnTo>
                  <a:lnTo>
                    <a:pt x="286914" y="73891"/>
                  </a:lnTo>
                  <a:lnTo>
                    <a:pt x="291255" y="92841"/>
                  </a:lnTo>
                  <a:lnTo>
                    <a:pt x="291384" y="93390"/>
                  </a:lnTo>
                  <a:lnTo>
                    <a:pt x="292375" y="97635"/>
                  </a:lnTo>
                  <a:lnTo>
                    <a:pt x="296671" y="116053"/>
                  </a:lnTo>
                  <a:lnTo>
                    <a:pt x="292942" y="119091"/>
                  </a:lnTo>
                  <a:lnTo>
                    <a:pt x="290029" y="119392"/>
                  </a:lnTo>
                  <a:lnTo>
                    <a:pt x="288123" y="123279"/>
                  </a:lnTo>
                  <a:lnTo>
                    <a:pt x="292325" y="127938"/>
                  </a:lnTo>
                  <a:lnTo>
                    <a:pt x="294914" y="134070"/>
                  </a:lnTo>
                  <a:lnTo>
                    <a:pt x="294471" y="138890"/>
                  </a:lnTo>
                  <a:lnTo>
                    <a:pt x="294388" y="139798"/>
                  </a:lnTo>
                  <a:lnTo>
                    <a:pt x="297631" y="146482"/>
                  </a:lnTo>
                  <a:lnTo>
                    <a:pt x="296191" y="151644"/>
                  </a:lnTo>
                  <a:lnTo>
                    <a:pt x="294872" y="157840"/>
                  </a:lnTo>
                  <a:lnTo>
                    <a:pt x="294257" y="160722"/>
                  </a:lnTo>
                  <a:lnTo>
                    <a:pt x="294142" y="161257"/>
                  </a:lnTo>
                  <a:lnTo>
                    <a:pt x="293529" y="167946"/>
                  </a:lnTo>
                  <a:lnTo>
                    <a:pt x="294342" y="171976"/>
                  </a:lnTo>
                  <a:lnTo>
                    <a:pt x="295451" y="177480"/>
                  </a:lnTo>
                  <a:lnTo>
                    <a:pt x="294255" y="179645"/>
                  </a:lnTo>
                  <a:lnTo>
                    <a:pt x="292315" y="182988"/>
                  </a:lnTo>
                  <a:lnTo>
                    <a:pt x="292336" y="189266"/>
                  </a:lnTo>
                  <a:lnTo>
                    <a:pt x="292336" y="189529"/>
                  </a:lnTo>
                  <a:lnTo>
                    <a:pt x="293186" y="193538"/>
                  </a:lnTo>
                  <a:lnTo>
                    <a:pt x="290956" y="197500"/>
                  </a:lnTo>
                  <a:lnTo>
                    <a:pt x="294080" y="200806"/>
                  </a:lnTo>
                  <a:lnTo>
                    <a:pt x="294603" y="201359"/>
                  </a:lnTo>
                  <a:lnTo>
                    <a:pt x="293194" y="206181"/>
                  </a:lnTo>
                  <a:lnTo>
                    <a:pt x="289113" y="212249"/>
                  </a:lnTo>
                  <a:lnTo>
                    <a:pt x="284255" y="219686"/>
                  </a:lnTo>
                  <a:lnTo>
                    <a:pt x="282247" y="222751"/>
                  </a:lnTo>
                  <a:lnTo>
                    <a:pt x="280239" y="227966"/>
                  </a:lnTo>
                  <a:lnTo>
                    <a:pt x="279917" y="228802"/>
                  </a:lnTo>
                  <a:lnTo>
                    <a:pt x="276470" y="231309"/>
                  </a:lnTo>
                  <a:lnTo>
                    <a:pt x="273057" y="235821"/>
                  </a:lnTo>
                  <a:lnTo>
                    <a:pt x="267359" y="241175"/>
                  </a:lnTo>
                  <a:lnTo>
                    <a:pt x="265790" y="241270"/>
                  </a:lnTo>
                  <a:lnTo>
                    <a:pt x="264180" y="241367"/>
                  </a:lnTo>
                  <a:lnTo>
                    <a:pt x="262122" y="237928"/>
                  </a:lnTo>
                  <a:lnTo>
                    <a:pt x="258967" y="237316"/>
                  </a:lnTo>
                  <a:lnTo>
                    <a:pt x="256519" y="241163"/>
                  </a:lnTo>
                  <a:lnTo>
                    <a:pt x="253560" y="245711"/>
                  </a:lnTo>
                  <a:lnTo>
                    <a:pt x="254201" y="250541"/>
                  </a:lnTo>
                  <a:lnTo>
                    <a:pt x="250983" y="251350"/>
                  </a:lnTo>
                  <a:lnTo>
                    <a:pt x="246728" y="252460"/>
                  </a:lnTo>
                  <a:lnTo>
                    <a:pt x="245516" y="257702"/>
                  </a:lnTo>
                  <a:lnTo>
                    <a:pt x="245013" y="258569"/>
                  </a:lnTo>
                  <a:lnTo>
                    <a:pt x="243412" y="261324"/>
                  </a:lnTo>
                  <a:lnTo>
                    <a:pt x="243509" y="261634"/>
                  </a:lnTo>
                  <a:lnTo>
                    <a:pt x="245496" y="267967"/>
                  </a:lnTo>
                  <a:lnTo>
                    <a:pt x="245055" y="268298"/>
                  </a:lnTo>
                  <a:lnTo>
                    <a:pt x="241580" y="270906"/>
                  </a:lnTo>
                  <a:lnTo>
                    <a:pt x="243347" y="274481"/>
                  </a:lnTo>
                  <a:lnTo>
                    <a:pt x="245609" y="279401"/>
                  </a:lnTo>
                  <a:lnTo>
                    <a:pt x="242793" y="283205"/>
                  </a:lnTo>
                  <a:lnTo>
                    <a:pt x="238333" y="285687"/>
                  </a:lnTo>
                  <a:lnTo>
                    <a:pt x="234281" y="280794"/>
                  </a:lnTo>
                  <a:lnTo>
                    <a:pt x="229267" y="278608"/>
                  </a:lnTo>
                  <a:lnTo>
                    <a:pt x="227172" y="280137"/>
                  </a:lnTo>
                  <a:lnTo>
                    <a:pt x="224749" y="284485"/>
                  </a:lnTo>
                  <a:lnTo>
                    <a:pt x="224364" y="285943"/>
                  </a:lnTo>
                  <a:lnTo>
                    <a:pt x="222950" y="291285"/>
                  </a:lnTo>
                  <a:lnTo>
                    <a:pt x="222599" y="298723"/>
                  </a:lnTo>
                  <a:lnTo>
                    <a:pt x="219789" y="301336"/>
                  </a:lnTo>
                  <a:lnTo>
                    <a:pt x="221061" y="304903"/>
                  </a:lnTo>
                  <a:lnTo>
                    <a:pt x="223925" y="313437"/>
                  </a:lnTo>
                  <a:lnTo>
                    <a:pt x="225532" y="317730"/>
                  </a:lnTo>
                  <a:lnTo>
                    <a:pt x="222882" y="319838"/>
                  </a:lnTo>
                  <a:lnTo>
                    <a:pt x="219125" y="320477"/>
                  </a:lnTo>
                  <a:lnTo>
                    <a:pt x="218840" y="321795"/>
                  </a:lnTo>
                  <a:lnTo>
                    <a:pt x="218435" y="323663"/>
                  </a:lnTo>
                  <a:lnTo>
                    <a:pt x="218824" y="329391"/>
                  </a:lnTo>
                  <a:lnTo>
                    <a:pt x="218317" y="333775"/>
                  </a:lnTo>
                  <a:lnTo>
                    <a:pt x="214673" y="335882"/>
                  </a:lnTo>
                  <a:lnTo>
                    <a:pt x="210401" y="337514"/>
                  </a:lnTo>
                  <a:lnTo>
                    <a:pt x="206437" y="339487"/>
                  </a:lnTo>
                  <a:lnTo>
                    <a:pt x="203124" y="341134"/>
                  </a:lnTo>
                  <a:lnTo>
                    <a:pt x="200592" y="340090"/>
                  </a:lnTo>
                  <a:lnTo>
                    <a:pt x="197961" y="335635"/>
                  </a:lnTo>
                  <a:lnTo>
                    <a:pt x="194352" y="333624"/>
                  </a:lnTo>
                  <a:lnTo>
                    <a:pt x="193435" y="333113"/>
                  </a:lnTo>
                  <a:lnTo>
                    <a:pt x="189396" y="330151"/>
                  </a:lnTo>
                  <a:lnTo>
                    <a:pt x="184224" y="330740"/>
                  </a:lnTo>
                  <a:lnTo>
                    <a:pt x="183296" y="330103"/>
                  </a:lnTo>
                  <a:lnTo>
                    <a:pt x="180067" y="327884"/>
                  </a:lnTo>
                  <a:lnTo>
                    <a:pt x="177574" y="321711"/>
                  </a:lnTo>
                  <a:lnTo>
                    <a:pt x="176779" y="318232"/>
                  </a:lnTo>
                  <a:lnTo>
                    <a:pt x="174923" y="315203"/>
                  </a:lnTo>
                  <a:lnTo>
                    <a:pt x="171511" y="317080"/>
                  </a:lnTo>
                  <a:lnTo>
                    <a:pt x="167113" y="319199"/>
                  </a:lnTo>
                  <a:lnTo>
                    <a:pt x="166089" y="320609"/>
                  </a:lnTo>
                  <a:lnTo>
                    <a:pt x="165426" y="321522"/>
                  </a:lnTo>
                  <a:lnTo>
                    <a:pt x="161325" y="325695"/>
                  </a:lnTo>
                  <a:lnTo>
                    <a:pt x="160735" y="328669"/>
                  </a:lnTo>
                  <a:lnTo>
                    <a:pt x="158124" y="331019"/>
                  </a:lnTo>
                  <a:lnTo>
                    <a:pt x="153473" y="331223"/>
                  </a:lnTo>
                  <a:lnTo>
                    <a:pt x="152060" y="332913"/>
                  </a:lnTo>
                  <a:lnTo>
                    <a:pt x="150790" y="334433"/>
                  </a:lnTo>
                  <a:lnTo>
                    <a:pt x="148103" y="332857"/>
                  </a:lnTo>
                  <a:lnTo>
                    <a:pt x="143695" y="330247"/>
                  </a:lnTo>
                  <a:lnTo>
                    <a:pt x="139239" y="330440"/>
                  </a:lnTo>
                  <a:lnTo>
                    <a:pt x="132429" y="328855"/>
                  </a:lnTo>
                  <a:lnTo>
                    <a:pt x="126486" y="332108"/>
                  </a:lnTo>
                  <a:lnTo>
                    <a:pt x="125990" y="335476"/>
                  </a:lnTo>
                  <a:lnTo>
                    <a:pt x="125745" y="335655"/>
                  </a:lnTo>
                  <a:lnTo>
                    <a:pt x="123740" y="337124"/>
                  </a:lnTo>
                  <a:lnTo>
                    <a:pt x="121828" y="336783"/>
                  </a:lnTo>
                  <a:lnTo>
                    <a:pt x="117022" y="335921"/>
                  </a:lnTo>
                  <a:lnTo>
                    <a:pt x="115642" y="332804"/>
                  </a:lnTo>
                  <a:lnTo>
                    <a:pt x="111910" y="331703"/>
                  </a:lnTo>
                  <a:lnTo>
                    <a:pt x="110119" y="328854"/>
                  </a:lnTo>
                  <a:lnTo>
                    <a:pt x="106335" y="328168"/>
                  </a:lnTo>
                  <a:lnTo>
                    <a:pt x="104593" y="327852"/>
                  </a:lnTo>
                  <a:lnTo>
                    <a:pt x="100994" y="327428"/>
                  </a:lnTo>
                  <a:lnTo>
                    <a:pt x="96261" y="329756"/>
                  </a:lnTo>
                  <a:lnTo>
                    <a:pt x="90410" y="329281"/>
                  </a:lnTo>
                  <a:lnTo>
                    <a:pt x="84901" y="328883"/>
                  </a:lnTo>
                  <a:lnTo>
                    <a:pt x="83627" y="326956"/>
                  </a:lnTo>
                  <a:lnTo>
                    <a:pt x="82944" y="325922"/>
                  </a:lnTo>
                  <a:lnTo>
                    <a:pt x="82503" y="323112"/>
                  </a:lnTo>
                  <a:lnTo>
                    <a:pt x="82424" y="322606"/>
                  </a:lnTo>
                  <a:lnTo>
                    <a:pt x="77460" y="316760"/>
                  </a:lnTo>
                  <a:lnTo>
                    <a:pt x="76314" y="313918"/>
                  </a:lnTo>
                  <a:lnTo>
                    <a:pt x="74216" y="311531"/>
                  </a:lnTo>
                  <a:lnTo>
                    <a:pt x="73749" y="310999"/>
                  </a:lnTo>
                  <a:lnTo>
                    <a:pt x="68446" y="310309"/>
                  </a:lnTo>
                  <a:lnTo>
                    <a:pt x="65705" y="307437"/>
                  </a:lnTo>
                  <a:lnTo>
                    <a:pt x="64401" y="304931"/>
                  </a:lnTo>
                  <a:lnTo>
                    <a:pt x="63157" y="304509"/>
                  </a:lnTo>
                  <a:lnTo>
                    <a:pt x="61964" y="305188"/>
                  </a:lnTo>
                  <a:lnTo>
                    <a:pt x="61326" y="306600"/>
                  </a:lnTo>
                  <a:lnTo>
                    <a:pt x="60478" y="306824"/>
                  </a:lnTo>
                  <a:lnTo>
                    <a:pt x="57534" y="307600"/>
                  </a:lnTo>
                  <a:lnTo>
                    <a:pt x="54097" y="310607"/>
                  </a:lnTo>
                  <a:lnTo>
                    <a:pt x="53068" y="310341"/>
                  </a:lnTo>
                  <a:lnTo>
                    <a:pt x="49046" y="309300"/>
                  </a:lnTo>
                  <a:lnTo>
                    <a:pt x="46214" y="306905"/>
                  </a:lnTo>
                  <a:lnTo>
                    <a:pt x="46041" y="306759"/>
                  </a:lnTo>
                  <a:lnTo>
                    <a:pt x="43347" y="305937"/>
                  </a:lnTo>
                  <a:lnTo>
                    <a:pt x="39316" y="3104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770090" y="4042273"/>
              <a:ext cx="621813" cy="297788"/>
            </a:xfrm>
            <a:custGeom>
              <a:avLst/>
              <a:pathLst>
                <a:path w="621813" h="297788">
                  <a:moveTo>
                    <a:pt x="502" y="36967"/>
                  </a:moveTo>
                  <a:lnTo>
                    <a:pt x="1225" y="16295"/>
                  </a:lnTo>
                  <a:lnTo>
                    <a:pt x="1473" y="8308"/>
                  </a:lnTo>
                  <a:lnTo>
                    <a:pt x="12809" y="8747"/>
                  </a:lnTo>
                  <a:lnTo>
                    <a:pt x="22978" y="9476"/>
                  </a:lnTo>
                  <a:lnTo>
                    <a:pt x="47247" y="10263"/>
                  </a:lnTo>
                  <a:lnTo>
                    <a:pt x="69407" y="10969"/>
                  </a:lnTo>
                  <a:lnTo>
                    <a:pt x="70401" y="10988"/>
                  </a:lnTo>
                  <a:lnTo>
                    <a:pt x="79307" y="11147"/>
                  </a:lnTo>
                  <a:lnTo>
                    <a:pt x="103893" y="11513"/>
                  </a:lnTo>
                  <a:lnTo>
                    <a:pt x="108845" y="11575"/>
                  </a:lnTo>
                  <a:lnTo>
                    <a:pt x="128239" y="11753"/>
                  </a:lnTo>
                  <a:lnTo>
                    <a:pt x="138511" y="11838"/>
                  </a:lnTo>
                  <a:lnTo>
                    <a:pt x="147079" y="11896"/>
                  </a:lnTo>
                  <a:lnTo>
                    <a:pt x="153441" y="11930"/>
                  </a:lnTo>
                  <a:lnTo>
                    <a:pt x="169186" y="11933"/>
                  </a:lnTo>
                  <a:lnTo>
                    <a:pt x="174898" y="11924"/>
                  </a:lnTo>
                  <a:lnTo>
                    <a:pt x="207702" y="11984"/>
                  </a:lnTo>
                  <a:lnTo>
                    <a:pt x="213857" y="11975"/>
                  </a:lnTo>
                  <a:lnTo>
                    <a:pt x="214379" y="11974"/>
                  </a:lnTo>
                  <a:lnTo>
                    <a:pt x="238284" y="12051"/>
                  </a:lnTo>
                  <a:lnTo>
                    <a:pt x="246538" y="12037"/>
                  </a:lnTo>
                  <a:lnTo>
                    <a:pt x="252552" y="12020"/>
                  </a:lnTo>
                  <a:lnTo>
                    <a:pt x="256035" y="12007"/>
                  </a:lnTo>
                  <a:lnTo>
                    <a:pt x="275693" y="11849"/>
                  </a:lnTo>
                  <a:lnTo>
                    <a:pt x="284839" y="11753"/>
                  </a:lnTo>
                  <a:lnTo>
                    <a:pt x="299594" y="11568"/>
                  </a:lnTo>
                  <a:lnTo>
                    <a:pt x="317105" y="11355"/>
                  </a:lnTo>
                  <a:lnTo>
                    <a:pt x="330601" y="11155"/>
                  </a:lnTo>
                  <a:lnTo>
                    <a:pt x="331092" y="11145"/>
                  </a:lnTo>
                  <a:lnTo>
                    <a:pt x="347742" y="10769"/>
                  </a:lnTo>
                  <a:lnTo>
                    <a:pt x="352460" y="10654"/>
                  </a:lnTo>
                  <a:lnTo>
                    <a:pt x="369665" y="10196"/>
                  </a:lnTo>
                  <a:lnTo>
                    <a:pt x="372044" y="10128"/>
                  </a:lnTo>
                  <a:lnTo>
                    <a:pt x="393731" y="9506"/>
                  </a:lnTo>
                  <a:lnTo>
                    <a:pt x="399211" y="9336"/>
                  </a:lnTo>
                  <a:lnTo>
                    <a:pt x="415999" y="8778"/>
                  </a:lnTo>
                  <a:lnTo>
                    <a:pt x="419330" y="8661"/>
                  </a:lnTo>
                  <a:lnTo>
                    <a:pt x="444155" y="7752"/>
                  </a:lnTo>
                  <a:lnTo>
                    <a:pt x="460023" y="7144"/>
                  </a:lnTo>
                  <a:lnTo>
                    <a:pt x="461813" y="7072"/>
                  </a:lnTo>
                  <a:lnTo>
                    <a:pt x="481811" y="6166"/>
                  </a:lnTo>
                  <a:lnTo>
                    <a:pt x="497142" y="5444"/>
                  </a:lnTo>
                  <a:lnTo>
                    <a:pt x="499726" y="5318"/>
                  </a:lnTo>
                  <a:lnTo>
                    <a:pt x="502282" y="5192"/>
                  </a:lnTo>
                  <a:lnTo>
                    <a:pt x="512278" y="4696"/>
                  </a:lnTo>
                  <a:lnTo>
                    <a:pt x="527351" y="3916"/>
                  </a:lnTo>
                  <a:lnTo>
                    <a:pt x="530969" y="3723"/>
                  </a:lnTo>
                  <a:lnTo>
                    <a:pt x="539076" y="3283"/>
                  </a:lnTo>
                  <a:lnTo>
                    <a:pt x="545097" y="2948"/>
                  </a:lnTo>
                  <a:lnTo>
                    <a:pt x="562700" y="1928"/>
                  </a:lnTo>
                  <a:lnTo>
                    <a:pt x="567356" y="1650"/>
                  </a:lnTo>
                  <a:lnTo>
                    <a:pt x="568227" y="1597"/>
                  </a:lnTo>
                  <a:lnTo>
                    <a:pt x="588193" y="436"/>
                  </a:lnTo>
                  <a:lnTo>
                    <a:pt x="594890" y="0"/>
                  </a:lnTo>
                  <a:lnTo>
                    <a:pt x="596083" y="20478"/>
                  </a:lnTo>
                  <a:lnTo>
                    <a:pt x="596620" y="29169"/>
                  </a:lnTo>
                  <a:lnTo>
                    <a:pt x="596921" y="34043"/>
                  </a:lnTo>
                  <a:lnTo>
                    <a:pt x="597503" y="44018"/>
                  </a:lnTo>
                  <a:lnTo>
                    <a:pt x="600802" y="61445"/>
                  </a:lnTo>
                  <a:lnTo>
                    <a:pt x="603231" y="73492"/>
                  </a:lnTo>
                  <a:lnTo>
                    <a:pt x="604287" y="78716"/>
                  </a:lnTo>
                  <a:lnTo>
                    <a:pt x="606304" y="88690"/>
                  </a:lnTo>
                  <a:lnTo>
                    <a:pt x="610148" y="107851"/>
                  </a:lnTo>
                  <a:lnTo>
                    <a:pt x="610303" y="108642"/>
                  </a:lnTo>
                  <a:lnTo>
                    <a:pt x="612372" y="119177"/>
                  </a:lnTo>
                  <a:lnTo>
                    <a:pt x="614808" y="131555"/>
                  </a:lnTo>
                  <a:lnTo>
                    <a:pt x="616432" y="140649"/>
                  </a:lnTo>
                  <a:lnTo>
                    <a:pt x="616512" y="141099"/>
                  </a:lnTo>
                  <a:lnTo>
                    <a:pt x="616791" y="142662"/>
                  </a:lnTo>
                  <a:lnTo>
                    <a:pt x="617012" y="150929"/>
                  </a:lnTo>
                  <a:lnTo>
                    <a:pt x="617091" y="153503"/>
                  </a:lnTo>
                  <a:lnTo>
                    <a:pt x="617926" y="181076"/>
                  </a:lnTo>
                  <a:lnTo>
                    <a:pt x="618041" y="184913"/>
                  </a:lnTo>
                  <a:lnTo>
                    <a:pt x="618497" y="199162"/>
                  </a:lnTo>
                  <a:lnTo>
                    <a:pt x="618761" y="207449"/>
                  </a:lnTo>
                  <a:lnTo>
                    <a:pt x="619156" y="218684"/>
                  </a:lnTo>
                  <a:lnTo>
                    <a:pt x="619611" y="231718"/>
                  </a:lnTo>
                  <a:lnTo>
                    <a:pt x="620140" y="246641"/>
                  </a:lnTo>
                  <a:lnTo>
                    <a:pt x="620669" y="261663"/>
                  </a:lnTo>
                  <a:lnTo>
                    <a:pt x="620899" y="268607"/>
                  </a:lnTo>
                  <a:lnTo>
                    <a:pt x="621339" y="281981"/>
                  </a:lnTo>
                  <a:lnTo>
                    <a:pt x="621813" y="295291"/>
                  </a:lnTo>
                  <a:lnTo>
                    <a:pt x="618715" y="296906"/>
                  </a:lnTo>
                  <a:lnTo>
                    <a:pt x="615229" y="292889"/>
                  </a:lnTo>
                  <a:lnTo>
                    <a:pt x="610952" y="292850"/>
                  </a:lnTo>
                  <a:lnTo>
                    <a:pt x="604567" y="290262"/>
                  </a:lnTo>
                  <a:lnTo>
                    <a:pt x="603242" y="289146"/>
                  </a:lnTo>
                  <a:lnTo>
                    <a:pt x="600586" y="286910"/>
                  </a:lnTo>
                  <a:lnTo>
                    <a:pt x="595060" y="288006"/>
                  </a:lnTo>
                  <a:lnTo>
                    <a:pt x="590414" y="285034"/>
                  </a:lnTo>
                  <a:lnTo>
                    <a:pt x="587505" y="282189"/>
                  </a:lnTo>
                  <a:lnTo>
                    <a:pt x="584209" y="278698"/>
                  </a:lnTo>
                  <a:lnTo>
                    <a:pt x="579379" y="278074"/>
                  </a:lnTo>
                  <a:lnTo>
                    <a:pt x="575620" y="274564"/>
                  </a:lnTo>
                  <a:lnTo>
                    <a:pt x="571469" y="272021"/>
                  </a:lnTo>
                  <a:lnTo>
                    <a:pt x="570985" y="271859"/>
                  </a:lnTo>
                  <a:lnTo>
                    <a:pt x="565694" y="270088"/>
                  </a:lnTo>
                  <a:lnTo>
                    <a:pt x="563832" y="273037"/>
                  </a:lnTo>
                  <a:lnTo>
                    <a:pt x="561865" y="277731"/>
                  </a:lnTo>
                  <a:lnTo>
                    <a:pt x="559893" y="278184"/>
                  </a:lnTo>
                  <a:lnTo>
                    <a:pt x="556833" y="278886"/>
                  </a:lnTo>
                  <a:lnTo>
                    <a:pt x="549828" y="279171"/>
                  </a:lnTo>
                  <a:lnTo>
                    <a:pt x="544016" y="278012"/>
                  </a:lnTo>
                  <a:lnTo>
                    <a:pt x="541518" y="274480"/>
                  </a:lnTo>
                  <a:lnTo>
                    <a:pt x="538075" y="274644"/>
                  </a:lnTo>
                  <a:lnTo>
                    <a:pt x="533278" y="276773"/>
                  </a:lnTo>
                  <a:lnTo>
                    <a:pt x="528344" y="277893"/>
                  </a:lnTo>
                  <a:lnTo>
                    <a:pt x="524595" y="280155"/>
                  </a:lnTo>
                  <a:lnTo>
                    <a:pt x="522368" y="281497"/>
                  </a:lnTo>
                  <a:lnTo>
                    <a:pt x="520571" y="281412"/>
                  </a:lnTo>
                  <a:lnTo>
                    <a:pt x="517418" y="281263"/>
                  </a:lnTo>
                  <a:lnTo>
                    <a:pt x="513850" y="280443"/>
                  </a:lnTo>
                  <a:lnTo>
                    <a:pt x="504495" y="283843"/>
                  </a:lnTo>
                  <a:lnTo>
                    <a:pt x="498063" y="284982"/>
                  </a:lnTo>
                  <a:lnTo>
                    <a:pt x="496596" y="287815"/>
                  </a:lnTo>
                  <a:lnTo>
                    <a:pt x="492649" y="292622"/>
                  </a:lnTo>
                  <a:lnTo>
                    <a:pt x="489012" y="290868"/>
                  </a:lnTo>
                  <a:lnTo>
                    <a:pt x="486908" y="294021"/>
                  </a:lnTo>
                  <a:lnTo>
                    <a:pt x="482929" y="297788"/>
                  </a:lnTo>
                  <a:lnTo>
                    <a:pt x="481636" y="295964"/>
                  </a:lnTo>
                  <a:lnTo>
                    <a:pt x="479773" y="293332"/>
                  </a:lnTo>
                  <a:lnTo>
                    <a:pt x="477229" y="290463"/>
                  </a:lnTo>
                  <a:lnTo>
                    <a:pt x="472391" y="291245"/>
                  </a:lnTo>
                  <a:lnTo>
                    <a:pt x="470655" y="287380"/>
                  </a:lnTo>
                  <a:lnTo>
                    <a:pt x="467031" y="287441"/>
                  </a:lnTo>
                  <a:lnTo>
                    <a:pt x="465520" y="286460"/>
                  </a:lnTo>
                  <a:lnTo>
                    <a:pt x="465570" y="282073"/>
                  </a:lnTo>
                  <a:lnTo>
                    <a:pt x="465226" y="281879"/>
                  </a:lnTo>
                  <a:lnTo>
                    <a:pt x="460314" y="279108"/>
                  </a:lnTo>
                  <a:lnTo>
                    <a:pt x="458801" y="282695"/>
                  </a:lnTo>
                  <a:lnTo>
                    <a:pt x="456703" y="286743"/>
                  </a:lnTo>
                  <a:lnTo>
                    <a:pt x="451925" y="286014"/>
                  </a:lnTo>
                  <a:lnTo>
                    <a:pt x="450554" y="283695"/>
                  </a:lnTo>
                  <a:lnTo>
                    <a:pt x="446464" y="285757"/>
                  </a:lnTo>
                  <a:lnTo>
                    <a:pt x="442867" y="280977"/>
                  </a:lnTo>
                  <a:lnTo>
                    <a:pt x="442145" y="277103"/>
                  </a:lnTo>
                  <a:lnTo>
                    <a:pt x="440007" y="277324"/>
                  </a:lnTo>
                  <a:lnTo>
                    <a:pt x="439252" y="277402"/>
                  </a:lnTo>
                  <a:lnTo>
                    <a:pt x="438686" y="277460"/>
                  </a:lnTo>
                  <a:lnTo>
                    <a:pt x="436075" y="279854"/>
                  </a:lnTo>
                  <a:lnTo>
                    <a:pt x="436399" y="282658"/>
                  </a:lnTo>
                  <a:lnTo>
                    <a:pt x="431302" y="285549"/>
                  </a:lnTo>
                  <a:lnTo>
                    <a:pt x="429740" y="289390"/>
                  </a:lnTo>
                  <a:lnTo>
                    <a:pt x="429161" y="292816"/>
                  </a:lnTo>
                  <a:lnTo>
                    <a:pt x="429028" y="296255"/>
                  </a:lnTo>
                  <a:lnTo>
                    <a:pt x="424754" y="297558"/>
                  </a:lnTo>
                  <a:lnTo>
                    <a:pt x="420370" y="289963"/>
                  </a:lnTo>
                  <a:lnTo>
                    <a:pt x="423152" y="286568"/>
                  </a:lnTo>
                  <a:lnTo>
                    <a:pt x="420063" y="280769"/>
                  </a:lnTo>
                  <a:lnTo>
                    <a:pt x="417148" y="282092"/>
                  </a:lnTo>
                  <a:lnTo>
                    <a:pt x="411923" y="285362"/>
                  </a:lnTo>
                  <a:lnTo>
                    <a:pt x="407999" y="289508"/>
                  </a:lnTo>
                  <a:lnTo>
                    <a:pt x="402730" y="289288"/>
                  </a:lnTo>
                  <a:lnTo>
                    <a:pt x="402082" y="285153"/>
                  </a:lnTo>
                  <a:lnTo>
                    <a:pt x="399572" y="281443"/>
                  </a:lnTo>
                  <a:lnTo>
                    <a:pt x="399390" y="281175"/>
                  </a:lnTo>
                  <a:lnTo>
                    <a:pt x="394145" y="283080"/>
                  </a:lnTo>
                  <a:lnTo>
                    <a:pt x="393921" y="282914"/>
                  </a:lnTo>
                  <a:lnTo>
                    <a:pt x="391296" y="280958"/>
                  </a:lnTo>
                  <a:lnTo>
                    <a:pt x="390240" y="276936"/>
                  </a:lnTo>
                  <a:lnTo>
                    <a:pt x="385572" y="275015"/>
                  </a:lnTo>
                  <a:lnTo>
                    <a:pt x="379223" y="281014"/>
                  </a:lnTo>
                  <a:lnTo>
                    <a:pt x="376098" y="285061"/>
                  </a:lnTo>
                  <a:lnTo>
                    <a:pt x="371564" y="287889"/>
                  </a:lnTo>
                  <a:lnTo>
                    <a:pt x="365204" y="285488"/>
                  </a:lnTo>
                  <a:lnTo>
                    <a:pt x="365129" y="284363"/>
                  </a:lnTo>
                  <a:lnTo>
                    <a:pt x="364934" y="281448"/>
                  </a:lnTo>
                  <a:lnTo>
                    <a:pt x="365258" y="275566"/>
                  </a:lnTo>
                  <a:lnTo>
                    <a:pt x="360970" y="275235"/>
                  </a:lnTo>
                  <a:lnTo>
                    <a:pt x="355274" y="274798"/>
                  </a:lnTo>
                  <a:lnTo>
                    <a:pt x="353995" y="270755"/>
                  </a:lnTo>
                  <a:lnTo>
                    <a:pt x="353879" y="265855"/>
                  </a:lnTo>
                  <a:lnTo>
                    <a:pt x="352022" y="261469"/>
                  </a:lnTo>
                  <a:lnTo>
                    <a:pt x="350935" y="262668"/>
                  </a:lnTo>
                  <a:lnTo>
                    <a:pt x="348728" y="265097"/>
                  </a:lnTo>
                  <a:lnTo>
                    <a:pt x="344576" y="264034"/>
                  </a:lnTo>
                  <a:lnTo>
                    <a:pt x="337672" y="262485"/>
                  </a:lnTo>
                  <a:lnTo>
                    <a:pt x="334327" y="261608"/>
                  </a:lnTo>
                  <a:lnTo>
                    <a:pt x="331840" y="264180"/>
                  </a:lnTo>
                  <a:lnTo>
                    <a:pt x="330728" y="268022"/>
                  </a:lnTo>
                  <a:lnTo>
                    <a:pt x="330063" y="268310"/>
                  </a:lnTo>
                  <a:lnTo>
                    <a:pt x="326295" y="269936"/>
                  </a:lnTo>
                  <a:lnTo>
                    <a:pt x="322343" y="267302"/>
                  </a:lnTo>
                  <a:lnTo>
                    <a:pt x="318670" y="262608"/>
                  </a:lnTo>
                  <a:lnTo>
                    <a:pt x="316230" y="262013"/>
                  </a:lnTo>
                  <a:lnTo>
                    <a:pt x="313435" y="261330"/>
                  </a:lnTo>
                  <a:lnTo>
                    <a:pt x="310386" y="264133"/>
                  </a:lnTo>
                  <a:lnTo>
                    <a:pt x="306920" y="264376"/>
                  </a:lnTo>
                  <a:lnTo>
                    <a:pt x="301775" y="262256"/>
                  </a:lnTo>
                  <a:lnTo>
                    <a:pt x="296960" y="261922"/>
                  </a:lnTo>
                  <a:lnTo>
                    <a:pt x="291919" y="258178"/>
                  </a:lnTo>
                  <a:lnTo>
                    <a:pt x="291028" y="258102"/>
                  </a:lnTo>
                  <a:lnTo>
                    <a:pt x="287307" y="257785"/>
                  </a:lnTo>
                  <a:lnTo>
                    <a:pt x="283207" y="258494"/>
                  </a:lnTo>
                  <a:lnTo>
                    <a:pt x="277854" y="257838"/>
                  </a:lnTo>
                  <a:lnTo>
                    <a:pt x="273592" y="257443"/>
                  </a:lnTo>
                  <a:lnTo>
                    <a:pt x="271896" y="248681"/>
                  </a:lnTo>
                  <a:lnTo>
                    <a:pt x="271153" y="247683"/>
                  </a:lnTo>
                  <a:lnTo>
                    <a:pt x="267169" y="242325"/>
                  </a:lnTo>
                  <a:lnTo>
                    <a:pt x="261635" y="237923"/>
                  </a:lnTo>
                  <a:lnTo>
                    <a:pt x="258368" y="237505"/>
                  </a:lnTo>
                  <a:lnTo>
                    <a:pt x="256535" y="242947"/>
                  </a:lnTo>
                  <a:lnTo>
                    <a:pt x="252821" y="241561"/>
                  </a:lnTo>
                  <a:lnTo>
                    <a:pt x="252524" y="241528"/>
                  </a:lnTo>
                  <a:lnTo>
                    <a:pt x="244496" y="240621"/>
                  </a:lnTo>
                  <a:lnTo>
                    <a:pt x="243369" y="243532"/>
                  </a:lnTo>
                  <a:lnTo>
                    <a:pt x="236295" y="243002"/>
                  </a:lnTo>
                  <a:lnTo>
                    <a:pt x="231267" y="238241"/>
                  </a:lnTo>
                  <a:lnTo>
                    <a:pt x="227352" y="233619"/>
                  </a:lnTo>
                  <a:lnTo>
                    <a:pt x="225601" y="231941"/>
                  </a:lnTo>
                  <a:lnTo>
                    <a:pt x="219208" y="225801"/>
                  </a:lnTo>
                  <a:lnTo>
                    <a:pt x="214213" y="227176"/>
                  </a:lnTo>
                  <a:lnTo>
                    <a:pt x="214011" y="227231"/>
                  </a:lnTo>
                  <a:lnTo>
                    <a:pt x="214011" y="210856"/>
                  </a:lnTo>
                  <a:lnTo>
                    <a:pt x="214011" y="185867"/>
                  </a:lnTo>
                  <a:lnTo>
                    <a:pt x="214011" y="172402"/>
                  </a:lnTo>
                  <a:lnTo>
                    <a:pt x="214011" y="151276"/>
                  </a:lnTo>
                  <a:lnTo>
                    <a:pt x="214011" y="133929"/>
                  </a:lnTo>
                  <a:lnTo>
                    <a:pt x="214011" y="110816"/>
                  </a:lnTo>
                  <a:lnTo>
                    <a:pt x="214010" y="95431"/>
                  </a:lnTo>
                  <a:lnTo>
                    <a:pt x="214010" y="56263"/>
                  </a:lnTo>
                  <a:lnTo>
                    <a:pt x="213771" y="56263"/>
                  </a:lnTo>
                  <a:lnTo>
                    <a:pt x="191861" y="56224"/>
                  </a:lnTo>
                  <a:lnTo>
                    <a:pt x="175095" y="56154"/>
                  </a:lnTo>
                  <a:lnTo>
                    <a:pt x="171781" y="56135"/>
                  </a:lnTo>
                  <a:lnTo>
                    <a:pt x="150992" y="55934"/>
                  </a:lnTo>
                  <a:lnTo>
                    <a:pt x="146002" y="55893"/>
                  </a:lnTo>
                  <a:lnTo>
                    <a:pt x="136661" y="55805"/>
                  </a:lnTo>
                  <a:lnTo>
                    <a:pt x="98250" y="55161"/>
                  </a:lnTo>
                  <a:lnTo>
                    <a:pt x="83803" y="54854"/>
                  </a:lnTo>
                  <a:lnTo>
                    <a:pt x="69135" y="54481"/>
                  </a:lnTo>
                  <a:lnTo>
                    <a:pt x="59860" y="54227"/>
                  </a:lnTo>
                  <a:lnTo>
                    <a:pt x="0" y="52383"/>
                  </a:lnTo>
                  <a:lnTo>
                    <a:pt x="314" y="433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749167" y="2566380"/>
              <a:ext cx="559571" cy="476526"/>
            </a:xfrm>
            <a:custGeom>
              <a:avLst/>
              <a:pathLst>
                <a:path w="559571" h="476526">
                  <a:moveTo>
                    <a:pt x="6452" y="279870"/>
                  </a:moveTo>
                  <a:lnTo>
                    <a:pt x="13693" y="271757"/>
                  </a:lnTo>
                  <a:lnTo>
                    <a:pt x="13830" y="271536"/>
                  </a:lnTo>
                  <a:lnTo>
                    <a:pt x="19519" y="262364"/>
                  </a:lnTo>
                  <a:lnTo>
                    <a:pt x="23319" y="255263"/>
                  </a:lnTo>
                  <a:lnTo>
                    <a:pt x="25934" y="250083"/>
                  </a:lnTo>
                  <a:lnTo>
                    <a:pt x="27929" y="246376"/>
                  </a:lnTo>
                  <a:lnTo>
                    <a:pt x="27664" y="243299"/>
                  </a:lnTo>
                  <a:lnTo>
                    <a:pt x="31573" y="240728"/>
                  </a:lnTo>
                  <a:lnTo>
                    <a:pt x="38023" y="233979"/>
                  </a:lnTo>
                  <a:lnTo>
                    <a:pt x="44373" y="224649"/>
                  </a:lnTo>
                  <a:lnTo>
                    <a:pt x="46637" y="220317"/>
                  </a:lnTo>
                  <a:lnTo>
                    <a:pt x="50638" y="212657"/>
                  </a:lnTo>
                  <a:lnTo>
                    <a:pt x="56710" y="199792"/>
                  </a:lnTo>
                  <a:lnTo>
                    <a:pt x="58525" y="195945"/>
                  </a:lnTo>
                  <a:lnTo>
                    <a:pt x="65199" y="179900"/>
                  </a:lnTo>
                  <a:lnTo>
                    <a:pt x="69257" y="168934"/>
                  </a:lnTo>
                  <a:lnTo>
                    <a:pt x="70123" y="165354"/>
                  </a:lnTo>
                  <a:lnTo>
                    <a:pt x="70340" y="164458"/>
                  </a:lnTo>
                  <a:lnTo>
                    <a:pt x="75525" y="153984"/>
                  </a:lnTo>
                  <a:lnTo>
                    <a:pt x="77789" y="146683"/>
                  </a:lnTo>
                  <a:lnTo>
                    <a:pt x="82304" y="135788"/>
                  </a:lnTo>
                  <a:lnTo>
                    <a:pt x="84235" y="129773"/>
                  </a:lnTo>
                  <a:lnTo>
                    <a:pt x="86070" y="121456"/>
                  </a:lnTo>
                  <a:lnTo>
                    <a:pt x="87685" y="118474"/>
                  </a:lnTo>
                  <a:lnTo>
                    <a:pt x="92992" y="109407"/>
                  </a:lnTo>
                  <a:lnTo>
                    <a:pt x="96281" y="101520"/>
                  </a:lnTo>
                  <a:lnTo>
                    <a:pt x="96360" y="101332"/>
                  </a:lnTo>
                  <a:lnTo>
                    <a:pt x="100943" y="93563"/>
                  </a:lnTo>
                  <a:lnTo>
                    <a:pt x="102947" y="87511"/>
                  </a:lnTo>
                  <a:lnTo>
                    <a:pt x="105190" y="82270"/>
                  </a:lnTo>
                  <a:lnTo>
                    <a:pt x="105962" y="76190"/>
                  </a:lnTo>
                  <a:lnTo>
                    <a:pt x="109254" y="69439"/>
                  </a:lnTo>
                  <a:lnTo>
                    <a:pt x="109857" y="64106"/>
                  </a:lnTo>
                  <a:lnTo>
                    <a:pt x="113519" y="58210"/>
                  </a:lnTo>
                  <a:lnTo>
                    <a:pt x="116556" y="50070"/>
                  </a:lnTo>
                  <a:lnTo>
                    <a:pt x="117757" y="46055"/>
                  </a:lnTo>
                  <a:lnTo>
                    <a:pt x="117322" y="41404"/>
                  </a:lnTo>
                  <a:lnTo>
                    <a:pt x="118139" y="39217"/>
                  </a:lnTo>
                  <a:lnTo>
                    <a:pt x="119831" y="34687"/>
                  </a:lnTo>
                  <a:lnTo>
                    <a:pt x="121334" y="28533"/>
                  </a:lnTo>
                  <a:lnTo>
                    <a:pt x="120834" y="24760"/>
                  </a:lnTo>
                  <a:lnTo>
                    <a:pt x="124912" y="23141"/>
                  </a:lnTo>
                  <a:lnTo>
                    <a:pt x="127083" y="17761"/>
                  </a:lnTo>
                  <a:lnTo>
                    <a:pt x="127975" y="8703"/>
                  </a:lnTo>
                  <a:lnTo>
                    <a:pt x="124712" y="2436"/>
                  </a:lnTo>
                  <a:lnTo>
                    <a:pt x="128197" y="0"/>
                  </a:lnTo>
                  <a:lnTo>
                    <a:pt x="131677" y="6319"/>
                  </a:lnTo>
                  <a:lnTo>
                    <a:pt x="136272" y="6554"/>
                  </a:lnTo>
                  <a:lnTo>
                    <a:pt x="141516" y="6233"/>
                  </a:lnTo>
                  <a:lnTo>
                    <a:pt x="143172" y="8992"/>
                  </a:lnTo>
                  <a:lnTo>
                    <a:pt x="147201" y="7680"/>
                  </a:lnTo>
                  <a:lnTo>
                    <a:pt x="151845" y="7952"/>
                  </a:lnTo>
                  <a:lnTo>
                    <a:pt x="154867" y="6032"/>
                  </a:lnTo>
                  <a:lnTo>
                    <a:pt x="159064" y="6379"/>
                  </a:lnTo>
                  <a:lnTo>
                    <a:pt x="161049" y="10702"/>
                  </a:lnTo>
                  <a:lnTo>
                    <a:pt x="159637" y="14712"/>
                  </a:lnTo>
                  <a:lnTo>
                    <a:pt x="162172" y="18794"/>
                  </a:lnTo>
                  <a:lnTo>
                    <a:pt x="162615" y="18941"/>
                  </a:lnTo>
                  <a:lnTo>
                    <a:pt x="167433" y="20532"/>
                  </a:lnTo>
                  <a:lnTo>
                    <a:pt x="172034" y="19471"/>
                  </a:lnTo>
                  <a:lnTo>
                    <a:pt x="175166" y="18746"/>
                  </a:lnTo>
                  <a:lnTo>
                    <a:pt x="178005" y="19945"/>
                  </a:lnTo>
                  <a:lnTo>
                    <a:pt x="183191" y="26295"/>
                  </a:lnTo>
                  <a:lnTo>
                    <a:pt x="184876" y="29501"/>
                  </a:lnTo>
                  <a:lnTo>
                    <a:pt x="187755" y="32323"/>
                  </a:lnTo>
                  <a:lnTo>
                    <a:pt x="188809" y="39089"/>
                  </a:lnTo>
                  <a:lnTo>
                    <a:pt x="189929" y="44403"/>
                  </a:lnTo>
                  <a:lnTo>
                    <a:pt x="188867" y="48583"/>
                  </a:lnTo>
                  <a:lnTo>
                    <a:pt x="189290" y="52902"/>
                  </a:lnTo>
                  <a:lnTo>
                    <a:pt x="188694" y="54280"/>
                  </a:lnTo>
                  <a:lnTo>
                    <a:pt x="187230" y="57667"/>
                  </a:lnTo>
                  <a:lnTo>
                    <a:pt x="187963" y="62617"/>
                  </a:lnTo>
                  <a:lnTo>
                    <a:pt x="186906" y="65145"/>
                  </a:lnTo>
                  <a:lnTo>
                    <a:pt x="185235" y="69143"/>
                  </a:lnTo>
                  <a:lnTo>
                    <a:pt x="185848" y="71001"/>
                  </a:lnTo>
                  <a:lnTo>
                    <a:pt x="186470" y="72886"/>
                  </a:lnTo>
                  <a:lnTo>
                    <a:pt x="191156" y="77463"/>
                  </a:lnTo>
                  <a:lnTo>
                    <a:pt x="199431" y="82337"/>
                  </a:lnTo>
                  <a:lnTo>
                    <a:pt x="202105" y="84944"/>
                  </a:lnTo>
                  <a:lnTo>
                    <a:pt x="205848" y="84879"/>
                  </a:lnTo>
                  <a:lnTo>
                    <a:pt x="208049" y="88088"/>
                  </a:lnTo>
                  <a:lnTo>
                    <a:pt x="212017" y="89594"/>
                  </a:lnTo>
                  <a:lnTo>
                    <a:pt x="212947" y="89334"/>
                  </a:lnTo>
                  <a:lnTo>
                    <a:pt x="217484" y="88062"/>
                  </a:lnTo>
                  <a:lnTo>
                    <a:pt x="222464" y="88944"/>
                  </a:lnTo>
                  <a:lnTo>
                    <a:pt x="229027" y="87802"/>
                  </a:lnTo>
                  <a:lnTo>
                    <a:pt x="232783" y="86175"/>
                  </a:lnTo>
                  <a:lnTo>
                    <a:pt x="234665" y="85835"/>
                  </a:lnTo>
                  <a:lnTo>
                    <a:pt x="236199" y="85558"/>
                  </a:lnTo>
                  <a:lnTo>
                    <a:pt x="238934" y="83430"/>
                  </a:lnTo>
                  <a:lnTo>
                    <a:pt x="242550" y="83198"/>
                  </a:lnTo>
                  <a:lnTo>
                    <a:pt x="246740" y="85553"/>
                  </a:lnTo>
                  <a:lnTo>
                    <a:pt x="250939" y="85704"/>
                  </a:lnTo>
                  <a:lnTo>
                    <a:pt x="259426" y="86078"/>
                  </a:lnTo>
                  <a:lnTo>
                    <a:pt x="259899" y="86459"/>
                  </a:lnTo>
                  <a:lnTo>
                    <a:pt x="264234" y="89951"/>
                  </a:lnTo>
                  <a:lnTo>
                    <a:pt x="265125" y="90667"/>
                  </a:lnTo>
                  <a:lnTo>
                    <a:pt x="270451" y="91119"/>
                  </a:lnTo>
                  <a:lnTo>
                    <a:pt x="276876" y="95995"/>
                  </a:lnTo>
                  <a:lnTo>
                    <a:pt x="277263" y="102092"/>
                  </a:lnTo>
                  <a:lnTo>
                    <a:pt x="281137" y="102255"/>
                  </a:lnTo>
                  <a:lnTo>
                    <a:pt x="284078" y="100111"/>
                  </a:lnTo>
                  <a:lnTo>
                    <a:pt x="292621" y="101628"/>
                  </a:lnTo>
                  <a:lnTo>
                    <a:pt x="294209" y="102829"/>
                  </a:lnTo>
                  <a:lnTo>
                    <a:pt x="295179" y="103562"/>
                  </a:lnTo>
                  <a:lnTo>
                    <a:pt x="298197" y="101730"/>
                  </a:lnTo>
                  <a:lnTo>
                    <a:pt x="309055" y="100538"/>
                  </a:lnTo>
                  <a:lnTo>
                    <a:pt x="311697" y="99364"/>
                  </a:lnTo>
                  <a:lnTo>
                    <a:pt x="312955" y="98805"/>
                  </a:lnTo>
                  <a:lnTo>
                    <a:pt x="315565" y="99431"/>
                  </a:lnTo>
                  <a:lnTo>
                    <a:pt x="319572" y="104775"/>
                  </a:lnTo>
                  <a:lnTo>
                    <a:pt x="320595" y="105057"/>
                  </a:lnTo>
                  <a:lnTo>
                    <a:pt x="325597" y="106429"/>
                  </a:lnTo>
                  <a:lnTo>
                    <a:pt x="333312" y="106415"/>
                  </a:lnTo>
                  <a:lnTo>
                    <a:pt x="337652" y="107108"/>
                  </a:lnTo>
                  <a:lnTo>
                    <a:pt x="342813" y="104097"/>
                  </a:lnTo>
                  <a:lnTo>
                    <a:pt x="347300" y="104148"/>
                  </a:lnTo>
                  <a:lnTo>
                    <a:pt x="352072" y="102932"/>
                  </a:lnTo>
                  <a:lnTo>
                    <a:pt x="354351" y="102349"/>
                  </a:lnTo>
                  <a:lnTo>
                    <a:pt x="360440" y="102627"/>
                  </a:lnTo>
                  <a:lnTo>
                    <a:pt x="364526" y="102810"/>
                  </a:lnTo>
                  <a:lnTo>
                    <a:pt x="372603" y="103992"/>
                  </a:lnTo>
                  <a:lnTo>
                    <a:pt x="378066" y="99604"/>
                  </a:lnTo>
                  <a:lnTo>
                    <a:pt x="379910" y="99526"/>
                  </a:lnTo>
                  <a:lnTo>
                    <a:pt x="384464" y="102423"/>
                  </a:lnTo>
                  <a:lnTo>
                    <a:pt x="387914" y="102648"/>
                  </a:lnTo>
                  <a:lnTo>
                    <a:pt x="392112" y="102919"/>
                  </a:lnTo>
                  <a:lnTo>
                    <a:pt x="398862" y="102905"/>
                  </a:lnTo>
                  <a:lnTo>
                    <a:pt x="406488" y="105425"/>
                  </a:lnTo>
                  <a:lnTo>
                    <a:pt x="410865" y="104139"/>
                  </a:lnTo>
                  <a:lnTo>
                    <a:pt x="416141" y="101634"/>
                  </a:lnTo>
                  <a:lnTo>
                    <a:pt x="434518" y="105955"/>
                  </a:lnTo>
                  <a:lnTo>
                    <a:pt x="452937" y="110337"/>
                  </a:lnTo>
                  <a:lnTo>
                    <a:pt x="474990" y="115488"/>
                  </a:lnTo>
                  <a:lnTo>
                    <a:pt x="476139" y="115753"/>
                  </a:lnTo>
                  <a:lnTo>
                    <a:pt x="491609" y="119296"/>
                  </a:lnTo>
                  <a:lnTo>
                    <a:pt x="498408" y="120925"/>
                  </a:lnTo>
                  <a:lnTo>
                    <a:pt x="505749" y="122672"/>
                  </a:lnTo>
                  <a:lnTo>
                    <a:pt x="513243" y="124443"/>
                  </a:lnTo>
                  <a:lnTo>
                    <a:pt x="539379" y="130218"/>
                  </a:lnTo>
                  <a:lnTo>
                    <a:pt x="540437" y="133792"/>
                  </a:lnTo>
                  <a:lnTo>
                    <a:pt x="541101" y="138606"/>
                  </a:lnTo>
                  <a:lnTo>
                    <a:pt x="543690" y="144271"/>
                  </a:lnTo>
                  <a:lnTo>
                    <a:pt x="544191" y="145364"/>
                  </a:lnTo>
                  <a:lnTo>
                    <a:pt x="547006" y="147237"/>
                  </a:lnTo>
                  <a:lnTo>
                    <a:pt x="550451" y="151983"/>
                  </a:lnTo>
                  <a:lnTo>
                    <a:pt x="554733" y="153199"/>
                  </a:lnTo>
                  <a:lnTo>
                    <a:pt x="557370" y="157779"/>
                  </a:lnTo>
                  <a:lnTo>
                    <a:pt x="556859" y="162465"/>
                  </a:lnTo>
                  <a:lnTo>
                    <a:pt x="559571" y="168999"/>
                  </a:lnTo>
                  <a:lnTo>
                    <a:pt x="556316" y="172786"/>
                  </a:lnTo>
                  <a:lnTo>
                    <a:pt x="548917" y="182474"/>
                  </a:lnTo>
                  <a:lnTo>
                    <a:pt x="541350" y="192566"/>
                  </a:lnTo>
                  <a:lnTo>
                    <a:pt x="539538" y="196306"/>
                  </a:lnTo>
                  <a:lnTo>
                    <a:pt x="538966" y="197485"/>
                  </a:lnTo>
                  <a:lnTo>
                    <a:pt x="532844" y="208980"/>
                  </a:lnTo>
                  <a:lnTo>
                    <a:pt x="530402" y="211826"/>
                  </a:lnTo>
                  <a:lnTo>
                    <a:pt x="526056" y="215090"/>
                  </a:lnTo>
                  <a:lnTo>
                    <a:pt x="524066" y="219408"/>
                  </a:lnTo>
                  <a:lnTo>
                    <a:pt x="524657" y="224061"/>
                  </a:lnTo>
                  <a:lnTo>
                    <a:pt x="521656" y="228730"/>
                  </a:lnTo>
                  <a:lnTo>
                    <a:pt x="519643" y="231035"/>
                  </a:lnTo>
                  <a:lnTo>
                    <a:pt x="516069" y="235123"/>
                  </a:lnTo>
                  <a:lnTo>
                    <a:pt x="510502" y="236690"/>
                  </a:lnTo>
                  <a:lnTo>
                    <a:pt x="506992" y="238636"/>
                  </a:lnTo>
                  <a:lnTo>
                    <a:pt x="503603" y="244741"/>
                  </a:lnTo>
                  <a:lnTo>
                    <a:pt x="498910" y="252352"/>
                  </a:lnTo>
                  <a:lnTo>
                    <a:pt x="496796" y="254970"/>
                  </a:lnTo>
                  <a:lnTo>
                    <a:pt x="492375" y="258019"/>
                  </a:lnTo>
                  <a:lnTo>
                    <a:pt x="492071" y="262707"/>
                  </a:lnTo>
                  <a:lnTo>
                    <a:pt x="489681" y="265482"/>
                  </a:lnTo>
                  <a:lnTo>
                    <a:pt x="490713" y="268510"/>
                  </a:lnTo>
                  <a:lnTo>
                    <a:pt x="491647" y="271583"/>
                  </a:lnTo>
                  <a:lnTo>
                    <a:pt x="489833" y="274118"/>
                  </a:lnTo>
                  <a:lnTo>
                    <a:pt x="489376" y="274756"/>
                  </a:lnTo>
                  <a:lnTo>
                    <a:pt x="491701" y="277942"/>
                  </a:lnTo>
                  <a:lnTo>
                    <a:pt x="495083" y="276972"/>
                  </a:lnTo>
                  <a:lnTo>
                    <a:pt x="498141" y="281301"/>
                  </a:lnTo>
                  <a:lnTo>
                    <a:pt x="503499" y="282592"/>
                  </a:lnTo>
                  <a:lnTo>
                    <a:pt x="503139" y="286294"/>
                  </a:lnTo>
                  <a:lnTo>
                    <a:pt x="506744" y="288396"/>
                  </a:lnTo>
                  <a:lnTo>
                    <a:pt x="506707" y="290677"/>
                  </a:lnTo>
                  <a:lnTo>
                    <a:pt x="506559" y="290793"/>
                  </a:lnTo>
                  <a:lnTo>
                    <a:pt x="500421" y="295604"/>
                  </a:lnTo>
                  <a:lnTo>
                    <a:pt x="501875" y="301005"/>
                  </a:lnTo>
                  <a:lnTo>
                    <a:pt x="499635" y="304751"/>
                  </a:lnTo>
                  <a:lnTo>
                    <a:pt x="497044" y="312143"/>
                  </a:lnTo>
                  <a:lnTo>
                    <a:pt x="496192" y="313267"/>
                  </a:lnTo>
                  <a:lnTo>
                    <a:pt x="492786" y="317757"/>
                  </a:lnTo>
                  <a:lnTo>
                    <a:pt x="490042" y="330221"/>
                  </a:lnTo>
                  <a:lnTo>
                    <a:pt x="488432" y="337539"/>
                  </a:lnTo>
                  <a:lnTo>
                    <a:pt x="478105" y="387243"/>
                  </a:lnTo>
                  <a:lnTo>
                    <a:pt x="474207" y="406202"/>
                  </a:lnTo>
                  <a:lnTo>
                    <a:pt x="466493" y="443544"/>
                  </a:lnTo>
                  <a:lnTo>
                    <a:pt x="459759" y="476526"/>
                  </a:lnTo>
                  <a:lnTo>
                    <a:pt x="448788" y="474139"/>
                  </a:lnTo>
                  <a:lnTo>
                    <a:pt x="435608" y="471391"/>
                  </a:lnTo>
                  <a:lnTo>
                    <a:pt x="421528" y="468386"/>
                  </a:lnTo>
                  <a:lnTo>
                    <a:pt x="405580" y="464859"/>
                  </a:lnTo>
                  <a:lnTo>
                    <a:pt x="384893" y="460314"/>
                  </a:lnTo>
                  <a:lnTo>
                    <a:pt x="365517" y="456002"/>
                  </a:lnTo>
                  <a:lnTo>
                    <a:pt x="347966" y="452153"/>
                  </a:lnTo>
                  <a:lnTo>
                    <a:pt x="333668" y="448665"/>
                  </a:lnTo>
                  <a:lnTo>
                    <a:pt x="320485" y="445559"/>
                  </a:lnTo>
                  <a:lnTo>
                    <a:pt x="313137" y="443717"/>
                  </a:lnTo>
                  <a:lnTo>
                    <a:pt x="310860" y="443144"/>
                  </a:lnTo>
                  <a:lnTo>
                    <a:pt x="287709" y="437254"/>
                  </a:lnTo>
                  <a:lnTo>
                    <a:pt x="270346" y="433075"/>
                  </a:lnTo>
                  <a:lnTo>
                    <a:pt x="258799" y="430149"/>
                  </a:lnTo>
                  <a:lnTo>
                    <a:pt x="238573" y="425036"/>
                  </a:lnTo>
                  <a:lnTo>
                    <a:pt x="226492" y="421907"/>
                  </a:lnTo>
                  <a:lnTo>
                    <a:pt x="214636" y="418813"/>
                  </a:lnTo>
                  <a:lnTo>
                    <a:pt x="204836" y="416233"/>
                  </a:lnTo>
                  <a:lnTo>
                    <a:pt x="191317" y="412228"/>
                  </a:lnTo>
                  <a:lnTo>
                    <a:pt x="179432" y="409064"/>
                  </a:lnTo>
                  <a:lnTo>
                    <a:pt x="178935" y="408919"/>
                  </a:lnTo>
                  <a:lnTo>
                    <a:pt x="164669" y="404732"/>
                  </a:lnTo>
                  <a:lnTo>
                    <a:pt x="153956" y="401527"/>
                  </a:lnTo>
                  <a:lnTo>
                    <a:pt x="137986" y="396827"/>
                  </a:lnTo>
                  <a:lnTo>
                    <a:pt x="126245" y="393334"/>
                  </a:lnTo>
                  <a:lnTo>
                    <a:pt x="113007" y="389504"/>
                  </a:lnTo>
                  <a:lnTo>
                    <a:pt x="94180" y="384490"/>
                  </a:lnTo>
                  <a:lnTo>
                    <a:pt x="78818" y="380103"/>
                  </a:lnTo>
                  <a:lnTo>
                    <a:pt x="72672" y="377719"/>
                  </a:lnTo>
                  <a:lnTo>
                    <a:pt x="67255" y="376516"/>
                  </a:lnTo>
                  <a:lnTo>
                    <a:pt x="59833" y="374859"/>
                  </a:lnTo>
                  <a:lnTo>
                    <a:pt x="54451" y="373018"/>
                  </a:lnTo>
                  <a:lnTo>
                    <a:pt x="49127" y="371653"/>
                  </a:lnTo>
                  <a:lnTo>
                    <a:pt x="40427" y="369411"/>
                  </a:lnTo>
                  <a:lnTo>
                    <a:pt x="30151" y="366251"/>
                  </a:lnTo>
                  <a:lnTo>
                    <a:pt x="19006" y="362797"/>
                  </a:lnTo>
                  <a:lnTo>
                    <a:pt x="5971" y="358562"/>
                  </a:lnTo>
                  <a:lnTo>
                    <a:pt x="3503" y="353391"/>
                  </a:lnTo>
                  <a:lnTo>
                    <a:pt x="1346" y="350633"/>
                  </a:lnTo>
                  <a:lnTo>
                    <a:pt x="607" y="344607"/>
                  </a:lnTo>
                  <a:lnTo>
                    <a:pt x="1315" y="340059"/>
                  </a:lnTo>
                  <a:lnTo>
                    <a:pt x="1096" y="335647"/>
                  </a:lnTo>
                  <a:lnTo>
                    <a:pt x="0" y="333114"/>
                  </a:lnTo>
                  <a:lnTo>
                    <a:pt x="1478" y="328251"/>
                  </a:lnTo>
                  <a:lnTo>
                    <a:pt x="1687" y="324155"/>
                  </a:lnTo>
                  <a:lnTo>
                    <a:pt x="3356" y="316411"/>
                  </a:lnTo>
                  <a:lnTo>
                    <a:pt x="8132" y="308565"/>
                  </a:lnTo>
                  <a:lnTo>
                    <a:pt x="9493" y="303598"/>
                  </a:lnTo>
                  <a:lnTo>
                    <a:pt x="10292" y="298190"/>
                  </a:lnTo>
                  <a:lnTo>
                    <a:pt x="8439" y="295936"/>
                  </a:lnTo>
                  <a:lnTo>
                    <a:pt x="8945" y="294773"/>
                  </a:lnTo>
                  <a:lnTo>
                    <a:pt x="6319" y="2897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59240" y="3047383"/>
              <a:ext cx="410943" cy="287981"/>
            </a:xfrm>
            <a:custGeom>
              <a:avLst/>
              <a:pathLst>
                <a:path w="410943" h="287981">
                  <a:moveTo>
                    <a:pt x="21589" y="185202"/>
                  </a:moveTo>
                  <a:lnTo>
                    <a:pt x="17248" y="166252"/>
                  </a:lnTo>
                  <a:lnTo>
                    <a:pt x="17087" y="165547"/>
                  </a:lnTo>
                  <a:lnTo>
                    <a:pt x="15108" y="156930"/>
                  </a:lnTo>
                  <a:lnTo>
                    <a:pt x="9916" y="134693"/>
                  </a:lnTo>
                  <a:lnTo>
                    <a:pt x="9709" y="133806"/>
                  </a:lnTo>
                  <a:lnTo>
                    <a:pt x="6250" y="119035"/>
                  </a:lnTo>
                  <a:lnTo>
                    <a:pt x="2601" y="103451"/>
                  </a:lnTo>
                  <a:lnTo>
                    <a:pt x="0" y="92360"/>
                  </a:lnTo>
                  <a:lnTo>
                    <a:pt x="10816" y="84321"/>
                  </a:lnTo>
                  <a:lnTo>
                    <a:pt x="20329" y="74744"/>
                  </a:lnTo>
                  <a:lnTo>
                    <a:pt x="20728" y="71415"/>
                  </a:lnTo>
                  <a:lnTo>
                    <a:pt x="23258" y="68647"/>
                  </a:lnTo>
                  <a:lnTo>
                    <a:pt x="27776" y="68437"/>
                  </a:lnTo>
                  <a:lnTo>
                    <a:pt x="32930" y="63054"/>
                  </a:lnTo>
                  <a:lnTo>
                    <a:pt x="37341" y="59368"/>
                  </a:lnTo>
                  <a:lnTo>
                    <a:pt x="41826" y="55066"/>
                  </a:lnTo>
                  <a:lnTo>
                    <a:pt x="44752" y="67062"/>
                  </a:lnTo>
                  <a:lnTo>
                    <a:pt x="47604" y="78509"/>
                  </a:lnTo>
                  <a:lnTo>
                    <a:pt x="57128" y="76097"/>
                  </a:lnTo>
                  <a:lnTo>
                    <a:pt x="65880" y="73863"/>
                  </a:lnTo>
                  <a:lnTo>
                    <a:pt x="91835" y="67016"/>
                  </a:lnTo>
                  <a:lnTo>
                    <a:pt x="96765" y="65699"/>
                  </a:lnTo>
                  <a:lnTo>
                    <a:pt x="100809" y="64609"/>
                  </a:lnTo>
                  <a:lnTo>
                    <a:pt x="121099" y="59087"/>
                  </a:lnTo>
                  <a:lnTo>
                    <a:pt x="139274" y="54203"/>
                  </a:lnTo>
                  <a:lnTo>
                    <a:pt x="141600" y="53573"/>
                  </a:lnTo>
                  <a:lnTo>
                    <a:pt x="145673" y="52439"/>
                  </a:lnTo>
                  <a:lnTo>
                    <a:pt x="156677" y="49357"/>
                  </a:lnTo>
                  <a:lnTo>
                    <a:pt x="169204" y="45933"/>
                  </a:lnTo>
                  <a:lnTo>
                    <a:pt x="174351" y="44460"/>
                  </a:lnTo>
                  <a:lnTo>
                    <a:pt x="183118" y="41939"/>
                  </a:lnTo>
                  <a:lnTo>
                    <a:pt x="220803" y="30908"/>
                  </a:lnTo>
                  <a:lnTo>
                    <a:pt x="223422" y="30147"/>
                  </a:lnTo>
                  <a:lnTo>
                    <a:pt x="225853" y="29438"/>
                  </a:lnTo>
                  <a:lnTo>
                    <a:pt x="248932" y="22651"/>
                  </a:lnTo>
                  <a:lnTo>
                    <a:pt x="254923" y="20969"/>
                  </a:lnTo>
                  <a:lnTo>
                    <a:pt x="274665" y="15003"/>
                  </a:lnTo>
                  <a:lnTo>
                    <a:pt x="277137" y="14250"/>
                  </a:lnTo>
                  <a:lnTo>
                    <a:pt x="291777" y="9759"/>
                  </a:lnTo>
                  <a:lnTo>
                    <a:pt x="315851" y="2210"/>
                  </a:lnTo>
                  <a:lnTo>
                    <a:pt x="316223" y="2092"/>
                  </a:lnTo>
                  <a:lnTo>
                    <a:pt x="323646" y="290"/>
                  </a:lnTo>
                  <a:lnTo>
                    <a:pt x="324837" y="0"/>
                  </a:lnTo>
                  <a:lnTo>
                    <a:pt x="329075" y="2940"/>
                  </a:lnTo>
                  <a:lnTo>
                    <a:pt x="332456" y="7679"/>
                  </a:lnTo>
                  <a:lnTo>
                    <a:pt x="337565" y="8181"/>
                  </a:lnTo>
                  <a:lnTo>
                    <a:pt x="340684" y="8381"/>
                  </a:lnTo>
                  <a:lnTo>
                    <a:pt x="342902" y="8521"/>
                  </a:lnTo>
                  <a:lnTo>
                    <a:pt x="346320" y="11042"/>
                  </a:lnTo>
                  <a:lnTo>
                    <a:pt x="348911" y="14873"/>
                  </a:lnTo>
                  <a:lnTo>
                    <a:pt x="352034" y="24259"/>
                  </a:lnTo>
                  <a:lnTo>
                    <a:pt x="353211" y="27457"/>
                  </a:lnTo>
                  <a:lnTo>
                    <a:pt x="354097" y="29864"/>
                  </a:lnTo>
                  <a:lnTo>
                    <a:pt x="359965" y="35363"/>
                  </a:lnTo>
                  <a:lnTo>
                    <a:pt x="366785" y="37035"/>
                  </a:lnTo>
                  <a:lnTo>
                    <a:pt x="373083" y="37262"/>
                  </a:lnTo>
                  <a:lnTo>
                    <a:pt x="375882" y="36702"/>
                  </a:lnTo>
                  <a:lnTo>
                    <a:pt x="377264" y="36424"/>
                  </a:lnTo>
                  <a:lnTo>
                    <a:pt x="381549" y="41462"/>
                  </a:lnTo>
                  <a:lnTo>
                    <a:pt x="377904" y="44248"/>
                  </a:lnTo>
                  <a:lnTo>
                    <a:pt x="375588" y="49145"/>
                  </a:lnTo>
                  <a:lnTo>
                    <a:pt x="374122" y="56037"/>
                  </a:lnTo>
                  <a:lnTo>
                    <a:pt x="373962" y="58222"/>
                  </a:lnTo>
                  <a:lnTo>
                    <a:pt x="373612" y="62969"/>
                  </a:lnTo>
                  <a:lnTo>
                    <a:pt x="370092" y="68342"/>
                  </a:lnTo>
                  <a:lnTo>
                    <a:pt x="370006" y="68783"/>
                  </a:lnTo>
                  <a:lnTo>
                    <a:pt x="369753" y="70082"/>
                  </a:lnTo>
                  <a:lnTo>
                    <a:pt x="369131" y="73265"/>
                  </a:lnTo>
                  <a:lnTo>
                    <a:pt x="366746" y="78020"/>
                  </a:lnTo>
                  <a:lnTo>
                    <a:pt x="363788" y="82564"/>
                  </a:lnTo>
                  <a:lnTo>
                    <a:pt x="364788" y="83641"/>
                  </a:lnTo>
                  <a:lnTo>
                    <a:pt x="367385" y="86436"/>
                  </a:lnTo>
                  <a:lnTo>
                    <a:pt x="370471" y="89298"/>
                  </a:lnTo>
                  <a:lnTo>
                    <a:pt x="369792" y="92935"/>
                  </a:lnTo>
                  <a:lnTo>
                    <a:pt x="370166" y="98261"/>
                  </a:lnTo>
                  <a:lnTo>
                    <a:pt x="366489" y="101945"/>
                  </a:lnTo>
                  <a:lnTo>
                    <a:pt x="366759" y="106389"/>
                  </a:lnTo>
                  <a:lnTo>
                    <a:pt x="368835" y="113030"/>
                  </a:lnTo>
                  <a:lnTo>
                    <a:pt x="369684" y="115470"/>
                  </a:lnTo>
                  <a:lnTo>
                    <a:pt x="370166" y="116858"/>
                  </a:lnTo>
                  <a:lnTo>
                    <a:pt x="370848" y="118816"/>
                  </a:lnTo>
                  <a:lnTo>
                    <a:pt x="373859" y="117271"/>
                  </a:lnTo>
                  <a:lnTo>
                    <a:pt x="378252" y="118448"/>
                  </a:lnTo>
                  <a:lnTo>
                    <a:pt x="380988" y="123849"/>
                  </a:lnTo>
                  <a:lnTo>
                    <a:pt x="381125" y="126263"/>
                  </a:lnTo>
                  <a:lnTo>
                    <a:pt x="383039" y="129319"/>
                  </a:lnTo>
                  <a:lnTo>
                    <a:pt x="385351" y="129765"/>
                  </a:lnTo>
                  <a:lnTo>
                    <a:pt x="388953" y="128963"/>
                  </a:lnTo>
                  <a:lnTo>
                    <a:pt x="391537" y="132120"/>
                  </a:lnTo>
                  <a:lnTo>
                    <a:pt x="393121" y="133253"/>
                  </a:lnTo>
                  <a:lnTo>
                    <a:pt x="395318" y="134822"/>
                  </a:lnTo>
                  <a:lnTo>
                    <a:pt x="399273" y="137139"/>
                  </a:lnTo>
                  <a:lnTo>
                    <a:pt x="402267" y="139546"/>
                  </a:lnTo>
                  <a:lnTo>
                    <a:pt x="407391" y="141897"/>
                  </a:lnTo>
                  <a:lnTo>
                    <a:pt x="408521" y="142847"/>
                  </a:lnTo>
                  <a:lnTo>
                    <a:pt x="410943" y="145071"/>
                  </a:lnTo>
                  <a:lnTo>
                    <a:pt x="408612" y="148050"/>
                  </a:lnTo>
                  <a:lnTo>
                    <a:pt x="405147" y="149653"/>
                  </a:lnTo>
                  <a:lnTo>
                    <a:pt x="403793" y="153998"/>
                  </a:lnTo>
                  <a:lnTo>
                    <a:pt x="399775" y="156575"/>
                  </a:lnTo>
                  <a:lnTo>
                    <a:pt x="397718" y="159300"/>
                  </a:lnTo>
                  <a:lnTo>
                    <a:pt x="396876" y="160413"/>
                  </a:lnTo>
                  <a:lnTo>
                    <a:pt x="393498" y="165756"/>
                  </a:lnTo>
                  <a:lnTo>
                    <a:pt x="390419" y="169196"/>
                  </a:lnTo>
                  <a:lnTo>
                    <a:pt x="389823" y="171098"/>
                  </a:lnTo>
                  <a:lnTo>
                    <a:pt x="389930" y="171421"/>
                  </a:lnTo>
                  <a:lnTo>
                    <a:pt x="390726" y="173826"/>
                  </a:lnTo>
                  <a:lnTo>
                    <a:pt x="391252" y="175413"/>
                  </a:lnTo>
                  <a:lnTo>
                    <a:pt x="390832" y="175743"/>
                  </a:lnTo>
                  <a:lnTo>
                    <a:pt x="388427" y="177633"/>
                  </a:lnTo>
                  <a:lnTo>
                    <a:pt x="386998" y="179544"/>
                  </a:lnTo>
                  <a:lnTo>
                    <a:pt x="386513" y="180192"/>
                  </a:lnTo>
                  <a:lnTo>
                    <a:pt x="384340" y="181453"/>
                  </a:lnTo>
                  <a:lnTo>
                    <a:pt x="382176" y="182708"/>
                  </a:lnTo>
                  <a:lnTo>
                    <a:pt x="379135" y="183913"/>
                  </a:lnTo>
                  <a:lnTo>
                    <a:pt x="375749" y="188844"/>
                  </a:lnTo>
                  <a:lnTo>
                    <a:pt x="375524" y="189171"/>
                  </a:lnTo>
                  <a:lnTo>
                    <a:pt x="370593" y="188157"/>
                  </a:lnTo>
                  <a:lnTo>
                    <a:pt x="364608" y="189080"/>
                  </a:lnTo>
                  <a:lnTo>
                    <a:pt x="364059" y="189416"/>
                  </a:lnTo>
                  <a:lnTo>
                    <a:pt x="363185" y="189949"/>
                  </a:lnTo>
                  <a:lnTo>
                    <a:pt x="359100" y="192441"/>
                  </a:lnTo>
                  <a:lnTo>
                    <a:pt x="356325" y="196013"/>
                  </a:lnTo>
                  <a:lnTo>
                    <a:pt x="354836" y="199676"/>
                  </a:lnTo>
                  <a:lnTo>
                    <a:pt x="354387" y="203154"/>
                  </a:lnTo>
                  <a:lnTo>
                    <a:pt x="353432" y="203447"/>
                  </a:lnTo>
                  <a:lnTo>
                    <a:pt x="331037" y="210297"/>
                  </a:lnTo>
                  <a:lnTo>
                    <a:pt x="324721" y="212209"/>
                  </a:lnTo>
                  <a:lnTo>
                    <a:pt x="324320" y="212329"/>
                  </a:lnTo>
                  <a:lnTo>
                    <a:pt x="312730" y="215805"/>
                  </a:lnTo>
                  <a:lnTo>
                    <a:pt x="302995" y="218700"/>
                  </a:lnTo>
                  <a:lnTo>
                    <a:pt x="294695" y="221151"/>
                  </a:lnTo>
                  <a:lnTo>
                    <a:pt x="293522" y="221497"/>
                  </a:lnTo>
                  <a:lnTo>
                    <a:pt x="288909" y="222881"/>
                  </a:lnTo>
                  <a:lnTo>
                    <a:pt x="275710" y="226816"/>
                  </a:lnTo>
                  <a:lnTo>
                    <a:pt x="275175" y="226971"/>
                  </a:lnTo>
                  <a:lnTo>
                    <a:pt x="261045" y="231029"/>
                  </a:lnTo>
                  <a:lnTo>
                    <a:pt x="259556" y="231455"/>
                  </a:lnTo>
                  <a:lnTo>
                    <a:pt x="245319" y="235511"/>
                  </a:lnTo>
                  <a:lnTo>
                    <a:pt x="244660" y="235698"/>
                  </a:lnTo>
                  <a:lnTo>
                    <a:pt x="225163" y="241060"/>
                  </a:lnTo>
                  <a:lnTo>
                    <a:pt x="205140" y="246525"/>
                  </a:lnTo>
                  <a:lnTo>
                    <a:pt x="203634" y="246937"/>
                  </a:lnTo>
                  <a:lnTo>
                    <a:pt x="187732" y="251262"/>
                  </a:lnTo>
                  <a:lnTo>
                    <a:pt x="185275" y="251924"/>
                  </a:lnTo>
                  <a:lnTo>
                    <a:pt x="162869" y="257903"/>
                  </a:lnTo>
                  <a:lnTo>
                    <a:pt x="157334" y="259378"/>
                  </a:lnTo>
                  <a:lnTo>
                    <a:pt x="149485" y="261460"/>
                  </a:lnTo>
                  <a:lnTo>
                    <a:pt x="141825" y="263479"/>
                  </a:lnTo>
                  <a:lnTo>
                    <a:pt x="119151" y="269502"/>
                  </a:lnTo>
                  <a:lnTo>
                    <a:pt x="113642" y="270949"/>
                  </a:lnTo>
                  <a:lnTo>
                    <a:pt x="94826" y="275761"/>
                  </a:lnTo>
                  <a:lnTo>
                    <a:pt x="84831" y="278247"/>
                  </a:lnTo>
                  <a:lnTo>
                    <a:pt x="74326" y="280839"/>
                  </a:lnTo>
                  <a:lnTo>
                    <a:pt x="51629" y="286434"/>
                  </a:lnTo>
                  <a:lnTo>
                    <a:pt x="45182" y="287981"/>
                  </a:lnTo>
                  <a:lnTo>
                    <a:pt x="40440" y="267093"/>
                  </a:lnTo>
                  <a:lnTo>
                    <a:pt x="39370" y="262391"/>
                  </a:lnTo>
                  <a:lnTo>
                    <a:pt x="36534" y="249965"/>
                  </a:lnTo>
                  <a:lnTo>
                    <a:pt x="32914" y="234144"/>
                  </a:lnTo>
                  <a:lnTo>
                    <a:pt x="31770" y="229154"/>
                  </a:lnTo>
                  <a:lnTo>
                    <a:pt x="30224" y="222414"/>
                  </a:lnTo>
                  <a:lnTo>
                    <a:pt x="27006" y="208414"/>
                  </a:lnTo>
                  <a:lnTo>
                    <a:pt x="22710" y="189996"/>
                  </a:lnTo>
                  <a:lnTo>
                    <a:pt x="21718" y="1857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365463" y="3958872"/>
              <a:ext cx="466045" cy="546176"/>
            </a:xfrm>
            <a:custGeom>
              <a:avLst/>
              <a:pathLst>
                <a:path w="466045" h="546176">
                  <a:moveTo>
                    <a:pt x="2359" y="375724"/>
                  </a:moveTo>
                  <a:lnTo>
                    <a:pt x="1960" y="373549"/>
                  </a:lnTo>
                  <a:lnTo>
                    <a:pt x="5662" y="371307"/>
                  </a:lnTo>
                  <a:lnTo>
                    <a:pt x="9923" y="365839"/>
                  </a:lnTo>
                  <a:lnTo>
                    <a:pt x="11251" y="364026"/>
                  </a:lnTo>
                  <a:lnTo>
                    <a:pt x="13962" y="365158"/>
                  </a:lnTo>
                  <a:lnTo>
                    <a:pt x="17861" y="365204"/>
                  </a:lnTo>
                  <a:lnTo>
                    <a:pt x="21253" y="365242"/>
                  </a:lnTo>
                  <a:lnTo>
                    <a:pt x="23851" y="363237"/>
                  </a:lnTo>
                  <a:lnTo>
                    <a:pt x="24578" y="362675"/>
                  </a:lnTo>
                  <a:lnTo>
                    <a:pt x="30017" y="358001"/>
                  </a:lnTo>
                  <a:lnTo>
                    <a:pt x="31193" y="353124"/>
                  </a:lnTo>
                  <a:lnTo>
                    <a:pt x="30489" y="351055"/>
                  </a:lnTo>
                  <a:lnTo>
                    <a:pt x="30786" y="346769"/>
                  </a:lnTo>
                  <a:lnTo>
                    <a:pt x="29266" y="341904"/>
                  </a:lnTo>
                  <a:lnTo>
                    <a:pt x="28832" y="341716"/>
                  </a:lnTo>
                  <a:lnTo>
                    <a:pt x="24765" y="339953"/>
                  </a:lnTo>
                  <a:lnTo>
                    <a:pt x="20801" y="339757"/>
                  </a:lnTo>
                  <a:lnTo>
                    <a:pt x="17781" y="338610"/>
                  </a:lnTo>
                  <a:lnTo>
                    <a:pt x="16097" y="332280"/>
                  </a:lnTo>
                  <a:lnTo>
                    <a:pt x="18787" y="327894"/>
                  </a:lnTo>
                  <a:lnTo>
                    <a:pt x="19831" y="321733"/>
                  </a:lnTo>
                  <a:lnTo>
                    <a:pt x="20435" y="319571"/>
                  </a:lnTo>
                  <a:lnTo>
                    <a:pt x="17313" y="316113"/>
                  </a:lnTo>
                  <a:lnTo>
                    <a:pt x="18906" y="313224"/>
                  </a:lnTo>
                  <a:lnTo>
                    <a:pt x="19670" y="308588"/>
                  </a:lnTo>
                  <a:lnTo>
                    <a:pt x="18747" y="305878"/>
                  </a:lnTo>
                  <a:lnTo>
                    <a:pt x="22671" y="305377"/>
                  </a:lnTo>
                  <a:lnTo>
                    <a:pt x="25552" y="305484"/>
                  </a:lnTo>
                  <a:lnTo>
                    <a:pt x="26137" y="304616"/>
                  </a:lnTo>
                  <a:lnTo>
                    <a:pt x="29226" y="300035"/>
                  </a:lnTo>
                  <a:lnTo>
                    <a:pt x="35343" y="295577"/>
                  </a:lnTo>
                  <a:lnTo>
                    <a:pt x="35738" y="290768"/>
                  </a:lnTo>
                  <a:lnTo>
                    <a:pt x="36765" y="286022"/>
                  </a:lnTo>
                  <a:lnTo>
                    <a:pt x="38654" y="283531"/>
                  </a:lnTo>
                  <a:lnTo>
                    <a:pt x="39617" y="281355"/>
                  </a:lnTo>
                  <a:lnTo>
                    <a:pt x="39568" y="277644"/>
                  </a:lnTo>
                  <a:lnTo>
                    <a:pt x="39340" y="271570"/>
                  </a:lnTo>
                  <a:lnTo>
                    <a:pt x="40906" y="268569"/>
                  </a:lnTo>
                  <a:lnTo>
                    <a:pt x="41172" y="265355"/>
                  </a:lnTo>
                  <a:lnTo>
                    <a:pt x="39644" y="262593"/>
                  </a:lnTo>
                  <a:lnTo>
                    <a:pt x="41872" y="260400"/>
                  </a:lnTo>
                  <a:lnTo>
                    <a:pt x="46557" y="256395"/>
                  </a:lnTo>
                  <a:lnTo>
                    <a:pt x="48378" y="253872"/>
                  </a:lnTo>
                  <a:lnTo>
                    <a:pt x="49257" y="250768"/>
                  </a:lnTo>
                  <a:lnTo>
                    <a:pt x="49592" y="249583"/>
                  </a:lnTo>
                  <a:lnTo>
                    <a:pt x="51440" y="248220"/>
                  </a:lnTo>
                  <a:lnTo>
                    <a:pt x="55930" y="246937"/>
                  </a:lnTo>
                  <a:lnTo>
                    <a:pt x="60352" y="244802"/>
                  </a:lnTo>
                  <a:lnTo>
                    <a:pt x="65178" y="243813"/>
                  </a:lnTo>
                  <a:lnTo>
                    <a:pt x="69612" y="239812"/>
                  </a:lnTo>
                  <a:lnTo>
                    <a:pt x="72685" y="238578"/>
                  </a:lnTo>
                  <a:lnTo>
                    <a:pt x="73133" y="234748"/>
                  </a:lnTo>
                  <a:lnTo>
                    <a:pt x="73161" y="234503"/>
                  </a:lnTo>
                  <a:lnTo>
                    <a:pt x="71376" y="230700"/>
                  </a:lnTo>
                  <a:lnTo>
                    <a:pt x="65532" y="224656"/>
                  </a:lnTo>
                  <a:lnTo>
                    <a:pt x="61067" y="219525"/>
                  </a:lnTo>
                  <a:lnTo>
                    <a:pt x="57942" y="218958"/>
                  </a:lnTo>
                  <a:lnTo>
                    <a:pt x="58878" y="213188"/>
                  </a:lnTo>
                  <a:lnTo>
                    <a:pt x="56570" y="207033"/>
                  </a:lnTo>
                  <a:lnTo>
                    <a:pt x="54990" y="196848"/>
                  </a:lnTo>
                  <a:lnTo>
                    <a:pt x="53603" y="193588"/>
                  </a:lnTo>
                  <a:lnTo>
                    <a:pt x="48715" y="184620"/>
                  </a:lnTo>
                  <a:lnTo>
                    <a:pt x="45361" y="178863"/>
                  </a:lnTo>
                  <a:lnTo>
                    <a:pt x="46658" y="172793"/>
                  </a:lnTo>
                  <a:lnTo>
                    <a:pt x="47204" y="167608"/>
                  </a:lnTo>
                  <a:lnTo>
                    <a:pt x="48725" y="161894"/>
                  </a:lnTo>
                  <a:lnTo>
                    <a:pt x="49828" y="157315"/>
                  </a:lnTo>
                  <a:lnTo>
                    <a:pt x="51302" y="157626"/>
                  </a:lnTo>
                  <a:lnTo>
                    <a:pt x="53426" y="156411"/>
                  </a:lnTo>
                  <a:lnTo>
                    <a:pt x="54108" y="145428"/>
                  </a:lnTo>
                  <a:lnTo>
                    <a:pt x="53302" y="132074"/>
                  </a:lnTo>
                  <a:lnTo>
                    <a:pt x="51206" y="128113"/>
                  </a:lnTo>
                  <a:lnTo>
                    <a:pt x="52350" y="121578"/>
                  </a:lnTo>
                  <a:lnTo>
                    <a:pt x="53742" y="116119"/>
                  </a:lnTo>
                  <a:lnTo>
                    <a:pt x="54242" y="114159"/>
                  </a:lnTo>
                  <a:lnTo>
                    <a:pt x="52261" y="110160"/>
                  </a:lnTo>
                  <a:lnTo>
                    <a:pt x="52855" y="102872"/>
                  </a:lnTo>
                  <a:lnTo>
                    <a:pt x="53539" y="95724"/>
                  </a:lnTo>
                  <a:lnTo>
                    <a:pt x="56650" y="91736"/>
                  </a:lnTo>
                  <a:lnTo>
                    <a:pt x="55007" y="88149"/>
                  </a:lnTo>
                  <a:lnTo>
                    <a:pt x="53423" y="84080"/>
                  </a:lnTo>
                  <a:lnTo>
                    <a:pt x="53537" y="78163"/>
                  </a:lnTo>
                  <a:lnTo>
                    <a:pt x="54291" y="73266"/>
                  </a:lnTo>
                  <a:lnTo>
                    <a:pt x="54354" y="72863"/>
                  </a:lnTo>
                  <a:lnTo>
                    <a:pt x="55337" y="69997"/>
                  </a:lnTo>
                  <a:lnTo>
                    <a:pt x="60418" y="69732"/>
                  </a:lnTo>
                  <a:lnTo>
                    <a:pt x="63471" y="68144"/>
                  </a:lnTo>
                  <a:lnTo>
                    <a:pt x="67545" y="67910"/>
                  </a:lnTo>
                  <a:lnTo>
                    <a:pt x="71778" y="68711"/>
                  </a:lnTo>
                  <a:lnTo>
                    <a:pt x="73214" y="70899"/>
                  </a:lnTo>
                  <a:lnTo>
                    <a:pt x="75873" y="71632"/>
                  </a:lnTo>
                  <a:lnTo>
                    <a:pt x="78372" y="70328"/>
                  </a:lnTo>
                  <a:lnTo>
                    <a:pt x="81491" y="71108"/>
                  </a:lnTo>
                  <a:lnTo>
                    <a:pt x="83459" y="74600"/>
                  </a:lnTo>
                  <a:lnTo>
                    <a:pt x="84332" y="78784"/>
                  </a:lnTo>
                  <a:lnTo>
                    <a:pt x="87160" y="81730"/>
                  </a:lnTo>
                  <a:lnTo>
                    <a:pt x="90901" y="84177"/>
                  </a:lnTo>
                  <a:lnTo>
                    <a:pt x="95392" y="84142"/>
                  </a:lnTo>
                  <a:lnTo>
                    <a:pt x="96734" y="81803"/>
                  </a:lnTo>
                  <a:lnTo>
                    <a:pt x="100363" y="76273"/>
                  </a:lnTo>
                  <a:lnTo>
                    <a:pt x="105076" y="70574"/>
                  </a:lnTo>
                  <a:lnTo>
                    <a:pt x="105989" y="64015"/>
                  </a:lnTo>
                  <a:lnTo>
                    <a:pt x="106802" y="59063"/>
                  </a:lnTo>
                  <a:lnTo>
                    <a:pt x="110445" y="34682"/>
                  </a:lnTo>
                  <a:lnTo>
                    <a:pt x="113654" y="13761"/>
                  </a:lnTo>
                  <a:lnTo>
                    <a:pt x="115772" y="0"/>
                  </a:lnTo>
                  <a:lnTo>
                    <a:pt x="121662" y="1031"/>
                  </a:lnTo>
                  <a:lnTo>
                    <a:pt x="191321" y="12349"/>
                  </a:lnTo>
                  <a:lnTo>
                    <a:pt x="196018" y="13074"/>
                  </a:lnTo>
                  <a:lnTo>
                    <a:pt x="200883" y="13822"/>
                  </a:lnTo>
                  <a:lnTo>
                    <a:pt x="220745" y="16831"/>
                  </a:lnTo>
                  <a:lnTo>
                    <a:pt x="221201" y="16899"/>
                  </a:lnTo>
                  <a:lnTo>
                    <a:pt x="233840" y="18771"/>
                  </a:lnTo>
                  <a:lnTo>
                    <a:pt x="299920" y="28190"/>
                  </a:lnTo>
                  <a:lnTo>
                    <a:pt x="300421" y="28259"/>
                  </a:lnTo>
                  <a:lnTo>
                    <a:pt x="309343" y="29567"/>
                  </a:lnTo>
                  <a:lnTo>
                    <a:pt x="311274" y="29807"/>
                  </a:lnTo>
                  <a:lnTo>
                    <a:pt x="324199" y="31392"/>
                  </a:lnTo>
                  <a:lnTo>
                    <a:pt x="346340" y="34224"/>
                  </a:lnTo>
                  <a:lnTo>
                    <a:pt x="365956" y="37189"/>
                  </a:lnTo>
                  <a:lnTo>
                    <a:pt x="398903" y="41241"/>
                  </a:lnTo>
                  <a:lnTo>
                    <a:pt x="434406" y="45293"/>
                  </a:lnTo>
                  <a:lnTo>
                    <a:pt x="466045" y="48812"/>
                  </a:lnTo>
                  <a:lnTo>
                    <a:pt x="464934" y="59757"/>
                  </a:lnTo>
                  <a:lnTo>
                    <a:pt x="458289" y="126353"/>
                  </a:lnTo>
                  <a:lnTo>
                    <a:pt x="457286" y="136400"/>
                  </a:lnTo>
                  <a:lnTo>
                    <a:pt x="456210" y="147200"/>
                  </a:lnTo>
                  <a:lnTo>
                    <a:pt x="453895" y="170533"/>
                  </a:lnTo>
                  <a:lnTo>
                    <a:pt x="451702" y="192551"/>
                  </a:lnTo>
                  <a:lnTo>
                    <a:pt x="450120" y="209079"/>
                  </a:lnTo>
                  <a:lnTo>
                    <a:pt x="448311" y="228038"/>
                  </a:lnTo>
                  <a:lnTo>
                    <a:pt x="445053" y="261446"/>
                  </a:lnTo>
                  <a:lnTo>
                    <a:pt x="444568" y="266442"/>
                  </a:lnTo>
                  <a:lnTo>
                    <a:pt x="439092" y="323269"/>
                  </a:lnTo>
                  <a:lnTo>
                    <a:pt x="438260" y="331838"/>
                  </a:lnTo>
                  <a:lnTo>
                    <a:pt x="435140" y="364092"/>
                  </a:lnTo>
                  <a:lnTo>
                    <a:pt x="433475" y="381717"/>
                  </a:lnTo>
                  <a:lnTo>
                    <a:pt x="429919" y="419550"/>
                  </a:lnTo>
                  <a:lnTo>
                    <a:pt x="426998" y="450340"/>
                  </a:lnTo>
                  <a:lnTo>
                    <a:pt x="424153" y="480338"/>
                  </a:lnTo>
                  <a:lnTo>
                    <a:pt x="421750" y="505530"/>
                  </a:lnTo>
                  <a:lnTo>
                    <a:pt x="417941" y="546176"/>
                  </a:lnTo>
                  <a:lnTo>
                    <a:pt x="384365" y="542461"/>
                  </a:lnTo>
                  <a:lnTo>
                    <a:pt x="359058" y="539545"/>
                  </a:lnTo>
                  <a:lnTo>
                    <a:pt x="311507" y="533985"/>
                  </a:lnTo>
                  <a:lnTo>
                    <a:pt x="265137" y="528221"/>
                  </a:lnTo>
                  <a:lnTo>
                    <a:pt x="244084" y="517240"/>
                  </a:lnTo>
                  <a:lnTo>
                    <a:pt x="172566" y="479151"/>
                  </a:lnTo>
                  <a:lnTo>
                    <a:pt x="103776" y="442082"/>
                  </a:lnTo>
                  <a:lnTo>
                    <a:pt x="74378" y="425886"/>
                  </a:lnTo>
                  <a:lnTo>
                    <a:pt x="0" y="384209"/>
                  </a:lnTo>
                  <a:lnTo>
                    <a:pt x="536" y="381745"/>
                  </a:lnTo>
                  <a:lnTo>
                    <a:pt x="2084" y="379498"/>
                  </a:lnTo>
                  <a:lnTo>
                    <a:pt x="904" y="3780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77367" y="2950663"/>
              <a:ext cx="7423" cy="9266"/>
            </a:xfrm>
            <a:custGeom>
              <a:avLst/>
              <a:pathLst>
                <a:path w="7423" h="9266">
                  <a:moveTo>
                    <a:pt x="0" y="8402"/>
                  </a:moveTo>
                  <a:lnTo>
                    <a:pt x="285" y="1540"/>
                  </a:lnTo>
                  <a:lnTo>
                    <a:pt x="3082" y="0"/>
                  </a:lnTo>
                  <a:lnTo>
                    <a:pt x="5562" y="4898"/>
                  </a:lnTo>
                  <a:lnTo>
                    <a:pt x="7423" y="7290"/>
                  </a:lnTo>
                  <a:lnTo>
                    <a:pt x="2923" y="92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42481" y="2881233"/>
              <a:ext cx="56522" cy="70934"/>
            </a:xfrm>
            <a:custGeom>
              <a:avLst/>
              <a:pathLst>
                <a:path w="56522" h="70934">
                  <a:moveTo>
                    <a:pt x="16298" y="69997"/>
                  </a:moveTo>
                  <a:lnTo>
                    <a:pt x="16834" y="66587"/>
                  </a:lnTo>
                  <a:lnTo>
                    <a:pt x="14917" y="61738"/>
                  </a:lnTo>
                  <a:lnTo>
                    <a:pt x="17365" y="60404"/>
                  </a:lnTo>
                  <a:lnTo>
                    <a:pt x="15026" y="52763"/>
                  </a:lnTo>
                  <a:lnTo>
                    <a:pt x="12627" y="44943"/>
                  </a:lnTo>
                  <a:lnTo>
                    <a:pt x="8861" y="34079"/>
                  </a:lnTo>
                  <a:lnTo>
                    <a:pt x="6282" y="27217"/>
                  </a:lnTo>
                  <a:lnTo>
                    <a:pt x="0" y="10327"/>
                  </a:lnTo>
                  <a:lnTo>
                    <a:pt x="11570" y="5577"/>
                  </a:lnTo>
                  <a:lnTo>
                    <a:pt x="12507" y="5191"/>
                  </a:lnTo>
                  <a:lnTo>
                    <a:pt x="14408" y="4407"/>
                  </a:lnTo>
                  <a:lnTo>
                    <a:pt x="18084" y="2894"/>
                  </a:lnTo>
                  <a:lnTo>
                    <a:pt x="25096" y="0"/>
                  </a:lnTo>
                  <a:lnTo>
                    <a:pt x="26097" y="2852"/>
                  </a:lnTo>
                  <a:lnTo>
                    <a:pt x="27075" y="5640"/>
                  </a:lnTo>
                  <a:lnTo>
                    <a:pt x="28811" y="10632"/>
                  </a:lnTo>
                  <a:lnTo>
                    <a:pt x="31386" y="9651"/>
                  </a:lnTo>
                  <a:lnTo>
                    <a:pt x="33193" y="14852"/>
                  </a:lnTo>
                  <a:lnTo>
                    <a:pt x="35283" y="18799"/>
                  </a:lnTo>
                  <a:lnTo>
                    <a:pt x="36173" y="18977"/>
                  </a:lnTo>
                  <a:lnTo>
                    <a:pt x="40330" y="19809"/>
                  </a:lnTo>
                  <a:lnTo>
                    <a:pt x="45396" y="23844"/>
                  </a:lnTo>
                  <a:lnTo>
                    <a:pt x="46640" y="24834"/>
                  </a:lnTo>
                  <a:lnTo>
                    <a:pt x="50917" y="24660"/>
                  </a:lnTo>
                  <a:lnTo>
                    <a:pt x="51883" y="28005"/>
                  </a:lnTo>
                  <a:lnTo>
                    <a:pt x="52353" y="29632"/>
                  </a:lnTo>
                  <a:lnTo>
                    <a:pt x="56522" y="38133"/>
                  </a:lnTo>
                  <a:lnTo>
                    <a:pt x="55665" y="39566"/>
                  </a:lnTo>
                  <a:lnTo>
                    <a:pt x="53263" y="43144"/>
                  </a:lnTo>
                  <a:lnTo>
                    <a:pt x="49325" y="42383"/>
                  </a:lnTo>
                  <a:lnTo>
                    <a:pt x="46704" y="42743"/>
                  </a:lnTo>
                  <a:lnTo>
                    <a:pt x="46124" y="46443"/>
                  </a:lnTo>
                  <a:lnTo>
                    <a:pt x="43788" y="47373"/>
                  </a:lnTo>
                  <a:lnTo>
                    <a:pt x="41157" y="47417"/>
                  </a:lnTo>
                  <a:lnTo>
                    <a:pt x="39579" y="48442"/>
                  </a:lnTo>
                  <a:lnTo>
                    <a:pt x="38933" y="48861"/>
                  </a:lnTo>
                  <a:lnTo>
                    <a:pt x="38654" y="53383"/>
                  </a:lnTo>
                  <a:lnTo>
                    <a:pt x="38005" y="57088"/>
                  </a:lnTo>
                  <a:lnTo>
                    <a:pt x="33529" y="58595"/>
                  </a:lnTo>
                  <a:lnTo>
                    <a:pt x="29644" y="61219"/>
                  </a:lnTo>
                  <a:lnTo>
                    <a:pt x="25597" y="64993"/>
                  </a:lnTo>
                  <a:lnTo>
                    <a:pt x="20732" y="67850"/>
                  </a:lnTo>
                  <a:lnTo>
                    <a:pt x="16462" y="709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29911" y="4049082"/>
              <a:ext cx="357830" cy="267706"/>
            </a:xfrm>
            <a:custGeom>
              <a:avLst/>
              <a:pathLst>
                <a:path w="357830" h="267706">
                  <a:moveTo>
                    <a:pt x="0" y="71823"/>
                  </a:moveTo>
                  <a:lnTo>
                    <a:pt x="1878" y="68650"/>
                  </a:lnTo>
                  <a:lnTo>
                    <a:pt x="1136" y="66083"/>
                  </a:lnTo>
                  <a:lnTo>
                    <a:pt x="3392" y="62620"/>
                  </a:lnTo>
                  <a:lnTo>
                    <a:pt x="5206" y="59505"/>
                  </a:lnTo>
                  <a:lnTo>
                    <a:pt x="8369" y="56051"/>
                  </a:lnTo>
                  <a:lnTo>
                    <a:pt x="12035" y="51670"/>
                  </a:lnTo>
                  <a:lnTo>
                    <a:pt x="12706" y="48794"/>
                  </a:lnTo>
                  <a:lnTo>
                    <a:pt x="13116" y="44602"/>
                  </a:lnTo>
                  <a:lnTo>
                    <a:pt x="19790" y="40868"/>
                  </a:lnTo>
                  <a:lnTo>
                    <a:pt x="27184" y="36716"/>
                  </a:lnTo>
                  <a:lnTo>
                    <a:pt x="34796" y="32463"/>
                  </a:lnTo>
                  <a:lnTo>
                    <a:pt x="36378" y="32475"/>
                  </a:lnTo>
                  <a:lnTo>
                    <a:pt x="37510" y="32483"/>
                  </a:lnTo>
                  <a:lnTo>
                    <a:pt x="41043" y="27636"/>
                  </a:lnTo>
                  <a:lnTo>
                    <a:pt x="48345" y="24118"/>
                  </a:lnTo>
                  <a:lnTo>
                    <a:pt x="51387" y="22648"/>
                  </a:lnTo>
                  <a:lnTo>
                    <a:pt x="56464" y="19598"/>
                  </a:lnTo>
                  <a:lnTo>
                    <a:pt x="59177" y="16752"/>
                  </a:lnTo>
                  <a:lnTo>
                    <a:pt x="63344" y="16205"/>
                  </a:lnTo>
                  <a:lnTo>
                    <a:pt x="66199" y="15828"/>
                  </a:lnTo>
                  <a:lnTo>
                    <a:pt x="67489" y="15657"/>
                  </a:lnTo>
                  <a:lnTo>
                    <a:pt x="73120" y="14602"/>
                  </a:lnTo>
                  <a:lnTo>
                    <a:pt x="80933" y="13129"/>
                  </a:lnTo>
                  <a:lnTo>
                    <a:pt x="85628" y="12238"/>
                  </a:lnTo>
                  <a:lnTo>
                    <a:pt x="90630" y="11376"/>
                  </a:lnTo>
                  <a:lnTo>
                    <a:pt x="97384" y="10204"/>
                  </a:lnTo>
                  <a:lnTo>
                    <a:pt x="104942" y="8884"/>
                  </a:lnTo>
                  <a:lnTo>
                    <a:pt x="124412" y="5437"/>
                  </a:lnTo>
                  <a:lnTo>
                    <a:pt x="133434" y="3929"/>
                  </a:lnTo>
                  <a:lnTo>
                    <a:pt x="136248" y="3456"/>
                  </a:lnTo>
                  <a:lnTo>
                    <a:pt x="156555" y="0"/>
                  </a:lnTo>
                  <a:lnTo>
                    <a:pt x="156639" y="206"/>
                  </a:lnTo>
                  <a:lnTo>
                    <a:pt x="157463" y="2218"/>
                  </a:lnTo>
                  <a:lnTo>
                    <a:pt x="156849" y="6849"/>
                  </a:lnTo>
                  <a:lnTo>
                    <a:pt x="158523" y="9054"/>
                  </a:lnTo>
                  <a:lnTo>
                    <a:pt x="164899" y="1877"/>
                  </a:lnTo>
                  <a:lnTo>
                    <a:pt x="167506" y="4211"/>
                  </a:lnTo>
                  <a:lnTo>
                    <a:pt x="173457" y="9531"/>
                  </a:lnTo>
                  <a:lnTo>
                    <a:pt x="178767" y="14269"/>
                  </a:lnTo>
                  <a:lnTo>
                    <a:pt x="179735" y="24228"/>
                  </a:lnTo>
                  <a:lnTo>
                    <a:pt x="196460" y="20884"/>
                  </a:lnTo>
                  <a:lnTo>
                    <a:pt x="213514" y="17181"/>
                  </a:lnTo>
                  <a:lnTo>
                    <a:pt x="230753" y="13384"/>
                  </a:lnTo>
                  <a:lnTo>
                    <a:pt x="241339" y="10976"/>
                  </a:lnTo>
                  <a:lnTo>
                    <a:pt x="241530" y="10932"/>
                  </a:lnTo>
                  <a:lnTo>
                    <a:pt x="257893" y="7169"/>
                  </a:lnTo>
                  <a:lnTo>
                    <a:pt x="259138" y="6881"/>
                  </a:lnTo>
                  <a:lnTo>
                    <a:pt x="277517" y="18271"/>
                  </a:lnTo>
                  <a:lnTo>
                    <a:pt x="278510" y="18883"/>
                  </a:lnTo>
                  <a:lnTo>
                    <a:pt x="286442" y="23772"/>
                  </a:lnTo>
                  <a:lnTo>
                    <a:pt x="308235" y="37853"/>
                  </a:lnTo>
                  <a:lnTo>
                    <a:pt x="311486" y="39943"/>
                  </a:lnTo>
                  <a:lnTo>
                    <a:pt x="334110" y="54116"/>
                  </a:lnTo>
                  <a:lnTo>
                    <a:pt x="348185" y="62921"/>
                  </a:lnTo>
                  <a:lnTo>
                    <a:pt x="351246" y="64830"/>
                  </a:lnTo>
                  <a:lnTo>
                    <a:pt x="357830" y="69014"/>
                  </a:lnTo>
                  <a:lnTo>
                    <a:pt x="349185" y="74337"/>
                  </a:lnTo>
                  <a:lnTo>
                    <a:pt x="343014" y="80429"/>
                  </a:lnTo>
                  <a:lnTo>
                    <a:pt x="337830" y="87517"/>
                  </a:lnTo>
                  <a:lnTo>
                    <a:pt x="333762" y="94583"/>
                  </a:lnTo>
                  <a:lnTo>
                    <a:pt x="330998" y="101431"/>
                  </a:lnTo>
                  <a:lnTo>
                    <a:pt x="329376" y="105438"/>
                  </a:lnTo>
                  <a:lnTo>
                    <a:pt x="326332" y="110755"/>
                  </a:lnTo>
                  <a:lnTo>
                    <a:pt x="324231" y="118581"/>
                  </a:lnTo>
                  <a:lnTo>
                    <a:pt x="323774" y="125697"/>
                  </a:lnTo>
                  <a:lnTo>
                    <a:pt x="324173" y="133754"/>
                  </a:lnTo>
                  <a:lnTo>
                    <a:pt x="325357" y="136321"/>
                  </a:lnTo>
                  <a:lnTo>
                    <a:pt x="323241" y="141513"/>
                  </a:lnTo>
                  <a:lnTo>
                    <a:pt x="319677" y="145651"/>
                  </a:lnTo>
                  <a:lnTo>
                    <a:pt x="318645" y="146849"/>
                  </a:lnTo>
                  <a:lnTo>
                    <a:pt x="316267" y="149251"/>
                  </a:lnTo>
                  <a:lnTo>
                    <a:pt x="316340" y="152852"/>
                  </a:lnTo>
                  <a:lnTo>
                    <a:pt x="315679" y="157002"/>
                  </a:lnTo>
                  <a:lnTo>
                    <a:pt x="310954" y="157411"/>
                  </a:lnTo>
                  <a:lnTo>
                    <a:pt x="306893" y="159681"/>
                  </a:lnTo>
                  <a:lnTo>
                    <a:pt x="303453" y="157424"/>
                  </a:lnTo>
                  <a:lnTo>
                    <a:pt x="299800" y="160963"/>
                  </a:lnTo>
                  <a:lnTo>
                    <a:pt x="298573" y="164384"/>
                  </a:lnTo>
                  <a:lnTo>
                    <a:pt x="302075" y="167674"/>
                  </a:lnTo>
                  <a:lnTo>
                    <a:pt x="300333" y="170706"/>
                  </a:lnTo>
                  <a:lnTo>
                    <a:pt x="294451" y="176504"/>
                  </a:lnTo>
                  <a:lnTo>
                    <a:pt x="293016" y="180901"/>
                  </a:lnTo>
                  <a:lnTo>
                    <a:pt x="287112" y="185954"/>
                  </a:lnTo>
                  <a:lnTo>
                    <a:pt x="284067" y="189563"/>
                  </a:lnTo>
                  <a:lnTo>
                    <a:pt x="283788" y="194224"/>
                  </a:lnTo>
                  <a:lnTo>
                    <a:pt x="278558" y="199556"/>
                  </a:lnTo>
                  <a:lnTo>
                    <a:pt x="276830" y="203052"/>
                  </a:lnTo>
                  <a:lnTo>
                    <a:pt x="271353" y="204603"/>
                  </a:lnTo>
                  <a:lnTo>
                    <a:pt x="266627" y="207994"/>
                  </a:lnTo>
                  <a:lnTo>
                    <a:pt x="264171" y="211458"/>
                  </a:lnTo>
                  <a:lnTo>
                    <a:pt x="260371" y="213792"/>
                  </a:lnTo>
                  <a:lnTo>
                    <a:pt x="260016" y="214171"/>
                  </a:lnTo>
                  <a:lnTo>
                    <a:pt x="254626" y="219916"/>
                  </a:lnTo>
                  <a:lnTo>
                    <a:pt x="249300" y="221859"/>
                  </a:lnTo>
                  <a:lnTo>
                    <a:pt x="245080" y="220660"/>
                  </a:lnTo>
                  <a:lnTo>
                    <a:pt x="244813" y="221808"/>
                  </a:lnTo>
                  <a:lnTo>
                    <a:pt x="244312" y="223958"/>
                  </a:lnTo>
                  <a:lnTo>
                    <a:pt x="247179" y="227891"/>
                  </a:lnTo>
                  <a:lnTo>
                    <a:pt x="249487" y="230535"/>
                  </a:lnTo>
                  <a:lnTo>
                    <a:pt x="248827" y="235117"/>
                  </a:lnTo>
                  <a:lnTo>
                    <a:pt x="243385" y="239972"/>
                  </a:lnTo>
                  <a:lnTo>
                    <a:pt x="239469" y="242109"/>
                  </a:lnTo>
                  <a:lnTo>
                    <a:pt x="235628" y="241373"/>
                  </a:lnTo>
                  <a:lnTo>
                    <a:pt x="229944" y="239591"/>
                  </a:lnTo>
                  <a:lnTo>
                    <a:pt x="226769" y="243324"/>
                  </a:lnTo>
                  <a:lnTo>
                    <a:pt x="230086" y="244998"/>
                  </a:lnTo>
                  <a:lnTo>
                    <a:pt x="235153" y="248264"/>
                  </a:lnTo>
                  <a:lnTo>
                    <a:pt x="232316" y="254035"/>
                  </a:lnTo>
                  <a:lnTo>
                    <a:pt x="226541" y="259964"/>
                  </a:lnTo>
                  <a:lnTo>
                    <a:pt x="223337" y="261621"/>
                  </a:lnTo>
                  <a:lnTo>
                    <a:pt x="223064" y="263596"/>
                  </a:lnTo>
                  <a:lnTo>
                    <a:pt x="222495" y="267706"/>
                  </a:lnTo>
                  <a:lnTo>
                    <a:pt x="217874" y="266657"/>
                  </a:lnTo>
                  <a:lnTo>
                    <a:pt x="212486" y="263958"/>
                  </a:lnTo>
                  <a:lnTo>
                    <a:pt x="210464" y="265929"/>
                  </a:lnTo>
                  <a:lnTo>
                    <a:pt x="204483" y="264681"/>
                  </a:lnTo>
                  <a:lnTo>
                    <a:pt x="202955" y="259233"/>
                  </a:lnTo>
                  <a:lnTo>
                    <a:pt x="200042" y="255359"/>
                  </a:lnTo>
                  <a:lnTo>
                    <a:pt x="199429" y="254544"/>
                  </a:lnTo>
                  <a:lnTo>
                    <a:pt x="200635" y="250773"/>
                  </a:lnTo>
                  <a:lnTo>
                    <a:pt x="199274" y="245780"/>
                  </a:lnTo>
                  <a:lnTo>
                    <a:pt x="195471" y="242099"/>
                  </a:lnTo>
                  <a:lnTo>
                    <a:pt x="193454" y="240144"/>
                  </a:lnTo>
                  <a:lnTo>
                    <a:pt x="192550" y="235492"/>
                  </a:lnTo>
                  <a:lnTo>
                    <a:pt x="185372" y="229942"/>
                  </a:lnTo>
                  <a:lnTo>
                    <a:pt x="184644" y="229838"/>
                  </a:lnTo>
                  <a:lnTo>
                    <a:pt x="181164" y="229339"/>
                  </a:lnTo>
                  <a:lnTo>
                    <a:pt x="176293" y="227010"/>
                  </a:lnTo>
                  <a:lnTo>
                    <a:pt x="175439" y="226601"/>
                  </a:lnTo>
                  <a:lnTo>
                    <a:pt x="174869" y="222389"/>
                  </a:lnTo>
                  <a:lnTo>
                    <a:pt x="172053" y="215264"/>
                  </a:lnTo>
                  <a:lnTo>
                    <a:pt x="171933" y="214821"/>
                  </a:lnTo>
                  <a:lnTo>
                    <a:pt x="169918" y="207393"/>
                  </a:lnTo>
                  <a:lnTo>
                    <a:pt x="165640" y="202313"/>
                  </a:lnTo>
                  <a:lnTo>
                    <a:pt x="162290" y="198899"/>
                  </a:lnTo>
                  <a:lnTo>
                    <a:pt x="160906" y="192740"/>
                  </a:lnTo>
                  <a:lnTo>
                    <a:pt x="157375" y="190871"/>
                  </a:lnTo>
                  <a:lnTo>
                    <a:pt x="152519" y="188296"/>
                  </a:lnTo>
                  <a:lnTo>
                    <a:pt x="151405" y="188121"/>
                  </a:lnTo>
                  <a:lnTo>
                    <a:pt x="148098" y="187600"/>
                  </a:lnTo>
                  <a:lnTo>
                    <a:pt x="140289" y="184934"/>
                  </a:lnTo>
                  <a:lnTo>
                    <a:pt x="138992" y="181079"/>
                  </a:lnTo>
                  <a:lnTo>
                    <a:pt x="138811" y="180541"/>
                  </a:lnTo>
                  <a:lnTo>
                    <a:pt x="132173" y="178543"/>
                  </a:lnTo>
                  <a:lnTo>
                    <a:pt x="132084" y="178064"/>
                  </a:lnTo>
                  <a:lnTo>
                    <a:pt x="131168" y="173141"/>
                  </a:lnTo>
                  <a:lnTo>
                    <a:pt x="124252" y="171053"/>
                  </a:lnTo>
                  <a:lnTo>
                    <a:pt x="124047" y="165014"/>
                  </a:lnTo>
                  <a:lnTo>
                    <a:pt x="122731" y="160577"/>
                  </a:lnTo>
                  <a:lnTo>
                    <a:pt x="117552" y="158867"/>
                  </a:lnTo>
                  <a:lnTo>
                    <a:pt x="115126" y="156238"/>
                  </a:lnTo>
                  <a:lnTo>
                    <a:pt x="114023" y="155042"/>
                  </a:lnTo>
                  <a:lnTo>
                    <a:pt x="107564" y="151847"/>
                  </a:lnTo>
                  <a:lnTo>
                    <a:pt x="106921" y="151780"/>
                  </a:lnTo>
                  <a:lnTo>
                    <a:pt x="103307" y="151404"/>
                  </a:lnTo>
                  <a:lnTo>
                    <a:pt x="99809" y="147905"/>
                  </a:lnTo>
                  <a:lnTo>
                    <a:pt x="98148" y="145533"/>
                  </a:lnTo>
                  <a:lnTo>
                    <a:pt x="95774" y="142140"/>
                  </a:lnTo>
                  <a:lnTo>
                    <a:pt x="88172" y="135696"/>
                  </a:lnTo>
                  <a:lnTo>
                    <a:pt x="79738" y="133232"/>
                  </a:lnTo>
                  <a:lnTo>
                    <a:pt x="72725" y="128389"/>
                  </a:lnTo>
                  <a:lnTo>
                    <a:pt x="69438" y="128322"/>
                  </a:lnTo>
                  <a:lnTo>
                    <a:pt x="68814" y="127440"/>
                  </a:lnTo>
                  <a:lnTo>
                    <a:pt x="65894" y="123310"/>
                  </a:lnTo>
                  <a:lnTo>
                    <a:pt x="65594" y="122967"/>
                  </a:lnTo>
                  <a:lnTo>
                    <a:pt x="61072" y="117785"/>
                  </a:lnTo>
                  <a:lnTo>
                    <a:pt x="54792" y="113052"/>
                  </a:lnTo>
                  <a:lnTo>
                    <a:pt x="52234" y="107502"/>
                  </a:lnTo>
                  <a:lnTo>
                    <a:pt x="51117" y="105078"/>
                  </a:lnTo>
                  <a:lnTo>
                    <a:pt x="48296" y="101732"/>
                  </a:lnTo>
                  <a:lnTo>
                    <a:pt x="47755" y="101091"/>
                  </a:lnTo>
                  <a:lnTo>
                    <a:pt x="43674" y="96318"/>
                  </a:lnTo>
                  <a:lnTo>
                    <a:pt x="41691" y="93033"/>
                  </a:lnTo>
                  <a:lnTo>
                    <a:pt x="38267" y="87258"/>
                  </a:lnTo>
                  <a:lnTo>
                    <a:pt x="34394" y="87125"/>
                  </a:lnTo>
                  <a:lnTo>
                    <a:pt x="29848" y="88856"/>
                  </a:lnTo>
                  <a:lnTo>
                    <a:pt x="29592" y="88953"/>
                  </a:lnTo>
                  <a:lnTo>
                    <a:pt x="25462" y="87922"/>
                  </a:lnTo>
                  <a:lnTo>
                    <a:pt x="25271" y="87798"/>
                  </a:lnTo>
                  <a:lnTo>
                    <a:pt x="21388" y="85296"/>
                  </a:lnTo>
                  <a:lnTo>
                    <a:pt x="20865" y="84869"/>
                  </a:lnTo>
                  <a:lnTo>
                    <a:pt x="16372" y="81198"/>
                  </a:lnTo>
                  <a:lnTo>
                    <a:pt x="11262" y="80270"/>
                  </a:lnTo>
                  <a:lnTo>
                    <a:pt x="6679" y="78043"/>
                  </a:lnTo>
                  <a:lnTo>
                    <a:pt x="1766" y="75678"/>
                  </a:lnTo>
                  <a:lnTo>
                    <a:pt x="1602" y="75321"/>
                  </a:lnTo>
                  <a:lnTo>
                    <a:pt x="440" y="727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675102" y="2895332"/>
              <a:ext cx="493960" cy="307662"/>
            </a:xfrm>
            <a:custGeom>
              <a:avLst/>
              <a:pathLst>
                <a:path w="493960" h="307662">
                  <a:moveTo>
                    <a:pt x="8432" y="83736"/>
                  </a:moveTo>
                  <a:lnTo>
                    <a:pt x="9596" y="83697"/>
                  </a:lnTo>
                  <a:lnTo>
                    <a:pt x="10102" y="72517"/>
                  </a:lnTo>
                  <a:lnTo>
                    <a:pt x="10481" y="64748"/>
                  </a:lnTo>
                  <a:lnTo>
                    <a:pt x="11012" y="53871"/>
                  </a:lnTo>
                  <a:lnTo>
                    <a:pt x="11611" y="40181"/>
                  </a:lnTo>
                  <a:lnTo>
                    <a:pt x="11899" y="34248"/>
                  </a:lnTo>
                  <a:lnTo>
                    <a:pt x="12713" y="17270"/>
                  </a:lnTo>
                  <a:lnTo>
                    <a:pt x="13152" y="7128"/>
                  </a:lnTo>
                  <a:lnTo>
                    <a:pt x="13207" y="5601"/>
                  </a:lnTo>
                  <a:lnTo>
                    <a:pt x="13409" y="0"/>
                  </a:lnTo>
                  <a:lnTo>
                    <a:pt x="37037" y="1135"/>
                  </a:lnTo>
                  <a:lnTo>
                    <a:pt x="50919" y="1742"/>
                  </a:lnTo>
                  <a:lnTo>
                    <a:pt x="64219" y="2298"/>
                  </a:lnTo>
                  <a:lnTo>
                    <a:pt x="77933" y="2834"/>
                  </a:lnTo>
                  <a:lnTo>
                    <a:pt x="81201" y="2957"/>
                  </a:lnTo>
                  <a:lnTo>
                    <a:pt x="85001" y="3096"/>
                  </a:lnTo>
                  <a:lnTo>
                    <a:pt x="95781" y="3469"/>
                  </a:lnTo>
                  <a:lnTo>
                    <a:pt x="105243" y="3782"/>
                  </a:lnTo>
                  <a:lnTo>
                    <a:pt x="118935" y="4215"/>
                  </a:lnTo>
                  <a:lnTo>
                    <a:pt x="133733" y="4639"/>
                  </a:lnTo>
                  <a:lnTo>
                    <a:pt x="139194" y="4782"/>
                  </a:lnTo>
                  <a:lnTo>
                    <a:pt x="151746" y="5090"/>
                  </a:lnTo>
                  <a:lnTo>
                    <a:pt x="166341" y="5419"/>
                  </a:lnTo>
                  <a:lnTo>
                    <a:pt x="178149" y="5634"/>
                  </a:lnTo>
                  <a:lnTo>
                    <a:pt x="194046" y="5887"/>
                  </a:lnTo>
                  <a:lnTo>
                    <a:pt x="215249" y="6152"/>
                  </a:lnTo>
                  <a:lnTo>
                    <a:pt x="230647" y="6283"/>
                  </a:lnTo>
                  <a:lnTo>
                    <a:pt x="231412" y="6290"/>
                  </a:lnTo>
                  <a:lnTo>
                    <a:pt x="244037" y="6384"/>
                  </a:lnTo>
                  <a:lnTo>
                    <a:pt x="252775" y="6478"/>
                  </a:lnTo>
                  <a:lnTo>
                    <a:pt x="269509" y="6553"/>
                  </a:lnTo>
                  <a:lnTo>
                    <a:pt x="279474" y="6596"/>
                  </a:lnTo>
                  <a:lnTo>
                    <a:pt x="286051" y="6552"/>
                  </a:lnTo>
                  <a:lnTo>
                    <a:pt x="293489" y="6575"/>
                  </a:lnTo>
                  <a:lnTo>
                    <a:pt x="302428" y="6516"/>
                  </a:lnTo>
                  <a:lnTo>
                    <a:pt x="317935" y="6376"/>
                  </a:lnTo>
                  <a:lnTo>
                    <a:pt x="323301" y="6334"/>
                  </a:lnTo>
                  <a:lnTo>
                    <a:pt x="340604" y="6203"/>
                  </a:lnTo>
                  <a:lnTo>
                    <a:pt x="346694" y="6143"/>
                  </a:lnTo>
                  <a:lnTo>
                    <a:pt x="359667" y="6057"/>
                  </a:lnTo>
                  <a:lnTo>
                    <a:pt x="380826" y="5625"/>
                  </a:lnTo>
                  <a:lnTo>
                    <a:pt x="384665" y="5547"/>
                  </a:lnTo>
                  <a:lnTo>
                    <a:pt x="386468" y="5509"/>
                  </a:lnTo>
                  <a:lnTo>
                    <a:pt x="398876" y="5230"/>
                  </a:lnTo>
                  <a:lnTo>
                    <a:pt x="413293" y="4824"/>
                  </a:lnTo>
                  <a:lnTo>
                    <a:pt x="432617" y="4162"/>
                  </a:lnTo>
                  <a:lnTo>
                    <a:pt x="441604" y="3829"/>
                  </a:lnTo>
                  <a:lnTo>
                    <a:pt x="473471" y="2626"/>
                  </a:lnTo>
                  <a:lnTo>
                    <a:pt x="473207" y="8252"/>
                  </a:lnTo>
                  <a:lnTo>
                    <a:pt x="472479" y="13189"/>
                  </a:lnTo>
                  <a:lnTo>
                    <a:pt x="469936" y="16421"/>
                  </a:lnTo>
                  <a:lnTo>
                    <a:pt x="467517" y="20845"/>
                  </a:lnTo>
                  <a:lnTo>
                    <a:pt x="463160" y="23747"/>
                  </a:lnTo>
                  <a:lnTo>
                    <a:pt x="458322" y="28138"/>
                  </a:lnTo>
                  <a:lnTo>
                    <a:pt x="456870" y="31272"/>
                  </a:lnTo>
                  <a:lnTo>
                    <a:pt x="457432" y="33500"/>
                  </a:lnTo>
                  <a:lnTo>
                    <a:pt x="457987" y="34176"/>
                  </a:lnTo>
                  <a:lnTo>
                    <a:pt x="461528" y="38477"/>
                  </a:lnTo>
                  <a:lnTo>
                    <a:pt x="464118" y="43443"/>
                  </a:lnTo>
                  <a:lnTo>
                    <a:pt x="466235" y="47058"/>
                  </a:lnTo>
                  <a:lnTo>
                    <a:pt x="468524" y="49330"/>
                  </a:lnTo>
                  <a:lnTo>
                    <a:pt x="472112" y="49370"/>
                  </a:lnTo>
                  <a:lnTo>
                    <a:pt x="475644" y="51169"/>
                  </a:lnTo>
                  <a:lnTo>
                    <a:pt x="478188" y="51985"/>
                  </a:lnTo>
                  <a:lnTo>
                    <a:pt x="480736" y="54476"/>
                  </a:lnTo>
                  <a:lnTo>
                    <a:pt x="481586" y="56164"/>
                  </a:lnTo>
                  <a:lnTo>
                    <a:pt x="482425" y="57827"/>
                  </a:lnTo>
                  <a:lnTo>
                    <a:pt x="482589" y="61249"/>
                  </a:lnTo>
                  <a:lnTo>
                    <a:pt x="483825" y="87018"/>
                  </a:lnTo>
                  <a:lnTo>
                    <a:pt x="484552" y="102202"/>
                  </a:lnTo>
                  <a:lnTo>
                    <a:pt x="485289" y="117600"/>
                  </a:lnTo>
                  <a:lnTo>
                    <a:pt x="485659" y="125352"/>
                  </a:lnTo>
                  <a:lnTo>
                    <a:pt x="486432" y="141570"/>
                  </a:lnTo>
                  <a:lnTo>
                    <a:pt x="487045" y="156012"/>
                  </a:lnTo>
                  <a:lnTo>
                    <a:pt x="488342" y="186713"/>
                  </a:lnTo>
                  <a:lnTo>
                    <a:pt x="489447" y="212987"/>
                  </a:lnTo>
                  <a:lnTo>
                    <a:pt x="489648" y="217576"/>
                  </a:lnTo>
                  <a:lnTo>
                    <a:pt x="480310" y="217968"/>
                  </a:lnTo>
                  <a:lnTo>
                    <a:pt x="481341" y="220656"/>
                  </a:lnTo>
                  <a:lnTo>
                    <a:pt x="480851" y="223817"/>
                  </a:lnTo>
                  <a:lnTo>
                    <a:pt x="485696" y="227908"/>
                  </a:lnTo>
                  <a:lnTo>
                    <a:pt x="485664" y="231312"/>
                  </a:lnTo>
                  <a:lnTo>
                    <a:pt x="485447" y="235500"/>
                  </a:lnTo>
                  <a:lnTo>
                    <a:pt x="482364" y="236422"/>
                  </a:lnTo>
                  <a:lnTo>
                    <a:pt x="483761" y="239333"/>
                  </a:lnTo>
                  <a:lnTo>
                    <a:pt x="484189" y="240225"/>
                  </a:lnTo>
                  <a:lnTo>
                    <a:pt x="486274" y="242467"/>
                  </a:lnTo>
                  <a:lnTo>
                    <a:pt x="489269" y="242330"/>
                  </a:lnTo>
                  <a:lnTo>
                    <a:pt x="490639" y="249152"/>
                  </a:lnTo>
                  <a:lnTo>
                    <a:pt x="492009" y="251699"/>
                  </a:lnTo>
                  <a:lnTo>
                    <a:pt x="491304" y="254507"/>
                  </a:lnTo>
                  <a:lnTo>
                    <a:pt x="490967" y="255850"/>
                  </a:lnTo>
                  <a:lnTo>
                    <a:pt x="487622" y="258441"/>
                  </a:lnTo>
                  <a:lnTo>
                    <a:pt x="488973" y="261468"/>
                  </a:lnTo>
                  <a:lnTo>
                    <a:pt x="487294" y="263970"/>
                  </a:lnTo>
                  <a:lnTo>
                    <a:pt x="488651" y="265529"/>
                  </a:lnTo>
                  <a:lnTo>
                    <a:pt x="486110" y="268897"/>
                  </a:lnTo>
                  <a:lnTo>
                    <a:pt x="486240" y="270129"/>
                  </a:lnTo>
                  <a:lnTo>
                    <a:pt x="486520" y="272785"/>
                  </a:lnTo>
                  <a:lnTo>
                    <a:pt x="484109" y="277387"/>
                  </a:lnTo>
                  <a:lnTo>
                    <a:pt x="481434" y="281783"/>
                  </a:lnTo>
                  <a:lnTo>
                    <a:pt x="481442" y="286543"/>
                  </a:lnTo>
                  <a:lnTo>
                    <a:pt x="483727" y="289761"/>
                  </a:lnTo>
                  <a:lnTo>
                    <a:pt x="488111" y="293729"/>
                  </a:lnTo>
                  <a:lnTo>
                    <a:pt x="491447" y="300658"/>
                  </a:lnTo>
                  <a:lnTo>
                    <a:pt x="491667" y="301113"/>
                  </a:lnTo>
                  <a:lnTo>
                    <a:pt x="490768" y="304587"/>
                  </a:lnTo>
                  <a:lnTo>
                    <a:pt x="491807" y="305223"/>
                  </a:lnTo>
                  <a:lnTo>
                    <a:pt x="493960" y="306809"/>
                  </a:lnTo>
                  <a:lnTo>
                    <a:pt x="490351" y="307662"/>
                  </a:lnTo>
                  <a:lnTo>
                    <a:pt x="488698" y="305299"/>
                  </a:lnTo>
                  <a:lnTo>
                    <a:pt x="483087" y="305901"/>
                  </a:lnTo>
                  <a:lnTo>
                    <a:pt x="481939" y="304089"/>
                  </a:lnTo>
                  <a:lnTo>
                    <a:pt x="479794" y="300694"/>
                  </a:lnTo>
                  <a:lnTo>
                    <a:pt x="476373" y="297528"/>
                  </a:lnTo>
                  <a:lnTo>
                    <a:pt x="476939" y="292601"/>
                  </a:lnTo>
                  <a:lnTo>
                    <a:pt x="471690" y="292470"/>
                  </a:lnTo>
                  <a:lnTo>
                    <a:pt x="470043" y="289367"/>
                  </a:lnTo>
                  <a:lnTo>
                    <a:pt x="469665" y="289213"/>
                  </a:lnTo>
                  <a:lnTo>
                    <a:pt x="463097" y="286533"/>
                  </a:lnTo>
                  <a:lnTo>
                    <a:pt x="459304" y="287496"/>
                  </a:lnTo>
                  <a:lnTo>
                    <a:pt x="455959" y="284787"/>
                  </a:lnTo>
                  <a:lnTo>
                    <a:pt x="455341" y="284286"/>
                  </a:lnTo>
                  <a:lnTo>
                    <a:pt x="448401" y="283694"/>
                  </a:lnTo>
                  <a:lnTo>
                    <a:pt x="446152" y="282029"/>
                  </a:lnTo>
                  <a:lnTo>
                    <a:pt x="442896" y="279616"/>
                  </a:lnTo>
                  <a:lnTo>
                    <a:pt x="441249" y="276752"/>
                  </a:lnTo>
                  <a:lnTo>
                    <a:pt x="437051" y="275783"/>
                  </a:lnTo>
                  <a:lnTo>
                    <a:pt x="434545" y="276731"/>
                  </a:lnTo>
                  <a:lnTo>
                    <a:pt x="429598" y="276001"/>
                  </a:lnTo>
                  <a:lnTo>
                    <a:pt x="427376" y="277830"/>
                  </a:lnTo>
                  <a:lnTo>
                    <a:pt x="425243" y="277546"/>
                  </a:lnTo>
                  <a:lnTo>
                    <a:pt x="423222" y="277276"/>
                  </a:lnTo>
                  <a:lnTo>
                    <a:pt x="417815" y="277218"/>
                  </a:lnTo>
                  <a:lnTo>
                    <a:pt x="415480" y="277677"/>
                  </a:lnTo>
                  <a:lnTo>
                    <a:pt x="411247" y="278507"/>
                  </a:lnTo>
                  <a:lnTo>
                    <a:pt x="404710" y="277430"/>
                  </a:lnTo>
                  <a:lnTo>
                    <a:pt x="401023" y="276900"/>
                  </a:lnTo>
                  <a:lnTo>
                    <a:pt x="399824" y="278031"/>
                  </a:lnTo>
                  <a:lnTo>
                    <a:pt x="398121" y="282835"/>
                  </a:lnTo>
                  <a:lnTo>
                    <a:pt x="395255" y="285496"/>
                  </a:lnTo>
                  <a:lnTo>
                    <a:pt x="389755" y="286110"/>
                  </a:lnTo>
                  <a:lnTo>
                    <a:pt x="385142" y="282302"/>
                  </a:lnTo>
                  <a:lnTo>
                    <a:pt x="382266" y="279577"/>
                  </a:lnTo>
                  <a:lnTo>
                    <a:pt x="381970" y="279483"/>
                  </a:lnTo>
                  <a:lnTo>
                    <a:pt x="376788" y="277829"/>
                  </a:lnTo>
                  <a:lnTo>
                    <a:pt x="373645" y="276670"/>
                  </a:lnTo>
                  <a:lnTo>
                    <a:pt x="371797" y="275692"/>
                  </a:lnTo>
                  <a:lnTo>
                    <a:pt x="366671" y="272972"/>
                  </a:lnTo>
                  <a:lnTo>
                    <a:pt x="363539" y="272076"/>
                  </a:lnTo>
                  <a:lnTo>
                    <a:pt x="360607" y="269095"/>
                  </a:lnTo>
                  <a:lnTo>
                    <a:pt x="359281" y="266021"/>
                  </a:lnTo>
                  <a:lnTo>
                    <a:pt x="336673" y="266415"/>
                  </a:lnTo>
                  <a:lnTo>
                    <a:pt x="310373" y="266724"/>
                  </a:lnTo>
                  <a:lnTo>
                    <a:pt x="292281" y="266860"/>
                  </a:lnTo>
                  <a:lnTo>
                    <a:pt x="271834" y="266939"/>
                  </a:lnTo>
                  <a:lnTo>
                    <a:pt x="249291" y="266950"/>
                  </a:lnTo>
                  <a:lnTo>
                    <a:pt x="197395" y="266609"/>
                  </a:lnTo>
                  <a:lnTo>
                    <a:pt x="182670" y="266378"/>
                  </a:lnTo>
                  <a:lnTo>
                    <a:pt x="127390" y="265146"/>
                  </a:lnTo>
                  <a:lnTo>
                    <a:pt x="106301" y="264523"/>
                  </a:lnTo>
                  <a:lnTo>
                    <a:pt x="81504" y="263698"/>
                  </a:lnTo>
                  <a:lnTo>
                    <a:pt x="68024" y="263200"/>
                  </a:lnTo>
                  <a:lnTo>
                    <a:pt x="37286" y="261936"/>
                  </a:lnTo>
                  <a:lnTo>
                    <a:pt x="35414" y="261857"/>
                  </a:lnTo>
                  <a:lnTo>
                    <a:pt x="0" y="260233"/>
                  </a:lnTo>
                  <a:lnTo>
                    <a:pt x="1200" y="234671"/>
                  </a:lnTo>
                  <a:lnTo>
                    <a:pt x="1962" y="218052"/>
                  </a:lnTo>
                  <a:lnTo>
                    <a:pt x="2066" y="215797"/>
                  </a:lnTo>
                  <a:lnTo>
                    <a:pt x="2291" y="210911"/>
                  </a:lnTo>
                  <a:lnTo>
                    <a:pt x="3545" y="184848"/>
                  </a:lnTo>
                  <a:lnTo>
                    <a:pt x="4806" y="159430"/>
                  </a:lnTo>
                  <a:lnTo>
                    <a:pt x="4978" y="155956"/>
                  </a:lnTo>
                  <a:lnTo>
                    <a:pt x="5284" y="149805"/>
                  </a:lnTo>
                  <a:lnTo>
                    <a:pt x="6675" y="121432"/>
                  </a:lnTo>
                  <a:lnTo>
                    <a:pt x="7198" y="1107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56435" y="3876577"/>
              <a:ext cx="591599" cy="244588"/>
            </a:xfrm>
            <a:custGeom>
              <a:avLst/>
              <a:pathLst>
                <a:path w="591599" h="244588">
                  <a:moveTo>
                    <a:pt x="317" y="241611"/>
                  </a:moveTo>
                  <a:lnTo>
                    <a:pt x="2764" y="240306"/>
                  </a:lnTo>
                  <a:lnTo>
                    <a:pt x="7582" y="238819"/>
                  </a:lnTo>
                  <a:lnTo>
                    <a:pt x="8341" y="235116"/>
                  </a:lnTo>
                  <a:lnTo>
                    <a:pt x="9529" y="231651"/>
                  </a:lnTo>
                  <a:lnTo>
                    <a:pt x="14629" y="231989"/>
                  </a:lnTo>
                  <a:lnTo>
                    <a:pt x="13536" y="228012"/>
                  </a:lnTo>
                  <a:lnTo>
                    <a:pt x="13639" y="224550"/>
                  </a:lnTo>
                  <a:lnTo>
                    <a:pt x="12866" y="220490"/>
                  </a:lnTo>
                  <a:lnTo>
                    <a:pt x="7701" y="218909"/>
                  </a:lnTo>
                  <a:lnTo>
                    <a:pt x="10635" y="215903"/>
                  </a:lnTo>
                  <a:lnTo>
                    <a:pt x="12523" y="210459"/>
                  </a:lnTo>
                  <a:lnTo>
                    <a:pt x="10316" y="206551"/>
                  </a:lnTo>
                  <a:lnTo>
                    <a:pt x="13202" y="205042"/>
                  </a:lnTo>
                  <a:lnTo>
                    <a:pt x="15087" y="205517"/>
                  </a:lnTo>
                  <a:lnTo>
                    <a:pt x="16356" y="201637"/>
                  </a:lnTo>
                  <a:lnTo>
                    <a:pt x="14284" y="198401"/>
                  </a:lnTo>
                  <a:lnTo>
                    <a:pt x="14360" y="193608"/>
                  </a:lnTo>
                  <a:lnTo>
                    <a:pt x="20107" y="193690"/>
                  </a:lnTo>
                  <a:lnTo>
                    <a:pt x="20913" y="191939"/>
                  </a:lnTo>
                  <a:lnTo>
                    <a:pt x="21334" y="187658"/>
                  </a:lnTo>
                  <a:lnTo>
                    <a:pt x="25155" y="185527"/>
                  </a:lnTo>
                  <a:lnTo>
                    <a:pt x="23322" y="183591"/>
                  </a:lnTo>
                  <a:lnTo>
                    <a:pt x="18771" y="180172"/>
                  </a:lnTo>
                  <a:lnTo>
                    <a:pt x="21136" y="174601"/>
                  </a:lnTo>
                  <a:lnTo>
                    <a:pt x="24891" y="174800"/>
                  </a:lnTo>
                  <a:lnTo>
                    <a:pt x="29320" y="171143"/>
                  </a:lnTo>
                  <a:lnTo>
                    <a:pt x="34310" y="168153"/>
                  </a:lnTo>
                  <a:lnTo>
                    <a:pt x="33500" y="164849"/>
                  </a:lnTo>
                  <a:lnTo>
                    <a:pt x="33734" y="162498"/>
                  </a:lnTo>
                  <a:lnTo>
                    <a:pt x="38893" y="159975"/>
                  </a:lnTo>
                  <a:lnTo>
                    <a:pt x="38665" y="159132"/>
                  </a:lnTo>
                  <a:lnTo>
                    <a:pt x="38274" y="157689"/>
                  </a:lnTo>
                  <a:lnTo>
                    <a:pt x="35547" y="155689"/>
                  </a:lnTo>
                  <a:lnTo>
                    <a:pt x="31740" y="151449"/>
                  </a:lnTo>
                  <a:lnTo>
                    <a:pt x="34436" y="149347"/>
                  </a:lnTo>
                  <a:lnTo>
                    <a:pt x="34704" y="143796"/>
                  </a:lnTo>
                  <a:lnTo>
                    <a:pt x="37123" y="141616"/>
                  </a:lnTo>
                  <a:lnTo>
                    <a:pt x="40419" y="138357"/>
                  </a:lnTo>
                  <a:lnTo>
                    <a:pt x="37695" y="134467"/>
                  </a:lnTo>
                  <a:lnTo>
                    <a:pt x="37399" y="134296"/>
                  </a:lnTo>
                  <a:lnTo>
                    <a:pt x="32397" y="131397"/>
                  </a:lnTo>
                  <a:lnTo>
                    <a:pt x="33199" y="129221"/>
                  </a:lnTo>
                  <a:lnTo>
                    <a:pt x="38665" y="129451"/>
                  </a:lnTo>
                  <a:lnTo>
                    <a:pt x="41675" y="125545"/>
                  </a:lnTo>
                  <a:lnTo>
                    <a:pt x="37285" y="123302"/>
                  </a:lnTo>
                  <a:lnTo>
                    <a:pt x="37744" y="120226"/>
                  </a:lnTo>
                  <a:lnTo>
                    <a:pt x="41660" y="119623"/>
                  </a:lnTo>
                  <a:lnTo>
                    <a:pt x="43236" y="119379"/>
                  </a:lnTo>
                  <a:lnTo>
                    <a:pt x="43768" y="116322"/>
                  </a:lnTo>
                  <a:lnTo>
                    <a:pt x="41086" y="112941"/>
                  </a:lnTo>
                  <a:lnTo>
                    <a:pt x="42170" y="109079"/>
                  </a:lnTo>
                  <a:lnTo>
                    <a:pt x="40519" y="106079"/>
                  </a:lnTo>
                  <a:lnTo>
                    <a:pt x="49120" y="104897"/>
                  </a:lnTo>
                  <a:lnTo>
                    <a:pt x="54186" y="104046"/>
                  </a:lnTo>
                  <a:lnTo>
                    <a:pt x="63586" y="102455"/>
                  </a:lnTo>
                  <a:lnTo>
                    <a:pt x="81047" y="100476"/>
                  </a:lnTo>
                  <a:lnTo>
                    <a:pt x="90211" y="99274"/>
                  </a:lnTo>
                  <a:lnTo>
                    <a:pt x="90734" y="99205"/>
                  </a:lnTo>
                  <a:lnTo>
                    <a:pt x="91469" y="99108"/>
                  </a:lnTo>
                  <a:lnTo>
                    <a:pt x="112655" y="96269"/>
                  </a:lnTo>
                  <a:lnTo>
                    <a:pt x="112968" y="96226"/>
                  </a:lnTo>
                  <a:lnTo>
                    <a:pt x="114580" y="96019"/>
                  </a:lnTo>
                  <a:lnTo>
                    <a:pt x="140096" y="92681"/>
                  </a:lnTo>
                  <a:lnTo>
                    <a:pt x="145293" y="91807"/>
                  </a:lnTo>
                  <a:lnTo>
                    <a:pt x="145495" y="91773"/>
                  </a:lnTo>
                  <a:lnTo>
                    <a:pt x="146071" y="87073"/>
                  </a:lnTo>
                  <a:lnTo>
                    <a:pt x="143617" y="80391"/>
                  </a:lnTo>
                  <a:lnTo>
                    <a:pt x="142026" y="76362"/>
                  </a:lnTo>
                  <a:lnTo>
                    <a:pt x="146165" y="75865"/>
                  </a:lnTo>
                  <a:lnTo>
                    <a:pt x="157716" y="75378"/>
                  </a:lnTo>
                  <a:lnTo>
                    <a:pt x="157818" y="78085"/>
                  </a:lnTo>
                  <a:lnTo>
                    <a:pt x="168947" y="76127"/>
                  </a:lnTo>
                  <a:lnTo>
                    <a:pt x="172657" y="75469"/>
                  </a:lnTo>
                  <a:lnTo>
                    <a:pt x="193210" y="72070"/>
                  </a:lnTo>
                  <a:lnTo>
                    <a:pt x="194037" y="71932"/>
                  </a:lnTo>
                  <a:lnTo>
                    <a:pt x="209508" y="69322"/>
                  </a:lnTo>
                  <a:lnTo>
                    <a:pt x="213300" y="68675"/>
                  </a:lnTo>
                  <a:lnTo>
                    <a:pt x="230635" y="65688"/>
                  </a:lnTo>
                  <a:lnTo>
                    <a:pt x="234107" y="65039"/>
                  </a:lnTo>
                  <a:lnTo>
                    <a:pt x="245056" y="62977"/>
                  </a:lnTo>
                  <a:lnTo>
                    <a:pt x="248308" y="63469"/>
                  </a:lnTo>
                  <a:lnTo>
                    <a:pt x="249099" y="63589"/>
                  </a:lnTo>
                  <a:lnTo>
                    <a:pt x="251959" y="61828"/>
                  </a:lnTo>
                  <a:lnTo>
                    <a:pt x="258755" y="61094"/>
                  </a:lnTo>
                  <a:lnTo>
                    <a:pt x="273290" y="59499"/>
                  </a:lnTo>
                  <a:lnTo>
                    <a:pt x="282014" y="58524"/>
                  </a:lnTo>
                  <a:lnTo>
                    <a:pt x="289517" y="57726"/>
                  </a:lnTo>
                  <a:lnTo>
                    <a:pt x="296711" y="56951"/>
                  </a:lnTo>
                  <a:lnTo>
                    <a:pt x="302703" y="56099"/>
                  </a:lnTo>
                  <a:lnTo>
                    <a:pt x="306685" y="55529"/>
                  </a:lnTo>
                  <a:lnTo>
                    <a:pt x="323784" y="53043"/>
                  </a:lnTo>
                  <a:lnTo>
                    <a:pt x="327372" y="52142"/>
                  </a:lnTo>
                  <a:lnTo>
                    <a:pt x="337078" y="49691"/>
                  </a:lnTo>
                  <a:lnTo>
                    <a:pt x="337436" y="49601"/>
                  </a:lnTo>
                  <a:lnTo>
                    <a:pt x="338442" y="49448"/>
                  </a:lnTo>
                  <a:lnTo>
                    <a:pt x="351074" y="47514"/>
                  </a:lnTo>
                  <a:lnTo>
                    <a:pt x="359652" y="46671"/>
                  </a:lnTo>
                  <a:lnTo>
                    <a:pt x="361839" y="46455"/>
                  </a:lnTo>
                  <a:lnTo>
                    <a:pt x="373041" y="45230"/>
                  </a:lnTo>
                  <a:lnTo>
                    <a:pt x="373524" y="45155"/>
                  </a:lnTo>
                  <a:lnTo>
                    <a:pt x="393046" y="42111"/>
                  </a:lnTo>
                  <a:lnTo>
                    <a:pt x="409737" y="39305"/>
                  </a:lnTo>
                  <a:lnTo>
                    <a:pt x="412123" y="38900"/>
                  </a:lnTo>
                  <a:lnTo>
                    <a:pt x="428850" y="35909"/>
                  </a:lnTo>
                  <a:lnTo>
                    <a:pt x="432837" y="35304"/>
                  </a:lnTo>
                  <a:lnTo>
                    <a:pt x="435386" y="34916"/>
                  </a:lnTo>
                  <a:lnTo>
                    <a:pt x="449623" y="32467"/>
                  </a:lnTo>
                  <a:lnTo>
                    <a:pt x="450400" y="30666"/>
                  </a:lnTo>
                  <a:lnTo>
                    <a:pt x="464558" y="27962"/>
                  </a:lnTo>
                  <a:lnTo>
                    <a:pt x="478185" y="25324"/>
                  </a:lnTo>
                  <a:lnTo>
                    <a:pt x="498499" y="21419"/>
                  </a:lnTo>
                  <a:lnTo>
                    <a:pt x="509214" y="19328"/>
                  </a:lnTo>
                  <a:lnTo>
                    <a:pt x="524537" y="15984"/>
                  </a:lnTo>
                  <a:lnTo>
                    <a:pt x="532978" y="14123"/>
                  </a:lnTo>
                  <a:lnTo>
                    <a:pt x="546370" y="11317"/>
                  </a:lnTo>
                  <a:lnTo>
                    <a:pt x="549888" y="10574"/>
                  </a:lnTo>
                  <a:lnTo>
                    <a:pt x="554699" y="9555"/>
                  </a:lnTo>
                  <a:lnTo>
                    <a:pt x="556666" y="9131"/>
                  </a:lnTo>
                  <a:lnTo>
                    <a:pt x="571305" y="5955"/>
                  </a:lnTo>
                  <a:lnTo>
                    <a:pt x="571716" y="3866"/>
                  </a:lnTo>
                  <a:lnTo>
                    <a:pt x="578375" y="2528"/>
                  </a:lnTo>
                  <a:lnTo>
                    <a:pt x="590855" y="0"/>
                  </a:lnTo>
                  <a:lnTo>
                    <a:pt x="589159" y="2543"/>
                  </a:lnTo>
                  <a:lnTo>
                    <a:pt x="588515" y="7348"/>
                  </a:lnTo>
                  <a:lnTo>
                    <a:pt x="590055" y="13268"/>
                  </a:lnTo>
                  <a:lnTo>
                    <a:pt x="588315" y="18615"/>
                  </a:lnTo>
                  <a:lnTo>
                    <a:pt x="589350" y="20529"/>
                  </a:lnTo>
                  <a:lnTo>
                    <a:pt x="591599" y="24683"/>
                  </a:lnTo>
                  <a:lnTo>
                    <a:pt x="587182" y="25436"/>
                  </a:lnTo>
                  <a:lnTo>
                    <a:pt x="582614" y="25877"/>
                  </a:lnTo>
                  <a:lnTo>
                    <a:pt x="578203" y="30969"/>
                  </a:lnTo>
                  <a:lnTo>
                    <a:pt x="577742" y="32401"/>
                  </a:lnTo>
                  <a:lnTo>
                    <a:pt x="577029" y="34614"/>
                  </a:lnTo>
                  <a:lnTo>
                    <a:pt x="575875" y="38189"/>
                  </a:lnTo>
                  <a:lnTo>
                    <a:pt x="572893" y="48265"/>
                  </a:lnTo>
                  <a:lnTo>
                    <a:pt x="569562" y="50683"/>
                  </a:lnTo>
                  <a:lnTo>
                    <a:pt x="566378" y="51492"/>
                  </a:lnTo>
                  <a:lnTo>
                    <a:pt x="564878" y="48934"/>
                  </a:lnTo>
                  <a:lnTo>
                    <a:pt x="559583" y="48014"/>
                  </a:lnTo>
                  <a:lnTo>
                    <a:pt x="559045" y="48602"/>
                  </a:lnTo>
                  <a:lnTo>
                    <a:pt x="556325" y="51566"/>
                  </a:lnTo>
                  <a:lnTo>
                    <a:pt x="553997" y="51533"/>
                  </a:lnTo>
                  <a:lnTo>
                    <a:pt x="550877" y="53863"/>
                  </a:lnTo>
                  <a:lnTo>
                    <a:pt x="547047" y="57566"/>
                  </a:lnTo>
                  <a:lnTo>
                    <a:pt x="546701" y="58587"/>
                  </a:lnTo>
                  <a:lnTo>
                    <a:pt x="544495" y="65081"/>
                  </a:lnTo>
                  <a:lnTo>
                    <a:pt x="541869" y="67859"/>
                  </a:lnTo>
                  <a:lnTo>
                    <a:pt x="538853" y="71045"/>
                  </a:lnTo>
                  <a:lnTo>
                    <a:pt x="534803" y="70041"/>
                  </a:lnTo>
                  <a:lnTo>
                    <a:pt x="535017" y="65325"/>
                  </a:lnTo>
                  <a:lnTo>
                    <a:pt x="534120" y="64502"/>
                  </a:lnTo>
                  <a:lnTo>
                    <a:pt x="532121" y="62668"/>
                  </a:lnTo>
                  <a:lnTo>
                    <a:pt x="526093" y="67912"/>
                  </a:lnTo>
                  <a:lnTo>
                    <a:pt x="522718" y="70945"/>
                  </a:lnTo>
                  <a:lnTo>
                    <a:pt x="522819" y="74576"/>
                  </a:lnTo>
                  <a:lnTo>
                    <a:pt x="521276" y="77448"/>
                  </a:lnTo>
                  <a:lnTo>
                    <a:pt x="517769" y="76057"/>
                  </a:lnTo>
                  <a:lnTo>
                    <a:pt x="515679" y="77719"/>
                  </a:lnTo>
                  <a:lnTo>
                    <a:pt x="514611" y="78568"/>
                  </a:lnTo>
                  <a:lnTo>
                    <a:pt x="516230" y="82967"/>
                  </a:lnTo>
                  <a:lnTo>
                    <a:pt x="514357" y="87632"/>
                  </a:lnTo>
                  <a:lnTo>
                    <a:pt x="512827" y="90832"/>
                  </a:lnTo>
                  <a:lnTo>
                    <a:pt x="512210" y="92121"/>
                  </a:lnTo>
                  <a:lnTo>
                    <a:pt x="507205" y="92690"/>
                  </a:lnTo>
                  <a:lnTo>
                    <a:pt x="503977" y="94405"/>
                  </a:lnTo>
                  <a:lnTo>
                    <a:pt x="499662" y="96435"/>
                  </a:lnTo>
                  <a:lnTo>
                    <a:pt x="497689" y="100260"/>
                  </a:lnTo>
                  <a:lnTo>
                    <a:pt x="493786" y="101990"/>
                  </a:lnTo>
                  <a:lnTo>
                    <a:pt x="493373" y="103161"/>
                  </a:lnTo>
                  <a:lnTo>
                    <a:pt x="491816" y="107573"/>
                  </a:lnTo>
                  <a:lnTo>
                    <a:pt x="488246" y="108048"/>
                  </a:lnTo>
                  <a:lnTo>
                    <a:pt x="483793" y="113395"/>
                  </a:lnTo>
                  <a:lnTo>
                    <a:pt x="481750" y="114551"/>
                  </a:lnTo>
                  <a:lnTo>
                    <a:pt x="479143" y="118679"/>
                  </a:lnTo>
                  <a:lnTo>
                    <a:pt x="472770" y="119587"/>
                  </a:lnTo>
                  <a:lnTo>
                    <a:pt x="468141" y="120382"/>
                  </a:lnTo>
                  <a:lnTo>
                    <a:pt x="467461" y="120562"/>
                  </a:lnTo>
                  <a:lnTo>
                    <a:pt x="459871" y="122568"/>
                  </a:lnTo>
                  <a:lnTo>
                    <a:pt x="455112" y="127365"/>
                  </a:lnTo>
                  <a:lnTo>
                    <a:pt x="450986" y="132285"/>
                  </a:lnTo>
                  <a:lnTo>
                    <a:pt x="448618" y="133970"/>
                  </a:lnTo>
                  <a:lnTo>
                    <a:pt x="448249" y="134233"/>
                  </a:lnTo>
                  <a:lnTo>
                    <a:pt x="447322" y="134892"/>
                  </a:lnTo>
                  <a:lnTo>
                    <a:pt x="444570" y="139495"/>
                  </a:lnTo>
                  <a:lnTo>
                    <a:pt x="446117" y="142419"/>
                  </a:lnTo>
                  <a:lnTo>
                    <a:pt x="444311" y="144868"/>
                  </a:lnTo>
                  <a:lnTo>
                    <a:pt x="446139" y="149255"/>
                  </a:lnTo>
                  <a:lnTo>
                    <a:pt x="445798" y="149650"/>
                  </a:lnTo>
                  <a:lnTo>
                    <a:pt x="441624" y="154484"/>
                  </a:lnTo>
                  <a:lnTo>
                    <a:pt x="435978" y="156168"/>
                  </a:lnTo>
                  <a:lnTo>
                    <a:pt x="432346" y="154301"/>
                  </a:lnTo>
                  <a:lnTo>
                    <a:pt x="428758" y="158810"/>
                  </a:lnTo>
                  <a:lnTo>
                    <a:pt x="428828" y="160672"/>
                  </a:lnTo>
                  <a:lnTo>
                    <a:pt x="429543" y="180107"/>
                  </a:lnTo>
                  <a:lnTo>
                    <a:pt x="416214" y="182640"/>
                  </a:lnTo>
                  <a:lnTo>
                    <a:pt x="408197" y="184102"/>
                  </a:lnTo>
                  <a:lnTo>
                    <a:pt x="400649" y="185520"/>
                  </a:lnTo>
                  <a:lnTo>
                    <a:pt x="397199" y="186160"/>
                  </a:lnTo>
                  <a:lnTo>
                    <a:pt x="394730" y="186617"/>
                  </a:lnTo>
                  <a:lnTo>
                    <a:pt x="391105" y="187285"/>
                  </a:lnTo>
                  <a:lnTo>
                    <a:pt x="382863" y="188830"/>
                  </a:lnTo>
                  <a:lnTo>
                    <a:pt x="382658" y="188868"/>
                  </a:lnTo>
                  <a:lnTo>
                    <a:pt x="378001" y="189736"/>
                  </a:lnTo>
                  <a:lnTo>
                    <a:pt x="362332" y="192691"/>
                  </a:lnTo>
                  <a:lnTo>
                    <a:pt x="361441" y="192858"/>
                  </a:lnTo>
                  <a:lnTo>
                    <a:pt x="355296" y="194084"/>
                  </a:lnTo>
                  <a:lnTo>
                    <a:pt x="353798" y="194382"/>
                  </a:lnTo>
                  <a:lnTo>
                    <a:pt x="347405" y="195438"/>
                  </a:lnTo>
                  <a:lnTo>
                    <a:pt x="338043" y="196972"/>
                  </a:lnTo>
                  <a:lnTo>
                    <a:pt x="318862" y="200034"/>
                  </a:lnTo>
                  <a:lnTo>
                    <a:pt x="287456" y="204911"/>
                  </a:lnTo>
                  <a:lnTo>
                    <a:pt x="286920" y="205001"/>
                  </a:lnTo>
                  <a:lnTo>
                    <a:pt x="276255" y="206773"/>
                  </a:lnTo>
                  <a:lnTo>
                    <a:pt x="253614" y="210287"/>
                  </a:lnTo>
                  <a:lnTo>
                    <a:pt x="249831" y="210805"/>
                  </a:lnTo>
                  <a:lnTo>
                    <a:pt x="222907" y="214425"/>
                  </a:lnTo>
                  <a:lnTo>
                    <a:pt x="222481" y="214481"/>
                  </a:lnTo>
                  <a:lnTo>
                    <a:pt x="221951" y="214555"/>
                  </a:lnTo>
                  <a:lnTo>
                    <a:pt x="207515" y="216541"/>
                  </a:lnTo>
                  <a:lnTo>
                    <a:pt x="194488" y="218302"/>
                  </a:lnTo>
                  <a:lnTo>
                    <a:pt x="193127" y="218484"/>
                  </a:lnTo>
                  <a:lnTo>
                    <a:pt x="176816" y="220701"/>
                  </a:lnTo>
                  <a:lnTo>
                    <a:pt x="167258" y="222057"/>
                  </a:lnTo>
                  <a:lnTo>
                    <a:pt x="166172" y="222210"/>
                  </a:lnTo>
                  <a:lnTo>
                    <a:pt x="151568" y="224098"/>
                  </a:lnTo>
                  <a:lnTo>
                    <a:pt x="151914" y="225154"/>
                  </a:lnTo>
                  <a:lnTo>
                    <a:pt x="147743" y="225755"/>
                  </a:lnTo>
                  <a:lnTo>
                    <a:pt x="140161" y="226787"/>
                  </a:lnTo>
                  <a:lnTo>
                    <a:pt x="138941" y="226952"/>
                  </a:lnTo>
                  <a:lnTo>
                    <a:pt x="132511" y="227819"/>
                  </a:lnTo>
                  <a:lnTo>
                    <a:pt x="109734" y="230976"/>
                  </a:lnTo>
                  <a:lnTo>
                    <a:pt x="107112" y="231330"/>
                  </a:lnTo>
                  <a:lnTo>
                    <a:pt x="93145" y="233195"/>
                  </a:lnTo>
                  <a:lnTo>
                    <a:pt x="92467" y="233285"/>
                  </a:lnTo>
                  <a:lnTo>
                    <a:pt x="80105" y="234933"/>
                  </a:lnTo>
                  <a:lnTo>
                    <a:pt x="68989" y="236394"/>
                  </a:lnTo>
                  <a:lnTo>
                    <a:pt x="63064" y="237163"/>
                  </a:lnTo>
                  <a:lnTo>
                    <a:pt x="47992" y="239011"/>
                  </a:lnTo>
                  <a:lnTo>
                    <a:pt x="43482" y="239557"/>
                  </a:lnTo>
                  <a:lnTo>
                    <a:pt x="42205" y="239711"/>
                  </a:lnTo>
                  <a:lnTo>
                    <a:pt x="37095" y="240324"/>
                  </a:lnTo>
                  <a:lnTo>
                    <a:pt x="0" y="2445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35875" y="4255879"/>
              <a:ext cx="995291" cy="936767"/>
            </a:xfrm>
            <a:custGeom>
              <a:avLst/>
              <a:pathLst>
                <a:path w="995291" h="936767">
                  <a:moveTo>
                    <a:pt x="1189" y="388558"/>
                  </a:moveTo>
                  <a:lnTo>
                    <a:pt x="1027" y="383498"/>
                  </a:lnTo>
                  <a:lnTo>
                    <a:pt x="2076" y="381000"/>
                  </a:lnTo>
                  <a:lnTo>
                    <a:pt x="9940" y="381574"/>
                  </a:lnTo>
                  <a:lnTo>
                    <a:pt x="20237" y="382312"/>
                  </a:lnTo>
                  <a:lnTo>
                    <a:pt x="33521" y="383239"/>
                  </a:lnTo>
                  <a:lnTo>
                    <a:pt x="48782" y="384309"/>
                  </a:lnTo>
                  <a:lnTo>
                    <a:pt x="67413" y="385565"/>
                  </a:lnTo>
                  <a:lnTo>
                    <a:pt x="112335" y="388573"/>
                  </a:lnTo>
                  <a:lnTo>
                    <a:pt x="130089" y="389618"/>
                  </a:lnTo>
                  <a:lnTo>
                    <a:pt x="135411" y="389921"/>
                  </a:lnTo>
                  <a:lnTo>
                    <a:pt x="150801" y="390775"/>
                  </a:lnTo>
                  <a:lnTo>
                    <a:pt x="197465" y="393170"/>
                  </a:lnTo>
                  <a:lnTo>
                    <a:pt x="200807" y="393324"/>
                  </a:lnTo>
                  <a:lnTo>
                    <a:pt x="220213" y="394183"/>
                  </a:lnTo>
                  <a:lnTo>
                    <a:pt x="250112" y="395393"/>
                  </a:lnTo>
                  <a:lnTo>
                    <a:pt x="269885" y="396116"/>
                  </a:lnTo>
                  <a:lnTo>
                    <a:pt x="270123" y="388512"/>
                  </a:lnTo>
                  <a:lnTo>
                    <a:pt x="270283" y="383419"/>
                  </a:lnTo>
                  <a:lnTo>
                    <a:pt x="271307" y="350264"/>
                  </a:lnTo>
                  <a:lnTo>
                    <a:pt x="271485" y="344480"/>
                  </a:lnTo>
                  <a:lnTo>
                    <a:pt x="271867" y="332261"/>
                  </a:lnTo>
                  <a:lnTo>
                    <a:pt x="272204" y="321497"/>
                  </a:lnTo>
                  <a:lnTo>
                    <a:pt x="272617" y="311849"/>
                  </a:lnTo>
                  <a:lnTo>
                    <a:pt x="273597" y="288978"/>
                  </a:lnTo>
                  <a:lnTo>
                    <a:pt x="274340" y="274103"/>
                  </a:lnTo>
                  <a:lnTo>
                    <a:pt x="275140" y="258083"/>
                  </a:lnTo>
                  <a:lnTo>
                    <a:pt x="276246" y="235737"/>
                  </a:lnTo>
                  <a:lnTo>
                    <a:pt x="277248" y="213326"/>
                  </a:lnTo>
                  <a:lnTo>
                    <a:pt x="277858" y="193669"/>
                  </a:lnTo>
                  <a:lnTo>
                    <a:pt x="277886" y="192779"/>
                  </a:lnTo>
                  <a:lnTo>
                    <a:pt x="278069" y="186896"/>
                  </a:lnTo>
                  <a:lnTo>
                    <a:pt x="278818" y="165743"/>
                  </a:lnTo>
                  <a:lnTo>
                    <a:pt x="279205" y="154507"/>
                  </a:lnTo>
                  <a:lnTo>
                    <a:pt x="279800" y="136293"/>
                  </a:lnTo>
                  <a:lnTo>
                    <a:pt x="280350" y="119501"/>
                  </a:lnTo>
                  <a:lnTo>
                    <a:pt x="280468" y="116116"/>
                  </a:lnTo>
                  <a:lnTo>
                    <a:pt x="281815" y="77404"/>
                  </a:lnTo>
                  <a:lnTo>
                    <a:pt x="282169" y="67096"/>
                  </a:lnTo>
                  <a:lnTo>
                    <a:pt x="283127" y="39259"/>
                  </a:lnTo>
                  <a:lnTo>
                    <a:pt x="284354" y="0"/>
                  </a:lnTo>
                  <a:lnTo>
                    <a:pt x="287167" y="104"/>
                  </a:lnTo>
                  <a:lnTo>
                    <a:pt x="347028" y="1948"/>
                  </a:lnTo>
                  <a:lnTo>
                    <a:pt x="356303" y="2203"/>
                  </a:lnTo>
                  <a:lnTo>
                    <a:pt x="370971" y="2575"/>
                  </a:lnTo>
                  <a:lnTo>
                    <a:pt x="385417" y="2883"/>
                  </a:lnTo>
                  <a:lnTo>
                    <a:pt x="423829" y="3526"/>
                  </a:lnTo>
                  <a:lnTo>
                    <a:pt x="433170" y="3614"/>
                  </a:lnTo>
                  <a:lnTo>
                    <a:pt x="438160" y="3655"/>
                  </a:lnTo>
                  <a:lnTo>
                    <a:pt x="458949" y="3856"/>
                  </a:lnTo>
                  <a:lnTo>
                    <a:pt x="462263" y="3876"/>
                  </a:lnTo>
                  <a:lnTo>
                    <a:pt x="479029" y="3945"/>
                  </a:lnTo>
                  <a:lnTo>
                    <a:pt x="500939" y="3985"/>
                  </a:lnTo>
                  <a:lnTo>
                    <a:pt x="501178" y="3985"/>
                  </a:lnTo>
                  <a:lnTo>
                    <a:pt x="501178" y="43152"/>
                  </a:lnTo>
                  <a:lnTo>
                    <a:pt x="501178" y="58537"/>
                  </a:lnTo>
                  <a:lnTo>
                    <a:pt x="501179" y="81651"/>
                  </a:lnTo>
                  <a:lnTo>
                    <a:pt x="501179" y="98997"/>
                  </a:lnTo>
                  <a:lnTo>
                    <a:pt x="501179" y="120124"/>
                  </a:lnTo>
                  <a:lnTo>
                    <a:pt x="501179" y="133589"/>
                  </a:lnTo>
                  <a:lnTo>
                    <a:pt x="501179" y="158578"/>
                  </a:lnTo>
                  <a:lnTo>
                    <a:pt x="501179" y="174953"/>
                  </a:lnTo>
                  <a:lnTo>
                    <a:pt x="501380" y="174897"/>
                  </a:lnTo>
                  <a:lnTo>
                    <a:pt x="506375" y="173523"/>
                  </a:lnTo>
                  <a:lnTo>
                    <a:pt x="512769" y="179662"/>
                  </a:lnTo>
                  <a:lnTo>
                    <a:pt x="514520" y="181340"/>
                  </a:lnTo>
                  <a:lnTo>
                    <a:pt x="518435" y="185962"/>
                  </a:lnTo>
                  <a:lnTo>
                    <a:pt x="523463" y="190723"/>
                  </a:lnTo>
                  <a:lnTo>
                    <a:pt x="530536" y="191253"/>
                  </a:lnTo>
                  <a:lnTo>
                    <a:pt x="531664" y="188342"/>
                  </a:lnTo>
                  <a:lnTo>
                    <a:pt x="539692" y="189249"/>
                  </a:lnTo>
                  <a:lnTo>
                    <a:pt x="539989" y="189283"/>
                  </a:lnTo>
                  <a:lnTo>
                    <a:pt x="543703" y="190669"/>
                  </a:lnTo>
                  <a:lnTo>
                    <a:pt x="545536" y="185226"/>
                  </a:lnTo>
                  <a:lnTo>
                    <a:pt x="548802" y="185644"/>
                  </a:lnTo>
                  <a:lnTo>
                    <a:pt x="554337" y="190046"/>
                  </a:lnTo>
                  <a:lnTo>
                    <a:pt x="558321" y="195405"/>
                  </a:lnTo>
                  <a:lnTo>
                    <a:pt x="559063" y="196402"/>
                  </a:lnTo>
                  <a:lnTo>
                    <a:pt x="560760" y="205165"/>
                  </a:lnTo>
                  <a:lnTo>
                    <a:pt x="565022" y="205559"/>
                  </a:lnTo>
                  <a:lnTo>
                    <a:pt x="570375" y="206216"/>
                  </a:lnTo>
                  <a:lnTo>
                    <a:pt x="574475" y="205506"/>
                  </a:lnTo>
                  <a:lnTo>
                    <a:pt x="578196" y="205823"/>
                  </a:lnTo>
                  <a:lnTo>
                    <a:pt x="579086" y="205899"/>
                  </a:lnTo>
                  <a:lnTo>
                    <a:pt x="584128" y="209643"/>
                  </a:lnTo>
                  <a:lnTo>
                    <a:pt x="588943" y="209978"/>
                  </a:lnTo>
                  <a:lnTo>
                    <a:pt x="594088" y="212097"/>
                  </a:lnTo>
                  <a:lnTo>
                    <a:pt x="597553" y="211854"/>
                  </a:lnTo>
                  <a:lnTo>
                    <a:pt x="600603" y="209051"/>
                  </a:lnTo>
                  <a:lnTo>
                    <a:pt x="603398" y="209734"/>
                  </a:lnTo>
                  <a:lnTo>
                    <a:pt x="605838" y="210329"/>
                  </a:lnTo>
                  <a:lnTo>
                    <a:pt x="609510" y="215023"/>
                  </a:lnTo>
                  <a:lnTo>
                    <a:pt x="613463" y="217657"/>
                  </a:lnTo>
                  <a:lnTo>
                    <a:pt x="617230" y="216031"/>
                  </a:lnTo>
                  <a:lnTo>
                    <a:pt x="617896" y="215743"/>
                  </a:lnTo>
                  <a:lnTo>
                    <a:pt x="619007" y="211901"/>
                  </a:lnTo>
                  <a:lnTo>
                    <a:pt x="621495" y="209330"/>
                  </a:lnTo>
                  <a:lnTo>
                    <a:pt x="624840" y="210206"/>
                  </a:lnTo>
                  <a:lnTo>
                    <a:pt x="631744" y="211755"/>
                  </a:lnTo>
                  <a:lnTo>
                    <a:pt x="635896" y="212819"/>
                  </a:lnTo>
                  <a:lnTo>
                    <a:pt x="638102" y="210389"/>
                  </a:lnTo>
                  <a:lnTo>
                    <a:pt x="639190" y="209191"/>
                  </a:lnTo>
                  <a:lnTo>
                    <a:pt x="641047" y="213576"/>
                  </a:lnTo>
                  <a:lnTo>
                    <a:pt x="641162" y="218476"/>
                  </a:lnTo>
                  <a:lnTo>
                    <a:pt x="642441" y="222520"/>
                  </a:lnTo>
                  <a:lnTo>
                    <a:pt x="648137" y="222957"/>
                  </a:lnTo>
                  <a:lnTo>
                    <a:pt x="652426" y="223287"/>
                  </a:lnTo>
                  <a:lnTo>
                    <a:pt x="652101" y="229169"/>
                  </a:lnTo>
                  <a:lnTo>
                    <a:pt x="652296" y="232084"/>
                  </a:lnTo>
                  <a:lnTo>
                    <a:pt x="652372" y="233210"/>
                  </a:lnTo>
                  <a:lnTo>
                    <a:pt x="658732" y="235611"/>
                  </a:lnTo>
                  <a:lnTo>
                    <a:pt x="663266" y="232783"/>
                  </a:lnTo>
                  <a:lnTo>
                    <a:pt x="666391" y="228735"/>
                  </a:lnTo>
                  <a:lnTo>
                    <a:pt x="672740" y="222736"/>
                  </a:lnTo>
                  <a:lnTo>
                    <a:pt x="677408" y="224658"/>
                  </a:lnTo>
                  <a:lnTo>
                    <a:pt x="678464" y="228679"/>
                  </a:lnTo>
                  <a:lnTo>
                    <a:pt x="681089" y="230635"/>
                  </a:lnTo>
                  <a:lnTo>
                    <a:pt x="681313" y="230801"/>
                  </a:lnTo>
                  <a:lnTo>
                    <a:pt x="686558" y="228896"/>
                  </a:lnTo>
                  <a:lnTo>
                    <a:pt x="686739" y="229164"/>
                  </a:lnTo>
                  <a:lnTo>
                    <a:pt x="689250" y="232874"/>
                  </a:lnTo>
                  <a:lnTo>
                    <a:pt x="689898" y="237009"/>
                  </a:lnTo>
                  <a:lnTo>
                    <a:pt x="695167" y="237229"/>
                  </a:lnTo>
                  <a:lnTo>
                    <a:pt x="699090" y="233084"/>
                  </a:lnTo>
                  <a:lnTo>
                    <a:pt x="704316" y="229813"/>
                  </a:lnTo>
                  <a:lnTo>
                    <a:pt x="707231" y="228491"/>
                  </a:lnTo>
                  <a:lnTo>
                    <a:pt x="710320" y="234289"/>
                  </a:lnTo>
                  <a:lnTo>
                    <a:pt x="707538" y="237684"/>
                  </a:lnTo>
                  <a:lnTo>
                    <a:pt x="711922" y="245279"/>
                  </a:lnTo>
                  <a:lnTo>
                    <a:pt x="716196" y="243976"/>
                  </a:lnTo>
                  <a:lnTo>
                    <a:pt x="716328" y="240537"/>
                  </a:lnTo>
                  <a:lnTo>
                    <a:pt x="716908" y="237111"/>
                  </a:lnTo>
                  <a:lnTo>
                    <a:pt x="718469" y="233270"/>
                  </a:lnTo>
                  <a:lnTo>
                    <a:pt x="723566" y="230379"/>
                  </a:lnTo>
                  <a:lnTo>
                    <a:pt x="723243" y="227575"/>
                  </a:lnTo>
                  <a:lnTo>
                    <a:pt x="725854" y="225181"/>
                  </a:lnTo>
                  <a:lnTo>
                    <a:pt x="726420" y="225123"/>
                  </a:lnTo>
                  <a:lnTo>
                    <a:pt x="727175" y="225045"/>
                  </a:lnTo>
                  <a:lnTo>
                    <a:pt x="729313" y="224824"/>
                  </a:lnTo>
                  <a:lnTo>
                    <a:pt x="730034" y="228699"/>
                  </a:lnTo>
                  <a:lnTo>
                    <a:pt x="733632" y="233479"/>
                  </a:lnTo>
                  <a:lnTo>
                    <a:pt x="737721" y="231416"/>
                  </a:lnTo>
                  <a:lnTo>
                    <a:pt x="739093" y="233736"/>
                  </a:lnTo>
                  <a:lnTo>
                    <a:pt x="743870" y="234464"/>
                  </a:lnTo>
                  <a:lnTo>
                    <a:pt x="745968" y="230416"/>
                  </a:lnTo>
                  <a:lnTo>
                    <a:pt x="747482" y="226830"/>
                  </a:lnTo>
                  <a:lnTo>
                    <a:pt x="752394" y="229601"/>
                  </a:lnTo>
                  <a:lnTo>
                    <a:pt x="752738" y="229794"/>
                  </a:lnTo>
                  <a:lnTo>
                    <a:pt x="752687" y="234181"/>
                  </a:lnTo>
                  <a:lnTo>
                    <a:pt x="754199" y="235162"/>
                  </a:lnTo>
                  <a:lnTo>
                    <a:pt x="757823" y="235102"/>
                  </a:lnTo>
                  <a:lnTo>
                    <a:pt x="759559" y="238966"/>
                  </a:lnTo>
                  <a:lnTo>
                    <a:pt x="764396" y="238185"/>
                  </a:lnTo>
                  <a:lnTo>
                    <a:pt x="766940" y="241053"/>
                  </a:lnTo>
                  <a:lnTo>
                    <a:pt x="768804" y="243685"/>
                  </a:lnTo>
                  <a:lnTo>
                    <a:pt x="770096" y="245509"/>
                  </a:lnTo>
                  <a:lnTo>
                    <a:pt x="774075" y="241742"/>
                  </a:lnTo>
                  <a:lnTo>
                    <a:pt x="776180" y="238590"/>
                  </a:lnTo>
                  <a:lnTo>
                    <a:pt x="779816" y="240343"/>
                  </a:lnTo>
                  <a:lnTo>
                    <a:pt x="783764" y="235536"/>
                  </a:lnTo>
                  <a:lnTo>
                    <a:pt x="785230" y="232703"/>
                  </a:lnTo>
                  <a:lnTo>
                    <a:pt x="791663" y="231564"/>
                  </a:lnTo>
                  <a:lnTo>
                    <a:pt x="801017" y="228164"/>
                  </a:lnTo>
                  <a:lnTo>
                    <a:pt x="804585" y="228984"/>
                  </a:lnTo>
                  <a:lnTo>
                    <a:pt x="807739" y="229134"/>
                  </a:lnTo>
                  <a:lnTo>
                    <a:pt x="809536" y="229218"/>
                  </a:lnTo>
                  <a:lnTo>
                    <a:pt x="811763" y="227876"/>
                  </a:lnTo>
                  <a:lnTo>
                    <a:pt x="815511" y="225614"/>
                  </a:lnTo>
                  <a:lnTo>
                    <a:pt x="820446" y="224494"/>
                  </a:lnTo>
                  <a:lnTo>
                    <a:pt x="825243" y="222365"/>
                  </a:lnTo>
                  <a:lnTo>
                    <a:pt x="828685" y="222201"/>
                  </a:lnTo>
                  <a:lnTo>
                    <a:pt x="831184" y="225734"/>
                  </a:lnTo>
                  <a:lnTo>
                    <a:pt x="836996" y="226893"/>
                  </a:lnTo>
                  <a:lnTo>
                    <a:pt x="844001" y="226607"/>
                  </a:lnTo>
                  <a:lnTo>
                    <a:pt x="847060" y="225905"/>
                  </a:lnTo>
                  <a:lnTo>
                    <a:pt x="849032" y="225452"/>
                  </a:lnTo>
                  <a:lnTo>
                    <a:pt x="851000" y="220758"/>
                  </a:lnTo>
                  <a:lnTo>
                    <a:pt x="852861" y="217809"/>
                  </a:lnTo>
                  <a:lnTo>
                    <a:pt x="858152" y="219581"/>
                  </a:lnTo>
                  <a:lnTo>
                    <a:pt x="858636" y="219742"/>
                  </a:lnTo>
                  <a:lnTo>
                    <a:pt x="862788" y="222285"/>
                  </a:lnTo>
                  <a:lnTo>
                    <a:pt x="866547" y="225795"/>
                  </a:lnTo>
                  <a:lnTo>
                    <a:pt x="871376" y="226419"/>
                  </a:lnTo>
                  <a:lnTo>
                    <a:pt x="874672" y="229910"/>
                  </a:lnTo>
                  <a:lnTo>
                    <a:pt x="877582" y="232756"/>
                  </a:lnTo>
                  <a:lnTo>
                    <a:pt x="882228" y="235728"/>
                  </a:lnTo>
                  <a:lnTo>
                    <a:pt x="887754" y="234631"/>
                  </a:lnTo>
                  <a:lnTo>
                    <a:pt x="890409" y="236868"/>
                  </a:lnTo>
                  <a:lnTo>
                    <a:pt x="891735" y="237983"/>
                  </a:lnTo>
                  <a:lnTo>
                    <a:pt x="898120" y="240571"/>
                  </a:lnTo>
                  <a:lnTo>
                    <a:pt x="902397" y="240610"/>
                  </a:lnTo>
                  <a:lnTo>
                    <a:pt x="905883" y="244627"/>
                  </a:lnTo>
                  <a:lnTo>
                    <a:pt x="908980" y="243012"/>
                  </a:lnTo>
                  <a:lnTo>
                    <a:pt x="914225" y="248023"/>
                  </a:lnTo>
                  <a:lnTo>
                    <a:pt x="916576" y="248902"/>
                  </a:lnTo>
                  <a:lnTo>
                    <a:pt x="919127" y="249533"/>
                  </a:lnTo>
                  <a:lnTo>
                    <a:pt x="920235" y="248521"/>
                  </a:lnTo>
                  <a:lnTo>
                    <a:pt x="922811" y="248578"/>
                  </a:lnTo>
                  <a:lnTo>
                    <a:pt x="927538" y="247180"/>
                  </a:lnTo>
                  <a:lnTo>
                    <a:pt x="929437" y="247589"/>
                  </a:lnTo>
                  <a:lnTo>
                    <a:pt x="931553" y="245539"/>
                  </a:lnTo>
                  <a:lnTo>
                    <a:pt x="934612" y="246608"/>
                  </a:lnTo>
                  <a:lnTo>
                    <a:pt x="939838" y="246731"/>
                  </a:lnTo>
                  <a:lnTo>
                    <a:pt x="942112" y="248409"/>
                  </a:lnTo>
                  <a:lnTo>
                    <a:pt x="942779" y="258569"/>
                  </a:lnTo>
                  <a:lnTo>
                    <a:pt x="943350" y="267826"/>
                  </a:lnTo>
                  <a:lnTo>
                    <a:pt x="943683" y="273034"/>
                  </a:lnTo>
                  <a:lnTo>
                    <a:pt x="944306" y="282783"/>
                  </a:lnTo>
                  <a:lnTo>
                    <a:pt x="945057" y="295181"/>
                  </a:lnTo>
                  <a:lnTo>
                    <a:pt x="945806" y="307317"/>
                  </a:lnTo>
                  <a:lnTo>
                    <a:pt x="946258" y="314663"/>
                  </a:lnTo>
                  <a:lnTo>
                    <a:pt x="946822" y="323838"/>
                  </a:lnTo>
                  <a:lnTo>
                    <a:pt x="947517" y="335149"/>
                  </a:lnTo>
                  <a:lnTo>
                    <a:pt x="948467" y="350252"/>
                  </a:lnTo>
                  <a:lnTo>
                    <a:pt x="948625" y="352774"/>
                  </a:lnTo>
                  <a:lnTo>
                    <a:pt x="949529" y="367481"/>
                  </a:lnTo>
                  <a:lnTo>
                    <a:pt x="949842" y="372583"/>
                  </a:lnTo>
                  <a:lnTo>
                    <a:pt x="950686" y="385357"/>
                  </a:lnTo>
                  <a:lnTo>
                    <a:pt x="951688" y="386408"/>
                  </a:lnTo>
                  <a:lnTo>
                    <a:pt x="955889" y="390810"/>
                  </a:lnTo>
                  <a:lnTo>
                    <a:pt x="961187" y="393370"/>
                  </a:lnTo>
                  <a:lnTo>
                    <a:pt x="963815" y="397491"/>
                  </a:lnTo>
                  <a:lnTo>
                    <a:pt x="965904" y="400763"/>
                  </a:lnTo>
                  <a:lnTo>
                    <a:pt x="970254" y="409687"/>
                  </a:lnTo>
                  <a:lnTo>
                    <a:pt x="969673" y="416620"/>
                  </a:lnTo>
                  <a:lnTo>
                    <a:pt x="968505" y="419903"/>
                  </a:lnTo>
                  <a:lnTo>
                    <a:pt x="972404" y="424810"/>
                  </a:lnTo>
                  <a:lnTo>
                    <a:pt x="977208" y="426511"/>
                  </a:lnTo>
                  <a:lnTo>
                    <a:pt x="975622" y="429746"/>
                  </a:lnTo>
                  <a:lnTo>
                    <a:pt x="979777" y="432993"/>
                  </a:lnTo>
                  <a:lnTo>
                    <a:pt x="982309" y="437505"/>
                  </a:lnTo>
                  <a:lnTo>
                    <a:pt x="982172" y="444042"/>
                  </a:lnTo>
                  <a:lnTo>
                    <a:pt x="987074" y="447352"/>
                  </a:lnTo>
                  <a:lnTo>
                    <a:pt x="988383" y="454025"/>
                  </a:lnTo>
                  <a:lnTo>
                    <a:pt x="988522" y="454008"/>
                  </a:lnTo>
                  <a:lnTo>
                    <a:pt x="992165" y="453542"/>
                  </a:lnTo>
                  <a:lnTo>
                    <a:pt x="993482" y="453373"/>
                  </a:lnTo>
                  <a:lnTo>
                    <a:pt x="993413" y="458379"/>
                  </a:lnTo>
                  <a:lnTo>
                    <a:pt x="994543" y="465096"/>
                  </a:lnTo>
                  <a:lnTo>
                    <a:pt x="994158" y="468930"/>
                  </a:lnTo>
                  <a:lnTo>
                    <a:pt x="993608" y="472617"/>
                  </a:lnTo>
                  <a:lnTo>
                    <a:pt x="995291" y="476243"/>
                  </a:lnTo>
                  <a:lnTo>
                    <a:pt x="993757" y="480504"/>
                  </a:lnTo>
                  <a:lnTo>
                    <a:pt x="993495" y="481233"/>
                  </a:lnTo>
                  <a:lnTo>
                    <a:pt x="993056" y="487119"/>
                  </a:lnTo>
                  <a:lnTo>
                    <a:pt x="989726" y="493048"/>
                  </a:lnTo>
                  <a:lnTo>
                    <a:pt x="989120" y="498248"/>
                  </a:lnTo>
                  <a:lnTo>
                    <a:pt x="985204" y="503357"/>
                  </a:lnTo>
                  <a:lnTo>
                    <a:pt x="985445" y="506211"/>
                  </a:lnTo>
                  <a:lnTo>
                    <a:pt x="982275" y="510647"/>
                  </a:lnTo>
                  <a:lnTo>
                    <a:pt x="983947" y="513910"/>
                  </a:lnTo>
                  <a:lnTo>
                    <a:pt x="984939" y="520568"/>
                  </a:lnTo>
                  <a:lnTo>
                    <a:pt x="982367" y="523168"/>
                  </a:lnTo>
                  <a:lnTo>
                    <a:pt x="981848" y="523692"/>
                  </a:lnTo>
                  <a:lnTo>
                    <a:pt x="981064" y="529655"/>
                  </a:lnTo>
                  <a:lnTo>
                    <a:pt x="985440" y="534127"/>
                  </a:lnTo>
                  <a:lnTo>
                    <a:pt x="985316" y="536912"/>
                  </a:lnTo>
                  <a:lnTo>
                    <a:pt x="985242" y="538564"/>
                  </a:lnTo>
                  <a:lnTo>
                    <a:pt x="986260" y="543008"/>
                  </a:lnTo>
                  <a:lnTo>
                    <a:pt x="986698" y="548363"/>
                  </a:lnTo>
                  <a:lnTo>
                    <a:pt x="986901" y="553490"/>
                  </a:lnTo>
                  <a:lnTo>
                    <a:pt x="986740" y="553676"/>
                  </a:lnTo>
                  <a:lnTo>
                    <a:pt x="984220" y="556564"/>
                  </a:lnTo>
                  <a:lnTo>
                    <a:pt x="979441" y="562805"/>
                  </a:lnTo>
                  <a:lnTo>
                    <a:pt x="978024" y="568202"/>
                  </a:lnTo>
                  <a:lnTo>
                    <a:pt x="976451" y="570273"/>
                  </a:lnTo>
                  <a:lnTo>
                    <a:pt x="975005" y="572173"/>
                  </a:lnTo>
                  <a:lnTo>
                    <a:pt x="970881" y="576747"/>
                  </a:lnTo>
                  <a:lnTo>
                    <a:pt x="974063" y="580154"/>
                  </a:lnTo>
                  <a:lnTo>
                    <a:pt x="976395" y="583298"/>
                  </a:lnTo>
                  <a:lnTo>
                    <a:pt x="978523" y="586088"/>
                  </a:lnTo>
                  <a:lnTo>
                    <a:pt x="976782" y="587232"/>
                  </a:lnTo>
                  <a:lnTo>
                    <a:pt x="968989" y="587498"/>
                  </a:lnTo>
                  <a:lnTo>
                    <a:pt x="961728" y="588972"/>
                  </a:lnTo>
                  <a:lnTo>
                    <a:pt x="953778" y="592552"/>
                  </a:lnTo>
                  <a:lnTo>
                    <a:pt x="939238" y="600063"/>
                  </a:lnTo>
                  <a:lnTo>
                    <a:pt x="937977" y="600713"/>
                  </a:lnTo>
                  <a:lnTo>
                    <a:pt x="928145" y="605762"/>
                  </a:lnTo>
                  <a:lnTo>
                    <a:pt x="921029" y="609501"/>
                  </a:lnTo>
                  <a:lnTo>
                    <a:pt x="915341" y="613115"/>
                  </a:lnTo>
                  <a:lnTo>
                    <a:pt x="910914" y="618800"/>
                  </a:lnTo>
                  <a:lnTo>
                    <a:pt x="911746" y="622061"/>
                  </a:lnTo>
                  <a:lnTo>
                    <a:pt x="905673" y="627013"/>
                  </a:lnTo>
                  <a:lnTo>
                    <a:pt x="888934" y="639511"/>
                  </a:lnTo>
                  <a:lnTo>
                    <a:pt x="882321" y="646252"/>
                  </a:lnTo>
                  <a:lnTo>
                    <a:pt x="881569" y="647016"/>
                  </a:lnTo>
                  <a:lnTo>
                    <a:pt x="876587" y="651176"/>
                  </a:lnTo>
                  <a:lnTo>
                    <a:pt x="868698" y="659420"/>
                  </a:lnTo>
                  <a:lnTo>
                    <a:pt x="862310" y="665705"/>
                  </a:lnTo>
                  <a:lnTo>
                    <a:pt x="857870" y="666581"/>
                  </a:lnTo>
                  <a:lnTo>
                    <a:pt x="852732" y="669857"/>
                  </a:lnTo>
                  <a:lnTo>
                    <a:pt x="846497" y="673822"/>
                  </a:lnTo>
                  <a:lnTo>
                    <a:pt x="839226" y="678495"/>
                  </a:lnTo>
                  <a:lnTo>
                    <a:pt x="829423" y="685034"/>
                  </a:lnTo>
                  <a:lnTo>
                    <a:pt x="814946" y="692439"/>
                  </a:lnTo>
                  <a:lnTo>
                    <a:pt x="800037" y="700646"/>
                  </a:lnTo>
                  <a:lnTo>
                    <a:pt x="789734" y="707973"/>
                  </a:lnTo>
                  <a:lnTo>
                    <a:pt x="785932" y="711094"/>
                  </a:lnTo>
                  <a:lnTo>
                    <a:pt x="785026" y="711837"/>
                  </a:lnTo>
                  <a:lnTo>
                    <a:pt x="781095" y="717619"/>
                  </a:lnTo>
                  <a:lnTo>
                    <a:pt x="766489" y="726507"/>
                  </a:lnTo>
                  <a:lnTo>
                    <a:pt x="759752" y="731864"/>
                  </a:lnTo>
                  <a:lnTo>
                    <a:pt x="754184" y="736809"/>
                  </a:lnTo>
                  <a:lnTo>
                    <a:pt x="749595" y="741413"/>
                  </a:lnTo>
                  <a:lnTo>
                    <a:pt x="746959" y="744055"/>
                  </a:lnTo>
                  <a:lnTo>
                    <a:pt x="738046" y="755086"/>
                  </a:lnTo>
                  <a:lnTo>
                    <a:pt x="735035" y="761471"/>
                  </a:lnTo>
                  <a:lnTo>
                    <a:pt x="734948" y="761655"/>
                  </a:lnTo>
                  <a:lnTo>
                    <a:pt x="731438" y="766025"/>
                  </a:lnTo>
                  <a:lnTo>
                    <a:pt x="727638" y="772207"/>
                  </a:lnTo>
                  <a:lnTo>
                    <a:pt x="722230" y="782906"/>
                  </a:lnTo>
                  <a:lnTo>
                    <a:pt x="721459" y="784664"/>
                  </a:lnTo>
                  <a:lnTo>
                    <a:pt x="718886" y="790517"/>
                  </a:lnTo>
                  <a:lnTo>
                    <a:pt x="716000" y="797909"/>
                  </a:lnTo>
                  <a:lnTo>
                    <a:pt x="713060" y="807564"/>
                  </a:lnTo>
                  <a:lnTo>
                    <a:pt x="712294" y="811074"/>
                  </a:lnTo>
                  <a:lnTo>
                    <a:pt x="711464" y="814874"/>
                  </a:lnTo>
                  <a:lnTo>
                    <a:pt x="710231" y="830192"/>
                  </a:lnTo>
                  <a:lnTo>
                    <a:pt x="711550" y="845405"/>
                  </a:lnTo>
                  <a:lnTo>
                    <a:pt x="715475" y="861354"/>
                  </a:lnTo>
                  <a:lnTo>
                    <a:pt x="718516" y="870122"/>
                  </a:lnTo>
                  <a:lnTo>
                    <a:pt x="721435" y="878523"/>
                  </a:lnTo>
                  <a:lnTo>
                    <a:pt x="723767" y="886486"/>
                  </a:lnTo>
                  <a:lnTo>
                    <a:pt x="726442" y="895601"/>
                  </a:lnTo>
                  <a:lnTo>
                    <a:pt x="730017" y="914980"/>
                  </a:lnTo>
                  <a:lnTo>
                    <a:pt x="730719" y="920634"/>
                  </a:lnTo>
                  <a:lnTo>
                    <a:pt x="731338" y="924676"/>
                  </a:lnTo>
                  <a:lnTo>
                    <a:pt x="730499" y="926633"/>
                  </a:lnTo>
                  <a:lnTo>
                    <a:pt x="726415" y="925726"/>
                  </a:lnTo>
                  <a:lnTo>
                    <a:pt x="720811" y="928124"/>
                  </a:lnTo>
                  <a:lnTo>
                    <a:pt x="715904" y="929348"/>
                  </a:lnTo>
                  <a:lnTo>
                    <a:pt x="713720" y="931219"/>
                  </a:lnTo>
                  <a:lnTo>
                    <a:pt x="714267" y="934133"/>
                  </a:lnTo>
                  <a:lnTo>
                    <a:pt x="713296" y="936672"/>
                  </a:lnTo>
                  <a:lnTo>
                    <a:pt x="709279" y="936767"/>
                  </a:lnTo>
                  <a:lnTo>
                    <a:pt x="706609" y="933444"/>
                  </a:lnTo>
                  <a:lnTo>
                    <a:pt x="703209" y="933478"/>
                  </a:lnTo>
                  <a:lnTo>
                    <a:pt x="699411" y="930095"/>
                  </a:lnTo>
                  <a:lnTo>
                    <a:pt x="696183" y="928629"/>
                  </a:lnTo>
                  <a:lnTo>
                    <a:pt x="691098" y="922764"/>
                  </a:lnTo>
                  <a:lnTo>
                    <a:pt x="686792" y="921408"/>
                  </a:lnTo>
                  <a:lnTo>
                    <a:pt x="681799" y="920779"/>
                  </a:lnTo>
                  <a:lnTo>
                    <a:pt x="678822" y="918838"/>
                  </a:lnTo>
                  <a:lnTo>
                    <a:pt x="673424" y="918750"/>
                  </a:lnTo>
                  <a:lnTo>
                    <a:pt x="672704" y="918738"/>
                  </a:lnTo>
                  <a:lnTo>
                    <a:pt x="666809" y="918743"/>
                  </a:lnTo>
                  <a:lnTo>
                    <a:pt x="661436" y="918496"/>
                  </a:lnTo>
                  <a:lnTo>
                    <a:pt x="659195" y="920518"/>
                  </a:lnTo>
                  <a:lnTo>
                    <a:pt x="655880" y="919358"/>
                  </a:lnTo>
                  <a:lnTo>
                    <a:pt x="654995" y="919048"/>
                  </a:lnTo>
                  <a:lnTo>
                    <a:pt x="650294" y="919441"/>
                  </a:lnTo>
                  <a:lnTo>
                    <a:pt x="646461" y="919490"/>
                  </a:lnTo>
                  <a:lnTo>
                    <a:pt x="642267" y="918095"/>
                  </a:lnTo>
                  <a:lnTo>
                    <a:pt x="637854" y="914956"/>
                  </a:lnTo>
                  <a:lnTo>
                    <a:pt x="631052" y="910909"/>
                  </a:lnTo>
                  <a:lnTo>
                    <a:pt x="626506" y="907387"/>
                  </a:lnTo>
                  <a:lnTo>
                    <a:pt x="621584" y="906107"/>
                  </a:lnTo>
                  <a:lnTo>
                    <a:pt x="615713" y="904421"/>
                  </a:lnTo>
                  <a:lnTo>
                    <a:pt x="614340" y="903774"/>
                  </a:lnTo>
                  <a:lnTo>
                    <a:pt x="612697" y="903001"/>
                  </a:lnTo>
                  <a:lnTo>
                    <a:pt x="609438" y="904455"/>
                  </a:lnTo>
                  <a:lnTo>
                    <a:pt x="605817" y="901920"/>
                  </a:lnTo>
                  <a:lnTo>
                    <a:pt x="599241" y="896695"/>
                  </a:lnTo>
                  <a:lnTo>
                    <a:pt x="596995" y="892982"/>
                  </a:lnTo>
                  <a:lnTo>
                    <a:pt x="590290" y="894104"/>
                  </a:lnTo>
                  <a:lnTo>
                    <a:pt x="584849" y="890985"/>
                  </a:lnTo>
                  <a:lnTo>
                    <a:pt x="578894" y="889478"/>
                  </a:lnTo>
                  <a:lnTo>
                    <a:pt x="574917" y="890881"/>
                  </a:lnTo>
                  <a:lnTo>
                    <a:pt x="572579" y="888305"/>
                  </a:lnTo>
                  <a:lnTo>
                    <a:pt x="574084" y="883863"/>
                  </a:lnTo>
                  <a:lnTo>
                    <a:pt x="572993" y="881835"/>
                  </a:lnTo>
                  <a:lnTo>
                    <a:pt x="567636" y="877563"/>
                  </a:lnTo>
                  <a:lnTo>
                    <a:pt x="567189" y="875837"/>
                  </a:lnTo>
                  <a:lnTo>
                    <a:pt x="565232" y="868276"/>
                  </a:lnTo>
                  <a:lnTo>
                    <a:pt x="564517" y="862315"/>
                  </a:lnTo>
                  <a:lnTo>
                    <a:pt x="561794" y="856792"/>
                  </a:lnTo>
                  <a:lnTo>
                    <a:pt x="559668" y="852009"/>
                  </a:lnTo>
                  <a:lnTo>
                    <a:pt x="554829" y="848855"/>
                  </a:lnTo>
                  <a:lnTo>
                    <a:pt x="552227" y="844579"/>
                  </a:lnTo>
                  <a:lnTo>
                    <a:pt x="550106" y="839921"/>
                  </a:lnTo>
                  <a:lnTo>
                    <a:pt x="545329" y="836141"/>
                  </a:lnTo>
                  <a:lnTo>
                    <a:pt x="545679" y="829076"/>
                  </a:lnTo>
                  <a:lnTo>
                    <a:pt x="546622" y="824498"/>
                  </a:lnTo>
                  <a:lnTo>
                    <a:pt x="545377" y="818896"/>
                  </a:lnTo>
                  <a:lnTo>
                    <a:pt x="544119" y="815503"/>
                  </a:lnTo>
                  <a:lnTo>
                    <a:pt x="543918" y="814963"/>
                  </a:lnTo>
                  <a:lnTo>
                    <a:pt x="541947" y="812658"/>
                  </a:lnTo>
                  <a:lnTo>
                    <a:pt x="538624" y="811705"/>
                  </a:lnTo>
                  <a:lnTo>
                    <a:pt x="541931" y="802390"/>
                  </a:lnTo>
                  <a:lnTo>
                    <a:pt x="541312" y="798973"/>
                  </a:lnTo>
                  <a:lnTo>
                    <a:pt x="541100" y="794691"/>
                  </a:lnTo>
                  <a:lnTo>
                    <a:pt x="538655" y="794845"/>
                  </a:lnTo>
                  <a:lnTo>
                    <a:pt x="538479" y="787735"/>
                  </a:lnTo>
                  <a:lnTo>
                    <a:pt x="536350" y="784762"/>
                  </a:lnTo>
                  <a:lnTo>
                    <a:pt x="530976" y="783022"/>
                  </a:lnTo>
                  <a:lnTo>
                    <a:pt x="524621" y="781259"/>
                  </a:lnTo>
                  <a:lnTo>
                    <a:pt x="520334" y="775839"/>
                  </a:lnTo>
                  <a:lnTo>
                    <a:pt x="516915" y="773687"/>
                  </a:lnTo>
                  <a:lnTo>
                    <a:pt x="513498" y="770455"/>
                  </a:lnTo>
                  <a:lnTo>
                    <a:pt x="510873" y="766473"/>
                  </a:lnTo>
                  <a:lnTo>
                    <a:pt x="508768" y="762022"/>
                  </a:lnTo>
                  <a:lnTo>
                    <a:pt x="507731" y="758288"/>
                  </a:lnTo>
                  <a:lnTo>
                    <a:pt x="506567" y="753938"/>
                  </a:lnTo>
                  <a:lnTo>
                    <a:pt x="502398" y="751926"/>
                  </a:lnTo>
                  <a:lnTo>
                    <a:pt x="498940" y="744717"/>
                  </a:lnTo>
                  <a:lnTo>
                    <a:pt x="495254" y="740185"/>
                  </a:lnTo>
                  <a:lnTo>
                    <a:pt x="487459" y="735398"/>
                  </a:lnTo>
                  <a:lnTo>
                    <a:pt x="485641" y="733858"/>
                  </a:lnTo>
                  <a:lnTo>
                    <a:pt x="480129" y="729181"/>
                  </a:lnTo>
                  <a:lnTo>
                    <a:pt x="478570" y="724728"/>
                  </a:lnTo>
                  <a:lnTo>
                    <a:pt x="476001" y="719377"/>
                  </a:lnTo>
                  <a:lnTo>
                    <a:pt x="474708" y="713679"/>
                  </a:lnTo>
                  <a:lnTo>
                    <a:pt x="472269" y="709288"/>
                  </a:lnTo>
                  <a:lnTo>
                    <a:pt x="470665" y="705906"/>
                  </a:lnTo>
                  <a:lnTo>
                    <a:pt x="470025" y="700659"/>
                  </a:lnTo>
                  <a:lnTo>
                    <a:pt x="466007" y="697037"/>
                  </a:lnTo>
                  <a:lnTo>
                    <a:pt x="461970" y="693058"/>
                  </a:lnTo>
                  <a:lnTo>
                    <a:pt x="461496" y="688258"/>
                  </a:lnTo>
                  <a:lnTo>
                    <a:pt x="459454" y="684170"/>
                  </a:lnTo>
                  <a:lnTo>
                    <a:pt x="459253" y="680437"/>
                  </a:lnTo>
                  <a:lnTo>
                    <a:pt x="456057" y="677764"/>
                  </a:lnTo>
                  <a:lnTo>
                    <a:pt x="452151" y="671819"/>
                  </a:lnTo>
                  <a:lnTo>
                    <a:pt x="450633" y="667135"/>
                  </a:lnTo>
                  <a:lnTo>
                    <a:pt x="449642" y="660607"/>
                  </a:lnTo>
                  <a:lnTo>
                    <a:pt x="448812" y="656043"/>
                  </a:lnTo>
                  <a:lnTo>
                    <a:pt x="448553" y="654617"/>
                  </a:lnTo>
                  <a:lnTo>
                    <a:pt x="444450" y="652012"/>
                  </a:lnTo>
                  <a:lnTo>
                    <a:pt x="440950" y="648532"/>
                  </a:lnTo>
                  <a:lnTo>
                    <a:pt x="439194" y="643325"/>
                  </a:lnTo>
                  <a:lnTo>
                    <a:pt x="438716" y="642874"/>
                  </a:lnTo>
                  <a:lnTo>
                    <a:pt x="435097" y="639457"/>
                  </a:lnTo>
                  <a:lnTo>
                    <a:pt x="432151" y="636235"/>
                  </a:lnTo>
                  <a:lnTo>
                    <a:pt x="423729" y="631275"/>
                  </a:lnTo>
                  <a:lnTo>
                    <a:pt x="418793" y="622867"/>
                  </a:lnTo>
                  <a:lnTo>
                    <a:pt x="412795" y="621486"/>
                  </a:lnTo>
                  <a:lnTo>
                    <a:pt x="408552" y="617331"/>
                  </a:lnTo>
                  <a:lnTo>
                    <a:pt x="403722" y="617258"/>
                  </a:lnTo>
                  <a:lnTo>
                    <a:pt x="399853" y="612153"/>
                  </a:lnTo>
                  <a:lnTo>
                    <a:pt x="399785" y="606646"/>
                  </a:lnTo>
                  <a:lnTo>
                    <a:pt x="395168" y="604530"/>
                  </a:lnTo>
                  <a:lnTo>
                    <a:pt x="392664" y="597997"/>
                  </a:lnTo>
                  <a:lnTo>
                    <a:pt x="388595" y="596036"/>
                  </a:lnTo>
                  <a:lnTo>
                    <a:pt x="384750" y="595540"/>
                  </a:lnTo>
                  <a:lnTo>
                    <a:pt x="380271" y="592823"/>
                  </a:lnTo>
                  <a:lnTo>
                    <a:pt x="373027" y="595276"/>
                  </a:lnTo>
                  <a:lnTo>
                    <a:pt x="368410" y="594967"/>
                  </a:lnTo>
                  <a:lnTo>
                    <a:pt x="364756" y="593912"/>
                  </a:lnTo>
                  <a:lnTo>
                    <a:pt x="361070" y="592845"/>
                  </a:lnTo>
                  <a:lnTo>
                    <a:pt x="355969" y="592398"/>
                  </a:lnTo>
                  <a:lnTo>
                    <a:pt x="348964" y="591075"/>
                  </a:lnTo>
                  <a:lnTo>
                    <a:pt x="344639" y="591401"/>
                  </a:lnTo>
                  <a:lnTo>
                    <a:pt x="340607" y="592671"/>
                  </a:lnTo>
                  <a:lnTo>
                    <a:pt x="337362" y="592113"/>
                  </a:lnTo>
                  <a:lnTo>
                    <a:pt x="333852" y="589650"/>
                  </a:lnTo>
                  <a:lnTo>
                    <a:pt x="328799" y="587412"/>
                  </a:lnTo>
                  <a:lnTo>
                    <a:pt x="323155" y="584270"/>
                  </a:lnTo>
                  <a:lnTo>
                    <a:pt x="321805" y="584715"/>
                  </a:lnTo>
                  <a:lnTo>
                    <a:pt x="319374" y="585516"/>
                  </a:lnTo>
                  <a:lnTo>
                    <a:pt x="317767" y="589150"/>
                  </a:lnTo>
                  <a:lnTo>
                    <a:pt x="315844" y="593907"/>
                  </a:lnTo>
                  <a:lnTo>
                    <a:pt x="309986" y="592493"/>
                  </a:lnTo>
                  <a:lnTo>
                    <a:pt x="306600" y="592354"/>
                  </a:lnTo>
                  <a:lnTo>
                    <a:pt x="303566" y="594717"/>
                  </a:lnTo>
                  <a:lnTo>
                    <a:pt x="298771" y="594941"/>
                  </a:lnTo>
                  <a:lnTo>
                    <a:pt x="293767" y="595658"/>
                  </a:lnTo>
                  <a:lnTo>
                    <a:pt x="292363" y="601033"/>
                  </a:lnTo>
                  <a:lnTo>
                    <a:pt x="288749" y="605708"/>
                  </a:lnTo>
                  <a:lnTo>
                    <a:pt x="285560" y="611347"/>
                  </a:lnTo>
                  <a:lnTo>
                    <a:pt x="283059" y="614264"/>
                  </a:lnTo>
                  <a:lnTo>
                    <a:pt x="281140" y="621048"/>
                  </a:lnTo>
                  <a:lnTo>
                    <a:pt x="281529" y="624982"/>
                  </a:lnTo>
                  <a:lnTo>
                    <a:pt x="277736" y="629021"/>
                  </a:lnTo>
                  <a:lnTo>
                    <a:pt x="276084" y="634665"/>
                  </a:lnTo>
                  <a:lnTo>
                    <a:pt x="277504" y="638701"/>
                  </a:lnTo>
                  <a:lnTo>
                    <a:pt x="273759" y="643042"/>
                  </a:lnTo>
                  <a:lnTo>
                    <a:pt x="267615" y="645418"/>
                  </a:lnTo>
                  <a:lnTo>
                    <a:pt x="264347" y="650408"/>
                  </a:lnTo>
                  <a:lnTo>
                    <a:pt x="261130" y="651812"/>
                  </a:lnTo>
                  <a:lnTo>
                    <a:pt x="259102" y="656900"/>
                  </a:lnTo>
                  <a:lnTo>
                    <a:pt x="256923" y="660746"/>
                  </a:lnTo>
                  <a:lnTo>
                    <a:pt x="249059" y="659634"/>
                  </a:lnTo>
                  <a:lnTo>
                    <a:pt x="244864" y="660301"/>
                  </a:lnTo>
                  <a:lnTo>
                    <a:pt x="238660" y="656840"/>
                  </a:lnTo>
                  <a:lnTo>
                    <a:pt x="230904" y="652334"/>
                  </a:lnTo>
                  <a:lnTo>
                    <a:pt x="226276" y="647397"/>
                  </a:lnTo>
                  <a:lnTo>
                    <a:pt x="221085" y="644618"/>
                  </a:lnTo>
                  <a:lnTo>
                    <a:pt x="215863" y="642587"/>
                  </a:lnTo>
                  <a:lnTo>
                    <a:pt x="210901" y="640575"/>
                  </a:lnTo>
                  <a:lnTo>
                    <a:pt x="206108" y="634575"/>
                  </a:lnTo>
                  <a:lnTo>
                    <a:pt x="205737" y="634406"/>
                  </a:lnTo>
                  <a:lnTo>
                    <a:pt x="200908" y="632210"/>
                  </a:lnTo>
                  <a:lnTo>
                    <a:pt x="191749" y="630554"/>
                  </a:lnTo>
                  <a:lnTo>
                    <a:pt x="185620" y="627209"/>
                  </a:lnTo>
                  <a:lnTo>
                    <a:pt x="178957" y="622299"/>
                  </a:lnTo>
                  <a:lnTo>
                    <a:pt x="176192" y="618393"/>
                  </a:lnTo>
                  <a:lnTo>
                    <a:pt x="172678" y="613414"/>
                  </a:lnTo>
                  <a:lnTo>
                    <a:pt x="166651" y="609317"/>
                  </a:lnTo>
                  <a:lnTo>
                    <a:pt x="161884" y="607435"/>
                  </a:lnTo>
                  <a:lnTo>
                    <a:pt x="155825" y="601806"/>
                  </a:lnTo>
                  <a:lnTo>
                    <a:pt x="149331" y="595110"/>
                  </a:lnTo>
                  <a:lnTo>
                    <a:pt x="147696" y="586734"/>
                  </a:lnTo>
                  <a:lnTo>
                    <a:pt x="143865" y="580033"/>
                  </a:lnTo>
                  <a:lnTo>
                    <a:pt x="140017" y="573969"/>
                  </a:lnTo>
                  <a:lnTo>
                    <a:pt x="139322" y="567006"/>
                  </a:lnTo>
                  <a:lnTo>
                    <a:pt x="138033" y="563925"/>
                  </a:lnTo>
                  <a:lnTo>
                    <a:pt x="139290" y="556691"/>
                  </a:lnTo>
                  <a:lnTo>
                    <a:pt x="138893" y="547491"/>
                  </a:lnTo>
                  <a:lnTo>
                    <a:pt x="136192" y="543150"/>
                  </a:lnTo>
                  <a:lnTo>
                    <a:pt x="134736" y="539405"/>
                  </a:lnTo>
                  <a:lnTo>
                    <a:pt x="130210" y="533060"/>
                  </a:lnTo>
                  <a:lnTo>
                    <a:pt x="127590" y="531160"/>
                  </a:lnTo>
                  <a:lnTo>
                    <a:pt x="127086" y="525132"/>
                  </a:lnTo>
                  <a:lnTo>
                    <a:pt x="125917" y="518340"/>
                  </a:lnTo>
                  <a:lnTo>
                    <a:pt x="123503" y="512074"/>
                  </a:lnTo>
                  <a:lnTo>
                    <a:pt x="119905" y="511390"/>
                  </a:lnTo>
                  <a:lnTo>
                    <a:pt x="119321" y="509725"/>
                  </a:lnTo>
                  <a:lnTo>
                    <a:pt x="117945" y="505796"/>
                  </a:lnTo>
                  <a:lnTo>
                    <a:pt x="113331" y="504320"/>
                  </a:lnTo>
                  <a:lnTo>
                    <a:pt x="110726" y="501298"/>
                  </a:lnTo>
                  <a:lnTo>
                    <a:pt x="106167" y="497671"/>
                  </a:lnTo>
                  <a:lnTo>
                    <a:pt x="101899" y="493498"/>
                  </a:lnTo>
                  <a:lnTo>
                    <a:pt x="94621" y="491699"/>
                  </a:lnTo>
                  <a:lnTo>
                    <a:pt x="88730" y="488164"/>
                  </a:lnTo>
                  <a:lnTo>
                    <a:pt x="88491" y="484984"/>
                  </a:lnTo>
                  <a:lnTo>
                    <a:pt x="82007" y="479792"/>
                  </a:lnTo>
                  <a:lnTo>
                    <a:pt x="76945" y="475334"/>
                  </a:lnTo>
                  <a:lnTo>
                    <a:pt x="75482" y="471263"/>
                  </a:lnTo>
                  <a:lnTo>
                    <a:pt x="72155" y="465487"/>
                  </a:lnTo>
                  <a:lnTo>
                    <a:pt x="66094" y="461757"/>
                  </a:lnTo>
                  <a:lnTo>
                    <a:pt x="61399" y="458756"/>
                  </a:lnTo>
                  <a:lnTo>
                    <a:pt x="59974" y="455547"/>
                  </a:lnTo>
                  <a:lnTo>
                    <a:pt x="54726" y="447582"/>
                  </a:lnTo>
                  <a:lnTo>
                    <a:pt x="49638" y="444581"/>
                  </a:lnTo>
                  <a:lnTo>
                    <a:pt x="48706" y="440463"/>
                  </a:lnTo>
                  <a:lnTo>
                    <a:pt x="45607" y="438213"/>
                  </a:lnTo>
                  <a:lnTo>
                    <a:pt x="44987" y="437763"/>
                  </a:lnTo>
                  <a:lnTo>
                    <a:pt x="39309" y="436813"/>
                  </a:lnTo>
                  <a:lnTo>
                    <a:pt x="32392" y="431246"/>
                  </a:lnTo>
                  <a:lnTo>
                    <a:pt x="28078" y="425902"/>
                  </a:lnTo>
                  <a:lnTo>
                    <a:pt x="25020" y="421388"/>
                  </a:lnTo>
                  <a:lnTo>
                    <a:pt x="23629" y="416142"/>
                  </a:lnTo>
                  <a:lnTo>
                    <a:pt x="21157" y="411611"/>
                  </a:lnTo>
                  <a:lnTo>
                    <a:pt x="19108" y="407848"/>
                  </a:lnTo>
                  <a:lnTo>
                    <a:pt x="15735" y="403955"/>
                  </a:lnTo>
                  <a:lnTo>
                    <a:pt x="12028" y="403006"/>
                  </a:lnTo>
                  <a:lnTo>
                    <a:pt x="10677" y="403945"/>
                  </a:lnTo>
                  <a:lnTo>
                    <a:pt x="7593" y="400594"/>
                  </a:lnTo>
                  <a:lnTo>
                    <a:pt x="3769" y="397589"/>
                  </a:lnTo>
                  <a:lnTo>
                    <a:pt x="0" y="3922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52423" y="3330185"/>
              <a:ext cx="386282" cy="485705"/>
            </a:xfrm>
            <a:custGeom>
              <a:avLst/>
              <a:pathLst>
                <a:path w="386282" h="485705">
                  <a:moveTo>
                    <a:pt x="8175" y="383995"/>
                  </a:moveTo>
                  <a:lnTo>
                    <a:pt x="10177" y="371648"/>
                  </a:lnTo>
                  <a:lnTo>
                    <a:pt x="12194" y="359827"/>
                  </a:lnTo>
                  <a:lnTo>
                    <a:pt x="15891" y="336426"/>
                  </a:lnTo>
                  <a:lnTo>
                    <a:pt x="17284" y="327568"/>
                  </a:lnTo>
                  <a:lnTo>
                    <a:pt x="19442" y="314042"/>
                  </a:lnTo>
                  <a:lnTo>
                    <a:pt x="21795" y="299301"/>
                  </a:lnTo>
                  <a:lnTo>
                    <a:pt x="23307" y="290174"/>
                  </a:lnTo>
                  <a:lnTo>
                    <a:pt x="26228" y="272571"/>
                  </a:lnTo>
                  <a:lnTo>
                    <a:pt x="27942" y="261460"/>
                  </a:lnTo>
                  <a:lnTo>
                    <a:pt x="35070" y="218210"/>
                  </a:lnTo>
                  <a:lnTo>
                    <a:pt x="35671" y="214463"/>
                  </a:lnTo>
                  <a:lnTo>
                    <a:pt x="39207" y="192451"/>
                  </a:lnTo>
                  <a:lnTo>
                    <a:pt x="40838" y="182660"/>
                  </a:lnTo>
                  <a:lnTo>
                    <a:pt x="43638" y="165883"/>
                  </a:lnTo>
                  <a:lnTo>
                    <a:pt x="43911" y="164216"/>
                  </a:lnTo>
                  <a:lnTo>
                    <a:pt x="47960" y="139590"/>
                  </a:lnTo>
                  <a:lnTo>
                    <a:pt x="49402" y="131064"/>
                  </a:lnTo>
                  <a:lnTo>
                    <a:pt x="52861" y="110913"/>
                  </a:lnTo>
                  <a:lnTo>
                    <a:pt x="56908" y="86978"/>
                  </a:lnTo>
                  <a:lnTo>
                    <a:pt x="59970" y="68795"/>
                  </a:lnTo>
                  <a:lnTo>
                    <a:pt x="64184" y="43957"/>
                  </a:lnTo>
                  <a:lnTo>
                    <a:pt x="68036" y="21020"/>
                  </a:lnTo>
                  <a:lnTo>
                    <a:pt x="71437" y="0"/>
                  </a:lnTo>
                  <a:lnTo>
                    <a:pt x="85815" y="2941"/>
                  </a:lnTo>
                  <a:lnTo>
                    <a:pt x="106659" y="6036"/>
                  </a:lnTo>
                  <a:lnTo>
                    <a:pt x="122701" y="8427"/>
                  </a:lnTo>
                  <a:lnTo>
                    <a:pt x="138852" y="10864"/>
                  </a:lnTo>
                  <a:lnTo>
                    <a:pt x="161678" y="14291"/>
                  </a:lnTo>
                  <a:lnTo>
                    <a:pt x="186519" y="18046"/>
                  </a:lnTo>
                  <a:lnTo>
                    <a:pt x="193349" y="19282"/>
                  </a:lnTo>
                  <a:lnTo>
                    <a:pt x="196561" y="19859"/>
                  </a:lnTo>
                  <a:lnTo>
                    <a:pt x="219860" y="23129"/>
                  </a:lnTo>
                  <a:lnTo>
                    <a:pt x="235644" y="25358"/>
                  </a:lnTo>
                  <a:lnTo>
                    <a:pt x="238011" y="25688"/>
                  </a:lnTo>
                  <a:lnTo>
                    <a:pt x="244343" y="26475"/>
                  </a:lnTo>
                  <a:lnTo>
                    <a:pt x="265634" y="29352"/>
                  </a:lnTo>
                  <a:lnTo>
                    <a:pt x="260827" y="66417"/>
                  </a:lnTo>
                  <a:lnTo>
                    <a:pt x="260664" y="67672"/>
                  </a:lnTo>
                  <a:lnTo>
                    <a:pt x="258259" y="85667"/>
                  </a:lnTo>
                  <a:lnTo>
                    <a:pt x="257007" y="95250"/>
                  </a:lnTo>
                  <a:lnTo>
                    <a:pt x="254102" y="117538"/>
                  </a:lnTo>
                  <a:lnTo>
                    <a:pt x="265637" y="119136"/>
                  </a:lnTo>
                  <a:lnTo>
                    <a:pt x="287589" y="122107"/>
                  </a:lnTo>
                  <a:lnTo>
                    <a:pt x="315262" y="125536"/>
                  </a:lnTo>
                  <a:lnTo>
                    <a:pt x="320106" y="126116"/>
                  </a:lnTo>
                  <a:lnTo>
                    <a:pt x="323269" y="126492"/>
                  </a:lnTo>
                  <a:lnTo>
                    <a:pt x="342168" y="128701"/>
                  </a:lnTo>
                  <a:lnTo>
                    <a:pt x="372983" y="132019"/>
                  </a:lnTo>
                  <a:lnTo>
                    <a:pt x="386282" y="133536"/>
                  </a:lnTo>
                  <a:lnTo>
                    <a:pt x="384760" y="148919"/>
                  </a:lnTo>
                  <a:lnTo>
                    <a:pt x="383250" y="163313"/>
                  </a:lnTo>
                  <a:lnTo>
                    <a:pt x="383167" y="164106"/>
                  </a:lnTo>
                  <a:lnTo>
                    <a:pt x="379004" y="202026"/>
                  </a:lnTo>
                  <a:lnTo>
                    <a:pt x="378601" y="205705"/>
                  </a:lnTo>
                  <a:lnTo>
                    <a:pt x="375804" y="232634"/>
                  </a:lnTo>
                  <a:lnTo>
                    <a:pt x="373816" y="251512"/>
                  </a:lnTo>
                  <a:lnTo>
                    <a:pt x="372312" y="265834"/>
                  </a:lnTo>
                  <a:lnTo>
                    <a:pt x="371103" y="277369"/>
                  </a:lnTo>
                  <a:lnTo>
                    <a:pt x="368890" y="298540"/>
                  </a:lnTo>
                  <a:lnTo>
                    <a:pt x="362635" y="353572"/>
                  </a:lnTo>
                  <a:lnTo>
                    <a:pt x="360604" y="373324"/>
                  </a:lnTo>
                  <a:lnTo>
                    <a:pt x="360874" y="383210"/>
                  </a:lnTo>
                  <a:lnTo>
                    <a:pt x="360767" y="384235"/>
                  </a:lnTo>
                  <a:lnTo>
                    <a:pt x="358278" y="408153"/>
                  </a:lnTo>
                  <a:lnTo>
                    <a:pt x="354669" y="442999"/>
                  </a:lnTo>
                  <a:lnTo>
                    <a:pt x="350272" y="485705"/>
                  </a:lnTo>
                  <a:lnTo>
                    <a:pt x="318634" y="482187"/>
                  </a:lnTo>
                  <a:lnTo>
                    <a:pt x="283131" y="478135"/>
                  </a:lnTo>
                  <a:lnTo>
                    <a:pt x="250183" y="474082"/>
                  </a:lnTo>
                  <a:lnTo>
                    <a:pt x="230567" y="471118"/>
                  </a:lnTo>
                  <a:lnTo>
                    <a:pt x="208427" y="468286"/>
                  </a:lnTo>
                  <a:lnTo>
                    <a:pt x="195501" y="466700"/>
                  </a:lnTo>
                  <a:lnTo>
                    <a:pt x="193571" y="466461"/>
                  </a:lnTo>
                  <a:lnTo>
                    <a:pt x="184648" y="465152"/>
                  </a:lnTo>
                  <a:lnTo>
                    <a:pt x="184148" y="465084"/>
                  </a:lnTo>
                  <a:lnTo>
                    <a:pt x="118068" y="455665"/>
                  </a:lnTo>
                  <a:lnTo>
                    <a:pt x="105428" y="453793"/>
                  </a:lnTo>
                  <a:lnTo>
                    <a:pt x="104972" y="453725"/>
                  </a:lnTo>
                  <a:lnTo>
                    <a:pt x="85110" y="450716"/>
                  </a:lnTo>
                  <a:lnTo>
                    <a:pt x="80245" y="449968"/>
                  </a:lnTo>
                  <a:lnTo>
                    <a:pt x="75549" y="449242"/>
                  </a:lnTo>
                  <a:lnTo>
                    <a:pt x="5889" y="437925"/>
                  </a:lnTo>
                  <a:lnTo>
                    <a:pt x="0" y="436893"/>
                  </a:lnTo>
                  <a:lnTo>
                    <a:pt x="1125" y="429178"/>
                  </a:lnTo>
                  <a:lnTo>
                    <a:pt x="3799" y="412021"/>
                  </a:lnTo>
                  <a:lnTo>
                    <a:pt x="6603" y="3938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31407" y="3519387"/>
              <a:ext cx="35256" cy="94786"/>
            </a:xfrm>
            <a:custGeom>
              <a:avLst/>
              <a:pathLst>
                <a:path w="35256" h="94786">
                  <a:moveTo>
                    <a:pt x="949" y="79269"/>
                  </a:moveTo>
                  <a:lnTo>
                    <a:pt x="1521" y="71706"/>
                  </a:lnTo>
                  <a:lnTo>
                    <a:pt x="441" y="64931"/>
                  </a:lnTo>
                  <a:lnTo>
                    <a:pt x="55" y="55357"/>
                  </a:lnTo>
                  <a:lnTo>
                    <a:pt x="0" y="53997"/>
                  </a:lnTo>
                  <a:lnTo>
                    <a:pt x="1144" y="46990"/>
                  </a:lnTo>
                  <a:lnTo>
                    <a:pt x="2165" y="40380"/>
                  </a:lnTo>
                  <a:lnTo>
                    <a:pt x="4197" y="35446"/>
                  </a:lnTo>
                  <a:lnTo>
                    <a:pt x="2798" y="31940"/>
                  </a:lnTo>
                  <a:lnTo>
                    <a:pt x="7667" y="28145"/>
                  </a:lnTo>
                  <a:lnTo>
                    <a:pt x="9064" y="24636"/>
                  </a:lnTo>
                  <a:lnTo>
                    <a:pt x="4137" y="21082"/>
                  </a:lnTo>
                  <a:lnTo>
                    <a:pt x="8845" y="15278"/>
                  </a:lnTo>
                  <a:lnTo>
                    <a:pt x="10807" y="10631"/>
                  </a:lnTo>
                  <a:lnTo>
                    <a:pt x="35256" y="0"/>
                  </a:lnTo>
                  <a:lnTo>
                    <a:pt x="32105" y="13324"/>
                  </a:lnTo>
                  <a:lnTo>
                    <a:pt x="30372" y="17901"/>
                  </a:lnTo>
                  <a:lnTo>
                    <a:pt x="26081" y="17581"/>
                  </a:lnTo>
                  <a:lnTo>
                    <a:pt x="23640" y="21774"/>
                  </a:lnTo>
                  <a:lnTo>
                    <a:pt x="21514" y="30291"/>
                  </a:lnTo>
                  <a:lnTo>
                    <a:pt x="20889" y="38401"/>
                  </a:lnTo>
                  <a:lnTo>
                    <a:pt x="20676" y="43488"/>
                  </a:lnTo>
                  <a:lnTo>
                    <a:pt x="22283" y="47525"/>
                  </a:lnTo>
                  <a:lnTo>
                    <a:pt x="19784" y="55463"/>
                  </a:lnTo>
                  <a:lnTo>
                    <a:pt x="20672" y="56720"/>
                  </a:lnTo>
                  <a:lnTo>
                    <a:pt x="21509" y="57907"/>
                  </a:lnTo>
                  <a:lnTo>
                    <a:pt x="19216" y="65934"/>
                  </a:lnTo>
                  <a:lnTo>
                    <a:pt x="19100" y="69479"/>
                  </a:lnTo>
                  <a:lnTo>
                    <a:pt x="17131" y="73638"/>
                  </a:lnTo>
                  <a:lnTo>
                    <a:pt x="17219" y="78273"/>
                  </a:lnTo>
                  <a:lnTo>
                    <a:pt x="16996" y="83334"/>
                  </a:lnTo>
                  <a:lnTo>
                    <a:pt x="13410" y="91432"/>
                  </a:lnTo>
                  <a:lnTo>
                    <a:pt x="11049" y="94786"/>
                  </a:lnTo>
                  <a:lnTo>
                    <a:pt x="8297" y="94604"/>
                  </a:lnTo>
                  <a:lnTo>
                    <a:pt x="4957" y="873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23058" y="3455002"/>
              <a:ext cx="537046" cy="332912"/>
            </a:xfrm>
            <a:custGeom>
              <a:avLst/>
              <a:pathLst>
                <a:path w="537046" h="332912">
                  <a:moveTo>
                    <a:pt x="3709" y="329178"/>
                  </a:moveTo>
                  <a:lnTo>
                    <a:pt x="9273" y="325176"/>
                  </a:lnTo>
                  <a:lnTo>
                    <a:pt x="13866" y="324241"/>
                  </a:lnTo>
                  <a:lnTo>
                    <a:pt x="15563" y="323895"/>
                  </a:lnTo>
                  <a:lnTo>
                    <a:pt x="18735" y="321411"/>
                  </a:lnTo>
                  <a:lnTo>
                    <a:pt x="28469" y="315790"/>
                  </a:lnTo>
                  <a:lnTo>
                    <a:pt x="35137" y="312960"/>
                  </a:lnTo>
                  <a:lnTo>
                    <a:pt x="35774" y="308033"/>
                  </a:lnTo>
                  <a:lnTo>
                    <a:pt x="37586" y="302727"/>
                  </a:lnTo>
                  <a:lnTo>
                    <a:pt x="41999" y="302115"/>
                  </a:lnTo>
                  <a:lnTo>
                    <a:pt x="49523" y="297396"/>
                  </a:lnTo>
                  <a:lnTo>
                    <a:pt x="50081" y="295922"/>
                  </a:lnTo>
                  <a:lnTo>
                    <a:pt x="50968" y="293582"/>
                  </a:lnTo>
                  <a:lnTo>
                    <a:pt x="49806" y="289001"/>
                  </a:lnTo>
                  <a:lnTo>
                    <a:pt x="52942" y="285354"/>
                  </a:lnTo>
                  <a:lnTo>
                    <a:pt x="57143" y="282939"/>
                  </a:lnTo>
                  <a:lnTo>
                    <a:pt x="58537" y="279579"/>
                  </a:lnTo>
                  <a:lnTo>
                    <a:pt x="57351" y="274943"/>
                  </a:lnTo>
                  <a:lnTo>
                    <a:pt x="67007" y="265277"/>
                  </a:lnTo>
                  <a:lnTo>
                    <a:pt x="67432" y="264851"/>
                  </a:lnTo>
                  <a:lnTo>
                    <a:pt x="67713" y="264624"/>
                  </a:lnTo>
                  <a:lnTo>
                    <a:pt x="74166" y="259393"/>
                  </a:lnTo>
                  <a:lnTo>
                    <a:pt x="80240" y="256152"/>
                  </a:lnTo>
                  <a:lnTo>
                    <a:pt x="82515" y="252839"/>
                  </a:lnTo>
                  <a:lnTo>
                    <a:pt x="82790" y="252439"/>
                  </a:lnTo>
                  <a:lnTo>
                    <a:pt x="88868" y="244306"/>
                  </a:lnTo>
                  <a:lnTo>
                    <a:pt x="101977" y="226650"/>
                  </a:lnTo>
                  <a:lnTo>
                    <a:pt x="104894" y="228353"/>
                  </a:lnTo>
                  <a:lnTo>
                    <a:pt x="102318" y="234162"/>
                  </a:lnTo>
                  <a:lnTo>
                    <a:pt x="106203" y="236429"/>
                  </a:lnTo>
                  <a:lnTo>
                    <a:pt x="106975" y="239049"/>
                  </a:lnTo>
                  <a:lnTo>
                    <a:pt x="110561" y="243458"/>
                  </a:lnTo>
                  <a:lnTo>
                    <a:pt x="114542" y="246823"/>
                  </a:lnTo>
                  <a:lnTo>
                    <a:pt x="119878" y="246578"/>
                  </a:lnTo>
                  <a:lnTo>
                    <a:pt x="122559" y="248917"/>
                  </a:lnTo>
                  <a:lnTo>
                    <a:pt x="122952" y="249105"/>
                  </a:lnTo>
                  <a:lnTo>
                    <a:pt x="127756" y="251396"/>
                  </a:lnTo>
                  <a:lnTo>
                    <a:pt x="135765" y="249211"/>
                  </a:lnTo>
                  <a:lnTo>
                    <a:pt x="137351" y="247329"/>
                  </a:lnTo>
                  <a:lnTo>
                    <a:pt x="140250" y="244197"/>
                  </a:lnTo>
                  <a:lnTo>
                    <a:pt x="143686" y="241558"/>
                  </a:lnTo>
                  <a:lnTo>
                    <a:pt x="146973" y="234738"/>
                  </a:lnTo>
                  <a:lnTo>
                    <a:pt x="158221" y="241520"/>
                  </a:lnTo>
                  <a:lnTo>
                    <a:pt x="165111" y="235954"/>
                  </a:lnTo>
                  <a:lnTo>
                    <a:pt x="172686" y="232274"/>
                  </a:lnTo>
                  <a:lnTo>
                    <a:pt x="173697" y="231918"/>
                  </a:lnTo>
                  <a:lnTo>
                    <a:pt x="177803" y="230474"/>
                  </a:lnTo>
                  <a:lnTo>
                    <a:pt x="182984" y="226642"/>
                  </a:lnTo>
                  <a:lnTo>
                    <a:pt x="178808" y="223145"/>
                  </a:lnTo>
                  <a:lnTo>
                    <a:pt x="179368" y="219730"/>
                  </a:lnTo>
                  <a:lnTo>
                    <a:pt x="179876" y="219501"/>
                  </a:lnTo>
                  <a:lnTo>
                    <a:pt x="181241" y="218885"/>
                  </a:lnTo>
                  <a:lnTo>
                    <a:pt x="186739" y="222332"/>
                  </a:lnTo>
                  <a:lnTo>
                    <a:pt x="193111" y="217001"/>
                  </a:lnTo>
                  <a:lnTo>
                    <a:pt x="200138" y="209802"/>
                  </a:lnTo>
                  <a:lnTo>
                    <a:pt x="206129" y="212536"/>
                  </a:lnTo>
                  <a:lnTo>
                    <a:pt x="206508" y="212709"/>
                  </a:lnTo>
                  <a:lnTo>
                    <a:pt x="210231" y="208507"/>
                  </a:lnTo>
                  <a:lnTo>
                    <a:pt x="216156" y="200292"/>
                  </a:lnTo>
                  <a:lnTo>
                    <a:pt x="215834" y="195893"/>
                  </a:lnTo>
                  <a:lnTo>
                    <a:pt x="219031" y="191594"/>
                  </a:lnTo>
                  <a:lnTo>
                    <a:pt x="213268" y="187534"/>
                  </a:lnTo>
                  <a:lnTo>
                    <a:pt x="213372" y="187289"/>
                  </a:lnTo>
                  <a:lnTo>
                    <a:pt x="214864" y="183774"/>
                  </a:lnTo>
                  <a:lnTo>
                    <a:pt x="216320" y="177687"/>
                  </a:lnTo>
                  <a:lnTo>
                    <a:pt x="216743" y="173539"/>
                  </a:lnTo>
                  <a:lnTo>
                    <a:pt x="220104" y="167045"/>
                  </a:lnTo>
                  <a:lnTo>
                    <a:pt x="224016" y="160375"/>
                  </a:lnTo>
                  <a:lnTo>
                    <a:pt x="225020" y="158659"/>
                  </a:lnTo>
                  <a:lnTo>
                    <a:pt x="227891" y="150954"/>
                  </a:lnTo>
                  <a:lnTo>
                    <a:pt x="228132" y="149129"/>
                  </a:lnTo>
                  <a:lnTo>
                    <a:pt x="228730" y="144584"/>
                  </a:lnTo>
                  <a:lnTo>
                    <a:pt x="228816" y="137898"/>
                  </a:lnTo>
                  <a:lnTo>
                    <a:pt x="232262" y="132556"/>
                  </a:lnTo>
                  <a:lnTo>
                    <a:pt x="235159" y="128722"/>
                  </a:lnTo>
                  <a:lnTo>
                    <a:pt x="235674" y="128041"/>
                  </a:lnTo>
                  <a:lnTo>
                    <a:pt x="233751" y="124799"/>
                  </a:lnTo>
                  <a:lnTo>
                    <a:pt x="237547" y="119924"/>
                  </a:lnTo>
                  <a:lnTo>
                    <a:pt x="239048" y="112697"/>
                  </a:lnTo>
                  <a:lnTo>
                    <a:pt x="238302" y="109923"/>
                  </a:lnTo>
                  <a:lnTo>
                    <a:pt x="238817" y="105470"/>
                  </a:lnTo>
                  <a:lnTo>
                    <a:pt x="238524" y="98149"/>
                  </a:lnTo>
                  <a:lnTo>
                    <a:pt x="246405" y="99667"/>
                  </a:lnTo>
                  <a:lnTo>
                    <a:pt x="252760" y="106859"/>
                  </a:lnTo>
                  <a:lnTo>
                    <a:pt x="260474" y="107642"/>
                  </a:lnTo>
                  <a:lnTo>
                    <a:pt x="264595" y="107392"/>
                  </a:lnTo>
                  <a:lnTo>
                    <a:pt x="265540" y="107334"/>
                  </a:lnTo>
                  <a:lnTo>
                    <a:pt x="268768" y="101213"/>
                  </a:lnTo>
                  <a:lnTo>
                    <a:pt x="268863" y="100664"/>
                  </a:lnTo>
                  <a:lnTo>
                    <a:pt x="269668" y="96040"/>
                  </a:lnTo>
                  <a:lnTo>
                    <a:pt x="271175" y="88419"/>
                  </a:lnTo>
                  <a:lnTo>
                    <a:pt x="274157" y="82773"/>
                  </a:lnTo>
                  <a:lnTo>
                    <a:pt x="273846" y="80042"/>
                  </a:lnTo>
                  <a:lnTo>
                    <a:pt x="274404" y="73341"/>
                  </a:lnTo>
                  <a:lnTo>
                    <a:pt x="275895" y="69532"/>
                  </a:lnTo>
                  <a:lnTo>
                    <a:pt x="276620" y="65529"/>
                  </a:lnTo>
                  <a:lnTo>
                    <a:pt x="286842" y="69939"/>
                  </a:lnTo>
                  <a:lnTo>
                    <a:pt x="288596" y="63220"/>
                  </a:lnTo>
                  <a:lnTo>
                    <a:pt x="290469" y="56948"/>
                  </a:lnTo>
                  <a:lnTo>
                    <a:pt x="295817" y="52575"/>
                  </a:lnTo>
                  <a:lnTo>
                    <a:pt x="298646" y="46593"/>
                  </a:lnTo>
                  <a:lnTo>
                    <a:pt x="301958" y="43275"/>
                  </a:lnTo>
                  <a:lnTo>
                    <a:pt x="302961" y="38974"/>
                  </a:lnTo>
                  <a:lnTo>
                    <a:pt x="303780" y="35449"/>
                  </a:lnTo>
                  <a:lnTo>
                    <a:pt x="308476" y="27752"/>
                  </a:lnTo>
                  <a:lnTo>
                    <a:pt x="306882" y="25526"/>
                  </a:lnTo>
                  <a:lnTo>
                    <a:pt x="307341" y="20718"/>
                  </a:lnTo>
                  <a:lnTo>
                    <a:pt x="306709" y="17315"/>
                  </a:lnTo>
                  <a:lnTo>
                    <a:pt x="309067" y="9599"/>
                  </a:lnTo>
                  <a:lnTo>
                    <a:pt x="308073" y="4731"/>
                  </a:lnTo>
                  <a:lnTo>
                    <a:pt x="306181" y="0"/>
                  </a:lnTo>
                  <a:lnTo>
                    <a:pt x="315555" y="4405"/>
                  </a:lnTo>
                  <a:lnTo>
                    <a:pt x="318876" y="5962"/>
                  </a:lnTo>
                  <a:lnTo>
                    <a:pt x="331199" y="11781"/>
                  </a:lnTo>
                  <a:lnTo>
                    <a:pt x="347558" y="19464"/>
                  </a:lnTo>
                  <a:lnTo>
                    <a:pt x="348002" y="15991"/>
                  </a:lnTo>
                  <a:lnTo>
                    <a:pt x="348686" y="10185"/>
                  </a:lnTo>
                  <a:lnTo>
                    <a:pt x="350466" y="1180"/>
                  </a:lnTo>
                  <a:lnTo>
                    <a:pt x="353279" y="706"/>
                  </a:lnTo>
                  <a:lnTo>
                    <a:pt x="354056" y="574"/>
                  </a:lnTo>
                  <a:lnTo>
                    <a:pt x="359492" y="442"/>
                  </a:lnTo>
                  <a:lnTo>
                    <a:pt x="362302" y="1751"/>
                  </a:lnTo>
                  <a:lnTo>
                    <a:pt x="366638" y="3141"/>
                  </a:lnTo>
                  <a:lnTo>
                    <a:pt x="369774" y="5252"/>
                  </a:lnTo>
                  <a:lnTo>
                    <a:pt x="368811" y="8580"/>
                  </a:lnTo>
                  <a:lnTo>
                    <a:pt x="367056" y="11353"/>
                  </a:lnTo>
                  <a:lnTo>
                    <a:pt x="368045" y="14789"/>
                  </a:lnTo>
                  <a:lnTo>
                    <a:pt x="370924" y="15390"/>
                  </a:lnTo>
                  <a:lnTo>
                    <a:pt x="372812" y="17579"/>
                  </a:lnTo>
                  <a:lnTo>
                    <a:pt x="379888" y="16894"/>
                  </a:lnTo>
                  <a:lnTo>
                    <a:pt x="381062" y="16877"/>
                  </a:lnTo>
                  <a:lnTo>
                    <a:pt x="381971" y="16863"/>
                  </a:lnTo>
                  <a:lnTo>
                    <a:pt x="383329" y="16842"/>
                  </a:lnTo>
                  <a:lnTo>
                    <a:pt x="387988" y="17840"/>
                  </a:lnTo>
                  <a:lnTo>
                    <a:pt x="388829" y="21399"/>
                  </a:lnTo>
                  <a:lnTo>
                    <a:pt x="392345" y="22062"/>
                  </a:lnTo>
                  <a:lnTo>
                    <a:pt x="393854" y="21768"/>
                  </a:lnTo>
                  <a:lnTo>
                    <a:pt x="396099" y="21330"/>
                  </a:lnTo>
                  <a:lnTo>
                    <a:pt x="398544" y="23397"/>
                  </a:lnTo>
                  <a:lnTo>
                    <a:pt x="401175" y="25435"/>
                  </a:lnTo>
                  <a:lnTo>
                    <a:pt x="405359" y="27578"/>
                  </a:lnTo>
                  <a:lnTo>
                    <a:pt x="405976" y="29889"/>
                  </a:lnTo>
                  <a:lnTo>
                    <a:pt x="407117" y="34162"/>
                  </a:lnTo>
                  <a:lnTo>
                    <a:pt x="407246" y="34710"/>
                  </a:lnTo>
                  <a:lnTo>
                    <a:pt x="408036" y="38066"/>
                  </a:lnTo>
                  <a:lnTo>
                    <a:pt x="408215" y="38828"/>
                  </a:lnTo>
                  <a:lnTo>
                    <a:pt x="408052" y="41471"/>
                  </a:lnTo>
                  <a:lnTo>
                    <a:pt x="406328" y="42003"/>
                  </a:lnTo>
                  <a:lnTo>
                    <a:pt x="406011" y="42487"/>
                  </a:lnTo>
                  <a:lnTo>
                    <a:pt x="403649" y="46080"/>
                  </a:lnTo>
                  <a:lnTo>
                    <a:pt x="404684" y="49379"/>
                  </a:lnTo>
                  <a:lnTo>
                    <a:pt x="398481" y="51137"/>
                  </a:lnTo>
                  <a:lnTo>
                    <a:pt x="396991" y="51558"/>
                  </a:lnTo>
                  <a:lnTo>
                    <a:pt x="395436" y="58769"/>
                  </a:lnTo>
                  <a:lnTo>
                    <a:pt x="395647" y="64283"/>
                  </a:lnTo>
                  <a:lnTo>
                    <a:pt x="395768" y="67470"/>
                  </a:lnTo>
                  <a:lnTo>
                    <a:pt x="398001" y="74572"/>
                  </a:lnTo>
                  <a:lnTo>
                    <a:pt x="400903" y="76705"/>
                  </a:lnTo>
                  <a:lnTo>
                    <a:pt x="402582" y="77938"/>
                  </a:lnTo>
                  <a:lnTo>
                    <a:pt x="409093" y="74895"/>
                  </a:lnTo>
                  <a:lnTo>
                    <a:pt x="413509" y="73001"/>
                  </a:lnTo>
                  <a:lnTo>
                    <a:pt x="416360" y="71502"/>
                  </a:lnTo>
                  <a:lnTo>
                    <a:pt x="418863" y="73644"/>
                  </a:lnTo>
                  <a:lnTo>
                    <a:pt x="419113" y="76037"/>
                  </a:lnTo>
                  <a:lnTo>
                    <a:pt x="421605" y="77501"/>
                  </a:lnTo>
                  <a:lnTo>
                    <a:pt x="422157" y="77826"/>
                  </a:lnTo>
                  <a:lnTo>
                    <a:pt x="425009" y="79855"/>
                  </a:lnTo>
                  <a:lnTo>
                    <a:pt x="425373" y="82448"/>
                  </a:lnTo>
                  <a:lnTo>
                    <a:pt x="429176" y="82927"/>
                  </a:lnTo>
                  <a:lnTo>
                    <a:pt x="434723" y="84437"/>
                  </a:lnTo>
                  <a:lnTo>
                    <a:pt x="440665" y="82838"/>
                  </a:lnTo>
                  <a:lnTo>
                    <a:pt x="445092" y="82069"/>
                  </a:lnTo>
                  <a:lnTo>
                    <a:pt x="449979" y="81375"/>
                  </a:lnTo>
                  <a:lnTo>
                    <a:pt x="451730" y="84436"/>
                  </a:lnTo>
                  <a:lnTo>
                    <a:pt x="456982" y="86660"/>
                  </a:lnTo>
                  <a:lnTo>
                    <a:pt x="459351" y="88753"/>
                  </a:lnTo>
                  <a:lnTo>
                    <a:pt x="461108" y="90304"/>
                  </a:lnTo>
                  <a:lnTo>
                    <a:pt x="466324" y="92499"/>
                  </a:lnTo>
                  <a:lnTo>
                    <a:pt x="474645" y="93949"/>
                  </a:lnTo>
                  <a:lnTo>
                    <a:pt x="481043" y="96301"/>
                  </a:lnTo>
                  <a:lnTo>
                    <a:pt x="481381" y="101415"/>
                  </a:lnTo>
                  <a:lnTo>
                    <a:pt x="478350" y="105867"/>
                  </a:lnTo>
                  <a:lnTo>
                    <a:pt x="479914" y="112327"/>
                  </a:lnTo>
                  <a:lnTo>
                    <a:pt x="479962" y="115821"/>
                  </a:lnTo>
                  <a:lnTo>
                    <a:pt x="479976" y="116894"/>
                  </a:lnTo>
                  <a:lnTo>
                    <a:pt x="484515" y="120450"/>
                  </a:lnTo>
                  <a:lnTo>
                    <a:pt x="484603" y="123292"/>
                  </a:lnTo>
                  <a:lnTo>
                    <a:pt x="484686" y="126028"/>
                  </a:lnTo>
                  <a:lnTo>
                    <a:pt x="485752" y="127716"/>
                  </a:lnTo>
                  <a:lnTo>
                    <a:pt x="487767" y="130904"/>
                  </a:lnTo>
                  <a:lnTo>
                    <a:pt x="491012" y="136764"/>
                  </a:lnTo>
                  <a:lnTo>
                    <a:pt x="492230" y="140746"/>
                  </a:lnTo>
                  <a:lnTo>
                    <a:pt x="491925" y="146890"/>
                  </a:lnTo>
                  <a:lnTo>
                    <a:pt x="484323" y="143145"/>
                  </a:lnTo>
                  <a:lnTo>
                    <a:pt x="482007" y="141837"/>
                  </a:lnTo>
                  <a:lnTo>
                    <a:pt x="481482" y="142302"/>
                  </a:lnTo>
                  <a:lnTo>
                    <a:pt x="479461" y="144090"/>
                  </a:lnTo>
                  <a:lnTo>
                    <a:pt x="484455" y="149310"/>
                  </a:lnTo>
                  <a:lnTo>
                    <a:pt x="487027" y="152028"/>
                  </a:lnTo>
                  <a:lnTo>
                    <a:pt x="486522" y="154102"/>
                  </a:lnTo>
                  <a:lnTo>
                    <a:pt x="485928" y="156537"/>
                  </a:lnTo>
                  <a:lnTo>
                    <a:pt x="489897" y="158663"/>
                  </a:lnTo>
                  <a:lnTo>
                    <a:pt x="490243" y="158848"/>
                  </a:lnTo>
                  <a:lnTo>
                    <a:pt x="493500" y="162347"/>
                  </a:lnTo>
                  <a:lnTo>
                    <a:pt x="495268" y="164084"/>
                  </a:lnTo>
                  <a:lnTo>
                    <a:pt x="497421" y="166197"/>
                  </a:lnTo>
                  <a:lnTo>
                    <a:pt x="497116" y="174009"/>
                  </a:lnTo>
                  <a:lnTo>
                    <a:pt x="499229" y="175579"/>
                  </a:lnTo>
                  <a:lnTo>
                    <a:pt x="500409" y="176455"/>
                  </a:lnTo>
                  <a:lnTo>
                    <a:pt x="506426" y="177745"/>
                  </a:lnTo>
                  <a:lnTo>
                    <a:pt x="507370" y="177735"/>
                  </a:lnTo>
                  <a:lnTo>
                    <a:pt x="513824" y="177662"/>
                  </a:lnTo>
                  <a:lnTo>
                    <a:pt x="516409" y="175134"/>
                  </a:lnTo>
                  <a:lnTo>
                    <a:pt x="519687" y="174664"/>
                  </a:lnTo>
                  <a:lnTo>
                    <a:pt x="524862" y="184459"/>
                  </a:lnTo>
                  <a:lnTo>
                    <a:pt x="530062" y="192933"/>
                  </a:lnTo>
                  <a:lnTo>
                    <a:pt x="533568" y="197578"/>
                  </a:lnTo>
                  <a:lnTo>
                    <a:pt x="537046" y="203970"/>
                  </a:lnTo>
                  <a:lnTo>
                    <a:pt x="526246" y="207225"/>
                  </a:lnTo>
                  <a:lnTo>
                    <a:pt x="519776" y="209153"/>
                  </a:lnTo>
                  <a:lnTo>
                    <a:pt x="506842" y="212981"/>
                  </a:lnTo>
                  <a:lnTo>
                    <a:pt x="494760" y="216510"/>
                  </a:lnTo>
                  <a:lnTo>
                    <a:pt x="491336" y="217505"/>
                  </a:lnTo>
                  <a:lnTo>
                    <a:pt x="478007" y="221355"/>
                  </a:lnTo>
                  <a:lnTo>
                    <a:pt x="465962" y="225278"/>
                  </a:lnTo>
                  <a:lnTo>
                    <a:pt x="455474" y="228265"/>
                  </a:lnTo>
                  <a:lnTo>
                    <a:pt x="449169" y="230051"/>
                  </a:lnTo>
                  <a:lnTo>
                    <a:pt x="447411" y="230547"/>
                  </a:lnTo>
                  <a:lnTo>
                    <a:pt x="440015" y="232645"/>
                  </a:lnTo>
                  <a:lnTo>
                    <a:pt x="409322" y="241235"/>
                  </a:lnTo>
                  <a:lnTo>
                    <a:pt x="408137" y="241568"/>
                  </a:lnTo>
                  <a:lnTo>
                    <a:pt x="399102" y="244100"/>
                  </a:lnTo>
                  <a:lnTo>
                    <a:pt x="389123" y="246877"/>
                  </a:lnTo>
                  <a:lnTo>
                    <a:pt x="383212" y="248513"/>
                  </a:lnTo>
                  <a:lnTo>
                    <a:pt x="370207" y="252138"/>
                  </a:lnTo>
                  <a:lnTo>
                    <a:pt x="361097" y="254657"/>
                  </a:lnTo>
                  <a:lnTo>
                    <a:pt x="357503" y="255647"/>
                  </a:lnTo>
                  <a:lnTo>
                    <a:pt x="342155" y="259644"/>
                  </a:lnTo>
                  <a:lnTo>
                    <a:pt x="337897" y="260744"/>
                  </a:lnTo>
                  <a:lnTo>
                    <a:pt x="327909" y="263312"/>
                  </a:lnTo>
                  <a:lnTo>
                    <a:pt x="314465" y="266826"/>
                  </a:lnTo>
                  <a:lnTo>
                    <a:pt x="308975" y="268251"/>
                  </a:lnTo>
                  <a:lnTo>
                    <a:pt x="300430" y="270457"/>
                  </a:lnTo>
                  <a:lnTo>
                    <a:pt x="291725" y="272690"/>
                  </a:lnTo>
                  <a:lnTo>
                    <a:pt x="288940" y="273401"/>
                  </a:lnTo>
                  <a:lnTo>
                    <a:pt x="288734" y="273452"/>
                  </a:lnTo>
                  <a:lnTo>
                    <a:pt x="274902" y="276855"/>
                  </a:lnTo>
                  <a:lnTo>
                    <a:pt x="253400" y="282073"/>
                  </a:lnTo>
                  <a:lnTo>
                    <a:pt x="251601" y="282500"/>
                  </a:lnTo>
                  <a:lnTo>
                    <a:pt x="234936" y="286432"/>
                  </a:lnTo>
                  <a:lnTo>
                    <a:pt x="225428" y="288151"/>
                  </a:lnTo>
                  <a:lnTo>
                    <a:pt x="224819" y="288261"/>
                  </a:lnTo>
                  <a:lnTo>
                    <a:pt x="212837" y="290426"/>
                  </a:lnTo>
                  <a:lnTo>
                    <a:pt x="206375" y="291583"/>
                  </a:lnTo>
                  <a:lnTo>
                    <a:pt x="197048" y="293815"/>
                  </a:lnTo>
                  <a:lnTo>
                    <a:pt x="192809" y="294824"/>
                  </a:lnTo>
                  <a:lnTo>
                    <a:pt x="181664" y="296938"/>
                  </a:lnTo>
                  <a:lnTo>
                    <a:pt x="173648" y="298342"/>
                  </a:lnTo>
                  <a:lnTo>
                    <a:pt x="161381" y="300760"/>
                  </a:lnTo>
                  <a:lnTo>
                    <a:pt x="151189" y="302748"/>
                  </a:lnTo>
                  <a:lnTo>
                    <a:pt x="138759" y="304789"/>
                  </a:lnTo>
                  <a:lnTo>
                    <a:pt x="140454" y="302245"/>
                  </a:lnTo>
                  <a:lnTo>
                    <a:pt x="127974" y="304774"/>
                  </a:lnTo>
                  <a:lnTo>
                    <a:pt x="121316" y="306112"/>
                  </a:lnTo>
                  <a:lnTo>
                    <a:pt x="120905" y="308201"/>
                  </a:lnTo>
                  <a:lnTo>
                    <a:pt x="106266" y="311377"/>
                  </a:lnTo>
                  <a:lnTo>
                    <a:pt x="104298" y="311801"/>
                  </a:lnTo>
                  <a:lnTo>
                    <a:pt x="99488" y="312820"/>
                  </a:lnTo>
                  <a:lnTo>
                    <a:pt x="95969" y="313563"/>
                  </a:lnTo>
                  <a:lnTo>
                    <a:pt x="82577" y="316369"/>
                  </a:lnTo>
                  <a:lnTo>
                    <a:pt x="74137" y="318230"/>
                  </a:lnTo>
                  <a:lnTo>
                    <a:pt x="58813" y="321574"/>
                  </a:lnTo>
                  <a:lnTo>
                    <a:pt x="48099" y="323665"/>
                  </a:lnTo>
                  <a:lnTo>
                    <a:pt x="27785" y="327570"/>
                  </a:lnTo>
                  <a:lnTo>
                    <a:pt x="14158" y="330208"/>
                  </a:lnTo>
                  <a:lnTo>
                    <a:pt x="0" y="3329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299826" y="2548987"/>
              <a:ext cx="118451" cy="229776"/>
            </a:xfrm>
            <a:custGeom>
              <a:avLst/>
              <a:pathLst>
                <a:path w="118451" h="229776">
                  <a:moveTo>
                    <a:pt x="21794" y="117903"/>
                  </a:moveTo>
                  <a:lnTo>
                    <a:pt x="21113" y="111741"/>
                  </a:lnTo>
                  <a:lnTo>
                    <a:pt x="21997" y="105415"/>
                  </a:lnTo>
                  <a:lnTo>
                    <a:pt x="23179" y="102402"/>
                  </a:lnTo>
                  <a:lnTo>
                    <a:pt x="22965" y="101931"/>
                  </a:lnTo>
                  <a:lnTo>
                    <a:pt x="21236" y="98123"/>
                  </a:lnTo>
                  <a:lnTo>
                    <a:pt x="19281" y="94359"/>
                  </a:lnTo>
                  <a:lnTo>
                    <a:pt x="19350" y="91888"/>
                  </a:lnTo>
                  <a:lnTo>
                    <a:pt x="19302" y="86411"/>
                  </a:lnTo>
                  <a:lnTo>
                    <a:pt x="16255" y="81147"/>
                  </a:lnTo>
                  <a:lnTo>
                    <a:pt x="13075" y="78565"/>
                  </a:lnTo>
                  <a:lnTo>
                    <a:pt x="11656" y="77411"/>
                  </a:lnTo>
                  <a:lnTo>
                    <a:pt x="11328" y="77145"/>
                  </a:lnTo>
                  <a:lnTo>
                    <a:pt x="8504" y="73189"/>
                  </a:lnTo>
                  <a:lnTo>
                    <a:pt x="7622" y="65842"/>
                  </a:lnTo>
                  <a:lnTo>
                    <a:pt x="6628" y="61376"/>
                  </a:lnTo>
                  <a:lnTo>
                    <a:pt x="6517" y="56559"/>
                  </a:lnTo>
                  <a:lnTo>
                    <a:pt x="3992" y="55138"/>
                  </a:lnTo>
                  <a:lnTo>
                    <a:pt x="2285" y="52832"/>
                  </a:lnTo>
                  <a:lnTo>
                    <a:pt x="2926" y="46852"/>
                  </a:lnTo>
                  <a:lnTo>
                    <a:pt x="1069" y="42491"/>
                  </a:lnTo>
                  <a:lnTo>
                    <a:pt x="0" y="39033"/>
                  </a:lnTo>
                  <a:lnTo>
                    <a:pt x="8713" y="35785"/>
                  </a:lnTo>
                  <a:lnTo>
                    <a:pt x="17050" y="32658"/>
                  </a:lnTo>
                  <a:lnTo>
                    <a:pt x="23578" y="30391"/>
                  </a:lnTo>
                  <a:lnTo>
                    <a:pt x="44228" y="23249"/>
                  </a:lnTo>
                  <a:lnTo>
                    <a:pt x="45950" y="22829"/>
                  </a:lnTo>
                  <a:lnTo>
                    <a:pt x="47232" y="22515"/>
                  </a:lnTo>
                  <a:lnTo>
                    <a:pt x="57966" y="18830"/>
                  </a:lnTo>
                  <a:lnTo>
                    <a:pt x="76770" y="11818"/>
                  </a:lnTo>
                  <a:lnTo>
                    <a:pt x="83003" y="9415"/>
                  </a:lnTo>
                  <a:lnTo>
                    <a:pt x="83902" y="9057"/>
                  </a:lnTo>
                  <a:lnTo>
                    <a:pt x="95784" y="4304"/>
                  </a:lnTo>
                  <a:lnTo>
                    <a:pt x="100481" y="2418"/>
                  </a:lnTo>
                  <a:lnTo>
                    <a:pt x="106735" y="0"/>
                  </a:lnTo>
                  <a:lnTo>
                    <a:pt x="106124" y="3813"/>
                  </a:lnTo>
                  <a:lnTo>
                    <a:pt x="110246" y="8415"/>
                  </a:lnTo>
                  <a:lnTo>
                    <a:pt x="109581" y="11641"/>
                  </a:lnTo>
                  <a:lnTo>
                    <a:pt x="109120" y="19057"/>
                  </a:lnTo>
                  <a:lnTo>
                    <a:pt x="107621" y="25185"/>
                  </a:lnTo>
                  <a:lnTo>
                    <a:pt x="112580" y="31171"/>
                  </a:lnTo>
                  <a:lnTo>
                    <a:pt x="115643" y="33639"/>
                  </a:lnTo>
                  <a:lnTo>
                    <a:pt x="117516" y="37567"/>
                  </a:lnTo>
                  <a:lnTo>
                    <a:pt x="115965" y="41162"/>
                  </a:lnTo>
                  <a:lnTo>
                    <a:pt x="117843" y="44873"/>
                  </a:lnTo>
                  <a:lnTo>
                    <a:pt x="114966" y="49104"/>
                  </a:lnTo>
                  <a:lnTo>
                    <a:pt x="113826" y="54093"/>
                  </a:lnTo>
                  <a:lnTo>
                    <a:pt x="110142" y="57158"/>
                  </a:lnTo>
                  <a:lnTo>
                    <a:pt x="109355" y="57811"/>
                  </a:lnTo>
                  <a:lnTo>
                    <a:pt x="108421" y="62643"/>
                  </a:lnTo>
                  <a:lnTo>
                    <a:pt x="107466" y="63494"/>
                  </a:lnTo>
                  <a:lnTo>
                    <a:pt x="105555" y="65196"/>
                  </a:lnTo>
                  <a:lnTo>
                    <a:pt x="101488" y="66665"/>
                  </a:lnTo>
                  <a:lnTo>
                    <a:pt x="98528" y="68988"/>
                  </a:lnTo>
                  <a:lnTo>
                    <a:pt x="96936" y="72717"/>
                  </a:lnTo>
                  <a:lnTo>
                    <a:pt x="97833" y="76692"/>
                  </a:lnTo>
                  <a:lnTo>
                    <a:pt x="99255" y="82091"/>
                  </a:lnTo>
                  <a:lnTo>
                    <a:pt x="100442" y="84046"/>
                  </a:lnTo>
                  <a:lnTo>
                    <a:pt x="103138" y="88483"/>
                  </a:lnTo>
                  <a:lnTo>
                    <a:pt x="102910" y="95112"/>
                  </a:lnTo>
                  <a:lnTo>
                    <a:pt x="101751" y="99611"/>
                  </a:lnTo>
                  <a:lnTo>
                    <a:pt x="103657" y="102979"/>
                  </a:lnTo>
                  <a:lnTo>
                    <a:pt x="102139" y="110786"/>
                  </a:lnTo>
                  <a:lnTo>
                    <a:pt x="103271" y="116600"/>
                  </a:lnTo>
                  <a:lnTo>
                    <a:pt x="102644" y="120182"/>
                  </a:lnTo>
                  <a:lnTo>
                    <a:pt x="102408" y="121529"/>
                  </a:lnTo>
                  <a:lnTo>
                    <a:pt x="99855" y="126223"/>
                  </a:lnTo>
                  <a:lnTo>
                    <a:pt x="100495" y="136668"/>
                  </a:lnTo>
                  <a:lnTo>
                    <a:pt x="100335" y="136993"/>
                  </a:lnTo>
                  <a:lnTo>
                    <a:pt x="98535" y="140650"/>
                  </a:lnTo>
                  <a:lnTo>
                    <a:pt x="100812" y="147516"/>
                  </a:lnTo>
                  <a:lnTo>
                    <a:pt x="102683" y="159280"/>
                  </a:lnTo>
                  <a:lnTo>
                    <a:pt x="104568" y="162637"/>
                  </a:lnTo>
                  <a:lnTo>
                    <a:pt x="105090" y="167873"/>
                  </a:lnTo>
                  <a:lnTo>
                    <a:pt x="105260" y="170724"/>
                  </a:lnTo>
                  <a:lnTo>
                    <a:pt x="105358" y="172367"/>
                  </a:lnTo>
                  <a:lnTo>
                    <a:pt x="106342" y="177160"/>
                  </a:lnTo>
                  <a:lnTo>
                    <a:pt x="106483" y="177845"/>
                  </a:lnTo>
                  <a:lnTo>
                    <a:pt x="109423" y="183156"/>
                  </a:lnTo>
                  <a:lnTo>
                    <a:pt x="109031" y="187335"/>
                  </a:lnTo>
                  <a:lnTo>
                    <a:pt x="111224" y="190337"/>
                  </a:lnTo>
                  <a:lnTo>
                    <a:pt x="109428" y="194483"/>
                  </a:lnTo>
                  <a:lnTo>
                    <a:pt x="107414" y="196415"/>
                  </a:lnTo>
                  <a:lnTo>
                    <a:pt x="109105" y="201234"/>
                  </a:lnTo>
                  <a:lnTo>
                    <a:pt x="108536" y="204454"/>
                  </a:lnTo>
                  <a:lnTo>
                    <a:pt x="111304" y="209308"/>
                  </a:lnTo>
                  <a:lnTo>
                    <a:pt x="116304" y="211665"/>
                  </a:lnTo>
                  <a:lnTo>
                    <a:pt x="118451" y="214169"/>
                  </a:lnTo>
                  <a:lnTo>
                    <a:pt x="96982" y="220895"/>
                  </a:lnTo>
                  <a:lnTo>
                    <a:pt x="93611" y="221979"/>
                  </a:lnTo>
                  <a:lnTo>
                    <a:pt x="89589" y="223269"/>
                  </a:lnTo>
                  <a:lnTo>
                    <a:pt x="83910" y="225083"/>
                  </a:lnTo>
                  <a:lnTo>
                    <a:pt x="69108" y="229776"/>
                  </a:lnTo>
                  <a:lnTo>
                    <a:pt x="65961" y="225563"/>
                  </a:lnTo>
                  <a:lnTo>
                    <a:pt x="65819" y="222627"/>
                  </a:lnTo>
                  <a:lnTo>
                    <a:pt x="65714" y="222273"/>
                  </a:lnTo>
                  <a:lnTo>
                    <a:pt x="63011" y="213155"/>
                  </a:lnTo>
                  <a:lnTo>
                    <a:pt x="60656" y="205224"/>
                  </a:lnTo>
                  <a:lnTo>
                    <a:pt x="53652" y="181242"/>
                  </a:lnTo>
                  <a:lnTo>
                    <a:pt x="52417" y="177029"/>
                  </a:lnTo>
                  <a:lnTo>
                    <a:pt x="48213" y="162245"/>
                  </a:lnTo>
                  <a:lnTo>
                    <a:pt x="43812" y="159076"/>
                  </a:lnTo>
                  <a:lnTo>
                    <a:pt x="40511" y="156298"/>
                  </a:lnTo>
                  <a:lnTo>
                    <a:pt x="38078" y="162625"/>
                  </a:lnTo>
                  <a:lnTo>
                    <a:pt x="35464" y="160622"/>
                  </a:lnTo>
                  <a:lnTo>
                    <a:pt x="34408" y="155354"/>
                  </a:lnTo>
                  <a:lnTo>
                    <a:pt x="34492" y="151440"/>
                  </a:lnTo>
                  <a:lnTo>
                    <a:pt x="34907" y="146173"/>
                  </a:lnTo>
                  <a:lnTo>
                    <a:pt x="35038" y="144494"/>
                  </a:lnTo>
                  <a:lnTo>
                    <a:pt x="32073" y="141950"/>
                  </a:lnTo>
                  <a:lnTo>
                    <a:pt x="31348" y="141328"/>
                  </a:lnTo>
                  <a:lnTo>
                    <a:pt x="30665" y="136048"/>
                  </a:lnTo>
                  <a:lnTo>
                    <a:pt x="27119" y="132129"/>
                  </a:lnTo>
                  <a:lnTo>
                    <a:pt x="25613" y="128318"/>
                  </a:lnTo>
                  <a:lnTo>
                    <a:pt x="24907" y="125160"/>
                  </a:lnTo>
                  <a:lnTo>
                    <a:pt x="22190" y="1231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1993817" y="2262652"/>
              <a:ext cx="27350" cy="33143"/>
            </a:xfrm>
            <a:custGeom>
              <a:avLst/>
              <a:pathLst>
                <a:path w="27350" h="33143">
                  <a:moveTo>
                    <a:pt x="546" y="4109"/>
                  </a:moveTo>
                  <a:lnTo>
                    <a:pt x="10202" y="5504"/>
                  </a:lnTo>
                  <a:lnTo>
                    <a:pt x="13567" y="4531"/>
                  </a:lnTo>
                  <a:lnTo>
                    <a:pt x="17365" y="42"/>
                  </a:lnTo>
                  <a:lnTo>
                    <a:pt x="19888" y="0"/>
                  </a:lnTo>
                  <a:lnTo>
                    <a:pt x="25310" y="5889"/>
                  </a:lnTo>
                  <a:lnTo>
                    <a:pt x="27350" y="14202"/>
                  </a:lnTo>
                  <a:lnTo>
                    <a:pt x="22766" y="18175"/>
                  </a:lnTo>
                  <a:lnTo>
                    <a:pt x="23219" y="22249"/>
                  </a:lnTo>
                  <a:lnTo>
                    <a:pt x="21398" y="26694"/>
                  </a:lnTo>
                  <a:lnTo>
                    <a:pt x="18595" y="28189"/>
                  </a:lnTo>
                  <a:lnTo>
                    <a:pt x="17973" y="33143"/>
                  </a:lnTo>
                  <a:lnTo>
                    <a:pt x="13767" y="32869"/>
                  </a:lnTo>
                  <a:lnTo>
                    <a:pt x="11331" y="30107"/>
                  </a:lnTo>
                  <a:lnTo>
                    <a:pt x="5669" y="26531"/>
                  </a:lnTo>
                  <a:lnTo>
                    <a:pt x="1166" y="20939"/>
                  </a:lnTo>
                  <a:lnTo>
                    <a:pt x="0" y="126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882806" y="2247510"/>
              <a:ext cx="465578" cy="345239"/>
            </a:xfrm>
            <a:custGeom>
              <a:avLst/>
              <a:pathLst>
                <a:path w="465578" h="345239">
                  <a:moveTo>
                    <a:pt x="21213" y="18599"/>
                  </a:moveTo>
                  <a:lnTo>
                    <a:pt x="25353" y="19509"/>
                  </a:lnTo>
                  <a:lnTo>
                    <a:pt x="30236" y="24584"/>
                  </a:lnTo>
                  <a:lnTo>
                    <a:pt x="37492" y="33400"/>
                  </a:lnTo>
                  <a:lnTo>
                    <a:pt x="44154" y="37406"/>
                  </a:lnTo>
                  <a:lnTo>
                    <a:pt x="51130" y="44121"/>
                  </a:lnTo>
                  <a:lnTo>
                    <a:pt x="52907" y="48355"/>
                  </a:lnTo>
                  <a:lnTo>
                    <a:pt x="61946" y="52809"/>
                  </a:lnTo>
                  <a:lnTo>
                    <a:pt x="70438" y="55262"/>
                  </a:lnTo>
                  <a:lnTo>
                    <a:pt x="73574" y="56246"/>
                  </a:lnTo>
                  <a:lnTo>
                    <a:pt x="80040" y="59311"/>
                  </a:lnTo>
                  <a:lnTo>
                    <a:pt x="85418" y="63506"/>
                  </a:lnTo>
                  <a:lnTo>
                    <a:pt x="92261" y="66589"/>
                  </a:lnTo>
                  <a:lnTo>
                    <a:pt x="96598" y="67493"/>
                  </a:lnTo>
                  <a:lnTo>
                    <a:pt x="103382" y="64164"/>
                  </a:lnTo>
                  <a:lnTo>
                    <a:pt x="106332" y="70235"/>
                  </a:lnTo>
                  <a:lnTo>
                    <a:pt x="109032" y="73845"/>
                  </a:lnTo>
                  <a:lnTo>
                    <a:pt x="112490" y="74135"/>
                  </a:lnTo>
                  <a:lnTo>
                    <a:pt x="114766" y="73769"/>
                  </a:lnTo>
                  <a:lnTo>
                    <a:pt x="119743" y="72965"/>
                  </a:lnTo>
                  <a:lnTo>
                    <a:pt x="124045" y="73424"/>
                  </a:lnTo>
                  <a:lnTo>
                    <a:pt x="126491" y="77892"/>
                  </a:lnTo>
                  <a:lnTo>
                    <a:pt x="124078" y="85281"/>
                  </a:lnTo>
                  <a:lnTo>
                    <a:pt x="123007" y="88981"/>
                  </a:lnTo>
                  <a:lnTo>
                    <a:pt x="124507" y="94269"/>
                  </a:lnTo>
                  <a:lnTo>
                    <a:pt x="125514" y="94376"/>
                  </a:lnTo>
                  <a:lnTo>
                    <a:pt x="126548" y="94485"/>
                  </a:lnTo>
                  <a:lnTo>
                    <a:pt x="129624" y="92985"/>
                  </a:lnTo>
                  <a:lnTo>
                    <a:pt x="131551" y="92043"/>
                  </a:lnTo>
                  <a:lnTo>
                    <a:pt x="132511" y="89608"/>
                  </a:lnTo>
                  <a:lnTo>
                    <a:pt x="129768" y="85579"/>
                  </a:lnTo>
                  <a:lnTo>
                    <a:pt x="132303" y="78913"/>
                  </a:lnTo>
                  <a:lnTo>
                    <a:pt x="131690" y="73827"/>
                  </a:lnTo>
                  <a:lnTo>
                    <a:pt x="128076" y="69933"/>
                  </a:lnTo>
                  <a:lnTo>
                    <a:pt x="127485" y="63562"/>
                  </a:lnTo>
                  <a:lnTo>
                    <a:pt x="131444" y="59594"/>
                  </a:lnTo>
                  <a:lnTo>
                    <a:pt x="136174" y="51944"/>
                  </a:lnTo>
                  <a:lnTo>
                    <a:pt x="136368" y="51630"/>
                  </a:lnTo>
                  <a:lnTo>
                    <a:pt x="136592" y="46070"/>
                  </a:lnTo>
                  <a:lnTo>
                    <a:pt x="140121" y="42152"/>
                  </a:lnTo>
                  <a:lnTo>
                    <a:pt x="142042" y="37302"/>
                  </a:lnTo>
                  <a:lnTo>
                    <a:pt x="141909" y="31956"/>
                  </a:lnTo>
                  <a:lnTo>
                    <a:pt x="141736" y="24735"/>
                  </a:lnTo>
                  <a:lnTo>
                    <a:pt x="142917" y="18847"/>
                  </a:lnTo>
                  <a:lnTo>
                    <a:pt x="143491" y="14461"/>
                  </a:lnTo>
                  <a:lnTo>
                    <a:pt x="141259" y="9596"/>
                  </a:lnTo>
                  <a:lnTo>
                    <a:pt x="141247" y="4163"/>
                  </a:lnTo>
                  <a:lnTo>
                    <a:pt x="146334" y="0"/>
                  </a:lnTo>
                  <a:lnTo>
                    <a:pt x="174293" y="8242"/>
                  </a:lnTo>
                  <a:lnTo>
                    <a:pt x="182718" y="10722"/>
                  </a:lnTo>
                  <a:lnTo>
                    <a:pt x="201792" y="16638"/>
                  </a:lnTo>
                  <a:lnTo>
                    <a:pt x="221553" y="21983"/>
                  </a:lnTo>
                  <a:lnTo>
                    <a:pt x="236526" y="25995"/>
                  </a:lnTo>
                  <a:lnTo>
                    <a:pt x="251761" y="30242"/>
                  </a:lnTo>
                  <a:lnTo>
                    <a:pt x="259249" y="32308"/>
                  </a:lnTo>
                  <a:lnTo>
                    <a:pt x="278198" y="37330"/>
                  </a:lnTo>
                  <a:lnTo>
                    <a:pt x="299064" y="42928"/>
                  </a:lnTo>
                  <a:lnTo>
                    <a:pt x="329423" y="50628"/>
                  </a:lnTo>
                  <a:lnTo>
                    <a:pt x="347631" y="55182"/>
                  </a:lnTo>
                  <a:lnTo>
                    <a:pt x="364177" y="59247"/>
                  </a:lnTo>
                  <a:lnTo>
                    <a:pt x="400035" y="67824"/>
                  </a:lnTo>
                  <a:lnTo>
                    <a:pt x="411009" y="70387"/>
                  </a:lnTo>
                  <a:lnTo>
                    <a:pt x="433217" y="75451"/>
                  </a:lnTo>
                  <a:lnTo>
                    <a:pt x="443191" y="77753"/>
                  </a:lnTo>
                  <a:lnTo>
                    <a:pt x="452292" y="79832"/>
                  </a:lnTo>
                  <a:lnTo>
                    <a:pt x="465578" y="82823"/>
                  </a:lnTo>
                  <a:lnTo>
                    <a:pt x="462578" y="96051"/>
                  </a:lnTo>
                  <a:lnTo>
                    <a:pt x="458853" y="112511"/>
                  </a:lnTo>
                  <a:lnTo>
                    <a:pt x="454227" y="132816"/>
                  </a:lnTo>
                  <a:lnTo>
                    <a:pt x="448144" y="158600"/>
                  </a:lnTo>
                  <a:lnTo>
                    <a:pt x="446607" y="165496"/>
                  </a:lnTo>
                  <a:lnTo>
                    <a:pt x="445293" y="171400"/>
                  </a:lnTo>
                  <a:lnTo>
                    <a:pt x="440622" y="192425"/>
                  </a:lnTo>
                  <a:lnTo>
                    <a:pt x="433621" y="224515"/>
                  </a:lnTo>
                  <a:lnTo>
                    <a:pt x="431603" y="233794"/>
                  </a:lnTo>
                  <a:lnTo>
                    <a:pt x="429629" y="242880"/>
                  </a:lnTo>
                  <a:lnTo>
                    <a:pt x="429106" y="245266"/>
                  </a:lnTo>
                  <a:lnTo>
                    <a:pt x="418002" y="296154"/>
                  </a:lnTo>
                  <a:lnTo>
                    <a:pt x="416681" y="302232"/>
                  </a:lnTo>
                  <a:lnTo>
                    <a:pt x="416004" y="306243"/>
                  </a:lnTo>
                  <a:lnTo>
                    <a:pt x="415766" y="307655"/>
                  </a:lnTo>
                  <a:lnTo>
                    <a:pt x="413088" y="312207"/>
                  </a:lnTo>
                  <a:lnTo>
                    <a:pt x="416026" y="317437"/>
                  </a:lnTo>
                  <a:lnTo>
                    <a:pt x="417044" y="322195"/>
                  </a:lnTo>
                  <a:lnTo>
                    <a:pt x="416123" y="326873"/>
                  </a:lnTo>
                  <a:lnTo>
                    <a:pt x="417908" y="329874"/>
                  </a:lnTo>
                  <a:lnTo>
                    <a:pt x="416690" y="332203"/>
                  </a:lnTo>
                  <a:lnTo>
                    <a:pt x="412841" y="336608"/>
                  </a:lnTo>
                  <a:lnTo>
                    <a:pt x="414740" y="339193"/>
                  </a:lnTo>
                  <a:lnTo>
                    <a:pt x="415108" y="345239"/>
                  </a:lnTo>
                  <a:lnTo>
                    <a:pt x="388973" y="339464"/>
                  </a:lnTo>
                  <a:lnTo>
                    <a:pt x="381478" y="337693"/>
                  </a:lnTo>
                  <a:lnTo>
                    <a:pt x="374138" y="335946"/>
                  </a:lnTo>
                  <a:lnTo>
                    <a:pt x="367338" y="334317"/>
                  </a:lnTo>
                  <a:lnTo>
                    <a:pt x="351869" y="330774"/>
                  </a:lnTo>
                  <a:lnTo>
                    <a:pt x="350719" y="330509"/>
                  </a:lnTo>
                  <a:lnTo>
                    <a:pt x="328666" y="325358"/>
                  </a:lnTo>
                  <a:lnTo>
                    <a:pt x="310247" y="320976"/>
                  </a:lnTo>
                  <a:lnTo>
                    <a:pt x="291863" y="316658"/>
                  </a:lnTo>
                  <a:lnTo>
                    <a:pt x="286595" y="319160"/>
                  </a:lnTo>
                  <a:lnTo>
                    <a:pt x="282218" y="320445"/>
                  </a:lnTo>
                  <a:lnTo>
                    <a:pt x="274592" y="317926"/>
                  </a:lnTo>
                  <a:lnTo>
                    <a:pt x="267841" y="317940"/>
                  </a:lnTo>
                  <a:lnTo>
                    <a:pt x="263644" y="317669"/>
                  </a:lnTo>
                  <a:lnTo>
                    <a:pt x="260193" y="317444"/>
                  </a:lnTo>
                  <a:lnTo>
                    <a:pt x="255639" y="314547"/>
                  </a:lnTo>
                  <a:lnTo>
                    <a:pt x="253796" y="314625"/>
                  </a:lnTo>
                  <a:lnTo>
                    <a:pt x="248333" y="319013"/>
                  </a:lnTo>
                  <a:lnTo>
                    <a:pt x="240256" y="317831"/>
                  </a:lnTo>
                  <a:lnTo>
                    <a:pt x="236169" y="317648"/>
                  </a:lnTo>
                  <a:lnTo>
                    <a:pt x="230081" y="317370"/>
                  </a:lnTo>
                  <a:lnTo>
                    <a:pt x="227801" y="317953"/>
                  </a:lnTo>
                  <a:lnTo>
                    <a:pt x="223029" y="319169"/>
                  </a:lnTo>
                  <a:lnTo>
                    <a:pt x="218542" y="319118"/>
                  </a:lnTo>
                  <a:lnTo>
                    <a:pt x="213382" y="322129"/>
                  </a:lnTo>
                  <a:lnTo>
                    <a:pt x="209042" y="321435"/>
                  </a:lnTo>
                  <a:lnTo>
                    <a:pt x="201326" y="321450"/>
                  </a:lnTo>
                  <a:lnTo>
                    <a:pt x="196325" y="320077"/>
                  </a:lnTo>
                  <a:lnTo>
                    <a:pt x="195301" y="319796"/>
                  </a:lnTo>
                  <a:lnTo>
                    <a:pt x="191294" y="314452"/>
                  </a:lnTo>
                  <a:lnTo>
                    <a:pt x="188685" y="313826"/>
                  </a:lnTo>
                  <a:lnTo>
                    <a:pt x="187427" y="314385"/>
                  </a:lnTo>
                  <a:lnTo>
                    <a:pt x="184784" y="315559"/>
                  </a:lnTo>
                  <a:lnTo>
                    <a:pt x="173926" y="316751"/>
                  </a:lnTo>
                  <a:lnTo>
                    <a:pt x="170909" y="318583"/>
                  </a:lnTo>
                  <a:lnTo>
                    <a:pt x="169938" y="317850"/>
                  </a:lnTo>
                  <a:lnTo>
                    <a:pt x="168351" y="316649"/>
                  </a:lnTo>
                  <a:lnTo>
                    <a:pt x="159808" y="315132"/>
                  </a:lnTo>
                  <a:lnTo>
                    <a:pt x="156866" y="317276"/>
                  </a:lnTo>
                  <a:lnTo>
                    <a:pt x="152993" y="317113"/>
                  </a:lnTo>
                  <a:lnTo>
                    <a:pt x="152606" y="311016"/>
                  </a:lnTo>
                  <a:lnTo>
                    <a:pt x="146181" y="306139"/>
                  </a:lnTo>
                  <a:lnTo>
                    <a:pt x="140855" y="305688"/>
                  </a:lnTo>
                  <a:lnTo>
                    <a:pt x="139964" y="304972"/>
                  </a:lnTo>
                  <a:lnTo>
                    <a:pt x="135629" y="301480"/>
                  </a:lnTo>
                  <a:lnTo>
                    <a:pt x="135155" y="301099"/>
                  </a:lnTo>
                  <a:lnTo>
                    <a:pt x="126668" y="300725"/>
                  </a:lnTo>
                  <a:lnTo>
                    <a:pt x="122469" y="300574"/>
                  </a:lnTo>
                  <a:lnTo>
                    <a:pt x="118279" y="298219"/>
                  </a:lnTo>
                  <a:lnTo>
                    <a:pt x="114664" y="298451"/>
                  </a:lnTo>
                  <a:lnTo>
                    <a:pt x="111928" y="300579"/>
                  </a:lnTo>
                  <a:lnTo>
                    <a:pt x="110395" y="300856"/>
                  </a:lnTo>
                  <a:lnTo>
                    <a:pt x="108512" y="301196"/>
                  </a:lnTo>
                  <a:lnTo>
                    <a:pt x="104756" y="302823"/>
                  </a:lnTo>
                  <a:lnTo>
                    <a:pt x="98193" y="303965"/>
                  </a:lnTo>
                  <a:lnTo>
                    <a:pt x="93213" y="303083"/>
                  </a:lnTo>
                  <a:lnTo>
                    <a:pt x="88677" y="304355"/>
                  </a:lnTo>
                  <a:lnTo>
                    <a:pt x="87746" y="304615"/>
                  </a:lnTo>
                  <a:lnTo>
                    <a:pt x="83778" y="303109"/>
                  </a:lnTo>
                  <a:lnTo>
                    <a:pt x="81577" y="299900"/>
                  </a:lnTo>
                  <a:lnTo>
                    <a:pt x="77835" y="299965"/>
                  </a:lnTo>
                  <a:lnTo>
                    <a:pt x="75161" y="297358"/>
                  </a:lnTo>
                  <a:lnTo>
                    <a:pt x="66886" y="292484"/>
                  </a:lnTo>
                  <a:lnTo>
                    <a:pt x="62200" y="287907"/>
                  </a:lnTo>
                  <a:lnTo>
                    <a:pt x="61577" y="286022"/>
                  </a:lnTo>
                  <a:lnTo>
                    <a:pt x="60965" y="284164"/>
                  </a:lnTo>
                  <a:lnTo>
                    <a:pt x="62636" y="280166"/>
                  </a:lnTo>
                  <a:lnTo>
                    <a:pt x="63692" y="277638"/>
                  </a:lnTo>
                  <a:lnTo>
                    <a:pt x="62959" y="272688"/>
                  </a:lnTo>
                  <a:lnTo>
                    <a:pt x="64424" y="269301"/>
                  </a:lnTo>
                  <a:lnTo>
                    <a:pt x="65020" y="267922"/>
                  </a:lnTo>
                  <a:lnTo>
                    <a:pt x="64596" y="263604"/>
                  </a:lnTo>
                  <a:lnTo>
                    <a:pt x="65659" y="259423"/>
                  </a:lnTo>
                  <a:lnTo>
                    <a:pt x="64539" y="254110"/>
                  </a:lnTo>
                  <a:lnTo>
                    <a:pt x="63484" y="247343"/>
                  </a:lnTo>
                  <a:lnTo>
                    <a:pt x="60606" y="244522"/>
                  </a:lnTo>
                  <a:lnTo>
                    <a:pt x="58921" y="241316"/>
                  </a:lnTo>
                  <a:lnTo>
                    <a:pt x="53735" y="234966"/>
                  </a:lnTo>
                  <a:lnTo>
                    <a:pt x="50896" y="233767"/>
                  </a:lnTo>
                  <a:lnTo>
                    <a:pt x="47764" y="234492"/>
                  </a:lnTo>
                  <a:lnTo>
                    <a:pt x="43162" y="235553"/>
                  </a:lnTo>
                  <a:lnTo>
                    <a:pt x="38345" y="233962"/>
                  </a:lnTo>
                  <a:lnTo>
                    <a:pt x="37902" y="233815"/>
                  </a:lnTo>
                  <a:lnTo>
                    <a:pt x="35367" y="229732"/>
                  </a:lnTo>
                  <a:lnTo>
                    <a:pt x="36779" y="225723"/>
                  </a:lnTo>
                  <a:lnTo>
                    <a:pt x="34793" y="221400"/>
                  </a:lnTo>
                  <a:lnTo>
                    <a:pt x="30597" y="221053"/>
                  </a:lnTo>
                  <a:lnTo>
                    <a:pt x="23747" y="218226"/>
                  </a:lnTo>
                  <a:lnTo>
                    <a:pt x="22943" y="214382"/>
                  </a:lnTo>
                  <a:lnTo>
                    <a:pt x="21010" y="215089"/>
                  </a:lnTo>
                  <a:lnTo>
                    <a:pt x="18755" y="215913"/>
                  </a:lnTo>
                  <a:lnTo>
                    <a:pt x="16286" y="214351"/>
                  </a:lnTo>
                  <a:lnTo>
                    <a:pt x="11126" y="216849"/>
                  </a:lnTo>
                  <a:lnTo>
                    <a:pt x="9323" y="215753"/>
                  </a:lnTo>
                  <a:lnTo>
                    <a:pt x="7551" y="212249"/>
                  </a:lnTo>
                  <a:lnTo>
                    <a:pt x="7060" y="210748"/>
                  </a:lnTo>
                  <a:lnTo>
                    <a:pt x="0" y="210799"/>
                  </a:lnTo>
                  <a:lnTo>
                    <a:pt x="2507" y="205995"/>
                  </a:lnTo>
                  <a:lnTo>
                    <a:pt x="7361" y="191921"/>
                  </a:lnTo>
                  <a:lnTo>
                    <a:pt x="10291" y="179971"/>
                  </a:lnTo>
                  <a:lnTo>
                    <a:pt x="16690" y="181443"/>
                  </a:lnTo>
                  <a:lnTo>
                    <a:pt x="19795" y="179010"/>
                  </a:lnTo>
                  <a:lnTo>
                    <a:pt x="17916" y="174556"/>
                  </a:lnTo>
                  <a:lnTo>
                    <a:pt x="12418" y="170859"/>
                  </a:lnTo>
                  <a:lnTo>
                    <a:pt x="13090" y="165531"/>
                  </a:lnTo>
                  <a:lnTo>
                    <a:pt x="13279" y="164037"/>
                  </a:lnTo>
                  <a:lnTo>
                    <a:pt x="13705" y="155275"/>
                  </a:lnTo>
                  <a:lnTo>
                    <a:pt x="11876" y="152744"/>
                  </a:lnTo>
                  <a:lnTo>
                    <a:pt x="14331" y="147129"/>
                  </a:lnTo>
                  <a:lnTo>
                    <a:pt x="17618" y="132846"/>
                  </a:lnTo>
                  <a:lnTo>
                    <a:pt x="17636" y="131338"/>
                  </a:lnTo>
                  <a:lnTo>
                    <a:pt x="18400" y="120951"/>
                  </a:lnTo>
                  <a:lnTo>
                    <a:pt x="15556" y="113637"/>
                  </a:lnTo>
                  <a:lnTo>
                    <a:pt x="18462" y="97854"/>
                  </a:lnTo>
                  <a:lnTo>
                    <a:pt x="18662" y="96776"/>
                  </a:lnTo>
                  <a:lnTo>
                    <a:pt x="19478" y="83371"/>
                  </a:lnTo>
                  <a:lnTo>
                    <a:pt x="18213" y="75851"/>
                  </a:lnTo>
                  <a:lnTo>
                    <a:pt x="16321" y="68656"/>
                  </a:lnTo>
                  <a:lnTo>
                    <a:pt x="13437" y="63623"/>
                  </a:lnTo>
                  <a:lnTo>
                    <a:pt x="12949" y="62769"/>
                  </a:lnTo>
                  <a:lnTo>
                    <a:pt x="12449" y="55416"/>
                  </a:lnTo>
                  <a:lnTo>
                    <a:pt x="14081" y="47966"/>
                  </a:lnTo>
                  <a:lnTo>
                    <a:pt x="15358" y="43732"/>
                  </a:lnTo>
                  <a:lnTo>
                    <a:pt x="14952" y="38468"/>
                  </a:lnTo>
                  <a:lnTo>
                    <a:pt x="18541" y="33375"/>
                  </a:lnTo>
                  <a:lnTo>
                    <a:pt x="21842" y="272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11397" y="4091377"/>
              <a:ext cx="20221" cy="18913"/>
            </a:xfrm>
            <a:custGeom>
              <a:avLst/>
              <a:pathLst>
                <a:path w="20221" h="18913">
                  <a:moveTo>
                    <a:pt x="0" y="6"/>
                  </a:moveTo>
                  <a:lnTo>
                    <a:pt x="8208" y="0"/>
                  </a:lnTo>
                  <a:lnTo>
                    <a:pt x="15130" y="8621"/>
                  </a:lnTo>
                  <a:lnTo>
                    <a:pt x="20221" y="14981"/>
                  </a:lnTo>
                  <a:lnTo>
                    <a:pt x="16527" y="18913"/>
                  </a:lnTo>
                  <a:lnTo>
                    <a:pt x="13304" y="16301"/>
                  </a:lnTo>
                  <a:lnTo>
                    <a:pt x="6866" y="14331"/>
                  </a:lnTo>
                  <a:lnTo>
                    <a:pt x="6366" y="10246"/>
                  </a:lnTo>
                  <a:lnTo>
                    <a:pt x="1637" y="33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00279" y="4128829"/>
              <a:ext cx="17601" cy="23151"/>
            </a:xfrm>
            <a:custGeom>
              <a:avLst/>
              <a:pathLst>
                <a:path w="17601" h="23151">
                  <a:moveTo>
                    <a:pt x="3762" y="0"/>
                  </a:moveTo>
                  <a:lnTo>
                    <a:pt x="6738" y="5649"/>
                  </a:lnTo>
                  <a:lnTo>
                    <a:pt x="12061" y="14577"/>
                  </a:lnTo>
                  <a:lnTo>
                    <a:pt x="17601" y="22452"/>
                  </a:lnTo>
                  <a:lnTo>
                    <a:pt x="12003" y="23151"/>
                  </a:lnTo>
                  <a:lnTo>
                    <a:pt x="8220" y="18329"/>
                  </a:lnTo>
                  <a:lnTo>
                    <a:pt x="2900" y="9256"/>
                  </a:lnTo>
                  <a:lnTo>
                    <a:pt x="0" y="8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837201" y="4090112"/>
              <a:ext cx="10696" cy="8738"/>
            </a:xfrm>
            <a:custGeom>
              <a:avLst/>
              <a:pathLst>
                <a:path w="10696" h="8738">
                  <a:moveTo>
                    <a:pt x="0" y="1322"/>
                  </a:moveTo>
                  <a:lnTo>
                    <a:pt x="5437" y="0"/>
                  </a:lnTo>
                  <a:lnTo>
                    <a:pt x="10696" y="4985"/>
                  </a:lnTo>
                  <a:lnTo>
                    <a:pt x="9850" y="8227"/>
                  </a:lnTo>
                  <a:lnTo>
                    <a:pt x="7090" y="8738"/>
                  </a:lnTo>
                  <a:lnTo>
                    <a:pt x="1568" y="58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827281" y="4017963"/>
              <a:ext cx="39170" cy="14534"/>
            </a:xfrm>
            <a:custGeom>
              <a:avLst/>
              <a:pathLst>
                <a:path w="39170" h="14534">
                  <a:moveTo>
                    <a:pt x="0" y="111"/>
                  </a:moveTo>
                  <a:lnTo>
                    <a:pt x="4430" y="0"/>
                  </a:lnTo>
                  <a:lnTo>
                    <a:pt x="12411" y="3919"/>
                  </a:lnTo>
                  <a:lnTo>
                    <a:pt x="24790" y="6489"/>
                  </a:lnTo>
                  <a:lnTo>
                    <a:pt x="31636" y="8058"/>
                  </a:lnTo>
                  <a:lnTo>
                    <a:pt x="33640" y="8515"/>
                  </a:lnTo>
                  <a:lnTo>
                    <a:pt x="39170" y="10120"/>
                  </a:lnTo>
                  <a:lnTo>
                    <a:pt x="38349" y="14498"/>
                  </a:lnTo>
                  <a:lnTo>
                    <a:pt x="36208" y="14534"/>
                  </a:lnTo>
                  <a:lnTo>
                    <a:pt x="29386" y="12758"/>
                  </a:lnTo>
                  <a:lnTo>
                    <a:pt x="24651" y="11520"/>
                  </a:lnTo>
                  <a:lnTo>
                    <a:pt x="16711" y="10720"/>
                  </a:lnTo>
                  <a:lnTo>
                    <a:pt x="12070" y="12009"/>
                  </a:lnTo>
                  <a:lnTo>
                    <a:pt x="6805" y="10444"/>
                  </a:lnTo>
                  <a:lnTo>
                    <a:pt x="1610" y="7606"/>
                  </a:lnTo>
                  <a:lnTo>
                    <a:pt x="2153" y="38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788476" y="4008651"/>
              <a:ext cx="32580" cy="19964"/>
            </a:xfrm>
            <a:custGeom>
              <a:avLst/>
              <a:pathLst>
                <a:path w="32580" h="19964">
                  <a:moveTo>
                    <a:pt x="7014" y="0"/>
                  </a:moveTo>
                  <a:lnTo>
                    <a:pt x="15586" y="3874"/>
                  </a:lnTo>
                  <a:lnTo>
                    <a:pt x="22583" y="8424"/>
                  </a:lnTo>
                  <a:lnTo>
                    <a:pt x="28542" y="8816"/>
                  </a:lnTo>
                  <a:lnTo>
                    <a:pt x="32580" y="14699"/>
                  </a:lnTo>
                  <a:lnTo>
                    <a:pt x="32569" y="18476"/>
                  </a:lnTo>
                  <a:lnTo>
                    <a:pt x="26638" y="19582"/>
                  </a:lnTo>
                  <a:lnTo>
                    <a:pt x="21149" y="19964"/>
                  </a:lnTo>
                  <a:lnTo>
                    <a:pt x="17675" y="16171"/>
                  </a:lnTo>
                  <a:lnTo>
                    <a:pt x="16719" y="13300"/>
                  </a:lnTo>
                  <a:lnTo>
                    <a:pt x="5657" y="7395"/>
                  </a:lnTo>
                  <a:lnTo>
                    <a:pt x="0" y="26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660605" y="3254409"/>
              <a:ext cx="584551" cy="958270"/>
            </a:xfrm>
            <a:custGeom>
              <a:avLst/>
              <a:pathLst>
                <a:path w="584551" h="958270">
                  <a:moveTo>
                    <a:pt x="4554" y="124615"/>
                  </a:moveTo>
                  <a:lnTo>
                    <a:pt x="13851" y="113036"/>
                  </a:lnTo>
                  <a:lnTo>
                    <a:pt x="26328" y="99694"/>
                  </a:lnTo>
                  <a:lnTo>
                    <a:pt x="33648" y="88340"/>
                  </a:lnTo>
                  <a:lnTo>
                    <a:pt x="34656" y="83117"/>
                  </a:lnTo>
                  <a:lnTo>
                    <a:pt x="33780" y="79237"/>
                  </a:lnTo>
                  <a:lnTo>
                    <a:pt x="34463" y="74634"/>
                  </a:lnTo>
                  <a:lnTo>
                    <a:pt x="38338" y="71057"/>
                  </a:lnTo>
                  <a:lnTo>
                    <a:pt x="42689" y="63242"/>
                  </a:lnTo>
                  <a:lnTo>
                    <a:pt x="48304" y="50778"/>
                  </a:lnTo>
                  <a:lnTo>
                    <a:pt x="48654" y="48536"/>
                  </a:lnTo>
                  <a:lnTo>
                    <a:pt x="49812" y="41136"/>
                  </a:lnTo>
                  <a:lnTo>
                    <a:pt x="49704" y="33526"/>
                  </a:lnTo>
                  <a:lnTo>
                    <a:pt x="50001" y="26100"/>
                  </a:lnTo>
                  <a:lnTo>
                    <a:pt x="49817" y="24220"/>
                  </a:lnTo>
                  <a:lnTo>
                    <a:pt x="47701" y="22886"/>
                  </a:lnTo>
                  <a:lnTo>
                    <a:pt x="45745" y="17023"/>
                  </a:lnTo>
                  <a:lnTo>
                    <a:pt x="48695" y="12875"/>
                  </a:lnTo>
                  <a:lnTo>
                    <a:pt x="52085" y="5085"/>
                  </a:lnTo>
                  <a:lnTo>
                    <a:pt x="53024" y="0"/>
                  </a:lnTo>
                  <a:lnTo>
                    <a:pt x="66059" y="4234"/>
                  </a:lnTo>
                  <a:lnTo>
                    <a:pt x="77204" y="7689"/>
                  </a:lnTo>
                  <a:lnTo>
                    <a:pt x="87479" y="10849"/>
                  </a:lnTo>
                  <a:lnTo>
                    <a:pt x="96179" y="13091"/>
                  </a:lnTo>
                  <a:lnTo>
                    <a:pt x="101503" y="14455"/>
                  </a:lnTo>
                  <a:lnTo>
                    <a:pt x="106886" y="16297"/>
                  </a:lnTo>
                  <a:lnTo>
                    <a:pt x="114308" y="17954"/>
                  </a:lnTo>
                  <a:lnTo>
                    <a:pt x="119725" y="19156"/>
                  </a:lnTo>
                  <a:lnTo>
                    <a:pt x="125870" y="21541"/>
                  </a:lnTo>
                  <a:lnTo>
                    <a:pt x="141232" y="25928"/>
                  </a:lnTo>
                  <a:lnTo>
                    <a:pt x="160060" y="30942"/>
                  </a:lnTo>
                  <a:lnTo>
                    <a:pt x="173311" y="34776"/>
                  </a:lnTo>
                  <a:lnTo>
                    <a:pt x="185038" y="38265"/>
                  </a:lnTo>
                  <a:lnTo>
                    <a:pt x="201008" y="42965"/>
                  </a:lnTo>
                  <a:lnTo>
                    <a:pt x="211722" y="46170"/>
                  </a:lnTo>
                  <a:lnTo>
                    <a:pt x="225987" y="50357"/>
                  </a:lnTo>
                  <a:lnTo>
                    <a:pt x="226484" y="50502"/>
                  </a:lnTo>
                  <a:lnTo>
                    <a:pt x="238370" y="53666"/>
                  </a:lnTo>
                  <a:lnTo>
                    <a:pt x="251888" y="57671"/>
                  </a:lnTo>
                  <a:lnTo>
                    <a:pt x="261689" y="60251"/>
                  </a:lnTo>
                  <a:lnTo>
                    <a:pt x="273544" y="63345"/>
                  </a:lnTo>
                  <a:lnTo>
                    <a:pt x="285625" y="66474"/>
                  </a:lnTo>
                  <a:lnTo>
                    <a:pt x="305851" y="71586"/>
                  </a:lnTo>
                  <a:lnTo>
                    <a:pt x="317398" y="74513"/>
                  </a:lnTo>
                  <a:lnTo>
                    <a:pt x="314895" y="84870"/>
                  </a:lnTo>
                  <a:lnTo>
                    <a:pt x="309629" y="107063"/>
                  </a:lnTo>
                  <a:lnTo>
                    <a:pt x="300523" y="144690"/>
                  </a:lnTo>
                  <a:lnTo>
                    <a:pt x="294010" y="172249"/>
                  </a:lnTo>
                  <a:lnTo>
                    <a:pt x="291143" y="184828"/>
                  </a:lnTo>
                  <a:lnTo>
                    <a:pt x="283055" y="219479"/>
                  </a:lnTo>
                  <a:lnTo>
                    <a:pt x="279022" y="236347"/>
                  </a:lnTo>
                  <a:lnTo>
                    <a:pt x="275537" y="251055"/>
                  </a:lnTo>
                  <a:lnTo>
                    <a:pt x="270642" y="271300"/>
                  </a:lnTo>
                  <a:lnTo>
                    <a:pt x="266815" y="287175"/>
                  </a:lnTo>
                  <a:lnTo>
                    <a:pt x="264838" y="295283"/>
                  </a:lnTo>
                  <a:lnTo>
                    <a:pt x="262132" y="306395"/>
                  </a:lnTo>
                  <a:lnTo>
                    <a:pt x="261602" y="308574"/>
                  </a:lnTo>
                  <a:lnTo>
                    <a:pt x="259195" y="319490"/>
                  </a:lnTo>
                  <a:lnTo>
                    <a:pt x="258183" y="324090"/>
                  </a:lnTo>
                  <a:lnTo>
                    <a:pt x="257319" y="328017"/>
                  </a:lnTo>
                  <a:lnTo>
                    <a:pt x="256022" y="333919"/>
                  </a:lnTo>
                  <a:lnTo>
                    <a:pt x="261122" y="341251"/>
                  </a:lnTo>
                  <a:lnTo>
                    <a:pt x="277902" y="365367"/>
                  </a:lnTo>
                  <a:lnTo>
                    <a:pt x="278023" y="365541"/>
                  </a:lnTo>
                  <a:lnTo>
                    <a:pt x="291637" y="385059"/>
                  </a:lnTo>
                  <a:lnTo>
                    <a:pt x="294379" y="388966"/>
                  </a:lnTo>
                  <a:lnTo>
                    <a:pt x="301011" y="398441"/>
                  </a:lnTo>
                  <a:lnTo>
                    <a:pt x="312145" y="414244"/>
                  </a:lnTo>
                  <a:lnTo>
                    <a:pt x="336537" y="449029"/>
                  </a:lnTo>
                  <a:lnTo>
                    <a:pt x="340523" y="454741"/>
                  </a:lnTo>
                  <a:lnTo>
                    <a:pt x="362867" y="486450"/>
                  </a:lnTo>
                  <a:lnTo>
                    <a:pt x="373335" y="501255"/>
                  </a:lnTo>
                  <a:lnTo>
                    <a:pt x="381865" y="513237"/>
                  </a:lnTo>
                  <a:lnTo>
                    <a:pt x="406309" y="547760"/>
                  </a:lnTo>
                  <a:lnTo>
                    <a:pt x="410765" y="554044"/>
                  </a:lnTo>
                  <a:lnTo>
                    <a:pt x="420124" y="567178"/>
                  </a:lnTo>
                  <a:lnTo>
                    <a:pt x="449413" y="608291"/>
                  </a:lnTo>
                  <a:lnTo>
                    <a:pt x="455874" y="617397"/>
                  </a:lnTo>
                  <a:lnTo>
                    <a:pt x="472218" y="640183"/>
                  </a:lnTo>
                  <a:lnTo>
                    <a:pt x="483895" y="656501"/>
                  </a:lnTo>
                  <a:lnTo>
                    <a:pt x="486633" y="660310"/>
                  </a:lnTo>
                  <a:lnTo>
                    <a:pt x="498270" y="676421"/>
                  </a:lnTo>
                  <a:lnTo>
                    <a:pt x="512587" y="696372"/>
                  </a:lnTo>
                  <a:lnTo>
                    <a:pt x="518554" y="704623"/>
                  </a:lnTo>
                  <a:lnTo>
                    <a:pt x="527080" y="716450"/>
                  </a:lnTo>
                  <a:lnTo>
                    <a:pt x="534010" y="725994"/>
                  </a:lnTo>
                  <a:lnTo>
                    <a:pt x="539716" y="733926"/>
                  </a:lnTo>
                  <a:lnTo>
                    <a:pt x="548331" y="745848"/>
                  </a:lnTo>
                  <a:lnTo>
                    <a:pt x="558594" y="760040"/>
                  </a:lnTo>
                  <a:lnTo>
                    <a:pt x="558048" y="765225"/>
                  </a:lnTo>
                  <a:lnTo>
                    <a:pt x="556751" y="771294"/>
                  </a:lnTo>
                  <a:lnTo>
                    <a:pt x="560105" y="777051"/>
                  </a:lnTo>
                  <a:lnTo>
                    <a:pt x="564993" y="786020"/>
                  </a:lnTo>
                  <a:lnTo>
                    <a:pt x="566380" y="789279"/>
                  </a:lnTo>
                  <a:lnTo>
                    <a:pt x="567960" y="799464"/>
                  </a:lnTo>
                  <a:lnTo>
                    <a:pt x="570268" y="805619"/>
                  </a:lnTo>
                  <a:lnTo>
                    <a:pt x="569332" y="811390"/>
                  </a:lnTo>
                  <a:lnTo>
                    <a:pt x="572457" y="811957"/>
                  </a:lnTo>
                  <a:lnTo>
                    <a:pt x="576922" y="817088"/>
                  </a:lnTo>
                  <a:lnTo>
                    <a:pt x="582766" y="823132"/>
                  </a:lnTo>
                  <a:lnTo>
                    <a:pt x="584551" y="826935"/>
                  </a:lnTo>
                  <a:lnTo>
                    <a:pt x="584523" y="827180"/>
                  </a:lnTo>
                  <a:lnTo>
                    <a:pt x="584075" y="831010"/>
                  </a:lnTo>
                  <a:lnTo>
                    <a:pt x="581001" y="832244"/>
                  </a:lnTo>
                  <a:lnTo>
                    <a:pt x="576568" y="836245"/>
                  </a:lnTo>
                  <a:lnTo>
                    <a:pt x="571742" y="837233"/>
                  </a:lnTo>
                  <a:lnTo>
                    <a:pt x="567320" y="839369"/>
                  </a:lnTo>
                  <a:lnTo>
                    <a:pt x="562830" y="840652"/>
                  </a:lnTo>
                  <a:lnTo>
                    <a:pt x="560982" y="842015"/>
                  </a:lnTo>
                  <a:lnTo>
                    <a:pt x="560647" y="843200"/>
                  </a:lnTo>
                  <a:lnTo>
                    <a:pt x="559768" y="846304"/>
                  </a:lnTo>
                  <a:lnTo>
                    <a:pt x="557947" y="848827"/>
                  </a:lnTo>
                  <a:lnTo>
                    <a:pt x="553262" y="852831"/>
                  </a:lnTo>
                  <a:lnTo>
                    <a:pt x="551033" y="855024"/>
                  </a:lnTo>
                  <a:lnTo>
                    <a:pt x="552562" y="857787"/>
                  </a:lnTo>
                  <a:lnTo>
                    <a:pt x="552295" y="861001"/>
                  </a:lnTo>
                  <a:lnTo>
                    <a:pt x="550730" y="864002"/>
                  </a:lnTo>
                  <a:lnTo>
                    <a:pt x="550958" y="870076"/>
                  </a:lnTo>
                  <a:lnTo>
                    <a:pt x="551006" y="873787"/>
                  </a:lnTo>
                  <a:lnTo>
                    <a:pt x="550044" y="875963"/>
                  </a:lnTo>
                  <a:lnTo>
                    <a:pt x="548154" y="878454"/>
                  </a:lnTo>
                  <a:lnTo>
                    <a:pt x="547128" y="883200"/>
                  </a:lnTo>
                  <a:lnTo>
                    <a:pt x="546733" y="888009"/>
                  </a:lnTo>
                  <a:lnTo>
                    <a:pt x="540616" y="892466"/>
                  </a:lnTo>
                  <a:lnTo>
                    <a:pt x="537527" y="897048"/>
                  </a:lnTo>
                  <a:lnTo>
                    <a:pt x="536941" y="897915"/>
                  </a:lnTo>
                  <a:lnTo>
                    <a:pt x="534060" y="897809"/>
                  </a:lnTo>
                  <a:lnTo>
                    <a:pt x="530137" y="898310"/>
                  </a:lnTo>
                  <a:lnTo>
                    <a:pt x="531060" y="901020"/>
                  </a:lnTo>
                  <a:lnTo>
                    <a:pt x="530296" y="905656"/>
                  </a:lnTo>
                  <a:lnTo>
                    <a:pt x="528703" y="908544"/>
                  </a:lnTo>
                  <a:lnTo>
                    <a:pt x="531825" y="912002"/>
                  </a:lnTo>
                  <a:lnTo>
                    <a:pt x="531221" y="914164"/>
                  </a:lnTo>
                  <a:lnTo>
                    <a:pt x="530177" y="920326"/>
                  </a:lnTo>
                  <a:lnTo>
                    <a:pt x="527487" y="924711"/>
                  </a:lnTo>
                  <a:lnTo>
                    <a:pt x="529171" y="931041"/>
                  </a:lnTo>
                  <a:lnTo>
                    <a:pt x="532191" y="932189"/>
                  </a:lnTo>
                  <a:lnTo>
                    <a:pt x="536155" y="932385"/>
                  </a:lnTo>
                  <a:lnTo>
                    <a:pt x="540222" y="934148"/>
                  </a:lnTo>
                  <a:lnTo>
                    <a:pt x="540656" y="934336"/>
                  </a:lnTo>
                  <a:lnTo>
                    <a:pt x="542176" y="939200"/>
                  </a:lnTo>
                  <a:lnTo>
                    <a:pt x="541879" y="943487"/>
                  </a:lnTo>
                  <a:lnTo>
                    <a:pt x="542583" y="945555"/>
                  </a:lnTo>
                  <a:lnTo>
                    <a:pt x="541406" y="950433"/>
                  </a:lnTo>
                  <a:lnTo>
                    <a:pt x="535968" y="955107"/>
                  </a:lnTo>
                  <a:lnTo>
                    <a:pt x="535241" y="955668"/>
                  </a:lnTo>
                  <a:lnTo>
                    <a:pt x="532643" y="957674"/>
                  </a:lnTo>
                  <a:lnTo>
                    <a:pt x="529250" y="957636"/>
                  </a:lnTo>
                  <a:lnTo>
                    <a:pt x="525352" y="957590"/>
                  </a:lnTo>
                  <a:lnTo>
                    <a:pt x="522641" y="956458"/>
                  </a:lnTo>
                  <a:lnTo>
                    <a:pt x="521313" y="958270"/>
                  </a:lnTo>
                  <a:lnTo>
                    <a:pt x="500395" y="956288"/>
                  </a:lnTo>
                  <a:lnTo>
                    <a:pt x="465844" y="952952"/>
                  </a:lnTo>
                  <a:lnTo>
                    <a:pt x="422559" y="948764"/>
                  </a:lnTo>
                  <a:lnTo>
                    <a:pt x="418123" y="948344"/>
                  </a:lnTo>
                  <a:lnTo>
                    <a:pt x="385764" y="945183"/>
                  </a:lnTo>
                  <a:lnTo>
                    <a:pt x="379322" y="944583"/>
                  </a:lnTo>
                  <a:lnTo>
                    <a:pt x="362482" y="942884"/>
                  </a:lnTo>
                  <a:lnTo>
                    <a:pt x="362185" y="942853"/>
                  </a:lnTo>
                  <a:lnTo>
                    <a:pt x="342229" y="940907"/>
                  </a:lnTo>
                  <a:lnTo>
                    <a:pt x="342503" y="936324"/>
                  </a:lnTo>
                  <a:lnTo>
                    <a:pt x="342680" y="933371"/>
                  </a:lnTo>
                  <a:lnTo>
                    <a:pt x="341155" y="928262"/>
                  </a:lnTo>
                  <a:lnTo>
                    <a:pt x="339381" y="926373"/>
                  </a:lnTo>
                  <a:lnTo>
                    <a:pt x="335475" y="927328"/>
                  </a:lnTo>
                  <a:lnTo>
                    <a:pt x="335292" y="924521"/>
                  </a:lnTo>
                  <a:lnTo>
                    <a:pt x="336669" y="916966"/>
                  </a:lnTo>
                  <a:lnTo>
                    <a:pt x="335328" y="913504"/>
                  </a:lnTo>
                  <a:lnTo>
                    <a:pt x="335513" y="911981"/>
                  </a:lnTo>
                  <a:lnTo>
                    <a:pt x="336305" y="911071"/>
                  </a:lnTo>
                  <a:lnTo>
                    <a:pt x="337071" y="911419"/>
                  </a:lnTo>
                  <a:lnTo>
                    <a:pt x="337721" y="910642"/>
                  </a:lnTo>
                  <a:lnTo>
                    <a:pt x="338485" y="907127"/>
                  </a:lnTo>
                  <a:lnTo>
                    <a:pt x="338432" y="903562"/>
                  </a:lnTo>
                  <a:lnTo>
                    <a:pt x="338338" y="896972"/>
                  </a:lnTo>
                  <a:lnTo>
                    <a:pt x="337113" y="889393"/>
                  </a:lnTo>
                  <a:lnTo>
                    <a:pt x="334869" y="882162"/>
                  </a:lnTo>
                  <a:lnTo>
                    <a:pt x="330447" y="872201"/>
                  </a:lnTo>
                  <a:lnTo>
                    <a:pt x="324612" y="862216"/>
                  </a:lnTo>
                  <a:lnTo>
                    <a:pt x="321452" y="859609"/>
                  </a:lnTo>
                  <a:lnTo>
                    <a:pt x="318753" y="854178"/>
                  </a:lnTo>
                  <a:lnTo>
                    <a:pt x="314036" y="851384"/>
                  </a:lnTo>
                  <a:lnTo>
                    <a:pt x="313605" y="849224"/>
                  </a:lnTo>
                  <a:lnTo>
                    <a:pt x="312857" y="848172"/>
                  </a:lnTo>
                  <a:lnTo>
                    <a:pt x="308403" y="841892"/>
                  </a:lnTo>
                  <a:lnTo>
                    <a:pt x="306872" y="839637"/>
                  </a:lnTo>
                  <a:lnTo>
                    <a:pt x="301145" y="835510"/>
                  </a:lnTo>
                  <a:lnTo>
                    <a:pt x="296661" y="830124"/>
                  </a:lnTo>
                  <a:lnTo>
                    <a:pt x="291568" y="822183"/>
                  </a:lnTo>
                  <a:lnTo>
                    <a:pt x="289921" y="820557"/>
                  </a:lnTo>
                  <a:lnTo>
                    <a:pt x="288812" y="819463"/>
                  </a:lnTo>
                  <a:lnTo>
                    <a:pt x="284861" y="820147"/>
                  </a:lnTo>
                  <a:lnTo>
                    <a:pt x="281045" y="821197"/>
                  </a:lnTo>
                  <a:lnTo>
                    <a:pt x="278927" y="821778"/>
                  </a:lnTo>
                  <a:lnTo>
                    <a:pt x="274876" y="820063"/>
                  </a:lnTo>
                  <a:lnTo>
                    <a:pt x="273862" y="819081"/>
                  </a:lnTo>
                  <a:lnTo>
                    <a:pt x="272513" y="817774"/>
                  </a:lnTo>
                  <a:lnTo>
                    <a:pt x="269565" y="816795"/>
                  </a:lnTo>
                  <a:lnTo>
                    <a:pt x="267943" y="812918"/>
                  </a:lnTo>
                  <a:lnTo>
                    <a:pt x="270893" y="810890"/>
                  </a:lnTo>
                  <a:lnTo>
                    <a:pt x="270930" y="803682"/>
                  </a:lnTo>
                  <a:lnTo>
                    <a:pt x="268955" y="795517"/>
                  </a:lnTo>
                  <a:lnTo>
                    <a:pt x="265865" y="789732"/>
                  </a:lnTo>
                  <a:lnTo>
                    <a:pt x="265743" y="789504"/>
                  </a:lnTo>
                  <a:lnTo>
                    <a:pt x="259933" y="787155"/>
                  </a:lnTo>
                  <a:lnTo>
                    <a:pt x="254416" y="786439"/>
                  </a:lnTo>
                  <a:lnTo>
                    <a:pt x="249709" y="785479"/>
                  </a:lnTo>
                  <a:lnTo>
                    <a:pt x="244872" y="787184"/>
                  </a:lnTo>
                  <a:lnTo>
                    <a:pt x="241910" y="783516"/>
                  </a:lnTo>
                  <a:lnTo>
                    <a:pt x="235716" y="780963"/>
                  </a:lnTo>
                  <a:lnTo>
                    <a:pt x="235010" y="780672"/>
                  </a:lnTo>
                  <a:lnTo>
                    <a:pt x="227535" y="775110"/>
                  </a:lnTo>
                  <a:lnTo>
                    <a:pt x="224767" y="774098"/>
                  </a:lnTo>
                  <a:lnTo>
                    <a:pt x="217559" y="766320"/>
                  </a:lnTo>
                  <a:lnTo>
                    <a:pt x="216397" y="761359"/>
                  </a:lnTo>
                  <a:lnTo>
                    <a:pt x="216269" y="759255"/>
                  </a:lnTo>
                  <a:lnTo>
                    <a:pt x="216175" y="757705"/>
                  </a:lnTo>
                  <a:lnTo>
                    <a:pt x="213535" y="755015"/>
                  </a:lnTo>
                  <a:lnTo>
                    <a:pt x="209896" y="750029"/>
                  </a:lnTo>
                  <a:lnTo>
                    <a:pt x="204803" y="744011"/>
                  </a:lnTo>
                  <a:lnTo>
                    <a:pt x="203690" y="743313"/>
                  </a:lnTo>
                  <a:lnTo>
                    <a:pt x="199807" y="740878"/>
                  </a:lnTo>
                  <a:lnTo>
                    <a:pt x="194608" y="737321"/>
                  </a:lnTo>
                  <a:lnTo>
                    <a:pt x="189570" y="737276"/>
                  </a:lnTo>
                  <a:lnTo>
                    <a:pt x="187603" y="737981"/>
                  </a:lnTo>
                  <a:lnTo>
                    <a:pt x="182541" y="734890"/>
                  </a:lnTo>
                  <a:lnTo>
                    <a:pt x="179002" y="734057"/>
                  </a:lnTo>
                  <a:lnTo>
                    <a:pt x="176167" y="734011"/>
                  </a:lnTo>
                  <a:lnTo>
                    <a:pt x="169898" y="729225"/>
                  </a:lnTo>
                  <a:lnTo>
                    <a:pt x="164646" y="726396"/>
                  </a:lnTo>
                  <a:lnTo>
                    <a:pt x="158468" y="723815"/>
                  </a:lnTo>
                  <a:lnTo>
                    <a:pt x="147539" y="721381"/>
                  </a:lnTo>
                  <a:lnTo>
                    <a:pt x="136043" y="720680"/>
                  </a:lnTo>
                  <a:lnTo>
                    <a:pt x="133260" y="713054"/>
                  </a:lnTo>
                  <a:lnTo>
                    <a:pt x="130913" y="710654"/>
                  </a:lnTo>
                  <a:lnTo>
                    <a:pt x="128986" y="708876"/>
                  </a:lnTo>
                  <a:lnTo>
                    <a:pt x="126018" y="708401"/>
                  </a:lnTo>
                  <a:lnTo>
                    <a:pt x="124908" y="705651"/>
                  </a:lnTo>
                  <a:lnTo>
                    <a:pt x="130136" y="696810"/>
                  </a:lnTo>
                  <a:lnTo>
                    <a:pt x="129977" y="693239"/>
                  </a:lnTo>
                  <a:lnTo>
                    <a:pt x="129312" y="692399"/>
                  </a:lnTo>
                  <a:lnTo>
                    <a:pt x="132767" y="682283"/>
                  </a:lnTo>
                  <a:lnTo>
                    <a:pt x="129408" y="677235"/>
                  </a:lnTo>
                  <a:lnTo>
                    <a:pt x="132230" y="671447"/>
                  </a:lnTo>
                  <a:lnTo>
                    <a:pt x="134529" y="666728"/>
                  </a:lnTo>
                  <a:lnTo>
                    <a:pt x="135690" y="662878"/>
                  </a:lnTo>
                  <a:lnTo>
                    <a:pt x="136141" y="658834"/>
                  </a:lnTo>
                  <a:lnTo>
                    <a:pt x="133963" y="655608"/>
                  </a:lnTo>
                  <a:lnTo>
                    <a:pt x="131678" y="652930"/>
                  </a:lnTo>
                  <a:lnTo>
                    <a:pt x="128445" y="653533"/>
                  </a:lnTo>
                  <a:lnTo>
                    <a:pt x="122980" y="648117"/>
                  </a:lnTo>
                  <a:lnTo>
                    <a:pt x="120340" y="643464"/>
                  </a:lnTo>
                  <a:lnTo>
                    <a:pt x="122457" y="639763"/>
                  </a:lnTo>
                  <a:lnTo>
                    <a:pt x="124988" y="634312"/>
                  </a:lnTo>
                  <a:lnTo>
                    <a:pt x="124787" y="627900"/>
                  </a:lnTo>
                  <a:lnTo>
                    <a:pt x="120306" y="624594"/>
                  </a:lnTo>
                  <a:lnTo>
                    <a:pt x="118416" y="623727"/>
                  </a:lnTo>
                  <a:lnTo>
                    <a:pt x="117141" y="623142"/>
                  </a:lnTo>
                  <a:lnTo>
                    <a:pt x="111658" y="611549"/>
                  </a:lnTo>
                  <a:lnTo>
                    <a:pt x="109299" y="605096"/>
                  </a:lnTo>
                  <a:lnTo>
                    <a:pt x="102611" y="600482"/>
                  </a:lnTo>
                  <a:lnTo>
                    <a:pt x="100626" y="595686"/>
                  </a:lnTo>
                  <a:lnTo>
                    <a:pt x="100812" y="589327"/>
                  </a:lnTo>
                  <a:lnTo>
                    <a:pt x="100048" y="588018"/>
                  </a:lnTo>
                  <a:lnTo>
                    <a:pt x="96926" y="582658"/>
                  </a:lnTo>
                  <a:lnTo>
                    <a:pt x="93937" y="578105"/>
                  </a:lnTo>
                  <a:lnTo>
                    <a:pt x="94026" y="570344"/>
                  </a:lnTo>
                  <a:lnTo>
                    <a:pt x="91784" y="565706"/>
                  </a:lnTo>
                  <a:lnTo>
                    <a:pt x="89064" y="563992"/>
                  </a:lnTo>
                  <a:lnTo>
                    <a:pt x="87344" y="556682"/>
                  </a:lnTo>
                  <a:lnTo>
                    <a:pt x="84721" y="549902"/>
                  </a:lnTo>
                  <a:lnTo>
                    <a:pt x="79160" y="542747"/>
                  </a:lnTo>
                  <a:lnTo>
                    <a:pt x="76268" y="540639"/>
                  </a:lnTo>
                  <a:lnTo>
                    <a:pt x="73294" y="534227"/>
                  </a:lnTo>
                  <a:lnTo>
                    <a:pt x="74199" y="526112"/>
                  </a:lnTo>
                  <a:lnTo>
                    <a:pt x="73517" y="517455"/>
                  </a:lnTo>
                  <a:lnTo>
                    <a:pt x="73606" y="508531"/>
                  </a:lnTo>
                  <a:lnTo>
                    <a:pt x="77880" y="504919"/>
                  </a:lnTo>
                  <a:lnTo>
                    <a:pt x="81699" y="508109"/>
                  </a:lnTo>
                  <a:lnTo>
                    <a:pt x="86359" y="502763"/>
                  </a:lnTo>
                  <a:lnTo>
                    <a:pt x="89559" y="494907"/>
                  </a:lnTo>
                  <a:lnTo>
                    <a:pt x="90713" y="491752"/>
                  </a:lnTo>
                  <a:lnTo>
                    <a:pt x="90008" y="488352"/>
                  </a:lnTo>
                  <a:lnTo>
                    <a:pt x="88368" y="480402"/>
                  </a:lnTo>
                  <a:lnTo>
                    <a:pt x="86162" y="476359"/>
                  </a:lnTo>
                  <a:lnTo>
                    <a:pt x="83148" y="475311"/>
                  </a:lnTo>
                  <a:lnTo>
                    <a:pt x="77592" y="475668"/>
                  </a:lnTo>
                  <a:lnTo>
                    <a:pt x="72349" y="473793"/>
                  </a:lnTo>
                  <a:lnTo>
                    <a:pt x="66805" y="466921"/>
                  </a:lnTo>
                  <a:lnTo>
                    <a:pt x="64395" y="460850"/>
                  </a:lnTo>
                  <a:lnTo>
                    <a:pt x="63377" y="457874"/>
                  </a:lnTo>
                  <a:lnTo>
                    <a:pt x="62813" y="457405"/>
                  </a:lnTo>
                  <a:lnTo>
                    <a:pt x="61099" y="455978"/>
                  </a:lnTo>
                  <a:lnTo>
                    <a:pt x="60298" y="453112"/>
                  </a:lnTo>
                  <a:lnTo>
                    <a:pt x="57656" y="448394"/>
                  </a:lnTo>
                  <a:lnTo>
                    <a:pt x="57550" y="442707"/>
                  </a:lnTo>
                  <a:lnTo>
                    <a:pt x="60640" y="435394"/>
                  </a:lnTo>
                  <a:lnTo>
                    <a:pt x="60932" y="431985"/>
                  </a:lnTo>
                  <a:lnTo>
                    <a:pt x="59955" y="426065"/>
                  </a:lnTo>
                  <a:lnTo>
                    <a:pt x="60362" y="423813"/>
                  </a:lnTo>
                  <a:lnTo>
                    <a:pt x="57826" y="420259"/>
                  </a:lnTo>
                  <a:lnTo>
                    <a:pt x="56927" y="417327"/>
                  </a:lnTo>
                  <a:lnTo>
                    <a:pt x="58041" y="412574"/>
                  </a:lnTo>
                  <a:lnTo>
                    <a:pt x="60264" y="409870"/>
                  </a:lnTo>
                  <a:lnTo>
                    <a:pt x="61444" y="405257"/>
                  </a:lnTo>
                  <a:lnTo>
                    <a:pt x="61904" y="403462"/>
                  </a:lnTo>
                  <a:lnTo>
                    <a:pt x="62122" y="401518"/>
                  </a:lnTo>
                  <a:lnTo>
                    <a:pt x="62758" y="395872"/>
                  </a:lnTo>
                  <a:lnTo>
                    <a:pt x="66532" y="394180"/>
                  </a:lnTo>
                  <a:lnTo>
                    <a:pt x="71137" y="395028"/>
                  </a:lnTo>
                  <a:lnTo>
                    <a:pt x="71667" y="396553"/>
                  </a:lnTo>
                  <a:lnTo>
                    <a:pt x="71113" y="401218"/>
                  </a:lnTo>
                  <a:lnTo>
                    <a:pt x="72233" y="402366"/>
                  </a:lnTo>
                  <a:lnTo>
                    <a:pt x="71582" y="403524"/>
                  </a:lnTo>
                  <a:lnTo>
                    <a:pt x="69553" y="403576"/>
                  </a:lnTo>
                  <a:lnTo>
                    <a:pt x="69310" y="403582"/>
                  </a:lnTo>
                  <a:lnTo>
                    <a:pt x="68997" y="414121"/>
                  </a:lnTo>
                  <a:lnTo>
                    <a:pt x="76028" y="419244"/>
                  </a:lnTo>
                  <a:lnTo>
                    <a:pt x="79959" y="425313"/>
                  </a:lnTo>
                  <a:lnTo>
                    <a:pt x="82971" y="424557"/>
                  </a:lnTo>
                  <a:lnTo>
                    <a:pt x="84292" y="424225"/>
                  </a:lnTo>
                  <a:lnTo>
                    <a:pt x="83262" y="419050"/>
                  </a:lnTo>
                  <a:lnTo>
                    <a:pt x="83970" y="413809"/>
                  </a:lnTo>
                  <a:lnTo>
                    <a:pt x="83879" y="411277"/>
                  </a:lnTo>
                  <a:lnTo>
                    <a:pt x="81146" y="407683"/>
                  </a:lnTo>
                  <a:lnTo>
                    <a:pt x="79334" y="404623"/>
                  </a:lnTo>
                  <a:lnTo>
                    <a:pt x="79785" y="402096"/>
                  </a:lnTo>
                  <a:lnTo>
                    <a:pt x="76215" y="399063"/>
                  </a:lnTo>
                  <a:lnTo>
                    <a:pt x="75541" y="395869"/>
                  </a:lnTo>
                  <a:lnTo>
                    <a:pt x="77979" y="394672"/>
                  </a:lnTo>
                  <a:lnTo>
                    <a:pt x="77721" y="388712"/>
                  </a:lnTo>
                  <a:lnTo>
                    <a:pt x="77661" y="387313"/>
                  </a:lnTo>
                  <a:lnTo>
                    <a:pt x="74630" y="386802"/>
                  </a:lnTo>
                  <a:lnTo>
                    <a:pt x="72634" y="381579"/>
                  </a:lnTo>
                  <a:lnTo>
                    <a:pt x="76981" y="380714"/>
                  </a:lnTo>
                  <a:lnTo>
                    <a:pt x="77550" y="378120"/>
                  </a:lnTo>
                  <a:lnTo>
                    <a:pt x="80751" y="378793"/>
                  </a:lnTo>
                  <a:lnTo>
                    <a:pt x="85583" y="376333"/>
                  </a:lnTo>
                  <a:lnTo>
                    <a:pt x="85348" y="375445"/>
                  </a:lnTo>
                  <a:lnTo>
                    <a:pt x="84166" y="370981"/>
                  </a:lnTo>
                  <a:lnTo>
                    <a:pt x="78897" y="365973"/>
                  </a:lnTo>
                  <a:lnTo>
                    <a:pt x="78599" y="366023"/>
                  </a:lnTo>
                  <a:lnTo>
                    <a:pt x="71816" y="367167"/>
                  </a:lnTo>
                  <a:lnTo>
                    <a:pt x="71608" y="367201"/>
                  </a:lnTo>
                  <a:lnTo>
                    <a:pt x="69377" y="373596"/>
                  </a:lnTo>
                  <a:lnTo>
                    <a:pt x="71678" y="377569"/>
                  </a:lnTo>
                  <a:lnTo>
                    <a:pt x="68646" y="379442"/>
                  </a:lnTo>
                  <a:lnTo>
                    <a:pt x="67806" y="383351"/>
                  </a:lnTo>
                  <a:lnTo>
                    <a:pt x="69712" y="386517"/>
                  </a:lnTo>
                  <a:lnTo>
                    <a:pt x="70815" y="390586"/>
                  </a:lnTo>
                  <a:lnTo>
                    <a:pt x="65894" y="391612"/>
                  </a:lnTo>
                  <a:lnTo>
                    <a:pt x="62376" y="390292"/>
                  </a:lnTo>
                  <a:lnTo>
                    <a:pt x="59094" y="385226"/>
                  </a:lnTo>
                  <a:lnTo>
                    <a:pt x="54642" y="381058"/>
                  </a:lnTo>
                  <a:lnTo>
                    <a:pt x="52743" y="381703"/>
                  </a:lnTo>
                  <a:lnTo>
                    <a:pt x="50210" y="377125"/>
                  </a:lnTo>
                  <a:lnTo>
                    <a:pt x="48279" y="372769"/>
                  </a:lnTo>
                  <a:lnTo>
                    <a:pt x="45239" y="368194"/>
                  </a:lnTo>
                  <a:lnTo>
                    <a:pt x="40049" y="365302"/>
                  </a:lnTo>
                  <a:lnTo>
                    <a:pt x="36847" y="368041"/>
                  </a:lnTo>
                  <a:lnTo>
                    <a:pt x="34624" y="366383"/>
                  </a:lnTo>
                  <a:lnTo>
                    <a:pt x="40476" y="357915"/>
                  </a:lnTo>
                  <a:lnTo>
                    <a:pt x="42380" y="352652"/>
                  </a:lnTo>
                  <a:lnTo>
                    <a:pt x="41561" y="346683"/>
                  </a:lnTo>
                  <a:lnTo>
                    <a:pt x="42426" y="343630"/>
                  </a:lnTo>
                  <a:lnTo>
                    <a:pt x="41823" y="341368"/>
                  </a:lnTo>
                  <a:lnTo>
                    <a:pt x="41789" y="341237"/>
                  </a:lnTo>
                  <a:lnTo>
                    <a:pt x="38571" y="340089"/>
                  </a:lnTo>
                  <a:lnTo>
                    <a:pt x="38400" y="336719"/>
                  </a:lnTo>
                  <a:lnTo>
                    <a:pt x="38531" y="331627"/>
                  </a:lnTo>
                  <a:lnTo>
                    <a:pt x="35123" y="322810"/>
                  </a:lnTo>
                  <a:lnTo>
                    <a:pt x="30451" y="318102"/>
                  </a:lnTo>
                  <a:lnTo>
                    <a:pt x="26298" y="311830"/>
                  </a:lnTo>
                  <a:lnTo>
                    <a:pt x="25856" y="308798"/>
                  </a:lnTo>
                  <a:lnTo>
                    <a:pt x="22187" y="298159"/>
                  </a:lnTo>
                  <a:lnTo>
                    <a:pt x="18377" y="293112"/>
                  </a:lnTo>
                  <a:lnTo>
                    <a:pt x="17263" y="290395"/>
                  </a:lnTo>
                  <a:lnTo>
                    <a:pt x="15941" y="287165"/>
                  </a:lnTo>
                  <a:lnTo>
                    <a:pt x="12645" y="281940"/>
                  </a:lnTo>
                  <a:lnTo>
                    <a:pt x="11932" y="279062"/>
                  </a:lnTo>
                  <a:lnTo>
                    <a:pt x="9575" y="274574"/>
                  </a:lnTo>
                  <a:lnTo>
                    <a:pt x="9102" y="270547"/>
                  </a:lnTo>
                  <a:lnTo>
                    <a:pt x="13429" y="265670"/>
                  </a:lnTo>
                  <a:lnTo>
                    <a:pt x="13889" y="256126"/>
                  </a:lnTo>
                  <a:lnTo>
                    <a:pt x="12621" y="249387"/>
                  </a:lnTo>
                  <a:lnTo>
                    <a:pt x="12319" y="242063"/>
                  </a:lnTo>
                  <a:lnTo>
                    <a:pt x="12745" y="233861"/>
                  </a:lnTo>
                  <a:lnTo>
                    <a:pt x="15489" y="226703"/>
                  </a:lnTo>
                  <a:lnTo>
                    <a:pt x="21161" y="218510"/>
                  </a:lnTo>
                  <a:lnTo>
                    <a:pt x="21781" y="212300"/>
                  </a:lnTo>
                  <a:lnTo>
                    <a:pt x="22616" y="206717"/>
                  </a:lnTo>
                  <a:lnTo>
                    <a:pt x="21168" y="202654"/>
                  </a:lnTo>
                  <a:lnTo>
                    <a:pt x="22363" y="192861"/>
                  </a:lnTo>
                  <a:lnTo>
                    <a:pt x="19504" y="189110"/>
                  </a:lnTo>
                  <a:lnTo>
                    <a:pt x="17896" y="183091"/>
                  </a:lnTo>
                  <a:lnTo>
                    <a:pt x="15296" y="174941"/>
                  </a:lnTo>
                  <a:lnTo>
                    <a:pt x="14901" y="173700"/>
                  </a:lnTo>
                  <a:lnTo>
                    <a:pt x="12976" y="172368"/>
                  </a:lnTo>
                  <a:lnTo>
                    <a:pt x="13204" y="167107"/>
                  </a:lnTo>
                  <a:lnTo>
                    <a:pt x="10741" y="162816"/>
                  </a:lnTo>
                  <a:lnTo>
                    <a:pt x="8016" y="160657"/>
                  </a:lnTo>
                  <a:lnTo>
                    <a:pt x="4821" y="154658"/>
                  </a:lnTo>
                  <a:lnTo>
                    <a:pt x="879" y="147866"/>
                  </a:lnTo>
                  <a:lnTo>
                    <a:pt x="0" y="146006"/>
                  </a:lnTo>
                  <a:lnTo>
                    <a:pt x="2404" y="140166"/>
                  </a:lnTo>
                  <a:lnTo>
                    <a:pt x="2701" y="136200"/>
                  </a:lnTo>
                  <a:lnTo>
                    <a:pt x="1452" y="1299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4998276" y="2829319"/>
              <a:ext cx="8312" cy="14221"/>
            </a:xfrm>
            <a:custGeom>
              <a:avLst/>
              <a:pathLst>
                <a:path w="8312" h="14221">
                  <a:moveTo>
                    <a:pt x="351" y="3532"/>
                  </a:moveTo>
                  <a:lnTo>
                    <a:pt x="5949" y="0"/>
                  </a:lnTo>
                  <a:lnTo>
                    <a:pt x="8312" y="2963"/>
                  </a:lnTo>
                  <a:lnTo>
                    <a:pt x="5393" y="8828"/>
                  </a:lnTo>
                  <a:lnTo>
                    <a:pt x="4257" y="14221"/>
                  </a:lnTo>
                  <a:lnTo>
                    <a:pt x="0" y="98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46515" y="2721018"/>
              <a:ext cx="16532" cy="12924"/>
            </a:xfrm>
            <a:custGeom>
              <a:avLst/>
              <a:pathLst>
                <a:path w="16532" h="12924">
                  <a:moveTo>
                    <a:pt x="0" y="3551"/>
                  </a:moveTo>
                  <a:lnTo>
                    <a:pt x="2075" y="2260"/>
                  </a:lnTo>
                  <a:lnTo>
                    <a:pt x="7247" y="0"/>
                  </a:lnTo>
                  <a:lnTo>
                    <a:pt x="12782" y="923"/>
                  </a:lnTo>
                  <a:lnTo>
                    <a:pt x="13950" y="2536"/>
                  </a:lnTo>
                  <a:lnTo>
                    <a:pt x="16532" y="7224"/>
                  </a:lnTo>
                  <a:lnTo>
                    <a:pt x="16061" y="9578"/>
                  </a:lnTo>
                  <a:lnTo>
                    <a:pt x="14774" y="11533"/>
                  </a:lnTo>
                  <a:lnTo>
                    <a:pt x="9592" y="12924"/>
                  </a:lnTo>
                  <a:lnTo>
                    <a:pt x="6541" y="8882"/>
                  </a:lnTo>
                  <a:lnTo>
                    <a:pt x="4287" y="6538"/>
                  </a:lnTo>
                  <a:lnTo>
                    <a:pt x="761" y="54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30960" y="2727554"/>
              <a:ext cx="367711" cy="393565"/>
            </a:xfrm>
            <a:custGeom>
              <a:avLst/>
              <a:pathLst>
                <a:path w="367711" h="393565">
                  <a:moveTo>
                    <a:pt x="35" y="131665"/>
                  </a:moveTo>
                  <a:lnTo>
                    <a:pt x="525" y="125311"/>
                  </a:lnTo>
                  <a:lnTo>
                    <a:pt x="2191" y="123896"/>
                  </a:lnTo>
                  <a:lnTo>
                    <a:pt x="3039" y="123175"/>
                  </a:lnTo>
                  <a:lnTo>
                    <a:pt x="5657" y="118197"/>
                  </a:lnTo>
                  <a:lnTo>
                    <a:pt x="6341" y="114105"/>
                  </a:lnTo>
                  <a:lnTo>
                    <a:pt x="8302" y="109619"/>
                  </a:lnTo>
                  <a:lnTo>
                    <a:pt x="11955" y="105673"/>
                  </a:lnTo>
                  <a:lnTo>
                    <a:pt x="16402" y="103325"/>
                  </a:lnTo>
                  <a:lnTo>
                    <a:pt x="18339" y="101023"/>
                  </a:lnTo>
                  <a:lnTo>
                    <a:pt x="22775" y="100357"/>
                  </a:lnTo>
                  <a:lnTo>
                    <a:pt x="23945" y="97641"/>
                  </a:lnTo>
                  <a:lnTo>
                    <a:pt x="27280" y="95788"/>
                  </a:lnTo>
                  <a:lnTo>
                    <a:pt x="29812" y="95891"/>
                  </a:lnTo>
                  <a:lnTo>
                    <a:pt x="30330" y="92597"/>
                  </a:lnTo>
                  <a:lnTo>
                    <a:pt x="32839" y="90380"/>
                  </a:lnTo>
                  <a:lnTo>
                    <a:pt x="32144" y="83067"/>
                  </a:lnTo>
                  <a:lnTo>
                    <a:pt x="31416" y="75421"/>
                  </a:lnTo>
                  <a:lnTo>
                    <a:pt x="29987" y="60151"/>
                  </a:lnTo>
                  <a:lnTo>
                    <a:pt x="29339" y="53241"/>
                  </a:lnTo>
                  <a:lnTo>
                    <a:pt x="27911" y="38462"/>
                  </a:lnTo>
                  <a:lnTo>
                    <a:pt x="33132" y="37823"/>
                  </a:lnTo>
                  <a:lnTo>
                    <a:pt x="34218" y="35003"/>
                  </a:lnTo>
                  <a:lnTo>
                    <a:pt x="36297" y="31565"/>
                  </a:lnTo>
                  <a:lnTo>
                    <a:pt x="38869" y="31058"/>
                  </a:lnTo>
                  <a:lnTo>
                    <a:pt x="42061" y="32871"/>
                  </a:lnTo>
                  <a:lnTo>
                    <a:pt x="44239" y="33015"/>
                  </a:lnTo>
                  <a:lnTo>
                    <a:pt x="47673" y="34801"/>
                  </a:lnTo>
                  <a:lnTo>
                    <a:pt x="52122" y="33669"/>
                  </a:lnTo>
                  <a:lnTo>
                    <a:pt x="56159" y="33261"/>
                  </a:lnTo>
                  <a:lnTo>
                    <a:pt x="66265" y="28248"/>
                  </a:lnTo>
                  <a:lnTo>
                    <a:pt x="70340" y="25794"/>
                  </a:lnTo>
                  <a:lnTo>
                    <a:pt x="71721" y="25649"/>
                  </a:lnTo>
                  <a:lnTo>
                    <a:pt x="74145" y="25395"/>
                  </a:lnTo>
                  <a:lnTo>
                    <a:pt x="79811" y="21922"/>
                  </a:lnTo>
                  <a:lnTo>
                    <a:pt x="82796" y="20843"/>
                  </a:lnTo>
                  <a:lnTo>
                    <a:pt x="85283" y="18017"/>
                  </a:lnTo>
                  <a:lnTo>
                    <a:pt x="88677" y="16750"/>
                  </a:lnTo>
                  <a:lnTo>
                    <a:pt x="91089" y="13818"/>
                  </a:lnTo>
                  <a:lnTo>
                    <a:pt x="93951" y="15468"/>
                  </a:lnTo>
                  <a:lnTo>
                    <a:pt x="95931" y="12998"/>
                  </a:lnTo>
                  <a:lnTo>
                    <a:pt x="98424" y="11877"/>
                  </a:lnTo>
                  <a:lnTo>
                    <a:pt x="101359" y="9446"/>
                  </a:lnTo>
                  <a:lnTo>
                    <a:pt x="104124" y="7125"/>
                  </a:lnTo>
                  <a:lnTo>
                    <a:pt x="103268" y="2169"/>
                  </a:lnTo>
                  <a:lnTo>
                    <a:pt x="106976" y="0"/>
                  </a:lnTo>
                  <a:lnTo>
                    <a:pt x="111645" y="2973"/>
                  </a:lnTo>
                  <a:lnTo>
                    <a:pt x="114678" y="4749"/>
                  </a:lnTo>
                  <a:lnTo>
                    <a:pt x="118792" y="8241"/>
                  </a:lnTo>
                  <a:lnTo>
                    <a:pt x="116307" y="14871"/>
                  </a:lnTo>
                  <a:lnTo>
                    <a:pt x="113164" y="20361"/>
                  </a:lnTo>
                  <a:lnTo>
                    <a:pt x="112235" y="22757"/>
                  </a:lnTo>
                  <a:lnTo>
                    <a:pt x="114339" y="26117"/>
                  </a:lnTo>
                  <a:lnTo>
                    <a:pt x="110997" y="30169"/>
                  </a:lnTo>
                  <a:lnTo>
                    <a:pt x="110360" y="33908"/>
                  </a:lnTo>
                  <a:lnTo>
                    <a:pt x="109222" y="36247"/>
                  </a:lnTo>
                  <a:lnTo>
                    <a:pt x="111107" y="36481"/>
                  </a:lnTo>
                  <a:lnTo>
                    <a:pt x="112776" y="36687"/>
                  </a:lnTo>
                  <a:lnTo>
                    <a:pt x="116617" y="33303"/>
                  </a:lnTo>
                  <a:lnTo>
                    <a:pt x="118591" y="32285"/>
                  </a:lnTo>
                  <a:lnTo>
                    <a:pt x="120750" y="30131"/>
                  </a:lnTo>
                  <a:lnTo>
                    <a:pt x="121362" y="25960"/>
                  </a:lnTo>
                  <a:lnTo>
                    <a:pt x="126302" y="29572"/>
                  </a:lnTo>
                  <a:lnTo>
                    <a:pt x="132821" y="34197"/>
                  </a:lnTo>
                  <a:lnTo>
                    <a:pt x="133831" y="33958"/>
                  </a:lnTo>
                  <a:lnTo>
                    <a:pt x="136367" y="33356"/>
                  </a:lnTo>
                  <a:lnTo>
                    <a:pt x="140783" y="35339"/>
                  </a:lnTo>
                  <a:lnTo>
                    <a:pt x="141907" y="34793"/>
                  </a:lnTo>
                  <a:lnTo>
                    <a:pt x="144117" y="37422"/>
                  </a:lnTo>
                  <a:lnTo>
                    <a:pt x="147244" y="35294"/>
                  </a:lnTo>
                  <a:lnTo>
                    <a:pt x="150400" y="37985"/>
                  </a:lnTo>
                  <a:lnTo>
                    <a:pt x="154879" y="39125"/>
                  </a:lnTo>
                  <a:lnTo>
                    <a:pt x="159164" y="45694"/>
                  </a:lnTo>
                  <a:lnTo>
                    <a:pt x="162362" y="52767"/>
                  </a:lnTo>
                  <a:lnTo>
                    <a:pt x="174350" y="54570"/>
                  </a:lnTo>
                  <a:lnTo>
                    <a:pt x="192584" y="57253"/>
                  </a:lnTo>
                  <a:lnTo>
                    <a:pt x="226945" y="62094"/>
                  </a:lnTo>
                  <a:lnTo>
                    <a:pt x="233540" y="64945"/>
                  </a:lnTo>
                  <a:lnTo>
                    <a:pt x="237382" y="66600"/>
                  </a:lnTo>
                  <a:lnTo>
                    <a:pt x="245333" y="70013"/>
                  </a:lnTo>
                  <a:lnTo>
                    <a:pt x="249629" y="68899"/>
                  </a:lnTo>
                  <a:lnTo>
                    <a:pt x="253233" y="69539"/>
                  </a:lnTo>
                  <a:lnTo>
                    <a:pt x="253493" y="69586"/>
                  </a:lnTo>
                  <a:lnTo>
                    <a:pt x="255094" y="71530"/>
                  </a:lnTo>
                  <a:lnTo>
                    <a:pt x="257790" y="71026"/>
                  </a:lnTo>
                  <a:lnTo>
                    <a:pt x="258647" y="68709"/>
                  </a:lnTo>
                  <a:lnTo>
                    <a:pt x="262651" y="67625"/>
                  </a:lnTo>
                  <a:lnTo>
                    <a:pt x="270261" y="70211"/>
                  </a:lnTo>
                  <a:lnTo>
                    <a:pt x="271908" y="68899"/>
                  </a:lnTo>
                  <a:lnTo>
                    <a:pt x="276611" y="71106"/>
                  </a:lnTo>
                  <a:lnTo>
                    <a:pt x="280400" y="70225"/>
                  </a:lnTo>
                  <a:lnTo>
                    <a:pt x="284751" y="71005"/>
                  </a:lnTo>
                  <a:lnTo>
                    <a:pt x="288880" y="72624"/>
                  </a:lnTo>
                  <a:lnTo>
                    <a:pt x="292006" y="76339"/>
                  </a:lnTo>
                  <a:lnTo>
                    <a:pt x="288997" y="81621"/>
                  </a:lnTo>
                  <a:lnTo>
                    <a:pt x="291094" y="83359"/>
                  </a:lnTo>
                  <a:lnTo>
                    <a:pt x="294227" y="84134"/>
                  </a:lnTo>
                  <a:lnTo>
                    <a:pt x="294776" y="84270"/>
                  </a:lnTo>
                  <a:lnTo>
                    <a:pt x="297808" y="82659"/>
                  </a:lnTo>
                  <a:lnTo>
                    <a:pt x="299982" y="85149"/>
                  </a:lnTo>
                  <a:lnTo>
                    <a:pt x="305408" y="85151"/>
                  </a:lnTo>
                  <a:lnTo>
                    <a:pt x="308683" y="87532"/>
                  </a:lnTo>
                  <a:lnTo>
                    <a:pt x="310644" y="88956"/>
                  </a:lnTo>
                  <a:lnTo>
                    <a:pt x="312508" y="91329"/>
                  </a:lnTo>
                  <a:lnTo>
                    <a:pt x="310124" y="93553"/>
                  </a:lnTo>
                  <a:lnTo>
                    <a:pt x="313580" y="96974"/>
                  </a:lnTo>
                  <a:lnTo>
                    <a:pt x="313453" y="100072"/>
                  </a:lnTo>
                  <a:lnTo>
                    <a:pt x="313093" y="104635"/>
                  </a:lnTo>
                  <a:lnTo>
                    <a:pt x="313687" y="109170"/>
                  </a:lnTo>
                  <a:lnTo>
                    <a:pt x="311525" y="112098"/>
                  </a:lnTo>
                  <a:lnTo>
                    <a:pt x="311629" y="116665"/>
                  </a:lnTo>
                  <a:lnTo>
                    <a:pt x="311754" y="120243"/>
                  </a:lnTo>
                  <a:lnTo>
                    <a:pt x="315609" y="119603"/>
                  </a:lnTo>
                  <a:lnTo>
                    <a:pt x="318625" y="119013"/>
                  </a:lnTo>
                  <a:lnTo>
                    <a:pt x="320943" y="116073"/>
                  </a:lnTo>
                  <a:lnTo>
                    <a:pt x="324173" y="116928"/>
                  </a:lnTo>
                  <a:lnTo>
                    <a:pt x="324263" y="121618"/>
                  </a:lnTo>
                  <a:lnTo>
                    <a:pt x="322518" y="128272"/>
                  </a:lnTo>
                  <a:lnTo>
                    <a:pt x="321302" y="132783"/>
                  </a:lnTo>
                  <a:lnTo>
                    <a:pt x="324799" y="136422"/>
                  </a:lnTo>
                  <a:lnTo>
                    <a:pt x="328276" y="139850"/>
                  </a:lnTo>
                  <a:lnTo>
                    <a:pt x="331994" y="140271"/>
                  </a:lnTo>
                  <a:lnTo>
                    <a:pt x="330483" y="145004"/>
                  </a:lnTo>
                  <a:lnTo>
                    <a:pt x="331123" y="151035"/>
                  </a:lnTo>
                  <a:lnTo>
                    <a:pt x="327077" y="151896"/>
                  </a:lnTo>
                  <a:lnTo>
                    <a:pt x="323149" y="153528"/>
                  </a:lnTo>
                  <a:lnTo>
                    <a:pt x="320159" y="154769"/>
                  </a:lnTo>
                  <a:lnTo>
                    <a:pt x="318672" y="157656"/>
                  </a:lnTo>
                  <a:lnTo>
                    <a:pt x="319652" y="162027"/>
                  </a:lnTo>
                  <a:lnTo>
                    <a:pt x="318858" y="163602"/>
                  </a:lnTo>
                  <a:lnTo>
                    <a:pt x="316292" y="167494"/>
                  </a:lnTo>
                  <a:lnTo>
                    <a:pt x="314825" y="173335"/>
                  </a:lnTo>
                  <a:lnTo>
                    <a:pt x="312689" y="176874"/>
                  </a:lnTo>
                  <a:lnTo>
                    <a:pt x="312370" y="180737"/>
                  </a:lnTo>
                  <a:lnTo>
                    <a:pt x="312268" y="181975"/>
                  </a:lnTo>
                  <a:lnTo>
                    <a:pt x="313189" y="186747"/>
                  </a:lnTo>
                  <a:lnTo>
                    <a:pt x="311026" y="190362"/>
                  </a:lnTo>
                  <a:lnTo>
                    <a:pt x="313678" y="192959"/>
                  </a:lnTo>
                  <a:lnTo>
                    <a:pt x="317640" y="193219"/>
                  </a:lnTo>
                  <a:lnTo>
                    <a:pt x="319851" y="188899"/>
                  </a:lnTo>
                  <a:lnTo>
                    <a:pt x="321388" y="185590"/>
                  </a:lnTo>
                  <a:lnTo>
                    <a:pt x="326675" y="182019"/>
                  </a:lnTo>
                  <a:lnTo>
                    <a:pt x="327343" y="180623"/>
                  </a:lnTo>
                  <a:lnTo>
                    <a:pt x="327965" y="179323"/>
                  </a:lnTo>
                  <a:lnTo>
                    <a:pt x="328505" y="178353"/>
                  </a:lnTo>
                  <a:lnTo>
                    <a:pt x="329392" y="176760"/>
                  </a:lnTo>
                  <a:lnTo>
                    <a:pt x="328906" y="174025"/>
                  </a:lnTo>
                  <a:lnTo>
                    <a:pt x="332531" y="166809"/>
                  </a:lnTo>
                  <a:lnTo>
                    <a:pt x="335835" y="161535"/>
                  </a:lnTo>
                  <a:lnTo>
                    <a:pt x="338867" y="160556"/>
                  </a:lnTo>
                  <a:lnTo>
                    <a:pt x="339681" y="159338"/>
                  </a:lnTo>
                  <a:lnTo>
                    <a:pt x="343697" y="157227"/>
                  </a:lnTo>
                  <a:lnTo>
                    <a:pt x="346310" y="152479"/>
                  </a:lnTo>
                  <a:lnTo>
                    <a:pt x="348731" y="144987"/>
                  </a:lnTo>
                  <a:lnTo>
                    <a:pt x="352197" y="138342"/>
                  </a:lnTo>
                  <a:lnTo>
                    <a:pt x="352640" y="130553"/>
                  </a:lnTo>
                  <a:lnTo>
                    <a:pt x="356436" y="129424"/>
                  </a:lnTo>
                  <a:lnTo>
                    <a:pt x="359201" y="125678"/>
                  </a:lnTo>
                  <a:lnTo>
                    <a:pt x="359325" y="121413"/>
                  </a:lnTo>
                  <a:lnTo>
                    <a:pt x="361950" y="117766"/>
                  </a:lnTo>
                  <a:lnTo>
                    <a:pt x="364344" y="116801"/>
                  </a:lnTo>
                  <a:lnTo>
                    <a:pt x="366870" y="117160"/>
                  </a:lnTo>
                  <a:lnTo>
                    <a:pt x="367711" y="122719"/>
                  </a:lnTo>
                  <a:lnTo>
                    <a:pt x="364273" y="126910"/>
                  </a:lnTo>
                  <a:lnTo>
                    <a:pt x="364911" y="131478"/>
                  </a:lnTo>
                  <a:lnTo>
                    <a:pt x="364628" y="136529"/>
                  </a:lnTo>
                  <a:lnTo>
                    <a:pt x="360878" y="143135"/>
                  </a:lnTo>
                  <a:lnTo>
                    <a:pt x="358762" y="149270"/>
                  </a:lnTo>
                  <a:lnTo>
                    <a:pt x="358523" y="154894"/>
                  </a:lnTo>
                  <a:lnTo>
                    <a:pt x="354950" y="160204"/>
                  </a:lnTo>
                  <a:lnTo>
                    <a:pt x="353149" y="166046"/>
                  </a:lnTo>
                  <a:lnTo>
                    <a:pt x="350967" y="174999"/>
                  </a:lnTo>
                  <a:lnTo>
                    <a:pt x="349953" y="179139"/>
                  </a:lnTo>
                  <a:lnTo>
                    <a:pt x="347754" y="183519"/>
                  </a:lnTo>
                  <a:lnTo>
                    <a:pt x="346245" y="195033"/>
                  </a:lnTo>
                  <a:lnTo>
                    <a:pt x="345260" y="207143"/>
                  </a:lnTo>
                  <a:lnTo>
                    <a:pt x="345214" y="207701"/>
                  </a:lnTo>
                  <a:lnTo>
                    <a:pt x="347515" y="212858"/>
                  </a:lnTo>
                  <a:lnTo>
                    <a:pt x="349072" y="217030"/>
                  </a:lnTo>
                  <a:lnTo>
                    <a:pt x="347727" y="221828"/>
                  </a:lnTo>
                  <a:lnTo>
                    <a:pt x="344290" y="224873"/>
                  </a:lnTo>
                  <a:lnTo>
                    <a:pt x="341554" y="229765"/>
                  </a:lnTo>
                  <a:lnTo>
                    <a:pt x="340349" y="240356"/>
                  </a:lnTo>
                  <a:lnTo>
                    <a:pt x="339460" y="247109"/>
                  </a:lnTo>
                  <a:lnTo>
                    <a:pt x="339236" y="248802"/>
                  </a:lnTo>
                  <a:lnTo>
                    <a:pt x="340673" y="254260"/>
                  </a:lnTo>
                  <a:lnTo>
                    <a:pt x="342888" y="257789"/>
                  </a:lnTo>
                  <a:lnTo>
                    <a:pt x="342974" y="261765"/>
                  </a:lnTo>
                  <a:lnTo>
                    <a:pt x="343670" y="265549"/>
                  </a:lnTo>
                  <a:lnTo>
                    <a:pt x="339897" y="276575"/>
                  </a:lnTo>
                  <a:lnTo>
                    <a:pt x="340103" y="278342"/>
                  </a:lnTo>
                  <a:lnTo>
                    <a:pt x="340618" y="282770"/>
                  </a:lnTo>
                  <a:lnTo>
                    <a:pt x="338534" y="289554"/>
                  </a:lnTo>
                  <a:lnTo>
                    <a:pt x="336936" y="299932"/>
                  </a:lnTo>
                  <a:lnTo>
                    <a:pt x="337912" y="309700"/>
                  </a:lnTo>
                  <a:lnTo>
                    <a:pt x="337957" y="310139"/>
                  </a:lnTo>
                  <a:lnTo>
                    <a:pt x="338561" y="315988"/>
                  </a:lnTo>
                  <a:lnTo>
                    <a:pt x="341283" y="321094"/>
                  </a:lnTo>
                  <a:lnTo>
                    <a:pt x="340276" y="325604"/>
                  </a:lnTo>
                  <a:lnTo>
                    <a:pt x="342091" y="328039"/>
                  </a:lnTo>
                  <a:lnTo>
                    <a:pt x="344589" y="331386"/>
                  </a:lnTo>
                  <a:lnTo>
                    <a:pt x="346214" y="338980"/>
                  </a:lnTo>
                  <a:lnTo>
                    <a:pt x="347278" y="340116"/>
                  </a:lnTo>
                  <a:lnTo>
                    <a:pt x="351506" y="344623"/>
                  </a:lnTo>
                  <a:lnTo>
                    <a:pt x="351414" y="352179"/>
                  </a:lnTo>
                  <a:lnTo>
                    <a:pt x="350747" y="355195"/>
                  </a:lnTo>
                  <a:lnTo>
                    <a:pt x="350248" y="357449"/>
                  </a:lnTo>
                  <a:lnTo>
                    <a:pt x="351171" y="363121"/>
                  </a:lnTo>
                  <a:lnTo>
                    <a:pt x="353117" y="370658"/>
                  </a:lnTo>
                  <a:lnTo>
                    <a:pt x="327390" y="374127"/>
                  </a:lnTo>
                  <a:lnTo>
                    <a:pt x="326260" y="374277"/>
                  </a:lnTo>
                  <a:lnTo>
                    <a:pt x="320609" y="375124"/>
                  </a:lnTo>
                  <a:lnTo>
                    <a:pt x="309862" y="376718"/>
                  </a:lnTo>
                  <a:lnTo>
                    <a:pt x="307590" y="377052"/>
                  </a:lnTo>
                  <a:lnTo>
                    <a:pt x="294681" y="378982"/>
                  </a:lnTo>
                  <a:lnTo>
                    <a:pt x="290214" y="379553"/>
                  </a:lnTo>
                  <a:lnTo>
                    <a:pt x="279636" y="380890"/>
                  </a:lnTo>
                  <a:lnTo>
                    <a:pt x="273014" y="381716"/>
                  </a:lnTo>
                  <a:lnTo>
                    <a:pt x="271427" y="381904"/>
                  </a:lnTo>
                  <a:lnTo>
                    <a:pt x="252133" y="384157"/>
                  </a:lnTo>
                  <a:lnTo>
                    <a:pt x="249829" y="384421"/>
                  </a:lnTo>
                  <a:lnTo>
                    <a:pt x="243890" y="385097"/>
                  </a:lnTo>
                  <a:lnTo>
                    <a:pt x="221611" y="387628"/>
                  </a:lnTo>
                  <a:lnTo>
                    <a:pt x="215858" y="388266"/>
                  </a:lnTo>
                  <a:lnTo>
                    <a:pt x="196660" y="390434"/>
                  </a:lnTo>
                  <a:lnTo>
                    <a:pt x="183528" y="392050"/>
                  </a:lnTo>
                  <a:lnTo>
                    <a:pt x="182840" y="392133"/>
                  </a:lnTo>
                  <a:lnTo>
                    <a:pt x="169512" y="393565"/>
                  </a:lnTo>
                  <a:lnTo>
                    <a:pt x="166908" y="387790"/>
                  </a:lnTo>
                  <a:lnTo>
                    <a:pt x="164601" y="383610"/>
                  </a:lnTo>
                  <a:lnTo>
                    <a:pt x="161648" y="382242"/>
                  </a:lnTo>
                  <a:lnTo>
                    <a:pt x="154435" y="381341"/>
                  </a:lnTo>
                  <a:lnTo>
                    <a:pt x="151473" y="380827"/>
                  </a:lnTo>
                  <a:lnTo>
                    <a:pt x="148503" y="380310"/>
                  </a:lnTo>
                  <a:lnTo>
                    <a:pt x="143278" y="377706"/>
                  </a:lnTo>
                  <a:lnTo>
                    <a:pt x="139299" y="373160"/>
                  </a:lnTo>
                  <a:lnTo>
                    <a:pt x="136649" y="365527"/>
                  </a:lnTo>
                  <a:lnTo>
                    <a:pt x="133757" y="362337"/>
                  </a:lnTo>
                  <a:lnTo>
                    <a:pt x="131954" y="356118"/>
                  </a:lnTo>
                  <a:lnTo>
                    <a:pt x="131615" y="355112"/>
                  </a:lnTo>
                  <a:lnTo>
                    <a:pt x="130132" y="350708"/>
                  </a:lnTo>
                  <a:lnTo>
                    <a:pt x="129727" y="347050"/>
                  </a:lnTo>
                  <a:lnTo>
                    <a:pt x="129196" y="342260"/>
                  </a:lnTo>
                  <a:lnTo>
                    <a:pt x="131454" y="338473"/>
                  </a:lnTo>
                  <a:lnTo>
                    <a:pt x="133995" y="333963"/>
                  </a:lnTo>
                  <a:lnTo>
                    <a:pt x="135580" y="330930"/>
                  </a:lnTo>
                  <a:lnTo>
                    <a:pt x="131859" y="326020"/>
                  </a:lnTo>
                  <a:lnTo>
                    <a:pt x="128620" y="324487"/>
                  </a:lnTo>
                  <a:lnTo>
                    <a:pt x="124898" y="321432"/>
                  </a:lnTo>
                  <a:lnTo>
                    <a:pt x="125130" y="318789"/>
                  </a:lnTo>
                  <a:lnTo>
                    <a:pt x="124258" y="317422"/>
                  </a:lnTo>
                  <a:lnTo>
                    <a:pt x="122584" y="314795"/>
                  </a:lnTo>
                  <a:lnTo>
                    <a:pt x="123047" y="310326"/>
                  </a:lnTo>
                  <a:lnTo>
                    <a:pt x="121482" y="304767"/>
                  </a:lnTo>
                  <a:lnTo>
                    <a:pt x="119869" y="301776"/>
                  </a:lnTo>
                  <a:lnTo>
                    <a:pt x="117957" y="296079"/>
                  </a:lnTo>
                  <a:lnTo>
                    <a:pt x="118436" y="290767"/>
                  </a:lnTo>
                  <a:lnTo>
                    <a:pt x="118819" y="286504"/>
                  </a:lnTo>
                  <a:lnTo>
                    <a:pt x="115355" y="280282"/>
                  </a:lnTo>
                  <a:lnTo>
                    <a:pt x="115090" y="279806"/>
                  </a:lnTo>
                  <a:lnTo>
                    <a:pt x="110283" y="274575"/>
                  </a:lnTo>
                  <a:lnTo>
                    <a:pt x="105479" y="269111"/>
                  </a:lnTo>
                  <a:lnTo>
                    <a:pt x="104247" y="267709"/>
                  </a:lnTo>
                  <a:lnTo>
                    <a:pt x="96540" y="266497"/>
                  </a:lnTo>
                  <a:lnTo>
                    <a:pt x="95627" y="266352"/>
                  </a:lnTo>
                  <a:lnTo>
                    <a:pt x="90579" y="263562"/>
                  </a:lnTo>
                  <a:lnTo>
                    <a:pt x="85503" y="258319"/>
                  </a:lnTo>
                  <a:lnTo>
                    <a:pt x="78995" y="255831"/>
                  </a:lnTo>
                  <a:lnTo>
                    <a:pt x="76359" y="253160"/>
                  </a:lnTo>
                  <a:lnTo>
                    <a:pt x="73655" y="250416"/>
                  </a:lnTo>
                  <a:lnTo>
                    <a:pt x="71415" y="242897"/>
                  </a:lnTo>
                  <a:lnTo>
                    <a:pt x="68050" y="239314"/>
                  </a:lnTo>
                  <a:lnTo>
                    <a:pt x="60084" y="236318"/>
                  </a:lnTo>
                  <a:lnTo>
                    <a:pt x="58336" y="235658"/>
                  </a:lnTo>
                  <a:lnTo>
                    <a:pt x="50445" y="233621"/>
                  </a:lnTo>
                  <a:lnTo>
                    <a:pt x="49562" y="232921"/>
                  </a:lnTo>
                  <a:lnTo>
                    <a:pt x="46435" y="230443"/>
                  </a:lnTo>
                  <a:lnTo>
                    <a:pt x="44550" y="225948"/>
                  </a:lnTo>
                  <a:lnTo>
                    <a:pt x="44360" y="225854"/>
                  </a:lnTo>
                  <a:lnTo>
                    <a:pt x="41401" y="224385"/>
                  </a:lnTo>
                  <a:lnTo>
                    <a:pt x="39040" y="224665"/>
                  </a:lnTo>
                  <a:lnTo>
                    <a:pt x="29478" y="223829"/>
                  </a:lnTo>
                  <a:lnTo>
                    <a:pt x="24888" y="221123"/>
                  </a:lnTo>
                  <a:lnTo>
                    <a:pt x="19364" y="214817"/>
                  </a:lnTo>
                  <a:lnTo>
                    <a:pt x="16964" y="212767"/>
                  </a:lnTo>
                  <a:lnTo>
                    <a:pt x="12820" y="209221"/>
                  </a:lnTo>
                  <a:lnTo>
                    <a:pt x="11939" y="208466"/>
                  </a:lnTo>
                  <a:lnTo>
                    <a:pt x="13556" y="200675"/>
                  </a:lnTo>
                  <a:lnTo>
                    <a:pt x="13593" y="199995"/>
                  </a:lnTo>
                  <a:lnTo>
                    <a:pt x="13976" y="192885"/>
                  </a:lnTo>
                  <a:lnTo>
                    <a:pt x="12646" y="185811"/>
                  </a:lnTo>
                  <a:lnTo>
                    <a:pt x="9757" y="182252"/>
                  </a:lnTo>
                  <a:lnTo>
                    <a:pt x="10498" y="181284"/>
                  </a:lnTo>
                  <a:lnTo>
                    <a:pt x="13256" y="177672"/>
                  </a:lnTo>
                  <a:lnTo>
                    <a:pt x="10969" y="170612"/>
                  </a:lnTo>
                  <a:lnTo>
                    <a:pt x="10903" y="169292"/>
                  </a:lnTo>
                  <a:lnTo>
                    <a:pt x="10571" y="162661"/>
                  </a:lnTo>
                  <a:lnTo>
                    <a:pt x="11325" y="161605"/>
                  </a:lnTo>
                  <a:lnTo>
                    <a:pt x="14055" y="157774"/>
                  </a:lnTo>
                  <a:lnTo>
                    <a:pt x="16079" y="152282"/>
                  </a:lnTo>
                  <a:lnTo>
                    <a:pt x="16465" y="148524"/>
                  </a:lnTo>
                  <a:lnTo>
                    <a:pt x="13718" y="145720"/>
                  </a:lnTo>
                  <a:lnTo>
                    <a:pt x="10747" y="141243"/>
                  </a:lnTo>
                  <a:lnTo>
                    <a:pt x="8713" y="138595"/>
                  </a:lnTo>
                  <a:lnTo>
                    <a:pt x="5922" y="138369"/>
                  </a:lnTo>
                  <a:lnTo>
                    <a:pt x="931" y="137875"/>
                  </a:lnTo>
                  <a:lnTo>
                    <a:pt x="0" y="1321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04299" y="3359325"/>
              <a:ext cx="306420" cy="316481"/>
            </a:xfrm>
            <a:custGeom>
              <a:avLst/>
              <a:pathLst>
                <a:path w="306420" h="316481">
                  <a:moveTo>
                    <a:pt x="3460" y="243337"/>
                  </a:moveTo>
                  <a:lnTo>
                    <a:pt x="3739" y="239692"/>
                  </a:lnTo>
                  <a:lnTo>
                    <a:pt x="3796" y="238947"/>
                  </a:lnTo>
                  <a:lnTo>
                    <a:pt x="3306" y="232953"/>
                  </a:lnTo>
                  <a:lnTo>
                    <a:pt x="1038" y="230795"/>
                  </a:lnTo>
                  <a:lnTo>
                    <a:pt x="0" y="224036"/>
                  </a:lnTo>
                  <a:lnTo>
                    <a:pt x="2532" y="225080"/>
                  </a:lnTo>
                  <a:lnTo>
                    <a:pt x="5845" y="223434"/>
                  </a:lnTo>
                  <a:lnTo>
                    <a:pt x="9809" y="221460"/>
                  </a:lnTo>
                  <a:lnTo>
                    <a:pt x="14081" y="219828"/>
                  </a:lnTo>
                  <a:lnTo>
                    <a:pt x="17725" y="217721"/>
                  </a:lnTo>
                  <a:lnTo>
                    <a:pt x="18232" y="213337"/>
                  </a:lnTo>
                  <a:lnTo>
                    <a:pt x="17843" y="207609"/>
                  </a:lnTo>
                  <a:lnTo>
                    <a:pt x="18247" y="205742"/>
                  </a:lnTo>
                  <a:lnTo>
                    <a:pt x="18533" y="204423"/>
                  </a:lnTo>
                  <a:lnTo>
                    <a:pt x="22290" y="203784"/>
                  </a:lnTo>
                  <a:lnTo>
                    <a:pt x="24939" y="201676"/>
                  </a:lnTo>
                  <a:lnTo>
                    <a:pt x="23333" y="197384"/>
                  </a:lnTo>
                  <a:lnTo>
                    <a:pt x="20469" y="188849"/>
                  </a:lnTo>
                  <a:lnTo>
                    <a:pt x="19197" y="185282"/>
                  </a:lnTo>
                  <a:lnTo>
                    <a:pt x="22007" y="182669"/>
                  </a:lnTo>
                  <a:lnTo>
                    <a:pt x="22358" y="175231"/>
                  </a:lnTo>
                  <a:lnTo>
                    <a:pt x="23771" y="169890"/>
                  </a:lnTo>
                  <a:lnTo>
                    <a:pt x="24156" y="168431"/>
                  </a:lnTo>
                  <a:lnTo>
                    <a:pt x="26580" y="164084"/>
                  </a:lnTo>
                  <a:lnTo>
                    <a:pt x="28674" y="162555"/>
                  </a:lnTo>
                  <a:lnTo>
                    <a:pt x="33689" y="164741"/>
                  </a:lnTo>
                  <a:lnTo>
                    <a:pt x="37741" y="169633"/>
                  </a:lnTo>
                  <a:lnTo>
                    <a:pt x="42201" y="167152"/>
                  </a:lnTo>
                  <a:lnTo>
                    <a:pt x="45017" y="163347"/>
                  </a:lnTo>
                  <a:lnTo>
                    <a:pt x="42755" y="158428"/>
                  </a:lnTo>
                  <a:lnTo>
                    <a:pt x="40988" y="154853"/>
                  </a:lnTo>
                  <a:lnTo>
                    <a:pt x="44463" y="152244"/>
                  </a:lnTo>
                  <a:lnTo>
                    <a:pt x="44904" y="151913"/>
                  </a:lnTo>
                  <a:lnTo>
                    <a:pt x="42917" y="145580"/>
                  </a:lnTo>
                  <a:lnTo>
                    <a:pt x="42820" y="145270"/>
                  </a:lnTo>
                  <a:lnTo>
                    <a:pt x="44421" y="142515"/>
                  </a:lnTo>
                  <a:lnTo>
                    <a:pt x="44924" y="141648"/>
                  </a:lnTo>
                  <a:lnTo>
                    <a:pt x="46136" y="136406"/>
                  </a:lnTo>
                  <a:lnTo>
                    <a:pt x="50391" y="135296"/>
                  </a:lnTo>
                  <a:lnTo>
                    <a:pt x="53609" y="134487"/>
                  </a:lnTo>
                  <a:lnTo>
                    <a:pt x="52968" y="129657"/>
                  </a:lnTo>
                  <a:lnTo>
                    <a:pt x="55927" y="125109"/>
                  </a:lnTo>
                  <a:lnTo>
                    <a:pt x="58375" y="121263"/>
                  </a:lnTo>
                  <a:lnTo>
                    <a:pt x="61530" y="121874"/>
                  </a:lnTo>
                  <a:lnTo>
                    <a:pt x="63588" y="125313"/>
                  </a:lnTo>
                  <a:lnTo>
                    <a:pt x="65197" y="125216"/>
                  </a:lnTo>
                  <a:lnTo>
                    <a:pt x="66767" y="125122"/>
                  </a:lnTo>
                  <a:lnTo>
                    <a:pt x="72465" y="119767"/>
                  </a:lnTo>
                  <a:lnTo>
                    <a:pt x="75878" y="115255"/>
                  </a:lnTo>
                  <a:lnTo>
                    <a:pt x="79325" y="112748"/>
                  </a:lnTo>
                  <a:lnTo>
                    <a:pt x="79647" y="111913"/>
                  </a:lnTo>
                  <a:lnTo>
                    <a:pt x="81655" y="106698"/>
                  </a:lnTo>
                  <a:lnTo>
                    <a:pt x="83663" y="103633"/>
                  </a:lnTo>
                  <a:lnTo>
                    <a:pt x="88521" y="96196"/>
                  </a:lnTo>
                  <a:lnTo>
                    <a:pt x="92602" y="90127"/>
                  </a:lnTo>
                  <a:lnTo>
                    <a:pt x="94011" y="85305"/>
                  </a:lnTo>
                  <a:lnTo>
                    <a:pt x="93488" y="84752"/>
                  </a:lnTo>
                  <a:lnTo>
                    <a:pt x="90364" y="81446"/>
                  </a:lnTo>
                  <a:lnTo>
                    <a:pt x="92594" y="77484"/>
                  </a:lnTo>
                  <a:lnTo>
                    <a:pt x="91744" y="73475"/>
                  </a:lnTo>
                  <a:lnTo>
                    <a:pt x="91744" y="73213"/>
                  </a:lnTo>
                  <a:lnTo>
                    <a:pt x="91723" y="66934"/>
                  </a:lnTo>
                  <a:lnTo>
                    <a:pt x="93663" y="63591"/>
                  </a:lnTo>
                  <a:lnTo>
                    <a:pt x="94859" y="61426"/>
                  </a:lnTo>
                  <a:lnTo>
                    <a:pt x="93750" y="55922"/>
                  </a:lnTo>
                  <a:lnTo>
                    <a:pt x="92937" y="51892"/>
                  </a:lnTo>
                  <a:lnTo>
                    <a:pt x="93550" y="45203"/>
                  </a:lnTo>
                  <a:lnTo>
                    <a:pt x="93665" y="44668"/>
                  </a:lnTo>
                  <a:lnTo>
                    <a:pt x="94280" y="41787"/>
                  </a:lnTo>
                  <a:lnTo>
                    <a:pt x="95599" y="35590"/>
                  </a:lnTo>
                  <a:lnTo>
                    <a:pt x="97039" y="30429"/>
                  </a:lnTo>
                  <a:lnTo>
                    <a:pt x="93796" y="23745"/>
                  </a:lnTo>
                  <a:lnTo>
                    <a:pt x="93879" y="22836"/>
                  </a:lnTo>
                  <a:lnTo>
                    <a:pt x="94322" y="18016"/>
                  </a:lnTo>
                  <a:lnTo>
                    <a:pt x="91733" y="11885"/>
                  </a:lnTo>
                  <a:lnTo>
                    <a:pt x="87531" y="7225"/>
                  </a:lnTo>
                  <a:lnTo>
                    <a:pt x="89437" y="3338"/>
                  </a:lnTo>
                  <a:lnTo>
                    <a:pt x="92350" y="3037"/>
                  </a:lnTo>
                  <a:lnTo>
                    <a:pt x="96079" y="0"/>
                  </a:lnTo>
                  <a:lnTo>
                    <a:pt x="99297" y="13999"/>
                  </a:lnTo>
                  <a:lnTo>
                    <a:pt x="100844" y="20739"/>
                  </a:lnTo>
                  <a:lnTo>
                    <a:pt x="101988" y="25729"/>
                  </a:lnTo>
                  <a:lnTo>
                    <a:pt x="105608" y="41551"/>
                  </a:lnTo>
                  <a:lnTo>
                    <a:pt x="108444" y="53976"/>
                  </a:lnTo>
                  <a:lnTo>
                    <a:pt x="109514" y="58679"/>
                  </a:lnTo>
                  <a:lnTo>
                    <a:pt x="114256" y="79567"/>
                  </a:lnTo>
                  <a:lnTo>
                    <a:pt x="120702" y="78020"/>
                  </a:lnTo>
                  <a:lnTo>
                    <a:pt x="143399" y="72424"/>
                  </a:lnTo>
                  <a:lnTo>
                    <a:pt x="153905" y="69833"/>
                  </a:lnTo>
                  <a:lnTo>
                    <a:pt x="163900" y="67347"/>
                  </a:lnTo>
                  <a:lnTo>
                    <a:pt x="182716" y="62535"/>
                  </a:lnTo>
                  <a:lnTo>
                    <a:pt x="186267" y="79024"/>
                  </a:lnTo>
                  <a:lnTo>
                    <a:pt x="190007" y="95278"/>
                  </a:lnTo>
                  <a:lnTo>
                    <a:pt x="192694" y="107296"/>
                  </a:lnTo>
                  <a:lnTo>
                    <a:pt x="196360" y="104318"/>
                  </a:lnTo>
                  <a:lnTo>
                    <a:pt x="199989" y="98805"/>
                  </a:lnTo>
                  <a:lnTo>
                    <a:pt x="203947" y="94881"/>
                  </a:lnTo>
                  <a:lnTo>
                    <a:pt x="205006" y="93081"/>
                  </a:lnTo>
                  <a:lnTo>
                    <a:pt x="209756" y="84987"/>
                  </a:lnTo>
                  <a:lnTo>
                    <a:pt x="213193" y="77514"/>
                  </a:lnTo>
                  <a:lnTo>
                    <a:pt x="214753" y="77070"/>
                  </a:lnTo>
                  <a:lnTo>
                    <a:pt x="216831" y="76477"/>
                  </a:lnTo>
                  <a:lnTo>
                    <a:pt x="222710" y="77979"/>
                  </a:lnTo>
                  <a:lnTo>
                    <a:pt x="222803" y="74333"/>
                  </a:lnTo>
                  <a:lnTo>
                    <a:pt x="227227" y="66314"/>
                  </a:lnTo>
                  <a:lnTo>
                    <a:pt x="230653" y="57638"/>
                  </a:lnTo>
                  <a:lnTo>
                    <a:pt x="233368" y="59560"/>
                  </a:lnTo>
                  <a:lnTo>
                    <a:pt x="236616" y="63656"/>
                  </a:lnTo>
                  <a:lnTo>
                    <a:pt x="240272" y="63739"/>
                  </a:lnTo>
                  <a:lnTo>
                    <a:pt x="244794" y="63838"/>
                  </a:lnTo>
                  <a:lnTo>
                    <a:pt x="252892" y="62028"/>
                  </a:lnTo>
                  <a:lnTo>
                    <a:pt x="253376" y="61919"/>
                  </a:lnTo>
                  <a:lnTo>
                    <a:pt x="254050" y="58275"/>
                  </a:lnTo>
                  <a:lnTo>
                    <a:pt x="256381" y="52228"/>
                  </a:lnTo>
                  <a:lnTo>
                    <a:pt x="259521" y="50797"/>
                  </a:lnTo>
                  <a:lnTo>
                    <a:pt x="260757" y="50233"/>
                  </a:lnTo>
                  <a:lnTo>
                    <a:pt x="265887" y="46263"/>
                  </a:lnTo>
                  <a:lnTo>
                    <a:pt x="274932" y="42651"/>
                  </a:lnTo>
                  <a:lnTo>
                    <a:pt x="279615" y="46029"/>
                  </a:lnTo>
                  <a:lnTo>
                    <a:pt x="281407" y="47320"/>
                  </a:lnTo>
                  <a:lnTo>
                    <a:pt x="286534" y="45320"/>
                  </a:lnTo>
                  <a:lnTo>
                    <a:pt x="293261" y="45335"/>
                  </a:lnTo>
                  <a:lnTo>
                    <a:pt x="295029" y="50519"/>
                  </a:lnTo>
                  <a:lnTo>
                    <a:pt x="296428" y="52457"/>
                  </a:lnTo>
                  <a:lnTo>
                    <a:pt x="297820" y="54383"/>
                  </a:lnTo>
                  <a:lnTo>
                    <a:pt x="303279" y="59707"/>
                  </a:lnTo>
                  <a:lnTo>
                    <a:pt x="303977" y="63996"/>
                  </a:lnTo>
                  <a:lnTo>
                    <a:pt x="306420" y="66265"/>
                  </a:lnTo>
                  <a:lnTo>
                    <a:pt x="304641" y="75270"/>
                  </a:lnTo>
                  <a:lnTo>
                    <a:pt x="303956" y="81076"/>
                  </a:lnTo>
                  <a:lnTo>
                    <a:pt x="303501" y="84543"/>
                  </a:lnTo>
                  <a:lnTo>
                    <a:pt x="287126" y="76852"/>
                  </a:lnTo>
                  <a:lnTo>
                    <a:pt x="274831" y="71046"/>
                  </a:lnTo>
                  <a:lnTo>
                    <a:pt x="271509" y="69490"/>
                  </a:lnTo>
                  <a:lnTo>
                    <a:pt x="262136" y="65084"/>
                  </a:lnTo>
                  <a:lnTo>
                    <a:pt x="264027" y="69816"/>
                  </a:lnTo>
                  <a:lnTo>
                    <a:pt x="265021" y="74683"/>
                  </a:lnTo>
                  <a:lnTo>
                    <a:pt x="262663" y="82400"/>
                  </a:lnTo>
                  <a:lnTo>
                    <a:pt x="263296" y="85803"/>
                  </a:lnTo>
                  <a:lnTo>
                    <a:pt x="262837" y="90610"/>
                  </a:lnTo>
                  <a:lnTo>
                    <a:pt x="264431" y="92836"/>
                  </a:lnTo>
                  <a:lnTo>
                    <a:pt x="259735" y="100533"/>
                  </a:lnTo>
                  <a:lnTo>
                    <a:pt x="258915" y="104059"/>
                  </a:lnTo>
                  <a:lnTo>
                    <a:pt x="257913" y="108360"/>
                  </a:lnTo>
                  <a:lnTo>
                    <a:pt x="254600" y="111677"/>
                  </a:lnTo>
                  <a:lnTo>
                    <a:pt x="251771" y="117659"/>
                  </a:lnTo>
                  <a:lnTo>
                    <a:pt x="246423" y="122033"/>
                  </a:lnTo>
                  <a:lnTo>
                    <a:pt x="244550" y="128305"/>
                  </a:lnTo>
                  <a:lnTo>
                    <a:pt x="242796" y="135024"/>
                  </a:lnTo>
                  <a:lnTo>
                    <a:pt x="232575" y="130614"/>
                  </a:lnTo>
                  <a:lnTo>
                    <a:pt x="231849" y="134616"/>
                  </a:lnTo>
                  <a:lnTo>
                    <a:pt x="230358" y="138426"/>
                  </a:lnTo>
                  <a:lnTo>
                    <a:pt x="229800" y="145126"/>
                  </a:lnTo>
                  <a:lnTo>
                    <a:pt x="230112" y="147858"/>
                  </a:lnTo>
                  <a:lnTo>
                    <a:pt x="227129" y="153503"/>
                  </a:lnTo>
                  <a:lnTo>
                    <a:pt x="225622" y="161124"/>
                  </a:lnTo>
                  <a:lnTo>
                    <a:pt x="224818" y="165749"/>
                  </a:lnTo>
                  <a:lnTo>
                    <a:pt x="224722" y="166297"/>
                  </a:lnTo>
                  <a:lnTo>
                    <a:pt x="221494" y="172419"/>
                  </a:lnTo>
                  <a:lnTo>
                    <a:pt x="220549" y="172476"/>
                  </a:lnTo>
                  <a:lnTo>
                    <a:pt x="216428" y="172726"/>
                  </a:lnTo>
                  <a:lnTo>
                    <a:pt x="208715" y="171943"/>
                  </a:lnTo>
                  <a:lnTo>
                    <a:pt x="202360" y="164751"/>
                  </a:lnTo>
                  <a:lnTo>
                    <a:pt x="194479" y="163233"/>
                  </a:lnTo>
                  <a:lnTo>
                    <a:pt x="194772" y="170554"/>
                  </a:lnTo>
                  <a:lnTo>
                    <a:pt x="194257" y="175007"/>
                  </a:lnTo>
                  <a:lnTo>
                    <a:pt x="195003" y="177781"/>
                  </a:lnTo>
                  <a:lnTo>
                    <a:pt x="193501" y="185009"/>
                  </a:lnTo>
                  <a:lnTo>
                    <a:pt x="189706" y="189884"/>
                  </a:lnTo>
                  <a:lnTo>
                    <a:pt x="191628" y="193126"/>
                  </a:lnTo>
                  <a:lnTo>
                    <a:pt x="191114" y="193807"/>
                  </a:lnTo>
                  <a:lnTo>
                    <a:pt x="188216" y="197641"/>
                  </a:lnTo>
                  <a:lnTo>
                    <a:pt x="184770" y="202982"/>
                  </a:lnTo>
                  <a:lnTo>
                    <a:pt x="184684" y="209668"/>
                  </a:lnTo>
                  <a:lnTo>
                    <a:pt x="184086" y="214213"/>
                  </a:lnTo>
                  <a:lnTo>
                    <a:pt x="183845" y="216039"/>
                  </a:lnTo>
                  <a:lnTo>
                    <a:pt x="180974" y="223743"/>
                  </a:lnTo>
                  <a:lnTo>
                    <a:pt x="179970" y="225459"/>
                  </a:lnTo>
                  <a:lnTo>
                    <a:pt x="176059" y="232129"/>
                  </a:lnTo>
                  <a:lnTo>
                    <a:pt x="172697" y="238624"/>
                  </a:lnTo>
                  <a:lnTo>
                    <a:pt x="172275" y="242771"/>
                  </a:lnTo>
                  <a:lnTo>
                    <a:pt x="170818" y="248858"/>
                  </a:lnTo>
                  <a:lnTo>
                    <a:pt x="169326" y="252373"/>
                  </a:lnTo>
                  <a:lnTo>
                    <a:pt x="169222" y="252619"/>
                  </a:lnTo>
                  <a:lnTo>
                    <a:pt x="175063" y="256733"/>
                  </a:lnTo>
                  <a:lnTo>
                    <a:pt x="171789" y="260978"/>
                  </a:lnTo>
                  <a:lnTo>
                    <a:pt x="172111" y="265377"/>
                  </a:lnTo>
                  <a:lnTo>
                    <a:pt x="166186" y="273592"/>
                  </a:lnTo>
                  <a:lnTo>
                    <a:pt x="162462" y="277793"/>
                  </a:lnTo>
                  <a:lnTo>
                    <a:pt x="162084" y="277621"/>
                  </a:lnTo>
                  <a:lnTo>
                    <a:pt x="156093" y="274887"/>
                  </a:lnTo>
                  <a:lnTo>
                    <a:pt x="149065" y="282086"/>
                  </a:lnTo>
                  <a:lnTo>
                    <a:pt x="142694" y="287416"/>
                  </a:lnTo>
                  <a:lnTo>
                    <a:pt x="137195" y="283970"/>
                  </a:lnTo>
                  <a:lnTo>
                    <a:pt x="135779" y="284609"/>
                  </a:lnTo>
                  <a:lnTo>
                    <a:pt x="135322" y="284815"/>
                  </a:lnTo>
                  <a:lnTo>
                    <a:pt x="134762" y="288230"/>
                  </a:lnTo>
                  <a:lnTo>
                    <a:pt x="138939" y="291727"/>
                  </a:lnTo>
                  <a:lnTo>
                    <a:pt x="133757" y="295558"/>
                  </a:lnTo>
                  <a:lnTo>
                    <a:pt x="129651" y="297003"/>
                  </a:lnTo>
                  <a:lnTo>
                    <a:pt x="128640" y="297358"/>
                  </a:lnTo>
                  <a:lnTo>
                    <a:pt x="121066" y="301038"/>
                  </a:lnTo>
                  <a:lnTo>
                    <a:pt x="114175" y="306605"/>
                  </a:lnTo>
                  <a:lnTo>
                    <a:pt x="102927" y="299823"/>
                  </a:lnTo>
                  <a:lnTo>
                    <a:pt x="99640" y="306643"/>
                  </a:lnTo>
                  <a:lnTo>
                    <a:pt x="96204" y="309282"/>
                  </a:lnTo>
                  <a:lnTo>
                    <a:pt x="93305" y="312413"/>
                  </a:lnTo>
                  <a:lnTo>
                    <a:pt x="91719" y="314296"/>
                  </a:lnTo>
                  <a:lnTo>
                    <a:pt x="83710" y="316481"/>
                  </a:lnTo>
                  <a:lnTo>
                    <a:pt x="78907" y="314190"/>
                  </a:lnTo>
                  <a:lnTo>
                    <a:pt x="78514" y="314002"/>
                  </a:lnTo>
                  <a:lnTo>
                    <a:pt x="75832" y="311662"/>
                  </a:lnTo>
                  <a:lnTo>
                    <a:pt x="70497" y="311907"/>
                  </a:lnTo>
                  <a:lnTo>
                    <a:pt x="66515" y="308542"/>
                  </a:lnTo>
                  <a:lnTo>
                    <a:pt x="62929" y="304133"/>
                  </a:lnTo>
                  <a:lnTo>
                    <a:pt x="62158" y="301514"/>
                  </a:lnTo>
                  <a:lnTo>
                    <a:pt x="58272" y="299246"/>
                  </a:lnTo>
                  <a:lnTo>
                    <a:pt x="60848" y="293438"/>
                  </a:lnTo>
                  <a:lnTo>
                    <a:pt x="57932" y="291734"/>
                  </a:lnTo>
                  <a:lnTo>
                    <a:pt x="51249" y="292597"/>
                  </a:lnTo>
                  <a:lnTo>
                    <a:pt x="45094" y="289345"/>
                  </a:lnTo>
                  <a:lnTo>
                    <a:pt x="38310" y="285565"/>
                  </a:lnTo>
                  <a:lnTo>
                    <a:pt x="32958" y="283724"/>
                  </a:lnTo>
                  <a:lnTo>
                    <a:pt x="30244" y="278883"/>
                  </a:lnTo>
                  <a:lnTo>
                    <a:pt x="29505" y="277566"/>
                  </a:lnTo>
                  <a:lnTo>
                    <a:pt x="25916" y="274755"/>
                  </a:lnTo>
                  <a:lnTo>
                    <a:pt x="23259" y="271578"/>
                  </a:lnTo>
                  <a:lnTo>
                    <a:pt x="21374" y="269323"/>
                  </a:lnTo>
                  <a:lnTo>
                    <a:pt x="15917" y="266448"/>
                  </a:lnTo>
                  <a:lnTo>
                    <a:pt x="16098" y="264450"/>
                  </a:lnTo>
                  <a:lnTo>
                    <a:pt x="16417" y="260906"/>
                  </a:lnTo>
                  <a:lnTo>
                    <a:pt x="9193" y="254631"/>
                  </a:lnTo>
                  <a:lnTo>
                    <a:pt x="2747" y="2494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8652" y="2972062"/>
              <a:ext cx="481554" cy="394178"/>
            </a:xfrm>
            <a:custGeom>
              <a:avLst/>
              <a:pathLst>
                <a:path w="481554" h="394178">
                  <a:moveTo>
                    <a:pt x="44694" y="11724"/>
                  </a:moveTo>
                  <a:lnTo>
                    <a:pt x="47096" y="0"/>
                  </a:lnTo>
                  <a:lnTo>
                    <a:pt x="63148" y="2039"/>
                  </a:lnTo>
                  <a:lnTo>
                    <a:pt x="67957" y="3634"/>
                  </a:lnTo>
                  <a:lnTo>
                    <a:pt x="91608" y="6121"/>
                  </a:lnTo>
                  <a:lnTo>
                    <a:pt x="112053" y="8347"/>
                  </a:lnTo>
                  <a:lnTo>
                    <a:pt x="124231" y="9869"/>
                  </a:lnTo>
                  <a:lnTo>
                    <a:pt x="138124" y="11569"/>
                  </a:lnTo>
                  <a:lnTo>
                    <a:pt x="167365" y="14672"/>
                  </a:lnTo>
                  <a:lnTo>
                    <a:pt x="169858" y="15513"/>
                  </a:lnTo>
                  <a:lnTo>
                    <a:pt x="197225" y="18514"/>
                  </a:lnTo>
                  <a:lnTo>
                    <a:pt x="204730" y="19310"/>
                  </a:lnTo>
                  <a:lnTo>
                    <a:pt x="220406" y="20856"/>
                  </a:lnTo>
                  <a:lnTo>
                    <a:pt x="236026" y="22348"/>
                  </a:lnTo>
                  <a:lnTo>
                    <a:pt x="241362" y="22876"/>
                  </a:lnTo>
                  <a:lnTo>
                    <a:pt x="276201" y="26185"/>
                  </a:lnTo>
                  <a:lnTo>
                    <a:pt x="304960" y="29214"/>
                  </a:lnTo>
                  <a:lnTo>
                    <a:pt x="343894" y="32571"/>
                  </a:lnTo>
                  <a:lnTo>
                    <a:pt x="358799" y="33368"/>
                  </a:lnTo>
                  <a:lnTo>
                    <a:pt x="369840" y="33930"/>
                  </a:lnTo>
                  <a:lnTo>
                    <a:pt x="417959" y="37190"/>
                  </a:lnTo>
                  <a:lnTo>
                    <a:pt x="420352" y="37341"/>
                  </a:lnTo>
                  <a:lnTo>
                    <a:pt x="421162" y="37391"/>
                  </a:lnTo>
                  <a:lnTo>
                    <a:pt x="481554" y="41035"/>
                  </a:lnTo>
                  <a:lnTo>
                    <a:pt x="480319" y="68094"/>
                  </a:lnTo>
                  <a:lnTo>
                    <a:pt x="479796" y="78732"/>
                  </a:lnTo>
                  <a:lnTo>
                    <a:pt x="478405" y="107104"/>
                  </a:lnTo>
                  <a:lnTo>
                    <a:pt x="478099" y="113256"/>
                  </a:lnTo>
                  <a:lnTo>
                    <a:pt x="477927" y="116729"/>
                  </a:lnTo>
                  <a:lnTo>
                    <a:pt x="476666" y="142148"/>
                  </a:lnTo>
                  <a:lnTo>
                    <a:pt x="475412" y="168210"/>
                  </a:lnTo>
                  <a:lnTo>
                    <a:pt x="475187" y="173096"/>
                  </a:lnTo>
                  <a:lnTo>
                    <a:pt x="475083" y="175352"/>
                  </a:lnTo>
                  <a:lnTo>
                    <a:pt x="474321" y="191970"/>
                  </a:lnTo>
                  <a:lnTo>
                    <a:pt x="473121" y="217533"/>
                  </a:lnTo>
                  <a:lnTo>
                    <a:pt x="471567" y="250203"/>
                  </a:lnTo>
                  <a:lnTo>
                    <a:pt x="471480" y="251895"/>
                  </a:lnTo>
                  <a:lnTo>
                    <a:pt x="470973" y="261773"/>
                  </a:lnTo>
                  <a:lnTo>
                    <a:pt x="469925" y="283866"/>
                  </a:lnTo>
                  <a:lnTo>
                    <a:pt x="468935" y="304512"/>
                  </a:lnTo>
                  <a:lnTo>
                    <a:pt x="468871" y="305801"/>
                  </a:lnTo>
                  <a:lnTo>
                    <a:pt x="468360" y="316073"/>
                  </a:lnTo>
                  <a:lnTo>
                    <a:pt x="467578" y="332653"/>
                  </a:lnTo>
                  <a:lnTo>
                    <a:pt x="467228" y="340088"/>
                  </a:lnTo>
                  <a:lnTo>
                    <a:pt x="467026" y="344453"/>
                  </a:lnTo>
                  <a:lnTo>
                    <a:pt x="466328" y="359567"/>
                  </a:lnTo>
                  <a:lnTo>
                    <a:pt x="465833" y="369728"/>
                  </a:lnTo>
                  <a:lnTo>
                    <a:pt x="465099" y="384191"/>
                  </a:lnTo>
                  <a:lnTo>
                    <a:pt x="464618" y="394178"/>
                  </a:lnTo>
                  <a:lnTo>
                    <a:pt x="435021" y="392606"/>
                  </a:lnTo>
                  <a:lnTo>
                    <a:pt x="411121" y="391581"/>
                  </a:lnTo>
                  <a:lnTo>
                    <a:pt x="405248" y="391230"/>
                  </a:lnTo>
                  <a:lnTo>
                    <a:pt x="383004" y="389839"/>
                  </a:lnTo>
                  <a:lnTo>
                    <a:pt x="322163" y="385636"/>
                  </a:lnTo>
                  <a:lnTo>
                    <a:pt x="320364" y="385501"/>
                  </a:lnTo>
                  <a:lnTo>
                    <a:pt x="313471" y="384933"/>
                  </a:lnTo>
                  <a:lnTo>
                    <a:pt x="277609" y="381835"/>
                  </a:lnTo>
                  <a:lnTo>
                    <a:pt x="247208" y="379022"/>
                  </a:lnTo>
                  <a:lnTo>
                    <a:pt x="243910" y="378707"/>
                  </a:lnTo>
                  <a:lnTo>
                    <a:pt x="207286" y="375460"/>
                  </a:lnTo>
                  <a:lnTo>
                    <a:pt x="185214" y="373384"/>
                  </a:lnTo>
                  <a:lnTo>
                    <a:pt x="132180" y="367739"/>
                  </a:lnTo>
                  <a:lnTo>
                    <a:pt x="118881" y="366222"/>
                  </a:lnTo>
                  <a:lnTo>
                    <a:pt x="88066" y="362904"/>
                  </a:lnTo>
                  <a:lnTo>
                    <a:pt x="69167" y="360695"/>
                  </a:lnTo>
                  <a:lnTo>
                    <a:pt x="66003" y="360319"/>
                  </a:lnTo>
                  <a:lnTo>
                    <a:pt x="61159" y="359739"/>
                  </a:lnTo>
                  <a:lnTo>
                    <a:pt x="33486" y="356310"/>
                  </a:lnTo>
                  <a:lnTo>
                    <a:pt x="11534" y="353339"/>
                  </a:lnTo>
                  <a:lnTo>
                    <a:pt x="0" y="351741"/>
                  </a:lnTo>
                  <a:lnTo>
                    <a:pt x="2904" y="329453"/>
                  </a:lnTo>
                  <a:lnTo>
                    <a:pt x="4156" y="319870"/>
                  </a:lnTo>
                  <a:lnTo>
                    <a:pt x="6562" y="301874"/>
                  </a:lnTo>
                  <a:lnTo>
                    <a:pt x="6724" y="300620"/>
                  </a:lnTo>
                  <a:lnTo>
                    <a:pt x="11531" y="263555"/>
                  </a:lnTo>
                  <a:lnTo>
                    <a:pt x="15540" y="232985"/>
                  </a:lnTo>
                  <a:lnTo>
                    <a:pt x="17554" y="218544"/>
                  </a:lnTo>
                  <a:lnTo>
                    <a:pt x="20115" y="200221"/>
                  </a:lnTo>
                  <a:lnTo>
                    <a:pt x="22919" y="178968"/>
                  </a:lnTo>
                  <a:lnTo>
                    <a:pt x="23557" y="174138"/>
                  </a:lnTo>
                  <a:lnTo>
                    <a:pt x="24173" y="169484"/>
                  </a:lnTo>
                  <a:lnTo>
                    <a:pt x="27003" y="148096"/>
                  </a:lnTo>
                  <a:lnTo>
                    <a:pt x="29141" y="131805"/>
                  </a:lnTo>
                  <a:lnTo>
                    <a:pt x="31301" y="115385"/>
                  </a:lnTo>
                  <a:lnTo>
                    <a:pt x="33890" y="96005"/>
                  </a:lnTo>
                  <a:lnTo>
                    <a:pt x="34737" y="89404"/>
                  </a:lnTo>
                  <a:lnTo>
                    <a:pt x="36222" y="77849"/>
                  </a:lnTo>
                  <a:lnTo>
                    <a:pt x="39280" y="54991"/>
                  </a:lnTo>
                  <a:lnTo>
                    <a:pt x="40476" y="46282"/>
                  </a:lnTo>
                  <a:lnTo>
                    <a:pt x="41895" y="32975"/>
                  </a:lnTo>
                  <a:lnTo>
                    <a:pt x="42383" y="29342"/>
                  </a:lnTo>
                  <a:lnTo>
                    <a:pt x="43081" y="241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07804" y="3511598"/>
              <a:ext cx="502047" cy="385433"/>
            </a:xfrm>
            <a:custGeom>
              <a:avLst/>
              <a:pathLst>
                <a:path w="502047" h="385433">
                  <a:moveTo>
                    <a:pt x="12362" y="220032"/>
                  </a:moveTo>
                  <a:lnTo>
                    <a:pt x="18617" y="165004"/>
                  </a:lnTo>
                  <a:lnTo>
                    <a:pt x="20830" y="143832"/>
                  </a:lnTo>
                  <a:lnTo>
                    <a:pt x="22039" y="132298"/>
                  </a:lnTo>
                  <a:lnTo>
                    <a:pt x="23544" y="117976"/>
                  </a:lnTo>
                  <a:lnTo>
                    <a:pt x="25532" y="99097"/>
                  </a:lnTo>
                  <a:lnTo>
                    <a:pt x="28329" y="72168"/>
                  </a:lnTo>
                  <a:lnTo>
                    <a:pt x="28731" y="68490"/>
                  </a:lnTo>
                  <a:lnTo>
                    <a:pt x="32894" y="30569"/>
                  </a:lnTo>
                  <a:lnTo>
                    <a:pt x="32977" y="29777"/>
                  </a:lnTo>
                  <a:lnTo>
                    <a:pt x="34487" y="15382"/>
                  </a:lnTo>
                  <a:lnTo>
                    <a:pt x="36010" y="0"/>
                  </a:lnTo>
                  <a:lnTo>
                    <a:pt x="89044" y="5645"/>
                  </a:lnTo>
                  <a:lnTo>
                    <a:pt x="111116" y="7721"/>
                  </a:lnTo>
                  <a:lnTo>
                    <a:pt x="147740" y="10967"/>
                  </a:lnTo>
                  <a:lnTo>
                    <a:pt x="151039" y="11283"/>
                  </a:lnTo>
                  <a:lnTo>
                    <a:pt x="181439" y="14095"/>
                  </a:lnTo>
                  <a:lnTo>
                    <a:pt x="217301" y="17194"/>
                  </a:lnTo>
                  <a:lnTo>
                    <a:pt x="224194" y="17762"/>
                  </a:lnTo>
                  <a:lnTo>
                    <a:pt x="225993" y="17897"/>
                  </a:lnTo>
                  <a:lnTo>
                    <a:pt x="286853" y="22102"/>
                  </a:lnTo>
                  <a:lnTo>
                    <a:pt x="309078" y="23490"/>
                  </a:lnTo>
                  <a:lnTo>
                    <a:pt x="314951" y="23842"/>
                  </a:lnTo>
                  <a:lnTo>
                    <a:pt x="338851" y="24867"/>
                  </a:lnTo>
                  <a:lnTo>
                    <a:pt x="368448" y="26439"/>
                  </a:lnTo>
                  <a:lnTo>
                    <a:pt x="400437" y="27892"/>
                  </a:lnTo>
                  <a:lnTo>
                    <a:pt x="413202" y="28413"/>
                  </a:lnTo>
                  <a:lnTo>
                    <a:pt x="433622" y="29184"/>
                  </a:lnTo>
                  <a:lnTo>
                    <a:pt x="461863" y="30168"/>
                  </a:lnTo>
                  <a:lnTo>
                    <a:pt x="464028" y="30238"/>
                  </a:lnTo>
                  <a:lnTo>
                    <a:pt x="468317" y="30373"/>
                  </a:lnTo>
                  <a:lnTo>
                    <a:pt x="502047" y="31302"/>
                  </a:lnTo>
                  <a:lnTo>
                    <a:pt x="501534" y="53646"/>
                  </a:lnTo>
                  <a:lnTo>
                    <a:pt x="501424" y="58246"/>
                  </a:lnTo>
                  <a:lnTo>
                    <a:pt x="500880" y="81008"/>
                  </a:lnTo>
                  <a:lnTo>
                    <a:pt x="500689" y="89031"/>
                  </a:lnTo>
                  <a:lnTo>
                    <a:pt x="500666" y="89989"/>
                  </a:lnTo>
                  <a:lnTo>
                    <a:pt x="499934" y="119619"/>
                  </a:lnTo>
                  <a:lnTo>
                    <a:pt x="499583" y="135886"/>
                  </a:lnTo>
                  <a:lnTo>
                    <a:pt x="499159" y="157530"/>
                  </a:lnTo>
                  <a:lnTo>
                    <a:pt x="499149" y="158049"/>
                  </a:lnTo>
                  <a:lnTo>
                    <a:pt x="498814" y="175231"/>
                  </a:lnTo>
                  <a:lnTo>
                    <a:pt x="498438" y="196485"/>
                  </a:lnTo>
                  <a:lnTo>
                    <a:pt x="498304" y="204092"/>
                  </a:lnTo>
                  <a:lnTo>
                    <a:pt x="497646" y="234960"/>
                  </a:lnTo>
                  <a:lnTo>
                    <a:pt x="497492" y="242238"/>
                  </a:lnTo>
                  <a:lnTo>
                    <a:pt x="497060" y="262615"/>
                  </a:lnTo>
                  <a:lnTo>
                    <a:pt x="496846" y="272829"/>
                  </a:lnTo>
                  <a:lnTo>
                    <a:pt x="496834" y="273389"/>
                  </a:lnTo>
                  <a:lnTo>
                    <a:pt x="496557" y="286581"/>
                  </a:lnTo>
                  <a:lnTo>
                    <a:pt x="495961" y="319643"/>
                  </a:lnTo>
                  <a:lnTo>
                    <a:pt x="495938" y="320938"/>
                  </a:lnTo>
                  <a:lnTo>
                    <a:pt x="495777" y="327964"/>
                  </a:lnTo>
                  <a:lnTo>
                    <a:pt x="495261" y="350479"/>
                  </a:lnTo>
                  <a:lnTo>
                    <a:pt x="494998" y="362042"/>
                  </a:lnTo>
                  <a:lnTo>
                    <a:pt x="494694" y="375421"/>
                  </a:lnTo>
                  <a:lnTo>
                    <a:pt x="494556" y="381727"/>
                  </a:lnTo>
                  <a:lnTo>
                    <a:pt x="494449" y="385433"/>
                  </a:lnTo>
                  <a:lnTo>
                    <a:pt x="472289" y="384727"/>
                  </a:lnTo>
                  <a:lnTo>
                    <a:pt x="448021" y="383939"/>
                  </a:lnTo>
                  <a:lnTo>
                    <a:pt x="437852" y="383211"/>
                  </a:lnTo>
                  <a:lnTo>
                    <a:pt x="426515" y="382771"/>
                  </a:lnTo>
                  <a:lnTo>
                    <a:pt x="420577" y="382577"/>
                  </a:lnTo>
                  <a:lnTo>
                    <a:pt x="374785" y="380879"/>
                  </a:lnTo>
                  <a:lnTo>
                    <a:pt x="355354" y="380162"/>
                  </a:lnTo>
                  <a:lnTo>
                    <a:pt x="331937" y="379213"/>
                  </a:lnTo>
                  <a:lnTo>
                    <a:pt x="304137" y="377717"/>
                  </a:lnTo>
                  <a:lnTo>
                    <a:pt x="276670" y="375927"/>
                  </a:lnTo>
                  <a:lnTo>
                    <a:pt x="274250" y="375774"/>
                  </a:lnTo>
                  <a:lnTo>
                    <a:pt x="269625" y="375480"/>
                  </a:lnTo>
                  <a:lnTo>
                    <a:pt x="267450" y="375340"/>
                  </a:lnTo>
                  <a:lnTo>
                    <a:pt x="255581" y="374562"/>
                  </a:lnTo>
                  <a:lnTo>
                    <a:pt x="247485" y="374031"/>
                  </a:lnTo>
                  <a:lnTo>
                    <a:pt x="234591" y="373168"/>
                  </a:lnTo>
                  <a:lnTo>
                    <a:pt x="234450" y="373158"/>
                  </a:lnTo>
                  <a:lnTo>
                    <a:pt x="214746" y="371818"/>
                  </a:lnTo>
                  <a:lnTo>
                    <a:pt x="214121" y="371776"/>
                  </a:lnTo>
                  <a:lnTo>
                    <a:pt x="190338" y="370124"/>
                  </a:lnTo>
                  <a:lnTo>
                    <a:pt x="180942" y="369445"/>
                  </a:lnTo>
                  <a:lnTo>
                    <a:pt x="153166" y="367349"/>
                  </a:lnTo>
                  <a:lnTo>
                    <a:pt x="152689" y="366626"/>
                  </a:lnTo>
                  <a:lnTo>
                    <a:pt x="114360" y="363361"/>
                  </a:lnTo>
                  <a:lnTo>
                    <a:pt x="110073" y="362979"/>
                  </a:lnTo>
                  <a:lnTo>
                    <a:pt x="73517" y="359593"/>
                  </a:lnTo>
                  <a:lnTo>
                    <a:pt x="46852" y="357017"/>
                  </a:lnTo>
                  <a:lnTo>
                    <a:pt x="29889" y="355315"/>
                  </a:lnTo>
                  <a:lnTo>
                    <a:pt x="0" y="352169"/>
                  </a:lnTo>
                  <a:lnTo>
                    <a:pt x="4396" y="309463"/>
                  </a:lnTo>
                  <a:lnTo>
                    <a:pt x="8006" y="274616"/>
                  </a:lnTo>
                  <a:lnTo>
                    <a:pt x="10494" y="250699"/>
                  </a:lnTo>
                  <a:lnTo>
                    <a:pt x="10601" y="249673"/>
                  </a:lnTo>
                  <a:lnTo>
                    <a:pt x="10332" y="2397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03635" y="2907885"/>
              <a:ext cx="121799" cy="128707"/>
            </a:xfrm>
            <a:custGeom>
              <a:avLst/>
              <a:pathLst>
                <a:path w="121799" h="128707">
                  <a:moveTo>
                    <a:pt x="11019" y="120344"/>
                  </a:moveTo>
                  <a:lnTo>
                    <a:pt x="23261" y="105600"/>
                  </a:lnTo>
                  <a:lnTo>
                    <a:pt x="16757" y="100005"/>
                  </a:lnTo>
                  <a:lnTo>
                    <a:pt x="15243" y="93804"/>
                  </a:lnTo>
                  <a:lnTo>
                    <a:pt x="15024" y="92907"/>
                  </a:lnTo>
                  <a:lnTo>
                    <a:pt x="13650" y="87295"/>
                  </a:lnTo>
                  <a:lnTo>
                    <a:pt x="11748" y="79808"/>
                  </a:lnTo>
                  <a:lnTo>
                    <a:pt x="9698" y="71754"/>
                  </a:lnTo>
                  <a:lnTo>
                    <a:pt x="9222" y="69888"/>
                  </a:lnTo>
                  <a:lnTo>
                    <a:pt x="8652" y="67670"/>
                  </a:lnTo>
                  <a:lnTo>
                    <a:pt x="5135" y="54020"/>
                  </a:lnTo>
                  <a:lnTo>
                    <a:pt x="0" y="34413"/>
                  </a:lnTo>
                  <a:lnTo>
                    <a:pt x="15860" y="29391"/>
                  </a:lnTo>
                  <a:lnTo>
                    <a:pt x="22306" y="27420"/>
                  </a:lnTo>
                  <a:lnTo>
                    <a:pt x="26889" y="26013"/>
                  </a:lnTo>
                  <a:lnTo>
                    <a:pt x="30230" y="24984"/>
                  </a:lnTo>
                  <a:lnTo>
                    <a:pt x="38596" y="22198"/>
                  </a:lnTo>
                  <a:lnTo>
                    <a:pt x="39614" y="21857"/>
                  </a:lnTo>
                  <a:lnTo>
                    <a:pt x="42975" y="24336"/>
                  </a:lnTo>
                  <a:lnTo>
                    <a:pt x="45030" y="23249"/>
                  </a:lnTo>
                  <a:lnTo>
                    <a:pt x="45497" y="23002"/>
                  </a:lnTo>
                  <a:lnTo>
                    <a:pt x="46462" y="19488"/>
                  </a:lnTo>
                  <a:lnTo>
                    <a:pt x="54424" y="17196"/>
                  </a:lnTo>
                  <a:lnTo>
                    <a:pt x="59203" y="15161"/>
                  </a:lnTo>
                  <a:lnTo>
                    <a:pt x="72160" y="10746"/>
                  </a:lnTo>
                  <a:lnTo>
                    <a:pt x="79033" y="8429"/>
                  </a:lnTo>
                  <a:lnTo>
                    <a:pt x="83311" y="6981"/>
                  </a:lnTo>
                  <a:lnTo>
                    <a:pt x="92425" y="3882"/>
                  </a:lnTo>
                  <a:lnTo>
                    <a:pt x="101108" y="945"/>
                  </a:lnTo>
                  <a:lnTo>
                    <a:pt x="103893" y="0"/>
                  </a:lnTo>
                  <a:lnTo>
                    <a:pt x="104433" y="1281"/>
                  </a:lnTo>
                  <a:lnTo>
                    <a:pt x="110716" y="18170"/>
                  </a:lnTo>
                  <a:lnTo>
                    <a:pt x="113310" y="25072"/>
                  </a:lnTo>
                  <a:lnTo>
                    <a:pt x="117062" y="35902"/>
                  </a:lnTo>
                  <a:lnTo>
                    <a:pt x="119459" y="43717"/>
                  </a:lnTo>
                  <a:lnTo>
                    <a:pt x="121799" y="51357"/>
                  </a:lnTo>
                  <a:lnTo>
                    <a:pt x="119351" y="52692"/>
                  </a:lnTo>
                  <a:lnTo>
                    <a:pt x="121268" y="57541"/>
                  </a:lnTo>
                  <a:lnTo>
                    <a:pt x="120732" y="60951"/>
                  </a:lnTo>
                  <a:lnTo>
                    <a:pt x="118674" y="60161"/>
                  </a:lnTo>
                  <a:lnTo>
                    <a:pt x="114522" y="62298"/>
                  </a:lnTo>
                  <a:lnTo>
                    <a:pt x="110881" y="64864"/>
                  </a:lnTo>
                  <a:lnTo>
                    <a:pt x="106483" y="66713"/>
                  </a:lnTo>
                  <a:lnTo>
                    <a:pt x="104452" y="68854"/>
                  </a:lnTo>
                  <a:lnTo>
                    <a:pt x="99835" y="68967"/>
                  </a:lnTo>
                  <a:lnTo>
                    <a:pt x="98166" y="71023"/>
                  </a:lnTo>
                  <a:lnTo>
                    <a:pt x="97504" y="71694"/>
                  </a:lnTo>
                  <a:lnTo>
                    <a:pt x="95194" y="74030"/>
                  </a:lnTo>
                  <a:lnTo>
                    <a:pt x="91831" y="75483"/>
                  </a:lnTo>
                  <a:lnTo>
                    <a:pt x="89927" y="77652"/>
                  </a:lnTo>
                  <a:lnTo>
                    <a:pt x="88262" y="76669"/>
                  </a:lnTo>
                  <a:lnTo>
                    <a:pt x="84376" y="78844"/>
                  </a:lnTo>
                  <a:lnTo>
                    <a:pt x="80998" y="81593"/>
                  </a:lnTo>
                  <a:lnTo>
                    <a:pt x="80307" y="82154"/>
                  </a:lnTo>
                  <a:lnTo>
                    <a:pt x="76647" y="81724"/>
                  </a:lnTo>
                  <a:lnTo>
                    <a:pt x="73246" y="83220"/>
                  </a:lnTo>
                  <a:lnTo>
                    <a:pt x="71543" y="85619"/>
                  </a:lnTo>
                  <a:lnTo>
                    <a:pt x="67363" y="87611"/>
                  </a:lnTo>
                  <a:lnTo>
                    <a:pt x="65102" y="86171"/>
                  </a:lnTo>
                  <a:lnTo>
                    <a:pt x="59813" y="90133"/>
                  </a:lnTo>
                  <a:lnTo>
                    <a:pt x="58233" y="90061"/>
                  </a:lnTo>
                  <a:lnTo>
                    <a:pt x="56006" y="89957"/>
                  </a:lnTo>
                  <a:lnTo>
                    <a:pt x="54322" y="92178"/>
                  </a:lnTo>
                  <a:lnTo>
                    <a:pt x="53561" y="93181"/>
                  </a:lnTo>
                  <a:lnTo>
                    <a:pt x="52190" y="96227"/>
                  </a:lnTo>
                  <a:lnTo>
                    <a:pt x="48867" y="98556"/>
                  </a:lnTo>
                  <a:lnTo>
                    <a:pt x="48355" y="101603"/>
                  </a:lnTo>
                  <a:lnTo>
                    <a:pt x="48185" y="102610"/>
                  </a:lnTo>
                  <a:lnTo>
                    <a:pt x="47014" y="103671"/>
                  </a:lnTo>
                  <a:lnTo>
                    <a:pt x="44181" y="104023"/>
                  </a:lnTo>
                  <a:lnTo>
                    <a:pt x="42196" y="104268"/>
                  </a:lnTo>
                  <a:lnTo>
                    <a:pt x="39596" y="109008"/>
                  </a:lnTo>
                  <a:lnTo>
                    <a:pt x="39154" y="109238"/>
                  </a:lnTo>
                  <a:lnTo>
                    <a:pt x="37530" y="110081"/>
                  </a:lnTo>
                  <a:lnTo>
                    <a:pt x="35546" y="111111"/>
                  </a:lnTo>
                  <a:lnTo>
                    <a:pt x="33114" y="112511"/>
                  </a:lnTo>
                  <a:lnTo>
                    <a:pt x="34744" y="113690"/>
                  </a:lnTo>
                  <a:lnTo>
                    <a:pt x="33435" y="116730"/>
                  </a:lnTo>
                  <a:lnTo>
                    <a:pt x="31546" y="118387"/>
                  </a:lnTo>
                  <a:lnTo>
                    <a:pt x="28567" y="119047"/>
                  </a:lnTo>
                  <a:lnTo>
                    <a:pt x="25871" y="121158"/>
                  </a:lnTo>
                  <a:lnTo>
                    <a:pt x="23652" y="123987"/>
                  </a:lnTo>
                  <a:lnTo>
                    <a:pt x="21565" y="124772"/>
                  </a:lnTo>
                  <a:lnTo>
                    <a:pt x="18545" y="128707"/>
                  </a:lnTo>
                  <a:lnTo>
                    <a:pt x="17908" y="127141"/>
                  </a:lnTo>
                  <a:lnTo>
                    <a:pt x="17524" y="125966"/>
                  </a:lnTo>
                  <a:lnTo>
                    <a:pt x="13091" y="1221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59011" y="3411866"/>
              <a:ext cx="14765" cy="17522"/>
            </a:xfrm>
            <a:custGeom>
              <a:avLst/>
              <a:pathLst>
                <a:path w="14765" h="17522">
                  <a:moveTo>
                    <a:pt x="0" y="6757"/>
                  </a:moveTo>
                  <a:lnTo>
                    <a:pt x="3765" y="0"/>
                  </a:lnTo>
                  <a:lnTo>
                    <a:pt x="6978" y="1857"/>
                  </a:lnTo>
                  <a:lnTo>
                    <a:pt x="14765" y="6346"/>
                  </a:lnTo>
                  <a:lnTo>
                    <a:pt x="11427" y="12418"/>
                  </a:lnTo>
                  <a:lnTo>
                    <a:pt x="8572" y="17522"/>
                  </a:lnTo>
                  <a:lnTo>
                    <a:pt x="7432" y="13249"/>
                  </a:lnTo>
                  <a:lnTo>
                    <a:pt x="6814" y="10938"/>
                  </a:lnTo>
                  <a:lnTo>
                    <a:pt x="2630" y="87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68474" y="3283257"/>
              <a:ext cx="79350" cy="121749"/>
            </a:xfrm>
            <a:custGeom>
              <a:avLst/>
              <a:pathLst>
                <a:path w="79350" h="121749">
                  <a:moveTo>
                    <a:pt x="955" y="14997"/>
                  </a:moveTo>
                  <a:lnTo>
                    <a:pt x="1404" y="11518"/>
                  </a:lnTo>
                  <a:lnTo>
                    <a:pt x="2892" y="7856"/>
                  </a:lnTo>
                  <a:lnTo>
                    <a:pt x="5668" y="4284"/>
                  </a:lnTo>
                  <a:lnTo>
                    <a:pt x="9857" y="1728"/>
                  </a:lnTo>
                  <a:lnTo>
                    <a:pt x="10627" y="1258"/>
                  </a:lnTo>
                  <a:lnTo>
                    <a:pt x="11176" y="923"/>
                  </a:lnTo>
                  <a:lnTo>
                    <a:pt x="17161" y="0"/>
                  </a:lnTo>
                  <a:lnTo>
                    <a:pt x="22091" y="1014"/>
                  </a:lnTo>
                  <a:lnTo>
                    <a:pt x="20133" y="4999"/>
                  </a:lnTo>
                  <a:lnTo>
                    <a:pt x="20219" y="9720"/>
                  </a:lnTo>
                  <a:lnTo>
                    <a:pt x="18866" y="12842"/>
                  </a:lnTo>
                  <a:lnTo>
                    <a:pt x="18189" y="16686"/>
                  </a:lnTo>
                  <a:lnTo>
                    <a:pt x="17050" y="18664"/>
                  </a:lnTo>
                  <a:lnTo>
                    <a:pt x="18883" y="21256"/>
                  </a:lnTo>
                  <a:lnTo>
                    <a:pt x="21343" y="22175"/>
                  </a:lnTo>
                  <a:lnTo>
                    <a:pt x="21431" y="26139"/>
                  </a:lnTo>
                  <a:lnTo>
                    <a:pt x="22320" y="29335"/>
                  </a:lnTo>
                  <a:lnTo>
                    <a:pt x="18584" y="32259"/>
                  </a:lnTo>
                  <a:lnTo>
                    <a:pt x="20948" y="35291"/>
                  </a:lnTo>
                  <a:lnTo>
                    <a:pt x="25448" y="38665"/>
                  </a:lnTo>
                  <a:lnTo>
                    <a:pt x="26917" y="39842"/>
                  </a:lnTo>
                  <a:lnTo>
                    <a:pt x="30244" y="42508"/>
                  </a:lnTo>
                  <a:lnTo>
                    <a:pt x="35825" y="46952"/>
                  </a:lnTo>
                  <a:lnTo>
                    <a:pt x="38589" y="53226"/>
                  </a:lnTo>
                  <a:lnTo>
                    <a:pt x="39112" y="58170"/>
                  </a:lnTo>
                  <a:lnTo>
                    <a:pt x="41706" y="64448"/>
                  </a:lnTo>
                  <a:lnTo>
                    <a:pt x="46243" y="66579"/>
                  </a:lnTo>
                  <a:lnTo>
                    <a:pt x="50254" y="72085"/>
                  </a:lnTo>
                  <a:lnTo>
                    <a:pt x="50735" y="72744"/>
                  </a:lnTo>
                  <a:lnTo>
                    <a:pt x="51272" y="74992"/>
                  </a:lnTo>
                  <a:lnTo>
                    <a:pt x="57669" y="79434"/>
                  </a:lnTo>
                  <a:lnTo>
                    <a:pt x="63766" y="82578"/>
                  </a:lnTo>
                  <a:lnTo>
                    <a:pt x="66925" y="82258"/>
                  </a:lnTo>
                  <a:lnTo>
                    <a:pt x="68129" y="80551"/>
                  </a:lnTo>
                  <a:lnTo>
                    <a:pt x="71780" y="88821"/>
                  </a:lnTo>
                  <a:lnTo>
                    <a:pt x="76916" y="102190"/>
                  </a:lnTo>
                  <a:lnTo>
                    <a:pt x="79350" y="109375"/>
                  </a:lnTo>
                  <a:lnTo>
                    <a:pt x="70407" y="112206"/>
                  </a:lnTo>
                  <a:lnTo>
                    <a:pt x="60150" y="115272"/>
                  </a:lnTo>
                  <a:lnTo>
                    <a:pt x="51061" y="117970"/>
                  </a:lnTo>
                  <a:lnTo>
                    <a:pt x="36819" y="121749"/>
                  </a:lnTo>
                  <a:lnTo>
                    <a:pt x="34389" y="114789"/>
                  </a:lnTo>
                  <a:lnTo>
                    <a:pt x="33862" y="113269"/>
                  </a:lnTo>
                  <a:lnTo>
                    <a:pt x="31682" y="106978"/>
                  </a:lnTo>
                  <a:lnTo>
                    <a:pt x="25962" y="90594"/>
                  </a:lnTo>
                  <a:lnTo>
                    <a:pt x="16731" y="64195"/>
                  </a:lnTo>
                  <a:lnTo>
                    <a:pt x="13676" y="55470"/>
                  </a:lnTo>
                  <a:lnTo>
                    <a:pt x="12197" y="51248"/>
                  </a:lnTo>
                  <a:lnTo>
                    <a:pt x="9810" y="44435"/>
                  </a:lnTo>
                  <a:lnTo>
                    <a:pt x="0" y="152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09945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13545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13545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13545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13545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13545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398990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398990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398990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398990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398990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74707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74707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(2022)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2022: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3702452"/>
              <a:ext cx="1647056" cy="185859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16087" y="2258735"/>
              <a:ext cx="3843131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2980593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2837254"/>
              <a:ext cx="52907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14.3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617641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71424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81084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(2022)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2022: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189575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35773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52589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269405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314521" y="2258735"/>
              <a:ext cx="2618819" cy="2642460"/>
            </a:xfrm>
            <a:custGeom>
              <a:avLst/>
              <a:pathLst>
                <a:path w="2618819" h="2642460">
                  <a:moveTo>
                    <a:pt x="1308100" y="2642460"/>
                  </a:moveTo>
                  <a:lnTo>
                    <a:pt x="1307974" y="2637289"/>
                  </a:lnTo>
                  <a:lnTo>
                    <a:pt x="1307840" y="2632118"/>
                  </a:lnTo>
                  <a:lnTo>
                    <a:pt x="1307689" y="2626947"/>
                  </a:lnTo>
                  <a:lnTo>
                    <a:pt x="1307528" y="2621776"/>
                  </a:lnTo>
                  <a:lnTo>
                    <a:pt x="1307357" y="2616605"/>
                  </a:lnTo>
                  <a:lnTo>
                    <a:pt x="1307165" y="2611434"/>
                  </a:lnTo>
                  <a:lnTo>
                    <a:pt x="1306962" y="2606262"/>
                  </a:lnTo>
                  <a:lnTo>
                    <a:pt x="1306744" y="2601091"/>
                  </a:lnTo>
                  <a:lnTo>
                    <a:pt x="1306502" y="2595920"/>
                  </a:lnTo>
                  <a:lnTo>
                    <a:pt x="1306247" y="2590749"/>
                  </a:lnTo>
                  <a:lnTo>
                    <a:pt x="1305972" y="2585578"/>
                  </a:lnTo>
                  <a:lnTo>
                    <a:pt x="1305670" y="2580407"/>
                  </a:lnTo>
                  <a:lnTo>
                    <a:pt x="1305351" y="2575235"/>
                  </a:lnTo>
                  <a:lnTo>
                    <a:pt x="1305006" y="2570064"/>
                  </a:lnTo>
                  <a:lnTo>
                    <a:pt x="1304632" y="2564893"/>
                  </a:lnTo>
                  <a:lnTo>
                    <a:pt x="1304237" y="2559722"/>
                  </a:lnTo>
                  <a:lnTo>
                    <a:pt x="1303808" y="2554551"/>
                  </a:lnTo>
                  <a:lnTo>
                    <a:pt x="1303347" y="2549380"/>
                  </a:lnTo>
                  <a:lnTo>
                    <a:pt x="1302862" y="2544209"/>
                  </a:lnTo>
                  <a:lnTo>
                    <a:pt x="1302333" y="2539037"/>
                  </a:lnTo>
                  <a:lnTo>
                    <a:pt x="1301768" y="2533866"/>
                  </a:lnTo>
                  <a:lnTo>
                    <a:pt x="1301177" y="2528695"/>
                  </a:lnTo>
                  <a:lnTo>
                    <a:pt x="1300528" y="2523524"/>
                  </a:lnTo>
                  <a:lnTo>
                    <a:pt x="1299843" y="2518353"/>
                  </a:lnTo>
                  <a:lnTo>
                    <a:pt x="1299126" y="2513182"/>
                  </a:lnTo>
                  <a:lnTo>
                    <a:pt x="1298338" y="2508010"/>
                  </a:lnTo>
                  <a:lnTo>
                    <a:pt x="1297512" y="2502839"/>
                  </a:lnTo>
                  <a:lnTo>
                    <a:pt x="1296645" y="2497668"/>
                  </a:lnTo>
                  <a:lnTo>
                    <a:pt x="1295698" y="2492497"/>
                  </a:lnTo>
                  <a:lnTo>
                    <a:pt x="1294709" y="2487326"/>
                  </a:lnTo>
                  <a:lnTo>
                    <a:pt x="1293667" y="2482155"/>
                  </a:lnTo>
                  <a:lnTo>
                    <a:pt x="1292539" y="2476983"/>
                  </a:lnTo>
                  <a:lnTo>
                    <a:pt x="1291362" y="2471812"/>
                  </a:lnTo>
                  <a:lnTo>
                    <a:pt x="1290119" y="2466641"/>
                  </a:lnTo>
                  <a:lnTo>
                    <a:pt x="1288784" y="2461470"/>
                  </a:lnTo>
                  <a:lnTo>
                    <a:pt x="1287395" y="2456299"/>
                  </a:lnTo>
                  <a:lnTo>
                    <a:pt x="1285922" y="2451128"/>
                  </a:lnTo>
                  <a:lnTo>
                    <a:pt x="1284353" y="2445957"/>
                  </a:lnTo>
                  <a:lnTo>
                    <a:pt x="1282724" y="2440785"/>
                  </a:lnTo>
                  <a:lnTo>
                    <a:pt x="1280992" y="2435614"/>
                  </a:lnTo>
                  <a:lnTo>
                    <a:pt x="1279161" y="2430443"/>
                  </a:lnTo>
                  <a:lnTo>
                    <a:pt x="1277262" y="2425272"/>
                  </a:lnTo>
                  <a:lnTo>
                    <a:pt x="1275239" y="2420101"/>
                  </a:lnTo>
                  <a:lnTo>
                    <a:pt x="1273116" y="2414930"/>
                  </a:lnTo>
                  <a:lnTo>
                    <a:pt x="1270919" y="2409758"/>
                  </a:lnTo>
                  <a:lnTo>
                    <a:pt x="1268572" y="2404587"/>
                  </a:lnTo>
                  <a:lnTo>
                    <a:pt x="1266127" y="2399416"/>
                  </a:lnTo>
                  <a:lnTo>
                    <a:pt x="1263600" y="2394245"/>
                  </a:lnTo>
                  <a:lnTo>
                    <a:pt x="1260898" y="2389074"/>
                  </a:lnTo>
                  <a:lnTo>
                    <a:pt x="1258099" y="2383903"/>
                  </a:lnTo>
                  <a:lnTo>
                    <a:pt x="1255207" y="2378732"/>
                  </a:lnTo>
                  <a:lnTo>
                    <a:pt x="1252121" y="2373560"/>
                  </a:lnTo>
                  <a:lnTo>
                    <a:pt x="1248939" y="2368389"/>
                  </a:lnTo>
                  <a:lnTo>
                    <a:pt x="1245642" y="2363218"/>
                  </a:lnTo>
                  <a:lnTo>
                    <a:pt x="1242150" y="2358047"/>
                  </a:lnTo>
                  <a:lnTo>
                    <a:pt x="1238554" y="2352876"/>
                  </a:lnTo>
                  <a:lnTo>
                    <a:pt x="1234820" y="2347705"/>
                  </a:lnTo>
                  <a:lnTo>
                    <a:pt x="1230892" y="2342533"/>
                  </a:lnTo>
                  <a:lnTo>
                    <a:pt x="1226854" y="2337362"/>
                  </a:lnTo>
                  <a:lnTo>
                    <a:pt x="1222654" y="2332191"/>
                  </a:lnTo>
                  <a:lnTo>
                    <a:pt x="1218263" y="2327020"/>
                  </a:lnTo>
                  <a:lnTo>
                    <a:pt x="1213757" y="2321849"/>
                  </a:lnTo>
                  <a:lnTo>
                    <a:pt x="1209063" y="2316678"/>
                  </a:lnTo>
                  <a:lnTo>
                    <a:pt x="1204184" y="2311506"/>
                  </a:lnTo>
                  <a:lnTo>
                    <a:pt x="1199184" y="2306335"/>
                  </a:lnTo>
                  <a:lnTo>
                    <a:pt x="1193972" y="2301164"/>
                  </a:lnTo>
                  <a:lnTo>
                    <a:pt x="1188584" y="2295993"/>
                  </a:lnTo>
                  <a:lnTo>
                    <a:pt x="1183070" y="2290822"/>
                  </a:lnTo>
                  <a:lnTo>
                    <a:pt x="1177318" y="2285651"/>
                  </a:lnTo>
                  <a:lnTo>
                    <a:pt x="1171402" y="2280480"/>
                  </a:lnTo>
                  <a:lnTo>
                    <a:pt x="1165356" y="2275308"/>
                  </a:lnTo>
                  <a:lnTo>
                    <a:pt x="1159048" y="2270137"/>
                  </a:lnTo>
                  <a:lnTo>
                    <a:pt x="1152590" y="2264966"/>
                  </a:lnTo>
                  <a:lnTo>
                    <a:pt x="1146000" y="2259795"/>
                  </a:lnTo>
                  <a:lnTo>
                    <a:pt x="1139124" y="2254624"/>
                  </a:lnTo>
                  <a:lnTo>
                    <a:pt x="1132114" y="2249453"/>
                  </a:lnTo>
                  <a:lnTo>
                    <a:pt x="1124952" y="2244281"/>
                  </a:lnTo>
                  <a:lnTo>
                    <a:pt x="1117521" y="2239110"/>
                  </a:lnTo>
                  <a:lnTo>
                    <a:pt x="1109955" y="2233939"/>
                  </a:lnTo>
                  <a:lnTo>
                    <a:pt x="1102218" y="2228768"/>
                  </a:lnTo>
                  <a:lnTo>
                    <a:pt x="1094230" y="2223597"/>
                  </a:lnTo>
                  <a:lnTo>
                    <a:pt x="1086109" y="2218426"/>
                  </a:lnTo>
                  <a:lnTo>
                    <a:pt x="1077800" y="2213254"/>
                  </a:lnTo>
                  <a:lnTo>
                    <a:pt x="1069262" y="2208083"/>
                  </a:lnTo>
                  <a:lnTo>
                    <a:pt x="1060592" y="2202912"/>
                  </a:lnTo>
                  <a:lnTo>
                    <a:pt x="1051720" y="2197741"/>
                  </a:lnTo>
                  <a:lnTo>
                    <a:pt x="1042642" y="2192570"/>
                  </a:lnTo>
                  <a:lnTo>
                    <a:pt x="1033436" y="2187399"/>
                  </a:lnTo>
                  <a:lnTo>
                    <a:pt x="1024017" y="2182228"/>
                  </a:lnTo>
                  <a:lnTo>
                    <a:pt x="1014416" y="2177056"/>
                  </a:lnTo>
                  <a:lnTo>
                    <a:pt x="1004692" y="2171885"/>
                  </a:lnTo>
                  <a:lnTo>
                    <a:pt x="994748" y="2166714"/>
                  </a:lnTo>
                  <a:lnTo>
                    <a:pt x="984647" y="2161543"/>
                  </a:lnTo>
                  <a:lnTo>
                    <a:pt x="974429" y="2156372"/>
                  </a:lnTo>
                  <a:lnTo>
                    <a:pt x="963989" y="2151201"/>
                  </a:lnTo>
                  <a:lnTo>
                    <a:pt x="953417" y="2146029"/>
                  </a:lnTo>
                  <a:lnTo>
                    <a:pt x="942736" y="2140858"/>
                  </a:lnTo>
                  <a:lnTo>
                    <a:pt x="931834" y="2135687"/>
                  </a:lnTo>
                  <a:lnTo>
                    <a:pt x="920826" y="2130516"/>
                  </a:lnTo>
                  <a:lnTo>
                    <a:pt x="909709" y="2125345"/>
                  </a:lnTo>
                  <a:lnTo>
                    <a:pt x="898394" y="2120174"/>
                  </a:lnTo>
                  <a:lnTo>
                    <a:pt x="886988" y="2115003"/>
                  </a:lnTo>
                  <a:lnTo>
                    <a:pt x="875472" y="2109831"/>
                  </a:lnTo>
                  <a:lnTo>
                    <a:pt x="863794" y="2104660"/>
                  </a:lnTo>
                  <a:lnTo>
                    <a:pt x="852035" y="2099489"/>
                  </a:lnTo>
                  <a:lnTo>
                    <a:pt x="840169" y="2094318"/>
                  </a:lnTo>
                  <a:lnTo>
                    <a:pt x="828174" y="2089147"/>
                  </a:lnTo>
                  <a:lnTo>
                    <a:pt x="816110" y="2083976"/>
                  </a:lnTo>
                  <a:lnTo>
                    <a:pt x="803947" y="2078804"/>
                  </a:lnTo>
                  <a:lnTo>
                    <a:pt x="791686" y="2073633"/>
                  </a:lnTo>
                  <a:lnTo>
                    <a:pt x="779368" y="2068462"/>
                  </a:lnTo>
                  <a:lnTo>
                    <a:pt x="766965" y="2063291"/>
                  </a:lnTo>
                  <a:lnTo>
                    <a:pt x="754491" y="2058120"/>
                  </a:lnTo>
                  <a:lnTo>
                    <a:pt x="741975" y="2052949"/>
                  </a:lnTo>
                  <a:lnTo>
                    <a:pt x="729389" y="2047777"/>
                  </a:lnTo>
                  <a:lnTo>
                    <a:pt x="716759" y="2042606"/>
                  </a:lnTo>
                  <a:lnTo>
                    <a:pt x="704099" y="2037435"/>
                  </a:lnTo>
                  <a:lnTo>
                    <a:pt x="691392" y="2032264"/>
                  </a:lnTo>
                  <a:lnTo>
                    <a:pt x="678664" y="2027093"/>
                  </a:lnTo>
                  <a:lnTo>
                    <a:pt x="665918" y="2021922"/>
                  </a:lnTo>
                  <a:lnTo>
                    <a:pt x="653150" y="2016751"/>
                  </a:lnTo>
                  <a:lnTo>
                    <a:pt x="640380" y="2011579"/>
                  </a:lnTo>
                  <a:lnTo>
                    <a:pt x="627605" y="2006408"/>
                  </a:lnTo>
                  <a:lnTo>
                    <a:pt x="614839" y="2001237"/>
                  </a:lnTo>
                  <a:lnTo>
                    <a:pt x="602083" y="1996066"/>
                  </a:lnTo>
                  <a:lnTo>
                    <a:pt x="589340" y="1990895"/>
                  </a:lnTo>
                  <a:lnTo>
                    <a:pt x="576631" y="1985724"/>
                  </a:lnTo>
                  <a:lnTo>
                    <a:pt x="563946" y="1980552"/>
                  </a:lnTo>
                  <a:lnTo>
                    <a:pt x="551293" y="1975381"/>
                  </a:lnTo>
                  <a:lnTo>
                    <a:pt x="538697" y="1970210"/>
                  </a:lnTo>
                  <a:lnTo>
                    <a:pt x="526137" y="1965039"/>
                  </a:lnTo>
                  <a:lnTo>
                    <a:pt x="513631" y="1959868"/>
                  </a:lnTo>
                  <a:lnTo>
                    <a:pt x="501200" y="1954697"/>
                  </a:lnTo>
                  <a:lnTo>
                    <a:pt x="488816" y="1949526"/>
                  </a:lnTo>
                  <a:lnTo>
                    <a:pt x="476510" y="1944354"/>
                  </a:lnTo>
                  <a:lnTo>
                    <a:pt x="464292" y="1939183"/>
                  </a:lnTo>
                  <a:lnTo>
                    <a:pt x="452133" y="1934012"/>
                  </a:lnTo>
                  <a:lnTo>
                    <a:pt x="440079" y="1928841"/>
                  </a:lnTo>
                  <a:lnTo>
                    <a:pt x="428121" y="1923670"/>
                  </a:lnTo>
                  <a:lnTo>
                    <a:pt x="416232" y="1918499"/>
                  </a:lnTo>
                  <a:lnTo>
                    <a:pt x="404476" y="1913327"/>
                  </a:lnTo>
                  <a:lnTo>
                    <a:pt x="392821" y="1908156"/>
                  </a:lnTo>
                  <a:lnTo>
                    <a:pt x="381244" y="1902985"/>
                  </a:lnTo>
                  <a:lnTo>
                    <a:pt x="369829" y="1897814"/>
                  </a:lnTo>
                  <a:lnTo>
                    <a:pt x="358515" y="1892643"/>
                  </a:lnTo>
                  <a:lnTo>
                    <a:pt x="347288" y="1887472"/>
                  </a:lnTo>
                  <a:lnTo>
                    <a:pt x="336254" y="1882300"/>
                  </a:lnTo>
                  <a:lnTo>
                    <a:pt x="325317" y="1877129"/>
                  </a:lnTo>
                  <a:lnTo>
                    <a:pt x="314487" y="1871958"/>
                  </a:lnTo>
                  <a:lnTo>
                    <a:pt x="303858" y="1866787"/>
                  </a:lnTo>
                  <a:lnTo>
                    <a:pt x="293332" y="1861616"/>
                  </a:lnTo>
                  <a:lnTo>
                    <a:pt x="282934" y="1856445"/>
                  </a:lnTo>
                  <a:lnTo>
                    <a:pt x="272738" y="1851274"/>
                  </a:lnTo>
                  <a:lnTo>
                    <a:pt x="262651" y="1846102"/>
                  </a:lnTo>
                  <a:lnTo>
                    <a:pt x="252717" y="1840931"/>
                  </a:lnTo>
                  <a:lnTo>
                    <a:pt x="242982" y="1835760"/>
                  </a:lnTo>
                  <a:lnTo>
                    <a:pt x="233363" y="1830589"/>
                  </a:lnTo>
                  <a:lnTo>
                    <a:pt x="223920" y="1825418"/>
                  </a:lnTo>
                  <a:lnTo>
                    <a:pt x="214671" y="1820247"/>
                  </a:lnTo>
                  <a:lnTo>
                    <a:pt x="205544" y="1815075"/>
                  </a:lnTo>
                  <a:lnTo>
                    <a:pt x="196619" y="1809904"/>
                  </a:lnTo>
                  <a:lnTo>
                    <a:pt x="187880" y="1804733"/>
                  </a:lnTo>
                  <a:lnTo>
                    <a:pt x="179268" y="1799562"/>
                  </a:lnTo>
                  <a:lnTo>
                    <a:pt x="170885" y="1794391"/>
                  </a:lnTo>
                  <a:lnTo>
                    <a:pt x="162678" y="1789220"/>
                  </a:lnTo>
                  <a:lnTo>
                    <a:pt x="154602" y="1784049"/>
                  </a:lnTo>
                  <a:lnTo>
                    <a:pt x="146782" y="1778877"/>
                  </a:lnTo>
                  <a:lnTo>
                    <a:pt x="139128" y="1773706"/>
                  </a:lnTo>
                  <a:lnTo>
                    <a:pt x="131609" y="1768535"/>
                  </a:lnTo>
                  <a:lnTo>
                    <a:pt x="124374" y="1763364"/>
                  </a:lnTo>
                  <a:lnTo>
                    <a:pt x="117290" y="1758193"/>
                  </a:lnTo>
                  <a:lnTo>
                    <a:pt x="110354" y="1753022"/>
                  </a:lnTo>
                  <a:lnTo>
                    <a:pt x="103715" y="1747850"/>
                  </a:lnTo>
                  <a:lnTo>
                    <a:pt x="97220" y="1742679"/>
                  </a:lnTo>
                  <a:lnTo>
                    <a:pt x="90896" y="1737508"/>
                  </a:lnTo>
                  <a:lnTo>
                    <a:pt x="84857" y="1732337"/>
                  </a:lnTo>
                  <a:lnTo>
                    <a:pt x="78966" y="1727166"/>
                  </a:lnTo>
                  <a:lnTo>
                    <a:pt x="73271" y="1721995"/>
                  </a:lnTo>
                  <a:lnTo>
                    <a:pt x="67847" y="1716823"/>
                  </a:lnTo>
                  <a:lnTo>
                    <a:pt x="62574" y="1711652"/>
                  </a:lnTo>
                  <a:lnTo>
                    <a:pt x="57521" y="1706481"/>
                  </a:lnTo>
                  <a:lnTo>
                    <a:pt x="55104" y="1703876"/>
                  </a:lnTo>
                  <a:lnTo>
                    <a:pt x="52723" y="1701310"/>
                  </a:lnTo>
                  <a:lnTo>
                    <a:pt x="48077" y="1696139"/>
                  </a:lnTo>
                  <a:lnTo>
                    <a:pt x="43676" y="1690968"/>
                  </a:lnTo>
                  <a:lnTo>
                    <a:pt x="39512" y="1685797"/>
                  </a:lnTo>
                  <a:lnTo>
                    <a:pt x="35502" y="1680625"/>
                  </a:lnTo>
                  <a:lnTo>
                    <a:pt x="31759" y="1675454"/>
                  </a:lnTo>
                  <a:lnTo>
                    <a:pt x="28233" y="1670283"/>
                  </a:lnTo>
                  <a:lnTo>
                    <a:pt x="24861" y="1665112"/>
                  </a:lnTo>
                  <a:lnTo>
                    <a:pt x="21777" y="1659941"/>
                  </a:lnTo>
                  <a:lnTo>
                    <a:pt x="18889" y="1654770"/>
                  </a:lnTo>
                  <a:lnTo>
                    <a:pt x="16154" y="1649598"/>
                  </a:lnTo>
                  <a:lnTo>
                    <a:pt x="13724" y="1644427"/>
                  </a:lnTo>
                  <a:lnTo>
                    <a:pt x="11467" y="1639256"/>
                  </a:lnTo>
                  <a:lnTo>
                    <a:pt x="9361" y="1634085"/>
                  </a:lnTo>
                  <a:lnTo>
                    <a:pt x="7574" y="1628914"/>
                  </a:lnTo>
                  <a:lnTo>
                    <a:pt x="5935" y="1623743"/>
                  </a:lnTo>
                  <a:lnTo>
                    <a:pt x="4464" y="1618571"/>
                  </a:lnTo>
                  <a:lnTo>
                    <a:pt x="3283" y="1613400"/>
                  </a:lnTo>
                  <a:lnTo>
                    <a:pt x="2245" y="1608229"/>
                  </a:lnTo>
                  <a:lnTo>
                    <a:pt x="1386" y="1603058"/>
                  </a:lnTo>
                  <a:lnTo>
                    <a:pt x="787" y="1597887"/>
                  </a:lnTo>
                  <a:lnTo>
                    <a:pt x="323" y="1592716"/>
                  </a:lnTo>
                  <a:lnTo>
                    <a:pt x="48" y="1587545"/>
                  </a:lnTo>
                  <a:lnTo>
                    <a:pt x="0" y="1582373"/>
                  </a:lnTo>
                  <a:lnTo>
                    <a:pt x="78" y="1577202"/>
                  </a:lnTo>
                  <a:lnTo>
                    <a:pt x="351" y="1572031"/>
                  </a:lnTo>
                  <a:lnTo>
                    <a:pt x="816" y="1566860"/>
                  </a:lnTo>
                  <a:lnTo>
                    <a:pt x="1399" y="1561689"/>
                  </a:lnTo>
                  <a:lnTo>
                    <a:pt x="2175" y="1556518"/>
                  </a:lnTo>
                  <a:lnTo>
                    <a:pt x="3112" y="1551346"/>
                  </a:lnTo>
                  <a:lnTo>
                    <a:pt x="4156" y="1546175"/>
                  </a:lnTo>
                  <a:lnTo>
                    <a:pt x="5387" y="1541004"/>
                  </a:lnTo>
                  <a:lnTo>
                    <a:pt x="6748" y="1535833"/>
                  </a:lnTo>
                  <a:lnTo>
                    <a:pt x="8204" y="1530662"/>
                  </a:lnTo>
                  <a:lnTo>
                    <a:pt x="9838" y="1525491"/>
                  </a:lnTo>
                  <a:lnTo>
                    <a:pt x="11571" y="1520320"/>
                  </a:lnTo>
                  <a:lnTo>
                    <a:pt x="13389" y="1515148"/>
                  </a:lnTo>
                  <a:lnTo>
                    <a:pt x="15369" y="1509977"/>
                  </a:lnTo>
                  <a:lnTo>
                    <a:pt x="17424" y="1504806"/>
                  </a:lnTo>
                  <a:lnTo>
                    <a:pt x="19556" y="1499635"/>
                  </a:lnTo>
                  <a:lnTo>
                    <a:pt x="21821" y="1494464"/>
                  </a:lnTo>
                  <a:lnTo>
                    <a:pt x="24144" y="1489293"/>
                  </a:lnTo>
                  <a:lnTo>
                    <a:pt x="26539" y="1484121"/>
                  </a:lnTo>
                  <a:lnTo>
                    <a:pt x="29033" y="1478950"/>
                  </a:lnTo>
                  <a:lnTo>
                    <a:pt x="30916" y="1475120"/>
                  </a:lnTo>
                  <a:lnTo>
                    <a:pt x="31575" y="1473779"/>
                  </a:lnTo>
                  <a:lnTo>
                    <a:pt x="34179" y="1468608"/>
                  </a:lnTo>
                  <a:lnTo>
                    <a:pt x="36856" y="1463437"/>
                  </a:lnTo>
                  <a:lnTo>
                    <a:pt x="39569" y="1458266"/>
                  </a:lnTo>
                  <a:lnTo>
                    <a:pt x="42336" y="1453094"/>
                  </a:lnTo>
                  <a:lnTo>
                    <a:pt x="45152" y="1447923"/>
                  </a:lnTo>
                  <a:lnTo>
                    <a:pt x="47997" y="1442752"/>
                  </a:lnTo>
                  <a:lnTo>
                    <a:pt x="50885" y="1437581"/>
                  </a:lnTo>
                  <a:lnTo>
                    <a:pt x="53806" y="1432410"/>
                  </a:lnTo>
                  <a:lnTo>
                    <a:pt x="56750" y="1427239"/>
                  </a:lnTo>
                  <a:lnTo>
                    <a:pt x="59727" y="1422068"/>
                  </a:lnTo>
                  <a:lnTo>
                    <a:pt x="62728" y="1416896"/>
                  </a:lnTo>
                  <a:lnTo>
                    <a:pt x="65746" y="1411725"/>
                  </a:lnTo>
                  <a:lnTo>
                    <a:pt x="68792" y="1406554"/>
                  </a:lnTo>
                  <a:lnTo>
                    <a:pt x="71857" y="1401383"/>
                  </a:lnTo>
                  <a:lnTo>
                    <a:pt x="74935" y="1396212"/>
                  </a:lnTo>
                  <a:lnTo>
                    <a:pt x="78041" y="1391041"/>
                  </a:lnTo>
                  <a:lnTo>
                    <a:pt x="81163" y="1385869"/>
                  </a:lnTo>
                  <a:lnTo>
                    <a:pt x="84300" y="1380698"/>
                  </a:lnTo>
                  <a:lnTo>
                    <a:pt x="87469" y="1375527"/>
                  </a:lnTo>
                  <a:lnTo>
                    <a:pt x="90655" y="1370356"/>
                  </a:lnTo>
                  <a:lnTo>
                    <a:pt x="93860" y="1365185"/>
                  </a:lnTo>
                  <a:lnTo>
                    <a:pt x="97103" y="1360014"/>
                  </a:lnTo>
                  <a:lnTo>
                    <a:pt x="100369" y="1354843"/>
                  </a:lnTo>
                  <a:lnTo>
                    <a:pt x="103664" y="1349671"/>
                  </a:lnTo>
                  <a:lnTo>
                    <a:pt x="107006" y="1344500"/>
                  </a:lnTo>
                  <a:lnTo>
                    <a:pt x="110377" y="1339329"/>
                  </a:lnTo>
                  <a:lnTo>
                    <a:pt x="113792" y="1334158"/>
                  </a:lnTo>
                  <a:lnTo>
                    <a:pt x="117266" y="1328987"/>
                  </a:lnTo>
                  <a:lnTo>
                    <a:pt x="120777" y="1323816"/>
                  </a:lnTo>
                  <a:lnTo>
                    <a:pt x="124351" y="1318644"/>
                  </a:lnTo>
                  <a:lnTo>
                    <a:pt x="127996" y="1313473"/>
                  </a:lnTo>
                  <a:lnTo>
                    <a:pt x="131689" y="1308302"/>
                  </a:lnTo>
                  <a:lnTo>
                    <a:pt x="135468" y="1303131"/>
                  </a:lnTo>
                  <a:lnTo>
                    <a:pt x="139328" y="1297960"/>
                  </a:lnTo>
                  <a:lnTo>
                    <a:pt x="143247" y="1292789"/>
                  </a:lnTo>
                  <a:lnTo>
                    <a:pt x="147280" y="1287617"/>
                  </a:lnTo>
                  <a:lnTo>
                    <a:pt x="151402" y="1282446"/>
                  </a:lnTo>
                  <a:lnTo>
                    <a:pt x="155593" y="1277275"/>
                  </a:lnTo>
                  <a:lnTo>
                    <a:pt x="159930" y="1272104"/>
                  </a:lnTo>
                  <a:lnTo>
                    <a:pt x="164359" y="1266933"/>
                  </a:lnTo>
                  <a:lnTo>
                    <a:pt x="168868" y="1261762"/>
                  </a:lnTo>
                  <a:lnTo>
                    <a:pt x="173556" y="1256591"/>
                  </a:lnTo>
                  <a:lnTo>
                    <a:pt x="178336" y="1251419"/>
                  </a:lnTo>
                  <a:lnTo>
                    <a:pt x="183214" y="1246248"/>
                  </a:lnTo>
                  <a:lnTo>
                    <a:pt x="188283" y="1241077"/>
                  </a:lnTo>
                  <a:lnTo>
                    <a:pt x="193450" y="1235906"/>
                  </a:lnTo>
                  <a:lnTo>
                    <a:pt x="198738" y="1230735"/>
                  </a:lnTo>
                  <a:lnTo>
                    <a:pt x="204217" y="1225564"/>
                  </a:lnTo>
                  <a:lnTo>
                    <a:pt x="209799" y="1220392"/>
                  </a:lnTo>
                  <a:lnTo>
                    <a:pt x="215523" y="1215221"/>
                  </a:lnTo>
                  <a:lnTo>
                    <a:pt x="221433" y="1210050"/>
                  </a:lnTo>
                  <a:lnTo>
                    <a:pt x="227449" y="1204879"/>
                  </a:lnTo>
                  <a:lnTo>
                    <a:pt x="233626" y="1199708"/>
                  </a:lnTo>
                  <a:lnTo>
                    <a:pt x="239976" y="1194537"/>
                  </a:lnTo>
                  <a:lnTo>
                    <a:pt x="246432" y="1189366"/>
                  </a:lnTo>
                  <a:lnTo>
                    <a:pt x="253063" y="1184194"/>
                  </a:lnTo>
                  <a:lnTo>
                    <a:pt x="259850" y="1179023"/>
                  </a:lnTo>
                  <a:lnTo>
                    <a:pt x="266741" y="1173852"/>
                  </a:lnTo>
                  <a:lnTo>
                    <a:pt x="269960" y="1171499"/>
                  </a:lnTo>
                  <a:lnTo>
                    <a:pt x="273815" y="1168681"/>
                  </a:lnTo>
                  <a:lnTo>
                    <a:pt x="281024" y="1163510"/>
                  </a:lnTo>
                  <a:lnTo>
                    <a:pt x="288331" y="1158339"/>
                  </a:lnTo>
                  <a:lnTo>
                    <a:pt x="295821" y="1153167"/>
                  </a:lnTo>
                  <a:lnTo>
                    <a:pt x="303423" y="1147996"/>
                  </a:lnTo>
                  <a:lnTo>
                    <a:pt x="311114" y="1142825"/>
                  </a:lnTo>
                  <a:lnTo>
                    <a:pt x="318982" y="1137654"/>
                  </a:lnTo>
                  <a:lnTo>
                    <a:pt x="326936" y="1132483"/>
                  </a:lnTo>
                  <a:lnTo>
                    <a:pt x="334974" y="1127312"/>
                  </a:lnTo>
                  <a:lnTo>
                    <a:pt x="343164" y="1122140"/>
                  </a:lnTo>
                  <a:lnTo>
                    <a:pt x="351419" y="1116969"/>
                  </a:lnTo>
                  <a:lnTo>
                    <a:pt x="359753" y="1111798"/>
                  </a:lnTo>
                  <a:lnTo>
                    <a:pt x="368200" y="1106627"/>
                  </a:lnTo>
                  <a:lnTo>
                    <a:pt x="376698" y="1101456"/>
                  </a:lnTo>
                  <a:lnTo>
                    <a:pt x="385262" y="1096285"/>
                  </a:lnTo>
                  <a:lnTo>
                    <a:pt x="393901" y="1091114"/>
                  </a:lnTo>
                  <a:lnTo>
                    <a:pt x="402576" y="1085942"/>
                  </a:lnTo>
                  <a:lnTo>
                    <a:pt x="411298" y="1080771"/>
                  </a:lnTo>
                  <a:lnTo>
                    <a:pt x="420061" y="1075600"/>
                  </a:lnTo>
                  <a:lnTo>
                    <a:pt x="428842" y="1070429"/>
                  </a:lnTo>
                  <a:lnTo>
                    <a:pt x="437647" y="1065258"/>
                  </a:lnTo>
                  <a:lnTo>
                    <a:pt x="446461" y="1060087"/>
                  </a:lnTo>
                  <a:lnTo>
                    <a:pt x="455277" y="1054915"/>
                  </a:lnTo>
                  <a:lnTo>
                    <a:pt x="464087" y="1049744"/>
                  </a:lnTo>
                  <a:lnTo>
                    <a:pt x="472882" y="1044573"/>
                  </a:lnTo>
                  <a:lnTo>
                    <a:pt x="481662" y="1039402"/>
                  </a:lnTo>
                  <a:lnTo>
                    <a:pt x="490404" y="1034231"/>
                  </a:lnTo>
                  <a:lnTo>
                    <a:pt x="499110" y="1029060"/>
                  </a:lnTo>
                  <a:lnTo>
                    <a:pt x="507787" y="1023888"/>
                  </a:lnTo>
                  <a:lnTo>
                    <a:pt x="516390" y="1018717"/>
                  </a:lnTo>
                  <a:lnTo>
                    <a:pt x="524945" y="1013546"/>
                  </a:lnTo>
                  <a:lnTo>
                    <a:pt x="533455" y="1008375"/>
                  </a:lnTo>
                  <a:lnTo>
                    <a:pt x="541857" y="1003204"/>
                  </a:lnTo>
                  <a:lnTo>
                    <a:pt x="550201" y="998033"/>
                  </a:lnTo>
                  <a:lnTo>
                    <a:pt x="558481" y="992862"/>
                  </a:lnTo>
                  <a:lnTo>
                    <a:pt x="566635" y="987690"/>
                  </a:lnTo>
                  <a:lnTo>
                    <a:pt x="574720" y="982519"/>
                  </a:lnTo>
                  <a:lnTo>
                    <a:pt x="582719" y="977348"/>
                  </a:lnTo>
                  <a:lnTo>
                    <a:pt x="590582" y="972177"/>
                  </a:lnTo>
                  <a:lnTo>
                    <a:pt x="598368" y="967006"/>
                  </a:lnTo>
                  <a:lnTo>
                    <a:pt x="606046" y="961835"/>
                  </a:lnTo>
                  <a:lnTo>
                    <a:pt x="613584" y="956663"/>
                  </a:lnTo>
                  <a:lnTo>
                    <a:pt x="621039" y="951492"/>
                  </a:lnTo>
                  <a:lnTo>
                    <a:pt x="628366" y="946321"/>
                  </a:lnTo>
                  <a:lnTo>
                    <a:pt x="635555" y="941150"/>
                  </a:lnTo>
                  <a:lnTo>
                    <a:pt x="642658" y="935979"/>
                  </a:lnTo>
                  <a:lnTo>
                    <a:pt x="649615" y="930808"/>
                  </a:lnTo>
                  <a:lnTo>
                    <a:pt x="656442" y="925637"/>
                  </a:lnTo>
                  <a:lnTo>
                    <a:pt x="663180" y="920465"/>
                  </a:lnTo>
                  <a:lnTo>
                    <a:pt x="669757" y="915294"/>
                  </a:lnTo>
                  <a:lnTo>
                    <a:pt x="676217" y="910123"/>
                  </a:lnTo>
                  <a:lnTo>
                    <a:pt x="682587" y="904952"/>
                  </a:lnTo>
                  <a:lnTo>
                    <a:pt x="688786" y="899781"/>
                  </a:lnTo>
                  <a:lnTo>
                    <a:pt x="694881" y="894610"/>
                  </a:lnTo>
                  <a:lnTo>
                    <a:pt x="700889" y="889438"/>
                  </a:lnTo>
                  <a:lnTo>
                    <a:pt x="706719" y="884267"/>
                  </a:lnTo>
                  <a:lnTo>
                    <a:pt x="712461" y="879096"/>
                  </a:lnTo>
                  <a:lnTo>
                    <a:pt x="718113" y="873925"/>
                  </a:lnTo>
                  <a:lnTo>
                    <a:pt x="723598" y="868754"/>
                  </a:lnTo>
                  <a:lnTo>
                    <a:pt x="729005" y="863583"/>
                  </a:lnTo>
                  <a:lnTo>
                    <a:pt x="734317" y="858411"/>
                  </a:lnTo>
                  <a:lnTo>
                    <a:pt x="739485" y="853240"/>
                  </a:lnTo>
                  <a:lnTo>
                    <a:pt x="744580" y="848069"/>
                  </a:lnTo>
                  <a:lnTo>
                    <a:pt x="749579" y="842898"/>
                  </a:lnTo>
                  <a:lnTo>
                    <a:pt x="754458" y="837727"/>
                  </a:lnTo>
                  <a:lnTo>
                    <a:pt x="759271" y="832556"/>
                  </a:lnTo>
                  <a:lnTo>
                    <a:pt x="763990" y="827385"/>
                  </a:lnTo>
                  <a:lnTo>
                    <a:pt x="768611" y="822213"/>
                  </a:lnTo>
                  <a:lnTo>
                    <a:pt x="773175" y="817042"/>
                  </a:lnTo>
                  <a:lnTo>
                    <a:pt x="777650" y="811871"/>
                  </a:lnTo>
                  <a:lnTo>
                    <a:pt x="782049" y="806700"/>
                  </a:lnTo>
                  <a:lnTo>
                    <a:pt x="786400" y="801529"/>
                  </a:lnTo>
                  <a:lnTo>
                    <a:pt x="790671" y="796358"/>
                  </a:lnTo>
                  <a:lnTo>
                    <a:pt x="794887" y="791186"/>
                  </a:lnTo>
                  <a:lnTo>
                    <a:pt x="799063" y="786015"/>
                  </a:lnTo>
                  <a:lnTo>
                    <a:pt x="803172" y="780844"/>
                  </a:lnTo>
                  <a:lnTo>
                    <a:pt x="807244" y="775673"/>
                  </a:lnTo>
                  <a:lnTo>
                    <a:pt x="811285" y="770502"/>
                  </a:lnTo>
                  <a:lnTo>
                    <a:pt x="815276" y="765331"/>
                  </a:lnTo>
                  <a:lnTo>
                    <a:pt x="819244" y="760160"/>
                  </a:lnTo>
                  <a:lnTo>
                    <a:pt x="823191" y="754988"/>
                  </a:lnTo>
                  <a:lnTo>
                    <a:pt x="827106" y="749817"/>
                  </a:lnTo>
                  <a:lnTo>
                    <a:pt x="831011" y="744646"/>
                  </a:lnTo>
                  <a:lnTo>
                    <a:pt x="834905" y="739475"/>
                  </a:lnTo>
                  <a:lnTo>
                    <a:pt x="838788" y="734304"/>
                  </a:lnTo>
                  <a:lnTo>
                    <a:pt x="842670" y="729133"/>
                  </a:lnTo>
                  <a:lnTo>
                    <a:pt x="846553" y="723961"/>
                  </a:lnTo>
                  <a:lnTo>
                    <a:pt x="850443" y="718790"/>
                  </a:lnTo>
                  <a:lnTo>
                    <a:pt x="854341" y="713619"/>
                  </a:lnTo>
                  <a:lnTo>
                    <a:pt x="858252" y="708448"/>
                  </a:lnTo>
                  <a:lnTo>
                    <a:pt x="862187" y="703277"/>
                  </a:lnTo>
                  <a:lnTo>
                    <a:pt x="866137" y="698106"/>
                  </a:lnTo>
                  <a:lnTo>
                    <a:pt x="870115" y="692934"/>
                  </a:lnTo>
                  <a:lnTo>
                    <a:pt x="874127" y="687763"/>
                  </a:lnTo>
                  <a:lnTo>
                    <a:pt x="878162" y="682592"/>
                  </a:lnTo>
                  <a:lnTo>
                    <a:pt x="882241" y="677421"/>
                  </a:lnTo>
                  <a:lnTo>
                    <a:pt x="886361" y="672250"/>
                  </a:lnTo>
                  <a:lnTo>
                    <a:pt x="890510" y="667079"/>
                  </a:lnTo>
                  <a:lnTo>
                    <a:pt x="894719" y="661908"/>
                  </a:lnTo>
                  <a:lnTo>
                    <a:pt x="898973" y="656736"/>
                  </a:lnTo>
                  <a:lnTo>
                    <a:pt x="903261" y="651565"/>
                  </a:lnTo>
                  <a:lnTo>
                    <a:pt x="907624" y="646394"/>
                  </a:lnTo>
                  <a:lnTo>
                    <a:pt x="912031" y="641223"/>
                  </a:lnTo>
                  <a:lnTo>
                    <a:pt x="916478" y="636052"/>
                  </a:lnTo>
                  <a:lnTo>
                    <a:pt x="921012" y="630881"/>
                  </a:lnTo>
                  <a:lnTo>
                    <a:pt x="925588" y="625709"/>
                  </a:lnTo>
                  <a:lnTo>
                    <a:pt x="930212" y="620538"/>
                  </a:lnTo>
                  <a:lnTo>
                    <a:pt x="934922" y="615367"/>
                  </a:lnTo>
                  <a:lnTo>
                    <a:pt x="939676" y="610196"/>
                  </a:lnTo>
                  <a:lnTo>
                    <a:pt x="944484" y="605025"/>
                  </a:lnTo>
                  <a:lnTo>
                    <a:pt x="949374" y="599854"/>
                  </a:lnTo>
                  <a:lnTo>
                    <a:pt x="954307" y="594683"/>
                  </a:lnTo>
                  <a:lnTo>
                    <a:pt x="959299" y="589511"/>
                  </a:lnTo>
                  <a:lnTo>
                    <a:pt x="964365" y="584340"/>
                  </a:lnTo>
                  <a:lnTo>
                    <a:pt x="969472" y="579169"/>
                  </a:lnTo>
                  <a:lnTo>
                    <a:pt x="974640" y="573998"/>
                  </a:lnTo>
                  <a:lnTo>
                    <a:pt x="979872" y="568827"/>
                  </a:lnTo>
                  <a:lnTo>
                    <a:pt x="985141" y="563656"/>
                  </a:lnTo>
                  <a:lnTo>
                    <a:pt x="990471" y="558484"/>
                  </a:lnTo>
                  <a:lnTo>
                    <a:pt x="995852" y="553313"/>
                  </a:lnTo>
                  <a:lnTo>
                    <a:pt x="1001265" y="548142"/>
                  </a:lnTo>
                  <a:lnTo>
                    <a:pt x="1006734" y="542971"/>
                  </a:lnTo>
                  <a:lnTo>
                    <a:pt x="1012241" y="537800"/>
                  </a:lnTo>
                  <a:lnTo>
                    <a:pt x="1017775" y="532629"/>
                  </a:lnTo>
                  <a:lnTo>
                    <a:pt x="1023355" y="527457"/>
                  </a:lnTo>
                  <a:lnTo>
                    <a:pt x="1028960" y="522286"/>
                  </a:lnTo>
                  <a:lnTo>
                    <a:pt x="1034585" y="517115"/>
                  </a:lnTo>
                  <a:lnTo>
                    <a:pt x="1040243" y="511944"/>
                  </a:lnTo>
                  <a:lnTo>
                    <a:pt x="1045914" y="506773"/>
                  </a:lnTo>
                  <a:lnTo>
                    <a:pt x="1051597" y="501602"/>
                  </a:lnTo>
                  <a:lnTo>
                    <a:pt x="1057294" y="496431"/>
                  </a:lnTo>
                  <a:lnTo>
                    <a:pt x="1062995" y="491259"/>
                  </a:lnTo>
                  <a:lnTo>
                    <a:pt x="1068697" y="486088"/>
                  </a:lnTo>
                  <a:lnTo>
                    <a:pt x="1074395" y="480917"/>
                  </a:lnTo>
                  <a:lnTo>
                    <a:pt x="1080086" y="475746"/>
                  </a:lnTo>
                  <a:lnTo>
                    <a:pt x="1085767" y="470575"/>
                  </a:lnTo>
                  <a:lnTo>
                    <a:pt x="1091425" y="465404"/>
                  </a:lnTo>
                  <a:lnTo>
                    <a:pt x="1097067" y="460232"/>
                  </a:lnTo>
                  <a:lnTo>
                    <a:pt x="1102684" y="455061"/>
                  </a:lnTo>
                  <a:lnTo>
                    <a:pt x="1108262" y="449890"/>
                  </a:lnTo>
                  <a:lnTo>
                    <a:pt x="1113816" y="444719"/>
                  </a:lnTo>
                  <a:lnTo>
                    <a:pt x="1119325" y="439548"/>
                  </a:lnTo>
                  <a:lnTo>
                    <a:pt x="1124785" y="434377"/>
                  </a:lnTo>
                  <a:lnTo>
                    <a:pt x="1130211" y="429205"/>
                  </a:lnTo>
                  <a:lnTo>
                    <a:pt x="1135573" y="424034"/>
                  </a:lnTo>
                  <a:lnTo>
                    <a:pt x="1140877" y="418863"/>
                  </a:lnTo>
                  <a:lnTo>
                    <a:pt x="1146139" y="413692"/>
                  </a:lnTo>
                  <a:lnTo>
                    <a:pt x="1151315" y="408521"/>
                  </a:lnTo>
                  <a:lnTo>
                    <a:pt x="1156429" y="403350"/>
                  </a:lnTo>
                  <a:lnTo>
                    <a:pt x="1161492" y="398179"/>
                  </a:lnTo>
                  <a:lnTo>
                    <a:pt x="1166449" y="393007"/>
                  </a:lnTo>
                  <a:lnTo>
                    <a:pt x="1171342" y="387836"/>
                  </a:lnTo>
                  <a:lnTo>
                    <a:pt x="1176178" y="382665"/>
                  </a:lnTo>
                  <a:lnTo>
                    <a:pt x="1180886" y="377494"/>
                  </a:lnTo>
                  <a:lnTo>
                    <a:pt x="1185531" y="372323"/>
                  </a:lnTo>
                  <a:lnTo>
                    <a:pt x="1190105" y="367152"/>
                  </a:lnTo>
                  <a:lnTo>
                    <a:pt x="1194549" y="361980"/>
                  </a:lnTo>
                  <a:lnTo>
                    <a:pt x="1198926" y="356809"/>
                  </a:lnTo>
                  <a:lnTo>
                    <a:pt x="1203217" y="351638"/>
                  </a:lnTo>
                  <a:lnTo>
                    <a:pt x="1207379" y="346467"/>
                  </a:lnTo>
                  <a:lnTo>
                    <a:pt x="1211471" y="341296"/>
                  </a:lnTo>
                  <a:lnTo>
                    <a:pt x="1215463" y="336125"/>
                  </a:lnTo>
                  <a:lnTo>
                    <a:pt x="1219331" y="330954"/>
                  </a:lnTo>
                  <a:lnTo>
                    <a:pt x="1223127" y="325782"/>
                  </a:lnTo>
                  <a:lnTo>
                    <a:pt x="1226811" y="320611"/>
                  </a:lnTo>
                  <a:lnTo>
                    <a:pt x="1230378" y="315440"/>
                  </a:lnTo>
                  <a:lnTo>
                    <a:pt x="1233872" y="310269"/>
                  </a:lnTo>
                  <a:lnTo>
                    <a:pt x="1237243" y="305098"/>
                  </a:lnTo>
                  <a:lnTo>
                    <a:pt x="1240507" y="299927"/>
                  </a:lnTo>
                  <a:lnTo>
                    <a:pt x="1243699" y="294755"/>
                  </a:lnTo>
                  <a:lnTo>
                    <a:pt x="1246758" y="289584"/>
                  </a:lnTo>
                  <a:lnTo>
                    <a:pt x="1249722" y="284413"/>
                  </a:lnTo>
                  <a:lnTo>
                    <a:pt x="1252615" y="279242"/>
                  </a:lnTo>
                  <a:lnTo>
                    <a:pt x="1255368" y="274071"/>
                  </a:lnTo>
                  <a:lnTo>
                    <a:pt x="1258039" y="268900"/>
                  </a:lnTo>
                  <a:lnTo>
                    <a:pt x="1260640" y="263728"/>
                  </a:lnTo>
                  <a:lnTo>
                    <a:pt x="1263098" y="258557"/>
                  </a:lnTo>
                  <a:lnTo>
                    <a:pt x="1265486" y="253386"/>
                  </a:lnTo>
                  <a:lnTo>
                    <a:pt x="1267801" y="248215"/>
                  </a:lnTo>
                  <a:lnTo>
                    <a:pt x="1269983" y="243044"/>
                  </a:lnTo>
                  <a:lnTo>
                    <a:pt x="1272101" y="237873"/>
                  </a:lnTo>
                  <a:lnTo>
                    <a:pt x="1274142" y="232702"/>
                  </a:lnTo>
                  <a:lnTo>
                    <a:pt x="1276067" y="227530"/>
                  </a:lnTo>
                  <a:lnTo>
                    <a:pt x="1277931" y="222359"/>
                  </a:lnTo>
                  <a:lnTo>
                    <a:pt x="1279716" y="217188"/>
                  </a:lnTo>
                  <a:lnTo>
                    <a:pt x="1281400" y="212017"/>
                  </a:lnTo>
                  <a:lnTo>
                    <a:pt x="1283029" y="206846"/>
                  </a:lnTo>
                  <a:lnTo>
                    <a:pt x="1284577" y="201675"/>
                  </a:lnTo>
                  <a:lnTo>
                    <a:pt x="1286039" y="196503"/>
                  </a:lnTo>
                  <a:lnTo>
                    <a:pt x="1287451" y="191332"/>
                  </a:lnTo>
                  <a:lnTo>
                    <a:pt x="1288783" y="186161"/>
                  </a:lnTo>
                  <a:lnTo>
                    <a:pt x="1290043" y="180990"/>
                  </a:lnTo>
                  <a:lnTo>
                    <a:pt x="1291257" y="175819"/>
                  </a:lnTo>
                  <a:lnTo>
                    <a:pt x="1292393" y="170648"/>
                  </a:lnTo>
                  <a:lnTo>
                    <a:pt x="1293470" y="165477"/>
                  </a:lnTo>
                  <a:lnTo>
                    <a:pt x="1294506" y="160305"/>
                  </a:lnTo>
                  <a:lnTo>
                    <a:pt x="1295467" y="155134"/>
                  </a:lnTo>
                  <a:lnTo>
                    <a:pt x="1296382" y="149963"/>
                  </a:lnTo>
                  <a:lnTo>
                    <a:pt x="1297259" y="144792"/>
                  </a:lnTo>
                  <a:lnTo>
                    <a:pt x="1298066" y="139621"/>
                  </a:lnTo>
                  <a:lnTo>
                    <a:pt x="1298836" y="134450"/>
                  </a:lnTo>
                  <a:lnTo>
                    <a:pt x="1299572" y="129278"/>
                  </a:lnTo>
                  <a:lnTo>
                    <a:pt x="1300244" y="124107"/>
                  </a:lnTo>
                  <a:lnTo>
                    <a:pt x="1300887" y="118936"/>
                  </a:lnTo>
                  <a:lnTo>
                    <a:pt x="1301497" y="113765"/>
                  </a:lnTo>
                  <a:lnTo>
                    <a:pt x="1302056" y="108594"/>
                  </a:lnTo>
                  <a:lnTo>
                    <a:pt x="1302589" y="103423"/>
                  </a:lnTo>
                  <a:lnTo>
                    <a:pt x="1303091" y="98251"/>
                  </a:lnTo>
                  <a:lnTo>
                    <a:pt x="1303551" y="93080"/>
                  </a:lnTo>
                  <a:lnTo>
                    <a:pt x="1303990" y="87909"/>
                  </a:lnTo>
                  <a:lnTo>
                    <a:pt x="1304399" y="82738"/>
                  </a:lnTo>
                  <a:lnTo>
                    <a:pt x="1304775" y="77567"/>
                  </a:lnTo>
                  <a:lnTo>
                    <a:pt x="1305133" y="72396"/>
                  </a:lnTo>
                  <a:lnTo>
                    <a:pt x="1305464" y="67225"/>
                  </a:lnTo>
                  <a:lnTo>
                    <a:pt x="1305770" y="62053"/>
                  </a:lnTo>
                  <a:lnTo>
                    <a:pt x="1306060" y="56882"/>
                  </a:lnTo>
                  <a:lnTo>
                    <a:pt x="1306325" y="51711"/>
                  </a:lnTo>
                  <a:lnTo>
                    <a:pt x="1306571" y="46540"/>
                  </a:lnTo>
                  <a:lnTo>
                    <a:pt x="1306805" y="41369"/>
                  </a:lnTo>
                  <a:lnTo>
                    <a:pt x="1307016" y="36198"/>
                  </a:lnTo>
                  <a:lnTo>
                    <a:pt x="1307212" y="31026"/>
                  </a:lnTo>
                  <a:lnTo>
                    <a:pt x="1307398" y="25855"/>
                  </a:lnTo>
                  <a:lnTo>
                    <a:pt x="1307565" y="20684"/>
                  </a:lnTo>
                  <a:lnTo>
                    <a:pt x="1307721" y="15513"/>
                  </a:lnTo>
                  <a:lnTo>
                    <a:pt x="1307868" y="10342"/>
                  </a:lnTo>
                  <a:lnTo>
                    <a:pt x="1307998" y="5171"/>
                  </a:lnTo>
                  <a:lnTo>
                    <a:pt x="1308121" y="0"/>
                  </a:lnTo>
                  <a:lnTo>
                    <a:pt x="1310698" y="0"/>
                  </a:lnTo>
                  <a:lnTo>
                    <a:pt x="1310820" y="5171"/>
                  </a:lnTo>
                  <a:lnTo>
                    <a:pt x="1310951" y="10342"/>
                  </a:lnTo>
                  <a:lnTo>
                    <a:pt x="1311098" y="15513"/>
                  </a:lnTo>
                  <a:lnTo>
                    <a:pt x="1311254" y="20684"/>
                  </a:lnTo>
                  <a:lnTo>
                    <a:pt x="1311420" y="25855"/>
                  </a:lnTo>
                  <a:lnTo>
                    <a:pt x="1311606" y="31026"/>
                  </a:lnTo>
                  <a:lnTo>
                    <a:pt x="1311803" y="36198"/>
                  </a:lnTo>
                  <a:lnTo>
                    <a:pt x="1312014" y="41369"/>
                  </a:lnTo>
                  <a:lnTo>
                    <a:pt x="1312247" y="46540"/>
                  </a:lnTo>
                  <a:lnTo>
                    <a:pt x="1312494" y="51711"/>
                  </a:lnTo>
                  <a:lnTo>
                    <a:pt x="1312759" y="56882"/>
                  </a:lnTo>
                  <a:lnTo>
                    <a:pt x="1313049" y="62053"/>
                  </a:lnTo>
                  <a:lnTo>
                    <a:pt x="1313355" y="67225"/>
                  </a:lnTo>
                  <a:lnTo>
                    <a:pt x="1313685" y="72396"/>
                  </a:lnTo>
                  <a:lnTo>
                    <a:pt x="1314044" y="77567"/>
                  </a:lnTo>
                  <a:lnTo>
                    <a:pt x="1314420" y="82738"/>
                  </a:lnTo>
                  <a:lnTo>
                    <a:pt x="1314829" y="87909"/>
                  </a:lnTo>
                  <a:lnTo>
                    <a:pt x="1315268" y="93080"/>
                  </a:lnTo>
                  <a:lnTo>
                    <a:pt x="1315728" y="98251"/>
                  </a:lnTo>
                  <a:lnTo>
                    <a:pt x="1316230" y="103423"/>
                  </a:lnTo>
                  <a:lnTo>
                    <a:pt x="1316763" y="108594"/>
                  </a:lnTo>
                  <a:lnTo>
                    <a:pt x="1317321" y="113765"/>
                  </a:lnTo>
                  <a:lnTo>
                    <a:pt x="1317932" y="118936"/>
                  </a:lnTo>
                  <a:lnTo>
                    <a:pt x="1318575" y="124107"/>
                  </a:lnTo>
                  <a:lnTo>
                    <a:pt x="1319247" y="129278"/>
                  </a:lnTo>
                  <a:lnTo>
                    <a:pt x="1319983" y="134450"/>
                  </a:lnTo>
                  <a:lnTo>
                    <a:pt x="1320753" y="139621"/>
                  </a:lnTo>
                  <a:lnTo>
                    <a:pt x="1321560" y="144792"/>
                  </a:lnTo>
                  <a:lnTo>
                    <a:pt x="1322437" y="149963"/>
                  </a:lnTo>
                  <a:lnTo>
                    <a:pt x="1323351" y="155134"/>
                  </a:lnTo>
                  <a:lnTo>
                    <a:pt x="1324312" y="160305"/>
                  </a:lnTo>
                  <a:lnTo>
                    <a:pt x="1325348" y="165477"/>
                  </a:lnTo>
                  <a:lnTo>
                    <a:pt x="1326426" y="170648"/>
                  </a:lnTo>
                  <a:lnTo>
                    <a:pt x="1327562" y="175819"/>
                  </a:lnTo>
                  <a:lnTo>
                    <a:pt x="1328776" y="180990"/>
                  </a:lnTo>
                  <a:lnTo>
                    <a:pt x="1330036" y="186161"/>
                  </a:lnTo>
                  <a:lnTo>
                    <a:pt x="1331368" y="191332"/>
                  </a:lnTo>
                  <a:lnTo>
                    <a:pt x="1332779" y="196503"/>
                  </a:lnTo>
                  <a:lnTo>
                    <a:pt x="1334242" y="201675"/>
                  </a:lnTo>
                  <a:lnTo>
                    <a:pt x="1335790" y="206846"/>
                  </a:lnTo>
                  <a:lnTo>
                    <a:pt x="1337419" y="212017"/>
                  </a:lnTo>
                  <a:lnTo>
                    <a:pt x="1339103" y="217188"/>
                  </a:lnTo>
                  <a:lnTo>
                    <a:pt x="1340888" y="222359"/>
                  </a:lnTo>
                  <a:lnTo>
                    <a:pt x="1342752" y="227530"/>
                  </a:lnTo>
                  <a:lnTo>
                    <a:pt x="1344676" y="232702"/>
                  </a:lnTo>
                  <a:lnTo>
                    <a:pt x="1346718" y="237873"/>
                  </a:lnTo>
                  <a:lnTo>
                    <a:pt x="1348836" y="243044"/>
                  </a:lnTo>
                  <a:lnTo>
                    <a:pt x="1351018" y="248215"/>
                  </a:lnTo>
                  <a:lnTo>
                    <a:pt x="1353333" y="253386"/>
                  </a:lnTo>
                  <a:lnTo>
                    <a:pt x="1355721" y="258557"/>
                  </a:lnTo>
                  <a:lnTo>
                    <a:pt x="1358179" y="263728"/>
                  </a:lnTo>
                  <a:lnTo>
                    <a:pt x="1360780" y="268900"/>
                  </a:lnTo>
                  <a:lnTo>
                    <a:pt x="1363450" y="274071"/>
                  </a:lnTo>
                  <a:lnTo>
                    <a:pt x="1366204" y="279242"/>
                  </a:lnTo>
                  <a:lnTo>
                    <a:pt x="1369096" y="284413"/>
                  </a:lnTo>
                  <a:lnTo>
                    <a:pt x="1372061" y="289584"/>
                  </a:lnTo>
                  <a:lnTo>
                    <a:pt x="1375120" y="294755"/>
                  </a:lnTo>
                  <a:lnTo>
                    <a:pt x="1378311" y="299927"/>
                  </a:lnTo>
                  <a:lnTo>
                    <a:pt x="1381576" y="305098"/>
                  </a:lnTo>
                  <a:lnTo>
                    <a:pt x="1384947" y="310269"/>
                  </a:lnTo>
                  <a:lnTo>
                    <a:pt x="1388441" y="315440"/>
                  </a:lnTo>
                  <a:lnTo>
                    <a:pt x="1392008" y="320611"/>
                  </a:lnTo>
                  <a:lnTo>
                    <a:pt x="1395692" y="325782"/>
                  </a:lnTo>
                  <a:lnTo>
                    <a:pt x="1399488" y="330954"/>
                  </a:lnTo>
                  <a:lnTo>
                    <a:pt x="1403356" y="336125"/>
                  </a:lnTo>
                  <a:lnTo>
                    <a:pt x="1407348" y="341296"/>
                  </a:lnTo>
                  <a:lnTo>
                    <a:pt x="1411440" y="346467"/>
                  </a:lnTo>
                  <a:lnTo>
                    <a:pt x="1415602" y="351638"/>
                  </a:lnTo>
                  <a:lnTo>
                    <a:pt x="1419893" y="356809"/>
                  </a:lnTo>
                  <a:lnTo>
                    <a:pt x="1424270" y="361980"/>
                  </a:lnTo>
                  <a:lnTo>
                    <a:pt x="1428714" y="367152"/>
                  </a:lnTo>
                  <a:lnTo>
                    <a:pt x="1433288" y="372323"/>
                  </a:lnTo>
                  <a:lnTo>
                    <a:pt x="1437933" y="377494"/>
                  </a:lnTo>
                  <a:lnTo>
                    <a:pt x="1442641" y="382665"/>
                  </a:lnTo>
                  <a:lnTo>
                    <a:pt x="1447477" y="387836"/>
                  </a:lnTo>
                  <a:lnTo>
                    <a:pt x="1452370" y="393007"/>
                  </a:lnTo>
                  <a:lnTo>
                    <a:pt x="1457327" y="398179"/>
                  </a:lnTo>
                  <a:lnTo>
                    <a:pt x="1462390" y="403350"/>
                  </a:lnTo>
                  <a:lnTo>
                    <a:pt x="1467504" y="408521"/>
                  </a:lnTo>
                  <a:lnTo>
                    <a:pt x="1472680" y="413692"/>
                  </a:lnTo>
                  <a:lnTo>
                    <a:pt x="1477942" y="418863"/>
                  </a:lnTo>
                  <a:lnTo>
                    <a:pt x="1483246" y="424034"/>
                  </a:lnTo>
                  <a:lnTo>
                    <a:pt x="1488608" y="429205"/>
                  </a:lnTo>
                  <a:lnTo>
                    <a:pt x="1494033" y="434377"/>
                  </a:lnTo>
                  <a:lnTo>
                    <a:pt x="1499493" y="439548"/>
                  </a:lnTo>
                  <a:lnTo>
                    <a:pt x="1505003" y="444719"/>
                  </a:lnTo>
                  <a:lnTo>
                    <a:pt x="1510556" y="449890"/>
                  </a:lnTo>
                  <a:lnTo>
                    <a:pt x="1516135" y="455061"/>
                  </a:lnTo>
                  <a:lnTo>
                    <a:pt x="1521751" y="460232"/>
                  </a:lnTo>
                  <a:lnTo>
                    <a:pt x="1527394" y="465404"/>
                  </a:lnTo>
                  <a:lnTo>
                    <a:pt x="1533052" y="470575"/>
                  </a:lnTo>
                  <a:lnTo>
                    <a:pt x="1538733" y="475746"/>
                  </a:lnTo>
                  <a:lnTo>
                    <a:pt x="1544424" y="480917"/>
                  </a:lnTo>
                  <a:lnTo>
                    <a:pt x="1550121" y="486088"/>
                  </a:lnTo>
                  <a:lnTo>
                    <a:pt x="1555824" y="491259"/>
                  </a:lnTo>
                  <a:lnTo>
                    <a:pt x="1561524" y="496431"/>
                  </a:lnTo>
                  <a:lnTo>
                    <a:pt x="1567222" y="501602"/>
                  </a:lnTo>
                  <a:lnTo>
                    <a:pt x="1572905" y="506773"/>
                  </a:lnTo>
                  <a:lnTo>
                    <a:pt x="1578575" y="511944"/>
                  </a:lnTo>
                  <a:lnTo>
                    <a:pt x="1584233" y="517115"/>
                  </a:lnTo>
                  <a:lnTo>
                    <a:pt x="1589858" y="522286"/>
                  </a:lnTo>
                  <a:lnTo>
                    <a:pt x="1595463" y="527457"/>
                  </a:lnTo>
                  <a:lnTo>
                    <a:pt x="1601044" y="532629"/>
                  </a:lnTo>
                  <a:lnTo>
                    <a:pt x="1606578" y="537800"/>
                  </a:lnTo>
                  <a:lnTo>
                    <a:pt x="1612084" y="542971"/>
                  </a:lnTo>
                  <a:lnTo>
                    <a:pt x="1617554" y="548142"/>
                  </a:lnTo>
                  <a:lnTo>
                    <a:pt x="1622967" y="553313"/>
                  </a:lnTo>
                  <a:lnTo>
                    <a:pt x="1628348" y="558484"/>
                  </a:lnTo>
                  <a:lnTo>
                    <a:pt x="1633678" y="563656"/>
                  </a:lnTo>
                  <a:lnTo>
                    <a:pt x="1638947" y="568827"/>
                  </a:lnTo>
                  <a:lnTo>
                    <a:pt x="1644178" y="573998"/>
                  </a:lnTo>
                  <a:lnTo>
                    <a:pt x="1649347" y="579169"/>
                  </a:lnTo>
                  <a:lnTo>
                    <a:pt x="1654454" y="584340"/>
                  </a:lnTo>
                  <a:lnTo>
                    <a:pt x="1659520" y="589511"/>
                  </a:lnTo>
                  <a:lnTo>
                    <a:pt x="1664512" y="594683"/>
                  </a:lnTo>
                  <a:lnTo>
                    <a:pt x="1669445" y="599854"/>
                  </a:lnTo>
                  <a:lnTo>
                    <a:pt x="1674335" y="605025"/>
                  </a:lnTo>
                  <a:lnTo>
                    <a:pt x="1679142" y="610196"/>
                  </a:lnTo>
                  <a:lnTo>
                    <a:pt x="1683896" y="615367"/>
                  </a:lnTo>
                  <a:lnTo>
                    <a:pt x="1688607" y="620538"/>
                  </a:lnTo>
                  <a:lnTo>
                    <a:pt x="1693230" y="625709"/>
                  </a:lnTo>
                  <a:lnTo>
                    <a:pt x="1697807" y="630881"/>
                  </a:lnTo>
                  <a:lnTo>
                    <a:pt x="1702340" y="636052"/>
                  </a:lnTo>
                  <a:lnTo>
                    <a:pt x="1706787" y="641223"/>
                  </a:lnTo>
                  <a:lnTo>
                    <a:pt x="1711195" y="646394"/>
                  </a:lnTo>
                  <a:lnTo>
                    <a:pt x="1715557" y="651565"/>
                  </a:lnTo>
                  <a:lnTo>
                    <a:pt x="1719846" y="656736"/>
                  </a:lnTo>
                  <a:lnTo>
                    <a:pt x="1724100" y="661908"/>
                  </a:lnTo>
                  <a:lnTo>
                    <a:pt x="1728308" y="667079"/>
                  </a:lnTo>
                  <a:lnTo>
                    <a:pt x="1732458" y="672250"/>
                  </a:lnTo>
                  <a:lnTo>
                    <a:pt x="1736578" y="677421"/>
                  </a:lnTo>
                  <a:lnTo>
                    <a:pt x="1740657" y="682592"/>
                  </a:lnTo>
                  <a:lnTo>
                    <a:pt x="1744692" y="687763"/>
                  </a:lnTo>
                  <a:lnTo>
                    <a:pt x="1748704" y="692934"/>
                  </a:lnTo>
                  <a:lnTo>
                    <a:pt x="1752682" y="698106"/>
                  </a:lnTo>
                  <a:lnTo>
                    <a:pt x="1756632" y="703277"/>
                  </a:lnTo>
                  <a:lnTo>
                    <a:pt x="1760566" y="708448"/>
                  </a:lnTo>
                  <a:lnTo>
                    <a:pt x="1764478" y="713619"/>
                  </a:lnTo>
                  <a:lnTo>
                    <a:pt x="1768376" y="718790"/>
                  </a:lnTo>
                  <a:lnTo>
                    <a:pt x="1772266" y="723961"/>
                  </a:lnTo>
                  <a:lnTo>
                    <a:pt x="1776148" y="729133"/>
                  </a:lnTo>
                  <a:lnTo>
                    <a:pt x="1780031" y="734304"/>
                  </a:lnTo>
                  <a:lnTo>
                    <a:pt x="1783914" y="739475"/>
                  </a:lnTo>
                  <a:lnTo>
                    <a:pt x="1787808" y="744646"/>
                  </a:lnTo>
                  <a:lnTo>
                    <a:pt x="1791713" y="749817"/>
                  </a:lnTo>
                  <a:lnTo>
                    <a:pt x="1795628" y="754988"/>
                  </a:lnTo>
                  <a:lnTo>
                    <a:pt x="1799575" y="760160"/>
                  </a:lnTo>
                  <a:lnTo>
                    <a:pt x="1803543" y="765331"/>
                  </a:lnTo>
                  <a:lnTo>
                    <a:pt x="1807533" y="770502"/>
                  </a:lnTo>
                  <a:lnTo>
                    <a:pt x="1811575" y="775673"/>
                  </a:lnTo>
                  <a:lnTo>
                    <a:pt x="1815646" y="780844"/>
                  </a:lnTo>
                  <a:lnTo>
                    <a:pt x="1819756" y="786015"/>
                  </a:lnTo>
                  <a:lnTo>
                    <a:pt x="1823932" y="791186"/>
                  </a:lnTo>
                  <a:lnTo>
                    <a:pt x="1828147" y="796358"/>
                  </a:lnTo>
                  <a:lnTo>
                    <a:pt x="1832419" y="801529"/>
                  </a:lnTo>
                  <a:lnTo>
                    <a:pt x="1836769" y="806700"/>
                  </a:lnTo>
                  <a:lnTo>
                    <a:pt x="1841169" y="811871"/>
                  </a:lnTo>
                  <a:lnTo>
                    <a:pt x="1845644" y="817042"/>
                  </a:lnTo>
                  <a:lnTo>
                    <a:pt x="1850208" y="822213"/>
                  </a:lnTo>
                  <a:lnTo>
                    <a:pt x="1854829" y="827385"/>
                  </a:lnTo>
                  <a:lnTo>
                    <a:pt x="1859548" y="832556"/>
                  </a:lnTo>
                  <a:lnTo>
                    <a:pt x="1864361" y="837727"/>
                  </a:lnTo>
                  <a:lnTo>
                    <a:pt x="1869239" y="842898"/>
                  </a:lnTo>
                  <a:lnTo>
                    <a:pt x="1874239" y="848069"/>
                  </a:lnTo>
                  <a:lnTo>
                    <a:pt x="1879334" y="853240"/>
                  </a:lnTo>
                  <a:lnTo>
                    <a:pt x="1884502" y="858411"/>
                  </a:lnTo>
                  <a:lnTo>
                    <a:pt x="1889814" y="863583"/>
                  </a:lnTo>
                  <a:lnTo>
                    <a:pt x="1895221" y="868754"/>
                  </a:lnTo>
                  <a:lnTo>
                    <a:pt x="1900706" y="873925"/>
                  </a:lnTo>
                  <a:lnTo>
                    <a:pt x="1906358" y="879096"/>
                  </a:lnTo>
                  <a:lnTo>
                    <a:pt x="1912100" y="884267"/>
                  </a:lnTo>
                  <a:lnTo>
                    <a:pt x="1917930" y="889438"/>
                  </a:lnTo>
                  <a:lnTo>
                    <a:pt x="1923938" y="894610"/>
                  </a:lnTo>
                  <a:lnTo>
                    <a:pt x="1930033" y="899781"/>
                  </a:lnTo>
                  <a:lnTo>
                    <a:pt x="1936232" y="904952"/>
                  </a:lnTo>
                  <a:lnTo>
                    <a:pt x="1942602" y="910123"/>
                  </a:lnTo>
                  <a:lnTo>
                    <a:pt x="1949062" y="915294"/>
                  </a:lnTo>
                  <a:lnTo>
                    <a:pt x="1955639" y="920465"/>
                  </a:lnTo>
                  <a:lnTo>
                    <a:pt x="1962377" y="925637"/>
                  </a:lnTo>
                  <a:lnTo>
                    <a:pt x="1969204" y="930808"/>
                  </a:lnTo>
                  <a:lnTo>
                    <a:pt x="1976161" y="935979"/>
                  </a:lnTo>
                  <a:lnTo>
                    <a:pt x="1983264" y="941150"/>
                  </a:lnTo>
                  <a:lnTo>
                    <a:pt x="1990453" y="946321"/>
                  </a:lnTo>
                  <a:lnTo>
                    <a:pt x="1997780" y="951492"/>
                  </a:lnTo>
                  <a:lnTo>
                    <a:pt x="2005235" y="956663"/>
                  </a:lnTo>
                  <a:lnTo>
                    <a:pt x="2012773" y="961835"/>
                  </a:lnTo>
                  <a:lnTo>
                    <a:pt x="2020451" y="967006"/>
                  </a:lnTo>
                  <a:lnTo>
                    <a:pt x="2028237" y="972177"/>
                  </a:lnTo>
                  <a:lnTo>
                    <a:pt x="2036099" y="977348"/>
                  </a:lnTo>
                  <a:lnTo>
                    <a:pt x="2044098" y="982519"/>
                  </a:lnTo>
                  <a:lnTo>
                    <a:pt x="2052184" y="987690"/>
                  </a:lnTo>
                  <a:lnTo>
                    <a:pt x="2060338" y="992862"/>
                  </a:lnTo>
                  <a:lnTo>
                    <a:pt x="2068617" y="998033"/>
                  </a:lnTo>
                  <a:lnTo>
                    <a:pt x="2076962" y="1003204"/>
                  </a:lnTo>
                  <a:lnTo>
                    <a:pt x="2085364" y="1008375"/>
                  </a:lnTo>
                  <a:lnTo>
                    <a:pt x="2093874" y="1013546"/>
                  </a:lnTo>
                  <a:lnTo>
                    <a:pt x="2102428" y="1018717"/>
                  </a:lnTo>
                  <a:lnTo>
                    <a:pt x="2111032" y="1023888"/>
                  </a:lnTo>
                  <a:lnTo>
                    <a:pt x="2119709" y="1029060"/>
                  </a:lnTo>
                  <a:lnTo>
                    <a:pt x="2128415" y="1034231"/>
                  </a:lnTo>
                  <a:lnTo>
                    <a:pt x="2137157" y="1039402"/>
                  </a:lnTo>
                  <a:lnTo>
                    <a:pt x="2145937" y="1044573"/>
                  </a:lnTo>
                  <a:lnTo>
                    <a:pt x="2154731" y="1049744"/>
                  </a:lnTo>
                  <a:lnTo>
                    <a:pt x="2163542" y="1054915"/>
                  </a:lnTo>
                  <a:lnTo>
                    <a:pt x="2172358" y="1060087"/>
                  </a:lnTo>
                  <a:lnTo>
                    <a:pt x="2181172" y="1065258"/>
                  </a:lnTo>
                  <a:lnTo>
                    <a:pt x="2189977" y="1070429"/>
                  </a:lnTo>
                  <a:lnTo>
                    <a:pt x="2198758" y="1075600"/>
                  </a:lnTo>
                  <a:lnTo>
                    <a:pt x="2207520" y="1080771"/>
                  </a:lnTo>
                  <a:lnTo>
                    <a:pt x="2216243" y="1085942"/>
                  </a:lnTo>
                  <a:lnTo>
                    <a:pt x="2224917" y="1091114"/>
                  </a:lnTo>
                  <a:lnTo>
                    <a:pt x="2233557" y="1096285"/>
                  </a:lnTo>
                  <a:lnTo>
                    <a:pt x="2242121" y="1101456"/>
                  </a:lnTo>
                  <a:lnTo>
                    <a:pt x="2250619" y="1106627"/>
                  </a:lnTo>
                  <a:lnTo>
                    <a:pt x="2259066" y="1111798"/>
                  </a:lnTo>
                  <a:lnTo>
                    <a:pt x="2267400" y="1116969"/>
                  </a:lnTo>
                  <a:lnTo>
                    <a:pt x="2275655" y="1122140"/>
                  </a:lnTo>
                  <a:lnTo>
                    <a:pt x="2283845" y="1127312"/>
                  </a:lnTo>
                  <a:lnTo>
                    <a:pt x="2291883" y="1132483"/>
                  </a:lnTo>
                  <a:lnTo>
                    <a:pt x="2299837" y="1137654"/>
                  </a:lnTo>
                  <a:lnTo>
                    <a:pt x="2307704" y="1142825"/>
                  </a:lnTo>
                  <a:lnTo>
                    <a:pt x="2315396" y="1147996"/>
                  </a:lnTo>
                  <a:lnTo>
                    <a:pt x="2322997" y="1153167"/>
                  </a:lnTo>
                  <a:lnTo>
                    <a:pt x="2330488" y="1158339"/>
                  </a:lnTo>
                  <a:lnTo>
                    <a:pt x="2337795" y="1163510"/>
                  </a:lnTo>
                  <a:lnTo>
                    <a:pt x="2345003" y="1168681"/>
                  </a:lnTo>
                  <a:lnTo>
                    <a:pt x="2348858" y="1171499"/>
                  </a:lnTo>
                  <a:lnTo>
                    <a:pt x="2352077" y="1173852"/>
                  </a:lnTo>
                  <a:lnTo>
                    <a:pt x="2358968" y="1179023"/>
                  </a:lnTo>
                  <a:lnTo>
                    <a:pt x="2365756" y="1184194"/>
                  </a:lnTo>
                  <a:lnTo>
                    <a:pt x="2372387" y="1189366"/>
                  </a:lnTo>
                  <a:lnTo>
                    <a:pt x="2378843" y="1194537"/>
                  </a:lnTo>
                  <a:lnTo>
                    <a:pt x="2385193" y="1199708"/>
                  </a:lnTo>
                  <a:lnTo>
                    <a:pt x="2391370" y="1204879"/>
                  </a:lnTo>
                  <a:lnTo>
                    <a:pt x="2397386" y="1210050"/>
                  </a:lnTo>
                  <a:lnTo>
                    <a:pt x="2403295" y="1215221"/>
                  </a:lnTo>
                  <a:lnTo>
                    <a:pt x="2409020" y="1220392"/>
                  </a:lnTo>
                  <a:lnTo>
                    <a:pt x="2414602" y="1225564"/>
                  </a:lnTo>
                  <a:lnTo>
                    <a:pt x="2420081" y="1230735"/>
                  </a:lnTo>
                  <a:lnTo>
                    <a:pt x="2425369" y="1235906"/>
                  </a:lnTo>
                  <a:lnTo>
                    <a:pt x="2430535" y="1241077"/>
                  </a:lnTo>
                  <a:lnTo>
                    <a:pt x="2435604" y="1246248"/>
                  </a:lnTo>
                  <a:lnTo>
                    <a:pt x="2440483" y="1251419"/>
                  </a:lnTo>
                  <a:lnTo>
                    <a:pt x="2445263" y="1256591"/>
                  </a:lnTo>
                  <a:lnTo>
                    <a:pt x="2449950" y="1261762"/>
                  </a:lnTo>
                  <a:lnTo>
                    <a:pt x="2454459" y="1266933"/>
                  </a:lnTo>
                  <a:lnTo>
                    <a:pt x="2458889" y="1272104"/>
                  </a:lnTo>
                  <a:lnTo>
                    <a:pt x="2463226" y="1277275"/>
                  </a:lnTo>
                  <a:lnTo>
                    <a:pt x="2467417" y="1282446"/>
                  </a:lnTo>
                  <a:lnTo>
                    <a:pt x="2471539" y="1287617"/>
                  </a:lnTo>
                  <a:lnTo>
                    <a:pt x="2475572" y="1292789"/>
                  </a:lnTo>
                  <a:lnTo>
                    <a:pt x="2479491" y="1297960"/>
                  </a:lnTo>
                  <a:lnTo>
                    <a:pt x="2483351" y="1303131"/>
                  </a:lnTo>
                  <a:lnTo>
                    <a:pt x="2487130" y="1308302"/>
                  </a:lnTo>
                  <a:lnTo>
                    <a:pt x="2490822" y="1313473"/>
                  </a:lnTo>
                  <a:lnTo>
                    <a:pt x="2494467" y="1318644"/>
                  </a:lnTo>
                  <a:lnTo>
                    <a:pt x="2498041" y="1323816"/>
                  </a:lnTo>
                  <a:lnTo>
                    <a:pt x="2501553" y="1328987"/>
                  </a:lnTo>
                  <a:lnTo>
                    <a:pt x="2505027" y="1334158"/>
                  </a:lnTo>
                  <a:lnTo>
                    <a:pt x="2508441" y="1339329"/>
                  </a:lnTo>
                  <a:lnTo>
                    <a:pt x="2511813" y="1344500"/>
                  </a:lnTo>
                  <a:lnTo>
                    <a:pt x="2515155" y="1349671"/>
                  </a:lnTo>
                  <a:lnTo>
                    <a:pt x="2518450" y="1354843"/>
                  </a:lnTo>
                  <a:lnTo>
                    <a:pt x="2521715" y="1360014"/>
                  </a:lnTo>
                  <a:lnTo>
                    <a:pt x="2524959" y="1365185"/>
                  </a:lnTo>
                  <a:lnTo>
                    <a:pt x="2528164" y="1370356"/>
                  </a:lnTo>
                  <a:lnTo>
                    <a:pt x="2531350" y="1375527"/>
                  </a:lnTo>
                  <a:lnTo>
                    <a:pt x="2534519" y="1380698"/>
                  </a:lnTo>
                  <a:lnTo>
                    <a:pt x="2537655" y="1385869"/>
                  </a:lnTo>
                  <a:lnTo>
                    <a:pt x="2540777" y="1391041"/>
                  </a:lnTo>
                  <a:lnTo>
                    <a:pt x="2543884" y="1396212"/>
                  </a:lnTo>
                  <a:lnTo>
                    <a:pt x="2546962" y="1401383"/>
                  </a:lnTo>
                  <a:lnTo>
                    <a:pt x="2550026" y="1406554"/>
                  </a:lnTo>
                  <a:lnTo>
                    <a:pt x="2553073" y="1411725"/>
                  </a:lnTo>
                  <a:lnTo>
                    <a:pt x="2556091" y="1416896"/>
                  </a:lnTo>
                  <a:lnTo>
                    <a:pt x="2559092" y="1422068"/>
                  </a:lnTo>
                  <a:lnTo>
                    <a:pt x="2562069" y="1427239"/>
                  </a:lnTo>
                  <a:lnTo>
                    <a:pt x="2565012" y="1432410"/>
                  </a:lnTo>
                  <a:lnTo>
                    <a:pt x="2567934" y="1437581"/>
                  </a:lnTo>
                  <a:lnTo>
                    <a:pt x="2570822" y="1442752"/>
                  </a:lnTo>
                  <a:lnTo>
                    <a:pt x="2573667" y="1447923"/>
                  </a:lnTo>
                  <a:lnTo>
                    <a:pt x="2576483" y="1453094"/>
                  </a:lnTo>
                  <a:lnTo>
                    <a:pt x="2579249" y="1458266"/>
                  </a:lnTo>
                  <a:lnTo>
                    <a:pt x="2581963" y="1463437"/>
                  </a:lnTo>
                  <a:lnTo>
                    <a:pt x="2584640" y="1468608"/>
                  </a:lnTo>
                  <a:lnTo>
                    <a:pt x="2587244" y="1473779"/>
                  </a:lnTo>
                  <a:lnTo>
                    <a:pt x="2587903" y="1475120"/>
                  </a:lnTo>
                  <a:lnTo>
                    <a:pt x="2589786" y="1478950"/>
                  </a:lnTo>
                  <a:lnTo>
                    <a:pt x="2592280" y="1484121"/>
                  </a:lnTo>
                  <a:lnTo>
                    <a:pt x="2594675" y="1489293"/>
                  </a:lnTo>
                  <a:lnTo>
                    <a:pt x="2596998" y="1494464"/>
                  </a:lnTo>
                  <a:lnTo>
                    <a:pt x="2599263" y="1499635"/>
                  </a:lnTo>
                  <a:lnTo>
                    <a:pt x="2601395" y="1504806"/>
                  </a:lnTo>
                  <a:lnTo>
                    <a:pt x="2603450" y="1509977"/>
                  </a:lnTo>
                  <a:lnTo>
                    <a:pt x="2605429" y="1515148"/>
                  </a:lnTo>
                  <a:lnTo>
                    <a:pt x="2607247" y="1520320"/>
                  </a:lnTo>
                  <a:lnTo>
                    <a:pt x="2608981" y="1525491"/>
                  </a:lnTo>
                  <a:lnTo>
                    <a:pt x="2610615" y="1530662"/>
                  </a:lnTo>
                  <a:lnTo>
                    <a:pt x="2612071" y="1535833"/>
                  </a:lnTo>
                  <a:lnTo>
                    <a:pt x="2613432" y="1541004"/>
                  </a:lnTo>
                  <a:lnTo>
                    <a:pt x="2614663" y="1546175"/>
                  </a:lnTo>
                  <a:lnTo>
                    <a:pt x="2615707" y="1551346"/>
                  </a:lnTo>
                  <a:lnTo>
                    <a:pt x="2616643" y="1556518"/>
                  </a:lnTo>
                  <a:lnTo>
                    <a:pt x="2617420" y="1561689"/>
                  </a:lnTo>
                  <a:lnTo>
                    <a:pt x="2618003" y="1566860"/>
                  </a:lnTo>
                  <a:lnTo>
                    <a:pt x="2618468" y="1572031"/>
                  </a:lnTo>
                  <a:lnTo>
                    <a:pt x="2618740" y="1577202"/>
                  </a:lnTo>
                  <a:lnTo>
                    <a:pt x="2618819" y="1582373"/>
                  </a:lnTo>
                  <a:lnTo>
                    <a:pt x="2618770" y="1587545"/>
                  </a:lnTo>
                  <a:lnTo>
                    <a:pt x="2618496" y="1592716"/>
                  </a:lnTo>
                  <a:lnTo>
                    <a:pt x="2618032" y="1597887"/>
                  </a:lnTo>
                  <a:lnTo>
                    <a:pt x="2617432" y="1603058"/>
                  </a:lnTo>
                  <a:lnTo>
                    <a:pt x="2616574" y="1608229"/>
                  </a:lnTo>
                  <a:lnTo>
                    <a:pt x="2615536" y="1613400"/>
                  </a:lnTo>
                  <a:lnTo>
                    <a:pt x="2614355" y="1618571"/>
                  </a:lnTo>
                  <a:lnTo>
                    <a:pt x="2612883" y="1623743"/>
                  </a:lnTo>
                  <a:lnTo>
                    <a:pt x="2611245" y="1628914"/>
                  </a:lnTo>
                  <a:lnTo>
                    <a:pt x="2609458" y="1634085"/>
                  </a:lnTo>
                  <a:lnTo>
                    <a:pt x="2607352" y="1639256"/>
                  </a:lnTo>
                  <a:lnTo>
                    <a:pt x="2605095" y="1644427"/>
                  </a:lnTo>
                  <a:lnTo>
                    <a:pt x="2602665" y="1649598"/>
                  </a:lnTo>
                  <a:lnTo>
                    <a:pt x="2599930" y="1654770"/>
                  </a:lnTo>
                  <a:lnTo>
                    <a:pt x="2597041" y="1659941"/>
                  </a:lnTo>
                  <a:lnTo>
                    <a:pt x="2593957" y="1665112"/>
                  </a:lnTo>
                  <a:lnTo>
                    <a:pt x="2590586" y="1670283"/>
                  </a:lnTo>
                  <a:lnTo>
                    <a:pt x="2587060" y="1675454"/>
                  </a:lnTo>
                  <a:lnTo>
                    <a:pt x="2583317" y="1680625"/>
                  </a:lnTo>
                  <a:lnTo>
                    <a:pt x="2579307" y="1685797"/>
                  </a:lnTo>
                  <a:lnTo>
                    <a:pt x="2575143" y="1690968"/>
                  </a:lnTo>
                  <a:lnTo>
                    <a:pt x="2570741" y="1696139"/>
                  </a:lnTo>
                  <a:lnTo>
                    <a:pt x="2566096" y="1701310"/>
                  </a:lnTo>
                  <a:lnTo>
                    <a:pt x="2563715" y="1703876"/>
                  </a:lnTo>
                  <a:lnTo>
                    <a:pt x="2561298" y="1706481"/>
                  </a:lnTo>
                  <a:lnTo>
                    <a:pt x="2556245" y="1711652"/>
                  </a:lnTo>
                  <a:lnTo>
                    <a:pt x="2550971" y="1716823"/>
                  </a:lnTo>
                  <a:lnTo>
                    <a:pt x="2545547" y="1721995"/>
                  </a:lnTo>
                  <a:lnTo>
                    <a:pt x="2539852" y="1727166"/>
                  </a:lnTo>
                  <a:lnTo>
                    <a:pt x="2533961" y="1732337"/>
                  </a:lnTo>
                  <a:lnTo>
                    <a:pt x="2527923" y="1737508"/>
                  </a:lnTo>
                  <a:lnTo>
                    <a:pt x="2521599" y="1742679"/>
                  </a:lnTo>
                  <a:lnTo>
                    <a:pt x="2515104" y="1747850"/>
                  </a:lnTo>
                  <a:lnTo>
                    <a:pt x="2508465" y="1753022"/>
                  </a:lnTo>
                  <a:lnTo>
                    <a:pt x="2501529" y="1758193"/>
                  </a:lnTo>
                  <a:lnTo>
                    <a:pt x="2494445" y="1763364"/>
                  </a:lnTo>
                  <a:lnTo>
                    <a:pt x="2487210" y="1768535"/>
                  </a:lnTo>
                  <a:lnTo>
                    <a:pt x="2479691" y="1773706"/>
                  </a:lnTo>
                  <a:lnTo>
                    <a:pt x="2472036" y="1778877"/>
                  </a:lnTo>
                  <a:lnTo>
                    <a:pt x="2464217" y="1784049"/>
                  </a:lnTo>
                  <a:lnTo>
                    <a:pt x="2456141" y="1789220"/>
                  </a:lnTo>
                  <a:lnTo>
                    <a:pt x="2447934" y="1794391"/>
                  </a:lnTo>
                  <a:lnTo>
                    <a:pt x="2439551" y="1799562"/>
                  </a:lnTo>
                  <a:lnTo>
                    <a:pt x="2430938" y="1804733"/>
                  </a:lnTo>
                  <a:lnTo>
                    <a:pt x="2422200" y="1809904"/>
                  </a:lnTo>
                  <a:lnTo>
                    <a:pt x="2413275" y="1815075"/>
                  </a:lnTo>
                  <a:lnTo>
                    <a:pt x="2404147" y="1820247"/>
                  </a:lnTo>
                  <a:lnTo>
                    <a:pt x="2394899" y="1825418"/>
                  </a:lnTo>
                  <a:lnTo>
                    <a:pt x="2385456" y="1830589"/>
                  </a:lnTo>
                  <a:lnTo>
                    <a:pt x="2375837" y="1835760"/>
                  </a:lnTo>
                  <a:lnTo>
                    <a:pt x="2366102" y="1840931"/>
                  </a:lnTo>
                  <a:lnTo>
                    <a:pt x="2356167" y="1846102"/>
                  </a:lnTo>
                  <a:lnTo>
                    <a:pt x="2346081" y="1851274"/>
                  </a:lnTo>
                  <a:lnTo>
                    <a:pt x="2335885" y="1856445"/>
                  </a:lnTo>
                  <a:lnTo>
                    <a:pt x="2325487" y="1861616"/>
                  </a:lnTo>
                  <a:lnTo>
                    <a:pt x="2314961" y="1866787"/>
                  </a:lnTo>
                  <a:lnTo>
                    <a:pt x="2304332" y="1871958"/>
                  </a:lnTo>
                  <a:lnTo>
                    <a:pt x="2293501" y="1877129"/>
                  </a:lnTo>
                  <a:lnTo>
                    <a:pt x="2282565" y="1882300"/>
                  </a:lnTo>
                  <a:lnTo>
                    <a:pt x="2271531" y="1887472"/>
                  </a:lnTo>
                  <a:lnTo>
                    <a:pt x="2260304" y="1892643"/>
                  </a:lnTo>
                  <a:lnTo>
                    <a:pt x="2248990" y="1897814"/>
                  </a:lnTo>
                  <a:lnTo>
                    <a:pt x="2237575" y="1902985"/>
                  </a:lnTo>
                  <a:lnTo>
                    <a:pt x="2225998" y="1908156"/>
                  </a:lnTo>
                  <a:lnTo>
                    <a:pt x="2214343" y="1913327"/>
                  </a:lnTo>
                  <a:lnTo>
                    <a:pt x="2202587" y="1918499"/>
                  </a:lnTo>
                  <a:lnTo>
                    <a:pt x="2190698" y="1923670"/>
                  </a:lnTo>
                  <a:lnTo>
                    <a:pt x="2178740" y="1928841"/>
                  </a:lnTo>
                  <a:lnTo>
                    <a:pt x="2166686" y="1934012"/>
                  </a:lnTo>
                  <a:lnTo>
                    <a:pt x="2154526" y="1939183"/>
                  </a:lnTo>
                  <a:lnTo>
                    <a:pt x="2142309" y="1944354"/>
                  </a:lnTo>
                  <a:lnTo>
                    <a:pt x="2130003" y="1949526"/>
                  </a:lnTo>
                  <a:lnTo>
                    <a:pt x="2117619" y="1954697"/>
                  </a:lnTo>
                  <a:lnTo>
                    <a:pt x="2105188" y="1959868"/>
                  </a:lnTo>
                  <a:lnTo>
                    <a:pt x="2092682" y="1965039"/>
                  </a:lnTo>
                  <a:lnTo>
                    <a:pt x="2080121" y="1970210"/>
                  </a:lnTo>
                  <a:lnTo>
                    <a:pt x="2067526" y="1975381"/>
                  </a:lnTo>
                  <a:lnTo>
                    <a:pt x="2054872" y="1980552"/>
                  </a:lnTo>
                  <a:lnTo>
                    <a:pt x="2042187" y="1985724"/>
                  </a:lnTo>
                  <a:lnTo>
                    <a:pt x="2029479" y="1990895"/>
                  </a:lnTo>
                  <a:lnTo>
                    <a:pt x="2016736" y="1996066"/>
                  </a:lnTo>
                  <a:lnTo>
                    <a:pt x="2003980" y="2001237"/>
                  </a:lnTo>
                  <a:lnTo>
                    <a:pt x="1991214" y="2006408"/>
                  </a:lnTo>
                  <a:lnTo>
                    <a:pt x="1978439" y="2011579"/>
                  </a:lnTo>
                  <a:lnTo>
                    <a:pt x="1965668" y="2016751"/>
                  </a:lnTo>
                  <a:lnTo>
                    <a:pt x="1952901" y="2021922"/>
                  </a:lnTo>
                  <a:lnTo>
                    <a:pt x="1940155" y="2027093"/>
                  </a:lnTo>
                  <a:lnTo>
                    <a:pt x="1927426" y="2032264"/>
                  </a:lnTo>
                  <a:lnTo>
                    <a:pt x="1914719" y="2037435"/>
                  </a:lnTo>
                  <a:lnTo>
                    <a:pt x="1902059" y="2042606"/>
                  </a:lnTo>
                  <a:lnTo>
                    <a:pt x="1889430" y="2047777"/>
                  </a:lnTo>
                  <a:lnTo>
                    <a:pt x="1876844" y="2052949"/>
                  </a:lnTo>
                  <a:lnTo>
                    <a:pt x="1864327" y="2058120"/>
                  </a:lnTo>
                  <a:lnTo>
                    <a:pt x="1851854" y="2063291"/>
                  </a:lnTo>
                  <a:lnTo>
                    <a:pt x="1839450" y="2068462"/>
                  </a:lnTo>
                  <a:lnTo>
                    <a:pt x="1827133" y="2073633"/>
                  </a:lnTo>
                  <a:lnTo>
                    <a:pt x="1814872" y="2078804"/>
                  </a:lnTo>
                  <a:lnTo>
                    <a:pt x="1802709" y="2083976"/>
                  </a:lnTo>
                  <a:lnTo>
                    <a:pt x="1790645" y="2089147"/>
                  </a:lnTo>
                  <a:lnTo>
                    <a:pt x="1778650" y="2094318"/>
                  </a:lnTo>
                  <a:lnTo>
                    <a:pt x="1766784" y="2099489"/>
                  </a:lnTo>
                  <a:lnTo>
                    <a:pt x="1755025" y="2104660"/>
                  </a:lnTo>
                  <a:lnTo>
                    <a:pt x="1743346" y="2109831"/>
                  </a:lnTo>
                  <a:lnTo>
                    <a:pt x="1731831" y="2115003"/>
                  </a:lnTo>
                  <a:lnTo>
                    <a:pt x="1720425" y="2120174"/>
                  </a:lnTo>
                  <a:lnTo>
                    <a:pt x="1709110" y="2125345"/>
                  </a:lnTo>
                  <a:lnTo>
                    <a:pt x="1697993" y="2130516"/>
                  </a:lnTo>
                  <a:lnTo>
                    <a:pt x="1686985" y="2135687"/>
                  </a:lnTo>
                  <a:lnTo>
                    <a:pt x="1676083" y="2140858"/>
                  </a:lnTo>
                  <a:lnTo>
                    <a:pt x="1665401" y="2146029"/>
                  </a:lnTo>
                  <a:lnTo>
                    <a:pt x="1654830" y="2151201"/>
                  </a:lnTo>
                  <a:lnTo>
                    <a:pt x="1644389" y="2156372"/>
                  </a:lnTo>
                  <a:lnTo>
                    <a:pt x="1634172" y="2161543"/>
                  </a:lnTo>
                  <a:lnTo>
                    <a:pt x="1624071" y="2166714"/>
                  </a:lnTo>
                  <a:lnTo>
                    <a:pt x="1614127" y="2171885"/>
                  </a:lnTo>
                  <a:lnTo>
                    <a:pt x="1604403" y="2177056"/>
                  </a:lnTo>
                  <a:lnTo>
                    <a:pt x="1594802" y="2182228"/>
                  </a:lnTo>
                  <a:lnTo>
                    <a:pt x="1585383" y="2187399"/>
                  </a:lnTo>
                  <a:lnTo>
                    <a:pt x="1576177" y="2192570"/>
                  </a:lnTo>
                  <a:lnTo>
                    <a:pt x="1567099" y="2197741"/>
                  </a:lnTo>
                  <a:lnTo>
                    <a:pt x="1558227" y="2202912"/>
                  </a:lnTo>
                  <a:lnTo>
                    <a:pt x="1549557" y="2208083"/>
                  </a:lnTo>
                  <a:lnTo>
                    <a:pt x="1541019" y="2213254"/>
                  </a:lnTo>
                  <a:lnTo>
                    <a:pt x="1532710" y="2218426"/>
                  </a:lnTo>
                  <a:lnTo>
                    <a:pt x="1524588" y="2223597"/>
                  </a:lnTo>
                  <a:lnTo>
                    <a:pt x="1516601" y="2228768"/>
                  </a:lnTo>
                  <a:lnTo>
                    <a:pt x="1508864" y="2233939"/>
                  </a:lnTo>
                  <a:lnTo>
                    <a:pt x="1501298" y="2239110"/>
                  </a:lnTo>
                  <a:lnTo>
                    <a:pt x="1493867" y="2244281"/>
                  </a:lnTo>
                  <a:lnTo>
                    <a:pt x="1486705" y="2249453"/>
                  </a:lnTo>
                  <a:lnTo>
                    <a:pt x="1479695" y="2254624"/>
                  </a:lnTo>
                  <a:lnTo>
                    <a:pt x="1472819" y="2259795"/>
                  </a:lnTo>
                  <a:lnTo>
                    <a:pt x="1466229" y="2264966"/>
                  </a:lnTo>
                  <a:lnTo>
                    <a:pt x="1459770" y="2270137"/>
                  </a:lnTo>
                  <a:lnTo>
                    <a:pt x="1453463" y="2275308"/>
                  </a:lnTo>
                  <a:lnTo>
                    <a:pt x="1447417" y="2280480"/>
                  </a:lnTo>
                  <a:lnTo>
                    <a:pt x="1441501" y="2285651"/>
                  </a:lnTo>
                  <a:lnTo>
                    <a:pt x="1435749" y="2290822"/>
                  </a:lnTo>
                  <a:lnTo>
                    <a:pt x="1430235" y="2295993"/>
                  </a:lnTo>
                  <a:lnTo>
                    <a:pt x="1424847" y="2301164"/>
                  </a:lnTo>
                  <a:lnTo>
                    <a:pt x="1419635" y="2306335"/>
                  </a:lnTo>
                  <a:lnTo>
                    <a:pt x="1414635" y="2311506"/>
                  </a:lnTo>
                  <a:lnTo>
                    <a:pt x="1409756" y="2316678"/>
                  </a:lnTo>
                  <a:lnTo>
                    <a:pt x="1405062" y="2321849"/>
                  </a:lnTo>
                  <a:lnTo>
                    <a:pt x="1400555" y="2327020"/>
                  </a:lnTo>
                  <a:lnTo>
                    <a:pt x="1396164" y="2332191"/>
                  </a:lnTo>
                  <a:lnTo>
                    <a:pt x="1391965" y="2337362"/>
                  </a:lnTo>
                  <a:lnTo>
                    <a:pt x="1387927" y="2342533"/>
                  </a:lnTo>
                  <a:lnTo>
                    <a:pt x="1383998" y="2347705"/>
                  </a:lnTo>
                  <a:lnTo>
                    <a:pt x="1380265" y="2352876"/>
                  </a:lnTo>
                  <a:lnTo>
                    <a:pt x="1376669" y="2358047"/>
                  </a:lnTo>
                  <a:lnTo>
                    <a:pt x="1373177" y="2363218"/>
                  </a:lnTo>
                  <a:lnTo>
                    <a:pt x="1369880" y="2368389"/>
                  </a:lnTo>
                  <a:lnTo>
                    <a:pt x="1366697" y="2373560"/>
                  </a:lnTo>
                  <a:lnTo>
                    <a:pt x="1363612" y="2378732"/>
                  </a:lnTo>
                  <a:lnTo>
                    <a:pt x="1360719" y="2383903"/>
                  </a:lnTo>
                  <a:lnTo>
                    <a:pt x="1357921" y="2389074"/>
                  </a:lnTo>
                  <a:lnTo>
                    <a:pt x="1355219" y="2394245"/>
                  </a:lnTo>
                  <a:lnTo>
                    <a:pt x="1352692" y="2399416"/>
                  </a:lnTo>
                  <a:lnTo>
                    <a:pt x="1350246" y="2404587"/>
                  </a:lnTo>
                  <a:lnTo>
                    <a:pt x="1347900" y="2409758"/>
                  </a:lnTo>
                  <a:lnTo>
                    <a:pt x="1345703" y="2414930"/>
                  </a:lnTo>
                  <a:lnTo>
                    <a:pt x="1343580" y="2420101"/>
                  </a:lnTo>
                  <a:lnTo>
                    <a:pt x="1341557" y="2425272"/>
                  </a:lnTo>
                  <a:lnTo>
                    <a:pt x="1339658" y="2430443"/>
                  </a:lnTo>
                  <a:lnTo>
                    <a:pt x="1337827" y="2435614"/>
                  </a:lnTo>
                  <a:lnTo>
                    <a:pt x="1336095" y="2440785"/>
                  </a:lnTo>
                  <a:lnTo>
                    <a:pt x="1334465" y="2445957"/>
                  </a:lnTo>
                  <a:lnTo>
                    <a:pt x="1332897" y="2451128"/>
                  </a:lnTo>
                  <a:lnTo>
                    <a:pt x="1331424" y="2456299"/>
                  </a:lnTo>
                  <a:lnTo>
                    <a:pt x="1330035" y="2461470"/>
                  </a:lnTo>
                  <a:lnTo>
                    <a:pt x="1328700" y="2466641"/>
                  </a:lnTo>
                  <a:lnTo>
                    <a:pt x="1327456" y="2471812"/>
                  </a:lnTo>
                  <a:lnTo>
                    <a:pt x="1326280" y="2476983"/>
                  </a:lnTo>
                  <a:lnTo>
                    <a:pt x="1325152" y="2482155"/>
                  </a:lnTo>
                  <a:lnTo>
                    <a:pt x="1324110" y="2487326"/>
                  </a:lnTo>
                  <a:lnTo>
                    <a:pt x="1323121" y="2492497"/>
                  </a:lnTo>
                  <a:lnTo>
                    <a:pt x="1322174" y="2497668"/>
                  </a:lnTo>
                  <a:lnTo>
                    <a:pt x="1321307" y="2502839"/>
                  </a:lnTo>
                  <a:lnTo>
                    <a:pt x="1320481" y="2508010"/>
                  </a:lnTo>
                  <a:lnTo>
                    <a:pt x="1319692" y="2513182"/>
                  </a:lnTo>
                  <a:lnTo>
                    <a:pt x="1318976" y="2518353"/>
                  </a:lnTo>
                  <a:lnTo>
                    <a:pt x="1318290" y="2523524"/>
                  </a:lnTo>
                  <a:lnTo>
                    <a:pt x="1317642" y="2528695"/>
                  </a:lnTo>
                  <a:lnTo>
                    <a:pt x="1317050" y="2533866"/>
                  </a:lnTo>
                  <a:lnTo>
                    <a:pt x="1316486" y="2539037"/>
                  </a:lnTo>
                  <a:lnTo>
                    <a:pt x="1315956" y="2544209"/>
                  </a:lnTo>
                  <a:lnTo>
                    <a:pt x="1315472" y="2549380"/>
                  </a:lnTo>
                  <a:lnTo>
                    <a:pt x="1315011" y="2554551"/>
                  </a:lnTo>
                  <a:lnTo>
                    <a:pt x="1314581" y="2559722"/>
                  </a:lnTo>
                  <a:lnTo>
                    <a:pt x="1314187" y="2564893"/>
                  </a:lnTo>
                  <a:lnTo>
                    <a:pt x="1313813" y="2570064"/>
                  </a:lnTo>
                  <a:lnTo>
                    <a:pt x="1313467" y="2575235"/>
                  </a:lnTo>
                  <a:lnTo>
                    <a:pt x="1313149" y="2580407"/>
                  </a:lnTo>
                  <a:lnTo>
                    <a:pt x="1312847" y="2585578"/>
                  </a:lnTo>
                  <a:lnTo>
                    <a:pt x="1312572" y="2590749"/>
                  </a:lnTo>
                  <a:lnTo>
                    <a:pt x="1312316" y="2595920"/>
                  </a:lnTo>
                  <a:lnTo>
                    <a:pt x="1312075" y="2601091"/>
                  </a:lnTo>
                  <a:lnTo>
                    <a:pt x="1311857" y="2606262"/>
                  </a:lnTo>
                  <a:lnTo>
                    <a:pt x="1311654" y="2611434"/>
                  </a:lnTo>
                  <a:lnTo>
                    <a:pt x="1311462" y="2616605"/>
                  </a:lnTo>
                  <a:lnTo>
                    <a:pt x="1311290" y="2621776"/>
                  </a:lnTo>
                  <a:lnTo>
                    <a:pt x="1311130" y="2626947"/>
                  </a:lnTo>
                  <a:lnTo>
                    <a:pt x="1310978" y="2632118"/>
                  </a:lnTo>
                  <a:lnTo>
                    <a:pt x="1310845" y="2637289"/>
                  </a:lnTo>
                  <a:lnTo>
                    <a:pt x="1310719" y="2642460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4254602" y="3062925"/>
              <a:ext cx="2558257" cy="2498119"/>
            </a:xfrm>
            <a:custGeom>
              <a:avLst/>
              <a:pathLst>
                <a:path w="2558257" h="2498119">
                  <a:moveTo>
                    <a:pt x="1274893" y="2498119"/>
                  </a:moveTo>
                  <a:lnTo>
                    <a:pt x="1274577" y="2493230"/>
                  </a:lnTo>
                  <a:lnTo>
                    <a:pt x="1274247" y="2488342"/>
                  </a:lnTo>
                  <a:lnTo>
                    <a:pt x="1273896" y="2483453"/>
                  </a:lnTo>
                  <a:lnTo>
                    <a:pt x="1273516" y="2478564"/>
                  </a:lnTo>
                  <a:lnTo>
                    <a:pt x="1273125" y="2473676"/>
                  </a:lnTo>
                  <a:lnTo>
                    <a:pt x="1272691" y="2468787"/>
                  </a:lnTo>
                  <a:lnTo>
                    <a:pt x="1272242" y="2463898"/>
                  </a:lnTo>
                  <a:lnTo>
                    <a:pt x="1271761" y="2459010"/>
                  </a:lnTo>
                  <a:lnTo>
                    <a:pt x="1271248" y="2454121"/>
                  </a:lnTo>
                  <a:lnTo>
                    <a:pt x="1270716" y="2449232"/>
                  </a:lnTo>
                  <a:lnTo>
                    <a:pt x="1270131" y="2444344"/>
                  </a:lnTo>
                  <a:lnTo>
                    <a:pt x="1269529" y="2439455"/>
                  </a:lnTo>
                  <a:lnTo>
                    <a:pt x="1268879" y="2434566"/>
                  </a:lnTo>
                  <a:lnTo>
                    <a:pt x="1268194" y="2429677"/>
                  </a:lnTo>
                  <a:lnTo>
                    <a:pt x="1267478" y="2424789"/>
                  </a:lnTo>
                  <a:lnTo>
                    <a:pt x="1266702" y="2419900"/>
                  </a:lnTo>
                  <a:lnTo>
                    <a:pt x="1265903" y="2415011"/>
                  </a:lnTo>
                  <a:lnTo>
                    <a:pt x="1265037" y="2410123"/>
                  </a:lnTo>
                  <a:lnTo>
                    <a:pt x="1264134" y="2405234"/>
                  </a:lnTo>
                  <a:lnTo>
                    <a:pt x="1263183" y="2400345"/>
                  </a:lnTo>
                  <a:lnTo>
                    <a:pt x="1262166" y="2395457"/>
                  </a:lnTo>
                  <a:lnTo>
                    <a:pt x="1261121" y="2390568"/>
                  </a:lnTo>
                  <a:lnTo>
                    <a:pt x="1259981" y="2385679"/>
                  </a:lnTo>
                  <a:lnTo>
                    <a:pt x="1258806" y="2380791"/>
                  </a:lnTo>
                  <a:lnTo>
                    <a:pt x="1257562" y="2375902"/>
                  </a:lnTo>
                  <a:lnTo>
                    <a:pt x="1256245" y="2371013"/>
                  </a:lnTo>
                  <a:lnTo>
                    <a:pt x="1254888" y="2366125"/>
                  </a:lnTo>
                  <a:lnTo>
                    <a:pt x="1253417" y="2361236"/>
                  </a:lnTo>
                  <a:lnTo>
                    <a:pt x="1251908" y="2356347"/>
                  </a:lnTo>
                  <a:lnTo>
                    <a:pt x="1250300" y="2351458"/>
                  </a:lnTo>
                  <a:lnTo>
                    <a:pt x="1248618" y="2346570"/>
                  </a:lnTo>
                  <a:lnTo>
                    <a:pt x="1246873" y="2341681"/>
                  </a:lnTo>
                  <a:lnTo>
                    <a:pt x="1245005" y="2336792"/>
                  </a:lnTo>
                  <a:lnTo>
                    <a:pt x="1243090" y="2331904"/>
                  </a:lnTo>
                  <a:lnTo>
                    <a:pt x="1241043" y="2327015"/>
                  </a:lnTo>
                  <a:lnTo>
                    <a:pt x="1238922" y="2322126"/>
                  </a:lnTo>
                  <a:lnTo>
                    <a:pt x="1236710" y="2317238"/>
                  </a:lnTo>
                  <a:lnTo>
                    <a:pt x="1234366" y="2312349"/>
                  </a:lnTo>
                  <a:lnTo>
                    <a:pt x="1231970" y="2307460"/>
                  </a:lnTo>
                  <a:lnTo>
                    <a:pt x="1229398" y="2302572"/>
                  </a:lnTo>
                  <a:lnTo>
                    <a:pt x="1226757" y="2297683"/>
                  </a:lnTo>
                  <a:lnTo>
                    <a:pt x="1223991" y="2292794"/>
                  </a:lnTo>
                  <a:lnTo>
                    <a:pt x="1221091" y="2287906"/>
                  </a:lnTo>
                  <a:lnTo>
                    <a:pt x="1218120" y="2283017"/>
                  </a:lnTo>
                  <a:lnTo>
                    <a:pt x="1214943" y="2278128"/>
                  </a:lnTo>
                  <a:lnTo>
                    <a:pt x="1211699" y="2273239"/>
                  </a:lnTo>
                  <a:lnTo>
                    <a:pt x="1208288" y="2268351"/>
                  </a:lnTo>
                  <a:lnTo>
                    <a:pt x="1204745" y="2263462"/>
                  </a:lnTo>
                  <a:lnTo>
                    <a:pt x="1201099" y="2258573"/>
                  </a:lnTo>
                  <a:lnTo>
                    <a:pt x="1197241" y="2253685"/>
                  </a:lnTo>
                  <a:lnTo>
                    <a:pt x="1193308" y="2248796"/>
                  </a:lnTo>
                  <a:lnTo>
                    <a:pt x="1189161" y="2243907"/>
                  </a:lnTo>
                  <a:lnTo>
                    <a:pt x="1184891" y="2239019"/>
                  </a:lnTo>
                  <a:lnTo>
                    <a:pt x="1180479" y="2234130"/>
                  </a:lnTo>
                  <a:lnTo>
                    <a:pt x="1175856" y="2229241"/>
                  </a:lnTo>
                  <a:lnTo>
                    <a:pt x="1171150" y="2224353"/>
                  </a:lnTo>
                  <a:lnTo>
                    <a:pt x="1166180" y="2219464"/>
                  </a:lnTo>
                  <a:lnTo>
                    <a:pt x="1161101" y="2214575"/>
                  </a:lnTo>
                  <a:lnTo>
                    <a:pt x="1155838" y="2209687"/>
                  </a:lnTo>
                  <a:lnTo>
                    <a:pt x="1150374" y="2204798"/>
                  </a:lnTo>
                  <a:lnTo>
                    <a:pt x="1144810" y="2199909"/>
                  </a:lnTo>
                  <a:lnTo>
                    <a:pt x="1138947" y="2195020"/>
                  </a:lnTo>
                  <a:lnTo>
                    <a:pt x="1132988" y="2190132"/>
                  </a:lnTo>
                  <a:lnTo>
                    <a:pt x="1126801" y="2185243"/>
                  </a:lnTo>
                  <a:lnTo>
                    <a:pt x="1120428" y="2180354"/>
                  </a:lnTo>
                  <a:lnTo>
                    <a:pt x="1113919" y="2175466"/>
                  </a:lnTo>
                  <a:lnTo>
                    <a:pt x="1107123" y="2170577"/>
                  </a:lnTo>
                  <a:lnTo>
                    <a:pt x="1100228" y="2165688"/>
                  </a:lnTo>
                  <a:lnTo>
                    <a:pt x="1093060" y="2160800"/>
                  </a:lnTo>
                  <a:lnTo>
                    <a:pt x="1085731" y="2155911"/>
                  </a:lnTo>
                  <a:lnTo>
                    <a:pt x="1078228" y="2151022"/>
                  </a:lnTo>
                  <a:lnTo>
                    <a:pt x="1070460" y="2146134"/>
                  </a:lnTo>
                  <a:lnTo>
                    <a:pt x="1062591" y="2141245"/>
                  </a:lnTo>
                  <a:lnTo>
                    <a:pt x="1054410" y="2136356"/>
                  </a:lnTo>
                  <a:lnTo>
                    <a:pt x="1046099" y="2131468"/>
                  </a:lnTo>
                  <a:lnTo>
                    <a:pt x="1037579" y="2126579"/>
                  </a:lnTo>
                  <a:lnTo>
                    <a:pt x="1028827" y="2121690"/>
                  </a:lnTo>
                  <a:lnTo>
                    <a:pt x="1019968" y="2116801"/>
                  </a:lnTo>
                  <a:lnTo>
                    <a:pt x="1010778" y="2111913"/>
                  </a:lnTo>
                  <a:lnTo>
                    <a:pt x="1001487" y="2107024"/>
                  </a:lnTo>
                  <a:lnTo>
                    <a:pt x="991960" y="2102135"/>
                  </a:lnTo>
                  <a:lnTo>
                    <a:pt x="982240" y="2097247"/>
                  </a:lnTo>
                  <a:lnTo>
                    <a:pt x="972387" y="2092358"/>
                  </a:lnTo>
                  <a:lnTo>
                    <a:pt x="962247" y="2087469"/>
                  </a:lnTo>
                  <a:lnTo>
                    <a:pt x="952013" y="2082581"/>
                  </a:lnTo>
                  <a:lnTo>
                    <a:pt x="941527" y="2077692"/>
                  </a:lnTo>
                  <a:lnTo>
                    <a:pt x="930892" y="2072803"/>
                  </a:lnTo>
                  <a:lnTo>
                    <a:pt x="920104" y="2067915"/>
                  </a:lnTo>
                  <a:lnTo>
                    <a:pt x="909085" y="2063026"/>
                  </a:lnTo>
                  <a:lnTo>
                    <a:pt x="897980" y="2058137"/>
                  </a:lnTo>
                  <a:lnTo>
                    <a:pt x="886625" y="2053249"/>
                  </a:lnTo>
                  <a:lnTo>
                    <a:pt x="875165" y="2048360"/>
                  </a:lnTo>
                  <a:lnTo>
                    <a:pt x="863548" y="2043471"/>
                  </a:lnTo>
                  <a:lnTo>
                    <a:pt x="851758" y="2038582"/>
                  </a:lnTo>
                  <a:lnTo>
                    <a:pt x="839894" y="2033694"/>
                  </a:lnTo>
                  <a:lnTo>
                    <a:pt x="827803" y="2028805"/>
                  </a:lnTo>
                  <a:lnTo>
                    <a:pt x="815648" y="2023916"/>
                  </a:lnTo>
                  <a:lnTo>
                    <a:pt x="803349" y="2019028"/>
                  </a:lnTo>
                  <a:lnTo>
                    <a:pt x="790936" y="2014139"/>
                  </a:lnTo>
                  <a:lnTo>
                    <a:pt x="778450" y="2009250"/>
                  </a:lnTo>
                  <a:lnTo>
                    <a:pt x="765814" y="2004362"/>
                  </a:lnTo>
                  <a:lnTo>
                    <a:pt x="753134" y="1999473"/>
                  </a:lnTo>
                  <a:lnTo>
                    <a:pt x="740342" y="1994584"/>
                  </a:lnTo>
                  <a:lnTo>
                    <a:pt x="727492" y="1989696"/>
                  </a:lnTo>
                  <a:lnTo>
                    <a:pt x="714586" y="1984807"/>
                  </a:lnTo>
                  <a:lnTo>
                    <a:pt x="701609" y="1979918"/>
                  </a:lnTo>
                  <a:lnTo>
                    <a:pt x="688607" y="1975029"/>
                  </a:lnTo>
                  <a:lnTo>
                    <a:pt x="675553" y="1970141"/>
                  </a:lnTo>
                  <a:lnTo>
                    <a:pt x="662485" y="1965252"/>
                  </a:lnTo>
                  <a:lnTo>
                    <a:pt x="649399" y="1960363"/>
                  </a:lnTo>
                  <a:lnTo>
                    <a:pt x="636312" y="1955475"/>
                  </a:lnTo>
                  <a:lnTo>
                    <a:pt x="623225" y="1950586"/>
                  </a:lnTo>
                  <a:lnTo>
                    <a:pt x="610167" y="1945697"/>
                  </a:lnTo>
                  <a:lnTo>
                    <a:pt x="597128" y="1940809"/>
                  </a:lnTo>
                  <a:lnTo>
                    <a:pt x="584130" y="1935920"/>
                  </a:lnTo>
                  <a:lnTo>
                    <a:pt x="571190" y="1931031"/>
                  </a:lnTo>
                  <a:lnTo>
                    <a:pt x="558285" y="1926143"/>
                  </a:lnTo>
                  <a:lnTo>
                    <a:pt x="545495" y="1921254"/>
                  </a:lnTo>
                  <a:lnTo>
                    <a:pt x="532750" y="1916365"/>
                  </a:lnTo>
                  <a:lnTo>
                    <a:pt x="520127" y="1911477"/>
                  </a:lnTo>
                  <a:lnTo>
                    <a:pt x="507604" y="1906588"/>
                  </a:lnTo>
                  <a:lnTo>
                    <a:pt x="495170" y="1901699"/>
                  </a:lnTo>
                  <a:lnTo>
                    <a:pt x="482921" y="1896810"/>
                  </a:lnTo>
                  <a:lnTo>
                    <a:pt x="470743" y="1891922"/>
                  </a:lnTo>
                  <a:lnTo>
                    <a:pt x="458787" y="1887033"/>
                  </a:lnTo>
                  <a:lnTo>
                    <a:pt x="446954" y="1882144"/>
                  </a:lnTo>
                  <a:lnTo>
                    <a:pt x="435285" y="1877256"/>
                  </a:lnTo>
                  <a:lnTo>
                    <a:pt x="423847" y="1872367"/>
                  </a:lnTo>
                  <a:lnTo>
                    <a:pt x="412506" y="1867478"/>
                  </a:lnTo>
                  <a:lnTo>
                    <a:pt x="401502" y="1862590"/>
                  </a:lnTo>
                  <a:lnTo>
                    <a:pt x="390623" y="1857701"/>
                  </a:lnTo>
                  <a:lnTo>
                    <a:pt x="379995" y="1852812"/>
                  </a:lnTo>
                  <a:lnTo>
                    <a:pt x="369626" y="1847924"/>
                  </a:lnTo>
                  <a:lnTo>
                    <a:pt x="359403" y="1843035"/>
                  </a:lnTo>
                  <a:lnTo>
                    <a:pt x="349586" y="1838146"/>
                  </a:lnTo>
                  <a:lnTo>
                    <a:pt x="339906" y="1833258"/>
                  </a:lnTo>
                  <a:lnTo>
                    <a:pt x="330573" y="1828369"/>
                  </a:lnTo>
                  <a:lnTo>
                    <a:pt x="321501" y="1823480"/>
                  </a:lnTo>
                  <a:lnTo>
                    <a:pt x="312650" y="1818591"/>
                  </a:lnTo>
                  <a:lnTo>
                    <a:pt x="304223" y="1813703"/>
                  </a:lnTo>
                  <a:lnTo>
                    <a:pt x="295951" y="1808814"/>
                  </a:lnTo>
                  <a:lnTo>
                    <a:pt x="288127" y="1803925"/>
                  </a:lnTo>
                  <a:lnTo>
                    <a:pt x="280545" y="1799037"/>
                  </a:lnTo>
                  <a:lnTo>
                    <a:pt x="273264" y="1794148"/>
                  </a:lnTo>
                  <a:lnTo>
                    <a:pt x="266399" y="1789259"/>
                  </a:lnTo>
                  <a:lnTo>
                    <a:pt x="259704" y="1784371"/>
                  </a:lnTo>
                  <a:lnTo>
                    <a:pt x="253553" y="1779482"/>
                  </a:lnTo>
                  <a:lnTo>
                    <a:pt x="247606" y="1774593"/>
                  </a:lnTo>
                  <a:lnTo>
                    <a:pt x="242039" y="1769705"/>
                  </a:lnTo>
                  <a:lnTo>
                    <a:pt x="236859" y="1764816"/>
                  </a:lnTo>
                  <a:lnTo>
                    <a:pt x="231885" y="1759927"/>
                  </a:lnTo>
                  <a:lnTo>
                    <a:pt x="227484" y="1755039"/>
                  </a:lnTo>
                  <a:lnTo>
                    <a:pt x="223264" y="1750150"/>
                  </a:lnTo>
                  <a:lnTo>
                    <a:pt x="219495" y="1745261"/>
                  </a:lnTo>
                  <a:lnTo>
                    <a:pt x="216064" y="1740372"/>
                  </a:lnTo>
                  <a:lnTo>
                    <a:pt x="212902" y="1735484"/>
                  </a:lnTo>
                  <a:lnTo>
                    <a:pt x="210261" y="1730595"/>
                  </a:lnTo>
                  <a:lnTo>
                    <a:pt x="207802" y="1725706"/>
                  </a:lnTo>
                  <a:lnTo>
                    <a:pt x="205850" y="1720818"/>
                  </a:lnTo>
                  <a:lnTo>
                    <a:pt x="204173" y="1715929"/>
                  </a:lnTo>
                  <a:lnTo>
                    <a:pt x="202819" y="1711040"/>
                  </a:lnTo>
                  <a:lnTo>
                    <a:pt x="201916" y="1706152"/>
                  </a:lnTo>
                  <a:lnTo>
                    <a:pt x="201190" y="1701263"/>
                  </a:lnTo>
                  <a:lnTo>
                    <a:pt x="201006" y="1696374"/>
                  </a:lnTo>
                  <a:lnTo>
                    <a:pt x="201017" y="1694094"/>
                  </a:lnTo>
                  <a:lnTo>
                    <a:pt x="201030" y="1691486"/>
                  </a:lnTo>
                  <a:lnTo>
                    <a:pt x="201414" y="1686597"/>
                  </a:lnTo>
                  <a:lnTo>
                    <a:pt x="202167" y="1681708"/>
                  </a:lnTo>
                  <a:lnTo>
                    <a:pt x="203104" y="1676820"/>
                  </a:lnTo>
                  <a:lnTo>
                    <a:pt x="204560" y="1671931"/>
                  </a:lnTo>
                  <a:lnTo>
                    <a:pt x="206172" y="1667042"/>
                  </a:lnTo>
                  <a:lnTo>
                    <a:pt x="208161" y="1662153"/>
                  </a:lnTo>
                  <a:lnTo>
                    <a:pt x="210434" y="1657265"/>
                  </a:lnTo>
                  <a:lnTo>
                    <a:pt x="212919" y="1652376"/>
                  </a:lnTo>
                  <a:lnTo>
                    <a:pt x="215816" y="1647487"/>
                  </a:lnTo>
                  <a:lnTo>
                    <a:pt x="218852" y="1642599"/>
                  </a:lnTo>
                  <a:lnTo>
                    <a:pt x="222257" y="1637710"/>
                  </a:lnTo>
                  <a:lnTo>
                    <a:pt x="225864" y="1632821"/>
                  </a:lnTo>
                  <a:lnTo>
                    <a:pt x="229690" y="1627933"/>
                  </a:lnTo>
                  <a:lnTo>
                    <a:pt x="233823" y="1623044"/>
                  </a:lnTo>
                  <a:lnTo>
                    <a:pt x="238072" y="1618155"/>
                  </a:lnTo>
                  <a:lnTo>
                    <a:pt x="242656" y="1613267"/>
                  </a:lnTo>
                  <a:lnTo>
                    <a:pt x="247368" y="1608378"/>
                  </a:lnTo>
                  <a:lnTo>
                    <a:pt x="252286" y="1603489"/>
                  </a:lnTo>
                  <a:lnTo>
                    <a:pt x="257410" y="1598601"/>
                  </a:lnTo>
                  <a:lnTo>
                    <a:pt x="262629" y="1593712"/>
                  </a:lnTo>
                  <a:lnTo>
                    <a:pt x="268114" y="1588823"/>
                  </a:lnTo>
                  <a:lnTo>
                    <a:pt x="273671" y="1583934"/>
                  </a:lnTo>
                  <a:lnTo>
                    <a:pt x="279396" y="1579046"/>
                  </a:lnTo>
                  <a:lnTo>
                    <a:pt x="285239" y="1574157"/>
                  </a:lnTo>
                  <a:lnTo>
                    <a:pt x="291166" y="1569268"/>
                  </a:lnTo>
                  <a:lnTo>
                    <a:pt x="297241" y="1564380"/>
                  </a:lnTo>
                  <a:lnTo>
                    <a:pt x="303360" y="1559491"/>
                  </a:lnTo>
                  <a:lnTo>
                    <a:pt x="309586" y="1554602"/>
                  </a:lnTo>
                  <a:lnTo>
                    <a:pt x="315859" y="1549714"/>
                  </a:lnTo>
                  <a:lnTo>
                    <a:pt x="322182" y="1544825"/>
                  </a:lnTo>
                  <a:lnTo>
                    <a:pt x="328554" y="1539936"/>
                  </a:lnTo>
                  <a:lnTo>
                    <a:pt x="334941" y="1535048"/>
                  </a:lnTo>
                  <a:lnTo>
                    <a:pt x="341351" y="1530159"/>
                  </a:lnTo>
                  <a:lnTo>
                    <a:pt x="347758" y="1525270"/>
                  </a:lnTo>
                  <a:lnTo>
                    <a:pt x="354160" y="1520382"/>
                  </a:lnTo>
                  <a:lnTo>
                    <a:pt x="360531" y="1515493"/>
                  </a:lnTo>
                  <a:lnTo>
                    <a:pt x="366889" y="1510604"/>
                  </a:lnTo>
                  <a:lnTo>
                    <a:pt x="373170" y="1505715"/>
                  </a:lnTo>
                  <a:lnTo>
                    <a:pt x="379416" y="1500827"/>
                  </a:lnTo>
                  <a:lnTo>
                    <a:pt x="385585" y="1495938"/>
                  </a:lnTo>
                  <a:lnTo>
                    <a:pt x="391666" y="1491049"/>
                  </a:lnTo>
                  <a:lnTo>
                    <a:pt x="397690" y="1486161"/>
                  </a:lnTo>
                  <a:lnTo>
                    <a:pt x="403554" y="1481272"/>
                  </a:lnTo>
                  <a:lnTo>
                    <a:pt x="409358" y="1476383"/>
                  </a:lnTo>
                  <a:lnTo>
                    <a:pt x="414996" y="1471495"/>
                  </a:lnTo>
                  <a:lnTo>
                    <a:pt x="420514" y="1466606"/>
                  </a:lnTo>
                  <a:lnTo>
                    <a:pt x="425914" y="1461717"/>
                  </a:lnTo>
                  <a:lnTo>
                    <a:pt x="431097" y="1456829"/>
                  </a:lnTo>
                  <a:lnTo>
                    <a:pt x="436196" y="1451940"/>
                  </a:lnTo>
                  <a:lnTo>
                    <a:pt x="441033" y="1447051"/>
                  </a:lnTo>
                  <a:lnTo>
                    <a:pt x="445736" y="1442162"/>
                  </a:lnTo>
                  <a:lnTo>
                    <a:pt x="450250" y="1437274"/>
                  </a:lnTo>
                  <a:lnTo>
                    <a:pt x="454516" y="1432385"/>
                  </a:lnTo>
                  <a:lnTo>
                    <a:pt x="458676" y="1427496"/>
                  </a:lnTo>
                  <a:lnTo>
                    <a:pt x="462471" y="1422608"/>
                  </a:lnTo>
                  <a:lnTo>
                    <a:pt x="466141" y="1417719"/>
                  </a:lnTo>
                  <a:lnTo>
                    <a:pt x="469543" y="1412830"/>
                  </a:lnTo>
                  <a:lnTo>
                    <a:pt x="472688" y="1407942"/>
                  </a:lnTo>
                  <a:lnTo>
                    <a:pt x="475675" y="1403053"/>
                  </a:lnTo>
                  <a:lnTo>
                    <a:pt x="478264" y="1398164"/>
                  </a:lnTo>
                  <a:lnTo>
                    <a:pt x="480719" y="1393276"/>
                  </a:lnTo>
                  <a:lnTo>
                    <a:pt x="482823" y="1388387"/>
                  </a:lnTo>
                  <a:lnTo>
                    <a:pt x="484685" y="1383498"/>
                  </a:lnTo>
                  <a:lnTo>
                    <a:pt x="486324" y="1378610"/>
                  </a:lnTo>
                  <a:lnTo>
                    <a:pt x="487569" y="1373721"/>
                  </a:lnTo>
                  <a:lnTo>
                    <a:pt x="488668" y="1368832"/>
                  </a:lnTo>
                  <a:lnTo>
                    <a:pt x="489340" y="1363943"/>
                  </a:lnTo>
                  <a:lnTo>
                    <a:pt x="489798" y="1359055"/>
                  </a:lnTo>
                  <a:lnTo>
                    <a:pt x="489971" y="1354166"/>
                  </a:lnTo>
                  <a:lnTo>
                    <a:pt x="489775" y="1349277"/>
                  </a:lnTo>
                  <a:lnTo>
                    <a:pt x="489425" y="1344389"/>
                  </a:lnTo>
                  <a:lnTo>
                    <a:pt x="488581" y="1339500"/>
                  </a:lnTo>
                  <a:lnTo>
                    <a:pt x="487565" y="1334611"/>
                  </a:lnTo>
                  <a:lnTo>
                    <a:pt x="486206" y="1329723"/>
                  </a:lnTo>
                  <a:lnTo>
                    <a:pt x="484520" y="1324834"/>
                  </a:lnTo>
                  <a:lnTo>
                    <a:pt x="482646" y="1319945"/>
                  </a:lnTo>
                  <a:lnTo>
                    <a:pt x="480291" y="1315057"/>
                  </a:lnTo>
                  <a:lnTo>
                    <a:pt x="477781" y="1310168"/>
                  </a:lnTo>
                  <a:lnTo>
                    <a:pt x="474883" y="1305279"/>
                  </a:lnTo>
                  <a:lnTo>
                    <a:pt x="471712" y="1300391"/>
                  </a:lnTo>
                  <a:lnTo>
                    <a:pt x="468309" y="1295502"/>
                  </a:lnTo>
                  <a:lnTo>
                    <a:pt x="464487" y="1290613"/>
                  </a:lnTo>
                  <a:lnTo>
                    <a:pt x="460517" y="1285724"/>
                  </a:lnTo>
                  <a:lnTo>
                    <a:pt x="456130" y="1280836"/>
                  </a:lnTo>
                  <a:lnTo>
                    <a:pt x="451531" y="1275947"/>
                  </a:lnTo>
                  <a:lnTo>
                    <a:pt x="446669" y="1271058"/>
                  </a:lnTo>
                  <a:lnTo>
                    <a:pt x="441463" y="1266170"/>
                  </a:lnTo>
                  <a:lnTo>
                    <a:pt x="436119" y="1261281"/>
                  </a:lnTo>
                  <a:lnTo>
                    <a:pt x="430352" y="1256392"/>
                  </a:lnTo>
                  <a:lnTo>
                    <a:pt x="424436" y="1251504"/>
                  </a:lnTo>
                  <a:lnTo>
                    <a:pt x="418243" y="1246615"/>
                  </a:lnTo>
                  <a:lnTo>
                    <a:pt x="411787" y="1241726"/>
                  </a:lnTo>
                  <a:lnTo>
                    <a:pt x="405188" y="1236838"/>
                  </a:lnTo>
                  <a:lnTo>
                    <a:pt x="398226" y="1231949"/>
                  </a:lnTo>
                  <a:lnTo>
                    <a:pt x="391154" y="1227060"/>
                  </a:lnTo>
                  <a:lnTo>
                    <a:pt x="383815" y="1222172"/>
                  </a:lnTo>
                  <a:lnTo>
                    <a:pt x="376291" y="1217283"/>
                  </a:lnTo>
                  <a:lnTo>
                    <a:pt x="368619" y="1212394"/>
                  </a:lnTo>
                  <a:lnTo>
                    <a:pt x="360687" y="1207505"/>
                  </a:lnTo>
                  <a:lnTo>
                    <a:pt x="352667" y="1202617"/>
                  </a:lnTo>
                  <a:lnTo>
                    <a:pt x="344417" y="1197728"/>
                  </a:lnTo>
                  <a:lnTo>
                    <a:pt x="336054" y="1192839"/>
                  </a:lnTo>
                  <a:lnTo>
                    <a:pt x="327559" y="1187951"/>
                  </a:lnTo>
                  <a:lnTo>
                    <a:pt x="318903" y="1183062"/>
                  </a:lnTo>
                  <a:lnTo>
                    <a:pt x="310186" y="1178173"/>
                  </a:lnTo>
                  <a:lnTo>
                    <a:pt x="301302" y="1173285"/>
                  </a:lnTo>
                  <a:lnTo>
                    <a:pt x="292366" y="1168396"/>
                  </a:lnTo>
                  <a:lnTo>
                    <a:pt x="283340" y="1163507"/>
                  </a:lnTo>
                  <a:lnTo>
                    <a:pt x="274242" y="1158619"/>
                  </a:lnTo>
                  <a:lnTo>
                    <a:pt x="265109" y="1153730"/>
                  </a:lnTo>
                  <a:lnTo>
                    <a:pt x="255908" y="1148841"/>
                  </a:lnTo>
                  <a:lnTo>
                    <a:pt x="246696" y="1143953"/>
                  </a:lnTo>
                  <a:lnTo>
                    <a:pt x="237460" y="1139064"/>
                  </a:lnTo>
                  <a:lnTo>
                    <a:pt x="228228" y="1134175"/>
                  </a:lnTo>
                  <a:lnTo>
                    <a:pt x="218998" y="1129286"/>
                  </a:lnTo>
                  <a:lnTo>
                    <a:pt x="209806" y="1124398"/>
                  </a:lnTo>
                  <a:lnTo>
                    <a:pt x="200635" y="1119509"/>
                  </a:lnTo>
                  <a:lnTo>
                    <a:pt x="191532" y="1114620"/>
                  </a:lnTo>
                  <a:lnTo>
                    <a:pt x="186324" y="1111806"/>
                  </a:lnTo>
                  <a:lnTo>
                    <a:pt x="182486" y="1109732"/>
                  </a:lnTo>
                  <a:lnTo>
                    <a:pt x="173505" y="1104843"/>
                  </a:lnTo>
                  <a:lnTo>
                    <a:pt x="164648" y="1099954"/>
                  </a:lnTo>
                  <a:lnTo>
                    <a:pt x="155843" y="1095066"/>
                  </a:lnTo>
                  <a:lnTo>
                    <a:pt x="147221" y="1090177"/>
                  </a:lnTo>
                  <a:lnTo>
                    <a:pt x="138689" y="1085288"/>
                  </a:lnTo>
                  <a:lnTo>
                    <a:pt x="130303" y="1080400"/>
                  </a:lnTo>
                  <a:lnTo>
                    <a:pt x="122105" y="1075511"/>
                  </a:lnTo>
                  <a:lnTo>
                    <a:pt x="113994" y="1070622"/>
                  </a:lnTo>
                  <a:lnTo>
                    <a:pt x="106189" y="1065734"/>
                  </a:lnTo>
                  <a:lnTo>
                    <a:pt x="98487" y="1060845"/>
                  </a:lnTo>
                  <a:lnTo>
                    <a:pt x="91033" y="1055956"/>
                  </a:lnTo>
                  <a:lnTo>
                    <a:pt x="83803" y="1051067"/>
                  </a:lnTo>
                  <a:lnTo>
                    <a:pt x="76730" y="1046179"/>
                  </a:lnTo>
                  <a:lnTo>
                    <a:pt x="70024" y="1041290"/>
                  </a:lnTo>
                  <a:lnTo>
                    <a:pt x="63450" y="1036401"/>
                  </a:lnTo>
                  <a:lnTo>
                    <a:pt x="57237" y="1031513"/>
                  </a:lnTo>
                  <a:lnTo>
                    <a:pt x="51258" y="1026624"/>
                  </a:lnTo>
                  <a:lnTo>
                    <a:pt x="45520" y="1021735"/>
                  </a:lnTo>
                  <a:lnTo>
                    <a:pt x="40183" y="1016847"/>
                  </a:lnTo>
                  <a:lnTo>
                    <a:pt x="35001" y="1011958"/>
                  </a:lnTo>
                  <a:lnTo>
                    <a:pt x="30299" y="1007069"/>
                  </a:lnTo>
                  <a:lnTo>
                    <a:pt x="25818" y="1002181"/>
                  </a:lnTo>
                  <a:lnTo>
                    <a:pt x="21672" y="997292"/>
                  </a:lnTo>
                  <a:lnTo>
                    <a:pt x="17930" y="992403"/>
                  </a:lnTo>
                  <a:lnTo>
                    <a:pt x="14362" y="987514"/>
                  </a:lnTo>
                  <a:lnTo>
                    <a:pt x="11393" y="982626"/>
                  </a:lnTo>
                  <a:lnTo>
                    <a:pt x="8610" y="977737"/>
                  </a:lnTo>
                  <a:lnTo>
                    <a:pt x="6258" y="972848"/>
                  </a:lnTo>
                  <a:lnTo>
                    <a:pt x="4287" y="967960"/>
                  </a:lnTo>
                  <a:lnTo>
                    <a:pt x="2568" y="963071"/>
                  </a:lnTo>
                  <a:lnTo>
                    <a:pt x="1432" y="958182"/>
                  </a:lnTo>
                  <a:lnTo>
                    <a:pt x="494" y="953294"/>
                  </a:lnTo>
                  <a:lnTo>
                    <a:pt x="78" y="948405"/>
                  </a:lnTo>
                  <a:lnTo>
                    <a:pt x="0" y="943516"/>
                  </a:lnTo>
                  <a:lnTo>
                    <a:pt x="249" y="938628"/>
                  </a:lnTo>
                  <a:lnTo>
                    <a:pt x="1042" y="933739"/>
                  </a:lnTo>
                  <a:lnTo>
                    <a:pt x="2037" y="928850"/>
                  </a:lnTo>
                  <a:lnTo>
                    <a:pt x="3634" y="923962"/>
                  </a:lnTo>
                  <a:lnTo>
                    <a:pt x="5509" y="919073"/>
                  </a:lnTo>
                  <a:lnTo>
                    <a:pt x="7782" y="914184"/>
                  </a:lnTo>
                  <a:lnTo>
                    <a:pt x="10536" y="909295"/>
                  </a:lnTo>
                  <a:lnTo>
                    <a:pt x="11317" y="908005"/>
                  </a:lnTo>
                  <a:lnTo>
                    <a:pt x="13493" y="904407"/>
                  </a:lnTo>
                  <a:lnTo>
                    <a:pt x="17112" y="899518"/>
                  </a:lnTo>
                  <a:lnTo>
                    <a:pt x="20942" y="894629"/>
                  </a:lnTo>
                  <a:lnTo>
                    <a:pt x="25225" y="889741"/>
                  </a:lnTo>
                  <a:lnTo>
                    <a:pt x="29915" y="884852"/>
                  </a:lnTo>
                  <a:lnTo>
                    <a:pt x="34855" y="879963"/>
                  </a:lnTo>
                  <a:lnTo>
                    <a:pt x="40389" y="875075"/>
                  </a:lnTo>
                  <a:lnTo>
                    <a:pt x="46115" y="870186"/>
                  </a:lnTo>
                  <a:lnTo>
                    <a:pt x="52334" y="865297"/>
                  </a:lnTo>
                  <a:lnTo>
                    <a:pt x="58875" y="860409"/>
                  </a:lnTo>
                  <a:lnTo>
                    <a:pt x="65712" y="855520"/>
                  </a:lnTo>
                  <a:lnTo>
                    <a:pt x="73044" y="850631"/>
                  </a:lnTo>
                  <a:lnTo>
                    <a:pt x="80554" y="845743"/>
                  </a:lnTo>
                  <a:lnTo>
                    <a:pt x="88574" y="840854"/>
                  </a:lnTo>
                  <a:lnTo>
                    <a:pt x="96833" y="835965"/>
                  </a:lnTo>
                  <a:lnTo>
                    <a:pt x="105414" y="831076"/>
                  </a:lnTo>
                  <a:lnTo>
                    <a:pt x="114389" y="826188"/>
                  </a:lnTo>
                  <a:lnTo>
                    <a:pt x="123525" y="821299"/>
                  </a:lnTo>
                  <a:lnTo>
                    <a:pt x="133161" y="816410"/>
                  </a:lnTo>
                  <a:lnTo>
                    <a:pt x="142960" y="811522"/>
                  </a:lnTo>
                  <a:lnTo>
                    <a:pt x="153087" y="806633"/>
                  </a:lnTo>
                  <a:lnTo>
                    <a:pt x="163508" y="801744"/>
                  </a:lnTo>
                  <a:lnTo>
                    <a:pt x="174100" y="796856"/>
                  </a:lnTo>
                  <a:lnTo>
                    <a:pt x="185100" y="791967"/>
                  </a:lnTo>
                  <a:lnTo>
                    <a:pt x="196226" y="787078"/>
                  </a:lnTo>
                  <a:lnTo>
                    <a:pt x="207664" y="782190"/>
                  </a:lnTo>
                  <a:lnTo>
                    <a:pt x="219307" y="777301"/>
                  </a:lnTo>
                  <a:lnTo>
                    <a:pt x="231125" y="772412"/>
                  </a:lnTo>
                  <a:lnTo>
                    <a:pt x="243238" y="767524"/>
                  </a:lnTo>
                  <a:lnTo>
                    <a:pt x="255452" y="762635"/>
                  </a:lnTo>
                  <a:lnTo>
                    <a:pt x="267942" y="757746"/>
                  </a:lnTo>
                  <a:lnTo>
                    <a:pt x="280560" y="752857"/>
                  </a:lnTo>
                  <a:lnTo>
                    <a:pt x="293339" y="747969"/>
                  </a:lnTo>
                  <a:lnTo>
                    <a:pt x="306312" y="743080"/>
                  </a:lnTo>
                  <a:lnTo>
                    <a:pt x="319362" y="738191"/>
                  </a:lnTo>
                  <a:lnTo>
                    <a:pt x="332630" y="733303"/>
                  </a:lnTo>
                  <a:lnTo>
                    <a:pt x="345968" y="728414"/>
                  </a:lnTo>
                  <a:lnTo>
                    <a:pt x="359434" y="723525"/>
                  </a:lnTo>
                  <a:lnTo>
                    <a:pt x="373010" y="718637"/>
                  </a:lnTo>
                  <a:lnTo>
                    <a:pt x="386644" y="713748"/>
                  </a:lnTo>
                  <a:lnTo>
                    <a:pt x="400409" y="708859"/>
                  </a:lnTo>
                  <a:lnTo>
                    <a:pt x="414209" y="703971"/>
                  </a:lnTo>
                  <a:lnTo>
                    <a:pt x="428089" y="699082"/>
                  </a:lnTo>
                  <a:lnTo>
                    <a:pt x="442013" y="694193"/>
                  </a:lnTo>
                  <a:lnTo>
                    <a:pt x="455972" y="689305"/>
                  </a:lnTo>
                  <a:lnTo>
                    <a:pt x="469974" y="684416"/>
                  </a:lnTo>
                  <a:lnTo>
                    <a:pt x="483987" y="679527"/>
                  </a:lnTo>
                  <a:lnTo>
                    <a:pt x="498019" y="674638"/>
                  </a:lnTo>
                  <a:lnTo>
                    <a:pt x="512050" y="669750"/>
                  </a:lnTo>
                  <a:lnTo>
                    <a:pt x="526078" y="664861"/>
                  </a:lnTo>
                  <a:lnTo>
                    <a:pt x="540082" y="659972"/>
                  </a:lnTo>
                  <a:lnTo>
                    <a:pt x="554076" y="655084"/>
                  </a:lnTo>
                  <a:lnTo>
                    <a:pt x="568018" y="650195"/>
                  </a:lnTo>
                  <a:lnTo>
                    <a:pt x="581931" y="645306"/>
                  </a:lnTo>
                  <a:lnTo>
                    <a:pt x="595793" y="640418"/>
                  </a:lnTo>
                  <a:lnTo>
                    <a:pt x="609587" y="635529"/>
                  </a:lnTo>
                  <a:lnTo>
                    <a:pt x="623347" y="630640"/>
                  </a:lnTo>
                  <a:lnTo>
                    <a:pt x="636986" y="625752"/>
                  </a:lnTo>
                  <a:lnTo>
                    <a:pt x="650583" y="620863"/>
                  </a:lnTo>
                  <a:lnTo>
                    <a:pt x="664072" y="615974"/>
                  </a:lnTo>
                  <a:lnTo>
                    <a:pt x="677468" y="611086"/>
                  </a:lnTo>
                  <a:lnTo>
                    <a:pt x="690793" y="606197"/>
                  </a:lnTo>
                  <a:lnTo>
                    <a:pt x="703959" y="601308"/>
                  </a:lnTo>
                  <a:lnTo>
                    <a:pt x="717066" y="596419"/>
                  </a:lnTo>
                  <a:lnTo>
                    <a:pt x="730008" y="591531"/>
                  </a:lnTo>
                  <a:lnTo>
                    <a:pt x="742848" y="586642"/>
                  </a:lnTo>
                  <a:lnTo>
                    <a:pt x="755574" y="581753"/>
                  </a:lnTo>
                  <a:lnTo>
                    <a:pt x="768121" y="576865"/>
                  </a:lnTo>
                  <a:lnTo>
                    <a:pt x="780597" y="571976"/>
                  </a:lnTo>
                  <a:lnTo>
                    <a:pt x="792849" y="567087"/>
                  </a:lnTo>
                  <a:lnTo>
                    <a:pt x="805003" y="562199"/>
                  </a:lnTo>
                  <a:lnTo>
                    <a:pt x="816999" y="557310"/>
                  </a:lnTo>
                  <a:lnTo>
                    <a:pt x="828813" y="552421"/>
                  </a:lnTo>
                  <a:lnTo>
                    <a:pt x="840542" y="547533"/>
                  </a:lnTo>
                  <a:lnTo>
                    <a:pt x="851999" y="542644"/>
                  </a:lnTo>
                  <a:lnTo>
                    <a:pt x="863371" y="537755"/>
                  </a:lnTo>
                  <a:lnTo>
                    <a:pt x="874538" y="532867"/>
                  </a:lnTo>
                  <a:lnTo>
                    <a:pt x="885535" y="527978"/>
                  </a:lnTo>
                  <a:lnTo>
                    <a:pt x="896410" y="523089"/>
                  </a:lnTo>
                  <a:lnTo>
                    <a:pt x="907021" y="518200"/>
                  </a:lnTo>
                  <a:lnTo>
                    <a:pt x="917541" y="513312"/>
                  </a:lnTo>
                  <a:lnTo>
                    <a:pt x="927814" y="508423"/>
                  </a:lnTo>
                  <a:lnTo>
                    <a:pt x="937937" y="503534"/>
                  </a:lnTo>
                  <a:lnTo>
                    <a:pt x="947903" y="498646"/>
                  </a:lnTo>
                  <a:lnTo>
                    <a:pt x="957623" y="493757"/>
                  </a:lnTo>
                  <a:lnTo>
                    <a:pt x="967250" y="488868"/>
                  </a:lnTo>
                  <a:lnTo>
                    <a:pt x="976593" y="483980"/>
                  </a:lnTo>
                  <a:lnTo>
                    <a:pt x="985812" y="479091"/>
                  </a:lnTo>
                  <a:lnTo>
                    <a:pt x="994842" y="474202"/>
                  </a:lnTo>
                  <a:lnTo>
                    <a:pt x="1003653" y="469314"/>
                  </a:lnTo>
                  <a:lnTo>
                    <a:pt x="1012369" y="464425"/>
                  </a:lnTo>
                  <a:lnTo>
                    <a:pt x="1020772" y="459536"/>
                  </a:lnTo>
                  <a:lnTo>
                    <a:pt x="1029081" y="454647"/>
                  </a:lnTo>
                  <a:lnTo>
                    <a:pt x="1037171" y="449759"/>
                  </a:lnTo>
                  <a:lnTo>
                    <a:pt x="1045076" y="444870"/>
                  </a:lnTo>
                  <a:lnTo>
                    <a:pt x="1052857" y="439981"/>
                  </a:lnTo>
                  <a:lnTo>
                    <a:pt x="1060361" y="435093"/>
                  </a:lnTo>
                  <a:lnTo>
                    <a:pt x="1067773" y="430204"/>
                  </a:lnTo>
                  <a:lnTo>
                    <a:pt x="1074944" y="425315"/>
                  </a:lnTo>
                  <a:lnTo>
                    <a:pt x="1081963" y="420427"/>
                  </a:lnTo>
                  <a:lnTo>
                    <a:pt x="1088834" y="415538"/>
                  </a:lnTo>
                  <a:lnTo>
                    <a:pt x="1095468" y="410649"/>
                  </a:lnTo>
                  <a:lnTo>
                    <a:pt x="1102013" y="405761"/>
                  </a:lnTo>
                  <a:lnTo>
                    <a:pt x="1108301" y="400872"/>
                  </a:lnTo>
                  <a:lnTo>
                    <a:pt x="1114472" y="395983"/>
                  </a:lnTo>
                  <a:lnTo>
                    <a:pt x="1120475" y="391095"/>
                  </a:lnTo>
                  <a:lnTo>
                    <a:pt x="1126281" y="386206"/>
                  </a:lnTo>
                  <a:lnTo>
                    <a:pt x="1132003" y="381317"/>
                  </a:lnTo>
                  <a:lnTo>
                    <a:pt x="1137457" y="376428"/>
                  </a:lnTo>
                  <a:lnTo>
                    <a:pt x="1142828" y="371540"/>
                  </a:lnTo>
                  <a:lnTo>
                    <a:pt x="1148017" y="366651"/>
                  </a:lnTo>
                  <a:lnTo>
                    <a:pt x="1153047" y="361762"/>
                  </a:lnTo>
                  <a:lnTo>
                    <a:pt x="1157979" y="356874"/>
                  </a:lnTo>
                  <a:lnTo>
                    <a:pt x="1162680" y="351985"/>
                  </a:lnTo>
                  <a:lnTo>
                    <a:pt x="1167308" y="347096"/>
                  </a:lnTo>
                  <a:lnTo>
                    <a:pt x="1171746" y="342208"/>
                  </a:lnTo>
                  <a:lnTo>
                    <a:pt x="1176061" y="337319"/>
                  </a:lnTo>
                  <a:lnTo>
                    <a:pt x="1180264" y="332430"/>
                  </a:lnTo>
                  <a:lnTo>
                    <a:pt x="1184279" y="327542"/>
                  </a:lnTo>
                  <a:lnTo>
                    <a:pt x="1188226" y="322653"/>
                  </a:lnTo>
                  <a:lnTo>
                    <a:pt x="1191981" y="317764"/>
                  </a:lnTo>
                  <a:lnTo>
                    <a:pt x="1195645" y="312876"/>
                  </a:lnTo>
                  <a:lnTo>
                    <a:pt x="1199188" y="307987"/>
                  </a:lnTo>
                  <a:lnTo>
                    <a:pt x="1202583" y="303098"/>
                  </a:lnTo>
                  <a:lnTo>
                    <a:pt x="1205916" y="298209"/>
                  </a:lnTo>
                  <a:lnTo>
                    <a:pt x="1209058" y="293321"/>
                  </a:lnTo>
                  <a:lnTo>
                    <a:pt x="1212139" y="288432"/>
                  </a:lnTo>
                  <a:lnTo>
                    <a:pt x="1215093" y="283543"/>
                  </a:lnTo>
                  <a:lnTo>
                    <a:pt x="1217934" y="278655"/>
                  </a:lnTo>
                  <a:lnTo>
                    <a:pt x="1220708" y="273766"/>
                  </a:lnTo>
                  <a:lnTo>
                    <a:pt x="1223322" y="268877"/>
                  </a:lnTo>
                  <a:lnTo>
                    <a:pt x="1225885" y="263989"/>
                  </a:lnTo>
                  <a:lnTo>
                    <a:pt x="1228322" y="259100"/>
                  </a:lnTo>
                  <a:lnTo>
                    <a:pt x="1230674" y="254211"/>
                  </a:lnTo>
                  <a:lnTo>
                    <a:pt x="1232954" y="249323"/>
                  </a:lnTo>
                  <a:lnTo>
                    <a:pt x="1235109" y="244434"/>
                  </a:lnTo>
                  <a:lnTo>
                    <a:pt x="1237220" y="239545"/>
                  </a:lnTo>
                  <a:lnTo>
                    <a:pt x="1239208" y="234657"/>
                  </a:lnTo>
                  <a:lnTo>
                    <a:pt x="1241136" y="229768"/>
                  </a:lnTo>
                  <a:lnTo>
                    <a:pt x="1242989" y="224879"/>
                  </a:lnTo>
                  <a:lnTo>
                    <a:pt x="1244747" y="219990"/>
                  </a:lnTo>
                  <a:lnTo>
                    <a:pt x="1246467" y="215102"/>
                  </a:lnTo>
                  <a:lnTo>
                    <a:pt x="1248071" y="210213"/>
                  </a:lnTo>
                  <a:lnTo>
                    <a:pt x="1249635" y="205324"/>
                  </a:lnTo>
                  <a:lnTo>
                    <a:pt x="1251124" y="200436"/>
                  </a:lnTo>
                  <a:lnTo>
                    <a:pt x="1252543" y="195547"/>
                  </a:lnTo>
                  <a:lnTo>
                    <a:pt x="1253924" y="190658"/>
                  </a:lnTo>
                  <a:lnTo>
                    <a:pt x="1255208" y="185770"/>
                  </a:lnTo>
                  <a:lnTo>
                    <a:pt x="1256464" y="180881"/>
                  </a:lnTo>
                  <a:lnTo>
                    <a:pt x="1257647" y="175992"/>
                  </a:lnTo>
                  <a:lnTo>
                    <a:pt x="1258780" y="171104"/>
                  </a:lnTo>
                  <a:lnTo>
                    <a:pt x="1259873" y="166215"/>
                  </a:lnTo>
                  <a:lnTo>
                    <a:pt x="1260894" y="161326"/>
                  </a:lnTo>
                  <a:lnTo>
                    <a:pt x="1261890" y="156438"/>
                  </a:lnTo>
                  <a:lnTo>
                    <a:pt x="1262819" y="151549"/>
                  </a:lnTo>
                  <a:lnTo>
                    <a:pt x="1263715" y="146660"/>
                  </a:lnTo>
                  <a:lnTo>
                    <a:pt x="1264570" y="141771"/>
                  </a:lnTo>
                  <a:lnTo>
                    <a:pt x="1265372" y="136883"/>
                  </a:lnTo>
                  <a:lnTo>
                    <a:pt x="1266154" y="131994"/>
                  </a:lnTo>
                  <a:lnTo>
                    <a:pt x="1266876" y="127105"/>
                  </a:lnTo>
                  <a:lnTo>
                    <a:pt x="1267575" y="122217"/>
                  </a:lnTo>
                  <a:lnTo>
                    <a:pt x="1268236" y="117328"/>
                  </a:lnTo>
                  <a:lnTo>
                    <a:pt x="1268860" y="112439"/>
                  </a:lnTo>
                  <a:lnTo>
                    <a:pt x="1269466" y="107551"/>
                  </a:lnTo>
                  <a:lnTo>
                    <a:pt x="1270021" y="102662"/>
                  </a:lnTo>
                  <a:lnTo>
                    <a:pt x="1270561" y="97773"/>
                  </a:lnTo>
                  <a:lnTo>
                    <a:pt x="1271066" y="92885"/>
                  </a:lnTo>
                  <a:lnTo>
                    <a:pt x="1271546" y="87996"/>
                  </a:lnTo>
                  <a:lnTo>
                    <a:pt x="1272007" y="83107"/>
                  </a:lnTo>
                  <a:lnTo>
                    <a:pt x="1272431" y="78219"/>
                  </a:lnTo>
                  <a:lnTo>
                    <a:pt x="1272844" y="73330"/>
                  </a:lnTo>
                  <a:lnTo>
                    <a:pt x="1273225" y="68441"/>
                  </a:lnTo>
                  <a:lnTo>
                    <a:pt x="1273590" y="63552"/>
                  </a:lnTo>
                  <a:lnTo>
                    <a:pt x="1273936" y="58664"/>
                  </a:lnTo>
                  <a:lnTo>
                    <a:pt x="1274257" y="53775"/>
                  </a:lnTo>
                  <a:lnTo>
                    <a:pt x="1274569" y="48886"/>
                  </a:lnTo>
                  <a:lnTo>
                    <a:pt x="1274853" y="43998"/>
                  </a:lnTo>
                  <a:lnTo>
                    <a:pt x="1275127" y="39109"/>
                  </a:lnTo>
                  <a:lnTo>
                    <a:pt x="1275385" y="34220"/>
                  </a:lnTo>
                  <a:lnTo>
                    <a:pt x="1275625" y="29332"/>
                  </a:lnTo>
                  <a:lnTo>
                    <a:pt x="1275857" y="24443"/>
                  </a:lnTo>
                  <a:lnTo>
                    <a:pt x="1276067" y="19554"/>
                  </a:lnTo>
                  <a:lnTo>
                    <a:pt x="1276270" y="14666"/>
                  </a:lnTo>
                  <a:lnTo>
                    <a:pt x="1276459" y="9777"/>
                  </a:lnTo>
                  <a:lnTo>
                    <a:pt x="1276636" y="4888"/>
                  </a:lnTo>
                  <a:lnTo>
                    <a:pt x="1276806" y="0"/>
                  </a:lnTo>
                  <a:lnTo>
                    <a:pt x="1281450" y="0"/>
                  </a:lnTo>
                  <a:lnTo>
                    <a:pt x="1281620" y="4888"/>
                  </a:lnTo>
                  <a:lnTo>
                    <a:pt x="1281797" y="9777"/>
                  </a:lnTo>
                  <a:lnTo>
                    <a:pt x="1281986" y="14666"/>
                  </a:lnTo>
                  <a:lnTo>
                    <a:pt x="1282189" y="19554"/>
                  </a:lnTo>
                  <a:lnTo>
                    <a:pt x="1282399" y="24443"/>
                  </a:lnTo>
                  <a:lnTo>
                    <a:pt x="1282631" y="29332"/>
                  </a:lnTo>
                  <a:lnTo>
                    <a:pt x="1282872" y="34220"/>
                  </a:lnTo>
                  <a:lnTo>
                    <a:pt x="1283129" y="39109"/>
                  </a:lnTo>
                  <a:lnTo>
                    <a:pt x="1283403" y="43998"/>
                  </a:lnTo>
                  <a:lnTo>
                    <a:pt x="1283687" y="48886"/>
                  </a:lnTo>
                  <a:lnTo>
                    <a:pt x="1283999" y="53775"/>
                  </a:lnTo>
                  <a:lnTo>
                    <a:pt x="1284320" y="58664"/>
                  </a:lnTo>
                  <a:lnTo>
                    <a:pt x="1284666" y="63552"/>
                  </a:lnTo>
                  <a:lnTo>
                    <a:pt x="1285031" y="68441"/>
                  </a:lnTo>
                  <a:lnTo>
                    <a:pt x="1285412" y="73330"/>
                  </a:lnTo>
                  <a:lnTo>
                    <a:pt x="1285825" y="78219"/>
                  </a:lnTo>
                  <a:lnTo>
                    <a:pt x="1286250" y="83107"/>
                  </a:lnTo>
                  <a:lnTo>
                    <a:pt x="1286710" y="87996"/>
                  </a:lnTo>
                  <a:lnTo>
                    <a:pt x="1287190" y="92885"/>
                  </a:lnTo>
                  <a:lnTo>
                    <a:pt x="1287695" y="97773"/>
                  </a:lnTo>
                  <a:lnTo>
                    <a:pt x="1288235" y="102662"/>
                  </a:lnTo>
                  <a:lnTo>
                    <a:pt x="1288790" y="107551"/>
                  </a:lnTo>
                  <a:lnTo>
                    <a:pt x="1289396" y="112439"/>
                  </a:lnTo>
                  <a:lnTo>
                    <a:pt x="1290020" y="117328"/>
                  </a:lnTo>
                  <a:lnTo>
                    <a:pt x="1290681" y="122217"/>
                  </a:lnTo>
                  <a:lnTo>
                    <a:pt x="1291380" y="127105"/>
                  </a:lnTo>
                  <a:lnTo>
                    <a:pt x="1292102" y="131994"/>
                  </a:lnTo>
                  <a:lnTo>
                    <a:pt x="1292884" y="136883"/>
                  </a:lnTo>
                  <a:lnTo>
                    <a:pt x="1293686" y="141771"/>
                  </a:lnTo>
                  <a:lnTo>
                    <a:pt x="1294541" y="146660"/>
                  </a:lnTo>
                  <a:lnTo>
                    <a:pt x="1295437" y="151549"/>
                  </a:lnTo>
                  <a:lnTo>
                    <a:pt x="1296366" y="156438"/>
                  </a:lnTo>
                  <a:lnTo>
                    <a:pt x="1297362" y="161326"/>
                  </a:lnTo>
                  <a:lnTo>
                    <a:pt x="1298383" y="166215"/>
                  </a:lnTo>
                  <a:lnTo>
                    <a:pt x="1299476" y="171104"/>
                  </a:lnTo>
                  <a:lnTo>
                    <a:pt x="1300609" y="175992"/>
                  </a:lnTo>
                  <a:lnTo>
                    <a:pt x="1301793" y="180881"/>
                  </a:lnTo>
                  <a:lnTo>
                    <a:pt x="1303048" y="185770"/>
                  </a:lnTo>
                  <a:lnTo>
                    <a:pt x="1304332" y="190658"/>
                  </a:lnTo>
                  <a:lnTo>
                    <a:pt x="1305713" y="195547"/>
                  </a:lnTo>
                  <a:lnTo>
                    <a:pt x="1307132" y="200436"/>
                  </a:lnTo>
                  <a:lnTo>
                    <a:pt x="1308621" y="205324"/>
                  </a:lnTo>
                  <a:lnTo>
                    <a:pt x="1310186" y="210213"/>
                  </a:lnTo>
                  <a:lnTo>
                    <a:pt x="1311789" y="215102"/>
                  </a:lnTo>
                  <a:lnTo>
                    <a:pt x="1313509" y="219990"/>
                  </a:lnTo>
                  <a:lnTo>
                    <a:pt x="1315267" y="224879"/>
                  </a:lnTo>
                  <a:lnTo>
                    <a:pt x="1317120" y="229768"/>
                  </a:lnTo>
                  <a:lnTo>
                    <a:pt x="1319048" y="234657"/>
                  </a:lnTo>
                  <a:lnTo>
                    <a:pt x="1321037" y="239545"/>
                  </a:lnTo>
                  <a:lnTo>
                    <a:pt x="1323147" y="244434"/>
                  </a:lnTo>
                  <a:lnTo>
                    <a:pt x="1325302" y="249323"/>
                  </a:lnTo>
                  <a:lnTo>
                    <a:pt x="1327582" y="254211"/>
                  </a:lnTo>
                  <a:lnTo>
                    <a:pt x="1329934" y="259100"/>
                  </a:lnTo>
                  <a:lnTo>
                    <a:pt x="1332372" y="263989"/>
                  </a:lnTo>
                  <a:lnTo>
                    <a:pt x="1334935" y="268877"/>
                  </a:lnTo>
                  <a:lnTo>
                    <a:pt x="1337548" y="273766"/>
                  </a:lnTo>
                  <a:lnTo>
                    <a:pt x="1340322" y="278655"/>
                  </a:lnTo>
                  <a:lnTo>
                    <a:pt x="1343163" y="283543"/>
                  </a:lnTo>
                  <a:lnTo>
                    <a:pt x="1346117" y="288432"/>
                  </a:lnTo>
                  <a:lnTo>
                    <a:pt x="1349198" y="293321"/>
                  </a:lnTo>
                  <a:lnTo>
                    <a:pt x="1352340" y="298209"/>
                  </a:lnTo>
                  <a:lnTo>
                    <a:pt x="1355674" y="303098"/>
                  </a:lnTo>
                  <a:lnTo>
                    <a:pt x="1359068" y="307987"/>
                  </a:lnTo>
                  <a:lnTo>
                    <a:pt x="1362611" y="312876"/>
                  </a:lnTo>
                  <a:lnTo>
                    <a:pt x="1366275" y="317764"/>
                  </a:lnTo>
                  <a:lnTo>
                    <a:pt x="1370030" y="322653"/>
                  </a:lnTo>
                  <a:lnTo>
                    <a:pt x="1373977" y="327542"/>
                  </a:lnTo>
                  <a:lnTo>
                    <a:pt x="1377993" y="332430"/>
                  </a:lnTo>
                  <a:lnTo>
                    <a:pt x="1382195" y="337319"/>
                  </a:lnTo>
                  <a:lnTo>
                    <a:pt x="1386510" y="342208"/>
                  </a:lnTo>
                  <a:lnTo>
                    <a:pt x="1390948" y="347096"/>
                  </a:lnTo>
                  <a:lnTo>
                    <a:pt x="1395576" y="351985"/>
                  </a:lnTo>
                  <a:lnTo>
                    <a:pt x="1400277" y="356874"/>
                  </a:lnTo>
                  <a:lnTo>
                    <a:pt x="1405209" y="361762"/>
                  </a:lnTo>
                  <a:lnTo>
                    <a:pt x="1410239" y="366651"/>
                  </a:lnTo>
                  <a:lnTo>
                    <a:pt x="1415429" y="371540"/>
                  </a:lnTo>
                  <a:lnTo>
                    <a:pt x="1420799" y="376428"/>
                  </a:lnTo>
                  <a:lnTo>
                    <a:pt x="1426253" y="381317"/>
                  </a:lnTo>
                  <a:lnTo>
                    <a:pt x="1431975" y="386206"/>
                  </a:lnTo>
                  <a:lnTo>
                    <a:pt x="1437781" y="391095"/>
                  </a:lnTo>
                  <a:lnTo>
                    <a:pt x="1443784" y="395983"/>
                  </a:lnTo>
                  <a:lnTo>
                    <a:pt x="1449955" y="400872"/>
                  </a:lnTo>
                  <a:lnTo>
                    <a:pt x="1456243" y="405761"/>
                  </a:lnTo>
                  <a:lnTo>
                    <a:pt x="1462788" y="410649"/>
                  </a:lnTo>
                  <a:lnTo>
                    <a:pt x="1469422" y="415538"/>
                  </a:lnTo>
                  <a:lnTo>
                    <a:pt x="1476293" y="420427"/>
                  </a:lnTo>
                  <a:lnTo>
                    <a:pt x="1483313" y="425315"/>
                  </a:lnTo>
                  <a:lnTo>
                    <a:pt x="1490483" y="430204"/>
                  </a:lnTo>
                  <a:lnTo>
                    <a:pt x="1497895" y="435093"/>
                  </a:lnTo>
                  <a:lnTo>
                    <a:pt x="1505399" y="439981"/>
                  </a:lnTo>
                  <a:lnTo>
                    <a:pt x="1513180" y="444870"/>
                  </a:lnTo>
                  <a:lnTo>
                    <a:pt x="1521085" y="449759"/>
                  </a:lnTo>
                  <a:lnTo>
                    <a:pt x="1529175" y="454647"/>
                  </a:lnTo>
                  <a:lnTo>
                    <a:pt x="1537484" y="459536"/>
                  </a:lnTo>
                  <a:lnTo>
                    <a:pt x="1545888" y="464425"/>
                  </a:lnTo>
                  <a:lnTo>
                    <a:pt x="1554603" y="469314"/>
                  </a:lnTo>
                  <a:lnTo>
                    <a:pt x="1563414" y="474202"/>
                  </a:lnTo>
                  <a:lnTo>
                    <a:pt x="1572444" y="479091"/>
                  </a:lnTo>
                  <a:lnTo>
                    <a:pt x="1581663" y="483980"/>
                  </a:lnTo>
                  <a:lnTo>
                    <a:pt x="1591006" y="488868"/>
                  </a:lnTo>
                  <a:lnTo>
                    <a:pt x="1600633" y="493757"/>
                  </a:lnTo>
                  <a:lnTo>
                    <a:pt x="1610353" y="498646"/>
                  </a:lnTo>
                  <a:lnTo>
                    <a:pt x="1620319" y="503534"/>
                  </a:lnTo>
                  <a:lnTo>
                    <a:pt x="1630442" y="508423"/>
                  </a:lnTo>
                  <a:lnTo>
                    <a:pt x="1640716" y="513312"/>
                  </a:lnTo>
                  <a:lnTo>
                    <a:pt x="1651235" y="518200"/>
                  </a:lnTo>
                  <a:lnTo>
                    <a:pt x="1661846" y="523089"/>
                  </a:lnTo>
                  <a:lnTo>
                    <a:pt x="1672722" y="527978"/>
                  </a:lnTo>
                  <a:lnTo>
                    <a:pt x="1683718" y="532867"/>
                  </a:lnTo>
                  <a:lnTo>
                    <a:pt x="1694886" y="537755"/>
                  </a:lnTo>
                  <a:lnTo>
                    <a:pt x="1706257" y="542644"/>
                  </a:lnTo>
                  <a:lnTo>
                    <a:pt x="1717715" y="547533"/>
                  </a:lnTo>
                  <a:lnTo>
                    <a:pt x="1729443" y="552421"/>
                  </a:lnTo>
                  <a:lnTo>
                    <a:pt x="1741257" y="557310"/>
                  </a:lnTo>
                  <a:lnTo>
                    <a:pt x="1753253" y="562199"/>
                  </a:lnTo>
                  <a:lnTo>
                    <a:pt x="1765408" y="567087"/>
                  </a:lnTo>
                  <a:lnTo>
                    <a:pt x="1777659" y="571976"/>
                  </a:lnTo>
                  <a:lnTo>
                    <a:pt x="1790136" y="576865"/>
                  </a:lnTo>
                  <a:lnTo>
                    <a:pt x="1802683" y="581753"/>
                  </a:lnTo>
                  <a:lnTo>
                    <a:pt x="1815408" y="586642"/>
                  </a:lnTo>
                  <a:lnTo>
                    <a:pt x="1828248" y="591531"/>
                  </a:lnTo>
                  <a:lnTo>
                    <a:pt x="1841190" y="596419"/>
                  </a:lnTo>
                  <a:lnTo>
                    <a:pt x="1854297" y="601308"/>
                  </a:lnTo>
                  <a:lnTo>
                    <a:pt x="1867463" y="606197"/>
                  </a:lnTo>
                  <a:lnTo>
                    <a:pt x="1880788" y="611086"/>
                  </a:lnTo>
                  <a:lnTo>
                    <a:pt x="1894184" y="615974"/>
                  </a:lnTo>
                  <a:lnTo>
                    <a:pt x="1907674" y="620863"/>
                  </a:lnTo>
                  <a:lnTo>
                    <a:pt x="1921270" y="625752"/>
                  </a:lnTo>
                  <a:lnTo>
                    <a:pt x="1934909" y="630640"/>
                  </a:lnTo>
                  <a:lnTo>
                    <a:pt x="1948669" y="635529"/>
                  </a:lnTo>
                  <a:lnTo>
                    <a:pt x="1962463" y="640418"/>
                  </a:lnTo>
                  <a:lnTo>
                    <a:pt x="1976325" y="645306"/>
                  </a:lnTo>
                  <a:lnTo>
                    <a:pt x="1990238" y="650195"/>
                  </a:lnTo>
                  <a:lnTo>
                    <a:pt x="2004180" y="655084"/>
                  </a:lnTo>
                  <a:lnTo>
                    <a:pt x="2018174" y="659972"/>
                  </a:lnTo>
                  <a:lnTo>
                    <a:pt x="2032179" y="664861"/>
                  </a:lnTo>
                  <a:lnTo>
                    <a:pt x="2046206" y="669750"/>
                  </a:lnTo>
                  <a:lnTo>
                    <a:pt x="2060237" y="674638"/>
                  </a:lnTo>
                  <a:lnTo>
                    <a:pt x="2074269" y="679527"/>
                  </a:lnTo>
                  <a:lnTo>
                    <a:pt x="2088282" y="684416"/>
                  </a:lnTo>
                  <a:lnTo>
                    <a:pt x="2102284" y="689305"/>
                  </a:lnTo>
                  <a:lnTo>
                    <a:pt x="2116243" y="694193"/>
                  </a:lnTo>
                  <a:lnTo>
                    <a:pt x="2130167" y="699082"/>
                  </a:lnTo>
                  <a:lnTo>
                    <a:pt x="2144048" y="703971"/>
                  </a:lnTo>
                  <a:lnTo>
                    <a:pt x="2157847" y="708859"/>
                  </a:lnTo>
                  <a:lnTo>
                    <a:pt x="2171612" y="713748"/>
                  </a:lnTo>
                  <a:lnTo>
                    <a:pt x="2185247" y="718637"/>
                  </a:lnTo>
                  <a:lnTo>
                    <a:pt x="2198822" y="723525"/>
                  </a:lnTo>
                  <a:lnTo>
                    <a:pt x="2212289" y="728414"/>
                  </a:lnTo>
                  <a:lnTo>
                    <a:pt x="2225626" y="733303"/>
                  </a:lnTo>
                  <a:lnTo>
                    <a:pt x="2238894" y="738191"/>
                  </a:lnTo>
                  <a:lnTo>
                    <a:pt x="2251944" y="743080"/>
                  </a:lnTo>
                  <a:lnTo>
                    <a:pt x="2264917" y="747969"/>
                  </a:lnTo>
                  <a:lnTo>
                    <a:pt x="2277696" y="752857"/>
                  </a:lnTo>
                  <a:lnTo>
                    <a:pt x="2290314" y="757746"/>
                  </a:lnTo>
                  <a:lnTo>
                    <a:pt x="2302804" y="762635"/>
                  </a:lnTo>
                  <a:lnTo>
                    <a:pt x="2315018" y="767524"/>
                  </a:lnTo>
                  <a:lnTo>
                    <a:pt x="2327131" y="772412"/>
                  </a:lnTo>
                  <a:lnTo>
                    <a:pt x="2338949" y="777301"/>
                  </a:lnTo>
                  <a:lnTo>
                    <a:pt x="2350592" y="782190"/>
                  </a:lnTo>
                  <a:lnTo>
                    <a:pt x="2362030" y="787078"/>
                  </a:lnTo>
                  <a:lnTo>
                    <a:pt x="2373156" y="791967"/>
                  </a:lnTo>
                  <a:lnTo>
                    <a:pt x="2384156" y="796856"/>
                  </a:lnTo>
                  <a:lnTo>
                    <a:pt x="2394748" y="801744"/>
                  </a:lnTo>
                  <a:lnTo>
                    <a:pt x="2405169" y="806633"/>
                  </a:lnTo>
                  <a:lnTo>
                    <a:pt x="2415296" y="811522"/>
                  </a:lnTo>
                  <a:lnTo>
                    <a:pt x="2425095" y="816410"/>
                  </a:lnTo>
                  <a:lnTo>
                    <a:pt x="2434731" y="821299"/>
                  </a:lnTo>
                  <a:lnTo>
                    <a:pt x="2443868" y="826188"/>
                  </a:lnTo>
                  <a:lnTo>
                    <a:pt x="2452842" y="831076"/>
                  </a:lnTo>
                  <a:lnTo>
                    <a:pt x="2461423" y="835965"/>
                  </a:lnTo>
                  <a:lnTo>
                    <a:pt x="2469682" y="840854"/>
                  </a:lnTo>
                  <a:lnTo>
                    <a:pt x="2477702" y="845743"/>
                  </a:lnTo>
                  <a:lnTo>
                    <a:pt x="2485213" y="850631"/>
                  </a:lnTo>
                  <a:lnTo>
                    <a:pt x="2492544" y="855520"/>
                  </a:lnTo>
                  <a:lnTo>
                    <a:pt x="2499381" y="860409"/>
                  </a:lnTo>
                  <a:lnTo>
                    <a:pt x="2505923" y="865297"/>
                  </a:lnTo>
                  <a:lnTo>
                    <a:pt x="2512141" y="870186"/>
                  </a:lnTo>
                  <a:lnTo>
                    <a:pt x="2517867" y="875075"/>
                  </a:lnTo>
                  <a:lnTo>
                    <a:pt x="2523401" y="879963"/>
                  </a:lnTo>
                  <a:lnTo>
                    <a:pt x="2528341" y="884852"/>
                  </a:lnTo>
                  <a:lnTo>
                    <a:pt x="2533031" y="889741"/>
                  </a:lnTo>
                  <a:lnTo>
                    <a:pt x="2537315" y="894629"/>
                  </a:lnTo>
                  <a:lnTo>
                    <a:pt x="2541144" y="899518"/>
                  </a:lnTo>
                  <a:lnTo>
                    <a:pt x="2544763" y="904407"/>
                  </a:lnTo>
                  <a:lnTo>
                    <a:pt x="2546940" y="908005"/>
                  </a:lnTo>
                  <a:lnTo>
                    <a:pt x="2547720" y="909295"/>
                  </a:lnTo>
                  <a:lnTo>
                    <a:pt x="2550475" y="914184"/>
                  </a:lnTo>
                  <a:lnTo>
                    <a:pt x="2552747" y="919073"/>
                  </a:lnTo>
                  <a:lnTo>
                    <a:pt x="2554622" y="923962"/>
                  </a:lnTo>
                  <a:lnTo>
                    <a:pt x="2556219" y="928850"/>
                  </a:lnTo>
                  <a:lnTo>
                    <a:pt x="2557214" y="933739"/>
                  </a:lnTo>
                  <a:lnTo>
                    <a:pt x="2558007" y="938628"/>
                  </a:lnTo>
                  <a:lnTo>
                    <a:pt x="2558257" y="943516"/>
                  </a:lnTo>
                  <a:lnTo>
                    <a:pt x="2558178" y="948405"/>
                  </a:lnTo>
                  <a:lnTo>
                    <a:pt x="2557762" y="953294"/>
                  </a:lnTo>
                  <a:lnTo>
                    <a:pt x="2556824" y="958182"/>
                  </a:lnTo>
                  <a:lnTo>
                    <a:pt x="2555689" y="963071"/>
                  </a:lnTo>
                  <a:lnTo>
                    <a:pt x="2553969" y="967960"/>
                  </a:lnTo>
                  <a:lnTo>
                    <a:pt x="2551998" y="972848"/>
                  </a:lnTo>
                  <a:lnTo>
                    <a:pt x="2549647" y="977737"/>
                  </a:lnTo>
                  <a:lnTo>
                    <a:pt x="2546863" y="982626"/>
                  </a:lnTo>
                  <a:lnTo>
                    <a:pt x="2543894" y="987514"/>
                  </a:lnTo>
                  <a:lnTo>
                    <a:pt x="2540327" y="992403"/>
                  </a:lnTo>
                  <a:lnTo>
                    <a:pt x="2536584" y="997292"/>
                  </a:lnTo>
                  <a:lnTo>
                    <a:pt x="2532438" y="1002181"/>
                  </a:lnTo>
                  <a:lnTo>
                    <a:pt x="2527957" y="1007069"/>
                  </a:lnTo>
                  <a:lnTo>
                    <a:pt x="2523255" y="1011958"/>
                  </a:lnTo>
                  <a:lnTo>
                    <a:pt x="2518073" y="1016847"/>
                  </a:lnTo>
                  <a:lnTo>
                    <a:pt x="2512736" y="1021735"/>
                  </a:lnTo>
                  <a:lnTo>
                    <a:pt x="2506999" y="1026624"/>
                  </a:lnTo>
                  <a:lnTo>
                    <a:pt x="2501019" y="1031513"/>
                  </a:lnTo>
                  <a:lnTo>
                    <a:pt x="2494806" y="1036401"/>
                  </a:lnTo>
                  <a:lnTo>
                    <a:pt x="2488232" y="1041290"/>
                  </a:lnTo>
                  <a:lnTo>
                    <a:pt x="2481527" y="1046179"/>
                  </a:lnTo>
                  <a:lnTo>
                    <a:pt x="2474454" y="1051067"/>
                  </a:lnTo>
                  <a:lnTo>
                    <a:pt x="2467223" y="1055956"/>
                  </a:lnTo>
                  <a:lnTo>
                    <a:pt x="2459769" y="1060845"/>
                  </a:lnTo>
                  <a:lnTo>
                    <a:pt x="2452068" y="1065734"/>
                  </a:lnTo>
                  <a:lnTo>
                    <a:pt x="2444262" y="1070622"/>
                  </a:lnTo>
                  <a:lnTo>
                    <a:pt x="2436151" y="1075511"/>
                  </a:lnTo>
                  <a:lnTo>
                    <a:pt x="2427953" y="1080400"/>
                  </a:lnTo>
                  <a:lnTo>
                    <a:pt x="2419567" y="1085288"/>
                  </a:lnTo>
                  <a:lnTo>
                    <a:pt x="2411035" y="1090177"/>
                  </a:lnTo>
                  <a:lnTo>
                    <a:pt x="2402413" y="1095066"/>
                  </a:lnTo>
                  <a:lnTo>
                    <a:pt x="2393608" y="1099954"/>
                  </a:lnTo>
                  <a:lnTo>
                    <a:pt x="2384751" y="1104843"/>
                  </a:lnTo>
                  <a:lnTo>
                    <a:pt x="2375770" y="1109732"/>
                  </a:lnTo>
                  <a:lnTo>
                    <a:pt x="2371932" y="1111806"/>
                  </a:lnTo>
                  <a:lnTo>
                    <a:pt x="2366725" y="1114620"/>
                  </a:lnTo>
                  <a:lnTo>
                    <a:pt x="2357622" y="1119509"/>
                  </a:lnTo>
                  <a:lnTo>
                    <a:pt x="2348450" y="1124398"/>
                  </a:lnTo>
                  <a:lnTo>
                    <a:pt x="2339258" y="1129286"/>
                  </a:lnTo>
                  <a:lnTo>
                    <a:pt x="2330028" y="1134175"/>
                  </a:lnTo>
                  <a:lnTo>
                    <a:pt x="2320796" y="1139064"/>
                  </a:lnTo>
                  <a:lnTo>
                    <a:pt x="2311560" y="1143953"/>
                  </a:lnTo>
                  <a:lnTo>
                    <a:pt x="2302348" y="1148841"/>
                  </a:lnTo>
                  <a:lnTo>
                    <a:pt x="2293147" y="1153730"/>
                  </a:lnTo>
                  <a:lnTo>
                    <a:pt x="2284014" y="1158619"/>
                  </a:lnTo>
                  <a:lnTo>
                    <a:pt x="2274916" y="1163507"/>
                  </a:lnTo>
                  <a:lnTo>
                    <a:pt x="2265890" y="1168396"/>
                  </a:lnTo>
                  <a:lnTo>
                    <a:pt x="2256954" y="1173285"/>
                  </a:lnTo>
                  <a:lnTo>
                    <a:pt x="2248070" y="1178173"/>
                  </a:lnTo>
                  <a:lnTo>
                    <a:pt x="2239353" y="1183062"/>
                  </a:lnTo>
                  <a:lnTo>
                    <a:pt x="2230697" y="1187951"/>
                  </a:lnTo>
                  <a:lnTo>
                    <a:pt x="2222203" y="1192839"/>
                  </a:lnTo>
                  <a:lnTo>
                    <a:pt x="2213840" y="1197728"/>
                  </a:lnTo>
                  <a:lnTo>
                    <a:pt x="2205589" y="1202617"/>
                  </a:lnTo>
                  <a:lnTo>
                    <a:pt x="2197569" y="1207505"/>
                  </a:lnTo>
                  <a:lnTo>
                    <a:pt x="2189637" y="1212394"/>
                  </a:lnTo>
                  <a:lnTo>
                    <a:pt x="2181965" y="1217283"/>
                  </a:lnTo>
                  <a:lnTo>
                    <a:pt x="2174441" y="1222172"/>
                  </a:lnTo>
                  <a:lnTo>
                    <a:pt x="2167102" y="1227060"/>
                  </a:lnTo>
                  <a:lnTo>
                    <a:pt x="2160030" y="1231949"/>
                  </a:lnTo>
                  <a:lnTo>
                    <a:pt x="2153068" y="1236838"/>
                  </a:lnTo>
                  <a:lnTo>
                    <a:pt x="2146470" y="1241726"/>
                  </a:lnTo>
                  <a:lnTo>
                    <a:pt x="2140013" y="1246615"/>
                  </a:lnTo>
                  <a:lnTo>
                    <a:pt x="2133820" y="1251504"/>
                  </a:lnTo>
                  <a:lnTo>
                    <a:pt x="2127904" y="1256392"/>
                  </a:lnTo>
                  <a:lnTo>
                    <a:pt x="2122137" y="1261281"/>
                  </a:lnTo>
                  <a:lnTo>
                    <a:pt x="2116793" y="1266170"/>
                  </a:lnTo>
                  <a:lnTo>
                    <a:pt x="2111587" y="1271058"/>
                  </a:lnTo>
                  <a:lnTo>
                    <a:pt x="2106725" y="1275947"/>
                  </a:lnTo>
                  <a:lnTo>
                    <a:pt x="2102126" y="1280836"/>
                  </a:lnTo>
                  <a:lnTo>
                    <a:pt x="2097739" y="1285724"/>
                  </a:lnTo>
                  <a:lnTo>
                    <a:pt x="2093769" y="1290613"/>
                  </a:lnTo>
                  <a:lnTo>
                    <a:pt x="2089947" y="1295502"/>
                  </a:lnTo>
                  <a:lnTo>
                    <a:pt x="2086544" y="1300391"/>
                  </a:lnTo>
                  <a:lnTo>
                    <a:pt x="2083373" y="1305279"/>
                  </a:lnTo>
                  <a:lnTo>
                    <a:pt x="2080475" y="1310168"/>
                  </a:lnTo>
                  <a:lnTo>
                    <a:pt x="2077965" y="1315057"/>
                  </a:lnTo>
                  <a:lnTo>
                    <a:pt x="2075610" y="1319945"/>
                  </a:lnTo>
                  <a:lnTo>
                    <a:pt x="2073736" y="1324834"/>
                  </a:lnTo>
                  <a:lnTo>
                    <a:pt x="2072050" y="1329723"/>
                  </a:lnTo>
                  <a:lnTo>
                    <a:pt x="2070691" y="1334611"/>
                  </a:lnTo>
                  <a:lnTo>
                    <a:pt x="2069675" y="1339500"/>
                  </a:lnTo>
                  <a:lnTo>
                    <a:pt x="2068831" y="1344389"/>
                  </a:lnTo>
                  <a:lnTo>
                    <a:pt x="2068481" y="1349277"/>
                  </a:lnTo>
                  <a:lnTo>
                    <a:pt x="2068285" y="1354166"/>
                  </a:lnTo>
                  <a:lnTo>
                    <a:pt x="2068458" y="1359055"/>
                  </a:lnTo>
                  <a:lnTo>
                    <a:pt x="2068916" y="1363943"/>
                  </a:lnTo>
                  <a:lnTo>
                    <a:pt x="2069588" y="1368832"/>
                  </a:lnTo>
                  <a:lnTo>
                    <a:pt x="2070687" y="1373721"/>
                  </a:lnTo>
                  <a:lnTo>
                    <a:pt x="2071932" y="1378610"/>
                  </a:lnTo>
                  <a:lnTo>
                    <a:pt x="2073572" y="1383498"/>
                  </a:lnTo>
                  <a:lnTo>
                    <a:pt x="2075433" y="1388387"/>
                  </a:lnTo>
                  <a:lnTo>
                    <a:pt x="2077538" y="1393276"/>
                  </a:lnTo>
                  <a:lnTo>
                    <a:pt x="2079992" y="1398164"/>
                  </a:lnTo>
                  <a:lnTo>
                    <a:pt x="2082581" y="1403053"/>
                  </a:lnTo>
                  <a:lnTo>
                    <a:pt x="2085568" y="1407942"/>
                  </a:lnTo>
                  <a:lnTo>
                    <a:pt x="2088714" y="1412830"/>
                  </a:lnTo>
                  <a:lnTo>
                    <a:pt x="2092115" y="1417719"/>
                  </a:lnTo>
                  <a:lnTo>
                    <a:pt x="2095785" y="1422608"/>
                  </a:lnTo>
                  <a:lnTo>
                    <a:pt x="2099580" y="1427496"/>
                  </a:lnTo>
                  <a:lnTo>
                    <a:pt x="2103741" y="1432385"/>
                  </a:lnTo>
                  <a:lnTo>
                    <a:pt x="2108006" y="1437274"/>
                  </a:lnTo>
                  <a:lnTo>
                    <a:pt x="2112520" y="1442162"/>
                  </a:lnTo>
                  <a:lnTo>
                    <a:pt x="2117224" y="1447051"/>
                  </a:lnTo>
                  <a:lnTo>
                    <a:pt x="2122060" y="1451940"/>
                  </a:lnTo>
                  <a:lnTo>
                    <a:pt x="2127159" y="1456829"/>
                  </a:lnTo>
                  <a:lnTo>
                    <a:pt x="2132342" y="1461717"/>
                  </a:lnTo>
                  <a:lnTo>
                    <a:pt x="2137742" y="1466606"/>
                  </a:lnTo>
                  <a:lnTo>
                    <a:pt x="2143260" y="1471495"/>
                  </a:lnTo>
                  <a:lnTo>
                    <a:pt x="2148898" y="1476383"/>
                  </a:lnTo>
                  <a:lnTo>
                    <a:pt x="2154702" y="1481272"/>
                  </a:lnTo>
                  <a:lnTo>
                    <a:pt x="2160566" y="1486161"/>
                  </a:lnTo>
                  <a:lnTo>
                    <a:pt x="2166590" y="1491049"/>
                  </a:lnTo>
                  <a:lnTo>
                    <a:pt x="2172671" y="1495938"/>
                  </a:lnTo>
                  <a:lnTo>
                    <a:pt x="2178840" y="1500827"/>
                  </a:lnTo>
                  <a:lnTo>
                    <a:pt x="2185086" y="1505715"/>
                  </a:lnTo>
                  <a:lnTo>
                    <a:pt x="2191367" y="1510604"/>
                  </a:lnTo>
                  <a:lnTo>
                    <a:pt x="2197725" y="1515493"/>
                  </a:lnTo>
                  <a:lnTo>
                    <a:pt x="2204096" y="1520382"/>
                  </a:lnTo>
                  <a:lnTo>
                    <a:pt x="2210498" y="1525270"/>
                  </a:lnTo>
                  <a:lnTo>
                    <a:pt x="2216905" y="1530159"/>
                  </a:lnTo>
                  <a:lnTo>
                    <a:pt x="2223316" y="1535048"/>
                  </a:lnTo>
                  <a:lnTo>
                    <a:pt x="2229702" y="1539936"/>
                  </a:lnTo>
                  <a:lnTo>
                    <a:pt x="2236074" y="1544825"/>
                  </a:lnTo>
                  <a:lnTo>
                    <a:pt x="2242397" y="1549714"/>
                  </a:lnTo>
                  <a:lnTo>
                    <a:pt x="2248670" y="1554602"/>
                  </a:lnTo>
                  <a:lnTo>
                    <a:pt x="2254896" y="1559491"/>
                  </a:lnTo>
                  <a:lnTo>
                    <a:pt x="2261015" y="1564380"/>
                  </a:lnTo>
                  <a:lnTo>
                    <a:pt x="2267090" y="1569268"/>
                  </a:lnTo>
                  <a:lnTo>
                    <a:pt x="2273017" y="1574157"/>
                  </a:lnTo>
                  <a:lnTo>
                    <a:pt x="2278861" y="1579046"/>
                  </a:lnTo>
                  <a:lnTo>
                    <a:pt x="2284585" y="1583934"/>
                  </a:lnTo>
                  <a:lnTo>
                    <a:pt x="2290142" y="1588823"/>
                  </a:lnTo>
                  <a:lnTo>
                    <a:pt x="2295627" y="1593712"/>
                  </a:lnTo>
                  <a:lnTo>
                    <a:pt x="2300846" y="1598601"/>
                  </a:lnTo>
                  <a:lnTo>
                    <a:pt x="2305971" y="1603489"/>
                  </a:lnTo>
                  <a:lnTo>
                    <a:pt x="2310888" y="1608378"/>
                  </a:lnTo>
                  <a:lnTo>
                    <a:pt x="2315600" y="1613267"/>
                  </a:lnTo>
                  <a:lnTo>
                    <a:pt x="2320184" y="1618155"/>
                  </a:lnTo>
                  <a:lnTo>
                    <a:pt x="2324433" y="1623044"/>
                  </a:lnTo>
                  <a:lnTo>
                    <a:pt x="2328566" y="1627933"/>
                  </a:lnTo>
                  <a:lnTo>
                    <a:pt x="2332393" y="1632821"/>
                  </a:lnTo>
                  <a:lnTo>
                    <a:pt x="2335999" y="1637710"/>
                  </a:lnTo>
                  <a:lnTo>
                    <a:pt x="2339404" y="1642599"/>
                  </a:lnTo>
                  <a:lnTo>
                    <a:pt x="2342440" y="1647487"/>
                  </a:lnTo>
                  <a:lnTo>
                    <a:pt x="2345338" y="1652376"/>
                  </a:lnTo>
                  <a:lnTo>
                    <a:pt x="2347822" y="1657265"/>
                  </a:lnTo>
                  <a:lnTo>
                    <a:pt x="2350095" y="1662153"/>
                  </a:lnTo>
                  <a:lnTo>
                    <a:pt x="2352084" y="1667042"/>
                  </a:lnTo>
                  <a:lnTo>
                    <a:pt x="2353696" y="1671931"/>
                  </a:lnTo>
                  <a:lnTo>
                    <a:pt x="2355152" y="1676820"/>
                  </a:lnTo>
                  <a:lnTo>
                    <a:pt x="2356089" y="1681708"/>
                  </a:lnTo>
                  <a:lnTo>
                    <a:pt x="2356842" y="1686597"/>
                  </a:lnTo>
                  <a:lnTo>
                    <a:pt x="2357226" y="1691486"/>
                  </a:lnTo>
                  <a:lnTo>
                    <a:pt x="2357239" y="1694094"/>
                  </a:lnTo>
                  <a:lnTo>
                    <a:pt x="2357250" y="1696374"/>
                  </a:lnTo>
                  <a:lnTo>
                    <a:pt x="2357067" y="1701263"/>
                  </a:lnTo>
                  <a:lnTo>
                    <a:pt x="2356340" y="1706152"/>
                  </a:lnTo>
                  <a:lnTo>
                    <a:pt x="2355437" y="1711040"/>
                  </a:lnTo>
                  <a:lnTo>
                    <a:pt x="2354083" y="1715929"/>
                  </a:lnTo>
                  <a:lnTo>
                    <a:pt x="2352407" y="1720818"/>
                  </a:lnTo>
                  <a:lnTo>
                    <a:pt x="2350454" y="1725706"/>
                  </a:lnTo>
                  <a:lnTo>
                    <a:pt x="2347995" y="1730595"/>
                  </a:lnTo>
                  <a:lnTo>
                    <a:pt x="2345354" y="1735484"/>
                  </a:lnTo>
                  <a:lnTo>
                    <a:pt x="2342192" y="1740372"/>
                  </a:lnTo>
                  <a:lnTo>
                    <a:pt x="2338761" y="1745261"/>
                  </a:lnTo>
                  <a:lnTo>
                    <a:pt x="2334992" y="1750150"/>
                  </a:lnTo>
                  <a:lnTo>
                    <a:pt x="2330773" y="1755039"/>
                  </a:lnTo>
                  <a:lnTo>
                    <a:pt x="2326371" y="1759927"/>
                  </a:lnTo>
                  <a:lnTo>
                    <a:pt x="2321397" y="1764816"/>
                  </a:lnTo>
                  <a:lnTo>
                    <a:pt x="2316217" y="1769705"/>
                  </a:lnTo>
                  <a:lnTo>
                    <a:pt x="2310650" y="1774593"/>
                  </a:lnTo>
                  <a:lnTo>
                    <a:pt x="2304703" y="1779482"/>
                  </a:lnTo>
                  <a:lnTo>
                    <a:pt x="2298552" y="1784371"/>
                  </a:lnTo>
                  <a:lnTo>
                    <a:pt x="2291857" y="1789259"/>
                  </a:lnTo>
                  <a:lnTo>
                    <a:pt x="2284993" y="1794148"/>
                  </a:lnTo>
                  <a:lnTo>
                    <a:pt x="2277711" y="1799037"/>
                  </a:lnTo>
                  <a:lnTo>
                    <a:pt x="2270129" y="1803925"/>
                  </a:lnTo>
                  <a:lnTo>
                    <a:pt x="2262305" y="1808814"/>
                  </a:lnTo>
                  <a:lnTo>
                    <a:pt x="2254033" y="1813703"/>
                  </a:lnTo>
                  <a:lnTo>
                    <a:pt x="2245606" y="1818591"/>
                  </a:lnTo>
                  <a:lnTo>
                    <a:pt x="2236755" y="1823480"/>
                  </a:lnTo>
                  <a:lnTo>
                    <a:pt x="2227683" y="1828369"/>
                  </a:lnTo>
                  <a:lnTo>
                    <a:pt x="2218350" y="1833258"/>
                  </a:lnTo>
                  <a:lnTo>
                    <a:pt x="2208670" y="1838146"/>
                  </a:lnTo>
                  <a:lnTo>
                    <a:pt x="2198853" y="1843035"/>
                  </a:lnTo>
                  <a:lnTo>
                    <a:pt x="2188630" y="1847924"/>
                  </a:lnTo>
                  <a:lnTo>
                    <a:pt x="2178261" y="1852812"/>
                  </a:lnTo>
                  <a:lnTo>
                    <a:pt x="2167633" y="1857701"/>
                  </a:lnTo>
                  <a:lnTo>
                    <a:pt x="2156755" y="1862590"/>
                  </a:lnTo>
                  <a:lnTo>
                    <a:pt x="2145750" y="1867478"/>
                  </a:lnTo>
                  <a:lnTo>
                    <a:pt x="2134409" y="1872367"/>
                  </a:lnTo>
                  <a:lnTo>
                    <a:pt x="2122972" y="1877256"/>
                  </a:lnTo>
                  <a:lnTo>
                    <a:pt x="2111302" y="1882144"/>
                  </a:lnTo>
                  <a:lnTo>
                    <a:pt x="2099469" y="1887033"/>
                  </a:lnTo>
                  <a:lnTo>
                    <a:pt x="2087513" y="1891922"/>
                  </a:lnTo>
                  <a:lnTo>
                    <a:pt x="2075335" y="1896810"/>
                  </a:lnTo>
                  <a:lnTo>
                    <a:pt x="2063086" y="1901699"/>
                  </a:lnTo>
                  <a:lnTo>
                    <a:pt x="2050653" y="1906588"/>
                  </a:lnTo>
                  <a:lnTo>
                    <a:pt x="2038129" y="1911477"/>
                  </a:lnTo>
                  <a:lnTo>
                    <a:pt x="2025506" y="1916365"/>
                  </a:lnTo>
                  <a:lnTo>
                    <a:pt x="2012761" y="1921254"/>
                  </a:lnTo>
                  <a:lnTo>
                    <a:pt x="1999971" y="1926143"/>
                  </a:lnTo>
                  <a:lnTo>
                    <a:pt x="1987066" y="1931031"/>
                  </a:lnTo>
                  <a:lnTo>
                    <a:pt x="1974126" y="1935920"/>
                  </a:lnTo>
                  <a:lnTo>
                    <a:pt x="1961128" y="1940809"/>
                  </a:lnTo>
                  <a:lnTo>
                    <a:pt x="1948090" y="1945697"/>
                  </a:lnTo>
                  <a:lnTo>
                    <a:pt x="1935031" y="1950586"/>
                  </a:lnTo>
                  <a:lnTo>
                    <a:pt x="1921944" y="1955475"/>
                  </a:lnTo>
                  <a:lnTo>
                    <a:pt x="1908857" y="1960363"/>
                  </a:lnTo>
                  <a:lnTo>
                    <a:pt x="1895771" y="1965252"/>
                  </a:lnTo>
                  <a:lnTo>
                    <a:pt x="1882703" y="1970141"/>
                  </a:lnTo>
                  <a:lnTo>
                    <a:pt x="1869649" y="1975029"/>
                  </a:lnTo>
                  <a:lnTo>
                    <a:pt x="1856648" y="1979918"/>
                  </a:lnTo>
                  <a:lnTo>
                    <a:pt x="1843670" y="1984807"/>
                  </a:lnTo>
                  <a:lnTo>
                    <a:pt x="1830764" y="1989696"/>
                  </a:lnTo>
                  <a:lnTo>
                    <a:pt x="1817914" y="1994584"/>
                  </a:lnTo>
                  <a:lnTo>
                    <a:pt x="1805123" y="1999473"/>
                  </a:lnTo>
                  <a:lnTo>
                    <a:pt x="1792442" y="2004362"/>
                  </a:lnTo>
                  <a:lnTo>
                    <a:pt x="1779807" y="2009250"/>
                  </a:lnTo>
                  <a:lnTo>
                    <a:pt x="1767320" y="2014139"/>
                  </a:lnTo>
                  <a:lnTo>
                    <a:pt x="1754907" y="2019028"/>
                  </a:lnTo>
                  <a:lnTo>
                    <a:pt x="1742608" y="2023916"/>
                  </a:lnTo>
                  <a:lnTo>
                    <a:pt x="1730453" y="2028805"/>
                  </a:lnTo>
                  <a:lnTo>
                    <a:pt x="1718362" y="2033694"/>
                  </a:lnTo>
                  <a:lnTo>
                    <a:pt x="1706498" y="2038582"/>
                  </a:lnTo>
                  <a:lnTo>
                    <a:pt x="1694708" y="2043471"/>
                  </a:lnTo>
                  <a:lnTo>
                    <a:pt x="1683091" y="2048360"/>
                  </a:lnTo>
                  <a:lnTo>
                    <a:pt x="1671631" y="2053249"/>
                  </a:lnTo>
                  <a:lnTo>
                    <a:pt x="1660276" y="2058137"/>
                  </a:lnTo>
                  <a:lnTo>
                    <a:pt x="1649171" y="2063026"/>
                  </a:lnTo>
                  <a:lnTo>
                    <a:pt x="1638152" y="2067915"/>
                  </a:lnTo>
                  <a:lnTo>
                    <a:pt x="1627364" y="2072803"/>
                  </a:lnTo>
                  <a:lnTo>
                    <a:pt x="1616729" y="2077692"/>
                  </a:lnTo>
                  <a:lnTo>
                    <a:pt x="1606243" y="2082581"/>
                  </a:lnTo>
                  <a:lnTo>
                    <a:pt x="1596009" y="2087469"/>
                  </a:lnTo>
                  <a:lnTo>
                    <a:pt x="1585870" y="2092358"/>
                  </a:lnTo>
                  <a:lnTo>
                    <a:pt x="1576016" y="2097247"/>
                  </a:lnTo>
                  <a:lnTo>
                    <a:pt x="1566296" y="2102135"/>
                  </a:lnTo>
                  <a:lnTo>
                    <a:pt x="1556769" y="2107024"/>
                  </a:lnTo>
                  <a:lnTo>
                    <a:pt x="1547478" y="2111913"/>
                  </a:lnTo>
                  <a:lnTo>
                    <a:pt x="1538288" y="2116801"/>
                  </a:lnTo>
                  <a:lnTo>
                    <a:pt x="1529429" y="2121690"/>
                  </a:lnTo>
                  <a:lnTo>
                    <a:pt x="1520677" y="2126579"/>
                  </a:lnTo>
                  <a:lnTo>
                    <a:pt x="1512157" y="2131468"/>
                  </a:lnTo>
                  <a:lnTo>
                    <a:pt x="1503846" y="2136356"/>
                  </a:lnTo>
                  <a:lnTo>
                    <a:pt x="1495665" y="2141245"/>
                  </a:lnTo>
                  <a:lnTo>
                    <a:pt x="1487796" y="2146134"/>
                  </a:lnTo>
                  <a:lnTo>
                    <a:pt x="1480029" y="2151022"/>
                  </a:lnTo>
                  <a:lnTo>
                    <a:pt x="1472525" y="2155911"/>
                  </a:lnTo>
                  <a:lnTo>
                    <a:pt x="1465196" y="2160800"/>
                  </a:lnTo>
                  <a:lnTo>
                    <a:pt x="1458028" y="2165688"/>
                  </a:lnTo>
                  <a:lnTo>
                    <a:pt x="1451133" y="2170577"/>
                  </a:lnTo>
                  <a:lnTo>
                    <a:pt x="1444337" y="2175466"/>
                  </a:lnTo>
                  <a:lnTo>
                    <a:pt x="1437828" y="2180354"/>
                  </a:lnTo>
                  <a:lnTo>
                    <a:pt x="1431455" y="2185243"/>
                  </a:lnTo>
                  <a:lnTo>
                    <a:pt x="1425268" y="2190132"/>
                  </a:lnTo>
                  <a:lnTo>
                    <a:pt x="1419309" y="2195020"/>
                  </a:lnTo>
                  <a:lnTo>
                    <a:pt x="1413446" y="2199909"/>
                  </a:lnTo>
                  <a:lnTo>
                    <a:pt x="1407882" y="2204798"/>
                  </a:lnTo>
                  <a:lnTo>
                    <a:pt x="1402418" y="2209687"/>
                  </a:lnTo>
                  <a:lnTo>
                    <a:pt x="1397155" y="2214575"/>
                  </a:lnTo>
                  <a:lnTo>
                    <a:pt x="1392076" y="2219464"/>
                  </a:lnTo>
                  <a:lnTo>
                    <a:pt x="1387106" y="2224353"/>
                  </a:lnTo>
                  <a:lnTo>
                    <a:pt x="1382400" y="2229241"/>
                  </a:lnTo>
                  <a:lnTo>
                    <a:pt x="1377778" y="2234130"/>
                  </a:lnTo>
                  <a:lnTo>
                    <a:pt x="1373365" y="2239019"/>
                  </a:lnTo>
                  <a:lnTo>
                    <a:pt x="1369095" y="2243907"/>
                  </a:lnTo>
                  <a:lnTo>
                    <a:pt x="1364948" y="2248796"/>
                  </a:lnTo>
                  <a:lnTo>
                    <a:pt x="1361015" y="2253685"/>
                  </a:lnTo>
                  <a:lnTo>
                    <a:pt x="1357157" y="2258573"/>
                  </a:lnTo>
                  <a:lnTo>
                    <a:pt x="1353511" y="2263462"/>
                  </a:lnTo>
                  <a:lnTo>
                    <a:pt x="1349968" y="2268351"/>
                  </a:lnTo>
                  <a:lnTo>
                    <a:pt x="1346557" y="2273239"/>
                  </a:lnTo>
                  <a:lnTo>
                    <a:pt x="1343313" y="2278128"/>
                  </a:lnTo>
                  <a:lnTo>
                    <a:pt x="1340137" y="2283017"/>
                  </a:lnTo>
                  <a:lnTo>
                    <a:pt x="1337165" y="2287906"/>
                  </a:lnTo>
                  <a:lnTo>
                    <a:pt x="1334265" y="2292794"/>
                  </a:lnTo>
                  <a:lnTo>
                    <a:pt x="1331499" y="2297683"/>
                  </a:lnTo>
                  <a:lnTo>
                    <a:pt x="1328858" y="2302572"/>
                  </a:lnTo>
                  <a:lnTo>
                    <a:pt x="1326286" y="2307460"/>
                  </a:lnTo>
                  <a:lnTo>
                    <a:pt x="1323890" y="2312349"/>
                  </a:lnTo>
                  <a:lnTo>
                    <a:pt x="1321547" y="2317238"/>
                  </a:lnTo>
                  <a:lnTo>
                    <a:pt x="1319334" y="2322126"/>
                  </a:lnTo>
                  <a:lnTo>
                    <a:pt x="1317213" y="2327015"/>
                  </a:lnTo>
                  <a:lnTo>
                    <a:pt x="1315166" y="2331904"/>
                  </a:lnTo>
                  <a:lnTo>
                    <a:pt x="1313251" y="2336792"/>
                  </a:lnTo>
                  <a:lnTo>
                    <a:pt x="1311383" y="2341681"/>
                  </a:lnTo>
                  <a:lnTo>
                    <a:pt x="1309638" y="2346570"/>
                  </a:lnTo>
                  <a:lnTo>
                    <a:pt x="1307956" y="2351458"/>
                  </a:lnTo>
                  <a:lnTo>
                    <a:pt x="1306349" y="2356347"/>
                  </a:lnTo>
                  <a:lnTo>
                    <a:pt x="1304839" y="2361236"/>
                  </a:lnTo>
                  <a:lnTo>
                    <a:pt x="1303368" y="2366125"/>
                  </a:lnTo>
                  <a:lnTo>
                    <a:pt x="1302011" y="2371013"/>
                  </a:lnTo>
                  <a:lnTo>
                    <a:pt x="1300694" y="2375902"/>
                  </a:lnTo>
                  <a:lnTo>
                    <a:pt x="1299450" y="2380791"/>
                  </a:lnTo>
                  <a:lnTo>
                    <a:pt x="1298275" y="2385679"/>
                  </a:lnTo>
                  <a:lnTo>
                    <a:pt x="1297135" y="2390568"/>
                  </a:lnTo>
                  <a:lnTo>
                    <a:pt x="1296090" y="2395457"/>
                  </a:lnTo>
                  <a:lnTo>
                    <a:pt x="1295073" y="2400345"/>
                  </a:lnTo>
                  <a:lnTo>
                    <a:pt x="1294122" y="2405234"/>
                  </a:lnTo>
                  <a:lnTo>
                    <a:pt x="1293220" y="2410123"/>
                  </a:lnTo>
                  <a:lnTo>
                    <a:pt x="1292353" y="2415011"/>
                  </a:lnTo>
                  <a:lnTo>
                    <a:pt x="1291555" y="2419900"/>
                  </a:lnTo>
                  <a:lnTo>
                    <a:pt x="1290778" y="2424789"/>
                  </a:lnTo>
                  <a:lnTo>
                    <a:pt x="1290062" y="2429677"/>
                  </a:lnTo>
                  <a:lnTo>
                    <a:pt x="1289377" y="2434566"/>
                  </a:lnTo>
                  <a:lnTo>
                    <a:pt x="1288727" y="2439455"/>
                  </a:lnTo>
                  <a:lnTo>
                    <a:pt x="1288125" y="2444344"/>
                  </a:lnTo>
                  <a:lnTo>
                    <a:pt x="1287540" y="2449232"/>
                  </a:lnTo>
                  <a:lnTo>
                    <a:pt x="1287008" y="2454121"/>
                  </a:lnTo>
                  <a:lnTo>
                    <a:pt x="1286495" y="2459010"/>
                  </a:lnTo>
                  <a:lnTo>
                    <a:pt x="1286014" y="2463898"/>
                  </a:lnTo>
                  <a:lnTo>
                    <a:pt x="1285565" y="2468787"/>
                  </a:lnTo>
                  <a:lnTo>
                    <a:pt x="1285131" y="2473676"/>
                  </a:lnTo>
                  <a:lnTo>
                    <a:pt x="1284740" y="2478564"/>
                  </a:lnTo>
                  <a:lnTo>
                    <a:pt x="1284360" y="2483453"/>
                  </a:lnTo>
                  <a:lnTo>
                    <a:pt x="1284009" y="2488342"/>
                  </a:lnTo>
                  <a:lnTo>
                    <a:pt x="1283679" y="2493230"/>
                  </a:lnTo>
                  <a:lnTo>
                    <a:pt x="1283364" y="2498119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623931" y="2785558"/>
              <a:ext cx="0" cy="644675"/>
            </a:xfrm>
            <a:custGeom>
              <a:avLst/>
              <a:pathLst>
                <a:path w="0" h="644675">
                  <a:moveTo>
                    <a:pt x="0" y="64467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3962612"/>
              <a:ext cx="0" cy="411760"/>
            </a:xfrm>
            <a:custGeom>
              <a:avLst/>
              <a:pathLst>
                <a:path w="0" h="411760">
                  <a:moveTo>
                    <a:pt x="0" y="0"/>
                  </a:moveTo>
                  <a:lnTo>
                    <a:pt x="0" y="41176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332951" y="3430234"/>
              <a:ext cx="581959" cy="532377"/>
            </a:xfrm>
            <a:custGeom>
              <a:avLst/>
              <a:pathLst>
                <a:path w="581959" h="532377">
                  <a:moveTo>
                    <a:pt x="0" y="0"/>
                  </a:moveTo>
                  <a:lnTo>
                    <a:pt x="0" y="532377"/>
                  </a:lnTo>
                  <a:lnTo>
                    <a:pt x="581959" y="532377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332951" y="3733856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533730" y="3717219"/>
              <a:ext cx="0" cy="253711"/>
            </a:xfrm>
            <a:custGeom>
              <a:avLst/>
              <a:pathLst>
                <a:path w="0" h="253711">
                  <a:moveTo>
                    <a:pt x="0" y="25371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4757019"/>
              <a:ext cx="0" cy="149731"/>
            </a:xfrm>
            <a:custGeom>
              <a:avLst/>
              <a:pathLst>
                <a:path w="0" h="149731">
                  <a:moveTo>
                    <a:pt x="0" y="0"/>
                  </a:moveTo>
                  <a:lnTo>
                    <a:pt x="0" y="14973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5242750" y="3970930"/>
              <a:ext cx="581959" cy="786088"/>
            </a:xfrm>
            <a:custGeom>
              <a:avLst/>
              <a:pathLst>
                <a:path w="581959" h="786088">
                  <a:moveTo>
                    <a:pt x="0" y="0"/>
                  </a:moveTo>
                  <a:lnTo>
                    <a:pt x="0" y="786088"/>
                  </a:lnTo>
                  <a:lnTo>
                    <a:pt x="581959" y="786088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5242750" y="4174731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585554" y="4335996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5495354" y="4868373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585554" y="369547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5495354" y="4136354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85554" y="2747182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495354" y="3678842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351380" y="4283847"/>
              <a:ext cx="1965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MN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261180" y="4816224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RI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351380" y="3643330"/>
              <a:ext cx="20354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WV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61180" y="4084205"/>
              <a:ext cx="17556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351380" y="2695033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61180" y="3626693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</a:t>
              </a:r>
            </a:p>
          </p:txBody>
        </p:sp>
        <p:sp>
          <p:nvSpPr>
            <p:cNvPr id="32" name="pt31"/>
            <p:cNvSpPr/>
            <p:nvPr/>
          </p:nvSpPr>
          <p:spPr>
            <a:xfrm>
              <a:off x="2578779" y="3624058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488578" y="4288738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878051" y="4001550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753241" y="514957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1062" y="43177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34858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265405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(2022)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2023: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(2023)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2023: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E66F5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C542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6566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6C01A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BA35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5A02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91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C3408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5004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BF3B8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C03C8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840E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B22C8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C23F8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90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90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A01F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7605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F28C4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3527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57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8610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C6447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810CA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E56E5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4D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4D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B52F8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9A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CB497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AB26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A120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51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5103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C5428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8596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A92593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A4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981A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A3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A3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9D1E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D398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8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8596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(2023)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2023: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65857" y="1600200"/>
              <a:ext cx="7812285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78520" y="5868097"/>
              <a:ext cx="10805" cy="10515"/>
            </a:xfrm>
            <a:custGeom>
              <a:avLst/>
              <a:pathLst>
                <a:path w="10805" h="10515">
                  <a:moveTo>
                    <a:pt x="558" y="1524"/>
                  </a:moveTo>
                  <a:lnTo>
                    <a:pt x="4648" y="0"/>
                  </a:lnTo>
                  <a:lnTo>
                    <a:pt x="6657" y="79"/>
                  </a:lnTo>
                  <a:lnTo>
                    <a:pt x="10805" y="5513"/>
                  </a:lnTo>
                  <a:lnTo>
                    <a:pt x="8994" y="9113"/>
                  </a:lnTo>
                  <a:lnTo>
                    <a:pt x="5225" y="10515"/>
                  </a:lnTo>
                  <a:lnTo>
                    <a:pt x="1698" y="8013"/>
                  </a:lnTo>
                  <a:lnTo>
                    <a:pt x="0" y="521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87804" y="5488673"/>
              <a:ext cx="95727" cy="92806"/>
            </a:xfrm>
            <a:custGeom>
              <a:avLst/>
              <a:pathLst>
                <a:path w="95727" h="92806">
                  <a:moveTo>
                    <a:pt x="1426" y="35436"/>
                  </a:moveTo>
                  <a:lnTo>
                    <a:pt x="4141" y="31123"/>
                  </a:lnTo>
                  <a:lnTo>
                    <a:pt x="5215" y="25998"/>
                  </a:lnTo>
                  <a:lnTo>
                    <a:pt x="6123" y="21651"/>
                  </a:lnTo>
                  <a:lnTo>
                    <a:pt x="5493" y="18786"/>
                  </a:lnTo>
                  <a:lnTo>
                    <a:pt x="2159" y="13471"/>
                  </a:lnTo>
                  <a:lnTo>
                    <a:pt x="1151" y="9731"/>
                  </a:lnTo>
                  <a:lnTo>
                    <a:pt x="0" y="6973"/>
                  </a:lnTo>
                  <a:lnTo>
                    <a:pt x="1711" y="4371"/>
                  </a:lnTo>
                  <a:lnTo>
                    <a:pt x="7442" y="3248"/>
                  </a:lnTo>
                  <a:lnTo>
                    <a:pt x="14456" y="0"/>
                  </a:lnTo>
                  <a:lnTo>
                    <a:pt x="16160" y="532"/>
                  </a:lnTo>
                  <a:lnTo>
                    <a:pt x="20469" y="3446"/>
                  </a:lnTo>
                  <a:lnTo>
                    <a:pt x="21891" y="3352"/>
                  </a:lnTo>
                  <a:lnTo>
                    <a:pt x="24597" y="3170"/>
                  </a:lnTo>
                  <a:lnTo>
                    <a:pt x="28465" y="5081"/>
                  </a:lnTo>
                  <a:lnTo>
                    <a:pt x="31986" y="8422"/>
                  </a:lnTo>
                  <a:lnTo>
                    <a:pt x="30100" y="9594"/>
                  </a:lnTo>
                  <a:lnTo>
                    <a:pt x="32501" y="11865"/>
                  </a:lnTo>
                  <a:lnTo>
                    <a:pt x="33957" y="13239"/>
                  </a:lnTo>
                  <a:lnTo>
                    <a:pt x="43940" y="16728"/>
                  </a:lnTo>
                  <a:lnTo>
                    <a:pt x="52109" y="22230"/>
                  </a:lnTo>
                  <a:lnTo>
                    <a:pt x="55258" y="28567"/>
                  </a:lnTo>
                  <a:lnTo>
                    <a:pt x="58059" y="27863"/>
                  </a:lnTo>
                  <a:lnTo>
                    <a:pt x="63742" y="33439"/>
                  </a:lnTo>
                  <a:lnTo>
                    <a:pt x="71347" y="36553"/>
                  </a:lnTo>
                  <a:lnTo>
                    <a:pt x="68756" y="40807"/>
                  </a:lnTo>
                  <a:lnTo>
                    <a:pt x="76463" y="46378"/>
                  </a:lnTo>
                  <a:lnTo>
                    <a:pt x="79715" y="45785"/>
                  </a:lnTo>
                  <a:lnTo>
                    <a:pt x="84211" y="50451"/>
                  </a:lnTo>
                  <a:lnTo>
                    <a:pt x="84657" y="55760"/>
                  </a:lnTo>
                  <a:lnTo>
                    <a:pt x="88141" y="59643"/>
                  </a:lnTo>
                  <a:lnTo>
                    <a:pt x="91731" y="67348"/>
                  </a:lnTo>
                  <a:lnTo>
                    <a:pt x="95473" y="73271"/>
                  </a:lnTo>
                  <a:lnTo>
                    <a:pt x="95727" y="77443"/>
                  </a:lnTo>
                  <a:lnTo>
                    <a:pt x="95578" y="79745"/>
                  </a:lnTo>
                  <a:lnTo>
                    <a:pt x="91323" y="82299"/>
                  </a:lnTo>
                  <a:lnTo>
                    <a:pt x="88405" y="81438"/>
                  </a:lnTo>
                  <a:lnTo>
                    <a:pt x="85960" y="83068"/>
                  </a:lnTo>
                  <a:lnTo>
                    <a:pt x="83160" y="82047"/>
                  </a:lnTo>
                  <a:lnTo>
                    <a:pt x="81038" y="80638"/>
                  </a:lnTo>
                  <a:lnTo>
                    <a:pt x="77650" y="82479"/>
                  </a:lnTo>
                  <a:lnTo>
                    <a:pt x="74139" y="86153"/>
                  </a:lnTo>
                  <a:lnTo>
                    <a:pt x="75084" y="91383"/>
                  </a:lnTo>
                  <a:lnTo>
                    <a:pt x="72526" y="92682"/>
                  </a:lnTo>
                  <a:lnTo>
                    <a:pt x="68062" y="92806"/>
                  </a:lnTo>
                  <a:lnTo>
                    <a:pt x="66282" y="89785"/>
                  </a:lnTo>
                  <a:lnTo>
                    <a:pt x="64129" y="88660"/>
                  </a:lnTo>
                  <a:lnTo>
                    <a:pt x="60761" y="87502"/>
                  </a:lnTo>
                  <a:lnTo>
                    <a:pt x="54599" y="83289"/>
                  </a:lnTo>
                  <a:lnTo>
                    <a:pt x="50912" y="80818"/>
                  </a:lnTo>
                  <a:lnTo>
                    <a:pt x="48345" y="77931"/>
                  </a:lnTo>
                  <a:lnTo>
                    <a:pt x="45419" y="75028"/>
                  </a:lnTo>
                  <a:lnTo>
                    <a:pt x="45057" y="71995"/>
                  </a:lnTo>
                  <a:lnTo>
                    <a:pt x="42863" y="68544"/>
                  </a:lnTo>
                  <a:lnTo>
                    <a:pt x="40767" y="68188"/>
                  </a:lnTo>
                  <a:lnTo>
                    <a:pt x="39129" y="69756"/>
                  </a:lnTo>
                  <a:lnTo>
                    <a:pt x="36820" y="70140"/>
                  </a:lnTo>
                  <a:lnTo>
                    <a:pt x="33769" y="69189"/>
                  </a:lnTo>
                  <a:lnTo>
                    <a:pt x="33002" y="67084"/>
                  </a:lnTo>
                  <a:lnTo>
                    <a:pt x="28433" y="67205"/>
                  </a:lnTo>
                  <a:lnTo>
                    <a:pt x="30449" y="72796"/>
                  </a:lnTo>
                  <a:lnTo>
                    <a:pt x="28060" y="72837"/>
                  </a:lnTo>
                  <a:lnTo>
                    <a:pt x="25165" y="68993"/>
                  </a:lnTo>
                  <a:lnTo>
                    <a:pt x="25561" y="64733"/>
                  </a:lnTo>
                  <a:lnTo>
                    <a:pt x="24211" y="61408"/>
                  </a:lnTo>
                  <a:lnTo>
                    <a:pt x="21034" y="60065"/>
                  </a:lnTo>
                  <a:lnTo>
                    <a:pt x="17986" y="61207"/>
                  </a:lnTo>
                  <a:lnTo>
                    <a:pt x="16943" y="55481"/>
                  </a:lnTo>
                  <a:lnTo>
                    <a:pt x="16477" y="52188"/>
                  </a:lnTo>
                  <a:lnTo>
                    <a:pt x="15138" y="47977"/>
                  </a:lnTo>
                  <a:lnTo>
                    <a:pt x="15741" y="42771"/>
                  </a:lnTo>
                  <a:lnTo>
                    <a:pt x="12431" y="40233"/>
                  </a:lnTo>
                  <a:lnTo>
                    <a:pt x="11112" y="37078"/>
                  </a:lnTo>
                  <a:lnTo>
                    <a:pt x="5641" y="38705"/>
                  </a:lnTo>
                  <a:lnTo>
                    <a:pt x="3439" y="388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50948" y="5446953"/>
              <a:ext cx="62867" cy="89068"/>
            </a:xfrm>
            <a:custGeom>
              <a:avLst/>
              <a:pathLst>
                <a:path w="62867" h="89068">
                  <a:moveTo>
                    <a:pt x="0" y="26529"/>
                  </a:moveTo>
                  <a:lnTo>
                    <a:pt x="2091" y="20531"/>
                  </a:lnTo>
                  <a:lnTo>
                    <a:pt x="4553" y="19597"/>
                  </a:lnTo>
                  <a:lnTo>
                    <a:pt x="5437" y="17540"/>
                  </a:lnTo>
                  <a:lnTo>
                    <a:pt x="9408" y="18223"/>
                  </a:lnTo>
                  <a:lnTo>
                    <a:pt x="12490" y="21970"/>
                  </a:lnTo>
                  <a:lnTo>
                    <a:pt x="15653" y="23865"/>
                  </a:lnTo>
                  <a:lnTo>
                    <a:pt x="16964" y="20396"/>
                  </a:lnTo>
                  <a:lnTo>
                    <a:pt x="12410" y="14146"/>
                  </a:lnTo>
                  <a:lnTo>
                    <a:pt x="6707" y="11822"/>
                  </a:lnTo>
                  <a:lnTo>
                    <a:pt x="6838" y="8521"/>
                  </a:lnTo>
                  <a:lnTo>
                    <a:pt x="10040" y="5452"/>
                  </a:lnTo>
                  <a:lnTo>
                    <a:pt x="15327" y="4934"/>
                  </a:lnTo>
                  <a:lnTo>
                    <a:pt x="22527" y="4115"/>
                  </a:lnTo>
                  <a:lnTo>
                    <a:pt x="29765" y="3454"/>
                  </a:lnTo>
                  <a:lnTo>
                    <a:pt x="30271" y="3208"/>
                  </a:lnTo>
                  <a:lnTo>
                    <a:pt x="36855" y="0"/>
                  </a:lnTo>
                  <a:lnTo>
                    <a:pt x="42727" y="2941"/>
                  </a:lnTo>
                  <a:lnTo>
                    <a:pt x="48381" y="9241"/>
                  </a:lnTo>
                  <a:lnTo>
                    <a:pt x="52417" y="9299"/>
                  </a:lnTo>
                  <a:lnTo>
                    <a:pt x="55742" y="12310"/>
                  </a:lnTo>
                  <a:lnTo>
                    <a:pt x="61020" y="13672"/>
                  </a:lnTo>
                  <a:lnTo>
                    <a:pt x="62867" y="17196"/>
                  </a:lnTo>
                  <a:lnTo>
                    <a:pt x="62476" y="21472"/>
                  </a:lnTo>
                  <a:lnTo>
                    <a:pt x="59181" y="25705"/>
                  </a:lnTo>
                  <a:lnTo>
                    <a:pt x="54760" y="26542"/>
                  </a:lnTo>
                  <a:lnTo>
                    <a:pt x="51428" y="28349"/>
                  </a:lnTo>
                  <a:lnTo>
                    <a:pt x="48604" y="34247"/>
                  </a:lnTo>
                  <a:lnTo>
                    <a:pt x="44686" y="35448"/>
                  </a:lnTo>
                  <a:lnTo>
                    <a:pt x="41208" y="37445"/>
                  </a:lnTo>
                  <a:lnTo>
                    <a:pt x="39824" y="38239"/>
                  </a:lnTo>
                  <a:lnTo>
                    <a:pt x="33943" y="41731"/>
                  </a:lnTo>
                  <a:lnTo>
                    <a:pt x="29950" y="47144"/>
                  </a:lnTo>
                  <a:lnTo>
                    <a:pt x="31360" y="51658"/>
                  </a:lnTo>
                  <a:lnTo>
                    <a:pt x="31132" y="54903"/>
                  </a:lnTo>
                  <a:lnTo>
                    <a:pt x="32325" y="58145"/>
                  </a:lnTo>
                  <a:lnTo>
                    <a:pt x="31472" y="61609"/>
                  </a:lnTo>
                  <a:lnTo>
                    <a:pt x="32794" y="63467"/>
                  </a:lnTo>
                  <a:lnTo>
                    <a:pt x="33127" y="67227"/>
                  </a:lnTo>
                  <a:lnTo>
                    <a:pt x="31362" y="68236"/>
                  </a:lnTo>
                  <a:lnTo>
                    <a:pt x="28963" y="68812"/>
                  </a:lnTo>
                  <a:lnTo>
                    <a:pt x="29500" y="73228"/>
                  </a:lnTo>
                  <a:lnTo>
                    <a:pt x="31366" y="75678"/>
                  </a:lnTo>
                  <a:lnTo>
                    <a:pt x="32535" y="80133"/>
                  </a:lnTo>
                  <a:lnTo>
                    <a:pt x="30583" y="83706"/>
                  </a:lnTo>
                  <a:lnTo>
                    <a:pt x="29879" y="86311"/>
                  </a:lnTo>
                  <a:lnTo>
                    <a:pt x="28860" y="89068"/>
                  </a:lnTo>
                  <a:lnTo>
                    <a:pt x="26940" y="87477"/>
                  </a:lnTo>
                  <a:lnTo>
                    <a:pt x="23897" y="82935"/>
                  </a:lnTo>
                  <a:lnTo>
                    <a:pt x="26638" y="81898"/>
                  </a:lnTo>
                  <a:lnTo>
                    <a:pt x="26784" y="74046"/>
                  </a:lnTo>
                  <a:lnTo>
                    <a:pt x="22437" y="68858"/>
                  </a:lnTo>
                  <a:lnTo>
                    <a:pt x="18699" y="61895"/>
                  </a:lnTo>
                  <a:lnTo>
                    <a:pt x="16270" y="57164"/>
                  </a:lnTo>
                  <a:lnTo>
                    <a:pt x="16417" y="52821"/>
                  </a:lnTo>
                  <a:lnTo>
                    <a:pt x="14916" y="49994"/>
                  </a:lnTo>
                  <a:lnTo>
                    <a:pt x="14469" y="44011"/>
                  </a:lnTo>
                  <a:lnTo>
                    <a:pt x="12459" y="43141"/>
                  </a:lnTo>
                  <a:lnTo>
                    <a:pt x="10001" y="44289"/>
                  </a:lnTo>
                  <a:lnTo>
                    <a:pt x="8965" y="40041"/>
                  </a:lnTo>
                  <a:lnTo>
                    <a:pt x="5380" y="38155"/>
                  </a:lnTo>
                  <a:lnTo>
                    <a:pt x="232" y="294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696011" y="5387397"/>
              <a:ext cx="62778" cy="78768"/>
            </a:xfrm>
            <a:custGeom>
              <a:avLst/>
              <a:pathLst>
                <a:path w="62778" h="78768">
                  <a:moveTo>
                    <a:pt x="0" y="0"/>
                  </a:moveTo>
                  <a:lnTo>
                    <a:pt x="4006" y="1610"/>
                  </a:lnTo>
                  <a:lnTo>
                    <a:pt x="7969" y="4778"/>
                  </a:lnTo>
                  <a:lnTo>
                    <a:pt x="10879" y="7416"/>
                  </a:lnTo>
                  <a:lnTo>
                    <a:pt x="11789" y="8689"/>
                  </a:lnTo>
                  <a:lnTo>
                    <a:pt x="13731" y="11400"/>
                  </a:lnTo>
                  <a:lnTo>
                    <a:pt x="16265" y="9597"/>
                  </a:lnTo>
                  <a:lnTo>
                    <a:pt x="21053" y="8422"/>
                  </a:lnTo>
                  <a:lnTo>
                    <a:pt x="25667" y="8163"/>
                  </a:lnTo>
                  <a:lnTo>
                    <a:pt x="27514" y="6719"/>
                  </a:lnTo>
                  <a:lnTo>
                    <a:pt x="27673" y="6595"/>
                  </a:lnTo>
                  <a:lnTo>
                    <a:pt x="30646" y="6694"/>
                  </a:lnTo>
                  <a:lnTo>
                    <a:pt x="31529" y="9732"/>
                  </a:lnTo>
                  <a:lnTo>
                    <a:pt x="33667" y="10954"/>
                  </a:lnTo>
                  <a:lnTo>
                    <a:pt x="36461" y="13347"/>
                  </a:lnTo>
                  <a:lnTo>
                    <a:pt x="41158" y="17119"/>
                  </a:lnTo>
                  <a:lnTo>
                    <a:pt x="46735" y="22338"/>
                  </a:lnTo>
                  <a:lnTo>
                    <a:pt x="50013" y="29601"/>
                  </a:lnTo>
                  <a:lnTo>
                    <a:pt x="54636" y="32985"/>
                  </a:lnTo>
                  <a:lnTo>
                    <a:pt x="55379" y="35605"/>
                  </a:lnTo>
                  <a:lnTo>
                    <a:pt x="55813" y="41431"/>
                  </a:lnTo>
                  <a:lnTo>
                    <a:pt x="58864" y="48396"/>
                  </a:lnTo>
                  <a:lnTo>
                    <a:pt x="62778" y="50691"/>
                  </a:lnTo>
                  <a:lnTo>
                    <a:pt x="62098" y="53886"/>
                  </a:lnTo>
                  <a:lnTo>
                    <a:pt x="61102" y="54574"/>
                  </a:lnTo>
                  <a:lnTo>
                    <a:pt x="56865" y="53926"/>
                  </a:lnTo>
                  <a:lnTo>
                    <a:pt x="54144" y="57733"/>
                  </a:lnTo>
                  <a:lnTo>
                    <a:pt x="53247" y="63939"/>
                  </a:lnTo>
                  <a:lnTo>
                    <a:pt x="51033" y="68353"/>
                  </a:lnTo>
                  <a:lnTo>
                    <a:pt x="49196" y="70688"/>
                  </a:lnTo>
                  <a:lnTo>
                    <a:pt x="49637" y="72468"/>
                  </a:lnTo>
                  <a:lnTo>
                    <a:pt x="48445" y="74775"/>
                  </a:lnTo>
                  <a:lnTo>
                    <a:pt x="47518" y="77393"/>
                  </a:lnTo>
                  <a:lnTo>
                    <a:pt x="45565" y="78768"/>
                  </a:lnTo>
                  <a:lnTo>
                    <a:pt x="41290" y="74470"/>
                  </a:lnTo>
                  <a:lnTo>
                    <a:pt x="37935" y="66650"/>
                  </a:lnTo>
                  <a:lnTo>
                    <a:pt x="36479" y="55338"/>
                  </a:lnTo>
                  <a:lnTo>
                    <a:pt x="32284" y="49618"/>
                  </a:lnTo>
                  <a:lnTo>
                    <a:pt x="25374" y="40310"/>
                  </a:lnTo>
                  <a:lnTo>
                    <a:pt x="22649" y="34702"/>
                  </a:lnTo>
                  <a:lnTo>
                    <a:pt x="17486" y="25629"/>
                  </a:lnTo>
                  <a:lnTo>
                    <a:pt x="13074" y="17312"/>
                  </a:lnTo>
                  <a:lnTo>
                    <a:pt x="8256" y="12375"/>
                  </a:lnTo>
                  <a:lnTo>
                    <a:pt x="2015" y="49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54882" y="5404944"/>
              <a:ext cx="104386" cy="114683"/>
            </a:xfrm>
            <a:custGeom>
              <a:avLst/>
              <a:pathLst>
                <a:path w="104386" h="114683">
                  <a:moveTo>
                    <a:pt x="563" y="25068"/>
                  </a:moveTo>
                  <a:lnTo>
                    <a:pt x="0" y="21170"/>
                  </a:lnTo>
                  <a:lnTo>
                    <a:pt x="2412" y="18832"/>
                  </a:lnTo>
                  <a:lnTo>
                    <a:pt x="4093" y="15658"/>
                  </a:lnTo>
                  <a:lnTo>
                    <a:pt x="1080" y="9547"/>
                  </a:lnTo>
                  <a:lnTo>
                    <a:pt x="4065" y="8406"/>
                  </a:lnTo>
                  <a:lnTo>
                    <a:pt x="7254" y="6188"/>
                  </a:lnTo>
                  <a:lnTo>
                    <a:pt x="11363" y="3716"/>
                  </a:lnTo>
                  <a:lnTo>
                    <a:pt x="16536" y="2818"/>
                  </a:lnTo>
                  <a:lnTo>
                    <a:pt x="18794" y="0"/>
                  </a:lnTo>
                  <a:lnTo>
                    <a:pt x="22237" y="2474"/>
                  </a:lnTo>
                  <a:lnTo>
                    <a:pt x="30277" y="3636"/>
                  </a:lnTo>
                  <a:lnTo>
                    <a:pt x="38777" y="5208"/>
                  </a:lnTo>
                  <a:lnTo>
                    <a:pt x="44101" y="3604"/>
                  </a:lnTo>
                  <a:lnTo>
                    <a:pt x="50170" y="4693"/>
                  </a:lnTo>
                  <a:lnTo>
                    <a:pt x="53676" y="11389"/>
                  </a:lnTo>
                  <a:lnTo>
                    <a:pt x="52158" y="14700"/>
                  </a:lnTo>
                  <a:lnTo>
                    <a:pt x="56340" y="20260"/>
                  </a:lnTo>
                  <a:lnTo>
                    <a:pt x="57058" y="21211"/>
                  </a:lnTo>
                  <a:lnTo>
                    <a:pt x="66976" y="35745"/>
                  </a:lnTo>
                  <a:lnTo>
                    <a:pt x="70053" y="43537"/>
                  </a:lnTo>
                  <a:lnTo>
                    <a:pt x="71739" y="50460"/>
                  </a:lnTo>
                  <a:lnTo>
                    <a:pt x="82441" y="66467"/>
                  </a:lnTo>
                  <a:lnTo>
                    <a:pt x="85615" y="70446"/>
                  </a:lnTo>
                  <a:lnTo>
                    <a:pt x="88994" y="75843"/>
                  </a:lnTo>
                  <a:lnTo>
                    <a:pt x="92401" y="81154"/>
                  </a:lnTo>
                  <a:lnTo>
                    <a:pt x="94618" y="85354"/>
                  </a:lnTo>
                  <a:lnTo>
                    <a:pt x="96326" y="90565"/>
                  </a:lnTo>
                  <a:lnTo>
                    <a:pt x="95696" y="92957"/>
                  </a:lnTo>
                  <a:lnTo>
                    <a:pt x="98530" y="97344"/>
                  </a:lnTo>
                  <a:lnTo>
                    <a:pt x="101228" y="103324"/>
                  </a:lnTo>
                  <a:lnTo>
                    <a:pt x="103200" y="108141"/>
                  </a:lnTo>
                  <a:lnTo>
                    <a:pt x="104256" y="112496"/>
                  </a:lnTo>
                  <a:lnTo>
                    <a:pt x="104386" y="114683"/>
                  </a:lnTo>
                  <a:lnTo>
                    <a:pt x="100437" y="113285"/>
                  </a:lnTo>
                  <a:lnTo>
                    <a:pt x="98086" y="111826"/>
                  </a:lnTo>
                  <a:lnTo>
                    <a:pt x="95562" y="108317"/>
                  </a:lnTo>
                  <a:lnTo>
                    <a:pt x="91856" y="106257"/>
                  </a:lnTo>
                  <a:lnTo>
                    <a:pt x="88021" y="102427"/>
                  </a:lnTo>
                  <a:lnTo>
                    <a:pt x="83181" y="97922"/>
                  </a:lnTo>
                  <a:lnTo>
                    <a:pt x="79321" y="94336"/>
                  </a:lnTo>
                  <a:lnTo>
                    <a:pt x="75833" y="90470"/>
                  </a:lnTo>
                  <a:lnTo>
                    <a:pt x="74864" y="91770"/>
                  </a:lnTo>
                  <a:lnTo>
                    <a:pt x="70553" y="89241"/>
                  </a:lnTo>
                  <a:lnTo>
                    <a:pt x="67958" y="88028"/>
                  </a:lnTo>
                  <a:lnTo>
                    <a:pt x="64320" y="88646"/>
                  </a:lnTo>
                  <a:lnTo>
                    <a:pt x="60000" y="85485"/>
                  </a:lnTo>
                  <a:lnTo>
                    <a:pt x="60801" y="83397"/>
                  </a:lnTo>
                  <a:lnTo>
                    <a:pt x="61150" y="81459"/>
                  </a:lnTo>
                  <a:lnTo>
                    <a:pt x="61021" y="77884"/>
                  </a:lnTo>
                  <a:lnTo>
                    <a:pt x="61951" y="71920"/>
                  </a:lnTo>
                  <a:lnTo>
                    <a:pt x="57480" y="70286"/>
                  </a:lnTo>
                  <a:lnTo>
                    <a:pt x="53053" y="69600"/>
                  </a:lnTo>
                  <a:lnTo>
                    <a:pt x="53431" y="73690"/>
                  </a:lnTo>
                  <a:lnTo>
                    <a:pt x="53262" y="76309"/>
                  </a:lnTo>
                  <a:lnTo>
                    <a:pt x="47786" y="80039"/>
                  </a:lnTo>
                  <a:lnTo>
                    <a:pt x="46667" y="80029"/>
                  </a:lnTo>
                  <a:lnTo>
                    <a:pt x="44959" y="74498"/>
                  </a:lnTo>
                  <a:lnTo>
                    <a:pt x="46836" y="70866"/>
                  </a:lnTo>
                  <a:lnTo>
                    <a:pt x="45863" y="68205"/>
                  </a:lnTo>
                  <a:lnTo>
                    <a:pt x="43303" y="69007"/>
                  </a:lnTo>
                  <a:lnTo>
                    <a:pt x="40901" y="66377"/>
                  </a:lnTo>
                  <a:lnTo>
                    <a:pt x="40515" y="62255"/>
                  </a:lnTo>
                  <a:lnTo>
                    <a:pt x="38953" y="60110"/>
                  </a:lnTo>
                  <a:lnTo>
                    <a:pt x="35860" y="55234"/>
                  </a:lnTo>
                  <a:lnTo>
                    <a:pt x="33060" y="52782"/>
                  </a:lnTo>
                  <a:lnTo>
                    <a:pt x="28536" y="50727"/>
                  </a:lnTo>
                  <a:lnTo>
                    <a:pt x="26308" y="48690"/>
                  </a:lnTo>
                  <a:lnTo>
                    <a:pt x="23883" y="49415"/>
                  </a:lnTo>
                  <a:lnTo>
                    <a:pt x="19991" y="46234"/>
                  </a:lnTo>
                  <a:lnTo>
                    <a:pt x="18245" y="42777"/>
                  </a:lnTo>
                  <a:lnTo>
                    <a:pt x="14591" y="38148"/>
                  </a:lnTo>
                  <a:lnTo>
                    <a:pt x="11082" y="35202"/>
                  </a:lnTo>
                  <a:lnTo>
                    <a:pt x="7913" y="34958"/>
                  </a:lnTo>
                  <a:lnTo>
                    <a:pt x="6145" y="32638"/>
                  </a:lnTo>
                  <a:lnTo>
                    <a:pt x="2697" y="318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43635" y="5395009"/>
              <a:ext cx="6188" cy="11782"/>
            </a:xfrm>
            <a:custGeom>
              <a:avLst/>
              <a:pathLst>
                <a:path w="6188" h="11782">
                  <a:moveTo>
                    <a:pt x="0" y="6663"/>
                  </a:moveTo>
                  <a:lnTo>
                    <a:pt x="2591" y="0"/>
                  </a:lnTo>
                  <a:lnTo>
                    <a:pt x="6188" y="1194"/>
                  </a:lnTo>
                  <a:lnTo>
                    <a:pt x="4994" y="4444"/>
                  </a:lnTo>
                  <a:lnTo>
                    <a:pt x="3644" y="9517"/>
                  </a:lnTo>
                  <a:lnTo>
                    <a:pt x="136" y="11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04709" y="5473478"/>
              <a:ext cx="7805" cy="6647"/>
            </a:xfrm>
            <a:custGeom>
              <a:avLst/>
              <a:pathLst>
                <a:path w="7805" h="6647">
                  <a:moveTo>
                    <a:pt x="0" y="2519"/>
                  </a:moveTo>
                  <a:lnTo>
                    <a:pt x="3153" y="254"/>
                  </a:lnTo>
                  <a:lnTo>
                    <a:pt x="5524" y="0"/>
                  </a:lnTo>
                  <a:lnTo>
                    <a:pt x="7805" y="2254"/>
                  </a:lnTo>
                  <a:lnTo>
                    <a:pt x="6943" y="5545"/>
                  </a:lnTo>
                  <a:lnTo>
                    <a:pt x="3028" y="6647"/>
                  </a:lnTo>
                  <a:lnTo>
                    <a:pt x="1976" y="60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081538" y="5521245"/>
              <a:ext cx="89751" cy="137390"/>
            </a:xfrm>
            <a:custGeom>
              <a:avLst/>
              <a:pathLst>
                <a:path w="89751" h="137390">
                  <a:moveTo>
                    <a:pt x="0" y="93721"/>
                  </a:moveTo>
                  <a:lnTo>
                    <a:pt x="2255" y="88113"/>
                  </a:lnTo>
                  <a:lnTo>
                    <a:pt x="4197" y="83267"/>
                  </a:lnTo>
                  <a:lnTo>
                    <a:pt x="6896" y="78756"/>
                  </a:lnTo>
                  <a:lnTo>
                    <a:pt x="10355" y="77015"/>
                  </a:lnTo>
                  <a:lnTo>
                    <a:pt x="13891" y="73562"/>
                  </a:lnTo>
                  <a:lnTo>
                    <a:pt x="16848" y="71877"/>
                  </a:lnTo>
                  <a:lnTo>
                    <a:pt x="23497" y="71700"/>
                  </a:lnTo>
                  <a:lnTo>
                    <a:pt x="25280" y="68810"/>
                  </a:lnTo>
                  <a:lnTo>
                    <a:pt x="24217" y="61062"/>
                  </a:lnTo>
                  <a:lnTo>
                    <a:pt x="28707" y="56288"/>
                  </a:lnTo>
                  <a:lnTo>
                    <a:pt x="30544" y="55125"/>
                  </a:lnTo>
                  <a:lnTo>
                    <a:pt x="32969" y="55566"/>
                  </a:lnTo>
                  <a:lnTo>
                    <a:pt x="37161" y="53126"/>
                  </a:lnTo>
                  <a:lnTo>
                    <a:pt x="36220" y="51071"/>
                  </a:lnTo>
                  <a:lnTo>
                    <a:pt x="37505" y="48531"/>
                  </a:lnTo>
                  <a:lnTo>
                    <a:pt x="40998" y="50832"/>
                  </a:lnTo>
                  <a:lnTo>
                    <a:pt x="43419" y="47228"/>
                  </a:lnTo>
                  <a:lnTo>
                    <a:pt x="40837" y="43915"/>
                  </a:lnTo>
                  <a:lnTo>
                    <a:pt x="38924" y="42744"/>
                  </a:lnTo>
                  <a:lnTo>
                    <a:pt x="40394" y="39385"/>
                  </a:lnTo>
                  <a:lnTo>
                    <a:pt x="41605" y="36971"/>
                  </a:lnTo>
                  <a:lnTo>
                    <a:pt x="44396" y="35172"/>
                  </a:lnTo>
                  <a:lnTo>
                    <a:pt x="44690" y="32028"/>
                  </a:lnTo>
                  <a:lnTo>
                    <a:pt x="47515" y="28318"/>
                  </a:lnTo>
                  <a:lnTo>
                    <a:pt x="48956" y="24871"/>
                  </a:lnTo>
                  <a:lnTo>
                    <a:pt x="52472" y="22186"/>
                  </a:lnTo>
                  <a:lnTo>
                    <a:pt x="53320" y="17971"/>
                  </a:lnTo>
                  <a:lnTo>
                    <a:pt x="56267" y="16870"/>
                  </a:lnTo>
                  <a:lnTo>
                    <a:pt x="57567" y="13368"/>
                  </a:lnTo>
                  <a:lnTo>
                    <a:pt x="60465" y="12379"/>
                  </a:lnTo>
                  <a:lnTo>
                    <a:pt x="59010" y="7542"/>
                  </a:lnTo>
                  <a:lnTo>
                    <a:pt x="60108" y="3494"/>
                  </a:lnTo>
                  <a:lnTo>
                    <a:pt x="61729" y="2081"/>
                  </a:lnTo>
                  <a:lnTo>
                    <a:pt x="65108" y="1724"/>
                  </a:lnTo>
                  <a:lnTo>
                    <a:pt x="68075" y="0"/>
                  </a:lnTo>
                  <a:lnTo>
                    <a:pt x="69059" y="3199"/>
                  </a:lnTo>
                  <a:lnTo>
                    <a:pt x="68040" y="7815"/>
                  </a:lnTo>
                  <a:lnTo>
                    <a:pt x="65914" y="11223"/>
                  </a:lnTo>
                  <a:lnTo>
                    <a:pt x="64900" y="14688"/>
                  </a:lnTo>
                  <a:lnTo>
                    <a:pt x="65825" y="18290"/>
                  </a:lnTo>
                  <a:lnTo>
                    <a:pt x="68089" y="19155"/>
                  </a:lnTo>
                  <a:lnTo>
                    <a:pt x="69484" y="18682"/>
                  </a:lnTo>
                  <a:lnTo>
                    <a:pt x="70555" y="16366"/>
                  </a:lnTo>
                  <a:lnTo>
                    <a:pt x="69915" y="14296"/>
                  </a:lnTo>
                  <a:lnTo>
                    <a:pt x="71601" y="13719"/>
                  </a:lnTo>
                  <a:lnTo>
                    <a:pt x="74421" y="16881"/>
                  </a:lnTo>
                  <a:lnTo>
                    <a:pt x="77384" y="15128"/>
                  </a:lnTo>
                  <a:lnTo>
                    <a:pt x="78920" y="16866"/>
                  </a:lnTo>
                  <a:lnTo>
                    <a:pt x="82528" y="17702"/>
                  </a:lnTo>
                  <a:lnTo>
                    <a:pt x="88573" y="22581"/>
                  </a:lnTo>
                  <a:lnTo>
                    <a:pt x="89751" y="25959"/>
                  </a:lnTo>
                  <a:lnTo>
                    <a:pt x="88019" y="29104"/>
                  </a:lnTo>
                  <a:lnTo>
                    <a:pt x="82367" y="28844"/>
                  </a:lnTo>
                  <a:lnTo>
                    <a:pt x="80187" y="31526"/>
                  </a:lnTo>
                  <a:lnTo>
                    <a:pt x="75396" y="33043"/>
                  </a:lnTo>
                  <a:lnTo>
                    <a:pt x="72028" y="34556"/>
                  </a:lnTo>
                  <a:lnTo>
                    <a:pt x="68464" y="34362"/>
                  </a:lnTo>
                  <a:lnTo>
                    <a:pt x="67293" y="36954"/>
                  </a:lnTo>
                  <a:lnTo>
                    <a:pt x="63471" y="39662"/>
                  </a:lnTo>
                  <a:lnTo>
                    <a:pt x="60205" y="42186"/>
                  </a:lnTo>
                  <a:lnTo>
                    <a:pt x="61997" y="44837"/>
                  </a:lnTo>
                  <a:lnTo>
                    <a:pt x="61517" y="48545"/>
                  </a:lnTo>
                  <a:lnTo>
                    <a:pt x="60108" y="51044"/>
                  </a:lnTo>
                  <a:lnTo>
                    <a:pt x="60938" y="53722"/>
                  </a:lnTo>
                  <a:lnTo>
                    <a:pt x="62335" y="55142"/>
                  </a:lnTo>
                  <a:lnTo>
                    <a:pt x="64311" y="52100"/>
                  </a:lnTo>
                  <a:lnTo>
                    <a:pt x="65413" y="49053"/>
                  </a:lnTo>
                  <a:lnTo>
                    <a:pt x="68985" y="48951"/>
                  </a:lnTo>
                  <a:lnTo>
                    <a:pt x="71447" y="44380"/>
                  </a:lnTo>
                  <a:lnTo>
                    <a:pt x="72017" y="46157"/>
                  </a:lnTo>
                  <a:lnTo>
                    <a:pt x="75486" y="47865"/>
                  </a:lnTo>
                  <a:lnTo>
                    <a:pt x="75358" y="53423"/>
                  </a:lnTo>
                  <a:lnTo>
                    <a:pt x="80255" y="55695"/>
                  </a:lnTo>
                  <a:lnTo>
                    <a:pt x="77870" y="59100"/>
                  </a:lnTo>
                  <a:lnTo>
                    <a:pt x="73456" y="60996"/>
                  </a:lnTo>
                  <a:lnTo>
                    <a:pt x="75727" y="64668"/>
                  </a:lnTo>
                  <a:lnTo>
                    <a:pt x="78387" y="66444"/>
                  </a:lnTo>
                  <a:lnTo>
                    <a:pt x="83469" y="66641"/>
                  </a:lnTo>
                  <a:lnTo>
                    <a:pt x="83812" y="68603"/>
                  </a:lnTo>
                  <a:lnTo>
                    <a:pt x="81176" y="73464"/>
                  </a:lnTo>
                  <a:lnTo>
                    <a:pt x="79637" y="77688"/>
                  </a:lnTo>
                  <a:lnTo>
                    <a:pt x="82718" y="82946"/>
                  </a:lnTo>
                  <a:lnTo>
                    <a:pt x="80810" y="86006"/>
                  </a:lnTo>
                  <a:lnTo>
                    <a:pt x="75003" y="80588"/>
                  </a:lnTo>
                  <a:lnTo>
                    <a:pt x="71739" y="80023"/>
                  </a:lnTo>
                  <a:lnTo>
                    <a:pt x="71345" y="84593"/>
                  </a:lnTo>
                  <a:lnTo>
                    <a:pt x="70927" y="88675"/>
                  </a:lnTo>
                  <a:lnTo>
                    <a:pt x="69160" y="91704"/>
                  </a:lnTo>
                  <a:lnTo>
                    <a:pt x="65277" y="93284"/>
                  </a:lnTo>
                  <a:lnTo>
                    <a:pt x="61232" y="94366"/>
                  </a:lnTo>
                  <a:lnTo>
                    <a:pt x="61658" y="99023"/>
                  </a:lnTo>
                  <a:lnTo>
                    <a:pt x="64136" y="100236"/>
                  </a:lnTo>
                  <a:lnTo>
                    <a:pt x="63763" y="102498"/>
                  </a:lnTo>
                  <a:lnTo>
                    <a:pt x="58607" y="105060"/>
                  </a:lnTo>
                  <a:lnTo>
                    <a:pt x="54658" y="109725"/>
                  </a:lnTo>
                  <a:lnTo>
                    <a:pt x="52824" y="112817"/>
                  </a:lnTo>
                  <a:lnTo>
                    <a:pt x="50478" y="114237"/>
                  </a:lnTo>
                  <a:lnTo>
                    <a:pt x="47574" y="107974"/>
                  </a:lnTo>
                  <a:lnTo>
                    <a:pt x="44809" y="107934"/>
                  </a:lnTo>
                  <a:lnTo>
                    <a:pt x="42001" y="110755"/>
                  </a:lnTo>
                  <a:lnTo>
                    <a:pt x="43695" y="114199"/>
                  </a:lnTo>
                  <a:lnTo>
                    <a:pt x="44675" y="121349"/>
                  </a:lnTo>
                  <a:lnTo>
                    <a:pt x="42614" y="121625"/>
                  </a:lnTo>
                  <a:lnTo>
                    <a:pt x="39699" y="124122"/>
                  </a:lnTo>
                  <a:lnTo>
                    <a:pt x="37345" y="126086"/>
                  </a:lnTo>
                  <a:lnTo>
                    <a:pt x="35310" y="126871"/>
                  </a:lnTo>
                  <a:lnTo>
                    <a:pt x="33650" y="130499"/>
                  </a:lnTo>
                  <a:lnTo>
                    <a:pt x="31545" y="132515"/>
                  </a:lnTo>
                  <a:lnTo>
                    <a:pt x="30491" y="136388"/>
                  </a:lnTo>
                  <a:lnTo>
                    <a:pt x="26004" y="137390"/>
                  </a:lnTo>
                  <a:lnTo>
                    <a:pt x="26319" y="133266"/>
                  </a:lnTo>
                  <a:lnTo>
                    <a:pt x="19591" y="126897"/>
                  </a:lnTo>
                  <a:lnTo>
                    <a:pt x="18787" y="122125"/>
                  </a:lnTo>
                  <a:lnTo>
                    <a:pt x="15259" y="119130"/>
                  </a:lnTo>
                  <a:lnTo>
                    <a:pt x="10986" y="117293"/>
                  </a:lnTo>
                  <a:lnTo>
                    <a:pt x="10190" y="108770"/>
                  </a:lnTo>
                  <a:lnTo>
                    <a:pt x="6871" y="100439"/>
                  </a:lnTo>
                  <a:lnTo>
                    <a:pt x="3483" y="98947"/>
                  </a:lnTo>
                  <a:lnTo>
                    <a:pt x="93" y="9895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86543" y="5662695"/>
              <a:ext cx="31142" cy="16686"/>
            </a:xfrm>
            <a:custGeom>
              <a:avLst/>
              <a:pathLst>
                <a:path w="31142" h="16686">
                  <a:moveTo>
                    <a:pt x="0" y="15760"/>
                  </a:moveTo>
                  <a:lnTo>
                    <a:pt x="3739" y="8568"/>
                  </a:lnTo>
                  <a:lnTo>
                    <a:pt x="9538" y="2388"/>
                  </a:lnTo>
                  <a:lnTo>
                    <a:pt x="19669" y="953"/>
                  </a:lnTo>
                  <a:lnTo>
                    <a:pt x="23437" y="0"/>
                  </a:lnTo>
                  <a:lnTo>
                    <a:pt x="26183" y="2762"/>
                  </a:lnTo>
                  <a:lnTo>
                    <a:pt x="31142" y="2657"/>
                  </a:lnTo>
                  <a:lnTo>
                    <a:pt x="31115" y="4844"/>
                  </a:lnTo>
                  <a:lnTo>
                    <a:pt x="27073" y="8785"/>
                  </a:lnTo>
                  <a:lnTo>
                    <a:pt x="18709" y="8720"/>
                  </a:lnTo>
                  <a:lnTo>
                    <a:pt x="9817" y="9218"/>
                  </a:lnTo>
                  <a:lnTo>
                    <a:pt x="6848" y="11376"/>
                  </a:lnTo>
                  <a:lnTo>
                    <a:pt x="3428" y="166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60103" y="5713718"/>
              <a:ext cx="6842" cy="11150"/>
            </a:xfrm>
            <a:custGeom>
              <a:avLst/>
              <a:pathLst>
                <a:path w="6842" h="11150">
                  <a:moveTo>
                    <a:pt x="0" y="7585"/>
                  </a:moveTo>
                  <a:lnTo>
                    <a:pt x="1807" y="4523"/>
                  </a:lnTo>
                  <a:lnTo>
                    <a:pt x="4170" y="0"/>
                  </a:lnTo>
                  <a:lnTo>
                    <a:pt x="6842" y="892"/>
                  </a:lnTo>
                  <a:lnTo>
                    <a:pt x="6515" y="5366"/>
                  </a:lnTo>
                  <a:lnTo>
                    <a:pt x="6520" y="9218"/>
                  </a:lnTo>
                  <a:lnTo>
                    <a:pt x="5878" y="11150"/>
                  </a:lnTo>
                  <a:lnTo>
                    <a:pt x="1430" y="108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24863" y="5705114"/>
              <a:ext cx="4297" cy="7016"/>
            </a:xfrm>
            <a:custGeom>
              <a:avLst/>
              <a:pathLst>
                <a:path w="4297" h="7016">
                  <a:moveTo>
                    <a:pt x="0" y="1540"/>
                  </a:moveTo>
                  <a:lnTo>
                    <a:pt x="1588" y="0"/>
                  </a:lnTo>
                  <a:lnTo>
                    <a:pt x="4117" y="2102"/>
                  </a:lnTo>
                  <a:lnTo>
                    <a:pt x="4297" y="5292"/>
                  </a:lnTo>
                  <a:lnTo>
                    <a:pt x="2278" y="7016"/>
                  </a:lnTo>
                  <a:lnTo>
                    <a:pt x="282" y="52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3596" y="5878708"/>
              <a:ext cx="27933" cy="32235"/>
            </a:xfrm>
            <a:custGeom>
              <a:avLst/>
              <a:pathLst>
                <a:path w="27933" h="32235">
                  <a:moveTo>
                    <a:pt x="357" y="1076"/>
                  </a:moveTo>
                  <a:lnTo>
                    <a:pt x="2840" y="0"/>
                  </a:lnTo>
                  <a:lnTo>
                    <a:pt x="11427" y="7485"/>
                  </a:lnTo>
                  <a:lnTo>
                    <a:pt x="19164" y="20864"/>
                  </a:lnTo>
                  <a:lnTo>
                    <a:pt x="22019" y="26125"/>
                  </a:lnTo>
                  <a:lnTo>
                    <a:pt x="26348" y="27902"/>
                  </a:lnTo>
                  <a:lnTo>
                    <a:pt x="27933" y="32235"/>
                  </a:lnTo>
                  <a:lnTo>
                    <a:pt x="19496" y="31119"/>
                  </a:lnTo>
                  <a:lnTo>
                    <a:pt x="12993" y="20627"/>
                  </a:lnTo>
                  <a:lnTo>
                    <a:pt x="10407" y="13884"/>
                  </a:lnTo>
                  <a:lnTo>
                    <a:pt x="8588" y="11267"/>
                  </a:lnTo>
                  <a:lnTo>
                    <a:pt x="5122" y="10183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002265" y="5672570"/>
              <a:ext cx="11684" cy="5194"/>
            </a:xfrm>
            <a:custGeom>
              <a:avLst/>
              <a:pathLst>
                <a:path w="11684" h="5194">
                  <a:moveTo>
                    <a:pt x="1033" y="2374"/>
                  </a:moveTo>
                  <a:lnTo>
                    <a:pt x="4771" y="0"/>
                  </a:lnTo>
                  <a:lnTo>
                    <a:pt x="7576" y="980"/>
                  </a:lnTo>
                  <a:lnTo>
                    <a:pt x="11684" y="3485"/>
                  </a:lnTo>
                  <a:lnTo>
                    <a:pt x="9395" y="5010"/>
                  </a:lnTo>
                  <a:lnTo>
                    <a:pt x="5254" y="4558"/>
                  </a:lnTo>
                  <a:lnTo>
                    <a:pt x="0" y="5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909252" y="5764522"/>
              <a:ext cx="36697" cy="28629"/>
            </a:xfrm>
            <a:custGeom>
              <a:avLst/>
              <a:pathLst>
                <a:path w="36697" h="28629">
                  <a:moveTo>
                    <a:pt x="0" y="25312"/>
                  </a:moveTo>
                  <a:lnTo>
                    <a:pt x="1659" y="16839"/>
                  </a:lnTo>
                  <a:lnTo>
                    <a:pt x="1533" y="11411"/>
                  </a:lnTo>
                  <a:lnTo>
                    <a:pt x="3083" y="7793"/>
                  </a:lnTo>
                  <a:lnTo>
                    <a:pt x="6848" y="5555"/>
                  </a:lnTo>
                  <a:lnTo>
                    <a:pt x="11906" y="0"/>
                  </a:lnTo>
                  <a:lnTo>
                    <a:pt x="12968" y="2386"/>
                  </a:lnTo>
                  <a:lnTo>
                    <a:pt x="14198" y="7192"/>
                  </a:lnTo>
                  <a:lnTo>
                    <a:pt x="19256" y="6808"/>
                  </a:lnTo>
                  <a:lnTo>
                    <a:pt x="24144" y="1898"/>
                  </a:lnTo>
                  <a:lnTo>
                    <a:pt x="25536" y="6236"/>
                  </a:lnTo>
                  <a:lnTo>
                    <a:pt x="31379" y="15710"/>
                  </a:lnTo>
                  <a:lnTo>
                    <a:pt x="36697" y="24483"/>
                  </a:lnTo>
                  <a:lnTo>
                    <a:pt x="34510" y="27970"/>
                  </a:lnTo>
                  <a:lnTo>
                    <a:pt x="33195" y="27897"/>
                  </a:lnTo>
                  <a:lnTo>
                    <a:pt x="28019" y="22918"/>
                  </a:lnTo>
                  <a:lnTo>
                    <a:pt x="25676" y="17159"/>
                  </a:lnTo>
                  <a:lnTo>
                    <a:pt x="21073" y="16585"/>
                  </a:lnTo>
                  <a:lnTo>
                    <a:pt x="16857" y="14717"/>
                  </a:lnTo>
                  <a:lnTo>
                    <a:pt x="14892" y="17370"/>
                  </a:lnTo>
                  <a:lnTo>
                    <a:pt x="7476" y="17932"/>
                  </a:lnTo>
                  <a:lnTo>
                    <a:pt x="5176" y="21893"/>
                  </a:lnTo>
                  <a:lnTo>
                    <a:pt x="1084" y="286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886917" y="5752595"/>
              <a:ext cx="24427" cy="23501"/>
            </a:xfrm>
            <a:custGeom>
              <a:avLst/>
              <a:pathLst>
                <a:path w="24427" h="23501">
                  <a:moveTo>
                    <a:pt x="0" y="9910"/>
                  </a:moveTo>
                  <a:lnTo>
                    <a:pt x="1497" y="6414"/>
                  </a:lnTo>
                  <a:lnTo>
                    <a:pt x="5596" y="4238"/>
                  </a:lnTo>
                  <a:lnTo>
                    <a:pt x="11533" y="5765"/>
                  </a:lnTo>
                  <a:lnTo>
                    <a:pt x="17700" y="1830"/>
                  </a:lnTo>
                  <a:lnTo>
                    <a:pt x="20123" y="0"/>
                  </a:lnTo>
                  <a:lnTo>
                    <a:pt x="24427" y="835"/>
                  </a:lnTo>
                  <a:lnTo>
                    <a:pt x="24096" y="5793"/>
                  </a:lnTo>
                  <a:lnTo>
                    <a:pt x="19078" y="10868"/>
                  </a:lnTo>
                  <a:lnTo>
                    <a:pt x="18053" y="14362"/>
                  </a:lnTo>
                  <a:lnTo>
                    <a:pt x="13529" y="11880"/>
                  </a:lnTo>
                  <a:lnTo>
                    <a:pt x="11579" y="14094"/>
                  </a:lnTo>
                  <a:lnTo>
                    <a:pt x="13249" y="19125"/>
                  </a:lnTo>
                  <a:lnTo>
                    <a:pt x="12077" y="22657"/>
                  </a:lnTo>
                  <a:lnTo>
                    <a:pt x="7450" y="20619"/>
                  </a:lnTo>
                  <a:lnTo>
                    <a:pt x="4721" y="21232"/>
                  </a:lnTo>
                  <a:lnTo>
                    <a:pt x="1821" y="23501"/>
                  </a:lnTo>
                  <a:lnTo>
                    <a:pt x="846" y="176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873385" y="5525327"/>
              <a:ext cx="12443" cy="17994"/>
            </a:xfrm>
            <a:custGeom>
              <a:avLst/>
              <a:pathLst>
                <a:path w="12443" h="17994">
                  <a:moveTo>
                    <a:pt x="0" y="12179"/>
                  </a:moveTo>
                  <a:lnTo>
                    <a:pt x="636" y="7668"/>
                  </a:lnTo>
                  <a:lnTo>
                    <a:pt x="4946" y="4697"/>
                  </a:lnTo>
                  <a:lnTo>
                    <a:pt x="11732" y="0"/>
                  </a:lnTo>
                  <a:lnTo>
                    <a:pt x="12443" y="2526"/>
                  </a:lnTo>
                  <a:lnTo>
                    <a:pt x="6306" y="15949"/>
                  </a:lnTo>
                  <a:lnTo>
                    <a:pt x="3774" y="17789"/>
                  </a:lnTo>
                  <a:lnTo>
                    <a:pt x="162" y="179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66701" y="5769007"/>
              <a:ext cx="4105" cy="4258"/>
            </a:xfrm>
            <a:custGeom>
              <a:avLst/>
              <a:pathLst>
                <a:path w="4105" h="4258">
                  <a:moveTo>
                    <a:pt x="781" y="295"/>
                  </a:moveTo>
                  <a:lnTo>
                    <a:pt x="3170" y="0"/>
                  </a:lnTo>
                  <a:lnTo>
                    <a:pt x="4105" y="133"/>
                  </a:lnTo>
                  <a:lnTo>
                    <a:pt x="3766" y="4258"/>
                  </a:lnTo>
                  <a:lnTo>
                    <a:pt x="0" y="28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58017" y="5765528"/>
              <a:ext cx="5959" cy="4884"/>
            </a:xfrm>
            <a:custGeom>
              <a:avLst/>
              <a:pathLst>
                <a:path w="5959" h="4884">
                  <a:moveTo>
                    <a:pt x="0" y="1444"/>
                  </a:moveTo>
                  <a:lnTo>
                    <a:pt x="5959" y="0"/>
                  </a:lnTo>
                  <a:lnTo>
                    <a:pt x="4838" y="4365"/>
                  </a:lnTo>
                  <a:lnTo>
                    <a:pt x="305" y="48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18903" y="5816163"/>
              <a:ext cx="18298" cy="11772"/>
            </a:xfrm>
            <a:custGeom>
              <a:avLst/>
              <a:pathLst>
                <a:path w="18298" h="11772">
                  <a:moveTo>
                    <a:pt x="472" y="0"/>
                  </a:moveTo>
                  <a:lnTo>
                    <a:pt x="9713" y="4513"/>
                  </a:lnTo>
                  <a:lnTo>
                    <a:pt x="18298" y="7897"/>
                  </a:lnTo>
                  <a:lnTo>
                    <a:pt x="16817" y="10148"/>
                  </a:lnTo>
                  <a:lnTo>
                    <a:pt x="14102" y="11772"/>
                  </a:lnTo>
                  <a:lnTo>
                    <a:pt x="9040" y="9843"/>
                  </a:lnTo>
                  <a:lnTo>
                    <a:pt x="3674" y="9480"/>
                  </a:lnTo>
                  <a:lnTo>
                    <a:pt x="0" y="57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22158" y="5832162"/>
              <a:ext cx="29655" cy="11826"/>
            </a:xfrm>
            <a:custGeom>
              <a:avLst/>
              <a:pathLst>
                <a:path w="29655" h="11826">
                  <a:moveTo>
                    <a:pt x="0" y="10217"/>
                  </a:moveTo>
                  <a:lnTo>
                    <a:pt x="4767" y="8246"/>
                  </a:lnTo>
                  <a:lnTo>
                    <a:pt x="11423" y="6294"/>
                  </a:lnTo>
                  <a:lnTo>
                    <a:pt x="16378" y="5600"/>
                  </a:lnTo>
                  <a:lnTo>
                    <a:pt x="21092" y="5668"/>
                  </a:lnTo>
                  <a:lnTo>
                    <a:pt x="25511" y="1798"/>
                  </a:lnTo>
                  <a:lnTo>
                    <a:pt x="27516" y="0"/>
                  </a:lnTo>
                  <a:lnTo>
                    <a:pt x="29655" y="301"/>
                  </a:lnTo>
                  <a:lnTo>
                    <a:pt x="27803" y="4564"/>
                  </a:lnTo>
                  <a:lnTo>
                    <a:pt x="22925" y="10827"/>
                  </a:lnTo>
                  <a:lnTo>
                    <a:pt x="18237" y="9721"/>
                  </a:lnTo>
                  <a:lnTo>
                    <a:pt x="11156" y="11539"/>
                  </a:lnTo>
                  <a:lnTo>
                    <a:pt x="1636" y="118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04161" y="5825031"/>
              <a:ext cx="25807" cy="17162"/>
            </a:xfrm>
            <a:custGeom>
              <a:avLst/>
              <a:pathLst>
                <a:path w="25807" h="17162">
                  <a:moveTo>
                    <a:pt x="1856" y="6466"/>
                  </a:moveTo>
                  <a:lnTo>
                    <a:pt x="5485" y="4333"/>
                  </a:lnTo>
                  <a:lnTo>
                    <a:pt x="8710" y="5023"/>
                  </a:lnTo>
                  <a:lnTo>
                    <a:pt x="17334" y="0"/>
                  </a:lnTo>
                  <a:lnTo>
                    <a:pt x="22515" y="657"/>
                  </a:lnTo>
                  <a:lnTo>
                    <a:pt x="25807" y="7629"/>
                  </a:lnTo>
                  <a:lnTo>
                    <a:pt x="19911" y="12936"/>
                  </a:lnTo>
                  <a:lnTo>
                    <a:pt x="11553" y="15180"/>
                  </a:lnTo>
                  <a:lnTo>
                    <a:pt x="8314" y="17162"/>
                  </a:lnTo>
                  <a:lnTo>
                    <a:pt x="7396" y="15281"/>
                  </a:lnTo>
                  <a:lnTo>
                    <a:pt x="2250" y="16115"/>
                  </a:lnTo>
                  <a:lnTo>
                    <a:pt x="0" y="105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82635" y="5405156"/>
              <a:ext cx="55499" cy="46627"/>
            </a:xfrm>
            <a:custGeom>
              <a:avLst/>
              <a:pathLst>
                <a:path w="55499" h="46627">
                  <a:moveTo>
                    <a:pt x="0" y="11631"/>
                  </a:moveTo>
                  <a:lnTo>
                    <a:pt x="3559" y="9728"/>
                  </a:lnTo>
                  <a:lnTo>
                    <a:pt x="9635" y="10529"/>
                  </a:lnTo>
                  <a:lnTo>
                    <a:pt x="14714" y="12332"/>
                  </a:lnTo>
                  <a:lnTo>
                    <a:pt x="17546" y="12978"/>
                  </a:lnTo>
                  <a:lnTo>
                    <a:pt x="18636" y="10410"/>
                  </a:lnTo>
                  <a:lnTo>
                    <a:pt x="18066" y="9033"/>
                  </a:lnTo>
                  <a:lnTo>
                    <a:pt x="22011" y="5490"/>
                  </a:lnTo>
                  <a:lnTo>
                    <a:pt x="24842" y="6391"/>
                  </a:lnTo>
                  <a:lnTo>
                    <a:pt x="27082" y="3729"/>
                  </a:lnTo>
                  <a:lnTo>
                    <a:pt x="28951" y="2054"/>
                  </a:lnTo>
                  <a:lnTo>
                    <a:pt x="32283" y="4802"/>
                  </a:lnTo>
                  <a:lnTo>
                    <a:pt x="36329" y="2955"/>
                  </a:lnTo>
                  <a:lnTo>
                    <a:pt x="39269" y="0"/>
                  </a:lnTo>
                  <a:lnTo>
                    <a:pt x="40305" y="4879"/>
                  </a:lnTo>
                  <a:lnTo>
                    <a:pt x="42031" y="8355"/>
                  </a:lnTo>
                  <a:lnTo>
                    <a:pt x="46724" y="7224"/>
                  </a:lnTo>
                  <a:lnTo>
                    <a:pt x="52534" y="11329"/>
                  </a:lnTo>
                  <a:lnTo>
                    <a:pt x="51016" y="15009"/>
                  </a:lnTo>
                  <a:lnTo>
                    <a:pt x="52011" y="17726"/>
                  </a:lnTo>
                  <a:lnTo>
                    <a:pt x="50667" y="19954"/>
                  </a:lnTo>
                  <a:lnTo>
                    <a:pt x="52194" y="22821"/>
                  </a:lnTo>
                  <a:lnTo>
                    <a:pt x="50669" y="26661"/>
                  </a:lnTo>
                  <a:lnTo>
                    <a:pt x="52731" y="30053"/>
                  </a:lnTo>
                  <a:lnTo>
                    <a:pt x="55499" y="34866"/>
                  </a:lnTo>
                  <a:lnTo>
                    <a:pt x="53819" y="37794"/>
                  </a:lnTo>
                  <a:lnTo>
                    <a:pt x="49971" y="39096"/>
                  </a:lnTo>
                  <a:lnTo>
                    <a:pt x="48139" y="37747"/>
                  </a:lnTo>
                  <a:lnTo>
                    <a:pt x="45386" y="39569"/>
                  </a:lnTo>
                  <a:lnTo>
                    <a:pt x="41614" y="39038"/>
                  </a:lnTo>
                  <a:lnTo>
                    <a:pt x="38376" y="40883"/>
                  </a:lnTo>
                  <a:lnTo>
                    <a:pt x="38111" y="45217"/>
                  </a:lnTo>
                  <a:lnTo>
                    <a:pt x="34788" y="46627"/>
                  </a:lnTo>
                  <a:lnTo>
                    <a:pt x="32604" y="42179"/>
                  </a:lnTo>
                  <a:lnTo>
                    <a:pt x="30021" y="40023"/>
                  </a:lnTo>
                  <a:lnTo>
                    <a:pt x="25522" y="38966"/>
                  </a:lnTo>
                  <a:lnTo>
                    <a:pt x="21088" y="36260"/>
                  </a:lnTo>
                  <a:lnTo>
                    <a:pt x="17374" y="33404"/>
                  </a:lnTo>
                  <a:lnTo>
                    <a:pt x="13323" y="29306"/>
                  </a:lnTo>
                  <a:lnTo>
                    <a:pt x="9668" y="27297"/>
                  </a:lnTo>
                  <a:lnTo>
                    <a:pt x="5185" y="23075"/>
                  </a:lnTo>
                  <a:lnTo>
                    <a:pt x="2125" y="20899"/>
                  </a:lnTo>
                  <a:lnTo>
                    <a:pt x="2169" y="1679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2165" y="5855525"/>
              <a:ext cx="5394" cy="6718"/>
            </a:xfrm>
            <a:custGeom>
              <a:avLst/>
              <a:pathLst>
                <a:path w="5394" h="6718">
                  <a:moveTo>
                    <a:pt x="1380" y="0"/>
                  </a:moveTo>
                  <a:lnTo>
                    <a:pt x="4314" y="2125"/>
                  </a:lnTo>
                  <a:lnTo>
                    <a:pt x="5394" y="4081"/>
                  </a:lnTo>
                  <a:lnTo>
                    <a:pt x="2909" y="6718"/>
                  </a:lnTo>
                  <a:lnTo>
                    <a:pt x="1569" y="6469"/>
                  </a:lnTo>
                  <a:lnTo>
                    <a:pt x="0" y="109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40881" y="5840808"/>
              <a:ext cx="64437" cy="48855"/>
            </a:xfrm>
            <a:custGeom>
              <a:avLst/>
              <a:pathLst>
                <a:path w="64437" h="48855">
                  <a:moveTo>
                    <a:pt x="2232" y="42356"/>
                  </a:moveTo>
                  <a:lnTo>
                    <a:pt x="5800" y="39172"/>
                  </a:lnTo>
                  <a:lnTo>
                    <a:pt x="9516" y="39228"/>
                  </a:lnTo>
                  <a:lnTo>
                    <a:pt x="14409" y="36389"/>
                  </a:lnTo>
                  <a:lnTo>
                    <a:pt x="17562" y="36196"/>
                  </a:lnTo>
                  <a:lnTo>
                    <a:pt x="20871" y="34643"/>
                  </a:lnTo>
                  <a:lnTo>
                    <a:pt x="24198" y="31885"/>
                  </a:lnTo>
                  <a:lnTo>
                    <a:pt x="26116" y="30230"/>
                  </a:lnTo>
                  <a:lnTo>
                    <a:pt x="25278" y="26404"/>
                  </a:lnTo>
                  <a:lnTo>
                    <a:pt x="27245" y="24754"/>
                  </a:lnTo>
                  <a:lnTo>
                    <a:pt x="28583" y="22671"/>
                  </a:lnTo>
                  <a:lnTo>
                    <a:pt x="29743" y="19895"/>
                  </a:lnTo>
                  <a:lnTo>
                    <a:pt x="31084" y="16786"/>
                  </a:lnTo>
                  <a:lnTo>
                    <a:pt x="27872" y="13407"/>
                  </a:lnTo>
                  <a:lnTo>
                    <a:pt x="26361" y="11406"/>
                  </a:lnTo>
                  <a:lnTo>
                    <a:pt x="26468" y="8692"/>
                  </a:lnTo>
                  <a:lnTo>
                    <a:pt x="30500" y="3753"/>
                  </a:lnTo>
                  <a:lnTo>
                    <a:pt x="35951" y="1339"/>
                  </a:lnTo>
                  <a:lnTo>
                    <a:pt x="40841" y="0"/>
                  </a:lnTo>
                  <a:lnTo>
                    <a:pt x="44308" y="409"/>
                  </a:lnTo>
                  <a:lnTo>
                    <a:pt x="46258" y="4332"/>
                  </a:lnTo>
                  <a:lnTo>
                    <a:pt x="49013" y="7046"/>
                  </a:lnTo>
                  <a:lnTo>
                    <a:pt x="51584" y="5123"/>
                  </a:lnTo>
                  <a:lnTo>
                    <a:pt x="54476" y="2204"/>
                  </a:lnTo>
                  <a:lnTo>
                    <a:pt x="57731" y="4194"/>
                  </a:lnTo>
                  <a:lnTo>
                    <a:pt x="59119" y="3727"/>
                  </a:lnTo>
                  <a:lnTo>
                    <a:pt x="61021" y="3085"/>
                  </a:lnTo>
                  <a:lnTo>
                    <a:pt x="64437" y="5334"/>
                  </a:lnTo>
                  <a:lnTo>
                    <a:pt x="61364" y="7379"/>
                  </a:lnTo>
                  <a:lnTo>
                    <a:pt x="59577" y="8566"/>
                  </a:lnTo>
                  <a:lnTo>
                    <a:pt x="58106" y="11100"/>
                  </a:lnTo>
                  <a:lnTo>
                    <a:pt x="55642" y="11377"/>
                  </a:lnTo>
                  <a:lnTo>
                    <a:pt x="52555" y="15202"/>
                  </a:lnTo>
                  <a:lnTo>
                    <a:pt x="54957" y="16941"/>
                  </a:lnTo>
                  <a:lnTo>
                    <a:pt x="59923" y="14043"/>
                  </a:lnTo>
                  <a:lnTo>
                    <a:pt x="62990" y="13112"/>
                  </a:lnTo>
                  <a:lnTo>
                    <a:pt x="63519" y="14985"/>
                  </a:lnTo>
                  <a:lnTo>
                    <a:pt x="61971" y="21389"/>
                  </a:lnTo>
                  <a:lnTo>
                    <a:pt x="58190" y="22445"/>
                  </a:lnTo>
                  <a:lnTo>
                    <a:pt x="55433" y="24683"/>
                  </a:lnTo>
                  <a:lnTo>
                    <a:pt x="50943" y="26568"/>
                  </a:lnTo>
                  <a:lnTo>
                    <a:pt x="48590" y="30229"/>
                  </a:lnTo>
                  <a:lnTo>
                    <a:pt x="45952" y="33623"/>
                  </a:lnTo>
                  <a:lnTo>
                    <a:pt x="43205" y="36320"/>
                  </a:lnTo>
                  <a:lnTo>
                    <a:pt x="39816" y="39146"/>
                  </a:lnTo>
                  <a:lnTo>
                    <a:pt x="35172" y="39445"/>
                  </a:lnTo>
                  <a:lnTo>
                    <a:pt x="30998" y="39072"/>
                  </a:lnTo>
                  <a:lnTo>
                    <a:pt x="28082" y="39062"/>
                  </a:lnTo>
                  <a:lnTo>
                    <a:pt x="24798" y="39554"/>
                  </a:lnTo>
                  <a:lnTo>
                    <a:pt x="20213" y="42398"/>
                  </a:lnTo>
                  <a:lnTo>
                    <a:pt x="19579" y="44366"/>
                  </a:lnTo>
                  <a:lnTo>
                    <a:pt x="15631" y="44247"/>
                  </a:lnTo>
                  <a:lnTo>
                    <a:pt x="12989" y="48111"/>
                  </a:lnTo>
                  <a:lnTo>
                    <a:pt x="11168" y="47312"/>
                  </a:lnTo>
                  <a:lnTo>
                    <a:pt x="8133" y="48855"/>
                  </a:lnTo>
                  <a:lnTo>
                    <a:pt x="3658" y="46761"/>
                  </a:lnTo>
                  <a:lnTo>
                    <a:pt x="0" y="439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707405" y="4676968"/>
              <a:ext cx="1225977" cy="1144280"/>
            </a:xfrm>
            <a:custGeom>
              <a:avLst/>
              <a:pathLst>
                <a:path w="1225977" h="1144280">
                  <a:moveTo>
                    <a:pt x="0" y="366008"/>
                  </a:moveTo>
                  <a:lnTo>
                    <a:pt x="4357" y="361724"/>
                  </a:lnTo>
                  <a:lnTo>
                    <a:pt x="13055" y="358447"/>
                  </a:lnTo>
                  <a:lnTo>
                    <a:pt x="22951" y="352957"/>
                  </a:lnTo>
                  <a:lnTo>
                    <a:pt x="36964" y="343209"/>
                  </a:lnTo>
                  <a:lnTo>
                    <a:pt x="56318" y="332020"/>
                  </a:lnTo>
                  <a:lnTo>
                    <a:pt x="72676" y="323695"/>
                  </a:lnTo>
                  <a:lnTo>
                    <a:pt x="87606" y="318233"/>
                  </a:lnTo>
                  <a:lnTo>
                    <a:pt x="98039" y="315491"/>
                  </a:lnTo>
                  <a:lnTo>
                    <a:pt x="111764" y="316111"/>
                  </a:lnTo>
                  <a:lnTo>
                    <a:pt x="116821" y="318866"/>
                  </a:lnTo>
                  <a:lnTo>
                    <a:pt x="113470" y="322639"/>
                  </a:lnTo>
                  <a:lnTo>
                    <a:pt x="111393" y="326671"/>
                  </a:lnTo>
                  <a:lnTo>
                    <a:pt x="109299" y="329754"/>
                  </a:lnTo>
                  <a:lnTo>
                    <a:pt x="109365" y="335329"/>
                  </a:lnTo>
                  <a:lnTo>
                    <a:pt x="109213" y="338584"/>
                  </a:lnTo>
                  <a:lnTo>
                    <a:pt x="107007" y="340762"/>
                  </a:lnTo>
                  <a:lnTo>
                    <a:pt x="106999" y="343128"/>
                  </a:lnTo>
                  <a:lnTo>
                    <a:pt x="109189" y="349517"/>
                  </a:lnTo>
                  <a:lnTo>
                    <a:pt x="111584" y="352502"/>
                  </a:lnTo>
                  <a:lnTo>
                    <a:pt x="116608" y="351169"/>
                  </a:lnTo>
                  <a:lnTo>
                    <a:pt x="119628" y="351446"/>
                  </a:lnTo>
                  <a:lnTo>
                    <a:pt x="124994" y="353621"/>
                  </a:lnTo>
                  <a:lnTo>
                    <a:pt x="128737" y="352724"/>
                  </a:lnTo>
                  <a:lnTo>
                    <a:pt x="134840" y="352263"/>
                  </a:lnTo>
                  <a:lnTo>
                    <a:pt x="137732" y="355919"/>
                  </a:lnTo>
                  <a:lnTo>
                    <a:pt x="142644" y="355603"/>
                  </a:lnTo>
                  <a:lnTo>
                    <a:pt x="144829" y="356942"/>
                  </a:lnTo>
                  <a:lnTo>
                    <a:pt x="149798" y="354036"/>
                  </a:lnTo>
                  <a:lnTo>
                    <a:pt x="156904" y="358255"/>
                  </a:lnTo>
                  <a:lnTo>
                    <a:pt x="158649" y="354868"/>
                  </a:lnTo>
                  <a:lnTo>
                    <a:pt x="163024" y="348090"/>
                  </a:lnTo>
                  <a:lnTo>
                    <a:pt x="164877" y="343883"/>
                  </a:lnTo>
                  <a:lnTo>
                    <a:pt x="166523" y="342433"/>
                  </a:lnTo>
                  <a:lnTo>
                    <a:pt x="169989" y="343097"/>
                  </a:lnTo>
                  <a:lnTo>
                    <a:pt x="170367" y="345257"/>
                  </a:lnTo>
                  <a:lnTo>
                    <a:pt x="173295" y="346248"/>
                  </a:lnTo>
                  <a:lnTo>
                    <a:pt x="178385" y="344866"/>
                  </a:lnTo>
                  <a:lnTo>
                    <a:pt x="176349" y="339298"/>
                  </a:lnTo>
                  <a:lnTo>
                    <a:pt x="170886" y="335425"/>
                  </a:lnTo>
                  <a:lnTo>
                    <a:pt x="164857" y="333209"/>
                  </a:lnTo>
                  <a:lnTo>
                    <a:pt x="161971" y="333101"/>
                  </a:lnTo>
                  <a:lnTo>
                    <a:pt x="156391" y="335971"/>
                  </a:lnTo>
                  <a:lnTo>
                    <a:pt x="158151" y="328582"/>
                  </a:lnTo>
                  <a:lnTo>
                    <a:pt x="158112" y="325042"/>
                  </a:lnTo>
                  <a:lnTo>
                    <a:pt x="153077" y="317175"/>
                  </a:lnTo>
                  <a:lnTo>
                    <a:pt x="151720" y="312649"/>
                  </a:lnTo>
                  <a:lnTo>
                    <a:pt x="147747" y="309740"/>
                  </a:lnTo>
                  <a:lnTo>
                    <a:pt x="144212" y="308425"/>
                  </a:lnTo>
                  <a:lnTo>
                    <a:pt x="141854" y="300275"/>
                  </a:lnTo>
                  <a:lnTo>
                    <a:pt x="143133" y="297316"/>
                  </a:lnTo>
                  <a:lnTo>
                    <a:pt x="146130" y="294340"/>
                  </a:lnTo>
                  <a:lnTo>
                    <a:pt x="146246" y="292330"/>
                  </a:lnTo>
                  <a:lnTo>
                    <a:pt x="142402" y="290842"/>
                  </a:lnTo>
                  <a:lnTo>
                    <a:pt x="137469" y="290971"/>
                  </a:lnTo>
                  <a:lnTo>
                    <a:pt x="133717" y="288062"/>
                  </a:lnTo>
                  <a:lnTo>
                    <a:pt x="127146" y="285392"/>
                  </a:lnTo>
                  <a:lnTo>
                    <a:pt x="120499" y="282650"/>
                  </a:lnTo>
                  <a:lnTo>
                    <a:pt x="118015" y="281261"/>
                  </a:lnTo>
                  <a:lnTo>
                    <a:pt x="117777" y="274357"/>
                  </a:lnTo>
                  <a:lnTo>
                    <a:pt x="115982" y="260075"/>
                  </a:lnTo>
                  <a:lnTo>
                    <a:pt x="113074" y="249502"/>
                  </a:lnTo>
                  <a:lnTo>
                    <a:pt x="109000" y="243241"/>
                  </a:lnTo>
                  <a:lnTo>
                    <a:pt x="103243" y="237555"/>
                  </a:lnTo>
                  <a:lnTo>
                    <a:pt x="92241" y="222119"/>
                  </a:lnTo>
                  <a:lnTo>
                    <a:pt x="87306" y="215054"/>
                  </a:lnTo>
                  <a:lnTo>
                    <a:pt x="86343" y="214322"/>
                  </a:lnTo>
                  <a:lnTo>
                    <a:pt x="80329" y="209712"/>
                  </a:lnTo>
                  <a:lnTo>
                    <a:pt x="76411" y="207833"/>
                  </a:lnTo>
                  <a:lnTo>
                    <a:pt x="74412" y="205432"/>
                  </a:lnTo>
                  <a:lnTo>
                    <a:pt x="72636" y="199639"/>
                  </a:lnTo>
                  <a:lnTo>
                    <a:pt x="68354" y="194345"/>
                  </a:lnTo>
                  <a:lnTo>
                    <a:pt x="62463" y="190404"/>
                  </a:lnTo>
                  <a:lnTo>
                    <a:pt x="57269" y="189368"/>
                  </a:lnTo>
                  <a:lnTo>
                    <a:pt x="63393" y="185572"/>
                  </a:lnTo>
                  <a:lnTo>
                    <a:pt x="69531" y="183941"/>
                  </a:lnTo>
                  <a:lnTo>
                    <a:pt x="71308" y="178743"/>
                  </a:lnTo>
                  <a:lnTo>
                    <a:pt x="73390" y="172655"/>
                  </a:lnTo>
                  <a:lnTo>
                    <a:pt x="75303" y="165136"/>
                  </a:lnTo>
                  <a:lnTo>
                    <a:pt x="76111" y="155134"/>
                  </a:lnTo>
                  <a:lnTo>
                    <a:pt x="82524" y="156373"/>
                  </a:lnTo>
                  <a:lnTo>
                    <a:pt x="91047" y="158396"/>
                  </a:lnTo>
                  <a:lnTo>
                    <a:pt x="103261" y="158072"/>
                  </a:lnTo>
                  <a:lnTo>
                    <a:pt x="113070" y="156829"/>
                  </a:lnTo>
                  <a:lnTo>
                    <a:pt x="119085" y="156603"/>
                  </a:lnTo>
                  <a:lnTo>
                    <a:pt x="126680" y="152618"/>
                  </a:lnTo>
                  <a:lnTo>
                    <a:pt x="135223" y="145030"/>
                  </a:lnTo>
                  <a:lnTo>
                    <a:pt x="143630" y="133374"/>
                  </a:lnTo>
                  <a:lnTo>
                    <a:pt x="146531" y="125150"/>
                  </a:lnTo>
                  <a:lnTo>
                    <a:pt x="147893" y="112810"/>
                  </a:lnTo>
                  <a:lnTo>
                    <a:pt x="150492" y="104505"/>
                  </a:lnTo>
                  <a:lnTo>
                    <a:pt x="152873" y="98730"/>
                  </a:lnTo>
                  <a:lnTo>
                    <a:pt x="157811" y="92068"/>
                  </a:lnTo>
                  <a:lnTo>
                    <a:pt x="164918" y="80969"/>
                  </a:lnTo>
                  <a:lnTo>
                    <a:pt x="169779" y="74273"/>
                  </a:lnTo>
                  <a:lnTo>
                    <a:pt x="179266" y="66455"/>
                  </a:lnTo>
                  <a:lnTo>
                    <a:pt x="185152" y="68648"/>
                  </a:lnTo>
                  <a:lnTo>
                    <a:pt x="191108" y="69432"/>
                  </a:lnTo>
                  <a:lnTo>
                    <a:pt x="201270" y="64564"/>
                  </a:lnTo>
                  <a:lnTo>
                    <a:pt x="214384" y="52796"/>
                  </a:lnTo>
                  <a:lnTo>
                    <a:pt x="222087" y="43108"/>
                  </a:lnTo>
                  <a:lnTo>
                    <a:pt x="226934" y="37314"/>
                  </a:lnTo>
                  <a:lnTo>
                    <a:pt x="236816" y="32125"/>
                  </a:lnTo>
                  <a:lnTo>
                    <a:pt x="237707" y="36047"/>
                  </a:lnTo>
                  <a:lnTo>
                    <a:pt x="242842" y="37843"/>
                  </a:lnTo>
                  <a:lnTo>
                    <a:pt x="248454" y="37752"/>
                  </a:lnTo>
                  <a:lnTo>
                    <a:pt x="252702" y="36127"/>
                  </a:lnTo>
                  <a:lnTo>
                    <a:pt x="259432" y="35321"/>
                  </a:lnTo>
                  <a:lnTo>
                    <a:pt x="264846" y="32387"/>
                  </a:lnTo>
                  <a:lnTo>
                    <a:pt x="272055" y="25550"/>
                  </a:lnTo>
                  <a:lnTo>
                    <a:pt x="277215" y="17502"/>
                  </a:lnTo>
                  <a:lnTo>
                    <a:pt x="282875" y="7725"/>
                  </a:lnTo>
                  <a:lnTo>
                    <a:pt x="284874" y="4511"/>
                  </a:lnTo>
                  <a:lnTo>
                    <a:pt x="289730" y="0"/>
                  </a:lnTo>
                  <a:lnTo>
                    <a:pt x="290357" y="3770"/>
                  </a:lnTo>
                  <a:lnTo>
                    <a:pt x="294637" y="6122"/>
                  </a:lnTo>
                  <a:lnTo>
                    <a:pt x="299242" y="7165"/>
                  </a:lnTo>
                  <a:lnTo>
                    <a:pt x="299750" y="11037"/>
                  </a:lnTo>
                  <a:lnTo>
                    <a:pt x="302713" y="10324"/>
                  </a:lnTo>
                  <a:lnTo>
                    <a:pt x="308762" y="11544"/>
                  </a:lnTo>
                  <a:lnTo>
                    <a:pt x="310030" y="16205"/>
                  </a:lnTo>
                  <a:lnTo>
                    <a:pt x="309753" y="18555"/>
                  </a:lnTo>
                  <a:lnTo>
                    <a:pt x="306289" y="21883"/>
                  </a:lnTo>
                  <a:lnTo>
                    <a:pt x="305129" y="24245"/>
                  </a:lnTo>
                  <a:lnTo>
                    <a:pt x="301317" y="25776"/>
                  </a:lnTo>
                  <a:lnTo>
                    <a:pt x="300720" y="28910"/>
                  </a:lnTo>
                  <a:lnTo>
                    <a:pt x="301737" y="33303"/>
                  </a:lnTo>
                  <a:lnTo>
                    <a:pt x="305596" y="34617"/>
                  </a:lnTo>
                  <a:lnTo>
                    <a:pt x="309402" y="33393"/>
                  </a:lnTo>
                  <a:lnTo>
                    <a:pt x="310573" y="30742"/>
                  </a:lnTo>
                  <a:lnTo>
                    <a:pt x="310060" y="27087"/>
                  </a:lnTo>
                  <a:lnTo>
                    <a:pt x="313072" y="23358"/>
                  </a:lnTo>
                  <a:lnTo>
                    <a:pt x="315138" y="17558"/>
                  </a:lnTo>
                  <a:lnTo>
                    <a:pt x="319169" y="12920"/>
                  </a:lnTo>
                  <a:lnTo>
                    <a:pt x="321500" y="14094"/>
                  </a:lnTo>
                  <a:lnTo>
                    <a:pt x="328693" y="21702"/>
                  </a:lnTo>
                  <a:lnTo>
                    <a:pt x="328164" y="26092"/>
                  </a:lnTo>
                  <a:lnTo>
                    <a:pt x="328915" y="33873"/>
                  </a:lnTo>
                  <a:lnTo>
                    <a:pt x="331775" y="33349"/>
                  </a:lnTo>
                  <a:lnTo>
                    <a:pt x="334597" y="33834"/>
                  </a:lnTo>
                  <a:lnTo>
                    <a:pt x="337910" y="36536"/>
                  </a:lnTo>
                  <a:lnTo>
                    <a:pt x="342587" y="29000"/>
                  </a:lnTo>
                  <a:lnTo>
                    <a:pt x="347090" y="28835"/>
                  </a:lnTo>
                  <a:lnTo>
                    <a:pt x="351903" y="28028"/>
                  </a:lnTo>
                  <a:lnTo>
                    <a:pt x="355622" y="25568"/>
                  </a:lnTo>
                  <a:lnTo>
                    <a:pt x="359434" y="25887"/>
                  </a:lnTo>
                  <a:lnTo>
                    <a:pt x="362398" y="27598"/>
                  </a:lnTo>
                  <a:lnTo>
                    <a:pt x="366569" y="27354"/>
                  </a:lnTo>
                  <a:lnTo>
                    <a:pt x="372118" y="28415"/>
                  </a:lnTo>
                  <a:lnTo>
                    <a:pt x="376242" y="30310"/>
                  </a:lnTo>
                  <a:lnTo>
                    <a:pt x="376937" y="32208"/>
                  </a:lnTo>
                  <a:lnTo>
                    <a:pt x="373920" y="35915"/>
                  </a:lnTo>
                  <a:lnTo>
                    <a:pt x="373963" y="39036"/>
                  </a:lnTo>
                  <a:lnTo>
                    <a:pt x="371541" y="40214"/>
                  </a:lnTo>
                  <a:lnTo>
                    <a:pt x="372513" y="44601"/>
                  </a:lnTo>
                  <a:lnTo>
                    <a:pt x="375343" y="45313"/>
                  </a:lnTo>
                  <a:lnTo>
                    <a:pt x="379837" y="46063"/>
                  </a:lnTo>
                  <a:lnTo>
                    <a:pt x="382000" y="47272"/>
                  </a:lnTo>
                  <a:lnTo>
                    <a:pt x="387737" y="47710"/>
                  </a:lnTo>
                  <a:lnTo>
                    <a:pt x="387125" y="50745"/>
                  </a:lnTo>
                  <a:lnTo>
                    <a:pt x="387234" y="55248"/>
                  </a:lnTo>
                  <a:lnTo>
                    <a:pt x="392088" y="55063"/>
                  </a:lnTo>
                  <a:lnTo>
                    <a:pt x="396452" y="56609"/>
                  </a:lnTo>
                  <a:lnTo>
                    <a:pt x="399069" y="57998"/>
                  </a:lnTo>
                  <a:lnTo>
                    <a:pt x="402020" y="53738"/>
                  </a:lnTo>
                  <a:lnTo>
                    <a:pt x="404304" y="51647"/>
                  </a:lnTo>
                  <a:lnTo>
                    <a:pt x="406704" y="51197"/>
                  </a:lnTo>
                  <a:lnTo>
                    <a:pt x="411317" y="49388"/>
                  </a:lnTo>
                  <a:lnTo>
                    <a:pt x="414349" y="50473"/>
                  </a:lnTo>
                  <a:lnTo>
                    <a:pt x="416860" y="52918"/>
                  </a:lnTo>
                  <a:lnTo>
                    <a:pt x="421422" y="50905"/>
                  </a:lnTo>
                  <a:lnTo>
                    <a:pt x="425320" y="45576"/>
                  </a:lnTo>
                  <a:lnTo>
                    <a:pt x="427974" y="46053"/>
                  </a:lnTo>
                  <a:lnTo>
                    <a:pt x="433562" y="43903"/>
                  </a:lnTo>
                  <a:lnTo>
                    <a:pt x="439530" y="45209"/>
                  </a:lnTo>
                  <a:lnTo>
                    <a:pt x="445010" y="48328"/>
                  </a:lnTo>
                  <a:lnTo>
                    <a:pt x="450367" y="47269"/>
                  </a:lnTo>
                  <a:lnTo>
                    <a:pt x="454731" y="51340"/>
                  </a:lnTo>
                  <a:lnTo>
                    <a:pt x="455256" y="54309"/>
                  </a:lnTo>
                  <a:lnTo>
                    <a:pt x="457684" y="54527"/>
                  </a:lnTo>
                  <a:lnTo>
                    <a:pt x="460438" y="51131"/>
                  </a:lnTo>
                  <a:lnTo>
                    <a:pt x="465662" y="52532"/>
                  </a:lnTo>
                  <a:lnTo>
                    <a:pt x="467829" y="53563"/>
                  </a:lnTo>
                  <a:lnTo>
                    <a:pt x="470403" y="58059"/>
                  </a:lnTo>
                  <a:lnTo>
                    <a:pt x="477549" y="58872"/>
                  </a:lnTo>
                  <a:lnTo>
                    <a:pt x="481511" y="56890"/>
                  </a:lnTo>
                  <a:lnTo>
                    <a:pt x="483410" y="60035"/>
                  </a:lnTo>
                  <a:lnTo>
                    <a:pt x="487014" y="59901"/>
                  </a:lnTo>
                  <a:lnTo>
                    <a:pt x="488887" y="56968"/>
                  </a:lnTo>
                  <a:lnTo>
                    <a:pt x="496711" y="55449"/>
                  </a:lnTo>
                  <a:lnTo>
                    <a:pt x="504794" y="55662"/>
                  </a:lnTo>
                  <a:lnTo>
                    <a:pt x="507516" y="56358"/>
                  </a:lnTo>
                  <a:lnTo>
                    <a:pt x="510352" y="54048"/>
                  </a:lnTo>
                  <a:lnTo>
                    <a:pt x="515992" y="58371"/>
                  </a:lnTo>
                  <a:lnTo>
                    <a:pt x="520368" y="60635"/>
                  </a:lnTo>
                  <a:lnTo>
                    <a:pt x="526228" y="62419"/>
                  </a:lnTo>
                  <a:lnTo>
                    <a:pt x="532196" y="62933"/>
                  </a:lnTo>
                  <a:lnTo>
                    <a:pt x="534328" y="61421"/>
                  </a:lnTo>
                  <a:lnTo>
                    <a:pt x="536973" y="61694"/>
                  </a:lnTo>
                  <a:lnTo>
                    <a:pt x="540770" y="56201"/>
                  </a:lnTo>
                  <a:lnTo>
                    <a:pt x="544378" y="54451"/>
                  </a:lnTo>
                  <a:lnTo>
                    <a:pt x="551122" y="48319"/>
                  </a:lnTo>
                  <a:lnTo>
                    <a:pt x="559072" y="44844"/>
                  </a:lnTo>
                  <a:lnTo>
                    <a:pt x="561131" y="45247"/>
                  </a:lnTo>
                  <a:lnTo>
                    <a:pt x="563786" y="42815"/>
                  </a:lnTo>
                  <a:lnTo>
                    <a:pt x="570358" y="45401"/>
                  </a:lnTo>
                  <a:lnTo>
                    <a:pt x="576151" y="47009"/>
                  </a:lnTo>
                  <a:lnTo>
                    <a:pt x="583298" y="50857"/>
                  </a:lnTo>
                  <a:lnTo>
                    <a:pt x="584834" y="53274"/>
                  </a:lnTo>
                  <a:lnTo>
                    <a:pt x="588513" y="53640"/>
                  </a:lnTo>
                  <a:lnTo>
                    <a:pt x="593948" y="56149"/>
                  </a:lnTo>
                  <a:lnTo>
                    <a:pt x="600904" y="57526"/>
                  </a:lnTo>
                  <a:lnTo>
                    <a:pt x="608097" y="61926"/>
                  </a:lnTo>
                  <a:lnTo>
                    <a:pt x="612872" y="61308"/>
                  </a:lnTo>
                  <a:lnTo>
                    <a:pt x="617777" y="62522"/>
                  </a:lnTo>
                  <a:lnTo>
                    <a:pt x="634251" y="135996"/>
                  </a:lnTo>
                  <a:lnTo>
                    <a:pt x="674556" y="306058"/>
                  </a:lnTo>
                  <a:lnTo>
                    <a:pt x="739584" y="556982"/>
                  </a:lnTo>
                  <a:lnTo>
                    <a:pt x="766256" y="653105"/>
                  </a:lnTo>
                  <a:lnTo>
                    <a:pt x="767792" y="658539"/>
                  </a:lnTo>
                  <a:lnTo>
                    <a:pt x="783054" y="659343"/>
                  </a:lnTo>
                  <a:lnTo>
                    <a:pt x="783315" y="653278"/>
                  </a:lnTo>
                  <a:lnTo>
                    <a:pt x="799891" y="656537"/>
                  </a:lnTo>
                  <a:lnTo>
                    <a:pt x="805498" y="643892"/>
                  </a:lnTo>
                  <a:lnTo>
                    <a:pt x="823083" y="636691"/>
                  </a:lnTo>
                  <a:lnTo>
                    <a:pt x="823876" y="638771"/>
                  </a:lnTo>
                  <a:lnTo>
                    <a:pt x="824978" y="654615"/>
                  </a:lnTo>
                  <a:lnTo>
                    <a:pt x="831344" y="658845"/>
                  </a:lnTo>
                  <a:lnTo>
                    <a:pt x="843280" y="660784"/>
                  </a:lnTo>
                  <a:lnTo>
                    <a:pt x="847391" y="667539"/>
                  </a:lnTo>
                  <a:lnTo>
                    <a:pt x="849942" y="669426"/>
                  </a:lnTo>
                  <a:lnTo>
                    <a:pt x="889817" y="690488"/>
                  </a:lnTo>
                  <a:lnTo>
                    <a:pt x="898482" y="705215"/>
                  </a:lnTo>
                  <a:lnTo>
                    <a:pt x="899362" y="710486"/>
                  </a:lnTo>
                  <a:lnTo>
                    <a:pt x="901691" y="709421"/>
                  </a:lnTo>
                  <a:lnTo>
                    <a:pt x="905208" y="701570"/>
                  </a:lnTo>
                  <a:lnTo>
                    <a:pt x="914309" y="688512"/>
                  </a:lnTo>
                  <a:lnTo>
                    <a:pt x="914990" y="686847"/>
                  </a:lnTo>
                  <a:lnTo>
                    <a:pt x="922195" y="683581"/>
                  </a:lnTo>
                  <a:lnTo>
                    <a:pt x="922820" y="676632"/>
                  </a:lnTo>
                  <a:lnTo>
                    <a:pt x="922976" y="674869"/>
                  </a:lnTo>
                  <a:lnTo>
                    <a:pt x="918760" y="663852"/>
                  </a:lnTo>
                  <a:lnTo>
                    <a:pt x="922542" y="663395"/>
                  </a:lnTo>
                  <a:lnTo>
                    <a:pt x="924546" y="657321"/>
                  </a:lnTo>
                  <a:lnTo>
                    <a:pt x="923695" y="655262"/>
                  </a:lnTo>
                  <a:lnTo>
                    <a:pt x="919440" y="654084"/>
                  </a:lnTo>
                  <a:lnTo>
                    <a:pt x="923272" y="649711"/>
                  </a:lnTo>
                  <a:lnTo>
                    <a:pt x="929944" y="645358"/>
                  </a:lnTo>
                  <a:lnTo>
                    <a:pt x="935040" y="638743"/>
                  </a:lnTo>
                  <a:lnTo>
                    <a:pt x="940623" y="631437"/>
                  </a:lnTo>
                  <a:lnTo>
                    <a:pt x="950198" y="634748"/>
                  </a:lnTo>
                  <a:lnTo>
                    <a:pt x="951451" y="636554"/>
                  </a:lnTo>
                  <a:lnTo>
                    <a:pt x="955330" y="637844"/>
                  </a:lnTo>
                  <a:lnTo>
                    <a:pt x="959282" y="640430"/>
                  </a:lnTo>
                  <a:lnTo>
                    <a:pt x="961394" y="645859"/>
                  </a:lnTo>
                  <a:lnTo>
                    <a:pt x="961416" y="649593"/>
                  </a:lnTo>
                  <a:lnTo>
                    <a:pt x="964058" y="651365"/>
                  </a:lnTo>
                  <a:lnTo>
                    <a:pt x="964331" y="653798"/>
                  </a:lnTo>
                  <a:lnTo>
                    <a:pt x="967847" y="656935"/>
                  </a:lnTo>
                  <a:lnTo>
                    <a:pt x="976310" y="655679"/>
                  </a:lnTo>
                  <a:lnTo>
                    <a:pt x="979029" y="659261"/>
                  </a:lnTo>
                  <a:lnTo>
                    <a:pt x="983181" y="661254"/>
                  </a:lnTo>
                  <a:lnTo>
                    <a:pt x="985725" y="660182"/>
                  </a:lnTo>
                  <a:lnTo>
                    <a:pt x="990976" y="664554"/>
                  </a:lnTo>
                  <a:lnTo>
                    <a:pt x="991754" y="668399"/>
                  </a:lnTo>
                  <a:lnTo>
                    <a:pt x="994267" y="668307"/>
                  </a:lnTo>
                  <a:lnTo>
                    <a:pt x="995269" y="670917"/>
                  </a:lnTo>
                  <a:lnTo>
                    <a:pt x="999100" y="673646"/>
                  </a:lnTo>
                  <a:lnTo>
                    <a:pt x="1014544" y="676185"/>
                  </a:lnTo>
                  <a:lnTo>
                    <a:pt x="1021735" y="681632"/>
                  </a:lnTo>
                  <a:lnTo>
                    <a:pt x="1035822" y="688186"/>
                  </a:lnTo>
                  <a:lnTo>
                    <a:pt x="1034425" y="691844"/>
                  </a:lnTo>
                  <a:lnTo>
                    <a:pt x="1040856" y="697165"/>
                  </a:lnTo>
                  <a:lnTo>
                    <a:pt x="1048967" y="702159"/>
                  </a:lnTo>
                  <a:lnTo>
                    <a:pt x="1055821" y="709833"/>
                  </a:lnTo>
                  <a:lnTo>
                    <a:pt x="1066138" y="716380"/>
                  </a:lnTo>
                  <a:lnTo>
                    <a:pt x="1073123" y="723073"/>
                  </a:lnTo>
                  <a:lnTo>
                    <a:pt x="1078906" y="727834"/>
                  </a:lnTo>
                  <a:lnTo>
                    <a:pt x="1084397" y="732327"/>
                  </a:lnTo>
                  <a:lnTo>
                    <a:pt x="1094336" y="738871"/>
                  </a:lnTo>
                  <a:lnTo>
                    <a:pt x="1101408" y="745141"/>
                  </a:lnTo>
                  <a:lnTo>
                    <a:pt x="1100890" y="754067"/>
                  </a:lnTo>
                  <a:lnTo>
                    <a:pt x="1111988" y="752014"/>
                  </a:lnTo>
                  <a:lnTo>
                    <a:pt x="1114128" y="762547"/>
                  </a:lnTo>
                  <a:lnTo>
                    <a:pt x="1114349" y="763636"/>
                  </a:lnTo>
                  <a:lnTo>
                    <a:pt x="1124131" y="764021"/>
                  </a:lnTo>
                  <a:lnTo>
                    <a:pt x="1124582" y="767551"/>
                  </a:lnTo>
                  <a:lnTo>
                    <a:pt x="1130725" y="775556"/>
                  </a:lnTo>
                  <a:lnTo>
                    <a:pt x="1138363" y="771052"/>
                  </a:lnTo>
                  <a:lnTo>
                    <a:pt x="1143873" y="773120"/>
                  </a:lnTo>
                  <a:lnTo>
                    <a:pt x="1155795" y="774520"/>
                  </a:lnTo>
                  <a:lnTo>
                    <a:pt x="1159521" y="775725"/>
                  </a:lnTo>
                  <a:lnTo>
                    <a:pt x="1169119" y="773554"/>
                  </a:lnTo>
                  <a:lnTo>
                    <a:pt x="1172095" y="774117"/>
                  </a:lnTo>
                  <a:lnTo>
                    <a:pt x="1177890" y="776685"/>
                  </a:lnTo>
                  <a:lnTo>
                    <a:pt x="1183558" y="775889"/>
                  </a:lnTo>
                  <a:lnTo>
                    <a:pt x="1187639" y="781062"/>
                  </a:lnTo>
                  <a:lnTo>
                    <a:pt x="1190592" y="780556"/>
                  </a:lnTo>
                  <a:lnTo>
                    <a:pt x="1194533" y="780769"/>
                  </a:lnTo>
                  <a:lnTo>
                    <a:pt x="1198456" y="777322"/>
                  </a:lnTo>
                  <a:lnTo>
                    <a:pt x="1205058" y="782964"/>
                  </a:lnTo>
                  <a:lnTo>
                    <a:pt x="1206970" y="787618"/>
                  </a:lnTo>
                  <a:lnTo>
                    <a:pt x="1207351" y="794182"/>
                  </a:lnTo>
                  <a:lnTo>
                    <a:pt x="1206594" y="795810"/>
                  </a:lnTo>
                  <a:lnTo>
                    <a:pt x="1207387" y="798623"/>
                  </a:lnTo>
                  <a:lnTo>
                    <a:pt x="1208034" y="800920"/>
                  </a:lnTo>
                  <a:lnTo>
                    <a:pt x="1210534" y="802938"/>
                  </a:lnTo>
                  <a:lnTo>
                    <a:pt x="1213633" y="809995"/>
                  </a:lnTo>
                  <a:lnTo>
                    <a:pt x="1216805" y="813669"/>
                  </a:lnTo>
                  <a:lnTo>
                    <a:pt x="1220031" y="816561"/>
                  </a:lnTo>
                  <a:lnTo>
                    <a:pt x="1223165" y="821626"/>
                  </a:lnTo>
                  <a:lnTo>
                    <a:pt x="1225521" y="823065"/>
                  </a:lnTo>
                  <a:lnTo>
                    <a:pt x="1225977" y="825579"/>
                  </a:lnTo>
                  <a:lnTo>
                    <a:pt x="1224841" y="831696"/>
                  </a:lnTo>
                  <a:lnTo>
                    <a:pt x="1225159" y="837649"/>
                  </a:lnTo>
                  <a:lnTo>
                    <a:pt x="1225749" y="843160"/>
                  </a:lnTo>
                  <a:lnTo>
                    <a:pt x="1224926" y="851231"/>
                  </a:lnTo>
                  <a:lnTo>
                    <a:pt x="1221923" y="860829"/>
                  </a:lnTo>
                  <a:lnTo>
                    <a:pt x="1219350" y="864498"/>
                  </a:lnTo>
                  <a:lnTo>
                    <a:pt x="1220742" y="866652"/>
                  </a:lnTo>
                  <a:lnTo>
                    <a:pt x="1219485" y="868923"/>
                  </a:lnTo>
                  <a:lnTo>
                    <a:pt x="1216780" y="867609"/>
                  </a:lnTo>
                  <a:lnTo>
                    <a:pt x="1214116" y="866666"/>
                  </a:lnTo>
                  <a:lnTo>
                    <a:pt x="1212958" y="868631"/>
                  </a:lnTo>
                  <a:lnTo>
                    <a:pt x="1212126" y="868809"/>
                  </a:lnTo>
                  <a:lnTo>
                    <a:pt x="1208924" y="867647"/>
                  </a:lnTo>
                  <a:lnTo>
                    <a:pt x="1206198" y="863191"/>
                  </a:lnTo>
                  <a:lnTo>
                    <a:pt x="1204456" y="860638"/>
                  </a:lnTo>
                  <a:lnTo>
                    <a:pt x="1202826" y="858450"/>
                  </a:lnTo>
                  <a:lnTo>
                    <a:pt x="1201026" y="857787"/>
                  </a:lnTo>
                  <a:lnTo>
                    <a:pt x="1200168" y="854717"/>
                  </a:lnTo>
                  <a:lnTo>
                    <a:pt x="1198363" y="852277"/>
                  </a:lnTo>
                  <a:lnTo>
                    <a:pt x="1196313" y="851249"/>
                  </a:lnTo>
                  <a:lnTo>
                    <a:pt x="1193923" y="849167"/>
                  </a:lnTo>
                  <a:lnTo>
                    <a:pt x="1192930" y="847599"/>
                  </a:lnTo>
                  <a:lnTo>
                    <a:pt x="1190605" y="848302"/>
                  </a:lnTo>
                  <a:lnTo>
                    <a:pt x="1192121" y="854062"/>
                  </a:lnTo>
                  <a:lnTo>
                    <a:pt x="1193945" y="857878"/>
                  </a:lnTo>
                  <a:lnTo>
                    <a:pt x="1193621" y="861938"/>
                  </a:lnTo>
                  <a:lnTo>
                    <a:pt x="1194988" y="864834"/>
                  </a:lnTo>
                  <a:lnTo>
                    <a:pt x="1197217" y="865241"/>
                  </a:lnTo>
                  <a:lnTo>
                    <a:pt x="1196790" y="869307"/>
                  </a:lnTo>
                  <a:lnTo>
                    <a:pt x="1194594" y="870945"/>
                  </a:lnTo>
                  <a:lnTo>
                    <a:pt x="1190107" y="870427"/>
                  </a:lnTo>
                  <a:lnTo>
                    <a:pt x="1187279" y="869351"/>
                  </a:lnTo>
                  <a:lnTo>
                    <a:pt x="1183902" y="870945"/>
                  </a:lnTo>
                  <a:lnTo>
                    <a:pt x="1182586" y="870468"/>
                  </a:lnTo>
                  <a:lnTo>
                    <a:pt x="1181929" y="868193"/>
                  </a:lnTo>
                  <a:lnTo>
                    <a:pt x="1181522" y="866785"/>
                  </a:lnTo>
                  <a:lnTo>
                    <a:pt x="1179343" y="865581"/>
                  </a:lnTo>
                  <a:lnTo>
                    <a:pt x="1179722" y="861524"/>
                  </a:lnTo>
                  <a:lnTo>
                    <a:pt x="1178697" y="860681"/>
                  </a:lnTo>
                  <a:lnTo>
                    <a:pt x="1175818" y="861233"/>
                  </a:lnTo>
                  <a:lnTo>
                    <a:pt x="1173474" y="861680"/>
                  </a:lnTo>
                  <a:lnTo>
                    <a:pt x="1168965" y="858790"/>
                  </a:lnTo>
                  <a:lnTo>
                    <a:pt x="1165394" y="853931"/>
                  </a:lnTo>
                  <a:lnTo>
                    <a:pt x="1162058" y="845989"/>
                  </a:lnTo>
                  <a:lnTo>
                    <a:pt x="1161414" y="843716"/>
                  </a:lnTo>
                  <a:lnTo>
                    <a:pt x="1156174" y="843224"/>
                  </a:lnTo>
                  <a:lnTo>
                    <a:pt x="1150157" y="842311"/>
                  </a:lnTo>
                  <a:lnTo>
                    <a:pt x="1146940" y="841130"/>
                  </a:lnTo>
                  <a:lnTo>
                    <a:pt x="1145160" y="838634"/>
                  </a:lnTo>
                  <a:lnTo>
                    <a:pt x="1142568" y="834992"/>
                  </a:lnTo>
                  <a:lnTo>
                    <a:pt x="1139636" y="832016"/>
                  </a:lnTo>
                  <a:lnTo>
                    <a:pt x="1142626" y="827038"/>
                  </a:lnTo>
                  <a:lnTo>
                    <a:pt x="1142928" y="822291"/>
                  </a:lnTo>
                  <a:lnTo>
                    <a:pt x="1138459" y="821225"/>
                  </a:lnTo>
                  <a:lnTo>
                    <a:pt x="1134805" y="822551"/>
                  </a:lnTo>
                  <a:lnTo>
                    <a:pt x="1135372" y="827553"/>
                  </a:lnTo>
                  <a:lnTo>
                    <a:pt x="1132282" y="827061"/>
                  </a:lnTo>
                  <a:lnTo>
                    <a:pt x="1128544" y="823239"/>
                  </a:lnTo>
                  <a:lnTo>
                    <a:pt x="1124245" y="817302"/>
                  </a:lnTo>
                  <a:lnTo>
                    <a:pt x="1122192" y="821478"/>
                  </a:lnTo>
                  <a:lnTo>
                    <a:pt x="1116159" y="817784"/>
                  </a:lnTo>
                  <a:lnTo>
                    <a:pt x="1113073" y="811613"/>
                  </a:lnTo>
                  <a:lnTo>
                    <a:pt x="1108531" y="812189"/>
                  </a:lnTo>
                  <a:lnTo>
                    <a:pt x="1107418" y="812604"/>
                  </a:lnTo>
                  <a:lnTo>
                    <a:pt x="1105179" y="811775"/>
                  </a:lnTo>
                  <a:lnTo>
                    <a:pt x="1103306" y="810481"/>
                  </a:lnTo>
                  <a:lnTo>
                    <a:pt x="1100618" y="810312"/>
                  </a:lnTo>
                  <a:lnTo>
                    <a:pt x="1098940" y="809985"/>
                  </a:lnTo>
                  <a:lnTo>
                    <a:pt x="1098555" y="809056"/>
                  </a:lnTo>
                  <a:lnTo>
                    <a:pt x="1098535" y="808199"/>
                  </a:lnTo>
                  <a:lnTo>
                    <a:pt x="1099057" y="802115"/>
                  </a:lnTo>
                  <a:lnTo>
                    <a:pt x="1101137" y="799841"/>
                  </a:lnTo>
                  <a:lnTo>
                    <a:pt x="1104669" y="798843"/>
                  </a:lnTo>
                  <a:lnTo>
                    <a:pt x="1109501" y="795613"/>
                  </a:lnTo>
                  <a:lnTo>
                    <a:pt x="1110872" y="790189"/>
                  </a:lnTo>
                  <a:lnTo>
                    <a:pt x="1112404" y="786962"/>
                  </a:lnTo>
                  <a:lnTo>
                    <a:pt x="1107997" y="783698"/>
                  </a:lnTo>
                  <a:lnTo>
                    <a:pt x="1105880" y="780079"/>
                  </a:lnTo>
                  <a:lnTo>
                    <a:pt x="1105480" y="779422"/>
                  </a:lnTo>
                  <a:lnTo>
                    <a:pt x="1103991" y="776973"/>
                  </a:lnTo>
                  <a:lnTo>
                    <a:pt x="1094038" y="774472"/>
                  </a:lnTo>
                  <a:lnTo>
                    <a:pt x="1087348" y="767712"/>
                  </a:lnTo>
                  <a:lnTo>
                    <a:pt x="1084509" y="765041"/>
                  </a:lnTo>
                  <a:lnTo>
                    <a:pt x="1076554" y="765951"/>
                  </a:lnTo>
                  <a:lnTo>
                    <a:pt x="1072581" y="764129"/>
                  </a:lnTo>
                  <a:lnTo>
                    <a:pt x="1070862" y="766634"/>
                  </a:lnTo>
                  <a:lnTo>
                    <a:pt x="1065169" y="765858"/>
                  </a:lnTo>
                  <a:lnTo>
                    <a:pt x="1060634" y="761932"/>
                  </a:lnTo>
                  <a:lnTo>
                    <a:pt x="1060759" y="757390"/>
                  </a:lnTo>
                  <a:lnTo>
                    <a:pt x="1059700" y="753319"/>
                  </a:lnTo>
                  <a:lnTo>
                    <a:pt x="1055723" y="747604"/>
                  </a:lnTo>
                  <a:lnTo>
                    <a:pt x="1054131" y="744210"/>
                  </a:lnTo>
                  <a:lnTo>
                    <a:pt x="1049795" y="742696"/>
                  </a:lnTo>
                  <a:lnTo>
                    <a:pt x="1046916" y="740668"/>
                  </a:lnTo>
                  <a:lnTo>
                    <a:pt x="1045371" y="735025"/>
                  </a:lnTo>
                  <a:lnTo>
                    <a:pt x="1042197" y="731283"/>
                  </a:lnTo>
                  <a:lnTo>
                    <a:pt x="1041915" y="730949"/>
                  </a:lnTo>
                  <a:lnTo>
                    <a:pt x="1033880" y="724264"/>
                  </a:lnTo>
                  <a:lnTo>
                    <a:pt x="1024612" y="719297"/>
                  </a:lnTo>
                  <a:lnTo>
                    <a:pt x="1021526" y="714223"/>
                  </a:lnTo>
                  <a:lnTo>
                    <a:pt x="1018286" y="712281"/>
                  </a:lnTo>
                  <a:lnTo>
                    <a:pt x="1015657" y="713556"/>
                  </a:lnTo>
                  <a:lnTo>
                    <a:pt x="1011085" y="714717"/>
                  </a:lnTo>
                  <a:lnTo>
                    <a:pt x="1007920" y="714750"/>
                  </a:lnTo>
                  <a:lnTo>
                    <a:pt x="1002363" y="715704"/>
                  </a:lnTo>
                  <a:lnTo>
                    <a:pt x="995271" y="708478"/>
                  </a:lnTo>
                  <a:lnTo>
                    <a:pt x="988045" y="706850"/>
                  </a:lnTo>
                  <a:lnTo>
                    <a:pt x="984370" y="708833"/>
                  </a:lnTo>
                  <a:lnTo>
                    <a:pt x="983157" y="709485"/>
                  </a:lnTo>
                  <a:lnTo>
                    <a:pt x="986028" y="713613"/>
                  </a:lnTo>
                  <a:lnTo>
                    <a:pt x="988157" y="717324"/>
                  </a:lnTo>
                  <a:lnTo>
                    <a:pt x="986963" y="719009"/>
                  </a:lnTo>
                  <a:lnTo>
                    <a:pt x="989566" y="724487"/>
                  </a:lnTo>
                  <a:lnTo>
                    <a:pt x="984421" y="724025"/>
                  </a:lnTo>
                  <a:lnTo>
                    <a:pt x="981872" y="724659"/>
                  </a:lnTo>
                  <a:lnTo>
                    <a:pt x="976421" y="719823"/>
                  </a:lnTo>
                  <a:lnTo>
                    <a:pt x="975236" y="720592"/>
                  </a:lnTo>
                  <a:lnTo>
                    <a:pt x="972567" y="722318"/>
                  </a:lnTo>
                  <a:lnTo>
                    <a:pt x="969475" y="723991"/>
                  </a:lnTo>
                  <a:lnTo>
                    <a:pt x="965406" y="720519"/>
                  </a:lnTo>
                  <a:lnTo>
                    <a:pt x="959980" y="723844"/>
                  </a:lnTo>
                  <a:lnTo>
                    <a:pt x="956221" y="725438"/>
                  </a:lnTo>
                  <a:lnTo>
                    <a:pt x="954939" y="728612"/>
                  </a:lnTo>
                  <a:lnTo>
                    <a:pt x="950865" y="732223"/>
                  </a:lnTo>
                  <a:lnTo>
                    <a:pt x="945891" y="735053"/>
                  </a:lnTo>
                  <a:lnTo>
                    <a:pt x="942258" y="735466"/>
                  </a:lnTo>
                  <a:lnTo>
                    <a:pt x="942146" y="738240"/>
                  </a:lnTo>
                  <a:lnTo>
                    <a:pt x="943156" y="740154"/>
                  </a:lnTo>
                  <a:lnTo>
                    <a:pt x="943033" y="742125"/>
                  </a:lnTo>
                  <a:lnTo>
                    <a:pt x="939635" y="743352"/>
                  </a:lnTo>
                  <a:lnTo>
                    <a:pt x="937937" y="740205"/>
                  </a:lnTo>
                  <a:lnTo>
                    <a:pt x="932665" y="739245"/>
                  </a:lnTo>
                  <a:lnTo>
                    <a:pt x="929807" y="736561"/>
                  </a:lnTo>
                  <a:lnTo>
                    <a:pt x="926769" y="735359"/>
                  </a:lnTo>
                  <a:lnTo>
                    <a:pt x="924102" y="736850"/>
                  </a:lnTo>
                  <a:lnTo>
                    <a:pt x="917936" y="735301"/>
                  </a:lnTo>
                  <a:lnTo>
                    <a:pt x="913527" y="734226"/>
                  </a:lnTo>
                  <a:lnTo>
                    <a:pt x="904942" y="730760"/>
                  </a:lnTo>
                  <a:lnTo>
                    <a:pt x="901891" y="730479"/>
                  </a:lnTo>
                  <a:lnTo>
                    <a:pt x="900005" y="727810"/>
                  </a:lnTo>
                  <a:lnTo>
                    <a:pt x="893465" y="724281"/>
                  </a:lnTo>
                  <a:lnTo>
                    <a:pt x="889135" y="722188"/>
                  </a:lnTo>
                  <a:lnTo>
                    <a:pt x="888962" y="721109"/>
                  </a:lnTo>
                  <a:lnTo>
                    <a:pt x="888609" y="718908"/>
                  </a:lnTo>
                  <a:lnTo>
                    <a:pt x="886886" y="716595"/>
                  </a:lnTo>
                  <a:lnTo>
                    <a:pt x="881919" y="713446"/>
                  </a:lnTo>
                  <a:lnTo>
                    <a:pt x="875560" y="710516"/>
                  </a:lnTo>
                  <a:lnTo>
                    <a:pt x="870743" y="709665"/>
                  </a:lnTo>
                  <a:lnTo>
                    <a:pt x="861048" y="708875"/>
                  </a:lnTo>
                  <a:lnTo>
                    <a:pt x="854302" y="705816"/>
                  </a:lnTo>
                  <a:lnTo>
                    <a:pt x="850100" y="704526"/>
                  </a:lnTo>
                  <a:lnTo>
                    <a:pt x="844745" y="703711"/>
                  </a:lnTo>
                  <a:lnTo>
                    <a:pt x="837726" y="702649"/>
                  </a:lnTo>
                  <a:lnTo>
                    <a:pt x="832394" y="701538"/>
                  </a:lnTo>
                  <a:lnTo>
                    <a:pt x="824420" y="698685"/>
                  </a:lnTo>
                  <a:lnTo>
                    <a:pt x="815874" y="695538"/>
                  </a:lnTo>
                  <a:lnTo>
                    <a:pt x="817944" y="689478"/>
                  </a:lnTo>
                  <a:lnTo>
                    <a:pt x="822273" y="686698"/>
                  </a:lnTo>
                  <a:lnTo>
                    <a:pt x="820897" y="682563"/>
                  </a:lnTo>
                  <a:lnTo>
                    <a:pt x="818116" y="675651"/>
                  </a:lnTo>
                  <a:lnTo>
                    <a:pt x="812877" y="676595"/>
                  </a:lnTo>
                  <a:lnTo>
                    <a:pt x="810663" y="679506"/>
                  </a:lnTo>
                  <a:lnTo>
                    <a:pt x="805303" y="684507"/>
                  </a:lnTo>
                  <a:lnTo>
                    <a:pt x="802825" y="686737"/>
                  </a:lnTo>
                  <a:lnTo>
                    <a:pt x="801747" y="690427"/>
                  </a:lnTo>
                  <a:lnTo>
                    <a:pt x="796454" y="691344"/>
                  </a:lnTo>
                  <a:lnTo>
                    <a:pt x="784512" y="693193"/>
                  </a:lnTo>
                  <a:lnTo>
                    <a:pt x="780189" y="692970"/>
                  </a:lnTo>
                  <a:lnTo>
                    <a:pt x="772061" y="691250"/>
                  </a:lnTo>
                  <a:lnTo>
                    <a:pt x="763979" y="689864"/>
                  </a:lnTo>
                  <a:lnTo>
                    <a:pt x="760240" y="687217"/>
                  </a:lnTo>
                  <a:lnTo>
                    <a:pt x="756300" y="685879"/>
                  </a:lnTo>
                  <a:lnTo>
                    <a:pt x="752094" y="687158"/>
                  </a:lnTo>
                  <a:lnTo>
                    <a:pt x="746009" y="685691"/>
                  </a:lnTo>
                  <a:lnTo>
                    <a:pt x="741285" y="686138"/>
                  </a:lnTo>
                  <a:lnTo>
                    <a:pt x="729618" y="686316"/>
                  </a:lnTo>
                  <a:lnTo>
                    <a:pt x="719737" y="687582"/>
                  </a:lnTo>
                  <a:lnTo>
                    <a:pt x="714905" y="689219"/>
                  </a:lnTo>
                  <a:lnTo>
                    <a:pt x="710486" y="691959"/>
                  </a:lnTo>
                  <a:lnTo>
                    <a:pt x="704693" y="694259"/>
                  </a:lnTo>
                  <a:lnTo>
                    <a:pt x="694367" y="698563"/>
                  </a:lnTo>
                  <a:lnTo>
                    <a:pt x="690069" y="701571"/>
                  </a:lnTo>
                  <a:lnTo>
                    <a:pt x="686988" y="704072"/>
                  </a:lnTo>
                  <a:lnTo>
                    <a:pt x="683300" y="703199"/>
                  </a:lnTo>
                  <a:lnTo>
                    <a:pt x="681456" y="701715"/>
                  </a:lnTo>
                  <a:lnTo>
                    <a:pt x="678845" y="698485"/>
                  </a:lnTo>
                  <a:lnTo>
                    <a:pt x="676281" y="697924"/>
                  </a:lnTo>
                  <a:lnTo>
                    <a:pt x="671816" y="700854"/>
                  </a:lnTo>
                  <a:lnTo>
                    <a:pt x="668552" y="697806"/>
                  </a:lnTo>
                  <a:lnTo>
                    <a:pt x="664331" y="696805"/>
                  </a:lnTo>
                  <a:lnTo>
                    <a:pt x="660954" y="695859"/>
                  </a:lnTo>
                  <a:lnTo>
                    <a:pt x="652408" y="696412"/>
                  </a:lnTo>
                  <a:lnTo>
                    <a:pt x="650685" y="692746"/>
                  </a:lnTo>
                  <a:lnTo>
                    <a:pt x="646308" y="691652"/>
                  </a:lnTo>
                  <a:lnTo>
                    <a:pt x="645230" y="693544"/>
                  </a:lnTo>
                  <a:lnTo>
                    <a:pt x="641490" y="693419"/>
                  </a:lnTo>
                  <a:lnTo>
                    <a:pt x="637166" y="691642"/>
                  </a:lnTo>
                  <a:lnTo>
                    <a:pt x="633751" y="694822"/>
                  </a:lnTo>
                  <a:lnTo>
                    <a:pt x="630145" y="696797"/>
                  </a:lnTo>
                  <a:lnTo>
                    <a:pt x="623745" y="695009"/>
                  </a:lnTo>
                  <a:lnTo>
                    <a:pt x="618545" y="693686"/>
                  </a:lnTo>
                  <a:lnTo>
                    <a:pt x="615877" y="695832"/>
                  </a:lnTo>
                  <a:lnTo>
                    <a:pt x="612844" y="697666"/>
                  </a:lnTo>
                  <a:lnTo>
                    <a:pt x="611911" y="698522"/>
                  </a:lnTo>
                  <a:lnTo>
                    <a:pt x="607263" y="700350"/>
                  </a:lnTo>
                  <a:lnTo>
                    <a:pt x="604774" y="703125"/>
                  </a:lnTo>
                  <a:lnTo>
                    <a:pt x="601977" y="707411"/>
                  </a:lnTo>
                  <a:lnTo>
                    <a:pt x="600660" y="707580"/>
                  </a:lnTo>
                  <a:lnTo>
                    <a:pt x="598889" y="705476"/>
                  </a:lnTo>
                  <a:lnTo>
                    <a:pt x="592078" y="706189"/>
                  </a:lnTo>
                  <a:lnTo>
                    <a:pt x="590422" y="710011"/>
                  </a:lnTo>
                  <a:lnTo>
                    <a:pt x="586732" y="715483"/>
                  </a:lnTo>
                  <a:lnTo>
                    <a:pt x="584140" y="720351"/>
                  </a:lnTo>
                  <a:lnTo>
                    <a:pt x="581709" y="727103"/>
                  </a:lnTo>
                  <a:lnTo>
                    <a:pt x="583493" y="730409"/>
                  </a:lnTo>
                  <a:lnTo>
                    <a:pt x="580190" y="731651"/>
                  </a:lnTo>
                  <a:lnTo>
                    <a:pt x="580231" y="734860"/>
                  </a:lnTo>
                  <a:lnTo>
                    <a:pt x="582974" y="736258"/>
                  </a:lnTo>
                  <a:lnTo>
                    <a:pt x="579884" y="739340"/>
                  </a:lnTo>
                  <a:lnTo>
                    <a:pt x="575995" y="741786"/>
                  </a:lnTo>
                  <a:lnTo>
                    <a:pt x="572640" y="743961"/>
                  </a:lnTo>
                  <a:lnTo>
                    <a:pt x="569639" y="746750"/>
                  </a:lnTo>
                  <a:lnTo>
                    <a:pt x="567788" y="745765"/>
                  </a:lnTo>
                  <a:lnTo>
                    <a:pt x="567628" y="742172"/>
                  </a:lnTo>
                  <a:lnTo>
                    <a:pt x="568977" y="739538"/>
                  </a:lnTo>
                  <a:lnTo>
                    <a:pt x="564835" y="734423"/>
                  </a:lnTo>
                  <a:lnTo>
                    <a:pt x="560534" y="735728"/>
                  </a:lnTo>
                  <a:lnTo>
                    <a:pt x="556139" y="737981"/>
                  </a:lnTo>
                  <a:lnTo>
                    <a:pt x="556638" y="734894"/>
                  </a:lnTo>
                  <a:lnTo>
                    <a:pt x="553135" y="731669"/>
                  </a:lnTo>
                  <a:lnTo>
                    <a:pt x="551130" y="735863"/>
                  </a:lnTo>
                  <a:lnTo>
                    <a:pt x="549274" y="739075"/>
                  </a:lnTo>
                  <a:lnTo>
                    <a:pt x="544770" y="741295"/>
                  </a:lnTo>
                  <a:lnTo>
                    <a:pt x="544232" y="740867"/>
                  </a:lnTo>
                  <a:lnTo>
                    <a:pt x="542778" y="739705"/>
                  </a:lnTo>
                  <a:lnTo>
                    <a:pt x="539291" y="739808"/>
                  </a:lnTo>
                  <a:lnTo>
                    <a:pt x="537841" y="742005"/>
                  </a:lnTo>
                  <a:lnTo>
                    <a:pt x="535183" y="740525"/>
                  </a:lnTo>
                  <a:lnTo>
                    <a:pt x="532269" y="741826"/>
                  </a:lnTo>
                  <a:lnTo>
                    <a:pt x="529342" y="740564"/>
                  </a:lnTo>
                  <a:lnTo>
                    <a:pt x="526697" y="743063"/>
                  </a:lnTo>
                  <a:lnTo>
                    <a:pt x="525915" y="747728"/>
                  </a:lnTo>
                  <a:lnTo>
                    <a:pt x="523078" y="750688"/>
                  </a:lnTo>
                  <a:lnTo>
                    <a:pt x="519437" y="746729"/>
                  </a:lnTo>
                  <a:lnTo>
                    <a:pt x="516923" y="750653"/>
                  </a:lnTo>
                  <a:lnTo>
                    <a:pt x="516807" y="754376"/>
                  </a:lnTo>
                  <a:lnTo>
                    <a:pt x="519804" y="755671"/>
                  </a:lnTo>
                  <a:lnTo>
                    <a:pt x="519847" y="760011"/>
                  </a:lnTo>
                  <a:lnTo>
                    <a:pt x="516539" y="758717"/>
                  </a:lnTo>
                  <a:lnTo>
                    <a:pt x="513597" y="761098"/>
                  </a:lnTo>
                  <a:lnTo>
                    <a:pt x="513890" y="765741"/>
                  </a:lnTo>
                  <a:lnTo>
                    <a:pt x="510265" y="762038"/>
                  </a:lnTo>
                  <a:lnTo>
                    <a:pt x="508012" y="763061"/>
                  </a:lnTo>
                  <a:lnTo>
                    <a:pt x="506104" y="767536"/>
                  </a:lnTo>
                  <a:lnTo>
                    <a:pt x="502825" y="773083"/>
                  </a:lnTo>
                  <a:lnTo>
                    <a:pt x="499211" y="779775"/>
                  </a:lnTo>
                  <a:lnTo>
                    <a:pt x="499137" y="782640"/>
                  </a:lnTo>
                  <a:lnTo>
                    <a:pt x="497478" y="784608"/>
                  </a:lnTo>
                  <a:lnTo>
                    <a:pt x="497248" y="788558"/>
                  </a:lnTo>
                  <a:lnTo>
                    <a:pt x="495846" y="788690"/>
                  </a:lnTo>
                  <a:lnTo>
                    <a:pt x="493583" y="783716"/>
                  </a:lnTo>
                  <a:lnTo>
                    <a:pt x="492587" y="781558"/>
                  </a:lnTo>
                  <a:lnTo>
                    <a:pt x="490156" y="782694"/>
                  </a:lnTo>
                  <a:lnTo>
                    <a:pt x="489865" y="786733"/>
                  </a:lnTo>
                  <a:lnTo>
                    <a:pt x="488455" y="792437"/>
                  </a:lnTo>
                  <a:lnTo>
                    <a:pt x="487317" y="793518"/>
                  </a:lnTo>
                  <a:lnTo>
                    <a:pt x="483807" y="791444"/>
                  </a:lnTo>
                  <a:lnTo>
                    <a:pt x="481263" y="793566"/>
                  </a:lnTo>
                  <a:lnTo>
                    <a:pt x="482400" y="795918"/>
                  </a:lnTo>
                  <a:lnTo>
                    <a:pt x="481048" y="798482"/>
                  </a:lnTo>
                  <a:lnTo>
                    <a:pt x="479301" y="799357"/>
                  </a:lnTo>
                  <a:lnTo>
                    <a:pt x="475548" y="800887"/>
                  </a:lnTo>
                  <a:lnTo>
                    <a:pt x="470433" y="801004"/>
                  </a:lnTo>
                  <a:lnTo>
                    <a:pt x="468732" y="801063"/>
                  </a:lnTo>
                  <a:lnTo>
                    <a:pt x="464530" y="800293"/>
                  </a:lnTo>
                  <a:lnTo>
                    <a:pt x="466681" y="807234"/>
                  </a:lnTo>
                  <a:lnTo>
                    <a:pt x="459955" y="811297"/>
                  </a:lnTo>
                  <a:lnTo>
                    <a:pt x="453354" y="808530"/>
                  </a:lnTo>
                  <a:lnTo>
                    <a:pt x="450822" y="803241"/>
                  </a:lnTo>
                  <a:lnTo>
                    <a:pt x="448246" y="800128"/>
                  </a:lnTo>
                  <a:lnTo>
                    <a:pt x="448319" y="795634"/>
                  </a:lnTo>
                  <a:lnTo>
                    <a:pt x="450028" y="790252"/>
                  </a:lnTo>
                  <a:lnTo>
                    <a:pt x="454053" y="786499"/>
                  </a:lnTo>
                  <a:lnTo>
                    <a:pt x="460553" y="781845"/>
                  </a:lnTo>
                  <a:lnTo>
                    <a:pt x="465913" y="777720"/>
                  </a:lnTo>
                  <a:lnTo>
                    <a:pt x="469149" y="773371"/>
                  </a:lnTo>
                  <a:lnTo>
                    <a:pt x="465729" y="769364"/>
                  </a:lnTo>
                  <a:lnTo>
                    <a:pt x="461511" y="773270"/>
                  </a:lnTo>
                  <a:lnTo>
                    <a:pt x="455548" y="774197"/>
                  </a:lnTo>
                  <a:lnTo>
                    <a:pt x="452016" y="772031"/>
                  </a:lnTo>
                  <a:lnTo>
                    <a:pt x="447536" y="767033"/>
                  </a:lnTo>
                  <a:lnTo>
                    <a:pt x="448599" y="761803"/>
                  </a:lnTo>
                  <a:lnTo>
                    <a:pt x="449675" y="756693"/>
                  </a:lnTo>
                  <a:lnTo>
                    <a:pt x="450093" y="750421"/>
                  </a:lnTo>
                  <a:lnTo>
                    <a:pt x="452690" y="743965"/>
                  </a:lnTo>
                  <a:lnTo>
                    <a:pt x="457307" y="735643"/>
                  </a:lnTo>
                  <a:lnTo>
                    <a:pt x="457770" y="729891"/>
                  </a:lnTo>
                  <a:lnTo>
                    <a:pt x="457562" y="724797"/>
                  </a:lnTo>
                  <a:lnTo>
                    <a:pt x="459261" y="723566"/>
                  </a:lnTo>
                  <a:lnTo>
                    <a:pt x="459035" y="716236"/>
                  </a:lnTo>
                  <a:lnTo>
                    <a:pt x="457827" y="711991"/>
                  </a:lnTo>
                  <a:lnTo>
                    <a:pt x="455787" y="707319"/>
                  </a:lnTo>
                  <a:lnTo>
                    <a:pt x="453341" y="702499"/>
                  </a:lnTo>
                  <a:lnTo>
                    <a:pt x="454331" y="700833"/>
                  </a:lnTo>
                  <a:lnTo>
                    <a:pt x="457265" y="697964"/>
                  </a:lnTo>
                  <a:lnTo>
                    <a:pt x="463014" y="695939"/>
                  </a:lnTo>
                  <a:lnTo>
                    <a:pt x="467385" y="690844"/>
                  </a:lnTo>
                  <a:lnTo>
                    <a:pt x="472235" y="684386"/>
                  </a:lnTo>
                  <a:lnTo>
                    <a:pt x="477610" y="678811"/>
                  </a:lnTo>
                  <a:lnTo>
                    <a:pt x="480296" y="676479"/>
                  </a:lnTo>
                  <a:lnTo>
                    <a:pt x="482179" y="676997"/>
                  </a:lnTo>
                  <a:lnTo>
                    <a:pt x="487694" y="684440"/>
                  </a:lnTo>
                  <a:lnTo>
                    <a:pt x="490308" y="684762"/>
                  </a:lnTo>
                  <a:lnTo>
                    <a:pt x="494081" y="684914"/>
                  </a:lnTo>
                  <a:lnTo>
                    <a:pt x="496003" y="680465"/>
                  </a:lnTo>
                  <a:lnTo>
                    <a:pt x="497105" y="678429"/>
                  </a:lnTo>
                  <a:lnTo>
                    <a:pt x="499873" y="675674"/>
                  </a:lnTo>
                  <a:lnTo>
                    <a:pt x="500694" y="674854"/>
                  </a:lnTo>
                  <a:lnTo>
                    <a:pt x="496679" y="671128"/>
                  </a:lnTo>
                  <a:lnTo>
                    <a:pt x="490992" y="667840"/>
                  </a:lnTo>
                  <a:lnTo>
                    <a:pt x="489094" y="667300"/>
                  </a:lnTo>
                  <a:lnTo>
                    <a:pt x="483443" y="669811"/>
                  </a:lnTo>
                  <a:lnTo>
                    <a:pt x="484202" y="667306"/>
                  </a:lnTo>
                  <a:lnTo>
                    <a:pt x="484135" y="665246"/>
                  </a:lnTo>
                  <a:lnTo>
                    <a:pt x="483992" y="660774"/>
                  </a:lnTo>
                  <a:lnTo>
                    <a:pt x="477685" y="662714"/>
                  </a:lnTo>
                  <a:lnTo>
                    <a:pt x="474219" y="661614"/>
                  </a:lnTo>
                  <a:lnTo>
                    <a:pt x="470046" y="662511"/>
                  </a:lnTo>
                  <a:lnTo>
                    <a:pt x="466066" y="665646"/>
                  </a:lnTo>
                  <a:lnTo>
                    <a:pt x="462945" y="667333"/>
                  </a:lnTo>
                  <a:lnTo>
                    <a:pt x="462064" y="668533"/>
                  </a:lnTo>
                  <a:lnTo>
                    <a:pt x="460193" y="671079"/>
                  </a:lnTo>
                  <a:lnTo>
                    <a:pt x="458687" y="676529"/>
                  </a:lnTo>
                  <a:lnTo>
                    <a:pt x="457684" y="679188"/>
                  </a:lnTo>
                  <a:lnTo>
                    <a:pt x="455212" y="679978"/>
                  </a:lnTo>
                  <a:lnTo>
                    <a:pt x="452618" y="682373"/>
                  </a:lnTo>
                  <a:lnTo>
                    <a:pt x="448739" y="682855"/>
                  </a:lnTo>
                  <a:lnTo>
                    <a:pt x="445577" y="686356"/>
                  </a:lnTo>
                  <a:lnTo>
                    <a:pt x="442511" y="690921"/>
                  </a:lnTo>
                  <a:lnTo>
                    <a:pt x="440569" y="694604"/>
                  </a:lnTo>
                  <a:lnTo>
                    <a:pt x="441601" y="697388"/>
                  </a:lnTo>
                  <a:lnTo>
                    <a:pt x="444426" y="702288"/>
                  </a:lnTo>
                  <a:lnTo>
                    <a:pt x="444233" y="703799"/>
                  </a:lnTo>
                  <a:lnTo>
                    <a:pt x="438736" y="703770"/>
                  </a:lnTo>
                  <a:lnTo>
                    <a:pt x="435013" y="708402"/>
                  </a:lnTo>
                  <a:lnTo>
                    <a:pt x="432777" y="714241"/>
                  </a:lnTo>
                  <a:lnTo>
                    <a:pt x="429344" y="717402"/>
                  </a:lnTo>
                  <a:lnTo>
                    <a:pt x="427757" y="721979"/>
                  </a:lnTo>
                  <a:lnTo>
                    <a:pt x="429104" y="725812"/>
                  </a:lnTo>
                  <a:lnTo>
                    <a:pt x="431303" y="726914"/>
                  </a:lnTo>
                  <a:lnTo>
                    <a:pt x="427394" y="730675"/>
                  </a:lnTo>
                  <a:lnTo>
                    <a:pt x="426805" y="734654"/>
                  </a:lnTo>
                  <a:lnTo>
                    <a:pt x="423283" y="738218"/>
                  </a:lnTo>
                  <a:lnTo>
                    <a:pt x="422495" y="740695"/>
                  </a:lnTo>
                  <a:lnTo>
                    <a:pt x="422663" y="743148"/>
                  </a:lnTo>
                  <a:lnTo>
                    <a:pt x="423965" y="746785"/>
                  </a:lnTo>
                  <a:lnTo>
                    <a:pt x="423717" y="751242"/>
                  </a:lnTo>
                  <a:lnTo>
                    <a:pt x="421169" y="756979"/>
                  </a:lnTo>
                  <a:lnTo>
                    <a:pt x="420886" y="760242"/>
                  </a:lnTo>
                  <a:lnTo>
                    <a:pt x="416348" y="763851"/>
                  </a:lnTo>
                  <a:lnTo>
                    <a:pt x="413049" y="763804"/>
                  </a:lnTo>
                  <a:lnTo>
                    <a:pt x="412153" y="767348"/>
                  </a:lnTo>
                  <a:lnTo>
                    <a:pt x="412530" y="772680"/>
                  </a:lnTo>
                  <a:lnTo>
                    <a:pt x="411900" y="776782"/>
                  </a:lnTo>
                  <a:lnTo>
                    <a:pt x="408999" y="779634"/>
                  </a:lnTo>
                  <a:lnTo>
                    <a:pt x="406547" y="781396"/>
                  </a:lnTo>
                  <a:lnTo>
                    <a:pt x="404479" y="782085"/>
                  </a:lnTo>
                  <a:lnTo>
                    <a:pt x="401305" y="781721"/>
                  </a:lnTo>
                  <a:lnTo>
                    <a:pt x="397253" y="782577"/>
                  </a:lnTo>
                  <a:lnTo>
                    <a:pt x="397161" y="784831"/>
                  </a:lnTo>
                  <a:lnTo>
                    <a:pt x="396694" y="787657"/>
                  </a:lnTo>
                  <a:lnTo>
                    <a:pt x="393412" y="788221"/>
                  </a:lnTo>
                  <a:lnTo>
                    <a:pt x="391116" y="789103"/>
                  </a:lnTo>
                  <a:lnTo>
                    <a:pt x="393608" y="794235"/>
                  </a:lnTo>
                  <a:lnTo>
                    <a:pt x="392357" y="796662"/>
                  </a:lnTo>
                  <a:lnTo>
                    <a:pt x="388834" y="797406"/>
                  </a:lnTo>
                  <a:lnTo>
                    <a:pt x="387009" y="798870"/>
                  </a:lnTo>
                  <a:lnTo>
                    <a:pt x="384881" y="800475"/>
                  </a:lnTo>
                  <a:lnTo>
                    <a:pt x="384274" y="804437"/>
                  </a:lnTo>
                  <a:lnTo>
                    <a:pt x="381688" y="807362"/>
                  </a:lnTo>
                  <a:lnTo>
                    <a:pt x="381595" y="812172"/>
                  </a:lnTo>
                  <a:lnTo>
                    <a:pt x="380905" y="815222"/>
                  </a:lnTo>
                  <a:lnTo>
                    <a:pt x="380999" y="818543"/>
                  </a:lnTo>
                  <a:lnTo>
                    <a:pt x="385016" y="821594"/>
                  </a:lnTo>
                  <a:lnTo>
                    <a:pt x="389173" y="821807"/>
                  </a:lnTo>
                  <a:lnTo>
                    <a:pt x="393456" y="820767"/>
                  </a:lnTo>
                  <a:lnTo>
                    <a:pt x="396513" y="820265"/>
                  </a:lnTo>
                  <a:lnTo>
                    <a:pt x="400163" y="824859"/>
                  </a:lnTo>
                  <a:lnTo>
                    <a:pt x="403854" y="824783"/>
                  </a:lnTo>
                  <a:lnTo>
                    <a:pt x="406913" y="827428"/>
                  </a:lnTo>
                  <a:lnTo>
                    <a:pt x="409452" y="830064"/>
                  </a:lnTo>
                  <a:lnTo>
                    <a:pt x="411511" y="832575"/>
                  </a:lnTo>
                  <a:lnTo>
                    <a:pt x="410755" y="833486"/>
                  </a:lnTo>
                  <a:lnTo>
                    <a:pt x="408655" y="836011"/>
                  </a:lnTo>
                  <a:lnTo>
                    <a:pt x="408219" y="841380"/>
                  </a:lnTo>
                  <a:lnTo>
                    <a:pt x="407132" y="843755"/>
                  </a:lnTo>
                  <a:lnTo>
                    <a:pt x="403897" y="845614"/>
                  </a:lnTo>
                  <a:lnTo>
                    <a:pt x="403022" y="848896"/>
                  </a:lnTo>
                  <a:lnTo>
                    <a:pt x="398845" y="851509"/>
                  </a:lnTo>
                  <a:lnTo>
                    <a:pt x="394999" y="851676"/>
                  </a:lnTo>
                  <a:lnTo>
                    <a:pt x="393515" y="855259"/>
                  </a:lnTo>
                  <a:lnTo>
                    <a:pt x="393334" y="859587"/>
                  </a:lnTo>
                  <a:lnTo>
                    <a:pt x="391098" y="860169"/>
                  </a:lnTo>
                  <a:lnTo>
                    <a:pt x="389292" y="863895"/>
                  </a:lnTo>
                  <a:lnTo>
                    <a:pt x="392370" y="866897"/>
                  </a:lnTo>
                  <a:lnTo>
                    <a:pt x="389818" y="869748"/>
                  </a:lnTo>
                  <a:lnTo>
                    <a:pt x="389414" y="874692"/>
                  </a:lnTo>
                  <a:lnTo>
                    <a:pt x="388580" y="879459"/>
                  </a:lnTo>
                  <a:lnTo>
                    <a:pt x="386676" y="884953"/>
                  </a:lnTo>
                  <a:lnTo>
                    <a:pt x="383183" y="888121"/>
                  </a:lnTo>
                  <a:lnTo>
                    <a:pt x="379032" y="891138"/>
                  </a:lnTo>
                  <a:lnTo>
                    <a:pt x="375928" y="893676"/>
                  </a:lnTo>
                  <a:lnTo>
                    <a:pt x="370110" y="895280"/>
                  </a:lnTo>
                  <a:lnTo>
                    <a:pt x="366357" y="894003"/>
                  </a:lnTo>
                  <a:lnTo>
                    <a:pt x="361719" y="896341"/>
                  </a:lnTo>
                  <a:lnTo>
                    <a:pt x="359037" y="899645"/>
                  </a:lnTo>
                  <a:lnTo>
                    <a:pt x="361203" y="902808"/>
                  </a:lnTo>
                  <a:lnTo>
                    <a:pt x="360321" y="905521"/>
                  </a:lnTo>
                  <a:lnTo>
                    <a:pt x="354896" y="908788"/>
                  </a:lnTo>
                  <a:lnTo>
                    <a:pt x="354919" y="913198"/>
                  </a:lnTo>
                  <a:lnTo>
                    <a:pt x="352971" y="916301"/>
                  </a:lnTo>
                  <a:lnTo>
                    <a:pt x="347719" y="913646"/>
                  </a:lnTo>
                  <a:lnTo>
                    <a:pt x="344275" y="912793"/>
                  </a:lnTo>
                  <a:lnTo>
                    <a:pt x="344647" y="918822"/>
                  </a:lnTo>
                  <a:lnTo>
                    <a:pt x="344367" y="920987"/>
                  </a:lnTo>
                  <a:lnTo>
                    <a:pt x="341439" y="922769"/>
                  </a:lnTo>
                  <a:lnTo>
                    <a:pt x="341680" y="928410"/>
                  </a:lnTo>
                  <a:lnTo>
                    <a:pt x="335806" y="929835"/>
                  </a:lnTo>
                  <a:lnTo>
                    <a:pt x="331564" y="930800"/>
                  </a:lnTo>
                  <a:lnTo>
                    <a:pt x="333123" y="935710"/>
                  </a:lnTo>
                  <a:lnTo>
                    <a:pt x="330610" y="936676"/>
                  </a:lnTo>
                  <a:lnTo>
                    <a:pt x="326369" y="936610"/>
                  </a:lnTo>
                  <a:lnTo>
                    <a:pt x="321976" y="939946"/>
                  </a:lnTo>
                  <a:lnTo>
                    <a:pt x="323191" y="944216"/>
                  </a:lnTo>
                  <a:lnTo>
                    <a:pt x="323492" y="950146"/>
                  </a:lnTo>
                  <a:lnTo>
                    <a:pt x="324161" y="954545"/>
                  </a:lnTo>
                  <a:lnTo>
                    <a:pt x="323933" y="954862"/>
                  </a:lnTo>
                  <a:lnTo>
                    <a:pt x="320943" y="959010"/>
                  </a:lnTo>
                  <a:lnTo>
                    <a:pt x="320048" y="962527"/>
                  </a:lnTo>
                  <a:lnTo>
                    <a:pt x="318171" y="968318"/>
                  </a:lnTo>
                  <a:lnTo>
                    <a:pt x="315221" y="967883"/>
                  </a:lnTo>
                  <a:lnTo>
                    <a:pt x="313058" y="968484"/>
                  </a:lnTo>
                  <a:lnTo>
                    <a:pt x="309520" y="974752"/>
                  </a:lnTo>
                  <a:lnTo>
                    <a:pt x="305750" y="973467"/>
                  </a:lnTo>
                  <a:lnTo>
                    <a:pt x="302654" y="976058"/>
                  </a:lnTo>
                  <a:lnTo>
                    <a:pt x="301612" y="979238"/>
                  </a:lnTo>
                  <a:lnTo>
                    <a:pt x="298314" y="984111"/>
                  </a:lnTo>
                  <a:lnTo>
                    <a:pt x="294560" y="981910"/>
                  </a:lnTo>
                  <a:lnTo>
                    <a:pt x="290664" y="983902"/>
                  </a:lnTo>
                  <a:lnTo>
                    <a:pt x="286810" y="985763"/>
                  </a:lnTo>
                  <a:lnTo>
                    <a:pt x="285963" y="989210"/>
                  </a:lnTo>
                  <a:lnTo>
                    <a:pt x="290007" y="993074"/>
                  </a:lnTo>
                  <a:lnTo>
                    <a:pt x="288658" y="994924"/>
                  </a:lnTo>
                  <a:lnTo>
                    <a:pt x="284994" y="994811"/>
                  </a:lnTo>
                  <a:lnTo>
                    <a:pt x="282730" y="995722"/>
                  </a:lnTo>
                  <a:lnTo>
                    <a:pt x="281024" y="992857"/>
                  </a:lnTo>
                  <a:lnTo>
                    <a:pt x="278501" y="991786"/>
                  </a:lnTo>
                  <a:lnTo>
                    <a:pt x="274396" y="993836"/>
                  </a:lnTo>
                  <a:lnTo>
                    <a:pt x="276395" y="998906"/>
                  </a:lnTo>
                  <a:lnTo>
                    <a:pt x="278401" y="1002373"/>
                  </a:lnTo>
                  <a:lnTo>
                    <a:pt x="276962" y="1006334"/>
                  </a:lnTo>
                  <a:lnTo>
                    <a:pt x="273414" y="1005134"/>
                  </a:lnTo>
                  <a:lnTo>
                    <a:pt x="268253" y="1006433"/>
                  </a:lnTo>
                  <a:lnTo>
                    <a:pt x="264237" y="1006236"/>
                  </a:lnTo>
                  <a:lnTo>
                    <a:pt x="262872" y="1005277"/>
                  </a:lnTo>
                  <a:lnTo>
                    <a:pt x="260001" y="1006317"/>
                  </a:lnTo>
                  <a:lnTo>
                    <a:pt x="257944" y="1009090"/>
                  </a:lnTo>
                  <a:lnTo>
                    <a:pt x="256602" y="1014929"/>
                  </a:lnTo>
                  <a:lnTo>
                    <a:pt x="259139" y="1015218"/>
                  </a:lnTo>
                  <a:lnTo>
                    <a:pt x="263508" y="1016413"/>
                  </a:lnTo>
                  <a:lnTo>
                    <a:pt x="266344" y="1017769"/>
                  </a:lnTo>
                  <a:lnTo>
                    <a:pt x="269677" y="1021932"/>
                  </a:lnTo>
                  <a:lnTo>
                    <a:pt x="264352" y="1026043"/>
                  </a:lnTo>
                  <a:lnTo>
                    <a:pt x="261445" y="1028773"/>
                  </a:lnTo>
                  <a:lnTo>
                    <a:pt x="261072" y="1033509"/>
                  </a:lnTo>
                  <a:lnTo>
                    <a:pt x="260158" y="1038296"/>
                  </a:lnTo>
                  <a:lnTo>
                    <a:pt x="257559" y="1039397"/>
                  </a:lnTo>
                  <a:lnTo>
                    <a:pt x="253120" y="1038532"/>
                  </a:lnTo>
                  <a:lnTo>
                    <a:pt x="252772" y="1040988"/>
                  </a:lnTo>
                  <a:lnTo>
                    <a:pt x="249520" y="1041046"/>
                  </a:lnTo>
                  <a:lnTo>
                    <a:pt x="244462" y="1041769"/>
                  </a:lnTo>
                  <a:lnTo>
                    <a:pt x="237864" y="1044413"/>
                  </a:lnTo>
                  <a:lnTo>
                    <a:pt x="238537" y="1049799"/>
                  </a:lnTo>
                  <a:lnTo>
                    <a:pt x="228476" y="1058166"/>
                  </a:lnTo>
                  <a:lnTo>
                    <a:pt x="223891" y="1060871"/>
                  </a:lnTo>
                  <a:lnTo>
                    <a:pt x="223044" y="1063292"/>
                  </a:lnTo>
                  <a:lnTo>
                    <a:pt x="222729" y="1064193"/>
                  </a:lnTo>
                  <a:lnTo>
                    <a:pt x="218656" y="1067950"/>
                  </a:lnTo>
                  <a:lnTo>
                    <a:pt x="217390" y="1068198"/>
                  </a:lnTo>
                  <a:lnTo>
                    <a:pt x="216311" y="1065156"/>
                  </a:lnTo>
                  <a:lnTo>
                    <a:pt x="218945" y="1062356"/>
                  </a:lnTo>
                  <a:lnTo>
                    <a:pt x="218795" y="1055924"/>
                  </a:lnTo>
                  <a:lnTo>
                    <a:pt x="220163" y="1052361"/>
                  </a:lnTo>
                  <a:lnTo>
                    <a:pt x="218244" y="1049991"/>
                  </a:lnTo>
                  <a:lnTo>
                    <a:pt x="215104" y="1049123"/>
                  </a:lnTo>
                  <a:lnTo>
                    <a:pt x="212650" y="1052534"/>
                  </a:lnTo>
                  <a:lnTo>
                    <a:pt x="209580" y="1052524"/>
                  </a:lnTo>
                  <a:lnTo>
                    <a:pt x="206569" y="1053306"/>
                  </a:lnTo>
                  <a:lnTo>
                    <a:pt x="205708" y="1058093"/>
                  </a:lnTo>
                  <a:lnTo>
                    <a:pt x="203377" y="1060848"/>
                  </a:lnTo>
                  <a:lnTo>
                    <a:pt x="198386" y="1063604"/>
                  </a:lnTo>
                  <a:lnTo>
                    <a:pt x="194639" y="1066244"/>
                  </a:lnTo>
                  <a:lnTo>
                    <a:pt x="192393" y="1070965"/>
                  </a:lnTo>
                  <a:lnTo>
                    <a:pt x="192531" y="1072765"/>
                  </a:lnTo>
                  <a:lnTo>
                    <a:pt x="190614" y="1074957"/>
                  </a:lnTo>
                  <a:lnTo>
                    <a:pt x="185925" y="1072386"/>
                  </a:lnTo>
                  <a:lnTo>
                    <a:pt x="185643" y="1075964"/>
                  </a:lnTo>
                  <a:lnTo>
                    <a:pt x="181721" y="1076509"/>
                  </a:lnTo>
                  <a:lnTo>
                    <a:pt x="179753" y="1075061"/>
                  </a:lnTo>
                  <a:lnTo>
                    <a:pt x="174938" y="1075077"/>
                  </a:lnTo>
                  <a:lnTo>
                    <a:pt x="171527" y="1079415"/>
                  </a:lnTo>
                  <a:lnTo>
                    <a:pt x="165678" y="1082942"/>
                  </a:lnTo>
                  <a:lnTo>
                    <a:pt x="157655" y="1082630"/>
                  </a:lnTo>
                  <a:lnTo>
                    <a:pt x="156625" y="1080860"/>
                  </a:lnTo>
                  <a:lnTo>
                    <a:pt x="157736" y="1077122"/>
                  </a:lnTo>
                  <a:lnTo>
                    <a:pt x="157919" y="1073312"/>
                  </a:lnTo>
                  <a:lnTo>
                    <a:pt x="160954" y="1068401"/>
                  </a:lnTo>
                  <a:lnTo>
                    <a:pt x="160254" y="1064432"/>
                  </a:lnTo>
                  <a:lnTo>
                    <a:pt x="157175" y="1064005"/>
                  </a:lnTo>
                  <a:lnTo>
                    <a:pt x="153606" y="1064900"/>
                  </a:lnTo>
                  <a:lnTo>
                    <a:pt x="151286" y="1068907"/>
                  </a:lnTo>
                  <a:lnTo>
                    <a:pt x="149945" y="1072009"/>
                  </a:lnTo>
                  <a:lnTo>
                    <a:pt x="150634" y="1079231"/>
                  </a:lnTo>
                  <a:lnTo>
                    <a:pt x="147663" y="1084517"/>
                  </a:lnTo>
                  <a:lnTo>
                    <a:pt x="144822" y="1088698"/>
                  </a:lnTo>
                  <a:lnTo>
                    <a:pt x="146609" y="1094864"/>
                  </a:lnTo>
                  <a:lnTo>
                    <a:pt x="150078" y="1096435"/>
                  </a:lnTo>
                  <a:lnTo>
                    <a:pt x="155124" y="1099918"/>
                  </a:lnTo>
                  <a:lnTo>
                    <a:pt x="156130" y="1102512"/>
                  </a:lnTo>
                  <a:lnTo>
                    <a:pt x="151232" y="1101582"/>
                  </a:lnTo>
                  <a:lnTo>
                    <a:pt x="147747" y="1103307"/>
                  </a:lnTo>
                  <a:lnTo>
                    <a:pt x="143675" y="1099980"/>
                  </a:lnTo>
                  <a:lnTo>
                    <a:pt x="141909" y="1099143"/>
                  </a:lnTo>
                  <a:lnTo>
                    <a:pt x="138627" y="1101652"/>
                  </a:lnTo>
                  <a:lnTo>
                    <a:pt x="136297" y="1099656"/>
                  </a:lnTo>
                  <a:lnTo>
                    <a:pt x="133877" y="1102039"/>
                  </a:lnTo>
                  <a:lnTo>
                    <a:pt x="132941" y="1104595"/>
                  </a:lnTo>
                  <a:lnTo>
                    <a:pt x="132497" y="1109087"/>
                  </a:lnTo>
                  <a:lnTo>
                    <a:pt x="132613" y="1114582"/>
                  </a:lnTo>
                  <a:lnTo>
                    <a:pt x="131079" y="1117287"/>
                  </a:lnTo>
                  <a:lnTo>
                    <a:pt x="128770" y="1117581"/>
                  </a:lnTo>
                  <a:lnTo>
                    <a:pt x="125906" y="1113479"/>
                  </a:lnTo>
                  <a:lnTo>
                    <a:pt x="125594" y="1111177"/>
                  </a:lnTo>
                  <a:lnTo>
                    <a:pt x="126175" y="1103911"/>
                  </a:lnTo>
                  <a:lnTo>
                    <a:pt x="124138" y="1102812"/>
                  </a:lnTo>
                  <a:lnTo>
                    <a:pt x="120809" y="1105929"/>
                  </a:lnTo>
                  <a:lnTo>
                    <a:pt x="120210" y="1108123"/>
                  </a:lnTo>
                  <a:lnTo>
                    <a:pt x="116035" y="1108914"/>
                  </a:lnTo>
                  <a:lnTo>
                    <a:pt x="111699" y="1110920"/>
                  </a:lnTo>
                  <a:lnTo>
                    <a:pt x="108900" y="1109233"/>
                  </a:lnTo>
                  <a:lnTo>
                    <a:pt x="107157" y="1106234"/>
                  </a:lnTo>
                  <a:lnTo>
                    <a:pt x="103639" y="1110678"/>
                  </a:lnTo>
                  <a:lnTo>
                    <a:pt x="100759" y="1113303"/>
                  </a:lnTo>
                  <a:lnTo>
                    <a:pt x="97147" y="1116351"/>
                  </a:lnTo>
                  <a:lnTo>
                    <a:pt x="93741" y="1118162"/>
                  </a:lnTo>
                  <a:lnTo>
                    <a:pt x="96277" y="1120539"/>
                  </a:lnTo>
                  <a:lnTo>
                    <a:pt x="99674" y="1120798"/>
                  </a:lnTo>
                  <a:lnTo>
                    <a:pt x="103787" y="1125186"/>
                  </a:lnTo>
                  <a:lnTo>
                    <a:pt x="104967" y="1129684"/>
                  </a:lnTo>
                  <a:lnTo>
                    <a:pt x="98427" y="1127406"/>
                  </a:lnTo>
                  <a:lnTo>
                    <a:pt x="92523" y="1128414"/>
                  </a:lnTo>
                  <a:lnTo>
                    <a:pt x="86239" y="1130535"/>
                  </a:lnTo>
                  <a:lnTo>
                    <a:pt x="78121" y="1129247"/>
                  </a:lnTo>
                  <a:lnTo>
                    <a:pt x="69903" y="1129626"/>
                  </a:lnTo>
                  <a:lnTo>
                    <a:pt x="62233" y="1132736"/>
                  </a:lnTo>
                  <a:lnTo>
                    <a:pt x="59442" y="1135871"/>
                  </a:lnTo>
                  <a:lnTo>
                    <a:pt x="58926" y="1139870"/>
                  </a:lnTo>
                  <a:lnTo>
                    <a:pt x="55284" y="1142727"/>
                  </a:lnTo>
                  <a:lnTo>
                    <a:pt x="48813" y="1144280"/>
                  </a:lnTo>
                  <a:lnTo>
                    <a:pt x="45168" y="1143838"/>
                  </a:lnTo>
                  <a:lnTo>
                    <a:pt x="41035" y="1141036"/>
                  </a:lnTo>
                  <a:lnTo>
                    <a:pt x="39550" y="1136316"/>
                  </a:lnTo>
                  <a:lnTo>
                    <a:pt x="38135" y="1133923"/>
                  </a:lnTo>
                  <a:lnTo>
                    <a:pt x="38002" y="1130715"/>
                  </a:lnTo>
                  <a:lnTo>
                    <a:pt x="40970" y="1128173"/>
                  </a:lnTo>
                  <a:lnTo>
                    <a:pt x="45263" y="1126741"/>
                  </a:lnTo>
                  <a:lnTo>
                    <a:pt x="47612" y="1123004"/>
                  </a:lnTo>
                  <a:lnTo>
                    <a:pt x="51044" y="1114921"/>
                  </a:lnTo>
                  <a:lnTo>
                    <a:pt x="51075" y="1110105"/>
                  </a:lnTo>
                  <a:lnTo>
                    <a:pt x="55980" y="1107841"/>
                  </a:lnTo>
                  <a:lnTo>
                    <a:pt x="59170" y="1110688"/>
                  </a:lnTo>
                  <a:lnTo>
                    <a:pt x="63987" y="1108446"/>
                  </a:lnTo>
                  <a:lnTo>
                    <a:pt x="66958" y="1106018"/>
                  </a:lnTo>
                  <a:lnTo>
                    <a:pt x="71297" y="1105312"/>
                  </a:lnTo>
                  <a:lnTo>
                    <a:pt x="74731" y="1101700"/>
                  </a:lnTo>
                  <a:lnTo>
                    <a:pt x="78907" y="1100782"/>
                  </a:lnTo>
                  <a:lnTo>
                    <a:pt x="87484" y="1102210"/>
                  </a:lnTo>
                  <a:lnTo>
                    <a:pt x="90940" y="1108217"/>
                  </a:lnTo>
                  <a:lnTo>
                    <a:pt x="93907" y="1107009"/>
                  </a:lnTo>
                  <a:lnTo>
                    <a:pt x="96043" y="1103123"/>
                  </a:lnTo>
                  <a:lnTo>
                    <a:pt x="94786" y="1096728"/>
                  </a:lnTo>
                  <a:lnTo>
                    <a:pt x="101061" y="1093364"/>
                  </a:lnTo>
                  <a:lnTo>
                    <a:pt x="104521" y="1094007"/>
                  </a:lnTo>
                  <a:lnTo>
                    <a:pt x="110401" y="1092443"/>
                  </a:lnTo>
                  <a:lnTo>
                    <a:pt x="109006" y="1088718"/>
                  </a:lnTo>
                  <a:lnTo>
                    <a:pt x="111948" y="1085631"/>
                  </a:lnTo>
                  <a:lnTo>
                    <a:pt x="117750" y="1079501"/>
                  </a:lnTo>
                  <a:lnTo>
                    <a:pt x="120277" y="1074538"/>
                  </a:lnTo>
                  <a:lnTo>
                    <a:pt x="126953" y="1065385"/>
                  </a:lnTo>
                  <a:lnTo>
                    <a:pt x="131793" y="1058302"/>
                  </a:lnTo>
                  <a:lnTo>
                    <a:pt x="135106" y="1055791"/>
                  </a:lnTo>
                  <a:lnTo>
                    <a:pt x="137438" y="1053009"/>
                  </a:lnTo>
                  <a:lnTo>
                    <a:pt x="142540" y="1050233"/>
                  </a:lnTo>
                  <a:lnTo>
                    <a:pt x="145543" y="1046325"/>
                  </a:lnTo>
                  <a:lnTo>
                    <a:pt x="148773" y="1045552"/>
                  </a:lnTo>
                  <a:lnTo>
                    <a:pt x="157581" y="1042280"/>
                  </a:lnTo>
                  <a:lnTo>
                    <a:pt x="167431" y="1038473"/>
                  </a:lnTo>
                  <a:lnTo>
                    <a:pt x="173926" y="1037735"/>
                  </a:lnTo>
                  <a:lnTo>
                    <a:pt x="179277" y="1037741"/>
                  </a:lnTo>
                  <a:lnTo>
                    <a:pt x="179342" y="1042941"/>
                  </a:lnTo>
                  <a:lnTo>
                    <a:pt x="180109" y="1047094"/>
                  </a:lnTo>
                  <a:lnTo>
                    <a:pt x="187984" y="1048599"/>
                  </a:lnTo>
                  <a:lnTo>
                    <a:pt x="189864" y="1048210"/>
                  </a:lnTo>
                  <a:lnTo>
                    <a:pt x="191470" y="1044963"/>
                  </a:lnTo>
                  <a:lnTo>
                    <a:pt x="188743" y="1042079"/>
                  </a:lnTo>
                  <a:lnTo>
                    <a:pt x="186778" y="1040518"/>
                  </a:lnTo>
                  <a:lnTo>
                    <a:pt x="189940" y="1034132"/>
                  </a:lnTo>
                  <a:lnTo>
                    <a:pt x="192377" y="1025269"/>
                  </a:lnTo>
                  <a:lnTo>
                    <a:pt x="192849" y="1020406"/>
                  </a:lnTo>
                  <a:lnTo>
                    <a:pt x="198155" y="1015830"/>
                  </a:lnTo>
                  <a:lnTo>
                    <a:pt x="200579" y="1012203"/>
                  </a:lnTo>
                  <a:lnTo>
                    <a:pt x="205831" y="1008799"/>
                  </a:lnTo>
                  <a:lnTo>
                    <a:pt x="210827" y="1002365"/>
                  </a:lnTo>
                  <a:lnTo>
                    <a:pt x="220373" y="996631"/>
                  </a:lnTo>
                  <a:lnTo>
                    <a:pt x="230504" y="988782"/>
                  </a:lnTo>
                  <a:lnTo>
                    <a:pt x="238366" y="981648"/>
                  </a:lnTo>
                  <a:lnTo>
                    <a:pt x="241126" y="983796"/>
                  </a:lnTo>
                  <a:lnTo>
                    <a:pt x="242531" y="984886"/>
                  </a:lnTo>
                  <a:lnTo>
                    <a:pt x="246145" y="984612"/>
                  </a:lnTo>
                  <a:lnTo>
                    <a:pt x="249023" y="983515"/>
                  </a:lnTo>
                  <a:lnTo>
                    <a:pt x="249192" y="981008"/>
                  </a:lnTo>
                  <a:lnTo>
                    <a:pt x="247625" y="976688"/>
                  </a:lnTo>
                  <a:lnTo>
                    <a:pt x="247550" y="971476"/>
                  </a:lnTo>
                  <a:lnTo>
                    <a:pt x="251878" y="961628"/>
                  </a:lnTo>
                  <a:lnTo>
                    <a:pt x="258235" y="951303"/>
                  </a:lnTo>
                  <a:lnTo>
                    <a:pt x="261039" y="948497"/>
                  </a:lnTo>
                  <a:lnTo>
                    <a:pt x="265688" y="945908"/>
                  </a:lnTo>
                  <a:lnTo>
                    <a:pt x="270165" y="937675"/>
                  </a:lnTo>
                  <a:lnTo>
                    <a:pt x="275057" y="932674"/>
                  </a:lnTo>
                  <a:lnTo>
                    <a:pt x="278038" y="931401"/>
                  </a:lnTo>
                  <a:lnTo>
                    <a:pt x="277656" y="928302"/>
                  </a:lnTo>
                  <a:lnTo>
                    <a:pt x="276633" y="925136"/>
                  </a:lnTo>
                  <a:lnTo>
                    <a:pt x="277049" y="918609"/>
                  </a:lnTo>
                  <a:lnTo>
                    <a:pt x="277878" y="910788"/>
                  </a:lnTo>
                  <a:lnTo>
                    <a:pt x="278398" y="895893"/>
                  </a:lnTo>
                  <a:lnTo>
                    <a:pt x="279429" y="891803"/>
                  </a:lnTo>
                  <a:lnTo>
                    <a:pt x="281584" y="887043"/>
                  </a:lnTo>
                  <a:lnTo>
                    <a:pt x="279178" y="883084"/>
                  </a:lnTo>
                  <a:lnTo>
                    <a:pt x="278955" y="876347"/>
                  </a:lnTo>
                  <a:lnTo>
                    <a:pt x="280420" y="869282"/>
                  </a:lnTo>
                  <a:lnTo>
                    <a:pt x="285401" y="863348"/>
                  </a:lnTo>
                  <a:lnTo>
                    <a:pt x="287659" y="859797"/>
                  </a:lnTo>
                  <a:lnTo>
                    <a:pt x="290530" y="855269"/>
                  </a:lnTo>
                  <a:lnTo>
                    <a:pt x="292598" y="851141"/>
                  </a:lnTo>
                  <a:lnTo>
                    <a:pt x="294337" y="844517"/>
                  </a:lnTo>
                  <a:lnTo>
                    <a:pt x="293510" y="842756"/>
                  </a:lnTo>
                  <a:lnTo>
                    <a:pt x="291000" y="842671"/>
                  </a:lnTo>
                  <a:lnTo>
                    <a:pt x="290320" y="842648"/>
                  </a:lnTo>
                  <a:lnTo>
                    <a:pt x="287897" y="843999"/>
                  </a:lnTo>
                  <a:lnTo>
                    <a:pt x="282019" y="847258"/>
                  </a:lnTo>
                  <a:lnTo>
                    <a:pt x="276436" y="851196"/>
                  </a:lnTo>
                  <a:lnTo>
                    <a:pt x="270130" y="854677"/>
                  </a:lnTo>
                  <a:lnTo>
                    <a:pt x="258983" y="861064"/>
                  </a:lnTo>
                  <a:lnTo>
                    <a:pt x="256052" y="860833"/>
                  </a:lnTo>
                  <a:lnTo>
                    <a:pt x="252739" y="857866"/>
                  </a:lnTo>
                  <a:lnTo>
                    <a:pt x="251054" y="852319"/>
                  </a:lnTo>
                  <a:lnTo>
                    <a:pt x="249502" y="850890"/>
                  </a:lnTo>
                  <a:lnTo>
                    <a:pt x="244956" y="848792"/>
                  </a:lnTo>
                  <a:lnTo>
                    <a:pt x="246192" y="845078"/>
                  </a:lnTo>
                  <a:lnTo>
                    <a:pt x="242909" y="841513"/>
                  </a:lnTo>
                  <a:lnTo>
                    <a:pt x="238389" y="844789"/>
                  </a:lnTo>
                  <a:lnTo>
                    <a:pt x="237844" y="848832"/>
                  </a:lnTo>
                  <a:lnTo>
                    <a:pt x="238311" y="852268"/>
                  </a:lnTo>
                  <a:lnTo>
                    <a:pt x="235916" y="856262"/>
                  </a:lnTo>
                  <a:lnTo>
                    <a:pt x="237168" y="860915"/>
                  </a:lnTo>
                  <a:lnTo>
                    <a:pt x="241523" y="870535"/>
                  </a:lnTo>
                  <a:lnTo>
                    <a:pt x="238846" y="875659"/>
                  </a:lnTo>
                  <a:lnTo>
                    <a:pt x="236170" y="876896"/>
                  </a:lnTo>
                  <a:lnTo>
                    <a:pt x="230265" y="874822"/>
                  </a:lnTo>
                  <a:lnTo>
                    <a:pt x="224546" y="862742"/>
                  </a:lnTo>
                  <a:lnTo>
                    <a:pt x="218408" y="851278"/>
                  </a:lnTo>
                  <a:lnTo>
                    <a:pt x="214418" y="847259"/>
                  </a:lnTo>
                  <a:lnTo>
                    <a:pt x="210897" y="846515"/>
                  </a:lnTo>
                  <a:lnTo>
                    <a:pt x="212126" y="843821"/>
                  </a:lnTo>
                  <a:lnTo>
                    <a:pt x="211585" y="840647"/>
                  </a:lnTo>
                  <a:lnTo>
                    <a:pt x="208579" y="840813"/>
                  </a:lnTo>
                  <a:lnTo>
                    <a:pt x="207549" y="844454"/>
                  </a:lnTo>
                  <a:lnTo>
                    <a:pt x="206241" y="847975"/>
                  </a:lnTo>
                  <a:lnTo>
                    <a:pt x="202688" y="850977"/>
                  </a:lnTo>
                  <a:lnTo>
                    <a:pt x="200358" y="847214"/>
                  </a:lnTo>
                  <a:lnTo>
                    <a:pt x="194930" y="845150"/>
                  </a:lnTo>
                  <a:lnTo>
                    <a:pt x="192296" y="842769"/>
                  </a:lnTo>
                  <a:lnTo>
                    <a:pt x="189398" y="839178"/>
                  </a:lnTo>
                  <a:lnTo>
                    <a:pt x="191420" y="836438"/>
                  </a:lnTo>
                  <a:lnTo>
                    <a:pt x="189408" y="831279"/>
                  </a:lnTo>
                  <a:lnTo>
                    <a:pt x="183274" y="835259"/>
                  </a:lnTo>
                  <a:lnTo>
                    <a:pt x="176655" y="841305"/>
                  </a:lnTo>
                  <a:lnTo>
                    <a:pt x="173840" y="847516"/>
                  </a:lnTo>
                  <a:lnTo>
                    <a:pt x="172273" y="844149"/>
                  </a:lnTo>
                  <a:lnTo>
                    <a:pt x="168246" y="846044"/>
                  </a:lnTo>
                  <a:lnTo>
                    <a:pt x="167301" y="846700"/>
                  </a:lnTo>
                  <a:lnTo>
                    <a:pt x="165983" y="847614"/>
                  </a:lnTo>
                  <a:lnTo>
                    <a:pt x="161358" y="850809"/>
                  </a:lnTo>
                  <a:lnTo>
                    <a:pt x="157728" y="853101"/>
                  </a:lnTo>
                  <a:lnTo>
                    <a:pt x="157680" y="853342"/>
                  </a:lnTo>
                  <a:lnTo>
                    <a:pt x="156687" y="858288"/>
                  </a:lnTo>
                  <a:lnTo>
                    <a:pt x="151088" y="861896"/>
                  </a:lnTo>
                  <a:lnTo>
                    <a:pt x="144741" y="865761"/>
                  </a:lnTo>
                  <a:lnTo>
                    <a:pt x="143144" y="861608"/>
                  </a:lnTo>
                  <a:lnTo>
                    <a:pt x="136036" y="861750"/>
                  </a:lnTo>
                  <a:lnTo>
                    <a:pt x="131489" y="858783"/>
                  </a:lnTo>
                  <a:lnTo>
                    <a:pt x="137071" y="856226"/>
                  </a:lnTo>
                  <a:lnTo>
                    <a:pt x="142437" y="853285"/>
                  </a:lnTo>
                  <a:lnTo>
                    <a:pt x="144292" y="845752"/>
                  </a:lnTo>
                  <a:lnTo>
                    <a:pt x="143064" y="835833"/>
                  </a:lnTo>
                  <a:lnTo>
                    <a:pt x="139767" y="828815"/>
                  </a:lnTo>
                  <a:lnTo>
                    <a:pt x="137098" y="823248"/>
                  </a:lnTo>
                  <a:lnTo>
                    <a:pt x="135526" y="817753"/>
                  </a:lnTo>
                  <a:lnTo>
                    <a:pt x="137284" y="812090"/>
                  </a:lnTo>
                  <a:lnTo>
                    <a:pt x="141760" y="805843"/>
                  </a:lnTo>
                  <a:lnTo>
                    <a:pt x="143577" y="803474"/>
                  </a:lnTo>
                  <a:lnTo>
                    <a:pt x="146286" y="802014"/>
                  </a:lnTo>
                  <a:lnTo>
                    <a:pt x="144145" y="796830"/>
                  </a:lnTo>
                  <a:lnTo>
                    <a:pt x="141087" y="791074"/>
                  </a:lnTo>
                  <a:lnTo>
                    <a:pt x="140758" y="787739"/>
                  </a:lnTo>
                  <a:lnTo>
                    <a:pt x="135949" y="777284"/>
                  </a:lnTo>
                  <a:lnTo>
                    <a:pt x="134117" y="772427"/>
                  </a:lnTo>
                  <a:lnTo>
                    <a:pt x="133120" y="769165"/>
                  </a:lnTo>
                  <a:lnTo>
                    <a:pt x="130628" y="763025"/>
                  </a:lnTo>
                  <a:lnTo>
                    <a:pt x="126418" y="755317"/>
                  </a:lnTo>
                  <a:lnTo>
                    <a:pt x="124049" y="754710"/>
                  </a:lnTo>
                  <a:lnTo>
                    <a:pt x="122698" y="757650"/>
                  </a:lnTo>
                  <a:lnTo>
                    <a:pt x="122586" y="761137"/>
                  </a:lnTo>
                  <a:lnTo>
                    <a:pt x="122760" y="764607"/>
                  </a:lnTo>
                  <a:lnTo>
                    <a:pt x="121858" y="768097"/>
                  </a:lnTo>
                  <a:lnTo>
                    <a:pt x="118605" y="768243"/>
                  </a:lnTo>
                  <a:lnTo>
                    <a:pt x="115129" y="768044"/>
                  </a:lnTo>
                  <a:lnTo>
                    <a:pt x="112919" y="770542"/>
                  </a:lnTo>
                  <a:lnTo>
                    <a:pt x="109224" y="772113"/>
                  </a:lnTo>
                  <a:lnTo>
                    <a:pt x="101730" y="775994"/>
                  </a:lnTo>
                  <a:lnTo>
                    <a:pt x="92996" y="777868"/>
                  </a:lnTo>
                  <a:lnTo>
                    <a:pt x="83426" y="778229"/>
                  </a:lnTo>
                  <a:lnTo>
                    <a:pt x="78634" y="777338"/>
                  </a:lnTo>
                  <a:lnTo>
                    <a:pt x="72601" y="774053"/>
                  </a:lnTo>
                  <a:lnTo>
                    <a:pt x="70577" y="767835"/>
                  </a:lnTo>
                  <a:lnTo>
                    <a:pt x="71553" y="766041"/>
                  </a:lnTo>
                  <a:lnTo>
                    <a:pt x="73050" y="764147"/>
                  </a:lnTo>
                  <a:lnTo>
                    <a:pt x="68961" y="760080"/>
                  </a:lnTo>
                  <a:lnTo>
                    <a:pt x="64963" y="756249"/>
                  </a:lnTo>
                  <a:lnTo>
                    <a:pt x="62091" y="749058"/>
                  </a:lnTo>
                  <a:lnTo>
                    <a:pt x="59163" y="746392"/>
                  </a:lnTo>
                  <a:lnTo>
                    <a:pt x="57004" y="742013"/>
                  </a:lnTo>
                  <a:lnTo>
                    <a:pt x="54659" y="741979"/>
                  </a:lnTo>
                  <a:lnTo>
                    <a:pt x="48691" y="737610"/>
                  </a:lnTo>
                  <a:lnTo>
                    <a:pt x="44713" y="731507"/>
                  </a:lnTo>
                  <a:lnTo>
                    <a:pt x="46592" y="729822"/>
                  </a:lnTo>
                  <a:lnTo>
                    <a:pt x="48250" y="729255"/>
                  </a:lnTo>
                  <a:lnTo>
                    <a:pt x="50198" y="725571"/>
                  </a:lnTo>
                  <a:lnTo>
                    <a:pt x="49363" y="724497"/>
                  </a:lnTo>
                  <a:lnTo>
                    <a:pt x="46157" y="724922"/>
                  </a:lnTo>
                  <a:lnTo>
                    <a:pt x="43164" y="726958"/>
                  </a:lnTo>
                  <a:lnTo>
                    <a:pt x="40669" y="726649"/>
                  </a:lnTo>
                  <a:lnTo>
                    <a:pt x="38096" y="725860"/>
                  </a:lnTo>
                  <a:lnTo>
                    <a:pt x="36588" y="722708"/>
                  </a:lnTo>
                  <a:lnTo>
                    <a:pt x="38274" y="720788"/>
                  </a:lnTo>
                  <a:lnTo>
                    <a:pt x="43155" y="719271"/>
                  </a:lnTo>
                  <a:lnTo>
                    <a:pt x="47389" y="714606"/>
                  </a:lnTo>
                  <a:lnTo>
                    <a:pt x="49845" y="713833"/>
                  </a:lnTo>
                  <a:lnTo>
                    <a:pt x="49478" y="710653"/>
                  </a:lnTo>
                  <a:lnTo>
                    <a:pt x="48700" y="708672"/>
                  </a:lnTo>
                  <a:lnTo>
                    <a:pt x="49282" y="704250"/>
                  </a:lnTo>
                  <a:lnTo>
                    <a:pt x="47993" y="698943"/>
                  </a:lnTo>
                  <a:lnTo>
                    <a:pt x="47363" y="698006"/>
                  </a:lnTo>
                  <a:lnTo>
                    <a:pt x="45045" y="694541"/>
                  </a:lnTo>
                  <a:lnTo>
                    <a:pt x="46986" y="692170"/>
                  </a:lnTo>
                  <a:lnTo>
                    <a:pt x="49410" y="689080"/>
                  </a:lnTo>
                  <a:lnTo>
                    <a:pt x="47184" y="686593"/>
                  </a:lnTo>
                  <a:lnTo>
                    <a:pt x="45571" y="682504"/>
                  </a:lnTo>
                  <a:lnTo>
                    <a:pt x="42129" y="680864"/>
                  </a:lnTo>
                  <a:lnTo>
                    <a:pt x="39977" y="686798"/>
                  </a:lnTo>
                  <a:lnTo>
                    <a:pt x="37853" y="686319"/>
                  </a:lnTo>
                  <a:lnTo>
                    <a:pt x="35113" y="685402"/>
                  </a:lnTo>
                  <a:lnTo>
                    <a:pt x="32864" y="682052"/>
                  </a:lnTo>
                  <a:lnTo>
                    <a:pt x="33520" y="675955"/>
                  </a:lnTo>
                  <a:lnTo>
                    <a:pt x="34046" y="672548"/>
                  </a:lnTo>
                  <a:lnTo>
                    <a:pt x="29477" y="669886"/>
                  </a:lnTo>
                  <a:lnTo>
                    <a:pt x="28195" y="669976"/>
                  </a:lnTo>
                  <a:lnTo>
                    <a:pt x="26118" y="663130"/>
                  </a:lnTo>
                  <a:lnTo>
                    <a:pt x="27532" y="661360"/>
                  </a:lnTo>
                  <a:lnTo>
                    <a:pt x="30096" y="660358"/>
                  </a:lnTo>
                  <a:lnTo>
                    <a:pt x="31583" y="657813"/>
                  </a:lnTo>
                  <a:lnTo>
                    <a:pt x="28412" y="654323"/>
                  </a:lnTo>
                  <a:lnTo>
                    <a:pt x="27188" y="652734"/>
                  </a:lnTo>
                  <a:lnTo>
                    <a:pt x="24613" y="653575"/>
                  </a:lnTo>
                  <a:lnTo>
                    <a:pt x="22188" y="656509"/>
                  </a:lnTo>
                  <a:lnTo>
                    <a:pt x="20181" y="654881"/>
                  </a:lnTo>
                  <a:lnTo>
                    <a:pt x="18944" y="648201"/>
                  </a:lnTo>
                  <a:lnTo>
                    <a:pt x="21541" y="640534"/>
                  </a:lnTo>
                  <a:lnTo>
                    <a:pt x="24412" y="637958"/>
                  </a:lnTo>
                  <a:lnTo>
                    <a:pt x="23454" y="634605"/>
                  </a:lnTo>
                  <a:lnTo>
                    <a:pt x="27994" y="632708"/>
                  </a:lnTo>
                  <a:lnTo>
                    <a:pt x="31737" y="634735"/>
                  </a:lnTo>
                  <a:lnTo>
                    <a:pt x="36506" y="633795"/>
                  </a:lnTo>
                  <a:lnTo>
                    <a:pt x="36351" y="631915"/>
                  </a:lnTo>
                  <a:lnTo>
                    <a:pt x="34193" y="625611"/>
                  </a:lnTo>
                  <a:lnTo>
                    <a:pt x="34406" y="619220"/>
                  </a:lnTo>
                  <a:lnTo>
                    <a:pt x="37179" y="613763"/>
                  </a:lnTo>
                  <a:lnTo>
                    <a:pt x="43931" y="604681"/>
                  </a:lnTo>
                  <a:lnTo>
                    <a:pt x="49975" y="595402"/>
                  </a:lnTo>
                  <a:lnTo>
                    <a:pt x="55278" y="589423"/>
                  </a:lnTo>
                  <a:lnTo>
                    <a:pt x="56889" y="584391"/>
                  </a:lnTo>
                  <a:lnTo>
                    <a:pt x="59679" y="580554"/>
                  </a:lnTo>
                  <a:lnTo>
                    <a:pt x="63257" y="579052"/>
                  </a:lnTo>
                  <a:lnTo>
                    <a:pt x="62863" y="574439"/>
                  </a:lnTo>
                  <a:lnTo>
                    <a:pt x="62833" y="570721"/>
                  </a:lnTo>
                  <a:lnTo>
                    <a:pt x="65055" y="564245"/>
                  </a:lnTo>
                  <a:lnTo>
                    <a:pt x="69154" y="556536"/>
                  </a:lnTo>
                  <a:lnTo>
                    <a:pt x="71735" y="550567"/>
                  </a:lnTo>
                  <a:lnTo>
                    <a:pt x="76668" y="544878"/>
                  </a:lnTo>
                  <a:lnTo>
                    <a:pt x="83217" y="542123"/>
                  </a:lnTo>
                  <a:lnTo>
                    <a:pt x="87127" y="541721"/>
                  </a:lnTo>
                  <a:lnTo>
                    <a:pt x="91875" y="544849"/>
                  </a:lnTo>
                  <a:lnTo>
                    <a:pt x="95972" y="545796"/>
                  </a:lnTo>
                  <a:lnTo>
                    <a:pt x="98830" y="550939"/>
                  </a:lnTo>
                  <a:lnTo>
                    <a:pt x="101157" y="551512"/>
                  </a:lnTo>
                  <a:lnTo>
                    <a:pt x="106603" y="558575"/>
                  </a:lnTo>
                  <a:lnTo>
                    <a:pt x="113849" y="557666"/>
                  </a:lnTo>
                  <a:lnTo>
                    <a:pt x="117736" y="553702"/>
                  </a:lnTo>
                  <a:lnTo>
                    <a:pt x="119905" y="551518"/>
                  </a:lnTo>
                  <a:lnTo>
                    <a:pt x="120721" y="548063"/>
                  </a:lnTo>
                  <a:lnTo>
                    <a:pt x="123393" y="547613"/>
                  </a:lnTo>
                  <a:lnTo>
                    <a:pt x="126897" y="543557"/>
                  </a:lnTo>
                  <a:lnTo>
                    <a:pt x="129096" y="541002"/>
                  </a:lnTo>
                  <a:lnTo>
                    <a:pt x="132239" y="534881"/>
                  </a:lnTo>
                  <a:lnTo>
                    <a:pt x="134254" y="531923"/>
                  </a:lnTo>
                  <a:lnTo>
                    <a:pt x="128872" y="525960"/>
                  </a:lnTo>
                  <a:lnTo>
                    <a:pt x="125098" y="522972"/>
                  </a:lnTo>
                  <a:lnTo>
                    <a:pt x="128489" y="519939"/>
                  </a:lnTo>
                  <a:lnTo>
                    <a:pt x="133520" y="519600"/>
                  </a:lnTo>
                  <a:lnTo>
                    <a:pt x="137223" y="526112"/>
                  </a:lnTo>
                  <a:lnTo>
                    <a:pt x="141969" y="528263"/>
                  </a:lnTo>
                  <a:lnTo>
                    <a:pt x="144233" y="532966"/>
                  </a:lnTo>
                  <a:lnTo>
                    <a:pt x="152547" y="532074"/>
                  </a:lnTo>
                  <a:lnTo>
                    <a:pt x="159444" y="532684"/>
                  </a:lnTo>
                  <a:lnTo>
                    <a:pt x="165727" y="530879"/>
                  </a:lnTo>
                  <a:lnTo>
                    <a:pt x="169049" y="526124"/>
                  </a:lnTo>
                  <a:lnTo>
                    <a:pt x="177222" y="513386"/>
                  </a:lnTo>
                  <a:lnTo>
                    <a:pt x="177836" y="508254"/>
                  </a:lnTo>
                  <a:lnTo>
                    <a:pt x="174577" y="496638"/>
                  </a:lnTo>
                  <a:lnTo>
                    <a:pt x="173643" y="491991"/>
                  </a:lnTo>
                  <a:lnTo>
                    <a:pt x="173432" y="481505"/>
                  </a:lnTo>
                  <a:lnTo>
                    <a:pt x="168058" y="472962"/>
                  </a:lnTo>
                  <a:lnTo>
                    <a:pt x="165952" y="469169"/>
                  </a:lnTo>
                  <a:lnTo>
                    <a:pt x="159709" y="467220"/>
                  </a:lnTo>
                  <a:lnTo>
                    <a:pt x="160888" y="461592"/>
                  </a:lnTo>
                  <a:lnTo>
                    <a:pt x="163068" y="458878"/>
                  </a:lnTo>
                  <a:lnTo>
                    <a:pt x="167925" y="462553"/>
                  </a:lnTo>
                  <a:lnTo>
                    <a:pt x="173386" y="459715"/>
                  </a:lnTo>
                  <a:lnTo>
                    <a:pt x="178765" y="454593"/>
                  </a:lnTo>
                  <a:lnTo>
                    <a:pt x="179254" y="447963"/>
                  </a:lnTo>
                  <a:lnTo>
                    <a:pt x="175574" y="440696"/>
                  </a:lnTo>
                  <a:lnTo>
                    <a:pt x="171998" y="437362"/>
                  </a:lnTo>
                  <a:lnTo>
                    <a:pt x="170706" y="435365"/>
                  </a:lnTo>
                  <a:lnTo>
                    <a:pt x="168590" y="436295"/>
                  </a:lnTo>
                  <a:lnTo>
                    <a:pt x="165498" y="439806"/>
                  </a:lnTo>
                  <a:lnTo>
                    <a:pt x="164062" y="443608"/>
                  </a:lnTo>
                  <a:lnTo>
                    <a:pt x="160356" y="444793"/>
                  </a:lnTo>
                  <a:lnTo>
                    <a:pt x="157145" y="443068"/>
                  </a:lnTo>
                  <a:lnTo>
                    <a:pt x="153768" y="444756"/>
                  </a:lnTo>
                  <a:lnTo>
                    <a:pt x="150912" y="447321"/>
                  </a:lnTo>
                  <a:lnTo>
                    <a:pt x="146152" y="448202"/>
                  </a:lnTo>
                  <a:lnTo>
                    <a:pt x="142773" y="449410"/>
                  </a:lnTo>
                  <a:lnTo>
                    <a:pt x="141377" y="452946"/>
                  </a:lnTo>
                  <a:lnTo>
                    <a:pt x="133113" y="458479"/>
                  </a:lnTo>
                  <a:lnTo>
                    <a:pt x="131266" y="461842"/>
                  </a:lnTo>
                  <a:lnTo>
                    <a:pt x="130136" y="468191"/>
                  </a:lnTo>
                  <a:lnTo>
                    <a:pt x="126369" y="471510"/>
                  </a:lnTo>
                  <a:lnTo>
                    <a:pt x="125017" y="464383"/>
                  </a:lnTo>
                  <a:lnTo>
                    <a:pt x="124737" y="460061"/>
                  </a:lnTo>
                  <a:lnTo>
                    <a:pt x="122760" y="457017"/>
                  </a:lnTo>
                  <a:lnTo>
                    <a:pt x="120260" y="458419"/>
                  </a:lnTo>
                  <a:lnTo>
                    <a:pt x="120235" y="461240"/>
                  </a:lnTo>
                  <a:lnTo>
                    <a:pt x="118385" y="463853"/>
                  </a:lnTo>
                  <a:lnTo>
                    <a:pt x="117051" y="467572"/>
                  </a:lnTo>
                  <a:lnTo>
                    <a:pt x="114369" y="462298"/>
                  </a:lnTo>
                  <a:lnTo>
                    <a:pt x="110440" y="457303"/>
                  </a:lnTo>
                  <a:lnTo>
                    <a:pt x="103577" y="453759"/>
                  </a:lnTo>
                  <a:lnTo>
                    <a:pt x="99902" y="453029"/>
                  </a:lnTo>
                  <a:lnTo>
                    <a:pt x="96039" y="454309"/>
                  </a:lnTo>
                  <a:lnTo>
                    <a:pt x="91647" y="453014"/>
                  </a:lnTo>
                  <a:lnTo>
                    <a:pt x="87493" y="452840"/>
                  </a:lnTo>
                  <a:lnTo>
                    <a:pt x="81008" y="455283"/>
                  </a:lnTo>
                  <a:lnTo>
                    <a:pt x="73893" y="459183"/>
                  </a:lnTo>
                  <a:lnTo>
                    <a:pt x="68769" y="459713"/>
                  </a:lnTo>
                  <a:lnTo>
                    <a:pt x="61579" y="455717"/>
                  </a:lnTo>
                  <a:lnTo>
                    <a:pt x="48379" y="450094"/>
                  </a:lnTo>
                  <a:lnTo>
                    <a:pt x="37978" y="445803"/>
                  </a:lnTo>
                  <a:lnTo>
                    <a:pt x="33964" y="440613"/>
                  </a:lnTo>
                  <a:lnTo>
                    <a:pt x="33021" y="433324"/>
                  </a:lnTo>
                  <a:lnTo>
                    <a:pt x="33446" y="430490"/>
                  </a:lnTo>
                  <a:lnTo>
                    <a:pt x="35701" y="426982"/>
                  </a:lnTo>
                  <a:lnTo>
                    <a:pt x="35312" y="424801"/>
                  </a:lnTo>
                  <a:lnTo>
                    <a:pt x="32001" y="419348"/>
                  </a:lnTo>
                  <a:lnTo>
                    <a:pt x="29471" y="416549"/>
                  </a:lnTo>
                  <a:lnTo>
                    <a:pt x="28777" y="413944"/>
                  </a:lnTo>
                  <a:lnTo>
                    <a:pt x="25217" y="406640"/>
                  </a:lnTo>
                  <a:lnTo>
                    <a:pt x="25958" y="405862"/>
                  </a:lnTo>
                  <a:lnTo>
                    <a:pt x="32174" y="407629"/>
                  </a:lnTo>
                  <a:lnTo>
                    <a:pt x="36388" y="405353"/>
                  </a:lnTo>
                  <a:lnTo>
                    <a:pt x="37654" y="400771"/>
                  </a:lnTo>
                  <a:lnTo>
                    <a:pt x="40590" y="398397"/>
                  </a:lnTo>
                  <a:lnTo>
                    <a:pt x="38637" y="395187"/>
                  </a:lnTo>
                  <a:lnTo>
                    <a:pt x="34855" y="393482"/>
                  </a:lnTo>
                  <a:lnTo>
                    <a:pt x="31003" y="393154"/>
                  </a:lnTo>
                  <a:lnTo>
                    <a:pt x="27535" y="390760"/>
                  </a:lnTo>
                  <a:lnTo>
                    <a:pt x="23578" y="388490"/>
                  </a:lnTo>
                  <a:lnTo>
                    <a:pt x="16729" y="386576"/>
                  </a:lnTo>
                  <a:lnTo>
                    <a:pt x="13764" y="385090"/>
                  </a:lnTo>
                  <a:lnTo>
                    <a:pt x="9285" y="379096"/>
                  </a:lnTo>
                  <a:lnTo>
                    <a:pt x="5649" y="375105"/>
                  </a:lnTo>
                  <a:lnTo>
                    <a:pt x="1129" y="372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587737" y="5866665"/>
              <a:ext cx="55828" cy="49329"/>
            </a:xfrm>
            <a:custGeom>
              <a:avLst/>
              <a:pathLst>
                <a:path w="55828" h="49329">
                  <a:moveTo>
                    <a:pt x="0" y="47166"/>
                  </a:moveTo>
                  <a:lnTo>
                    <a:pt x="9091" y="40930"/>
                  </a:lnTo>
                  <a:lnTo>
                    <a:pt x="12288" y="38427"/>
                  </a:lnTo>
                  <a:lnTo>
                    <a:pt x="16068" y="33470"/>
                  </a:lnTo>
                  <a:lnTo>
                    <a:pt x="18884" y="31879"/>
                  </a:lnTo>
                  <a:lnTo>
                    <a:pt x="18385" y="26668"/>
                  </a:lnTo>
                  <a:lnTo>
                    <a:pt x="20058" y="22582"/>
                  </a:lnTo>
                  <a:lnTo>
                    <a:pt x="26864" y="16360"/>
                  </a:lnTo>
                  <a:lnTo>
                    <a:pt x="31719" y="18437"/>
                  </a:lnTo>
                  <a:lnTo>
                    <a:pt x="32750" y="14631"/>
                  </a:lnTo>
                  <a:lnTo>
                    <a:pt x="33848" y="9626"/>
                  </a:lnTo>
                  <a:lnTo>
                    <a:pt x="35959" y="4530"/>
                  </a:lnTo>
                  <a:lnTo>
                    <a:pt x="39787" y="1862"/>
                  </a:lnTo>
                  <a:lnTo>
                    <a:pt x="47432" y="0"/>
                  </a:lnTo>
                  <a:lnTo>
                    <a:pt x="51349" y="3211"/>
                  </a:lnTo>
                  <a:lnTo>
                    <a:pt x="55828" y="3968"/>
                  </a:lnTo>
                  <a:lnTo>
                    <a:pt x="55051" y="6991"/>
                  </a:lnTo>
                  <a:lnTo>
                    <a:pt x="53208" y="9874"/>
                  </a:lnTo>
                  <a:lnTo>
                    <a:pt x="53637" y="12808"/>
                  </a:lnTo>
                  <a:lnTo>
                    <a:pt x="49351" y="15364"/>
                  </a:lnTo>
                  <a:lnTo>
                    <a:pt x="44457" y="18444"/>
                  </a:lnTo>
                  <a:lnTo>
                    <a:pt x="36972" y="21708"/>
                  </a:lnTo>
                  <a:lnTo>
                    <a:pt x="35148" y="25365"/>
                  </a:lnTo>
                  <a:lnTo>
                    <a:pt x="32498" y="29136"/>
                  </a:lnTo>
                  <a:lnTo>
                    <a:pt x="30754" y="32675"/>
                  </a:lnTo>
                  <a:lnTo>
                    <a:pt x="24970" y="35162"/>
                  </a:lnTo>
                  <a:lnTo>
                    <a:pt x="22167" y="37704"/>
                  </a:lnTo>
                  <a:lnTo>
                    <a:pt x="19586" y="41405"/>
                  </a:lnTo>
                  <a:lnTo>
                    <a:pt x="16131" y="40911"/>
                  </a:lnTo>
                  <a:lnTo>
                    <a:pt x="10336" y="45488"/>
                  </a:lnTo>
                  <a:lnTo>
                    <a:pt x="4188" y="48305"/>
                  </a:lnTo>
                  <a:lnTo>
                    <a:pt x="807" y="493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586656" y="5648476"/>
              <a:ext cx="11658" cy="7854"/>
            </a:xfrm>
            <a:custGeom>
              <a:avLst/>
              <a:pathLst>
                <a:path w="11658" h="7854">
                  <a:moveTo>
                    <a:pt x="0" y="0"/>
                  </a:moveTo>
                  <a:lnTo>
                    <a:pt x="6636" y="1837"/>
                  </a:lnTo>
                  <a:lnTo>
                    <a:pt x="11217" y="2404"/>
                  </a:lnTo>
                  <a:lnTo>
                    <a:pt x="11658" y="5335"/>
                  </a:lnTo>
                  <a:lnTo>
                    <a:pt x="7163" y="7854"/>
                  </a:lnTo>
                  <a:lnTo>
                    <a:pt x="3790" y="711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54087" y="5890359"/>
              <a:ext cx="20602" cy="23674"/>
            </a:xfrm>
            <a:custGeom>
              <a:avLst/>
              <a:pathLst>
                <a:path w="20602" h="23674">
                  <a:moveTo>
                    <a:pt x="1636" y="18697"/>
                  </a:moveTo>
                  <a:lnTo>
                    <a:pt x="4985" y="9962"/>
                  </a:lnTo>
                  <a:lnTo>
                    <a:pt x="7457" y="8589"/>
                  </a:lnTo>
                  <a:lnTo>
                    <a:pt x="13407" y="12005"/>
                  </a:lnTo>
                  <a:lnTo>
                    <a:pt x="17078" y="7776"/>
                  </a:lnTo>
                  <a:lnTo>
                    <a:pt x="15333" y="1407"/>
                  </a:lnTo>
                  <a:lnTo>
                    <a:pt x="18044" y="0"/>
                  </a:lnTo>
                  <a:lnTo>
                    <a:pt x="20260" y="4329"/>
                  </a:lnTo>
                  <a:lnTo>
                    <a:pt x="20602" y="10111"/>
                  </a:lnTo>
                  <a:lnTo>
                    <a:pt x="20151" y="16054"/>
                  </a:lnTo>
                  <a:lnTo>
                    <a:pt x="18501" y="21808"/>
                  </a:lnTo>
                  <a:lnTo>
                    <a:pt x="14400" y="20201"/>
                  </a:lnTo>
                  <a:lnTo>
                    <a:pt x="9578" y="19673"/>
                  </a:lnTo>
                  <a:lnTo>
                    <a:pt x="4758" y="23624"/>
                  </a:lnTo>
                  <a:lnTo>
                    <a:pt x="0" y="2367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70454" y="5604576"/>
              <a:ext cx="9486" cy="7583"/>
            </a:xfrm>
            <a:custGeom>
              <a:avLst/>
              <a:pathLst>
                <a:path w="9486" h="7583">
                  <a:moveTo>
                    <a:pt x="414" y="1041"/>
                  </a:moveTo>
                  <a:lnTo>
                    <a:pt x="4343" y="0"/>
                  </a:lnTo>
                  <a:lnTo>
                    <a:pt x="9486" y="572"/>
                  </a:lnTo>
                  <a:lnTo>
                    <a:pt x="9404" y="4819"/>
                  </a:lnTo>
                  <a:lnTo>
                    <a:pt x="4140" y="7583"/>
                  </a:lnTo>
                  <a:lnTo>
                    <a:pt x="0" y="45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30491" y="5912059"/>
              <a:ext cx="11738" cy="10067"/>
            </a:xfrm>
            <a:custGeom>
              <a:avLst/>
              <a:pathLst>
                <a:path w="11738" h="10067">
                  <a:moveTo>
                    <a:pt x="1204" y="3332"/>
                  </a:moveTo>
                  <a:lnTo>
                    <a:pt x="6767" y="0"/>
                  </a:lnTo>
                  <a:lnTo>
                    <a:pt x="11738" y="2066"/>
                  </a:lnTo>
                  <a:lnTo>
                    <a:pt x="9445" y="8086"/>
                  </a:lnTo>
                  <a:lnTo>
                    <a:pt x="5757" y="7889"/>
                  </a:lnTo>
                  <a:lnTo>
                    <a:pt x="1863" y="10067"/>
                  </a:lnTo>
                  <a:lnTo>
                    <a:pt x="0" y="851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13123" y="5920003"/>
              <a:ext cx="4263" cy="6629"/>
            </a:xfrm>
            <a:custGeom>
              <a:avLst/>
              <a:pathLst>
                <a:path w="4263" h="6629">
                  <a:moveTo>
                    <a:pt x="0" y="2036"/>
                  </a:moveTo>
                  <a:lnTo>
                    <a:pt x="2189" y="0"/>
                  </a:lnTo>
                  <a:lnTo>
                    <a:pt x="4263" y="2330"/>
                  </a:lnTo>
                  <a:lnTo>
                    <a:pt x="2848" y="6629"/>
                  </a:lnTo>
                  <a:lnTo>
                    <a:pt x="106" y="50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589142" y="5151583"/>
              <a:ext cx="81447" cy="68861"/>
            </a:xfrm>
            <a:custGeom>
              <a:avLst/>
              <a:pathLst>
                <a:path w="81447" h="68861">
                  <a:moveTo>
                    <a:pt x="1319" y="14180"/>
                  </a:moveTo>
                  <a:lnTo>
                    <a:pt x="3170" y="10683"/>
                  </a:lnTo>
                  <a:lnTo>
                    <a:pt x="4062" y="4144"/>
                  </a:lnTo>
                  <a:lnTo>
                    <a:pt x="6418" y="0"/>
                  </a:lnTo>
                  <a:lnTo>
                    <a:pt x="9807" y="632"/>
                  </a:lnTo>
                  <a:lnTo>
                    <a:pt x="9742" y="5510"/>
                  </a:lnTo>
                  <a:lnTo>
                    <a:pt x="9929" y="9022"/>
                  </a:lnTo>
                  <a:lnTo>
                    <a:pt x="15721" y="13500"/>
                  </a:lnTo>
                  <a:lnTo>
                    <a:pt x="24478" y="18992"/>
                  </a:lnTo>
                  <a:lnTo>
                    <a:pt x="27073" y="18329"/>
                  </a:lnTo>
                  <a:lnTo>
                    <a:pt x="34625" y="13949"/>
                  </a:lnTo>
                  <a:lnTo>
                    <a:pt x="37969" y="12963"/>
                  </a:lnTo>
                  <a:lnTo>
                    <a:pt x="41678" y="13899"/>
                  </a:lnTo>
                  <a:lnTo>
                    <a:pt x="43496" y="15555"/>
                  </a:lnTo>
                  <a:lnTo>
                    <a:pt x="45334" y="19444"/>
                  </a:lnTo>
                  <a:lnTo>
                    <a:pt x="47306" y="20731"/>
                  </a:lnTo>
                  <a:lnTo>
                    <a:pt x="47744" y="26040"/>
                  </a:lnTo>
                  <a:lnTo>
                    <a:pt x="48166" y="30491"/>
                  </a:lnTo>
                  <a:lnTo>
                    <a:pt x="51794" y="33534"/>
                  </a:lnTo>
                  <a:lnTo>
                    <a:pt x="56965" y="35364"/>
                  </a:lnTo>
                  <a:lnTo>
                    <a:pt x="58928" y="38606"/>
                  </a:lnTo>
                  <a:lnTo>
                    <a:pt x="61396" y="41036"/>
                  </a:lnTo>
                  <a:lnTo>
                    <a:pt x="71149" y="44168"/>
                  </a:lnTo>
                  <a:lnTo>
                    <a:pt x="75080" y="45360"/>
                  </a:lnTo>
                  <a:lnTo>
                    <a:pt x="81447" y="49056"/>
                  </a:lnTo>
                  <a:lnTo>
                    <a:pt x="78962" y="54081"/>
                  </a:lnTo>
                  <a:lnTo>
                    <a:pt x="75968" y="58020"/>
                  </a:lnTo>
                  <a:lnTo>
                    <a:pt x="73210" y="58667"/>
                  </a:lnTo>
                  <a:lnTo>
                    <a:pt x="69950" y="55310"/>
                  </a:lnTo>
                  <a:lnTo>
                    <a:pt x="65753" y="54889"/>
                  </a:lnTo>
                  <a:lnTo>
                    <a:pt x="59673" y="57916"/>
                  </a:lnTo>
                  <a:lnTo>
                    <a:pt x="56664" y="60092"/>
                  </a:lnTo>
                  <a:lnTo>
                    <a:pt x="55078" y="63095"/>
                  </a:lnTo>
                  <a:lnTo>
                    <a:pt x="54829" y="66542"/>
                  </a:lnTo>
                  <a:lnTo>
                    <a:pt x="52557" y="68861"/>
                  </a:lnTo>
                  <a:lnTo>
                    <a:pt x="49585" y="66729"/>
                  </a:lnTo>
                  <a:lnTo>
                    <a:pt x="49572" y="60943"/>
                  </a:lnTo>
                  <a:lnTo>
                    <a:pt x="47724" y="56206"/>
                  </a:lnTo>
                  <a:lnTo>
                    <a:pt x="43824" y="51433"/>
                  </a:lnTo>
                  <a:lnTo>
                    <a:pt x="40373" y="49478"/>
                  </a:lnTo>
                  <a:lnTo>
                    <a:pt x="38312" y="49240"/>
                  </a:lnTo>
                  <a:lnTo>
                    <a:pt x="37863" y="44988"/>
                  </a:lnTo>
                  <a:lnTo>
                    <a:pt x="35308" y="39183"/>
                  </a:lnTo>
                  <a:lnTo>
                    <a:pt x="29837" y="33727"/>
                  </a:lnTo>
                  <a:lnTo>
                    <a:pt x="24181" y="29616"/>
                  </a:lnTo>
                  <a:lnTo>
                    <a:pt x="19756" y="28185"/>
                  </a:lnTo>
                  <a:lnTo>
                    <a:pt x="15252" y="29271"/>
                  </a:lnTo>
                  <a:lnTo>
                    <a:pt x="13368" y="30868"/>
                  </a:lnTo>
                  <a:lnTo>
                    <a:pt x="8793" y="33990"/>
                  </a:lnTo>
                  <a:lnTo>
                    <a:pt x="6505" y="32257"/>
                  </a:lnTo>
                  <a:lnTo>
                    <a:pt x="3226" y="29316"/>
                  </a:lnTo>
                  <a:lnTo>
                    <a:pt x="1094" y="27035"/>
                  </a:lnTo>
                  <a:lnTo>
                    <a:pt x="0" y="194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63645" y="5921280"/>
              <a:ext cx="12767" cy="8779"/>
            </a:xfrm>
            <a:custGeom>
              <a:avLst/>
              <a:pathLst>
                <a:path w="12767" h="8779">
                  <a:moveTo>
                    <a:pt x="1358" y="4585"/>
                  </a:moveTo>
                  <a:lnTo>
                    <a:pt x="4083" y="1591"/>
                  </a:lnTo>
                  <a:lnTo>
                    <a:pt x="7785" y="0"/>
                  </a:lnTo>
                  <a:lnTo>
                    <a:pt x="12059" y="2572"/>
                  </a:lnTo>
                  <a:lnTo>
                    <a:pt x="12767" y="5242"/>
                  </a:lnTo>
                  <a:lnTo>
                    <a:pt x="8374" y="8069"/>
                  </a:lnTo>
                  <a:lnTo>
                    <a:pt x="4119" y="8779"/>
                  </a:lnTo>
                  <a:lnTo>
                    <a:pt x="0" y="861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32369" y="5862617"/>
              <a:ext cx="5571" cy="7889"/>
            </a:xfrm>
            <a:custGeom>
              <a:avLst/>
              <a:pathLst>
                <a:path w="5571" h="7889">
                  <a:moveTo>
                    <a:pt x="0" y="0"/>
                  </a:moveTo>
                  <a:lnTo>
                    <a:pt x="4468" y="1296"/>
                  </a:lnTo>
                  <a:lnTo>
                    <a:pt x="5571" y="4924"/>
                  </a:lnTo>
                  <a:lnTo>
                    <a:pt x="4835" y="7889"/>
                  </a:lnTo>
                  <a:lnTo>
                    <a:pt x="1445" y="53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20555" y="5351251"/>
              <a:ext cx="21986" cy="33188"/>
            </a:xfrm>
            <a:custGeom>
              <a:avLst/>
              <a:pathLst>
                <a:path w="21986" h="33188">
                  <a:moveTo>
                    <a:pt x="2018" y="0"/>
                  </a:moveTo>
                  <a:lnTo>
                    <a:pt x="5497" y="7937"/>
                  </a:lnTo>
                  <a:lnTo>
                    <a:pt x="6382" y="14310"/>
                  </a:lnTo>
                  <a:lnTo>
                    <a:pt x="13910" y="23452"/>
                  </a:lnTo>
                  <a:lnTo>
                    <a:pt x="18361" y="26555"/>
                  </a:lnTo>
                  <a:lnTo>
                    <a:pt x="21986" y="30625"/>
                  </a:lnTo>
                  <a:lnTo>
                    <a:pt x="21124" y="33188"/>
                  </a:lnTo>
                  <a:lnTo>
                    <a:pt x="16596" y="30959"/>
                  </a:lnTo>
                  <a:lnTo>
                    <a:pt x="10626" y="28123"/>
                  </a:lnTo>
                  <a:lnTo>
                    <a:pt x="4236" y="18458"/>
                  </a:lnTo>
                  <a:lnTo>
                    <a:pt x="0" y="13764"/>
                  </a:lnTo>
                  <a:lnTo>
                    <a:pt x="319" y="28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64783" y="5906006"/>
              <a:ext cx="86874" cy="33696"/>
            </a:xfrm>
            <a:custGeom>
              <a:avLst/>
              <a:pathLst>
                <a:path w="86874" h="33696">
                  <a:moveTo>
                    <a:pt x="1166" y="14947"/>
                  </a:moveTo>
                  <a:lnTo>
                    <a:pt x="11213" y="14897"/>
                  </a:lnTo>
                  <a:lnTo>
                    <a:pt x="16690" y="13688"/>
                  </a:lnTo>
                  <a:lnTo>
                    <a:pt x="22895" y="15279"/>
                  </a:lnTo>
                  <a:lnTo>
                    <a:pt x="28939" y="14417"/>
                  </a:lnTo>
                  <a:lnTo>
                    <a:pt x="32634" y="11616"/>
                  </a:lnTo>
                  <a:lnTo>
                    <a:pt x="33621" y="4814"/>
                  </a:lnTo>
                  <a:lnTo>
                    <a:pt x="38598" y="1804"/>
                  </a:lnTo>
                  <a:lnTo>
                    <a:pt x="44113" y="0"/>
                  </a:lnTo>
                  <a:lnTo>
                    <a:pt x="48131" y="2843"/>
                  </a:lnTo>
                  <a:lnTo>
                    <a:pt x="50616" y="8486"/>
                  </a:lnTo>
                  <a:lnTo>
                    <a:pt x="47823" y="13523"/>
                  </a:lnTo>
                  <a:lnTo>
                    <a:pt x="47999" y="20716"/>
                  </a:lnTo>
                  <a:lnTo>
                    <a:pt x="52487" y="21297"/>
                  </a:lnTo>
                  <a:lnTo>
                    <a:pt x="61433" y="22854"/>
                  </a:lnTo>
                  <a:lnTo>
                    <a:pt x="66034" y="22946"/>
                  </a:lnTo>
                  <a:lnTo>
                    <a:pt x="71329" y="27649"/>
                  </a:lnTo>
                  <a:lnTo>
                    <a:pt x="78741" y="27973"/>
                  </a:lnTo>
                  <a:lnTo>
                    <a:pt x="86874" y="30984"/>
                  </a:lnTo>
                  <a:lnTo>
                    <a:pt x="85439" y="33696"/>
                  </a:lnTo>
                  <a:lnTo>
                    <a:pt x="78420" y="33633"/>
                  </a:lnTo>
                  <a:lnTo>
                    <a:pt x="70153" y="32930"/>
                  </a:lnTo>
                  <a:lnTo>
                    <a:pt x="65796" y="32223"/>
                  </a:lnTo>
                  <a:lnTo>
                    <a:pt x="59357" y="28725"/>
                  </a:lnTo>
                  <a:lnTo>
                    <a:pt x="54721" y="28532"/>
                  </a:lnTo>
                  <a:lnTo>
                    <a:pt x="51841" y="27461"/>
                  </a:lnTo>
                  <a:lnTo>
                    <a:pt x="44779" y="24281"/>
                  </a:lnTo>
                  <a:lnTo>
                    <a:pt x="38430" y="21603"/>
                  </a:lnTo>
                  <a:lnTo>
                    <a:pt x="34593" y="21254"/>
                  </a:lnTo>
                  <a:lnTo>
                    <a:pt x="33161" y="25727"/>
                  </a:lnTo>
                  <a:lnTo>
                    <a:pt x="27981" y="22833"/>
                  </a:lnTo>
                  <a:lnTo>
                    <a:pt x="21232" y="23276"/>
                  </a:lnTo>
                  <a:lnTo>
                    <a:pt x="15684" y="21065"/>
                  </a:lnTo>
                  <a:lnTo>
                    <a:pt x="11154" y="20843"/>
                  </a:lnTo>
                  <a:lnTo>
                    <a:pt x="6092" y="19272"/>
                  </a:lnTo>
                  <a:lnTo>
                    <a:pt x="0" y="180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301171" y="5908771"/>
              <a:ext cx="59662" cy="28233"/>
            </a:xfrm>
            <a:custGeom>
              <a:avLst/>
              <a:pathLst>
                <a:path w="59662" h="28233">
                  <a:moveTo>
                    <a:pt x="2075" y="21334"/>
                  </a:moveTo>
                  <a:lnTo>
                    <a:pt x="4277" y="14171"/>
                  </a:lnTo>
                  <a:lnTo>
                    <a:pt x="9474" y="13142"/>
                  </a:lnTo>
                  <a:lnTo>
                    <a:pt x="10496" y="10923"/>
                  </a:lnTo>
                  <a:lnTo>
                    <a:pt x="9311" y="6410"/>
                  </a:lnTo>
                  <a:lnTo>
                    <a:pt x="10975" y="4140"/>
                  </a:lnTo>
                  <a:lnTo>
                    <a:pt x="13667" y="4997"/>
                  </a:lnTo>
                  <a:lnTo>
                    <a:pt x="18287" y="3549"/>
                  </a:lnTo>
                  <a:lnTo>
                    <a:pt x="18968" y="7100"/>
                  </a:lnTo>
                  <a:lnTo>
                    <a:pt x="18360" y="10156"/>
                  </a:lnTo>
                  <a:lnTo>
                    <a:pt x="16975" y="14535"/>
                  </a:lnTo>
                  <a:lnTo>
                    <a:pt x="22363" y="14688"/>
                  </a:lnTo>
                  <a:lnTo>
                    <a:pt x="26796" y="15102"/>
                  </a:lnTo>
                  <a:lnTo>
                    <a:pt x="31854" y="15766"/>
                  </a:lnTo>
                  <a:lnTo>
                    <a:pt x="32606" y="11353"/>
                  </a:lnTo>
                  <a:lnTo>
                    <a:pt x="32527" y="7751"/>
                  </a:lnTo>
                  <a:lnTo>
                    <a:pt x="32086" y="2999"/>
                  </a:lnTo>
                  <a:lnTo>
                    <a:pt x="34763" y="0"/>
                  </a:lnTo>
                  <a:lnTo>
                    <a:pt x="38052" y="1453"/>
                  </a:lnTo>
                  <a:lnTo>
                    <a:pt x="39421" y="4861"/>
                  </a:lnTo>
                  <a:lnTo>
                    <a:pt x="43143" y="10846"/>
                  </a:lnTo>
                  <a:lnTo>
                    <a:pt x="45971" y="11974"/>
                  </a:lnTo>
                  <a:lnTo>
                    <a:pt x="51187" y="13039"/>
                  </a:lnTo>
                  <a:lnTo>
                    <a:pt x="59060" y="13738"/>
                  </a:lnTo>
                  <a:lnTo>
                    <a:pt x="59662" y="16726"/>
                  </a:lnTo>
                  <a:lnTo>
                    <a:pt x="51582" y="17369"/>
                  </a:lnTo>
                  <a:lnTo>
                    <a:pt x="46064" y="16941"/>
                  </a:lnTo>
                  <a:lnTo>
                    <a:pt x="39168" y="20262"/>
                  </a:lnTo>
                  <a:lnTo>
                    <a:pt x="37512" y="22967"/>
                  </a:lnTo>
                  <a:lnTo>
                    <a:pt x="31453" y="23647"/>
                  </a:lnTo>
                  <a:lnTo>
                    <a:pt x="26450" y="24215"/>
                  </a:lnTo>
                  <a:lnTo>
                    <a:pt x="19907" y="23490"/>
                  </a:lnTo>
                  <a:lnTo>
                    <a:pt x="16878" y="24627"/>
                  </a:lnTo>
                  <a:lnTo>
                    <a:pt x="12464" y="26254"/>
                  </a:lnTo>
                  <a:lnTo>
                    <a:pt x="9975" y="28233"/>
                  </a:lnTo>
                  <a:lnTo>
                    <a:pt x="6546" y="27569"/>
                  </a:lnTo>
                  <a:lnTo>
                    <a:pt x="1611" y="27960"/>
                  </a:lnTo>
                  <a:lnTo>
                    <a:pt x="0" y="263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76072" y="5910281"/>
              <a:ext cx="25710" cy="16876"/>
            </a:xfrm>
            <a:custGeom>
              <a:avLst/>
              <a:pathLst>
                <a:path w="25710" h="16876">
                  <a:moveTo>
                    <a:pt x="1749" y="8411"/>
                  </a:moveTo>
                  <a:lnTo>
                    <a:pt x="8414" y="8483"/>
                  </a:lnTo>
                  <a:lnTo>
                    <a:pt x="14931" y="9834"/>
                  </a:lnTo>
                  <a:lnTo>
                    <a:pt x="18232" y="8986"/>
                  </a:lnTo>
                  <a:lnTo>
                    <a:pt x="20271" y="2048"/>
                  </a:lnTo>
                  <a:lnTo>
                    <a:pt x="21240" y="0"/>
                  </a:lnTo>
                  <a:lnTo>
                    <a:pt x="24116" y="1328"/>
                  </a:lnTo>
                  <a:lnTo>
                    <a:pt x="25710" y="4438"/>
                  </a:lnTo>
                  <a:lnTo>
                    <a:pt x="23137" y="8574"/>
                  </a:lnTo>
                  <a:lnTo>
                    <a:pt x="21874" y="16007"/>
                  </a:lnTo>
                  <a:lnTo>
                    <a:pt x="18609" y="16630"/>
                  </a:lnTo>
                  <a:lnTo>
                    <a:pt x="15377" y="16876"/>
                  </a:lnTo>
                  <a:lnTo>
                    <a:pt x="12898" y="15022"/>
                  </a:lnTo>
                  <a:lnTo>
                    <a:pt x="7860" y="14552"/>
                  </a:lnTo>
                  <a:lnTo>
                    <a:pt x="1547" y="14712"/>
                  </a:lnTo>
                  <a:lnTo>
                    <a:pt x="0" y="107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59181" y="5901933"/>
              <a:ext cx="21706" cy="24136"/>
            </a:xfrm>
            <a:custGeom>
              <a:avLst/>
              <a:pathLst>
                <a:path w="21706" h="24136">
                  <a:moveTo>
                    <a:pt x="1387" y="0"/>
                  </a:moveTo>
                  <a:lnTo>
                    <a:pt x="5335" y="230"/>
                  </a:lnTo>
                  <a:lnTo>
                    <a:pt x="10246" y="2024"/>
                  </a:lnTo>
                  <a:lnTo>
                    <a:pt x="11908" y="7106"/>
                  </a:lnTo>
                  <a:lnTo>
                    <a:pt x="16529" y="8777"/>
                  </a:lnTo>
                  <a:lnTo>
                    <a:pt x="21706" y="9758"/>
                  </a:lnTo>
                  <a:lnTo>
                    <a:pt x="19963" y="13010"/>
                  </a:lnTo>
                  <a:lnTo>
                    <a:pt x="15878" y="13844"/>
                  </a:lnTo>
                  <a:lnTo>
                    <a:pt x="12670" y="17185"/>
                  </a:lnTo>
                  <a:lnTo>
                    <a:pt x="10890" y="18968"/>
                  </a:lnTo>
                  <a:lnTo>
                    <a:pt x="8584" y="24136"/>
                  </a:lnTo>
                  <a:lnTo>
                    <a:pt x="4001" y="20371"/>
                  </a:lnTo>
                  <a:lnTo>
                    <a:pt x="1887" y="16330"/>
                  </a:lnTo>
                  <a:lnTo>
                    <a:pt x="4427" y="15197"/>
                  </a:lnTo>
                  <a:lnTo>
                    <a:pt x="7165" y="15264"/>
                  </a:lnTo>
                  <a:lnTo>
                    <a:pt x="7341" y="10638"/>
                  </a:lnTo>
                  <a:lnTo>
                    <a:pt x="4355" y="7840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2145" y="5915535"/>
              <a:ext cx="12553" cy="5283"/>
            </a:xfrm>
            <a:custGeom>
              <a:avLst/>
              <a:pathLst>
                <a:path w="12553" h="5283">
                  <a:moveTo>
                    <a:pt x="0" y="1341"/>
                  </a:moveTo>
                  <a:lnTo>
                    <a:pt x="8173" y="0"/>
                  </a:lnTo>
                  <a:lnTo>
                    <a:pt x="12553" y="2519"/>
                  </a:lnTo>
                  <a:lnTo>
                    <a:pt x="10870" y="5283"/>
                  </a:lnTo>
                  <a:lnTo>
                    <a:pt x="5258" y="5029"/>
                  </a:lnTo>
                  <a:lnTo>
                    <a:pt x="2026" y="36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34174" y="5898877"/>
              <a:ext cx="5858" cy="7202"/>
            </a:xfrm>
            <a:custGeom>
              <a:avLst/>
              <a:pathLst>
                <a:path w="5858" h="7202">
                  <a:moveTo>
                    <a:pt x="1323" y="0"/>
                  </a:moveTo>
                  <a:lnTo>
                    <a:pt x="4937" y="196"/>
                  </a:lnTo>
                  <a:lnTo>
                    <a:pt x="5858" y="5312"/>
                  </a:lnTo>
                  <a:lnTo>
                    <a:pt x="3338" y="7202"/>
                  </a:lnTo>
                  <a:lnTo>
                    <a:pt x="0" y="37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18747" y="5926210"/>
              <a:ext cx="10236" cy="11657"/>
            </a:xfrm>
            <a:custGeom>
              <a:avLst/>
              <a:pathLst>
                <a:path w="10236" h="11657">
                  <a:moveTo>
                    <a:pt x="0" y="7082"/>
                  </a:moveTo>
                  <a:lnTo>
                    <a:pt x="7901" y="0"/>
                  </a:lnTo>
                  <a:lnTo>
                    <a:pt x="10046" y="2894"/>
                  </a:lnTo>
                  <a:lnTo>
                    <a:pt x="10236" y="6024"/>
                  </a:lnTo>
                  <a:lnTo>
                    <a:pt x="3378" y="10190"/>
                  </a:lnTo>
                  <a:lnTo>
                    <a:pt x="1074" y="116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30566" y="5846006"/>
              <a:ext cx="4426" cy="5765"/>
            </a:xfrm>
            <a:custGeom>
              <a:avLst/>
              <a:pathLst>
                <a:path w="4426" h="5765">
                  <a:moveTo>
                    <a:pt x="1002" y="0"/>
                  </a:moveTo>
                  <a:lnTo>
                    <a:pt x="3215" y="407"/>
                  </a:lnTo>
                  <a:lnTo>
                    <a:pt x="4426" y="3052"/>
                  </a:lnTo>
                  <a:lnTo>
                    <a:pt x="3859" y="5765"/>
                  </a:lnTo>
                  <a:lnTo>
                    <a:pt x="877" y="5632"/>
                  </a:lnTo>
                  <a:lnTo>
                    <a:pt x="0" y="223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97267" y="5832906"/>
              <a:ext cx="20310" cy="17654"/>
            </a:xfrm>
            <a:custGeom>
              <a:avLst/>
              <a:pathLst>
                <a:path w="20310" h="17654">
                  <a:moveTo>
                    <a:pt x="1787" y="9907"/>
                  </a:moveTo>
                  <a:lnTo>
                    <a:pt x="5367" y="10428"/>
                  </a:lnTo>
                  <a:lnTo>
                    <a:pt x="7835" y="8868"/>
                  </a:lnTo>
                  <a:lnTo>
                    <a:pt x="11519" y="8071"/>
                  </a:lnTo>
                  <a:lnTo>
                    <a:pt x="14523" y="4662"/>
                  </a:lnTo>
                  <a:lnTo>
                    <a:pt x="17783" y="0"/>
                  </a:lnTo>
                  <a:lnTo>
                    <a:pt x="19915" y="1881"/>
                  </a:lnTo>
                  <a:lnTo>
                    <a:pt x="20310" y="4865"/>
                  </a:lnTo>
                  <a:lnTo>
                    <a:pt x="17086" y="8216"/>
                  </a:lnTo>
                  <a:lnTo>
                    <a:pt x="15420" y="9495"/>
                  </a:lnTo>
                  <a:lnTo>
                    <a:pt x="16069" y="13476"/>
                  </a:lnTo>
                  <a:lnTo>
                    <a:pt x="15298" y="15251"/>
                  </a:lnTo>
                  <a:lnTo>
                    <a:pt x="11755" y="13841"/>
                  </a:lnTo>
                  <a:lnTo>
                    <a:pt x="8761" y="11987"/>
                  </a:lnTo>
                  <a:lnTo>
                    <a:pt x="7016" y="13389"/>
                  </a:lnTo>
                  <a:lnTo>
                    <a:pt x="5224" y="15229"/>
                  </a:lnTo>
                  <a:lnTo>
                    <a:pt x="3857" y="17654"/>
                  </a:lnTo>
                  <a:lnTo>
                    <a:pt x="2648" y="14535"/>
                  </a:lnTo>
                  <a:lnTo>
                    <a:pt x="0" y="1218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997654" y="5733346"/>
              <a:ext cx="10474" cy="10515"/>
            </a:xfrm>
            <a:custGeom>
              <a:avLst/>
              <a:pathLst>
                <a:path w="10474" h="10515">
                  <a:moveTo>
                    <a:pt x="2078" y="0"/>
                  </a:moveTo>
                  <a:lnTo>
                    <a:pt x="8182" y="5619"/>
                  </a:lnTo>
                  <a:lnTo>
                    <a:pt x="10474" y="7256"/>
                  </a:lnTo>
                  <a:lnTo>
                    <a:pt x="10278" y="10515"/>
                  </a:lnTo>
                  <a:lnTo>
                    <a:pt x="4226" y="7454"/>
                  </a:lnTo>
                  <a:lnTo>
                    <a:pt x="0" y="14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74766" y="5747427"/>
              <a:ext cx="16843" cy="12572"/>
            </a:xfrm>
            <a:custGeom>
              <a:avLst/>
              <a:pathLst>
                <a:path w="16843" h="12572">
                  <a:moveTo>
                    <a:pt x="5027" y="250"/>
                  </a:moveTo>
                  <a:lnTo>
                    <a:pt x="9070" y="1601"/>
                  </a:lnTo>
                  <a:lnTo>
                    <a:pt x="12618" y="0"/>
                  </a:lnTo>
                  <a:lnTo>
                    <a:pt x="16843" y="3173"/>
                  </a:lnTo>
                  <a:lnTo>
                    <a:pt x="13142" y="6993"/>
                  </a:lnTo>
                  <a:lnTo>
                    <a:pt x="13916" y="10572"/>
                  </a:lnTo>
                  <a:lnTo>
                    <a:pt x="12520" y="12572"/>
                  </a:lnTo>
                  <a:lnTo>
                    <a:pt x="10031" y="11354"/>
                  </a:lnTo>
                  <a:lnTo>
                    <a:pt x="7098" y="7159"/>
                  </a:lnTo>
                  <a:lnTo>
                    <a:pt x="4749" y="7797"/>
                  </a:lnTo>
                  <a:lnTo>
                    <a:pt x="0" y="21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55899" y="5698881"/>
              <a:ext cx="30761" cy="24805"/>
            </a:xfrm>
            <a:custGeom>
              <a:avLst/>
              <a:pathLst>
                <a:path w="30761" h="24805">
                  <a:moveTo>
                    <a:pt x="796" y="161"/>
                  </a:moveTo>
                  <a:lnTo>
                    <a:pt x="7771" y="0"/>
                  </a:lnTo>
                  <a:lnTo>
                    <a:pt x="12710" y="2313"/>
                  </a:lnTo>
                  <a:lnTo>
                    <a:pt x="23101" y="9075"/>
                  </a:lnTo>
                  <a:lnTo>
                    <a:pt x="26467" y="14282"/>
                  </a:lnTo>
                  <a:lnTo>
                    <a:pt x="30761" y="22212"/>
                  </a:lnTo>
                  <a:lnTo>
                    <a:pt x="29977" y="24805"/>
                  </a:lnTo>
                  <a:lnTo>
                    <a:pt x="25376" y="22539"/>
                  </a:lnTo>
                  <a:lnTo>
                    <a:pt x="23157" y="19821"/>
                  </a:lnTo>
                  <a:lnTo>
                    <a:pt x="20902" y="22734"/>
                  </a:lnTo>
                  <a:lnTo>
                    <a:pt x="18421" y="22104"/>
                  </a:lnTo>
                  <a:lnTo>
                    <a:pt x="14771" y="19900"/>
                  </a:lnTo>
                  <a:lnTo>
                    <a:pt x="11622" y="20505"/>
                  </a:lnTo>
                  <a:lnTo>
                    <a:pt x="9056" y="17076"/>
                  </a:lnTo>
                  <a:lnTo>
                    <a:pt x="8204" y="14021"/>
                  </a:lnTo>
                  <a:lnTo>
                    <a:pt x="8935" y="10310"/>
                  </a:lnTo>
                  <a:lnTo>
                    <a:pt x="6865" y="6525"/>
                  </a:lnTo>
                  <a:lnTo>
                    <a:pt x="4259" y="4522"/>
                  </a:lnTo>
                  <a:lnTo>
                    <a:pt x="0" y="46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5992321" y="5152730"/>
              <a:ext cx="43260" cy="29047"/>
            </a:xfrm>
            <a:custGeom>
              <a:avLst/>
              <a:pathLst>
                <a:path w="43260" h="29047">
                  <a:moveTo>
                    <a:pt x="0" y="27044"/>
                  </a:moveTo>
                  <a:lnTo>
                    <a:pt x="3566" y="18799"/>
                  </a:lnTo>
                  <a:lnTo>
                    <a:pt x="9129" y="13557"/>
                  </a:lnTo>
                  <a:lnTo>
                    <a:pt x="15504" y="8917"/>
                  </a:lnTo>
                  <a:lnTo>
                    <a:pt x="16280" y="7012"/>
                  </a:lnTo>
                  <a:lnTo>
                    <a:pt x="25496" y="0"/>
                  </a:lnTo>
                  <a:lnTo>
                    <a:pt x="37219" y="2633"/>
                  </a:lnTo>
                  <a:lnTo>
                    <a:pt x="43260" y="8520"/>
                  </a:lnTo>
                  <a:lnTo>
                    <a:pt x="36000" y="13294"/>
                  </a:lnTo>
                  <a:lnTo>
                    <a:pt x="31507" y="15519"/>
                  </a:lnTo>
                  <a:lnTo>
                    <a:pt x="27923" y="14593"/>
                  </a:lnTo>
                  <a:lnTo>
                    <a:pt x="22445" y="17660"/>
                  </a:lnTo>
                  <a:lnTo>
                    <a:pt x="16708" y="21368"/>
                  </a:lnTo>
                  <a:lnTo>
                    <a:pt x="10112" y="25809"/>
                  </a:lnTo>
                  <a:lnTo>
                    <a:pt x="261" y="2904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5976224" y="5179400"/>
              <a:ext cx="11384" cy="9912"/>
            </a:xfrm>
            <a:custGeom>
              <a:avLst/>
              <a:pathLst>
                <a:path w="11384" h="9912">
                  <a:moveTo>
                    <a:pt x="424" y="5905"/>
                  </a:moveTo>
                  <a:lnTo>
                    <a:pt x="2346" y="2183"/>
                  </a:lnTo>
                  <a:lnTo>
                    <a:pt x="11384" y="0"/>
                  </a:lnTo>
                  <a:lnTo>
                    <a:pt x="8632" y="8174"/>
                  </a:lnTo>
                  <a:lnTo>
                    <a:pt x="0" y="991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62546" y="5180618"/>
              <a:ext cx="7788" cy="8524"/>
            </a:xfrm>
            <a:custGeom>
              <a:avLst/>
              <a:pathLst>
                <a:path w="7788" h="8524">
                  <a:moveTo>
                    <a:pt x="0" y="4796"/>
                  </a:moveTo>
                  <a:lnTo>
                    <a:pt x="2806" y="0"/>
                  </a:lnTo>
                  <a:lnTo>
                    <a:pt x="7788" y="1838"/>
                  </a:lnTo>
                  <a:lnTo>
                    <a:pt x="7461" y="6922"/>
                  </a:lnTo>
                  <a:lnTo>
                    <a:pt x="1300" y="85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65613" y="4645368"/>
              <a:ext cx="642700" cy="513880"/>
            </a:xfrm>
            <a:custGeom>
              <a:avLst/>
              <a:pathLst>
                <a:path w="642700" h="513880">
                  <a:moveTo>
                    <a:pt x="2279" y="64713"/>
                  </a:moveTo>
                  <a:lnTo>
                    <a:pt x="1276" y="60813"/>
                  </a:lnTo>
                  <a:lnTo>
                    <a:pt x="7194" y="59939"/>
                  </a:lnTo>
                  <a:lnTo>
                    <a:pt x="14186" y="58867"/>
                  </a:lnTo>
                  <a:lnTo>
                    <a:pt x="22658" y="57582"/>
                  </a:lnTo>
                  <a:lnTo>
                    <a:pt x="33809" y="55858"/>
                  </a:lnTo>
                  <a:lnTo>
                    <a:pt x="51333" y="53313"/>
                  </a:lnTo>
                  <a:lnTo>
                    <a:pt x="58484" y="52240"/>
                  </a:lnTo>
                  <a:lnTo>
                    <a:pt x="61938" y="51738"/>
                  </a:lnTo>
                  <a:lnTo>
                    <a:pt x="69210" y="50674"/>
                  </a:lnTo>
                  <a:lnTo>
                    <a:pt x="78516" y="49301"/>
                  </a:lnTo>
                  <a:lnTo>
                    <a:pt x="91547" y="47290"/>
                  </a:lnTo>
                  <a:lnTo>
                    <a:pt x="93311" y="47015"/>
                  </a:lnTo>
                  <a:lnTo>
                    <a:pt x="106546" y="44913"/>
                  </a:lnTo>
                  <a:lnTo>
                    <a:pt x="110606" y="44262"/>
                  </a:lnTo>
                  <a:lnTo>
                    <a:pt x="117878" y="43091"/>
                  </a:lnTo>
                  <a:lnTo>
                    <a:pt x="128401" y="41379"/>
                  </a:lnTo>
                  <a:lnTo>
                    <a:pt x="139081" y="39436"/>
                  </a:lnTo>
                  <a:lnTo>
                    <a:pt x="157759" y="36048"/>
                  </a:lnTo>
                  <a:lnTo>
                    <a:pt x="158479" y="35916"/>
                  </a:lnTo>
                  <a:lnTo>
                    <a:pt x="169972" y="33801"/>
                  </a:lnTo>
                  <a:lnTo>
                    <a:pt x="183871" y="31283"/>
                  </a:lnTo>
                  <a:lnTo>
                    <a:pt x="192384" y="29791"/>
                  </a:lnTo>
                  <a:lnTo>
                    <a:pt x="194520" y="29411"/>
                  </a:lnTo>
                  <a:lnTo>
                    <a:pt x="194565" y="31496"/>
                  </a:lnTo>
                  <a:lnTo>
                    <a:pt x="196746" y="34657"/>
                  </a:lnTo>
                  <a:lnTo>
                    <a:pt x="201081" y="39049"/>
                  </a:lnTo>
                  <a:lnTo>
                    <a:pt x="201772" y="42882"/>
                  </a:lnTo>
                  <a:lnTo>
                    <a:pt x="203785" y="48010"/>
                  </a:lnTo>
                  <a:lnTo>
                    <a:pt x="208651" y="52508"/>
                  </a:lnTo>
                  <a:lnTo>
                    <a:pt x="212432" y="51997"/>
                  </a:lnTo>
                  <a:lnTo>
                    <a:pt x="237842" y="48894"/>
                  </a:lnTo>
                  <a:lnTo>
                    <a:pt x="244870" y="47955"/>
                  </a:lnTo>
                  <a:lnTo>
                    <a:pt x="252006" y="46994"/>
                  </a:lnTo>
                  <a:lnTo>
                    <a:pt x="264032" y="45354"/>
                  </a:lnTo>
                  <a:lnTo>
                    <a:pt x="267126" y="44960"/>
                  </a:lnTo>
                  <a:lnTo>
                    <a:pt x="272850" y="44226"/>
                  </a:lnTo>
                  <a:lnTo>
                    <a:pt x="286837" y="42412"/>
                  </a:lnTo>
                  <a:lnTo>
                    <a:pt x="292631" y="41665"/>
                  </a:lnTo>
                  <a:lnTo>
                    <a:pt x="302534" y="40375"/>
                  </a:lnTo>
                  <a:lnTo>
                    <a:pt x="310914" y="39272"/>
                  </a:lnTo>
                  <a:lnTo>
                    <a:pt x="321593" y="37939"/>
                  </a:lnTo>
                  <a:lnTo>
                    <a:pt x="325224" y="37482"/>
                  </a:lnTo>
                  <a:lnTo>
                    <a:pt x="338189" y="35832"/>
                  </a:lnTo>
                  <a:lnTo>
                    <a:pt x="338578" y="35782"/>
                  </a:lnTo>
                  <a:lnTo>
                    <a:pt x="357636" y="33247"/>
                  </a:lnTo>
                  <a:lnTo>
                    <a:pt x="371719" y="31369"/>
                  </a:lnTo>
                  <a:lnTo>
                    <a:pt x="379632" y="30300"/>
                  </a:lnTo>
                  <a:lnTo>
                    <a:pt x="388960" y="29027"/>
                  </a:lnTo>
                  <a:lnTo>
                    <a:pt x="392017" y="28689"/>
                  </a:lnTo>
                  <a:lnTo>
                    <a:pt x="407106" y="27002"/>
                  </a:lnTo>
                  <a:lnTo>
                    <a:pt x="406976" y="30916"/>
                  </a:lnTo>
                  <a:lnTo>
                    <a:pt x="409799" y="34458"/>
                  </a:lnTo>
                  <a:lnTo>
                    <a:pt x="409873" y="38887"/>
                  </a:lnTo>
                  <a:lnTo>
                    <a:pt x="412980" y="43222"/>
                  </a:lnTo>
                  <a:lnTo>
                    <a:pt x="415786" y="43096"/>
                  </a:lnTo>
                  <a:lnTo>
                    <a:pt x="419431" y="42558"/>
                  </a:lnTo>
                  <a:lnTo>
                    <a:pt x="422556" y="41216"/>
                  </a:lnTo>
                  <a:lnTo>
                    <a:pt x="423286" y="40903"/>
                  </a:lnTo>
                  <a:lnTo>
                    <a:pt x="422680" y="38078"/>
                  </a:lnTo>
                  <a:lnTo>
                    <a:pt x="423016" y="34070"/>
                  </a:lnTo>
                  <a:lnTo>
                    <a:pt x="422441" y="26716"/>
                  </a:lnTo>
                  <a:lnTo>
                    <a:pt x="421538" y="20616"/>
                  </a:lnTo>
                  <a:lnTo>
                    <a:pt x="418199" y="16522"/>
                  </a:lnTo>
                  <a:lnTo>
                    <a:pt x="418194" y="13237"/>
                  </a:lnTo>
                  <a:lnTo>
                    <a:pt x="417960" y="8084"/>
                  </a:lnTo>
                  <a:lnTo>
                    <a:pt x="420187" y="4449"/>
                  </a:lnTo>
                  <a:lnTo>
                    <a:pt x="423358" y="77"/>
                  </a:lnTo>
                  <a:lnTo>
                    <a:pt x="426197" y="6"/>
                  </a:lnTo>
                  <a:lnTo>
                    <a:pt x="426473" y="0"/>
                  </a:lnTo>
                  <a:lnTo>
                    <a:pt x="429403" y="1875"/>
                  </a:lnTo>
                  <a:lnTo>
                    <a:pt x="433877" y="1155"/>
                  </a:lnTo>
                  <a:lnTo>
                    <a:pt x="437464" y="1826"/>
                  </a:lnTo>
                  <a:lnTo>
                    <a:pt x="440145" y="3406"/>
                  </a:lnTo>
                  <a:lnTo>
                    <a:pt x="444941" y="2809"/>
                  </a:lnTo>
                  <a:lnTo>
                    <a:pt x="447762" y="3538"/>
                  </a:lnTo>
                  <a:lnTo>
                    <a:pt x="453264" y="3588"/>
                  </a:lnTo>
                  <a:lnTo>
                    <a:pt x="455604" y="2381"/>
                  </a:lnTo>
                  <a:lnTo>
                    <a:pt x="457164" y="2076"/>
                  </a:lnTo>
                  <a:lnTo>
                    <a:pt x="462029" y="2188"/>
                  </a:lnTo>
                  <a:lnTo>
                    <a:pt x="463449" y="2920"/>
                  </a:lnTo>
                  <a:lnTo>
                    <a:pt x="463857" y="11509"/>
                  </a:lnTo>
                  <a:lnTo>
                    <a:pt x="465785" y="18090"/>
                  </a:lnTo>
                  <a:lnTo>
                    <a:pt x="466426" y="19413"/>
                  </a:lnTo>
                  <a:lnTo>
                    <a:pt x="466795" y="20176"/>
                  </a:lnTo>
                  <a:lnTo>
                    <a:pt x="468155" y="21190"/>
                  </a:lnTo>
                  <a:lnTo>
                    <a:pt x="470087" y="28085"/>
                  </a:lnTo>
                  <a:lnTo>
                    <a:pt x="471504" y="33143"/>
                  </a:lnTo>
                  <a:lnTo>
                    <a:pt x="474534" y="40259"/>
                  </a:lnTo>
                  <a:lnTo>
                    <a:pt x="486295" y="67839"/>
                  </a:lnTo>
                  <a:lnTo>
                    <a:pt x="488187" y="70286"/>
                  </a:lnTo>
                  <a:lnTo>
                    <a:pt x="489798" y="75377"/>
                  </a:lnTo>
                  <a:lnTo>
                    <a:pt x="490787" y="78502"/>
                  </a:lnTo>
                  <a:lnTo>
                    <a:pt x="496065" y="87519"/>
                  </a:lnTo>
                  <a:lnTo>
                    <a:pt x="501409" y="96636"/>
                  </a:lnTo>
                  <a:lnTo>
                    <a:pt x="507995" y="106628"/>
                  </a:lnTo>
                  <a:lnTo>
                    <a:pt x="514118" y="115902"/>
                  </a:lnTo>
                  <a:lnTo>
                    <a:pt x="519592" y="123770"/>
                  </a:lnTo>
                  <a:lnTo>
                    <a:pt x="522717" y="128258"/>
                  </a:lnTo>
                  <a:lnTo>
                    <a:pt x="528481" y="134438"/>
                  </a:lnTo>
                  <a:lnTo>
                    <a:pt x="540558" y="148595"/>
                  </a:lnTo>
                  <a:lnTo>
                    <a:pt x="546391" y="154783"/>
                  </a:lnTo>
                  <a:lnTo>
                    <a:pt x="554262" y="163116"/>
                  </a:lnTo>
                  <a:lnTo>
                    <a:pt x="560337" y="168892"/>
                  </a:lnTo>
                  <a:lnTo>
                    <a:pt x="567015" y="179717"/>
                  </a:lnTo>
                  <a:lnTo>
                    <a:pt x="563071" y="184963"/>
                  </a:lnTo>
                  <a:lnTo>
                    <a:pt x="562835" y="191661"/>
                  </a:lnTo>
                  <a:lnTo>
                    <a:pt x="564307" y="198359"/>
                  </a:lnTo>
                  <a:lnTo>
                    <a:pt x="566669" y="204942"/>
                  </a:lnTo>
                  <a:lnTo>
                    <a:pt x="571954" y="215271"/>
                  </a:lnTo>
                  <a:lnTo>
                    <a:pt x="582574" y="229651"/>
                  </a:lnTo>
                  <a:lnTo>
                    <a:pt x="589378" y="238844"/>
                  </a:lnTo>
                  <a:lnTo>
                    <a:pt x="595690" y="250113"/>
                  </a:lnTo>
                  <a:lnTo>
                    <a:pt x="597425" y="253302"/>
                  </a:lnTo>
                  <a:lnTo>
                    <a:pt x="605094" y="267382"/>
                  </a:lnTo>
                  <a:lnTo>
                    <a:pt x="611226" y="276387"/>
                  </a:lnTo>
                  <a:lnTo>
                    <a:pt x="616150" y="283609"/>
                  </a:lnTo>
                  <a:lnTo>
                    <a:pt x="618213" y="288288"/>
                  </a:lnTo>
                  <a:lnTo>
                    <a:pt x="620515" y="291245"/>
                  </a:lnTo>
                  <a:lnTo>
                    <a:pt x="624739" y="299354"/>
                  </a:lnTo>
                  <a:lnTo>
                    <a:pt x="629358" y="308212"/>
                  </a:lnTo>
                  <a:lnTo>
                    <a:pt x="631858" y="315456"/>
                  </a:lnTo>
                  <a:lnTo>
                    <a:pt x="631897" y="315709"/>
                  </a:lnTo>
                  <a:lnTo>
                    <a:pt x="633119" y="323684"/>
                  </a:lnTo>
                  <a:lnTo>
                    <a:pt x="634176" y="329121"/>
                  </a:lnTo>
                  <a:lnTo>
                    <a:pt x="634598" y="332859"/>
                  </a:lnTo>
                  <a:lnTo>
                    <a:pt x="634675" y="338177"/>
                  </a:lnTo>
                  <a:lnTo>
                    <a:pt x="635143" y="345485"/>
                  </a:lnTo>
                  <a:lnTo>
                    <a:pt x="635731" y="354756"/>
                  </a:lnTo>
                  <a:lnTo>
                    <a:pt x="636127" y="361053"/>
                  </a:lnTo>
                  <a:lnTo>
                    <a:pt x="636826" y="374794"/>
                  </a:lnTo>
                  <a:lnTo>
                    <a:pt x="636853" y="375334"/>
                  </a:lnTo>
                  <a:lnTo>
                    <a:pt x="638205" y="384987"/>
                  </a:lnTo>
                  <a:lnTo>
                    <a:pt x="638923" y="390127"/>
                  </a:lnTo>
                  <a:lnTo>
                    <a:pt x="641080" y="398315"/>
                  </a:lnTo>
                  <a:lnTo>
                    <a:pt x="640881" y="403304"/>
                  </a:lnTo>
                  <a:lnTo>
                    <a:pt x="640731" y="404818"/>
                  </a:lnTo>
                  <a:lnTo>
                    <a:pt x="639994" y="412172"/>
                  </a:lnTo>
                  <a:lnTo>
                    <a:pt x="637984" y="410893"/>
                  </a:lnTo>
                  <a:lnTo>
                    <a:pt x="633192" y="407773"/>
                  </a:lnTo>
                  <a:lnTo>
                    <a:pt x="631497" y="414762"/>
                  </a:lnTo>
                  <a:lnTo>
                    <a:pt x="629437" y="419246"/>
                  </a:lnTo>
                  <a:lnTo>
                    <a:pt x="629622" y="425800"/>
                  </a:lnTo>
                  <a:lnTo>
                    <a:pt x="629564" y="426396"/>
                  </a:lnTo>
                  <a:lnTo>
                    <a:pt x="628964" y="432491"/>
                  </a:lnTo>
                  <a:lnTo>
                    <a:pt x="632218" y="438501"/>
                  </a:lnTo>
                  <a:lnTo>
                    <a:pt x="637594" y="434399"/>
                  </a:lnTo>
                  <a:lnTo>
                    <a:pt x="640622" y="424878"/>
                  </a:lnTo>
                  <a:lnTo>
                    <a:pt x="642700" y="430535"/>
                  </a:lnTo>
                  <a:lnTo>
                    <a:pt x="639264" y="441120"/>
                  </a:lnTo>
                  <a:lnTo>
                    <a:pt x="638785" y="442591"/>
                  </a:lnTo>
                  <a:lnTo>
                    <a:pt x="632141" y="459548"/>
                  </a:lnTo>
                  <a:lnTo>
                    <a:pt x="623669" y="475148"/>
                  </a:lnTo>
                  <a:lnTo>
                    <a:pt x="613597" y="489241"/>
                  </a:lnTo>
                  <a:lnTo>
                    <a:pt x="591242" y="508241"/>
                  </a:lnTo>
                  <a:lnTo>
                    <a:pt x="581031" y="513880"/>
                  </a:lnTo>
                  <a:lnTo>
                    <a:pt x="576866" y="511153"/>
                  </a:lnTo>
                  <a:lnTo>
                    <a:pt x="584580" y="503963"/>
                  </a:lnTo>
                  <a:lnTo>
                    <a:pt x="598428" y="493893"/>
                  </a:lnTo>
                  <a:lnTo>
                    <a:pt x="614627" y="476502"/>
                  </a:lnTo>
                  <a:lnTo>
                    <a:pt x="620655" y="467287"/>
                  </a:lnTo>
                  <a:lnTo>
                    <a:pt x="620976" y="461775"/>
                  </a:lnTo>
                  <a:lnTo>
                    <a:pt x="620716" y="458000"/>
                  </a:lnTo>
                  <a:lnTo>
                    <a:pt x="616947" y="458268"/>
                  </a:lnTo>
                  <a:lnTo>
                    <a:pt x="608767" y="461643"/>
                  </a:lnTo>
                  <a:lnTo>
                    <a:pt x="604627" y="465817"/>
                  </a:lnTo>
                  <a:lnTo>
                    <a:pt x="601801" y="466899"/>
                  </a:lnTo>
                  <a:lnTo>
                    <a:pt x="596188" y="464722"/>
                  </a:lnTo>
                  <a:lnTo>
                    <a:pt x="592718" y="466248"/>
                  </a:lnTo>
                  <a:lnTo>
                    <a:pt x="591415" y="466821"/>
                  </a:lnTo>
                  <a:lnTo>
                    <a:pt x="588745" y="470342"/>
                  </a:lnTo>
                  <a:lnTo>
                    <a:pt x="581655" y="473315"/>
                  </a:lnTo>
                  <a:lnTo>
                    <a:pt x="576256" y="475085"/>
                  </a:lnTo>
                  <a:lnTo>
                    <a:pt x="570422" y="470665"/>
                  </a:lnTo>
                  <a:lnTo>
                    <a:pt x="567255" y="465780"/>
                  </a:lnTo>
                  <a:lnTo>
                    <a:pt x="567750" y="457960"/>
                  </a:lnTo>
                  <a:lnTo>
                    <a:pt x="566746" y="451545"/>
                  </a:lnTo>
                  <a:lnTo>
                    <a:pt x="560509" y="444266"/>
                  </a:lnTo>
                  <a:lnTo>
                    <a:pt x="556595" y="436770"/>
                  </a:lnTo>
                  <a:lnTo>
                    <a:pt x="551645" y="431234"/>
                  </a:lnTo>
                  <a:lnTo>
                    <a:pt x="546056" y="429784"/>
                  </a:lnTo>
                  <a:lnTo>
                    <a:pt x="542809" y="423989"/>
                  </a:lnTo>
                  <a:lnTo>
                    <a:pt x="537866" y="422696"/>
                  </a:lnTo>
                  <a:lnTo>
                    <a:pt x="535337" y="422033"/>
                  </a:lnTo>
                  <a:lnTo>
                    <a:pt x="523124" y="417814"/>
                  </a:lnTo>
                  <a:lnTo>
                    <a:pt x="521380" y="419643"/>
                  </a:lnTo>
                  <a:lnTo>
                    <a:pt x="519164" y="421966"/>
                  </a:lnTo>
                  <a:lnTo>
                    <a:pt x="514193" y="418538"/>
                  </a:lnTo>
                  <a:lnTo>
                    <a:pt x="512377" y="414887"/>
                  </a:lnTo>
                  <a:lnTo>
                    <a:pt x="510477" y="411065"/>
                  </a:lnTo>
                  <a:lnTo>
                    <a:pt x="504281" y="398908"/>
                  </a:lnTo>
                  <a:lnTo>
                    <a:pt x="498959" y="384470"/>
                  </a:lnTo>
                  <a:lnTo>
                    <a:pt x="498771" y="384274"/>
                  </a:lnTo>
                  <a:lnTo>
                    <a:pt x="491253" y="376430"/>
                  </a:lnTo>
                  <a:lnTo>
                    <a:pt x="488471" y="375621"/>
                  </a:lnTo>
                  <a:lnTo>
                    <a:pt x="484040" y="376575"/>
                  </a:lnTo>
                  <a:lnTo>
                    <a:pt x="479741" y="380131"/>
                  </a:lnTo>
                  <a:lnTo>
                    <a:pt x="475536" y="379744"/>
                  </a:lnTo>
                  <a:lnTo>
                    <a:pt x="470777" y="377187"/>
                  </a:lnTo>
                  <a:lnTo>
                    <a:pt x="463985" y="367526"/>
                  </a:lnTo>
                  <a:lnTo>
                    <a:pt x="461125" y="359483"/>
                  </a:lnTo>
                  <a:lnTo>
                    <a:pt x="460264" y="354489"/>
                  </a:lnTo>
                  <a:lnTo>
                    <a:pt x="458574" y="351959"/>
                  </a:lnTo>
                  <a:lnTo>
                    <a:pt x="454981" y="346575"/>
                  </a:lnTo>
                  <a:lnTo>
                    <a:pt x="449490" y="339929"/>
                  </a:lnTo>
                  <a:lnTo>
                    <a:pt x="441154" y="329820"/>
                  </a:lnTo>
                  <a:lnTo>
                    <a:pt x="431962" y="316182"/>
                  </a:lnTo>
                  <a:lnTo>
                    <a:pt x="425171" y="309184"/>
                  </a:lnTo>
                  <a:lnTo>
                    <a:pt x="421703" y="306260"/>
                  </a:lnTo>
                  <a:lnTo>
                    <a:pt x="417678" y="302863"/>
                  </a:lnTo>
                  <a:lnTo>
                    <a:pt x="412420" y="295601"/>
                  </a:lnTo>
                  <a:lnTo>
                    <a:pt x="414227" y="295428"/>
                  </a:lnTo>
                  <a:lnTo>
                    <a:pt x="419612" y="294857"/>
                  </a:lnTo>
                  <a:lnTo>
                    <a:pt x="423637" y="287577"/>
                  </a:lnTo>
                  <a:lnTo>
                    <a:pt x="425360" y="282842"/>
                  </a:lnTo>
                  <a:lnTo>
                    <a:pt x="425802" y="281627"/>
                  </a:lnTo>
                  <a:lnTo>
                    <a:pt x="427452" y="277081"/>
                  </a:lnTo>
                  <a:lnTo>
                    <a:pt x="430003" y="275014"/>
                  </a:lnTo>
                  <a:lnTo>
                    <a:pt x="432842" y="270431"/>
                  </a:lnTo>
                  <a:lnTo>
                    <a:pt x="430951" y="267097"/>
                  </a:lnTo>
                  <a:lnTo>
                    <a:pt x="427632" y="266661"/>
                  </a:lnTo>
                  <a:lnTo>
                    <a:pt x="422362" y="265442"/>
                  </a:lnTo>
                  <a:lnTo>
                    <a:pt x="421587" y="266676"/>
                  </a:lnTo>
                  <a:lnTo>
                    <a:pt x="420330" y="268674"/>
                  </a:lnTo>
                  <a:lnTo>
                    <a:pt x="418090" y="272396"/>
                  </a:lnTo>
                  <a:lnTo>
                    <a:pt x="418590" y="276478"/>
                  </a:lnTo>
                  <a:lnTo>
                    <a:pt x="416948" y="279684"/>
                  </a:lnTo>
                  <a:lnTo>
                    <a:pt x="415543" y="283137"/>
                  </a:lnTo>
                  <a:lnTo>
                    <a:pt x="413997" y="286931"/>
                  </a:lnTo>
                  <a:lnTo>
                    <a:pt x="412022" y="288422"/>
                  </a:lnTo>
                  <a:lnTo>
                    <a:pt x="410679" y="282883"/>
                  </a:lnTo>
                  <a:lnTo>
                    <a:pt x="409335" y="278472"/>
                  </a:lnTo>
                  <a:lnTo>
                    <a:pt x="405113" y="273975"/>
                  </a:lnTo>
                  <a:lnTo>
                    <a:pt x="399918" y="269457"/>
                  </a:lnTo>
                  <a:lnTo>
                    <a:pt x="399176" y="262259"/>
                  </a:lnTo>
                  <a:lnTo>
                    <a:pt x="398968" y="254943"/>
                  </a:lnTo>
                  <a:lnTo>
                    <a:pt x="396065" y="248224"/>
                  </a:lnTo>
                  <a:lnTo>
                    <a:pt x="394425" y="242369"/>
                  </a:lnTo>
                  <a:lnTo>
                    <a:pt x="394379" y="242204"/>
                  </a:lnTo>
                  <a:lnTo>
                    <a:pt x="400651" y="234715"/>
                  </a:lnTo>
                  <a:lnTo>
                    <a:pt x="401975" y="227283"/>
                  </a:lnTo>
                  <a:lnTo>
                    <a:pt x="403191" y="218597"/>
                  </a:lnTo>
                  <a:lnTo>
                    <a:pt x="403504" y="217367"/>
                  </a:lnTo>
                  <a:lnTo>
                    <a:pt x="404721" y="212581"/>
                  </a:lnTo>
                  <a:lnTo>
                    <a:pt x="404480" y="207268"/>
                  </a:lnTo>
                  <a:lnTo>
                    <a:pt x="402486" y="200782"/>
                  </a:lnTo>
                  <a:lnTo>
                    <a:pt x="401403" y="194637"/>
                  </a:lnTo>
                  <a:lnTo>
                    <a:pt x="401379" y="194502"/>
                  </a:lnTo>
                  <a:lnTo>
                    <a:pt x="397708" y="193003"/>
                  </a:lnTo>
                  <a:lnTo>
                    <a:pt x="396500" y="186199"/>
                  </a:lnTo>
                  <a:lnTo>
                    <a:pt x="394481" y="182179"/>
                  </a:lnTo>
                  <a:lnTo>
                    <a:pt x="396802" y="176782"/>
                  </a:lnTo>
                  <a:lnTo>
                    <a:pt x="393461" y="173205"/>
                  </a:lnTo>
                  <a:lnTo>
                    <a:pt x="390377" y="169617"/>
                  </a:lnTo>
                  <a:lnTo>
                    <a:pt x="390007" y="169186"/>
                  </a:lnTo>
                  <a:lnTo>
                    <a:pt x="389291" y="165105"/>
                  </a:lnTo>
                  <a:lnTo>
                    <a:pt x="383818" y="162239"/>
                  </a:lnTo>
                  <a:lnTo>
                    <a:pt x="385460" y="160521"/>
                  </a:lnTo>
                  <a:lnTo>
                    <a:pt x="382697" y="157177"/>
                  </a:lnTo>
                  <a:lnTo>
                    <a:pt x="375006" y="157793"/>
                  </a:lnTo>
                  <a:lnTo>
                    <a:pt x="369670" y="158046"/>
                  </a:lnTo>
                  <a:lnTo>
                    <a:pt x="368911" y="162877"/>
                  </a:lnTo>
                  <a:lnTo>
                    <a:pt x="366045" y="162963"/>
                  </a:lnTo>
                  <a:lnTo>
                    <a:pt x="363154" y="157668"/>
                  </a:lnTo>
                  <a:lnTo>
                    <a:pt x="362744" y="153219"/>
                  </a:lnTo>
                  <a:lnTo>
                    <a:pt x="359978" y="151912"/>
                  </a:lnTo>
                  <a:lnTo>
                    <a:pt x="355316" y="151052"/>
                  </a:lnTo>
                  <a:lnTo>
                    <a:pt x="354994" y="150993"/>
                  </a:lnTo>
                  <a:lnTo>
                    <a:pt x="353771" y="146411"/>
                  </a:lnTo>
                  <a:lnTo>
                    <a:pt x="351035" y="142536"/>
                  </a:lnTo>
                  <a:lnTo>
                    <a:pt x="347619" y="139769"/>
                  </a:lnTo>
                  <a:lnTo>
                    <a:pt x="343472" y="140163"/>
                  </a:lnTo>
                  <a:lnTo>
                    <a:pt x="342049" y="137696"/>
                  </a:lnTo>
                  <a:lnTo>
                    <a:pt x="334232" y="134394"/>
                  </a:lnTo>
                  <a:lnTo>
                    <a:pt x="332946" y="128230"/>
                  </a:lnTo>
                  <a:lnTo>
                    <a:pt x="331266" y="122290"/>
                  </a:lnTo>
                  <a:lnTo>
                    <a:pt x="331162" y="121925"/>
                  </a:lnTo>
                  <a:lnTo>
                    <a:pt x="325599" y="120522"/>
                  </a:lnTo>
                  <a:lnTo>
                    <a:pt x="321196" y="119200"/>
                  </a:lnTo>
                  <a:lnTo>
                    <a:pt x="316888" y="114331"/>
                  </a:lnTo>
                  <a:lnTo>
                    <a:pt x="312765" y="108952"/>
                  </a:lnTo>
                  <a:lnTo>
                    <a:pt x="307842" y="104431"/>
                  </a:lnTo>
                  <a:lnTo>
                    <a:pt x="298826" y="100969"/>
                  </a:lnTo>
                  <a:lnTo>
                    <a:pt x="287279" y="97655"/>
                  </a:lnTo>
                  <a:lnTo>
                    <a:pt x="282038" y="94192"/>
                  </a:lnTo>
                  <a:lnTo>
                    <a:pt x="281313" y="93713"/>
                  </a:lnTo>
                  <a:lnTo>
                    <a:pt x="276584" y="94143"/>
                  </a:lnTo>
                  <a:lnTo>
                    <a:pt x="275632" y="94524"/>
                  </a:lnTo>
                  <a:lnTo>
                    <a:pt x="272100" y="95937"/>
                  </a:lnTo>
                  <a:lnTo>
                    <a:pt x="268276" y="98194"/>
                  </a:lnTo>
                  <a:lnTo>
                    <a:pt x="265958" y="97597"/>
                  </a:lnTo>
                  <a:lnTo>
                    <a:pt x="260213" y="101105"/>
                  </a:lnTo>
                  <a:lnTo>
                    <a:pt x="255143" y="106338"/>
                  </a:lnTo>
                  <a:lnTo>
                    <a:pt x="257214" y="109404"/>
                  </a:lnTo>
                  <a:lnTo>
                    <a:pt x="257616" y="109998"/>
                  </a:lnTo>
                  <a:lnTo>
                    <a:pt x="258710" y="113206"/>
                  </a:lnTo>
                  <a:lnTo>
                    <a:pt x="257922" y="115734"/>
                  </a:lnTo>
                  <a:lnTo>
                    <a:pt x="252228" y="116230"/>
                  </a:lnTo>
                  <a:lnTo>
                    <a:pt x="248452" y="115014"/>
                  </a:lnTo>
                  <a:lnTo>
                    <a:pt x="243724" y="117152"/>
                  </a:lnTo>
                  <a:lnTo>
                    <a:pt x="240897" y="119635"/>
                  </a:lnTo>
                  <a:lnTo>
                    <a:pt x="242859" y="126152"/>
                  </a:lnTo>
                  <a:lnTo>
                    <a:pt x="240244" y="128763"/>
                  </a:lnTo>
                  <a:lnTo>
                    <a:pt x="233881" y="131942"/>
                  </a:lnTo>
                  <a:lnTo>
                    <a:pt x="228458" y="139179"/>
                  </a:lnTo>
                  <a:lnTo>
                    <a:pt x="221413" y="143653"/>
                  </a:lnTo>
                  <a:lnTo>
                    <a:pt x="209603" y="151812"/>
                  </a:lnTo>
                  <a:lnTo>
                    <a:pt x="200427" y="148473"/>
                  </a:lnTo>
                  <a:lnTo>
                    <a:pt x="195391" y="147264"/>
                  </a:lnTo>
                  <a:lnTo>
                    <a:pt x="192220" y="146501"/>
                  </a:lnTo>
                  <a:lnTo>
                    <a:pt x="185483" y="149559"/>
                  </a:lnTo>
                  <a:lnTo>
                    <a:pt x="180461" y="141676"/>
                  </a:lnTo>
                  <a:lnTo>
                    <a:pt x="178382" y="134626"/>
                  </a:lnTo>
                  <a:lnTo>
                    <a:pt x="179797" y="127466"/>
                  </a:lnTo>
                  <a:lnTo>
                    <a:pt x="179424" y="127255"/>
                  </a:lnTo>
                  <a:lnTo>
                    <a:pt x="176334" y="125502"/>
                  </a:lnTo>
                  <a:lnTo>
                    <a:pt x="171544" y="125316"/>
                  </a:lnTo>
                  <a:lnTo>
                    <a:pt x="164408" y="120767"/>
                  </a:lnTo>
                  <a:lnTo>
                    <a:pt x="161838" y="118560"/>
                  </a:lnTo>
                  <a:lnTo>
                    <a:pt x="154153" y="116272"/>
                  </a:lnTo>
                  <a:lnTo>
                    <a:pt x="144563" y="110684"/>
                  </a:lnTo>
                  <a:lnTo>
                    <a:pt x="129599" y="105168"/>
                  </a:lnTo>
                  <a:lnTo>
                    <a:pt x="129276" y="105048"/>
                  </a:lnTo>
                  <a:lnTo>
                    <a:pt x="122127" y="103324"/>
                  </a:lnTo>
                  <a:lnTo>
                    <a:pt x="115069" y="102081"/>
                  </a:lnTo>
                  <a:lnTo>
                    <a:pt x="111703" y="101485"/>
                  </a:lnTo>
                  <a:lnTo>
                    <a:pt x="98189" y="100662"/>
                  </a:lnTo>
                  <a:lnTo>
                    <a:pt x="97054" y="100591"/>
                  </a:lnTo>
                  <a:lnTo>
                    <a:pt x="80299" y="101830"/>
                  </a:lnTo>
                  <a:lnTo>
                    <a:pt x="67930" y="104788"/>
                  </a:lnTo>
                  <a:lnTo>
                    <a:pt x="64137" y="105689"/>
                  </a:lnTo>
                  <a:lnTo>
                    <a:pt x="59148" y="107505"/>
                  </a:lnTo>
                  <a:lnTo>
                    <a:pt x="41839" y="113766"/>
                  </a:lnTo>
                  <a:lnTo>
                    <a:pt x="36405" y="115286"/>
                  </a:lnTo>
                  <a:lnTo>
                    <a:pt x="33521" y="116090"/>
                  </a:lnTo>
                  <a:lnTo>
                    <a:pt x="29608" y="116466"/>
                  </a:lnTo>
                  <a:lnTo>
                    <a:pt x="22286" y="119367"/>
                  </a:lnTo>
                  <a:lnTo>
                    <a:pt x="15056" y="121894"/>
                  </a:lnTo>
                  <a:lnTo>
                    <a:pt x="19337" y="115668"/>
                  </a:lnTo>
                  <a:lnTo>
                    <a:pt x="20237" y="110336"/>
                  </a:lnTo>
                  <a:lnTo>
                    <a:pt x="24770" y="106725"/>
                  </a:lnTo>
                  <a:lnTo>
                    <a:pt x="20933" y="105474"/>
                  </a:lnTo>
                  <a:lnTo>
                    <a:pt x="18132" y="101469"/>
                  </a:lnTo>
                  <a:lnTo>
                    <a:pt x="18662" y="97628"/>
                  </a:lnTo>
                  <a:lnTo>
                    <a:pt x="20341" y="92616"/>
                  </a:lnTo>
                  <a:lnTo>
                    <a:pt x="19838" y="88042"/>
                  </a:lnTo>
                  <a:lnTo>
                    <a:pt x="16296" y="85442"/>
                  </a:lnTo>
                  <a:lnTo>
                    <a:pt x="9709" y="82392"/>
                  </a:lnTo>
                  <a:lnTo>
                    <a:pt x="7997" y="80073"/>
                  </a:lnTo>
                  <a:lnTo>
                    <a:pt x="0" y="72578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80632" y="4099141"/>
              <a:ext cx="468929" cy="478144"/>
            </a:xfrm>
            <a:custGeom>
              <a:avLst/>
              <a:pathLst>
                <a:path w="468929" h="478144">
                  <a:moveTo>
                    <a:pt x="0" y="41866"/>
                  </a:moveTo>
                  <a:lnTo>
                    <a:pt x="11242" y="40024"/>
                  </a:lnTo>
                  <a:lnTo>
                    <a:pt x="18920" y="38755"/>
                  </a:lnTo>
                  <a:lnTo>
                    <a:pt x="20719" y="38397"/>
                  </a:lnTo>
                  <a:lnTo>
                    <a:pt x="28099" y="36925"/>
                  </a:lnTo>
                  <a:lnTo>
                    <a:pt x="29170" y="36724"/>
                  </a:lnTo>
                  <a:lnTo>
                    <a:pt x="47987" y="33175"/>
                  </a:lnTo>
                  <a:lnTo>
                    <a:pt x="53580" y="32133"/>
                  </a:lnTo>
                  <a:lnTo>
                    <a:pt x="53826" y="32087"/>
                  </a:lnTo>
                  <a:lnTo>
                    <a:pt x="63725" y="30232"/>
                  </a:lnTo>
                  <a:lnTo>
                    <a:pt x="68077" y="29429"/>
                  </a:lnTo>
                  <a:lnTo>
                    <a:pt x="71043" y="28881"/>
                  </a:lnTo>
                  <a:lnTo>
                    <a:pt x="75186" y="28113"/>
                  </a:lnTo>
                  <a:lnTo>
                    <a:pt x="84252" y="26409"/>
                  </a:lnTo>
                  <a:lnTo>
                    <a:pt x="93879" y="24654"/>
                  </a:lnTo>
                  <a:lnTo>
                    <a:pt x="109886" y="21612"/>
                  </a:lnTo>
                  <a:lnTo>
                    <a:pt x="126348" y="18537"/>
                  </a:lnTo>
                  <a:lnTo>
                    <a:pt x="136961" y="16533"/>
                  </a:lnTo>
                  <a:lnTo>
                    <a:pt x="142852" y="15413"/>
                  </a:lnTo>
                  <a:lnTo>
                    <a:pt x="169892" y="10224"/>
                  </a:lnTo>
                  <a:lnTo>
                    <a:pt x="175895" y="8797"/>
                  </a:lnTo>
                  <a:lnTo>
                    <a:pt x="181514" y="7456"/>
                  </a:lnTo>
                  <a:lnTo>
                    <a:pt x="195077" y="4198"/>
                  </a:lnTo>
                  <a:lnTo>
                    <a:pt x="213243" y="0"/>
                  </a:lnTo>
                  <a:lnTo>
                    <a:pt x="212767" y="5024"/>
                  </a:lnTo>
                  <a:lnTo>
                    <a:pt x="211960" y="8478"/>
                  </a:lnTo>
                  <a:lnTo>
                    <a:pt x="207558" y="13739"/>
                  </a:lnTo>
                  <a:lnTo>
                    <a:pt x="203760" y="17888"/>
                  </a:lnTo>
                  <a:lnTo>
                    <a:pt x="201581" y="21628"/>
                  </a:lnTo>
                  <a:lnTo>
                    <a:pt x="198871" y="25787"/>
                  </a:lnTo>
                  <a:lnTo>
                    <a:pt x="199763" y="28870"/>
                  </a:lnTo>
                  <a:lnTo>
                    <a:pt x="197507" y="32680"/>
                  </a:lnTo>
                  <a:lnTo>
                    <a:pt x="198036" y="33836"/>
                  </a:lnTo>
                  <a:lnTo>
                    <a:pt x="199431" y="36881"/>
                  </a:lnTo>
                  <a:lnTo>
                    <a:pt x="199628" y="37311"/>
                  </a:lnTo>
                  <a:lnTo>
                    <a:pt x="205528" y="40151"/>
                  </a:lnTo>
                  <a:lnTo>
                    <a:pt x="211032" y="42825"/>
                  </a:lnTo>
                  <a:lnTo>
                    <a:pt x="217170" y="43940"/>
                  </a:lnTo>
                  <a:lnTo>
                    <a:pt x="222565" y="48349"/>
                  </a:lnTo>
                  <a:lnTo>
                    <a:pt x="223193" y="48862"/>
                  </a:lnTo>
                  <a:lnTo>
                    <a:pt x="227856" y="51867"/>
                  </a:lnTo>
                  <a:lnTo>
                    <a:pt x="228086" y="52015"/>
                  </a:lnTo>
                  <a:lnTo>
                    <a:pt x="233046" y="53253"/>
                  </a:lnTo>
                  <a:lnTo>
                    <a:pt x="233354" y="53136"/>
                  </a:lnTo>
                  <a:lnTo>
                    <a:pt x="238813" y="51058"/>
                  </a:lnTo>
                  <a:lnTo>
                    <a:pt x="243464" y="51217"/>
                  </a:lnTo>
                  <a:lnTo>
                    <a:pt x="247576" y="58153"/>
                  </a:lnTo>
                  <a:lnTo>
                    <a:pt x="249958" y="62098"/>
                  </a:lnTo>
                  <a:lnTo>
                    <a:pt x="254859" y="67830"/>
                  </a:lnTo>
                  <a:lnTo>
                    <a:pt x="255508" y="68600"/>
                  </a:lnTo>
                  <a:lnTo>
                    <a:pt x="258896" y="72618"/>
                  </a:lnTo>
                  <a:lnTo>
                    <a:pt x="260238" y="75530"/>
                  </a:lnTo>
                  <a:lnTo>
                    <a:pt x="263310" y="82195"/>
                  </a:lnTo>
                  <a:lnTo>
                    <a:pt x="270852" y="87879"/>
                  </a:lnTo>
                  <a:lnTo>
                    <a:pt x="276283" y="94102"/>
                  </a:lnTo>
                  <a:lnTo>
                    <a:pt x="276643" y="94515"/>
                  </a:lnTo>
                  <a:lnTo>
                    <a:pt x="280150" y="99475"/>
                  </a:lnTo>
                  <a:lnTo>
                    <a:pt x="280899" y="100534"/>
                  </a:lnTo>
                  <a:lnTo>
                    <a:pt x="284847" y="100615"/>
                  </a:lnTo>
                  <a:lnTo>
                    <a:pt x="293269" y="106430"/>
                  </a:lnTo>
                  <a:lnTo>
                    <a:pt x="303398" y="109389"/>
                  </a:lnTo>
                  <a:lnTo>
                    <a:pt x="312527" y="117129"/>
                  </a:lnTo>
                  <a:lnTo>
                    <a:pt x="315379" y="121203"/>
                  </a:lnTo>
                  <a:lnTo>
                    <a:pt x="317374" y="124052"/>
                  </a:lnTo>
                  <a:lnTo>
                    <a:pt x="321574" y="128254"/>
                  </a:lnTo>
                  <a:lnTo>
                    <a:pt x="325915" y="128706"/>
                  </a:lnTo>
                  <a:lnTo>
                    <a:pt x="326687" y="128786"/>
                  </a:lnTo>
                  <a:lnTo>
                    <a:pt x="334444" y="132624"/>
                  </a:lnTo>
                  <a:lnTo>
                    <a:pt x="335768" y="134059"/>
                  </a:lnTo>
                  <a:lnTo>
                    <a:pt x="338682" y="137217"/>
                  </a:lnTo>
                  <a:lnTo>
                    <a:pt x="344902" y="139270"/>
                  </a:lnTo>
                  <a:lnTo>
                    <a:pt x="346482" y="144600"/>
                  </a:lnTo>
                  <a:lnTo>
                    <a:pt x="346728" y="151852"/>
                  </a:lnTo>
                  <a:lnTo>
                    <a:pt x="355034" y="154359"/>
                  </a:lnTo>
                  <a:lnTo>
                    <a:pt x="356134" y="160272"/>
                  </a:lnTo>
                  <a:lnTo>
                    <a:pt x="356241" y="160847"/>
                  </a:lnTo>
                  <a:lnTo>
                    <a:pt x="364213" y="163246"/>
                  </a:lnTo>
                  <a:lnTo>
                    <a:pt x="364430" y="163893"/>
                  </a:lnTo>
                  <a:lnTo>
                    <a:pt x="365988" y="168522"/>
                  </a:lnTo>
                  <a:lnTo>
                    <a:pt x="375367" y="171724"/>
                  </a:lnTo>
                  <a:lnTo>
                    <a:pt x="379339" y="172350"/>
                  </a:lnTo>
                  <a:lnTo>
                    <a:pt x="380676" y="172560"/>
                  </a:lnTo>
                  <a:lnTo>
                    <a:pt x="386507" y="175652"/>
                  </a:lnTo>
                  <a:lnTo>
                    <a:pt x="390749" y="177897"/>
                  </a:lnTo>
                  <a:lnTo>
                    <a:pt x="392411" y="185294"/>
                  </a:lnTo>
                  <a:lnTo>
                    <a:pt x="396433" y="189394"/>
                  </a:lnTo>
                  <a:lnTo>
                    <a:pt x="401571" y="195494"/>
                  </a:lnTo>
                  <a:lnTo>
                    <a:pt x="403991" y="204416"/>
                  </a:lnTo>
                  <a:lnTo>
                    <a:pt x="404135" y="204947"/>
                  </a:lnTo>
                  <a:lnTo>
                    <a:pt x="407518" y="213504"/>
                  </a:lnTo>
                  <a:lnTo>
                    <a:pt x="408201" y="218562"/>
                  </a:lnTo>
                  <a:lnTo>
                    <a:pt x="409228" y="219054"/>
                  </a:lnTo>
                  <a:lnTo>
                    <a:pt x="415077" y="221851"/>
                  </a:lnTo>
                  <a:lnTo>
                    <a:pt x="419257" y="222450"/>
                  </a:lnTo>
                  <a:lnTo>
                    <a:pt x="420131" y="222575"/>
                  </a:lnTo>
                  <a:lnTo>
                    <a:pt x="428752" y="229240"/>
                  </a:lnTo>
                  <a:lnTo>
                    <a:pt x="429837" y="234828"/>
                  </a:lnTo>
                  <a:lnTo>
                    <a:pt x="432259" y="237175"/>
                  </a:lnTo>
                  <a:lnTo>
                    <a:pt x="436827" y="241596"/>
                  </a:lnTo>
                  <a:lnTo>
                    <a:pt x="438461" y="247593"/>
                  </a:lnTo>
                  <a:lnTo>
                    <a:pt x="437013" y="252121"/>
                  </a:lnTo>
                  <a:lnTo>
                    <a:pt x="437749" y="253100"/>
                  </a:lnTo>
                  <a:lnTo>
                    <a:pt x="441248" y="257753"/>
                  </a:lnTo>
                  <a:lnTo>
                    <a:pt x="443082" y="264295"/>
                  </a:lnTo>
                  <a:lnTo>
                    <a:pt x="450266" y="265794"/>
                  </a:lnTo>
                  <a:lnTo>
                    <a:pt x="452693" y="263427"/>
                  </a:lnTo>
                  <a:lnTo>
                    <a:pt x="459164" y="266668"/>
                  </a:lnTo>
                  <a:lnTo>
                    <a:pt x="464714" y="267928"/>
                  </a:lnTo>
                  <a:lnTo>
                    <a:pt x="468653" y="268155"/>
                  </a:lnTo>
                  <a:lnTo>
                    <a:pt x="468929" y="272006"/>
                  </a:lnTo>
                  <a:lnTo>
                    <a:pt x="464325" y="277906"/>
                  </a:lnTo>
                  <a:lnTo>
                    <a:pt x="462303" y="281718"/>
                  </a:lnTo>
                  <a:lnTo>
                    <a:pt x="458263" y="288759"/>
                  </a:lnTo>
                  <a:lnTo>
                    <a:pt x="455939" y="294076"/>
                  </a:lnTo>
                  <a:lnTo>
                    <a:pt x="453442" y="300241"/>
                  </a:lnTo>
                  <a:lnTo>
                    <a:pt x="449495" y="305326"/>
                  </a:lnTo>
                  <a:lnTo>
                    <a:pt x="449329" y="306683"/>
                  </a:lnTo>
                  <a:lnTo>
                    <a:pt x="449183" y="307873"/>
                  </a:lnTo>
                  <a:lnTo>
                    <a:pt x="451253" y="315733"/>
                  </a:lnTo>
                  <a:lnTo>
                    <a:pt x="449112" y="323547"/>
                  </a:lnTo>
                  <a:lnTo>
                    <a:pt x="449286" y="325281"/>
                  </a:lnTo>
                  <a:lnTo>
                    <a:pt x="449525" y="327675"/>
                  </a:lnTo>
                  <a:lnTo>
                    <a:pt x="447406" y="334048"/>
                  </a:lnTo>
                  <a:lnTo>
                    <a:pt x="444577" y="341027"/>
                  </a:lnTo>
                  <a:lnTo>
                    <a:pt x="443804" y="346990"/>
                  </a:lnTo>
                  <a:lnTo>
                    <a:pt x="446378" y="351545"/>
                  </a:lnTo>
                  <a:lnTo>
                    <a:pt x="446260" y="352583"/>
                  </a:lnTo>
                  <a:lnTo>
                    <a:pt x="445623" y="358186"/>
                  </a:lnTo>
                  <a:lnTo>
                    <a:pt x="444417" y="362600"/>
                  </a:lnTo>
                  <a:lnTo>
                    <a:pt x="440170" y="371106"/>
                  </a:lnTo>
                  <a:lnTo>
                    <a:pt x="437378" y="372936"/>
                  </a:lnTo>
                  <a:lnTo>
                    <a:pt x="438490" y="378400"/>
                  </a:lnTo>
                  <a:lnTo>
                    <a:pt x="437885" y="384621"/>
                  </a:lnTo>
                  <a:lnTo>
                    <a:pt x="439103" y="387160"/>
                  </a:lnTo>
                  <a:lnTo>
                    <a:pt x="439721" y="388447"/>
                  </a:lnTo>
                  <a:lnTo>
                    <a:pt x="441387" y="395623"/>
                  </a:lnTo>
                  <a:lnTo>
                    <a:pt x="439970" y="405359"/>
                  </a:lnTo>
                  <a:lnTo>
                    <a:pt x="439197" y="411113"/>
                  </a:lnTo>
                  <a:lnTo>
                    <a:pt x="441800" y="417070"/>
                  </a:lnTo>
                  <a:lnTo>
                    <a:pt x="435897" y="416935"/>
                  </a:lnTo>
                  <a:lnTo>
                    <a:pt x="434005" y="417304"/>
                  </a:lnTo>
                  <a:lnTo>
                    <a:pt x="431165" y="418769"/>
                  </a:lnTo>
                  <a:lnTo>
                    <a:pt x="424489" y="418709"/>
                  </a:lnTo>
                  <a:lnTo>
                    <a:pt x="421065" y="417824"/>
                  </a:lnTo>
                  <a:lnTo>
                    <a:pt x="415246" y="418548"/>
                  </a:lnTo>
                  <a:lnTo>
                    <a:pt x="411993" y="416631"/>
                  </a:lnTo>
                  <a:lnTo>
                    <a:pt x="407641" y="415817"/>
                  </a:lnTo>
                  <a:lnTo>
                    <a:pt x="402212" y="416691"/>
                  </a:lnTo>
                  <a:lnTo>
                    <a:pt x="398657" y="414415"/>
                  </a:lnTo>
                  <a:lnTo>
                    <a:pt x="398322" y="414423"/>
                  </a:lnTo>
                  <a:lnTo>
                    <a:pt x="394878" y="414509"/>
                  </a:lnTo>
                  <a:lnTo>
                    <a:pt x="391029" y="419813"/>
                  </a:lnTo>
                  <a:lnTo>
                    <a:pt x="388327" y="424224"/>
                  </a:lnTo>
                  <a:lnTo>
                    <a:pt x="388611" y="430477"/>
                  </a:lnTo>
                  <a:lnTo>
                    <a:pt x="388618" y="434464"/>
                  </a:lnTo>
                  <a:lnTo>
                    <a:pt x="392668" y="439431"/>
                  </a:lnTo>
                  <a:lnTo>
                    <a:pt x="393764" y="446833"/>
                  </a:lnTo>
                  <a:lnTo>
                    <a:pt x="394462" y="455756"/>
                  </a:lnTo>
                  <a:lnTo>
                    <a:pt x="394055" y="460619"/>
                  </a:lnTo>
                  <a:lnTo>
                    <a:pt x="394790" y="464047"/>
                  </a:lnTo>
                  <a:lnTo>
                    <a:pt x="393904" y="464427"/>
                  </a:lnTo>
                  <a:lnTo>
                    <a:pt x="390112" y="466055"/>
                  </a:lnTo>
                  <a:lnTo>
                    <a:pt x="385689" y="466709"/>
                  </a:lnTo>
                  <a:lnTo>
                    <a:pt x="382284" y="466862"/>
                  </a:lnTo>
                  <a:lnTo>
                    <a:pt x="378515" y="461601"/>
                  </a:lnTo>
                  <a:lnTo>
                    <a:pt x="378425" y="456226"/>
                  </a:lnTo>
                  <a:lnTo>
                    <a:pt x="375000" y="451929"/>
                  </a:lnTo>
                  <a:lnTo>
                    <a:pt x="375157" y="447180"/>
                  </a:lnTo>
                  <a:lnTo>
                    <a:pt x="356848" y="449227"/>
                  </a:lnTo>
                  <a:lnTo>
                    <a:pt x="353119" y="449639"/>
                  </a:lnTo>
                  <a:lnTo>
                    <a:pt x="341820" y="451182"/>
                  </a:lnTo>
                  <a:lnTo>
                    <a:pt x="332219" y="452479"/>
                  </a:lnTo>
                  <a:lnTo>
                    <a:pt x="315130" y="454757"/>
                  </a:lnTo>
                  <a:lnTo>
                    <a:pt x="292005" y="457833"/>
                  </a:lnTo>
                  <a:lnTo>
                    <a:pt x="291533" y="457894"/>
                  </a:lnTo>
                  <a:lnTo>
                    <a:pt x="275801" y="459896"/>
                  </a:lnTo>
                  <a:lnTo>
                    <a:pt x="271396" y="460451"/>
                  </a:lnTo>
                  <a:lnTo>
                    <a:pt x="258438" y="462068"/>
                  </a:lnTo>
                  <a:lnTo>
                    <a:pt x="248269" y="463407"/>
                  </a:lnTo>
                  <a:lnTo>
                    <a:pt x="236253" y="464971"/>
                  </a:lnTo>
                  <a:lnTo>
                    <a:pt x="229222" y="465878"/>
                  </a:lnTo>
                  <a:lnTo>
                    <a:pt x="212251" y="468080"/>
                  </a:lnTo>
                  <a:lnTo>
                    <a:pt x="205306" y="468970"/>
                  </a:lnTo>
                  <a:lnTo>
                    <a:pt x="201551" y="469448"/>
                  </a:lnTo>
                  <a:lnTo>
                    <a:pt x="186959" y="471437"/>
                  </a:lnTo>
                  <a:lnTo>
                    <a:pt x="178299" y="472604"/>
                  </a:lnTo>
                  <a:lnTo>
                    <a:pt x="169773" y="473744"/>
                  </a:lnTo>
                  <a:lnTo>
                    <a:pt x="138940" y="477508"/>
                  </a:lnTo>
                  <a:lnTo>
                    <a:pt x="134240" y="478144"/>
                  </a:lnTo>
                  <a:lnTo>
                    <a:pt x="128448" y="472671"/>
                  </a:lnTo>
                  <a:lnTo>
                    <a:pt x="126005" y="466448"/>
                  </a:lnTo>
                  <a:lnTo>
                    <a:pt x="125166" y="461798"/>
                  </a:lnTo>
                  <a:lnTo>
                    <a:pt x="119906" y="456468"/>
                  </a:lnTo>
                  <a:lnTo>
                    <a:pt x="117260" y="452633"/>
                  </a:lnTo>
                  <a:lnTo>
                    <a:pt x="117205" y="450102"/>
                  </a:lnTo>
                  <a:lnTo>
                    <a:pt x="115564" y="444713"/>
                  </a:lnTo>
                  <a:lnTo>
                    <a:pt x="114341" y="442574"/>
                  </a:lnTo>
                  <a:lnTo>
                    <a:pt x="112516" y="439379"/>
                  </a:lnTo>
                  <a:lnTo>
                    <a:pt x="104809" y="432328"/>
                  </a:lnTo>
                  <a:lnTo>
                    <a:pt x="103605" y="424788"/>
                  </a:lnTo>
                  <a:lnTo>
                    <a:pt x="104680" y="420684"/>
                  </a:lnTo>
                  <a:lnTo>
                    <a:pt x="104549" y="419244"/>
                  </a:lnTo>
                  <a:lnTo>
                    <a:pt x="104423" y="417869"/>
                  </a:lnTo>
                  <a:lnTo>
                    <a:pt x="103358" y="413625"/>
                  </a:lnTo>
                  <a:lnTo>
                    <a:pt x="104642" y="406039"/>
                  </a:lnTo>
                  <a:lnTo>
                    <a:pt x="103548" y="402253"/>
                  </a:lnTo>
                  <a:lnTo>
                    <a:pt x="104516" y="396583"/>
                  </a:lnTo>
                  <a:lnTo>
                    <a:pt x="104991" y="393796"/>
                  </a:lnTo>
                  <a:lnTo>
                    <a:pt x="103134" y="391312"/>
                  </a:lnTo>
                  <a:lnTo>
                    <a:pt x="102325" y="386146"/>
                  </a:lnTo>
                  <a:lnTo>
                    <a:pt x="95110" y="379382"/>
                  </a:lnTo>
                  <a:lnTo>
                    <a:pt x="95097" y="375332"/>
                  </a:lnTo>
                  <a:lnTo>
                    <a:pt x="94032" y="372261"/>
                  </a:lnTo>
                  <a:lnTo>
                    <a:pt x="93423" y="370507"/>
                  </a:lnTo>
                  <a:lnTo>
                    <a:pt x="91350" y="364530"/>
                  </a:lnTo>
                  <a:lnTo>
                    <a:pt x="92963" y="358430"/>
                  </a:lnTo>
                  <a:lnTo>
                    <a:pt x="95890" y="349955"/>
                  </a:lnTo>
                  <a:lnTo>
                    <a:pt x="95873" y="347323"/>
                  </a:lnTo>
                  <a:lnTo>
                    <a:pt x="95822" y="339760"/>
                  </a:lnTo>
                  <a:lnTo>
                    <a:pt x="95802" y="337060"/>
                  </a:lnTo>
                  <a:lnTo>
                    <a:pt x="93978" y="332152"/>
                  </a:lnTo>
                  <a:lnTo>
                    <a:pt x="98595" y="326015"/>
                  </a:lnTo>
                  <a:lnTo>
                    <a:pt x="104051" y="321426"/>
                  </a:lnTo>
                  <a:lnTo>
                    <a:pt x="104762" y="320029"/>
                  </a:lnTo>
                  <a:lnTo>
                    <a:pt x="106722" y="316174"/>
                  </a:lnTo>
                  <a:lnTo>
                    <a:pt x="100366" y="312735"/>
                  </a:lnTo>
                  <a:lnTo>
                    <a:pt x="95221" y="310341"/>
                  </a:lnTo>
                  <a:lnTo>
                    <a:pt x="96972" y="307176"/>
                  </a:lnTo>
                  <a:lnTo>
                    <a:pt x="96919" y="305479"/>
                  </a:lnTo>
                  <a:lnTo>
                    <a:pt x="96703" y="298651"/>
                  </a:lnTo>
                  <a:lnTo>
                    <a:pt x="93181" y="292365"/>
                  </a:lnTo>
                  <a:lnTo>
                    <a:pt x="93012" y="292063"/>
                  </a:lnTo>
                  <a:lnTo>
                    <a:pt x="92260" y="290721"/>
                  </a:lnTo>
                  <a:lnTo>
                    <a:pt x="85748" y="285497"/>
                  </a:lnTo>
                  <a:lnTo>
                    <a:pt x="84793" y="282984"/>
                  </a:lnTo>
                  <a:lnTo>
                    <a:pt x="82881" y="277953"/>
                  </a:lnTo>
                  <a:lnTo>
                    <a:pt x="79433" y="270761"/>
                  </a:lnTo>
                  <a:lnTo>
                    <a:pt x="78182" y="268702"/>
                  </a:lnTo>
                  <a:lnTo>
                    <a:pt x="73751" y="261408"/>
                  </a:lnTo>
                  <a:lnTo>
                    <a:pt x="71125" y="258142"/>
                  </a:lnTo>
                  <a:lnTo>
                    <a:pt x="70830" y="257244"/>
                  </a:lnTo>
                  <a:lnTo>
                    <a:pt x="62896" y="233028"/>
                  </a:lnTo>
                  <a:lnTo>
                    <a:pt x="62183" y="230842"/>
                  </a:lnTo>
                  <a:lnTo>
                    <a:pt x="52275" y="200450"/>
                  </a:lnTo>
                  <a:lnTo>
                    <a:pt x="50459" y="194871"/>
                  </a:lnTo>
                  <a:lnTo>
                    <a:pt x="48899" y="190079"/>
                  </a:lnTo>
                  <a:lnTo>
                    <a:pt x="44793" y="177519"/>
                  </a:lnTo>
                  <a:lnTo>
                    <a:pt x="40971" y="165820"/>
                  </a:lnTo>
                  <a:lnTo>
                    <a:pt x="36520" y="152194"/>
                  </a:lnTo>
                  <a:lnTo>
                    <a:pt x="34443" y="145833"/>
                  </a:lnTo>
                  <a:lnTo>
                    <a:pt x="30616" y="133932"/>
                  </a:lnTo>
                  <a:lnTo>
                    <a:pt x="29164" y="129415"/>
                  </a:lnTo>
                  <a:lnTo>
                    <a:pt x="23625" y="113026"/>
                  </a:lnTo>
                  <a:lnTo>
                    <a:pt x="17157" y="93862"/>
                  </a:lnTo>
                  <a:lnTo>
                    <a:pt x="15438" y="88835"/>
                  </a:lnTo>
                  <a:lnTo>
                    <a:pt x="13189" y="82251"/>
                  </a:lnTo>
                  <a:lnTo>
                    <a:pt x="11969" y="78680"/>
                  </a:lnTo>
                  <a:lnTo>
                    <a:pt x="7584" y="65833"/>
                  </a:lnTo>
                  <a:lnTo>
                    <a:pt x="3945" y="54572"/>
                  </a:lnTo>
                  <a:lnTo>
                    <a:pt x="1845" y="4806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373923" y="5300627"/>
              <a:ext cx="58686" cy="66694"/>
            </a:xfrm>
            <a:custGeom>
              <a:avLst/>
              <a:pathLst>
                <a:path w="58686" h="66694">
                  <a:moveTo>
                    <a:pt x="306" y="23464"/>
                  </a:moveTo>
                  <a:lnTo>
                    <a:pt x="2009" y="21776"/>
                  </a:lnTo>
                  <a:lnTo>
                    <a:pt x="3116" y="20251"/>
                  </a:lnTo>
                  <a:lnTo>
                    <a:pt x="4314" y="20014"/>
                  </a:lnTo>
                  <a:lnTo>
                    <a:pt x="5622" y="18639"/>
                  </a:lnTo>
                  <a:lnTo>
                    <a:pt x="6345" y="16502"/>
                  </a:lnTo>
                  <a:lnTo>
                    <a:pt x="7711" y="14809"/>
                  </a:lnTo>
                  <a:lnTo>
                    <a:pt x="8729" y="14200"/>
                  </a:lnTo>
                  <a:lnTo>
                    <a:pt x="8708" y="12106"/>
                  </a:lnTo>
                  <a:lnTo>
                    <a:pt x="7311" y="10244"/>
                  </a:lnTo>
                  <a:lnTo>
                    <a:pt x="5042" y="7137"/>
                  </a:lnTo>
                  <a:lnTo>
                    <a:pt x="4107" y="4481"/>
                  </a:lnTo>
                  <a:lnTo>
                    <a:pt x="4096" y="688"/>
                  </a:lnTo>
                  <a:lnTo>
                    <a:pt x="5673" y="0"/>
                  </a:lnTo>
                  <a:lnTo>
                    <a:pt x="8264" y="1012"/>
                  </a:lnTo>
                  <a:lnTo>
                    <a:pt x="11295" y="2724"/>
                  </a:lnTo>
                  <a:lnTo>
                    <a:pt x="13002" y="4338"/>
                  </a:lnTo>
                  <a:lnTo>
                    <a:pt x="16317" y="6416"/>
                  </a:lnTo>
                  <a:lnTo>
                    <a:pt x="18315" y="7920"/>
                  </a:lnTo>
                  <a:lnTo>
                    <a:pt x="20038" y="7683"/>
                  </a:lnTo>
                  <a:lnTo>
                    <a:pt x="22725" y="8687"/>
                  </a:lnTo>
                  <a:lnTo>
                    <a:pt x="28295" y="11291"/>
                  </a:lnTo>
                  <a:lnTo>
                    <a:pt x="34017" y="14162"/>
                  </a:lnTo>
                  <a:lnTo>
                    <a:pt x="39310" y="18163"/>
                  </a:lnTo>
                  <a:lnTo>
                    <a:pt x="41530" y="20248"/>
                  </a:lnTo>
                  <a:lnTo>
                    <a:pt x="43593" y="22385"/>
                  </a:lnTo>
                  <a:lnTo>
                    <a:pt x="43978" y="26232"/>
                  </a:lnTo>
                  <a:lnTo>
                    <a:pt x="44537" y="28602"/>
                  </a:lnTo>
                  <a:lnTo>
                    <a:pt x="46348" y="28123"/>
                  </a:lnTo>
                  <a:lnTo>
                    <a:pt x="48128" y="28240"/>
                  </a:lnTo>
                  <a:lnTo>
                    <a:pt x="49659" y="30670"/>
                  </a:lnTo>
                  <a:lnTo>
                    <a:pt x="50415" y="33490"/>
                  </a:lnTo>
                  <a:lnTo>
                    <a:pt x="51880" y="34934"/>
                  </a:lnTo>
                  <a:lnTo>
                    <a:pt x="56630" y="37859"/>
                  </a:lnTo>
                  <a:lnTo>
                    <a:pt x="58526" y="38872"/>
                  </a:lnTo>
                  <a:lnTo>
                    <a:pt x="58686" y="40303"/>
                  </a:lnTo>
                  <a:lnTo>
                    <a:pt x="56452" y="43458"/>
                  </a:lnTo>
                  <a:lnTo>
                    <a:pt x="53770" y="45814"/>
                  </a:lnTo>
                  <a:lnTo>
                    <a:pt x="50679" y="48106"/>
                  </a:lnTo>
                  <a:lnTo>
                    <a:pt x="46759" y="49878"/>
                  </a:lnTo>
                  <a:lnTo>
                    <a:pt x="44813" y="50854"/>
                  </a:lnTo>
                  <a:lnTo>
                    <a:pt x="42755" y="51109"/>
                  </a:lnTo>
                  <a:lnTo>
                    <a:pt x="39964" y="50320"/>
                  </a:lnTo>
                  <a:lnTo>
                    <a:pt x="37917" y="51348"/>
                  </a:lnTo>
                  <a:lnTo>
                    <a:pt x="36082" y="53270"/>
                  </a:lnTo>
                  <a:lnTo>
                    <a:pt x="34766" y="53574"/>
                  </a:lnTo>
                  <a:lnTo>
                    <a:pt x="32276" y="55818"/>
                  </a:lnTo>
                  <a:lnTo>
                    <a:pt x="30015" y="56372"/>
                  </a:lnTo>
                  <a:lnTo>
                    <a:pt x="28258" y="59587"/>
                  </a:lnTo>
                  <a:lnTo>
                    <a:pt x="27120" y="62506"/>
                  </a:lnTo>
                  <a:lnTo>
                    <a:pt x="26346" y="64264"/>
                  </a:lnTo>
                  <a:lnTo>
                    <a:pt x="25466" y="65600"/>
                  </a:lnTo>
                  <a:lnTo>
                    <a:pt x="24099" y="66694"/>
                  </a:lnTo>
                  <a:lnTo>
                    <a:pt x="21214" y="64016"/>
                  </a:lnTo>
                  <a:lnTo>
                    <a:pt x="17197" y="61626"/>
                  </a:lnTo>
                  <a:lnTo>
                    <a:pt x="13565" y="60311"/>
                  </a:lnTo>
                  <a:lnTo>
                    <a:pt x="11588" y="57168"/>
                  </a:lnTo>
                  <a:lnTo>
                    <a:pt x="11075" y="53268"/>
                  </a:lnTo>
                  <a:lnTo>
                    <a:pt x="10905" y="49420"/>
                  </a:lnTo>
                  <a:lnTo>
                    <a:pt x="11134" y="47475"/>
                  </a:lnTo>
                  <a:lnTo>
                    <a:pt x="10860" y="45081"/>
                  </a:lnTo>
                  <a:lnTo>
                    <a:pt x="9420" y="41728"/>
                  </a:lnTo>
                  <a:lnTo>
                    <a:pt x="8416" y="39803"/>
                  </a:lnTo>
                  <a:lnTo>
                    <a:pt x="6950" y="38126"/>
                  </a:lnTo>
                  <a:lnTo>
                    <a:pt x="5618" y="34685"/>
                  </a:lnTo>
                  <a:lnTo>
                    <a:pt x="4827" y="32106"/>
                  </a:lnTo>
                  <a:lnTo>
                    <a:pt x="3681" y="30353"/>
                  </a:lnTo>
                  <a:lnTo>
                    <a:pt x="2203" y="29905"/>
                  </a:lnTo>
                  <a:lnTo>
                    <a:pt x="1865" y="28956"/>
                  </a:lnTo>
                  <a:lnTo>
                    <a:pt x="0" y="2585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36930" y="5261039"/>
              <a:ext cx="33372" cy="22904"/>
            </a:xfrm>
            <a:custGeom>
              <a:avLst/>
              <a:pathLst>
                <a:path w="33372" h="22904">
                  <a:moveTo>
                    <a:pt x="0" y="4985"/>
                  </a:moveTo>
                  <a:lnTo>
                    <a:pt x="466" y="2120"/>
                  </a:lnTo>
                  <a:lnTo>
                    <a:pt x="2915" y="0"/>
                  </a:lnTo>
                  <a:lnTo>
                    <a:pt x="5545" y="770"/>
                  </a:lnTo>
                  <a:lnTo>
                    <a:pt x="7929" y="3946"/>
                  </a:lnTo>
                  <a:lnTo>
                    <a:pt x="9996" y="6851"/>
                  </a:lnTo>
                  <a:lnTo>
                    <a:pt x="13380" y="6248"/>
                  </a:lnTo>
                  <a:lnTo>
                    <a:pt x="16349" y="4980"/>
                  </a:lnTo>
                  <a:lnTo>
                    <a:pt x="20469" y="5700"/>
                  </a:lnTo>
                  <a:lnTo>
                    <a:pt x="22932" y="8108"/>
                  </a:lnTo>
                  <a:lnTo>
                    <a:pt x="25933" y="9810"/>
                  </a:lnTo>
                  <a:lnTo>
                    <a:pt x="29563" y="12535"/>
                  </a:lnTo>
                  <a:lnTo>
                    <a:pt x="32202" y="13446"/>
                  </a:lnTo>
                  <a:lnTo>
                    <a:pt x="33372" y="16019"/>
                  </a:lnTo>
                  <a:lnTo>
                    <a:pt x="32948" y="18234"/>
                  </a:lnTo>
                  <a:lnTo>
                    <a:pt x="31285" y="19731"/>
                  </a:lnTo>
                  <a:lnTo>
                    <a:pt x="27654" y="21295"/>
                  </a:lnTo>
                  <a:lnTo>
                    <a:pt x="24019" y="20991"/>
                  </a:lnTo>
                  <a:lnTo>
                    <a:pt x="20891" y="22323"/>
                  </a:lnTo>
                  <a:lnTo>
                    <a:pt x="16803" y="22904"/>
                  </a:lnTo>
                  <a:lnTo>
                    <a:pt x="14220" y="21756"/>
                  </a:lnTo>
                  <a:lnTo>
                    <a:pt x="13297" y="18874"/>
                  </a:lnTo>
                  <a:lnTo>
                    <a:pt x="12089" y="14863"/>
                  </a:lnTo>
                  <a:lnTo>
                    <a:pt x="11802" y="14002"/>
                  </a:lnTo>
                  <a:lnTo>
                    <a:pt x="11046" y="12155"/>
                  </a:lnTo>
                  <a:lnTo>
                    <a:pt x="9526" y="11617"/>
                  </a:lnTo>
                  <a:lnTo>
                    <a:pt x="8236" y="12543"/>
                  </a:lnTo>
                  <a:lnTo>
                    <a:pt x="7425" y="12107"/>
                  </a:lnTo>
                  <a:lnTo>
                    <a:pt x="3716" y="10111"/>
                  </a:lnTo>
                  <a:lnTo>
                    <a:pt x="738" y="649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39383" y="5282005"/>
              <a:ext cx="7377" cy="4567"/>
            </a:xfrm>
            <a:custGeom>
              <a:avLst/>
              <a:pathLst>
                <a:path w="7377" h="4567">
                  <a:moveTo>
                    <a:pt x="1252" y="1851"/>
                  </a:moveTo>
                  <a:lnTo>
                    <a:pt x="3722" y="396"/>
                  </a:lnTo>
                  <a:lnTo>
                    <a:pt x="5615" y="0"/>
                  </a:lnTo>
                  <a:lnTo>
                    <a:pt x="6870" y="1299"/>
                  </a:lnTo>
                  <a:lnTo>
                    <a:pt x="7377" y="3887"/>
                  </a:lnTo>
                  <a:lnTo>
                    <a:pt x="5379" y="4510"/>
                  </a:lnTo>
                  <a:lnTo>
                    <a:pt x="1696" y="4567"/>
                  </a:lnTo>
                  <a:lnTo>
                    <a:pt x="0" y="308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320815" y="5264439"/>
              <a:ext cx="11879" cy="9735"/>
            </a:xfrm>
            <a:custGeom>
              <a:avLst/>
              <a:pathLst>
                <a:path w="11879" h="9735">
                  <a:moveTo>
                    <a:pt x="0" y="618"/>
                  </a:moveTo>
                  <a:lnTo>
                    <a:pt x="2105" y="0"/>
                  </a:lnTo>
                  <a:lnTo>
                    <a:pt x="5393" y="491"/>
                  </a:lnTo>
                  <a:lnTo>
                    <a:pt x="8487" y="2234"/>
                  </a:lnTo>
                  <a:lnTo>
                    <a:pt x="10312" y="3896"/>
                  </a:lnTo>
                  <a:lnTo>
                    <a:pt x="11879" y="6123"/>
                  </a:lnTo>
                  <a:lnTo>
                    <a:pt x="10898" y="8760"/>
                  </a:lnTo>
                  <a:lnTo>
                    <a:pt x="8685" y="9540"/>
                  </a:lnTo>
                  <a:lnTo>
                    <a:pt x="7873" y="9733"/>
                  </a:lnTo>
                  <a:lnTo>
                    <a:pt x="5252" y="9735"/>
                  </a:lnTo>
                  <a:lnTo>
                    <a:pt x="3961" y="7642"/>
                  </a:lnTo>
                  <a:lnTo>
                    <a:pt x="3583" y="5143"/>
                  </a:lnTo>
                  <a:lnTo>
                    <a:pt x="2545" y="3700"/>
                  </a:lnTo>
                  <a:lnTo>
                    <a:pt x="159" y="20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308332" y="5248897"/>
              <a:ext cx="26649" cy="10154"/>
            </a:xfrm>
            <a:custGeom>
              <a:avLst/>
              <a:pathLst>
                <a:path w="26649" h="10154">
                  <a:moveTo>
                    <a:pt x="1154" y="3248"/>
                  </a:moveTo>
                  <a:lnTo>
                    <a:pt x="2229" y="2077"/>
                  </a:lnTo>
                  <a:lnTo>
                    <a:pt x="1483" y="0"/>
                  </a:lnTo>
                  <a:lnTo>
                    <a:pt x="4148" y="545"/>
                  </a:lnTo>
                  <a:lnTo>
                    <a:pt x="7572" y="1711"/>
                  </a:lnTo>
                  <a:lnTo>
                    <a:pt x="11595" y="2571"/>
                  </a:lnTo>
                  <a:lnTo>
                    <a:pt x="12688" y="2187"/>
                  </a:lnTo>
                  <a:lnTo>
                    <a:pt x="13973" y="1736"/>
                  </a:lnTo>
                  <a:lnTo>
                    <a:pt x="14923" y="1819"/>
                  </a:lnTo>
                  <a:lnTo>
                    <a:pt x="17066" y="4096"/>
                  </a:lnTo>
                  <a:lnTo>
                    <a:pt x="17213" y="4110"/>
                  </a:lnTo>
                  <a:lnTo>
                    <a:pt x="20642" y="4447"/>
                  </a:lnTo>
                  <a:lnTo>
                    <a:pt x="25050" y="4402"/>
                  </a:lnTo>
                  <a:lnTo>
                    <a:pt x="26649" y="5386"/>
                  </a:lnTo>
                  <a:lnTo>
                    <a:pt x="25594" y="7605"/>
                  </a:lnTo>
                  <a:lnTo>
                    <a:pt x="23053" y="9553"/>
                  </a:lnTo>
                  <a:lnTo>
                    <a:pt x="19800" y="10154"/>
                  </a:lnTo>
                  <a:lnTo>
                    <a:pt x="16245" y="9040"/>
                  </a:lnTo>
                  <a:lnTo>
                    <a:pt x="12854" y="7641"/>
                  </a:lnTo>
                  <a:lnTo>
                    <a:pt x="10326" y="6795"/>
                  </a:lnTo>
                  <a:lnTo>
                    <a:pt x="6313" y="6999"/>
                  </a:lnTo>
                  <a:lnTo>
                    <a:pt x="2699" y="6832"/>
                  </a:lnTo>
                  <a:lnTo>
                    <a:pt x="0" y="591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262276" y="5221872"/>
              <a:ext cx="29485" cy="23329"/>
            </a:xfrm>
            <a:custGeom>
              <a:avLst/>
              <a:pathLst>
                <a:path w="29485" h="23329">
                  <a:moveTo>
                    <a:pt x="2001" y="5167"/>
                  </a:moveTo>
                  <a:lnTo>
                    <a:pt x="6740" y="5514"/>
                  </a:lnTo>
                  <a:lnTo>
                    <a:pt x="8548" y="3678"/>
                  </a:lnTo>
                  <a:lnTo>
                    <a:pt x="9609" y="1680"/>
                  </a:lnTo>
                  <a:lnTo>
                    <a:pt x="12007" y="126"/>
                  </a:lnTo>
                  <a:lnTo>
                    <a:pt x="13036" y="0"/>
                  </a:lnTo>
                  <a:lnTo>
                    <a:pt x="15345" y="3236"/>
                  </a:lnTo>
                  <a:lnTo>
                    <a:pt x="17884" y="7195"/>
                  </a:lnTo>
                  <a:lnTo>
                    <a:pt x="19947" y="9611"/>
                  </a:lnTo>
                  <a:lnTo>
                    <a:pt x="19929" y="12695"/>
                  </a:lnTo>
                  <a:lnTo>
                    <a:pt x="21493" y="14138"/>
                  </a:lnTo>
                  <a:lnTo>
                    <a:pt x="23576" y="13314"/>
                  </a:lnTo>
                  <a:lnTo>
                    <a:pt x="25469" y="13599"/>
                  </a:lnTo>
                  <a:lnTo>
                    <a:pt x="25714" y="16351"/>
                  </a:lnTo>
                  <a:lnTo>
                    <a:pt x="26590" y="18621"/>
                  </a:lnTo>
                  <a:lnTo>
                    <a:pt x="29485" y="21072"/>
                  </a:lnTo>
                  <a:lnTo>
                    <a:pt x="29367" y="21281"/>
                  </a:lnTo>
                  <a:lnTo>
                    <a:pt x="28708" y="22447"/>
                  </a:lnTo>
                  <a:lnTo>
                    <a:pt x="27617" y="23329"/>
                  </a:lnTo>
                  <a:lnTo>
                    <a:pt x="24978" y="22394"/>
                  </a:lnTo>
                  <a:lnTo>
                    <a:pt x="24034" y="22925"/>
                  </a:lnTo>
                  <a:lnTo>
                    <a:pt x="22751" y="23170"/>
                  </a:lnTo>
                  <a:lnTo>
                    <a:pt x="20738" y="21666"/>
                  </a:lnTo>
                  <a:lnTo>
                    <a:pt x="18866" y="20411"/>
                  </a:lnTo>
                  <a:lnTo>
                    <a:pt x="16113" y="19847"/>
                  </a:lnTo>
                  <a:lnTo>
                    <a:pt x="14716" y="19543"/>
                  </a:lnTo>
                  <a:lnTo>
                    <a:pt x="12831" y="19677"/>
                  </a:lnTo>
                  <a:lnTo>
                    <a:pt x="10037" y="19909"/>
                  </a:lnTo>
                  <a:lnTo>
                    <a:pt x="9371" y="19885"/>
                  </a:lnTo>
                  <a:lnTo>
                    <a:pt x="7936" y="17450"/>
                  </a:lnTo>
                  <a:lnTo>
                    <a:pt x="7283" y="15968"/>
                  </a:lnTo>
                  <a:lnTo>
                    <a:pt x="5371" y="14284"/>
                  </a:lnTo>
                  <a:lnTo>
                    <a:pt x="5072" y="12994"/>
                  </a:lnTo>
                  <a:lnTo>
                    <a:pt x="2500" y="9919"/>
                  </a:lnTo>
                  <a:lnTo>
                    <a:pt x="2379" y="8136"/>
                  </a:lnTo>
                  <a:lnTo>
                    <a:pt x="0" y="520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192874" y="5188435"/>
              <a:ext cx="21456" cy="18366"/>
            </a:xfrm>
            <a:custGeom>
              <a:avLst/>
              <a:pathLst>
                <a:path w="21456" h="18366">
                  <a:moveTo>
                    <a:pt x="0" y="6728"/>
                  </a:moveTo>
                  <a:lnTo>
                    <a:pt x="1553" y="5328"/>
                  </a:lnTo>
                  <a:lnTo>
                    <a:pt x="2007" y="3304"/>
                  </a:lnTo>
                  <a:lnTo>
                    <a:pt x="3024" y="2484"/>
                  </a:lnTo>
                  <a:lnTo>
                    <a:pt x="6982" y="925"/>
                  </a:lnTo>
                  <a:lnTo>
                    <a:pt x="8233" y="0"/>
                  </a:lnTo>
                  <a:lnTo>
                    <a:pt x="9883" y="296"/>
                  </a:lnTo>
                  <a:lnTo>
                    <a:pt x="11435" y="1382"/>
                  </a:lnTo>
                  <a:lnTo>
                    <a:pt x="12322" y="219"/>
                  </a:lnTo>
                  <a:lnTo>
                    <a:pt x="14854" y="1001"/>
                  </a:lnTo>
                  <a:lnTo>
                    <a:pt x="16088" y="537"/>
                  </a:lnTo>
                  <a:lnTo>
                    <a:pt x="17988" y="1680"/>
                  </a:lnTo>
                  <a:lnTo>
                    <a:pt x="20313" y="3487"/>
                  </a:lnTo>
                  <a:lnTo>
                    <a:pt x="21456" y="6574"/>
                  </a:lnTo>
                  <a:lnTo>
                    <a:pt x="20633" y="9491"/>
                  </a:lnTo>
                  <a:lnTo>
                    <a:pt x="20010" y="10381"/>
                  </a:lnTo>
                  <a:lnTo>
                    <a:pt x="20301" y="12492"/>
                  </a:lnTo>
                  <a:lnTo>
                    <a:pt x="20309" y="14855"/>
                  </a:lnTo>
                  <a:lnTo>
                    <a:pt x="18386" y="16518"/>
                  </a:lnTo>
                  <a:lnTo>
                    <a:pt x="15955" y="18366"/>
                  </a:lnTo>
                  <a:lnTo>
                    <a:pt x="12240" y="17157"/>
                  </a:lnTo>
                  <a:lnTo>
                    <a:pt x="10084" y="16451"/>
                  </a:lnTo>
                  <a:lnTo>
                    <a:pt x="8811" y="16318"/>
                  </a:lnTo>
                  <a:lnTo>
                    <a:pt x="6551" y="13993"/>
                  </a:lnTo>
                  <a:lnTo>
                    <a:pt x="3848" y="12307"/>
                  </a:lnTo>
                  <a:lnTo>
                    <a:pt x="1688" y="11219"/>
                  </a:lnTo>
                  <a:lnTo>
                    <a:pt x="83" y="900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173379" y="5196546"/>
              <a:ext cx="8040" cy="10326"/>
            </a:xfrm>
            <a:custGeom>
              <a:avLst/>
              <a:pathLst>
                <a:path w="8040" h="10326">
                  <a:moveTo>
                    <a:pt x="0" y="8294"/>
                  </a:moveTo>
                  <a:lnTo>
                    <a:pt x="579" y="4742"/>
                  </a:lnTo>
                  <a:lnTo>
                    <a:pt x="1980" y="3298"/>
                  </a:lnTo>
                  <a:lnTo>
                    <a:pt x="4382" y="2333"/>
                  </a:lnTo>
                  <a:lnTo>
                    <a:pt x="4972" y="1713"/>
                  </a:lnTo>
                  <a:lnTo>
                    <a:pt x="5247" y="161"/>
                  </a:lnTo>
                  <a:lnTo>
                    <a:pt x="7009" y="0"/>
                  </a:lnTo>
                  <a:lnTo>
                    <a:pt x="7642" y="425"/>
                  </a:lnTo>
                  <a:lnTo>
                    <a:pt x="8040" y="1230"/>
                  </a:lnTo>
                  <a:lnTo>
                    <a:pt x="7269" y="1967"/>
                  </a:lnTo>
                  <a:lnTo>
                    <a:pt x="6750" y="3697"/>
                  </a:lnTo>
                  <a:lnTo>
                    <a:pt x="7191" y="5287"/>
                  </a:lnTo>
                  <a:lnTo>
                    <a:pt x="5275" y="5979"/>
                  </a:lnTo>
                  <a:lnTo>
                    <a:pt x="3905" y="6230"/>
                  </a:lnTo>
                  <a:lnTo>
                    <a:pt x="3172" y="7162"/>
                  </a:lnTo>
                  <a:lnTo>
                    <a:pt x="2619" y="8289"/>
                  </a:lnTo>
                  <a:lnTo>
                    <a:pt x="2103" y="10326"/>
                  </a:lnTo>
                  <a:lnTo>
                    <a:pt x="969" y="967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80410" y="3191973"/>
              <a:ext cx="345787" cy="226741"/>
            </a:xfrm>
            <a:custGeom>
              <a:avLst/>
              <a:pathLst>
                <a:path w="345787" h="226741">
                  <a:moveTo>
                    <a:pt x="907" y="72338"/>
                  </a:moveTo>
                  <a:lnTo>
                    <a:pt x="3066" y="68789"/>
                  </a:lnTo>
                  <a:lnTo>
                    <a:pt x="5013" y="65074"/>
                  </a:lnTo>
                  <a:lnTo>
                    <a:pt x="4787" y="62930"/>
                  </a:lnTo>
                  <a:lnTo>
                    <a:pt x="4682" y="61935"/>
                  </a:lnTo>
                  <a:lnTo>
                    <a:pt x="6733" y="59216"/>
                  </a:lnTo>
                  <a:lnTo>
                    <a:pt x="5638" y="57957"/>
                  </a:lnTo>
                  <a:lnTo>
                    <a:pt x="6993" y="55937"/>
                  </a:lnTo>
                  <a:lnTo>
                    <a:pt x="5902" y="53493"/>
                  </a:lnTo>
                  <a:lnTo>
                    <a:pt x="8603" y="51402"/>
                  </a:lnTo>
                  <a:lnTo>
                    <a:pt x="8875" y="50318"/>
                  </a:lnTo>
                  <a:lnTo>
                    <a:pt x="9445" y="48051"/>
                  </a:lnTo>
                  <a:lnTo>
                    <a:pt x="8338" y="45994"/>
                  </a:lnTo>
                  <a:lnTo>
                    <a:pt x="7233" y="40487"/>
                  </a:lnTo>
                  <a:lnTo>
                    <a:pt x="4815" y="40597"/>
                  </a:lnTo>
                  <a:lnTo>
                    <a:pt x="3131" y="38787"/>
                  </a:lnTo>
                  <a:lnTo>
                    <a:pt x="2785" y="38067"/>
                  </a:lnTo>
                  <a:lnTo>
                    <a:pt x="1658" y="35716"/>
                  </a:lnTo>
                  <a:lnTo>
                    <a:pt x="4146" y="34972"/>
                  </a:lnTo>
                  <a:lnTo>
                    <a:pt x="4322" y="31592"/>
                  </a:lnTo>
                  <a:lnTo>
                    <a:pt x="4348" y="28843"/>
                  </a:lnTo>
                  <a:lnTo>
                    <a:pt x="436" y="25540"/>
                  </a:lnTo>
                  <a:lnTo>
                    <a:pt x="832" y="22989"/>
                  </a:lnTo>
                  <a:lnTo>
                    <a:pt x="0" y="20818"/>
                  </a:lnTo>
                  <a:lnTo>
                    <a:pt x="7538" y="20501"/>
                  </a:lnTo>
                  <a:lnTo>
                    <a:pt x="20721" y="19911"/>
                  </a:lnTo>
                  <a:lnTo>
                    <a:pt x="28240" y="19564"/>
                  </a:lnTo>
                  <a:lnTo>
                    <a:pt x="38185" y="19084"/>
                  </a:lnTo>
                  <a:lnTo>
                    <a:pt x="39557" y="19016"/>
                  </a:lnTo>
                  <a:lnTo>
                    <a:pt x="57534" y="18038"/>
                  </a:lnTo>
                  <a:lnTo>
                    <a:pt x="59208" y="17940"/>
                  </a:lnTo>
                  <a:lnTo>
                    <a:pt x="62653" y="17735"/>
                  </a:lnTo>
                  <a:lnTo>
                    <a:pt x="71588" y="17190"/>
                  </a:lnTo>
                  <a:lnTo>
                    <a:pt x="87113" y="16269"/>
                  </a:lnTo>
                  <a:lnTo>
                    <a:pt x="89200" y="16141"/>
                  </a:lnTo>
                  <a:lnTo>
                    <a:pt x="90217" y="16077"/>
                  </a:lnTo>
                  <a:lnTo>
                    <a:pt x="111491" y="14684"/>
                  </a:lnTo>
                  <a:lnTo>
                    <a:pt x="114190" y="14499"/>
                  </a:lnTo>
                  <a:lnTo>
                    <a:pt x="121559" y="14005"/>
                  </a:lnTo>
                  <a:lnTo>
                    <a:pt x="135877" y="13009"/>
                  </a:lnTo>
                  <a:lnTo>
                    <a:pt x="152512" y="11748"/>
                  </a:lnTo>
                  <a:lnTo>
                    <a:pt x="156218" y="11458"/>
                  </a:lnTo>
                  <a:lnTo>
                    <a:pt x="160315" y="11131"/>
                  </a:lnTo>
                  <a:lnTo>
                    <a:pt x="174168" y="9997"/>
                  </a:lnTo>
                  <a:lnTo>
                    <a:pt x="183435" y="9215"/>
                  </a:lnTo>
                  <a:lnTo>
                    <a:pt x="184717" y="9105"/>
                  </a:lnTo>
                  <a:lnTo>
                    <a:pt x="192662" y="8416"/>
                  </a:lnTo>
                  <a:lnTo>
                    <a:pt x="209007" y="6895"/>
                  </a:lnTo>
                  <a:lnTo>
                    <a:pt x="214375" y="6391"/>
                  </a:lnTo>
                  <a:lnTo>
                    <a:pt x="228289" y="5052"/>
                  </a:lnTo>
                  <a:lnTo>
                    <a:pt x="233391" y="4558"/>
                  </a:lnTo>
                  <a:lnTo>
                    <a:pt x="246520" y="3257"/>
                  </a:lnTo>
                  <a:lnTo>
                    <a:pt x="251392" y="2763"/>
                  </a:lnTo>
                  <a:lnTo>
                    <a:pt x="257537" y="2132"/>
                  </a:lnTo>
                  <a:lnTo>
                    <a:pt x="263701" y="1489"/>
                  </a:lnTo>
                  <a:lnTo>
                    <a:pt x="277765" y="0"/>
                  </a:lnTo>
                  <a:lnTo>
                    <a:pt x="277390" y="3608"/>
                  </a:lnTo>
                  <a:lnTo>
                    <a:pt x="278742" y="5728"/>
                  </a:lnTo>
                  <a:lnTo>
                    <a:pt x="279446" y="6832"/>
                  </a:lnTo>
                  <a:lnTo>
                    <a:pt x="279259" y="8966"/>
                  </a:lnTo>
                  <a:lnTo>
                    <a:pt x="282264" y="11432"/>
                  </a:lnTo>
                  <a:lnTo>
                    <a:pt x="284879" y="12670"/>
                  </a:lnTo>
                  <a:lnTo>
                    <a:pt x="287883" y="16634"/>
                  </a:lnTo>
                  <a:lnTo>
                    <a:pt x="286603" y="19082"/>
                  </a:lnTo>
                  <a:lnTo>
                    <a:pt x="284551" y="22723"/>
                  </a:lnTo>
                  <a:lnTo>
                    <a:pt x="282729" y="25781"/>
                  </a:lnTo>
                  <a:lnTo>
                    <a:pt x="283157" y="29648"/>
                  </a:lnTo>
                  <a:lnTo>
                    <a:pt x="283485" y="32601"/>
                  </a:lnTo>
                  <a:lnTo>
                    <a:pt x="284682" y="36156"/>
                  </a:lnTo>
                  <a:lnTo>
                    <a:pt x="284956" y="36969"/>
                  </a:lnTo>
                  <a:lnTo>
                    <a:pt x="286411" y="41989"/>
                  </a:lnTo>
                  <a:lnTo>
                    <a:pt x="288746" y="44565"/>
                  </a:lnTo>
                  <a:lnTo>
                    <a:pt x="290886" y="50727"/>
                  </a:lnTo>
                  <a:lnTo>
                    <a:pt x="294098" y="54398"/>
                  </a:lnTo>
                  <a:lnTo>
                    <a:pt x="298316" y="56500"/>
                  </a:lnTo>
                  <a:lnTo>
                    <a:pt x="300714" y="56918"/>
                  </a:lnTo>
                  <a:lnTo>
                    <a:pt x="303105" y="57333"/>
                  </a:lnTo>
                  <a:lnTo>
                    <a:pt x="308929" y="58060"/>
                  </a:lnTo>
                  <a:lnTo>
                    <a:pt x="311312" y="59164"/>
                  </a:lnTo>
                  <a:lnTo>
                    <a:pt x="313175" y="62539"/>
                  </a:lnTo>
                  <a:lnTo>
                    <a:pt x="315278" y="67201"/>
                  </a:lnTo>
                  <a:lnTo>
                    <a:pt x="315366" y="69824"/>
                  </a:lnTo>
                  <a:lnTo>
                    <a:pt x="318504" y="71219"/>
                  </a:lnTo>
                  <a:lnTo>
                    <a:pt x="319890" y="71689"/>
                  </a:lnTo>
                  <a:lnTo>
                    <a:pt x="322674" y="73937"/>
                  </a:lnTo>
                  <a:lnTo>
                    <a:pt x="324583" y="75257"/>
                  </a:lnTo>
                  <a:lnTo>
                    <a:pt x="326772" y="76769"/>
                  </a:lnTo>
                  <a:lnTo>
                    <a:pt x="328602" y="79225"/>
                  </a:lnTo>
                  <a:lnTo>
                    <a:pt x="328220" y="82274"/>
                  </a:lnTo>
                  <a:lnTo>
                    <a:pt x="330122" y="84854"/>
                  </a:lnTo>
                  <a:lnTo>
                    <a:pt x="333693" y="87022"/>
                  </a:lnTo>
                  <a:lnTo>
                    <a:pt x="334980" y="87561"/>
                  </a:lnTo>
                  <a:lnTo>
                    <a:pt x="337555" y="88638"/>
                  </a:lnTo>
                  <a:lnTo>
                    <a:pt x="341002" y="90054"/>
                  </a:lnTo>
                  <a:lnTo>
                    <a:pt x="343787" y="92797"/>
                  </a:lnTo>
                  <a:lnTo>
                    <a:pt x="344216" y="97497"/>
                  </a:lnTo>
                  <a:lnTo>
                    <a:pt x="344475" y="97993"/>
                  </a:lnTo>
                  <a:lnTo>
                    <a:pt x="345787" y="100507"/>
                  </a:lnTo>
                  <a:lnTo>
                    <a:pt x="345411" y="104717"/>
                  </a:lnTo>
                  <a:lnTo>
                    <a:pt x="345414" y="105318"/>
                  </a:lnTo>
                  <a:lnTo>
                    <a:pt x="345433" y="108634"/>
                  </a:lnTo>
                  <a:lnTo>
                    <a:pt x="344896" y="111518"/>
                  </a:lnTo>
                  <a:lnTo>
                    <a:pt x="345206" y="113833"/>
                  </a:lnTo>
                  <a:lnTo>
                    <a:pt x="342189" y="116300"/>
                  </a:lnTo>
                  <a:lnTo>
                    <a:pt x="341882" y="116550"/>
                  </a:lnTo>
                  <a:lnTo>
                    <a:pt x="338911" y="119611"/>
                  </a:lnTo>
                  <a:lnTo>
                    <a:pt x="338962" y="120590"/>
                  </a:lnTo>
                  <a:lnTo>
                    <a:pt x="339087" y="123003"/>
                  </a:lnTo>
                  <a:lnTo>
                    <a:pt x="338168" y="125293"/>
                  </a:lnTo>
                  <a:lnTo>
                    <a:pt x="338555" y="129993"/>
                  </a:lnTo>
                  <a:lnTo>
                    <a:pt x="337406" y="131497"/>
                  </a:lnTo>
                  <a:lnTo>
                    <a:pt x="334801" y="133006"/>
                  </a:lnTo>
                  <a:lnTo>
                    <a:pt x="332699" y="136089"/>
                  </a:lnTo>
                  <a:lnTo>
                    <a:pt x="329988" y="136692"/>
                  </a:lnTo>
                  <a:lnTo>
                    <a:pt x="326936" y="137276"/>
                  </a:lnTo>
                  <a:lnTo>
                    <a:pt x="324667" y="139790"/>
                  </a:lnTo>
                  <a:lnTo>
                    <a:pt x="320516" y="142444"/>
                  </a:lnTo>
                  <a:lnTo>
                    <a:pt x="316008" y="143088"/>
                  </a:lnTo>
                  <a:lnTo>
                    <a:pt x="311740" y="143904"/>
                  </a:lnTo>
                  <a:lnTo>
                    <a:pt x="308900" y="146044"/>
                  </a:lnTo>
                  <a:lnTo>
                    <a:pt x="306595" y="145782"/>
                  </a:lnTo>
                  <a:lnTo>
                    <a:pt x="303393" y="146598"/>
                  </a:lnTo>
                  <a:lnTo>
                    <a:pt x="301819" y="150690"/>
                  </a:lnTo>
                  <a:lnTo>
                    <a:pt x="301694" y="152821"/>
                  </a:lnTo>
                  <a:lnTo>
                    <a:pt x="301587" y="153266"/>
                  </a:lnTo>
                  <a:lnTo>
                    <a:pt x="300090" y="159440"/>
                  </a:lnTo>
                  <a:lnTo>
                    <a:pt x="302102" y="161781"/>
                  </a:lnTo>
                  <a:lnTo>
                    <a:pt x="304594" y="164982"/>
                  </a:lnTo>
                  <a:lnTo>
                    <a:pt x="306950" y="164980"/>
                  </a:lnTo>
                  <a:lnTo>
                    <a:pt x="309511" y="168400"/>
                  </a:lnTo>
                  <a:lnTo>
                    <a:pt x="310066" y="171097"/>
                  </a:lnTo>
                  <a:lnTo>
                    <a:pt x="310108" y="171298"/>
                  </a:lnTo>
                  <a:lnTo>
                    <a:pt x="310842" y="174856"/>
                  </a:lnTo>
                  <a:lnTo>
                    <a:pt x="310964" y="179534"/>
                  </a:lnTo>
                  <a:lnTo>
                    <a:pt x="309499" y="182709"/>
                  </a:lnTo>
                  <a:lnTo>
                    <a:pt x="306652" y="186169"/>
                  </a:lnTo>
                  <a:lnTo>
                    <a:pt x="304409" y="189813"/>
                  </a:lnTo>
                  <a:lnTo>
                    <a:pt x="304785" y="192746"/>
                  </a:lnTo>
                  <a:lnTo>
                    <a:pt x="303897" y="196763"/>
                  </a:lnTo>
                  <a:lnTo>
                    <a:pt x="303952" y="198600"/>
                  </a:lnTo>
                  <a:lnTo>
                    <a:pt x="304009" y="200517"/>
                  </a:lnTo>
                  <a:lnTo>
                    <a:pt x="300708" y="203424"/>
                  </a:lnTo>
                  <a:lnTo>
                    <a:pt x="297422" y="203697"/>
                  </a:lnTo>
                  <a:lnTo>
                    <a:pt x="292653" y="205992"/>
                  </a:lnTo>
                  <a:lnTo>
                    <a:pt x="291013" y="208385"/>
                  </a:lnTo>
                  <a:lnTo>
                    <a:pt x="290266" y="211916"/>
                  </a:lnTo>
                  <a:lnTo>
                    <a:pt x="291873" y="213476"/>
                  </a:lnTo>
                  <a:lnTo>
                    <a:pt x="291640" y="217694"/>
                  </a:lnTo>
                  <a:lnTo>
                    <a:pt x="292396" y="221423"/>
                  </a:lnTo>
                  <a:lnTo>
                    <a:pt x="290030" y="223169"/>
                  </a:lnTo>
                  <a:lnTo>
                    <a:pt x="285608" y="221928"/>
                  </a:lnTo>
                  <a:lnTo>
                    <a:pt x="284253" y="219849"/>
                  </a:lnTo>
                  <a:lnTo>
                    <a:pt x="281640" y="218094"/>
                  </a:lnTo>
                  <a:lnTo>
                    <a:pt x="278964" y="215563"/>
                  </a:lnTo>
                  <a:lnTo>
                    <a:pt x="278118" y="212845"/>
                  </a:lnTo>
                  <a:lnTo>
                    <a:pt x="275230" y="212288"/>
                  </a:lnTo>
                  <a:lnTo>
                    <a:pt x="274261" y="210378"/>
                  </a:lnTo>
                  <a:lnTo>
                    <a:pt x="272403" y="208781"/>
                  </a:lnTo>
                  <a:lnTo>
                    <a:pt x="271663" y="208145"/>
                  </a:lnTo>
                  <a:lnTo>
                    <a:pt x="260379" y="209804"/>
                  </a:lnTo>
                  <a:lnTo>
                    <a:pt x="260173" y="209830"/>
                  </a:lnTo>
                  <a:lnTo>
                    <a:pt x="247441" y="211457"/>
                  </a:lnTo>
                  <a:lnTo>
                    <a:pt x="238232" y="212558"/>
                  </a:lnTo>
                  <a:lnTo>
                    <a:pt x="232687" y="213212"/>
                  </a:lnTo>
                  <a:lnTo>
                    <a:pt x="222769" y="214422"/>
                  </a:lnTo>
                  <a:lnTo>
                    <a:pt x="220141" y="214738"/>
                  </a:lnTo>
                  <a:lnTo>
                    <a:pt x="218635" y="214888"/>
                  </a:lnTo>
                  <a:lnTo>
                    <a:pt x="206384" y="216088"/>
                  </a:lnTo>
                  <a:lnTo>
                    <a:pt x="197993" y="217081"/>
                  </a:lnTo>
                  <a:lnTo>
                    <a:pt x="195917" y="217324"/>
                  </a:lnTo>
                  <a:lnTo>
                    <a:pt x="184598" y="218421"/>
                  </a:lnTo>
                  <a:lnTo>
                    <a:pt x="183033" y="218556"/>
                  </a:lnTo>
                  <a:lnTo>
                    <a:pt x="173169" y="219391"/>
                  </a:lnTo>
                  <a:lnTo>
                    <a:pt x="170982" y="219574"/>
                  </a:lnTo>
                  <a:lnTo>
                    <a:pt x="161419" y="220447"/>
                  </a:lnTo>
                  <a:lnTo>
                    <a:pt x="157821" y="220771"/>
                  </a:lnTo>
                  <a:lnTo>
                    <a:pt x="148390" y="221661"/>
                  </a:lnTo>
                  <a:lnTo>
                    <a:pt x="144305" y="222040"/>
                  </a:lnTo>
                  <a:lnTo>
                    <a:pt x="136670" y="222644"/>
                  </a:lnTo>
                  <a:lnTo>
                    <a:pt x="132424" y="222974"/>
                  </a:lnTo>
                  <a:lnTo>
                    <a:pt x="123739" y="223606"/>
                  </a:lnTo>
                  <a:lnTo>
                    <a:pt x="120347" y="223848"/>
                  </a:lnTo>
                  <a:lnTo>
                    <a:pt x="115028" y="224124"/>
                  </a:lnTo>
                  <a:lnTo>
                    <a:pt x="104841" y="224636"/>
                  </a:lnTo>
                  <a:lnTo>
                    <a:pt x="99695" y="224870"/>
                  </a:lnTo>
                  <a:lnTo>
                    <a:pt x="91345" y="225237"/>
                  </a:lnTo>
                  <a:lnTo>
                    <a:pt x="84116" y="225557"/>
                  </a:lnTo>
                  <a:lnTo>
                    <a:pt x="76887" y="225864"/>
                  </a:lnTo>
                  <a:lnTo>
                    <a:pt x="74809" y="225948"/>
                  </a:lnTo>
                  <a:lnTo>
                    <a:pt x="66173" y="226287"/>
                  </a:lnTo>
                  <a:lnTo>
                    <a:pt x="53566" y="226741"/>
                  </a:lnTo>
                  <a:lnTo>
                    <a:pt x="54424" y="225399"/>
                  </a:lnTo>
                  <a:lnTo>
                    <a:pt x="52446" y="221932"/>
                  </a:lnTo>
                  <a:lnTo>
                    <a:pt x="48874" y="220017"/>
                  </a:lnTo>
                  <a:lnTo>
                    <a:pt x="46381" y="216304"/>
                  </a:lnTo>
                  <a:lnTo>
                    <a:pt x="49161" y="212769"/>
                  </a:lnTo>
                  <a:lnTo>
                    <a:pt x="48565" y="208380"/>
                  </a:lnTo>
                  <a:lnTo>
                    <a:pt x="50074" y="205367"/>
                  </a:lnTo>
                  <a:lnTo>
                    <a:pt x="49602" y="204586"/>
                  </a:lnTo>
                  <a:lnTo>
                    <a:pt x="48482" y="202729"/>
                  </a:lnTo>
                  <a:lnTo>
                    <a:pt x="48825" y="199304"/>
                  </a:lnTo>
                  <a:lnTo>
                    <a:pt x="46647" y="196195"/>
                  </a:lnTo>
                  <a:lnTo>
                    <a:pt x="46583" y="193664"/>
                  </a:lnTo>
                  <a:lnTo>
                    <a:pt x="46528" y="191475"/>
                  </a:lnTo>
                  <a:lnTo>
                    <a:pt x="46125" y="188550"/>
                  </a:lnTo>
                  <a:lnTo>
                    <a:pt x="46367" y="185993"/>
                  </a:lnTo>
                  <a:lnTo>
                    <a:pt x="46549" y="184068"/>
                  </a:lnTo>
                  <a:lnTo>
                    <a:pt x="43717" y="184403"/>
                  </a:lnTo>
                  <a:lnTo>
                    <a:pt x="43681" y="183902"/>
                  </a:lnTo>
                  <a:lnTo>
                    <a:pt x="43443" y="180584"/>
                  </a:lnTo>
                  <a:lnTo>
                    <a:pt x="44443" y="177652"/>
                  </a:lnTo>
                  <a:lnTo>
                    <a:pt x="42388" y="174617"/>
                  </a:lnTo>
                  <a:lnTo>
                    <a:pt x="42058" y="171209"/>
                  </a:lnTo>
                  <a:lnTo>
                    <a:pt x="42068" y="169786"/>
                  </a:lnTo>
                  <a:lnTo>
                    <a:pt x="42100" y="165082"/>
                  </a:lnTo>
                  <a:lnTo>
                    <a:pt x="38822" y="164241"/>
                  </a:lnTo>
                  <a:lnTo>
                    <a:pt x="38106" y="161623"/>
                  </a:lnTo>
                  <a:lnTo>
                    <a:pt x="37390" y="159004"/>
                  </a:lnTo>
                  <a:lnTo>
                    <a:pt x="33415" y="160326"/>
                  </a:lnTo>
                  <a:lnTo>
                    <a:pt x="32702" y="158009"/>
                  </a:lnTo>
                  <a:lnTo>
                    <a:pt x="31127" y="154337"/>
                  </a:lnTo>
                  <a:lnTo>
                    <a:pt x="31300" y="150393"/>
                  </a:lnTo>
                  <a:lnTo>
                    <a:pt x="31463" y="149816"/>
                  </a:lnTo>
                  <a:lnTo>
                    <a:pt x="32396" y="146506"/>
                  </a:lnTo>
                  <a:lnTo>
                    <a:pt x="33389" y="141395"/>
                  </a:lnTo>
                  <a:lnTo>
                    <a:pt x="30927" y="138128"/>
                  </a:lnTo>
                  <a:lnTo>
                    <a:pt x="29837" y="136339"/>
                  </a:lnTo>
                  <a:lnTo>
                    <a:pt x="27980" y="133283"/>
                  </a:lnTo>
                  <a:lnTo>
                    <a:pt x="29179" y="128610"/>
                  </a:lnTo>
                  <a:lnTo>
                    <a:pt x="24194" y="125409"/>
                  </a:lnTo>
                  <a:lnTo>
                    <a:pt x="21505" y="123774"/>
                  </a:lnTo>
                  <a:lnTo>
                    <a:pt x="21506" y="119031"/>
                  </a:lnTo>
                  <a:lnTo>
                    <a:pt x="17168" y="115422"/>
                  </a:lnTo>
                  <a:lnTo>
                    <a:pt x="17576" y="111969"/>
                  </a:lnTo>
                  <a:lnTo>
                    <a:pt x="17610" y="111676"/>
                  </a:lnTo>
                  <a:lnTo>
                    <a:pt x="17484" y="108402"/>
                  </a:lnTo>
                  <a:lnTo>
                    <a:pt x="16592" y="107291"/>
                  </a:lnTo>
                  <a:lnTo>
                    <a:pt x="13461" y="103390"/>
                  </a:lnTo>
                  <a:lnTo>
                    <a:pt x="13036" y="98155"/>
                  </a:lnTo>
                  <a:lnTo>
                    <a:pt x="14486" y="94459"/>
                  </a:lnTo>
                  <a:lnTo>
                    <a:pt x="11019" y="92543"/>
                  </a:lnTo>
                  <a:lnTo>
                    <a:pt x="9281" y="91262"/>
                  </a:lnTo>
                  <a:lnTo>
                    <a:pt x="8442" y="90748"/>
                  </a:lnTo>
                  <a:lnTo>
                    <a:pt x="9168" y="87944"/>
                  </a:lnTo>
                  <a:lnTo>
                    <a:pt x="8991" y="87576"/>
                  </a:lnTo>
                  <a:lnTo>
                    <a:pt x="6298" y="81983"/>
                  </a:lnTo>
                  <a:lnTo>
                    <a:pt x="2758" y="78779"/>
                  </a:lnTo>
                  <a:lnTo>
                    <a:pt x="914" y="761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382275" y="2384564"/>
              <a:ext cx="484370" cy="788722"/>
            </a:xfrm>
            <a:custGeom>
              <a:avLst/>
              <a:pathLst>
                <a:path w="484370" h="788722">
                  <a:moveTo>
                    <a:pt x="34929" y="464232"/>
                  </a:moveTo>
                  <a:lnTo>
                    <a:pt x="37719" y="460993"/>
                  </a:lnTo>
                  <a:lnTo>
                    <a:pt x="38075" y="455521"/>
                  </a:lnTo>
                  <a:lnTo>
                    <a:pt x="43235" y="451962"/>
                  </a:lnTo>
                  <a:lnTo>
                    <a:pt x="45703" y="448905"/>
                  </a:lnTo>
                  <a:lnTo>
                    <a:pt x="51181" y="440021"/>
                  </a:lnTo>
                  <a:lnTo>
                    <a:pt x="55137" y="432894"/>
                  </a:lnTo>
                  <a:lnTo>
                    <a:pt x="59235" y="430622"/>
                  </a:lnTo>
                  <a:lnTo>
                    <a:pt x="65733" y="428793"/>
                  </a:lnTo>
                  <a:lnTo>
                    <a:pt x="69905" y="424021"/>
                  </a:lnTo>
                  <a:lnTo>
                    <a:pt x="72255" y="421330"/>
                  </a:lnTo>
                  <a:lnTo>
                    <a:pt x="75759" y="415879"/>
                  </a:lnTo>
                  <a:lnTo>
                    <a:pt x="75068" y="410448"/>
                  </a:lnTo>
                  <a:lnTo>
                    <a:pt x="77392" y="405408"/>
                  </a:lnTo>
                  <a:lnTo>
                    <a:pt x="82522" y="401530"/>
                  </a:lnTo>
                  <a:lnTo>
                    <a:pt x="85316" y="398275"/>
                  </a:lnTo>
                  <a:lnTo>
                    <a:pt x="92462" y="384856"/>
                  </a:lnTo>
                  <a:lnTo>
                    <a:pt x="93130" y="383479"/>
                  </a:lnTo>
                  <a:lnTo>
                    <a:pt x="95245" y="379113"/>
                  </a:lnTo>
                  <a:lnTo>
                    <a:pt x="104079" y="367333"/>
                  </a:lnTo>
                  <a:lnTo>
                    <a:pt x="112716" y="356024"/>
                  </a:lnTo>
                  <a:lnTo>
                    <a:pt x="116516" y="351602"/>
                  </a:lnTo>
                  <a:lnTo>
                    <a:pt x="113350" y="343975"/>
                  </a:lnTo>
                  <a:lnTo>
                    <a:pt x="113947" y="338505"/>
                  </a:lnTo>
                  <a:lnTo>
                    <a:pt x="110868" y="333159"/>
                  </a:lnTo>
                  <a:lnTo>
                    <a:pt x="105870" y="331739"/>
                  </a:lnTo>
                  <a:lnTo>
                    <a:pt x="101848" y="326199"/>
                  </a:lnTo>
                  <a:lnTo>
                    <a:pt x="98561" y="324012"/>
                  </a:lnTo>
                  <a:lnTo>
                    <a:pt x="97977" y="322737"/>
                  </a:lnTo>
                  <a:lnTo>
                    <a:pt x="94955" y="316123"/>
                  </a:lnTo>
                  <a:lnTo>
                    <a:pt x="94179" y="310504"/>
                  </a:lnTo>
                  <a:lnTo>
                    <a:pt x="92944" y="306332"/>
                  </a:lnTo>
                  <a:lnTo>
                    <a:pt x="92514" y="299274"/>
                  </a:lnTo>
                  <a:lnTo>
                    <a:pt x="90298" y="296256"/>
                  </a:lnTo>
                  <a:lnTo>
                    <a:pt x="94790" y="291113"/>
                  </a:lnTo>
                  <a:lnTo>
                    <a:pt x="96213" y="288396"/>
                  </a:lnTo>
                  <a:lnTo>
                    <a:pt x="94129" y="284892"/>
                  </a:lnTo>
                  <a:lnTo>
                    <a:pt x="95204" y="279431"/>
                  </a:lnTo>
                  <a:lnTo>
                    <a:pt x="94015" y="273877"/>
                  </a:lnTo>
                  <a:lnTo>
                    <a:pt x="90586" y="267771"/>
                  </a:lnTo>
                  <a:lnTo>
                    <a:pt x="93712" y="262458"/>
                  </a:lnTo>
                  <a:lnTo>
                    <a:pt x="93990" y="260809"/>
                  </a:lnTo>
                  <a:lnTo>
                    <a:pt x="94780" y="256127"/>
                  </a:lnTo>
                  <a:lnTo>
                    <a:pt x="96322" y="249031"/>
                  </a:lnTo>
                  <a:lnTo>
                    <a:pt x="109285" y="189628"/>
                  </a:lnTo>
                  <a:lnTo>
                    <a:pt x="109895" y="186842"/>
                  </a:lnTo>
                  <a:lnTo>
                    <a:pt x="112199" y="176235"/>
                  </a:lnTo>
                  <a:lnTo>
                    <a:pt x="114555" y="165404"/>
                  </a:lnTo>
                  <a:lnTo>
                    <a:pt x="122728" y="127944"/>
                  </a:lnTo>
                  <a:lnTo>
                    <a:pt x="128180" y="103400"/>
                  </a:lnTo>
                  <a:lnTo>
                    <a:pt x="129715" y="96508"/>
                  </a:lnTo>
                  <a:lnTo>
                    <a:pt x="131508" y="88457"/>
                  </a:lnTo>
                  <a:lnTo>
                    <a:pt x="138609" y="58359"/>
                  </a:lnTo>
                  <a:lnTo>
                    <a:pt x="144010" y="34655"/>
                  </a:lnTo>
                  <a:lnTo>
                    <a:pt x="148358" y="15441"/>
                  </a:lnTo>
                  <a:lnTo>
                    <a:pt x="151860" y="0"/>
                  </a:lnTo>
                  <a:lnTo>
                    <a:pt x="169999" y="3862"/>
                  </a:lnTo>
                  <a:lnTo>
                    <a:pt x="192403" y="8623"/>
                  </a:lnTo>
                  <a:lnTo>
                    <a:pt x="216734" y="13610"/>
                  </a:lnTo>
                  <a:lnTo>
                    <a:pt x="206080" y="64257"/>
                  </a:lnTo>
                  <a:lnTo>
                    <a:pt x="205637" y="66369"/>
                  </a:lnTo>
                  <a:lnTo>
                    <a:pt x="202005" y="83777"/>
                  </a:lnTo>
                  <a:lnTo>
                    <a:pt x="200016" y="93296"/>
                  </a:lnTo>
                  <a:lnTo>
                    <a:pt x="198083" y="102559"/>
                  </a:lnTo>
                  <a:lnTo>
                    <a:pt x="195418" y="115253"/>
                  </a:lnTo>
                  <a:lnTo>
                    <a:pt x="195808" y="116952"/>
                  </a:lnTo>
                  <a:lnTo>
                    <a:pt x="196096" y="118206"/>
                  </a:lnTo>
                  <a:lnTo>
                    <a:pt x="199288" y="126823"/>
                  </a:lnTo>
                  <a:lnTo>
                    <a:pt x="202120" y="133230"/>
                  </a:lnTo>
                  <a:lnTo>
                    <a:pt x="205283" y="136845"/>
                  </a:lnTo>
                  <a:lnTo>
                    <a:pt x="204842" y="142473"/>
                  </a:lnTo>
                  <a:lnTo>
                    <a:pt x="211073" y="150530"/>
                  </a:lnTo>
                  <a:lnTo>
                    <a:pt x="209358" y="154621"/>
                  </a:lnTo>
                  <a:lnTo>
                    <a:pt x="211564" y="158374"/>
                  </a:lnTo>
                  <a:lnTo>
                    <a:pt x="208762" y="162801"/>
                  </a:lnTo>
                  <a:lnTo>
                    <a:pt x="208147" y="167294"/>
                  </a:lnTo>
                  <a:lnTo>
                    <a:pt x="212707" y="173592"/>
                  </a:lnTo>
                  <a:lnTo>
                    <a:pt x="208234" y="175294"/>
                  </a:lnTo>
                  <a:lnTo>
                    <a:pt x="206235" y="179069"/>
                  </a:lnTo>
                  <a:lnTo>
                    <a:pt x="214185" y="186023"/>
                  </a:lnTo>
                  <a:lnTo>
                    <a:pt x="216296" y="192034"/>
                  </a:lnTo>
                  <a:lnTo>
                    <a:pt x="219877" y="195832"/>
                  </a:lnTo>
                  <a:lnTo>
                    <a:pt x="226266" y="199163"/>
                  </a:lnTo>
                  <a:lnTo>
                    <a:pt x="229156" y="200710"/>
                  </a:lnTo>
                  <a:lnTo>
                    <a:pt x="230619" y="205861"/>
                  </a:lnTo>
                  <a:lnTo>
                    <a:pt x="232409" y="209921"/>
                  </a:lnTo>
                  <a:lnTo>
                    <a:pt x="236095" y="215249"/>
                  </a:lnTo>
                  <a:lnTo>
                    <a:pt x="239425" y="223262"/>
                  </a:lnTo>
                  <a:lnTo>
                    <a:pt x="242073" y="227904"/>
                  </a:lnTo>
                  <a:lnTo>
                    <a:pt x="243809" y="233571"/>
                  </a:lnTo>
                  <a:lnTo>
                    <a:pt x="247897" y="238429"/>
                  </a:lnTo>
                  <a:lnTo>
                    <a:pt x="249879" y="240779"/>
                  </a:lnTo>
                  <a:lnTo>
                    <a:pt x="247886" y="245280"/>
                  </a:lnTo>
                  <a:lnTo>
                    <a:pt x="251129" y="251822"/>
                  </a:lnTo>
                  <a:lnTo>
                    <a:pt x="256757" y="256368"/>
                  </a:lnTo>
                  <a:lnTo>
                    <a:pt x="257574" y="260731"/>
                  </a:lnTo>
                  <a:lnTo>
                    <a:pt x="262324" y="261470"/>
                  </a:lnTo>
                  <a:lnTo>
                    <a:pt x="263701" y="262610"/>
                  </a:lnTo>
                  <a:lnTo>
                    <a:pt x="266816" y="265186"/>
                  </a:lnTo>
                  <a:lnTo>
                    <a:pt x="266138" y="270834"/>
                  </a:lnTo>
                  <a:lnTo>
                    <a:pt x="268140" y="271793"/>
                  </a:lnTo>
                  <a:lnTo>
                    <a:pt x="271028" y="273176"/>
                  </a:lnTo>
                  <a:lnTo>
                    <a:pt x="277653" y="273888"/>
                  </a:lnTo>
                  <a:lnTo>
                    <a:pt x="284450" y="273041"/>
                  </a:lnTo>
                  <a:lnTo>
                    <a:pt x="285928" y="274761"/>
                  </a:lnTo>
                  <a:lnTo>
                    <a:pt x="286820" y="275799"/>
                  </a:lnTo>
                  <a:lnTo>
                    <a:pt x="284792" y="282720"/>
                  </a:lnTo>
                  <a:lnTo>
                    <a:pt x="282083" y="289568"/>
                  </a:lnTo>
                  <a:lnTo>
                    <a:pt x="278328" y="289881"/>
                  </a:lnTo>
                  <a:lnTo>
                    <a:pt x="277982" y="298974"/>
                  </a:lnTo>
                  <a:lnTo>
                    <a:pt x="274891" y="301013"/>
                  </a:lnTo>
                  <a:lnTo>
                    <a:pt x="272820" y="308682"/>
                  </a:lnTo>
                  <a:lnTo>
                    <a:pt x="271458" y="312327"/>
                  </a:lnTo>
                  <a:lnTo>
                    <a:pt x="270180" y="315960"/>
                  </a:lnTo>
                  <a:lnTo>
                    <a:pt x="269274" y="322454"/>
                  </a:lnTo>
                  <a:lnTo>
                    <a:pt x="264338" y="322206"/>
                  </a:lnTo>
                  <a:lnTo>
                    <a:pt x="263082" y="326449"/>
                  </a:lnTo>
                  <a:lnTo>
                    <a:pt x="266851" y="330109"/>
                  </a:lnTo>
                  <a:lnTo>
                    <a:pt x="264189" y="336661"/>
                  </a:lnTo>
                  <a:lnTo>
                    <a:pt x="266154" y="341432"/>
                  </a:lnTo>
                  <a:lnTo>
                    <a:pt x="268391" y="344680"/>
                  </a:lnTo>
                  <a:lnTo>
                    <a:pt x="266696" y="349642"/>
                  </a:lnTo>
                  <a:lnTo>
                    <a:pt x="267913" y="352933"/>
                  </a:lnTo>
                  <a:lnTo>
                    <a:pt x="264967" y="355239"/>
                  </a:lnTo>
                  <a:lnTo>
                    <a:pt x="257967" y="356006"/>
                  </a:lnTo>
                  <a:lnTo>
                    <a:pt x="253721" y="361137"/>
                  </a:lnTo>
                  <a:lnTo>
                    <a:pt x="256713" y="367773"/>
                  </a:lnTo>
                  <a:lnTo>
                    <a:pt x="256095" y="373261"/>
                  </a:lnTo>
                  <a:lnTo>
                    <a:pt x="253197" y="374672"/>
                  </a:lnTo>
                  <a:lnTo>
                    <a:pt x="252214" y="379107"/>
                  </a:lnTo>
                  <a:lnTo>
                    <a:pt x="252830" y="381487"/>
                  </a:lnTo>
                  <a:lnTo>
                    <a:pt x="253580" y="384376"/>
                  </a:lnTo>
                  <a:lnTo>
                    <a:pt x="256810" y="386570"/>
                  </a:lnTo>
                  <a:lnTo>
                    <a:pt x="262123" y="392936"/>
                  </a:lnTo>
                  <a:lnTo>
                    <a:pt x="268239" y="395313"/>
                  </a:lnTo>
                  <a:lnTo>
                    <a:pt x="271226" y="389825"/>
                  </a:lnTo>
                  <a:lnTo>
                    <a:pt x="276003" y="389866"/>
                  </a:lnTo>
                  <a:lnTo>
                    <a:pt x="284387" y="385202"/>
                  </a:lnTo>
                  <a:lnTo>
                    <a:pt x="290118" y="380950"/>
                  </a:lnTo>
                  <a:lnTo>
                    <a:pt x="290828" y="376642"/>
                  </a:lnTo>
                  <a:lnTo>
                    <a:pt x="294028" y="376731"/>
                  </a:lnTo>
                  <a:lnTo>
                    <a:pt x="295350" y="378864"/>
                  </a:lnTo>
                  <a:lnTo>
                    <a:pt x="298165" y="383399"/>
                  </a:lnTo>
                  <a:lnTo>
                    <a:pt x="300457" y="385957"/>
                  </a:lnTo>
                  <a:lnTo>
                    <a:pt x="303953" y="388828"/>
                  </a:lnTo>
                  <a:lnTo>
                    <a:pt x="302832" y="396942"/>
                  </a:lnTo>
                  <a:lnTo>
                    <a:pt x="305129" y="401802"/>
                  </a:lnTo>
                  <a:lnTo>
                    <a:pt x="303956" y="407174"/>
                  </a:lnTo>
                  <a:lnTo>
                    <a:pt x="305411" y="411914"/>
                  </a:lnTo>
                  <a:lnTo>
                    <a:pt x="304134" y="417982"/>
                  </a:lnTo>
                  <a:lnTo>
                    <a:pt x="308656" y="428281"/>
                  </a:lnTo>
                  <a:lnTo>
                    <a:pt x="312202" y="440062"/>
                  </a:lnTo>
                  <a:lnTo>
                    <a:pt x="316282" y="443752"/>
                  </a:lnTo>
                  <a:lnTo>
                    <a:pt x="319801" y="448619"/>
                  </a:lnTo>
                  <a:lnTo>
                    <a:pt x="319929" y="454134"/>
                  </a:lnTo>
                  <a:lnTo>
                    <a:pt x="318210" y="459458"/>
                  </a:lnTo>
                  <a:lnTo>
                    <a:pt x="315639" y="463512"/>
                  </a:lnTo>
                  <a:lnTo>
                    <a:pt x="318228" y="471119"/>
                  </a:lnTo>
                  <a:lnTo>
                    <a:pt x="321351" y="472456"/>
                  </a:lnTo>
                  <a:lnTo>
                    <a:pt x="326191" y="477033"/>
                  </a:lnTo>
                  <a:lnTo>
                    <a:pt x="330509" y="475233"/>
                  </a:lnTo>
                  <a:lnTo>
                    <a:pt x="337880" y="482562"/>
                  </a:lnTo>
                  <a:lnTo>
                    <a:pt x="339128" y="488663"/>
                  </a:lnTo>
                  <a:lnTo>
                    <a:pt x="341560" y="497374"/>
                  </a:lnTo>
                  <a:lnTo>
                    <a:pt x="339852" y="502559"/>
                  </a:lnTo>
                  <a:lnTo>
                    <a:pt x="342809" y="509222"/>
                  </a:lnTo>
                  <a:lnTo>
                    <a:pt x="342040" y="514001"/>
                  </a:lnTo>
                  <a:lnTo>
                    <a:pt x="345180" y="520283"/>
                  </a:lnTo>
                  <a:lnTo>
                    <a:pt x="349625" y="524817"/>
                  </a:lnTo>
                  <a:lnTo>
                    <a:pt x="354019" y="522911"/>
                  </a:lnTo>
                  <a:lnTo>
                    <a:pt x="354413" y="522740"/>
                  </a:lnTo>
                  <a:lnTo>
                    <a:pt x="354524" y="519082"/>
                  </a:lnTo>
                  <a:lnTo>
                    <a:pt x="362194" y="514360"/>
                  </a:lnTo>
                  <a:lnTo>
                    <a:pt x="364234" y="514278"/>
                  </a:lnTo>
                  <a:lnTo>
                    <a:pt x="371728" y="516721"/>
                  </a:lnTo>
                  <a:lnTo>
                    <a:pt x="380891" y="519306"/>
                  </a:lnTo>
                  <a:lnTo>
                    <a:pt x="386621" y="523545"/>
                  </a:lnTo>
                  <a:lnTo>
                    <a:pt x="389952" y="515593"/>
                  </a:lnTo>
                  <a:lnTo>
                    <a:pt x="395845" y="512347"/>
                  </a:lnTo>
                  <a:lnTo>
                    <a:pt x="400136" y="515617"/>
                  </a:lnTo>
                  <a:lnTo>
                    <a:pt x="406916" y="518216"/>
                  </a:lnTo>
                  <a:lnTo>
                    <a:pt x="413660" y="518269"/>
                  </a:lnTo>
                  <a:lnTo>
                    <a:pt x="425936" y="517343"/>
                  </a:lnTo>
                  <a:lnTo>
                    <a:pt x="429699" y="523374"/>
                  </a:lnTo>
                  <a:lnTo>
                    <a:pt x="437953" y="519509"/>
                  </a:lnTo>
                  <a:lnTo>
                    <a:pt x="444234" y="520743"/>
                  </a:lnTo>
                  <a:lnTo>
                    <a:pt x="448151" y="521509"/>
                  </a:lnTo>
                  <a:lnTo>
                    <a:pt x="451729" y="519126"/>
                  </a:lnTo>
                  <a:lnTo>
                    <a:pt x="456782" y="509765"/>
                  </a:lnTo>
                  <a:lnTo>
                    <a:pt x="457880" y="508217"/>
                  </a:lnTo>
                  <a:lnTo>
                    <a:pt x="459557" y="505852"/>
                  </a:lnTo>
                  <a:lnTo>
                    <a:pt x="463955" y="502861"/>
                  </a:lnTo>
                  <a:lnTo>
                    <a:pt x="464468" y="503345"/>
                  </a:lnTo>
                  <a:lnTo>
                    <a:pt x="467957" y="506632"/>
                  </a:lnTo>
                  <a:lnTo>
                    <a:pt x="471135" y="512954"/>
                  </a:lnTo>
                  <a:lnTo>
                    <a:pt x="473733" y="518009"/>
                  </a:lnTo>
                  <a:lnTo>
                    <a:pt x="474705" y="523130"/>
                  </a:lnTo>
                  <a:lnTo>
                    <a:pt x="478350" y="527814"/>
                  </a:lnTo>
                  <a:lnTo>
                    <a:pt x="479279" y="532339"/>
                  </a:lnTo>
                  <a:lnTo>
                    <a:pt x="484370" y="535088"/>
                  </a:lnTo>
                  <a:lnTo>
                    <a:pt x="482974" y="545255"/>
                  </a:lnTo>
                  <a:lnTo>
                    <a:pt x="479404" y="571938"/>
                  </a:lnTo>
                  <a:lnTo>
                    <a:pt x="477670" y="585427"/>
                  </a:lnTo>
                  <a:lnTo>
                    <a:pt x="476681" y="593133"/>
                  </a:lnTo>
                  <a:lnTo>
                    <a:pt x="473660" y="615756"/>
                  </a:lnTo>
                  <a:lnTo>
                    <a:pt x="471138" y="634924"/>
                  </a:lnTo>
                  <a:lnTo>
                    <a:pt x="468642" y="653942"/>
                  </a:lnTo>
                  <a:lnTo>
                    <a:pt x="465338" y="678909"/>
                  </a:lnTo>
                  <a:lnTo>
                    <a:pt x="464619" y="684342"/>
                  </a:lnTo>
                  <a:lnTo>
                    <a:pt x="463874" y="689980"/>
                  </a:lnTo>
                  <a:lnTo>
                    <a:pt x="460601" y="714790"/>
                  </a:lnTo>
                  <a:lnTo>
                    <a:pt x="457612" y="736179"/>
                  </a:lnTo>
                  <a:lnTo>
                    <a:pt x="455260" y="753036"/>
                  </a:lnTo>
                  <a:lnTo>
                    <a:pt x="450581" y="788722"/>
                  </a:lnTo>
                  <a:lnTo>
                    <a:pt x="425727" y="785364"/>
                  </a:lnTo>
                  <a:lnTo>
                    <a:pt x="418335" y="784445"/>
                  </a:lnTo>
                  <a:lnTo>
                    <a:pt x="415571" y="784060"/>
                  </a:lnTo>
                  <a:lnTo>
                    <a:pt x="397147" y="781458"/>
                  </a:lnTo>
                  <a:lnTo>
                    <a:pt x="369942" y="777640"/>
                  </a:lnTo>
                  <a:lnTo>
                    <a:pt x="366198" y="776967"/>
                  </a:lnTo>
                  <a:lnTo>
                    <a:pt x="358226" y="775525"/>
                  </a:lnTo>
                  <a:lnTo>
                    <a:pt x="329228" y="771141"/>
                  </a:lnTo>
                  <a:lnTo>
                    <a:pt x="302522" y="767131"/>
                  </a:lnTo>
                  <a:lnTo>
                    <a:pt x="283728" y="764296"/>
                  </a:lnTo>
                  <a:lnTo>
                    <a:pt x="265001" y="761505"/>
                  </a:lnTo>
                  <a:lnTo>
                    <a:pt x="240669" y="757891"/>
                  </a:lnTo>
                  <a:lnTo>
                    <a:pt x="223884" y="754458"/>
                  </a:lnTo>
                  <a:lnTo>
                    <a:pt x="205798" y="751234"/>
                  </a:lnTo>
                  <a:lnTo>
                    <a:pt x="181978" y="746941"/>
                  </a:lnTo>
                  <a:lnTo>
                    <a:pt x="159435" y="742250"/>
                  </a:lnTo>
                  <a:lnTo>
                    <a:pt x="148970" y="740441"/>
                  </a:lnTo>
                  <a:lnTo>
                    <a:pt x="128202" y="736796"/>
                  </a:lnTo>
                  <a:lnTo>
                    <a:pt x="104801" y="732161"/>
                  </a:lnTo>
                  <a:lnTo>
                    <a:pt x="86465" y="728640"/>
                  </a:lnTo>
                  <a:lnTo>
                    <a:pt x="51813" y="721643"/>
                  </a:lnTo>
                  <a:lnTo>
                    <a:pt x="29871" y="717129"/>
                  </a:lnTo>
                  <a:lnTo>
                    <a:pt x="596" y="710728"/>
                  </a:lnTo>
                  <a:lnTo>
                    <a:pt x="0" y="710596"/>
                  </a:lnTo>
                  <a:lnTo>
                    <a:pt x="7861" y="672094"/>
                  </a:lnTo>
                  <a:lnTo>
                    <a:pt x="16866" y="628503"/>
                  </a:lnTo>
                  <a:lnTo>
                    <a:pt x="21416" y="606371"/>
                  </a:lnTo>
                  <a:lnTo>
                    <a:pt x="33471" y="548349"/>
                  </a:lnTo>
                  <a:lnTo>
                    <a:pt x="35350" y="539806"/>
                  </a:lnTo>
                  <a:lnTo>
                    <a:pt x="38554" y="525256"/>
                  </a:lnTo>
                  <a:lnTo>
                    <a:pt x="42530" y="520015"/>
                  </a:lnTo>
                  <a:lnTo>
                    <a:pt x="43524" y="518703"/>
                  </a:lnTo>
                  <a:lnTo>
                    <a:pt x="46550" y="510074"/>
                  </a:lnTo>
                  <a:lnTo>
                    <a:pt x="49164" y="505701"/>
                  </a:lnTo>
                  <a:lnTo>
                    <a:pt x="47467" y="499395"/>
                  </a:lnTo>
                  <a:lnTo>
                    <a:pt x="54632" y="493780"/>
                  </a:lnTo>
                  <a:lnTo>
                    <a:pt x="54805" y="493644"/>
                  </a:lnTo>
                  <a:lnTo>
                    <a:pt x="54848" y="490981"/>
                  </a:lnTo>
                  <a:lnTo>
                    <a:pt x="50639" y="488527"/>
                  </a:lnTo>
                  <a:lnTo>
                    <a:pt x="51060" y="484206"/>
                  </a:lnTo>
                  <a:lnTo>
                    <a:pt x="44805" y="482699"/>
                  </a:lnTo>
                  <a:lnTo>
                    <a:pt x="41235" y="477645"/>
                  </a:lnTo>
                  <a:lnTo>
                    <a:pt x="37288" y="478778"/>
                  </a:lnTo>
                  <a:lnTo>
                    <a:pt x="34573" y="475059"/>
                  </a:lnTo>
                  <a:lnTo>
                    <a:pt x="35106" y="474314"/>
                  </a:lnTo>
                  <a:lnTo>
                    <a:pt x="37224" y="471355"/>
                  </a:lnTo>
                  <a:lnTo>
                    <a:pt x="36134" y="4677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27419" y="3310853"/>
              <a:ext cx="271282" cy="469773"/>
            </a:xfrm>
            <a:custGeom>
              <a:avLst/>
              <a:pathLst>
                <a:path w="271282" h="469773">
                  <a:moveTo>
                    <a:pt x="118" y="219963"/>
                  </a:moveTo>
                  <a:lnTo>
                    <a:pt x="310" y="215855"/>
                  </a:lnTo>
                  <a:lnTo>
                    <a:pt x="394" y="214059"/>
                  </a:lnTo>
                  <a:lnTo>
                    <a:pt x="1436" y="209531"/>
                  </a:lnTo>
                  <a:lnTo>
                    <a:pt x="4160" y="204543"/>
                  </a:lnTo>
                  <a:lnTo>
                    <a:pt x="6935" y="202497"/>
                  </a:lnTo>
                  <a:lnTo>
                    <a:pt x="6048" y="198125"/>
                  </a:lnTo>
                  <a:lnTo>
                    <a:pt x="6321" y="193179"/>
                  </a:lnTo>
                  <a:lnTo>
                    <a:pt x="4437" y="191350"/>
                  </a:lnTo>
                  <a:lnTo>
                    <a:pt x="5313" y="187210"/>
                  </a:lnTo>
                  <a:lnTo>
                    <a:pt x="7236" y="184405"/>
                  </a:lnTo>
                  <a:lnTo>
                    <a:pt x="12827" y="181713"/>
                  </a:lnTo>
                  <a:lnTo>
                    <a:pt x="16769" y="181315"/>
                  </a:lnTo>
                  <a:lnTo>
                    <a:pt x="20551" y="177986"/>
                  </a:lnTo>
                  <a:lnTo>
                    <a:pt x="20483" y="175738"/>
                  </a:lnTo>
                  <a:lnTo>
                    <a:pt x="20418" y="173585"/>
                  </a:lnTo>
                  <a:lnTo>
                    <a:pt x="21460" y="168875"/>
                  </a:lnTo>
                  <a:lnTo>
                    <a:pt x="21019" y="165435"/>
                  </a:lnTo>
                  <a:lnTo>
                    <a:pt x="23649" y="161164"/>
                  </a:lnTo>
                  <a:lnTo>
                    <a:pt x="26986" y="157106"/>
                  </a:lnTo>
                  <a:lnTo>
                    <a:pt x="28704" y="153384"/>
                  </a:lnTo>
                  <a:lnTo>
                    <a:pt x="28561" y="147900"/>
                  </a:lnTo>
                  <a:lnTo>
                    <a:pt x="27701" y="143729"/>
                  </a:lnTo>
                  <a:lnTo>
                    <a:pt x="27652" y="143493"/>
                  </a:lnTo>
                  <a:lnTo>
                    <a:pt x="27000" y="140331"/>
                  </a:lnTo>
                  <a:lnTo>
                    <a:pt x="23999" y="136321"/>
                  </a:lnTo>
                  <a:lnTo>
                    <a:pt x="21236" y="136323"/>
                  </a:lnTo>
                  <a:lnTo>
                    <a:pt x="18315" y="132571"/>
                  </a:lnTo>
                  <a:lnTo>
                    <a:pt x="15956" y="129826"/>
                  </a:lnTo>
                  <a:lnTo>
                    <a:pt x="17724" y="122527"/>
                  </a:lnTo>
                  <a:lnTo>
                    <a:pt x="17836" y="122066"/>
                  </a:lnTo>
                  <a:lnTo>
                    <a:pt x="17983" y="119567"/>
                  </a:lnTo>
                  <a:lnTo>
                    <a:pt x="19828" y="114769"/>
                  </a:lnTo>
                  <a:lnTo>
                    <a:pt x="23582" y="113812"/>
                  </a:lnTo>
                  <a:lnTo>
                    <a:pt x="26284" y="114119"/>
                  </a:lnTo>
                  <a:lnTo>
                    <a:pt x="29614" y="111610"/>
                  </a:lnTo>
                  <a:lnTo>
                    <a:pt x="34618" y="110654"/>
                  </a:lnTo>
                  <a:lnTo>
                    <a:pt x="39904" y="109899"/>
                  </a:lnTo>
                  <a:lnTo>
                    <a:pt x="44770" y="106788"/>
                  </a:lnTo>
                  <a:lnTo>
                    <a:pt x="47430" y="103840"/>
                  </a:lnTo>
                  <a:lnTo>
                    <a:pt x="51009" y="103156"/>
                  </a:lnTo>
                  <a:lnTo>
                    <a:pt x="54187" y="102448"/>
                  </a:lnTo>
                  <a:lnTo>
                    <a:pt x="56651" y="98834"/>
                  </a:lnTo>
                  <a:lnTo>
                    <a:pt x="59706" y="97064"/>
                  </a:lnTo>
                  <a:lnTo>
                    <a:pt x="61053" y="95301"/>
                  </a:lnTo>
                  <a:lnTo>
                    <a:pt x="60599" y="89791"/>
                  </a:lnTo>
                  <a:lnTo>
                    <a:pt x="61677" y="87105"/>
                  </a:lnTo>
                  <a:lnTo>
                    <a:pt x="61530" y="84277"/>
                  </a:lnTo>
                  <a:lnTo>
                    <a:pt x="61470" y="83129"/>
                  </a:lnTo>
                  <a:lnTo>
                    <a:pt x="64954" y="79540"/>
                  </a:lnTo>
                  <a:lnTo>
                    <a:pt x="65313" y="79247"/>
                  </a:lnTo>
                  <a:lnTo>
                    <a:pt x="68851" y="76355"/>
                  </a:lnTo>
                  <a:lnTo>
                    <a:pt x="68487" y="73640"/>
                  </a:lnTo>
                  <a:lnTo>
                    <a:pt x="69116" y="70259"/>
                  </a:lnTo>
                  <a:lnTo>
                    <a:pt x="69094" y="66371"/>
                  </a:lnTo>
                  <a:lnTo>
                    <a:pt x="69090" y="65667"/>
                  </a:lnTo>
                  <a:lnTo>
                    <a:pt x="69531" y="60730"/>
                  </a:lnTo>
                  <a:lnTo>
                    <a:pt x="67993" y="57784"/>
                  </a:lnTo>
                  <a:lnTo>
                    <a:pt x="67689" y="57202"/>
                  </a:lnTo>
                  <a:lnTo>
                    <a:pt x="67186" y="51691"/>
                  </a:lnTo>
                  <a:lnTo>
                    <a:pt x="63921" y="48475"/>
                  </a:lnTo>
                  <a:lnTo>
                    <a:pt x="59881" y="46815"/>
                  </a:lnTo>
                  <a:lnTo>
                    <a:pt x="56861" y="45553"/>
                  </a:lnTo>
                  <a:lnTo>
                    <a:pt x="55353" y="44921"/>
                  </a:lnTo>
                  <a:lnTo>
                    <a:pt x="51165" y="42379"/>
                  </a:lnTo>
                  <a:lnTo>
                    <a:pt x="48936" y="39354"/>
                  </a:lnTo>
                  <a:lnTo>
                    <a:pt x="49383" y="35779"/>
                  </a:lnTo>
                  <a:lnTo>
                    <a:pt x="47238" y="32899"/>
                  </a:lnTo>
                  <a:lnTo>
                    <a:pt x="44671" y="31127"/>
                  </a:lnTo>
                  <a:lnTo>
                    <a:pt x="42434" y="29580"/>
                  </a:lnTo>
                  <a:lnTo>
                    <a:pt x="39170" y="26944"/>
                  </a:lnTo>
                  <a:lnTo>
                    <a:pt x="37545" y="26393"/>
                  </a:lnTo>
                  <a:lnTo>
                    <a:pt x="33865" y="24757"/>
                  </a:lnTo>
                  <a:lnTo>
                    <a:pt x="33762" y="21682"/>
                  </a:lnTo>
                  <a:lnTo>
                    <a:pt x="46377" y="20327"/>
                  </a:lnTo>
                  <a:lnTo>
                    <a:pt x="47028" y="20248"/>
                  </a:lnTo>
                  <a:lnTo>
                    <a:pt x="59458" y="18719"/>
                  </a:lnTo>
                  <a:lnTo>
                    <a:pt x="77631" y="16666"/>
                  </a:lnTo>
                  <a:lnTo>
                    <a:pt x="83075" y="16062"/>
                  </a:lnTo>
                  <a:lnTo>
                    <a:pt x="104164" y="13667"/>
                  </a:lnTo>
                  <a:lnTo>
                    <a:pt x="109785" y="13027"/>
                  </a:lnTo>
                  <a:lnTo>
                    <a:pt x="111966" y="12777"/>
                  </a:lnTo>
                  <a:lnTo>
                    <a:pt x="130228" y="10645"/>
                  </a:lnTo>
                  <a:lnTo>
                    <a:pt x="131730" y="10466"/>
                  </a:lnTo>
                  <a:lnTo>
                    <a:pt x="137999" y="9685"/>
                  </a:lnTo>
                  <a:lnTo>
                    <a:pt x="148011" y="8419"/>
                  </a:lnTo>
                  <a:lnTo>
                    <a:pt x="152242" y="7879"/>
                  </a:lnTo>
                  <a:lnTo>
                    <a:pt x="164458" y="6052"/>
                  </a:lnTo>
                  <a:lnTo>
                    <a:pt x="166609" y="5735"/>
                  </a:lnTo>
                  <a:lnTo>
                    <a:pt x="176781" y="4227"/>
                  </a:lnTo>
                  <a:lnTo>
                    <a:pt x="182130" y="3425"/>
                  </a:lnTo>
                  <a:lnTo>
                    <a:pt x="183200" y="3283"/>
                  </a:lnTo>
                  <a:lnTo>
                    <a:pt x="207551" y="0"/>
                  </a:lnTo>
                  <a:lnTo>
                    <a:pt x="208242" y="5948"/>
                  </a:lnTo>
                  <a:lnTo>
                    <a:pt x="207892" y="11012"/>
                  </a:lnTo>
                  <a:lnTo>
                    <a:pt x="207770" y="16128"/>
                  </a:lnTo>
                  <a:lnTo>
                    <a:pt x="207901" y="16427"/>
                  </a:lnTo>
                  <a:lnTo>
                    <a:pt x="211025" y="23575"/>
                  </a:lnTo>
                  <a:lnTo>
                    <a:pt x="214200" y="27830"/>
                  </a:lnTo>
                  <a:lnTo>
                    <a:pt x="215592" y="29682"/>
                  </a:lnTo>
                  <a:lnTo>
                    <a:pt x="219345" y="33028"/>
                  </a:lnTo>
                  <a:lnTo>
                    <a:pt x="219844" y="33472"/>
                  </a:lnTo>
                  <a:lnTo>
                    <a:pt x="221233" y="37216"/>
                  </a:lnTo>
                  <a:lnTo>
                    <a:pt x="223785" y="43141"/>
                  </a:lnTo>
                  <a:lnTo>
                    <a:pt x="225520" y="47168"/>
                  </a:lnTo>
                  <a:lnTo>
                    <a:pt x="226046" y="47655"/>
                  </a:lnTo>
                  <a:lnTo>
                    <a:pt x="226377" y="47963"/>
                  </a:lnTo>
                  <a:lnTo>
                    <a:pt x="226408" y="48710"/>
                  </a:lnTo>
                  <a:lnTo>
                    <a:pt x="226405" y="49861"/>
                  </a:lnTo>
                  <a:lnTo>
                    <a:pt x="226924" y="51320"/>
                  </a:lnTo>
                  <a:lnTo>
                    <a:pt x="227141" y="51930"/>
                  </a:lnTo>
                  <a:lnTo>
                    <a:pt x="228560" y="54115"/>
                  </a:lnTo>
                  <a:lnTo>
                    <a:pt x="231117" y="58047"/>
                  </a:lnTo>
                  <a:lnTo>
                    <a:pt x="233177" y="59242"/>
                  </a:lnTo>
                  <a:lnTo>
                    <a:pt x="233678" y="60627"/>
                  </a:lnTo>
                  <a:lnTo>
                    <a:pt x="233883" y="61192"/>
                  </a:lnTo>
                  <a:lnTo>
                    <a:pt x="234082" y="62491"/>
                  </a:lnTo>
                  <a:lnTo>
                    <a:pt x="236223" y="77328"/>
                  </a:lnTo>
                  <a:lnTo>
                    <a:pt x="236923" y="82269"/>
                  </a:lnTo>
                  <a:lnTo>
                    <a:pt x="238950" y="96582"/>
                  </a:lnTo>
                  <a:lnTo>
                    <a:pt x="240571" y="107537"/>
                  </a:lnTo>
                  <a:lnTo>
                    <a:pt x="242303" y="119264"/>
                  </a:lnTo>
                  <a:lnTo>
                    <a:pt x="242483" y="120467"/>
                  </a:lnTo>
                  <a:lnTo>
                    <a:pt x="243909" y="129990"/>
                  </a:lnTo>
                  <a:lnTo>
                    <a:pt x="245831" y="143167"/>
                  </a:lnTo>
                  <a:lnTo>
                    <a:pt x="248265" y="159896"/>
                  </a:lnTo>
                  <a:lnTo>
                    <a:pt x="248763" y="163570"/>
                  </a:lnTo>
                  <a:lnTo>
                    <a:pt x="248924" y="164763"/>
                  </a:lnTo>
                  <a:lnTo>
                    <a:pt x="251468" y="183572"/>
                  </a:lnTo>
                  <a:lnTo>
                    <a:pt x="252644" y="192103"/>
                  </a:lnTo>
                  <a:lnTo>
                    <a:pt x="253664" y="199519"/>
                  </a:lnTo>
                  <a:lnTo>
                    <a:pt x="254204" y="203443"/>
                  </a:lnTo>
                  <a:lnTo>
                    <a:pt x="255738" y="214120"/>
                  </a:lnTo>
                  <a:lnTo>
                    <a:pt x="258333" y="232231"/>
                  </a:lnTo>
                  <a:lnTo>
                    <a:pt x="259042" y="237006"/>
                  </a:lnTo>
                  <a:lnTo>
                    <a:pt x="260641" y="247807"/>
                  </a:lnTo>
                  <a:lnTo>
                    <a:pt x="260736" y="248449"/>
                  </a:lnTo>
                  <a:lnTo>
                    <a:pt x="262181" y="258534"/>
                  </a:lnTo>
                  <a:lnTo>
                    <a:pt x="259286" y="259613"/>
                  </a:lnTo>
                  <a:lnTo>
                    <a:pt x="258200" y="262105"/>
                  </a:lnTo>
                  <a:lnTo>
                    <a:pt x="259195" y="266493"/>
                  </a:lnTo>
                  <a:lnTo>
                    <a:pt x="259416" y="267471"/>
                  </a:lnTo>
                  <a:lnTo>
                    <a:pt x="260900" y="270328"/>
                  </a:lnTo>
                  <a:lnTo>
                    <a:pt x="257360" y="274627"/>
                  </a:lnTo>
                  <a:lnTo>
                    <a:pt x="257598" y="275347"/>
                  </a:lnTo>
                  <a:lnTo>
                    <a:pt x="259090" y="279871"/>
                  </a:lnTo>
                  <a:lnTo>
                    <a:pt x="263004" y="283055"/>
                  </a:lnTo>
                  <a:lnTo>
                    <a:pt x="263242" y="287741"/>
                  </a:lnTo>
                  <a:lnTo>
                    <a:pt x="266781" y="289721"/>
                  </a:lnTo>
                  <a:lnTo>
                    <a:pt x="267661" y="295035"/>
                  </a:lnTo>
                  <a:lnTo>
                    <a:pt x="267612" y="295191"/>
                  </a:lnTo>
                  <a:lnTo>
                    <a:pt x="266770" y="297890"/>
                  </a:lnTo>
                  <a:lnTo>
                    <a:pt x="267823" y="299691"/>
                  </a:lnTo>
                  <a:lnTo>
                    <a:pt x="269004" y="301710"/>
                  </a:lnTo>
                  <a:lnTo>
                    <a:pt x="271282" y="307198"/>
                  </a:lnTo>
                  <a:lnTo>
                    <a:pt x="269222" y="314307"/>
                  </a:lnTo>
                  <a:lnTo>
                    <a:pt x="264852" y="318198"/>
                  </a:lnTo>
                  <a:lnTo>
                    <a:pt x="264308" y="322601"/>
                  </a:lnTo>
                  <a:lnTo>
                    <a:pt x="263878" y="324520"/>
                  </a:lnTo>
                  <a:lnTo>
                    <a:pt x="263374" y="326760"/>
                  </a:lnTo>
                  <a:lnTo>
                    <a:pt x="264139" y="329119"/>
                  </a:lnTo>
                  <a:lnTo>
                    <a:pt x="260633" y="332357"/>
                  </a:lnTo>
                  <a:lnTo>
                    <a:pt x="259397" y="336296"/>
                  </a:lnTo>
                  <a:lnTo>
                    <a:pt x="258937" y="337781"/>
                  </a:lnTo>
                  <a:lnTo>
                    <a:pt x="257616" y="342045"/>
                  </a:lnTo>
                  <a:lnTo>
                    <a:pt x="254971" y="347824"/>
                  </a:lnTo>
                  <a:lnTo>
                    <a:pt x="250437" y="351765"/>
                  </a:lnTo>
                  <a:lnTo>
                    <a:pt x="246861" y="354929"/>
                  </a:lnTo>
                  <a:lnTo>
                    <a:pt x="246861" y="355532"/>
                  </a:lnTo>
                  <a:lnTo>
                    <a:pt x="246862" y="358279"/>
                  </a:lnTo>
                  <a:lnTo>
                    <a:pt x="250528" y="361629"/>
                  </a:lnTo>
                  <a:lnTo>
                    <a:pt x="248852" y="366268"/>
                  </a:lnTo>
                  <a:lnTo>
                    <a:pt x="247621" y="370212"/>
                  </a:lnTo>
                  <a:lnTo>
                    <a:pt x="245154" y="372677"/>
                  </a:lnTo>
                  <a:lnTo>
                    <a:pt x="246880" y="378279"/>
                  </a:lnTo>
                  <a:lnTo>
                    <a:pt x="246057" y="384308"/>
                  </a:lnTo>
                  <a:lnTo>
                    <a:pt x="245120" y="386566"/>
                  </a:lnTo>
                  <a:lnTo>
                    <a:pt x="244722" y="387524"/>
                  </a:lnTo>
                  <a:lnTo>
                    <a:pt x="247930" y="391870"/>
                  </a:lnTo>
                  <a:lnTo>
                    <a:pt x="246494" y="396870"/>
                  </a:lnTo>
                  <a:lnTo>
                    <a:pt x="242231" y="401331"/>
                  </a:lnTo>
                  <a:lnTo>
                    <a:pt x="240885" y="405146"/>
                  </a:lnTo>
                  <a:lnTo>
                    <a:pt x="243571" y="411450"/>
                  </a:lnTo>
                  <a:lnTo>
                    <a:pt x="243649" y="411635"/>
                  </a:lnTo>
                  <a:lnTo>
                    <a:pt x="248039" y="414739"/>
                  </a:lnTo>
                  <a:lnTo>
                    <a:pt x="248706" y="416733"/>
                  </a:lnTo>
                  <a:lnTo>
                    <a:pt x="249147" y="418048"/>
                  </a:lnTo>
                  <a:lnTo>
                    <a:pt x="243145" y="420678"/>
                  </a:lnTo>
                  <a:lnTo>
                    <a:pt x="235103" y="423034"/>
                  </a:lnTo>
                  <a:lnTo>
                    <a:pt x="230563" y="427710"/>
                  </a:lnTo>
                  <a:lnTo>
                    <a:pt x="226589" y="426878"/>
                  </a:lnTo>
                  <a:lnTo>
                    <a:pt x="226420" y="426843"/>
                  </a:lnTo>
                  <a:lnTo>
                    <a:pt x="223536" y="429058"/>
                  </a:lnTo>
                  <a:lnTo>
                    <a:pt x="222797" y="434313"/>
                  </a:lnTo>
                  <a:lnTo>
                    <a:pt x="221487" y="438607"/>
                  </a:lnTo>
                  <a:lnTo>
                    <a:pt x="225074" y="444094"/>
                  </a:lnTo>
                  <a:lnTo>
                    <a:pt x="228928" y="449496"/>
                  </a:lnTo>
                  <a:lnTo>
                    <a:pt x="228165" y="453939"/>
                  </a:lnTo>
                  <a:lnTo>
                    <a:pt x="226402" y="456752"/>
                  </a:lnTo>
                  <a:lnTo>
                    <a:pt x="225896" y="456834"/>
                  </a:lnTo>
                  <a:lnTo>
                    <a:pt x="225455" y="456905"/>
                  </a:lnTo>
                  <a:lnTo>
                    <a:pt x="222743" y="457345"/>
                  </a:lnTo>
                  <a:lnTo>
                    <a:pt x="220613" y="456218"/>
                  </a:lnTo>
                  <a:lnTo>
                    <a:pt x="216976" y="454289"/>
                  </a:lnTo>
                  <a:lnTo>
                    <a:pt x="211217" y="452675"/>
                  </a:lnTo>
                  <a:lnTo>
                    <a:pt x="207167" y="452081"/>
                  </a:lnTo>
                  <a:lnTo>
                    <a:pt x="201312" y="449341"/>
                  </a:lnTo>
                  <a:lnTo>
                    <a:pt x="194867" y="447681"/>
                  </a:lnTo>
                  <a:lnTo>
                    <a:pt x="194484" y="447634"/>
                  </a:lnTo>
                  <a:lnTo>
                    <a:pt x="190056" y="448485"/>
                  </a:lnTo>
                  <a:lnTo>
                    <a:pt x="186643" y="451945"/>
                  </a:lnTo>
                  <a:lnTo>
                    <a:pt x="184411" y="456274"/>
                  </a:lnTo>
                  <a:lnTo>
                    <a:pt x="180507" y="462418"/>
                  </a:lnTo>
                  <a:lnTo>
                    <a:pt x="180626" y="462581"/>
                  </a:lnTo>
                  <a:lnTo>
                    <a:pt x="183669" y="466759"/>
                  </a:lnTo>
                  <a:lnTo>
                    <a:pt x="183762" y="469773"/>
                  </a:lnTo>
                  <a:lnTo>
                    <a:pt x="179562" y="469669"/>
                  </a:lnTo>
                  <a:lnTo>
                    <a:pt x="175155" y="468068"/>
                  </a:lnTo>
                  <a:lnTo>
                    <a:pt x="171670" y="467382"/>
                  </a:lnTo>
                  <a:lnTo>
                    <a:pt x="168132" y="466683"/>
                  </a:lnTo>
                  <a:lnTo>
                    <a:pt x="165898" y="461851"/>
                  </a:lnTo>
                  <a:lnTo>
                    <a:pt x="160303" y="455403"/>
                  </a:lnTo>
                  <a:lnTo>
                    <a:pt x="158713" y="450101"/>
                  </a:lnTo>
                  <a:lnTo>
                    <a:pt x="157821" y="449573"/>
                  </a:lnTo>
                  <a:lnTo>
                    <a:pt x="155359" y="448115"/>
                  </a:lnTo>
                  <a:lnTo>
                    <a:pt x="156388" y="444368"/>
                  </a:lnTo>
                  <a:lnTo>
                    <a:pt x="157663" y="443388"/>
                  </a:lnTo>
                  <a:lnTo>
                    <a:pt x="160507" y="441200"/>
                  </a:lnTo>
                  <a:lnTo>
                    <a:pt x="160152" y="436915"/>
                  </a:lnTo>
                  <a:lnTo>
                    <a:pt x="156588" y="432389"/>
                  </a:lnTo>
                  <a:lnTo>
                    <a:pt x="153254" y="427466"/>
                  </a:lnTo>
                  <a:lnTo>
                    <a:pt x="153669" y="424960"/>
                  </a:lnTo>
                  <a:lnTo>
                    <a:pt x="153827" y="424004"/>
                  </a:lnTo>
                  <a:lnTo>
                    <a:pt x="153971" y="423131"/>
                  </a:lnTo>
                  <a:lnTo>
                    <a:pt x="152709" y="419499"/>
                  </a:lnTo>
                  <a:lnTo>
                    <a:pt x="150999" y="413688"/>
                  </a:lnTo>
                  <a:lnTo>
                    <a:pt x="146177" y="412006"/>
                  </a:lnTo>
                  <a:lnTo>
                    <a:pt x="140789" y="409651"/>
                  </a:lnTo>
                  <a:lnTo>
                    <a:pt x="139169" y="406736"/>
                  </a:lnTo>
                  <a:lnTo>
                    <a:pt x="138385" y="405322"/>
                  </a:lnTo>
                  <a:lnTo>
                    <a:pt x="132383" y="402627"/>
                  </a:lnTo>
                  <a:lnTo>
                    <a:pt x="127390" y="399116"/>
                  </a:lnTo>
                  <a:lnTo>
                    <a:pt x="122972" y="402464"/>
                  </a:lnTo>
                  <a:lnTo>
                    <a:pt x="122232" y="401759"/>
                  </a:lnTo>
                  <a:lnTo>
                    <a:pt x="119167" y="398831"/>
                  </a:lnTo>
                  <a:lnTo>
                    <a:pt x="119988" y="394732"/>
                  </a:lnTo>
                  <a:lnTo>
                    <a:pt x="116452" y="394861"/>
                  </a:lnTo>
                  <a:lnTo>
                    <a:pt x="111272" y="391668"/>
                  </a:lnTo>
                  <a:lnTo>
                    <a:pt x="107996" y="389096"/>
                  </a:lnTo>
                  <a:lnTo>
                    <a:pt x="102557" y="386639"/>
                  </a:lnTo>
                  <a:lnTo>
                    <a:pt x="101523" y="386171"/>
                  </a:lnTo>
                  <a:lnTo>
                    <a:pt x="98989" y="383653"/>
                  </a:lnTo>
                  <a:lnTo>
                    <a:pt x="93946" y="379707"/>
                  </a:lnTo>
                  <a:lnTo>
                    <a:pt x="90732" y="375466"/>
                  </a:lnTo>
                  <a:lnTo>
                    <a:pt x="89383" y="368290"/>
                  </a:lnTo>
                  <a:lnTo>
                    <a:pt x="90377" y="363601"/>
                  </a:lnTo>
                  <a:lnTo>
                    <a:pt x="90910" y="362739"/>
                  </a:lnTo>
                  <a:lnTo>
                    <a:pt x="93793" y="358072"/>
                  </a:lnTo>
                  <a:lnTo>
                    <a:pt x="94405" y="353144"/>
                  </a:lnTo>
                  <a:lnTo>
                    <a:pt x="94866" y="351217"/>
                  </a:lnTo>
                  <a:lnTo>
                    <a:pt x="95127" y="350123"/>
                  </a:lnTo>
                  <a:lnTo>
                    <a:pt x="95415" y="348919"/>
                  </a:lnTo>
                  <a:lnTo>
                    <a:pt x="98984" y="342864"/>
                  </a:lnTo>
                  <a:lnTo>
                    <a:pt x="98740" y="338806"/>
                  </a:lnTo>
                  <a:lnTo>
                    <a:pt x="97585" y="336621"/>
                  </a:lnTo>
                  <a:lnTo>
                    <a:pt x="96274" y="333529"/>
                  </a:lnTo>
                  <a:lnTo>
                    <a:pt x="98662" y="329316"/>
                  </a:lnTo>
                  <a:lnTo>
                    <a:pt x="101508" y="326185"/>
                  </a:lnTo>
                  <a:lnTo>
                    <a:pt x="101384" y="322525"/>
                  </a:lnTo>
                  <a:lnTo>
                    <a:pt x="95961" y="319716"/>
                  </a:lnTo>
                  <a:lnTo>
                    <a:pt x="93238" y="318302"/>
                  </a:lnTo>
                  <a:lnTo>
                    <a:pt x="90175" y="317951"/>
                  </a:lnTo>
                  <a:lnTo>
                    <a:pt x="88699" y="317780"/>
                  </a:lnTo>
                  <a:lnTo>
                    <a:pt x="82083" y="315464"/>
                  </a:lnTo>
                  <a:lnTo>
                    <a:pt x="78504" y="315764"/>
                  </a:lnTo>
                  <a:lnTo>
                    <a:pt x="77413" y="315855"/>
                  </a:lnTo>
                  <a:lnTo>
                    <a:pt x="75786" y="320376"/>
                  </a:lnTo>
                  <a:lnTo>
                    <a:pt x="72544" y="324087"/>
                  </a:lnTo>
                  <a:lnTo>
                    <a:pt x="69937" y="324025"/>
                  </a:lnTo>
                  <a:lnTo>
                    <a:pt x="65527" y="320714"/>
                  </a:lnTo>
                  <a:lnTo>
                    <a:pt x="65119" y="319544"/>
                  </a:lnTo>
                  <a:lnTo>
                    <a:pt x="63723" y="315539"/>
                  </a:lnTo>
                  <a:lnTo>
                    <a:pt x="60698" y="309990"/>
                  </a:lnTo>
                  <a:lnTo>
                    <a:pt x="62387" y="305871"/>
                  </a:lnTo>
                  <a:lnTo>
                    <a:pt x="60211" y="301880"/>
                  </a:lnTo>
                  <a:lnTo>
                    <a:pt x="58572" y="295891"/>
                  </a:lnTo>
                  <a:lnTo>
                    <a:pt x="57860" y="293291"/>
                  </a:lnTo>
                  <a:lnTo>
                    <a:pt x="50025" y="287041"/>
                  </a:lnTo>
                  <a:lnTo>
                    <a:pt x="43389" y="282799"/>
                  </a:lnTo>
                  <a:lnTo>
                    <a:pt x="43240" y="282704"/>
                  </a:lnTo>
                  <a:lnTo>
                    <a:pt x="36346" y="279444"/>
                  </a:lnTo>
                  <a:lnTo>
                    <a:pt x="34278" y="275775"/>
                  </a:lnTo>
                  <a:lnTo>
                    <a:pt x="31590" y="272355"/>
                  </a:lnTo>
                  <a:lnTo>
                    <a:pt x="28451" y="272094"/>
                  </a:lnTo>
                  <a:lnTo>
                    <a:pt x="26394" y="268425"/>
                  </a:lnTo>
                  <a:lnTo>
                    <a:pt x="25787" y="267962"/>
                  </a:lnTo>
                  <a:lnTo>
                    <a:pt x="19240" y="262971"/>
                  </a:lnTo>
                  <a:lnTo>
                    <a:pt x="17171" y="261467"/>
                  </a:lnTo>
                  <a:lnTo>
                    <a:pt x="12844" y="258316"/>
                  </a:lnTo>
                  <a:lnTo>
                    <a:pt x="12799" y="255820"/>
                  </a:lnTo>
                  <a:lnTo>
                    <a:pt x="12754" y="253397"/>
                  </a:lnTo>
                  <a:lnTo>
                    <a:pt x="10155" y="250841"/>
                  </a:lnTo>
                  <a:lnTo>
                    <a:pt x="7512" y="249063"/>
                  </a:lnTo>
                  <a:lnTo>
                    <a:pt x="7452" y="243830"/>
                  </a:lnTo>
                  <a:lnTo>
                    <a:pt x="6613" y="240659"/>
                  </a:lnTo>
                  <a:lnTo>
                    <a:pt x="3016" y="234891"/>
                  </a:lnTo>
                  <a:lnTo>
                    <a:pt x="1666" y="230069"/>
                  </a:lnTo>
                  <a:lnTo>
                    <a:pt x="0" y="2224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38542" y="3293810"/>
              <a:ext cx="260793" cy="451499"/>
            </a:xfrm>
            <a:custGeom>
              <a:avLst/>
              <a:pathLst>
                <a:path w="260793" h="451499">
                  <a:moveTo>
                    <a:pt x="13725" y="443793"/>
                  </a:moveTo>
                  <a:lnTo>
                    <a:pt x="14890" y="440985"/>
                  </a:lnTo>
                  <a:lnTo>
                    <a:pt x="15913" y="433489"/>
                  </a:lnTo>
                  <a:lnTo>
                    <a:pt x="13767" y="426522"/>
                  </a:lnTo>
                  <a:lnTo>
                    <a:pt x="16835" y="423458"/>
                  </a:lnTo>
                  <a:lnTo>
                    <a:pt x="18365" y="418554"/>
                  </a:lnTo>
                  <a:lnTo>
                    <a:pt x="20450" y="412786"/>
                  </a:lnTo>
                  <a:lnTo>
                    <a:pt x="15891" y="408619"/>
                  </a:lnTo>
                  <a:lnTo>
                    <a:pt x="15890" y="405204"/>
                  </a:lnTo>
                  <a:lnTo>
                    <a:pt x="15890" y="404455"/>
                  </a:lnTo>
                  <a:lnTo>
                    <a:pt x="20336" y="400520"/>
                  </a:lnTo>
                  <a:lnTo>
                    <a:pt x="25974" y="395620"/>
                  </a:lnTo>
                  <a:lnTo>
                    <a:pt x="29263" y="388434"/>
                  </a:lnTo>
                  <a:lnTo>
                    <a:pt x="30905" y="383132"/>
                  </a:lnTo>
                  <a:lnTo>
                    <a:pt x="31477" y="381285"/>
                  </a:lnTo>
                  <a:lnTo>
                    <a:pt x="33015" y="376388"/>
                  </a:lnTo>
                  <a:lnTo>
                    <a:pt x="37374" y="372361"/>
                  </a:lnTo>
                  <a:lnTo>
                    <a:pt x="36423" y="369428"/>
                  </a:lnTo>
                  <a:lnTo>
                    <a:pt x="37049" y="366643"/>
                  </a:lnTo>
                  <a:lnTo>
                    <a:pt x="37584" y="364257"/>
                  </a:lnTo>
                  <a:lnTo>
                    <a:pt x="38261" y="358782"/>
                  </a:lnTo>
                  <a:lnTo>
                    <a:pt x="43694" y="353944"/>
                  </a:lnTo>
                  <a:lnTo>
                    <a:pt x="46256" y="345104"/>
                  </a:lnTo>
                  <a:lnTo>
                    <a:pt x="43422" y="338280"/>
                  </a:lnTo>
                  <a:lnTo>
                    <a:pt x="41954" y="335770"/>
                  </a:lnTo>
                  <a:lnTo>
                    <a:pt x="40645" y="333531"/>
                  </a:lnTo>
                  <a:lnTo>
                    <a:pt x="41692" y="330174"/>
                  </a:lnTo>
                  <a:lnTo>
                    <a:pt x="41752" y="329981"/>
                  </a:lnTo>
                  <a:lnTo>
                    <a:pt x="40659" y="323373"/>
                  </a:lnTo>
                  <a:lnTo>
                    <a:pt x="36258" y="320910"/>
                  </a:lnTo>
                  <a:lnTo>
                    <a:pt x="35962" y="315084"/>
                  </a:lnTo>
                  <a:lnTo>
                    <a:pt x="31096" y="311125"/>
                  </a:lnTo>
                  <a:lnTo>
                    <a:pt x="29240" y="305500"/>
                  </a:lnTo>
                  <a:lnTo>
                    <a:pt x="28945" y="304604"/>
                  </a:lnTo>
                  <a:lnTo>
                    <a:pt x="33346" y="299259"/>
                  </a:lnTo>
                  <a:lnTo>
                    <a:pt x="31501" y="295707"/>
                  </a:lnTo>
                  <a:lnTo>
                    <a:pt x="31226" y="294491"/>
                  </a:lnTo>
                  <a:lnTo>
                    <a:pt x="29989" y="289034"/>
                  </a:lnTo>
                  <a:lnTo>
                    <a:pt x="31340" y="285936"/>
                  </a:lnTo>
                  <a:lnTo>
                    <a:pt x="34940" y="284594"/>
                  </a:lnTo>
                  <a:lnTo>
                    <a:pt x="33142" y="272054"/>
                  </a:lnTo>
                  <a:lnTo>
                    <a:pt x="33024" y="271256"/>
                  </a:lnTo>
                  <a:lnTo>
                    <a:pt x="31035" y="257826"/>
                  </a:lnTo>
                  <a:lnTo>
                    <a:pt x="30155" y="251888"/>
                  </a:lnTo>
                  <a:lnTo>
                    <a:pt x="26927" y="229368"/>
                  </a:lnTo>
                  <a:lnTo>
                    <a:pt x="25020" y="216093"/>
                  </a:lnTo>
                  <a:lnTo>
                    <a:pt x="24349" y="211214"/>
                  </a:lnTo>
                  <a:lnTo>
                    <a:pt x="23080" y="201992"/>
                  </a:lnTo>
                  <a:lnTo>
                    <a:pt x="21619" y="191385"/>
                  </a:lnTo>
                  <a:lnTo>
                    <a:pt x="18455" y="167997"/>
                  </a:lnTo>
                  <a:lnTo>
                    <a:pt x="18254" y="166514"/>
                  </a:lnTo>
                  <a:lnTo>
                    <a:pt x="17635" y="161946"/>
                  </a:lnTo>
                  <a:lnTo>
                    <a:pt x="14609" y="141144"/>
                  </a:lnTo>
                  <a:lnTo>
                    <a:pt x="12219" y="124760"/>
                  </a:lnTo>
                  <a:lnTo>
                    <a:pt x="10446" y="112918"/>
                  </a:lnTo>
                  <a:lnTo>
                    <a:pt x="10222" y="111422"/>
                  </a:lnTo>
                  <a:lnTo>
                    <a:pt x="8069" y="96841"/>
                  </a:lnTo>
                  <a:lnTo>
                    <a:pt x="6051" y="83206"/>
                  </a:lnTo>
                  <a:lnTo>
                    <a:pt x="3533" y="65422"/>
                  </a:lnTo>
                  <a:lnTo>
                    <a:pt x="2662" y="59279"/>
                  </a:lnTo>
                  <a:lnTo>
                    <a:pt x="0" y="40830"/>
                  </a:lnTo>
                  <a:lnTo>
                    <a:pt x="4630" y="43865"/>
                  </a:lnTo>
                  <a:lnTo>
                    <a:pt x="8605" y="41629"/>
                  </a:lnTo>
                  <a:lnTo>
                    <a:pt x="13375" y="47083"/>
                  </a:lnTo>
                  <a:lnTo>
                    <a:pt x="21488" y="46786"/>
                  </a:lnTo>
                  <a:lnTo>
                    <a:pt x="24325" y="45437"/>
                  </a:lnTo>
                  <a:lnTo>
                    <a:pt x="31422" y="42052"/>
                  </a:lnTo>
                  <a:lnTo>
                    <a:pt x="38541" y="38343"/>
                  </a:lnTo>
                  <a:lnTo>
                    <a:pt x="45149" y="32859"/>
                  </a:lnTo>
                  <a:lnTo>
                    <a:pt x="46796" y="31489"/>
                  </a:lnTo>
                  <a:lnTo>
                    <a:pt x="52707" y="27009"/>
                  </a:lnTo>
                  <a:lnTo>
                    <a:pt x="62280" y="25486"/>
                  </a:lnTo>
                  <a:lnTo>
                    <a:pt x="66840" y="24754"/>
                  </a:lnTo>
                  <a:lnTo>
                    <a:pt x="75692" y="23298"/>
                  </a:lnTo>
                  <a:lnTo>
                    <a:pt x="77407" y="23015"/>
                  </a:lnTo>
                  <a:lnTo>
                    <a:pt x="98453" y="19420"/>
                  </a:lnTo>
                  <a:lnTo>
                    <a:pt x="110939" y="17321"/>
                  </a:lnTo>
                  <a:lnTo>
                    <a:pt x="131638" y="13782"/>
                  </a:lnTo>
                  <a:lnTo>
                    <a:pt x="141666" y="11991"/>
                  </a:lnTo>
                  <a:lnTo>
                    <a:pt x="169661" y="6903"/>
                  </a:lnTo>
                  <a:lnTo>
                    <a:pt x="174178" y="6070"/>
                  </a:lnTo>
                  <a:lnTo>
                    <a:pt x="176923" y="5564"/>
                  </a:lnTo>
                  <a:lnTo>
                    <a:pt x="205194" y="277"/>
                  </a:lnTo>
                  <a:lnTo>
                    <a:pt x="206657" y="0"/>
                  </a:lnTo>
                  <a:lnTo>
                    <a:pt x="207837" y="6597"/>
                  </a:lnTo>
                  <a:lnTo>
                    <a:pt x="211010" y="23645"/>
                  </a:lnTo>
                  <a:lnTo>
                    <a:pt x="212997" y="34339"/>
                  </a:lnTo>
                  <a:lnTo>
                    <a:pt x="213336" y="36163"/>
                  </a:lnTo>
                  <a:lnTo>
                    <a:pt x="215915" y="50283"/>
                  </a:lnTo>
                  <a:lnTo>
                    <a:pt x="216260" y="52171"/>
                  </a:lnTo>
                  <a:lnTo>
                    <a:pt x="218718" y="65652"/>
                  </a:lnTo>
                  <a:lnTo>
                    <a:pt x="221185" y="79225"/>
                  </a:lnTo>
                  <a:lnTo>
                    <a:pt x="222431" y="86092"/>
                  </a:lnTo>
                  <a:lnTo>
                    <a:pt x="226053" y="106079"/>
                  </a:lnTo>
                  <a:lnTo>
                    <a:pt x="228893" y="122119"/>
                  </a:lnTo>
                  <a:lnTo>
                    <a:pt x="230173" y="129361"/>
                  </a:lnTo>
                  <a:lnTo>
                    <a:pt x="232779" y="144712"/>
                  </a:lnTo>
                  <a:lnTo>
                    <a:pt x="233497" y="149112"/>
                  </a:lnTo>
                  <a:lnTo>
                    <a:pt x="235680" y="162509"/>
                  </a:lnTo>
                  <a:lnTo>
                    <a:pt x="236903" y="170032"/>
                  </a:lnTo>
                  <a:lnTo>
                    <a:pt x="238648" y="180558"/>
                  </a:lnTo>
                  <a:lnTo>
                    <a:pt x="240152" y="189643"/>
                  </a:lnTo>
                  <a:lnTo>
                    <a:pt x="243392" y="209259"/>
                  </a:lnTo>
                  <a:lnTo>
                    <a:pt x="246141" y="225617"/>
                  </a:lnTo>
                  <a:lnTo>
                    <a:pt x="246931" y="230329"/>
                  </a:lnTo>
                  <a:lnTo>
                    <a:pt x="249178" y="243740"/>
                  </a:lnTo>
                  <a:lnTo>
                    <a:pt x="250625" y="252668"/>
                  </a:lnTo>
                  <a:lnTo>
                    <a:pt x="251925" y="260700"/>
                  </a:lnTo>
                  <a:lnTo>
                    <a:pt x="254111" y="273221"/>
                  </a:lnTo>
                  <a:lnTo>
                    <a:pt x="251389" y="276629"/>
                  </a:lnTo>
                  <a:lnTo>
                    <a:pt x="248956" y="279811"/>
                  </a:lnTo>
                  <a:lnTo>
                    <a:pt x="250888" y="281698"/>
                  </a:lnTo>
                  <a:lnTo>
                    <a:pt x="253661" y="284405"/>
                  </a:lnTo>
                  <a:lnTo>
                    <a:pt x="255703" y="288216"/>
                  </a:lnTo>
                  <a:lnTo>
                    <a:pt x="252851" y="293108"/>
                  </a:lnTo>
                  <a:lnTo>
                    <a:pt x="254035" y="293585"/>
                  </a:lnTo>
                  <a:lnTo>
                    <a:pt x="257021" y="294787"/>
                  </a:lnTo>
                  <a:lnTo>
                    <a:pt x="260793" y="295682"/>
                  </a:lnTo>
                  <a:lnTo>
                    <a:pt x="260227" y="298228"/>
                  </a:lnTo>
                  <a:lnTo>
                    <a:pt x="260018" y="299170"/>
                  </a:lnTo>
                  <a:lnTo>
                    <a:pt x="260407" y="305959"/>
                  </a:lnTo>
                  <a:lnTo>
                    <a:pt x="256829" y="306184"/>
                  </a:lnTo>
                  <a:lnTo>
                    <a:pt x="248634" y="308990"/>
                  </a:lnTo>
                  <a:lnTo>
                    <a:pt x="244317" y="311852"/>
                  </a:lnTo>
                  <a:lnTo>
                    <a:pt x="240560" y="314338"/>
                  </a:lnTo>
                  <a:lnTo>
                    <a:pt x="235392" y="320172"/>
                  </a:lnTo>
                  <a:lnTo>
                    <a:pt x="232303" y="321561"/>
                  </a:lnTo>
                  <a:lnTo>
                    <a:pt x="230977" y="320758"/>
                  </a:lnTo>
                  <a:lnTo>
                    <a:pt x="227597" y="318712"/>
                  </a:lnTo>
                  <a:lnTo>
                    <a:pt x="224339" y="317318"/>
                  </a:lnTo>
                  <a:lnTo>
                    <a:pt x="219888" y="318791"/>
                  </a:lnTo>
                  <a:lnTo>
                    <a:pt x="219240" y="319005"/>
                  </a:lnTo>
                  <a:lnTo>
                    <a:pt x="214455" y="319639"/>
                  </a:lnTo>
                  <a:lnTo>
                    <a:pt x="210981" y="322653"/>
                  </a:lnTo>
                  <a:lnTo>
                    <a:pt x="212714" y="328073"/>
                  </a:lnTo>
                  <a:lnTo>
                    <a:pt x="213963" y="334318"/>
                  </a:lnTo>
                  <a:lnTo>
                    <a:pt x="214548" y="335486"/>
                  </a:lnTo>
                  <a:lnTo>
                    <a:pt x="216496" y="339372"/>
                  </a:lnTo>
                  <a:lnTo>
                    <a:pt x="215476" y="341930"/>
                  </a:lnTo>
                  <a:lnTo>
                    <a:pt x="212514" y="344558"/>
                  </a:lnTo>
                  <a:lnTo>
                    <a:pt x="211160" y="348593"/>
                  </a:lnTo>
                  <a:lnTo>
                    <a:pt x="204336" y="351676"/>
                  </a:lnTo>
                  <a:lnTo>
                    <a:pt x="202183" y="355592"/>
                  </a:lnTo>
                  <a:lnTo>
                    <a:pt x="201805" y="359755"/>
                  </a:lnTo>
                  <a:lnTo>
                    <a:pt x="201457" y="363573"/>
                  </a:lnTo>
                  <a:lnTo>
                    <a:pt x="199251" y="368982"/>
                  </a:lnTo>
                  <a:lnTo>
                    <a:pt x="194293" y="372766"/>
                  </a:lnTo>
                  <a:lnTo>
                    <a:pt x="190625" y="372334"/>
                  </a:lnTo>
                  <a:lnTo>
                    <a:pt x="188800" y="372119"/>
                  </a:lnTo>
                  <a:lnTo>
                    <a:pt x="187624" y="376893"/>
                  </a:lnTo>
                  <a:lnTo>
                    <a:pt x="184035" y="382939"/>
                  </a:lnTo>
                  <a:lnTo>
                    <a:pt x="184083" y="383835"/>
                  </a:lnTo>
                  <a:lnTo>
                    <a:pt x="184469" y="391053"/>
                  </a:lnTo>
                  <a:lnTo>
                    <a:pt x="184430" y="399776"/>
                  </a:lnTo>
                  <a:lnTo>
                    <a:pt x="182287" y="401596"/>
                  </a:lnTo>
                  <a:lnTo>
                    <a:pt x="180511" y="403103"/>
                  </a:lnTo>
                  <a:lnTo>
                    <a:pt x="178989" y="404667"/>
                  </a:lnTo>
                  <a:lnTo>
                    <a:pt x="176417" y="407308"/>
                  </a:lnTo>
                  <a:lnTo>
                    <a:pt x="170752" y="404191"/>
                  </a:lnTo>
                  <a:lnTo>
                    <a:pt x="161603" y="404362"/>
                  </a:lnTo>
                  <a:lnTo>
                    <a:pt x="154544" y="397442"/>
                  </a:lnTo>
                  <a:lnTo>
                    <a:pt x="150324" y="392975"/>
                  </a:lnTo>
                  <a:lnTo>
                    <a:pt x="145366" y="396205"/>
                  </a:lnTo>
                  <a:lnTo>
                    <a:pt x="142185" y="400732"/>
                  </a:lnTo>
                  <a:lnTo>
                    <a:pt x="139766" y="405413"/>
                  </a:lnTo>
                  <a:lnTo>
                    <a:pt x="138501" y="405890"/>
                  </a:lnTo>
                  <a:lnTo>
                    <a:pt x="135855" y="406888"/>
                  </a:lnTo>
                  <a:lnTo>
                    <a:pt x="136683" y="414157"/>
                  </a:lnTo>
                  <a:lnTo>
                    <a:pt x="138987" y="420681"/>
                  </a:lnTo>
                  <a:lnTo>
                    <a:pt x="131598" y="421478"/>
                  </a:lnTo>
                  <a:lnTo>
                    <a:pt x="131191" y="427236"/>
                  </a:lnTo>
                  <a:lnTo>
                    <a:pt x="128451" y="426407"/>
                  </a:lnTo>
                  <a:lnTo>
                    <a:pt x="127436" y="426100"/>
                  </a:lnTo>
                  <a:lnTo>
                    <a:pt x="121900" y="424537"/>
                  </a:lnTo>
                  <a:lnTo>
                    <a:pt x="116239" y="418704"/>
                  </a:lnTo>
                  <a:lnTo>
                    <a:pt x="113112" y="414916"/>
                  </a:lnTo>
                  <a:lnTo>
                    <a:pt x="112913" y="415063"/>
                  </a:lnTo>
                  <a:lnTo>
                    <a:pt x="108256" y="418476"/>
                  </a:lnTo>
                  <a:lnTo>
                    <a:pt x="104600" y="422836"/>
                  </a:lnTo>
                  <a:lnTo>
                    <a:pt x="100689" y="424431"/>
                  </a:lnTo>
                  <a:lnTo>
                    <a:pt x="98139" y="425470"/>
                  </a:lnTo>
                  <a:lnTo>
                    <a:pt x="96157" y="430488"/>
                  </a:lnTo>
                  <a:lnTo>
                    <a:pt x="95673" y="435584"/>
                  </a:lnTo>
                  <a:lnTo>
                    <a:pt x="92689" y="442361"/>
                  </a:lnTo>
                  <a:lnTo>
                    <a:pt x="89506" y="438678"/>
                  </a:lnTo>
                  <a:lnTo>
                    <a:pt x="85542" y="435697"/>
                  </a:lnTo>
                  <a:lnTo>
                    <a:pt x="79053" y="433966"/>
                  </a:lnTo>
                  <a:lnTo>
                    <a:pt x="77705" y="433320"/>
                  </a:lnTo>
                  <a:lnTo>
                    <a:pt x="74706" y="431883"/>
                  </a:lnTo>
                  <a:lnTo>
                    <a:pt x="72240" y="430700"/>
                  </a:lnTo>
                  <a:lnTo>
                    <a:pt x="64661" y="428010"/>
                  </a:lnTo>
                  <a:lnTo>
                    <a:pt x="62377" y="429508"/>
                  </a:lnTo>
                  <a:lnTo>
                    <a:pt x="59521" y="431378"/>
                  </a:lnTo>
                  <a:lnTo>
                    <a:pt x="54177" y="431638"/>
                  </a:lnTo>
                  <a:lnTo>
                    <a:pt x="49917" y="435084"/>
                  </a:lnTo>
                  <a:lnTo>
                    <a:pt x="49180" y="440133"/>
                  </a:lnTo>
                  <a:lnTo>
                    <a:pt x="44590" y="440397"/>
                  </a:lnTo>
                  <a:lnTo>
                    <a:pt x="41641" y="437979"/>
                  </a:lnTo>
                  <a:lnTo>
                    <a:pt x="40662" y="437175"/>
                  </a:lnTo>
                  <a:lnTo>
                    <a:pt x="34046" y="439931"/>
                  </a:lnTo>
                  <a:lnTo>
                    <a:pt x="28157" y="435974"/>
                  </a:lnTo>
                  <a:lnTo>
                    <a:pt x="24344" y="437913"/>
                  </a:lnTo>
                  <a:lnTo>
                    <a:pt x="24164" y="438813"/>
                  </a:lnTo>
                  <a:lnTo>
                    <a:pt x="23535" y="441951"/>
                  </a:lnTo>
                  <a:lnTo>
                    <a:pt x="27068" y="447003"/>
                  </a:lnTo>
                  <a:lnTo>
                    <a:pt x="24853" y="450281"/>
                  </a:lnTo>
                  <a:lnTo>
                    <a:pt x="22162" y="451499"/>
                  </a:lnTo>
                  <a:lnTo>
                    <a:pt x="17219" y="450388"/>
                  </a:lnTo>
                  <a:lnTo>
                    <a:pt x="13230" y="444983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833522" y="3620751"/>
              <a:ext cx="565499" cy="294769"/>
            </a:xfrm>
            <a:custGeom>
              <a:avLst/>
              <a:pathLst>
                <a:path w="565499" h="294769">
                  <a:moveTo>
                    <a:pt x="5901" y="7550"/>
                  </a:moveTo>
                  <a:lnTo>
                    <a:pt x="21924" y="7939"/>
                  </a:lnTo>
                  <a:lnTo>
                    <a:pt x="43077" y="8401"/>
                  </a:lnTo>
                  <a:lnTo>
                    <a:pt x="52656" y="8574"/>
                  </a:lnTo>
                  <a:lnTo>
                    <a:pt x="59004" y="8681"/>
                  </a:lnTo>
                  <a:lnTo>
                    <a:pt x="61197" y="8716"/>
                  </a:lnTo>
                  <a:lnTo>
                    <a:pt x="78251" y="8982"/>
                  </a:lnTo>
                  <a:lnTo>
                    <a:pt x="100256" y="9224"/>
                  </a:lnTo>
                  <a:lnTo>
                    <a:pt x="101717" y="9241"/>
                  </a:lnTo>
                  <a:lnTo>
                    <a:pt x="120826" y="9430"/>
                  </a:lnTo>
                  <a:lnTo>
                    <a:pt x="141514" y="9531"/>
                  </a:lnTo>
                  <a:lnTo>
                    <a:pt x="142667" y="9534"/>
                  </a:lnTo>
                  <a:lnTo>
                    <a:pt x="169266" y="9548"/>
                  </a:lnTo>
                  <a:lnTo>
                    <a:pt x="182781" y="9468"/>
                  </a:lnTo>
                  <a:lnTo>
                    <a:pt x="182994" y="9466"/>
                  </a:lnTo>
                  <a:lnTo>
                    <a:pt x="192011" y="9395"/>
                  </a:lnTo>
                  <a:lnTo>
                    <a:pt x="215562" y="9199"/>
                  </a:lnTo>
                  <a:lnTo>
                    <a:pt x="222390" y="9126"/>
                  </a:lnTo>
                  <a:lnTo>
                    <a:pt x="223746" y="9110"/>
                  </a:lnTo>
                  <a:lnTo>
                    <a:pt x="248608" y="8760"/>
                  </a:lnTo>
                  <a:lnTo>
                    <a:pt x="256827" y="8622"/>
                  </a:lnTo>
                  <a:lnTo>
                    <a:pt x="264803" y="8485"/>
                  </a:lnTo>
                  <a:lnTo>
                    <a:pt x="281620" y="8162"/>
                  </a:lnTo>
                  <a:lnTo>
                    <a:pt x="296067" y="7847"/>
                  </a:lnTo>
                  <a:lnTo>
                    <a:pt x="306590" y="7600"/>
                  </a:lnTo>
                  <a:lnTo>
                    <a:pt x="314640" y="7398"/>
                  </a:lnTo>
                  <a:lnTo>
                    <a:pt x="317875" y="7314"/>
                  </a:lnTo>
                  <a:lnTo>
                    <a:pt x="344236" y="6564"/>
                  </a:lnTo>
                  <a:lnTo>
                    <a:pt x="347639" y="6463"/>
                  </a:lnTo>
                  <a:lnTo>
                    <a:pt x="373902" y="5617"/>
                  </a:lnTo>
                  <a:lnTo>
                    <a:pt x="380667" y="5369"/>
                  </a:lnTo>
                  <a:lnTo>
                    <a:pt x="383773" y="5253"/>
                  </a:lnTo>
                  <a:lnTo>
                    <a:pt x="388736" y="5072"/>
                  </a:lnTo>
                  <a:lnTo>
                    <a:pt x="413226" y="4115"/>
                  </a:lnTo>
                  <a:lnTo>
                    <a:pt x="413680" y="4096"/>
                  </a:lnTo>
                  <a:lnTo>
                    <a:pt x="430052" y="3400"/>
                  </a:lnTo>
                  <a:lnTo>
                    <a:pt x="436236" y="3134"/>
                  </a:lnTo>
                  <a:lnTo>
                    <a:pt x="445731" y="2664"/>
                  </a:lnTo>
                  <a:lnTo>
                    <a:pt x="446709" y="2618"/>
                  </a:lnTo>
                  <a:lnTo>
                    <a:pt x="462931" y="1837"/>
                  </a:lnTo>
                  <a:lnTo>
                    <a:pt x="463189" y="1824"/>
                  </a:lnTo>
                  <a:lnTo>
                    <a:pt x="495593" y="127"/>
                  </a:lnTo>
                  <a:lnTo>
                    <a:pt x="497896" y="0"/>
                  </a:lnTo>
                  <a:lnTo>
                    <a:pt x="503812" y="5019"/>
                  </a:lnTo>
                  <a:lnTo>
                    <a:pt x="510534" y="9237"/>
                  </a:lnTo>
                  <a:lnTo>
                    <a:pt x="515159" y="12176"/>
                  </a:lnTo>
                  <a:lnTo>
                    <a:pt x="519547" y="8515"/>
                  </a:lnTo>
                  <a:lnTo>
                    <a:pt x="521391" y="8290"/>
                  </a:lnTo>
                  <a:lnTo>
                    <a:pt x="524432" y="7917"/>
                  </a:lnTo>
                  <a:lnTo>
                    <a:pt x="526249" y="10112"/>
                  </a:lnTo>
                  <a:lnTo>
                    <a:pt x="530161" y="14621"/>
                  </a:lnTo>
                  <a:lnTo>
                    <a:pt x="530253" y="15170"/>
                  </a:lnTo>
                  <a:lnTo>
                    <a:pt x="531011" y="19671"/>
                  </a:lnTo>
                  <a:lnTo>
                    <a:pt x="531930" y="21851"/>
                  </a:lnTo>
                  <a:lnTo>
                    <a:pt x="529225" y="24448"/>
                  </a:lnTo>
                  <a:lnTo>
                    <a:pt x="523982" y="24854"/>
                  </a:lnTo>
                  <a:lnTo>
                    <a:pt x="524167" y="28344"/>
                  </a:lnTo>
                  <a:lnTo>
                    <a:pt x="519508" y="31819"/>
                  </a:lnTo>
                  <a:lnTo>
                    <a:pt x="519238" y="35575"/>
                  </a:lnTo>
                  <a:lnTo>
                    <a:pt x="519110" y="37351"/>
                  </a:lnTo>
                  <a:lnTo>
                    <a:pt x="517045" y="39223"/>
                  </a:lnTo>
                  <a:lnTo>
                    <a:pt x="514464" y="41551"/>
                  </a:lnTo>
                  <a:lnTo>
                    <a:pt x="516198" y="43419"/>
                  </a:lnTo>
                  <a:lnTo>
                    <a:pt x="519457" y="46927"/>
                  </a:lnTo>
                  <a:lnTo>
                    <a:pt x="524719" y="51744"/>
                  </a:lnTo>
                  <a:lnTo>
                    <a:pt x="526026" y="53463"/>
                  </a:lnTo>
                  <a:lnTo>
                    <a:pt x="527549" y="55464"/>
                  </a:lnTo>
                  <a:lnTo>
                    <a:pt x="531829" y="55896"/>
                  </a:lnTo>
                  <a:lnTo>
                    <a:pt x="530806" y="62513"/>
                  </a:lnTo>
                  <a:lnTo>
                    <a:pt x="534835" y="67015"/>
                  </a:lnTo>
                  <a:lnTo>
                    <a:pt x="537328" y="69919"/>
                  </a:lnTo>
                  <a:lnTo>
                    <a:pt x="539444" y="73190"/>
                  </a:lnTo>
                  <a:lnTo>
                    <a:pt x="540036" y="73607"/>
                  </a:lnTo>
                  <a:lnTo>
                    <a:pt x="543901" y="76323"/>
                  </a:lnTo>
                  <a:lnTo>
                    <a:pt x="548361" y="74695"/>
                  </a:lnTo>
                  <a:lnTo>
                    <a:pt x="552679" y="77057"/>
                  </a:lnTo>
                  <a:lnTo>
                    <a:pt x="554307" y="77056"/>
                  </a:lnTo>
                  <a:lnTo>
                    <a:pt x="555047" y="77055"/>
                  </a:lnTo>
                  <a:lnTo>
                    <a:pt x="554153" y="81075"/>
                  </a:lnTo>
                  <a:lnTo>
                    <a:pt x="554278" y="83323"/>
                  </a:lnTo>
                  <a:lnTo>
                    <a:pt x="554520" y="87663"/>
                  </a:lnTo>
                  <a:lnTo>
                    <a:pt x="554849" y="93578"/>
                  </a:lnTo>
                  <a:lnTo>
                    <a:pt x="555585" y="106360"/>
                  </a:lnTo>
                  <a:lnTo>
                    <a:pt x="556167" y="116474"/>
                  </a:lnTo>
                  <a:lnTo>
                    <a:pt x="556180" y="116720"/>
                  </a:lnTo>
                  <a:lnTo>
                    <a:pt x="557438" y="141468"/>
                  </a:lnTo>
                  <a:lnTo>
                    <a:pt x="557958" y="149901"/>
                  </a:lnTo>
                  <a:lnTo>
                    <a:pt x="558839" y="164228"/>
                  </a:lnTo>
                  <a:lnTo>
                    <a:pt x="559763" y="181101"/>
                  </a:lnTo>
                  <a:lnTo>
                    <a:pt x="559882" y="183284"/>
                  </a:lnTo>
                  <a:lnTo>
                    <a:pt x="560137" y="187960"/>
                  </a:lnTo>
                  <a:lnTo>
                    <a:pt x="561627" y="216975"/>
                  </a:lnTo>
                  <a:lnTo>
                    <a:pt x="561680" y="217838"/>
                  </a:lnTo>
                  <a:lnTo>
                    <a:pt x="561794" y="219692"/>
                  </a:lnTo>
                  <a:lnTo>
                    <a:pt x="563200" y="242714"/>
                  </a:lnTo>
                  <a:lnTo>
                    <a:pt x="563453" y="247149"/>
                  </a:lnTo>
                  <a:lnTo>
                    <a:pt x="563593" y="249592"/>
                  </a:lnTo>
                  <a:lnTo>
                    <a:pt x="564558" y="266501"/>
                  </a:lnTo>
                  <a:lnTo>
                    <a:pt x="565161" y="276309"/>
                  </a:lnTo>
                  <a:lnTo>
                    <a:pt x="565499" y="281799"/>
                  </a:lnTo>
                  <a:lnTo>
                    <a:pt x="558291" y="282269"/>
                  </a:lnTo>
                  <a:lnTo>
                    <a:pt x="536804" y="283519"/>
                  </a:lnTo>
                  <a:lnTo>
                    <a:pt x="535867" y="283575"/>
                  </a:lnTo>
                  <a:lnTo>
                    <a:pt x="530857" y="283875"/>
                  </a:lnTo>
                  <a:lnTo>
                    <a:pt x="511913" y="284973"/>
                  </a:lnTo>
                  <a:lnTo>
                    <a:pt x="505434" y="285332"/>
                  </a:lnTo>
                  <a:lnTo>
                    <a:pt x="496710" y="285807"/>
                  </a:lnTo>
                  <a:lnTo>
                    <a:pt x="492815" y="286014"/>
                  </a:lnTo>
                  <a:lnTo>
                    <a:pt x="476596" y="286854"/>
                  </a:lnTo>
                  <a:lnTo>
                    <a:pt x="465838" y="287388"/>
                  </a:lnTo>
                  <a:lnTo>
                    <a:pt x="463087" y="287523"/>
                  </a:lnTo>
                  <a:lnTo>
                    <a:pt x="460306" y="287658"/>
                  </a:lnTo>
                  <a:lnTo>
                    <a:pt x="443808" y="288436"/>
                  </a:lnTo>
                  <a:lnTo>
                    <a:pt x="422287" y="289411"/>
                  </a:lnTo>
                  <a:lnTo>
                    <a:pt x="420361" y="289488"/>
                  </a:lnTo>
                  <a:lnTo>
                    <a:pt x="403285" y="290142"/>
                  </a:lnTo>
                  <a:lnTo>
                    <a:pt x="376569" y="291121"/>
                  </a:lnTo>
                  <a:lnTo>
                    <a:pt x="372984" y="291246"/>
                  </a:lnTo>
                  <a:lnTo>
                    <a:pt x="354918" y="291847"/>
                  </a:lnTo>
                  <a:lnTo>
                    <a:pt x="349020" y="292030"/>
                  </a:lnTo>
                  <a:lnTo>
                    <a:pt x="325683" y="292700"/>
                  </a:lnTo>
                  <a:lnTo>
                    <a:pt x="323122" y="292772"/>
                  </a:lnTo>
                  <a:lnTo>
                    <a:pt x="304607" y="293265"/>
                  </a:lnTo>
                  <a:lnTo>
                    <a:pt x="299530" y="293389"/>
                  </a:lnTo>
                  <a:lnTo>
                    <a:pt x="281611" y="293794"/>
                  </a:lnTo>
                  <a:lnTo>
                    <a:pt x="281084" y="293805"/>
                  </a:lnTo>
                  <a:lnTo>
                    <a:pt x="266560" y="294019"/>
                  </a:lnTo>
                  <a:lnTo>
                    <a:pt x="247715" y="294249"/>
                  </a:lnTo>
                  <a:lnTo>
                    <a:pt x="231836" y="294448"/>
                  </a:lnTo>
                  <a:lnTo>
                    <a:pt x="221994" y="294552"/>
                  </a:lnTo>
                  <a:lnTo>
                    <a:pt x="200840" y="294721"/>
                  </a:lnTo>
                  <a:lnTo>
                    <a:pt x="197091" y="294735"/>
                  </a:lnTo>
                  <a:lnTo>
                    <a:pt x="190619" y="294754"/>
                  </a:lnTo>
                  <a:lnTo>
                    <a:pt x="181737" y="294769"/>
                  </a:lnTo>
                  <a:lnTo>
                    <a:pt x="156011" y="294686"/>
                  </a:lnTo>
                  <a:lnTo>
                    <a:pt x="155449" y="294687"/>
                  </a:lnTo>
                  <a:lnTo>
                    <a:pt x="148826" y="294697"/>
                  </a:lnTo>
                  <a:lnTo>
                    <a:pt x="113523" y="294632"/>
                  </a:lnTo>
                  <a:lnTo>
                    <a:pt x="107377" y="294642"/>
                  </a:lnTo>
                  <a:lnTo>
                    <a:pt x="90433" y="294639"/>
                  </a:lnTo>
                  <a:lnTo>
                    <a:pt x="83586" y="294601"/>
                  </a:lnTo>
                  <a:lnTo>
                    <a:pt x="74366" y="294540"/>
                  </a:lnTo>
                  <a:lnTo>
                    <a:pt x="63312" y="294448"/>
                  </a:lnTo>
                  <a:lnTo>
                    <a:pt x="42441" y="294256"/>
                  </a:lnTo>
                  <a:lnTo>
                    <a:pt x="37111" y="294190"/>
                  </a:lnTo>
                  <a:lnTo>
                    <a:pt x="10653" y="293796"/>
                  </a:lnTo>
                  <a:lnTo>
                    <a:pt x="1069" y="293625"/>
                  </a:lnTo>
                  <a:lnTo>
                    <a:pt x="0" y="293605"/>
                  </a:lnTo>
                  <a:lnTo>
                    <a:pt x="114" y="289617"/>
                  </a:lnTo>
                  <a:lnTo>
                    <a:pt x="262" y="282831"/>
                  </a:lnTo>
                  <a:lnTo>
                    <a:pt x="589" y="268433"/>
                  </a:lnTo>
                  <a:lnTo>
                    <a:pt x="873" y="255989"/>
                  </a:lnTo>
                  <a:lnTo>
                    <a:pt x="1428" y="231760"/>
                  </a:lnTo>
                  <a:lnTo>
                    <a:pt x="1601" y="224199"/>
                  </a:lnTo>
                  <a:lnTo>
                    <a:pt x="1626" y="222805"/>
                  </a:lnTo>
                  <a:lnTo>
                    <a:pt x="2268" y="187225"/>
                  </a:lnTo>
                  <a:lnTo>
                    <a:pt x="2566" y="173029"/>
                  </a:lnTo>
                  <a:lnTo>
                    <a:pt x="2578" y="172426"/>
                  </a:lnTo>
                  <a:lnTo>
                    <a:pt x="2809" y="161434"/>
                  </a:lnTo>
                  <a:lnTo>
                    <a:pt x="3273" y="139505"/>
                  </a:lnTo>
                  <a:lnTo>
                    <a:pt x="3440" y="131673"/>
                  </a:lnTo>
                  <a:lnTo>
                    <a:pt x="4147" y="98455"/>
                  </a:lnTo>
                  <a:lnTo>
                    <a:pt x="4292" y="90268"/>
                  </a:lnTo>
                  <a:lnTo>
                    <a:pt x="4696" y="67396"/>
                  </a:lnTo>
                  <a:lnTo>
                    <a:pt x="5057" y="48905"/>
                  </a:lnTo>
                  <a:lnTo>
                    <a:pt x="5068" y="48347"/>
                  </a:lnTo>
                  <a:lnTo>
                    <a:pt x="5524" y="250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59420" y="3590471"/>
              <a:ext cx="613001" cy="339482"/>
            </a:xfrm>
            <a:custGeom>
              <a:avLst/>
              <a:pathLst>
                <a:path w="613001" h="339482">
                  <a:moveTo>
                    <a:pt x="1835" y="331526"/>
                  </a:moveTo>
                  <a:lnTo>
                    <a:pt x="7406" y="331702"/>
                  </a:lnTo>
                  <a:lnTo>
                    <a:pt x="13459" y="331350"/>
                  </a:lnTo>
                  <a:lnTo>
                    <a:pt x="15180" y="324768"/>
                  </a:lnTo>
                  <a:lnTo>
                    <a:pt x="19473" y="324044"/>
                  </a:lnTo>
                  <a:lnTo>
                    <a:pt x="19696" y="324006"/>
                  </a:lnTo>
                  <a:lnTo>
                    <a:pt x="24108" y="328359"/>
                  </a:lnTo>
                  <a:lnTo>
                    <a:pt x="28547" y="328671"/>
                  </a:lnTo>
                  <a:lnTo>
                    <a:pt x="30214" y="322479"/>
                  </a:lnTo>
                  <a:lnTo>
                    <a:pt x="31865" y="319539"/>
                  </a:lnTo>
                  <a:lnTo>
                    <a:pt x="32579" y="318266"/>
                  </a:lnTo>
                  <a:lnTo>
                    <a:pt x="28797" y="313002"/>
                  </a:lnTo>
                  <a:lnTo>
                    <a:pt x="32120" y="308391"/>
                  </a:lnTo>
                  <a:lnTo>
                    <a:pt x="31824" y="305209"/>
                  </a:lnTo>
                  <a:lnTo>
                    <a:pt x="31796" y="304911"/>
                  </a:lnTo>
                  <a:lnTo>
                    <a:pt x="31756" y="298754"/>
                  </a:lnTo>
                  <a:lnTo>
                    <a:pt x="33468" y="293776"/>
                  </a:lnTo>
                  <a:lnTo>
                    <a:pt x="34251" y="288058"/>
                  </a:lnTo>
                  <a:lnTo>
                    <a:pt x="34444" y="286642"/>
                  </a:lnTo>
                  <a:lnTo>
                    <a:pt x="31292" y="284483"/>
                  </a:lnTo>
                  <a:lnTo>
                    <a:pt x="31175" y="280689"/>
                  </a:lnTo>
                  <a:lnTo>
                    <a:pt x="27344" y="275431"/>
                  </a:lnTo>
                  <a:lnTo>
                    <a:pt x="27195" y="275226"/>
                  </a:lnTo>
                  <a:lnTo>
                    <a:pt x="32109" y="267492"/>
                  </a:lnTo>
                  <a:lnTo>
                    <a:pt x="34918" y="262044"/>
                  </a:lnTo>
                  <a:lnTo>
                    <a:pt x="39213" y="257690"/>
                  </a:lnTo>
                  <a:lnTo>
                    <a:pt x="44787" y="256619"/>
                  </a:lnTo>
                  <a:lnTo>
                    <a:pt x="44933" y="256591"/>
                  </a:lnTo>
                  <a:lnTo>
                    <a:pt x="45269" y="256677"/>
                  </a:lnTo>
                  <a:lnTo>
                    <a:pt x="53382" y="258767"/>
                  </a:lnTo>
                  <a:lnTo>
                    <a:pt x="60751" y="262215"/>
                  </a:lnTo>
                  <a:lnTo>
                    <a:pt x="65848" y="262964"/>
                  </a:lnTo>
                  <a:lnTo>
                    <a:pt x="73097" y="264995"/>
                  </a:lnTo>
                  <a:lnTo>
                    <a:pt x="77674" y="267422"/>
                  </a:lnTo>
                  <a:lnTo>
                    <a:pt x="80355" y="268841"/>
                  </a:lnTo>
                  <a:lnTo>
                    <a:pt x="83768" y="268288"/>
                  </a:lnTo>
                  <a:lnTo>
                    <a:pt x="84323" y="268198"/>
                  </a:lnTo>
                  <a:lnTo>
                    <a:pt x="84961" y="268094"/>
                  </a:lnTo>
                  <a:lnTo>
                    <a:pt x="87179" y="264554"/>
                  </a:lnTo>
                  <a:lnTo>
                    <a:pt x="88140" y="258962"/>
                  </a:lnTo>
                  <a:lnTo>
                    <a:pt x="83289" y="252162"/>
                  </a:lnTo>
                  <a:lnTo>
                    <a:pt x="78774" y="245256"/>
                  </a:lnTo>
                  <a:lnTo>
                    <a:pt x="80423" y="239852"/>
                  </a:lnTo>
                  <a:lnTo>
                    <a:pt x="81353" y="233237"/>
                  </a:lnTo>
                  <a:lnTo>
                    <a:pt x="84983" y="230450"/>
                  </a:lnTo>
                  <a:lnTo>
                    <a:pt x="85196" y="230494"/>
                  </a:lnTo>
                  <a:lnTo>
                    <a:pt x="90202" y="231542"/>
                  </a:lnTo>
                  <a:lnTo>
                    <a:pt x="95912" y="225656"/>
                  </a:lnTo>
                  <a:lnTo>
                    <a:pt x="106034" y="222690"/>
                  </a:lnTo>
                  <a:lnTo>
                    <a:pt x="113588" y="219380"/>
                  </a:lnTo>
                  <a:lnTo>
                    <a:pt x="113033" y="217724"/>
                  </a:lnTo>
                  <a:lnTo>
                    <a:pt x="112193" y="215215"/>
                  </a:lnTo>
                  <a:lnTo>
                    <a:pt x="106669" y="211308"/>
                  </a:lnTo>
                  <a:lnTo>
                    <a:pt x="106570" y="211075"/>
                  </a:lnTo>
                  <a:lnTo>
                    <a:pt x="103190" y="203141"/>
                  </a:lnTo>
                  <a:lnTo>
                    <a:pt x="104883" y="198339"/>
                  </a:lnTo>
                  <a:lnTo>
                    <a:pt x="110250" y="192724"/>
                  </a:lnTo>
                  <a:lnTo>
                    <a:pt x="112056" y="186432"/>
                  </a:lnTo>
                  <a:lnTo>
                    <a:pt x="117060" y="187556"/>
                  </a:lnTo>
                  <a:lnTo>
                    <a:pt x="119783" y="186323"/>
                  </a:lnTo>
                  <a:lnTo>
                    <a:pt x="122026" y="183006"/>
                  </a:lnTo>
                  <a:lnTo>
                    <a:pt x="118450" y="177892"/>
                  </a:lnTo>
                  <a:lnTo>
                    <a:pt x="119087" y="174715"/>
                  </a:lnTo>
                  <a:lnTo>
                    <a:pt x="119269" y="173804"/>
                  </a:lnTo>
                  <a:lnTo>
                    <a:pt x="123128" y="171842"/>
                  </a:lnTo>
                  <a:lnTo>
                    <a:pt x="129090" y="175847"/>
                  </a:lnTo>
                  <a:lnTo>
                    <a:pt x="135786" y="173058"/>
                  </a:lnTo>
                  <a:lnTo>
                    <a:pt x="136778" y="173871"/>
                  </a:lnTo>
                  <a:lnTo>
                    <a:pt x="139763" y="176319"/>
                  </a:lnTo>
                  <a:lnTo>
                    <a:pt x="144409" y="176051"/>
                  </a:lnTo>
                  <a:lnTo>
                    <a:pt x="145155" y="170940"/>
                  </a:lnTo>
                  <a:lnTo>
                    <a:pt x="149466" y="167453"/>
                  </a:lnTo>
                  <a:lnTo>
                    <a:pt x="154876" y="167190"/>
                  </a:lnTo>
                  <a:lnTo>
                    <a:pt x="157767" y="165296"/>
                  </a:lnTo>
                  <a:lnTo>
                    <a:pt x="160079" y="163780"/>
                  </a:lnTo>
                  <a:lnTo>
                    <a:pt x="167751" y="166503"/>
                  </a:lnTo>
                  <a:lnTo>
                    <a:pt x="170247" y="167701"/>
                  </a:lnTo>
                  <a:lnTo>
                    <a:pt x="173282" y="169155"/>
                  </a:lnTo>
                  <a:lnTo>
                    <a:pt x="174647" y="169809"/>
                  </a:lnTo>
                  <a:lnTo>
                    <a:pt x="181215" y="171562"/>
                  </a:lnTo>
                  <a:lnTo>
                    <a:pt x="185228" y="174579"/>
                  </a:lnTo>
                  <a:lnTo>
                    <a:pt x="188449" y="178307"/>
                  </a:lnTo>
                  <a:lnTo>
                    <a:pt x="191470" y="171447"/>
                  </a:lnTo>
                  <a:lnTo>
                    <a:pt x="191961" y="166289"/>
                  </a:lnTo>
                  <a:lnTo>
                    <a:pt x="193967" y="161208"/>
                  </a:lnTo>
                  <a:lnTo>
                    <a:pt x="196547" y="160158"/>
                  </a:lnTo>
                  <a:lnTo>
                    <a:pt x="200506" y="158543"/>
                  </a:lnTo>
                  <a:lnTo>
                    <a:pt x="204208" y="154129"/>
                  </a:lnTo>
                  <a:lnTo>
                    <a:pt x="208921" y="150674"/>
                  </a:lnTo>
                  <a:lnTo>
                    <a:pt x="209123" y="150526"/>
                  </a:lnTo>
                  <a:lnTo>
                    <a:pt x="212288" y="154360"/>
                  </a:lnTo>
                  <a:lnTo>
                    <a:pt x="218018" y="160265"/>
                  </a:lnTo>
                  <a:lnTo>
                    <a:pt x="223622" y="161847"/>
                  </a:lnTo>
                  <a:lnTo>
                    <a:pt x="224649" y="162158"/>
                  </a:lnTo>
                  <a:lnTo>
                    <a:pt x="227423" y="162996"/>
                  </a:lnTo>
                  <a:lnTo>
                    <a:pt x="227835" y="157169"/>
                  </a:lnTo>
                  <a:lnTo>
                    <a:pt x="235314" y="156362"/>
                  </a:lnTo>
                  <a:lnTo>
                    <a:pt x="232983" y="149757"/>
                  </a:lnTo>
                  <a:lnTo>
                    <a:pt x="232144" y="142400"/>
                  </a:lnTo>
                  <a:lnTo>
                    <a:pt x="234823" y="141390"/>
                  </a:lnTo>
                  <a:lnTo>
                    <a:pt x="236103" y="140907"/>
                  </a:lnTo>
                  <a:lnTo>
                    <a:pt x="238584" y="136121"/>
                  </a:lnTo>
                  <a:lnTo>
                    <a:pt x="241771" y="131586"/>
                  </a:lnTo>
                  <a:lnTo>
                    <a:pt x="246790" y="128316"/>
                  </a:lnTo>
                  <a:lnTo>
                    <a:pt x="251061" y="132838"/>
                  </a:lnTo>
                  <a:lnTo>
                    <a:pt x="258207" y="139843"/>
                  </a:lnTo>
                  <a:lnTo>
                    <a:pt x="267468" y="139670"/>
                  </a:lnTo>
                  <a:lnTo>
                    <a:pt x="273202" y="142825"/>
                  </a:lnTo>
                  <a:lnTo>
                    <a:pt x="275806" y="140151"/>
                  </a:lnTo>
                  <a:lnTo>
                    <a:pt x="277346" y="138568"/>
                  </a:lnTo>
                  <a:lnTo>
                    <a:pt x="279144" y="137043"/>
                  </a:lnTo>
                  <a:lnTo>
                    <a:pt x="281314" y="135201"/>
                  </a:lnTo>
                  <a:lnTo>
                    <a:pt x="281353" y="126371"/>
                  </a:lnTo>
                  <a:lnTo>
                    <a:pt x="280962" y="119065"/>
                  </a:lnTo>
                  <a:lnTo>
                    <a:pt x="280914" y="118157"/>
                  </a:lnTo>
                  <a:lnTo>
                    <a:pt x="284547" y="112038"/>
                  </a:lnTo>
                  <a:lnTo>
                    <a:pt x="285737" y="107205"/>
                  </a:lnTo>
                  <a:lnTo>
                    <a:pt x="287584" y="107423"/>
                  </a:lnTo>
                  <a:lnTo>
                    <a:pt x="291297" y="107860"/>
                  </a:lnTo>
                  <a:lnTo>
                    <a:pt x="296316" y="104030"/>
                  </a:lnTo>
                  <a:lnTo>
                    <a:pt x="298549" y="98555"/>
                  </a:lnTo>
                  <a:lnTo>
                    <a:pt x="298901" y="94690"/>
                  </a:lnTo>
                  <a:lnTo>
                    <a:pt x="299284" y="90475"/>
                  </a:lnTo>
                  <a:lnTo>
                    <a:pt x="301463" y="86512"/>
                  </a:lnTo>
                  <a:lnTo>
                    <a:pt x="308370" y="83392"/>
                  </a:lnTo>
                  <a:lnTo>
                    <a:pt x="309741" y="79307"/>
                  </a:lnTo>
                  <a:lnTo>
                    <a:pt x="312748" y="76624"/>
                  </a:lnTo>
                  <a:lnTo>
                    <a:pt x="313772" y="74058"/>
                  </a:lnTo>
                  <a:lnTo>
                    <a:pt x="311800" y="70124"/>
                  </a:lnTo>
                  <a:lnTo>
                    <a:pt x="311207" y="68941"/>
                  </a:lnTo>
                  <a:lnTo>
                    <a:pt x="309943" y="62620"/>
                  </a:lnTo>
                  <a:lnTo>
                    <a:pt x="308190" y="57134"/>
                  </a:lnTo>
                  <a:lnTo>
                    <a:pt x="311706" y="54083"/>
                  </a:lnTo>
                  <a:lnTo>
                    <a:pt x="316550" y="53441"/>
                  </a:lnTo>
                  <a:lnTo>
                    <a:pt x="317205" y="53225"/>
                  </a:lnTo>
                  <a:lnTo>
                    <a:pt x="321711" y="51734"/>
                  </a:lnTo>
                  <a:lnTo>
                    <a:pt x="325009" y="53145"/>
                  </a:lnTo>
                  <a:lnTo>
                    <a:pt x="328430" y="55216"/>
                  </a:lnTo>
                  <a:lnTo>
                    <a:pt x="329773" y="56028"/>
                  </a:lnTo>
                  <a:lnTo>
                    <a:pt x="332899" y="54623"/>
                  </a:lnTo>
                  <a:lnTo>
                    <a:pt x="338131" y="48717"/>
                  </a:lnTo>
                  <a:lnTo>
                    <a:pt x="341933" y="46201"/>
                  </a:lnTo>
                  <a:lnTo>
                    <a:pt x="346303" y="43304"/>
                  </a:lnTo>
                  <a:lnTo>
                    <a:pt x="354598" y="40464"/>
                  </a:lnTo>
                  <a:lnTo>
                    <a:pt x="358220" y="40236"/>
                  </a:lnTo>
                  <a:lnTo>
                    <a:pt x="357826" y="33364"/>
                  </a:lnTo>
                  <a:lnTo>
                    <a:pt x="358038" y="32411"/>
                  </a:lnTo>
                  <a:lnTo>
                    <a:pt x="358610" y="29833"/>
                  </a:lnTo>
                  <a:lnTo>
                    <a:pt x="354793" y="28927"/>
                  </a:lnTo>
                  <a:lnTo>
                    <a:pt x="351770" y="27710"/>
                  </a:lnTo>
                  <a:lnTo>
                    <a:pt x="350571" y="27227"/>
                  </a:lnTo>
                  <a:lnTo>
                    <a:pt x="353458" y="22275"/>
                  </a:lnTo>
                  <a:lnTo>
                    <a:pt x="351392" y="18418"/>
                  </a:lnTo>
                  <a:lnTo>
                    <a:pt x="348584" y="15678"/>
                  </a:lnTo>
                  <a:lnTo>
                    <a:pt x="346629" y="13768"/>
                  </a:lnTo>
                  <a:lnTo>
                    <a:pt x="349091" y="10547"/>
                  </a:lnTo>
                  <a:lnTo>
                    <a:pt x="351847" y="7097"/>
                  </a:lnTo>
                  <a:lnTo>
                    <a:pt x="356649" y="1700"/>
                  </a:lnTo>
                  <a:lnTo>
                    <a:pt x="359859" y="2680"/>
                  </a:lnTo>
                  <a:lnTo>
                    <a:pt x="360065" y="2854"/>
                  </a:lnTo>
                  <a:lnTo>
                    <a:pt x="363438" y="5707"/>
                  </a:lnTo>
                  <a:lnTo>
                    <a:pt x="368230" y="6948"/>
                  </a:lnTo>
                  <a:lnTo>
                    <a:pt x="369456" y="7265"/>
                  </a:lnTo>
                  <a:lnTo>
                    <a:pt x="373550" y="3682"/>
                  </a:lnTo>
                  <a:lnTo>
                    <a:pt x="377058" y="2758"/>
                  </a:lnTo>
                  <a:lnTo>
                    <a:pt x="378069" y="2491"/>
                  </a:lnTo>
                  <a:lnTo>
                    <a:pt x="378829" y="808"/>
                  </a:lnTo>
                  <a:lnTo>
                    <a:pt x="380250" y="0"/>
                  </a:lnTo>
                  <a:lnTo>
                    <a:pt x="381732" y="502"/>
                  </a:lnTo>
                  <a:lnTo>
                    <a:pt x="383285" y="3488"/>
                  </a:lnTo>
                  <a:lnTo>
                    <a:pt x="386550" y="6909"/>
                  </a:lnTo>
                  <a:lnTo>
                    <a:pt x="392869" y="7732"/>
                  </a:lnTo>
                  <a:lnTo>
                    <a:pt x="393425" y="8365"/>
                  </a:lnTo>
                  <a:lnTo>
                    <a:pt x="395925" y="11209"/>
                  </a:lnTo>
                  <a:lnTo>
                    <a:pt x="397290" y="14595"/>
                  </a:lnTo>
                  <a:lnTo>
                    <a:pt x="403203" y="21559"/>
                  </a:lnTo>
                  <a:lnTo>
                    <a:pt x="403298" y="22163"/>
                  </a:lnTo>
                  <a:lnTo>
                    <a:pt x="403823" y="25510"/>
                  </a:lnTo>
                  <a:lnTo>
                    <a:pt x="404637" y="26742"/>
                  </a:lnTo>
                  <a:lnTo>
                    <a:pt x="406154" y="29038"/>
                  </a:lnTo>
                  <a:lnTo>
                    <a:pt x="412718" y="29511"/>
                  </a:lnTo>
                  <a:lnTo>
                    <a:pt x="419771" y="30084"/>
                  </a:lnTo>
                  <a:lnTo>
                    <a:pt x="425327" y="27304"/>
                  </a:lnTo>
                  <a:lnTo>
                    <a:pt x="429615" y="27809"/>
                  </a:lnTo>
                  <a:lnTo>
                    <a:pt x="431690" y="28186"/>
                  </a:lnTo>
                  <a:lnTo>
                    <a:pt x="436198" y="29003"/>
                  </a:lnTo>
                  <a:lnTo>
                    <a:pt x="438332" y="32397"/>
                  </a:lnTo>
                  <a:lnTo>
                    <a:pt x="442778" y="33710"/>
                  </a:lnTo>
                  <a:lnTo>
                    <a:pt x="444423" y="37423"/>
                  </a:lnTo>
                  <a:lnTo>
                    <a:pt x="450148" y="38449"/>
                  </a:lnTo>
                  <a:lnTo>
                    <a:pt x="452426" y="38856"/>
                  </a:lnTo>
                  <a:lnTo>
                    <a:pt x="454815" y="37106"/>
                  </a:lnTo>
                  <a:lnTo>
                    <a:pt x="455106" y="36892"/>
                  </a:lnTo>
                  <a:lnTo>
                    <a:pt x="455697" y="32880"/>
                  </a:lnTo>
                  <a:lnTo>
                    <a:pt x="462778" y="29004"/>
                  </a:lnTo>
                  <a:lnTo>
                    <a:pt x="470891" y="30892"/>
                  </a:lnTo>
                  <a:lnTo>
                    <a:pt x="476200" y="30663"/>
                  </a:lnTo>
                  <a:lnTo>
                    <a:pt x="481450" y="33772"/>
                  </a:lnTo>
                  <a:lnTo>
                    <a:pt x="484652" y="35649"/>
                  </a:lnTo>
                  <a:lnTo>
                    <a:pt x="486165" y="33839"/>
                  </a:lnTo>
                  <a:lnTo>
                    <a:pt x="487848" y="31825"/>
                  </a:lnTo>
                  <a:lnTo>
                    <a:pt x="493390" y="31583"/>
                  </a:lnTo>
                  <a:lnTo>
                    <a:pt x="496500" y="28782"/>
                  </a:lnTo>
                  <a:lnTo>
                    <a:pt x="497203" y="25240"/>
                  </a:lnTo>
                  <a:lnTo>
                    <a:pt x="502088" y="20268"/>
                  </a:lnTo>
                  <a:lnTo>
                    <a:pt x="502879" y="19180"/>
                  </a:lnTo>
                  <a:lnTo>
                    <a:pt x="504098" y="17501"/>
                  </a:lnTo>
                  <a:lnTo>
                    <a:pt x="509338" y="14976"/>
                  </a:lnTo>
                  <a:lnTo>
                    <a:pt x="513403" y="12740"/>
                  </a:lnTo>
                  <a:lnTo>
                    <a:pt x="515614" y="16349"/>
                  </a:lnTo>
                  <a:lnTo>
                    <a:pt x="516561" y="20494"/>
                  </a:lnTo>
                  <a:lnTo>
                    <a:pt x="519531" y="27848"/>
                  </a:lnTo>
                  <a:lnTo>
                    <a:pt x="523378" y="30491"/>
                  </a:lnTo>
                  <a:lnTo>
                    <a:pt x="524484" y="31251"/>
                  </a:lnTo>
                  <a:lnTo>
                    <a:pt x="530646" y="30549"/>
                  </a:lnTo>
                  <a:lnTo>
                    <a:pt x="535457" y="34077"/>
                  </a:lnTo>
                  <a:lnTo>
                    <a:pt x="536550" y="34686"/>
                  </a:lnTo>
                  <a:lnTo>
                    <a:pt x="540850" y="37081"/>
                  </a:lnTo>
                  <a:lnTo>
                    <a:pt x="543983" y="42389"/>
                  </a:lnTo>
                  <a:lnTo>
                    <a:pt x="545220" y="50441"/>
                  </a:lnTo>
                  <a:lnTo>
                    <a:pt x="547923" y="53013"/>
                  </a:lnTo>
                  <a:lnTo>
                    <a:pt x="548506" y="60153"/>
                  </a:lnTo>
                  <a:lnTo>
                    <a:pt x="548438" y="61041"/>
                  </a:lnTo>
                  <a:lnTo>
                    <a:pt x="548106" y="65384"/>
                  </a:lnTo>
                  <a:lnTo>
                    <a:pt x="547256" y="72719"/>
                  </a:lnTo>
                  <a:lnTo>
                    <a:pt x="554936" y="78838"/>
                  </a:lnTo>
                  <a:lnTo>
                    <a:pt x="563542" y="86314"/>
                  </a:lnTo>
                  <a:lnTo>
                    <a:pt x="563162" y="90537"/>
                  </a:lnTo>
                  <a:lnTo>
                    <a:pt x="562947" y="92917"/>
                  </a:lnTo>
                  <a:lnTo>
                    <a:pt x="569448" y="96342"/>
                  </a:lnTo>
                  <a:lnTo>
                    <a:pt x="571694" y="99029"/>
                  </a:lnTo>
                  <a:lnTo>
                    <a:pt x="574859" y="102813"/>
                  </a:lnTo>
                  <a:lnTo>
                    <a:pt x="579135" y="106162"/>
                  </a:lnTo>
                  <a:lnTo>
                    <a:pt x="580015" y="107731"/>
                  </a:lnTo>
                  <a:lnTo>
                    <a:pt x="583249" y="113498"/>
                  </a:lnTo>
                  <a:lnTo>
                    <a:pt x="589625" y="115691"/>
                  </a:lnTo>
                  <a:lnTo>
                    <a:pt x="597706" y="120195"/>
                  </a:lnTo>
                  <a:lnTo>
                    <a:pt x="605040" y="124069"/>
                  </a:lnTo>
                  <a:lnTo>
                    <a:pt x="613001" y="123042"/>
                  </a:lnTo>
                  <a:lnTo>
                    <a:pt x="597383" y="144077"/>
                  </a:lnTo>
                  <a:lnTo>
                    <a:pt x="590142" y="153765"/>
                  </a:lnTo>
                  <a:lnTo>
                    <a:pt x="589815" y="154243"/>
                  </a:lnTo>
                  <a:lnTo>
                    <a:pt x="587105" y="158189"/>
                  </a:lnTo>
                  <a:lnTo>
                    <a:pt x="579867" y="162050"/>
                  </a:lnTo>
                  <a:lnTo>
                    <a:pt x="572180" y="168282"/>
                  </a:lnTo>
                  <a:lnTo>
                    <a:pt x="571846" y="168553"/>
                  </a:lnTo>
                  <a:lnTo>
                    <a:pt x="571340" y="169061"/>
                  </a:lnTo>
                  <a:lnTo>
                    <a:pt x="559836" y="180576"/>
                  </a:lnTo>
                  <a:lnTo>
                    <a:pt x="561248" y="186099"/>
                  </a:lnTo>
                  <a:lnTo>
                    <a:pt x="559588" y="190102"/>
                  </a:lnTo>
                  <a:lnTo>
                    <a:pt x="554582" y="192979"/>
                  </a:lnTo>
                  <a:lnTo>
                    <a:pt x="550846" y="197324"/>
                  </a:lnTo>
                  <a:lnTo>
                    <a:pt x="552231" y="202782"/>
                  </a:lnTo>
                  <a:lnTo>
                    <a:pt x="551175" y="205570"/>
                  </a:lnTo>
                  <a:lnTo>
                    <a:pt x="550509" y="207326"/>
                  </a:lnTo>
                  <a:lnTo>
                    <a:pt x="541546" y="212947"/>
                  </a:lnTo>
                  <a:lnTo>
                    <a:pt x="536288" y="213677"/>
                  </a:lnTo>
                  <a:lnTo>
                    <a:pt x="534129" y="219998"/>
                  </a:lnTo>
                  <a:lnTo>
                    <a:pt x="533371" y="225868"/>
                  </a:lnTo>
                  <a:lnTo>
                    <a:pt x="525426" y="229240"/>
                  </a:lnTo>
                  <a:lnTo>
                    <a:pt x="513829" y="235935"/>
                  </a:lnTo>
                  <a:lnTo>
                    <a:pt x="510050" y="238895"/>
                  </a:lnTo>
                  <a:lnTo>
                    <a:pt x="508029" y="239308"/>
                  </a:lnTo>
                  <a:lnTo>
                    <a:pt x="502558" y="240421"/>
                  </a:lnTo>
                  <a:lnTo>
                    <a:pt x="495929" y="245190"/>
                  </a:lnTo>
                  <a:lnTo>
                    <a:pt x="491509" y="249638"/>
                  </a:lnTo>
                  <a:lnTo>
                    <a:pt x="490584" y="251783"/>
                  </a:lnTo>
                  <a:lnTo>
                    <a:pt x="473622" y="254701"/>
                  </a:lnTo>
                  <a:lnTo>
                    <a:pt x="470586" y="255163"/>
                  </a:lnTo>
                  <a:lnTo>
                    <a:pt x="465816" y="255887"/>
                  </a:lnTo>
                  <a:lnTo>
                    <a:pt x="445897" y="259450"/>
                  </a:lnTo>
                  <a:lnTo>
                    <a:pt x="443065" y="259930"/>
                  </a:lnTo>
                  <a:lnTo>
                    <a:pt x="423180" y="263273"/>
                  </a:lnTo>
                  <a:lnTo>
                    <a:pt x="399923" y="266899"/>
                  </a:lnTo>
                  <a:lnTo>
                    <a:pt x="399343" y="266989"/>
                  </a:lnTo>
                  <a:lnTo>
                    <a:pt x="386002" y="268447"/>
                  </a:lnTo>
                  <a:lnTo>
                    <a:pt x="383396" y="268706"/>
                  </a:lnTo>
                  <a:lnTo>
                    <a:pt x="373176" y="269710"/>
                  </a:lnTo>
                  <a:lnTo>
                    <a:pt x="358127" y="272014"/>
                  </a:lnTo>
                  <a:lnTo>
                    <a:pt x="356929" y="272196"/>
                  </a:lnTo>
                  <a:lnTo>
                    <a:pt x="356503" y="272304"/>
                  </a:lnTo>
                  <a:lnTo>
                    <a:pt x="344939" y="275223"/>
                  </a:lnTo>
                  <a:lnTo>
                    <a:pt x="340665" y="276297"/>
                  </a:lnTo>
                  <a:lnTo>
                    <a:pt x="320294" y="279258"/>
                  </a:lnTo>
                  <a:lnTo>
                    <a:pt x="315550" y="279937"/>
                  </a:lnTo>
                  <a:lnTo>
                    <a:pt x="308411" y="280953"/>
                  </a:lnTo>
                  <a:lnTo>
                    <a:pt x="299841" y="281875"/>
                  </a:lnTo>
                  <a:lnTo>
                    <a:pt x="290902" y="282826"/>
                  </a:lnTo>
                  <a:lnTo>
                    <a:pt x="280509" y="283988"/>
                  </a:lnTo>
                  <a:lnTo>
                    <a:pt x="263192" y="285888"/>
                  </a:lnTo>
                  <a:lnTo>
                    <a:pt x="255095" y="286762"/>
                  </a:lnTo>
                  <a:lnTo>
                    <a:pt x="251688" y="288860"/>
                  </a:lnTo>
                  <a:lnTo>
                    <a:pt x="250746" y="288718"/>
                  </a:lnTo>
                  <a:lnTo>
                    <a:pt x="246871" y="288132"/>
                  </a:lnTo>
                  <a:lnTo>
                    <a:pt x="233828" y="290588"/>
                  </a:lnTo>
                  <a:lnTo>
                    <a:pt x="229691" y="291362"/>
                  </a:lnTo>
                  <a:lnTo>
                    <a:pt x="209039" y="294921"/>
                  </a:lnTo>
                  <a:lnTo>
                    <a:pt x="204521" y="295690"/>
                  </a:lnTo>
                  <a:lnTo>
                    <a:pt x="186090" y="298800"/>
                  </a:lnTo>
                  <a:lnTo>
                    <a:pt x="185104" y="298965"/>
                  </a:lnTo>
                  <a:lnTo>
                    <a:pt x="160619" y="303014"/>
                  </a:lnTo>
                  <a:lnTo>
                    <a:pt x="156198" y="303798"/>
                  </a:lnTo>
                  <a:lnTo>
                    <a:pt x="142941" y="306131"/>
                  </a:lnTo>
                  <a:lnTo>
                    <a:pt x="142818" y="302906"/>
                  </a:lnTo>
                  <a:lnTo>
                    <a:pt x="129058" y="303485"/>
                  </a:lnTo>
                  <a:lnTo>
                    <a:pt x="124127" y="304078"/>
                  </a:lnTo>
                  <a:lnTo>
                    <a:pt x="126022" y="308877"/>
                  </a:lnTo>
                  <a:lnTo>
                    <a:pt x="128945" y="316838"/>
                  </a:lnTo>
                  <a:lnTo>
                    <a:pt x="128259" y="322437"/>
                  </a:lnTo>
                  <a:lnTo>
                    <a:pt x="128018" y="322478"/>
                  </a:lnTo>
                  <a:lnTo>
                    <a:pt x="121827" y="323519"/>
                  </a:lnTo>
                  <a:lnTo>
                    <a:pt x="91428" y="327497"/>
                  </a:lnTo>
                  <a:lnTo>
                    <a:pt x="89508" y="327744"/>
                  </a:lnTo>
                  <a:lnTo>
                    <a:pt x="89135" y="327794"/>
                  </a:lnTo>
                  <a:lnTo>
                    <a:pt x="63895" y="331177"/>
                  </a:lnTo>
                  <a:lnTo>
                    <a:pt x="63019" y="331292"/>
                  </a:lnTo>
                  <a:lnTo>
                    <a:pt x="62397" y="331374"/>
                  </a:lnTo>
                  <a:lnTo>
                    <a:pt x="51479" y="332806"/>
                  </a:lnTo>
                  <a:lnTo>
                    <a:pt x="30676" y="335164"/>
                  </a:lnTo>
                  <a:lnTo>
                    <a:pt x="19478" y="337059"/>
                  </a:lnTo>
                  <a:lnTo>
                    <a:pt x="13442" y="338073"/>
                  </a:lnTo>
                  <a:lnTo>
                    <a:pt x="3195" y="339482"/>
                  </a:lnTo>
                  <a:lnTo>
                    <a:pt x="0" y="3356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47759" y="4408797"/>
              <a:ext cx="632570" cy="530692"/>
            </a:xfrm>
            <a:custGeom>
              <a:avLst/>
              <a:pathLst>
                <a:path w="632570" h="530692">
                  <a:moveTo>
                    <a:pt x="2722" y="70762"/>
                  </a:moveTo>
                  <a:lnTo>
                    <a:pt x="1851" y="56611"/>
                  </a:lnTo>
                  <a:lnTo>
                    <a:pt x="1154" y="45281"/>
                  </a:lnTo>
                  <a:lnTo>
                    <a:pt x="0" y="26563"/>
                  </a:lnTo>
                  <a:lnTo>
                    <a:pt x="26185" y="24676"/>
                  </a:lnTo>
                  <a:lnTo>
                    <a:pt x="27042" y="24613"/>
                  </a:lnTo>
                  <a:lnTo>
                    <a:pt x="36655" y="23901"/>
                  </a:lnTo>
                  <a:lnTo>
                    <a:pt x="59850" y="22263"/>
                  </a:lnTo>
                  <a:lnTo>
                    <a:pt x="63340" y="22012"/>
                  </a:lnTo>
                  <a:lnTo>
                    <a:pt x="76343" y="21065"/>
                  </a:lnTo>
                  <a:lnTo>
                    <a:pt x="92216" y="19848"/>
                  </a:lnTo>
                  <a:lnTo>
                    <a:pt x="96942" y="19481"/>
                  </a:lnTo>
                  <a:lnTo>
                    <a:pt x="120852" y="17638"/>
                  </a:lnTo>
                  <a:lnTo>
                    <a:pt x="122873" y="17479"/>
                  </a:lnTo>
                  <a:lnTo>
                    <a:pt x="151123" y="15495"/>
                  </a:lnTo>
                  <a:lnTo>
                    <a:pt x="151260" y="15486"/>
                  </a:lnTo>
                  <a:lnTo>
                    <a:pt x="176723" y="13572"/>
                  </a:lnTo>
                  <a:lnTo>
                    <a:pt x="208645" y="11128"/>
                  </a:lnTo>
                  <a:lnTo>
                    <a:pt x="226264" y="9584"/>
                  </a:lnTo>
                  <a:lnTo>
                    <a:pt x="248448" y="7594"/>
                  </a:lnTo>
                  <a:lnTo>
                    <a:pt x="292610" y="3486"/>
                  </a:lnTo>
                  <a:lnTo>
                    <a:pt x="295905" y="3181"/>
                  </a:lnTo>
                  <a:lnTo>
                    <a:pt x="298702" y="2921"/>
                  </a:lnTo>
                  <a:lnTo>
                    <a:pt x="318307" y="1077"/>
                  </a:lnTo>
                  <a:lnTo>
                    <a:pt x="329573" y="0"/>
                  </a:lnTo>
                  <a:lnTo>
                    <a:pt x="333486" y="2812"/>
                  </a:lnTo>
                  <a:lnTo>
                    <a:pt x="341150" y="7843"/>
                  </a:lnTo>
                  <a:lnTo>
                    <a:pt x="341936" y="14477"/>
                  </a:lnTo>
                  <a:lnTo>
                    <a:pt x="334729" y="20651"/>
                  </a:lnTo>
                  <a:lnTo>
                    <a:pt x="332460" y="25873"/>
                  </a:lnTo>
                  <a:lnTo>
                    <a:pt x="333377" y="30753"/>
                  </a:lnTo>
                  <a:lnTo>
                    <a:pt x="338865" y="35107"/>
                  </a:lnTo>
                  <a:lnTo>
                    <a:pt x="345541" y="36373"/>
                  </a:lnTo>
                  <a:lnTo>
                    <a:pt x="341255" y="42324"/>
                  </a:lnTo>
                  <a:lnTo>
                    <a:pt x="344522" y="53536"/>
                  </a:lnTo>
                  <a:lnTo>
                    <a:pt x="347559" y="56166"/>
                  </a:lnTo>
                  <a:lnTo>
                    <a:pt x="348402" y="56937"/>
                  </a:lnTo>
                  <a:lnTo>
                    <a:pt x="353415" y="64083"/>
                  </a:lnTo>
                  <a:lnTo>
                    <a:pt x="347807" y="65252"/>
                  </a:lnTo>
                  <a:lnTo>
                    <a:pt x="349606" y="75156"/>
                  </a:lnTo>
                  <a:lnTo>
                    <a:pt x="359779" y="75944"/>
                  </a:lnTo>
                  <a:lnTo>
                    <a:pt x="358317" y="86073"/>
                  </a:lnTo>
                  <a:lnTo>
                    <a:pt x="365984" y="86582"/>
                  </a:lnTo>
                  <a:lnTo>
                    <a:pt x="363651" y="94830"/>
                  </a:lnTo>
                  <a:lnTo>
                    <a:pt x="359512" y="104665"/>
                  </a:lnTo>
                  <a:lnTo>
                    <a:pt x="346060" y="106965"/>
                  </a:lnTo>
                  <a:lnTo>
                    <a:pt x="355274" y="119675"/>
                  </a:lnTo>
                  <a:lnTo>
                    <a:pt x="355910" y="120552"/>
                  </a:lnTo>
                  <a:lnTo>
                    <a:pt x="351409" y="127957"/>
                  </a:lnTo>
                  <a:lnTo>
                    <a:pt x="351544" y="131600"/>
                  </a:lnTo>
                  <a:lnTo>
                    <a:pt x="347759" y="136962"/>
                  </a:lnTo>
                  <a:lnTo>
                    <a:pt x="340985" y="139547"/>
                  </a:lnTo>
                  <a:lnTo>
                    <a:pt x="341206" y="146782"/>
                  </a:lnTo>
                  <a:lnTo>
                    <a:pt x="335500" y="153262"/>
                  </a:lnTo>
                  <a:lnTo>
                    <a:pt x="334530" y="154334"/>
                  </a:lnTo>
                  <a:lnTo>
                    <a:pt x="329619" y="159757"/>
                  </a:lnTo>
                  <a:lnTo>
                    <a:pt x="323064" y="159167"/>
                  </a:lnTo>
                  <a:lnTo>
                    <a:pt x="321983" y="165209"/>
                  </a:lnTo>
                  <a:lnTo>
                    <a:pt x="327132" y="171720"/>
                  </a:lnTo>
                  <a:lnTo>
                    <a:pt x="327380" y="172034"/>
                  </a:lnTo>
                  <a:lnTo>
                    <a:pt x="320296" y="174503"/>
                  </a:lnTo>
                  <a:lnTo>
                    <a:pt x="319625" y="186611"/>
                  </a:lnTo>
                  <a:lnTo>
                    <a:pt x="311989" y="190621"/>
                  </a:lnTo>
                  <a:lnTo>
                    <a:pt x="313107" y="194981"/>
                  </a:lnTo>
                  <a:lnTo>
                    <a:pt x="315910" y="200345"/>
                  </a:lnTo>
                  <a:lnTo>
                    <a:pt x="309997" y="202557"/>
                  </a:lnTo>
                  <a:lnTo>
                    <a:pt x="307212" y="207723"/>
                  </a:lnTo>
                  <a:lnTo>
                    <a:pt x="308695" y="215681"/>
                  </a:lnTo>
                  <a:lnTo>
                    <a:pt x="306699" y="222510"/>
                  </a:lnTo>
                  <a:lnTo>
                    <a:pt x="306866" y="229569"/>
                  </a:lnTo>
                  <a:lnTo>
                    <a:pt x="310583" y="235567"/>
                  </a:lnTo>
                  <a:lnTo>
                    <a:pt x="304470" y="240260"/>
                  </a:lnTo>
                  <a:lnTo>
                    <a:pt x="297723" y="240080"/>
                  </a:lnTo>
                  <a:lnTo>
                    <a:pt x="295419" y="244855"/>
                  </a:lnTo>
                  <a:lnTo>
                    <a:pt x="302232" y="249737"/>
                  </a:lnTo>
                  <a:lnTo>
                    <a:pt x="302141" y="249977"/>
                  </a:lnTo>
                  <a:lnTo>
                    <a:pt x="299186" y="257777"/>
                  </a:lnTo>
                  <a:lnTo>
                    <a:pt x="302862" y="263606"/>
                  </a:lnTo>
                  <a:lnTo>
                    <a:pt x="307362" y="268877"/>
                  </a:lnTo>
                  <a:lnTo>
                    <a:pt x="299920" y="275655"/>
                  </a:lnTo>
                  <a:lnTo>
                    <a:pt x="298967" y="276522"/>
                  </a:lnTo>
                  <a:lnTo>
                    <a:pt x="347325" y="271726"/>
                  </a:lnTo>
                  <a:lnTo>
                    <a:pt x="352935" y="271145"/>
                  </a:lnTo>
                  <a:lnTo>
                    <a:pt x="366515" y="269726"/>
                  </a:lnTo>
                  <a:lnTo>
                    <a:pt x="393934" y="266804"/>
                  </a:lnTo>
                  <a:lnTo>
                    <a:pt x="401779" y="265954"/>
                  </a:lnTo>
                  <a:lnTo>
                    <a:pt x="424186" y="263465"/>
                  </a:lnTo>
                  <a:lnTo>
                    <a:pt x="426480" y="263207"/>
                  </a:lnTo>
                  <a:lnTo>
                    <a:pt x="449896" y="260546"/>
                  </a:lnTo>
                  <a:lnTo>
                    <a:pt x="450047" y="260529"/>
                  </a:lnTo>
                  <a:lnTo>
                    <a:pt x="460151" y="259345"/>
                  </a:lnTo>
                  <a:lnTo>
                    <a:pt x="502447" y="254276"/>
                  </a:lnTo>
                  <a:lnTo>
                    <a:pt x="509642" y="253399"/>
                  </a:lnTo>
                  <a:lnTo>
                    <a:pt x="522223" y="251869"/>
                  </a:lnTo>
                  <a:lnTo>
                    <a:pt x="520912" y="264236"/>
                  </a:lnTo>
                  <a:lnTo>
                    <a:pt x="517323" y="277304"/>
                  </a:lnTo>
                  <a:lnTo>
                    <a:pt x="513388" y="290497"/>
                  </a:lnTo>
                  <a:lnTo>
                    <a:pt x="515382" y="298230"/>
                  </a:lnTo>
                  <a:lnTo>
                    <a:pt x="516229" y="301516"/>
                  </a:lnTo>
                  <a:lnTo>
                    <a:pt x="521049" y="313572"/>
                  </a:lnTo>
                  <a:lnTo>
                    <a:pt x="531373" y="322444"/>
                  </a:lnTo>
                  <a:lnTo>
                    <a:pt x="533175" y="325433"/>
                  </a:lnTo>
                  <a:lnTo>
                    <a:pt x="536250" y="330528"/>
                  </a:lnTo>
                  <a:lnTo>
                    <a:pt x="542936" y="344163"/>
                  </a:lnTo>
                  <a:lnTo>
                    <a:pt x="547335" y="356076"/>
                  </a:lnTo>
                  <a:lnTo>
                    <a:pt x="557644" y="359786"/>
                  </a:lnTo>
                  <a:lnTo>
                    <a:pt x="548674" y="366054"/>
                  </a:lnTo>
                  <a:lnTo>
                    <a:pt x="542891" y="370085"/>
                  </a:lnTo>
                  <a:lnTo>
                    <a:pt x="540324" y="376174"/>
                  </a:lnTo>
                  <a:lnTo>
                    <a:pt x="529077" y="381699"/>
                  </a:lnTo>
                  <a:lnTo>
                    <a:pt x="522057" y="386208"/>
                  </a:lnTo>
                  <a:lnTo>
                    <a:pt x="522058" y="386485"/>
                  </a:lnTo>
                  <a:lnTo>
                    <a:pt x="522061" y="395169"/>
                  </a:lnTo>
                  <a:lnTo>
                    <a:pt x="529010" y="396901"/>
                  </a:lnTo>
                  <a:lnTo>
                    <a:pt x="535347" y="398379"/>
                  </a:lnTo>
                  <a:lnTo>
                    <a:pt x="540978" y="403650"/>
                  </a:lnTo>
                  <a:lnTo>
                    <a:pt x="547590" y="404287"/>
                  </a:lnTo>
                  <a:lnTo>
                    <a:pt x="553133" y="401191"/>
                  </a:lnTo>
                  <a:lnTo>
                    <a:pt x="554511" y="387059"/>
                  </a:lnTo>
                  <a:lnTo>
                    <a:pt x="563200" y="378190"/>
                  </a:lnTo>
                  <a:lnTo>
                    <a:pt x="568755" y="374781"/>
                  </a:lnTo>
                  <a:lnTo>
                    <a:pt x="580871" y="373530"/>
                  </a:lnTo>
                  <a:lnTo>
                    <a:pt x="585024" y="368590"/>
                  </a:lnTo>
                  <a:lnTo>
                    <a:pt x="592637" y="361714"/>
                  </a:lnTo>
                  <a:lnTo>
                    <a:pt x="598311" y="359036"/>
                  </a:lnTo>
                  <a:lnTo>
                    <a:pt x="599250" y="370584"/>
                  </a:lnTo>
                  <a:lnTo>
                    <a:pt x="596742" y="380516"/>
                  </a:lnTo>
                  <a:lnTo>
                    <a:pt x="595891" y="389914"/>
                  </a:lnTo>
                  <a:lnTo>
                    <a:pt x="595982" y="396512"/>
                  </a:lnTo>
                  <a:lnTo>
                    <a:pt x="590306" y="407327"/>
                  </a:lnTo>
                  <a:lnTo>
                    <a:pt x="593602" y="413291"/>
                  </a:lnTo>
                  <a:lnTo>
                    <a:pt x="578231" y="413252"/>
                  </a:lnTo>
                  <a:lnTo>
                    <a:pt x="578915" y="425285"/>
                  </a:lnTo>
                  <a:lnTo>
                    <a:pt x="572035" y="430232"/>
                  </a:lnTo>
                  <a:lnTo>
                    <a:pt x="568092" y="433208"/>
                  </a:lnTo>
                  <a:lnTo>
                    <a:pt x="567672" y="433525"/>
                  </a:lnTo>
                  <a:lnTo>
                    <a:pt x="563822" y="431666"/>
                  </a:lnTo>
                  <a:lnTo>
                    <a:pt x="556416" y="437783"/>
                  </a:lnTo>
                  <a:lnTo>
                    <a:pt x="561786" y="446206"/>
                  </a:lnTo>
                  <a:lnTo>
                    <a:pt x="561881" y="452980"/>
                  </a:lnTo>
                  <a:lnTo>
                    <a:pt x="567156" y="460453"/>
                  </a:lnTo>
                  <a:lnTo>
                    <a:pt x="573473" y="463551"/>
                  </a:lnTo>
                  <a:lnTo>
                    <a:pt x="585840" y="464004"/>
                  </a:lnTo>
                  <a:lnTo>
                    <a:pt x="593968" y="463512"/>
                  </a:lnTo>
                  <a:lnTo>
                    <a:pt x="601142" y="469601"/>
                  </a:lnTo>
                  <a:lnTo>
                    <a:pt x="607868" y="467732"/>
                  </a:lnTo>
                  <a:lnTo>
                    <a:pt x="616657" y="475508"/>
                  </a:lnTo>
                  <a:lnTo>
                    <a:pt x="619620" y="483296"/>
                  </a:lnTo>
                  <a:lnTo>
                    <a:pt x="630479" y="482518"/>
                  </a:lnTo>
                  <a:lnTo>
                    <a:pt x="632570" y="488835"/>
                  </a:lnTo>
                  <a:lnTo>
                    <a:pt x="627433" y="499886"/>
                  </a:lnTo>
                  <a:lnTo>
                    <a:pt x="621720" y="502875"/>
                  </a:lnTo>
                  <a:lnTo>
                    <a:pt x="618506" y="509340"/>
                  </a:lnTo>
                  <a:lnTo>
                    <a:pt x="619756" y="514373"/>
                  </a:lnTo>
                  <a:lnTo>
                    <a:pt x="610268" y="511347"/>
                  </a:lnTo>
                  <a:lnTo>
                    <a:pt x="604907" y="507127"/>
                  </a:lnTo>
                  <a:lnTo>
                    <a:pt x="598106" y="514531"/>
                  </a:lnTo>
                  <a:lnTo>
                    <a:pt x="589743" y="525983"/>
                  </a:lnTo>
                  <a:lnTo>
                    <a:pt x="588280" y="514825"/>
                  </a:lnTo>
                  <a:lnTo>
                    <a:pt x="592578" y="506813"/>
                  </a:lnTo>
                  <a:lnTo>
                    <a:pt x="588346" y="500279"/>
                  </a:lnTo>
                  <a:lnTo>
                    <a:pt x="582933" y="497473"/>
                  </a:lnTo>
                  <a:lnTo>
                    <a:pt x="576067" y="489307"/>
                  </a:lnTo>
                  <a:lnTo>
                    <a:pt x="565953" y="486788"/>
                  </a:lnTo>
                  <a:lnTo>
                    <a:pt x="560807" y="486114"/>
                  </a:lnTo>
                  <a:lnTo>
                    <a:pt x="556348" y="481399"/>
                  </a:lnTo>
                  <a:lnTo>
                    <a:pt x="545864" y="480811"/>
                  </a:lnTo>
                  <a:lnTo>
                    <a:pt x="531793" y="480459"/>
                  </a:lnTo>
                  <a:lnTo>
                    <a:pt x="527089" y="482608"/>
                  </a:lnTo>
                  <a:lnTo>
                    <a:pt x="524984" y="484772"/>
                  </a:lnTo>
                  <a:lnTo>
                    <a:pt x="519101" y="490812"/>
                  </a:lnTo>
                  <a:lnTo>
                    <a:pt x="507855" y="501658"/>
                  </a:lnTo>
                  <a:lnTo>
                    <a:pt x="504369" y="504676"/>
                  </a:lnTo>
                  <a:lnTo>
                    <a:pt x="500703" y="507845"/>
                  </a:lnTo>
                  <a:lnTo>
                    <a:pt x="489428" y="517191"/>
                  </a:lnTo>
                  <a:lnTo>
                    <a:pt x="476395" y="521552"/>
                  </a:lnTo>
                  <a:lnTo>
                    <a:pt x="467537" y="523269"/>
                  </a:lnTo>
                  <a:lnTo>
                    <a:pt x="463608" y="524028"/>
                  </a:lnTo>
                  <a:lnTo>
                    <a:pt x="458149" y="524261"/>
                  </a:lnTo>
                  <a:lnTo>
                    <a:pt x="438553" y="526537"/>
                  </a:lnTo>
                  <a:lnTo>
                    <a:pt x="427256" y="530154"/>
                  </a:lnTo>
                  <a:lnTo>
                    <a:pt x="419554" y="530692"/>
                  </a:lnTo>
                  <a:lnTo>
                    <a:pt x="412771" y="529515"/>
                  </a:lnTo>
                  <a:lnTo>
                    <a:pt x="411021" y="523057"/>
                  </a:lnTo>
                  <a:lnTo>
                    <a:pt x="402648" y="516116"/>
                  </a:lnTo>
                  <a:lnTo>
                    <a:pt x="395606" y="515884"/>
                  </a:lnTo>
                  <a:lnTo>
                    <a:pt x="384169" y="514587"/>
                  </a:lnTo>
                  <a:lnTo>
                    <a:pt x="376151" y="511276"/>
                  </a:lnTo>
                  <a:lnTo>
                    <a:pt x="361396" y="508737"/>
                  </a:lnTo>
                  <a:lnTo>
                    <a:pt x="354113" y="502534"/>
                  </a:lnTo>
                  <a:lnTo>
                    <a:pt x="360707" y="497648"/>
                  </a:lnTo>
                  <a:lnTo>
                    <a:pt x="361575" y="493271"/>
                  </a:lnTo>
                  <a:lnTo>
                    <a:pt x="353150" y="490016"/>
                  </a:lnTo>
                  <a:lnTo>
                    <a:pt x="349249" y="486444"/>
                  </a:lnTo>
                  <a:lnTo>
                    <a:pt x="350938" y="483041"/>
                  </a:lnTo>
                  <a:lnTo>
                    <a:pt x="344760" y="476493"/>
                  </a:lnTo>
                  <a:lnTo>
                    <a:pt x="337126" y="480943"/>
                  </a:lnTo>
                  <a:lnTo>
                    <a:pt x="333862" y="477300"/>
                  </a:lnTo>
                  <a:lnTo>
                    <a:pt x="328085" y="473458"/>
                  </a:lnTo>
                  <a:lnTo>
                    <a:pt x="326934" y="468900"/>
                  </a:lnTo>
                  <a:lnTo>
                    <a:pt x="326075" y="465113"/>
                  </a:lnTo>
                  <a:lnTo>
                    <a:pt x="318737" y="460823"/>
                  </a:lnTo>
                  <a:lnTo>
                    <a:pt x="313548" y="461398"/>
                  </a:lnTo>
                  <a:lnTo>
                    <a:pt x="315164" y="451911"/>
                  </a:lnTo>
                  <a:lnTo>
                    <a:pt x="309499" y="446123"/>
                  </a:lnTo>
                  <a:lnTo>
                    <a:pt x="301126" y="446445"/>
                  </a:lnTo>
                  <a:lnTo>
                    <a:pt x="292965" y="450523"/>
                  </a:lnTo>
                  <a:lnTo>
                    <a:pt x="287863" y="454018"/>
                  </a:lnTo>
                  <a:lnTo>
                    <a:pt x="287120" y="458920"/>
                  </a:lnTo>
                  <a:lnTo>
                    <a:pt x="286279" y="464453"/>
                  </a:lnTo>
                  <a:lnTo>
                    <a:pt x="294897" y="467898"/>
                  </a:lnTo>
                  <a:lnTo>
                    <a:pt x="306221" y="470439"/>
                  </a:lnTo>
                  <a:lnTo>
                    <a:pt x="300273" y="481742"/>
                  </a:lnTo>
                  <a:lnTo>
                    <a:pt x="294096" y="484563"/>
                  </a:lnTo>
                  <a:lnTo>
                    <a:pt x="282440" y="479598"/>
                  </a:lnTo>
                  <a:lnTo>
                    <a:pt x="268176" y="473561"/>
                  </a:lnTo>
                  <a:lnTo>
                    <a:pt x="266611" y="473051"/>
                  </a:lnTo>
                  <a:lnTo>
                    <a:pt x="263950" y="472183"/>
                  </a:lnTo>
                  <a:lnTo>
                    <a:pt x="252781" y="473752"/>
                  </a:lnTo>
                  <a:lnTo>
                    <a:pt x="242107" y="480456"/>
                  </a:lnTo>
                  <a:lnTo>
                    <a:pt x="233650" y="482277"/>
                  </a:lnTo>
                  <a:lnTo>
                    <a:pt x="223188" y="481029"/>
                  </a:lnTo>
                  <a:lnTo>
                    <a:pt x="215454" y="479857"/>
                  </a:lnTo>
                  <a:lnTo>
                    <a:pt x="204033" y="478628"/>
                  </a:lnTo>
                  <a:lnTo>
                    <a:pt x="198194" y="477581"/>
                  </a:lnTo>
                  <a:lnTo>
                    <a:pt x="189882" y="476084"/>
                  </a:lnTo>
                  <a:lnTo>
                    <a:pt x="165866" y="467864"/>
                  </a:lnTo>
                  <a:lnTo>
                    <a:pt x="151983" y="463083"/>
                  </a:lnTo>
                  <a:lnTo>
                    <a:pt x="140431" y="460580"/>
                  </a:lnTo>
                  <a:lnTo>
                    <a:pt x="129671" y="458534"/>
                  </a:lnTo>
                  <a:lnTo>
                    <a:pt x="115507" y="459019"/>
                  </a:lnTo>
                  <a:lnTo>
                    <a:pt x="101823" y="461117"/>
                  </a:lnTo>
                  <a:lnTo>
                    <a:pt x="86691" y="462809"/>
                  </a:lnTo>
                  <a:lnTo>
                    <a:pt x="62680" y="468230"/>
                  </a:lnTo>
                  <a:lnTo>
                    <a:pt x="56026" y="471569"/>
                  </a:lnTo>
                  <a:lnTo>
                    <a:pt x="51613" y="475226"/>
                  </a:lnTo>
                  <a:lnTo>
                    <a:pt x="48332" y="470923"/>
                  </a:lnTo>
                  <a:lnTo>
                    <a:pt x="44734" y="466075"/>
                  </a:lnTo>
                  <a:lnTo>
                    <a:pt x="39827" y="460821"/>
                  </a:lnTo>
                  <a:lnTo>
                    <a:pt x="46188" y="453766"/>
                  </a:lnTo>
                  <a:lnTo>
                    <a:pt x="48417" y="450835"/>
                  </a:lnTo>
                  <a:lnTo>
                    <a:pt x="50843" y="447641"/>
                  </a:lnTo>
                  <a:lnTo>
                    <a:pt x="53029" y="439318"/>
                  </a:lnTo>
                  <a:lnTo>
                    <a:pt x="60400" y="429693"/>
                  </a:lnTo>
                  <a:lnTo>
                    <a:pt x="64286" y="425238"/>
                  </a:lnTo>
                  <a:lnTo>
                    <a:pt x="64535" y="424952"/>
                  </a:lnTo>
                  <a:lnTo>
                    <a:pt x="64221" y="417044"/>
                  </a:lnTo>
                  <a:lnTo>
                    <a:pt x="63546" y="408784"/>
                  </a:lnTo>
                  <a:lnTo>
                    <a:pt x="61975" y="401931"/>
                  </a:lnTo>
                  <a:lnTo>
                    <a:pt x="62089" y="399383"/>
                  </a:lnTo>
                  <a:lnTo>
                    <a:pt x="62281" y="395087"/>
                  </a:lnTo>
                  <a:lnTo>
                    <a:pt x="55532" y="388190"/>
                  </a:lnTo>
                  <a:lnTo>
                    <a:pt x="56741" y="378993"/>
                  </a:lnTo>
                  <a:lnTo>
                    <a:pt x="57542" y="378185"/>
                  </a:lnTo>
                  <a:lnTo>
                    <a:pt x="61508" y="374176"/>
                  </a:lnTo>
                  <a:lnTo>
                    <a:pt x="59978" y="363907"/>
                  </a:lnTo>
                  <a:lnTo>
                    <a:pt x="57399" y="358874"/>
                  </a:lnTo>
                  <a:lnTo>
                    <a:pt x="62289" y="352034"/>
                  </a:lnTo>
                  <a:lnTo>
                    <a:pt x="61917" y="347631"/>
                  </a:lnTo>
                  <a:lnTo>
                    <a:pt x="67957" y="339752"/>
                  </a:lnTo>
                  <a:lnTo>
                    <a:pt x="68891" y="331731"/>
                  </a:lnTo>
                  <a:lnTo>
                    <a:pt x="74028" y="322588"/>
                  </a:lnTo>
                  <a:lnTo>
                    <a:pt x="74704" y="313509"/>
                  </a:lnTo>
                  <a:lnTo>
                    <a:pt x="75109" y="312386"/>
                  </a:lnTo>
                  <a:lnTo>
                    <a:pt x="77475" y="305813"/>
                  </a:lnTo>
                  <a:lnTo>
                    <a:pt x="74879" y="300222"/>
                  </a:lnTo>
                  <a:lnTo>
                    <a:pt x="75727" y="294535"/>
                  </a:lnTo>
                  <a:lnTo>
                    <a:pt x="76321" y="288622"/>
                  </a:lnTo>
                  <a:lnTo>
                    <a:pt x="74578" y="278263"/>
                  </a:lnTo>
                  <a:lnTo>
                    <a:pt x="74685" y="270542"/>
                  </a:lnTo>
                  <a:lnTo>
                    <a:pt x="72653" y="270802"/>
                  </a:lnTo>
                  <a:lnTo>
                    <a:pt x="67035" y="271520"/>
                  </a:lnTo>
                  <a:lnTo>
                    <a:pt x="66820" y="271548"/>
                  </a:lnTo>
                  <a:lnTo>
                    <a:pt x="64802" y="261255"/>
                  </a:lnTo>
                  <a:lnTo>
                    <a:pt x="57241" y="256151"/>
                  </a:lnTo>
                  <a:lnTo>
                    <a:pt x="57452" y="246069"/>
                  </a:lnTo>
                  <a:lnTo>
                    <a:pt x="53547" y="239110"/>
                  </a:lnTo>
                  <a:lnTo>
                    <a:pt x="47140" y="234103"/>
                  </a:lnTo>
                  <a:lnTo>
                    <a:pt x="49586" y="229112"/>
                  </a:lnTo>
                  <a:lnTo>
                    <a:pt x="42176" y="226490"/>
                  </a:lnTo>
                  <a:lnTo>
                    <a:pt x="36162" y="218921"/>
                  </a:lnTo>
                  <a:lnTo>
                    <a:pt x="37963" y="213857"/>
                  </a:lnTo>
                  <a:lnTo>
                    <a:pt x="38861" y="203164"/>
                  </a:lnTo>
                  <a:lnTo>
                    <a:pt x="32150" y="189401"/>
                  </a:lnTo>
                  <a:lnTo>
                    <a:pt x="28929" y="184355"/>
                  </a:lnTo>
                  <a:lnTo>
                    <a:pt x="24877" y="177999"/>
                  </a:lnTo>
                  <a:lnTo>
                    <a:pt x="16706" y="174052"/>
                  </a:lnTo>
                  <a:lnTo>
                    <a:pt x="10226" y="167263"/>
                  </a:lnTo>
                  <a:lnTo>
                    <a:pt x="8681" y="165641"/>
                  </a:lnTo>
                  <a:lnTo>
                    <a:pt x="7379" y="145940"/>
                  </a:lnTo>
                  <a:lnTo>
                    <a:pt x="6897" y="138072"/>
                  </a:lnTo>
                  <a:lnTo>
                    <a:pt x="5502" y="115389"/>
                  </a:lnTo>
                  <a:lnTo>
                    <a:pt x="5258" y="111499"/>
                  </a:lnTo>
                  <a:lnTo>
                    <a:pt x="3792" y="8820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51054" y="4080388"/>
              <a:ext cx="429788" cy="667540"/>
            </a:xfrm>
            <a:custGeom>
              <a:avLst/>
              <a:pathLst>
                <a:path w="429788" h="667540">
                  <a:moveTo>
                    <a:pt x="21110" y="457639"/>
                  </a:moveTo>
                  <a:lnTo>
                    <a:pt x="20495" y="452435"/>
                  </a:lnTo>
                  <a:lnTo>
                    <a:pt x="20100" y="412886"/>
                  </a:lnTo>
                  <a:lnTo>
                    <a:pt x="20068" y="409863"/>
                  </a:lnTo>
                  <a:lnTo>
                    <a:pt x="19927" y="402008"/>
                  </a:lnTo>
                  <a:lnTo>
                    <a:pt x="19251" y="365845"/>
                  </a:lnTo>
                  <a:lnTo>
                    <a:pt x="18900" y="347898"/>
                  </a:lnTo>
                  <a:lnTo>
                    <a:pt x="18307" y="318738"/>
                  </a:lnTo>
                  <a:lnTo>
                    <a:pt x="18131" y="310383"/>
                  </a:lnTo>
                  <a:lnTo>
                    <a:pt x="17573" y="284488"/>
                  </a:lnTo>
                  <a:lnTo>
                    <a:pt x="17295" y="270492"/>
                  </a:lnTo>
                  <a:lnTo>
                    <a:pt x="16613" y="237488"/>
                  </a:lnTo>
                  <a:lnTo>
                    <a:pt x="16135" y="215349"/>
                  </a:lnTo>
                  <a:lnTo>
                    <a:pt x="16046" y="209144"/>
                  </a:lnTo>
                  <a:lnTo>
                    <a:pt x="15410" y="166982"/>
                  </a:lnTo>
                  <a:lnTo>
                    <a:pt x="15343" y="163190"/>
                  </a:lnTo>
                  <a:lnTo>
                    <a:pt x="14769" y="131645"/>
                  </a:lnTo>
                  <a:lnTo>
                    <a:pt x="14404" y="112543"/>
                  </a:lnTo>
                  <a:lnTo>
                    <a:pt x="14090" y="96579"/>
                  </a:lnTo>
                  <a:lnTo>
                    <a:pt x="13979" y="91068"/>
                  </a:lnTo>
                  <a:lnTo>
                    <a:pt x="13390" y="54778"/>
                  </a:lnTo>
                  <a:lnTo>
                    <a:pt x="6703" y="51651"/>
                  </a:lnTo>
                  <a:lnTo>
                    <a:pt x="523" y="42638"/>
                  </a:lnTo>
                  <a:lnTo>
                    <a:pt x="0" y="41039"/>
                  </a:lnTo>
                  <a:lnTo>
                    <a:pt x="22095" y="38184"/>
                  </a:lnTo>
                  <a:lnTo>
                    <a:pt x="23739" y="37952"/>
                  </a:lnTo>
                  <a:lnTo>
                    <a:pt x="38199" y="35901"/>
                  </a:lnTo>
                  <a:lnTo>
                    <a:pt x="62877" y="32547"/>
                  </a:lnTo>
                  <a:lnTo>
                    <a:pt x="64936" y="32271"/>
                  </a:lnTo>
                  <a:lnTo>
                    <a:pt x="84646" y="29606"/>
                  </a:lnTo>
                  <a:lnTo>
                    <a:pt x="106487" y="26602"/>
                  </a:lnTo>
                  <a:lnTo>
                    <a:pt x="107289" y="26491"/>
                  </a:lnTo>
                  <a:lnTo>
                    <a:pt x="107934" y="26405"/>
                  </a:lnTo>
                  <a:lnTo>
                    <a:pt x="148669" y="20929"/>
                  </a:lnTo>
                  <a:lnTo>
                    <a:pt x="154395" y="20144"/>
                  </a:lnTo>
                  <a:lnTo>
                    <a:pt x="188648" y="14828"/>
                  </a:lnTo>
                  <a:lnTo>
                    <a:pt x="204784" y="12146"/>
                  </a:lnTo>
                  <a:lnTo>
                    <a:pt x="205595" y="12011"/>
                  </a:lnTo>
                  <a:lnTo>
                    <a:pt x="253111" y="4632"/>
                  </a:lnTo>
                  <a:lnTo>
                    <a:pt x="282132" y="0"/>
                  </a:lnTo>
                  <a:lnTo>
                    <a:pt x="284456" y="7812"/>
                  </a:lnTo>
                  <a:lnTo>
                    <a:pt x="287103" y="16006"/>
                  </a:lnTo>
                  <a:lnTo>
                    <a:pt x="291686" y="30193"/>
                  </a:lnTo>
                  <a:lnTo>
                    <a:pt x="297211" y="46378"/>
                  </a:lnTo>
                  <a:lnTo>
                    <a:pt x="298748" y="50877"/>
                  </a:lnTo>
                  <a:lnTo>
                    <a:pt x="301582" y="59172"/>
                  </a:lnTo>
                  <a:lnTo>
                    <a:pt x="303746" y="65504"/>
                  </a:lnTo>
                  <a:lnTo>
                    <a:pt x="311896" y="89648"/>
                  </a:lnTo>
                  <a:lnTo>
                    <a:pt x="318873" y="110295"/>
                  </a:lnTo>
                  <a:lnTo>
                    <a:pt x="320702" y="115985"/>
                  </a:lnTo>
                  <a:lnTo>
                    <a:pt x="325524" y="130977"/>
                  </a:lnTo>
                  <a:lnTo>
                    <a:pt x="328140" y="138991"/>
                  </a:lnTo>
                  <a:lnTo>
                    <a:pt x="333748" y="156158"/>
                  </a:lnTo>
                  <a:lnTo>
                    <a:pt x="338563" y="170896"/>
                  </a:lnTo>
                  <a:lnTo>
                    <a:pt x="343735" y="186719"/>
                  </a:lnTo>
                  <a:lnTo>
                    <a:pt x="345701" y="192757"/>
                  </a:lnTo>
                  <a:lnTo>
                    <a:pt x="347989" y="199784"/>
                  </a:lnTo>
                  <a:lnTo>
                    <a:pt x="360471" y="238073"/>
                  </a:lnTo>
                  <a:lnTo>
                    <a:pt x="361370" y="240827"/>
                  </a:lnTo>
                  <a:lnTo>
                    <a:pt x="371365" y="271334"/>
                  </a:lnTo>
                  <a:lnTo>
                    <a:pt x="371736" y="272465"/>
                  </a:lnTo>
                  <a:lnTo>
                    <a:pt x="375045" y="276579"/>
                  </a:lnTo>
                  <a:lnTo>
                    <a:pt x="380626" y="285770"/>
                  </a:lnTo>
                  <a:lnTo>
                    <a:pt x="382203" y="288363"/>
                  </a:lnTo>
                  <a:lnTo>
                    <a:pt x="386547" y="297424"/>
                  </a:lnTo>
                  <a:lnTo>
                    <a:pt x="388955" y="303762"/>
                  </a:lnTo>
                  <a:lnTo>
                    <a:pt x="390159" y="306928"/>
                  </a:lnTo>
                  <a:lnTo>
                    <a:pt x="398363" y="313508"/>
                  </a:lnTo>
                  <a:lnTo>
                    <a:pt x="399310" y="315199"/>
                  </a:lnTo>
                  <a:lnTo>
                    <a:pt x="399523" y="315580"/>
                  </a:lnTo>
                  <a:lnTo>
                    <a:pt x="403959" y="323498"/>
                  </a:lnTo>
                  <a:lnTo>
                    <a:pt x="404231" y="332101"/>
                  </a:lnTo>
                  <a:lnTo>
                    <a:pt x="404298" y="334239"/>
                  </a:lnTo>
                  <a:lnTo>
                    <a:pt x="402093" y="338226"/>
                  </a:lnTo>
                  <a:lnTo>
                    <a:pt x="408574" y="341243"/>
                  </a:lnTo>
                  <a:lnTo>
                    <a:pt x="416582" y="345575"/>
                  </a:lnTo>
                  <a:lnTo>
                    <a:pt x="414113" y="350431"/>
                  </a:lnTo>
                  <a:lnTo>
                    <a:pt x="413217" y="352190"/>
                  </a:lnTo>
                  <a:lnTo>
                    <a:pt x="406343" y="357972"/>
                  </a:lnTo>
                  <a:lnTo>
                    <a:pt x="400527" y="365703"/>
                  </a:lnTo>
                  <a:lnTo>
                    <a:pt x="402825" y="371887"/>
                  </a:lnTo>
                  <a:lnTo>
                    <a:pt x="402849" y="375288"/>
                  </a:lnTo>
                  <a:lnTo>
                    <a:pt x="402914" y="384817"/>
                  </a:lnTo>
                  <a:lnTo>
                    <a:pt x="402936" y="388132"/>
                  </a:lnTo>
                  <a:lnTo>
                    <a:pt x="399248" y="398808"/>
                  </a:lnTo>
                  <a:lnTo>
                    <a:pt x="397216" y="406494"/>
                  </a:lnTo>
                  <a:lnTo>
                    <a:pt x="399828" y="414024"/>
                  </a:lnTo>
                  <a:lnTo>
                    <a:pt x="400595" y="416234"/>
                  </a:lnTo>
                  <a:lnTo>
                    <a:pt x="401937" y="420102"/>
                  </a:lnTo>
                  <a:lnTo>
                    <a:pt x="401953" y="425205"/>
                  </a:lnTo>
                  <a:lnTo>
                    <a:pt x="411042" y="433725"/>
                  </a:lnTo>
                  <a:lnTo>
                    <a:pt x="412061" y="440234"/>
                  </a:lnTo>
                  <a:lnTo>
                    <a:pt x="414401" y="443363"/>
                  </a:lnTo>
                  <a:lnTo>
                    <a:pt x="413803" y="446874"/>
                  </a:lnTo>
                  <a:lnTo>
                    <a:pt x="412583" y="454017"/>
                  </a:lnTo>
                  <a:lnTo>
                    <a:pt x="413961" y="458787"/>
                  </a:lnTo>
                  <a:lnTo>
                    <a:pt x="412344" y="468344"/>
                  </a:lnTo>
                  <a:lnTo>
                    <a:pt x="413685" y="473690"/>
                  </a:lnTo>
                  <a:lnTo>
                    <a:pt x="413843" y="475422"/>
                  </a:lnTo>
                  <a:lnTo>
                    <a:pt x="414009" y="477237"/>
                  </a:lnTo>
                  <a:lnTo>
                    <a:pt x="412655" y="482408"/>
                  </a:lnTo>
                  <a:lnTo>
                    <a:pt x="414172" y="491906"/>
                  </a:lnTo>
                  <a:lnTo>
                    <a:pt x="423880" y="500790"/>
                  </a:lnTo>
                  <a:lnTo>
                    <a:pt x="426180" y="504814"/>
                  </a:lnTo>
                  <a:lnTo>
                    <a:pt x="427720" y="507508"/>
                  </a:lnTo>
                  <a:lnTo>
                    <a:pt x="429788" y="514299"/>
                  </a:lnTo>
                  <a:lnTo>
                    <a:pt x="426523" y="514880"/>
                  </a:lnTo>
                  <a:lnTo>
                    <a:pt x="413510" y="517161"/>
                  </a:lnTo>
                  <a:lnTo>
                    <a:pt x="392264" y="521009"/>
                  </a:lnTo>
                  <a:lnTo>
                    <a:pt x="374694" y="524242"/>
                  </a:lnTo>
                  <a:lnTo>
                    <a:pt x="373594" y="524444"/>
                  </a:lnTo>
                  <a:lnTo>
                    <a:pt x="345042" y="529624"/>
                  </a:lnTo>
                  <a:lnTo>
                    <a:pt x="328716" y="532594"/>
                  </a:lnTo>
                  <a:lnTo>
                    <a:pt x="312629" y="535210"/>
                  </a:lnTo>
                  <a:lnTo>
                    <a:pt x="301513" y="537002"/>
                  </a:lnTo>
                  <a:lnTo>
                    <a:pt x="295307" y="537996"/>
                  </a:lnTo>
                  <a:lnTo>
                    <a:pt x="275074" y="541210"/>
                  </a:lnTo>
                  <a:lnTo>
                    <a:pt x="272378" y="541629"/>
                  </a:lnTo>
                  <a:lnTo>
                    <a:pt x="252459" y="544703"/>
                  </a:lnTo>
                  <a:lnTo>
                    <a:pt x="238233" y="546803"/>
                  </a:lnTo>
                  <a:lnTo>
                    <a:pt x="227117" y="548428"/>
                  </a:lnTo>
                  <a:lnTo>
                    <a:pt x="221837" y="549196"/>
                  </a:lnTo>
                  <a:lnTo>
                    <a:pt x="210906" y="550836"/>
                  </a:lnTo>
                  <a:lnTo>
                    <a:pt x="184004" y="554745"/>
                  </a:lnTo>
                  <a:lnTo>
                    <a:pt x="167072" y="557362"/>
                  </a:lnTo>
                  <a:lnTo>
                    <a:pt x="154121" y="559327"/>
                  </a:lnTo>
                  <a:lnTo>
                    <a:pt x="143433" y="560965"/>
                  </a:lnTo>
                  <a:lnTo>
                    <a:pt x="134374" y="562304"/>
                  </a:lnTo>
                  <a:lnTo>
                    <a:pt x="135920" y="568263"/>
                  </a:lnTo>
                  <a:lnTo>
                    <a:pt x="132435" y="580286"/>
                  </a:lnTo>
                  <a:lnTo>
                    <a:pt x="144659" y="591743"/>
                  </a:lnTo>
                  <a:lnTo>
                    <a:pt x="147277" y="595288"/>
                  </a:lnTo>
                  <a:lnTo>
                    <a:pt x="157347" y="599951"/>
                  </a:lnTo>
                  <a:lnTo>
                    <a:pt x="162761" y="603925"/>
                  </a:lnTo>
                  <a:lnTo>
                    <a:pt x="163529" y="610918"/>
                  </a:lnTo>
                  <a:lnTo>
                    <a:pt x="160963" y="618578"/>
                  </a:lnTo>
                  <a:lnTo>
                    <a:pt x="160152" y="624450"/>
                  </a:lnTo>
                  <a:lnTo>
                    <a:pt x="164435" y="630573"/>
                  </a:lnTo>
                  <a:lnTo>
                    <a:pt x="170300" y="632485"/>
                  </a:lnTo>
                  <a:lnTo>
                    <a:pt x="163371" y="638005"/>
                  </a:lnTo>
                  <a:lnTo>
                    <a:pt x="161996" y="646155"/>
                  </a:lnTo>
                  <a:lnTo>
                    <a:pt x="155451" y="655673"/>
                  </a:lnTo>
                  <a:lnTo>
                    <a:pt x="140006" y="662043"/>
                  </a:lnTo>
                  <a:lnTo>
                    <a:pt x="121697" y="667540"/>
                  </a:lnTo>
                  <a:lnTo>
                    <a:pt x="112958" y="667311"/>
                  </a:lnTo>
                  <a:lnTo>
                    <a:pt x="122298" y="660536"/>
                  </a:lnTo>
                  <a:lnTo>
                    <a:pt x="122705" y="654512"/>
                  </a:lnTo>
                  <a:lnTo>
                    <a:pt x="113896" y="647801"/>
                  </a:lnTo>
                  <a:lnTo>
                    <a:pt x="107245" y="640318"/>
                  </a:lnTo>
                  <a:lnTo>
                    <a:pt x="104378" y="635184"/>
                  </a:lnTo>
                  <a:lnTo>
                    <a:pt x="106995" y="626278"/>
                  </a:lnTo>
                  <a:lnTo>
                    <a:pt x="104914" y="621867"/>
                  </a:lnTo>
                  <a:lnTo>
                    <a:pt x="101995" y="613301"/>
                  </a:lnTo>
                  <a:lnTo>
                    <a:pt x="92507" y="610404"/>
                  </a:lnTo>
                  <a:lnTo>
                    <a:pt x="87104" y="616440"/>
                  </a:lnTo>
                  <a:lnTo>
                    <a:pt x="87667" y="623966"/>
                  </a:lnTo>
                  <a:lnTo>
                    <a:pt x="86411" y="629780"/>
                  </a:lnTo>
                  <a:lnTo>
                    <a:pt x="84583" y="636136"/>
                  </a:lnTo>
                  <a:lnTo>
                    <a:pt x="85920" y="649253"/>
                  </a:lnTo>
                  <a:lnTo>
                    <a:pt x="83685" y="660460"/>
                  </a:lnTo>
                  <a:lnTo>
                    <a:pt x="76826" y="661339"/>
                  </a:lnTo>
                  <a:lnTo>
                    <a:pt x="69710" y="662626"/>
                  </a:lnTo>
                  <a:lnTo>
                    <a:pt x="62736" y="656870"/>
                  </a:lnTo>
                  <a:lnTo>
                    <a:pt x="56408" y="655167"/>
                  </a:lnTo>
                  <a:lnTo>
                    <a:pt x="53124" y="658107"/>
                  </a:lnTo>
                  <a:lnTo>
                    <a:pt x="49430" y="635257"/>
                  </a:lnTo>
                  <a:lnTo>
                    <a:pt x="45574" y="610480"/>
                  </a:lnTo>
                  <a:lnTo>
                    <a:pt x="45492" y="609977"/>
                  </a:lnTo>
                  <a:lnTo>
                    <a:pt x="44426" y="603406"/>
                  </a:lnTo>
                  <a:lnTo>
                    <a:pt x="39887" y="575455"/>
                  </a:lnTo>
                  <a:lnTo>
                    <a:pt x="37408" y="560205"/>
                  </a:lnTo>
                  <a:lnTo>
                    <a:pt x="30748" y="519859"/>
                  </a:lnTo>
                  <a:lnTo>
                    <a:pt x="30432" y="517945"/>
                  </a:lnTo>
                  <a:lnTo>
                    <a:pt x="26400" y="493517"/>
                  </a:lnTo>
                  <a:lnTo>
                    <a:pt x="24740" y="483486"/>
                  </a:lnTo>
                  <a:lnTo>
                    <a:pt x="22721" y="4712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40260" y="2865863"/>
              <a:ext cx="11304" cy="8718"/>
            </a:xfrm>
            <a:custGeom>
              <a:avLst/>
              <a:pathLst>
                <a:path w="11304" h="8718">
                  <a:moveTo>
                    <a:pt x="0" y="6703"/>
                  </a:moveTo>
                  <a:lnTo>
                    <a:pt x="2677" y="5485"/>
                  </a:lnTo>
                  <a:lnTo>
                    <a:pt x="6406" y="3724"/>
                  </a:lnTo>
                  <a:lnTo>
                    <a:pt x="6192" y="0"/>
                  </a:lnTo>
                  <a:lnTo>
                    <a:pt x="8887" y="675"/>
                  </a:lnTo>
                  <a:lnTo>
                    <a:pt x="11304" y="4699"/>
                  </a:lnTo>
                  <a:lnTo>
                    <a:pt x="9915" y="6648"/>
                  </a:lnTo>
                  <a:lnTo>
                    <a:pt x="7135" y="7587"/>
                  </a:lnTo>
                  <a:lnTo>
                    <a:pt x="3174" y="871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20867" y="2868864"/>
              <a:ext cx="12898" cy="13485"/>
            </a:xfrm>
            <a:custGeom>
              <a:avLst/>
              <a:pathLst>
                <a:path w="12898" h="13485">
                  <a:moveTo>
                    <a:pt x="0" y="8910"/>
                  </a:moveTo>
                  <a:lnTo>
                    <a:pt x="2343" y="7369"/>
                  </a:lnTo>
                  <a:lnTo>
                    <a:pt x="3466" y="2965"/>
                  </a:lnTo>
                  <a:lnTo>
                    <a:pt x="5570" y="0"/>
                  </a:lnTo>
                  <a:lnTo>
                    <a:pt x="7737" y="713"/>
                  </a:lnTo>
                  <a:lnTo>
                    <a:pt x="10110" y="1274"/>
                  </a:lnTo>
                  <a:lnTo>
                    <a:pt x="11287" y="1123"/>
                  </a:lnTo>
                  <a:lnTo>
                    <a:pt x="12898" y="3947"/>
                  </a:lnTo>
                  <a:lnTo>
                    <a:pt x="8652" y="5820"/>
                  </a:lnTo>
                  <a:lnTo>
                    <a:pt x="4868" y="7605"/>
                  </a:lnTo>
                  <a:lnTo>
                    <a:pt x="2999" y="10376"/>
                  </a:lnTo>
                  <a:lnTo>
                    <a:pt x="2101" y="13485"/>
                  </a:lnTo>
                  <a:lnTo>
                    <a:pt x="615" y="1059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17632" y="2807380"/>
              <a:ext cx="128920" cy="70281"/>
            </a:xfrm>
            <a:custGeom>
              <a:avLst/>
              <a:pathLst>
                <a:path w="128920" h="70281">
                  <a:moveTo>
                    <a:pt x="1932" y="68815"/>
                  </a:moveTo>
                  <a:lnTo>
                    <a:pt x="703" y="47286"/>
                  </a:lnTo>
                  <a:lnTo>
                    <a:pt x="0" y="35295"/>
                  </a:lnTo>
                  <a:lnTo>
                    <a:pt x="8100" y="32727"/>
                  </a:lnTo>
                  <a:lnTo>
                    <a:pt x="11208" y="31734"/>
                  </a:lnTo>
                  <a:lnTo>
                    <a:pt x="13409" y="31028"/>
                  </a:lnTo>
                  <a:lnTo>
                    <a:pt x="15254" y="30435"/>
                  </a:lnTo>
                  <a:lnTo>
                    <a:pt x="27003" y="26754"/>
                  </a:lnTo>
                  <a:lnTo>
                    <a:pt x="32877" y="24890"/>
                  </a:lnTo>
                  <a:lnTo>
                    <a:pt x="38178" y="23195"/>
                  </a:lnTo>
                  <a:lnTo>
                    <a:pt x="38628" y="23050"/>
                  </a:lnTo>
                  <a:lnTo>
                    <a:pt x="44710" y="21087"/>
                  </a:lnTo>
                  <a:lnTo>
                    <a:pt x="45721" y="20760"/>
                  </a:lnTo>
                  <a:lnTo>
                    <a:pt x="50827" y="19097"/>
                  </a:lnTo>
                  <a:lnTo>
                    <a:pt x="54473" y="17872"/>
                  </a:lnTo>
                  <a:lnTo>
                    <a:pt x="63933" y="14693"/>
                  </a:lnTo>
                  <a:lnTo>
                    <a:pt x="65847" y="14035"/>
                  </a:lnTo>
                  <a:lnTo>
                    <a:pt x="66480" y="11730"/>
                  </a:lnTo>
                  <a:lnTo>
                    <a:pt x="66797" y="11602"/>
                  </a:lnTo>
                  <a:lnTo>
                    <a:pt x="68866" y="10766"/>
                  </a:lnTo>
                  <a:lnTo>
                    <a:pt x="67846" y="8365"/>
                  </a:lnTo>
                  <a:lnTo>
                    <a:pt x="68627" y="6768"/>
                  </a:lnTo>
                  <a:lnTo>
                    <a:pt x="69778" y="6520"/>
                  </a:lnTo>
                  <a:lnTo>
                    <a:pt x="71580" y="6131"/>
                  </a:lnTo>
                  <a:lnTo>
                    <a:pt x="71675" y="4793"/>
                  </a:lnTo>
                  <a:lnTo>
                    <a:pt x="71781" y="3281"/>
                  </a:lnTo>
                  <a:lnTo>
                    <a:pt x="73731" y="2017"/>
                  </a:lnTo>
                  <a:lnTo>
                    <a:pt x="74637" y="851"/>
                  </a:lnTo>
                  <a:lnTo>
                    <a:pt x="77035" y="688"/>
                  </a:lnTo>
                  <a:lnTo>
                    <a:pt x="78550" y="0"/>
                  </a:lnTo>
                  <a:lnTo>
                    <a:pt x="80463" y="4026"/>
                  </a:lnTo>
                  <a:lnTo>
                    <a:pt x="82728" y="6877"/>
                  </a:lnTo>
                  <a:lnTo>
                    <a:pt x="84813" y="8257"/>
                  </a:lnTo>
                  <a:lnTo>
                    <a:pt x="86514" y="7983"/>
                  </a:lnTo>
                  <a:lnTo>
                    <a:pt x="87253" y="6273"/>
                  </a:lnTo>
                  <a:lnTo>
                    <a:pt x="88845" y="6275"/>
                  </a:lnTo>
                  <a:lnTo>
                    <a:pt x="89842" y="8137"/>
                  </a:lnTo>
                  <a:lnTo>
                    <a:pt x="88741" y="11341"/>
                  </a:lnTo>
                  <a:lnTo>
                    <a:pt x="87385" y="12119"/>
                  </a:lnTo>
                  <a:lnTo>
                    <a:pt x="84187" y="14179"/>
                  </a:lnTo>
                  <a:lnTo>
                    <a:pt x="82920" y="15264"/>
                  </a:lnTo>
                  <a:lnTo>
                    <a:pt x="84327" y="17864"/>
                  </a:lnTo>
                  <a:lnTo>
                    <a:pt x="83005" y="19437"/>
                  </a:lnTo>
                  <a:lnTo>
                    <a:pt x="82834" y="21736"/>
                  </a:lnTo>
                  <a:lnTo>
                    <a:pt x="81487" y="22366"/>
                  </a:lnTo>
                  <a:lnTo>
                    <a:pt x="80596" y="22783"/>
                  </a:lnTo>
                  <a:lnTo>
                    <a:pt x="80674" y="22951"/>
                  </a:lnTo>
                  <a:lnTo>
                    <a:pt x="81986" y="25913"/>
                  </a:lnTo>
                  <a:lnTo>
                    <a:pt x="81929" y="26506"/>
                  </a:lnTo>
                  <a:lnTo>
                    <a:pt x="81811" y="27719"/>
                  </a:lnTo>
                  <a:lnTo>
                    <a:pt x="82106" y="28044"/>
                  </a:lnTo>
                  <a:lnTo>
                    <a:pt x="83696" y="29788"/>
                  </a:lnTo>
                  <a:lnTo>
                    <a:pt x="84083" y="28896"/>
                  </a:lnTo>
                  <a:lnTo>
                    <a:pt x="84719" y="27428"/>
                  </a:lnTo>
                  <a:lnTo>
                    <a:pt x="85999" y="27203"/>
                  </a:lnTo>
                  <a:lnTo>
                    <a:pt x="87532" y="28320"/>
                  </a:lnTo>
                  <a:lnTo>
                    <a:pt x="88093" y="28290"/>
                  </a:lnTo>
                  <a:lnTo>
                    <a:pt x="89829" y="28196"/>
                  </a:lnTo>
                  <a:lnTo>
                    <a:pt x="90153" y="28349"/>
                  </a:lnTo>
                  <a:lnTo>
                    <a:pt x="92465" y="29445"/>
                  </a:lnTo>
                  <a:lnTo>
                    <a:pt x="95260" y="32469"/>
                  </a:lnTo>
                  <a:lnTo>
                    <a:pt x="97667" y="34250"/>
                  </a:lnTo>
                  <a:lnTo>
                    <a:pt x="98069" y="35972"/>
                  </a:lnTo>
                  <a:lnTo>
                    <a:pt x="97602" y="38276"/>
                  </a:lnTo>
                  <a:lnTo>
                    <a:pt x="98892" y="40143"/>
                  </a:lnTo>
                  <a:lnTo>
                    <a:pt x="101023" y="40369"/>
                  </a:lnTo>
                  <a:lnTo>
                    <a:pt x="101683" y="39625"/>
                  </a:lnTo>
                  <a:lnTo>
                    <a:pt x="103470" y="40686"/>
                  </a:lnTo>
                  <a:lnTo>
                    <a:pt x="105131" y="43098"/>
                  </a:lnTo>
                  <a:lnTo>
                    <a:pt x="105336" y="45281"/>
                  </a:lnTo>
                  <a:lnTo>
                    <a:pt x="105558" y="45412"/>
                  </a:lnTo>
                  <a:lnTo>
                    <a:pt x="107596" y="46612"/>
                  </a:lnTo>
                  <a:lnTo>
                    <a:pt x="109684" y="46908"/>
                  </a:lnTo>
                  <a:lnTo>
                    <a:pt x="113881" y="46166"/>
                  </a:lnTo>
                  <a:lnTo>
                    <a:pt x="115839" y="46179"/>
                  </a:lnTo>
                  <a:lnTo>
                    <a:pt x="117339" y="44452"/>
                  </a:lnTo>
                  <a:lnTo>
                    <a:pt x="120191" y="42499"/>
                  </a:lnTo>
                  <a:lnTo>
                    <a:pt x="122928" y="39918"/>
                  </a:lnTo>
                  <a:lnTo>
                    <a:pt x="123260" y="38670"/>
                  </a:lnTo>
                  <a:lnTo>
                    <a:pt x="122439" y="36677"/>
                  </a:lnTo>
                  <a:lnTo>
                    <a:pt x="119807" y="35996"/>
                  </a:lnTo>
                  <a:lnTo>
                    <a:pt x="118729" y="33584"/>
                  </a:lnTo>
                  <a:lnTo>
                    <a:pt x="117159" y="30328"/>
                  </a:lnTo>
                  <a:lnTo>
                    <a:pt x="114702" y="30526"/>
                  </a:lnTo>
                  <a:lnTo>
                    <a:pt x="113491" y="31346"/>
                  </a:lnTo>
                  <a:lnTo>
                    <a:pt x="110950" y="30035"/>
                  </a:lnTo>
                  <a:lnTo>
                    <a:pt x="112485" y="28453"/>
                  </a:lnTo>
                  <a:lnTo>
                    <a:pt x="113966" y="27314"/>
                  </a:lnTo>
                  <a:lnTo>
                    <a:pt x="117397" y="27454"/>
                  </a:lnTo>
                  <a:lnTo>
                    <a:pt x="120333" y="29752"/>
                  </a:lnTo>
                  <a:lnTo>
                    <a:pt x="122236" y="32917"/>
                  </a:lnTo>
                  <a:lnTo>
                    <a:pt x="125491" y="37742"/>
                  </a:lnTo>
                  <a:lnTo>
                    <a:pt x="127750" y="43067"/>
                  </a:lnTo>
                  <a:lnTo>
                    <a:pt x="128829" y="46287"/>
                  </a:lnTo>
                  <a:lnTo>
                    <a:pt x="128920" y="50030"/>
                  </a:lnTo>
                  <a:lnTo>
                    <a:pt x="127505" y="50966"/>
                  </a:lnTo>
                  <a:lnTo>
                    <a:pt x="126195" y="47477"/>
                  </a:lnTo>
                  <a:lnTo>
                    <a:pt x="125481" y="45025"/>
                  </a:lnTo>
                  <a:lnTo>
                    <a:pt x="123986" y="45969"/>
                  </a:lnTo>
                  <a:lnTo>
                    <a:pt x="120808" y="47976"/>
                  </a:lnTo>
                  <a:lnTo>
                    <a:pt x="117668" y="50925"/>
                  </a:lnTo>
                  <a:lnTo>
                    <a:pt x="115728" y="51009"/>
                  </a:lnTo>
                  <a:lnTo>
                    <a:pt x="113505" y="53143"/>
                  </a:lnTo>
                  <a:lnTo>
                    <a:pt x="112260" y="54392"/>
                  </a:lnTo>
                  <a:lnTo>
                    <a:pt x="111785" y="56330"/>
                  </a:lnTo>
                  <a:lnTo>
                    <a:pt x="109173" y="57873"/>
                  </a:lnTo>
                  <a:lnTo>
                    <a:pt x="106510" y="60438"/>
                  </a:lnTo>
                  <a:lnTo>
                    <a:pt x="106112" y="60912"/>
                  </a:lnTo>
                  <a:lnTo>
                    <a:pt x="104373" y="62976"/>
                  </a:lnTo>
                  <a:lnTo>
                    <a:pt x="103162" y="65540"/>
                  </a:lnTo>
                  <a:lnTo>
                    <a:pt x="101250" y="67349"/>
                  </a:lnTo>
                  <a:lnTo>
                    <a:pt x="98479" y="69271"/>
                  </a:lnTo>
                  <a:lnTo>
                    <a:pt x="98183" y="66995"/>
                  </a:lnTo>
                  <a:lnTo>
                    <a:pt x="101763" y="63382"/>
                  </a:lnTo>
                  <a:lnTo>
                    <a:pt x="103706" y="60240"/>
                  </a:lnTo>
                  <a:lnTo>
                    <a:pt x="104376" y="59155"/>
                  </a:lnTo>
                  <a:lnTo>
                    <a:pt x="103748" y="57107"/>
                  </a:lnTo>
                  <a:lnTo>
                    <a:pt x="102872" y="56840"/>
                  </a:lnTo>
                  <a:lnTo>
                    <a:pt x="100766" y="56197"/>
                  </a:lnTo>
                  <a:lnTo>
                    <a:pt x="100145" y="58539"/>
                  </a:lnTo>
                  <a:lnTo>
                    <a:pt x="99854" y="59631"/>
                  </a:lnTo>
                  <a:lnTo>
                    <a:pt x="98738" y="59821"/>
                  </a:lnTo>
                  <a:lnTo>
                    <a:pt x="97002" y="61020"/>
                  </a:lnTo>
                  <a:lnTo>
                    <a:pt x="96553" y="63130"/>
                  </a:lnTo>
                  <a:lnTo>
                    <a:pt x="95711" y="65026"/>
                  </a:lnTo>
                  <a:lnTo>
                    <a:pt x="94092" y="66218"/>
                  </a:lnTo>
                  <a:lnTo>
                    <a:pt x="92246" y="66377"/>
                  </a:lnTo>
                  <a:lnTo>
                    <a:pt x="91271" y="67366"/>
                  </a:lnTo>
                  <a:lnTo>
                    <a:pt x="88989" y="62714"/>
                  </a:lnTo>
                  <a:lnTo>
                    <a:pt x="88732" y="61824"/>
                  </a:lnTo>
                  <a:lnTo>
                    <a:pt x="88203" y="59993"/>
                  </a:lnTo>
                  <a:lnTo>
                    <a:pt x="85863" y="60088"/>
                  </a:lnTo>
                  <a:lnTo>
                    <a:pt x="85182" y="59547"/>
                  </a:lnTo>
                  <a:lnTo>
                    <a:pt x="82410" y="57338"/>
                  </a:lnTo>
                  <a:lnTo>
                    <a:pt x="80134" y="56883"/>
                  </a:lnTo>
                  <a:lnTo>
                    <a:pt x="79647" y="56786"/>
                  </a:lnTo>
                  <a:lnTo>
                    <a:pt x="78504" y="54626"/>
                  </a:lnTo>
                  <a:lnTo>
                    <a:pt x="77515" y="51779"/>
                  </a:lnTo>
                  <a:lnTo>
                    <a:pt x="76106" y="52316"/>
                  </a:lnTo>
                  <a:lnTo>
                    <a:pt x="75155" y="49584"/>
                  </a:lnTo>
                  <a:lnTo>
                    <a:pt x="74620" y="48059"/>
                  </a:lnTo>
                  <a:lnTo>
                    <a:pt x="74073" y="46497"/>
                  </a:lnTo>
                  <a:lnTo>
                    <a:pt x="70235" y="48081"/>
                  </a:lnTo>
                  <a:lnTo>
                    <a:pt x="68223" y="48909"/>
                  </a:lnTo>
                  <a:lnTo>
                    <a:pt x="67183" y="49338"/>
                  </a:lnTo>
                  <a:lnTo>
                    <a:pt x="66670" y="49550"/>
                  </a:lnTo>
                  <a:lnTo>
                    <a:pt x="60338" y="52149"/>
                  </a:lnTo>
                  <a:lnTo>
                    <a:pt x="60042" y="51448"/>
                  </a:lnTo>
                  <a:lnTo>
                    <a:pt x="58518" y="51966"/>
                  </a:lnTo>
                  <a:lnTo>
                    <a:pt x="53766" y="53573"/>
                  </a:lnTo>
                  <a:lnTo>
                    <a:pt x="48779" y="55269"/>
                  </a:lnTo>
                  <a:lnTo>
                    <a:pt x="46437" y="56061"/>
                  </a:lnTo>
                  <a:lnTo>
                    <a:pt x="42676" y="57329"/>
                  </a:lnTo>
                  <a:lnTo>
                    <a:pt x="35585" y="59745"/>
                  </a:lnTo>
                  <a:lnTo>
                    <a:pt x="32970" y="60859"/>
                  </a:lnTo>
                  <a:lnTo>
                    <a:pt x="28613" y="62113"/>
                  </a:lnTo>
                  <a:lnTo>
                    <a:pt x="28084" y="64036"/>
                  </a:lnTo>
                  <a:lnTo>
                    <a:pt x="27829" y="64171"/>
                  </a:lnTo>
                  <a:lnTo>
                    <a:pt x="26704" y="64766"/>
                  </a:lnTo>
                  <a:lnTo>
                    <a:pt x="24865" y="63410"/>
                  </a:lnTo>
                  <a:lnTo>
                    <a:pt x="24308" y="63596"/>
                  </a:lnTo>
                  <a:lnTo>
                    <a:pt x="19729" y="65121"/>
                  </a:lnTo>
                  <a:lnTo>
                    <a:pt x="17901" y="65684"/>
                  </a:lnTo>
                  <a:lnTo>
                    <a:pt x="15393" y="66454"/>
                  </a:lnTo>
                  <a:lnTo>
                    <a:pt x="11865" y="67533"/>
                  </a:lnTo>
                  <a:lnTo>
                    <a:pt x="3185" y="70281"/>
                  </a:lnTo>
                  <a:lnTo>
                    <a:pt x="3043" y="701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58473" y="3458197"/>
              <a:ext cx="5345" cy="6975"/>
            </a:xfrm>
            <a:custGeom>
              <a:avLst/>
              <a:pathLst>
                <a:path w="5345" h="6975">
                  <a:moveTo>
                    <a:pt x="0" y="1508"/>
                  </a:moveTo>
                  <a:lnTo>
                    <a:pt x="2010" y="0"/>
                  </a:lnTo>
                  <a:lnTo>
                    <a:pt x="4234" y="1905"/>
                  </a:lnTo>
                  <a:lnTo>
                    <a:pt x="5345" y="6975"/>
                  </a:lnTo>
                  <a:lnTo>
                    <a:pt x="1458" y="689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029108" y="3328507"/>
              <a:ext cx="278209" cy="136655"/>
            </a:xfrm>
            <a:custGeom>
              <a:avLst/>
              <a:pathLst>
                <a:path w="278209" h="136655">
                  <a:moveTo>
                    <a:pt x="6341" y="87187"/>
                  </a:moveTo>
                  <a:lnTo>
                    <a:pt x="3088" y="73050"/>
                  </a:lnTo>
                  <a:lnTo>
                    <a:pt x="0" y="58709"/>
                  </a:lnTo>
                  <a:lnTo>
                    <a:pt x="4791" y="57450"/>
                  </a:lnTo>
                  <a:lnTo>
                    <a:pt x="24511" y="52211"/>
                  </a:lnTo>
                  <a:lnTo>
                    <a:pt x="31173" y="50455"/>
                  </a:lnTo>
                  <a:lnTo>
                    <a:pt x="38000" y="48645"/>
                  </a:lnTo>
                  <a:lnTo>
                    <a:pt x="42814" y="47362"/>
                  </a:lnTo>
                  <a:lnTo>
                    <a:pt x="62301" y="42161"/>
                  </a:lnTo>
                  <a:lnTo>
                    <a:pt x="64452" y="41582"/>
                  </a:lnTo>
                  <a:lnTo>
                    <a:pt x="78269" y="37825"/>
                  </a:lnTo>
                  <a:lnTo>
                    <a:pt x="79578" y="37466"/>
                  </a:lnTo>
                  <a:lnTo>
                    <a:pt x="96994" y="32713"/>
                  </a:lnTo>
                  <a:lnTo>
                    <a:pt x="113958" y="28047"/>
                  </a:lnTo>
                  <a:lnTo>
                    <a:pt x="114524" y="27887"/>
                  </a:lnTo>
                  <a:lnTo>
                    <a:pt x="126907" y="24359"/>
                  </a:lnTo>
                  <a:lnTo>
                    <a:pt x="128201" y="23989"/>
                  </a:lnTo>
                  <a:lnTo>
                    <a:pt x="140491" y="20459"/>
                  </a:lnTo>
                  <a:lnTo>
                    <a:pt x="140956" y="20325"/>
                  </a:lnTo>
                  <a:lnTo>
                    <a:pt x="152436" y="16902"/>
                  </a:lnTo>
                  <a:lnTo>
                    <a:pt x="156448" y="15698"/>
                  </a:lnTo>
                  <a:lnTo>
                    <a:pt x="157468" y="15398"/>
                  </a:lnTo>
                  <a:lnTo>
                    <a:pt x="164687" y="13265"/>
                  </a:lnTo>
                  <a:lnTo>
                    <a:pt x="173154" y="10748"/>
                  </a:lnTo>
                  <a:lnTo>
                    <a:pt x="183234" y="7725"/>
                  </a:lnTo>
                  <a:lnTo>
                    <a:pt x="183594" y="7616"/>
                  </a:lnTo>
                  <a:lnTo>
                    <a:pt x="189076" y="5957"/>
                  </a:lnTo>
                  <a:lnTo>
                    <a:pt x="208554" y="0"/>
                  </a:lnTo>
                  <a:lnTo>
                    <a:pt x="217090" y="25360"/>
                  </a:lnTo>
                  <a:lnTo>
                    <a:pt x="219163" y="31274"/>
                  </a:lnTo>
                  <a:lnTo>
                    <a:pt x="220449" y="34946"/>
                  </a:lnTo>
                  <a:lnTo>
                    <a:pt x="223106" y="42535"/>
                  </a:lnTo>
                  <a:lnTo>
                    <a:pt x="231135" y="65495"/>
                  </a:lnTo>
                  <a:lnTo>
                    <a:pt x="236110" y="79748"/>
                  </a:lnTo>
                  <a:lnTo>
                    <a:pt x="238006" y="85216"/>
                  </a:lnTo>
                  <a:lnTo>
                    <a:pt x="238464" y="86538"/>
                  </a:lnTo>
                  <a:lnTo>
                    <a:pt x="240577" y="92591"/>
                  </a:lnTo>
                  <a:lnTo>
                    <a:pt x="252964" y="89305"/>
                  </a:lnTo>
                  <a:lnTo>
                    <a:pt x="260869" y="86958"/>
                  </a:lnTo>
                  <a:lnTo>
                    <a:pt x="269790" y="84291"/>
                  </a:lnTo>
                  <a:lnTo>
                    <a:pt x="277568" y="81829"/>
                  </a:lnTo>
                  <a:lnTo>
                    <a:pt x="278209" y="91956"/>
                  </a:lnTo>
                  <a:lnTo>
                    <a:pt x="277486" y="93219"/>
                  </a:lnTo>
                  <a:lnTo>
                    <a:pt x="277131" y="100732"/>
                  </a:lnTo>
                  <a:lnTo>
                    <a:pt x="277105" y="108093"/>
                  </a:lnTo>
                  <a:lnTo>
                    <a:pt x="276889" y="110923"/>
                  </a:lnTo>
                  <a:lnTo>
                    <a:pt x="275570" y="116925"/>
                  </a:lnTo>
                  <a:lnTo>
                    <a:pt x="254305" y="126171"/>
                  </a:lnTo>
                  <a:lnTo>
                    <a:pt x="252599" y="130213"/>
                  </a:lnTo>
                  <a:lnTo>
                    <a:pt x="249123" y="129611"/>
                  </a:lnTo>
                  <a:lnTo>
                    <a:pt x="245575" y="130587"/>
                  </a:lnTo>
                  <a:lnTo>
                    <a:pt x="242266" y="135988"/>
                  </a:lnTo>
                  <a:lnTo>
                    <a:pt x="240453" y="136655"/>
                  </a:lnTo>
                  <a:lnTo>
                    <a:pt x="238901" y="132455"/>
                  </a:lnTo>
                  <a:lnTo>
                    <a:pt x="239960" y="126929"/>
                  </a:lnTo>
                  <a:lnTo>
                    <a:pt x="239439" y="125357"/>
                  </a:lnTo>
                  <a:lnTo>
                    <a:pt x="238310" y="122392"/>
                  </a:lnTo>
                  <a:lnTo>
                    <a:pt x="233615" y="121930"/>
                  </a:lnTo>
                  <a:lnTo>
                    <a:pt x="232012" y="117324"/>
                  </a:lnTo>
                  <a:lnTo>
                    <a:pt x="236222" y="114933"/>
                  </a:lnTo>
                  <a:lnTo>
                    <a:pt x="235180" y="113722"/>
                  </a:lnTo>
                  <a:lnTo>
                    <a:pt x="233980" y="112326"/>
                  </a:lnTo>
                  <a:lnTo>
                    <a:pt x="231855" y="112576"/>
                  </a:lnTo>
                  <a:lnTo>
                    <a:pt x="230606" y="112722"/>
                  </a:lnTo>
                  <a:lnTo>
                    <a:pt x="225064" y="113924"/>
                  </a:lnTo>
                  <a:lnTo>
                    <a:pt x="226855" y="118851"/>
                  </a:lnTo>
                  <a:lnTo>
                    <a:pt x="229352" y="123377"/>
                  </a:lnTo>
                  <a:lnTo>
                    <a:pt x="230625" y="126640"/>
                  </a:lnTo>
                  <a:lnTo>
                    <a:pt x="227965" y="126667"/>
                  </a:lnTo>
                  <a:lnTo>
                    <a:pt x="224480" y="124606"/>
                  </a:lnTo>
                  <a:lnTo>
                    <a:pt x="223490" y="119438"/>
                  </a:lnTo>
                  <a:lnTo>
                    <a:pt x="219984" y="117290"/>
                  </a:lnTo>
                  <a:lnTo>
                    <a:pt x="213761" y="113204"/>
                  </a:lnTo>
                  <a:lnTo>
                    <a:pt x="211069" y="112457"/>
                  </a:lnTo>
                  <a:lnTo>
                    <a:pt x="210743" y="109525"/>
                  </a:lnTo>
                  <a:lnTo>
                    <a:pt x="208155" y="106993"/>
                  </a:lnTo>
                  <a:lnTo>
                    <a:pt x="203134" y="101281"/>
                  </a:lnTo>
                  <a:lnTo>
                    <a:pt x="205492" y="96567"/>
                  </a:lnTo>
                  <a:lnTo>
                    <a:pt x="204213" y="94739"/>
                  </a:lnTo>
                  <a:lnTo>
                    <a:pt x="203983" y="91542"/>
                  </a:lnTo>
                  <a:lnTo>
                    <a:pt x="206659" y="90381"/>
                  </a:lnTo>
                  <a:lnTo>
                    <a:pt x="208333" y="90145"/>
                  </a:lnTo>
                  <a:lnTo>
                    <a:pt x="210495" y="89541"/>
                  </a:lnTo>
                  <a:lnTo>
                    <a:pt x="209594" y="87331"/>
                  </a:lnTo>
                  <a:lnTo>
                    <a:pt x="208641" y="84995"/>
                  </a:lnTo>
                  <a:lnTo>
                    <a:pt x="207254" y="85610"/>
                  </a:lnTo>
                  <a:lnTo>
                    <a:pt x="204195" y="83119"/>
                  </a:lnTo>
                  <a:lnTo>
                    <a:pt x="202126" y="83748"/>
                  </a:lnTo>
                  <a:lnTo>
                    <a:pt x="200104" y="87053"/>
                  </a:lnTo>
                  <a:lnTo>
                    <a:pt x="198501" y="86969"/>
                  </a:lnTo>
                  <a:lnTo>
                    <a:pt x="198023" y="83544"/>
                  </a:lnTo>
                  <a:lnTo>
                    <a:pt x="194634" y="82394"/>
                  </a:lnTo>
                  <a:lnTo>
                    <a:pt x="194598" y="79873"/>
                  </a:lnTo>
                  <a:lnTo>
                    <a:pt x="198397" y="78053"/>
                  </a:lnTo>
                  <a:lnTo>
                    <a:pt x="199463" y="73291"/>
                  </a:lnTo>
                  <a:lnTo>
                    <a:pt x="203252" y="75347"/>
                  </a:lnTo>
                  <a:lnTo>
                    <a:pt x="204504" y="73573"/>
                  </a:lnTo>
                  <a:lnTo>
                    <a:pt x="203636" y="71722"/>
                  </a:lnTo>
                  <a:lnTo>
                    <a:pt x="202406" y="69097"/>
                  </a:lnTo>
                  <a:lnTo>
                    <a:pt x="201750" y="66407"/>
                  </a:lnTo>
                  <a:lnTo>
                    <a:pt x="199065" y="67221"/>
                  </a:lnTo>
                  <a:lnTo>
                    <a:pt x="195596" y="69627"/>
                  </a:lnTo>
                  <a:lnTo>
                    <a:pt x="195730" y="73719"/>
                  </a:lnTo>
                  <a:lnTo>
                    <a:pt x="193527" y="75165"/>
                  </a:lnTo>
                  <a:lnTo>
                    <a:pt x="192531" y="68285"/>
                  </a:lnTo>
                  <a:lnTo>
                    <a:pt x="193393" y="62592"/>
                  </a:lnTo>
                  <a:lnTo>
                    <a:pt x="193869" y="59757"/>
                  </a:lnTo>
                  <a:lnTo>
                    <a:pt x="196190" y="59962"/>
                  </a:lnTo>
                  <a:lnTo>
                    <a:pt x="198288" y="60147"/>
                  </a:lnTo>
                  <a:lnTo>
                    <a:pt x="196684" y="54728"/>
                  </a:lnTo>
                  <a:lnTo>
                    <a:pt x="195362" y="52841"/>
                  </a:lnTo>
                  <a:lnTo>
                    <a:pt x="193003" y="51428"/>
                  </a:lnTo>
                  <a:lnTo>
                    <a:pt x="193608" y="45775"/>
                  </a:lnTo>
                  <a:lnTo>
                    <a:pt x="194244" y="41014"/>
                  </a:lnTo>
                  <a:lnTo>
                    <a:pt x="195542" y="38284"/>
                  </a:lnTo>
                  <a:lnTo>
                    <a:pt x="195787" y="35197"/>
                  </a:lnTo>
                  <a:lnTo>
                    <a:pt x="197806" y="31645"/>
                  </a:lnTo>
                  <a:lnTo>
                    <a:pt x="200251" y="29651"/>
                  </a:lnTo>
                  <a:lnTo>
                    <a:pt x="201275" y="28816"/>
                  </a:lnTo>
                  <a:lnTo>
                    <a:pt x="202773" y="26718"/>
                  </a:lnTo>
                  <a:lnTo>
                    <a:pt x="201657" y="23928"/>
                  </a:lnTo>
                  <a:lnTo>
                    <a:pt x="200238" y="24396"/>
                  </a:lnTo>
                  <a:lnTo>
                    <a:pt x="198934" y="24826"/>
                  </a:lnTo>
                  <a:lnTo>
                    <a:pt x="195092" y="29784"/>
                  </a:lnTo>
                  <a:lnTo>
                    <a:pt x="191791" y="35031"/>
                  </a:lnTo>
                  <a:lnTo>
                    <a:pt x="188764" y="40118"/>
                  </a:lnTo>
                  <a:lnTo>
                    <a:pt x="187717" y="42716"/>
                  </a:lnTo>
                  <a:lnTo>
                    <a:pt x="186823" y="44932"/>
                  </a:lnTo>
                  <a:lnTo>
                    <a:pt x="185143" y="46477"/>
                  </a:lnTo>
                  <a:lnTo>
                    <a:pt x="184596" y="46979"/>
                  </a:lnTo>
                  <a:lnTo>
                    <a:pt x="183443" y="49425"/>
                  </a:lnTo>
                  <a:lnTo>
                    <a:pt x="181273" y="50053"/>
                  </a:lnTo>
                  <a:lnTo>
                    <a:pt x="179316" y="50721"/>
                  </a:lnTo>
                  <a:lnTo>
                    <a:pt x="179110" y="51229"/>
                  </a:lnTo>
                  <a:lnTo>
                    <a:pt x="178312" y="53193"/>
                  </a:lnTo>
                  <a:lnTo>
                    <a:pt x="184771" y="55016"/>
                  </a:lnTo>
                  <a:lnTo>
                    <a:pt x="186191" y="58661"/>
                  </a:lnTo>
                  <a:lnTo>
                    <a:pt x="187082" y="61581"/>
                  </a:lnTo>
                  <a:lnTo>
                    <a:pt x="189209" y="63437"/>
                  </a:lnTo>
                  <a:lnTo>
                    <a:pt x="186670" y="66495"/>
                  </a:lnTo>
                  <a:lnTo>
                    <a:pt x="185939" y="68838"/>
                  </a:lnTo>
                  <a:lnTo>
                    <a:pt x="187450" y="69636"/>
                  </a:lnTo>
                  <a:lnTo>
                    <a:pt x="187047" y="72464"/>
                  </a:lnTo>
                  <a:lnTo>
                    <a:pt x="186886" y="72910"/>
                  </a:lnTo>
                  <a:lnTo>
                    <a:pt x="186299" y="74529"/>
                  </a:lnTo>
                  <a:lnTo>
                    <a:pt x="185488" y="77489"/>
                  </a:lnTo>
                  <a:lnTo>
                    <a:pt x="187285" y="77964"/>
                  </a:lnTo>
                  <a:lnTo>
                    <a:pt x="186221" y="82457"/>
                  </a:lnTo>
                  <a:lnTo>
                    <a:pt x="185030" y="85286"/>
                  </a:lnTo>
                  <a:lnTo>
                    <a:pt x="187513" y="87134"/>
                  </a:lnTo>
                  <a:lnTo>
                    <a:pt x="187725" y="88015"/>
                  </a:lnTo>
                  <a:lnTo>
                    <a:pt x="188613" y="91702"/>
                  </a:lnTo>
                  <a:lnTo>
                    <a:pt x="190601" y="95007"/>
                  </a:lnTo>
                  <a:lnTo>
                    <a:pt x="191799" y="100843"/>
                  </a:lnTo>
                  <a:lnTo>
                    <a:pt x="194363" y="104636"/>
                  </a:lnTo>
                  <a:lnTo>
                    <a:pt x="197580" y="106954"/>
                  </a:lnTo>
                  <a:lnTo>
                    <a:pt x="201959" y="109938"/>
                  </a:lnTo>
                  <a:lnTo>
                    <a:pt x="202899" y="111940"/>
                  </a:lnTo>
                  <a:lnTo>
                    <a:pt x="202983" y="115261"/>
                  </a:lnTo>
                  <a:lnTo>
                    <a:pt x="203000" y="115940"/>
                  </a:lnTo>
                  <a:lnTo>
                    <a:pt x="204939" y="116583"/>
                  </a:lnTo>
                  <a:lnTo>
                    <a:pt x="205045" y="121133"/>
                  </a:lnTo>
                  <a:lnTo>
                    <a:pt x="208548" y="125069"/>
                  </a:lnTo>
                  <a:lnTo>
                    <a:pt x="211279" y="127476"/>
                  </a:lnTo>
                  <a:lnTo>
                    <a:pt x="211458" y="130576"/>
                  </a:lnTo>
                  <a:lnTo>
                    <a:pt x="213236" y="135127"/>
                  </a:lnTo>
                  <a:lnTo>
                    <a:pt x="209496" y="132755"/>
                  </a:lnTo>
                  <a:lnTo>
                    <a:pt x="205309" y="130775"/>
                  </a:lnTo>
                  <a:lnTo>
                    <a:pt x="202462" y="131899"/>
                  </a:lnTo>
                  <a:lnTo>
                    <a:pt x="198292" y="130127"/>
                  </a:lnTo>
                  <a:lnTo>
                    <a:pt x="194163" y="126395"/>
                  </a:lnTo>
                  <a:lnTo>
                    <a:pt x="188987" y="126281"/>
                  </a:lnTo>
                  <a:lnTo>
                    <a:pt x="185134" y="127338"/>
                  </a:lnTo>
                  <a:lnTo>
                    <a:pt x="180996" y="127165"/>
                  </a:lnTo>
                  <a:lnTo>
                    <a:pt x="179661" y="127067"/>
                  </a:lnTo>
                  <a:lnTo>
                    <a:pt x="177302" y="126892"/>
                  </a:lnTo>
                  <a:lnTo>
                    <a:pt x="173123" y="124681"/>
                  </a:lnTo>
                  <a:lnTo>
                    <a:pt x="169338" y="122871"/>
                  </a:lnTo>
                  <a:lnTo>
                    <a:pt x="166353" y="117715"/>
                  </a:lnTo>
                  <a:lnTo>
                    <a:pt x="165037" y="116189"/>
                  </a:lnTo>
                  <a:lnTo>
                    <a:pt x="162049" y="118729"/>
                  </a:lnTo>
                  <a:lnTo>
                    <a:pt x="159574" y="120572"/>
                  </a:lnTo>
                  <a:lnTo>
                    <a:pt x="155104" y="124264"/>
                  </a:lnTo>
                  <a:lnTo>
                    <a:pt x="151212" y="120930"/>
                  </a:lnTo>
                  <a:lnTo>
                    <a:pt x="149968" y="113027"/>
                  </a:lnTo>
                  <a:lnTo>
                    <a:pt x="152349" y="107324"/>
                  </a:lnTo>
                  <a:lnTo>
                    <a:pt x="155218" y="105402"/>
                  </a:lnTo>
                  <a:lnTo>
                    <a:pt x="154745" y="103873"/>
                  </a:lnTo>
                  <a:lnTo>
                    <a:pt x="153845" y="101004"/>
                  </a:lnTo>
                  <a:lnTo>
                    <a:pt x="155900" y="97878"/>
                  </a:lnTo>
                  <a:lnTo>
                    <a:pt x="156176" y="97458"/>
                  </a:lnTo>
                  <a:lnTo>
                    <a:pt x="157675" y="96995"/>
                  </a:lnTo>
                  <a:lnTo>
                    <a:pt x="157817" y="94696"/>
                  </a:lnTo>
                  <a:lnTo>
                    <a:pt x="157661" y="94033"/>
                  </a:lnTo>
                  <a:lnTo>
                    <a:pt x="156974" y="91115"/>
                  </a:lnTo>
                  <a:lnTo>
                    <a:pt x="156861" y="90639"/>
                  </a:lnTo>
                  <a:lnTo>
                    <a:pt x="159344" y="86199"/>
                  </a:lnTo>
                  <a:lnTo>
                    <a:pt x="162248" y="80919"/>
                  </a:lnTo>
                  <a:lnTo>
                    <a:pt x="155475" y="77014"/>
                  </a:lnTo>
                  <a:lnTo>
                    <a:pt x="152681" y="75399"/>
                  </a:lnTo>
                  <a:lnTo>
                    <a:pt x="149403" y="81274"/>
                  </a:lnTo>
                  <a:lnTo>
                    <a:pt x="147279" y="79478"/>
                  </a:lnTo>
                  <a:lnTo>
                    <a:pt x="145326" y="79859"/>
                  </a:lnTo>
                  <a:lnTo>
                    <a:pt x="144013" y="80115"/>
                  </a:lnTo>
                  <a:lnTo>
                    <a:pt x="140956" y="79537"/>
                  </a:lnTo>
                  <a:lnTo>
                    <a:pt x="140224" y="76442"/>
                  </a:lnTo>
                  <a:lnTo>
                    <a:pt x="136173" y="75574"/>
                  </a:lnTo>
                  <a:lnTo>
                    <a:pt x="134992" y="75593"/>
                  </a:lnTo>
                  <a:lnTo>
                    <a:pt x="134200" y="75605"/>
                  </a:lnTo>
                  <a:lnTo>
                    <a:pt x="133179" y="75620"/>
                  </a:lnTo>
                  <a:lnTo>
                    <a:pt x="127026" y="76216"/>
                  </a:lnTo>
                  <a:lnTo>
                    <a:pt x="125383" y="74312"/>
                  </a:lnTo>
                  <a:lnTo>
                    <a:pt x="122879" y="73789"/>
                  </a:lnTo>
                  <a:lnTo>
                    <a:pt x="122019" y="70801"/>
                  </a:lnTo>
                  <a:lnTo>
                    <a:pt x="123545" y="68389"/>
                  </a:lnTo>
                  <a:lnTo>
                    <a:pt x="124369" y="65485"/>
                  </a:lnTo>
                  <a:lnTo>
                    <a:pt x="121655" y="63658"/>
                  </a:lnTo>
                  <a:lnTo>
                    <a:pt x="117884" y="62449"/>
                  </a:lnTo>
                  <a:lnTo>
                    <a:pt x="115441" y="61311"/>
                  </a:lnTo>
                  <a:lnTo>
                    <a:pt x="110713" y="61426"/>
                  </a:lnTo>
                  <a:lnTo>
                    <a:pt x="110036" y="61540"/>
                  </a:lnTo>
                  <a:lnTo>
                    <a:pt x="107590" y="61953"/>
                  </a:lnTo>
                  <a:lnTo>
                    <a:pt x="105465" y="59979"/>
                  </a:lnTo>
                  <a:lnTo>
                    <a:pt x="104858" y="56249"/>
                  </a:lnTo>
                  <a:lnTo>
                    <a:pt x="100110" y="51619"/>
                  </a:lnTo>
                  <a:lnTo>
                    <a:pt x="98900" y="49944"/>
                  </a:lnTo>
                  <a:lnTo>
                    <a:pt x="97682" y="48258"/>
                  </a:lnTo>
                  <a:lnTo>
                    <a:pt x="96145" y="43749"/>
                  </a:lnTo>
                  <a:lnTo>
                    <a:pt x="90294" y="43736"/>
                  </a:lnTo>
                  <a:lnTo>
                    <a:pt x="85835" y="45476"/>
                  </a:lnTo>
                  <a:lnTo>
                    <a:pt x="84276" y="44353"/>
                  </a:lnTo>
                  <a:lnTo>
                    <a:pt x="80204" y="41415"/>
                  </a:lnTo>
                  <a:lnTo>
                    <a:pt x="72337" y="44556"/>
                  </a:lnTo>
                  <a:lnTo>
                    <a:pt x="67875" y="48010"/>
                  </a:lnTo>
                  <a:lnTo>
                    <a:pt x="66800" y="48500"/>
                  </a:lnTo>
                  <a:lnTo>
                    <a:pt x="64069" y="49744"/>
                  </a:lnTo>
                  <a:lnTo>
                    <a:pt x="62042" y="55004"/>
                  </a:lnTo>
                  <a:lnTo>
                    <a:pt x="61455" y="58173"/>
                  </a:lnTo>
                  <a:lnTo>
                    <a:pt x="61034" y="58268"/>
                  </a:lnTo>
                  <a:lnTo>
                    <a:pt x="53991" y="59842"/>
                  </a:lnTo>
                  <a:lnTo>
                    <a:pt x="50058" y="59756"/>
                  </a:lnTo>
                  <a:lnTo>
                    <a:pt x="46878" y="59684"/>
                  </a:lnTo>
                  <a:lnTo>
                    <a:pt x="44053" y="56121"/>
                  </a:lnTo>
                  <a:lnTo>
                    <a:pt x="41692" y="54450"/>
                  </a:lnTo>
                  <a:lnTo>
                    <a:pt x="38712" y="61996"/>
                  </a:lnTo>
                  <a:lnTo>
                    <a:pt x="34865" y="68970"/>
                  </a:lnTo>
                  <a:lnTo>
                    <a:pt x="34784" y="72141"/>
                  </a:lnTo>
                  <a:lnTo>
                    <a:pt x="29671" y="70835"/>
                  </a:lnTo>
                  <a:lnTo>
                    <a:pt x="27863" y="71350"/>
                  </a:lnTo>
                  <a:lnTo>
                    <a:pt x="26507" y="71737"/>
                  </a:lnTo>
                  <a:lnTo>
                    <a:pt x="23518" y="78236"/>
                  </a:lnTo>
                  <a:lnTo>
                    <a:pt x="19386" y="85276"/>
                  </a:lnTo>
                  <a:lnTo>
                    <a:pt x="18465" y="86841"/>
                  </a:lnTo>
                  <a:lnTo>
                    <a:pt x="15022" y="90255"/>
                  </a:lnTo>
                  <a:lnTo>
                    <a:pt x="11866" y="95049"/>
                  </a:lnTo>
                  <a:lnTo>
                    <a:pt x="8678" y="976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75908" y="2510238"/>
              <a:ext cx="5437" cy="8641"/>
            </a:xfrm>
            <a:custGeom>
              <a:avLst/>
              <a:pathLst>
                <a:path w="5437" h="8641">
                  <a:moveTo>
                    <a:pt x="0" y="2757"/>
                  </a:moveTo>
                  <a:lnTo>
                    <a:pt x="2178" y="0"/>
                  </a:lnTo>
                  <a:lnTo>
                    <a:pt x="5437" y="3909"/>
                  </a:lnTo>
                  <a:lnTo>
                    <a:pt x="4684" y="8641"/>
                  </a:lnTo>
                  <a:lnTo>
                    <a:pt x="462" y="736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08377" y="2212752"/>
              <a:ext cx="247035" cy="409711"/>
            </a:xfrm>
            <a:custGeom>
              <a:avLst/>
              <a:pathLst>
                <a:path w="247035" h="409711">
                  <a:moveTo>
                    <a:pt x="0" y="231836"/>
                  </a:moveTo>
                  <a:lnTo>
                    <a:pt x="2376" y="230309"/>
                  </a:lnTo>
                  <a:lnTo>
                    <a:pt x="2793" y="227036"/>
                  </a:lnTo>
                  <a:lnTo>
                    <a:pt x="6771" y="226755"/>
                  </a:lnTo>
                  <a:lnTo>
                    <a:pt x="9965" y="228871"/>
                  </a:lnTo>
                  <a:lnTo>
                    <a:pt x="12822" y="233174"/>
                  </a:lnTo>
                  <a:lnTo>
                    <a:pt x="15694" y="232504"/>
                  </a:lnTo>
                  <a:lnTo>
                    <a:pt x="15121" y="229189"/>
                  </a:lnTo>
                  <a:lnTo>
                    <a:pt x="14888" y="227842"/>
                  </a:lnTo>
                  <a:lnTo>
                    <a:pt x="15311" y="225337"/>
                  </a:lnTo>
                  <a:lnTo>
                    <a:pt x="13771" y="223104"/>
                  </a:lnTo>
                  <a:lnTo>
                    <a:pt x="13420" y="219908"/>
                  </a:lnTo>
                  <a:lnTo>
                    <a:pt x="11591" y="218364"/>
                  </a:lnTo>
                  <a:lnTo>
                    <a:pt x="13107" y="214847"/>
                  </a:lnTo>
                  <a:lnTo>
                    <a:pt x="14648" y="214512"/>
                  </a:lnTo>
                  <a:lnTo>
                    <a:pt x="16992" y="216353"/>
                  </a:lnTo>
                  <a:lnTo>
                    <a:pt x="20066" y="215628"/>
                  </a:lnTo>
                  <a:lnTo>
                    <a:pt x="22835" y="215567"/>
                  </a:lnTo>
                  <a:lnTo>
                    <a:pt x="21401" y="211928"/>
                  </a:lnTo>
                  <a:lnTo>
                    <a:pt x="18420" y="210758"/>
                  </a:lnTo>
                  <a:lnTo>
                    <a:pt x="13885" y="207020"/>
                  </a:lnTo>
                  <a:lnTo>
                    <a:pt x="14174" y="201818"/>
                  </a:lnTo>
                  <a:lnTo>
                    <a:pt x="15262" y="198146"/>
                  </a:lnTo>
                  <a:lnTo>
                    <a:pt x="17500" y="194190"/>
                  </a:lnTo>
                  <a:lnTo>
                    <a:pt x="18473" y="190263"/>
                  </a:lnTo>
                  <a:lnTo>
                    <a:pt x="23232" y="184944"/>
                  </a:lnTo>
                  <a:lnTo>
                    <a:pt x="25783" y="181003"/>
                  </a:lnTo>
                  <a:lnTo>
                    <a:pt x="22365" y="177473"/>
                  </a:lnTo>
                  <a:lnTo>
                    <a:pt x="22716" y="175209"/>
                  </a:lnTo>
                  <a:lnTo>
                    <a:pt x="24990" y="169994"/>
                  </a:lnTo>
                  <a:lnTo>
                    <a:pt x="27730" y="165384"/>
                  </a:lnTo>
                  <a:lnTo>
                    <a:pt x="26739" y="161737"/>
                  </a:lnTo>
                  <a:lnTo>
                    <a:pt x="25081" y="159585"/>
                  </a:lnTo>
                  <a:lnTo>
                    <a:pt x="22473" y="160702"/>
                  </a:lnTo>
                  <a:lnTo>
                    <a:pt x="21838" y="157418"/>
                  </a:lnTo>
                  <a:lnTo>
                    <a:pt x="20388" y="156080"/>
                  </a:lnTo>
                  <a:lnTo>
                    <a:pt x="19640" y="152351"/>
                  </a:lnTo>
                  <a:lnTo>
                    <a:pt x="20603" y="148190"/>
                  </a:lnTo>
                  <a:lnTo>
                    <a:pt x="20743" y="144154"/>
                  </a:lnTo>
                  <a:lnTo>
                    <a:pt x="16530" y="141728"/>
                  </a:lnTo>
                  <a:lnTo>
                    <a:pt x="16538" y="135949"/>
                  </a:lnTo>
                  <a:lnTo>
                    <a:pt x="16574" y="132314"/>
                  </a:lnTo>
                  <a:lnTo>
                    <a:pt x="17561" y="130448"/>
                  </a:lnTo>
                  <a:lnTo>
                    <a:pt x="16456" y="127892"/>
                  </a:lnTo>
                  <a:lnTo>
                    <a:pt x="18032" y="124432"/>
                  </a:lnTo>
                  <a:lnTo>
                    <a:pt x="19629" y="121574"/>
                  </a:lnTo>
                  <a:lnTo>
                    <a:pt x="20881" y="118562"/>
                  </a:lnTo>
                  <a:lnTo>
                    <a:pt x="21731" y="116435"/>
                  </a:lnTo>
                  <a:lnTo>
                    <a:pt x="18736" y="103871"/>
                  </a:lnTo>
                  <a:lnTo>
                    <a:pt x="16194" y="93272"/>
                  </a:lnTo>
                  <a:lnTo>
                    <a:pt x="20030" y="74535"/>
                  </a:lnTo>
                  <a:lnTo>
                    <a:pt x="25424" y="48400"/>
                  </a:lnTo>
                  <a:lnTo>
                    <a:pt x="28113" y="35310"/>
                  </a:lnTo>
                  <a:lnTo>
                    <a:pt x="32919" y="13435"/>
                  </a:lnTo>
                  <a:lnTo>
                    <a:pt x="36541" y="12509"/>
                  </a:lnTo>
                  <a:lnTo>
                    <a:pt x="39611" y="12684"/>
                  </a:lnTo>
                  <a:lnTo>
                    <a:pt x="43754" y="12259"/>
                  </a:lnTo>
                  <a:lnTo>
                    <a:pt x="44473" y="16216"/>
                  </a:lnTo>
                  <a:lnTo>
                    <a:pt x="49693" y="26790"/>
                  </a:lnTo>
                  <a:lnTo>
                    <a:pt x="54743" y="27782"/>
                  </a:lnTo>
                  <a:lnTo>
                    <a:pt x="59410" y="29104"/>
                  </a:lnTo>
                  <a:lnTo>
                    <a:pt x="63358" y="23824"/>
                  </a:lnTo>
                  <a:lnTo>
                    <a:pt x="69281" y="18746"/>
                  </a:lnTo>
                  <a:lnTo>
                    <a:pt x="72849" y="16570"/>
                  </a:lnTo>
                  <a:lnTo>
                    <a:pt x="72602" y="13560"/>
                  </a:lnTo>
                  <a:lnTo>
                    <a:pt x="76430" y="10484"/>
                  </a:lnTo>
                  <a:lnTo>
                    <a:pt x="79321" y="10264"/>
                  </a:lnTo>
                  <a:lnTo>
                    <a:pt x="83610" y="7820"/>
                  </a:lnTo>
                  <a:lnTo>
                    <a:pt x="81952" y="5185"/>
                  </a:lnTo>
                  <a:lnTo>
                    <a:pt x="82173" y="2322"/>
                  </a:lnTo>
                  <a:lnTo>
                    <a:pt x="87126" y="364"/>
                  </a:lnTo>
                  <a:lnTo>
                    <a:pt x="91094" y="0"/>
                  </a:lnTo>
                  <a:lnTo>
                    <a:pt x="94686" y="926"/>
                  </a:lnTo>
                  <a:lnTo>
                    <a:pt x="99908" y="2730"/>
                  </a:lnTo>
                  <a:lnTo>
                    <a:pt x="106302" y="5178"/>
                  </a:lnTo>
                  <a:lnTo>
                    <a:pt x="109504" y="5880"/>
                  </a:lnTo>
                  <a:lnTo>
                    <a:pt x="115569" y="10721"/>
                  </a:lnTo>
                  <a:lnTo>
                    <a:pt x="122724" y="12720"/>
                  </a:lnTo>
                  <a:lnTo>
                    <a:pt x="132193" y="34821"/>
                  </a:lnTo>
                  <a:lnTo>
                    <a:pt x="139001" y="50548"/>
                  </a:lnTo>
                  <a:lnTo>
                    <a:pt x="150550" y="76728"/>
                  </a:lnTo>
                  <a:lnTo>
                    <a:pt x="158991" y="96374"/>
                  </a:lnTo>
                  <a:lnTo>
                    <a:pt x="162484" y="104560"/>
                  </a:lnTo>
                  <a:lnTo>
                    <a:pt x="164796" y="105511"/>
                  </a:lnTo>
                  <a:lnTo>
                    <a:pt x="163568" y="110748"/>
                  </a:lnTo>
                  <a:lnTo>
                    <a:pt x="167097" y="113021"/>
                  </a:lnTo>
                  <a:lnTo>
                    <a:pt x="166597" y="117923"/>
                  </a:lnTo>
                  <a:lnTo>
                    <a:pt x="169525" y="121527"/>
                  </a:lnTo>
                  <a:lnTo>
                    <a:pt x="170189" y="126399"/>
                  </a:lnTo>
                  <a:lnTo>
                    <a:pt x="175223" y="124053"/>
                  </a:lnTo>
                  <a:lnTo>
                    <a:pt x="178814" y="127170"/>
                  </a:lnTo>
                  <a:lnTo>
                    <a:pt x="181536" y="126901"/>
                  </a:lnTo>
                  <a:lnTo>
                    <a:pt x="187740" y="126690"/>
                  </a:lnTo>
                  <a:lnTo>
                    <a:pt x="191773" y="124014"/>
                  </a:lnTo>
                  <a:lnTo>
                    <a:pt x="194642" y="125901"/>
                  </a:lnTo>
                  <a:lnTo>
                    <a:pt x="197423" y="131481"/>
                  </a:lnTo>
                  <a:lnTo>
                    <a:pt x="194328" y="133309"/>
                  </a:lnTo>
                  <a:lnTo>
                    <a:pt x="195489" y="137190"/>
                  </a:lnTo>
                  <a:lnTo>
                    <a:pt x="201338" y="142201"/>
                  </a:lnTo>
                  <a:lnTo>
                    <a:pt x="202047" y="149001"/>
                  </a:lnTo>
                  <a:lnTo>
                    <a:pt x="202077" y="152111"/>
                  </a:lnTo>
                  <a:lnTo>
                    <a:pt x="204489" y="153672"/>
                  </a:lnTo>
                  <a:lnTo>
                    <a:pt x="210969" y="159252"/>
                  </a:lnTo>
                  <a:lnTo>
                    <a:pt x="214755" y="160344"/>
                  </a:lnTo>
                  <a:lnTo>
                    <a:pt x="216322" y="157603"/>
                  </a:lnTo>
                  <a:lnTo>
                    <a:pt x="216274" y="153311"/>
                  </a:lnTo>
                  <a:lnTo>
                    <a:pt x="220657" y="153274"/>
                  </a:lnTo>
                  <a:lnTo>
                    <a:pt x="223305" y="152922"/>
                  </a:lnTo>
                  <a:lnTo>
                    <a:pt x="227760" y="155850"/>
                  </a:lnTo>
                  <a:lnTo>
                    <a:pt x="230474" y="158877"/>
                  </a:lnTo>
                  <a:lnTo>
                    <a:pt x="232320" y="161855"/>
                  </a:lnTo>
                  <a:lnTo>
                    <a:pt x="238134" y="167977"/>
                  </a:lnTo>
                  <a:lnTo>
                    <a:pt x="242172" y="169733"/>
                  </a:lnTo>
                  <a:lnTo>
                    <a:pt x="243542" y="174383"/>
                  </a:lnTo>
                  <a:lnTo>
                    <a:pt x="247035" y="175907"/>
                  </a:lnTo>
                  <a:lnTo>
                    <a:pt x="244529" y="181818"/>
                  </a:lnTo>
                  <a:lnTo>
                    <a:pt x="242821" y="185133"/>
                  </a:lnTo>
                  <a:lnTo>
                    <a:pt x="241664" y="189134"/>
                  </a:lnTo>
                  <a:lnTo>
                    <a:pt x="240239" y="194043"/>
                  </a:lnTo>
                  <a:lnTo>
                    <a:pt x="237519" y="197670"/>
                  </a:lnTo>
                  <a:lnTo>
                    <a:pt x="235538" y="202230"/>
                  </a:lnTo>
                  <a:lnTo>
                    <a:pt x="230492" y="201995"/>
                  </a:lnTo>
                  <a:lnTo>
                    <a:pt x="229538" y="204553"/>
                  </a:lnTo>
                  <a:lnTo>
                    <a:pt x="226857" y="205958"/>
                  </a:lnTo>
                  <a:lnTo>
                    <a:pt x="225961" y="210636"/>
                  </a:lnTo>
                  <a:lnTo>
                    <a:pt x="225901" y="215141"/>
                  </a:lnTo>
                  <a:lnTo>
                    <a:pt x="228034" y="217401"/>
                  </a:lnTo>
                  <a:lnTo>
                    <a:pt x="225387" y="223190"/>
                  </a:lnTo>
                  <a:lnTo>
                    <a:pt x="220328" y="219794"/>
                  </a:lnTo>
                  <a:lnTo>
                    <a:pt x="217981" y="217065"/>
                  </a:lnTo>
                  <a:lnTo>
                    <a:pt x="215798" y="220326"/>
                  </a:lnTo>
                  <a:lnTo>
                    <a:pt x="211177" y="223032"/>
                  </a:lnTo>
                  <a:lnTo>
                    <a:pt x="209713" y="226578"/>
                  </a:lnTo>
                  <a:lnTo>
                    <a:pt x="210283" y="230703"/>
                  </a:lnTo>
                  <a:lnTo>
                    <a:pt x="208645" y="233863"/>
                  </a:lnTo>
                  <a:lnTo>
                    <a:pt x="205992" y="233356"/>
                  </a:lnTo>
                  <a:lnTo>
                    <a:pt x="205722" y="233875"/>
                  </a:lnTo>
                  <a:lnTo>
                    <a:pt x="204428" y="236363"/>
                  </a:lnTo>
                  <a:lnTo>
                    <a:pt x="202347" y="236949"/>
                  </a:lnTo>
                  <a:lnTo>
                    <a:pt x="202362" y="242688"/>
                  </a:lnTo>
                  <a:lnTo>
                    <a:pt x="198170" y="241243"/>
                  </a:lnTo>
                  <a:lnTo>
                    <a:pt x="196176" y="239901"/>
                  </a:lnTo>
                  <a:lnTo>
                    <a:pt x="193048" y="242523"/>
                  </a:lnTo>
                  <a:lnTo>
                    <a:pt x="195444" y="245879"/>
                  </a:lnTo>
                  <a:lnTo>
                    <a:pt x="195140" y="248104"/>
                  </a:lnTo>
                  <a:lnTo>
                    <a:pt x="194351" y="252274"/>
                  </a:lnTo>
                  <a:lnTo>
                    <a:pt x="198834" y="254313"/>
                  </a:lnTo>
                  <a:lnTo>
                    <a:pt x="191074" y="256762"/>
                  </a:lnTo>
                  <a:lnTo>
                    <a:pt x="191862" y="260056"/>
                  </a:lnTo>
                  <a:lnTo>
                    <a:pt x="193923" y="267808"/>
                  </a:lnTo>
                  <a:lnTo>
                    <a:pt x="187551" y="269682"/>
                  </a:lnTo>
                  <a:lnTo>
                    <a:pt x="184446" y="272578"/>
                  </a:lnTo>
                  <a:lnTo>
                    <a:pt x="183158" y="274070"/>
                  </a:lnTo>
                  <a:lnTo>
                    <a:pt x="180772" y="276831"/>
                  </a:lnTo>
                  <a:lnTo>
                    <a:pt x="180925" y="282678"/>
                  </a:lnTo>
                  <a:lnTo>
                    <a:pt x="178861" y="284148"/>
                  </a:lnTo>
                  <a:lnTo>
                    <a:pt x="175775" y="278472"/>
                  </a:lnTo>
                  <a:lnTo>
                    <a:pt x="170124" y="282625"/>
                  </a:lnTo>
                  <a:lnTo>
                    <a:pt x="165810" y="287532"/>
                  </a:lnTo>
                  <a:lnTo>
                    <a:pt x="162353" y="283982"/>
                  </a:lnTo>
                  <a:lnTo>
                    <a:pt x="158904" y="280327"/>
                  </a:lnTo>
                  <a:lnTo>
                    <a:pt x="160605" y="276821"/>
                  </a:lnTo>
                  <a:lnTo>
                    <a:pt x="158700" y="275656"/>
                  </a:lnTo>
                  <a:lnTo>
                    <a:pt x="155081" y="273441"/>
                  </a:lnTo>
                  <a:lnTo>
                    <a:pt x="150774" y="274103"/>
                  </a:lnTo>
                  <a:lnTo>
                    <a:pt x="149584" y="274286"/>
                  </a:lnTo>
                  <a:lnTo>
                    <a:pt x="150791" y="279742"/>
                  </a:lnTo>
                  <a:lnTo>
                    <a:pt x="150941" y="283663"/>
                  </a:lnTo>
                  <a:lnTo>
                    <a:pt x="155087" y="286833"/>
                  </a:lnTo>
                  <a:lnTo>
                    <a:pt x="154300" y="290922"/>
                  </a:lnTo>
                  <a:lnTo>
                    <a:pt x="156764" y="293108"/>
                  </a:lnTo>
                  <a:lnTo>
                    <a:pt x="155936" y="296582"/>
                  </a:lnTo>
                  <a:lnTo>
                    <a:pt x="152749" y="297663"/>
                  </a:lnTo>
                  <a:lnTo>
                    <a:pt x="150243" y="298612"/>
                  </a:lnTo>
                  <a:lnTo>
                    <a:pt x="149869" y="304084"/>
                  </a:lnTo>
                  <a:lnTo>
                    <a:pt x="148246" y="304997"/>
                  </a:lnTo>
                  <a:lnTo>
                    <a:pt x="147388" y="309104"/>
                  </a:lnTo>
                  <a:lnTo>
                    <a:pt x="145771" y="311953"/>
                  </a:lnTo>
                  <a:lnTo>
                    <a:pt x="141891" y="307698"/>
                  </a:lnTo>
                  <a:lnTo>
                    <a:pt x="139579" y="306167"/>
                  </a:lnTo>
                  <a:lnTo>
                    <a:pt x="138438" y="305411"/>
                  </a:lnTo>
                  <a:lnTo>
                    <a:pt x="137863" y="308836"/>
                  </a:lnTo>
                  <a:lnTo>
                    <a:pt x="137380" y="310324"/>
                  </a:lnTo>
                  <a:lnTo>
                    <a:pt x="135942" y="317776"/>
                  </a:lnTo>
                  <a:lnTo>
                    <a:pt x="132998" y="318619"/>
                  </a:lnTo>
                  <a:lnTo>
                    <a:pt x="132086" y="320711"/>
                  </a:lnTo>
                  <a:lnTo>
                    <a:pt x="128559" y="324000"/>
                  </a:lnTo>
                  <a:lnTo>
                    <a:pt x="126221" y="325681"/>
                  </a:lnTo>
                  <a:lnTo>
                    <a:pt x="125116" y="326474"/>
                  </a:lnTo>
                  <a:lnTo>
                    <a:pt x="124525" y="331342"/>
                  </a:lnTo>
                  <a:lnTo>
                    <a:pt x="121960" y="333877"/>
                  </a:lnTo>
                  <a:lnTo>
                    <a:pt x="121302" y="336695"/>
                  </a:lnTo>
                  <a:lnTo>
                    <a:pt x="119949" y="336907"/>
                  </a:lnTo>
                  <a:lnTo>
                    <a:pt x="117833" y="332586"/>
                  </a:lnTo>
                  <a:lnTo>
                    <a:pt x="116140" y="332536"/>
                  </a:lnTo>
                  <a:lnTo>
                    <a:pt x="114250" y="332479"/>
                  </a:lnTo>
                  <a:lnTo>
                    <a:pt x="111296" y="336583"/>
                  </a:lnTo>
                  <a:lnTo>
                    <a:pt x="111350" y="339800"/>
                  </a:lnTo>
                  <a:lnTo>
                    <a:pt x="107208" y="341124"/>
                  </a:lnTo>
                  <a:lnTo>
                    <a:pt x="107079" y="345125"/>
                  </a:lnTo>
                  <a:lnTo>
                    <a:pt x="102824" y="346537"/>
                  </a:lnTo>
                  <a:lnTo>
                    <a:pt x="102447" y="349497"/>
                  </a:lnTo>
                  <a:lnTo>
                    <a:pt x="102443" y="354146"/>
                  </a:lnTo>
                  <a:lnTo>
                    <a:pt x="104293" y="357133"/>
                  </a:lnTo>
                  <a:lnTo>
                    <a:pt x="102573" y="359522"/>
                  </a:lnTo>
                  <a:lnTo>
                    <a:pt x="98578" y="362269"/>
                  </a:lnTo>
                  <a:lnTo>
                    <a:pt x="97531" y="362599"/>
                  </a:lnTo>
                  <a:lnTo>
                    <a:pt x="96195" y="363021"/>
                  </a:lnTo>
                  <a:lnTo>
                    <a:pt x="96083" y="367069"/>
                  </a:lnTo>
                  <a:lnTo>
                    <a:pt x="100346" y="368106"/>
                  </a:lnTo>
                  <a:lnTo>
                    <a:pt x="98465" y="373174"/>
                  </a:lnTo>
                  <a:lnTo>
                    <a:pt x="98173" y="378203"/>
                  </a:lnTo>
                  <a:lnTo>
                    <a:pt x="95926" y="381057"/>
                  </a:lnTo>
                  <a:lnTo>
                    <a:pt x="92800" y="381915"/>
                  </a:lnTo>
                  <a:lnTo>
                    <a:pt x="91375" y="384571"/>
                  </a:lnTo>
                  <a:lnTo>
                    <a:pt x="91136" y="389575"/>
                  </a:lnTo>
                  <a:lnTo>
                    <a:pt x="93160" y="393366"/>
                  </a:lnTo>
                  <a:lnTo>
                    <a:pt x="93754" y="398674"/>
                  </a:lnTo>
                  <a:lnTo>
                    <a:pt x="93098" y="401667"/>
                  </a:lnTo>
                  <a:lnTo>
                    <a:pt x="92335" y="407493"/>
                  </a:lnTo>
                  <a:lnTo>
                    <a:pt x="90618" y="409711"/>
                  </a:lnTo>
                  <a:lnTo>
                    <a:pt x="86928" y="409223"/>
                  </a:lnTo>
                  <a:lnTo>
                    <a:pt x="81921" y="407054"/>
                  </a:lnTo>
                  <a:lnTo>
                    <a:pt x="81243" y="406760"/>
                  </a:lnTo>
                  <a:lnTo>
                    <a:pt x="79903" y="402483"/>
                  </a:lnTo>
                  <a:lnTo>
                    <a:pt x="79446" y="399101"/>
                  </a:lnTo>
                  <a:lnTo>
                    <a:pt x="74369" y="396042"/>
                  </a:lnTo>
                  <a:lnTo>
                    <a:pt x="69717" y="392655"/>
                  </a:lnTo>
                  <a:lnTo>
                    <a:pt x="64641" y="389736"/>
                  </a:lnTo>
                  <a:lnTo>
                    <a:pt x="63977" y="384971"/>
                  </a:lnTo>
                  <a:lnTo>
                    <a:pt x="62330" y="377980"/>
                  </a:lnTo>
                  <a:lnTo>
                    <a:pt x="60883" y="375655"/>
                  </a:lnTo>
                  <a:lnTo>
                    <a:pt x="59453" y="373359"/>
                  </a:lnTo>
                  <a:lnTo>
                    <a:pt x="54952" y="362710"/>
                  </a:lnTo>
                  <a:lnTo>
                    <a:pt x="51850" y="355187"/>
                  </a:lnTo>
                  <a:lnTo>
                    <a:pt x="50289" y="351405"/>
                  </a:lnTo>
                  <a:lnTo>
                    <a:pt x="41905" y="330599"/>
                  </a:lnTo>
                  <a:lnTo>
                    <a:pt x="36418" y="316993"/>
                  </a:lnTo>
                  <a:lnTo>
                    <a:pt x="35534" y="314864"/>
                  </a:lnTo>
                  <a:lnTo>
                    <a:pt x="34958" y="313479"/>
                  </a:lnTo>
                  <a:lnTo>
                    <a:pt x="28223" y="297291"/>
                  </a:lnTo>
                  <a:lnTo>
                    <a:pt x="20190" y="277980"/>
                  </a:lnTo>
                  <a:lnTo>
                    <a:pt x="10887" y="256587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50486" y="2742728"/>
              <a:ext cx="18491" cy="12233"/>
            </a:xfrm>
            <a:custGeom>
              <a:avLst/>
              <a:pathLst>
                <a:path w="18491" h="12233">
                  <a:moveTo>
                    <a:pt x="1425" y="0"/>
                  </a:moveTo>
                  <a:lnTo>
                    <a:pt x="8189" y="4416"/>
                  </a:lnTo>
                  <a:lnTo>
                    <a:pt x="14344" y="5707"/>
                  </a:lnTo>
                  <a:lnTo>
                    <a:pt x="18491" y="7320"/>
                  </a:lnTo>
                  <a:lnTo>
                    <a:pt x="17019" y="11465"/>
                  </a:lnTo>
                  <a:lnTo>
                    <a:pt x="11747" y="12233"/>
                  </a:lnTo>
                  <a:lnTo>
                    <a:pt x="4512" y="7034"/>
                  </a:lnTo>
                  <a:lnTo>
                    <a:pt x="0" y="334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191438" y="2757355"/>
              <a:ext cx="18557" cy="22736"/>
            </a:xfrm>
            <a:custGeom>
              <a:avLst/>
              <a:pathLst>
                <a:path w="18557" h="22736">
                  <a:moveTo>
                    <a:pt x="0" y="10447"/>
                  </a:moveTo>
                  <a:lnTo>
                    <a:pt x="2798" y="9334"/>
                  </a:lnTo>
                  <a:lnTo>
                    <a:pt x="8881" y="713"/>
                  </a:lnTo>
                  <a:lnTo>
                    <a:pt x="18557" y="0"/>
                  </a:lnTo>
                  <a:lnTo>
                    <a:pt x="18369" y="4247"/>
                  </a:lnTo>
                  <a:lnTo>
                    <a:pt x="13331" y="20143"/>
                  </a:lnTo>
                  <a:lnTo>
                    <a:pt x="10649" y="22736"/>
                  </a:lnTo>
                  <a:lnTo>
                    <a:pt x="6876" y="22223"/>
                  </a:lnTo>
                  <a:lnTo>
                    <a:pt x="874" y="1366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75753" y="2819807"/>
              <a:ext cx="10126" cy="14629"/>
            </a:xfrm>
            <a:custGeom>
              <a:avLst/>
              <a:pathLst>
                <a:path w="10126" h="14629">
                  <a:moveTo>
                    <a:pt x="397" y="10760"/>
                  </a:moveTo>
                  <a:lnTo>
                    <a:pt x="4215" y="0"/>
                  </a:lnTo>
                  <a:lnTo>
                    <a:pt x="7576" y="147"/>
                  </a:lnTo>
                  <a:lnTo>
                    <a:pt x="10126" y="2452"/>
                  </a:lnTo>
                  <a:lnTo>
                    <a:pt x="9612" y="7448"/>
                  </a:lnTo>
                  <a:lnTo>
                    <a:pt x="4506" y="14629"/>
                  </a:lnTo>
                  <a:lnTo>
                    <a:pt x="0" y="143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67754" y="2753298"/>
              <a:ext cx="264863" cy="360526"/>
            </a:xfrm>
            <a:custGeom>
              <a:avLst/>
              <a:pathLst>
                <a:path w="264863" h="360526">
                  <a:moveTo>
                    <a:pt x="12199" y="360526"/>
                  </a:moveTo>
                  <a:lnTo>
                    <a:pt x="19407" y="352856"/>
                  </a:lnTo>
                  <a:lnTo>
                    <a:pt x="24235" y="344898"/>
                  </a:lnTo>
                  <a:lnTo>
                    <a:pt x="26950" y="334065"/>
                  </a:lnTo>
                  <a:lnTo>
                    <a:pt x="27987" y="329906"/>
                  </a:lnTo>
                  <a:lnTo>
                    <a:pt x="29482" y="325345"/>
                  </a:lnTo>
                  <a:lnTo>
                    <a:pt x="34179" y="315157"/>
                  </a:lnTo>
                  <a:lnTo>
                    <a:pt x="34655" y="314120"/>
                  </a:lnTo>
                  <a:lnTo>
                    <a:pt x="37149" y="301555"/>
                  </a:lnTo>
                  <a:lnTo>
                    <a:pt x="37266" y="299395"/>
                  </a:lnTo>
                  <a:lnTo>
                    <a:pt x="37827" y="288858"/>
                  </a:lnTo>
                  <a:lnTo>
                    <a:pt x="37224" y="279884"/>
                  </a:lnTo>
                  <a:lnTo>
                    <a:pt x="36699" y="269775"/>
                  </a:lnTo>
                  <a:lnTo>
                    <a:pt x="36619" y="269378"/>
                  </a:lnTo>
                  <a:lnTo>
                    <a:pt x="34621" y="259566"/>
                  </a:lnTo>
                  <a:lnTo>
                    <a:pt x="32435" y="250993"/>
                  </a:lnTo>
                  <a:lnTo>
                    <a:pt x="29370" y="243287"/>
                  </a:lnTo>
                  <a:lnTo>
                    <a:pt x="27704" y="240546"/>
                  </a:lnTo>
                  <a:lnTo>
                    <a:pt x="24051" y="234529"/>
                  </a:lnTo>
                  <a:lnTo>
                    <a:pt x="21420" y="230671"/>
                  </a:lnTo>
                  <a:lnTo>
                    <a:pt x="16481" y="223414"/>
                  </a:lnTo>
                  <a:lnTo>
                    <a:pt x="12695" y="215960"/>
                  </a:lnTo>
                  <a:lnTo>
                    <a:pt x="11239" y="212718"/>
                  </a:lnTo>
                  <a:lnTo>
                    <a:pt x="9687" y="209260"/>
                  </a:lnTo>
                  <a:lnTo>
                    <a:pt x="5562" y="203196"/>
                  </a:lnTo>
                  <a:lnTo>
                    <a:pt x="4172" y="199008"/>
                  </a:lnTo>
                  <a:lnTo>
                    <a:pt x="5265" y="194152"/>
                  </a:lnTo>
                  <a:lnTo>
                    <a:pt x="8185" y="187351"/>
                  </a:lnTo>
                  <a:lnTo>
                    <a:pt x="8098" y="183225"/>
                  </a:lnTo>
                  <a:lnTo>
                    <a:pt x="8058" y="181390"/>
                  </a:lnTo>
                  <a:lnTo>
                    <a:pt x="5969" y="175050"/>
                  </a:lnTo>
                  <a:lnTo>
                    <a:pt x="4314" y="170755"/>
                  </a:lnTo>
                  <a:lnTo>
                    <a:pt x="1283" y="166860"/>
                  </a:lnTo>
                  <a:lnTo>
                    <a:pt x="0" y="163945"/>
                  </a:lnTo>
                  <a:lnTo>
                    <a:pt x="4227" y="157897"/>
                  </a:lnTo>
                  <a:lnTo>
                    <a:pt x="5917" y="152513"/>
                  </a:lnTo>
                  <a:lnTo>
                    <a:pt x="7368" y="147876"/>
                  </a:lnTo>
                  <a:lnTo>
                    <a:pt x="10680" y="137280"/>
                  </a:lnTo>
                  <a:lnTo>
                    <a:pt x="10888" y="132426"/>
                  </a:lnTo>
                  <a:lnTo>
                    <a:pt x="9896" y="125497"/>
                  </a:lnTo>
                  <a:lnTo>
                    <a:pt x="10099" y="122407"/>
                  </a:lnTo>
                  <a:lnTo>
                    <a:pt x="10376" y="118165"/>
                  </a:lnTo>
                  <a:lnTo>
                    <a:pt x="7234" y="111665"/>
                  </a:lnTo>
                  <a:lnTo>
                    <a:pt x="6829" y="107323"/>
                  </a:lnTo>
                  <a:lnTo>
                    <a:pt x="11642" y="103969"/>
                  </a:lnTo>
                  <a:lnTo>
                    <a:pt x="15663" y="102118"/>
                  </a:lnTo>
                  <a:lnTo>
                    <a:pt x="15762" y="98910"/>
                  </a:lnTo>
                  <a:lnTo>
                    <a:pt x="15876" y="95150"/>
                  </a:lnTo>
                  <a:lnTo>
                    <a:pt x="14993" y="87553"/>
                  </a:lnTo>
                  <a:lnTo>
                    <a:pt x="19710" y="87148"/>
                  </a:lnTo>
                  <a:lnTo>
                    <a:pt x="21661" y="81377"/>
                  </a:lnTo>
                  <a:lnTo>
                    <a:pt x="26675" y="83144"/>
                  </a:lnTo>
                  <a:lnTo>
                    <a:pt x="30443" y="79026"/>
                  </a:lnTo>
                  <a:lnTo>
                    <a:pt x="31354" y="72509"/>
                  </a:lnTo>
                  <a:lnTo>
                    <a:pt x="34580" y="68335"/>
                  </a:lnTo>
                  <a:lnTo>
                    <a:pt x="36225" y="61257"/>
                  </a:lnTo>
                  <a:lnTo>
                    <a:pt x="40441" y="57038"/>
                  </a:lnTo>
                  <a:lnTo>
                    <a:pt x="42101" y="59642"/>
                  </a:lnTo>
                  <a:lnTo>
                    <a:pt x="42085" y="71235"/>
                  </a:lnTo>
                  <a:lnTo>
                    <a:pt x="42983" y="72512"/>
                  </a:lnTo>
                  <a:lnTo>
                    <a:pt x="45854" y="76591"/>
                  </a:lnTo>
                  <a:lnTo>
                    <a:pt x="48237" y="74677"/>
                  </a:lnTo>
                  <a:lnTo>
                    <a:pt x="50426" y="72056"/>
                  </a:lnTo>
                  <a:lnTo>
                    <a:pt x="52960" y="69017"/>
                  </a:lnTo>
                  <a:lnTo>
                    <a:pt x="52931" y="64226"/>
                  </a:lnTo>
                  <a:lnTo>
                    <a:pt x="50910" y="57717"/>
                  </a:lnTo>
                  <a:lnTo>
                    <a:pt x="50655" y="55441"/>
                  </a:lnTo>
                  <a:lnTo>
                    <a:pt x="50050" y="50068"/>
                  </a:lnTo>
                  <a:lnTo>
                    <a:pt x="53843" y="45412"/>
                  </a:lnTo>
                  <a:lnTo>
                    <a:pt x="58900" y="40633"/>
                  </a:lnTo>
                  <a:lnTo>
                    <a:pt x="64746" y="39327"/>
                  </a:lnTo>
                  <a:lnTo>
                    <a:pt x="67142" y="38790"/>
                  </a:lnTo>
                  <a:lnTo>
                    <a:pt x="72546" y="36737"/>
                  </a:lnTo>
                  <a:lnTo>
                    <a:pt x="74706" y="33390"/>
                  </a:lnTo>
                  <a:lnTo>
                    <a:pt x="70427" y="32498"/>
                  </a:lnTo>
                  <a:lnTo>
                    <a:pt x="66810" y="32545"/>
                  </a:lnTo>
                  <a:lnTo>
                    <a:pt x="61491" y="26168"/>
                  </a:lnTo>
                  <a:lnTo>
                    <a:pt x="60137" y="22305"/>
                  </a:lnTo>
                  <a:lnTo>
                    <a:pt x="62419" y="15754"/>
                  </a:lnTo>
                  <a:lnTo>
                    <a:pt x="66942" y="10831"/>
                  </a:lnTo>
                  <a:lnTo>
                    <a:pt x="63240" y="5103"/>
                  </a:lnTo>
                  <a:lnTo>
                    <a:pt x="71931" y="4169"/>
                  </a:lnTo>
                  <a:lnTo>
                    <a:pt x="76797" y="0"/>
                  </a:lnTo>
                  <a:lnTo>
                    <a:pt x="79287" y="286"/>
                  </a:lnTo>
                  <a:lnTo>
                    <a:pt x="80107" y="379"/>
                  </a:lnTo>
                  <a:lnTo>
                    <a:pt x="90991" y="5142"/>
                  </a:lnTo>
                  <a:lnTo>
                    <a:pt x="97063" y="7971"/>
                  </a:lnTo>
                  <a:lnTo>
                    <a:pt x="99571" y="5996"/>
                  </a:lnTo>
                  <a:lnTo>
                    <a:pt x="104534" y="5456"/>
                  </a:lnTo>
                  <a:lnTo>
                    <a:pt x="112050" y="7284"/>
                  </a:lnTo>
                  <a:lnTo>
                    <a:pt x="112991" y="7512"/>
                  </a:lnTo>
                  <a:lnTo>
                    <a:pt x="118109" y="12135"/>
                  </a:lnTo>
                  <a:lnTo>
                    <a:pt x="120881" y="16747"/>
                  </a:lnTo>
                  <a:lnTo>
                    <a:pt x="126656" y="16118"/>
                  </a:lnTo>
                  <a:lnTo>
                    <a:pt x="131912" y="15520"/>
                  </a:lnTo>
                  <a:lnTo>
                    <a:pt x="136718" y="18943"/>
                  </a:lnTo>
                  <a:lnTo>
                    <a:pt x="145773" y="20491"/>
                  </a:lnTo>
                  <a:lnTo>
                    <a:pt x="152229" y="22967"/>
                  </a:lnTo>
                  <a:lnTo>
                    <a:pt x="158598" y="21353"/>
                  </a:lnTo>
                  <a:lnTo>
                    <a:pt x="166056" y="26921"/>
                  </a:lnTo>
                  <a:lnTo>
                    <a:pt x="165662" y="31111"/>
                  </a:lnTo>
                  <a:lnTo>
                    <a:pt x="167218" y="32535"/>
                  </a:lnTo>
                  <a:lnTo>
                    <a:pt x="172431" y="37298"/>
                  </a:lnTo>
                  <a:lnTo>
                    <a:pt x="177333" y="46145"/>
                  </a:lnTo>
                  <a:lnTo>
                    <a:pt x="172728" y="45833"/>
                  </a:lnTo>
                  <a:lnTo>
                    <a:pt x="168777" y="44147"/>
                  </a:lnTo>
                  <a:lnTo>
                    <a:pt x="166609" y="46286"/>
                  </a:lnTo>
                  <a:lnTo>
                    <a:pt x="167858" y="50481"/>
                  </a:lnTo>
                  <a:lnTo>
                    <a:pt x="168704" y="55469"/>
                  </a:lnTo>
                  <a:lnTo>
                    <a:pt x="174696" y="58987"/>
                  </a:lnTo>
                  <a:lnTo>
                    <a:pt x="176688" y="59056"/>
                  </a:lnTo>
                  <a:lnTo>
                    <a:pt x="177319" y="60842"/>
                  </a:lnTo>
                  <a:lnTo>
                    <a:pt x="180195" y="68978"/>
                  </a:lnTo>
                  <a:lnTo>
                    <a:pt x="182582" y="74512"/>
                  </a:lnTo>
                  <a:lnTo>
                    <a:pt x="181765" y="81725"/>
                  </a:lnTo>
                  <a:lnTo>
                    <a:pt x="183304" y="89875"/>
                  </a:lnTo>
                  <a:lnTo>
                    <a:pt x="183710" y="92027"/>
                  </a:lnTo>
                  <a:lnTo>
                    <a:pt x="185213" y="105082"/>
                  </a:lnTo>
                  <a:lnTo>
                    <a:pt x="181909" y="108488"/>
                  </a:lnTo>
                  <a:lnTo>
                    <a:pt x="180110" y="112047"/>
                  </a:lnTo>
                  <a:lnTo>
                    <a:pt x="175307" y="113377"/>
                  </a:lnTo>
                  <a:lnTo>
                    <a:pt x="174612" y="122073"/>
                  </a:lnTo>
                  <a:lnTo>
                    <a:pt x="174557" y="122750"/>
                  </a:lnTo>
                  <a:lnTo>
                    <a:pt x="175268" y="131252"/>
                  </a:lnTo>
                  <a:lnTo>
                    <a:pt x="169921" y="134130"/>
                  </a:lnTo>
                  <a:lnTo>
                    <a:pt x="169914" y="138282"/>
                  </a:lnTo>
                  <a:lnTo>
                    <a:pt x="164328" y="139727"/>
                  </a:lnTo>
                  <a:lnTo>
                    <a:pt x="159872" y="142772"/>
                  </a:lnTo>
                  <a:lnTo>
                    <a:pt x="158834" y="147539"/>
                  </a:lnTo>
                  <a:lnTo>
                    <a:pt x="158532" y="148925"/>
                  </a:lnTo>
                  <a:lnTo>
                    <a:pt x="159332" y="158882"/>
                  </a:lnTo>
                  <a:lnTo>
                    <a:pt x="158925" y="162616"/>
                  </a:lnTo>
                  <a:lnTo>
                    <a:pt x="162253" y="167395"/>
                  </a:lnTo>
                  <a:lnTo>
                    <a:pt x="167727" y="166185"/>
                  </a:lnTo>
                  <a:lnTo>
                    <a:pt x="173780" y="169349"/>
                  </a:lnTo>
                  <a:lnTo>
                    <a:pt x="176039" y="170782"/>
                  </a:lnTo>
                  <a:lnTo>
                    <a:pt x="177189" y="171510"/>
                  </a:lnTo>
                  <a:lnTo>
                    <a:pt x="185028" y="157413"/>
                  </a:lnTo>
                  <a:lnTo>
                    <a:pt x="185208" y="156379"/>
                  </a:lnTo>
                  <a:lnTo>
                    <a:pt x="185971" y="151992"/>
                  </a:lnTo>
                  <a:lnTo>
                    <a:pt x="187215" y="143737"/>
                  </a:lnTo>
                  <a:lnTo>
                    <a:pt x="188144" y="140529"/>
                  </a:lnTo>
                  <a:lnTo>
                    <a:pt x="195274" y="137446"/>
                  </a:lnTo>
                  <a:lnTo>
                    <a:pt x="195900" y="134215"/>
                  </a:lnTo>
                  <a:lnTo>
                    <a:pt x="203100" y="130979"/>
                  </a:lnTo>
                  <a:lnTo>
                    <a:pt x="207961" y="127974"/>
                  </a:lnTo>
                  <a:lnTo>
                    <a:pt x="208751" y="125231"/>
                  </a:lnTo>
                  <a:lnTo>
                    <a:pt x="214013" y="121986"/>
                  </a:lnTo>
                  <a:lnTo>
                    <a:pt x="222890" y="124104"/>
                  </a:lnTo>
                  <a:lnTo>
                    <a:pt x="229181" y="129299"/>
                  </a:lnTo>
                  <a:lnTo>
                    <a:pt x="235805" y="138090"/>
                  </a:lnTo>
                  <a:lnTo>
                    <a:pt x="238717" y="145454"/>
                  </a:lnTo>
                  <a:lnTo>
                    <a:pt x="239942" y="149502"/>
                  </a:lnTo>
                  <a:lnTo>
                    <a:pt x="242647" y="158445"/>
                  </a:lnTo>
                  <a:lnTo>
                    <a:pt x="248716" y="171035"/>
                  </a:lnTo>
                  <a:lnTo>
                    <a:pt x="253246" y="187281"/>
                  </a:lnTo>
                  <a:lnTo>
                    <a:pt x="255281" y="191781"/>
                  </a:lnTo>
                  <a:lnTo>
                    <a:pt x="257671" y="197061"/>
                  </a:lnTo>
                  <a:lnTo>
                    <a:pt x="263634" y="204231"/>
                  </a:lnTo>
                  <a:lnTo>
                    <a:pt x="263827" y="208875"/>
                  </a:lnTo>
                  <a:lnTo>
                    <a:pt x="262480" y="214820"/>
                  </a:lnTo>
                  <a:lnTo>
                    <a:pt x="264863" y="225282"/>
                  </a:lnTo>
                  <a:lnTo>
                    <a:pt x="264498" y="236265"/>
                  </a:lnTo>
                  <a:lnTo>
                    <a:pt x="261465" y="244211"/>
                  </a:lnTo>
                  <a:lnTo>
                    <a:pt x="256236" y="248131"/>
                  </a:lnTo>
                  <a:lnTo>
                    <a:pt x="252841" y="240220"/>
                  </a:lnTo>
                  <a:lnTo>
                    <a:pt x="256190" y="235985"/>
                  </a:lnTo>
                  <a:lnTo>
                    <a:pt x="251796" y="235691"/>
                  </a:lnTo>
                  <a:lnTo>
                    <a:pt x="246936" y="240757"/>
                  </a:lnTo>
                  <a:lnTo>
                    <a:pt x="249581" y="242765"/>
                  </a:lnTo>
                  <a:lnTo>
                    <a:pt x="250816" y="245614"/>
                  </a:lnTo>
                  <a:lnTo>
                    <a:pt x="244910" y="248849"/>
                  </a:lnTo>
                  <a:lnTo>
                    <a:pt x="245815" y="256610"/>
                  </a:lnTo>
                  <a:lnTo>
                    <a:pt x="244246" y="265579"/>
                  </a:lnTo>
                  <a:lnTo>
                    <a:pt x="240630" y="268063"/>
                  </a:lnTo>
                  <a:lnTo>
                    <a:pt x="234750" y="273002"/>
                  </a:lnTo>
                  <a:lnTo>
                    <a:pt x="234496" y="280852"/>
                  </a:lnTo>
                  <a:lnTo>
                    <a:pt x="234421" y="283145"/>
                  </a:lnTo>
                  <a:lnTo>
                    <a:pt x="235916" y="290389"/>
                  </a:lnTo>
                  <a:lnTo>
                    <a:pt x="233326" y="294066"/>
                  </a:lnTo>
                  <a:lnTo>
                    <a:pt x="233070" y="295789"/>
                  </a:lnTo>
                  <a:lnTo>
                    <a:pt x="232471" y="299802"/>
                  </a:lnTo>
                  <a:lnTo>
                    <a:pt x="230063" y="304625"/>
                  </a:lnTo>
                  <a:lnTo>
                    <a:pt x="226817" y="306529"/>
                  </a:lnTo>
                  <a:lnTo>
                    <a:pt x="226612" y="310497"/>
                  </a:lnTo>
                  <a:lnTo>
                    <a:pt x="223688" y="313456"/>
                  </a:lnTo>
                  <a:lnTo>
                    <a:pt x="221618" y="317747"/>
                  </a:lnTo>
                  <a:lnTo>
                    <a:pt x="223833" y="323211"/>
                  </a:lnTo>
                  <a:lnTo>
                    <a:pt x="222126" y="324268"/>
                  </a:lnTo>
                  <a:lnTo>
                    <a:pt x="203130" y="328934"/>
                  </a:lnTo>
                  <a:lnTo>
                    <a:pt x="195922" y="330675"/>
                  </a:lnTo>
                  <a:lnTo>
                    <a:pt x="180293" y="334413"/>
                  </a:lnTo>
                  <a:lnTo>
                    <a:pt x="166367" y="337656"/>
                  </a:lnTo>
                  <a:lnTo>
                    <a:pt x="163955" y="338213"/>
                  </a:lnTo>
                  <a:lnTo>
                    <a:pt x="161580" y="338761"/>
                  </a:lnTo>
                  <a:lnTo>
                    <a:pt x="138857" y="343860"/>
                  </a:lnTo>
                  <a:lnTo>
                    <a:pt x="137894" y="338474"/>
                  </a:lnTo>
                  <a:lnTo>
                    <a:pt x="136699" y="338700"/>
                  </a:lnTo>
                  <a:lnTo>
                    <a:pt x="113617" y="343017"/>
                  </a:lnTo>
                  <a:lnTo>
                    <a:pt x="111376" y="343430"/>
                  </a:lnTo>
                  <a:lnTo>
                    <a:pt x="107688" y="344111"/>
                  </a:lnTo>
                  <a:lnTo>
                    <a:pt x="84831" y="348265"/>
                  </a:lnTo>
                  <a:lnTo>
                    <a:pt x="76641" y="349727"/>
                  </a:lnTo>
                  <a:lnTo>
                    <a:pt x="59743" y="352616"/>
                  </a:lnTo>
                  <a:lnTo>
                    <a:pt x="49548" y="354331"/>
                  </a:lnTo>
                  <a:lnTo>
                    <a:pt x="32366" y="357265"/>
                  </a:lnTo>
                  <a:lnTo>
                    <a:pt x="30965" y="357497"/>
                  </a:lnTo>
                  <a:lnTo>
                    <a:pt x="23738" y="358686"/>
                  </a:lnTo>
                  <a:lnTo>
                    <a:pt x="20015" y="3592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59149" y="2585006"/>
              <a:ext cx="42978" cy="38428"/>
            </a:xfrm>
            <a:custGeom>
              <a:avLst/>
              <a:pathLst>
                <a:path w="42978" h="38428">
                  <a:moveTo>
                    <a:pt x="1535" y="31826"/>
                  </a:moveTo>
                  <a:lnTo>
                    <a:pt x="3594" y="29227"/>
                  </a:lnTo>
                  <a:lnTo>
                    <a:pt x="11965" y="23131"/>
                  </a:lnTo>
                  <a:lnTo>
                    <a:pt x="15992" y="20243"/>
                  </a:lnTo>
                  <a:lnTo>
                    <a:pt x="18460" y="18592"/>
                  </a:lnTo>
                  <a:lnTo>
                    <a:pt x="22549" y="16103"/>
                  </a:lnTo>
                  <a:lnTo>
                    <a:pt x="26931" y="11617"/>
                  </a:lnTo>
                  <a:lnTo>
                    <a:pt x="31756" y="6933"/>
                  </a:lnTo>
                  <a:lnTo>
                    <a:pt x="36178" y="4006"/>
                  </a:lnTo>
                  <a:lnTo>
                    <a:pt x="42548" y="0"/>
                  </a:lnTo>
                  <a:lnTo>
                    <a:pt x="42978" y="3716"/>
                  </a:lnTo>
                  <a:lnTo>
                    <a:pt x="36895" y="10168"/>
                  </a:lnTo>
                  <a:lnTo>
                    <a:pt x="36047" y="15572"/>
                  </a:lnTo>
                  <a:lnTo>
                    <a:pt x="28783" y="20542"/>
                  </a:lnTo>
                  <a:lnTo>
                    <a:pt x="21593" y="24126"/>
                  </a:lnTo>
                  <a:lnTo>
                    <a:pt x="19782" y="29941"/>
                  </a:lnTo>
                  <a:lnTo>
                    <a:pt x="12122" y="34872"/>
                  </a:lnTo>
                  <a:lnTo>
                    <a:pt x="6108" y="38428"/>
                  </a:lnTo>
                  <a:lnTo>
                    <a:pt x="3313" y="36555"/>
                  </a:lnTo>
                  <a:lnTo>
                    <a:pt x="0" y="3478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907025" y="2641842"/>
              <a:ext cx="408649" cy="198435"/>
            </a:xfrm>
            <a:custGeom>
              <a:avLst/>
              <a:pathLst>
                <a:path w="408649" h="198435">
                  <a:moveTo>
                    <a:pt x="0" y="97077"/>
                  </a:moveTo>
                  <a:lnTo>
                    <a:pt x="4811" y="92924"/>
                  </a:lnTo>
                  <a:lnTo>
                    <a:pt x="9846" y="90875"/>
                  </a:lnTo>
                  <a:lnTo>
                    <a:pt x="20495" y="85803"/>
                  </a:lnTo>
                  <a:lnTo>
                    <a:pt x="27052" y="78794"/>
                  </a:lnTo>
                  <a:lnTo>
                    <a:pt x="28748" y="76421"/>
                  </a:lnTo>
                  <a:lnTo>
                    <a:pt x="31347" y="72777"/>
                  </a:lnTo>
                  <a:lnTo>
                    <a:pt x="37490" y="69726"/>
                  </a:lnTo>
                  <a:lnTo>
                    <a:pt x="42038" y="69572"/>
                  </a:lnTo>
                  <a:lnTo>
                    <a:pt x="46135" y="68479"/>
                  </a:lnTo>
                  <a:lnTo>
                    <a:pt x="50095" y="67120"/>
                  </a:lnTo>
                  <a:lnTo>
                    <a:pt x="54896" y="66281"/>
                  </a:lnTo>
                  <a:lnTo>
                    <a:pt x="64867" y="59016"/>
                  </a:lnTo>
                  <a:lnTo>
                    <a:pt x="68927" y="52282"/>
                  </a:lnTo>
                  <a:lnTo>
                    <a:pt x="75251" y="50014"/>
                  </a:lnTo>
                  <a:lnTo>
                    <a:pt x="79148" y="48842"/>
                  </a:lnTo>
                  <a:lnTo>
                    <a:pt x="80341" y="46517"/>
                  </a:lnTo>
                  <a:lnTo>
                    <a:pt x="80747" y="45724"/>
                  </a:lnTo>
                  <a:lnTo>
                    <a:pt x="82073" y="40513"/>
                  </a:lnTo>
                  <a:lnTo>
                    <a:pt x="85830" y="36474"/>
                  </a:lnTo>
                  <a:lnTo>
                    <a:pt x="91637" y="30193"/>
                  </a:lnTo>
                  <a:lnTo>
                    <a:pt x="97720" y="26092"/>
                  </a:lnTo>
                  <a:lnTo>
                    <a:pt x="101279" y="21812"/>
                  </a:lnTo>
                  <a:lnTo>
                    <a:pt x="101880" y="21088"/>
                  </a:lnTo>
                  <a:lnTo>
                    <a:pt x="105583" y="13860"/>
                  </a:lnTo>
                  <a:lnTo>
                    <a:pt x="112519" y="8431"/>
                  </a:lnTo>
                  <a:lnTo>
                    <a:pt x="116007" y="5644"/>
                  </a:lnTo>
                  <a:lnTo>
                    <a:pt x="123265" y="2816"/>
                  </a:lnTo>
                  <a:lnTo>
                    <a:pt x="131977" y="654"/>
                  </a:lnTo>
                  <a:lnTo>
                    <a:pt x="139303" y="0"/>
                  </a:lnTo>
                  <a:lnTo>
                    <a:pt x="146397" y="420"/>
                  </a:lnTo>
                  <a:lnTo>
                    <a:pt x="151836" y="2295"/>
                  </a:lnTo>
                  <a:lnTo>
                    <a:pt x="151562" y="5400"/>
                  </a:lnTo>
                  <a:lnTo>
                    <a:pt x="140423" y="6826"/>
                  </a:lnTo>
                  <a:lnTo>
                    <a:pt x="132433" y="8229"/>
                  </a:lnTo>
                  <a:lnTo>
                    <a:pt x="133038" y="12807"/>
                  </a:lnTo>
                  <a:lnTo>
                    <a:pt x="129267" y="15933"/>
                  </a:lnTo>
                  <a:lnTo>
                    <a:pt x="125275" y="20407"/>
                  </a:lnTo>
                  <a:lnTo>
                    <a:pt x="120396" y="25626"/>
                  </a:lnTo>
                  <a:lnTo>
                    <a:pt x="120162" y="26482"/>
                  </a:lnTo>
                  <a:lnTo>
                    <a:pt x="118678" y="31896"/>
                  </a:lnTo>
                  <a:lnTo>
                    <a:pt x="113702" y="37708"/>
                  </a:lnTo>
                  <a:lnTo>
                    <a:pt x="112048" y="44494"/>
                  </a:lnTo>
                  <a:lnTo>
                    <a:pt x="109748" y="50215"/>
                  </a:lnTo>
                  <a:lnTo>
                    <a:pt x="109061" y="51923"/>
                  </a:lnTo>
                  <a:lnTo>
                    <a:pt x="108669" y="58245"/>
                  </a:lnTo>
                  <a:lnTo>
                    <a:pt x="114438" y="55534"/>
                  </a:lnTo>
                  <a:lnTo>
                    <a:pt x="121070" y="49620"/>
                  </a:lnTo>
                  <a:lnTo>
                    <a:pt x="126368" y="45639"/>
                  </a:lnTo>
                  <a:lnTo>
                    <a:pt x="131476" y="49019"/>
                  </a:lnTo>
                  <a:lnTo>
                    <a:pt x="132674" y="48935"/>
                  </a:lnTo>
                  <a:lnTo>
                    <a:pt x="141030" y="48339"/>
                  </a:lnTo>
                  <a:lnTo>
                    <a:pt x="148527" y="50032"/>
                  </a:lnTo>
                  <a:lnTo>
                    <a:pt x="154129" y="52184"/>
                  </a:lnTo>
                  <a:lnTo>
                    <a:pt x="160173" y="56315"/>
                  </a:lnTo>
                  <a:lnTo>
                    <a:pt x="162272" y="61379"/>
                  </a:lnTo>
                  <a:lnTo>
                    <a:pt x="167277" y="66891"/>
                  </a:lnTo>
                  <a:lnTo>
                    <a:pt x="175162" y="71465"/>
                  </a:lnTo>
                  <a:lnTo>
                    <a:pt x="176999" y="77454"/>
                  </a:lnTo>
                  <a:lnTo>
                    <a:pt x="188174" y="76506"/>
                  </a:lnTo>
                  <a:lnTo>
                    <a:pt x="191436" y="75234"/>
                  </a:lnTo>
                  <a:lnTo>
                    <a:pt x="199177" y="72206"/>
                  </a:lnTo>
                  <a:lnTo>
                    <a:pt x="204233" y="76598"/>
                  </a:lnTo>
                  <a:lnTo>
                    <a:pt x="209807" y="77099"/>
                  </a:lnTo>
                  <a:lnTo>
                    <a:pt x="212892" y="74039"/>
                  </a:lnTo>
                  <a:lnTo>
                    <a:pt x="214951" y="67129"/>
                  </a:lnTo>
                  <a:lnTo>
                    <a:pt x="219177" y="68262"/>
                  </a:lnTo>
                  <a:lnTo>
                    <a:pt x="223844" y="71476"/>
                  </a:lnTo>
                  <a:lnTo>
                    <a:pt x="228536" y="65097"/>
                  </a:lnTo>
                  <a:lnTo>
                    <a:pt x="242638" y="53825"/>
                  </a:lnTo>
                  <a:lnTo>
                    <a:pt x="245206" y="51737"/>
                  </a:lnTo>
                  <a:lnTo>
                    <a:pt x="253394" y="50231"/>
                  </a:lnTo>
                  <a:lnTo>
                    <a:pt x="260662" y="47821"/>
                  </a:lnTo>
                  <a:lnTo>
                    <a:pt x="261974" y="47384"/>
                  </a:lnTo>
                  <a:lnTo>
                    <a:pt x="282621" y="44374"/>
                  </a:lnTo>
                  <a:lnTo>
                    <a:pt x="294336" y="35872"/>
                  </a:lnTo>
                  <a:lnTo>
                    <a:pt x="295382" y="35475"/>
                  </a:lnTo>
                  <a:lnTo>
                    <a:pt x="298952" y="34117"/>
                  </a:lnTo>
                  <a:lnTo>
                    <a:pt x="310677" y="31098"/>
                  </a:lnTo>
                  <a:lnTo>
                    <a:pt x="308617" y="39981"/>
                  </a:lnTo>
                  <a:lnTo>
                    <a:pt x="310610" y="50149"/>
                  </a:lnTo>
                  <a:lnTo>
                    <a:pt x="315163" y="56016"/>
                  </a:lnTo>
                  <a:lnTo>
                    <a:pt x="322276" y="56052"/>
                  </a:lnTo>
                  <a:lnTo>
                    <a:pt x="331636" y="51858"/>
                  </a:lnTo>
                  <a:lnTo>
                    <a:pt x="336175" y="53667"/>
                  </a:lnTo>
                  <a:lnTo>
                    <a:pt x="343000" y="53761"/>
                  </a:lnTo>
                  <a:lnTo>
                    <a:pt x="344372" y="51207"/>
                  </a:lnTo>
                  <a:lnTo>
                    <a:pt x="346175" y="47847"/>
                  </a:lnTo>
                  <a:lnTo>
                    <a:pt x="353584" y="47098"/>
                  </a:lnTo>
                  <a:lnTo>
                    <a:pt x="358462" y="42019"/>
                  </a:lnTo>
                  <a:lnTo>
                    <a:pt x="363164" y="43016"/>
                  </a:lnTo>
                  <a:lnTo>
                    <a:pt x="363562" y="47073"/>
                  </a:lnTo>
                  <a:lnTo>
                    <a:pt x="364423" y="55431"/>
                  </a:lnTo>
                  <a:lnTo>
                    <a:pt x="368734" y="64645"/>
                  </a:lnTo>
                  <a:lnTo>
                    <a:pt x="368400" y="66043"/>
                  </a:lnTo>
                  <a:lnTo>
                    <a:pt x="369139" y="71742"/>
                  </a:lnTo>
                  <a:lnTo>
                    <a:pt x="374936" y="74273"/>
                  </a:lnTo>
                  <a:lnTo>
                    <a:pt x="378805" y="77855"/>
                  </a:lnTo>
                  <a:lnTo>
                    <a:pt x="384753" y="80086"/>
                  </a:lnTo>
                  <a:lnTo>
                    <a:pt x="387437" y="73741"/>
                  </a:lnTo>
                  <a:lnTo>
                    <a:pt x="393083" y="73233"/>
                  </a:lnTo>
                  <a:lnTo>
                    <a:pt x="400232" y="72706"/>
                  </a:lnTo>
                  <a:lnTo>
                    <a:pt x="408649" y="79147"/>
                  </a:lnTo>
                  <a:lnTo>
                    <a:pt x="407372" y="86182"/>
                  </a:lnTo>
                  <a:lnTo>
                    <a:pt x="404153" y="87090"/>
                  </a:lnTo>
                  <a:lnTo>
                    <a:pt x="399344" y="85511"/>
                  </a:lnTo>
                  <a:lnTo>
                    <a:pt x="391220" y="87873"/>
                  </a:lnTo>
                  <a:lnTo>
                    <a:pt x="384414" y="86821"/>
                  </a:lnTo>
                  <a:lnTo>
                    <a:pt x="374573" y="88361"/>
                  </a:lnTo>
                  <a:lnTo>
                    <a:pt x="372631" y="89006"/>
                  </a:lnTo>
                  <a:lnTo>
                    <a:pt x="364736" y="91618"/>
                  </a:lnTo>
                  <a:lnTo>
                    <a:pt x="358125" y="95028"/>
                  </a:lnTo>
                  <a:lnTo>
                    <a:pt x="351367" y="92373"/>
                  </a:lnTo>
                  <a:lnTo>
                    <a:pt x="346834" y="95876"/>
                  </a:lnTo>
                  <a:lnTo>
                    <a:pt x="343005" y="96334"/>
                  </a:lnTo>
                  <a:lnTo>
                    <a:pt x="337872" y="101152"/>
                  </a:lnTo>
                  <a:lnTo>
                    <a:pt x="340413" y="105737"/>
                  </a:lnTo>
                  <a:lnTo>
                    <a:pt x="335251" y="105859"/>
                  </a:lnTo>
                  <a:lnTo>
                    <a:pt x="326882" y="101204"/>
                  </a:lnTo>
                  <a:lnTo>
                    <a:pt x="320702" y="95820"/>
                  </a:lnTo>
                  <a:lnTo>
                    <a:pt x="311424" y="93695"/>
                  </a:lnTo>
                  <a:lnTo>
                    <a:pt x="304584" y="93665"/>
                  </a:lnTo>
                  <a:lnTo>
                    <a:pt x="297689" y="93531"/>
                  </a:lnTo>
                  <a:lnTo>
                    <a:pt x="288516" y="95428"/>
                  </a:lnTo>
                  <a:lnTo>
                    <a:pt x="283750" y="104611"/>
                  </a:lnTo>
                  <a:lnTo>
                    <a:pt x="281291" y="107096"/>
                  </a:lnTo>
                  <a:lnTo>
                    <a:pt x="274430" y="106601"/>
                  </a:lnTo>
                  <a:lnTo>
                    <a:pt x="271708" y="109905"/>
                  </a:lnTo>
                  <a:lnTo>
                    <a:pt x="269348" y="112763"/>
                  </a:lnTo>
                  <a:lnTo>
                    <a:pt x="259487" y="110528"/>
                  </a:lnTo>
                  <a:lnTo>
                    <a:pt x="247880" y="114563"/>
                  </a:lnTo>
                  <a:lnTo>
                    <a:pt x="245310" y="124346"/>
                  </a:lnTo>
                  <a:lnTo>
                    <a:pt x="241098" y="131427"/>
                  </a:lnTo>
                  <a:lnTo>
                    <a:pt x="240069" y="132506"/>
                  </a:lnTo>
                  <a:lnTo>
                    <a:pt x="235915" y="136855"/>
                  </a:lnTo>
                  <a:lnTo>
                    <a:pt x="232745" y="144961"/>
                  </a:lnTo>
                  <a:lnTo>
                    <a:pt x="232688" y="151763"/>
                  </a:lnTo>
                  <a:lnTo>
                    <a:pt x="227308" y="146706"/>
                  </a:lnTo>
                  <a:lnTo>
                    <a:pt x="226603" y="139909"/>
                  </a:lnTo>
                  <a:lnTo>
                    <a:pt x="229392" y="135834"/>
                  </a:lnTo>
                  <a:lnTo>
                    <a:pt x="220943" y="130434"/>
                  </a:lnTo>
                  <a:lnTo>
                    <a:pt x="218369" y="138562"/>
                  </a:lnTo>
                  <a:lnTo>
                    <a:pt x="211724" y="143937"/>
                  </a:lnTo>
                  <a:lnTo>
                    <a:pt x="204891" y="141075"/>
                  </a:lnTo>
                  <a:lnTo>
                    <a:pt x="199717" y="146834"/>
                  </a:lnTo>
                  <a:lnTo>
                    <a:pt x="196470" y="156999"/>
                  </a:lnTo>
                  <a:lnTo>
                    <a:pt x="195053" y="161414"/>
                  </a:lnTo>
                  <a:lnTo>
                    <a:pt x="192659" y="169899"/>
                  </a:lnTo>
                  <a:lnTo>
                    <a:pt x="187709" y="182280"/>
                  </a:lnTo>
                  <a:lnTo>
                    <a:pt x="183842" y="189940"/>
                  </a:lnTo>
                  <a:lnTo>
                    <a:pt x="182662" y="198435"/>
                  </a:lnTo>
                  <a:lnTo>
                    <a:pt x="179090" y="198030"/>
                  </a:lnTo>
                  <a:lnTo>
                    <a:pt x="175749" y="194737"/>
                  </a:lnTo>
                  <a:lnTo>
                    <a:pt x="172388" y="191240"/>
                  </a:lnTo>
                  <a:lnTo>
                    <a:pt x="173557" y="186905"/>
                  </a:lnTo>
                  <a:lnTo>
                    <a:pt x="175233" y="180511"/>
                  </a:lnTo>
                  <a:lnTo>
                    <a:pt x="175147" y="176004"/>
                  </a:lnTo>
                  <a:lnTo>
                    <a:pt x="172043" y="175183"/>
                  </a:lnTo>
                  <a:lnTo>
                    <a:pt x="169815" y="178008"/>
                  </a:lnTo>
                  <a:lnTo>
                    <a:pt x="166917" y="178575"/>
                  </a:lnTo>
                  <a:lnTo>
                    <a:pt x="163213" y="179189"/>
                  </a:lnTo>
                  <a:lnTo>
                    <a:pt x="163093" y="175751"/>
                  </a:lnTo>
                  <a:lnTo>
                    <a:pt x="162993" y="171363"/>
                  </a:lnTo>
                  <a:lnTo>
                    <a:pt x="165070" y="168549"/>
                  </a:lnTo>
                  <a:lnTo>
                    <a:pt x="164500" y="164191"/>
                  </a:lnTo>
                  <a:lnTo>
                    <a:pt x="164846" y="159806"/>
                  </a:lnTo>
                  <a:lnTo>
                    <a:pt x="164968" y="156830"/>
                  </a:lnTo>
                  <a:lnTo>
                    <a:pt x="161646" y="153542"/>
                  </a:lnTo>
                  <a:lnTo>
                    <a:pt x="163937" y="151405"/>
                  </a:lnTo>
                  <a:lnTo>
                    <a:pt x="162146" y="149124"/>
                  </a:lnTo>
                  <a:lnTo>
                    <a:pt x="160262" y="147756"/>
                  </a:lnTo>
                  <a:lnTo>
                    <a:pt x="157115" y="145468"/>
                  </a:lnTo>
                  <a:lnTo>
                    <a:pt x="151901" y="145466"/>
                  </a:lnTo>
                  <a:lnTo>
                    <a:pt x="149812" y="143073"/>
                  </a:lnTo>
                  <a:lnTo>
                    <a:pt x="146898" y="144621"/>
                  </a:lnTo>
                  <a:lnTo>
                    <a:pt x="146370" y="144491"/>
                  </a:lnTo>
                  <a:lnTo>
                    <a:pt x="143359" y="143746"/>
                  </a:lnTo>
                  <a:lnTo>
                    <a:pt x="141345" y="142076"/>
                  </a:lnTo>
                  <a:lnTo>
                    <a:pt x="144236" y="137000"/>
                  </a:lnTo>
                  <a:lnTo>
                    <a:pt x="141137" y="133393"/>
                  </a:lnTo>
                  <a:lnTo>
                    <a:pt x="137265" y="131875"/>
                  </a:lnTo>
                  <a:lnTo>
                    <a:pt x="133084" y="131125"/>
                  </a:lnTo>
                  <a:lnTo>
                    <a:pt x="129443" y="131971"/>
                  </a:lnTo>
                  <a:lnTo>
                    <a:pt x="124923" y="129851"/>
                  </a:lnTo>
                  <a:lnTo>
                    <a:pt x="123340" y="131112"/>
                  </a:lnTo>
                  <a:lnTo>
                    <a:pt x="116027" y="128627"/>
                  </a:lnTo>
                  <a:lnTo>
                    <a:pt x="112180" y="129668"/>
                  </a:lnTo>
                  <a:lnTo>
                    <a:pt x="111357" y="131895"/>
                  </a:lnTo>
                  <a:lnTo>
                    <a:pt x="108766" y="132379"/>
                  </a:lnTo>
                  <a:lnTo>
                    <a:pt x="107227" y="130511"/>
                  </a:lnTo>
                  <a:lnTo>
                    <a:pt x="106977" y="130466"/>
                  </a:lnTo>
                  <a:lnTo>
                    <a:pt x="103514" y="129851"/>
                  </a:lnTo>
                  <a:lnTo>
                    <a:pt x="99386" y="130922"/>
                  </a:lnTo>
                  <a:lnTo>
                    <a:pt x="91746" y="127642"/>
                  </a:lnTo>
                  <a:lnTo>
                    <a:pt x="88053" y="126051"/>
                  </a:lnTo>
                  <a:lnTo>
                    <a:pt x="81716" y="123312"/>
                  </a:lnTo>
                  <a:lnTo>
                    <a:pt x="48697" y="118660"/>
                  </a:lnTo>
                  <a:lnTo>
                    <a:pt x="31176" y="116081"/>
                  </a:lnTo>
                  <a:lnTo>
                    <a:pt x="19655" y="114349"/>
                  </a:lnTo>
                  <a:lnTo>
                    <a:pt x="16582" y="107552"/>
                  </a:lnTo>
                  <a:lnTo>
                    <a:pt x="12464" y="101240"/>
                  </a:lnTo>
                  <a:lnTo>
                    <a:pt x="8161" y="100144"/>
                  </a:lnTo>
                  <a:lnTo>
                    <a:pt x="5128" y="97558"/>
                  </a:lnTo>
                  <a:lnTo>
                    <a:pt x="2123" y="9960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319781" y="2550871"/>
              <a:ext cx="337575" cy="385303"/>
            </a:xfrm>
            <a:custGeom>
              <a:avLst/>
              <a:pathLst>
                <a:path w="337575" h="385303">
                  <a:moveTo>
                    <a:pt x="0" y="29136"/>
                  </a:moveTo>
                  <a:lnTo>
                    <a:pt x="12719" y="28715"/>
                  </a:lnTo>
                  <a:lnTo>
                    <a:pt x="35136" y="27776"/>
                  </a:lnTo>
                  <a:lnTo>
                    <a:pt x="53473" y="26898"/>
                  </a:lnTo>
                  <a:lnTo>
                    <a:pt x="80518" y="25502"/>
                  </a:lnTo>
                  <a:lnTo>
                    <a:pt x="81416" y="25448"/>
                  </a:lnTo>
                  <a:lnTo>
                    <a:pt x="88496" y="25014"/>
                  </a:lnTo>
                  <a:lnTo>
                    <a:pt x="87744" y="12947"/>
                  </a:lnTo>
                  <a:lnTo>
                    <a:pt x="87233" y="4872"/>
                  </a:lnTo>
                  <a:lnTo>
                    <a:pt x="86925" y="0"/>
                  </a:lnTo>
                  <a:lnTo>
                    <a:pt x="91068" y="1776"/>
                  </a:lnTo>
                  <a:lnTo>
                    <a:pt x="93941" y="571"/>
                  </a:lnTo>
                  <a:lnTo>
                    <a:pt x="95498" y="487"/>
                  </a:lnTo>
                  <a:lnTo>
                    <a:pt x="98766" y="2590"/>
                  </a:lnTo>
                  <a:lnTo>
                    <a:pt x="101453" y="3211"/>
                  </a:lnTo>
                  <a:lnTo>
                    <a:pt x="102726" y="10083"/>
                  </a:lnTo>
                  <a:lnTo>
                    <a:pt x="104097" y="15813"/>
                  </a:lnTo>
                  <a:lnTo>
                    <a:pt x="105229" y="17383"/>
                  </a:lnTo>
                  <a:lnTo>
                    <a:pt x="107010" y="23764"/>
                  </a:lnTo>
                  <a:lnTo>
                    <a:pt x="109057" y="31194"/>
                  </a:lnTo>
                  <a:lnTo>
                    <a:pt x="109142" y="34044"/>
                  </a:lnTo>
                  <a:lnTo>
                    <a:pt x="109000" y="37364"/>
                  </a:lnTo>
                  <a:lnTo>
                    <a:pt x="112455" y="40521"/>
                  </a:lnTo>
                  <a:lnTo>
                    <a:pt x="117341" y="42600"/>
                  </a:lnTo>
                  <a:lnTo>
                    <a:pt x="120042" y="42899"/>
                  </a:lnTo>
                  <a:lnTo>
                    <a:pt x="120719" y="42499"/>
                  </a:lnTo>
                  <a:lnTo>
                    <a:pt x="122425" y="41490"/>
                  </a:lnTo>
                  <a:lnTo>
                    <a:pt x="127040" y="41598"/>
                  </a:lnTo>
                  <a:lnTo>
                    <a:pt x="128456" y="42914"/>
                  </a:lnTo>
                  <a:lnTo>
                    <a:pt x="128630" y="44675"/>
                  </a:lnTo>
                  <a:lnTo>
                    <a:pt x="135503" y="44996"/>
                  </a:lnTo>
                  <a:lnTo>
                    <a:pt x="142604" y="45274"/>
                  </a:lnTo>
                  <a:lnTo>
                    <a:pt x="146170" y="45119"/>
                  </a:lnTo>
                  <a:lnTo>
                    <a:pt x="148138" y="48823"/>
                  </a:lnTo>
                  <a:lnTo>
                    <a:pt x="147940" y="51696"/>
                  </a:lnTo>
                  <a:lnTo>
                    <a:pt x="154031" y="51884"/>
                  </a:lnTo>
                  <a:lnTo>
                    <a:pt x="158794" y="50679"/>
                  </a:lnTo>
                  <a:lnTo>
                    <a:pt x="162760" y="49261"/>
                  </a:lnTo>
                  <a:lnTo>
                    <a:pt x="162644" y="46258"/>
                  </a:lnTo>
                  <a:lnTo>
                    <a:pt x="166563" y="45066"/>
                  </a:lnTo>
                  <a:lnTo>
                    <a:pt x="167455" y="43585"/>
                  </a:lnTo>
                  <a:lnTo>
                    <a:pt x="173365" y="42050"/>
                  </a:lnTo>
                  <a:lnTo>
                    <a:pt x="176248" y="42948"/>
                  </a:lnTo>
                  <a:lnTo>
                    <a:pt x="178543" y="42626"/>
                  </a:lnTo>
                  <a:lnTo>
                    <a:pt x="184238" y="41820"/>
                  </a:lnTo>
                  <a:lnTo>
                    <a:pt x="187033" y="43961"/>
                  </a:lnTo>
                  <a:lnTo>
                    <a:pt x="194508" y="46920"/>
                  </a:lnTo>
                  <a:lnTo>
                    <a:pt x="198477" y="46320"/>
                  </a:lnTo>
                  <a:lnTo>
                    <a:pt x="198855" y="48548"/>
                  </a:lnTo>
                  <a:lnTo>
                    <a:pt x="197995" y="51330"/>
                  </a:lnTo>
                  <a:lnTo>
                    <a:pt x="201653" y="52696"/>
                  </a:lnTo>
                  <a:lnTo>
                    <a:pt x="204214" y="51966"/>
                  </a:lnTo>
                  <a:lnTo>
                    <a:pt x="206944" y="53938"/>
                  </a:lnTo>
                  <a:lnTo>
                    <a:pt x="206752" y="58034"/>
                  </a:lnTo>
                  <a:lnTo>
                    <a:pt x="209418" y="61467"/>
                  </a:lnTo>
                  <a:lnTo>
                    <a:pt x="211925" y="66145"/>
                  </a:lnTo>
                  <a:lnTo>
                    <a:pt x="214145" y="64606"/>
                  </a:lnTo>
                  <a:lnTo>
                    <a:pt x="214721" y="62092"/>
                  </a:lnTo>
                  <a:lnTo>
                    <a:pt x="214437" y="59121"/>
                  </a:lnTo>
                  <a:lnTo>
                    <a:pt x="215662" y="56976"/>
                  </a:lnTo>
                  <a:lnTo>
                    <a:pt x="219910" y="56014"/>
                  </a:lnTo>
                  <a:lnTo>
                    <a:pt x="224533" y="55820"/>
                  </a:lnTo>
                  <a:lnTo>
                    <a:pt x="227154" y="58035"/>
                  </a:lnTo>
                  <a:lnTo>
                    <a:pt x="228479" y="62714"/>
                  </a:lnTo>
                  <a:lnTo>
                    <a:pt x="232307" y="62987"/>
                  </a:lnTo>
                  <a:lnTo>
                    <a:pt x="236666" y="64628"/>
                  </a:lnTo>
                  <a:lnTo>
                    <a:pt x="237397" y="64903"/>
                  </a:lnTo>
                  <a:lnTo>
                    <a:pt x="240261" y="64691"/>
                  </a:lnTo>
                  <a:lnTo>
                    <a:pt x="241786" y="69756"/>
                  </a:lnTo>
                  <a:lnTo>
                    <a:pt x="247606" y="69867"/>
                  </a:lnTo>
                  <a:lnTo>
                    <a:pt x="248717" y="73351"/>
                  </a:lnTo>
                  <a:lnTo>
                    <a:pt x="251947" y="72122"/>
                  </a:lnTo>
                  <a:lnTo>
                    <a:pt x="257492" y="71334"/>
                  </a:lnTo>
                  <a:lnTo>
                    <a:pt x="261118" y="69990"/>
                  </a:lnTo>
                  <a:lnTo>
                    <a:pt x="264758" y="65892"/>
                  </a:lnTo>
                  <a:lnTo>
                    <a:pt x="269702" y="62056"/>
                  </a:lnTo>
                  <a:lnTo>
                    <a:pt x="274761" y="58412"/>
                  </a:lnTo>
                  <a:lnTo>
                    <a:pt x="277431" y="57697"/>
                  </a:lnTo>
                  <a:lnTo>
                    <a:pt x="279629" y="61753"/>
                  </a:lnTo>
                  <a:lnTo>
                    <a:pt x="281273" y="65208"/>
                  </a:lnTo>
                  <a:lnTo>
                    <a:pt x="284589" y="66541"/>
                  </a:lnTo>
                  <a:lnTo>
                    <a:pt x="290307" y="64121"/>
                  </a:lnTo>
                  <a:lnTo>
                    <a:pt x="294533" y="64701"/>
                  </a:lnTo>
                  <a:lnTo>
                    <a:pt x="301174" y="64047"/>
                  </a:lnTo>
                  <a:lnTo>
                    <a:pt x="308898" y="62547"/>
                  </a:lnTo>
                  <a:lnTo>
                    <a:pt x="313687" y="63560"/>
                  </a:lnTo>
                  <a:lnTo>
                    <a:pt x="316668" y="67600"/>
                  </a:lnTo>
                  <a:lnTo>
                    <a:pt x="321461" y="68991"/>
                  </a:lnTo>
                  <a:lnTo>
                    <a:pt x="326298" y="66173"/>
                  </a:lnTo>
                  <a:lnTo>
                    <a:pt x="331751" y="66240"/>
                  </a:lnTo>
                  <a:lnTo>
                    <a:pt x="337575" y="65275"/>
                  </a:lnTo>
                  <a:lnTo>
                    <a:pt x="335087" y="68212"/>
                  </a:lnTo>
                  <a:lnTo>
                    <a:pt x="330739" y="70335"/>
                  </a:lnTo>
                  <a:lnTo>
                    <a:pt x="327704" y="72900"/>
                  </a:lnTo>
                  <a:lnTo>
                    <a:pt x="325514" y="74945"/>
                  </a:lnTo>
                  <a:lnTo>
                    <a:pt x="320140" y="77557"/>
                  </a:lnTo>
                  <a:lnTo>
                    <a:pt x="318214" y="79873"/>
                  </a:lnTo>
                  <a:lnTo>
                    <a:pt x="314147" y="81659"/>
                  </a:lnTo>
                  <a:lnTo>
                    <a:pt x="309412" y="84412"/>
                  </a:lnTo>
                  <a:lnTo>
                    <a:pt x="303724" y="86709"/>
                  </a:lnTo>
                  <a:lnTo>
                    <a:pt x="299627" y="88428"/>
                  </a:lnTo>
                  <a:lnTo>
                    <a:pt x="294860" y="91105"/>
                  </a:lnTo>
                  <a:lnTo>
                    <a:pt x="290417" y="94706"/>
                  </a:lnTo>
                  <a:lnTo>
                    <a:pt x="286834" y="97213"/>
                  </a:lnTo>
                  <a:lnTo>
                    <a:pt x="281588" y="102242"/>
                  </a:lnTo>
                  <a:lnTo>
                    <a:pt x="275527" y="108959"/>
                  </a:lnTo>
                  <a:lnTo>
                    <a:pt x="270733" y="114969"/>
                  </a:lnTo>
                  <a:lnTo>
                    <a:pt x="266419" y="122141"/>
                  </a:lnTo>
                  <a:lnTo>
                    <a:pt x="261617" y="128691"/>
                  </a:lnTo>
                  <a:lnTo>
                    <a:pt x="258886" y="132138"/>
                  </a:lnTo>
                  <a:lnTo>
                    <a:pt x="254093" y="135873"/>
                  </a:lnTo>
                  <a:lnTo>
                    <a:pt x="251417" y="140308"/>
                  </a:lnTo>
                  <a:lnTo>
                    <a:pt x="247637" y="143558"/>
                  </a:lnTo>
                  <a:lnTo>
                    <a:pt x="245385" y="146431"/>
                  </a:lnTo>
                  <a:lnTo>
                    <a:pt x="244893" y="147057"/>
                  </a:lnTo>
                  <a:lnTo>
                    <a:pt x="240778" y="150258"/>
                  </a:lnTo>
                  <a:lnTo>
                    <a:pt x="236431" y="154460"/>
                  </a:lnTo>
                  <a:lnTo>
                    <a:pt x="234471" y="156598"/>
                  </a:lnTo>
                  <a:lnTo>
                    <a:pt x="237182" y="162714"/>
                  </a:lnTo>
                  <a:lnTo>
                    <a:pt x="235580" y="162608"/>
                  </a:lnTo>
                  <a:lnTo>
                    <a:pt x="233233" y="161275"/>
                  </a:lnTo>
                  <a:lnTo>
                    <a:pt x="231342" y="161647"/>
                  </a:lnTo>
                  <a:lnTo>
                    <a:pt x="229813" y="164176"/>
                  </a:lnTo>
                  <a:lnTo>
                    <a:pt x="229014" y="166250"/>
                  </a:lnTo>
                  <a:lnTo>
                    <a:pt x="225176" y="166719"/>
                  </a:lnTo>
                  <a:lnTo>
                    <a:pt x="226226" y="177587"/>
                  </a:lnTo>
                  <a:lnTo>
                    <a:pt x="226702" y="182668"/>
                  </a:lnTo>
                  <a:lnTo>
                    <a:pt x="227753" y="193896"/>
                  </a:lnTo>
                  <a:lnTo>
                    <a:pt x="228288" y="199518"/>
                  </a:lnTo>
                  <a:lnTo>
                    <a:pt x="228799" y="204896"/>
                  </a:lnTo>
                  <a:lnTo>
                    <a:pt x="226954" y="206527"/>
                  </a:lnTo>
                  <a:lnTo>
                    <a:pt x="226574" y="208948"/>
                  </a:lnTo>
                  <a:lnTo>
                    <a:pt x="224711" y="208873"/>
                  </a:lnTo>
                  <a:lnTo>
                    <a:pt x="222259" y="210235"/>
                  </a:lnTo>
                  <a:lnTo>
                    <a:pt x="221399" y="212233"/>
                  </a:lnTo>
                  <a:lnTo>
                    <a:pt x="218137" y="212722"/>
                  </a:lnTo>
                  <a:lnTo>
                    <a:pt x="216712" y="214415"/>
                  </a:lnTo>
                  <a:lnTo>
                    <a:pt x="213442" y="216141"/>
                  </a:lnTo>
                  <a:lnTo>
                    <a:pt x="210756" y="219043"/>
                  </a:lnTo>
                  <a:lnTo>
                    <a:pt x="209314" y="222342"/>
                  </a:lnTo>
                  <a:lnTo>
                    <a:pt x="208811" y="225351"/>
                  </a:lnTo>
                  <a:lnTo>
                    <a:pt x="206886" y="229011"/>
                  </a:lnTo>
                  <a:lnTo>
                    <a:pt x="206263" y="229541"/>
                  </a:lnTo>
                  <a:lnTo>
                    <a:pt x="205037" y="230582"/>
                  </a:lnTo>
                  <a:lnTo>
                    <a:pt x="204677" y="235255"/>
                  </a:lnTo>
                  <a:lnTo>
                    <a:pt x="204651" y="235593"/>
                  </a:lnTo>
                  <a:lnTo>
                    <a:pt x="205336" y="239820"/>
                  </a:lnTo>
                  <a:lnTo>
                    <a:pt x="209006" y="240184"/>
                  </a:lnTo>
                  <a:lnTo>
                    <a:pt x="211058" y="240350"/>
                  </a:lnTo>
                  <a:lnTo>
                    <a:pt x="212554" y="242297"/>
                  </a:lnTo>
                  <a:lnTo>
                    <a:pt x="214739" y="245590"/>
                  </a:lnTo>
                  <a:lnTo>
                    <a:pt x="216759" y="247651"/>
                  </a:lnTo>
                  <a:lnTo>
                    <a:pt x="216475" y="250415"/>
                  </a:lnTo>
                  <a:lnTo>
                    <a:pt x="214987" y="254453"/>
                  </a:lnTo>
                  <a:lnTo>
                    <a:pt x="212979" y="257270"/>
                  </a:lnTo>
                  <a:lnTo>
                    <a:pt x="212425" y="258047"/>
                  </a:lnTo>
                  <a:lnTo>
                    <a:pt x="212669" y="262923"/>
                  </a:lnTo>
                  <a:lnTo>
                    <a:pt x="212717" y="263893"/>
                  </a:lnTo>
                  <a:lnTo>
                    <a:pt x="214399" y="269085"/>
                  </a:lnTo>
                  <a:lnTo>
                    <a:pt x="212371" y="271741"/>
                  </a:lnTo>
                  <a:lnTo>
                    <a:pt x="211826" y="272453"/>
                  </a:lnTo>
                  <a:lnTo>
                    <a:pt x="213950" y="275070"/>
                  </a:lnTo>
                  <a:lnTo>
                    <a:pt x="214929" y="280271"/>
                  </a:lnTo>
                  <a:lnTo>
                    <a:pt x="214645" y="285530"/>
                  </a:lnTo>
                  <a:lnTo>
                    <a:pt x="214620" y="286000"/>
                  </a:lnTo>
                  <a:lnTo>
                    <a:pt x="213430" y="291729"/>
                  </a:lnTo>
                  <a:lnTo>
                    <a:pt x="214079" y="292284"/>
                  </a:lnTo>
                  <a:lnTo>
                    <a:pt x="217126" y="294891"/>
                  </a:lnTo>
                  <a:lnTo>
                    <a:pt x="218891" y="296398"/>
                  </a:lnTo>
                  <a:lnTo>
                    <a:pt x="222952" y="301036"/>
                  </a:lnTo>
                  <a:lnTo>
                    <a:pt x="226328" y="303025"/>
                  </a:lnTo>
                  <a:lnTo>
                    <a:pt x="233359" y="303640"/>
                  </a:lnTo>
                  <a:lnTo>
                    <a:pt x="235095" y="303434"/>
                  </a:lnTo>
                  <a:lnTo>
                    <a:pt x="237271" y="304514"/>
                  </a:lnTo>
                  <a:lnTo>
                    <a:pt x="237411" y="304583"/>
                  </a:lnTo>
                  <a:lnTo>
                    <a:pt x="238797" y="307889"/>
                  </a:lnTo>
                  <a:lnTo>
                    <a:pt x="241096" y="309711"/>
                  </a:lnTo>
                  <a:lnTo>
                    <a:pt x="241746" y="310226"/>
                  </a:lnTo>
                  <a:lnTo>
                    <a:pt x="247548" y="311724"/>
                  </a:lnTo>
                  <a:lnTo>
                    <a:pt x="248833" y="312209"/>
                  </a:lnTo>
                  <a:lnTo>
                    <a:pt x="254691" y="314412"/>
                  </a:lnTo>
                  <a:lnTo>
                    <a:pt x="257166" y="317047"/>
                  </a:lnTo>
                  <a:lnTo>
                    <a:pt x="258812" y="322576"/>
                  </a:lnTo>
                  <a:lnTo>
                    <a:pt x="260801" y="324593"/>
                  </a:lnTo>
                  <a:lnTo>
                    <a:pt x="262739" y="326558"/>
                  </a:lnTo>
                  <a:lnTo>
                    <a:pt x="267525" y="328387"/>
                  </a:lnTo>
                  <a:lnTo>
                    <a:pt x="271257" y="332242"/>
                  </a:lnTo>
                  <a:lnTo>
                    <a:pt x="274969" y="334294"/>
                  </a:lnTo>
                  <a:lnTo>
                    <a:pt x="275641" y="334400"/>
                  </a:lnTo>
                  <a:lnTo>
                    <a:pt x="281308" y="335292"/>
                  </a:lnTo>
                  <a:lnTo>
                    <a:pt x="282213" y="336323"/>
                  </a:lnTo>
                  <a:lnTo>
                    <a:pt x="285746" y="340340"/>
                  </a:lnTo>
                  <a:lnTo>
                    <a:pt x="289281" y="344187"/>
                  </a:lnTo>
                  <a:lnTo>
                    <a:pt x="289475" y="344537"/>
                  </a:lnTo>
                  <a:lnTo>
                    <a:pt x="292023" y="349112"/>
                  </a:lnTo>
                  <a:lnTo>
                    <a:pt x="291741" y="352247"/>
                  </a:lnTo>
                  <a:lnTo>
                    <a:pt x="291389" y="356153"/>
                  </a:lnTo>
                  <a:lnTo>
                    <a:pt x="292795" y="360343"/>
                  </a:lnTo>
                  <a:lnTo>
                    <a:pt x="293981" y="362542"/>
                  </a:lnTo>
                  <a:lnTo>
                    <a:pt x="295132" y="366629"/>
                  </a:lnTo>
                  <a:lnTo>
                    <a:pt x="282323" y="367986"/>
                  </a:lnTo>
                  <a:lnTo>
                    <a:pt x="276708" y="368572"/>
                  </a:lnTo>
                  <a:lnTo>
                    <a:pt x="271111" y="369147"/>
                  </a:lnTo>
                  <a:lnTo>
                    <a:pt x="266674" y="369596"/>
                  </a:lnTo>
                  <a:lnTo>
                    <a:pt x="254716" y="370781"/>
                  </a:lnTo>
                  <a:lnTo>
                    <a:pt x="250069" y="371232"/>
                  </a:lnTo>
                  <a:lnTo>
                    <a:pt x="237396" y="372451"/>
                  </a:lnTo>
                  <a:lnTo>
                    <a:pt x="232505" y="372910"/>
                  </a:lnTo>
                  <a:lnTo>
                    <a:pt x="217619" y="374295"/>
                  </a:lnTo>
                  <a:lnTo>
                    <a:pt x="210383" y="374923"/>
                  </a:lnTo>
                  <a:lnTo>
                    <a:pt x="209216" y="375023"/>
                  </a:lnTo>
                  <a:lnTo>
                    <a:pt x="200774" y="375735"/>
                  </a:lnTo>
                  <a:lnTo>
                    <a:pt x="188157" y="376768"/>
                  </a:lnTo>
                  <a:lnTo>
                    <a:pt x="184426" y="377066"/>
                  </a:lnTo>
                  <a:lnTo>
                    <a:pt x="181050" y="377330"/>
                  </a:lnTo>
                  <a:lnTo>
                    <a:pt x="165899" y="378479"/>
                  </a:lnTo>
                  <a:lnTo>
                    <a:pt x="152858" y="379386"/>
                  </a:lnTo>
                  <a:lnTo>
                    <a:pt x="146146" y="379836"/>
                  </a:lnTo>
                  <a:lnTo>
                    <a:pt x="143688" y="380004"/>
                  </a:lnTo>
                  <a:lnTo>
                    <a:pt x="124312" y="381273"/>
                  </a:lnTo>
                  <a:lnTo>
                    <a:pt x="123385" y="381331"/>
                  </a:lnTo>
                  <a:lnTo>
                    <a:pt x="121484" y="381448"/>
                  </a:lnTo>
                  <a:lnTo>
                    <a:pt x="107344" y="382287"/>
                  </a:lnTo>
                  <a:lnTo>
                    <a:pt x="99205" y="382783"/>
                  </a:lnTo>
                  <a:lnTo>
                    <a:pt x="96067" y="382969"/>
                  </a:lnTo>
                  <a:lnTo>
                    <a:pt x="94543" y="383059"/>
                  </a:lnTo>
                  <a:lnTo>
                    <a:pt x="78169" y="383950"/>
                  </a:lnTo>
                  <a:lnTo>
                    <a:pt x="76919" y="384012"/>
                  </a:lnTo>
                  <a:lnTo>
                    <a:pt x="67862" y="384449"/>
                  </a:lnTo>
                  <a:lnTo>
                    <a:pt x="61014" y="384765"/>
                  </a:lnTo>
                  <a:lnTo>
                    <a:pt x="49006" y="385303"/>
                  </a:lnTo>
                  <a:lnTo>
                    <a:pt x="48859" y="381929"/>
                  </a:lnTo>
                  <a:lnTo>
                    <a:pt x="48046" y="362608"/>
                  </a:lnTo>
                  <a:lnTo>
                    <a:pt x="47092" y="340032"/>
                  </a:lnTo>
                  <a:lnTo>
                    <a:pt x="46642" y="329413"/>
                  </a:lnTo>
                  <a:lnTo>
                    <a:pt x="46073" y="317488"/>
                  </a:lnTo>
                  <a:lnTo>
                    <a:pt x="45801" y="311788"/>
                  </a:lnTo>
                  <a:lnTo>
                    <a:pt x="45259" y="300465"/>
                  </a:lnTo>
                  <a:lnTo>
                    <a:pt x="44725" y="289300"/>
                  </a:lnTo>
                  <a:lnTo>
                    <a:pt x="43816" y="270351"/>
                  </a:lnTo>
                  <a:lnTo>
                    <a:pt x="43695" y="267835"/>
                  </a:lnTo>
                  <a:lnTo>
                    <a:pt x="43078" y="266612"/>
                  </a:lnTo>
                  <a:lnTo>
                    <a:pt x="42453" y="265371"/>
                  </a:lnTo>
                  <a:lnTo>
                    <a:pt x="40579" y="263539"/>
                  </a:lnTo>
                  <a:lnTo>
                    <a:pt x="38708" y="262939"/>
                  </a:lnTo>
                  <a:lnTo>
                    <a:pt x="36112" y="261616"/>
                  </a:lnTo>
                  <a:lnTo>
                    <a:pt x="33473" y="261587"/>
                  </a:lnTo>
                  <a:lnTo>
                    <a:pt x="31790" y="259916"/>
                  </a:lnTo>
                  <a:lnTo>
                    <a:pt x="30233" y="257258"/>
                  </a:lnTo>
                  <a:lnTo>
                    <a:pt x="28329" y="253606"/>
                  </a:lnTo>
                  <a:lnTo>
                    <a:pt x="25725" y="250443"/>
                  </a:lnTo>
                  <a:lnTo>
                    <a:pt x="25317" y="249946"/>
                  </a:lnTo>
                  <a:lnTo>
                    <a:pt x="24903" y="248308"/>
                  </a:lnTo>
                  <a:lnTo>
                    <a:pt x="25971" y="246003"/>
                  </a:lnTo>
                  <a:lnTo>
                    <a:pt x="29529" y="242775"/>
                  </a:lnTo>
                  <a:lnTo>
                    <a:pt x="32733" y="240641"/>
                  </a:lnTo>
                  <a:lnTo>
                    <a:pt x="34512" y="237388"/>
                  </a:lnTo>
                  <a:lnTo>
                    <a:pt x="36381" y="235011"/>
                  </a:lnTo>
                  <a:lnTo>
                    <a:pt x="36917" y="231381"/>
                  </a:lnTo>
                  <a:lnTo>
                    <a:pt x="37111" y="227244"/>
                  </a:lnTo>
                  <a:lnTo>
                    <a:pt x="36406" y="221979"/>
                  </a:lnTo>
                  <a:lnTo>
                    <a:pt x="36461" y="221629"/>
                  </a:lnTo>
                  <a:lnTo>
                    <a:pt x="37108" y="217558"/>
                  </a:lnTo>
                  <a:lnTo>
                    <a:pt x="34876" y="208804"/>
                  </a:lnTo>
                  <a:lnTo>
                    <a:pt x="34358" y="202334"/>
                  </a:lnTo>
                  <a:lnTo>
                    <a:pt x="32176" y="199889"/>
                  </a:lnTo>
                  <a:lnTo>
                    <a:pt x="29197" y="195011"/>
                  </a:lnTo>
                  <a:lnTo>
                    <a:pt x="27266" y="186582"/>
                  </a:lnTo>
                  <a:lnTo>
                    <a:pt x="25251" y="182520"/>
                  </a:lnTo>
                  <a:lnTo>
                    <a:pt x="25021" y="182054"/>
                  </a:lnTo>
                  <a:lnTo>
                    <a:pt x="25037" y="178413"/>
                  </a:lnTo>
                  <a:lnTo>
                    <a:pt x="24727" y="172906"/>
                  </a:lnTo>
                  <a:lnTo>
                    <a:pt x="25473" y="164090"/>
                  </a:lnTo>
                  <a:lnTo>
                    <a:pt x="22131" y="157869"/>
                  </a:lnTo>
                  <a:lnTo>
                    <a:pt x="22585" y="153226"/>
                  </a:lnTo>
                  <a:lnTo>
                    <a:pt x="22071" y="148729"/>
                  </a:lnTo>
                  <a:lnTo>
                    <a:pt x="21426" y="143062"/>
                  </a:lnTo>
                  <a:lnTo>
                    <a:pt x="21138" y="140534"/>
                  </a:lnTo>
                  <a:lnTo>
                    <a:pt x="19952" y="129938"/>
                  </a:lnTo>
                  <a:lnTo>
                    <a:pt x="19866" y="126119"/>
                  </a:lnTo>
                  <a:lnTo>
                    <a:pt x="19759" y="121382"/>
                  </a:lnTo>
                  <a:lnTo>
                    <a:pt x="18318" y="116425"/>
                  </a:lnTo>
                  <a:lnTo>
                    <a:pt x="17772" y="114942"/>
                  </a:lnTo>
                  <a:lnTo>
                    <a:pt x="16053" y="110273"/>
                  </a:lnTo>
                  <a:lnTo>
                    <a:pt x="12838" y="103917"/>
                  </a:lnTo>
                  <a:lnTo>
                    <a:pt x="10831" y="98207"/>
                  </a:lnTo>
                  <a:lnTo>
                    <a:pt x="9225" y="92214"/>
                  </a:lnTo>
                  <a:lnTo>
                    <a:pt x="7475" y="88041"/>
                  </a:lnTo>
                  <a:lnTo>
                    <a:pt x="5505" y="83088"/>
                  </a:lnTo>
                  <a:lnTo>
                    <a:pt x="5533" y="82784"/>
                  </a:lnTo>
                  <a:lnTo>
                    <a:pt x="5655" y="81447"/>
                  </a:lnTo>
                  <a:lnTo>
                    <a:pt x="6037" y="77261"/>
                  </a:lnTo>
                  <a:lnTo>
                    <a:pt x="5467" y="71634"/>
                  </a:lnTo>
                  <a:lnTo>
                    <a:pt x="5206" y="66051"/>
                  </a:lnTo>
                  <a:lnTo>
                    <a:pt x="4534" y="59452"/>
                  </a:lnTo>
                  <a:lnTo>
                    <a:pt x="4557" y="58902"/>
                  </a:lnTo>
                  <a:lnTo>
                    <a:pt x="4566" y="58697"/>
                  </a:lnTo>
                  <a:lnTo>
                    <a:pt x="4677" y="56100"/>
                  </a:lnTo>
                  <a:lnTo>
                    <a:pt x="6318" y="50562"/>
                  </a:lnTo>
                  <a:lnTo>
                    <a:pt x="5295" y="47628"/>
                  </a:lnTo>
                  <a:lnTo>
                    <a:pt x="3809" y="43842"/>
                  </a:lnTo>
                  <a:lnTo>
                    <a:pt x="2094" y="37722"/>
                  </a:lnTo>
                  <a:lnTo>
                    <a:pt x="178" y="32696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369894" y="3492118"/>
              <a:ext cx="643372" cy="525204"/>
            </a:xfrm>
            <a:custGeom>
              <a:avLst/>
              <a:pathLst>
                <a:path w="643372" h="525204">
                  <a:moveTo>
                    <a:pt x="0" y="30537"/>
                  </a:moveTo>
                  <a:lnTo>
                    <a:pt x="20702" y="29792"/>
                  </a:lnTo>
                  <a:lnTo>
                    <a:pt x="34883" y="29236"/>
                  </a:lnTo>
                  <a:lnTo>
                    <a:pt x="38297" y="29098"/>
                  </a:lnTo>
                  <a:lnTo>
                    <a:pt x="50167" y="28592"/>
                  </a:lnTo>
                  <a:lnTo>
                    <a:pt x="62038" y="28068"/>
                  </a:lnTo>
                  <a:lnTo>
                    <a:pt x="75751" y="27465"/>
                  </a:lnTo>
                  <a:lnTo>
                    <a:pt x="84201" y="27081"/>
                  </a:lnTo>
                  <a:lnTo>
                    <a:pt x="100929" y="26240"/>
                  </a:lnTo>
                  <a:lnTo>
                    <a:pt x="109663" y="25786"/>
                  </a:lnTo>
                  <a:lnTo>
                    <a:pt x="115233" y="25389"/>
                  </a:lnTo>
                  <a:lnTo>
                    <a:pt x="129496" y="24352"/>
                  </a:lnTo>
                  <a:lnTo>
                    <a:pt x="136468" y="23809"/>
                  </a:lnTo>
                  <a:lnTo>
                    <a:pt x="149006" y="22817"/>
                  </a:lnTo>
                  <a:lnTo>
                    <a:pt x="155714" y="22195"/>
                  </a:lnTo>
                  <a:lnTo>
                    <a:pt x="171201" y="20734"/>
                  </a:lnTo>
                  <a:lnTo>
                    <a:pt x="177110" y="20203"/>
                  </a:lnTo>
                  <a:lnTo>
                    <a:pt x="192814" y="18767"/>
                  </a:lnTo>
                  <a:lnTo>
                    <a:pt x="196405" y="18468"/>
                  </a:lnTo>
                  <a:lnTo>
                    <a:pt x="212604" y="17096"/>
                  </a:lnTo>
                  <a:lnTo>
                    <a:pt x="215173" y="16875"/>
                  </a:lnTo>
                  <a:lnTo>
                    <a:pt x="233761" y="15073"/>
                  </a:lnTo>
                  <a:lnTo>
                    <a:pt x="237170" y="14674"/>
                  </a:lnTo>
                  <a:lnTo>
                    <a:pt x="250948" y="13044"/>
                  </a:lnTo>
                  <a:lnTo>
                    <a:pt x="271068" y="11073"/>
                  </a:lnTo>
                  <a:lnTo>
                    <a:pt x="273541" y="10827"/>
                  </a:lnTo>
                  <a:lnTo>
                    <a:pt x="277856" y="10307"/>
                  </a:lnTo>
                  <a:lnTo>
                    <a:pt x="294142" y="8321"/>
                  </a:lnTo>
                  <a:lnTo>
                    <a:pt x="303248" y="7248"/>
                  </a:lnTo>
                  <a:lnTo>
                    <a:pt x="318371" y="5439"/>
                  </a:lnTo>
                  <a:lnTo>
                    <a:pt x="339279" y="2768"/>
                  </a:lnTo>
                  <a:lnTo>
                    <a:pt x="339617" y="2724"/>
                  </a:lnTo>
                  <a:lnTo>
                    <a:pt x="358147" y="0"/>
                  </a:lnTo>
                  <a:lnTo>
                    <a:pt x="359362" y="1045"/>
                  </a:lnTo>
                  <a:lnTo>
                    <a:pt x="362413" y="3667"/>
                  </a:lnTo>
                  <a:lnTo>
                    <a:pt x="364004" y="6803"/>
                  </a:lnTo>
                  <a:lnTo>
                    <a:pt x="368747" y="7719"/>
                  </a:lnTo>
                  <a:lnTo>
                    <a:pt x="370136" y="12182"/>
                  </a:lnTo>
                  <a:lnTo>
                    <a:pt x="374531" y="16338"/>
                  </a:lnTo>
                  <a:lnTo>
                    <a:pt x="378822" y="19219"/>
                  </a:lnTo>
                  <a:lnTo>
                    <a:pt x="381047" y="22634"/>
                  </a:lnTo>
                  <a:lnTo>
                    <a:pt x="388308" y="24671"/>
                  </a:lnTo>
                  <a:lnTo>
                    <a:pt x="384492" y="31658"/>
                  </a:lnTo>
                  <a:lnTo>
                    <a:pt x="383032" y="38000"/>
                  </a:lnTo>
                  <a:lnTo>
                    <a:pt x="382915" y="40515"/>
                  </a:lnTo>
                  <a:lnTo>
                    <a:pt x="382646" y="46270"/>
                  </a:lnTo>
                  <a:lnTo>
                    <a:pt x="382480" y="49792"/>
                  </a:lnTo>
                  <a:lnTo>
                    <a:pt x="384814" y="60424"/>
                  </a:lnTo>
                  <a:lnTo>
                    <a:pt x="386706" y="67178"/>
                  </a:lnTo>
                  <a:lnTo>
                    <a:pt x="391744" y="75256"/>
                  </a:lnTo>
                  <a:lnTo>
                    <a:pt x="391779" y="75391"/>
                  </a:lnTo>
                  <a:lnTo>
                    <a:pt x="392918" y="79698"/>
                  </a:lnTo>
                  <a:lnTo>
                    <a:pt x="393002" y="87028"/>
                  </a:lnTo>
                  <a:lnTo>
                    <a:pt x="396705" y="89519"/>
                  </a:lnTo>
                  <a:lnTo>
                    <a:pt x="400345" y="93098"/>
                  </a:lnTo>
                  <a:lnTo>
                    <a:pt x="400407" y="96492"/>
                  </a:lnTo>
                  <a:lnTo>
                    <a:pt x="400471" y="99988"/>
                  </a:lnTo>
                  <a:lnTo>
                    <a:pt x="406531" y="104401"/>
                  </a:lnTo>
                  <a:lnTo>
                    <a:pt x="409429" y="106508"/>
                  </a:lnTo>
                  <a:lnTo>
                    <a:pt x="418599" y="113499"/>
                  </a:lnTo>
                  <a:lnTo>
                    <a:pt x="419450" y="114146"/>
                  </a:lnTo>
                  <a:lnTo>
                    <a:pt x="422330" y="119286"/>
                  </a:lnTo>
                  <a:lnTo>
                    <a:pt x="426727" y="119651"/>
                  </a:lnTo>
                  <a:lnTo>
                    <a:pt x="430492" y="124442"/>
                  </a:lnTo>
                  <a:lnTo>
                    <a:pt x="433389" y="129580"/>
                  </a:lnTo>
                  <a:lnTo>
                    <a:pt x="443044" y="134146"/>
                  </a:lnTo>
                  <a:lnTo>
                    <a:pt x="443252" y="134280"/>
                  </a:lnTo>
                  <a:lnTo>
                    <a:pt x="452548" y="140221"/>
                  </a:lnTo>
                  <a:lnTo>
                    <a:pt x="463522" y="148976"/>
                  </a:lnTo>
                  <a:lnTo>
                    <a:pt x="464518" y="152617"/>
                  </a:lnTo>
                  <a:lnTo>
                    <a:pt x="466815" y="161005"/>
                  </a:lnTo>
                  <a:lnTo>
                    <a:pt x="469863" y="166595"/>
                  </a:lnTo>
                  <a:lnTo>
                    <a:pt x="467497" y="172364"/>
                  </a:lnTo>
                  <a:lnTo>
                    <a:pt x="471733" y="180136"/>
                  </a:lnTo>
                  <a:lnTo>
                    <a:pt x="473688" y="185746"/>
                  </a:lnTo>
                  <a:lnTo>
                    <a:pt x="474260" y="187385"/>
                  </a:lnTo>
                  <a:lnTo>
                    <a:pt x="480437" y="192022"/>
                  </a:lnTo>
                  <a:lnTo>
                    <a:pt x="484088" y="192110"/>
                  </a:lnTo>
                  <a:lnTo>
                    <a:pt x="488629" y="186911"/>
                  </a:lnTo>
                  <a:lnTo>
                    <a:pt x="490909" y="180579"/>
                  </a:lnTo>
                  <a:lnTo>
                    <a:pt x="492437" y="180452"/>
                  </a:lnTo>
                  <a:lnTo>
                    <a:pt x="497450" y="180031"/>
                  </a:lnTo>
                  <a:lnTo>
                    <a:pt x="506716" y="183276"/>
                  </a:lnTo>
                  <a:lnTo>
                    <a:pt x="508784" y="183514"/>
                  </a:lnTo>
                  <a:lnTo>
                    <a:pt x="513074" y="184007"/>
                  </a:lnTo>
                  <a:lnTo>
                    <a:pt x="516887" y="185987"/>
                  </a:lnTo>
                  <a:lnTo>
                    <a:pt x="524483" y="189922"/>
                  </a:lnTo>
                  <a:lnTo>
                    <a:pt x="524657" y="195047"/>
                  </a:lnTo>
                  <a:lnTo>
                    <a:pt x="520643" y="199480"/>
                  </a:lnTo>
                  <a:lnTo>
                    <a:pt x="517326" y="205334"/>
                  </a:lnTo>
                  <a:lnTo>
                    <a:pt x="519161" y="209665"/>
                  </a:lnTo>
                  <a:lnTo>
                    <a:pt x="520807" y="212777"/>
                  </a:lnTo>
                  <a:lnTo>
                    <a:pt x="521121" y="218409"/>
                  </a:lnTo>
                  <a:lnTo>
                    <a:pt x="516122" y="226890"/>
                  </a:lnTo>
                  <a:lnTo>
                    <a:pt x="515719" y="228577"/>
                  </a:lnTo>
                  <a:lnTo>
                    <a:pt x="515353" y="230109"/>
                  </a:lnTo>
                  <a:lnTo>
                    <a:pt x="514707" y="232808"/>
                  </a:lnTo>
                  <a:lnTo>
                    <a:pt x="513850" y="239710"/>
                  </a:lnTo>
                  <a:lnTo>
                    <a:pt x="509812" y="246246"/>
                  </a:lnTo>
                  <a:lnTo>
                    <a:pt x="509065" y="247453"/>
                  </a:lnTo>
                  <a:lnTo>
                    <a:pt x="507674" y="254021"/>
                  </a:lnTo>
                  <a:lnTo>
                    <a:pt x="509563" y="264072"/>
                  </a:lnTo>
                  <a:lnTo>
                    <a:pt x="514065" y="270013"/>
                  </a:lnTo>
                  <a:lnTo>
                    <a:pt x="521155" y="275560"/>
                  </a:lnTo>
                  <a:lnTo>
                    <a:pt x="524677" y="279066"/>
                  </a:lnTo>
                  <a:lnTo>
                    <a:pt x="526126" y="279721"/>
                  </a:lnTo>
                  <a:lnTo>
                    <a:pt x="533743" y="283163"/>
                  </a:lnTo>
                  <a:lnTo>
                    <a:pt x="538332" y="286765"/>
                  </a:lnTo>
                  <a:lnTo>
                    <a:pt x="545587" y="291238"/>
                  </a:lnTo>
                  <a:lnTo>
                    <a:pt x="550540" y="291057"/>
                  </a:lnTo>
                  <a:lnTo>
                    <a:pt x="549390" y="296798"/>
                  </a:lnTo>
                  <a:lnTo>
                    <a:pt x="553684" y="300899"/>
                  </a:lnTo>
                  <a:lnTo>
                    <a:pt x="554719" y="301887"/>
                  </a:lnTo>
                  <a:lnTo>
                    <a:pt x="560908" y="297197"/>
                  </a:lnTo>
                  <a:lnTo>
                    <a:pt x="567901" y="302115"/>
                  </a:lnTo>
                  <a:lnTo>
                    <a:pt x="576307" y="305890"/>
                  </a:lnTo>
                  <a:lnTo>
                    <a:pt x="577407" y="307870"/>
                  </a:lnTo>
                  <a:lnTo>
                    <a:pt x="579675" y="311953"/>
                  </a:lnTo>
                  <a:lnTo>
                    <a:pt x="587222" y="315252"/>
                  </a:lnTo>
                  <a:lnTo>
                    <a:pt x="593976" y="317607"/>
                  </a:lnTo>
                  <a:lnTo>
                    <a:pt x="596370" y="325747"/>
                  </a:lnTo>
                  <a:lnTo>
                    <a:pt x="598139" y="330834"/>
                  </a:lnTo>
                  <a:lnTo>
                    <a:pt x="597937" y="332057"/>
                  </a:lnTo>
                  <a:lnTo>
                    <a:pt x="597715" y="333395"/>
                  </a:lnTo>
                  <a:lnTo>
                    <a:pt x="597133" y="336906"/>
                  </a:lnTo>
                  <a:lnTo>
                    <a:pt x="601804" y="343801"/>
                  </a:lnTo>
                  <a:lnTo>
                    <a:pt x="606796" y="350140"/>
                  </a:lnTo>
                  <a:lnTo>
                    <a:pt x="607293" y="356141"/>
                  </a:lnTo>
                  <a:lnTo>
                    <a:pt x="603310" y="359207"/>
                  </a:lnTo>
                  <a:lnTo>
                    <a:pt x="601524" y="360579"/>
                  </a:lnTo>
                  <a:lnTo>
                    <a:pt x="600082" y="365828"/>
                  </a:lnTo>
                  <a:lnTo>
                    <a:pt x="603531" y="367870"/>
                  </a:lnTo>
                  <a:lnTo>
                    <a:pt x="604780" y="368609"/>
                  </a:lnTo>
                  <a:lnTo>
                    <a:pt x="607007" y="376036"/>
                  </a:lnTo>
                  <a:lnTo>
                    <a:pt x="614843" y="385066"/>
                  </a:lnTo>
                  <a:lnTo>
                    <a:pt x="617972" y="391835"/>
                  </a:lnTo>
                  <a:lnTo>
                    <a:pt x="622927" y="392814"/>
                  </a:lnTo>
                  <a:lnTo>
                    <a:pt x="627810" y="393775"/>
                  </a:lnTo>
                  <a:lnTo>
                    <a:pt x="633983" y="396016"/>
                  </a:lnTo>
                  <a:lnTo>
                    <a:pt x="639865" y="396162"/>
                  </a:lnTo>
                  <a:lnTo>
                    <a:pt x="643372" y="398565"/>
                  </a:lnTo>
                  <a:lnTo>
                    <a:pt x="643157" y="400140"/>
                  </a:lnTo>
                  <a:lnTo>
                    <a:pt x="642286" y="406504"/>
                  </a:lnTo>
                  <a:lnTo>
                    <a:pt x="640381" y="412043"/>
                  </a:lnTo>
                  <a:lnTo>
                    <a:pt x="640426" y="418895"/>
                  </a:lnTo>
                  <a:lnTo>
                    <a:pt x="640457" y="419226"/>
                  </a:lnTo>
                  <a:lnTo>
                    <a:pt x="640786" y="422768"/>
                  </a:lnTo>
                  <a:lnTo>
                    <a:pt x="637088" y="427899"/>
                  </a:lnTo>
                  <a:lnTo>
                    <a:pt x="641296" y="433757"/>
                  </a:lnTo>
                  <a:lnTo>
                    <a:pt x="640502" y="435173"/>
                  </a:lnTo>
                  <a:lnTo>
                    <a:pt x="638665" y="438445"/>
                  </a:lnTo>
                  <a:lnTo>
                    <a:pt x="636810" y="445335"/>
                  </a:lnTo>
                  <a:lnTo>
                    <a:pt x="631870" y="444988"/>
                  </a:lnTo>
                  <a:lnTo>
                    <a:pt x="626960" y="440144"/>
                  </a:lnTo>
                  <a:lnTo>
                    <a:pt x="626713" y="440186"/>
                  </a:lnTo>
                  <a:lnTo>
                    <a:pt x="621934" y="440992"/>
                  </a:lnTo>
                  <a:lnTo>
                    <a:pt x="620019" y="448317"/>
                  </a:lnTo>
                  <a:lnTo>
                    <a:pt x="613284" y="448708"/>
                  </a:lnTo>
                  <a:lnTo>
                    <a:pt x="607085" y="448513"/>
                  </a:lnTo>
                  <a:lnTo>
                    <a:pt x="605042" y="453070"/>
                  </a:lnTo>
                  <a:lnTo>
                    <a:pt x="608598" y="457366"/>
                  </a:lnTo>
                  <a:lnTo>
                    <a:pt x="610787" y="461343"/>
                  </a:lnTo>
                  <a:lnTo>
                    <a:pt x="609350" y="466462"/>
                  </a:lnTo>
                  <a:lnTo>
                    <a:pt x="612906" y="470946"/>
                  </a:lnTo>
                  <a:lnTo>
                    <a:pt x="612200" y="474998"/>
                  </a:lnTo>
                  <a:lnTo>
                    <a:pt x="610111" y="475321"/>
                  </a:lnTo>
                  <a:lnTo>
                    <a:pt x="604919" y="476121"/>
                  </a:lnTo>
                  <a:lnTo>
                    <a:pt x="604311" y="480199"/>
                  </a:lnTo>
                  <a:lnTo>
                    <a:pt x="610130" y="483173"/>
                  </a:lnTo>
                  <a:lnTo>
                    <a:pt x="606140" y="488351"/>
                  </a:lnTo>
                  <a:lnTo>
                    <a:pt x="598894" y="488047"/>
                  </a:lnTo>
                  <a:lnTo>
                    <a:pt x="597830" y="490931"/>
                  </a:lnTo>
                  <a:lnTo>
                    <a:pt x="604462" y="494774"/>
                  </a:lnTo>
                  <a:lnTo>
                    <a:pt x="604854" y="495001"/>
                  </a:lnTo>
                  <a:lnTo>
                    <a:pt x="608466" y="500158"/>
                  </a:lnTo>
                  <a:lnTo>
                    <a:pt x="604096" y="504479"/>
                  </a:lnTo>
                  <a:lnTo>
                    <a:pt x="600888" y="507369"/>
                  </a:lnTo>
                  <a:lnTo>
                    <a:pt x="600533" y="514728"/>
                  </a:lnTo>
                  <a:lnTo>
                    <a:pt x="596959" y="517516"/>
                  </a:lnTo>
                  <a:lnTo>
                    <a:pt x="581121" y="519590"/>
                  </a:lnTo>
                  <a:lnTo>
                    <a:pt x="575636" y="520292"/>
                  </a:lnTo>
                  <a:lnTo>
                    <a:pt x="562015" y="522017"/>
                  </a:lnTo>
                  <a:lnTo>
                    <a:pt x="544552" y="524254"/>
                  </a:lnTo>
                  <a:lnTo>
                    <a:pt x="537042" y="525204"/>
                  </a:lnTo>
                  <a:lnTo>
                    <a:pt x="539185" y="518910"/>
                  </a:lnTo>
                  <a:lnTo>
                    <a:pt x="542603" y="510754"/>
                  </a:lnTo>
                  <a:lnTo>
                    <a:pt x="547825" y="507019"/>
                  </a:lnTo>
                  <a:lnTo>
                    <a:pt x="548688" y="501577"/>
                  </a:lnTo>
                  <a:lnTo>
                    <a:pt x="551459" y="499574"/>
                  </a:lnTo>
                  <a:lnTo>
                    <a:pt x="554392" y="497452"/>
                  </a:lnTo>
                  <a:lnTo>
                    <a:pt x="557601" y="490997"/>
                  </a:lnTo>
                  <a:lnTo>
                    <a:pt x="561916" y="486068"/>
                  </a:lnTo>
                  <a:lnTo>
                    <a:pt x="561274" y="479790"/>
                  </a:lnTo>
                  <a:lnTo>
                    <a:pt x="560656" y="476399"/>
                  </a:lnTo>
                  <a:lnTo>
                    <a:pt x="554200" y="473768"/>
                  </a:lnTo>
                  <a:lnTo>
                    <a:pt x="552662" y="468664"/>
                  </a:lnTo>
                  <a:lnTo>
                    <a:pt x="551045" y="464671"/>
                  </a:lnTo>
                  <a:lnTo>
                    <a:pt x="544768" y="465338"/>
                  </a:lnTo>
                  <a:lnTo>
                    <a:pt x="519060" y="468019"/>
                  </a:lnTo>
                  <a:lnTo>
                    <a:pt x="511405" y="468882"/>
                  </a:lnTo>
                  <a:lnTo>
                    <a:pt x="493625" y="470856"/>
                  </a:lnTo>
                  <a:lnTo>
                    <a:pt x="491903" y="471050"/>
                  </a:lnTo>
                  <a:lnTo>
                    <a:pt x="469950" y="473486"/>
                  </a:lnTo>
                  <a:lnTo>
                    <a:pt x="459760" y="474605"/>
                  </a:lnTo>
                  <a:lnTo>
                    <a:pt x="433625" y="477414"/>
                  </a:lnTo>
                  <a:lnTo>
                    <a:pt x="433441" y="477431"/>
                  </a:lnTo>
                  <a:lnTo>
                    <a:pt x="429383" y="477799"/>
                  </a:lnTo>
                  <a:lnTo>
                    <a:pt x="411272" y="479417"/>
                  </a:lnTo>
                  <a:lnTo>
                    <a:pt x="408478" y="479705"/>
                  </a:lnTo>
                  <a:lnTo>
                    <a:pt x="379024" y="482677"/>
                  </a:lnTo>
                  <a:lnTo>
                    <a:pt x="366372" y="483906"/>
                  </a:lnTo>
                  <a:lnTo>
                    <a:pt x="363560" y="484176"/>
                  </a:lnTo>
                  <a:lnTo>
                    <a:pt x="344757" y="485958"/>
                  </a:lnTo>
                  <a:lnTo>
                    <a:pt x="327928" y="487432"/>
                  </a:lnTo>
                  <a:lnTo>
                    <a:pt x="324625" y="487717"/>
                  </a:lnTo>
                  <a:lnTo>
                    <a:pt x="305045" y="489448"/>
                  </a:lnTo>
                  <a:lnTo>
                    <a:pt x="298783" y="489992"/>
                  </a:lnTo>
                  <a:lnTo>
                    <a:pt x="297359" y="490114"/>
                  </a:lnTo>
                  <a:lnTo>
                    <a:pt x="271760" y="492275"/>
                  </a:lnTo>
                  <a:lnTo>
                    <a:pt x="256022" y="493502"/>
                  </a:lnTo>
                  <a:lnTo>
                    <a:pt x="253926" y="493663"/>
                  </a:lnTo>
                  <a:lnTo>
                    <a:pt x="243407" y="494462"/>
                  </a:lnTo>
                  <a:lnTo>
                    <a:pt x="228591" y="495573"/>
                  </a:lnTo>
                  <a:lnTo>
                    <a:pt x="217670" y="496373"/>
                  </a:lnTo>
                  <a:lnTo>
                    <a:pt x="201982" y="497567"/>
                  </a:lnTo>
                  <a:lnTo>
                    <a:pt x="193267" y="498217"/>
                  </a:lnTo>
                  <a:lnTo>
                    <a:pt x="182154" y="498978"/>
                  </a:lnTo>
                  <a:lnTo>
                    <a:pt x="155367" y="500750"/>
                  </a:lnTo>
                  <a:lnTo>
                    <a:pt x="131164" y="502361"/>
                  </a:lnTo>
                  <a:lnTo>
                    <a:pt x="130392" y="489137"/>
                  </a:lnTo>
                  <a:lnTo>
                    <a:pt x="129993" y="482675"/>
                  </a:lnTo>
                  <a:lnTo>
                    <a:pt x="129280" y="471153"/>
                  </a:lnTo>
                  <a:lnTo>
                    <a:pt x="127699" y="444003"/>
                  </a:lnTo>
                  <a:lnTo>
                    <a:pt x="127284" y="437239"/>
                  </a:lnTo>
                  <a:lnTo>
                    <a:pt x="126540" y="425156"/>
                  </a:lnTo>
                  <a:lnTo>
                    <a:pt x="125352" y="404325"/>
                  </a:lnTo>
                  <a:lnTo>
                    <a:pt x="125180" y="401315"/>
                  </a:lnTo>
                  <a:lnTo>
                    <a:pt x="124868" y="395852"/>
                  </a:lnTo>
                  <a:lnTo>
                    <a:pt x="123135" y="367489"/>
                  </a:lnTo>
                  <a:lnTo>
                    <a:pt x="122996" y="365206"/>
                  </a:lnTo>
                  <a:lnTo>
                    <a:pt x="122931" y="364142"/>
                  </a:lnTo>
                  <a:lnTo>
                    <a:pt x="121094" y="328398"/>
                  </a:lnTo>
                  <a:lnTo>
                    <a:pt x="120780" y="322637"/>
                  </a:lnTo>
                  <a:lnTo>
                    <a:pt x="120633" y="319947"/>
                  </a:lnTo>
                  <a:lnTo>
                    <a:pt x="119496" y="299161"/>
                  </a:lnTo>
                  <a:lnTo>
                    <a:pt x="118409" y="281511"/>
                  </a:lnTo>
                  <a:lnTo>
                    <a:pt x="117769" y="271118"/>
                  </a:lnTo>
                  <a:lnTo>
                    <a:pt x="116220" y="240634"/>
                  </a:lnTo>
                  <a:lnTo>
                    <a:pt x="116204" y="240330"/>
                  </a:lnTo>
                  <a:lnTo>
                    <a:pt x="115487" y="227870"/>
                  </a:lnTo>
                  <a:lnTo>
                    <a:pt x="114579" y="212124"/>
                  </a:lnTo>
                  <a:lnTo>
                    <a:pt x="114174" y="204837"/>
                  </a:lnTo>
                  <a:lnTo>
                    <a:pt x="113877" y="199489"/>
                  </a:lnTo>
                  <a:lnTo>
                    <a:pt x="113723" y="196721"/>
                  </a:lnTo>
                  <a:lnTo>
                    <a:pt x="114824" y="191768"/>
                  </a:lnTo>
                  <a:lnTo>
                    <a:pt x="113912" y="191769"/>
                  </a:lnTo>
                  <a:lnTo>
                    <a:pt x="111906" y="191770"/>
                  </a:lnTo>
                  <a:lnTo>
                    <a:pt x="106587" y="188860"/>
                  </a:lnTo>
                  <a:lnTo>
                    <a:pt x="101093" y="190866"/>
                  </a:lnTo>
                  <a:lnTo>
                    <a:pt x="96331" y="187520"/>
                  </a:lnTo>
                  <a:lnTo>
                    <a:pt x="95601" y="187007"/>
                  </a:lnTo>
                  <a:lnTo>
                    <a:pt x="92994" y="182977"/>
                  </a:lnTo>
                  <a:lnTo>
                    <a:pt x="89924" y="179399"/>
                  </a:lnTo>
                  <a:lnTo>
                    <a:pt x="84960" y="173854"/>
                  </a:lnTo>
                  <a:lnTo>
                    <a:pt x="86220" y="165701"/>
                  </a:lnTo>
                  <a:lnTo>
                    <a:pt x="80948" y="165169"/>
                  </a:lnTo>
                  <a:lnTo>
                    <a:pt x="79072" y="162704"/>
                  </a:lnTo>
                  <a:lnTo>
                    <a:pt x="77461" y="160586"/>
                  </a:lnTo>
                  <a:lnTo>
                    <a:pt x="70978" y="154652"/>
                  </a:lnTo>
                  <a:lnTo>
                    <a:pt x="66963" y="150331"/>
                  </a:lnTo>
                  <a:lnTo>
                    <a:pt x="64827" y="148028"/>
                  </a:lnTo>
                  <a:lnTo>
                    <a:pt x="68007" y="145161"/>
                  </a:lnTo>
                  <a:lnTo>
                    <a:pt x="70551" y="142854"/>
                  </a:lnTo>
                  <a:lnTo>
                    <a:pt x="70709" y="140666"/>
                  </a:lnTo>
                  <a:lnTo>
                    <a:pt x="71041" y="136039"/>
                  </a:lnTo>
                  <a:lnTo>
                    <a:pt x="76781" y="131759"/>
                  </a:lnTo>
                  <a:lnTo>
                    <a:pt x="76554" y="127459"/>
                  </a:lnTo>
                  <a:lnTo>
                    <a:pt x="83013" y="126958"/>
                  </a:lnTo>
                  <a:lnTo>
                    <a:pt x="86345" y="123759"/>
                  </a:lnTo>
                  <a:lnTo>
                    <a:pt x="85213" y="121073"/>
                  </a:lnTo>
                  <a:lnTo>
                    <a:pt x="84279" y="115529"/>
                  </a:lnTo>
                  <a:lnTo>
                    <a:pt x="84165" y="114852"/>
                  </a:lnTo>
                  <a:lnTo>
                    <a:pt x="79346" y="109298"/>
                  </a:lnTo>
                  <a:lnTo>
                    <a:pt x="77107" y="106594"/>
                  </a:lnTo>
                  <a:lnTo>
                    <a:pt x="73362" y="107053"/>
                  </a:lnTo>
                  <a:lnTo>
                    <a:pt x="71090" y="107330"/>
                  </a:lnTo>
                  <a:lnTo>
                    <a:pt x="65684" y="111840"/>
                  </a:lnTo>
                  <a:lnTo>
                    <a:pt x="59986" y="108219"/>
                  </a:lnTo>
                  <a:lnTo>
                    <a:pt x="51705" y="103023"/>
                  </a:lnTo>
                  <a:lnTo>
                    <a:pt x="44417" y="96839"/>
                  </a:lnTo>
                  <a:lnTo>
                    <a:pt x="40599" y="93615"/>
                  </a:lnTo>
                  <a:lnTo>
                    <a:pt x="37546" y="94043"/>
                  </a:lnTo>
                  <a:lnTo>
                    <a:pt x="34430" y="89202"/>
                  </a:lnTo>
                  <a:lnTo>
                    <a:pt x="36030" y="84600"/>
                  </a:lnTo>
                  <a:lnTo>
                    <a:pt x="32427" y="80954"/>
                  </a:lnTo>
                  <a:lnTo>
                    <a:pt x="27760" y="75634"/>
                  </a:lnTo>
                  <a:lnTo>
                    <a:pt x="28227" y="70025"/>
                  </a:lnTo>
                  <a:lnTo>
                    <a:pt x="21415" y="67697"/>
                  </a:lnTo>
                  <a:lnTo>
                    <a:pt x="21329" y="67265"/>
                  </a:lnTo>
                  <a:lnTo>
                    <a:pt x="21291" y="67076"/>
                  </a:lnTo>
                  <a:lnTo>
                    <a:pt x="20673" y="63969"/>
                  </a:lnTo>
                  <a:lnTo>
                    <a:pt x="16507" y="62003"/>
                  </a:lnTo>
                  <a:lnTo>
                    <a:pt x="11511" y="60768"/>
                  </a:lnTo>
                  <a:lnTo>
                    <a:pt x="12386" y="55578"/>
                  </a:lnTo>
                  <a:lnTo>
                    <a:pt x="11461" y="52135"/>
                  </a:lnTo>
                  <a:lnTo>
                    <a:pt x="7948" y="44428"/>
                  </a:lnTo>
                  <a:lnTo>
                    <a:pt x="6847" y="40936"/>
                  </a:lnTo>
                  <a:lnTo>
                    <a:pt x="5107" y="37487"/>
                  </a:lnTo>
                  <a:lnTo>
                    <a:pt x="4908" y="37092"/>
                  </a:lnTo>
                  <a:lnTo>
                    <a:pt x="1101" y="374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35133" y="4116637"/>
              <a:ext cx="392281" cy="669913"/>
            </a:xfrm>
            <a:custGeom>
              <a:avLst/>
              <a:pathLst>
                <a:path w="392281" h="669913">
                  <a:moveTo>
                    <a:pt x="2304" y="550207"/>
                  </a:moveTo>
                  <a:lnTo>
                    <a:pt x="9051" y="550387"/>
                  </a:lnTo>
                  <a:lnTo>
                    <a:pt x="15164" y="545694"/>
                  </a:lnTo>
                  <a:lnTo>
                    <a:pt x="11447" y="539696"/>
                  </a:lnTo>
                  <a:lnTo>
                    <a:pt x="11279" y="532637"/>
                  </a:lnTo>
                  <a:lnTo>
                    <a:pt x="13275" y="525808"/>
                  </a:lnTo>
                  <a:lnTo>
                    <a:pt x="11792" y="517849"/>
                  </a:lnTo>
                  <a:lnTo>
                    <a:pt x="14577" y="512683"/>
                  </a:lnTo>
                  <a:lnTo>
                    <a:pt x="20490" y="510472"/>
                  </a:lnTo>
                  <a:lnTo>
                    <a:pt x="17688" y="505107"/>
                  </a:lnTo>
                  <a:lnTo>
                    <a:pt x="16569" y="500747"/>
                  </a:lnTo>
                  <a:lnTo>
                    <a:pt x="24205" y="496738"/>
                  </a:lnTo>
                  <a:lnTo>
                    <a:pt x="24967" y="484598"/>
                  </a:lnTo>
                  <a:lnTo>
                    <a:pt x="31960" y="482161"/>
                  </a:lnTo>
                  <a:lnTo>
                    <a:pt x="31712" y="481847"/>
                  </a:lnTo>
                  <a:lnTo>
                    <a:pt x="26564" y="475336"/>
                  </a:lnTo>
                  <a:lnTo>
                    <a:pt x="27645" y="469294"/>
                  </a:lnTo>
                  <a:lnTo>
                    <a:pt x="34199" y="469884"/>
                  </a:lnTo>
                  <a:lnTo>
                    <a:pt x="39110" y="464461"/>
                  </a:lnTo>
                  <a:lnTo>
                    <a:pt x="40080" y="463389"/>
                  </a:lnTo>
                  <a:lnTo>
                    <a:pt x="45786" y="456909"/>
                  </a:lnTo>
                  <a:lnTo>
                    <a:pt x="45565" y="449673"/>
                  </a:lnTo>
                  <a:lnTo>
                    <a:pt x="52339" y="447088"/>
                  </a:lnTo>
                  <a:lnTo>
                    <a:pt x="56124" y="441727"/>
                  </a:lnTo>
                  <a:lnTo>
                    <a:pt x="55989" y="438083"/>
                  </a:lnTo>
                  <a:lnTo>
                    <a:pt x="60491" y="430679"/>
                  </a:lnTo>
                  <a:lnTo>
                    <a:pt x="59854" y="429802"/>
                  </a:lnTo>
                  <a:lnTo>
                    <a:pt x="50641" y="417092"/>
                  </a:lnTo>
                  <a:lnTo>
                    <a:pt x="64092" y="414791"/>
                  </a:lnTo>
                  <a:lnTo>
                    <a:pt x="68231" y="404957"/>
                  </a:lnTo>
                  <a:lnTo>
                    <a:pt x="70564" y="396709"/>
                  </a:lnTo>
                  <a:lnTo>
                    <a:pt x="62897" y="396200"/>
                  </a:lnTo>
                  <a:lnTo>
                    <a:pt x="64359" y="386071"/>
                  </a:lnTo>
                  <a:lnTo>
                    <a:pt x="54186" y="385283"/>
                  </a:lnTo>
                  <a:lnTo>
                    <a:pt x="52387" y="375379"/>
                  </a:lnTo>
                  <a:lnTo>
                    <a:pt x="57995" y="374210"/>
                  </a:lnTo>
                  <a:lnTo>
                    <a:pt x="52909" y="366958"/>
                  </a:lnTo>
                  <a:lnTo>
                    <a:pt x="52140" y="366293"/>
                  </a:lnTo>
                  <a:lnTo>
                    <a:pt x="49102" y="363663"/>
                  </a:lnTo>
                  <a:lnTo>
                    <a:pt x="45835" y="352451"/>
                  </a:lnTo>
                  <a:lnTo>
                    <a:pt x="50122" y="346499"/>
                  </a:lnTo>
                  <a:lnTo>
                    <a:pt x="43446" y="345233"/>
                  </a:lnTo>
                  <a:lnTo>
                    <a:pt x="37957" y="340880"/>
                  </a:lnTo>
                  <a:lnTo>
                    <a:pt x="37040" y="336000"/>
                  </a:lnTo>
                  <a:lnTo>
                    <a:pt x="39310" y="330778"/>
                  </a:lnTo>
                  <a:lnTo>
                    <a:pt x="46516" y="324604"/>
                  </a:lnTo>
                  <a:lnTo>
                    <a:pt x="45730" y="317970"/>
                  </a:lnTo>
                  <a:lnTo>
                    <a:pt x="38066" y="312939"/>
                  </a:lnTo>
                  <a:lnTo>
                    <a:pt x="34154" y="310126"/>
                  </a:lnTo>
                  <a:lnTo>
                    <a:pt x="34804" y="309084"/>
                  </a:lnTo>
                  <a:lnTo>
                    <a:pt x="38745" y="302760"/>
                  </a:lnTo>
                  <a:lnTo>
                    <a:pt x="31294" y="297548"/>
                  </a:lnTo>
                  <a:lnTo>
                    <a:pt x="34011" y="292248"/>
                  </a:lnTo>
                  <a:lnTo>
                    <a:pt x="39612" y="292141"/>
                  </a:lnTo>
                  <a:lnTo>
                    <a:pt x="41267" y="285237"/>
                  </a:lnTo>
                  <a:lnTo>
                    <a:pt x="42395" y="278003"/>
                  </a:lnTo>
                  <a:lnTo>
                    <a:pt x="39895" y="272702"/>
                  </a:lnTo>
                  <a:lnTo>
                    <a:pt x="35324" y="272279"/>
                  </a:lnTo>
                  <a:lnTo>
                    <a:pt x="32562" y="263176"/>
                  </a:lnTo>
                  <a:lnTo>
                    <a:pt x="35244" y="256864"/>
                  </a:lnTo>
                  <a:lnTo>
                    <a:pt x="30961" y="252659"/>
                  </a:lnTo>
                  <a:lnTo>
                    <a:pt x="27776" y="248185"/>
                  </a:lnTo>
                  <a:lnTo>
                    <a:pt x="25394" y="244243"/>
                  </a:lnTo>
                  <a:lnTo>
                    <a:pt x="21952" y="239623"/>
                  </a:lnTo>
                  <a:lnTo>
                    <a:pt x="22801" y="237321"/>
                  </a:lnTo>
                  <a:lnTo>
                    <a:pt x="24401" y="232974"/>
                  </a:lnTo>
                  <a:lnTo>
                    <a:pt x="30550" y="227591"/>
                  </a:lnTo>
                  <a:lnTo>
                    <a:pt x="24667" y="222712"/>
                  </a:lnTo>
                  <a:lnTo>
                    <a:pt x="33315" y="220517"/>
                  </a:lnTo>
                  <a:lnTo>
                    <a:pt x="35530" y="212923"/>
                  </a:lnTo>
                  <a:lnTo>
                    <a:pt x="27425" y="209298"/>
                  </a:lnTo>
                  <a:lnTo>
                    <a:pt x="30677" y="205208"/>
                  </a:lnTo>
                  <a:lnTo>
                    <a:pt x="33595" y="204650"/>
                  </a:lnTo>
                  <a:lnTo>
                    <a:pt x="40406" y="205676"/>
                  </a:lnTo>
                  <a:lnTo>
                    <a:pt x="40046" y="199929"/>
                  </a:lnTo>
                  <a:lnTo>
                    <a:pt x="36685" y="197793"/>
                  </a:lnTo>
                  <a:lnTo>
                    <a:pt x="35050" y="190675"/>
                  </a:lnTo>
                  <a:lnTo>
                    <a:pt x="38600" y="186132"/>
                  </a:lnTo>
                  <a:lnTo>
                    <a:pt x="37059" y="181403"/>
                  </a:lnTo>
                  <a:lnTo>
                    <a:pt x="30878" y="179653"/>
                  </a:lnTo>
                  <a:lnTo>
                    <a:pt x="35128" y="175958"/>
                  </a:lnTo>
                  <a:lnTo>
                    <a:pt x="40129" y="176530"/>
                  </a:lnTo>
                  <a:lnTo>
                    <a:pt x="42657" y="173103"/>
                  </a:lnTo>
                  <a:lnTo>
                    <a:pt x="46631" y="170224"/>
                  </a:lnTo>
                  <a:lnTo>
                    <a:pt x="52184" y="168423"/>
                  </a:lnTo>
                  <a:lnTo>
                    <a:pt x="53610" y="162089"/>
                  </a:lnTo>
                  <a:lnTo>
                    <a:pt x="50317" y="159349"/>
                  </a:lnTo>
                  <a:lnTo>
                    <a:pt x="45033" y="157905"/>
                  </a:lnTo>
                  <a:lnTo>
                    <a:pt x="45107" y="156933"/>
                  </a:lnTo>
                  <a:lnTo>
                    <a:pt x="45146" y="156430"/>
                  </a:lnTo>
                  <a:lnTo>
                    <a:pt x="45451" y="152473"/>
                  </a:lnTo>
                  <a:lnTo>
                    <a:pt x="50211" y="150293"/>
                  </a:lnTo>
                  <a:lnTo>
                    <a:pt x="51220" y="146982"/>
                  </a:lnTo>
                  <a:lnTo>
                    <a:pt x="49361" y="141708"/>
                  </a:lnTo>
                  <a:lnTo>
                    <a:pt x="55347" y="139455"/>
                  </a:lnTo>
                  <a:lnTo>
                    <a:pt x="57828" y="133258"/>
                  </a:lnTo>
                  <a:lnTo>
                    <a:pt x="64459" y="131190"/>
                  </a:lnTo>
                  <a:lnTo>
                    <a:pt x="62343" y="124093"/>
                  </a:lnTo>
                  <a:lnTo>
                    <a:pt x="66105" y="120754"/>
                  </a:lnTo>
                  <a:lnTo>
                    <a:pt x="74204" y="123754"/>
                  </a:lnTo>
                  <a:lnTo>
                    <a:pt x="75690" y="117005"/>
                  </a:lnTo>
                  <a:lnTo>
                    <a:pt x="82679" y="111944"/>
                  </a:lnTo>
                  <a:lnTo>
                    <a:pt x="81145" y="106136"/>
                  </a:lnTo>
                  <a:lnTo>
                    <a:pt x="81857" y="97016"/>
                  </a:lnTo>
                  <a:lnTo>
                    <a:pt x="83518" y="90910"/>
                  </a:lnTo>
                  <a:lnTo>
                    <a:pt x="78618" y="84937"/>
                  </a:lnTo>
                  <a:lnTo>
                    <a:pt x="79784" y="82627"/>
                  </a:lnTo>
                  <a:lnTo>
                    <a:pt x="82112" y="78013"/>
                  </a:lnTo>
                  <a:lnTo>
                    <a:pt x="82042" y="72731"/>
                  </a:lnTo>
                  <a:lnTo>
                    <a:pt x="85715" y="63760"/>
                  </a:lnTo>
                  <a:lnTo>
                    <a:pt x="88949" y="60071"/>
                  </a:lnTo>
                  <a:lnTo>
                    <a:pt x="89397" y="53708"/>
                  </a:lnTo>
                  <a:lnTo>
                    <a:pt x="95618" y="52954"/>
                  </a:lnTo>
                  <a:lnTo>
                    <a:pt x="96326" y="52868"/>
                  </a:lnTo>
                  <a:lnTo>
                    <a:pt x="105646" y="46814"/>
                  </a:lnTo>
                  <a:lnTo>
                    <a:pt x="105856" y="46634"/>
                  </a:lnTo>
                  <a:lnTo>
                    <a:pt x="112206" y="41176"/>
                  </a:lnTo>
                  <a:lnTo>
                    <a:pt x="112403" y="37004"/>
                  </a:lnTo>
                  <a:lnTo>
                    <a:pt x="104364" y="29972"/>
                  </a:lnTo>
                  <a:lnTo>
                    <a:pt x="161576" y="23396"/>
                  </a:lnTo>
                  <a:lnTo>
                    <a:pt x="169457" y="22450"/>
                  </a:lnTo>
                  <a:lnTo>
                    <a:pt x="171427" y="22212"/>
                  </a:lnTo>
                  <a:lnTo>
                    <a:pt x="178383" y="21370"/>
                  </a:lnTo>
                  <a:lnTo>
                    <a:pt x="201628" y="18521"/>
                  </a:lnTo>
                  <a:lnTo>
                    <a:pt x="210766" y="17334"/>
                  </a:lnTo>
                  <a:lnTo>
                    <a:pt x="227910" y="15082"/>
                  </a:lnTo>
                  <a:lnTo>
                    <a:pt x="246976" y="12540"/>
                  </a:lnTo>
                  <a:lnTo>
                    <a:pt x="248021" y="12401"/>
                  </a:lnTo>
                  <a:lnTo>
                    <a:pt x="269562" y="9524"/>
                  </a:lnTo>
                  <a:lnTo>
                    <a:pt x="273606" y="8979"/>
                  </a:lnTo>
                  <a:lnTo>
                    <a:pt x="308735" y="4109"/>
                  </a:lnTo>
                  <a:lnTo>
                    <a:pt x="318652" y="2773"/>
                  </a:lnTo>
                  <a:lnTo>
                    <a:pt x="320534" y="2518"/>
                  </a:lnTo>
                  <a:lnTo>
                    <a:pt x="332228" y="926"/>
                  </a:lnTo>
                  <a:lnTo>
                    <a:pt x="338660" y="0"/>
                  </a:lnTo>
                  <a:lnTo>
                    <a:pt x="344960" y="9187"/>
                  </a:lnTo>
                  <a:lnTo>
                    <a:pt x="351776" y="12375"/>
                  </a:lnTo>
                  <a:lnTo>
                    <a:pt x="352377" y="49368"/>
                  </a:lnTo>
                  <a:lnTo>
                    <a:pt x="352490" y="54986"/>
                  </a:lnTo>
                  <a:lnTo>
                    <a:pt x="352810" y="71259"/>
                  </a:lnTo>
                  <a:lnTo>
                    <a:pt x="353182" y="90731"/>
                  </a:lnTo>
                  <a:lnTo>
                    <a:pt x="353767" y="122887"/>
                  </a:lnTo>
                  <a:lnTo>
                    <a:pt x="353835" y="126752"/>
                  </a:lnTo>
                  <a:lnTo>
                    <a:pt x="354484" y="169732"/>
                  </a:lnTo>
                  <a:lnTo>
                    <a:pt x="354574" y="176057"/>
                  </a:lnTo>
                  <a:lnTo>
                    <a:pt x="355062" y="198624"/>
                  </a:lnTo>
                  <a:lnTo>
                    <a:pt x="355757" y="232268"/>
                  </a:lnTo>
                  <a:lnTo>
                    <a:pt x="356041" y="246536"/>
                  </a:lnTo>
                  <a:lnTo>
                    <a:pt x="356610" y="272932"/>
                  </a:lnTo>
                  <a:lnTo>
                    <a:pt x="356788" y="281449"/>
                  </a:lnTo>
                  <a:lnTo>
                    <a:pt x="357393" y="311174"/>
                  </a:lnTo>
                  <a:lnTo>
                    <a:pt x="357751" y="329469"/>
                  </a:lnTo>
                  <a:lnTo>
                    <a:pt x="358440" y="366332"/>
                  </a:lnTo>
                  <a:lnTo>
                    <a:pt x="358583" y="374340"/>
                  </a:lnTo>
                  <a:lnTo>
                    <a:pt x="358616" y="377422"/>
                  </a:lnTo>
                  <a:lnTo>
                    <a:pt x="359019" y="417737"/>
                  </a:lnTo>
                  <a:lnTo>
                    <a:pt x="359646" y="423041"/>
                  </a:lnTo>
                  <a:lnTo>
                    <a:pt x="361288" y="436954"/>
                  </a:lnTo>
                  <a:lnTo>
                    <a:pt x="363347" y="449390"/>
                  </a:lnTo>
                  <a:lnTo>
                    <a:pt x="365039" y="459615"/>
                  </a:lnTo>
                  <a:lnTo>
                    <a:pt x="369149" y="484516"/>
                  </a:lnTo>
                  <a:lnTo>
                    <a:pt x="369471" y="486467"/>
                  </a:lnTo>
                  <a:lnTo>
                    <a:pt x="376260" y="527596"/>
                  </a:lnTo>
                  <a:lnTo>
                    <a:pt x="378787" y="543141"/>
                  </a:lnTo>
                  <a:lnTo>
                    <a:pt x="383414" y="571633"/>
                  </a:lnTo>
                  <a:lnTo>
                    <a:pt x="384501" y="578332"/>
                  </a:lnTo>
                  <a:lnTo>
                    <a:pt x="384584" y="578844"/>
                  </a:lnTo>
                  <a:lnTo>
                    <a:pt x="388515" y="604101"/>
                  </a:lnTo>
                  <a:lnTo>
                    <a:pt x="392281" y="627394"/>
                  </a:lnTo>
                  <a:lnTo>
                    <a:pt x="390957" y="631310"/>
                  </a:lnTo>
                  <a:lnTo>
                    <a:pt x="386576" y="631130"/>
                  </a:lnTo>
                  <a:lnTo>
                    <a:pt x="384026" y="635268"/>
                  </a:lnTo>
                  <a:lnTo>
                    <a:pt x="377770" y="633362"/>
                  </a:lnTo>
                  <a:lnTo>
                    <a:pt x="370928" y="635510"/>
                  </a:lnTo>
                  <a:lnTo>
                    <a:pt x="366926" y="632910"/>
                  </a:lnTo>
                  <a:lnTo>
                    <a:pt x="360834" y="632605"/>
                  </a:lnTo>
                  <a:lnTo>
                    <a:pt x="356796" y="635656"/>
                  </a:lnTo>
                  <a:lnTo>
                    <a:pt x="351290" y="635842"/>
                  </a:lnTo>
                  <a:lnTo>
                    <a:pt x="344871" y="635364"/>
                  </a:lnTo>
                  <a:lnTo>
                    <a:pt x="342657" y="635198"/>
                  </a:lnTo>
                  <a:lnTo>
                    <a:pt x="333334" y="631924"/>
                  </a:lnTo>
                  <a:lnTo>
                    <a:pt x="324293" y="633446"/>
                  </a:lnTo>
                  <a:lnTo>
                    <a:pt x="311468" y="638189"/>
                  </a:lnTo>
                  <a:lnTo>
                    <a:pt x="299827" y="644705"/>
                  </a:lnTo>
                  <a:lnTo>
                    <a:pt x="287512" y="649473"/>
                  </a:lnTo>
                  <a:lnTo>
                    <a:pt x="286084" y="650143"/>
                  </a:lnTo>
                  <a:lnTo>
                    <a:pt x="281800" y="652150"/>
                  </a:lnTo>
                  <a:lnTo>
                    <a:pt x="273078" y="659757"/>
                  </a:lnTo>
                  <a:lnTo>
                    <a:pt x="270959" y="665520"/>
                  </a:lnTo>
                  <a:lnTo>
                    <a:pt x="267809" y="667755"/>
                  </a:lnTo>
                  <a:lnTo>
                    <a:pt x="262224" y="669913"/>
                  </a:lnTo>
                  <a:lnTo>
                    <a:pt x="251915" y="666203"/>
                  </a:lnTo>
                  <a:lnTo>
                    <a:pt x="247516" y="654290"/>
                  </a:lnTo>
                  <a:lnTo>
                    <a:pt x="240830" y="640655"/>
                  </a:lnTo>
                  <a:lnTo>
                    <a:pt x="237756" y="635560"/>
                  </a:lnTo>
                  <a:lnTo>
                    <a:pt x="235954" y="632571"/>
                  </a:lnTo>
                  <a:lnTo>
                    <a:pt x="225629" y="623699"/>
                  </a:lnTo>
                  <a:lnTo>
                    <a:pt x="220810" y="611643"/>
                  </a:lnTo>
                  <a:lnTo>
                    <a:pt x="219962" y="608357"/>
                  </a:lnTo>
                  <a:lnTo>
                    <a:pt x="217968" y="600623"/>
                  </a:lnTo>
                  <a:lnTo>
                    <a:pt x="221903" y="587430"/>
                  </a:lnTo>
                  <a:lnTo>
                    <a:pt x="225493" y="574362"/>
                  </a:lnTo>
                  <a:lnTo>
                    <a:pt x="226805" y="561979"/>
                  </a:lnTo>
                  <a:lnTo>
                    <a:pt x="214222" y="563526"/>
                  </a:lnTo>
                  <a:lnTo>
                    <a:pt x="207027" y="564403"/>
                  </a:lnTo>
                  <a:lnTo>
                    <a:pt x="164731" y="569471"/>
                  </a:lnTo>
                  <a:lnTo>
                    <a:pt x="154628" y="570655"/>
                  </a:lnTo>
                  <a:lnTo>
                    <a:pt x="154476" y="570673"/>
                  </a:lnTo>
                  <a:lnTo>
                    <a:pt x="131061" y="573334"/>
                  </a:lnTo>
                  <a:lnTo>
                    <a:pt x="128766" y="573591"/>
                  </a:lnTo>
                  <a:lnTo>
                    <a:pt x="106359" y="576081"/>
                  </a:lnTo>
                  <a:lnTo>
                    <a:pt x="98514" y="576931"/>
                  </a:lnTo>
                  <a:lnTo>
                    <a:pt x="71096" y="579853"/>
                  </a:lnTo>
                  <a:lnTo>
                    <a:pt x="57516" y="581272"/>
                  </a:lnTo>
                  <a:lnTo>
                    <a:pt x="51905" y="581853"/>
                  </a:lnTo>
                  <a:lnTo>
                    <a:pt x="3548" y="586649"/>
                  </a:lnTo>
                  <a:lnTo>
                    <a:pt x="4500" y="585782"/>
                  </a:lnTo>
                  <a:lnTo>
                    <a:pt x="11942" y="579004"/>
                  </a:lnTo>
                  <a:lnTo>
                    <a:pt x="7443" y="573732"/>
                  </a:lnTo>
                  <a:lnTo>
                    <a:pt x="3766" y="567903"/>
                  </a:lnTo>
                  <a:lnTo>
                    <a:pt x="6721" y="560104"/>
                  </a:lnTo>
                  <a:lnTo>
                    <a:pt x="6812" y="559864"/>
                  </a:lnTo>
                  <a:lnTo>
                    <a:pt x="0" y="5549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593264" y="2329785"/>
              <a:ext cx="951308" cy="600819"/>
            </a:xfrm>
            <a:custGeom>
              <a:avLst/>
              <a:pathLst>
                <a:path w="951308" h="600819">
                  <a:moveTo>
                    <a:pt x="24558" y="0"/>
                  </a:moveTo>
                  <a:lnTo>
                    <a:pt x="66309" y="8474"/>
                  </a:lnTo>
                  <a:lnTo>
                    <a:pt x="88631" y="13044"/>
                  </a:lnTo>
                  <a:lnTo>
                    <a:pt x="125383" y="19919"/>
                  </a:lnTo>
                  <a:lnTo>
                    <a:pt x="129119" y="20605"/>
                  </a:lnTo>
                  <a:lnTo>
                    <a:pt x="152244" y="24819"/>
                  </a:lnTo>
                  <a:lnTo>
                    <a:pt x="167188" y="27750"/>
                  </a:lnTo>
                  <a:lnTo>
                    <a:pt x="175757" y="29338"/>
                  </a:lnTo>
                  <a:lnTo>
                    <a:pt x="188053" y="31594"/>
                  </a:lnTo>
                  <a:lnTo>
                    <a:pt x="204465" y="34633"/>
                  </a:lnTo>
                  <a:lnTo>
                    <a:pt x="228798" y="38721"/>
                  </a:lnTo>
                  <a:lnTo>
                    <a:pt x="248717" y="42096"/>
                  </a:lnTo>
                  <a:lnTo>
                    <a:pt x="319666" y="53472"/>
                  </a:lnTo>
                  <a:lnTo>
                    <a:pt x="323487" y="54061"/>
                  </a:lnTo>
                  <a:lnTo>
                    <a:pt x="345774" y="57562"/>
                  </a:lnTo>
                  <a:lnTo>
                    <a:pt x="372974" y="61730"/>
                  </a:lnTo>
                  <a:lnTo>
                    <a:pt x="390786" y="64273"/>
                  </a:lnTo>
                  <a:lnTo>
                    <a:pt x="411308" y="67136"/>
                  </a:lnTo>
                  <a:lnTo>
                    <a:pt x="431451" y="69857"/>
                  </a:lnTo>
                  <a:lnTo>
                    <a:pt x="447788" y="72014"/>
                  </a:lnTo>
                  <a:lnTo>
                    <a:pt x="455021" y="72879"/>
                  </a:lnTo>
                  <a:lnTo>
                    <a:pt x="475622" y="75560"/>
                  </a:lnTo>
                  <a:lnTo>
                    <a:pt x="527534" y="81883"/>
                  </a:lnTo>
                  <a:lnTo>
                    <a:pt x="528399" y="81990"/>
                  </a:lnTo>
                  <a:lnTo>
                    <a:pt x="546884" y="84230"/>
                  </a:lnTo>
                  <a:lnTo>
                    <a:pt x="566239" y="86557"/>
                  </a:lnTo>
                  <a:lnTo>
                    <a:pt x="601703" y="90471"/>
                  </a:lnTo>
                  <a:lnTo>
                    <a:pt x="625503" y="92972"/>
                  </a:lnTo>
                  <a:lnTo>
                    <a:pt x="666770" y="97087"/>
                  </a:lnTo>
                  <a:lnTo>
                    <a:pt x="687242" y="99104"/>
                  </a:lnTo>
                  <a:lnTo>
                    <a:pt x="693265" y="99588"/>
                  </a:lnTo>
                  <a:lnTo>
                    <a:pt x="707541" y="100910"/>
                  </a:lnTo>
                  <a:lnTo>
                    <a:pt x="751247" y="104751"/>
                  </a:lnTo>
                  <a:lnTo>
                    <a:pt x="781080" y="107185"/>
                  </a:lnTo>
                  <a:lnTo>
                    <a:pt x="790565" y="107940"/>
                  </a:lnTo>
                  <a:lnTo>
                    <a:pt x="795352" y="108315"/>
                  </a:lnTo>
                  <a:lnTo>
                    <a:pt x="816740" y="109857"/>
                  </a:lnTo>
                  <a:lnTo>
                    <a:pt x="849434" y="112181"/>
                  </a:lnTo>
                  <a:lnTo>
                    <a:pt x="856500" y="112636"/>
                  </a:lnTo>
                  <a:lnTo>
                    <a:pt x="872666" y="113719"/>
                  </a:lnTo>
                  <a:lnTo>
                    <a:pt x="886853" y="114634"/>
                  </a:lnTo>
                  <a:lnTo>
                    <a:pt x="912723" y="116101"/>
                  </a:lnTo>
                  <a:lnTo>
                    <a:pt x="951308" y="118146"/>
                  </a:lnTo>
                  <a:lnTo>
                    <a:pt x="950343" y="136259"/>
                  </a:lnTo>
                  <a:lnTo>
                    <a:pt x="949076" y="161622"/>
                  </a:lnTo>
                  <a:lnTo>
                    <a:pt x="948249" y="178230"/>
                  </a:lnTo>
                  <a:lnTo>
                    <a:pt x="947659" y="190689"/>
                  </a:lnTo>
                  <a:lnTo>
                    <a:pt x="946829" y="208263"/>
                  </a:lnTo>
                  <a:lnTo>
                    <a:pt x="945441" y="237419"/>
                  </a:lnTo>
                  <a:lnTo>
                    <a:pt x="945302" y="240339"/>
                  </a:lnTo>
                  <a:lnTo>
                    <a:pt x="944389" y="260339"/>
                  </a:lnTo>
                  <a:lnTo>
                    <a:pt x="943038" y="284102"/>
                  </a:lnTo>
                  <a:lnTo>
                    <a:pt x="941689" y="308597"/>
                  </a:lnTo>
                  <a:lnTo>
                    <a:pt x="941263" y="316333"/>
                  </a:lnTo>
                  <a:lnTo>
                    <a:pt x="941252" y="316549"/>
                  </a:lnTo>
                  <a:lnTo>
                    <a:pt x="940056" y="340641"/>
                  </a:lnTo>
                  <a:lnTo>
                    <a:pt x="938815" y="363640"/>
                  </a:lnTo>
                  <a:lnTo>
                    <a:pt x="937475" y="389788"/>
                  </a:lnTo>
                  <a:lnTo>
                    <a:pt x="937051" y="398391"/>
                  </a:lnTo>
                  <a:lnTo>
                    <a:pt x="936462" y="410354"/>
                  </a:lnTo>
                  <a:lnTo>
                    <a:pt x="936280" y="414047"/>
                  </a:lnTo>
                  <a:lnTo>
                    <a:pt x="935125" y="436063"/>
                  </a:lnTo>
                  <a:lnTo>
                    <a:pt x="934857" y="441348"/>
                  </a:lnTo>
                  <a:lnTo>
                    <a:pt x="932841" y="481140"/>
                  </a:lnTo>
                  <a:lnTo>
                    <a:pt x="932569" y="488674"/>
                  </a:lnTo>
                  <a:lnTo>
                    <a:pt x="932495" y="490728"/>
                  </a:lnTo>
                  <a:lnTo>
                    <a:pt x="931905" y="504368"/>
                  </a:lnTo>
                  <a:lnTo>
                    <a:pt x="930810" y="527203"/>
                  </a:lnTo>
                  <a:lnTo>
                    <a:pt x="930423" y="535183"/>
                  </a:lnTo>
                  <a:lnTo>
                    <a:pt x="929617" y="553595"/>
                  </a:lnTo>
                  <a:lnTo>
                    <a:pt x="928903" y="568224"/>
                  </a:lnTo>
                  <a:lnTo>
                    <a:pt x="928394" y="578674"/>
                  </a:lnTo>
                  <a:lnTo>
                    <a:pt x="927713" y="593711"/>
                  </a:lnTo>
                  <a:lnTo>
                    <a:pt x="926148" y="593762"/>
                  </a:lnTo>
                  <a:lnTo>
                    <a:pt x="844923" y="588861"/>
                  </a:lnTo>
                  <a:lnTo>
                    <a:pt x="843833" y="588793"/>
                  </a:lnTo>
                  <a:lnTo>
                    <a:pt x="840615" y="588591"/>
                  </a:lnTo>
                  <a:lnTo>
                    <a:pt x="775897" y="584206"/>
                  </a:lnTo>
                  <a:lnTo>
                    <a:pt x="761046" y="583450"/>
                  </a:lnTo>
                  <a:lnTo>
                    <a:pt x="740990" y="582378"/>
                  </a:lnTo>
                  <a:lnTo>
                    <a:pt x="688635" y="577863"/>
                  </a:lnTo>
                  <a:lnTo>
                    <a:pt x="649955" y="573790"/>
                  </a:lnTo>
                  <a:lnTo>
                    <a:pt x="603099" y="569339"/>
                  </a:lnTo>
                  <a:lnTo>
                    <a:pt x="595922" y="568628"/>
                  </a:lnTo>
                  <a:lnTo>
                    <a:pt x="574913" y="566623"/>
                  </a:lnTo>
                  <a:lnTo>
                    <a:pt x="553829" y="564543"/>
                  </a:lnTo>
                  <a:lnTo>
                    <a:pt x="543736" y="563472"/>
                  </a:lnTo>
                  <a:lnTo>
                    <a:pt x="506929" y="559436"/>
                  </a:lnTo>
                  <a:lnTo>
                    <a:pt x="503575" y="558304"/>
                  </a:lnTo>
                  <a:lnTo>
                    <a:pt x="464247" y="554131"/>
                  </a:lnTo>
                  <a:lnTo>
                    <a:pt x="445562" y="551845"/>
                  </a:lnTo>
                  <a:lnTo>
                    <a:pt x="429183" y="549798"/>
                  </a:lnTo>
                  <a:lnTo>
                    <a:pt x="401684" y="546803"/>
                  </a:lnTo>
                  <a:lnTo>
                    <a:pt x="369874" y="543459"/>
                  </a:lnTo>
                  <a:lnTo>
                    <a:pt x="363407" y="541315"/>
                  </a:lnTo>
                  <a:lnTo>
                    <a:pt x="341806" y="538625"/>
                  </a:lnTo>
                  <a:lnTo>
                    <a:pt x="338587" y="554340"/>
                  </a:lnTo>
                  <a:lnTo>
                    <a:pt x="336417" y="571053"/>
                  </a:lnTo>
                  <a:lnTo>
                    <a:pt x="335479" y="578036"/>
                  </a:lnTo>
                  <a:lnTo>
                    <a:pt x="334822" y="582922"/>
                  </a:lnTo>
                  <a:lnTo>
                    <a:pt x="332914" y="600819"/>
                  </a:lnTo>
                  <a:lnTo>
                    <a:pt x="327049" y="597652"/>
                  </a:lnTo>
                  <a:lnTo>
                    <a:pt x="325979" y="592438"/>
                  </a:lnTo>
                  <a:lnTo>
                    <a:pt x="321779" y="587042"/>
                  </a:lnTo>
                  <a:lnTo>
                    <a:pt x="320659" y="581141"/>
                  </a:lnTo>
                  <a:lnTo>
                    <a:pt x="317666" y="575317"/>
                  </a:lnTo>
                  <a:lnTo>
                    <a:pt x="314004" y="568034"/>
                  </a:lnTo>
                  <a:lnTo>
                    <a:pt x="309984" y="564246"/>
                  </a:lnTo>
                  <a:lnTo>
                    <a:pt x="309393" y="563689"/>
                  </a:lnTo>
                  <a:lnTo>
                    <a:pt x="304327" y="567135"/>
                  </a:lnTo>
                  <a:lnTo>
                    <a:pt x="302394" y="569860"/>
                  </a:lnTo>
                  <a:lnTo>
                    <a:pt x="301128" y="571644"/>
                  </a:lnTo>
                  <a:lnTo>
                    <a:pt x="295307" y="582428"/>
                  </a:lnTo>
                  <a:lnTo>
                    <a:pt x="291184" y="585174"/>
                  </a:lnTo>
                  <a:lnTo>
                    <a:pt x="286672" y="584292"/>
                  </a:lnTo>
                  <a:lnTo>
                    <a:pt x="279435" y="582869"/>
                  </a:lnTo>
                  <a:lnTo>
                    <a:pt x="269925" y="587323"/>
                  </a:lnTo>
                  <a:lnTo>
                    <a:pt x="265590" y="580374"/>
                  </a:lnTo>
                  <a:lnTo>
                    <a:pt x="251446" y="581442"/>
                  </a:lnTo>
                  <a:lnTo>
                    <a:pt x="243675" y="581380"/>
                  </a:lnTo>
                  <a:lnTo>
                    <a:pt x="235864" y="578385"/>
                  </a:lnTo>
                  <a:lnTo>
                    <a:pt x="230920" y="574618"/>
                  </a:lnTo>
                  <a:lnTo>
                    <a:pt x="224130" y="578358"/>
                  </a:lnTo>
                  <a:lnTo>
                    <a:pt x="220294" y="587520"/>
                  </a:lnTo>
                  <a:lnTo>
                    <a:pt x="213691" y="582636"/>
                  </a:lnTo>
                  <a:lnTo>
                    <a:pt x="203134" y="579657"/>
                  </a:lnTo>
                  <a:lnTo>
                    <a:pt x="194500" y="576843"/>
                  </a:lnTo>
                  <a:lnTo>
                    <a:pt x="192149" y="576937"/>
                  </a:lnTo>
                  <a:lnTo>
                    <a:pt x="183312" y="582378"/>
                  </a:lnTo>
                  <a:lnTo>
                    <a:pt x="183185" y="586592"/>
                  </a:lnTo>
                  <a:lnTo>
                    <a:pt x="182731" y="586790"/>
                  </a:lnTo>
                  <a:lnTo>
                    <a:pt x="177668" y="588986"/>
                  </a:lnTo>
                  <a:lnTo>
                    <a:pt x="172547" y="583762"/>
                  </a:lnTo>
                  <a:lnTo>
                    <a:pt x="168929" y="576523"/>
                  </a:lnTo>
                  <a:lnTo>
                    <a:pt x="169815" y="571017"/>
                  </a:lnTo>
                  <a:lnTo>
                    <a:pt x="166408" y="563341"/>
                  </a:lnTo>
                  <a:lnTo>
                    <a:pt x="168376" y="557367"/>
                  </a:lnTo>
                  <a:lnTo>
                    <a:pt x="165574" y="547330"/>
                  </a:lnTo>
                  <a:lnTo>
                    <a:pt x="164136" y="540301"/>
                  </a:lnTo>
                  <a:lnTo>
                    <a:pt x="155644" y="531857"/>
                  </a:lnTo>
                  <a:lnTo>
                    <a:pt x="150669" y="533931"/>
                  </a:lnTo>
                  <a:lnTo>
                    <a:pt x="145092" y="528658"/>
                  </a:lnTo>
                  <a:lnTo>
                    <a:pt x="141494" y="527118"/>
                  </a:lnTo>
                  <a:lnTo>
                    <a:pt x="138511" y="518353"/>
                  </a:lnTo>
                  <a:lnTo>
                    <a:pt x="141473" y="513682"/>
                  </a:lnTo>
                  <a:lnTo>
                    <a:pt x="143454" y="507548"/>
                  </a:lnTo>
                  <a:lnTo>
                    <a:pt x="143307" y="501194"/>
                  </a:lnTo>
                  <a:lnTo>
                    <a:pt x="139252" y="495586"/>
                  </a:lnTo>
                  <a:lnTo>
                    <a:pt x="134552" y="491335"/>
                  </a:lnTo>
                  <a:lnTo>
                    <a:pt x="130465" y="477762"/>
                  </a:lnTo>
                  <a:lnTo>
                    <a:pt x="125256" y="465895"/>
                  </a:lnTo>
                  <a:lnTo>
                    <a:pt x="126728" y="458904"/>
                  </a:lnTo>
                  <a:lnTo>
                    <a:pt x="125051" y="453444"/>
                  </a:lnTo>
                  <a:lnTo>
                    <a:pt x="126403" y="447254"/>
                  </a:lnTo>
                  <a:lnTo>
                    <a:pt x="123755" y="441655"/>
                  </a:lnTo>
                  <a:lnTo>
                    <a:pt x="125047" y="432306"/>
                  </a:lnTo>
                  <a:lnTo>
                    <a:pt x="121019" y="428998"/>
                  </a:lnTo>
                  <a:lnTo>
                    <a:pt x="118379" y="426051"/>
                  </a:lnTo>
                  <a:lnTo>
                    <a:pt x="115135" y="420826"/>
                  </a:lnTo>
                  <a:lnTo>
                    <a:pt x="113612" y="418369"/>
                  </a:lnTo>
                  <a:lnTo>
                    <a:pt x="109925" y="418266"/>
                  </a:lnTo>
                  <a:lnTo>
                    <a:pt x="109107" y="423230"/>
                  </a:lnTo>
                  <a:lnTo>
                    <a:pt x="102504" y="428128"/>
                  </a:lnTo>
                  <a:lnTo>
                    <a:pt x="92845" y="433502"/>
                  </a:lnTo>
                  <a:lnTo>
                    <a:pt x="87342" y="433454"/>
                  </a:lnTo>
                  <a:lnTo>
                    <a:pt x="83900" y="439777"/>
                  </a:lnTo>
                  <a:lnTo>
                    <a:pt x="76853" y="437039"/>
                  </a:lnTo>
                  <a:lnTo>
                    <a:pt x="70732" y="429705"/>
                  </a:lnTo>
                  <a:lnTo>
                    <a:pt x="67010" y="427176"/>
                  </a:lnTo>
                  <a:lnTo>
                    <a:pt x="66146" y="423848"/>
                  </a:lnTo>
                  <a:lnTo>
                    <a:pt x="65436" y="421106"/>
                  </a:lnTo>
                  <a:lnTo>
                    <a:pt x="66568" y="415997"/>
                  </a:lnTo>
                  <a:lnTo>
                    <a:pt x="69907" y="414370"/>
                  </a:lnTo>
                  <a:lnTo>
                    <a:pt x="70620" y="408047"/>
                  </a:lnTo>
                  <a:lnTo>
                    <a:pt x="67173" y="400402"/>
                  </a:lnTo>
                  <a:lnTo>
                    <a:pt x="72065" y="394490"/>
                  </a:lnTo>
                  <a:lnTo>
                    <a:pt x="80129" y="393607"/>
                  </a:lnTo>
                  <a:lnTo>
                    <a:pt x="83523" y="390950"/>
                  </a:lnTo>
                  <a:lnTo>
                    <a:pt x="82122" y="387158"/>
                  </a:lnTo>
                  <a:lnTo>
                    <a:pt x="84075" y="381441"/>
                  </a:lnTo>
                  <a:lnTo>
                    <a:pt x="81497" y="377699"/>
                  </a:lnTo>
                  <a:lnTo>
                    <a:pt x="79233" y="372202"/>
                  </a:lnTo>
                  <a:lnTo>
                    <a:pt x="82301" y="364653"/>
                  </a:lnTo>
                  <a:lnTo>
                    <a:pt x="77957" y="360436"/>
                  </a:lnTo>
                  <a:lnTo>
                    <a:pt x="79406" y="355547"/>
                  </a:lnTo>
                  <a:lnTo>
                    <a:pt x="85092" y="355833"/>
                  </a:lnTo>
                  <a:lnTo>
                    <a:pt x="86136" y="348351"/>
                  </a:lnTo>
                  <a:lnTo>
                    <a:pt x="87609" y="344166"/>
                  </a:lnTo>
                  <a:lnTo>
                    <a:pt x="89178" y="339966"/>
                  </a:lnTo>
                  <a:lnTo>
                    <a:pt x="91563" y="331130"/>
                  </a:lnTo>
                  <a:lnTo>
                    <a:pt x="95125" y="328781"/>
                  </a:lnTo>
                  <a:lnTo>
                    <a:pt x="95524" y="318305"/>
                  </a:lnTo>
                  <a:lnTo>
                    <a:pt x="99849" y="317944"/>
                  </a:lnTo>
                  <a:lnTo>
                    <a:pt x="102971" y="310054"/>
                  </a:lnTo>
                  <a:lnTo>
                    <a:pt x="105308" y="302079"/>
                  </a:lnTo>
                  <a:lnTo>
                    <a:pt x="104280" y="300885"/>
                  </a:lnTo>
                  <a:lnTo>
                    <a:pt x="102577" y="298902"/>
                  </a:lnTo>
                  <a:lnTo>
                    <a:pt x="94746" y="299878"/>
                  </a:lnTo>
                  <a:lnTo>
                    <a:pt x="87113" y="299058"/>
                  </a:lnTo>
                  <a:lnTo>
                    <a:pt x="83785" y="297465"/>
                  </a:lnTo>
                  <a:lnTo>
                    <a:pt x="81479" y="296359"/>
                  </a:lnTo>
                  <a:lnTo>
                    <a:pt x="82260" y="289853"/>
                  </a:lnTo>
                  <a:lnTo>
                    <a:pt x="78671" y="286884"/>
                  </a:lnTo>
                  <a:lnTo>
                    <a:pt x="77085" y="285571"/>
                  </a:lnTo>
                  <a:lnTo>
                    <a:pt x="71612" y="284719"/>
                  </a:lnTo>
                  <a:lnTo>
                    <a:pt x="70671" y="279693"/>
                  </a:lnTo>
                  <a:lnTo>
                    <a:pt x="64187" y="274455"/>
                  </a:lnTo>
                  <a:lnTo>
                    <a:pt x="60450" y="266917"/>
                  </a:lnTo>
                  <a:lnTo>
                    <a:pt x="62746" y="261732"/>
                  </a:lnTo>
                  <a:lnTo>
                    <a:pt x="60463" y="259024"/>
                  </a:lnTo>
                  <a:lnTo>
                    <a:pt x="55753" y="253427"/>
                  </a:lnTo>
                  <a:lnTo>
                    <a:pt x="53752" y="246897"/>
                  </a:lnTo>
                  <a:lnTo>
                    <a:pt x="50702" y="241549"/>
                  </a:lnTo>
                  <a:lnTo>
                    <a:pt x="46865" y="232318"/>
                  </a:lnTo>
                  <a:lnTo>
                    <a:pt x="42618" y="226179"/>
                  </a:lnTo>
                  <a:lnTo>
                    <a:pt x="40556" y="221501"/>
                  </a:lnTo>
                  <a:lnTo>
                    <a:pt x="38870" y="215567"/>
                  </a:lnTo>
                  <a:lnTo>
                    <a:pt x="35541" y="213784"/>
                  </a:lnTo>
                  <a:lnTo>
                    <a:pt x="28179" y="209946"/>
                  </a:lnTo>
                  <a:lnTo>
                    <a:pt x="24054" y="205570"/>
                  </a:lnTo>
                  <a:lnTo>
                    <a:pt x="21622" y="198645"/>
                  </a:lnTo>
                  <a:lnTo>
                    <a:pt x="12462" y="190632"/>
                  </a:lnTo>
                  <a:lnTo>
                    <a:pt x="14765" y="186284"/>
                  </a:lnTo>
                  <a:lnTo>
                    <a:pt x="19918" y="184323"/>
                  </a:lnTo>
                  <a:lnTo>
                    <a:pt x="14664" y="177066"/>
                  </a:lnTo>
                  <a:lnTo>
                    <a:pt x="15373" y="171889"/>
                  </a:lnTo>
                  <a:lnTo>
                    <a:pt x="18601" y="166789"/>
                  </a:lnTo>
                  <a:lnTo>
                    <a:pt x="16060" y="162465"/>
                  </a:lnTo>
                  <a:lnTo>
                    <a:pt x="18036" y="157752"/>
                  </a:lnTo>
                  <a:lnTo>
                    <a:pt x="10857" y="148469"/>
                  </a:lnTo>
                  <a:lnTo>
                    <a:pt x="11366" y="141985"/>
                  </a:lnTo>
                  <a:lnTo>
                    <a:pt x="7720" y="137820"/>
                  </a:lnTo>
                  <a:lnTo>
                    <a:pt x="4458" y="130437"/>
                  </a:lnTo>
                  <a:lnTo>
                    <a:pt x="781" y="120510"/>
                  </a:lnTo>
                  <a:lnTo>
                    <a:pt x="449" y="119065"/>
                  </a:lnTo>
                  <a:lnTo>
                    <a:pt x="0" y="117107"/>
                  </a:lnTo>
                  <a:lnTo>
                    <a:pt x="3069" y="102481"/>
                  </a:lnTo>
                  <a:lnTo>
                    <a:pt x="5297" y="91809"/>
                  </a:lnTo>
                  <a:lnTo>
                    <a:pt x="7588" y="80843"/>
                  </a:lnTo>
                  <a:lnTo>
                    <a:pt x="11773" y="60786"/>
                  </a:lnTo>
                  <a:lnTo>
                    <a:pt x="12283" y="5835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52975" y="3731046"/>
              <a:ext cx="670531" cy="311946"/>
            </a:xfrm>
            <a:custGeom>
              <a:avLst/>
              <a:pathLst>
                <a:path w="670531" h="311946">
                  <a:moveTo>
                    <a:pt x="76" y="283638"/>
                  </a:moveTo>
                  <a:lnTo>
                    <a:pt x="0" y="281599"/>
                  </a:lnTo>
                  <a:lnTo>
                    <a:pt x="3930" y="276660"/>
                  </a:lnTo>
                  <a:lnTo>
                    <a:pt x="7908" y="278705"/>
                  </a:lnTo>
                  <a:lnTo>
                    <a:pt x="14092" y="276861"/>
                  </a:lnTo>
                  <a:lnTo>
                    <a:pt x="18665" y="271566"/>
                  </a:lnTo>
                  <a:lnTo>
                    <a:pt x="19038" y="271132"/>
                  </a:lnTo>
                  <a:lnTo>
                    <a:pt x="17036" y="266327"/>
                  </a:lnTo>
                  <a:lnTo>
                    <a:pt x="19014" y="263645"/>
                  </a:lnTo>
                  <a:lnTo>
                    <a:pt x="17319" y="260442"/>
                  </a:lnTo>
                  <a:lnTo>
                    <a:pt x="20334" y="255400"/>
                  </a:lnTo>
                  <a:lnTo>
                    <a:pt x="21349" y="254678"/>
                  </a:lnTo>
                  <a:lnTo>
                    <a:pt x="21754" y="254390"/>
                  </a:lnTo>
                  <a:lnTo>
                    <a:pt x="24347" y="252545"/>
                  </a:lnTo>
                  <a:lnTo>
                    <a:pt x="28867" y="247156"/>
                  </a:lnTo>
                  <a:lnTo>
                    <a:pt x="34080" y="241902"/>
                  </a:lnTo>
                  <a:lnTo>
                    <a:pt x="42393" y="239704"/>
                  </a:lnTo>
                  <a:lnTo>
                    <a:pt x="43138" y="239507"/>
                  </a:lnTo>
                  <a:lnTo>
                    <a:pt x="48208" y="238636"/>
                  </a:lnTo>
                  <a:lnTo>
                    <a:pt x="55189" y="237641"/>
                  </a:lnTo>
                  <a:lnTo>
                    <a:pt x="58044" y="233120"/>
                  </a:lnTo>
                  <a:lnTo>
                    <a:pt x="60283" y="231854"/>
                  </a:lnTo>
                  <a:lnTo>
                    <a:pt x="65160" y="225997"/>
                  </a:lnTo>
                  <a:lnTo>
                    <a:pt x="69070" y="225477"/>
                  </a:lnTo>
                  <a:lnTo>
                    <a:pt x="70776" y="220644"/>
                  </a:lnTo>
                  <a:lnTo>
                    <a:pt x="71270" y="219243"/>
                  </a:lnTo>
                  <a:lnTo>
                    <a:pt x="75503" y="217466"/>
                  </a:lnTo>
                  <a:lnTo>
                    <a:pt x="77665" y="213276"/>
                  </a:lnTo>
                  <a:lnTo>
                    <a:pt x="82391" y="211052"/>
                  </a:lnTo>
                  <a:lnTo>
                    <a:pt x="85927" y="209174"/>
                  </a:lnTo>
                  <a:lnTo>
                    <a:pt x="91409" y="208550"/>
                  </a:lnTo>
                  <a:lnTo>
                    <a:pt x="92085" y="207139"/>
                  </a:lnTo>
                  <a:lnTo>
                    <a:pt x="93761" y="203634"/>
                  </a:lnTo>
                  <a:lnTo>
                    <a:pt x="95812" y="198524"/>
                  </a:lnTo>
                  <a:lnTo>
                    <a:pt x="94039" y="193705"/>
                  </a:lnTo>
                  <a:lnTo>
                    <a:pt x="95208" y="192776"/>
                  </a:lnTo>
                  <a:lnTo>
                    <a:pt x="97498" y="190955"/>
                  </a:lnTo>
                  <a:lnTo>
                    <a:pt x="101339" y="192479"/>
                  </a:lnTo>
                  <a:lnTo>
                    <a:pt x="103029" y="189333"/>
                  </a:lnTo>
                  <a:lnTo>
                    <a:pt x="102919" y="185355"/>
                  </a:lnTo>
                  <a:lnTo>
                    <a:pt x="106616" y="182033"/>
                  </a:lnTo>
                  <a:lnTo>
                    <a:pt x="113219" y="176289"/>
                  </a:lnTo>
                  <a:lnTo>
                    <a:pt x="115408" y="178298"/>
                  </a:lnTo>
                  <a:lnTo>
                    <a:pt x="116391" y="179200"/>
                  </a:lnTo>
                  <a:lnTo>
                    <a:pt x="116156" y="184366"/>
                  </a:lnTo>
                  <a:lnTo>
                    <a:pt x="120592" y="185466"/>
                  </a:lnTo>
                  <a:lnTo>
                    <a:pt x="123896" y="181975"/>
                  </a:lnTo>
                  <a:lnTo>
                    <a:pt x="126772" y="178932"/>
                  </a:lnTo>
                  <a:lnTo>
                    <a:pt x="129189" y="171819"/>
                  </a:lnTo>
                  <a:lnTo>
                    <a:pt x="129568" y="170702"/>
                  </a:lnTo>
                  <a:lnTo>
                    <a:pt x="133763" y="166645"/>
                  </a:lnTo>
                  <a:lnTo>
                    <a:pt x="137180" y="164093"/>
                  </a:lnTo>
                  <a:lnTo>
                    <a:pt x="139731" y="164129"/>
                  </a:lnTo>
                  <a:lnTo>
                    <a:pt x="142710" y="160882"/>
                  </a:lnTo>
                  <a:lnTo>
                    <a:pt x="143300" y="160239"/>
                  </a:lnTo>
                  <a:lnTo>
                    <a:pt x="149099" y="161246"/>
                  </a:lnTo>
                  <a:lnTo>
                    <a:pt x="150742" y="164048"/>
                  </a:lnTo>
                  <a:lnTo>
                    <a:pt x="154306" y="163143"/>
                  </a:lnTo>
                  <a:lnTo>
                    <a:pt x="157878" y="160513"/>
                  </a:lnTo>
                  <a:lnTo>
                    <a:pt x="161144" y="149477"/>
                  </a:lnTo>
                  <a:lnTo>
                    <a:pt x="162408" y="145560"/>
                  </a:lnTo>
                  <a:lnTo>
                    <a:pt x="163189" y="143137"/>
                  </a:lnTo>
                  <a:lnTo>
                    <a:pt x="163694" y="141568"/>
                  </a:lnTo>
                  <a:lnTo>
                    <a:pt x="168527" y="135991"/>
                  </a:lnTo>
                  <a:lnTo>
                    <a:pt x="173529" y="135507"/>
                  </a:lnTo>
                  <a:lnTo>
                    <a:pt x="178367" y="134683"/>
                  </a:lnTo>
                  <a:lnTo>
                    <a:pt x="175904" y="130132"/>
                  </a:lnTo>
                  <a:lnTo>
                    <a:pt x="174770" y="128036"/>
                  </a:lnTo>
                  <a:lnTo>
                    <a:pt x="176676" y="122179"/>
                  </a:lnTo>
                  <a:lnTo>
                    <a:pt x="174990" y="115695"/>
                  </a:lnTo>
                  <a:lnTo>
                    <a:pt x="175695" y="110431"/>
                  </a:lnTo>
                  <a:lnTo>
                    <a:pt x="189310" y="108196"/>
                  </a:lnTo>
                  <a:lnTo>
                    <a:pt x="200475" y="106018"/>
                  </a:lnTo>
                  <a:lnTo>
                    <a:pt x="213911" y="103370"/>
                  </a:lnTo>
                  <a:lnTo>
                    <a:pt x="222691" y="101832"/>
                  </a:lnTo>
                  <a:lnTo>
                    <a:pt x="234904" y="99515"/>
                  </a:lnTo>
                  <a:lnTo>
                    <a:pt x="239543" y="98411"/>
                  </a:lnTo>
                  <a:lnTo>
                    <a:pt x="249759" y="95967"/>
                  </a:lnTo>
                  <a:lnTo>
                    <a:pt x="256837" y="94700"/>
                  </a:lnTo>
                  <a:lnTo>
                    <a:pt x="269961" y="92328"/>
                  </a:lnTo>
                  <a:lnTo>
                    <a:pt x="270628" y="92207"/>
                  </a:lnTo>
                  <a:lnTo>
                    <a:pt x="281043" y="90324"/>
                  </a:lnTo>
                  <a:lnTo>
                    <a:pt x="299297" y="86018"/>
                  </a:lnTo>
                  <a:lnTo>
                    <a:pt x="301273" y="85548"/>
                  </a:lnTo>
                  <a:lnTo>
                    <a:pt x="324820" y="79834"/>
                  </a:lnTo>
                  <a:lnTo>
                    <a:pt x="339971" y="76107"/>
                  </a:lnTo>
                  <a:lnTo>
                    <a:pt x="340197" y="76051"/>
                  </a:lnTo>
                  <a:lnTo>
                    <a:pt x="343247" y="75272"/>
                  </a:lnTo>
                  <a:lnTo>
                    <a:pt x="352782" y="72826"/>
                  </a:lnTo>
                  <a:lnTo>
                    <a:pt x="362142" y="70410"/>
                  </a:lnTo>
                  <a:lnTo>
                    <a:pt x="368155" y="68849"/>
                  </a:lnTo>
                  <a:lnTo>
                    <a:pt x="382881" y="65000"/>
                  </a:lnTo>
                  <a:lnTo>
                    <a:pt x="393821" y="62187"/>
                  </a:lnTo>
                  <a:lnTo>
                    <a:pt x="398485" y="60982"/>
                  </a:lnTo>
                  <a:lnTo>
                    <a:pt x="415296" y="56604"/>
                  </a:lnTo>
                  <a:lnTo>
                    <a:pt x="419234" y="55520"/>
                  </a:lnTo>
                  <a:lnTo>
                    <a:pt x="429212" y="52760"/>
                  </a:lnTo>
                  <a:lnTo>
                    <a:pt x="443457" y="48790"/>
                  </a:lnTo>
                  <a:lnTo>
                    <a:pt x="449932" y="46998"/>
                  </a:lnTo>
                  <a:lnTo>
                    <a:pt x="460862" y="43956"/>
                  </a:lnTo>
                  <a:lnTo>
                    <a:pt x="470759" y="41183"/>
                  </a:lnTo>
                  <a:lnTo>
                    <a:pt x="472057" y="40818"/>
                  </a:lnTo>
                  <a:lnTo>
                    <a:pt x="505677" y="31409"/>
                  </a:lnTo>
                  <a:lnTo>
                    <a:pt x="513777" y="29111"/>
                  </a:lnTo>
                  <a:lnTo>
                    <a:pt x="515704" y="28567"/>
                  </a:lnTo>
                  <a:lnTo>
                    <a:pt x="522609" y="26611"/>
                  </a:lnTo>
                  <a:lnTo>
                    <a:pt x="534214" y="23301"/>
                  </a:lnTo>
                  <a:lnTo>
                    <a:pt x="547291" y="19042"/>
                  </a:lnTo>
                  <a:lnTo>
                    <a:pt x="561891" y="14825"/>
                  </a:lnTo>
                  <a:lnTo>
                    <a:pt x="565642" y="13735"/>
                  </a:lnTo>
                  <a:lnTo>
                    <a:pt x="578882" y="9868"/>
                  </a:lnTo>
                  <a:lnTo>
                    <a:pt x="593042" y="5677"/>
                  </a:lnTo>
                  <a:lnTo>
                    <a:pt x="600130" y="3565"/>
                  </a:lnTo>
                  <a:lnTo>
                    <a:pt x="611959" y="0"/>
                  </a:lnTo>
                  <a:lnTo>
                    <a:pt x="617032" y="10271"/>
                  </a:lnTo>
                  <a:lnTo>
                    <a:pt x="623834" y="22942"/>
                  </a:lnTo>
                  <a:lnTo>
                    <a:pt x="627233" y="27851"/>
                  </a:lnTo>
                  <a:lnTo>
                    <a:pt x="634145" y="37823"/>
                  </a:lnTo>
                  <a:lnTo>
                    <a:pt x="640976" y="45254"/>
                  </a:lnTo>
                  <a:lnTo>
                    <a:pt x="651608" y="58036"/>
                  </a:lnTo>
                  <a:lnTo>
                    <a:pt x="657810" y="65749"/>
                  </a:lnTo>
                  <a:lnTo>
                    <a:pt x="660561" y="69045"/>
                  </a:lnTo>
                  <a:lnTo>
                    <a:pt x="666734" y="80606"/>
                  </a:lnTo>
                  <a:lnTo>
                    <a:pt x="669848" y="100537"/>
                  </a:lnTo>
                  <a:lnTo>
                    <a:pt x="670531" y="117217"/>
                  </a:lnTo>
                  <a:lnTo>
                    <a:pt x="662996" y="120064"/>
                  </a:lnTo>
                  <a:lnTo>
                    <a:pt x="655265" y="125917"/>
                  </a:lnTo>
                  <a:lnTo>
                    <a:pt x="654698" y="126346"/>
                  </a:lnTo>
                  <a:lnTo>
                    <a:pt x="644574" y="135828"/>
                  </a:lnTo>
                  <a:lnTo>
                    <a:pt x="638434" y="143521"/>
                  </a:lnTo>
                  <a:lnTo>
                    <a:pt x="630862" y="153275"/>
                  </a:lnTo>
                  <a:lnTo>
                    <a:pt x="625617" y="163178"/>
                  </a:lnTo>
                  <a:lnTo>
                    <a:pt x="621059" y="169906"/>
                  </a:lnTo>
                  <a:lnTo>
                    <a:pt x="616884" y="177992"/>
                  </a:lnTo>
                  <a:lnTo>
                    <a:pt x="613739" y="186014"/>
                  </a:lnTo>
                  <a:lnTo>
                    <a:pt x="610256" y="199775"/>
                  </a:lnTo>
                  <a:lnTo>
                    <a:pt x="607939" y="196426"/>
                  </a:lnTo>
                  <a:lnTo>
                    <a:pt x="601924" y="193674"/>
                  </a:lnTo>
                  <a:lnTo>
                    <a:pt x="593090" y="193767"/>
                  </a:lnTo>
                  <a:lnTo>
                    <a:pt x="579740" y="198979"/>
                  </a:lnTo>
                  <a:lnTo>
                    <a:pt x="565003" y="207667"/>
                  </a:lnTo>
                  <a:lnTo>
                    <a:pt x="563298" y="208668"/>
                  </a:lnTo>
                  <a:lnTo>
                    <a:pt x="556393" y="215190"/>
                  </a:lnTo>
                  <a:lnTo>
                    <a:pt x="551357" y="221838"/>
                  </a:lnTo>
                  <a:lnTo>
                    <a:pt x="542078" y="230892"/>
                  </a:lnTo>
                  <a:lnTo>
                    <a:pt x="538846" y="235211"/>
                  </a:lnTo>
                  <a:lnTo>
                    <a:pt x="531423" y="245098"/>
                  </a:lnTo>
                  <a:lnTo>
                    <a:pt x="526964" y="253301"/>
                  </a:lnTo>
                  <a:lnTo>
                    <a:pt x="524087" y="258579"/>
                  </a:lnTo>
                  <a:lnTo>
                    <a:pt x="520939" y="267795"/>
                  </a:lnTo>
                  <a:lnTo>
                    <a:pt x="519397" y="280734"/>
                  </a:lnTo>
                  <a:lnTo>
                    <a:pt x="518564" y="287654"/>
                  </a:lnTo>
                  <a:lnTo>
                    <a:pt x="518217" y="292897"/>
                  </a:lnTo>
                  <a:lnTo>
                    <a:pt x="517756" y="299785"/>
                  </a:lnTo>
                  <a:lnTo>
                    <a:pt x="514024" y="300245"/>
                  </a:lnTo>
                  <a:lnTo>
                    <a:pt x="512441" y="297695"/>
                  </a:lnTo>
                  <a:lnTo>
                    <a:pt x="502744" y="297886"/>
                  </a:lnTo>
                  <a:lnTo>
                    <a:pt x="491948" y="300737"/>
                  </a:lnTo>
                  <a:lnTo>
                    <a:pt x="483814" y="303932"/>
                  </a:lnTo>
                  <a:lnTo>
                    <a:pt x="472725" y="311946"/>
                  </a:lnTo>
                  <a:lnTo>
                    <a:pt x="465513" y="307363"/>
                  </a:lnTo>
                  <a:lnTo>
                    <a:pt x="462160" y="305272"/>
                  </a:lnTo>
                  <a:lnTo>
                    <a:pt x="446743" y="295627"/>
                  </a:lnTo>
                  <a:lnTo>
                    <a:pt x="421953" y="280097"/>
                  </a:lnTo>
                  <a:lnTo>
                    <a:pt x="418401" y="277813"/>
                  </a:lnTo>
                  <a:lnTo>
                    <a:pt x="394530" y="262390"/>
                  </a:lnTo>
                  <a:lnTo>
                    <a:pt x="385841" y="257035"/>
                  </a:lnTo>
                  <a:lnTo>
                    <a:pt x="384754" y="256364"/>
                  </a:lnTo>
                  <a:lnTo>
                    <a:pt x="364622" y="243888"/>
                  </a:lnTo>
                  <a:lnTo>
                    <a:pt x="363258" y="244204"/>
                  </a:lnTo>
                  <a:lnTo>
                    <a:pt x="345336" y="248325"/>
                  </a:lnTo>
                  <a:lnTo>
                    <a:pt x="345126" y="248373"/>
                  </a:lnTo>
                  <a:lnTo>
                    <a:pt x="333531" y="251011"/>
                  </a:lnTo>
                  <a:lnTo>
                    <a:pt x="314648" y="255170"/>
                  </a:lnTo>
                  <a:lnTo>
                    <a:pt x="295964" y="259227"/>
                  </a:lnTo>
                  <a:lnTo>
                    <a:pt x="277648" y="262889"/>
                  </a:lnTo>
                  <a:lnTo>
                    <a:pt x="276588" y="251981"/>
                  </a:lnTo>
                  <a:lnTo>
                    <a:pt x="270771" y="246791"/>
                  </a:lnTo>
                  <a:lnTo>
                    <a:pt x="264253" y="240964"/>
                  </a:lnTo>
                  <a:lnTo>
                    <a:pt x="261398" y="238407"/>
                  </a:lnTo>
                  <a:lnTo>
                    <a:pt x="254414" y="246269"/>
                  </a:lnTo>
                  <a:lnTo>
                    <a:pt x="252580" y="243853"/>
                  </a:lnTo>
                  <a:lnTo>
                    <a:pt x="253252" y="238781"/>
                  </a:lnTo>
                  <a:lnTo>
                    <a:pt x="252350" y="236576"/>
                  </a:lnTo>
                  <a:lnTo>
                    <a:pt x="252257" y="236350"/>
                  </a:lnTo>
                  <a:lnTo>
                    <a:pt x="230015" y="240136"/>
                  </a:lnTo>
                  <a:lnTo>
                    <a:pt x="226933" y="240654"/>
                  </a:lnTo>
                  <a:lnTo>
                    <a:pt x="217050" y="242306"/>
                  </a:lnTo>
                  <a:lnTo>
                    <a:pt x="195724" y="246082"/>
                  </a:lnTo>
                  <a:lnTo>
                    <a:pt x="187445" y="247528"/>
                  </a:lnTo>
                  <a:lnTo>
                    <a:pt x="180046" y="248812"/>
                  </a:lnTo>
                  <a:lnTo>
                    <a:pt x="174568" y="249756"/>
                  </a:lnTo>
                  <a:lnTo>
                    <a:pt x="169425" y="250731"/>
                  </a:lnTo>
                  <a:lnTo>
                    <a:pt x="160867" y="252345"/>
                  </a:lnTo>
                  <a:lnTo>
                    <a:pt x="154700" y="253501"/>
                  </a:lnTo>
                  <a:lnTo>
                    <a:pt x="153286" y="253688"/>
                  </a:lnTo>
                  <a:lnTo>
                    <a:pt x="150159" y="254101"/>
                  </a:lnTo>
                  <a:lnTo>
                    <a:pt x="145595" y="254701"/>
                  </a:lnTo>
                  <a:lnTo>
                    <a:pt x="142623" y="257818"/>
                  </a:lnTo>
                  <a:lnTo>
                    <a:pt x="137062" y="261159"/>
                  </a:lnTo>
                  <a:lnTo>
                    <a:pt x="133730" y="262768"/>
                  </a:lnTo>
                  <a:lnTo>
                    <a:pt x="125732" y="266622"/>
                  </a:lnTo>
                  <a:lnTo>
                    <a:pt x="121862" y="271931"/>
                  </a:lnTo>
                  <a:lnTo>
                    <a:pt x="120622" y="271922"/>
                  </a:lnTo>
                  <a:lnTo>
                    <a:pt x="118889" y="271909"/>
                  </a:lnTo>
                  <a:lnTo>
                    <a:pt x="110547" y="276571"/>
                  </a:lnTo>
                  <a:lnTo>
                    <a:pt x="102452" y="281116"/>
                  </a:lnTo>
                  <a:lnTo>
                    <a:pt x="95127" y="285215"/>
                  </a:lnTo>
                  <a:lnTo>
                    <a:pt x="78559" y="289044"/>
                  </a:lnTo>
                  <a:lnTo>
                    <a:pt x="66188" y="292015"/>
                  </a:lnTo>
                  <a:lnTo>
                    <a:pt x="61063" y="293239"/>
                  </a:lnTo>
                  <a:lnTo>
                    <a:pt x="55589" y="294541"/>
                  </a:lnTo>
                  <a:lnTo>
                    <a:pt x="30909" y="299277"/>
                  </a:lnTo>
                  <a:lnTo>
                    <a:pt x="25553" y="300294"/>
                  </a:lnTo>
                  <a:lnTo>
                    <a:pt x="15873" y="302122"/>
                  </a:lnTo>
                  <a:lnTo>
                    <a:pt x="859" y="30492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701674" y="2513593"/>
              <a:ext cx="426634" cy="256398"/>
            </a:xfrm>
            <a:custGeom>
              <a:avLst/>
              <a:pathLst>
                <a:path w="426634" h="256398">
                  <a:moveTo>
                    <a:pt x="12732" y="0"/>
                  </a:moveTo>
                  <a:lnTo>
                    <a:pt x="48936" y="1765"/>
                  </a:lnTo>
                  <a:lnTo>
                    <a:pt x="72422" y="2664"/>
                  </a:lnTo>
                  <a:lnTo>
                    <a:pt x="77184" y="2831"/>
                  </a:lnTo>
                  <a:lnTo>
                    <a:pt x="111274" y="3988"/>
                  </a:lnTo>
                  <a:lnTo>
                    <a:pt x="121813" y="4252"/>
                  </a:lnTo>
                  <a:lnTo>
                    <a:pt x="143121" y="4706"/>
                  </a:lnTo>
                  <a:lnTo>
                    <a:pt x="150061" y="4844"/>
                  </a:lnTo>
                  <a:lnTo>
                    <a:pt x="170043" y="5178"/>
                  </a:lnTo>
                  <a:lnTo>
                    <a:pt x="207402" y="5518"/>
                  </a:lnTo>
                  <a:lnTo>
                    <a:pt x="220815" y="5583"/>
                  </a:lnTo>
                  <a:lnTo>
                    <a:pt x="235292" y="5607"/>
                  </a:lnTo>
                  <a:lnTo>
                    <a:pt x="256187" y="5515"/>
                  </a:lnTo>
                  <a:lnTo>
                    <a:pt x="264249" y="5452"/>
                  </a:lnTo>
                  <a:lnTo>
                    <a:pt x="284509" y="5194"/>
                  </a:lnTo>
                  <a:lnTo>
                    <a:pt x="291551" y="5082"/>
                  </a:lnTo>
                  <a:lnTo>
                    <a:pt x="341029" y="4068"/>
                  </a:lnTo>
                  <a:lnTo>
                    <a:pt x="350409" y="3812"/>
                  </a:lnTo>
                  <a:lnTo>
                    <a:pt x="379832" y="2879"/>
                  </a:lnTo>
                  <a:lnTo>
                    <a:pt x="380058" y="7369"/>
                  </a:lnTo>
                  <a:lnTo>
                    <a:pt x="382473" y="13707"/>
                  </a:lnTo>
                  <a:lnTo>
                    <a:pt x="384636" y="21425"/>
                  </a:lnTo>
                  <a:lnTo>
                    <a:pt x="386510" y="26200"/>
                  </a:lnTo>
                  <a:lnTo>
                    <a:pt x="387800" y="29901"/>
                  </a:lnTo>
                  <a:lnTo>
                    <a:pt x="385731" y="36885"/>
                  </a:lnTo>
                  <a:lnTo>
                    <a:pt x="385591" y="40159"/>
                  </a:lnTo>
                  <a:lnTo>
                    <a:pt x="385580" y="40418"/>
                  </a:lnTo>
                  <a:lnTo>
                    <a:pt x="385550" y="41111"/>
                  </a:lnTo>
                  <a:lnTo>
                    <a:pt x="386398" y="49433"/>
                  </a:lnTo>
                  <a:lnTo>
                    <a:pt x="386727" y="56475"/>
                  </a:lnTo>
                  <a:lnTo>
                    <a:pt x="387447" y="63570"/>
                  </a:lnTo>
                  <a:lnTo>
                    <a:pt x="386965" y="68850"/>
                  </a:lnTo>
                  <a:lnTo>
                    <a:pt x="386811" y="70536"/>
                  </a:lnTo>
                  <a:lnTo>
                    <a:pt x="386775" y="70920"/>
                  </a:lnTo>
                  <a:lnTo>
                    <a:pt x="389260" y="77166"/>
                  </a:lnTo>
                  <a:lnTo>
                    <a:pt x="391467" y="82428"/>
                  </a:lnTo>
                  <a:lnTo>
                    <a:pt x="393491" y="89986"/>
                  </a:lnTo>
                  <a:lnTo>
                    <a:pt x="396023" y="97187"/>
                  </a:lnTo>
                  <a:lnTo>
                    <a:pt x="400078" y="105202"/>
                  </a:lnTo>
                  <a:lnTo>
                    <a:pt x="402245" y="111091"/>
                  </a:lnTo>
                  <a:lnTo>
                    <a:pt x="402934" y="112961"/>
                  </a:lnTo>
                  <a:lnTo>
                    <a:pt x="404751" y="119213"/>
                  </a:lnTo>
                  <a:lnTo>
                    <a:pt x="404886" y="125187"/>
                  </a:lnTo>
                  <a:lnTo>
                    <a:pt x="404994" y="130003"/>
                  </a:lnTo>
                  <a:lnTo>
                    <a:pt x="406490" y="143366"/>
                  </a:lnTo>
                  <a:lnTo>
                    <a:pt x="406853" y="146553"/>
                  </a:lnTo>
                  <a:lnTo>
                    <a:pt x="407667" y="153700"/>
                  </a:lnTo>
                  <a:lnTo>
                    <a:pt x="408315" y="159372"/>
                  </a:lnTo>
                  <a:lnTo>
                    <a:pt x="407743" y="165227"/>
                  </a:lnTo>
                  <a:lnTo>
                    <a:pt x="411957" y="173073"/>
                  </a:lnTo>
                  <a:lnTo>
                    <a:pt x="411016" y="184190"/>
                  </a:lnTo>
                  <a:lnTo>
                    <a:pt x="411408" y="191135"/>
                  </a:lnTo>
                  <a:lnTo>
                    <a:pt x="411432" y="195819"/>
                  </a:lnTo>
                  <a:lnTo>
                    <a:pt x="411678" y="196315"/>
                  </a:lnTo>
                  <a:lnTo>
                    <a:pt x="414219" y="201438"/>
                  </a:lnTo>
                  <a:lnTo>
                    <a:pt x="416654" y="212068"/>
                  </a:lnTo>
                  <a:lnTo>
                    <a:pt x="420410" y="218219"/>
                  </a:lnTo>
                  <a:lnTo>
                    <a:pt x="423162" y="221302"/>
                  </a:lnTo>
                  <a:lnTo>
                    <a:pt x="423816" y="229463"/>
                  </a:lnTo>
                  <a:lnTo>
                    <a:pt x="426630" y="240502"/>
                  </a:lnTo>
                  <a:lnTo>
                    <a:pt x="425815" y="245636"/>
                  </a:lnTo>
                  <a:lnTo>
                    <a:pt x="425745" y="246078"/>
                  </a:lnTo>
                  <a:lnTo>
                    <a:pt x="426634" y="252717"/>
                  </a:lnTo>
                  <a:lnTo>
                    <a:pt x="397082" y="253832"/>
                  </a:lnTo>
                  <a:lnTo>
                    <a:pt x="388748" y="254141"/>
                  </a:lnTo>
                  <a:lnTo>
                    <a:pt x="370828" y="254755"/>
                  </a:lnTo>
                  <a:lnTo>
                    <a:pt x="357459" y="255132"/>
                  </a:lnTo>
                  <a:lnTo>
                    <a:pt x="345953" y="255390"/>
                  </a:lnTo>
                  <a:lnTo>
                    <a:pt x="344280" y="255425"/>
                  </a:lnTo>
                  <a:lnTo>
                    <a:pt x="340720" y="255498"/>
                  </a:lnTo>
                  <a:lnTo>
                    <a:pt x="321099" y="255899"/>
                  </a:lnTo>
                  <a:lnTo>
                    <a:pt x="309069" y="255978"/>
                  </a:lnTo>
                  <a:lnTo>
                    <a:pt x="303421" y="256034"/>
                  </a:lnTo>
                  <a:lnTo>
                    <a:pt x="287369" y="256156"/>
                  </a:lnTo>
                  <a:lnTo>
                    <a:pt x="282399" y="256195"/>
                  </a:lnTo>
                  <a:lnTo>
                    <a:pt x="268018" y="256325"/>
                  </a:lnTo>
                  <a:lnTo>
                    <a:pt x="259729" y="256379"/>
                  </a:lnTo>
                  <a:lnTo>
                    <a:pt x="252832" y="256357"/>
                  </a:lnTo>
                  <a:lnTo>
                    <a:pt x="246732" y="256398"/>
                  </a:lnTo>
                  <a:lnTo>
                    <a:pt x="237478" y="256359"/>
                  </a:lnTo>
                  <a:lnTo>
                    <a:pt x="221973" y="256289"/>
                  </a:lnTo>
                  <a:lnTo>
                    <a:pt x="213870" y="256202"/>
                  </a:lnTo>
                  <a:lnTo>
                    <a:pt x="202163" y="256115"/>
                  </a:lnTo>
                  <a:lnTo>
                    <a:pt x="201444" y="256108"/>
                  </a:lnTo>
                  <a:lnTo>
                    <a:pt x="187174" y="255986"/>
                  </a:lnTo>
                  <a:lnTo>
                    <a:pt x="167511" y="255741"/>
                  </a:lnTo>
                  <a:lnTo>
                    <a:pt x="152770" y="255506"/>
                  </a:lnTo>
                  <a:lnTo>
                    <a:pt x="141820" y="255307"/>
                  </a:lnTo>
                  <a:lnTo>
                    <a:pt x="128285" y="255002"/>
                  </a:lnTo>
                  <a:lnTo>
                    <a:pt x="116534" y="254714"/>
                  </a:lnTo>
                  <a:lnTo>
                    <a:pt x="111580" y="254583"/>
                  </a:lnTo>
                  <a:lnTo>
                    <a:pt x="97858" y="254191"/>
                  </a:lnTo>
                  <a:lnTo>
                    <a:pt x="85161" y="253789"/>
                  </a:lnTo>
                  <a:lnTo>
                    <a:pt x="76386" y="253499"/>
                  </a:lnTo>
                  <a:lnTo>
                    <a:pt x="66389" y="253153"/>
                  </a:lnTo>
                  <a:lnTo>
                    <a:pt x="62866" y="253024"/>
                  </a:lnTo>
                  <a:lnTo>
                    <a:pt x="59835" y="252910"/>
                  </a:lnTo>
                  <a:lnTo>
                    <a:pt x="47118" y="252413"/>
                  </a:lnTo>
                  <a:lnTo>
                    <a:pt x="34783" y="251897"/>
                  </a:lnTo>
                  <a:lnTo>
                    <a:pt x="21911" y="251334"/>
                  </a:lnTo>
                  <a:lnTo>
                    <a:pt x="0" y="250281"/>
                  </a:lnTo>
                  <a:lnTo>
                    <a:pt x="1389" y="222845"/>
                  </a:lnTo>
                  <a:lnTo>
                    <a:pt x="1574" y="219201"/>
                  </a:lnTo>
                  <a:lnTo>
                    <a:pt x="2370" y="204021"/>
                  </a:lnTo>
                  <a:lnTo>
                    <a:pt x="2496" y="201475"/>
                  </a:lnTo>
                  <a:lnTo>
                    <a:pt x="2902" y="193226"/>
                  </a:lnTo>
                  <a:lnTo>
                    <a:pt x="3194" y="187295"/>
                  </a:lnTo>
                  <a:lnTo>
                    <a:pt x="4118" y="169266"/>
                  </a:lnTo>
                  <a:lnTo>
                    <a:pt x="4974" y="153408"/>
                  </a:lnTo>
                  <a:lnTo>
                    <a:pt x="5799" y="136797"/>
                  </a:lnTo>
                  <a:lnTo>
                    <a:pt x="5806" y="136648"/>
                  </a:lnTo>
                  <a:lnTo>
                    <a:pt x="6100" y="131314"/>
                  </a:lnTo>
                  <a:lnTo>
                    <a:pt x="7030" y="114425"/>
                  </a:lnTo>
                  <a:lnTo>
                    <a:pt x="7961" y="98040"/>
                  </a:lnTo>
                  <a:lnTo>
                    <a:pt x="8591" y="84251"/>
                  </a:lnTo>
                  <a:lnTo>
                    <a:pt x="8687" y="82236"/>
                  </a:lnTo>
                  <a:lnTo>
                    <a:pt x="9644" y="62135"/>
                  </a:lnTo>
                  <a:lnTo>
                    <a:pt x="10216" y="50017"/>
                  </a:lnTo>
                  <a:lnTo>
                    <a:pt x="10623" y="41427"/>
                  </a:lnTo>
                  <a:lnTo>
                    <a:pt x="11193" y="29976"/>
                  </a:lnTo>
                  <a:lnTo>
                    <a:pt x="12067" y="1248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01636" y="3990180"/>
              <a:ext cx="483883" cy="447946"/>
            </a:xfrm>
            <a:custGeom>
              <a:avLst/>
              <a:pathLst>
                <a:path w="483883" h="447946">
                  <a:moveTo>
                    <a:pt x="0" y="38371"/>
                  </a:moveTo>
                  <a:lnTo>
                    <a:pt x="24642" y="36732"/>
                  </a:lnTo>
                  <a:lnTo>
                    <a:pt x="51913" y="34928"/>
                  </a:lnTo>
                  <a:lnTo>
                    <a:pt x="63227" y="34152"/>
                  </a:lnTo>
                  <a:lnTo>
                    <a:pt x="72100" y="33491"/>
                  </a:lnTo>
                  <a:lnTo>
                    <a:pt x="88072" y="32275"/>
                  </a:lnTo>
                  <a:lnTo>
                    <a:pt x="99190" y="31461"/>
                  </a:lnTo>
                  <a:lnTo>
                    <a:pt x="114275" y="30330"/>
                  </a:lnTo>
                  <a:lnTo>
                    <a:pt x="124984" y="29516"/>
                  </a:lnTo>
                  <a:lnTo>
                    <a:pt x="127119" y="29353"/>
                  </a:lnTo>
                  <a:lnTo>
                    <a:pt x="143141" y="28104"/>
                  </a:lnTo>
                  <a:lnTo>
                    <a:pt x="169204" y="25904"/>
                  </a:lnTo>
                  <a:lnTo>
                    <a:pt x="170654" y="25779"/>
                  </a:lnTo>
                  <a:lnTo>
                    <a:pt x="177029" y="25225"/>
                  </a:lnTo>
                  <a:lnTo>
                    <a:pt x="196963" y="23463"/>
                  </a:lnTo>
                  <a:lnTo>
                    <a:pt x="200326" y="23172"/>
                  </a:lnTo>
                  <a:lnTo>
                    <a:pt x="217460" y="21671"/>
                  </a:lnTo>
                  <a:lnTo>
                    <a:pt x="236603" y="19858"/>
                  </a:lnTo>
                  <a:lnTo>
                    <a:pt x="239466" y="19583"/>
                  </a:lnTo>
                  <a:lnTo>
                    <a:pt x="252347" y="18332"/>
                  </a:lnTo>
                  <a:lnTo>
                    <a:pt x="282334" y="15306"/>
                  </a:lnTo>
                  <a:lnTo>
                    <a:pt x="285179" y="15013"/>
                  </a:lnTo>
                  <a:lnTo>
                    <a:pt x="303618" y="13365"/>
                  </a:lnTo>
                  <a:lnTo>
                    <a:pt x="307749" y="12990"/>
                  </a:lnTo>
                  <a:lnTo>
                    <a:pt x="307937" y="12973"/>
                  </a:lnTo>
                  <a:lnTo>
                    <a:pt x="334545" y="10114"/>
                  </a:lnTo>
                  <a:lnTo>
                    <a:pt x="344919" y="8974"/>
                  </a:lnTo>
                  <a:lnTo>
                    <a:pt x="367269" y="6494"/>
                  </a:lnTo>
                  <a:lnTo>
                    <a:pt x="369023" y="6297"/>
                  </a:lnTo>
                  <a:lnTo>
                    <a:pt x="387124" y="4287"/>
                  </a:lnTo>
                  <a:lnTo>
                    <a:pt x="394918" y="3408"/>
                  </a:lnTo>
                  <a:lnTo>
                    <a:pt x="421091" y="679"/>
                  </a:lnTo>
                  <a:lnTo>
                    <a:pt x="427482" y="0"/>
                  </a:lnTo>
                  <a:lnTo>
                    <a:pt x="429129" y="4065"/>
                  </a:lnTo>
                  <a:lnTo>
                    <a:pt x="430694" y="9261"/>
                  </a:lnTo>
                  <a:lnTo>
                    <a:pt x="437268" y="11940"/>
                  </a:lnTo>
                  <a:lnTo>
                    <a:pt x="437897" y="15392"/>
                  </a:lnTo>
                  <a:lnTo>
                    <a:pt x="438550" y="21784"/>
                  </a:lnTo>
                  <a:lnTo>
                    <a:pt x="434157" y="26802"/>
                  </a:lnTo>
                  <a:lnTo>
                    <a:pt x="430890" y="33374"/>
                  </a:lnTo>
                  <a:lnTo>
                    <a:pt x="427904" y="35535"/>
                  </a:lnTo>
                  <a:lnTo>
                    <a:pt x="425083" y="37574"/>
                  </a:lnTo>
                  <a:lnTo>
                    <a:pt x="424204" y="43114"/>
                  </a:lnTo>
                  <a:lnTo>
                    <a:pt x="418887" y="46916"/>
                  </a:lnTo>
                  <a:lnTo>
                    <a:pt x="415407" y="55221"/>
                  </a:lnTo>
                  <a:lnTo>
                    <a:pt x="413226" y="61629"/>
                  </a:lnTo>
                  <a:lnTo>
                    <a:pt x="420872" y="60662"/>
                  </a:lnTo>
                  <a:lnTo>
                    <a:pt x="438651" y="58384"/>
                  </a:lnTo>
                  <a:lnTo>
                    <a:pt x="452519" y="56627"/>
                  </a:lnTo>
                  <a:lnTo>
                    <a:pt x="458103" y="55913"/>
                  </a:lnTo>
                  <a:lnTo>
                    <a:pt x="474228" y="53801"/>
                  </a:lnTo>
                  <a:lnTo>
                    <a:pt x="479367" y="59524"/>
                  </a:lnTo>
                  <a:lnTo>
                    <a:pt x="483046" y="62224"/>
                  </a:lnTo>
                  <a:lnTo>
                    <a:pt x="483574" y="64170"/>
                  </a:lnTo>
                  <a:lnTo>
                    <a:pt x="483883" y="65309"/>
                  </a:lnTo>
                  <a:lnTo>
                    <a:pt x="476919" y="68715"/>
                  </a:lnTo>
                  <a:lnTo>
                    <a:pt x="476603" y="71887"/>
                  </a:lnTo>
                  <a:lnTo>
                    <a:pt x="477697" y="76348"/>
                  </a:lnTo>
                  <a:lnTo>
                    <a:pt x="470961" y="80382"/>
                  </a:lnTo>
                  <a:lnTo>
                    <a:pt x="464984" y="85318"/>
                  </a:lnTo>
                  <a:lnTo>
                    <a:pt x="459914" y="85051"/>
                  </a:lnTo>
                  <a:lnTo>
                    <a:pt x="456723" y="92570"/>
                  </a:lnTo>
                  <a:lnTo>
                    <a:pt x="462865" y="97184"/>
                  </a:lnTo>
                  <a:lnTo>
                    <a:pt x="465340" y="99798"/>
                  </a:lnTo>
                  <a:lnTo>
                    <a:pt x="460182" y="102675"/>
                  </a:lnTo>
                  <a:lnTo>
                    <a:pt x="459614" y="108452"/>
                  </a:lnTo>
                  <a:lnTo>
                    <a:pt x="458526" y="110816"/>
                  </a:lnTo>
                  <a:lnTo>
                    <a:pt x="450769" y="110706"/>
                  </a:lnTo>
                  <a:lnTo>
                    <a:pt x="450666" y="117175"/>
                  </a:lnTo>
                  <a:lnTo>
                    <a:pt x="453463" y="121543"/>
                  </a:lnTo>
                  <a:lnTo>
                    <a:pt x="451750" y="126780"/>
                  </a:lnTo>
                  <a:lnTo>
                    <a:pt x="449206" y="126139"/>
                  </a:lnTo>
                  <a:lnTo>
                    <a:pt x="445311" y="128175"/>
                  </a:lnTo>
                  <a:lnTo>
                    <a:pt x="448289" y="133450"/>
                  </a:lnTo>
                  <a:lnTo>
                    <a:pt x="445741" y="140798"/>
                  </a:lnTo>
                  <a:lnTo>
                    <a:pt x="441781" y="144856"/>
                  </a:lnTo>
                  <a:lnTo>
                    <a:pt x="448752" y="146989"/>
                  </a:lnTo>
                  <a:lnTo>
                    <a:pt x="449796" y="152470"/>
                  </a:lnTo>
                  <a:lnTo>
                    <a:pt x="449657" y="157143"/>
                  </a:lnTo>
                  <a:lnTo>
                    <a:pt x="451132" y="162510"/>
                  </a:lnTo>
                  <a:lnTo>
                    <a:pt x="444248" y="162054"/>
                  </a:lnTo>
                  <a:lnTo>
                    <a:pt x="442644" y="166732"/>
                  </a:lnTo>
                  <a:lnTo>
                    <a:pt x="441620" y="171730"/>
                  </a:lnTo>
                  <a:lnTo>
                    <a:pt x="435118" y="173737"/>
                  </a:lnTo>
                  <a:lnTo>
                    <a:pt x="431814" y="175498"/>
                  </a:lnTo>
                  <a:lnTo>
                    <a:pt x="431385" y="179517"/>
                  </a:lnTo>
                  <a:lnTo>
                    <a:pt x="438420" y="185671"/>
                  </a:lnTo>
                  <a:lnTo>
                    <a:pt x="438249" y="189322"/>
                  </a:lnTo>
                  <a:lnTo>
                    <a:pt x="432691" y="194099"/>
                  </a:lnTo>
                  <a:lnTo>
                    <a:pt x="432507" y="194257"/>
                  </a:lnTo>
                  <a:lnTo>
                    <a:pt x="424350" y="199554"/>
                  </a:lnTo>
                  <a:lnTo>
                    <a:pt x="423731" y="199630"/>
                  </a:lnTo>
                  <a:lnTo>
                    <a:pt x="418287" y="200289"/>
                  </a:lnTo>
                  <a:lnTo>
                    <a:pt x="417894" y="205858"/>
                  </a:lnTo>
                  <a:lnTo>
                    <a:pt x="415064" y="209086"/>
                  </a:lnTo>
                  <a:lnTo>
                    <a:pt x="411850" y="216938"/>
                  </a:lnTo>
                  <a:lnTo>
                    <a:pt x="411911" y="221560"/>
                  </a:lnTo>
                  <a:lnTo>
                    <a:pt x="409874" y="225598"/>
                  </a:lnTo>
                  <a:lnTo>
                    <a:pt x="408853" y="227620"/>
                  </a:lnTo>
                  <a:lnTo>
                    <a:pt x="413142" y="232848"/>
                  </a:lnTo>
                  <a:lnTo>
                    <a:pt x="411683" y="238254"/>
                  </a:lnTo>
                  <a:lnTo>
                    <a:pt x="411065" y="246173"/>
                  </a:lnTo>
                  <a:lnTo>
                    <a:pt x="412407" y="251256"/>
                  </a:lnTo>
                  <a:lnTo>
                    <a:pt x="406291" y="255685"/>
                  </a:lnTo>
                  <a:lnTo>
                    <a:pt x="404991" y="261591"/>
                  </a:lnTo>
                  <a:lnTo>
                    <a:pt x="397902" y="258966"/>
                  </a:lnTo>
                  <a:lnTo>
                    <a:pt x="394610" y="261888"/>
                  </a:lnTo>
                  <a:lnTo>
                    <a:pt x="396462" y="268099"/>
                  </a:lnTo>
                  <a:lnTo>
                    <a:pt x="390659" y="269909"/>
                  </a:lnTo>
                  <a:lnTo>
                    <a:pt x="388487" y="275333"/>
                  </a:lnTo>
                  <a:lnTo>
                    <a:pt x="383248" y="277304"/>
                  </a:lnTo>
                  <a:lnTo>
                    <a:pt x="384875" y="281920"/>
                  </a:lnTo>
                  <a:lnTo>
                    <a:pt x="383992" y="284818"/>
                  </a:lnTo>
                  <a:lnTo>
                    <a:pt x="379826" y="286726"/>
                  </a:lnTo>
                  <a:lnTo>
                    <a:pt x="379560" y="290189"/>
                  </a:lnTo>
                  <a:lnTo>
                    <a:pt x="379526" y="290628"/>
                  </a:lnTo>
                  <a:lnTo>
                    <a:pt x="379460" y="291479"/>
                  </a:lnTo>
                  <a:lnTo>
                    <a:pt x="384085" y="292743"/>
                  </a:lnTo>
                  <a:lnTo>
                    <a:pt x="386967" y="295141"/>
                  </a:lnTo>
                  <a:lnTo>
                    <a:pt x="385719" y="300684"/>
                  </a:lnTo>
                  <a:lnTo>
                    <a:pt x="380860" y="302261"/>
                  </a:lnTo>
                  <a:lnTo>
                    <a:pt x="377381" y="304780"/>
                  </a:lnTo>
                  <a:lnTo>
                    <a:pt x="375169" y="307780"/>
                  </a:lnTo>
                  <a:lnTo>
                    <a:pt x="370792" y="307279"/>
                  </a:lnTo>
                  <a:lnTo>
                    <a:pt x="367073" y="310513"/>
                  </a:lnTo>
                  <a:lnTo>
                    <a:pt x="372482" y="312045"/>
                  </a:lnTo>
                  <a:lnTo>
                    <a:pt x="373831" y="316183"/>
                  </a:lnTo>
                  <a:lnTo>
                    <a:pt x="370724" y="320159"/>
                  </a:lnTo>
                  <a:lnTo>
                    <a:pt x="372155" y="326388"/>
                  </a:lnTo>
                  <a:lnTo>
                    <a:pt x="375096" y="328258"/>
                  </a:lnTo>
                  <a:lnTo>
                    <a:pt x="375411" y="333287"/>
                  </a:lnTo>
                  <a:lnTo>
                    <a:pt x="369451" y="332389"/>
                  </a:lnTo>
                  <a:lnTo>
                    <a:pt x="366897" y="332878"/>
                  </a:lnTo>
                  <a:lnTo>
                    <a:pt x="364051" y="336457"/>
                  </a:lnTo>
                  <a:lnTo>
                    <a:pt x="371144" y="339629"/>
                  </a:lnTo>
                  <a:lnTo>
                    <a:pt x="369205" y="346275"/>
                  </a:lnTo>
                  <a:lnTo>
                    <a:pt x="361637" y="348196"/>
                  </a:lnTo>
                  <a:lnTo>
                    <a:pt x="366785" y="352466"/>
                  </a:lnTo>
                  <a:lnTo>
                    <a:pt x="361404" y="357177"/>
                  </a:lnTo>
                  <a:lnTo>
                    <a:pt x="360004" y="360982"/>
                  </a:lnTo>
                  <a:lnTo>
                    <a:pt x="359262" y="362998"/>
                  </a:lnTo>
                  <a:lnTo>
                    <a:pt x="362274" y="367040"/>
                  </a:lnTo>
                  <a:lnTo>
                    <a:pt x="364358" y="370490"/>
                  </a:lnTo>
                  <a:lnTo>
                    <a:pt x="367145" y="374405"/>
                  </a:lnTo>
                  <a:lnTo>
                    <a:pt x="370894" y="378085"/>
                  </a:lnTo>
                  <a:lnTo>
                    <a:pt x="368546" y="383609"/>
                  </a:lnTo>
                  <a:lnTo>
                    <a:pt x="370964" y="391576"/>
                  </a:lnTo>
                  <a:lnTo>
                    <a:pt x="374964" y="391946"/>
                  </a:lnTo>
                  <a:lnTo>
                    <a:pt x="377152" y="396585"/>
                  </a:lnTo>
                  <a:lnTo>
                    <a:pt x="376165" y="402917"/>
                  </a:lnTo>
                  <a:lnTo>
                    <a:pt x="374716" y="408958"/>
                  </a:lnTo>
                  <a:lnTo>
                    <a:pt x="369815" y="409052"/>
                  </a:lnTo>
                  <a:lnTo>
                    <a:pt x="367436" y="413691"/>
                  </a:lnTo>
                  <a:lnTo>
                    <a:pt x="373957" y="418252"/>
                  </a:lnTo>
                  <a:lnTo>
                    <a:pt x="370508" y="423787"/>
                  </a:lnTo>
                  <a:lnTo>
                    <a:pt x="369939" y="424699"/>
                  </a:lnTo>
                  <a:lnTo>
                    <a:pt x="360080" y="425642"/>
                  </a:lnTo>
                  <a:lnTo>
                    <a:pt x="342922" y="427256"/>
                  </a:lnTo>
                  <a:lnTo>
                    <a:pt x="340474" y="427483"/>
                  </a:lnTo>
                  <a:lnTo>
                    <a:pt x="337590" y="427750"/>
                  </a:lnTo>
                  <a:lnTo>
                    <a:pt x="298941" y="431345"/>
                  </a:lnTo>
                  <a:lnTo>
                    <a:pt x="279518" y="433087"/>
                  </a:lnTo>
                  <a:lnTo>
                    <a:pt x="264106" y="434438"/>
                  </a:lnTo>
                  <a:lnTo>
                    <a:pt x="236170" y="436577"/>
                  </a:lnTo>
                  <a:lnTo>
                    <a:pt x="213766" y="438260"/>
                  </a:lnTo>
                  <a:lnTo>
                    <a:pt x="189042" y="439996"/>
                  </a:lnTo>
                  <a:lnTo>
                    <a:pt x="187273" y="440135"/>
                  </a:lnTo>
                  <a:lnTo>
                    <a:pt x="166348" y="441748"/>
                  </a:lnTo>
                  <a:lnTo>
                    <a:pt x="162211" y="442069"/>
                  </a:lnTo>
                  <a:lnTo>
                    <a:pt x="148321" y="443134"/>
                  </a:lnTo>
                  <a:lnTo>
                    <a:pt x="136940" y="443963"/>
                  </a:lnTo>
                  <a:lnTo>
                    <a:pt x="133886" y="444183"/>
                  </a:lnTo>
                  <a:lnTo>
                    <a:pt x="113587" y="445617"/>
                  </a:lnTo>
                  <a:lnTo>
                    <a:pt x="105174" y="446239"/>
                  </a:lnTo>
                  <a:lnTo>
                    <a:pt x="104424" y="446295"/>
                  </a:lnTo>
                  <a:lnTo>
                    <a:pt x="81507" y="447946"/>
                  </a:lnTo>
                  <a:lnTo>
                    <a:pt x="80493" y="431213"/>
                  </a:lnTo>
                  <a:lnTo>
                    <a:pt x="79652" y="418053"/>
                  </a:lnTo>
                  <a:lnTo>
                    <a:pt x="79202" y="411025"/>
                  </a:lnTo>
                  <a:lnTo>
                    <a:pt x="78431" y="398529"/>
                  </a:lnTo>
                  <a:lnTo>
                    <a:pt x="77531" y="384816"/>
                  </a:lnTo>
                  <a:lnTo>
                    <a:pt x="74462" y="382551"/>
                  </a:lnTo>
                  <a:lnTo>
                    <a:pt x="67408" y="382385"/>
                  </a:lnTo>
                  <a:lnTo>
                    <a:pt x="63278" y="380942"/>
                  </a:lnTo>
                  <a:lnTo>
                    <a:pt x="60423" y="383709"/>
                  </a:lnTo>
                  <a:lnTo>
                    <a:pt x="57860" y="383156"/>
                  </a:lnTo>
                  <a:lnTo>
                    <a:pt x="51479" y="385044"/>
                  </a:lnTo>
                  <a:lnTo>
                    <a:pt x="48002" y="384967"/>
                  </a:lnTo>
                  <a:lnTo>
                    <a:pt x="46507" y="386332"/>
                  </a:lnTo>
                  <a:lnTo>
                    <a:pt x="43064" y="385481"/>
                  </a:lnTo>
                  <a:lnTo>
                    <a:pt x="39891" y="384295"/>
                  </a:lnTo>
                  <a:lnTo>
                    <a:pt x="32811" y="377531"/>
                  </a:lnTo>
                  <a:lnTo>
                    <a:pt x="32172" y="359566"/>
                  </a:lnTo>
                  <a:lnTo>
                    <a:pt x="31577" y="341515"/>
                  </a:lnTo>
                  <a:lnTo>
                    <a:pt x="31267" y="332141"/>
                  </a:lnTo>
                  <a:lnTo>
                    <a:pt x="30553" y="311865"/>
                  </a:lnTo>
                  <a:lnTo>
                    <a:pt x="29839" y="291723"/>
                  </a:lnTo>
                  <a:lnTo>
                    <a:pt x="29225" y="274130"/>
                  </a:lnTo>
                  <a:lnTo>
                    <a:pt x="28692" y="258965"/>
                  </a:lnTo>
                  <a:lnTo>
                    <a:pt x="28336" y="247780"/>
                  </a:lnTo>
                  <a:lnTo>
                    <a:pt x="27721" y="228548"/>
                  </a:lnTo>
                  <a:lnTo>
                    <a:pt x="27565" y="223368"/>
                  </a:lnTo>
                  <a:lnTo>
                    <a:pt x="26438" y="186151"/>
                  </a:lnTo>
                  <a:lnTo>
                    <a:pt x="26331" y="182676"/>
                  </a:lnTo>
                  <a:lnTo>
                    <a:pt x="26034" y="171517"/>
                  </a:lnTo>
                  <a:lnTo>
                    <a:pt x="25657" y="169409"/>
                  </a:lnTo>
                  <a:lnTo>
                    <a:pt x="25548" y="168801"/>
                  </a:lnTo>
                  <a:lnTo>
                    <a:pt x="23356" y="156526"/>
                  </a:lnTo>
                  <a:lnTo>
                    <a:pt x="20069" y="139819"/>
                  </a:lnTo>
                  <a:lnTo>
                    <a:pt x="17276" y="125599"/>
                  </a:lnTo>
                  <a:lnTo>
                    <a:pt x="17067" y="124532"/>
                  </a:lnTo>
                  <a:lnTo>
                    <a:pt x="11878" y="98668"/>
                  </a:lnTo>
                  <a:lnTo>
                    <a:pt x="9155" y="85206"/>
                  </a:lnTo>
                  <a:lnTo>
                    <a:pt x="7731" y="78155"/>
                  </a:lnTo>
                  <a:lnTo>
                    <a:pt x="4452" y="618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777412" y="3284716"/>
              <a:ext cx="480902" cy="221947"/>
            </a:xfrm>
            <a:custGeom>
              <a:avLst/>
              <a:pathLst>
                <a:path w="480902" h="221947">
                  <a:moveTo>
                    <a:pt x="393" y="136149"/>
                  </a:moveTo>
                  <a:lnTo>
                    <a:pt x="992" y="124333"/>
                  </a:lnTo>
                  <a:lnTo>
                    <a:pt x="1397" y="116026"/>
                  </a:lnTo>
                  <a:lnTo>
                    <a:pt x="1967" y="103685"/>
                  </a:lnTo>
                  <a:lnTo>
                    <a:pt x="2132" y="100119"/>
                  </a:lnTo>
                  <a:lnTo>
                    <a:pt x="2418" y="94045"/>
                  </a:lnTo>
                  <a:lnTo>
                    <a:pt x="3057" y="80501"/>
                  </a:lnTo>
                  <a:lnTo>
                    <a:pt x="3474" y="72109"/>
                  </a:lnTo>
                  <a:lnTo>
                    <a:pt x="3526" y="71056"/>
                  </a:lnTo>
                  <a:lnTo>
                    <a:pt x="4336" y="54190"/>
                  </a:lnTo>
                  <a:lnTo>
                    <a:pt x="5191" y="36141"/>
                  </a:lnTo>
                  <a:lnTo>
                    <a:pt x="5606" y="28071"/>
                  </a:lnTo>
                  <a:lnTo>
                    <a:pt x="5677" y="26689"/>
                  </a:lnTo>
                  <a:lnTo>
                    <a:pt x="6946" y="0"/>
                  </a:lnTo>
                  <a:lnTo>
                    <a:pt x="35877" y="1326"/>
                  </a:lnTo>
                  <a:lnTo>
                    <a:pt x="37407" y="1391"/>
                  </a:lnTo>
                  <a:lnTo>
                    <a:pt x="62517" y="2423"/>
                  </a:lnTo>
                  <a:lnTo>
                    <a:pt x="73530" y="2830"/>
                  </a:lnTo>
                  <a:lnTo>
                    <a:pt x="93787" y="3504"/>
                  </a:lnTo>
                  <a:lnTo>
                    <a:pt x="111019" y="4013"/>
                  </a:lnTo>
                  <a:lnTo>
                    <a:pt x="156176" y="5019"/>
                  </a:lnTo>
                  <a:lnTo>
                    <a:pt x="168205" y="5208"/>
                  </a:lnTo>
                  <a:lnTo>
                    <a:pt x="210601" y="5487"/>
                  </a:lnTo>
                  <a:lnTo>
                    <a:pt x="229017" y="5478"/>
                  </a:lnTo>
                  <a:lnTo>
                    <a:pt x="245721" y="5413"/>
                  </a:lnTo>
                  <a:lnTo>
                    <a:pt x="260501" y="5302"/>
                  </a:lnTo>
                  <a:lnTo>
                    <a:pt x="281986" y="5050"/>
                  </a:lnTo>
                  <a:lnTo>
                    <a:pt x="300455" y="4728"/>
                  </a:lnTo>
                  <a:lnTo>
                    <a:pt x="301539" y="7239"/>
                  </a:lnTo>
                  <a:lnTo>
                    <a:pt x="303935" y="9674"/>
                  </a:lnTo>
                  <a:lnTo>
                    <a:pt x="306493" y="10406"/>
                  </a:lnTo>
                  <a:lnTo>
                    <a:pt x="310681" y="12629"/>
                  </a:lnTo>
                  <a:lnTo>
                    <a:pt x="312190" y="13428"/>
                  </a:lnTo>
                  <a:lnTo>
                    <a:pt x="314757" y="14375"/>
                  </a:lnTo>
                  <a:lnTo>
                    <a:pt x="318992" y="15726"/>
                  </a:lnTo>
                  <a:lnTo>
                    <a:pt x="319233" y="15803"/>
                  </a:lnTo>
                  <a:lnTo>
                    <a:pt x="321582" y="18028"/>
                  </a:lnTo>
                  <a:lnTo>
                    <a:pt x="325351" y="21139"/>
                  </a:lnTo>
                  <a:lnTo>
                    <a:pt x="329844" y="20638"/>
                  </a:lnTo>
                  <a:lnTo>
                    <a:pt x="332185" y="18464"/>
                  </a:lnTo>
                  <a:lnTo>
                    <a:pt x="333577" y="14539"/>
                  </a:lnTo>
                  <a:lnTo>
                    <a:pt x="334557" y="13615"/>
                  </a:lnTo>
                  <a:lnTo>
                    <a:pt x="337568" y="14048"/>
                  </a:lnTo>
                  <a:lnTo>
                    <a:pt x="342909" y="14928"/>
                  </a:lnTo>
                  <a:lnTo>
                    <a:pt x="346367" y="14250"/>
                  </a:lnTo>
                  <a:lnTo>
                    <a:pt x="348274" y="13875"/>
                  </a:lnTo>
                  <a:lnTo>
                    <a:pt x="352691" y="13922"/>
                  </a:lnTo>
                  <a:lnTo>
                    <a:pt x="354343" y="14143"/>
                  </a:lnTo>
                  <a:lnTo>
                    <a:pt x="356085" y="14375"/>
                  </a:lnTo>
                  <a:lnTo>
                    <a:pt x="357900" y="12881"/>
                  </a:lnTo>
                  <a:lnTo>
                    <a:pt x="361941" y="13477"/>
                  </a:lnTo>
                  <a:lnTo>
                    <a:pt x="363989" y="12703"/>
                  </a:lnTo>
                  <a:lnTo>
                    <a:pt x="367418" y="13494"/>
                  </a:lnTo>
                  <a:lnTo>
                    <a:pt x="368764" y="15834"/>
                  </a:lnTo>
                  <a:lnTo>
                    <a:pt x="371424" y="17806"/>
                  </a:lnTo>
                  <a:lnTo>
                    <a:pt x="373261" y="19165"/>
                  </a:lnTo>
                  <a:lnTo>
                    <a:pt x="378931" y="19649"/>
                  </a:lnTo>
                  <a:lnTo>
                    <a:pt x="379435" y="20058"/>
                  </a:lnTo>
                  <a:lnTo>
                    <a:pt x="382168" y="22271"/>
                  </a:lnTo>
                  <a:lnTo>
                    <a:pt x="385267" y="21485"/>
                  </a:lnTo>
                  <a:lnTo>
                    <a:pt x="390632" y="23674"/>
                  </a:lnTo>
                  <a:lnTo>
                    <a:pt x="390941" y="23800"/>
                  </a:lnTo>
                  <a:lnTo>
                    <a:pt x="392287" y="26335"/>
                  </a:lnTo>
                  <a:lnTo>
                    <a:pt x="396574" y="26442"/>
                  </a:lnTo>
                  <a:lnTo>
                    <a:pt x="396113" y="30467"/>
                  </a:lnTo>
                  <a:lnTo>
                    <a:pt x="398907" y="33054"/>
                  </a:lnTo>
                  <a:lnTo>
                    <a:pt x="400660" y="35827"/>
                  </a:lnTo>
                  <a:lnTo>
                    <a:pt x="401597" y="37307"/>
                  </a:lnTo>
                  <a:lnTo>
                    <a:pt x="406181" y="36815"/>
                  </a:lnTo>
                  <a:lnTo>
                    <a:pt x="407532" y="38746"/>
                  </a:lnTo>
                  <a:lnTo>
                    <a:pt x="410479" y="38049"/>
                  </a:lnTo>
                  <a:lnTo>
                    <a:pt x="413988" y="39988"/>
                  </a:lnTo>
                  <a:lnTo>
                    <a:pt x="412520" y="43728"/>
                  </a:lnTo>
                  <a:lnTo>
                    <a:pt x="412951" y="49025"/>
                  </a:lnTo>
                  <a:lnTo>
                    <a:pt x="416119" y="52973"/>
                  </a:lnTo>
                  <a:lnTo>
                    <a:pt x="417022" y="54097"/>
                  </a:lnTo>
                  <a:lnTo>
                    <a:pt x="417149" y="57410"/>
                  </a:lnTo>
                  <a:lnTo>
                    <a:pt x="417114" y="57706"/>
                  </a:lnTo>
                  <a:lnTo>
                    <a:pt x="416701" y="61200"/>
                  </a:lnTo>
                  <a:lnTo>
                    <a:pt x="421091" y="64852"/>
                  </a:lnTo>
                  <a:lnTo>
                    <a:pt x="421090" y="69652"/>
                  </a:lnTo>
                  <a:lnTo>
                    <a:pt x="423811" y="71306"/>
                  </a:lnTo>
                  <a:lnTo>
                    <a:pt x="428855" y="74545"/>
                  </a:lnTo>
                  <a:lnTo>
                    <a:pt x="427642" y="79274"/>
                  </a:lnTo>
                  <a:lnTo>
                    <a:pt x="429521" y="82366"/>
                  </a:lnTo>
                  <a:lnTo>
                    <a:pt x="430624" y="84177"/>
                  </a:lnTo>
                  <a:lnTo>
                    <a:pt x="433116" y="87483"/>
                  </a:lnTo>
                  <a:lnTo>
                    <a:pt x="432111" y="92654"/>
                  </a:lnTo>
                  <a:lnTo>
                    <a:pt x="431167" y="96003"/>
                  </a:lnTo>
                  <a:lnTo>
                    <a:pt x="431002" y="96587"/>
                  </a:lnTo>
                  <a:lnTo>
                    <a:pt x="430827" y="100578"/>
                  </a:lnTo>
                  <a:lnTo>
                    <a:pt x="432420" y="104293"/>
                  </a:lnTo>
                  <a:lnTo>
                    <a:pt x="433142" y="106638"/>
                  </a:lnTo>
                  <a:lnTo>
                    <a:pt x="437164" y="105301"/>
                  </a:lnTo>
                  <a:lnTo>
                    <a:pt x="437888" y="107951"/>
                  </a:lnTo>
                  <a:lnTo>
                    <a:pt x="438613" y="110600"/>
                  </a:lnTo>
                  <a:lnTo>
                    <a:pt x="441930" y="111451"/>
                  </a:lnTo>
                  <a:lnTo>
                    <a:pt x="441898" y="116211"/>
                  </a:lnTo>
                  <a:lnTo>
                    <a:pt x="441888" y="117651"/>
                  </a:lnTo>
                  <a:lnTo>
                    <a:pt x="442221" y="121099"/>
                  </a:lnTo>
                  <a:lnTo>
                    <a:pt x="444301" y="124171"/>
                  </a:lnTo>
                  <a:lnTo>
                    <a:pt x="443289" y="127138"/>
                  </a:lnTo>
                  <a:lnTo>
                    <a:pt x="443530" y="130495"/>
                  </a:lnTo>
                  <a:lnTo>
                    <a:pt x="443567" y="131001"/>
                  </a:lnTo>
                  <a:lnTo>
                    <a:pt x="446432" y="130663"/>
                  </a:lnTo>
                  <a:lnTo>
                    <a:pt x="446248" y="132610"/>
                  </a:lnTo>
                  <a:lnTo>
                    <a:pt x="446003" y="135198"/>
                  </a:lnTo>
                  <a:lnTo>
                    <a:pt x="446411" y="138158"/>
                  </a:lnTo>
                  <a:lnTo>
                    <a:pt x="446467" y="140373"/>
                  </a:lnTo>
                  <a:lnTo>
                    <a:pt x="446531" y="142934"/>
                  </a:lnTo>
                  <a:lnTo>
                    <a:pt x="448735" y="146080"/>
                  </a:lnTo>
                  <a:lnTo>
                    <a:pt x="448388" y="149546"/>
                  </a:lnTo>
                  <a:lnTo>
                    <a:pt x="449521" y="151424"/>
                  </a:lnTo>
                  <a:lnTo>
                    <a:pt x="449999" y="152215"/>
                  </a:lnTo>
                  <a:lnTo>
                    <a:pt x="448472" y="155264"/>
                  </a:lnTo>
                  <a:lnTo>
                    <a:pt x="449083" y="159761"/>
                  </a:lnTo>
                  <a:lnTo>
                    <a:pt x="446262" y="163282"/>
                  </a:lnTo>
                  <a:lnTo>
                    <a:pt x="448784" y="167039"/>
                  </a:lnTo>
                  <a:lnTo>
                    <a:pt x="452399" y="168977"/>
                  </a:lnTo>
                  <a:lnTo>
                    <a:pt x="454401" y="172485"/>
                  </a:lnTo>
                  <a:lnTo>
                    <a:pt x="453532" y="173843"/>
                  </a:lnTo>
                  <a:lnTo>
                    <a:pt x="454211" y="178091"/>
                  </a:lnTo>
                  <a:lnTo>
                    <a:pt x="456557" y="177882"/>
                  </a:lnTo>
                  <a:lnTo>
                    <a:pt x="456680" y="178126"/>
                  </a:lnTo>
                  <a:lnTo>
                    <a:pt x="457752" y="180251"/>
                  </a:lnTo>
                  <a:lnTo>
                    <a:pt x="458430" y="182403"/>
                  </a:lnTo>
                  <a:lnTo>
                    <a:pt x="460595" y="187151"/>
                  </a:lnTo>
                  <a:lnTo>
                    <a:pt x="461165" y="189273"/>
                  </a:lnTo>
                  <a:lnTo>
                    <a:pt x="460625" y="192471"/>
                  </a:lnTo>
                  <a:lnTo>
                    <a:pt x="463704" y="193232"/>
                  </a:lnTo>
                  <a:lnTo>
                    <a:pt x="466271" y="194444"/>
                  </a:lnTo>
                  <a:lnTo>
                    <a:pt x="466675" y="196475"/>
                  </a:lnTo>
                  <a:lnTo>
                    <a:pt x="466728" y="196741"/>
                  </a:lnTo>
                  <a:lnTo>
                    <a:pt x="470926" y="198176"/>
                  </a:lnTo>
                  <a:lnTo>
                    <a:pt x="470639" y="201632"/>
                  </a:lnTo>
                  <a:lnTo>
                    <a:pt x="473514" y="204910"/>
                  </a:lnTo>
                  <a:lnTo>
                    <a:pt x="475734" y="207157"/>
                  </a:lnTo>
                  <a:lnTo>
                    <a:pt x="474748" y="209992"/>
                  </a:lnTo>
                  <a:lnTo>
                    <a:pt x="476668" y="212975"/>
                  </a:lnTo>
                  <a:lnTo>
                    <a:pt x="478549" y="212712"/>
                  </a:lnTo>
                  <a:lnTo>
                    <a:pt x="480902" y="214698"/>
                  </a:lnTo>
                  <a:lnTo>
                    <a:pt x="479154" y="214795"/>
                  </a:lnTo>
                  <a:lnTo>
                    <a:pt x="454555" y="216084"/>
                  </a:lnTo>
                  <a:lnTo>
                    <a:pt x="454359" y="216093"/>
                  </a:lnTo>
                  <a:lnTo>
                    <a:pt x="442044" y="216687"/>
                  </a:lnTo>
                  <a:lnTo>
                    <a:pt x="441302" y="216721"/>
                  </a:lnTo>
                  <a:lnTo>
                    <a:pt x="434094" y="217078"/>
                  </a:lnTo>
                  <a:lnTo>
                    <a:pt x="429398" y="217280"/>
                  </a:lnTo>
                  <a:lnTo>
                    <a:pt x="416972" y="217808"/>
                  </a:lnTo>
                  <a:lnTo>
                    <a:pt x="416627" y="217823"/>
                  </a:lnTo>
                  <a:lnTo>
                    <a:pt x="398036" y="218549"/>
                  </a:lnTo>
                  <a:lnTo>
                    <a:pt x="394268" y="218687"/>
                  </a:lnTo>
                  <a:lnTo>
                    <a:pt x="391910" y="218775"/>
                  </a:lnTo>
                  <a:lnTo>
                    <a:pt x="386775" y="218963"/>
                  </a:lnTo>
                  <a:lnTo>
                    <a:pt x="366837" y="219605"/>
                  </a:lnTo>
                  <a:lnTo>
                    <a:pt x="364255" y="219682"/>
                  </a:lnTo>
                  <a:lnTo>
                    <a:pt x="344243" y="220251"/>
                  </a:lnTo>
                  <a:lnTo>
                    <a:pt x="341787" y="220315"/>
                  </a:lnTo>
                  <a:lnTo>
                    <a:pt x="335676" y="220468"/>
                  </a:lnTo>
                  <a:lnTo>
                    <a:pt x="327688" y="220656"/>
                  </a:lnTo>
                  <a:lnTo>
                    <a:pt x="316721" y="220895"/>
                  </a:lnTo>
                  <a:lnTo>
                    <a:pt x="303955" y="221140"/>
                  </a:lnTo>
                  <a:lnTo>
                    <a:pt x="297899" y="221244"/>
                  </a:lnTo>
                  <a:lnTo>
                    <a:pt x="291660" y="221349"/>
                  </a:lnTo>
                  <a:lnTo>
                    <a:pt x="272787" y="221614"/>
                  </a:lnTo>
                  <a:lnTo>
                    <a:pt x="271757" y="221626"/>
                  </a:lnTo>
                  <a:lnTo>
                    <a:pt x="266575" y="221682"/>
                  </a:lnTo>
                  <a:lnTo>
                    <a:pt x="248696" y="221831"/>
                  </a:lnTo>
                  <a:lnTo>
                    <a:pt x="241851" y="221885"/>
                  </a:lnTo>
                  <a:lnTo>
                    <a:pt x="241689" y="221886"/>
                  </a:lnTo>
                  <a:lnTo>
                    <a:pt x="231430" y="221947"/>
                  </a:lnTo>
                  <a:lnTo>
                    <a:pt x="211238" y="221936"/>
                  </a:lnTo>
                  <a:lnTo>
                    <a:pt x="210363" y="221934"/>
                  </a:lnTo>
                  <a:lnTo>
                    <a:pt x="194657" y="221857"/>
                  </a:lnTo>
                  <a:lnTo>
                    <a:pt x="180151" y="221714"/>
                  </a:lnTo>
                  <a:lnTo>
                    <a:pt x="179043" y="221701"/>
                  </a:lnTo>
                  <a:lnTo>
                    <a:pt x="162338" y="221517"/>
                  </a:lnTo>
                  <a:lnTo>
                    <a:pt x="149392" y="221315"/>
                  </a:lnTo>
                  <a:lnTo>
                    <a:pt x="147727" y="221289"/>
                  </a:lnTo>
                  <a:lnTo>
                    <a:pt x="142907" y="221208"/>
                  </a:lnTo>
                  <a:lnTo>
                    <a:pt x="135636" y="221076"/>
                  </a:lnTo>
                  <a:lnTo>
                    <a:pt x="119578" y="220726"/>
                  </a:lnTo>
                  <a:lnTo>
                    <a:pt x="107415" y="220430"/>
                  </a:lnTo>
                  <a:lnTo>
                    <a:pt x="108013" y="196224"/>
                  </a:lnTo>
                  <a:lnTo>
                    <a:pt x="108032" y="195442"/>
                  </a:lnTo>
                  <a:lnTo>
                    <a:pt x="108188" y="188887"/>
                  </a:lnTo>
                  <a:lnTo>
                    <a:pt x="108632" y="170292"/>
                  </a:lnTo>
                  <a:lnTo>
                    <a:pt x="108722" y="166534"/>
                  </a:lnTo>
                  <a:lnTo>
                    <a:pt x="109136" y="148280"/>
                  </a:lnTo>
                  <a:lnTo>
                    <a:pt x="81586" y="147521"/>
                  </a:lnTo>
                  <a:lnTo>
                    <a:pt x="78082" y="147411"/>
                  </a:lnTo>
                  <a:lnTo>
                    <a:pt x="76313" y="147354"/>
                  </a:lnTo>
                  <a:lnTo>
                    <a:pt x="53242" y="146550"/>
                  </a:lnTo>
                  <a:lnTo>
                    <a:pt x="36560" y="145920"/>
                  </a:lnTo>
                  <a:lnTo>
                    <a:pt x="26092" y="145493"/>
                  </a:lnTo>
                  <a:lnTo>
                    <a:pt x="0" y="14430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47476" y="2544404"/>
              <a:ext cx="91971" cy="195374"/>
            </a:xfrm>
            <a:custGeom>
              <a:avLst/>
              <a:pathLst>
                <a:path w="91971" h="195374">
                  <a:moveTo>
                    <a:pt x="9142" y="187718"/>
                  </a:moveTo>
                  <a:lnTo>
                    <a:pt x="9590" y="185180"/>
                  </a:lnTo>
                  <a:lnTo>
                    <a:pt x="8257" y="181382"/>
                  </a:lnTo>
                  <a:lnTo>
                    <a:pt x="9845" y="179859"/>
                  </a:lnTo>
                  <a:lnTo>
                    <a:pt x="11261" y="176592"/>
                  </a:lnTo>
                  <a:lnTo>
                    <a:pt x="9532" y="174226"/>
                  </a:lnTo>
                  <a:lnTo>
                    <a:pt x="9841" y="170932"/>
                  </a:lnTo>
                  <a:lnTo>
                    <a:pt x="7524" y="166747"/>
                  </a:lnTo>
                  <a:lnTo>
                    <a:pt x="7413" y="166206"/>
                  </a:lnTo>
                  <a:lnTo>
                    <a:pt x="6637" y="162429"/>
                  </a:lnTo>
                  <a:lnTo>
                    <a:pt x="6560" y="161134"/>
                  </a:lnTo>
                  <a:lnTo>
                    <a:pt x="6426" y="158887"/>
                  </a:lnTo>
                  <a:lnTo>
                    <a:pt x="6014" y="154760"/>
                  </a:lnTo>
                  <a:lnTo>
                    <a:pt x="4529" y="152115"/>
                  </a:lnTo>
                  <a:lnTo>
                    <a:pt x="3055" y="142843"/>
                  </a:lnTo>
                  <a:lnTo>
                    <a:pt x="1260" y="137432"/>
                  </a:lnTo>
                  <a:lnTo>
                    <a:pt x="2679" y="134550"/>
                  </a:lnTo>
                  <a:lnTo>
                    <a:pt x="2805" y="134294"/>
                  </a:lnTo>
                  <a:lnTo>
                    <a:pt x="2300" y="126061"/>
                  </a:lnTo>
                  <a:lnTo>
                    <a:pt x="4312" y="122362"/>
                  </a:lnTo>
                  <a:lnTo>
                    <a:pt x="4498" y="121300"/>
                  </a:lnTo>
                  <a:lnTo>
                    <a:pt x="4992" y="118477"/>
                  </a:lnTo>
                  <a:lnTo>
                    <a:pt x="4100" y="113895"/>
                  </a:lnTo>
                  <a:lnTo>
                    <a:pt x="5297" y="107742"/>
                  </a:lnTo>
                  <a:lnTo>
                    <a:pt x="3795" y="105087"/>
                  </a:lnTo>
                  <a:lnTo>
                    <a:pt x="4708" y="101541"/>
                  </a:lnTo>
                  <a:lnTo>
                    <a:pt x="4887" y="96317"/>
                  </a:lnTo>
                  <a:lnTo>
                    <a:pt x="2763" y="92820"/>
                  </a:lnTo>
                  <a:lnTo>
                    <a:pt x="1827" y="91280"/>
                  </a:lnTo>
                  <a:lnTo>
                    <a:pt x="707" y="87024"/>
                  </a:lnTo>
                  <a:lnTo>
                    <a:pt x="0" y="83891"/>
                  </a:lnTo>
                  <a:lnTo>
                    <a:pt x="1254" y="80952"/>
                  </a:lnTo>
                  <a:lnTo>
                    <a:pt x="3587" y="79121"/>
                  </a:lnTo>
                  <a:lnTo>
                    <a:pt x="6792" y="77964"/>
                  </a:lnTo>
                  <a:lnTo>
                    <a:pt x="8299" y="76622"/>
                  </a:lnTo>
                  <a:lnTo>
                    <a:pt x="9051" y="75952"/>
                  </a:lnTo>
                  <a:lnTo>
                    <a:pt x="9788" y="72144"/>
                  </a:lnTo>
                  <a:lnTo>
                    <a:pt x="10408" y="71629"/>
                  </a:lnTo>
                  <a:lnTo>
                    <a:pt x="13311" y="69213"/>
                  </a:lnTo>
                  <a:lnTo>
                    <a:pt x="14210" y="65281"/>
                  </a:lnTo>
                  <a:lnTo>
                    <a:pt x="16477" y="61946"/>
                  </a:lnTo>
                  <a:lnTo>
                    <a:pt x="14997" y="59022"/>
                  </a:lnTo>
                  <a:lnTo>
                    <a:pt x="16219" y="56189"/>
                  </a:lnTo>
                  <a:lnTo>
                    <a:pt x="14743" y="53093"/>
                  </a:lnTo>
                  <a:lnTo>
                    <a:pt x="12329" y="51147"/>
                  </a:lnTo>
                  <a:lnTo>
                    <a:pt x="8421" y="46429"/>
                  </a:lnTo>
                  <a:lnTo>
                    <a:pt x="9602" y="41600"/>
                  </a:lnTo>
                  <a:lnTo>
                    <a:pt x="9966" y="35755"/>
                  </a:lnTo>
                  <a:lnTo>
                    <a:pt x="10489" y="33213"/>
                  </a:lnTo>
                  <a:lnTo>
                    <a:pt x="7241" y="29586"/>
                  </a:lnTo>
                  <a:lnTo>
                    <a:pt x="7723" y="26580"/>
                  </a:lnTo>
                  <a:lnTo>
                    <a:pt x="6479" y="22797"/>
                  </a:lnTo>
                  <a:lnTo>
                    <a:pt x="7779" y="19328"/>
                  </a:lnTo>
                  <a:lnTo>
                    <a:pt x="7624" y="14736"/>
                  </a:lnTo>
                  <a:lnTo>
                    <a:pt x="7557" y="12669"/>
                  </a:lnTo>
                  <a:lnTo>
                    <a:pt x="5070" y="10520"/>
                  </a:lnTo>
                  <a:lnTo>
                    <a:pt x="7840" y="7137"/>
                  </a:lnTo>
                  <a:lnTo>
                    <a:pt x="10530" y="3680"/>
                  </a:lnTo>
                  <a:lnTo>
                    <a:pt x="13131" y="5250"/>
                  </a:lnTo>
                  <a:lnTo>
                    <a:pt x="16593" y="5978"/>
                  </a:lnTo>
                  <a:lnTo>
                    <a:pt x="18496" y="5106"/>
                  </a:lnTo>
                  <a:lnTo>
                    <a:pt x="18886" y="1981"/>
                  </a:lnTo>
                  <a:lnTo>
                    <a:pt x="19460" y="0"/>
                  </a:lnTo>
                  <a:lnTo>
                    <a:pt x="28171" y="19804"/>
                  </a:lnTo>
                  <a:lnTo>
                    <a:pt x="35616" y="36923"/>
                  </a:lnTo>
                  <a:lnTo>
                    <a:pt x="42043" y="52375"/>
                  </a:lnTo>
                  <a:lnTo>
                    <a:pt x="47433" y="65329"/>
                  </a:lnTo>
                  <a:lnTo>
                    <a:pt x="47893" y="66437"/>
                  </a:lnTo>
                  <a:lnTo>
                    <a:pt x="48601" y="68141"/>
                  </a:lnTo>
                  <a:lnTo>
                    <a:pt x="52991" y="79027"/>
                  </a:lnTo>
                  <a:lnTo>
                    <a:pt x="59700" y="95676"/>
                  </a:lnTo>
                  <a:lnTo>
                    <a:pt x="60949" y="98703"/>
                  </a:lnTo>
                  <a:lnTo>
                    <a:pt x="63432" y="104722"/>
                  </a:lnTo>
                  <a:lnTo>
                    <a:pt x="67033" y="113243"/>
                  </a:lnTo>
                  <a:lnTo>
                    <a:pt x="68177" y="115080"/>
                  </a:lnTo>
                  <a:lnTo>
                    <a:pt x="69336" y="116941"/>
                  </a:lnTo>
                  <a:lnTo>
                    <a:pt x="70653" y="122535"/>
                  </a:lnTo>
                  <a:lnTo>
                    <a:pt x="71184" y="126348"/>
                  </a:lnTo>
                  <a:lnTo>
                    <a:pt x="75246" y="128683"/>
                  </a:lnTo>
                  <a:lnTo>
                    <a:pt x="78969" y="131394"/>
                  </a:lnTo>
                  <a:lnTo>
                    <a:pt x="83031" y="133842"/>
                  </a:lnTo>
                  <a:lnTo>
                    <a:pt x="83397" y="136548"/>
                  </a:lnTo>
                  <a:lnTo>
                    <a:pt x="84469" y="139970"/>
                  </a:lnTo>
                  <a:lnTo>
                    <a:pt x="85011" y="140205"/>
                  </a:lnTo>
                  <a:lnTo>
                    <a:pt x="89018" y="141941"/>
                  </a:lnTo>
                  <a:lnTo>
                    <a:pt x="91971" y="142331"/>
                  </a:lnTo>
                  <a:lnTo>
                    <a:pt x="91645" y="146068"/>
                  </a:lnTo>
                  <a:lnTo>
                    <a:pt x="91143" y="149054"/>
                  </a:lnTo>
                  <a:lnTo>
                    <a:pt x="90811" y="153051"/>
                  </a:lnTo>
                  <a:lnTo>
                    <a:pt x="90869" y="153630"/>
                  </a:lnTo>
                  <a:lnTo>
                    <a:pt x="91036" y="155291"/>
                  </a:lnTo>
                  <a:lnTo>
                    <a:pt x="91192" y="156845"/>
                  </a:lnTo>
                  <a:lnTo>
                    <a:pt x="89009" y="157836"/>
                  </a:lnTo>
                  <a:lnTo>
                    <a:pt x="85556" y="158072"/>
                  </a:lnTo>
                  <a:lnTo>
                    <a:pt x="84251" y="159751"/>
                  </a:lnTo>
                  <a:lnTo>
                    <a:pt x="81443" y="161570"/>
                  </a:lnTo>
                  <a:lnTo>
                    <a:pt x="81289" y="163749"/>
                  </a:lnTo>
                  <a:lnTo>
                    <a:pt x="81153" y="165675"/>
                  </a:lnTo>
                  <a:lnTo>
                    <a:pt x="78559" y="166235"/>
                  </a:lnTo>
                  <a:lnTo>
                    <a:pt x="76901" y="166592"/>
                  </a:lnTo>
                  <a:lnTo>
                    <a:pt x="75775" y="168893"/>
                  </a:lnTo>
                  <a:lnTo>
                    <a:pt x="77244" y="172351"/>
                  </a:lnTo>
                  <a:lnTo>
                    <a:pt x="74265" y="173554"/>
                  </a:lnTo>
                  <a:lnTo>
                    <a:pt x="73786" y="173747"/>
                  </a:lnTo>
                  <a:lnTo>
                    <a:pt x="72896" y="177058"/>
                  </a:lnTo>
                  <a:lnTo>
                    <a:pt x="70140" y="178006"/>
                  </a:lnTo>
                  <a:lnTo>
                    <a:pt x="56517" y="182584"/>
                  </a:lnTo>
                  <a:lnTo>
                    <a:pt x="51266" y="184348"/>
                  </a:lnTo>
                  <a:lnTo>
                    <a:pt x="43913" y="186742"/>
                  </a:lnTo>
                  <a:lnTo>
                    <a:pt x="42457" y="187214"/>
                  </a:lnTo>
                  <a:lnTo>
                    <a:pt x="33699" y="190041"/>
                  </a:lnTo>
                  <a:lnTo>
                    <a:pt x="33050" y="190249"/>
                  </a:lnTo>
                  <a:lnTo>
                    <a:pt x="25415" y="192690"/>
                  </a:lnTo>
                  <a:lnTo>
                    <a:pt x="16957" y="195374"/>
                  </a:lnTo>
                  <a:lnTo>
                    <a:pt x="15264" y="193401"/>
                  </a:lnTo>
                  <a:lnTo>
                    <a:pt x="11324" y="19154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22491" y="3134611"/>
              <a:ext cx="53160" cy="116599"/>
            </a:xfrm>
            <a:custGeom>
              <a:avLst/>
              <a:pathLst>
                <a:path w="53160" h="116599">
                  <a:moveTo>
                    <a:pt x="3663" y="90495"/>
                  </a:moveTo>
                  <a:lnTo>
                    <a:pt x="4286" y="89412"/>
                  </a:lnTo>
                  <a:lnTo>
                    <a:pt x="4657" y="87308"/>
                  </a:lnTo>
                  <a:lnTo>
                    <a:pt x="5397" y="85600"/>
                  </a:lnTo>
                  <a:lnTo>
                    <a:pt x="5350" y="83017"/>
                  </a:lnTo>
                  <a:lnTo>
                    <a:pt x="6422" y="80836"/>
                  </a:lnTo>
                  <a:lnTo>
                    <a:pt x="6545" y="80656"/>
                  </a:lnTo>
                  <a:lnTo>
                    <a:pt x="8398" y="77958"/>
                  </a:lnTo>
                  <a:lnTo>
                    <a:pt x="10062" y="77299"/>
                  </a:lnTo>
                  <a:lnTo>
                    <a:pt x="11247" y="76612"/>
                  </a:lnTo>
                  <a:lnTo>
                    <a:pt x="12436" y="75922"/>
                  </a:lnTo>
                  <a:lnTo>
                    <a:pt x="12701" y="75567"/>
                  </a:lnTo>
                  <a:lnTo>
                    <a:pt x="13483" y="74521"/>
                  </a:lnTo>
                  <a:lnTo>
                    <a:pt x="14800" y="73487"/>
                  </a:lnTo>
                  <a:lnTo>
                    <a:pt x="15029" y="73306"/>
                  </a:lnTo>
                  <a:lnTo>
                    <a:pt x="14742" y="72438"/>
                  </a:lnTo>
                  <a:lnTo>
                    <a:pt x="14306" y="71121"/>
                  </a:lnTo>
                  <a:lnTo>
                    <a:pt x="14247" y="70945"/>
                  </a:lnTo>
                  <a:lnTo>
                    <a:pt x="14574" y="69904"/>
                  </a:lnTo>
                  <a:lnTo>
                    <a:pt x="16309" y="67965"/>
                  </a:lnTo>
                  <a:lnTo>
                    <a:pt x="18107" y="65097"/>
                  </a:lnTo>
                  <a:lnTo>
                    <a:pt x="18568" y="64488"/>
                  </a:lnTo>
                  <a:lnTo>
                    <a:pt x="19694" y="62997"/>
                  </a:lnTo>
                  <a:lnTo>
                    <a:pt x="21892" y="61586"/>
                  </a:lnTo>
                  <a:lnTo>
                    <a:pt x="22634" y="59209"/>
                  </a:lnTo>
                  <a:lnTo>
                    <a:pt x="24530" y="58331"/>
                  </a:lnTo>
                  <a:lnTo>
                    <a:pt x="25855" y="56639"/>
                  </a:lnTo>
                  <a:lnTo>
                    <a:pt x="24480" y="55484"/>
                  </a:lnTo>
                  <a:lnTo>
                    <a:pt x="23862" y="54964"/>
                  </a:lnTo>
                  <a:lnTo>
                    <a:pt x="21058" y="53678"/>
                  </a:lnTo>
                  <a:lnTo>
                    <a:pt x="19419" y="52360"/>
                  </a:lnTo>
                  <a:lnTo>
                    <a:pt x="17254" y="51092"/>
                  </a:lnTo>
                  <a:lnTo>
                    <a:pt x="16052" y="50234"/>
                  </a:lnTo>
                  <a:lnTo>
                    <a:pt x="15185" y="49614"/>
                  </a:lnTo>
                  <a:lnTo>
                    <a:pt x="13771" y="47886"/>
                  </a:lnTo>
                  <a:lnTo>
                    <a:pt x="11800" y="48325"/>
                  </a:lnTo>
                  <a:lnTo>
                    <a:pt x="10535" y="48080"/>
                  </a:lnTo>
                  <a:lnTo>
                    <a:pt x="9487" y="46408"/>
                  </a:lnTo>
                  <a:lnTo>
                    <a:pt x="9412" y="45087"/>
                  </a:lnTo>
                  <a:lnTo>
                    <a:pt x="7915" y="42131"/>
                  </a:lnTo>
                  <a:lnTo>
                    <a:pt x="5511" y="41487"/>
                  </a:lnTo>
                  <a:lnTo>
                    <a:pt x="3863" y="42333"/>
                  </a:lnTo>
                  <a:lnTo>
                    <a:pt x="3490" y="41261"/>
                  </a:lnTo>
                  <a:lnTo>
                    <a:pt x="3226" y="40502"/>
                  </a:lnTo>
                  <a:lnTo>
                    <a:pt x="2761" y="39166"/>
                  </a:lnTo>
                  <a:lnTo>
                    <a:pt x="1625" y="35532"/>
                  </a:lnTo>
                  <a:lnTo>
                    <a:pt x="1477" y="33100"/>
                  </a:lnTo>
                  <a:lnTo>
                    <a:pt x="3490" y="31084"/>
                  </a:lnTo>
                  <a:lnTo>
                    <a:pt x="3285" y="28169"/>
                  </a:lnTo>
                  <a:lnTo>
                    <a:pt x="3657" y="26178"/>
                  </a:lnTo>
                  <a:lnTo>
                    <a:pt x="1968" y="24612"/>
                  </a:lnTo>
                  <a:lnTo>
                    <a:pt x="547" y="23082"/>
                  </a:lnTo>
                  <a:lnTo>
                    <a:pt x="0" y="22493"/>
                  </a:lnTo>
                  <a:lnTo>
                    <a:pt x="1618" y="20006"/>
                  </a:lnTo>
                  <a:lnTo>
                    <a:pt x="2924" y="17404"/>
                  </a:lnTo>
                  <a:lnTo>
                    <a:pt x="3264" y="15662"/>
                  </a:lnTo>
                  <a:lnTo>
                    <a:pt x="3402" y="14951"/>
                  </a:lnTo>
                  <a:lnTo>
                    <a:pt x="3449" y="14710"/>
                  </a:lnTo>
                  <a:lnTo>
                    <a:pt x="5376" y="11769"/>
                  </a:lnTo>
                  <a:lnTo>
                    <a:pt x="5567" y="9172"/>
                  </a:lnTo>
                  <a:lnTo>
                    <a:pt x="5655" y="7976"/>
                  </a:lnTo>
                  <a:lnTo>
                    <a:pt x="6457" y="4204"/>
                  </a:lnTo>
                  <a:lnTo>
                    <a:pt x="7725" y="1524"/>
                  </a:lnTo>
                  <a:lnTo>
                    <a:pt x="9719" y="0"/>
                  </a:lnTo>
                  <a:lnTo>
                    <a:pt x="19408" y="2460"/>
                  </a:lnTo>
                  <a:lnTo>
                    <a:pt x="23144" y="3501"/>
                  </a:lnTo>
                  <a:lnTo>
                    <a:pt x="25828" y="4245"/>
                  </a:lnTo>
                  <a:lnTo>
                    <a:pt x="28572" y="4871"/>
                  </a:lnTo>
                  <a:lnTo>
                    <a:pt x="29498" y="5074"/>
                  </a:lnTo>
                  <a:lnTo>
                    <a:pt x="36418" y="6587"/>
                  </a:lnTo>
                  <a:lnTo>
                    <a:pt x="42364" y="7793"/>
                  </a:lnTo>
                  <a:lnTo>
                    <a:pt x="42578" y="10080"/>
                  </a:lnTo>
                  <a:lnTo>
                    <a:pt x="42607" y="11769"/>
                  </a:lnTo>
                  <a:lnTo>
                    <a:pt x="42638" y="13613"/>
                  </a:lnTo>
                  <a:lnTo>
                    <a:pt x="42645" y="14020"/>
                  </a:lnTo>
                  <a:lnTo>
                    <a:pt x="42589" y="14683"/>
                  </a:lnTo>
                  <a:lnTo>
                    <a:pt x="42523" y="15467"/>
                  </a:lnTo>
                  <a:lnTo>
                    <a:pt x="42424" y="16632"/>
                  </a:lnTo>
                  <a:lnTo>
                    <a:pt x="42402" y="16887"/>
                  </a:lnTo>
                  <a:lnTo>
                    <a:pt x="42359" y="17128"/>
                  </a:lnTo>
                  <a:lnTo>
                    <a:pt x="42172" y="18158"/>
                  </a:lnTo>
                  <a:lnTo>
                    <a:pt x="41764" y="20406"/>
                  </a:lnTo>
                  <a:lnTo>
                    <a:pt x="41731" y="20999"/>
                  </a:lnTo>
                  <a:lnTo>
                    <a:pt x="41674" y="22032"/>
                  </a:lnTo>
                  <a:lnTo>
                    <a:pt x="41571" y="23881"/>
                  </a:lnTo>
                  <a:lnTo>
                    <a:pt x="41159" y="25053"/>
                  </a:lnTo>
                  <a:lnTo>
                    <a:pt x="41091" y="25247"/>
                  </a:lnTo>
                  <a:lnTo>
                    <a:pt x="40773" y="26150"/>
                  </a:lnTo>
                  <a:lnTo>
                    <a:pt x="38322" y="27246"/>
                  </a:lnTo>
                  <a:lnTo>
                    <a:pt x="37972" y="27402"/>
                  </a:lnTo>
                  <a:lnTo>
                    <a:pt x="37088" y="28436"/>
                  </a:lnTo>
                  <a:lnTo>
                    <a:pt x="37589" y="30239"/>
                  </a:lnTo>
                  <a:lnTo>
                    <a:pt x="37626" y="31982"/>
                  </a:lnTo>
                  <a:lnTo>
                    <a:pt x="36701" y="32985"/>
                  </a:lnTo>
                  <a:lnTo>
                    <a:pt x="36920" y="35108"/>
                  </a:lnTo>
                  <a:lnTo>
                    <a:pt x="37417" y="36887"/>
                  </a:lnTo>
                  <a:lnTo>
                    <a:pt x="38938" y="37212"/>
                  </a:lnTo>
                  <a:lnTo>
                    <a:pt x="39692" y="37373"/>
                  </a:lnTo>
                  <a:lnTo>
                    <a:pt x="41293" y="36491"/>
                  </a:lnTo>
                  <a:lnTo>
                    <a:pt x="43037" y="36109"/>
                  </a:lnTo>
                  <a:lnTo>
                    <a:pt x="45488" y="36578"/>
                  </a:lnTo>
                  <a:lnTo>
                    <a:pt x="45718" y="33804"/>
                  </a:lnTo>
                  <a:lnTo>
                    <a:pt x="46379" y="33304"/>
                  </a:lnTo>
                  <a:lnTo>
                    <a:pt x="48093" y="36248"/>
                  </a:lnTo>
                  <a:lnTo>
                    <a:pt x="49164" y="39010"/>
                  </a:lnTo>
                  <a:lnTo>
                    <a:pt x="49801" y="42335"/>
                  </a:lnTo>
                  <a:lnTo>
                    <a:pt x="50112" y="46552"/>
                  </a:lnTo>
                  <a:lnTo>
                    <a:pt x="50379" y="50214"/>
                  </a:lnTo>
                  <a:lnTo>
                    <a:pt x="50505" y="51215"/>
                  </a:lnTo>
                  <a:lnTo>
                    <a:pt x="51265" y="57323"/>
                  </a:lnTo>
                  <a:lnTo>
                    <a:pt x="51787" y="60661"/>
                  </a:lnTo>
                  <a:lnTo>
                    <a:pt x="52900" y="66011"/>
                  </a:lnTo>
                  <a:lnTo>
                    <a:pt x="52936" y="66314"/>
                  </a:lnTo>
                  <a:lnTo>
                    <a:pt x="53160" y="68181"/>
                  </a:lnTo>
                  <a:lnTo>
                    <a:pt x="51893" y="75345"/>
                  </a:lnTo>
                  <a:lnTo>
                    <a:pt x="50026" y="81998"/>
                  </a:lnTo>
                  <a:lnTo>
                    <a:pt x="50072" y="83315"/>
                  </a:lnTo>
                  <a:lnTo>
                    <a:pt x="50091" y="83841"/>
                  </a:lnTo>
                  <a:lnTo>
                    <a:pt x="48865" y="87811"/>
                  </a:lnTo>
                  <a:lnTo>
                    <a:pt x="47834" y="90265"/>
                  </a:lnTo>
                  <a:lnTo>
                    <a:pt x="44644" y="93714"/>
                  </a:lnTo>
                  <a:lnTo>
                    <a:pt x="44166" y="94577"/>
                  </a:lnTo>
                  <a:lnTo>
                    <a:pt x="43153" y="96404"/>
                  </a:lnTo>
                  <a:lnTo>
                    <a:pt x="41653" y="99907"/>
                  </a:lnTo>
                  <a:lnTo>
                    <a:pt x="41221" y="101698"/>
                  </a:lnTo>
                  <a:lnTo>
                    <a:pt x="40533" y="104998"/>
                  </a:lnTo>
                  <a:lnTo>
                    <a:pt x="41067" y="105692"/>
                  </a:lnTo>
                  <a:lnTo>
                    <a:pt x="39584" y="110263"/>
                  </a:lnTo>
                  <a:lnTo>
                    <a:pt x="39061" y="112334"/>
                  </a:lnTo>
                  <a:lnTo>
                    <a:pt x="37677" y="115109"/>
                  </a:lnTo>
                  <a:lnTo>
                    <a:pt x="35381" y="116448"/>
                  </a:lnTo>
                  <a:lnTo>
                    <a:pt x="34115" y="116599"/>
                  </a:lnTo>
                  <a:lnTo>
                    <a:pt x="33610" y="113283"/>
                  </a:lnTo>
                  <a:lnTo>
                    <a:pt x="34264" y="108659"/>
                  </a:lnTo>
                  <a:lnTo>
                    <a:pt x="34121" y="105824"/>
                  </a:lnTo>
                  <a:lnTo>
                    <a:pt x="33007" y="104573"/>
                  </a:lnTo>
                  <a:lnTo>
                    <a:pt x="32630" y="104603"/>
                  </a:lnTo>
                  <a:lnTo>
                    <a:pt x="29493" y="104853"/>
                  </a:lnTo>
                  <a:lnTo>
                    <a:pt x="27375" y="104295"/>
                  </a:lnTo>
                  <a:lnTo>
                    <a:pt x="25935" y="104976"/>
                  </a:lnTo>
                  <a:lnTo>
                    <a:pt x="24703" y="106845"/>
                  </a:lnTo>
                  <a:lnTo>
                    <a:pt x="23084" y="105271"/>
                  </a:lnTo>
                  <a:lnTo>
                    <a:pt x="20911" y="103896"/>
                  </a:lnTo>
                  <a:lnTo>
                    <a:pt x="19470" y="103174"/>
                  </a:lnTo>
                  <a:lnTo>
                    <a:pt x="17929" y="103323"/>
                  </a:lnTo>
                  <a:lnTo>
                    <a:pt x="15915" y="101893"/>
                  </a:lnTo>
                  <a:lnTo>
                    <a:pt x="14686" y="101491"/>
                  </a:lnTo>
                  <a:lnTo>
                    <a:pt x="12708" y="100488"/>
                  </a:lnTo>
                  <a:lnTo>
                    <a:pt x="11950" y="100242"/>
                  </a:lnTo>
                  <a:lnTo>
                    <a:pt x="10874" y="99892"/>
                  </a:lnTo>
                  <a:lnTo>
                    <a:pt x="9571" y="98423"/>
                  </a:lnTo>
                  <a:lnTo>
                    <a:pt x="6758" y="98190"/>
                  </a:lnTo>
                  <a:lnTo>
                    <a:pt x="6547" y="96335"/>
                  </a:lnTo>
                  <a:lnTo>
                    <a:pt x="6061" y="94586"/>
                  </a:lnTo>
                  <a:lnTo>
                    <a:pt x="6012" y="92416"/>
                  </a:lnTo>
                  <a:lnTo>
                    <a:pt x="4666" y="9191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920988" y="3904860"/>
              <a:ext cx="713529" cy="757240"/>
            </a:xfrm>
            <a:custGeom>
              <a:avLst/>
              <a:pathLst>
                <a:path w="713529" h="757240">
                  <a:moveTo>
                    <a:pt x="5725" y="686617"/>
                  </a:moveTo>
                  <a:lnTo>
                    <a:pt x="9337" y="648745"/>
                  </a:lnTo>
                  <a:lnTo>
                    <a:pt x="13615" y="603645"/>
                  </a:lnTo>
                  <a:lnTo>
                    <a:pt x="18009" y="557327"/>
                  </a:lnTo>
                  <a:lnTo>
                    <a:pt x="23354" y="500471"/>
                  </a:lnTo>
                  <a:lnTo>
                    <a:pt x="25856" y="473983"/>
                  </a:lnTo>
                  <a:lnTo>
                    <a:pt x="30546" y="425493"/>
                  </a:lnTo>
                  <a:lnTo>
                    <a:pt x="31796" y="412612"/>
                  </a:lnTo>
                  <a:lnTo>
                    <a:pt x="40029" y="327178"/>
                  </a:lnTo>
                  <a:lnTo>
                    <a:pt x="40759" y="319668"/>
                  </a:lnTo>
                  <a:lnTo>
                    <a:pt x="45658" y="269430"/>
                  </a:lnTo>
                  <a:lnTo>
                    <a:pt x="48376" y="240941"/>
                  </a:lnTo>
                  <a:lnTo>
                    <a:pt x="50754" y="216093"/>
                  </a:lnTo>
                  <a:lnTo>
                    <a:pt x="54051" y="182992"/>
                  </a:lnTo>
                  <a:lnTo>
                    <a:pt x="57531" y="147913"/>
                  </a:lnTo>
                  <a:lnTo>
                    <a:pt x="59149" y="131677"/>
                  </a:lnTo>
                  <a:lnTo>
                    <a:pt x="60657" y="116572"/>
                  </a:lnTo>
                  <a:lnTo>
                    <a:pt x="70647" y="16454"/>
                  </a:lnTo>
                  <a:lnTo>
                    <a:pt x="72317" y="0"/>
                  </a:lnTo>
                  <a:lnTo>
                    <a:pt x="117253" y="4729"/>
                  </a:lnTo>
                  <a:lnTo>
                    <a:pt x="142754" y="7288"/>
                  </a:lnTo>
                  <a:lnTo>
                    <a:pt x="182842" y="11161"/>
                  </a:lnTo>
                  <a:lnTo>
                    <a:pt x="237799" y="16251"/>
                  </a:lnTo>
                  <a:lnTo>
                    <a:pt x="244244" y="16826"/>
                  </a:lnTo>
                  <a:lnTo>
                    <a:pt x="301866" y="21734"/>
                  </a:lnTo>
                  <a:lnTo>
                    <a:pt x="302584" y="22821"/>
                  </a:lnTo>
                  <a:lnTo>
                    <a:pt x="344341" y="25971"/>
                  </a:lnTo>
                  <a:lnTo>
                    <a:pt x="358466" y="26992"/>
                  </a:lnTo>
                  <a:lnTo>
                    <a:pt x="394222" y="29476"/>
                  </a:lnTo>
                  <a:lnTo>
                    <a:pt x="395161" y="29539"/>
                  </a:lnTo>
                  <a:lnTo>
                    <a:pt x="424783" y="31554"/>
                  </a:lnTo>
                  <a:lnTo>
                    <a:pt x="424995" y="31568"/>
                  </a:lnTo>
                  <a:lnTo>
                    <a:pt x="444379" y="32867"/>
                  </a:lnTo>
                  <a:lnTo>
                    <a:pt x="456551" y="33665"/>
                  </a:lnTo>
                  <a:lnTo>
                    <a:pt x="474394" y="34835"/>
                  </a:lnTo>
                  <a:lnTo>
                    <a:pt x="477665" y="35045"/>
                  </a:lnTo>
                  <a:lnTo>
                    <a:pt x="484618" y="35487"/>
                  </a:lnTo>
                  <a:lnTo>
                    <a:pt x="488255" y="35716"/>
                  </a:lnTo>
                  <a:lnTo>
                    <a:pt x="529549" y="38407"/>
                  </a:lnTo>
                  <a:lnTo>
                    <a:pt x="571343" y="40656"/>
                  </a:lnTo>
                  <a:lnTo>
                    <a:pt x="606547" y="42083"/>
                  </a:lnTo>
                  <a:lnTo>
                    <a:pt x="635759" y="43161"/>
                  </a:lnTo>
                  <a:lnTo>
                    <a:pt x="704602" y="45714"/>
                  </a:lnTo>
                  <a:lnTo>
                    <a:pt x="713529" y="46006"/>
                  </a:lnTo>
                  <a:lnTo>
                    <a:pt x="713156" y="58013"/>
                  </a:lnTo>
                  <a:lnTo>
                    <a:pt x="712069" y="89092"/>
                  </a:lnTo>
                  <a:lnTo>
                    <a:pt x="711788" y="98702"/>
                  </a:lnTo>
                  <a:lnTo>
                    <a:pt x="711314" y="112268"/>
                  </a:lnTo>
                  <a:lnTo>
                    <a:pt x="707084" y="112110"/>
                  </a:lnTo>
                  <a:lnTo>
                    <a:pt x="705241" y="171132"/>
                  </a:lnTo>
                  <a:lnTo>
                    <a:pt x="703800" y="212982"/>
                  </a:lnTo>
                  <a:lnTo>
                    <a:pt x="703268" y="228477"/>
                  </a:lnTo>
                  <a:lnTo>
                    <a:pt x="701242" y="286677"/>
                  </a:lnTo>
                  <a:lnTo>
                    <a:pt x="701066" y="291766"/>
                  </a:lnTo>
                  <a:lnTo>
                    <a:pt x="700239" y="317009"/>
                  </a:lnTo>
                  <a:lnTo>
                    <a:pt x="699344" y="344393"/>
                  </a:lnTo>
                  <a:lnTo>
                    <a:pt x="698762" y="361285"/>
                  </a:lnTo>
                  <a:lnTo>
                    <a:pt x="697636" y="393086"/>
                  </a:lnTo>
                  <a:lnTo>
                    <a:pt x="697361" y="401929"/>
                  </a:lnTo>
                  <a:lnTo>
                    <a:pt x="697320" y="403267"/>
                  </a:lnTo>
                  <a:lnTo>
                    <a:pt x="696403" y="432820"/>
                  </a:lnTo>
                  <a:lnTo>
                    <a:pt x="694896" y="466511"/>
                  </a:lnTo>
                  <a:lnTo>
                    <a:pt x="693233" y="500109"/>
                  </a:lnTo>
                  <a:lnTo>
                    <a:pt x="692030" y="524190"/>
                  </a:lnTo>
                  <a:lnTo>
                    <a:pt x="690913" y="546552"/>
                  </a:lnTo>
                  <a:lnTo>
                    <a:pt x="689440" y="580936"/>
                  </a:lnTo>
                  <a:lnTo>
                    <a:pt x="688819" y="595440"/>
                  </a:lnTo>
                  <a:lnTo>
                    <a:pt x="688312" y="611623"/>
                  </a:lnTo>
                  <a:lnTo>
                    <a:pt x="687738" y="629992"/>
                  </a:lnTo>
                  <a:lnTo>
                    <a:pt x="687470" y="638688"/>
                  </a:lnTo>
                  <a:lnTo>
                    <a:pt x="685931" y="688532"/>
                  </a:lnTo>
                  <a:lnTo>
                    <a:pt x="685691" y="696189"/>
                  </a:lnTo>
                  <a:lnTo>
                    <a:pt x="685332" y="707620"/>
                  </a:lnTo>
                  <a:lnTo>
                    <a:pt x="655607" y="706533"/>
                  </a:lnTo>
                  <a:lnTo>
                    <a:pt x="610658" y="704715"/>
                  </a:lnTo>
                  <a:lnTo>
                    <a:pt x="581482" y="703423"/>
                  </a:lnTo>
                  <a:lnTo>
                    <a:pt x="576459" y="703192"/>
                  </a:lnTo>
                  <a:lnTo>
                    <a:pt x="506306" y="699591"/>
                  </a:lnTo>
                  <a:lnTo>
                    <a:pt x="483168" y="698308"/>
                  </a:lnTo>
                  <a:lnTo>
                    <a:pt x="475168" y="697851"/>
                  </a:lnTo>
                  <a:lnTo>
                    <a:pt x="448476" y="696281"/>
                  </a:lnTo>
                  <a:lnTo>
                    <a:pt x="380942" y="691759"/>
                  </a:lnTo>
                  <a:lnTo>
                    <a:pt x="352933" y="689870"/>
                  </a:lnTo>
                  <a:lnTo>
                    <a:pt x="329990" y="688262"/>
                  </a:lnTo>
                  <a:lnTo>
                    <a:pt x="310019" y="686868"/>
                  </a:lnTo>
                  <a:lnTo>
                    <a:pt x="294539" y="685759"/>
                  </a:lnTo>
                  <a:lnTo>
                    <a:pt x="282716" y="684895"/>
                  </a:lnTo>
                  <a:lnTo>
                    <a:pt x="281139" y="688651"/>
                  </a:lnTo>
                  <a:lnTo>
                    <a:pt x="281382" y="696259"/>
                  </a:lnTo>
                  <a:lnTo>
                    <a:pt x="279594" y="701759"/>
                  </a:lnTo>
                  <a:lnTo>
                    <a:pt x="285261" y="709835"/>
                  </a:lnTo>
                  <a:lnTo>
                    <a:pt x="291011" y="714353"/>
                  </a:lnTo>
                  <a:lnTo>
                    <a:pt x="290622" y="714222"/>
                  </a:lnTo>
                  <a:lnTo>
                    <a:pt x="238261" y="710120"/>
                  </a:lnTo>
                  <a:lnTo>
                    <a:pt x="203895" y="707263"/>
                  </a:lnTo>
                  <a:lnTo>
                    <a:pt x="189681" y="706045"/>
                  </a:lnTo>
                  <a:lnTo>
                    <a:pt x="100666" y="697918"/>
                  </a:lnTo>
                  <a:lnTo>
                    <a:pt x="97518" y="735323"/>
                  </a:lnTo>
                  <a:lnTo>
                    <a:pt x="95692" y="757240"/>
                  </a:lnTo>
                  <a:lnTo>
                    <a:pt x="38926" y="751666"/>
                  </a:lnTo>
                  <a:lnTo>
                    <a:pt x="21480" y="749994"/>
                  </a:lnTo>
                  <a:lnTo>
                    <a:pt x="0" y="74772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020782" y="3182367"/>
              <a:ext cx="542138" cy="839742"/>
            </a:xfrm>
            <a:custGeom>
              <a:avLst/>
              <a:pathLst>
                <a:path w="542138" h="839742">
                  <a:moveTo>
                    <a:pt x="7484" y="284045"/>
                  </a:moveTo>
                  <a:lnTo>
                    <a:pt x="10799" y="270433"/>
                  </a:lnTo>
                  <a:lnTo>
                    <a:pt x="13220" y="260502"/>
                  </a:lnTo>
                  <a:lnTo>
                    <a:pt x="17909" y="241056"/>
                  </a:lnTo>
                  <a:lnTo>
                    <a:pt x="23905" y="216256"/>
                  </a:lnTo>
                  <a:lnTo>
                    <a:pt x="28173" y="198240"/>
                  </a:lnTo>
                  <a:lnTo>
                    <a:pt x="33114" y="177577"/>
                  </a:lnTo>
                  <a:lnTo>
                    <a:pt x="43022" y="135131"/>
                  </a:lnTo>
                  <a:lnTo>
                    <a:pt x="46533" y="119722"/>
                  </a:lnTo>
                  <a:lnTo>
                    <a:pt x="54511" y="85964"/>
                  </a:lnTo>
                  <a:lnTo>
                    <a:pt x="65666" y="39872"/>
                  </a:lnTo>
                  <a:lnTo>
                    <a:pt x="72117" y="12687"/>
                  </a:lnTo>
                  <a:lnTo>
                    <a:pt x="75183" y="0"/>
                  </a:lnTo>
                  <a:lnTo>
                    <a:pt x="96452" y="5119"/>
                  </a:lnTo>
                  <a:lnTo>
                    <a:pt x="124811" y="12334"/>
                  </a:lnTo>
                  <a:lnTo>
                    <a:pt x="127601" y="13036"/>
                  </a:lnTo>
                  <a:lnTo>
                    <a:pt x="136601" y="15292"/>
                  </a:lnTo>
                  <a:lnTo>
                    <a:pt x="152750" y="19096"/>
                  </a:lnTo>
                  <a:lnTo>
                    <a:pt x="170264" y="23370"/>
                  </a:lnTo>
                  <a:lnTo>
                    <a:pt x="191763" y="28084"/>
                  </a:lnTo>
                  <a:lnTo>
                    <a:pt x="215513" y="33369"/>
                  </a:lnTo>
                  <a:lnTo>
                    <a:pt x="240839" y="38934"/>
                  </a:lnTo>
                  <a:lnTo>
                    <a:pt x="260374" y="43254"/>
                  </a:lnTo>
                  <a:lnTo>
                    <a:pt x="277622" y="46936"/>
                  </a:lnTo>
                  <a:lnTo>
                    <a:pt x="293767" y="50302"/>
                  </a:lnTo>
                  <a:lnTo>
                    <a:pt x="307206" y="53226"/>
                  </a:lnTo>
                  <a:lnTo>
                    <a:pt x="307832" y="53364"/>
                  </a:lnTo>
                  <a:lnTo>
                    <a:pt x="338552" y="60081"/>
                  </a:lnTo>
                  <a:lnTo>
                    <a:pt x="361576" y="64817"/>
                  </a:lnTo>
                  <a:lnTo>
                    <a:pt x="397938" y="72160"/>
                  </a:lnTo>
                  <a:lnTo>
                    <a:pt x="417179" y="75854"/>
                  </a:lnTo>
                  <a:lnTo>
                    <a:pt x="441735" y="80718"/>
                  </a:lnTo>
                  <a:lnTo>
                    <a:pt x="463527" y="84543"/>
                  </a:lnTo>
                  <a:lnTo>
                    <a:pt x="474509" y="86442"/>
                  </a:lnTo>
                  <a:lnTo>
                    <a:pt x="498164" y="91364"/>
                  </a:lnTo>
                  <a:lnTo>
                    <a:pt x="523164" y="95870"/>
                  </a:lnTo>
                  <a:lnTo>
                    <a:pt x="542138" y="99252"/>
                  </a:lnTo>
                  <a:lnTo>
                    <a:pt x="537972" y="125001"/>
                  </a:lnTo>
                  <a:lnTo>
                    <a:pt x="533253" y="153097"/>
                  </a:lnTo>
                  <a:lnTo>
                    <a:pt x="528092" y="183523"/>
                  </a:lnTo>
                  <a:lnTo>
                    <a:pt x="524341" y="205800"/>
                  </a:lnTo>
                  <a:lnTo>
                    <a:pt x="519384" y="235116"/>
                  </a:lnTo>
                  <a:lnTo>
                    <a:pt x="515147" y="259800"/>
                  </a:lnTo>
                  <a:lnTo>
                    <a:pt x="513380" y="270244"/>
                  </a:lnTo>
                  <a:lnTo>
                    <a:pt x="508420" y="300410"/>
                  </a:lnTo>
                  <a:lnTo>
                    <a:pt x="508086" y="302451"/>
                  </a:lnTo>
                  <a:lnTo>
                    <a:pt x="504656" y="323003"/>
                  </a:lnTo>
                  <a:lnTo>
                    <a:pt x="502658" y="334997"/>
                  </a:lnTo>
                  <a:lnTo>
                    <a:pt x="498326" y="361961"/>
                  </a:lnTo>
                  <a:lnTo>
                    <a:pt x="497590" y="366551"/>
                  </a:lnTo>
                  <a:lnTo>
                    <a:pt x="488859" y="419530"/>
                  </a:lnTo>
                  <a:lnTo>
                    <a:pt x="486759" y="433140"/>
                  </a:lnTo>
                  <a:lnTo>
                    <a:pt x="483181" y="454703"/>
                  </a:lnTo>
                  <a:lnTo>
                    <a:pt x="481328" y="465889"/>
                  </a:lnTo>
                  <a:lnTo>
                    <a:pt x="478447" y="483940"/>
                  </a:lnTo>
                  <a:lnTo>
                    <a:pt x="475803" y="500509"/>
                  </a:lnTo>
                  <a:lnTo>
                    <a:pt x="474094" y="511378"/>
                  </a:lnTo>
                  <a:lnTo>
                    <a:pt x="469569" y="540025"/>
                  </a:lnTo>
                  <a:lnTo>
                    <a:pt x="467098" y="554505"/>
                  </a:lnTo>
                  <a:lnTo>
                    <a:pt x="464645" y="569630"/>
                  </a:lnTo>
                  <a:lnTo>
                    <a:pt x="462720" y="581712"/>
                  </a:lnTo>
                  <a:lnTo>
                    <a:pt x="459284" y="603961"/>
                  </a:lnTo>
                  <a:lnTo>
                    <a:pt x="456009" y="624977"/>
                  </a:lnTo>
                  <a:lnTo>
                    <a:pt x="454630" y="634428"/>
                  </a:lnTo>
                  <a:lnTo>
                    <a:pt x="452037" y="651285"/>
                  </a:lnTo>
                  <a:lnTo>
                    <a:pt x="448105" y="676913"/>
                  </a:lnTo>
                  <a:lnTo>
                    <a:pt x="443642" y="706778"/>
                  </a:lnTo>
                  <a:lnTo>
                    <a:pt x="442647" y="712844"/>
                  </a:lnTo>
                  <a:lnTo>
                    <a:pt x="441528" y="720878"/>
                  </a:lnTo>
                  <a:lnTo>
                    <a:pt x="435755" y="727860"/>
                  </a:lnTo>
                  <a:lnTo>
                    <a:pt x="431309" y="734634"/>
                  </a:lnTo>
                  <a:lnTo>
                    <a:pt x="429666" y="737498"/>
                  </a:lnTo>
                  <a:lnTo>
                    <a:pt x="424165" y="737542"/>
                  </a:lnTo>
                  <a:lnTo>
                    <a:pt x="419582" y="734545"/>
                  </a:lnTo>
                  <a:lnTo>
                    <a:pt x="416118" y="730935"/>
                  </a:lnTo>
                  <a:lnTo>
                    <a:pt x="415048" y="725810"/>
                  </a:lnTo>
                  <a:lnTo>
                    <a:pt x="412638" y="721532"/>
                  </a:lnTo>
                  <a:lnTo>
                    <a:pt x="408817" y="720578"/>
                  </a:lnTo>
                  <a:lnTo>
                    <a:pt x="405756" y="722174"/>
                  </a:lnTo>
                  <a:lnTo>
                    <a:pt x="402499" y="721277"/>
                  </a:lnTo>
                  <a:lnTo>
                    <a:pt x="400739" y="718597"/>
                  </a:lnTo>
                  <a:lnTo>
                    <a:pt x="395555" y="717615"/>
                  </a:lnTo>
                  <a:lnTo>
                    <a:pt x="390564" y="717902"/>
                  </a:lnTo>
                  <a:lnTo>
                    <a:pt x="386824" y="719847"/>
                  </a:lnTo>
                  <a:lnTo>
                    <a:pt x="380600" y="720172"/>
                  </a:lnTo>
                  <a:lnTo>
                    <a:pt x="379395" y="723683"/>
                  </a:lnTo>
                  <a:lnTo>
                    <a:pt x="379319" y="724176"/>
                  </a:lnTo>
                  <a:lnTo>
                    <a:pt x="378395" y="730175"/>
                  </a:lnTo>
                  <a:lnTo>
                    <a:pt x="378255" y="737422"/>
                  </a:lnTo>
                  <a:lnTo>
                    <a:pt x="380196" y="742407"/>
                  </a:lnTo>
                  <a:lnTo>
                    <a:pt x="382208" y="746801"/>
                  </a:lnTo>
                  <a:lnTo>
                    <a:pt x="378397" y="751686"/>
                  </a:lnTo>
                  <a:lnTo>
                    <a:pt x="377560" y="760443"/>
                  </a:lnTo>
                  <a:lnTo>
                    <a:pt x="376832" y="769369"/>
                  </a:lnTo>
                  <a:lnTo>
                    <a:pt x="379259" y="774269"/>
                  </a:lnTo>
                  <a:lnTo>
                    <a:pt x="378647" y="776669"/>
                  </a:lnTo>
                  <a:lnTo>
                    <a:pt x="376942" y="783356"/>
                  </a:lnTo>
                  <a:lnTo>
                    <a:pt x="375540" y="791361"/>
                  </a:lnTo>
                  <a:lnTo>
                    <a:pt x="378107" y="796214"/>
                  </a:lnTo>
                  <a:lnTo>
                    <a:pt x="379094" y="812572"/>
                  </a:lnTo>
                  <a:lnTo>
                    <a:pt x="378259" y="826025"/>
                  </a:lnTo>
                  <a:lnTo>
                    <a:pt x="375657" y="827514"/>
                  </a:lnTo>
                  <a:lnTo>
                    <a:pt x="373852" y="827133"/>
                  </a:lnTo>
                  <a:lnTo>
                    <a:pt x="372501" y="832742"/>
                  </a:lnTo>
                  <a:lnTo>
                    <a:pt x="370638" y="839742"/>
                  </a:lnTo>
                  <a:lnTo>
                    <a:pt x="358066" y="822356"/>
                  </a:lnTo>
                  <a:lnTo>
                    <a:pt x="347512" y="807753"/>
                  </a:lnTo>
                  <a:lnTo>
                    <a:pt x="340523" y="798036"/>
                  </a:lnTo>
                  <a:lnTo>
                    <a:pt x="332035" y="786346"/>
                  </a:lnTo>
                  <a:lnTo>
                    <a:pt x="321591" y="771858"/>
                  </a:lnTo>
                  <a:lnTo>
                    <a:pt x="314281" y="761751"/>
                  </a:lnTo>
                  <a:lnTo>
                    <a:pt x="296719" y="737277"/>
                  </a:lnTo>
                  <a:lnTo>
                    <a:pt x="282488" y="717576"/>
                  </a:lnTo>
                  <a:lnTo>
                    <a:pt x="279135" y="712910"/>
                  </a:lnTo>
                  <a:lnTo>
                    <a:pt x="264831" y="692922"/>
                  </a:lnTo>
                  <a:lnTo>
                    <a:pt x="244810" y="665010"/>
                  </a:lnTo>
                  <a:lnTo>
                    <a:pt x="236896" y="653855"/>
                  </a:lnTo>
                  <a:lnTo>
                    <a:pt x="201017" y="603494"/>
                  </a:lnTo>
                  <a:lnTo>
                    <a:pt x="189554" y="587405"/>
                  </a:lnTo>
                  <a:lnTo>
                    <a:pt x="184096" y="579707"/>
                  </a:lnTo>
                  <a:lnTo>
                    <a:pt x="154152" y="537418"/>
                  </a:lnTo>
                  <a:lnTo>
                    <a:pt x="143703" y="522741"/>
                  </a:lnTo>
                  <a:lnTo>
                    <a:pt x="130880" y="504605"/>
                  </a:lnTo>
                  <a:lnTo>
                    <a:pt x="103511" y="465763"/>
                  </a:lnTo>
                  <a:lnTo>
                    <a:pt x="98628" y="458766"/>
                  </a:lnTo>
                  <a:lnTo>
                    <a:pt x="68748" y="416156"/>
                  </a:lnTo>
                  <a:lnTo>
                    <a:pt x="55109" y="396799"/>
                  </a:lnTo>
                  <a:lnTo>
                    <a:pt x="46985" y="385191"/>
                  </a:lnTo>
                  <a:lnTo>
                    <a:pt x="43627" y="380406"/>
                  </a:lnTo>
                  <a:lnTo>
                    <a:pt x="26950" y="356497"/>
                  </a:lnTo>
                  <a:lnTo>
                    <a:pt x="26802" y="356284"/>
                  </a:lnTo>
                  <a:lnTo>
                    <a:pt x="6247" y="326743"/>
                  </a:lnTo>
                  <a:lnTo>
                    <a:pt x="0" y="317761"/>
                  </a:lnTo>
                  <a:lnTo>
                    <a:pt x="1588" y="310531"/>
                  </a:lnTo>
                  <a:lnTo>
                    <a:pt x="2646" y="305721"/>
                  </a:lnTo>
                  <a:lnTo>
                    <a:pt x="3887" y="300086"/>
                  </a:lnTo>
                  <a:lnTo>
                    <a:pt x="6835" y="28671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53554" y="2937795"/>
              <a:ext cx="3792" cy="3892"/>
            </a:xfrm>
            <a:custGeom>
              <a:avLst/>
              <a:pathLst>
                <a:path w="3792" h="3892">
                  <a:moveTo>
                    <a:pt x="0" y="1874"/>
                  </a:moveTo>
                  <a:lnTo>
                    <a:pt x="2857" y="0"/>
                  </a:lnTo>
                  <a:lnTo>
                    <a:pt x="3792" y="1683"/>
                  </a:lnTo>
                  <a:lnTo>
                    <a:pt x="84" y="38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75401" y="2781684"/>
              <a:ext cx="286868" cy="220460"/>
            </a:xfrm>
            <a:custGeom>
              <a:avLst/>
              <a:pathLst>
                <a:path w="286868" h="220460">
                  <a:moveTo>
                    <a:pt x="0" y="192797"/>
                  </a:moveTo>
                  <a:lnTo>
                    <a:pt x="3993" y="189014"/>
                  </a:lnTo>
                  <a:lnTo>
                    <a:pt x="8959" y="183376"/>
                  </a:lnTo>
                  <a:lnTo>
                    <a:pt x="10762" y="180119"/>
                  </a:lnTo>
                  <a:lnTo>
                    <a:pt x="13611" y="177119"/>
                  </a:lnTo>
                  <a:lnTo>
                    <a:pt x="16284" y="174669"/>
                  </a:lnTo>
                  <a:lnTo>
                    <a:pt x="17932" y="173297"/>
                  </a:lnTo>
                  <a:lnTo>
                    <a:pt x="17966" y="173051"/>
                  </a:lnTo>
                  <a:lnTo>
                    <a:pt x="18275" y="170740"/>
                  </a:lnTo>
                  <a:lnTo>
                    <a:pt x="19524" y="168825"/>
                  </a:lnTo>
                  <a:lnTo>
                    <a:pt x="19497" y="166591"/>
                  </a:lnTo>
                  <a:lnTo>
                    <a:pt x="21782" y="164629"/>
                  </a:lnTo>
                  <a:lnTo>
                    <a:pt x="23719" y="162590"/>
                  </a:lnTo>
                  <a:lnTo>
                    <a:pt x="24985" y="159946"/>
                  </a:lnTo>
                  <a:lnTo>
                    <a:pt x="24631" y="159357"/>
                  </a:lnTo>
                  <a:lnTo>
                    <a:pt x="24071" y="158423"/>
                  </a:lnTo>
                  <a:lnTo>
                    <a:pt x="23001" y="156664"/>
                  </a:lnTo>
                  <a:lnTo>
                    <a:pt x="21749" y="156025"/>
                  </a:lnTo>
                  <a:lnTo>
                    <a:pt x="21292" y="153788"/>
                  </a:lnTo>
                  <a:lnTo>
                    <a:pt x="20414" y="153030"/>
                  </a:lnTo>
                  <a:lnTo>
                    <a:pt x="19206" y="153109"/>
                  </a:lnTo>
                  <a:lnTo>
                    <a:pt x="16780" y="151888"/>
                  </a:lnTo>
                  <a:lnTo>
                    <a:pt x="16513" y="148804"/>
                  </a:lnTo>
                  <a:lnTo>
                    <a:pt x="15924" y="148504"/>
                  </a:lnTo>
                  <a:lnTo>
                    <a:pt x="13922" y="148453"/>
                  </a:lnTo>
                  <a:lnTo>
                    <a:pt x="13836" y="146106"/>
                  </a:lnTo>
                  <a:lnTo>
                    <a:pt x="13894" y="145638"/>
                  </a:lnTo>
                  <a:lnTo>
                    <a:pt x="14020" y="144621"/>
                  </a:lnTo>
                  <a:lnTo>
                    <a:pt x="12902" y="141445"/>
                  </a:lnTo>
                  <a:lnTo>
                    <a:pt x="11816" y="139694"/>
                  </a:lnTo>
                  <a:lnTo>
                    <a:pt x="19127" y="134955"/>
                  </a:lnTo>
                  <a:lnTo>
                    <a:pt x="28147" y="129880"/>
                  </a:lnTo>
                  <a:lnTo>
                    <a:pt x="30886" y="129061"/>
                  </a:lnTo>
                  <a:lnTo>
                    <a:pt x="35440" y="127693"/>
                  </a:lnTo>
                  <a:lnTo>
                    <a:pt x="41604" y="125863"/>
                  </a:lnTo>
                  <a:lnTo>
                    <a:pt x="46788" y="124933"/>
                  </a:lnTo>
                  <a:lnTo>
                    <a:pt x="53056" y="124265"/>
                  </a:lnTo>
                  <a:lnTo>
                    <a:pt x="54977" y="123842"/>
                  </a:lnTo>
                  <a:lnTo>
                    <a:pt x="59085" y="125626"/>
                  </a:lnTo>
                  <a:lnTo>
                    <a:pt x="63373" y="126799"/>
                  </a:lnTo>
                  <a:lnTo>
                    <a:pt x="64866" y="125628"/>
                  </a:lnTo>
                  <a:lnTo>
                    <a:pt x="68748" y="123305"/>
                  </a:lnTo>
                  <a:lnTo>
                    <a:pt x="69834" y="122653"/>
                  </a:lnTo>
                  <a:lnTo>
                    <a:pt x="72458" y="122059"/>
                  </a:lnTo>
                  <a:lnTo>
                    <a:pt x="76832" y="120362"/>
                  </a:lnTo>
                  <a:lnTo>
                    <a:pt x="81402" y="119742"/>
                  </a:lnTo>
                  <a:lnTo>
                    <a:pt x="83004" y="119309"/>
                  </a:lnTo>
                  <a:lnTo>
                    <a:pt x="86238" y="116582"/>
                  </a:lnTo>
                  <a:lnTo>
                    <a:pt x="88492" y="115247"/>
                  </a:lnTo>
                  <a:lnTo>
                    <a:pt x="89806" y="113879"/>
                  </a:lnTo>
                  <a:lnTo>
                    <a:pt x="90843" y="112799"/>
                  </a:lnTo>
                  <a:lnTo>
                    <a:pt x="91833" y="109413"/>
                  </a:lnTo>
                  <a:lnTo>
                    <a:pt x="92193" y="108957"/>
                  </a:lnTo>
                  <a:lnTo>
                    <a:pt x="94876" y="105548"/>
                  </a:lnTo>
                  <a:lnTo>
                    <a:pt x="97462" y="102205"/>
                  </a:lnTo>
                  <a:lnTo>
                    <a:pt x="99021" y="101500"/>
                  </a:lnTo>
                  <a:lnTo>
                    <a:pt x="100842" y="101639"/>
                  </a:lnTo>
                  <a:lnTo>
                    <a:pt x="103396" y="99992"/>
                  </a:lnTo>
                  <a:lnTo>
                    <a:pt x="103838" y="97518"/>
                  </a:lnTo>
                  <a:lnTo>
                    <a:pt x="103029" y="93942"/>
                  </a:lnTo>
                  <a:lnTo>
                    <a:pt x="102444" y="92560"/>
                  </a:lnTo>
                  <a:lnTo>
                    <a:pt x="101039" y="89245"/>
                  </a:lnTo>
                  <a:lnTo>
                    <a:pt x="99805" y="87034"/>
                  </a:lnTo>
                  <a:lnTo>
                    <a:pt x="96839" y="85234"/>
                  </a:lnTo>
                  <a:lnTo>
                    <a:pt x="94499" y="85155"/>
                  </a:lnTo>
                  <a:lnTo>
                    <a:pt x="91685" y="85484"/>
                  </a:lnTo>
                  <a:lnTo>
                    <a:pt x="92077" y="83178"/>
                  </a:lnTo>
                  <a:lnTo>
                    <a:pt x="95814" y="79647"/>
                  </a:lnTo>
                  <a:lnTo>
                    <a:pt x="94146" y="77457"/>
                  </a:lnTo>
                  <a:lnTo>
                    <a:pt x="91821" y="77845"/>
                  </a:lnTo>
                  <a:lnTo>
                    <a:pt x="91703" y="75776"/>
                  </a:lnTo>
                  <a:lnTo>
                    <a:pt x="91026" y="74563"/>
                  </a:lnTo>
                  <a:lnTo>
                    <a:pt x="91067" y="72876"/>
                  </a:lnTo>
                  <a:lnTo>
                    <a:pt x="91321" y="71178"/>
                  </a:lnTo>
                  <a:lnTo>
                    <a:pt x="92360" y="68875"/>
                  </a:lnTo>
                  <a:lnTo>
                    <a:pt x="94830" y="67568"/>
                  </a:lnTo>
                  <a:lnTo>
                    <a:pt x="95875" y="65964"/>
                  </a:lnTo>
                  <a:lnTo>
                    <a:pt x="95378" y="64010"/>
                  </a:lnTo>
                  <a:lnTo>
                    <a:pt x="97229" y="62479"/>
                  </a:lnTo>
                  <a:lnTo>
                    <a:pt x="99708" y="59255"/>
                  </a:lnTo>
                  <a:lnTo>
                    <a:pt x="101370" y="58657"/>
                  </a:lnTo>
                  <a:lnTo>
                    <a:pt x="103459" y="55136"/>
                  </a:lnTo>
                  <a:lnTo>
                    <a:pt x="104103" y="54049"/>
                  </a:lnTo>
                  <a:lnTo>
                    <a:pt x="104262" y="51476"/>
                  </a:lnTo>
                  <a:lnTo>
                    <a:pt x="104986" y="48983"/>
                  </a:lnTo>
                  <a:lnTo>
                    <a:pt x="109405" y="40261"/>
                  </a:lnTo>
                  <a:lnTo>
                    <a:pt x="112646" y="34217"/>
                  </a:lnTo>
                  <a:lnTo>
                    <a:pt x="114837" y="30945"/>
                  </a:lnTo>
                  <a:lnTo>
                    <a:pt x="116618" y="27737"/>
                  </a:lnTo>
                  <a:lnTo>
                    <a:pt x="119627" y="24577"/>
                  </a:lnTo>
                  <a:lnTo>
                    <a:pt x="121660" y="22378"/>
                  </a:lnTo>
                  <a:lnTo>
                    <a:pt x="123211" y="20421"/>
                  </a:lnTo>
                  <a:lnTo>
                    <a:pt x="123329" y="19402"/>
                  </a:lnTo>
                  <a:lnTo>
                    <a:pt x="125971" y="18236"/>
                  </a:lnTo>
                  <a:lnTo>
                    <a:pt x="127862" y="16003"/>
                  </a:lnTo>
                  <a:lnTo>
                    <a:pt x="131116" y="16176"/>
                  </a:lnTo>
                  <a:lnTo>
                    <a:pt x="131703" y="15920"/>
                  </a:lnTo>
                  <a:lnTo>
                    <a:pt x="134230" y="14816"/>
                  </a:lnTo>
                  <a:lnTo>
                    <a:pt x="135280" y="14357"/>
                  </a:lnTo>
                  <a:lnTo>
                    <a:pt x="140916" y="12639"/>
                  </a:lnTo>
                  <a:lnTo>
                    <a:pt x="147483" y="10647"/>
                  </a:lnTo>
                  <a:lnTo>
                    <a:pt x="154027" y="8164"/>
                  </a:lnTo>
                  <a:lnTo>
                    <a:pt x="158860" y="6318"/>
                  </a:lnTo>
                  <a:lnTo>
                    <a:pt x="166336" y="3633"/>
                  </a:lnTo>
                  <a:lnTo>
                    <a:pt x="175690" y="0"/>
                  </a:lnTo>
                  <a:lnTo>
                    <a:pt x="176275" y="1892"/>
                  </a:lnTo>
                  <a:lnTo>
                    <a:pt x="177292" y="4278"/>
                  </a:lnTo>
                  <a:lnTo>
                    <a:pt x="176941" y="7551"/>
                  </a:lnTo>
                  <a:lnTo>
                    <a:pt x="177875" y="8813"/>
                  </a:lnTo>
                  <a:lnTo>
                    <a:pt x="179257" y="9590"/>
                  </a:lnTo>
                  <a:lnTo>
                    <a:pt x="179317" y="12227"/>
                  </a:lnTo>
                  <a:lnTo>
                    <a:pt x="179861" y="14671"/>
                  </a:lnTo>
                  <a:lnTo>
                    <a:pt x="180344" y="18692"/>
                  </a:lnTo>
                  <a:lnTo>
                    <a:pt x="181890" y="20857"/>
                  </a:lnTo>
                  <a:lnTo>
                    <a:pt x="182069" y="21002"/>
                  </a:lnTo>
                  <a:lnTo>
                    <a:pt x="182846" y="21633"/>
                  </a:lnTo>
                  <a:lnTo>
                    <a:pt x="184586" y="23047"/>
                  </a:lnTo>
                  <a:lnTo>
                    <a:pt x="186253" y="25928"/>
                  </a:lnTo>
                  <a:lnTo>
                    <a:pt x="186280" y="28925"/>
                  </a:lnTo>
                  <a:lnTo>
                    <a:pt x="186242" y="30277"/>
                  </a:lnTo>
                  <a:lnTo>
                    <a:pt x="187312" y="32337"/>
                  </a:lnTo>
                  <a:lnTo>
                    <a:pt x="188258" y="34421"/>
                  </a:lnTo>
                  <a:lnTo>
                    <a:pt x="188375" y="34679"/>
                  </a:lnTo>
                  <a:lnTo>
                    <a:pt x="187728" y="36328"/>
                  </a:lnTo>
                  <a:lnTo>
                    <a:pt x="187245" y="39790"/>
                  </a:lnTo>
                  <a:lnTo>
                    <a:pt x="187617" y="43162"/>
                  </a:lnTo>
                  <a:lnTo>
                    <a:pt x="187834" y="46036"/>
                  </a:lnTo>
                  <a:lnTo>
                    <a:pt x="189321" y="47133"/>
                  </a:lnTo>
                  <a:lnTo>
                    <a:pt x="189707" y="48861"/>
                  </a:lnTo>
                  <a:lnTo>
                    <a:pt x="190531" y="50947"/>
                  </a:lnTo>
                  <a:lnTo>
                    <a:pt x="192472" y="53092"/>
                  </a:lnTo>
                  <a:lnTo>
                    <a:pt x="192846" y="55982"/>
                  </a:lnTo>
                  <a:lnTo>
                    <a:pt x="193242" y="56322"/>
                  </a:lnTo>
                  <a:lnTo>
                    <a:pt x="194865" y="57714"/>
                  </a:lnTo>
                  <a:lnTo>
                    <a:pt x="194793" y="58633"/>
                  </a:lnTo>
                  <a:lnTo>
                    <a:pt x="194567" y="61516"/>
                  </a:lnTo>
                  <a:lnTo>
                    <a:pt x="194521" y="63658"/>
                  </a:lnTo>
                  <a:lnTo>
                    <a:pt x="195099" y="66540"/>
                  </a:lnTo>
                  <a:lnTo>
                    <a:pt x="196529" y="67637"/>
                  </a:lnTo>
                  <a:lnTo>
                    <a:pt x="197860" y="64174"/>
                  </a:lnTo>
                  <a:lnTo>
                    <a:pt x="199667" y="65695"/>
                  </a:lnTo>
                  <a:lnTo>
                    <a:pt x="202076" y="67429"/>
                  </a:lnTo>
                  <a:lnTo>
                    <a:pt x="204376" y="75520"/>
                  </a:lnTo>
                  <a:lnTo>
                    <a:pt x="205052" y="77825"/>
                  </a:lnTo>
                  <a:lnTo>
                    <a:pt x="208885" y="90950"/>
                  </a:lnTo>
                  <a:lnTo>
                    <a:pt x="210174" y="95290"/>
                  </a:lnTo>
                  <a:lnTo>
                    <a:pt x="211653" y="100280"/>
                  </a:lnTo>
                  <a:lnTo>
                    <a:pt x="211711" y="100474"/>
                  </a:lnTo>
                  <a:lnTo>
                    <a:pt x="211788" y="102080"/>
                  </a:lnTo>
                  <a:lnTo>
                    <a:pt x="213511" y="104386"/>
                  </a:lnTo>
                  <a:lnTo>
                    <a:pt x="214214" y="116377"/>
                  </a:lnTo>
                  <a:lnTo>
                    <a:pt x="215443" y="137906"/>
                  </a:lnTo>
                  <a:lnTo>
                    <a:pt x="216554" y="139206"/>
                  </a:lnTo>
                  <a:lnTo>
                    <a:pt x="216696" y="139372"/>
                  </a:lnTo>
                  <a:lnTo>
                    <a:pt x="219507" y="150103"/>
                  </a:lnTo>
                  <a:lnTo>
                    <a:pt x="221432" y="157573"/>
                  </a:lnTo>
                  <a:lnTo>
                    <a:pt x="221744" y="158787"/>
                  </a:lnTo>
                  <a:lnTo>
                    <a:pt x="222004" y="159808"/>
                  </a:lnTo>
                  <a:lnTo>
                    <a:pt x="223126" y="164215"/>
                  </a:lnTo>
                  <a:lnTo>
                    <a:pt x="224167" y="168313"/>
                  </a:lnTo>
                  <a:lnTo>
                    <a:pt x="224919" y="171384"/>
                  </a:lnTo>
                  <a:lnTo>
                    <a:pt x="225039" y="171875"/>
                  </a:lnTo>
                  <a:lnTo>
                    <a:pt x="225867" y="175269"/>
                  </a:lnTo>
                  <a:lnTo>
                    <a:pt x="229427" y="178331"/>
                  </a:lnTo>
                  <a:lnTo>
                    <a:pt x="222727" y="186400"/>
                  </a:lnTo>
                  <a:lnTo>
                    <a:pt x="223861" y="187380"/>
                  </a:lnTo>
                  <a:lnTo>
                    <a:pt x="226287" y="189476"/>
                  </a:lnTo>
                  <a:lnTo>
                    <a:pt x="226497" y="190119"/>
                  </a:lnTo>
                  <a:lnTo>
                    <a:pt x="226846" y="190976"/>
                  </a:lnTo>
                  <a:lnTo>
                    <a:pt x="226128" y="193574"/>
                  </a:lnTo>
                  <a:lnTo>
                    <a:pt x="224510" y="195514"/>
                  </a:lnTo>
                  <a:lnTo>
                    <a:pt x="224648" y="197095"/>
                  </a:lnTo>
                  <a:lnTo>
                    <a:pt x="225585" y="197049"/>
                  </a:lnTo>
                  <a:lnTo>
                    <a:pt x="226615" y="196999"/>
                  </a:lnTo>
                  <a:lnTo>
                    <a:pt x="228529" y="195934"/>
                  </a:lnTo>
                  <a:lnTo>
                    <a:pt x="229500" y="194587"/>
                  </a:lnTo>
                  <a:lnTo>
                    <a:pt x="233230" y="192272"/>
                  </a:lnTo>
                  <a:lnTo>
                    <a:pt x="233244" y="192007"/>
                  </a:lnTo>
                  <a:lnTo>
                    <a:pt x="233309" y="190785"/>
                  </a:lnTo>
                  <a:lnTo>
                    <a:pt x="235147" y="190752"/>
                  </a:lnTo>
                  <a:lnTo>
                    <a:pt x="235339" y="190517"/>
                  </a:lnTo>
                  <a:lnTo>
                    <a:pt x="236341" y="189288"/>
                  </a:lnTo>
                  <a:lnTo>
                    <a:pt x="238829" y="189765"/>
                  </a:lnTo>
                  <a:lnTo>
                    <a:pt x="242688" y="189705"/>
                  </a:lnTo>
                  <a:lnTo>
                    <a:pt x="245076" y="187649"/>
                  </a:lnTo>
                  <a:lnTo>
                    <a:pt x="244817" y="186343"/>
                  </a:lnTo>
                  <a:lnTo>
                    <a:pt x="245746" y="185187"/>
                  </a:lnTo>
                  <a:lnTo>
                    <a:pt x="248246" y="184705"/>
                  </a:lnTo>
                  <a:lnTo>
                    <a:pt x="254385" y="182481"/>
                  </a:lnTo>
                  <a:lnTo>
                    <a:pt x="259378" y="180117"/>
                  </a:lnTo>
                  <a:lnTo>
                    <a:pt x="263255" y="177722"/>
                  </a:lnTo>
                  <a:lnTo>
                    <a:pt x="265306" y="174616"/>
                  </a:lnTo>
                  <a:lnTo>
                    <a:pt x="266651" y="171912"/>
                  </a:lnTo>
                  <a:lnTo>
                    <a:pt x="268189" y="170209"/>
                  </a:lnTo>
                  <a:lnTo>
                    <a:pt x="268908" y="168305"/>
                  </a:lnTo>
                  <a:lnTo>
                    <a:pt x="270796" y="166800"/>
                  </a:lnTo>
                  <a:lnTo>
                    <a:pt x="273661" y="163808"/>
                  </a:lnTo>
                  <a:lnTo>
                    <a:pt x="274140" y="164427"/>
                  </a:lnTo>
                  <a:lnTo>
                    <a:pt x="272733" y="168449"/>
                  </a:lnTo>
                  <a:lnTo>
                    <a:pt x="272439" y="170792"/>
                  </a:lnTo>
                  <a:lnTo>
                    <a:pt x="275092" y="171259"/>
                  </a:lnTo>
                  <a:lnTo>
                    <a:pt x="276748" y="170008"/>
                  </a:lnTo>
                  <a:lnTo>
                    <a:pt x="277005" y="166687"/>
                  </a:lnTo>
                  <a:lnTo>
                    <a:pt x="278658" y="166799"/>
                  </a:lnTo>
                  <a:lnTo>
                    <a:pt x="279014" y="169146"/>
                  </a:lnTo>
                  <a:lnTo>
                    <a:pt x="281024" y="170166"/>
                  </a:lnTo>
                  <a:lnTo>
                    <a:pt x="283357" y="166674"/>
                  </a:lnTo>
                  <a:lnTo>
                    <a:pt x="284572" y="165748"/>
                  </a:lnTo>
                  <a:lnTo>
                    <a:pt x="286868" y="165429"/>
                  </a:lnTo>
                  <a:lnTo>
                    <a:pt x="285149" y="169418"/>
                  </a:lnTo>
                  <a:lnTo>
                    <a:pt x="280448" y="173586"/>
                  </a:lnTo>
                  <a:lnTo>
                    <a:pt x="274470" y="178639"/>
                  </a:lnTo>
                  <a:lnTo>
                    <a:pt x="271729" y="181518"/>
                  </a:lnTo>
                  <a:lnTo>
                    <a:pt x="260966" y="190643"/>
                  </a:lnTo>
                  <a:lnTo>
                    <a:pt x="259471" y="191977"/>
                  </a:lnTo>
                  <a:lnTo>
                    <a:pt x="256059" y="195011"/>
                  </a:lnTo>
                  <a:lnTo>
                    <a:pt x="253506" y="197644"/>
                  </a:lnTo>
                  <a:lnTo>
                    <a:pt x="247516" y="202243"/>
                  </a:lnTo>
                  <a:lnTo>
                    <a:pt x="244301" y="203872"/>
                  </a:lnTo>
                  <a:lnTo>
                    <a:pt x="242606" y="203949"/>
                  </a:lnTo>
                  <a:lnTo>
                    <a:pt x="240365" y="205610"/>
                  </a:lnTo>
                  <a:lnTo>
                    <a:pt x="238489" y="206997"/>
                  </a:lnTo>
                  <a:lnTo>
                    <a:pt x="237795" y="207509"/>
                  </a:lnTo>
                  <a:lnTo>
                    <a:pt x="233350" y="209564"/>
                  </a:lnTo>
                  <a:lnTo>
                    <a:pt x="229473" y="210536"/>
                  </a:lnTo>
                  <a:lnTo>
                    <a:pt x="228614" y="210751"/>
                  </a:lnTo>
                  <a:lnTo>
                    <a:pt x="227084" y="212019"/>
                  </a:lnTo>
                  <a:lnTo>
                    <a:pt x="223597" y="214902"/>
                  </a:lnTo>
                  <a:lnTo>
                    <a:pt x="222189" y="214445"/>
                  </a:lnTo>
                  <a:lnTo>
                    <a:pt x="221445" y="214203"/>
                  </a:lnTo>
                  <a:lnTo>
                    <a:pt x="219556" y="213841"/>
                  </a:lnTo>
                  <a:lnTo>
                    <a:pt x="218773" y="213690"/>
                  </a:lnTo>
                  <a:lnTo>
                    <a:pt x="217587" y="216658"/>
                  </a:lnTo>
                  <a:lnTo>
                    <a:pt x="215085" y="219334"/>
                  </a:lnTo>
                  <a:lnTo>
                    <a:pt x="213118" y="220460"/>
                  </a:lnTo>
                  <a:lnTo>
                    <a:pt x="212900" y="218337"/>
                  </a:lnTo>
                  <a:lnTo>
                    <a:pt x="213824" y="217334"/>
                  </a:lnTo>
                  <a:lnTo>
                    <a:pt x="213781" y="215567"/>
                  </a:lnTo>
                  <a:lnTo>
                    <a:pt x="213344" y="213721"/>
                  </a:lnTo>
                  <a:lnTo>
                    <a:pt x="214171" y="212755"/>
                  </a:lnTo>
                  <a:lnTo>
                    <a:pt x="214520" y="212599"/>
                  </a:lnTo>
                  <a:lnTo>
                    <a:pt x="216971" y="211502"/>
                  </a:lnTo>
                  <a:lnTo>
                    <a:pt x="217289" y="210599"/>
                  </a:lnTo>
                  <a:lnTo>
                    <a:pt x="217357" y="210406"/>
                  </a:lnTo>
                  <a:lnTo>
                    <a:pt x="217771" y="209205"/>
                  </a:lnTo>
                  <a:lnTo>
                    <a:pt x="217873" y="207385"/>
                  </a:lnTo>
                  <a:lnTo>
                    <a:pt x="217930" y="206352"/>
                  </a:lnTo>
                  <a:lnTo>
                    <a:pt x="217963" y="205759"/>
                  </a:lnTo>
                  <a:lnTo>
                    <a:pt x="218371" y="203511"/>
                  </a:lnTo>
                  <a:lnTo>
                    <a:pt x="218557" y="202481"/>
                  </a:lnTo>
                  <a:lnTo>
                    <a:pt x="218601" y="202240"/>
                  </a:lnTo>
                  <a:lnTo>
                    <a:pt x="218626" y="201942"/>
                  </a:lnTo>
                  <a:lnTo>
                    <a:pt x="218721" y="200819"/>
                  </a:lnTo>
                  <a:lnTo>
                    <a:pt x="218787" y="200036"/>
                  </a:lnTo>
                  <a:lnTo>
                    <a:pt x="218843" y="199373"/>
                  </a:lnTo>
                  <a:lnTo>
                    <a:pt x="218836" y="198965"/>
                  </a:lnTo>
                  <a:lnTo>
                    <a:pt x="218805" y="197122"/>
                  </a:lnTo>
                  <a:lnTo>
                    <a:pt x="218776" y="195433"/>
                  </a:lnTo>
                  <a:lnTo>
                    <a:pt x="218562" y="193146"/>
                  </a:lnTo>
                  <a:lnTo>
                    <a:pt x="212616" y="191939"/>
                  </a:lnTo>
                  <a:lnTo>
                    <a:pt x="205697" y="190427"/>
                  </a:lnTo>
                  <a:lnTo>
                    <a:pt x="204769" y="190223"/>
                  </a:lnTo>
                  <a:lnTo>
                    <a:pt x="202027" y="189598"/>
                  </a:lnTo>
                  <a:lnTo>
                    <a:pt x="199342" y="188853"/>
                  </a:lnTo>
                  <a:lnTo>
                    <a:pt x="195607" y="187813"/>
                  </a:lnTo>
                  <a:lnTo>
                    <a:pt x="185918" y="185352"/>
                  </a:lnTo>
                  <a:lnTo>
                    <a:pt x="183573" y="182595"/>
                  </a:lnTo>
                  <a:lnTo>
                    <a:pt x="182816" y="182747"/>
                  </a:lnTo>
                  <a:lnTo>
                    <a:pt x="181285" y="183054"/>
                  </a:lnTo>
                  <a:lnTo>
                    <a:pt x="177838" y="182930"/>
                  </a:lnTo>
                  <a:lnTo>
                    <a:pt x="174105" y="182015"/>
                  </a:lnTo>
                  <a:lnTo>
                    <a:pt x="170894" y="179005"/>
                  </a:lnTo>
                  <a:lnTo>
                    <a:pt x="170409" y="177688"/>
                  </a:lnTo>
                  <a:lnTo>
                    <a:pt x="169765" y="175938"/>
                  </a:lnTo>
                  <a:lnTo>
                    <a:pt x="168056" y="170801"/>
                  </a:lnTo>
                  <a:lnTo>
                    <a:pt x="166638" y="168705"/>
                  </a:lnTo>
                  <a:lnTo>
                    <a:pt x="164768" y="167325"/>
                  </a:lnTo>
                  <a:lnTo>
                    <a:pt x="163554" y="167248"/>
                  </a:lnTo>
                  <a:lnTo>
                    <a:pt x="161847" y="167139"/>
                  </a:lnTo>
                  <a:lnTo>
                    <a:pt x="159051" y="166864"/>
                  </a:lnTo>
                  <a:lnTo>
                    <a:pt x="157201" y="164270"/>
                  </a:lnTo>
                  <a:lnTo>
                    <a:pt x="154881" y="162661"/>
                  </a:lnTo>
                  <a:lnTo>
                    <a:pt x="154230" y="162820"/>
                  </a:lnTo>
                  <a:lnTo>
                    <a:pt x="150167" y="163807"/>
                  </a:lnTo>
                  <a:lnTo>
                    <a:pt x="149963" y="163871"/>
                  </a:lnTo>
                  <a:lnTo>
                    <a:pt x="136789" y="168002"/>
                  </a:lnTo>
                  <a:lnTo>
                    <a:pt x="128777" y="170460"/>
                  </a:lnTo>
                  <a:lnTo>
                    <a:pt x="127424" y="170872"/>
                  </a:lnTo>
                  <a:lnTo>
                    <a:pt x="116620" y="174137"/>
                  </a:lnTo>
                  <a:lnTo>
                    <a:pt x="113327" y="175062"/>
                  </a:lnTo>
                  <a:lnTo>
                    <a:pt x="100711" y="178772"/>
                  </a:lnTo>
                  <a:lnTo>
                    <a:pt x="99380" y="179160"/>
                  </a:lnTo>
                  <a:lnTo>
                    <a:pt x="97948" y="179576"/>
                  </a:lnTo>
                  <a:lnTo>
                    <a:pt x="77324" y="185613"/>
                  </a:lnTo>
                  <a:lnTo>
                    <a:pt x="72526" y="186993"/>
                  </a:lnTo>
                  <a:lnTo>
                    <a:pt x="69709" y="187799"/>
                  </a:lnTo>
                  <a:lnTo>
                    <a:pt x="62853" y="189673"/>
                  </a:lnTo>
                  <a:lnTo>
                    <a:pt x="56832" y="191360"/>
                  </a:lnTo>
                  <a:lnTo>
                    <a:pt x="54602" y="191980"/>
                  </a:lnTo>
                  <a:lnTo>
                    <a:pt x="53330" y="192325"/>
                  </a:lnTo>
                  <a:lnTo>
                    <a:pt x="43383" y="194998"/>
                  </a:lnTo>
                  <a:lnTo>
                    <a:pt x="32279" y="198020"/>
                  </a:lnTo>
                  <a:lnTo>
                    <a:pt x="30066" y="198616"/>
                  </a:lnTo>
                  <a:lnTo>
                    <a:pt x="27368" y="199337"/>
                  </a:lnTo>
                  <a:lnTo>
                    <a:pt x="13164" y="203084"/>
                  </a:lnTo>
                  <a:lnTo>
                    <a:pt x="8374" y="204307"/>
                  </a:lnTo>
                  <a:lnTo>
                    <a:pt x="3161" y="205627"/>
                  </a:lnTo>
                  <a:lnTo>
                    <a:pt x="1601" y="19936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64268" y="3262435"/>
              <a:ext cx="5799" cy="8609"/>
            </a:xfrm>
            <a:custGeom>
              <a:avLst/>
              <a:pathLst>
                <a:path w="5799" h="8609">
                  <a:moveTo>
                    <a:pt x="0" y="3109"/>
                  </a:moveTo>
                  <a:lnTo>
                    <a:pt x="1933" y="0"/>
                  </a:lnTo>
                  <a:lnTo>
                    <a:pt x="5273" y="1951"/>
                  </a:lnTo>
                  <a:lnTo>
                    <a:pt x="5799" y="6556"/>
                  </a:lnTo>
                  <a:lnTo>
                    <a:pt x="2579" y="8609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36618" y="3205482"/>
              <a:ext cx="303151" cy="347461"/>
            </a:xfrm>
            <a:custGeom>
              <a:avLst/>
              <a:pathLst>
                <a:path w="303151" h="347461">
                  <a:moveTo>
                    <a:pt x="38154" y="305389"/>
                  </a:moveTo>
                  <a:lnTo>
                    <a:pt x="37028" y="298436"/>
                  </a:lnTo>
                  <a:lnTo>
                    <a:pt x="35776" y="290712"/>
                  </a:lnTo>
                  <a:lnTo>
                    <a:pt x="33832" y="279106"/>
                  </a:lnTo>
                  <a:lnTo>
                    <a:pt x="33148" y="275028"/>
                  </a:lnTo>
                  <a:lnTo>
                    <a:pt x="30768" y="260866"/>
                  </a:lnTo>
                  <a:lnTo>
                    <a:pt x="27965" y="243895"/>
                  </a:lnTo>
                  <a:lnTo>
                    <a:pt x="26664" y="236033"/>
                  </a:lnTo>
                  <a:lnTo>
                    <a:pt x="25154" y="226924"/>
                  </a:lnTo>
                  <a:lnTo>
                    <a:pt x="24095" y="220413"/>
                  </a:lnTo>
                  <a:lnTo>
                    <a:pt x="22206" y="208820"/>
                  </a:lnTo>
                  <a:lnTo>
                    <a:pt x="21584" y="205005"/>
                  </a:lnTo>
                  <a:lnTo>
                    <a:pt x="19330" y="191727"/>
                  </a:lnTo>
                  <a:lnTo>
                    <a:pt x="18222" y="185460"/>
                  </a:lnTo>
                  <a:lnTo>
                    <a:pt x="15763" y="171577"/>
                  </a:lnTo>
                  <a:lnTo>
                    <a:pt x="12630" y="154282"/>
                  </a:lnTo>
                  <a:lnTo>
                    <a:pt x="11551" y="148339"/>
                  </a:lnTo>
                  <a:lnTo>
                    <a:pt x="9416" y="136592"/>
                  </a:lnTo>
                  <a:lnTo>
                    <a:pt x="7289" y="124926"/>
                  </a:lnTo>
                  <a:lnTo>
                    <a:pt x="6991" y="123292"/>
                  </a:lnTo>
                  <a:lnTo>
                    <a:pt x="4759" y="111073"/>
                  </a:lnTo>
                  <a:lnTo>
                    <a:pt x="4465" y="109494"/>
                  </a:lnTo>
                  <a:lnTo>
                    <a:pt x="2746" y="100240"/>
                  </a:lnTo>
                  <a:lnTo>
                    <a:pt x="0" y="85486"/>
                  </a:lnTo>
                  <a:lnTo>
                    <a:pt x="24084" y="80081"/>
                  </a:lnTo>
                  <a:lnTo>
                    <a:pt x="26602" y="79500"/>
                  </a:lnTo>
                  <a:lnTo>
                    <a:pt x="29158" y="78909"/>
                  </a:lnTo>
                  <a:lnTo>
                    <a:pt x="43919" y="75472"/>
                  </a:lnTo>
                  <a:lnTo>
                    <a:pt x="60485" y="71510"/>
                  </a:lnTo>
                  <a:lnTo>
                    <a:pt x="68132" y="69663"/>
                  </a:lnTo>
                  <a:lnTo>
                    <a:pt x="88260" y="64719"/>
                  </a:lnTo>
                  <a:lnTo>
                    <a:pt x="91893" y="67796"/>
                  </a:lnTo>
                  <a:lnTo>
                    <a:pt x="97136" y="65757"/>
                  </a:lnTo>
                  <a:lnTo>
                    <a:pt x="104395" y="69548"/>
                  </a:lnTo>
                  <a:lnTo>
                    <a:pt x="109204" y="70400"/>
                  </a:lnTo>
                  <a:lnTo>
                    <a:pt x="116100" y="71614"/>
                  </a:lnTo>
                  <a:lnTo>
                    <a:pt x="119341" y="74601"/>
                  </a:lnTo>
                  <a:lnTo>
                    <a:pt x="126239" y="76962"/>
                  </a:lnTo>
                  <a:lnTo>
                    <a:pt x="130030" y="70414"/>
                  </a:lnTo>
                  <a:lnTo>
                    <a:pt x="131495" y="69063"/>
                  </a:lnTo>
                  <a:lnTo>
                    <a:pt x="139952" y="71476"/>
                  </a:lnTo>
                  <a:lnTo>
                    <a:pt x="142571" y="75100"/>
                  </a:lnTo>
                  <a:lnTo>
                    <a:pt x="142825" y="75451"/>
                  </a:lnTo>
                  <a:lnTo>
                    <a:pt x="148659" y="80109"/>
                  </a:lnTo>
                  <a:lnTo>
                    <a:pt x="154848" y="82219"/>
                  </a:lnTo>
                  <a:lnTo>
                    <a:pt x="159710" y="81607"/>
                  </a:lnTo>
                  <a:lnTo>
                    <a:pt x="165453" y="76610"/>
                  </a:lnTo>
                  <a:lnTo>
                    <a:pt x="166345" y="76357"/>
                  </a:lnTo>
                  <a:lnTo>
                    <a:pt x="171499" y="74888"/>
                  </a:lnTo>
                  <a:lnTo>
                    <a:pt x="176433" y="70010"/>
                  </a:lnTo>
                  <a:lnTo>
                    <a:pt x="187879" y="63480"/>
                  </a:lnTo>
                  <a:lnTo>
                    <a:pt x="189789" y="64032"/>
                  </a:lnTo>
                  <a:lnTo>
                    <a:pt x="192031" y="64680"/>
                  </a:lnTo>
                  <a:lnTo>
                    <a:pt x="198123" y="63014"/>
                  </a:lnTo>
                  <a:lnTo>
                    <a:pt x="200273" y="62424"/>
                  </a:lnTo>
                  <a:lnTo>
                    <a:pt x="205123" y="61979"/>
                  </a:lnTo>
                  <a:lnTo>
                    <a:pt x="210994" y="55812"/>
                  </a:lnTo>
                  <a:lnTo>
                    <a:pt x="218628" y="45312"/>
                  </a:lnTo>
                  <a:lnTo>
                    <a:pt x="219817" y="43670"/>
                  </a:lnTo>
                  <a:lnTo>
                    <a:pt x="223721" y="37367"/>
                  </a:lnTo>
                  <a:lnTo>
                    <a:pt x="229292" y="31124"/>
                  </a:lnTo>
                  <a:lnTo>
                    <a:pt x="235437" y="27220"/>
                  </a:lnTo>
                  <a:lnTo>
                    <a:pt x="242982" y="20508"/>
                  </a:lnTo>
                  <a:lnTo>
                    <a:pt x="246012" y="18891"/>
                  </a:lnTo>
                  <a:lnTo>
                    <a:pt x="252226" y="15567"/>
                  </a:lnTo>
                  <a:lnTo>
                    <a:pt x="257851" y="10418"/>
                  </a:lnTo>
                  <a:lnTo>
                    <a:pt x="271039" y="2745"/>
                  </a:lnTo>
                  <a:lnTo>
                    <a:pt x="274667" y="0"/>
                  </a:lnTo>
                  <a:lnTo>
                    <a:pt x="277317" y="11296"/>
                  </a:lnTo>
                  <a:lnTo>
                    <a:pt x="281033" y="27169"/>
                  </a:lnTo>
                  <a:lnTo>
                    <a:pt x="284556" y="42214"/>
                  </a:lnTo>
                  <a:lnTo>
                    <a:pt x="284767" y="43117"/>
                  </a:lnTo>
                  <a:lnTo>
                    <a:pt x="290055" y="65767"/>
                  </a:lnTo>
                  <a:lnTo>
                    <a:pt x="292071" y="74544"/>
                  </a:lnTo>
                  <a:lnTo>
                    <a:pt x="292235" y="75262"/>
                  </a:lnTo>
                  <a:lnTo>
                    <a:pt x="296657" y="94563"/>
                  </a:lnTo>
                  <a:lnTo>
                    <a:pt x="296788" y="95122"/>
                  </a:lnTo>
                  <a:lnTo>
                    <a:pt x="297798" y="99446"/>
                  </a:lnTo>
                  <a:lnTo>
                    <a:pt x="302174" y="118206"/>
                  </a:lnTo>
                  <a:lnTo>
                    <a:pt x="298375" y="121299"/>
                  </a:lnTo>
                  <a:lnTo>
                    <a:pt x="295408" y="121606"/>
                  </a:lnTo>
                  <a:lnTo>
                    <a:pt x="293467" y="125565"/>
                  </a:lnTo>
                  <a:lnTo>
                    <a:pt x="297747" y="130311"/>
                  </a:lnTo>
                  <a:lnTo>
                    <a:pt x="300384" y="136556"/>
                  </a:lnTo>
                  <a:lnTo>
                    <a:pt x="299933" y="141466"/>
                  </a:lnTo>
                  <a:lnTo>
                    <a:pt x="299848" y="142391"/>
                  </a:lnTo>
                  <a:lnTo>
                    <a:pt x="303151" y="149199"/>
                  </a:lnTo>
                  <a:lnTo>
                    <a:pt x="301684" y="154456"/>
                  </a:lnTo>
                  <a:lnTo>
                    <a:pt x="300341" y="160768"/>
                  </a:lnTo>
                  <a:lnTo>
                    <a:pt x="299714" y="163702"/>
                  </a:lnTo>
                  <a:lnTo>
                    <a:pt x="299598" y="164248"/>
                  </a:lnTo>
                  <a:lnTo>
                    <a:pt x="298973" y="171061"/>
                  </a:lnTo>
                  <a:lnTo>
                    <a:pt x="299801" y="175165"/>
                  </a:lnTo>
                  <a:lnTo>
                    <a:pt x="300930" y="180771"/>
                  </a:lnTo>
                  <a:lnTo>
                    <a:pt x="299712" y="182977"/>
                  </a:lnTo>
                  <a:lnTo>
                    <a:pt x="297736" y="186382"/>
                  </a:lnTo>
                  <a:lnTo>
                    <a:pt x="297758" y="192777"/>
                  </a:lnTo>
                  <a:lnTo>
                    <a:pt x="297758" y="193044"/>
                  </a:lnTo>
                  <a:lnTo>
                    <a:pt x="298624" y="197127"/>
                  </a:lnTo>
                  <a:lnTo>
                    <a:pt x="296352" y="201163"/>
                  </a:lnTo>
                  <a:lnTo>
                    <a:pt x="299534" y="204530"/>
                  </a:lnTo>
                  <a:lnTo>
                    <a:pt x="300067" y="205093"/>
                  </a:lnTo>
                  <a:lnTo>
                    <a:pt x="298632" y="210004"/>
                  </a:lnTo>
                  <a:lnTo>
                    <a:pt x="294475" y="216186"/>
                  </a:lnTo>
                  <a:lnTo>
                    <a:pt x="289527" y="223761"/>
                  </a:lnTo>
                  <a:lnTo>
                    <a:pt x="287482" y="226883"/>
                  </a:lnTo>
                  <a:lnTo>
                    <a:pt x="285437" y="232194"/>
                  </a:lnTo>
                  <a:lnTo>
                    <a:pt x="285108" y="233045"/>
                  </a:lnTo>
                  <a:lnTo>
                    <a:pt x="281597" y="235599"/>
                  </a:lnTo>
                  <a:lnTo>
                    <a:pt x="278121" y="240194"/>
                  </a:lnTo>
                  <a:lnTo>
                    <a:pt x="272318" y="245648"/>
                  </a:lnTo>
                  <a:lnTo>
                    <a:pt x="270719" y="245745"/>
                  </a:lnTo>
                  <a:lnTo>
                    <a:pt x="269080" y="245844"/>
                  </a:lnTo>
                  <a:lnTo>
                    <a:pt x="266984" y="242340"/>
                  </a:lnTo>
                  <a:lnTo>
                    <a:pt x="263770" y="241718"/>
                  </a:lnTo>
                  <a:lnTo>
                    <a:pt x="261276" y="245636"/>
                  </a:lnTo>
                  <a:lnTo>
                    <a:pt x="258263" y="250268"/>
                  </a:lnTo>
                  <a:lnTo>
                    <a:pt x="258916" y="255187"/>
                  </a:lnTo>
                  <a:lnTo>
                    <a:pt x="255638" y="256012"/>
                  </a:lnTo>
                  <a:lnTo>
                    <a:pt x="251304" y="257142"/>
                  </a:lnTo>
                  <a:lnTo>
                    <a:pt x="250069" y="262481"/>
                  </a:lnTo>
                  <a:lnTo>
                    <a:pt x="249557" y="263364"/>
                  </a:lnTo>
                  <a:lnTo>
                    <a:pt x="247926" y="266171"/>
                  </a:lnTo>
                  <a:lnTo>
                    <a:pt x="248025" y="266486"/>
                  </a:lnTo>
                  <a:lnTo>
                    <a:pt x="250049" y="272937"/>
                  </a:lnTo>
                  <a:lnTo>
                    <a:pt x="249600" y="273274"/>
                  </a:lnTo>
                  <a:lnTo>
                    <a:pt x="246061" y="275931"/>
                  </a:lnTo>
                  <a:lnTo>
                    <a:pt x="247860" y="279572"/>
                  </a:lnTo>
                  <a:lnTo>
                    <a:pt x="250164" y="284583"/>
                  </a:lnTo>
                  <a:lnTo>
                    <a:pt x="247296" y="288458"/>
                  </a:lnTo>
                  <a:lnTo>
                    <a:pt x="242754" y="290985"/>
                  </a:lnTo>
                  <a:lnTo>
                    <a:pt x="238626" y="286002"/>
                  </a:lnTo>
                  <a:lnTo>
                    <a:pt x="233519" y="283776"/>
                  </a:lnTo>
                  <a:lnTo>
                    <a:pt x="231385" y="285333"/>
                  </a:lnTo>
                  <a:lnTo>
                    <a:pt x="228917" y="289761"/>
                  </a:lnTo>
                  <a:lnTo>
                    <a:pt x="228525" y="291247"/>
                  </a:lnTo>
                  <a:lnTo>
                    <a:pt x="227085" y="296687"/>
                  </a:lnTo>
                  <a:lnTo>
                    <a:pt x="226728" y="304263"/>
                  </a:lnTo>
                  <a:lnTo>
                    <a:pt x="223866" y="306925"/>
                  </a:lnTo>
                  <a:lnTo>
                    <a:pt x="225161" y="310558"/>
                  </a:lnTo>
                  <a:lnTo>
                    <a:pt x="228078" y="319251"/>
                  </a:lnTo>
                  <a:lnTo>
                    <a:pt x="229714" y="323623"/>
                  </a:lnTo>
                  <a:lnTo>
                    <a:pt x="227016" y="325770"/>
                  </a:lnTo>
                  <a:lnTo>
                    <a:pt x="223189" y="326421"/>
                  </a:lnTo>
                  <a:lnTo>
                    <a:pt x="222898" y="327764"/>
                  </a:lnTo>
                  <a:lnTo>
                    <a:pt x="222486" y="329666"/>
                  </a:lnTo>
                  <a:lnTo>
                    <a:pt x="222882" y="335500"/>
                  </a:lnTo>
                  <a:lnTo>
                    <a:pt x="222366" y="339966"/>
                  </a:lnTo>
                  <a:lnTo>
                    <a:pt x="218654" y="342111"/>
                  </a:lnTo>
                  <a:lnTo>
                    <a:pt x="214304" y="343773"/>
                  </a:lnTo>
                  <a:lnTo>
                    <a:pt x="210266" y="345784"/>
                  </a:lnTo>
                  <a:lnTo>
                    <a:pt x="206891" y="347461"/>
                  </a:lnTo>
                  <a:lnTo>
                    <a:pt x="204312" y="346398"/>
                  </a:lnTo>
                  <a:lnTo>
                    <a:pt x="201633" y="341859"/>
                  </a:lnTo>
                  <a:lnTo>
                    <a:pt x="197956" y="339812"/>
                  </a:lnTo>
                  <a:lnTo>
                    <a:pt x="197022" y="339291"/>
                  </a:lnTo>
                  <a:lnTo>
                    <a:pt x="192909" y="336275"/>
                  </a:lnTo>
                  <a:lnTo>
                    <a:pt x="187641" y="336874"/>
                  </a:lnTo>
                  <a:lnTo>
                    <a:pt x="186695" y="336225"/>
                  </a:lnTo>
                  <a:lnTo>
                    <a:pt x="183407" y="333966"/>
                  </a:lnTo>
                  <a:lnTo>
                    <a:pt x="180867" y="327678"/>
                  </a:lnTo>
                  <a:lnTo>
                    <a:pt x="180058" y="324134"/>
                  </a:lnTo>
                  <a:lnTo>
                    <a:pt x="178168" y="321049"/>
                  </a:lnTo>
                  <a:lnTo>
                    <a:pt x="174692" y="322961"/>
                  </a:lnTo>
                  <a:lnTo>
                    <a:pt x="170212" y="325119"/>
                  </a:lnTo>
                  <a:lnTo>
                    <a:pt x="169170" y="326555"/>
                  </a:lnTo>
                  <a:lnTo>
                    <a:pt x="168494" y="327485"/>
                  </a:lnTo>
                  <a:lnTo>
                    <a:pt x="164317" y="331736"/>
                  </a:lnTo>
                  <a:lnTo>
                    <a:pt x="163716" y="334764"/>
                  </a:lnTo>
                  <a:lnTo>
                    <a:pt x="161057" y="337159"/>
                  </a:lnTo>
                  <a:lnTo>
                    <a:pt x="156319" y="337366"/>
                  </a:lnTo>
                  <a:lnTo>
                    <a:pt x="154880" y="339088"/>
                  </a:lnTo>
                  <a:lnTo>
                    <a:pt x="153586" y="340635"/>
                  </a:lnTo>
                  <a:lnTo>
                    <a:pt x="150850" y="339030"/>
                  </a:lnTo>
                  <a:lnTo>
                    <a:pt x="146360" y="336372"/>
                  </a:lnTo>
                  <a:lnTo>
                    <a:pt x="141822" y="336568"/>
                  </a:lnTo>
                  <a:lnTo>
                    <a:pt x="134885" y="334954"/>
                  </a:lnTo>
                  <a:lnTo>
                    <a:pt x="128832" y="338268"/>
                  </a:lnTo>
                  <a:lnTo>
                    <a:pt x="128326" y="341698"/>
                  </a:lnTo>
                  <a:lnTo>
                    <a:pt x="128077" y="341881"/>
                  </a:lnTo>
                  <a:lnTo>
                    <a:pt x="126035" y="343377"/>
                  </a:lnTo>
                  <a:lnTo>
                    <a:pt x="124088" y="343029"/>
                  </a:lnTo>
                  <a:lnTo>
                    <a:pt x="119193" y="342151"/>
                  </a:lnTo>
                  <a:lnTo>
                    <a:pt x="117786" y="338977"/>
                  </a:lnTo>
                  <a:lnTo>
                    <a:pt x="113985" y="337855"/>
                  </a:lnTo>
                  <a:lnTo>
                    <a:pt x="112161" y="334953"/>
                  </a:lnTo>
                  <a:lnTo>
                    <a:pt x="108307" y="334255"/>
                  </a:lnTo>
                  <a:lnTo>
                    <a:pt x="106533" y="333932"/>
                  </a:lnTo>
                  <a:lnTo>
                    <a:pt x="102867" y="333500"/>
                  </a:lnTo>
                  <a:lnTo>
                    <a:pt x="98047" y="335872"/>
                  </a:lnTo>
                  <a:lnTo>
                    <a:pt x="92087" y="335388"/>
                  </a:lnTo>
                  <a:lnTo>
                    <a:pt x="86475" y="334983"/>
                  </a:lnTo>
                  <a:lnTo>
                    <a:pt x="85178" y="333020"/>
                  </a:lnTo>
                  <a:lnTo>
                    <a:pt x="84482" y="331966"/>
                  </a:lnTo>
                  <a:lnTo>
                    <a:pt x="84033" y="329105"/>
                  </a:lnTo>
                  <a:lnTo>
                    <a:pt x="83952" y="328589"/>
                  </a:lnTo>
                  <a:lnTo>
                    <a:pt x="78897" y="322635"/>
                  </a:lnTo>
                  <a:lnTo>
                    <a:pt x="77730" y="319740"/>
                  </a:lnTo>
                  <a:lnTo>
                    <a:pt x="75592" y="317308"/>
                  </a:lnTo>
                  <a:lnTo>
                    <a:pt x="75117" y="316767"/>
                  </a:lnTo>
                  <a:lnTo>
                    <a:pt x="69715" y="316064"/>
                  </a:lnTo>
                  <a:lnTo>
                    <a:pt x="66923" y="313139"/>
                  </a:lnTo>
                  <a:lnTo>
                    <a:pt x="65595" y="310586"/>
                  </a:lnTo>
                  <a:lnTo>
                    <a:pt x="64329" y="310157"/>
                  </a:lnTo>
                  <a:lnTo>
                    <a:pt x="63114" y="310848"/>
                  </a:lnTo>
                  <a:lnTo>
                    <a:pt x="62464" y="312287"/>
                  </a:lnTo>
                  <a:lnTo>
                    <a:pt x="61600" y="312515"/>
                  </a:lnTo>
                  <a:lnTo>
                    <a:pt x="58601" y="313305"/>
                  </a:lnTo>
                  <a:lnTo>
                    <a:pt x="55100" y="316368"/>
                  </a:lnTo>
                  <a:lnTo>
                    <a:pt x="54052" y="316097"/>
                  </a:lnTo>
                  <a:lnTo>
                    <a:pt x="49955" y="315036"/>
                  </a:lnTo>
                  <a:lnTo>
                    <a:pt x="47071" y="312597"/>
                  </a:lnTo>
                  <a:lnTo>
                    <a:pt x="46895" y="312448"/>
                  </a:lnTo>
                  <a:lnTo>
                    <a:pt x="44151" y="311611"/>
                  </a:lnTo>
                  <a:lnTo>
                    <a:pt x="40045" y="3162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688801" y="3984930"/>
              <a:ext cx="785573" cy="376213"/>
            </a:xfrm>
            <a:custGeom>
              <a:avLst/>
              <a:pathLst>
                <a:path w="785573" h="376213">
                  <a:moveTo>
                    <a:pt x="634" y="46703"/>
                  </a:moveTo>
                  <a:lnTo>
                    <a:pt x="1547" y="20586"/>
                  </a:lnTo>
                  <a:lnTo>
                    <a:pt x="1861" y="10496"/>
                  </a:lnTo>
                  <a:lnTo>
                    <a:pt x="16183" y="11051"/>
                  </a:lnTo>
                  <a:lnTo>
                    <a:pt x="29030" y="11972"/>
                  </a:lnTo>
                  <a:lnTo>
                    <a:pt x="59690" y="12966"/>
                  </a:lnTo>
                  <a:lnTo>
                    <a:pt x="87686" y="13858"/>
                  </a:lnTo>
                  <a:lnTo>
                    <a:pt x="88942" y="13882"/>
                  </a:lnTo>
                  <a:lnTo>
                    <a:pt x="100193" y="14083"/>
                  </a:lnTo>
                  <a:lnTo>
                    <a:pt x="131254" y="14546"/>
                  </a:lnTo>
                  <a:lnTo>
                    <a:pt x="137511" y="14623"/>
                  </a:lnTo>
                  <a:lnTo>
                    <a:pt x="162012" y="14848"/>
                  </a:lnTo>
                  <a:lnTo>
                    <a:pt x="174989" y="14956"/>
                  </a:lnTo>
                  <a:lnTo>
                    <a:pt x="185814" y="15029"/>
                  </a:lnTo>
                  <a:lnTo>
                    <a:pt x="193852" y="15073"/>
                  </a:lnTo>
                  <a:lnTo>
                    <a:pt x="213743" y="15076"/>
                  </a:lnTo>
                  <a:lnTo>
                    <a:pt x="220959" y="15065"/>
                  </a:lnTo>
                  <a:lnTo>
                    <a:pt x="262402" y="15140"/>
                  </a:lnTo>
                  <a:lnTo>
                    <a:pt x="270178" y="15129"/>
                  </a:lnTo>
                  <a:lnTo>
                    <a:pt x="270838" y="15128"/>
                  </a:lnTo>
                  <a:lnTo>
                    <a:pt x="301039" y="15225"/>
                  </a:lnTo>
                  <a:lnTo>
                    <a:pt x="311467" y="15207"/>
                  </a:lnTo>
                  <a:lnTo>
                    <a:pt x="319064" y="15185"/>
                  </a:lnTo>
                  <a:lnTo>
                    <a:pt x="323465" y="15169"/>
                  </a:lnTo>
                  <a:lnTo>
                    <a:pt x="348299" y="14970"/>
                  </a:lnTo>
                  <a:lnTo>
                    <a:pt x="359854" y="14848"/>
                  </a:lnTo>
                  <a:lnTo>
                    <a:pt x="378495" y="14615"/>
                  </a:lnTo>
                  <a:lnTo>
                    <a:pt x="400618" y="14345"/>
                  </a:lnTo>
                  <a:lnTo>
                    <a:pt x="417669" y="14093"/>
                  </a:lnTo>
                  <a:lnTo>
                    <a:pt x="418288" y="14080"/>
                  </a:lnTo>
                  <a:lnTo>
                    <a:pt x="439323" y="13605"/>
                  </a:lnTo>
                  <a:lnTo>
                    <a:pt x="445284" y="13460"/>
                  </a:lnTo>
                  <a:lnTo>
                    <a:pt x="467020" y="12881"/>
                  </a:lnTo>
                  <a:lnTo>
                    <a:pt x="470026" y="12796"/>
                  </a:lnTo>
                  <a:lnTo>
                    <a:pt x="497423" y="12009"/>
                  </a:lnTo>
                  <a:lnTo>
                    <a:pt x="504347" y="11795"/>
                  </a:lnTo>
                  <a:lnTo>
                    <a:pt x="525556" y="11089"/>
                  </a:lnTo>
                  <a:lnTo>
                    <a:pt x="529765" y="10942"/>
                  </a:lnTo>
                  <a:lnTo>
                    <a:pt x="561128" y="9794"/>
                  </a:lnTo>
                  <a:lnTo>
                    <a:pt x="581175" y="9025"/>
                  </a:lnTo>
                  <a:lnTo>
                    <a:pt x="583436" y="8935"/>
                  </a:lnTo>
                  <a:lnTo>
                    <a:pt x="608700" y="7791"/>
                  </a:lnTo>
                  <a:lnTo>
                    <a:pt x="628069" y="6877"/>
                  </a:lnTo>
                  <a:lnTo>
                    <a:pt x="631333" y="6719"/>
                  </a:lnTo>
                  <a:lnTo>
                    <a:pt x="634563" y="6560"/>
                  </a:lnTo>
                  <a:lnTo>
                    <a:pt x="647192" y="5933"/>
                  </a:lnTo>
                  <a:lnTo>
                    <a:pt x="666234" y="4948"/>
                  </a:lnTo>
                  <a:lnTo>
                    <a:pt x="670805" y="4704"/>
                  </a:lnTo>
                  <a:lnTo>
                    <a:pt x="681048" y="4147"/>
                  </a:lnTo>
                  <a:lnTo>
                    <a:pt x="688654" y="3725"/>
                  </a:lnTo>
                  <a:lnTo>
                    <a:pt x="710893" y="2436"/>
                  </a:lnTo>
                  <a:lnTo>
                    <a:pt x="716775" y="2084"/>
                  </a:lnTo>
                  <a:lnTo>
                    <a:pt x="717875" y="2018"/>
                  </a:lnTo>
                  <a:lnTo>
                    <a:pt x="743100" y="551"/>
                  </a:lnTo>
                  <a:lnTo>
                    <a:pt x="751561" y="0"/>
                  </a:lnTo>
                  <a:lnTo>
                    <a:pt x="753067" y="25872"/>
                  </a:lnTo>
                  <a:lnTo>
                    <a:pt x="753746" y="36852"/>
                  </a:lnTo>
                  <a:lnTo>
                    <a:pt x="754126" y="43009"/>
                  </a:lnTo>
                  <a:lnTo>
                    <a:pt x="754862" y="55610"/>
                  </a:lnTo>
                  <a:lnTo>
                    <a:pt x="759029" y="77627"/>
                  </a:lnTo>
                  <a:lnTo>
                    <a:pt x="762098" y="92847"/>
                  </a:lnTo>
                  <a:lnTo>
                    <a:pt x="763431" y="99447"/>
                  </a:lnTo>
                  <a:lnTo>
                    <a:pt x="765980" y="112047"/>
                  </a:lnTo>
                  <a:lnTo>
                    <a:pt x="770837" y="136255"/>
                  </a:lnTo>
                  <a:lnTo>
                    <a:pt x="771033" y="137254"/>
                  </a:lnTo>
                  <a:lnTo>
                    <a:pt x="773647" y="150564"/>
                  </a:lnTo>
                  <a:lnTo>
                    <a:pt x="776723" y="166201"/>
                  </a:lnTo>
                  <a:lnTo>
                    <a:pt x="778775" y="177691"/>
                  </a:lnTo>
                  <a:lnTo>
                    <a:pt x="778877" y="178259"/>
                  </a:lnTo>
                  <a:lnTo>
                    <a:pt x="779229" y="180233"/>
                  </a:lnTo>
                  <a:lnTo>
                    <a:pt x="779508" y="190677"/>
                  </a:lnTo>
                  <a:lnTo>
                    <a:pt x="779608" y="193930"/>
                  </a:lnTo>
                  <a:lnTo>
                    <a:pt x="780663" y="228764"/>
                  </a:lnTo>
                  <a:lnTo>
                    <a:pt x="780809" y="233612"/>
                  </a:lnTo>
                  <a:lnTo>
                    <a:pt x="781385" y="251613"/>
                  </a:lnTo>
                  <a:lnTo>
                    <a:pt x="781718" y="262083"/>
                  </a:lnTo>
                  <a:lnTo>
                    <a:pt x="782216" y="276277"/>
                  </a:lnTo>
                  <a:lnTo>
                    <a:pt x="782792" y="292744"/>
                  </a:lnTo>
                  <a:lnTo>
                    <a:pt x="783460" y="311596"/>
                  </a:lnTo>
                  <a:lnTo>
                    <a:pt x="784128" y="330575"/>
                  </a:lnTo>
                  <a:lnTo>
                    <a:pt x="784418" y="339348"/>
                  </a:lnTo>
                  <a:lnTo>
                    <a:pt x="784975" y="356244"/>
                  </a:lnTo>
                  <a:lnTo>
                    <a:pt x="785573" y="373059"/>
                  </a:lnTo>
                  <a:lnTo>
                    <a:pt x="781660" y="375099"/>
                  </a:lnTo>
                  <a:lnTo>
                    <a:pt x="777256" y="370024"/>
                  </a:lnTo>
                  <a:lnTo>
                    <a:pt x="771853" y="369975"/>
                  </a:lnTo>
                  <a:lnTo>
                    <a:pt x="763786" y="366705"/>
                  </a:lnTo>
                  <a:lnTo>
                    <a:pt x="762111" y="365296"/>
                  </a:lnTo>
                  <a:lnTo>
                    <a:pt x="758756" y="362471"/>
                  </a:lnTo>
                  <a:lnTo>
                    <a:pt x="751776" y="363856"/>
                  </a:lnTo>
                  <a:lnTo>
                    <a:pt x="745905" y="360101"/>
                  </a:lnTo>
                  <a:lnTo>
                    <a:pt x="742230" y="356507"/>
                  </a:lnTo>
                  <a:lnTo>
                    <a:pt x="738066" y="352096"/>
                  </a:lnTo>
                  <a:lnTo>
                    <a:pt x="731965" y="351308"/>
                  </a:lnTo>
                  <a:lnTo>
                    <a:pt x="727215" y="346873"/>
                  </a:lnTo>
                  <a:lnTo>
                    <a:pt x="721971" y="343661"/>
                  </a:lnTo>
                  <a:lnTo>
                    <a:pt x="721359" y="343456"/>
                  </a:lnTo>
                  <a:lnTo>
                    <a:pt x="714675" y="341218"/>
                  </a:lnTo>
                  <a:lnTo>
                    <a:pt x="712323" y="344944"/>
                  </a:lnTo>
                  <a:lnTo>
                    <a:pt x="709837" y="350874"/>
                  </a:lnTo>
                  <a:lnTo>
                    <a:pt x="707346" y="351447"/>
                  </a:lnTo>
                  <a:lnTo>
                    <a:pt x="703481" y="352333"/>
                  </a:lnTo>
                  <a:lnTo>
                    <a:pt x="694631" y="352694"/>
                  </a:lnTo>
                  <a:lnTo>
                    <a:pt x="687288" y="351230"/>
                  </a:lnTo>
                  <a:lnTo>
                    <a:pt x="684132" y="346767"/>
                  </a:lnTo>
                  <a:lnTo>
                    <a:pt x="679783" y="346974"/>
                  </a:lnTo>
                  <a:lnTo>
                    <a:pt x="673722" y="349664"/>
                  </a:lnTo>
                  <a:lnTo>
                    <a:pt x="667488" y="351079"/>
                  </a:lnTo>
                  <a:lnTo>
                    <a:pt x="662753" y="353937"/>
                  </a:lnTo>
                  <a:lnTo>
                    <a:pt x="659939" y="355632"/>
                  </a:lnTo>
                  <a:lnTo>
                    <a:pt x="657669" y="355525"/>
                  </a:lnTo>
                  <a:lnTo>
                    <a:pt x="653685" y="355336"/>
                  </a:lnTo>
                  <a:lnTo>
                    <a:pt x="649177" y="354300"/>
                  </a:lnTo>
                  <a:lnTo>
                    <a:pt x="637359" y="358596"/>
                  </a:lnTo>
                  <a:lnTo>
                    <a:pt x="629233" y="360034"/>
                  </a:lnTo>
                  <a:lnTo>
                    <a:pt x="627380" y="363614"/>
                  </a:lnTo>
                  <a:lnTo>
                    <a:pt x="622393" y="369687"/>
                  </a:lnTo>
                  <a:lnTo>
                    <a:pt x="617798" y="367471"/>
                  </a:lnTo>
                  <a:lnTo>
                    <a:pt x="615140" y="371455"/>
                  </a:lnTo>
                  <a:lnTo>
                    <a:pt x="610113" y="376213"/>
                  </a:lnTo>
                  <a:lnTo>
                    <a:pt x="608480" y="373909"/>
                  </a:lnTo>
                  <a:lnTo>
                    <a:pt x="606126" y="370584"/>
                  </a:lnTo>
                  <a:lnTo>
                    <a:pt x="602912" y="366960"/>
                  </a:lnTo>
                  <a:lnTo>
                    <a:pt x="596800" y="367947"/>
                  </a:lnTo>
                  <a:lnTo>
                    <a:pt x="594607" y="363065"/>
                  </a:lnTo>
                  <a:lnTo>
                    <a:pt x="590029" y="363141"/>
                  </a:lnTo>
                  <a:lnTo>
                    <a:pt x="588119" y="361902"/>
                  </a:lnTo>
                  <a:lnTo>
                    <a:pt x="588182" y="356360"/>
                  </a:lnTo>
                  <a:lnTo>
                    <a:pt x="587748" y="356115"/>
                  </a:lnTo>
                  <a:lnTo>
                    <a:pt x="581542" y="352614"/>
                  </a:lnTo>
                  <a:lnTo>
                    <a:pt x="579631" y="357145"/>
                  </a:lnTo>
                  <a:lnTo>
                    <a:pt x="576980" y="362260"/>
                  </a:lnTo>
                  <a:lnTo>
                    <a:pt x="570944" y="361339"/>
                  </a:lnTo>
                  <a:lnTo>
                    <a:pt x="569212" y="358409"/>
                  </a:lnTo>
                  <a:lnTo>
                    <a:pt x="564045" y="361015"/>
                  </a:lnTo>
                  <a:lnTo>
                    <a:pt x="559500" y="354976"/>
                  </a:lnTo>
                  <a:lnTo>
                    <a:pt x="558589" y="350080"/>
                  </a:lnTo>
                  <a:lnTo>
                    <a:pt x="555887" y="350360"/>
                  </a:lnTo>
                  <a:lnTo>
                    <a:pt x="554933" y="350458"/>
                  </a:lnTo>
                  <a:lnTo>
                    <a:pt x="554219" y="350532"/>
                  </a:lnTo>
                  <a:lnTo>
                    <a:pt x="550920" y="353557"/>
                  </a:lnTo>
                  <a:lnTo>
                    <a:pt x="551329" y="357099"/>
                  </a:lnTo>
                  <a:lnTo>
                    <a:pt x="544889" y="360751"/>
                  </a:lnTo>
                  <a:lnTo>
                    <a:pt x="542916" y="365604"/>
                  </a:lnTo>
                  <a:lnTo>
                    <a:pt x="542184" y="369932"/>
                  </a:lnTo>
                  <a:lnTo>
                    <a:pt x="542017" y="374277"/>
                  </a:lnTo>
                  <a:lnTo>
                    <a:pt x="536617" y="375923"/>
                  </a:lnTo>
                  <a:lnTo>
                    <a:pt x="531079" y="366327"/>
                  </a:lnTo>
                  <a:lnTo>
                    <a:pt x="534593" y="362038"/>
                  </a:lnTo>
                  <a:lnTo>
                    <a:pt x="530691" y="354713"/>
                  </a:lnTo>
                  <a:lnTo>
                    <a:pt x="527008" y="356384"/>
                  </a:lnTo>
                  <a:lnTo>
                    <a:pt x="520407" y="360516"/>
                  </a:lnTo>
                  <a:lnTo>
                    <a:pt x="515450" y="365753"/>
                  </a:lnTo>
                  <a:lnTo>
                    <a:pt x="508793" y="365475"/>
                  </a:lnTo>
                  <a:lnTo>
                    <a:pt x="507974" y="360251"/>
                  </a:lnTo>
                  <a:lnTo>
                    <a:pt x="504803" y="355564"/>
                  </a:lnTo>
                  <a:lnTo>
                    <a:pt x="504574" y="355225"/>
                  </a:lnTo>
                  <a:lnTo>
                    <a:pt x="497947" y="357632"/>
                  </a:lnTo>
                  <a:lnTo>
                    <a:pt x="497665" y="357422"/>
                  </a:lnTo>
                  <a:lnTo>
                    <a:pt x="494348" y="354951"/>
                  </a:lnTo>
                  <a:lnTo>
                    <a:pt x="493014" y="349871"/>
                  </a:lnTo>
                  <a:lnTo>
                    <a:pt x="487116" y="347443"/>
                  </a:lnTo>
                  <a:lnTo>
                    <a:pt x="479096" y="355022"/>
                  </a:lnTo>
                  <a:lnTo>
                    <a:pt x="475148" y="360135"/>
                  </a:lnTo>
                  <a:lnTo>
                    <a:pt x="469420" y="363708"/>
                  </a:lnTo>
                  <a:lnTo>
                    <a:pt x="461384" y="360675"/>
                  </a:lnTo>
                  <a:lnTo>
                    <a:pt x="461289" y="359252"/>
                  </a:lnTo>
                  <a:lnTo>
                    <a:pt x="461043" y="355570"/>
                  </a:lnTo>
                  <a:lnTo>
                    <a:pt x="461452" y="348139"/>
                  </a:lnTo>
                  <a:lnTo>
                    <a:pt x="456035" y="347721"/>
                  </a:lnTo>
                  <a:lnTo>
                    <a:pt x="448839" y="347169"/>
                  </a:lnTo>
                  <a:lnTo>
                    <a:pt x="447223" y="342061"/>
                  </a:lnTo>
                  <a:lnTo>
                    <a:pt x="447077" y="335870"/>
                  </a:lnTo>
                  <a:lnTo>
                    <a:pt x="444731" y="330330"/>
                  </a:lnTo>
                  <a:lnTo>
                    <a:pt x="443357" y="331844"/>
                  </a:lnTo>
                  <a:lnTo>
                    <a:pt x="440570" y="334914"/>
                  </a:lnTo>
                  <a:lnTo>
                    <a:pt x="435324" y="333570"/>
                  </a:lnTo>
                  <a:lnTo>
                    <a:pt x="426602" y="331613"/>
                  </a:lnTo>
                  <a:lnTo>
                    <a:pt x="422376" y="330506"/>
                  </a:lnTo>
                  <a:lnTo>
                    <a:pt x="419233" y="333754"/>
                  </a:lnTo>
                  <a:lnTo>
                    <a:pt x="417829" y="338608"/>
                  </a:lnTo>
                  <a:lnTo>
                    <a:pt x="416988" y="338972"/>
                  </a:lnTo>
                  <a:lnTo>
                    <a:pt x="412229" y="341026"/>
                  </a:lnTo>
                  <a:lnTo>
                    <a:pt x="407235" y="337699"/>
                  </a:lnTo>
                  <a:lnTo>
                    <a:pt x="402596" y="331768"/>
                  </a:lnTo>
                  <a:lnTo>
                    <a:pt x="399512" y="331016"/>
                  </a:lnTo>
                  <a:lnTo>
                    <a:pt x="395981" y="330153"/>
                  </a:lnTo>
                  <a:lnTo>
                    <a:pt x="392129" y="333695"/>
                  </a:lnTo>
                  <a:lnTo>
                    <a:pt x="387750" y="334002"/>
                  </a:lnTo>
                  <a:lnTo>
                    <a:pt x="381250" y="331324"/>
                  </a:lnTo>
                  <a:lnTo>
                    <a:pt x="375168" y="330901"/>
                  </a:lnTo>
                  <a:lnTo>
                    <a:pt x="368799" y="326172"/>
                  </a:lnTo>
                  <a:lnTo>
                    <a:pt x="367674" y="326076"/>
                  </a:lnTo>
                  <a:lnTo>
                    <a:pt x="362972" y="325675"/>
                  </a:lnTo>
                  <a:lnTo>
                    <a:pt x="357793" y="326572"/>
                  </a:lnTo>
                  <a:lnTo>
                    <a:pt x="351030" y="325743"/>
                  </a:lnTo>
                  <a:lnTo>
                    <a:pt x="345645" y="325244"/>
                  </a:lnTo>
                  <a:lnTo>
                    <a:pt x="343502" y="314174"/>
                  </a:lnTo>
                  <a:lnTo>
                    <a:pt x="342564" y="312913"/>
                  </a:lnTo>
                  <a:lnTo>
                    <a:pt x="337531" y="306144"/>
                  </a:lnTo>
                  <a:lnTo>
                    <a:pt x="330539" y="300582"/>
                  </a:lnTo>
                  <a:lnTo>
                    <a:pt x="326412" y="300054"/>
                  </a:lnTo>
                  <a:lnTo>
                    <a:pt x="324096" y="306930"/>
                  </a:lnTo>
                  <a:lnTo>
                    <a:pt x="319405" y="305179"/>
                  </a:lnTo>
                  <a:lnTo>
                    <a:pt x="319029" y="305137"/>
                  </a:lnTo>
                  <a:lnTo>
                    <a:pt x="308886" y="303991"/>
                  </a:lnTo>
                  <a:lnTo>
                    <a:pt x="307462" y="307669"/>
                  </a:lnTo>
                  <a:lnTo>
                    <a:pt x="298526" y="306999"/>
                  </a:lnTo>
                  <a:lnTo>
                    <a:pt x="292173" y="300984"/>
                  </a:lnTo>
                  <a:lnTo>
                    <a:pt x="287228" y="295145"/>
                  </a:lnTo>
                  <a:lnTo>
                    <a:pt x="285015" y="293024"/>
                  </a:lnTo>
                  <a:lnTo>
                    <a:pt x="276938" y="285269"/>
                  </a:lnTo>
                  <a:lnTo>
                    <a:pt x="270628" y="287005"/>
                  </a:lnTo>
                  <a:lnTo>
                    <a:pt x="270373" y="287075"/>
                  </a:lnTo>
                  <a:lnTo>
                    <a:pt x="270373" y="266388"/>
                  </a:lnTo>
                  <a:lnTo>
                    <a:pt x="270373" y="234817"/>
                  </a:lnTo>
                  <a:lnTo>
                    <a:pt x="270373" y="217806"/>
                  </a:lnTo>
                  <a:lnTo>
                    <a:pt x="270373" y="191116"/>
                  </a:lnTo>
                  <a:lnTo>
                    <a:pt x="270373" y="169201"/>
                  </a:lnTo>
                  <a:lnTo>
                    <a:pt x="270373" y="140001"/>
                  </a:lnTo>
                  <a:lnTo>
                    <a:pt x="270372" y="120564"/>
                  </a:lnTo>
                  <a:lnTo>
                    <a:pt x="270372" y="71081"/>
                  </a:lnTo>
                  <a:lnTo>
                    <a:pt x="270070" y="71081"/>
                  </a:lnTo>
                  <a:lnTo>
                    <a:pt x="242390" y="71031"/>
                  </a:lnTo>
                  <a:lnTo>
                    <a:pt x="221208" y="70943"/>
                  </a:lnTo>
                  <a:lnTo>
                    <a:pt x="217022" y="70919"/>
                  </a:lnTo>
                  <a:lnTo>
                    <a:pt x="190757" y="70665"/>
                  </a:lnTo>
                  <a:lnTo>
                    <a:pt x="184453" y="70613"/>
                  </a:lnTo>
                  <a:lnTo>
                    <a:pt x="172652" y="70502"/>
                  </a:lnTo>
                  <a:lnTo>
                    <a:pt x="124125" y="69689"/>
                  </a:lnTo>
                  <a:lnTo>
                    <a:pt x="105873" y="69301"/>
                  </a:lnTo>
                  <a:lnTo>
                    <a:pt x="87343" y="68830"/>
                  </a:lnTo>
                  <a:lnTo>
                    <a:pt x="75625" y="68509"/>
                  </a:lnTo>
                  <a:lnTo>
                    <a:pt x="0" y="66179"/>
                  </a:lnTo>
                  <a:lnTo>
                    <a:pt x="397" y="54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773313" y="2558204"/>
              <a:ext cx="575322" cy="489939"/>
            </a:xfrm>
            <a:custGeom>
              <a:avLst/>
              <a:pathLst>
                <a:path w="575322" h="489939">
                  <a:moveTo>
                    <a:pt x="6633" y="287747"/>
                  </a:moveTo>
                  <a:lnTo>
                    <a:pt x="14078" y="279407"/>
                  </a:lnTo>
                  <a:lnTo>
                    <a:pt x="14220" y="279179"/>
                  </a:lnTo>
                  <a:lnTo>
                    <a:pt x="20069" y="269749"/>
                  </a:lnTo>
                  <a:lnTo>
                    <a:pt x="23975" y="262448"/>
                  </a:lnTo>
                  <a:lnTo>
                    <a:pt x="26664" y="257122"/>
                  </a:lnTo>
                  <a:lnTo>
                    <a:pt x="28715" y="253311"/>
                  </a:lnTo>
                  <a:lnTo>
                    <a:pt x="28443" y="250147"/>
                  </a:lnTo>
                  <a:lnTo>
                    <a:pt x="32461" y="247503"/>
                  </a:lnTo>
                  <a:lnTo>
                    <a:pt x="39093" y="240565"/>
                  </a:lnTo>
                  <a:lnTo>
                    <a:pt x="45622" y="230972"/>
                  </a:lnTo>
                  <a:lnTo>
                    <a:pt x="47949" y="226519"/>
                  </a:lnTo>
                  <a:lnTo>
                    <a:pt x="52063" y="218643"/>
                  </a:lnTo>
                  <a:lnTo>
                    <a:pt x="58306" y="205415"/>
                  </a:lnTo>
                  <a:lnTo>
                    <a:pt x="60172" y="201460"/>
                  </a:lnTo>
                  <a:lnTo>
                    <a:pt x="67034" y="184964"/>
                  </a:lnTo>
                  <a:lnTo>
                    <a:pt x="71206" y="173689"/>
                  </a:lnTo>
                  <a:lnTo>
                    <a:pt x="72097" y="170008"/>
                  </a:lnTo>
                  <a:lnTo>
                    <a:pt x="72320" y="169087"/>
                  </a:lnTo>
                  <a:lnTo>
                    <a:pt x="77651" y="158318"/>
                  </a:lnTo>
                  <a:lnTo>
                    <a:pt x="79978" y="150811"/>
                  </a:lnTo>
                  <a:lnTo>
                    <a:pt x="84621" y="139611"/>
                  </a:lnTo>
                  <a:lnTo>
                    <a:pt x="86606" y="133425"/>
                  </a:lnTo>
                  <a:lnTo>
                    <a:pt x="88493" y="124875"/>
                  </a:lnTo>
                  <a:lnTo>
                    <a:pt x="90153" y="121808"/>
                  </a:lnTo>
                  <a:lnTo>
                    <a:pt x="95610" y="112486"/>
                  </a:lnTo>
                  <a:lnTo>
                    <a:pt x="98991" y="104377"/>
                  </a:lnTo>
                  <a:lnTo>
                    <a:pt x="99072" y="104184"/>
                  </a:lnTo>
                  <a:lnTo>
                    <a:pt x="103784" y="96197"/>
                  </a:lnTo>
                  <a:lnTo>
                    <a:pt x="105845" y="89974"/>
                  </a:lnTo>
                  <a:lnTo>
                    <a:pt x="108151" y="84586"/>
                  </a:lnTo>
                  <a:lnTo>
                    <a:pt x="108944" y="78335"/>
                  </a:lnTo>
                  <a:lnTo>
                    <a:pt x="112329" y="71393"/>
                  </a:lnTo>
                  <a:lnTo>
                    <a:pt x="112949" y="65911"/>
                  </a:lnTo>
                  <a:lnTo>
                    <a:pt x="116714" y="59849"/>
                  </a:lnTo>
                  <a:lnTo>
                    <a:pt x="119837" y="51479"/>
                  </a:lnTo>
                  <a:lnTo>
                    <a:pt x="121071" y="47351"/>
                  </a:lnTo>
                  <a:lnTo>
                    <a:pt x="120624" y="42569"/>
                  </a:lnTo>
                  <a:lnTo>
                    <a:pt x="121464" y="40321"/>
                  </a:lnTo>
                  <a:lnTo>
                    <a:pt x="123204" y="35663"/>
                  </a:lnTo>
                  <a:lnTo>
                    <a:pt x="124749" y="29337"/>
                  </a:lnTo>
                  <a:lnTo>
                    <a:pt x="124235" y="25457"/>
                  </a:lnTo>
                  <a:lnTo>
                    <a:pt x="128428" y="23792"/>
                  </a:lnTo>
                  <a:lnTo>
                    <a:pt x="130660" y="18261"/>
                  </a:lnTo>
                  <a:lnTo>
                    <a:pt x="131577" y="8948"/>
                  </a:lnTo>
                  <a:lnTo>
                    <a:pt x="128223" y="2505"/>
                  </a:lnTo>
                  <a:lnTo>
                    <a:pt x="131806" y="0"/>
                  </a:lnTo>
                  <a:lnTo>
                    <a:pt x="135383" y="6497"/>
                  </a:lnTo>
                  <a:lnTo>
                    <a:pt x="140107" y="6738"/>
                  </a:lnTo>
                  <a:lnTo>
                    <a:pt x="145499" y="6409"/>
                  </a:lnTo>
                  <a:lnTo>
                    <a:pt x="147202" y="9245"/>
                  </a:lnTo>
                  <a:lnTo>
                    <a:pt x="151344" y="7896"/>
                  </a:lnTo>
                  <a:lnTo>
                    <a:pt x="156119" y="8176"/>
                  </a:lnTo>
                  <a:lnTo>
                    <a:pt x="159226" y="6202"/>
                  </a:lnTo>
                  <a:lnTo>
                    <a:pt x="163541" y="6559"/>
                  </a:lnTo>
                  <a:lnTo>
                    <a:pt x="165582" y="11003"/>
                  </a:lnTo>
                  <a:lnTo>
                    <a:pt x="164131" y="15126"/>
                  </a:lnTo>
                  <a:lnTo>
                    <a:pt x="166737" y="19323"/>
                  </a:lnTo>
                  <a:lnTo>
                    <a:pt x="167193" y="19474"/>
                  </a:lnTo>
                  <a:lnTo>
                    <a:pt x="172146" y="21110"/>
                  </a:lnTo>
                  <a:lnTo>
                    <a:pt x="176877" y="20019"/>
                  </a:lnTo>
                  <a:lnTo>
                    <a:pt x="180097" y="19274"/>
                  </a:lnTo>
                  <a:lnTo>
                    <a:pt x="183016" y="20506"/>
                  </a:lnTo>
                  <a:lnTo>
                    <a:pt x="188348" y="27035"/>
                  </a:lnTo>
                  <a:lnTo>
                    <a:pt x="190080" y="30332"/>
                  </a:lnTo>
                  <a:lnTo>
                    <a:pt x="193040" y="33232"/>
                  </a:lnTo>
                  <a:lnTo>
                    <a:pt x="194124" y="40189"/>
                  </a:lnTo>
                  <a:lnTo>
                    <a:pt x="195275" y="45652"/>
                  </a:lnTo>
                  <a:lnTo>
                    <a:pt x="194183" y="49951"/>
                  </a:lnTo>
                  <a:lnTo>
                    <a:pt x="194618" y="54391"/>
                  </a:lnTo>
                  <a:lnTo>
                    <a:pt x="194005" y="55808"/>
                  </a:lnTo>
                  <a:lnTo>
                    <a:pt x="192500" y="59290"/>
                  </a:lnTo>
                  <a:lnTo>
                    <a:pt x="193254" y="64379"/>
                  </a:lnTo>
                  <a:lnTo>
                    <a:pt x="192167" y="66979"/>
                  </a:lnTo>
                  <a:lnTo>
                    <a:pt x="190449" y="71089"/>
                  </a:lnTo>
                  <a:lnTo>
                    <a:pt x="191079" y="72999"/>
                  </a:lnTo>
                  <a:lnTo>
                    <a:pt x="191719" y="74938"/>
                  </a:lnTo>
                  <a:lnTo>
                    <a:pt x="196537" y="79643"/>
                  </a:lnTo>
                  <a:lnTo>
                    <a:pt x="205045" y="84655"/>
                  </a:lnTo>
                  <a:lnTo>
                    <a:pt x="207794" y="87335"/>
                  </a:lnTo>
                  <a:lnTo>
                    <a:pt x="211642" y="87268"/>
                  </a:lnTo>
                  <a:lnTo>
                    <a:pt x="213905" y="90567"/>
                  </a:lnTo>
                  <a:lnTo>
                    <a:pt x="217984" y="92116"/>
                  </a:lnTo>
                  <a:lnTo>
                    <a:pt x="218941" y="91848"/>
                  </a:lnTo>
                  <a:lnTo>
                    <a:pt x="223606" y="90541"/>
                  </a:lnTo>
                  <a:lnTo>
                    <a:pt x="228726" y="91448"/>
                  </a:lnTo>
                  <a:lnTo>
                    <a:pt x="235473" y="90274"/>
                  </a:lnTo>
                  <a:lnTo>
                    <a:pt x="239335" y="88600"/>
                  </a:lnTo>
                  <a:lnTo>
                    <a:pt x="241270" y="88251"/>
                  </a:lnTo>
                  <a:lnTo>
                    <a:pt x="242847" y="87966"/>
                  </a:lnTo>
                  <a:lnTo>
                    <a:pt x="245659" y="85779"/>
                  </a:lnTo>
                  <a:lnTo>
                    <a:pt x="249377" y="85540"/>
                  </a:lnTo>
                  <a:lnTo>
                    <a:pt x="253685" y="87961"/>
                  </a:lnTo>
                  <a:lnTo>
                    <a:pt x="258002" y="88116"/>
                  </a:lnTo>
                  <a:lnTo>
                    <a:pt x="266728" y="88501"/>
                  </a:lnTo>
                  <a:lnTo>
                    <a:pt x="267215" y="88893"/>
                  </a:lnTo>
                  <a:lnTo>
                    <a:pt x="271672" y="92483"/>
                  </a:lnTo>
                  <a:lnTo>
                    <a:pt x="272588" y="93219"/>
                  </a:lnTo>
                  <a:lnTo>
                    <a:pt x="278064" y="93683"/>
                  </a:lnTo>
                  <a:lnTo>
                    <a:pt x="284670" y="98697"/>
                  </a:lnTo>
                  <a:lnTo>
                    <a:pt x="285067" y="104965"/>
                  </a:lnTo>
                  <a:lnTo>
                    <a:pt x="289050" y="105133"/>
                  </a:lnTo>
                  <a:lnTo>
                    <a:pt x="292074" y="102929"/>
                  </a:lnTo>
                  <a:lnTo>
                    <a:pt x="300858" y="104489"/>
                  </a:lnTo>
                  <a:lnTo>
                    <a:pt x="302490" y="105723"/>
                  </a:lnTo>
                  <a:lnTo>
                    <a:pt x="303488" y="106477"/>
                  </a:lnTo>
                  <a:lnTo>
                    <a:pt x="306590" y="104594"/>
                  </a:lnTo>
                  <a:lnTo>
                    <a:pt x="317754" y="103368"/>
                  </a:lnTo>
                  <a:lnTo>
                    <a:pt x="320471" y="102161"/>
                  </a:lnTo>
                  <a:lnTo>
                    <a:pt x="321764" y="101586"/>
                  </a:lnTo>
                  <a:lnTo>
                    <a:pt x="324447" y="102229"/>
                  </a:lnTo>
                  <a:lnTo>
                    <a:pt x="328567" y="107724"/>
                  </a:lnTo>
                  <a:lnTo>
                    <a:pt x="329619" y="108014"/>
                  </a:lnTo>
                  <a:lnTo>
                    <a:pt x="334761" y="109425"/>
                  </a:lnTo>
                  <a:lnTo>
                    <a:pt x="342694" y="109410"/>
                  </a:lnTo>
                  <a:lnTo>
                    <a:pt x="347156" y="110123"/>
                  </a:lnTo>
                  <a:lnTo>
                    <a:pt x="352462" y="107027"/>
                  </a:lnTo>
                  <a:lnTo>
                    <a:pt x="357075" y="107080"/>
                  </a:lnTo>
                  <a:lnTo>
                    <a:pt x="361981" y="105829"/>
                  </a:lnTo>
                  <a:lnTo>
                    <a:pt x="364325" y="105230"/>
                  </a:lnTo>
                  <a:lnTo>
                    <a:pt x="370585" y="105516"/>
                  </a:lnTo>
                  <a:lnTo>
                    <a:pt x="374787" y="105704"/>
                  </a:lnTo>
                  <a:lnTo>
                    <a:pt x="383091" y="106920"/>
                  </a:lnTo>
                  <a:lnTo>
                    <a:pt x="388708" y="102407"/>
                  </a:lnTo>
                  <a:lnTo>
                    <a:pt x="390603" y="102328"/>
                  </a:lnTo>
                  <a:lnTo>
                    <a:pt x="395286" y="105306"/>
                  </a:lnTo>
                  <a:lnTo>
                    <a:pt x="398833" y="105538"/>
                  </a:lnTo>
                  <a:lnTo>
                    <a:pt x="403148" y="105816"/>
                  </a:lnTo>
                  <a:lnTo>
                    <a:pt x="410089" y="105802"/>
                  </a:lnTo>
                  <a:lnTo>
                    <a:pt x="417930" y="108392"/>
                  </a:lnTo>
                  <a:lnTo>
                    <a:pt x="422430" y="107071"/>
                  </a:lnTo>
                  <a:lnTo>
                    <a:pt x="427854" y="104494"/>
                  </a:lnTo>
                  <a:lnTo>
                    <a:pt x="446748" y="108938"/>
                  </a:lnTo>
                  <a:lnTo>
                    <a:pt x="465685" y="113443"/>
                  </a:lnTo>
                  <a:lnTo>
                    <a:pt x="488359" y="118738"/>
                  </a:lnTo>
                  <a:lnTo>
                    <a:pt x="489541" y="119011"/>
                  </a:lnTo>
                  <a:lnTo>
                    <a:pt x="505446" y="122654"/>
                  </a:lnTo>
                  <a:lnTo>
                    <a:pt x="512437" y="124329"/>
                  </a:lnTo>
                  <a:lnTo>
                    <a:pt x="519984" y="126125"/>
                  </a:lnTo>
                  <a:lnTo>
                    <a:pt x="527690" y="127946"/>
                  </a:lnTo>
                  <a:lnTo>
                    <a:pt x="554561" y="133884"/>
                  </a:lnTo>
                  <a:lnTo>
                    <a:pt x="555648" y="137558"/>
                  </a:lnTo>
                  <a:lnTo>
                    <a:pt x="556332" y="142507"/>
                  </a:lnTo>
                  <a:lnTo>
                    <a:pt x="558994" y="148332"/>
                  </a:lnTo>
                  <a:lnTo>
                    <a:pt x="559508" y="149455"/>
                  </a:lnTo>
                  <a:lnTo>
                    <a:pt x="562402" y="151382"/>
                  </a:lnTo>
                  <a:lnTo>
                    <a:pt x="565945" y="156261"/>
                  </a:lnTo>
                  <a:lnTo>
                    <a:pt x="570347" y="157512"/>
                  </a:lnTo>
                  <a:lnTo>
                    <a:pt x="573059" y="162220"/>
                  </a:lnTo>
                  <a:lnTo>
                    <a:pt x="572533" y="167038"/>
                  </a:lnTo>
                  <a:lnTo>
                    <a:pt x="575322" y="173755"/>
                  </a:lnTo>
                  <a:lnTo>
                    <a:pt x="571975" y="177650"/>
                  </a:lnTo>
                  <a:lnTo>
                    <a:pt x="564368" y="187610"/>
                  </a:lnTo>
                  <a:lnTo>
                    <a:pt x="556587" y="197986"/>
                  </a:lnTo>
                  <a:lnTo>
                    <a:pt x="554724" y="201831"/>
                  </a:lnTo>
                  <a:lnTo>
                    <a:pt x="554137" y="203044"/>
                  </a:lnTo>
                  <a:lnTo>
                    <a:pt x="547842" y="214862"/>
                  </a:lnTo>
                  <a:lnTo>
                    <a:pt x="545331" y="217788"/>
                  </a:lnTo>
                  <a:lnTo>
                    <a:pt x="540863" y="221145"/>
                  </a:lnTo>
                  <a:lnTo>
                    <a:pt x="538817" y="225584"/>
                  </a:lnTo>
                  <a:lnTo>
                    <a:pt x="539425" y="230368"/>
                  </a:lnTo>
                  <a:lnTo>
                    <a:pt x="536339" y="235168"/>
                  </a:lnTo>
                  <a:lnTo>
                    <a:pt x="534269" y="237538"/>
                  </a:lnTo>
                  <a:lnTo>
                    <a:pt x="530595" y="241741"/>
                  </a:lnTo>
                  <a:lnTo>
                    <a:pt x="524871" y="243352"/>
                  </a:lnTo>
                  <a:lnTo>
                    <a:pt x="521262" y="245353"/>
                  </a:lnTo>
                  <a:lnTo>
                    <a:pt x="517778" y="251630"/>
                  </a:lnTo>
                  <a:lnTo>
                    <a:pt x="512953" y="259455"/>
                  </a:lnTo>
                  <a:lnTo>
                    <a:pt x="510780" y="262147"/>
                  </a:lnTo>
                  <a:lnTo>
                    <a:pt x="506234" y="265282"/>
                  </a:lnTo>
                  <a:lnTo>
                    <a:pt x="505921" y="270101"/>
                  </a:lnTo>
                  <a:lnTo>
                    <a:pt x="503464" y="272954"/>
                  </a:lnTo>
                  <a:lnTo>
                    <a:pt x="504525" y="276068"/>
                  </a:lnTo>
                  <a:lnTo>
                    <a:pt x="505486" y="279228"/>
                  </a:lnTo>
                  <a:lnTo>
                    <a:pt x="503620" y="281834"/>
                  </a:lnTo>
                  <a:lnTo>
                    <a:pt x="503151" y="282490"/>
                  </a:lnTo>
                  <a:lnTo>
                    <a:pt x="505541" y="285765"/>
                  </a:lnTo>
                  <a:lnTo>
                    <a:pt x="509018" y="284768"/>
                  </a:lnTo>
                  <a:lnTo>
                    <a:pt x="512162" y="289219"/>
                  </a:lnTo>
                  <a:lnTo>
                    <a:pt x="517671" y="290546"/>
                  </a:lnTo>
                  <a:lnTo>
                    <a:pt x="517301" y="294352"/>
                  </a:lnTo>
                  <a:lnTo>
                    <a:pt x="521007" y="296513"/>
                  </a:lnTo>
                  <a:lnTo>
                    <a:pt x="520970" y="298858"/>
                  </a:lnTo>
                  <a:lnTo>
                    <a:pt x="520817" y="298978"/>
                  </a:lnTo>
                  <a:lnTo>
                    <a:pt x="514507" y="303924"/>
                  </a:lnTo>
                  <a:lnTo>
                    <a:pt x="516002" y="309478"/>
                  </a:lnTo>
                  <a:lnTo>
                    <a:pt x="513699" y="313329"/>
                  </a:lnTo>
                  <a:lnTo>
                    <a:pt x="511034" y="320929"/>
                  </a:lnTo>
                  <a:lnTo>
                    <a:pt x="510158" y="322085"/>
                  </a:lnTo>
                  <a:lnTo>
                    <a:pt x="506657" y="326701"/>
                  </a:lnTo>
                  <a:lnTo>
                    <a:pt x="503835" y="339516"/>
                  </a:lnTo>
                  <a:lnTo>
                    <a:pt x="502180" y="347040"/>
                  </a:lnTo>
                  <a:lnTo>
                    <a:pt x="491562" y="398143"/>
                  </a:lnTo>
                  <a:lnTo>
                    <a:pt x="487555" y="417635"/>
                  </a:lnTo>
                  <a:lnTo>
                    <a:pt x="479624" y="456029"/>
                  </a:lnTo>
                  <a:lnTo>
                    <a:pt x="472700" y="489939"/>
                  </a:lnTo>
                  <a:lnTo>
                    <a:pt x="461420" y="487485"/>
                  </a:lnTo>
                  <a:lnTo>
                    <a:pt x="447869" y="484660"/>
                  </a:lnTo>
                  <a:lnTo>
                    <a:pt x="433392" y="481569"/>
                  </a:lnTo>
                  <a:lnTo>
                    <a:pt x="416996" y="477944"/>
                  </a:lnTo>
                  <a:lnTo>
                    <a:pt x="395727" y="473270"/>
                  </a:lnTo>
                  <a:lnTo>
                    <a:pt x="375805" y="468837"/>
                  </a:lnTo>
                  <a:lnTo>
                    <a:pt x="357760" y="464880"/>
                  </a:lnTo>
                  <a:lnTo>
                    <a:pt x="343060" y="461293"/>
                  </a:lnTo>
                  <a:lnTo>
                    <a:pt x="329505" y="458100"/>
                  </a:lnTo>
                  <a:lnTo>
                    <a:pt x="321951" y="456207"/>
                  </a:lnTo>
                  <a:lnTo>
                    <a:pt x="319610" y="455617"/>
                  </a:lnTo>
                  <a:lnTo>
                    <a:pt x="295807" y="449562"/>
                  </a:lnTo>
                  <a:lnTo>
                    <a:pt x="277955" y="445265"/>
                  </a:lnTo>
                  <a:lnTo>
                    <a:pt x="266083" y="442256"/>
                  </a:lnTo>
                  <a:lnTo>
                    <a:pt x="245288" y="437000"/>
                  </a:lnTo>
                  <a:lnTo>
                    <a:pt x="232867" y="433782"/>
                  </a:lnTo>
                  <a:lnTo>
                    <a:pt x="220678" y="430602"/>
                  </a:lnTo>
                  <a:lnTo>
                    <a:pt x="210601" y="427949"/>
                  </a:lnTo>
                  <a:lnTo>
                    <a:pt x="196702" y="423831"/>
                  </a:lnTo>
                  <a:lnTo>
                    <a:pt x="184482" y="420578"/>
                  </a:lnTo>
                  <a:lnTo>
                    <a:pt x="183971" y="420429"/>
                  </a:lnTo>
                  <a:lnTo>
                    <a:pt x="169304" y="416124"/>
                  </a:lnTo>
                  <a:lnTo>
                    <a:pt x="158289" y="412829"/>
                  </a:lnTo>
                  <a:lnTo>
                    <a:pt x="141870" y="407997"/>
                  </a:lnTo>
                  <a:lnTo>
                    <a:pt x="129798" y="404406"/>
                  </a:lnTo>
                  <a:lnTo>
                    <a:pt x="116188" y="400468"/>
                  </a:lnTo>
                  <a:lnTo>
                    <a:pt x="96831" y="395312"/>
                  </a:lnTo>
                  <a:lnTo>
                    <a:pt x="81036" y="390802"/>
                  </a:lnTo>
                  <a:lnTo>
                    <a:pt x="74718" y="388350"/>
                  </a:lnTo>
                  <a:lnTo>
                    <a:pt x="69149" y="387114"/>
                  </a:lnTo>
                  <a:lnTo>
                    <a:pt x="61517" y="385410"/>
                  </a:lnTo>
                  <a:lnTo>
                    <a:pt x="55983" y="383517"/>
                  </a:lnTo>
                  <a:lnTo>
                    <a:pt x="50510" y="382114"/>
                  </a:lnTo>
                  <a:lnTo>
                    <a:pt x="41565" y="379809"/>
                  </a:lnTo>
                  <a:lnTo>
                    <a:pt x="31000" y="376560"/>
                  </a:lnTo>
                  <a:lnTo>
                    <a:pt x="19541" y="373008"/>
                  </a:lnTo>
                  <a:lnTo>
                    <a:pt x="6139" y="368654"/>
                  </a:lnTo>
                  <a:lnTo>
                    <a:pt x="3601" y="363338"/>
                  </a:lnTo>
                  <a:lnTo>
                    <a:pt x="1384" y="360502"/>
                  </a:lnTo>
                  <a:lnTo>
                    <a:pt x="624" y="354307"/>
                  </a:lnTo>
                  <a:lnTo>
                    <a:pt x="1352" y="349631"/>
                  </a:lnTo>
                  <a:lnTo>
                    <a:pt x="1127" y="345094"/>
                  </a:lnTo>
                  <a:lnTo>
                    <a:pt x="0" y="342491"/>
                  </a:lnTo>
                  <a:lnTo>
                    <a:pt x="1520" y="337490"/>
                  </a:lnTo>
                  <a:lnTo>
                    <a:pt x="1734" y="333279"/>
                  </a:lnTo>
                  <a:lnTo>
                    <a:pt x="3451" y="325317"/>
                  </a:lnTo>
                  <a:lnTo>
                    <a:pt x="8361" y="317250"/>
                  </a:lnTo>
                  <a:lnTo>
                    <a:pt x="9760" y="312143"/>
                  </a:lnTo>
                  <a:lnTo>
                    <a:pt x="10582" y="306584"/>
                  </a:lnTo>
                  <a:lnTo>
                    <a:pt x="8677" y="304265"/>
                  </a:lnTo>
                  <a:lnTo>
                    <a:pt x="9197" y="303070"/>
                  </a:lnTo>
                  <a:lnTo>
                    <a:pt x="6496" y="29790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879316" y="3047127"/>
              <a:ext cx="396866" cy="278116"/>
            </a:xfrm>
            <a:custGeom>
              <a:avLst/>
              <a:pathLst>
                <a:path w="396866" h="278116">
                  <a:moveTo>
                    <a:pt x="20850" y="178857"/>
                  </a:moveTo>
                  <a:lnTo>
                    <a:pt x="16657" y="160557"/>
                  </a:lnTo>
                  <a:lnTo>
                    <a:pt x="16501" y="159876"/>
                  </a:lnTo>
                  <a:lnTo>
                    <a:pt x="14590" y="151554"/>
                  </a:lnTo>
                  <a:lnTo>
                    <a:pt x="9577" y="130079"/>
                  </a:lnTo>
                  <a:lnTo>
                    <a:pt x="9376" y="129222"/>
                  </a:lnTo>
                  <a:lnTo>
                    <a:pt x="6036" y="114957"/>
                  </a:lnTo>
                  <a:lnTo>
                    <a:pt x="2512" y="99907"/>
                  </a:lnTo>
                  <a:lnTo>
                    <a:pt x="0" y="89196"/>
                  </a:lnTo>
                  <a:lnTo>
                    <a:pt x="10446" y="81432"/>
                  </a:lnTo>
                  <a:lnTo>
                    <a:pt x="19632" y="72184"/>
                  </a:lnTo>
                  <a:lnTo>
                    <a:pt x="20018" y="68969"/>
                  </a:lnTo>
                  <a:lnTo>
                    <a:pt x="22462" y="66296"/>
                  </a:lnTo>
                  <a:lnTo>
                    <a:pt x="26824" y="66092"/>
                  </a:lnTo>
                  <a:lnTo>
                    <a:pt x="31802" y="60894"/>
                  </a:lnTo>
                  <a:lnTo>
                    <a:pt x="36062" y="57335"/>
                  </a:lnTo>
                  <a:lnTo>
                    <a:pt x="40393" y="53180"/>
                  </a:lnTo>
                  <a:lnTo>
                    <a:pt x="43219" y="64765"/>
                  </a:lnTo>
                  <a:lnTo>
                    <a:pt x="45973" y="75819"/>
                  </a:lnTo>
                  <a:lnTo>
                    <a:pt x="55171" y="73490"/>
                  </a:lnTo>
                  <a:lnTo>
                    <a:pt x="63624" y="71333"/>
                  </a:lnTo>
                  <a:lnTo>
                    <a:pt x="88689" y="64721"/>
                  </a:lnTo>
                  <a:lnTo>
                    <a:pt x="93451" y="63449"/>
                  </a:lnTo>
                  <a:lnTo>
                    <a:pt x="97355" y="62396"/>
                  </a:lnTo>
                  <a:lnTo>
                    <a:pt x="116950" y="57063"/>
                  </a:lnTo>
                  <a:lnTo>
                    <a:pt x="134503" y="52347"/>
                  </a:lnTo>
                  <a:lnTo>
                    <a:pt x="136749" y="51738"/>
                  </a:lnTo>
                  <a:lnTo>
                    <a:pt x="140683" y="50643"/>
                  </a:lnTo>
                  <a:lnTo>
                    <a:pt x="151310" y="47666"/>
                  </a:lnTo>
                  <a:lnTo>
                    <a:pt x="163407" y="44359"/>
                  </a:lnTo>
                  <a:lnTo>
                    <a:pt x="168378" y="42937"/>
                  </a:lnTo>
                  <a:lnTo>
                    <a:pt x="176845" y="40502"/>
                  </a:lnTo>
                  <a:lnTo>
                    <a:pt x="213240" y="29849"/>
                  </a:lnTo>
                  <a:lnTo>
                    <a:pt x="215768" y="29114"/>
                  </a:lnTo>
                  <a:lnTo>
                    <a:pt x="218116" y="28430"/>
                  </a:lnTo>
                  <a:lnTo>
                    <a:pt x="240404" y="21875"/>
                  </a:lnTo>
                  <a:lnTo>
                    <a:pt x="246191" y="20251"/>
                  </a:lnTo>
                  <a:lnTo>
                    <a:pt x="265256" y="14489"/>
                  </a:lnTo>
                  <a:lnTo>
                    <a:pt x="267643" y="13762"/>
                  </a:lnTo>
                  <a:lnTo>
                    <a:pt x="281781" y="9425"/>
                  </a:lnTo>
                  <a:lnTo>
                    <a:pt x="305031" y="2134"/>
                  </a:lnTo>
                  <a:lnTo>
                    <a:pt x="305390" y="2021"/>
                  </a:lnTo>
                  <a:lnTo>
                    <a:pt x="312559" y="280"/>
                  </a:lnTo>
                  <a:lnTo>
                    <a:pt x="313709" y="0"/>
                  </a:lnTo>
                  <a:lnTo>
                    <a:pt x="317803" y="2839"/>
                  </a:lnTo>
                  <a:lnTo>
                    <a:pt x="321068" y="7416"/>
                  </a:lnTo>
                  <a:lnTo>
                    <a:pt x="326001" y="7901"/>
                  </a:lnTo>
                  <a:lnTo>
                    <a:pt x="329014" y="8093"/>
                  </a:lnTo>
                  <a:lnTo>
                    <a:pt x="331155" y="8229"/>
                  </a:lnTo>
                  <a:lnTo>
                    <a:pt x="334457" y="10664"/>
                  </a:lnTo>
                  <a:lnTo>
                    <a:pt x="336959" y="14363"/>
                  </a:lnTo>
                  <a:lnTo>
                    <a:pt x="339974" y="23428"/>
                  </a:lnTo>
                  <a:lnTo>
                    <a:pt x="341111" y="26516"/>
                  </a:lnTo>
                  <a:lnTo>
                    <a:pt x="341967" y="28841"/>
                  </a:lnTo>
                  <a:lnTo>
                    <a:pt x="347634" y="34152"/>
                  </a:lnTo>
                  <a:lnTo>
                    <a:pt x="354220" y="35767"/>
                  </a:lnTo>
                  <a:lnTo>
                    <a:pt x="360303" y="35986"/>
                  </a:lnTo>
                  <a:lnTo>
                    <a:pt x="363005" y="35444"/>
                  </a:lnTo>
                  <a:lnTo>
                    <a:pt x="364341" y="35176"/>
                  </a:lnTo>
                  <a:lnTo>
                    <a:pt x="368478" y="40042"/>
                  </a:lnTo>
                  <a:lnTo>
                    <a:pt x="364959" y="42733"/>
                  </a:lnTo>
                  <a:lnTo>
                    <a:pt x="362721" y="47462"/>
                  </a:lnTo>
                  <a:lnTo>
                    <a:pt x="361306" y="54118"/>
                  </a:lnTo>
                  <a:lnTo>
                    <a:pt x="361152" y="56227"/>
                  </a:lnTo>
                  <a:lnTo>
                    <a:pt x="360814" y="60812"/>
                  </a:lnTo>
                  <a:lnTo>
                    <a:pt x="357414" y="66001"/>
                  </a:lnTo>
                  <a:lnTo>
                    <a:pt x="357331" y="66427"/>
                  </a:lnTo>
                  <a:lnTo>
                    <a:pt x="357087" y="67681"/>
                  </a:lnTo>
                  <a:lnTo>
                    <a:pt x="356486" y="70755"/>
                  </a:lnTo>
                  <a:lnTo>
                    <a:pt x="354183" y="75347"/>
                  </a:lnTo>
                  <a:lnTo>
                    <a:pt x="351326" y="79736"/>
                  </a:lnTo>
                  <a:lnTo>
                    <a:pt x="352292" y="80775"/>
                  </a:lnTo>
                  <a:lnTo>
                    <a:pt x="354800" y="83475"/>
                  </a:lnTo>
                  <a:lnTo>
                    <a:pt x="357780" y="86239"/>
                  </a:lnTo>
                  <a:lnTo>
                    <a:pt x="357124" y="89751"/>
                  </a:lnTo>
                  <a:lnTo>
                    <a:pt x="357486" y="94895"/>
                  </a:lnTo>
                  <a:lnTo>
                    <a:pt x="353934" y="98453"/>
                  </a:lnTo>
                  <a:lnTo>
                    <a:pt x="354195" y="102744"/>
                  </a:lnTo>
                  <a:lnTo>
                    <a:pt x="356200" y="109158"/>
                  </a:lnTo>
                  <a:lnTo>
                    <a:pt x="357020" y="111515"/>
                  </a:lnTo>
                  <a:lnTo>
                    <a:pt x="357486" y="112855"/>
                  </a:lnTo>
                  <a:lnTo>
                    <a:pt x="358144" y="114746"/>
                  </a:lnTo>
                  <a:lnTo>
                    <a:pt x="361052" y="113253"/>
                  </a:lnTo>
                  <a:lnTo>
                    <a:pt x="365295" y="114390"/>
                  </a:lnTo>
                  <a:lnTo>
                    <a:pt x="367937" y="119606"/>
                  </a:lnTo>
                  <a:lnTo>
                    <a:pt x="368069" y="121937"/>
                  </a:lnTo>
                  <a:lnTo>
                    <a:pt x="369917" y="124889"/>
                  </a:lnTo>
                  <a:lnTo>
                    <a:pt x="372151" y="125320"/>
                  </a:lnTo>
                  <a:lnTo>
                    <a:pt x="375629" y="124546"/>
                  </a:lnTo>
                  <a:lnTo>
                    <a:pt x="378124" y="127594"/>
                  </a:lnTo>
                  <a:lnTo>
                    <a:pt x="379654" y="128688"/>
                  </a:lnTo>
                  <a:lnTo>
                    <a:pt x="381776" y="130204"/>
                  </a:lnTo>
                  <a:lnTo>
                    <a:pt x="385595" y="132441"/>
                  </a:lnTo>
                  <a:lnTo>
                    <a:pt x="388487" y="134766"/>
                  </a:lnTo>
                  <a:lnTo>
                    <a:pt x="393435" y="137036"/>
                  </a:lnTo>
                  <a:lnTo>
                    <a:pt x="394527" y="137954"/>
                  </a:lnTo>
                  <a:lnTo>
                    <a:pt x="396866" y="140102"/>
                  </a:lnTo>
                  <a:lnTo>
                    <a:pt x="394615" y="142978"/>
                  </a:lnTo>
                  <a:lnTo>
                    <a:pt x="391268" y="144527"/>
                  </a:lnTo>
                  <a:lnTo>
                    <a:pt x="389960" y="148722"/>
                  </a:lnTo>
                  <a:lnTo>
                    <a:pt x="386080" y="151211"/>
                  </a:lnTo>
                  <a:lnTo>
                    <a:pt x="384093" y="153843"/>
                  </a:lnTo>
                  <a:lnTo>
                    <a:pt x="383281" y="154918"/>
                  </a:lnTo>
                  <a:lnTo>
                    <a:pt x="380019" y="160078"/>
                  </a:lnTo>
                  <a:lnTo>
                    <a:pt x="377045" y="163400"/>
                  </a:lnTo>
                  <a:lnTo>
                    <a:pt x="376469" y="165237"/>
                  </a:lnTo>
                  <a:lnTo>
                    <a:pt x="376572" y="165548"/>
                  </a:lnTo>
                  <a:lnTo>
                    <a:pt x="377342" y="167872"/>
                  </a:lnTo>
                  <a:lnTo>
                    <a:pt x="377849" y="169404"/>
                  </a:lnTo>
                  <a:lnTo>
                    <a:pt x="377443" y="169723"/>
                  </a:lnTo>
                  <a:lnTo>
                    <a:pt x="375121" y="171548"/>
                  </a:lnTo>
                  <a:lnTo>
                    <a:pt x="373741" y="173393"/>
                  </a:lnTo>
                  <a:lnTo>
                    <a:pt x="373272" y="174020"/>
                  </a:lnTo>
                  <a:lnTo>
                    <a:pt x="371174" y="175237"/>
                  </a:lnTo>
                  <a:lnTo>
                    <a:pt x="369084" y="176449"/>
                  </a:lnTo>
                  <a:lnTo>
                    <a:pt x="366148" y="177613"/>
                  </a:lnTo>
                  <a:lnTo>
                    <a:pt x="362877" y="182374"/>
                  </a:lnTo>
                  <a:lnTo>
                    <a:pt x="362660" y="182691"/>
                  </a:lnTo>
                  <a:lnTo>
                    <a:pt x="357898" y="181711"/>
                  </a:lnTo>
                  <a:lnTo>
                    <a:pt x="352118" y="182603"/>
                  </a:lnTo>
                  <a:lnTo>
                    <a:pt x="351588" y="182927"/>
                  </a:lnTo>
                  <a:lnTo>
                    <a:pt x="350744" y="183442"/>
                  </a:lnTo>
                  <a:lnTo>
                    <a:pt x="346799" y="185849"/>
                  </a:lnTo>
                  <a:lnTo>
                    <a:pt x="344119" y="189298"/>
                  </a:lnTo>
                  <a:lnTo>
                    <a:pt x="342681" y="192836"/>
                  </a:lnTo>
                  <a:lnTo>
                    <a:pt x="342247" y="196195"/>
                  </a:lnTo>
                  <a:lnTo>
                    <a:pt x="341325" y="196478"/>
                  </a:lnTo>
                  <a:lnTo>
                    <a:pt x="319697" y="203093"/>
                  </a:lnTo>
                  <a:lnTo>
                    <a:pt x="313597" y="204939"/>
                  </a:lnTo>
                  <a:lnTo>
                    <a:pt x="313210" y="205056"/>
                  </a:lnTo>
                  <a:lnTo>
                    <a:pt x="302017" y="208412"/>
                  </a:lnTo>
                  <a:lnTo>
                    <a:pt x="292615" y="211208"/>
                  </a:lnTo>
                  <a:lnTo>
                    <a:pt x="284599" y="213575"/>
                  </a:lnTo>
                  <a:lnTo>
                    <a:pt x="283467" y="213909"/>
                  </a:lnTo>
                  <a:lnTo>
                    <a:pt x="279012" y="215246"/>
                  </a:lnTo>
                  <a:lnTo>
                    <a:pt x="266265" y="219046"/>
                  </a:lnTo>
                  <a:lnTo>
                    <a:pt x="265748" y="219196"/>
                  </a:lnTo>
                  <a:lnTo>
                    <a:pt x="252103" y="223115"/>
                  </a:lnTo>
                  <a:lnTo>
                    <a:pt x="250665" y="223526"/>
                  </a:lnTo>
                  <a:lnTo>
                    <a:pt x="236915" y="227444"/>
                  </a:lnTo>
                  <a:lnTo>
                    <a:pt x="236279" y="227624"/>
                  </a:lnTo>
                  <a:lnTo>
                    <a:pt x="217450" y="232802"/>
                  </a:lnTo>
                  <a:lnTo>
                    <a:pt x="198112" y="238080"/>
                  </a:lnTo>
                  <a:lnTo>
                    <a:pt x="196658" y="238478"/>
                  </a:lnTo>
                  <a:lnTo>
                    <a:pt x="181301" y="242654"/>
                  </a:lnTo>
                  <a:lnTo>
                    <a:pt x="178928" y="243294"/>
                  </a:lnTo>
                  <a:lnTo>
                    <a:pt x="157289" y="249068"/>
                  </a:lnTo>
                  <a:lnTo>
                    <a:pt x="151945" y="250493"/>
                  </a:lnTo>
                  <a:lnTo>
                    <a:pt x="144364" y="252503"/>
                  </a:lnTo>
                  <a:lnTo>
                    <a:pt x="136966" y="254453"/>
                  </a:lnTo>
                  <a:lnTo>
                    <a:pt x="115069" y="260270"/>
                  </a:lnTo>
                  <a:lnTo>
                    <a:pt x="109749" y="261668"/>
                  </a:lnTo>
                  <a:lnTo>
                    <a:pt x="91578" y="266315"/>
                  </a:lnTo>
                  <a:lnTo>
                    <a:pt x="81925" y="268716"/>
                  </a:lnTo>
                  <a:lnTo>
                    <a:pt x="71779" y="271218"/>
                  </a:lnTo>
                  <a:lnTo>
                    <a:pt x="49860" y="276622"/>
                  </a:lnTo>
                  <a:lnTo>
                    <a:pt x="43634" y="278116"/>
                  </a:lnTo>
                  <a:lnTo>
                    <a:pt x="39055" y="257943"/>
                  </a:lnTo>
                  <a:lnTo>
                    <a:pt x="38021" y="253402"/>
                  </a:lnTo>
                  <a:lnTo>
                    <a:pt x="35283" y="241403"/>
                  </a:lnTo>
                  <a:lnTo>
                    <a:pt x="31787" y="226123"/>
                  </a:lnTo>
                  <a:lnTo>
                    <a:pt x="30682" y="221304"/>
                  </a:lnTo>
                  <a:lnTo>
                    <a:pt x="29188" y="214794"/>
                  </a:lnTo>
                  <a:lnTo>
                    <a:pt x="26081" y="201274"/>
                  </a:lnTo>
                  <a:lnTo>
                    <a:pt x="21932" y="183487"/>
                  </a:lnTo>
                  <a:lnTo>
                    <a:pt x="20974" y="17938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64900" y="3900924"/>
              <a:ext cx="566411" cy="663799"/>
            </a:xfrm>
            <a:custGeom>
              <a:avLst/>
              <a:pathLst>
                <a:path w="566411" h="663799">
                  <a:moveTo>
                    <a:pt x="2867" y="456639"/>
                  </a:moveTo>
                  <a:lnTo>
                    <a:pt x="2382" y="453995"/>
                  </a:lnTo>
                  <a:lnTo>
                    <a:pt x="6882" y="451271"/>
                  </a:lnTo>
                  <a:lnTo>
                    <a:pt x="12060" y="444625"/>
                  </a:lnTo>
                  <a:lnTo>
                    <a:pt x="13674" y="442422"/>
                  </a:lnTo>
                  <a:lnTo>
                    <a:pt x="16969" y="443798"/>
                  </a:lnTo>
                  <a:lnTo>
                    <a:pt x="21707" y="443854"/>
                  </a:lnTo>
                  <a:lnTo>
                    <a:pt x="25830" y="443900"/>
                  </a:lnTo>
                  <a:lnTo>
                    <a:pt x="28988" y="441462"/>
                  </a:lnTo>
                  <a:lnTo>
                    <a:pt x="29872" y="440780"/>
                  </a:lnTo>
                  <a:lnTo>
                    <a:pt x="36481" y="435099"/>
                  </a:lnTo>
                  <a:lnTo>
                    <a:pt x="37911" y="429171"/>
                  </a:lnTo>
                  <a:lnTo>
                    <a:pt x="37055" y="426658"/>
                  </a:lnTo>
                  <a:lnTo>
                    <a:pt x="37416" y="421448"/>
                  </a:lnTo>
                  <a:lnTo>
                    <a:pt x="35569" y="415536"/>
                  </a:lnTo>
                  <a:lnTo>
                    <a:pt x="35041" y="415307"/>
                  </a:lnTo>
                  <a:lnTo>
                    <a:pt x="30099" y="413165"/>
                  </a:lnTo>
                  <a:lnTo>
                    <a:pt x="25281" y="412926"/>
                  </a:lnTo>
                  <a:lnTo>
                    <a:pt x="21610" y="411532"/>
                  </a:lnTo>
                  <a:lnTo>
                    <a:pt x="19564" y="403839"/>
                  </a:lnTo>
                  <a:lnTo>
                    <a:pt x="22833" y="398508"/>
                  </a:lnTo>
                  <a:lnTo>
                    <a:pt x="24102" y="391020"/>
                  </a:lnTo>
                  <a:lnTo>
                    <a:pt x="24836" y="388393"/>
                  </a:lnTo>
                  <a:lnTo>
                    <a:pt x="21041" y="384190"/>
                  </a:lnTo>
                  <a:lnTo>
                    <a:pt x="22978" y="380679"/>
                  </a:lnTo>
                  <a:lnTo>
                    <a:pt x="23906" y="375045"/>
                  </a:lnTo>
                  <a:lnTo>
                    <a:pt x="22785" y="371751"/>
                  </a:lnTo>
                  <a:lnTo>
                    <a:pt x="27553" y="371143"/>
                  </a:lnTo>
                  <a:lnTo>
                    <a:pt x="31054" y="371272"/>
                  </a:lnTo>
                  <a:lnTo>
                    <a:pt x="31766" y="370217"/>
                  </a:lnTo>
                  <a:lnTo>
                    <a:pt x="35520" y="364650"/>
                  </a:lnTo>
                  <a:lnTo>
                    <a:pt x="42955" y="359232"/>
                  </a:lnTo>
                  <a:lnTo>
                    <a:pt x="43435" y="353387"/>
                  </a:lnTo>
                  <a:lnTo>
                    <a:pt x="44682" y="347619"/>
                  </a:lnTo>
                  <a:lnTo>
                    <a:pt x="46979" y="344592"/>
                  </a:lnTo>
                  <a:lnTo>
                    <a:pt x="48148" y="341947"/>
                  </a:lnTo>
                  <a:lnTo>
                    <a:pt x="48089" y="337437"/>
                  </a:lnTo>
                  <a:lnTo>
                    <a:pt x="47812" y="330055"/>
                  </a:lnTo>
                  <a:lnTo>
                    <a:pt x="49715" y="326408"/>
                  </a:lnTo>
                  <a:lnTo>
                    <a:pt x="50039" y="322502"/>
                  </a:lnTo>
                  <a:lnTo>
                    <a:pt x="48181" y="319144"/>
                  </a:lnTo>
                  <a:lnTo>
                    <a:pt x="50889" y="316479"/>
                  </a:lnTo>
                  <a:lnTo>
                    <a:pt x="56584" y="311612"/>
                  </a:lnTo>
                  <a:lnTo>
                    <a:pt x="58797" y="308546"/>
                  </a:lnTo>
                  <a:lnTo>
                    <a:pt x="59865" y="304773"/>
                  </a:lnTo>
                  <a:lnTo>
                    <a:pt x="60272" y="303333"/>
                  </a:lnTo>
                  <a:lnTo>
                    <a:pt x="62518" y="301677"/>
                  </a:lnTo>
                  <a:lnTo>
                    <a:pt x="67976" y="300117"/>
                  </a:lnTo>
                  <a:lnTo>
                    <a:pt x="73350" y="297521"/>
                  </a:lnTo>
                  <a:lnTo>
                    <a:pt x="79215" y="296320"/>
                  </a:lnTo>
                  <a:lnTo>
                    <a:pt x="84603" y="291457"/>
                  </a:lnTo>
                  <a:lnTo>
                    <a:pt x="88338" y="289958"/>
                  </a:lnTo>
                  <a:lnTo>
                    <a:pt x="88883" y="285303"/>
                  </a:lnTo>
                  <a:lnTo>
                    <a:pt x="88917" y="285005"/>
                  </a:lnTo>
                  <a:lnTo>
                    <a:pt x="86747" y="280384"/>
                  </a:lnTo>
                  <a:lnTo>
                    <a:pt x="79645" y="273038"/>
                  </a:lnTo>
                  <a:lnTo>
                    <a:pt x="74219" y="266802"/>
                  </a:lnTo>
                  <a:lnTo>
                    <a:pt x="70421" y="266113"/>
                  </a:lnTo>
                  <a:lnTo>
                    <a:pt x="71558" y="259099"/>
                  </a:lnTo>
                  <a:lnTo>
                    <a:pt x="68753" y="251619"/>
                  </a:lnTo>
                  <a:lnTo>
                    <a:pt x="66833" y="239240"/>
                  </a:lnTo>
                  <a:lnTo>
                    <a:pt x="65147" y="235279"/>
                  </a:lnTo>
                  <a:lnTo>
                    <a:pt x="59206" y="224379"/>
                  </a:lnTo>
                  <a:lnTo>
                    <a:pt x="55130" y="217382"/>
                  </a:lnTo>
                  <a:lnTo>
                    <a:pt x="56707" y="210005"/>
                  </a:lnTo>
                  <a:lnTo>
                    <a:pt x="57370" y="203704"/>
                  </a:lnTo>
                  <a:lnTo>
                    <a:pt x="59219" y="196759"/>
                  </a:lnTo>
                  <a:lnTo>
                    <a:pt x="60559" y="191194"/>
                  </a:lnTo>
                  <a:lnTo>
                    <a:pt x="62350" y="191572"/>
                  </a:lnTo>
                  <a:lnTo>
                    <a:pt x="64931" y="190095"/>
                  </a:lnTo>
                  <a:lnTo>
                    <a:pt x="65760" y="176748"/>
                  </a:lnTo>
                  <a:lnTo>
                    <a:pt x="64781" y="160518"/>
                  </a:lnTo>
                  <a:lnTo>
                    <a:pt x="62233" y="155703"/>
                  </a:lnTo>
                  <a:lnTo>
                    <a:pt x="63624" y="147761"/>
                  </a:lnTo>
                  <a:lnTo>
                    <a:pt x="65316" y="141126"/>
                  </a:lnTo>
                  <a:lnTo>
                    <a:pt x="65923" y="138744"/>
                  </a:lnTo>
                  <a:lnTo>
                    <a:pt x="63516" y="133884"/>
                  </a:lnTo>
                  <a:lnTo>
                    <a:pt x="64238" y="125027"/>
                  </a:lnTo>
                  <a:lnTo>
                    <a:pt x="65069" y="116339"/>
                  </a:lnTo>
                  <a:lnTo>
                    <a:pt x="68850" y="111492"/>
                  </a:lnTo>
                  <a:lnTo>
                    <a:pt x="66854" y="107132"/>
                  </a:lnTo>
                  <a:lnTo>
                    <a:pt x="64928" y="102187"/>
                  </a:lnTo>
                  <a:lnTo>
                    <a:pt x="65066" y="94996"/>
                  </a:lnTo>
                  <a:lnTo>
                    <a:pt x="65984" y="89044"/>
                  </a:lnTo>
                  <a:lnTo>
                    <a:pt x="66059" y="88555"/>
                  </a:lnTo>
                  <a:lnTo>
                    <a:pt x="67254" y="85071"/>
                  </a:lnTo>
                  <a:lnTo>
                    <a:pt x="73429" y="84749"/>
                  </a:lnTo>
                  <a:lnTo>
                    <a:pt x="77140" y="82820"/>
                  </a:lnTo>
                  <a:lnTo>
                    <a:pt x="82092" y="82535"/>
                  </a:lnTo>
                  <a:lnTo>
                    <a:pt x="87236" y="83509"/>
                  </a:lnTo>
                  <a:lnTo>
                    <a:pt x="88981" y="86168"/>
                  </a:lnTo>
                  <a:lnTo>
                    <a:pt x="92213" y="87058"/>
                  </a:lnTo>
                  <a:lnTo>
                    <a:pt x="95250" y="85474"/>
                  </a:lnTo>
                  <a:lnTo>
                    <a:pt x="99041" y="86421"/>
                  </a:lnTo>
                  <a:lnTo>
                    <a:pt x="101432" y="90666"/>
                  </a:lnTo>
                  <a:lnTo>
                    <a:pt x="102494" y="95751"/>
                  </a:lnTo>
                  <a:lnTo>
                    <a:pt x="105931" y="99332"/>
                  </a:lnTo>
                  <a:lnTo>
                    <a:pt x="110477" y="102306"/>
                  </a:lnTo>
                  <a:lnTo>
                    <a:pt x="115936" y="102262"/>
                  </a:lnTo>
                  <a:lnTo>
                    <a:pt x="117566" y="99420"/>
                  </a:lnTo>
                  <a:lnTo>
                    <a:pt x="121977" y="92699"/>
                  </a:lnTo>
                  <a:lnTo>
                    <a:pt x="127705" y="85772"/>
                  </a:lnTo>
                  <a:lnTo>
                    <a:pt x="128815" y="77801"/>
                  </a:lnTo>
                  <a:lnTo>
                    <a:pt x="129802" y="71783"/>
                  </a:lnTo>
                  <a:lnTo>
                    <a:pt x="134230" y="42152"/>
                  </a:lnTo>
                  <a:lnTo>
                    <a:pt x="138131" y="16725"/>
                  </a:lnTo>
                  <a:lnTo>
                    <a:pt x="140705" y="0"/>
                  </a:lnTo>
                  <a:lnTo>
                    <a:pt x="147863" y="1253"/>
                  </a:lnTo>
                  <a:lnTo>
                    <a:pt x="232524" y="15008"/>
                  </a:lnTo>
                  <a:lnTo>
                    <a:pt x="238231" y="15890"/>
                  </a:lnTo>
                  <a:lnTo>
                    <a:pt x="244144" y="16799"/>
                  </a:lnTo>
                  <a:lnTo>
                    <a:pt x="268284" y="20456"/>
                  </a:lnTo>
                  <a:lnTo>
                    <a:pt x="268838" y="20538"/>
                  </a:lnTo>
                  <a:lnTo>
                    <a:pt x="284200" y="22814"/>
                  </a:lnTo>
                  <a:lnTo>
                    <a:pt x="364510" y="34262"/>
                  </a:lnTo>
                  <a:lnTo>
                    <a:pt x="365118" y="34345"/>
                  </a:lnTo>
                  <a:lnTo>
                    <a:pt x="375963" y="35935"/>
                  </a:lnTo>
                  <a:lnTo>
                    <a:pt x="378309" y="36226"/>
                  </a:lnTo>
                  <a:lnTo>
                    <a:pt x="394018" y="38153"/>
                  </a:lnTo>
                  <a:lnTo>
                    <a:pt x="420927" y="41594"/>
                  </a:lnTo>
                  <a:lnTo>
                    <a:pt x="444767" y="45198"/>
                  </a:lnTo>
                  <a:lnTo>
                    <a:pt x="484810" y="50123"/>
                  </a:lnTo>
                  <a:lnTo>
                    <a:pt x="527959" y="55047"/>
                  </a:lnTo>
                  <a:lnTo>
                    <a:pt x="566411" y="59324"/>
                  </a:lnTo>
                  <a:lnTo>
                    <a:pt x="565061" y="72626"/>
                  </a:lnTo>
                  <a:lnTo>
                    <a:pt x="556985" y="153564"/>
                  </a:lnTo>
                  <a:lnTo>
                    <a:pt x="555766" y="165775"/>
                  </a:lnTo>
                  <a:lnTo>
                    <a:pt x="554458" y="178901"/>
                  </a:lnTo>
                  <a:lnTo>
                    <a:pt x="551645" y="207259"/>
                  </a:lnTo>
                  <a:lnTo>
                    <a:pt x="548979" y="234019"/>
                  </a:lnTo>
                  <a:lnTo>
                    <a:pt x="547056" y="254106"/>
                  </a:lnTo>
                  <a:lnTo>
                    <a:pt x="544858" y="277148"/>
                  </a:lnTo>
                  <a:lnTo>
                    <a:pt x="540899" y="317750"/>
                  </a:lnTo>
                  <a:lnTo>
                    <a:pt x="540308" y="323822"/>
                  </a:lnTo>
                  <a:lnTo>
                    <a:pt x="533653" y="392888"/>
                  </a:lnTo>
                  <a:lnTo>
                    <a:pt x="532643" y="403302"/>
                  </a:lnTo>
                  <a:lnTo>
                    <a:pt x="528851" y="442502"/>
                  </a:lnTo>
                  <a:lnTo>
                    <a:pt x="526828" y="463922"/>
                  </a:lnTo>
                  <a:lnTo>
                    <a:pt x="522505" y="509903"/>
                  </a:lnTo>
                  <a:lnTo>
                    <a:pt x="518955" y="547324"/>
                  </a:lnTo>
                  <a:lnTo>
                    <a:pt x="515497" y="583783"/>
                  </a:lnTo>
                  <a:lnTo>
                    <a:pt x="512577" y="614399"/>
                  </a:lnTo>
                  <a:lnTo>
                    <a:pt x="507948" y="663799"/>
                  </a:lnTo>
                  <a:lnTo>
                    <a:pt x="467141" y="659285"/>
                  </a:lnTo>
                  <a:lnTo>
                    <a:pt x="436383" y="655739"/>
                  </a:lnTo>
                  <a:lnTo>
                    <a:pt x="378593" y="648983"/>
                  </a:lnTo>
                  <a:lnTo>
                    <a:pt x="322236" y="641977"/>
                  </a:lnTo>
                  <a:lnTo>
                    <a:pt x="296649" y="628631"/>
                  </a:lnTo>
                  <a:lnTo>
                    <a:pt x="209729" y="582339"/>
                  </a:lnTo>
                  <a:lnTo>
                    <a:pt x="126125" y="537287"/>
                  </a:lnTo>
                  <a:lnTo>
                    <a:pt x="90396" y="517603"/>
                  </a:lnTo>
                  <a:lnTo>
                    <a:pt x="0" y="466952"/>
                  </a:lnTo>
                  <a:lnTo>
                    <a:pt x="651" y="463957"/>
                  </a:lnTo>
                  <a:lnTo>
                    <a:pt x="2533" y="461226"/>
                  </a:lnTo>
                  <a:lnTo>
                    <a:pt x="1099" y="4594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84517" y="2934558"/>
              <a:ext cx="4104" cy="5123"/>
            </a:xfrm>
            <a:custGeom>
              <a:avLst/>
              <a:pathLst>
                <a:path w="4104" h="5123">
                  <a:moveTo>
                    <a:pt x="0" y="4646"/>
                  </a:moveTo>
                  <a:lnTo>
                    <a:pt x="157" y="851"/>
                  </a:lnTo>
                  <a:lnTo>
                    <a:pt x="1704" y="0"/>
                  </a:lnTo>
                  <a:lnTo>
                    <a:pt x="3075" y="2708"/>
                  </a:lnTo>
                  <a:lnTo>
                    <a:pt x="4104" y="4030"/>
                  </a:lnTo>
                  <a:lnTo>
                    <a:pt x="1616" y="512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65228" y="2896168"/>
              <a:ext cx="31252" cy="39221"/>
            </a:xfrm>
            <a:custGeom>
              <a:avLst/>
              <a:pathLst>
                <a:path w="31252" h="39221">
                  <a:moveTo>
                    <a:pt x="9011" y="38703"/>
                  </a:moveTo>
                  <a:lnTo>
                    <a:pt x="9308" y="36817"/>
                  </a:lnTo>
                  <a:lnTo>
                    <a:pt x="8248" y="34136"/>
                  </a:lnTo>
                  <a:lnTo>
                    <a:pt x="9601" y="33398"/>
                  </a:lnTo>
                  <a:lnTo>
                    <a:pt x="8308" y="29174"/>
                  </a:lnTo>
                  <a:lnTo>
                    <a:pt x="6982" y="24850"/>
                  </a:lnTo>
                  <a:lnTo>
                    <a:pt x="4899" y="18843"/>
                  </a:lnTo>
                  <a:lnTo>
                    <a:pt x="3473" y="15048"/>
                  </a:lnTo>
                  <a:lnTo>
                    <a:pt x="0" y="5710"/>
                  </a:lnTo>
                  <a:lnTo>
                    <a:pt x="6397" y="3083"/>
                  </a:lnTo>
                  <a:lnTo>
                    <a:pt x="6915" y="2870"/>
                  </a:lnTo>
                  <a:lnTo>
                    <a:pt x="7966" y="2436"/>
                  </a:lnTo>
                  <a:lnTo>
                    <a:pt x="9999" y="1600"/>
                  </a:lnTo>
                  <a:lnTo>
                    <a:pt x="13876" y="0"/>
                  </a:lnTo>
                  <a:lnTo>
                    <a:pt x="14429" y="1577"/>
                  </a:lnTo>
                  <a:lnTo>
                    <a:pt x="14970" y="3118"/>
                  </a:lnTo>
                  <a:lnTo>
                    <a:pt x="15930" y="5879"/>
                  </a:lnTo>
                  <a:lnTo>
                    <a:pt x="17354" y="5336"/>
                  </a:lnTo>
                  <a:lnTo>
                    <a:pt x="18353" y="8212"/>
                  </a:lnTo>
                  <a:lnTo>
                    <a:pt x="19508" y="10394"/>
                  </a:lnTo>
                  <a:lnTo>
                    <a:pt x="20000" y="10493"/>
                  </a:lnTo>
                  <a:lnTo>
                    <a:pt x="22299" y="10953"/>
                  </a:lnTo>
                  <a:lnTo>
                    <a:pt x="25100" y="13184"/>
                  </a:lnTo>
                  <a:lnTo>
                    <a:pt x="25788" y="13731"/>
                  </a:lnTo>
                  <a:lnTo>
                    <a:pt x="28153" y="13635"/>
                  </a:lnTo>
                  <a:lnTo>
                    <a:pt x="28687" y="15484"/>
                  </a:lnTo>
                  <a:lnTo>
                    <a:pt x="28947" y="16384"/>
                  </a:lnTo>
                  <a:lnTo>
                    <a:pt x="31252" y="21084"/>
                  </a:lnTo>
                  <a:lnTo>
                    <a:pt x="30778" y="21877"/>
                  </a:lnTo>
                  <a:lnTo>
                    <a:pt x="29450" y="23855"/>
                  </a:lnTo>
                  <a:lnTo>
                    <a:pt x="27273" y="23434"/>
                  </a:lnTo>
                  <a:lnTo>
                    <a:pt x="25823" y="23633"/>
                  </a:lnTo>
                  <a:lnTo>
                    <a:pt x="25503" y="25679"/>
                  </a:lnTo>
                  <a:lnTo>
                    <a:pt x="24211" y="26194"/>
                  </a:lnTo>
                  <a:lnTo>
                    <a:pt x="22756" y="26218"/>
                  </a:lnTo>
                  <a:lnTo>
                    <a:pt x="21884" y="26784"/>
                  </a:lnTo>
                  <a:lnTo>
                    <a:pt x="21527" y="27016"/>
                  </a:lnTo>
                  <a:lnTo>
                    <a:pt x="21372" y="29516"/>
                  </a:lnTo>
                  <a:lnTo>
                    <a:pt x="21014" y="31565"/>
                  </a:lnTo>
                  <a:lnTo>
                    <a:pt x="18539" y="32398"/>
                  </a:lnTo>
                  <a:lnTo>
                    <a:pt x="16390" y="33849"/>
                  </a:lnTo>
                  <a:lnTo>
                    <a:pt x="14153" y="35936"/>
                  </a:lnTo>
                  <a:lnTo>
                    <a:pt x="11463" y="37516"/>
                  </a:lnTo>
                  <a:lnTo>
                    <a:pt x="9102" y="3922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706599" y="4012866"/>
              <a:ext cx="433174" cy="324074"/>
            </a:xfrm>
            <a:custGeom>
              <a:avLst/>
              <a:pathLst>
                <a:path w="433174" h="324074">
                  <a:moveTo>
                    <a:pt x="0" y="86945"/>
                  </a:moveTo>
                  <a:lnTo>
                    <a:pt x="2274" y="83105"/>
                  </a:lnTo>
                  <a:lnTo>
                    <a:pt x="1375" y="79997"/>
                  </a:lnTo>
                  <a:lnTo>
                    <a:pt x="4107" y="75805"/>
                  </a:lnTo>
                  <a:lnTo>
                    <a:pt x="6303" y="72035"/>
                  </a:lnTo>
                  <a:lnTo>
                    <a:pt x="10131" y="67853"/>
                  </a:lnTo>
                  <a:lnTo>
                    <a:pt x="14569" y="62550"/>
                  </a:lnTo>
                  <a:lnTo>
                    <a:pt x="15382" y="59068"/>
                  </a:lnTo>
                  <a:lnTo>
                    <a:pt x="15878" y="53994"/>
                  </a:lnTo>
                  <a:lnTo>
                    <a:pt x="23957" y="49473"/>
                  </a:lnTo>
                  <a:lnTo>
                    <a:pt x="32908" y="44447"/>
                  </a:lnTo>
                  <a:lnTo>
                    <a:pt x="42122" y="39298"/>
                  </a:lnTo>
                  <a:lnTo>
                    <a:pt x="44038" y="39312"/>
                  </a:lnTo>
                  <a:lnTo>
                    <a:pt x="45408" y="39322"/>
                  </a:lnTo>
                  <a:lnTo>
                    <a:pt x="49685" y="33455"/>
                  </a:lnTo>
                  <a:lnTo>
                    <a:pt x="58524" y="29196"/>
                  </a:lnTo>
                  <a:lnTo>
                    <a:pt x="62207" y="27417"/>
                  </a:lnTo>
                  <a:lnTo>
                    <a:pt x="68353" y="23725"/>
                  </a:lnTo>
                  <a:lnTo>
                    <a:pt x="71637" y="20280"/>
                  </a:lnTo>
                  <a:lnTo>
                    <a:pt x="76682" y="19617"/>
                  </a:lnTo>
                  <a:lnTo>
                    <a:pt x="80138" y="19161"/>
                  </a:lnTo>
                  <a:lnTo>
                    <a:pt x="81700" y="18954"/>
                  </a:lnTo>
                  <a:lnTo>
                    <a:pt x="88516" y="17677"/>
                  </a:lnTo>
                  <a:lnTo>
                    <a:pt x="97974" y="15893"/>
                  </a:lnTo>
                  <a:lnTo>
                    <a:pt x="103658" y="14815"/>
                  </a:lnTo>
                  <a:lnTo>
                    <a:pt x="109712" y="13771"/>
                  </a:lnTo>
                  <a:lnTo>
                    <a:pt x="117889" y="12353"/>
                  </a:lnTo>
                  <a:lnTo>
                    <a:pt x="127039" y="10755"/>
                  </a:lnTo>
                  <a:lnTo>
                    <a:pt x="150608" y="6582"/>
                  </a:lnTo>
                  <a:lnTo>
                    <a:pt x="161530" y="4756"/>
                  </a:lnTo>
                  <a:lnTo>
                    <a:pt x="164937" y="4183"/>
                  </a:lnTo>
                  <a:lnTo>
                    <a:pt x="189518" y="0"/>
                  </a:lnTo>
                  <a:lnTo>
                    <a:pt x="189620" y="249"/>
                  </a:lnTo>
                  <a:lnTo>
                    <a:pt x="190618" y="2686"/>
                  </a:lnTo>
                  <a:lnTo>
                    <a:pt x="189874" y="8291"/>
                  </a:lnTo>
                  <a:lnTo>
                    <a:pt x="191902" y="10961"/>
                  </a:lnTo>
                  <a:lnTo>
                    <a:pt x="199620" y="2273"/>
                  </a:lnTo>
                  <a:lnTo>
                    <a:pt x="202776" y="5098"/>
                  </a:lnTo>
                  <a:lnTo>
                    <a:pt x="209979" y="11538"/>
                  </a:lnTo>
                  <a:lnTo>
                    <a:pt x="216408" y="17274"/>
                  </a:lnTo>
                  <a:lnTo>
                    <a:pt x="217579" y="29329"/>
                  </a:lnTo>
                  <a:lnTo>
                    <a:pt x="237826" y="25281"/>
                  </a:lnTo>
                  <a:lnTo>
                    <a:pt x="258471" y="20798"/>
                  </a:lnTo>
                  <a:lnTo>
                    <a:pt x="279340" y="16202"/>
                  </a:lnTo>
                  <a:lnTo>
                    <a:pt x="292154" y="13287"/>
                  </a:lnTo>
                  <a:lnTo>
                    <a:pt x="292386" y="13234"/>
                  </a:lnTo>
                  <a:lnTo>
                    <a:pt x="312194" y="8679"/>
                  </a:lnTo>
                  <a:lnTo>
                    <a:pt x="313702" y="8330"/>
                  </a:lnTo>
                  <a:lnTo>
                    <a:pt x="335951" y="22118"/>
                  </a:lnTo>
                  <a:lnTo>
                    <a:pt x="337152" y="22860"/>
                  </a:lnTo>
                  <a:lnTo>
                    <a:pt x="346755" y="28778"/>
                  </a:lnTo>
                  <a:lnTo>
                    <a:pt x="373136" y="45823"/>
                  </a:lnTo>
                  <a:lnTo>
                    <a:pt x="377071" y="48353"/>
                  </a:lnTo>
                  <a:lnTo>
                    <a:pt x="404460" y="65510"/>
                  </a:lnTo>
                  <a:lnTo>
                    <a:pt x="421498" y="76170"/>
                  </a:lnTo>
                  <a:lnTo>
                    <a:pt x="425203" y="78481"/>
                  </a:lnTo>
                  <a:lnTo>
                    <a:pt x="433174" y="83546"/>
                  </a:lnTo>
                  <a:lnTo>
                    <a:pt x="422709" y="89989"/>
                  </a:lnTo>
                  <a:lnTo>
                    <a:pt x="415238" y="97364"/>
                  </a:lnTo>
                  <a:lnTo>
                    <a:pt x="408963" y="105944"/>
                  </a:lnTo>
                  <a:lnTo>
                    <a:pt x="404038" y="114498"/>
                  </a:lnTo>
                  <a:lnTo>
                    <a:pt x="400692" y="122789"/>
                  </a:lnTo>
                  <a:lnTo>
                    <a:pt x="398729" y="127639"/>
                  </a:lnTo>
                  <a:lnTo>
                    <a:pt x="395043" y="134076"/>
                  </a:lnTo>
                  <a:lnTo>
                    <a:pt x="392500" y="143549"/>
                  </a:lnTo>
                  <a:lnTo>
                    <a:pt x="391947" y="152164"/>
                  </a:lnTo>
                  <a:lnTo>
                    <a:pt x="392430" y="161917"/>
                  </a:lnTo>
                  <a:lnTo>
                    <a:pt x="393863" y="165025"/>
                  </a:lnTo>
                  <a:lnTo>
                    <a:pt x="391301" y="171310"/>
                  </a:lnTo>
                  <a:lnTo>
                    <a:pt x="386988" y="176319"/>
                  </a:lnTo>
                  <a:lnTo>
                    <a:pt x="385738" y="177769"/>
                  </a:lnTo>
                  <a:lnTo>
                    <a:pt x="382859" y="180677"/>
                  </a:lnTo>
                  <a:lnTo>
                    <a:pt x="382948" y="185036"/>
                  </a:lnTo>
                  <a:lnTo>
                    <a:pt x="382147" y="190060"/>
                  </a:lnTo>
                  <a:lnTo>
                    <a:pt x="376428" y="190556"/>
                  </a:lnTo>
                  <a:lnTo>
                    <a:pt x="371512" y="193303"/>
                  </a:lnTo>
                  <a:lnTo>
                    <a:pt x="367348" y="190571"/>
                  </a:lnTo>
                  <a:lnTo>
                    <a:pt x="362925" y="194856"/>
                  </a:lnTo>
                  <a:lnTo>
                    <a:pt x="361439" y="198997"/>
                  </a:lnTo>
                  <a:lnTo>
                    <a:pt x="365679" y="202979"/>
                  </a:lnTo>
                  <a:lnTo>
                    <a:pt x="363570" y="206649"/>
                  </a:lnTo>
                  <a:lnTo>
                    <a:pt x="356450" y="213668"/>
                  </a:lnTo>
                  <a:lnTo>
                    <a:pt x="354713" y="218991"/>
                  </a:lnTo>
                  <a:lnTo>
                    <a:pt x="347565" y="225108"/>
                  </a:lnTo>
                  <a:lnTo>
                    <a:pt x="343879" y="229477"/>
                  </a:lnTo>
                  <a:lnTo>
                    <a:pt x="343541" y="235119"/>
                  </a:lnTo>
                  <a:lnTo>
                    <a:pt x="337210" y="241574"/>
                  </a:lnTo>
                  <a:lnTo>
                    <a:pt x="335119" y="245806"/>
                  </a:lnTo>
                  <a:lnTo>
                    <a:pt x="328488" y="247684"/>
                  </a:lnTo>
                  <a:lnTo>
                    <a:pt x="322768" y="251789"/>
                  </a:lnTo>
                  <a:lnTo>
                    <a:pt x="319795" y="255982"/>
                  </a:lnTo>
                  <a:lnTo>
                    <a:pt x="315195" y="258808"/>
                  </a:lnTo>
                  <a:lnTo>
                    <a:pt x="314765" y="259267"/>
                  </a:lnTo>
                  <a:lnTo>
                    <a:pt x="308240" y="266220"/>
                  </a:lnTo>
                  <a:lnTo>
                    <a:pt x="301792" y="268573"/>
                  </a:lnTo>
                  <a:lnTo>
                    <a:pt x="296683" y="267121"/>
                  </a:lnTo>
                  <a:lnTo>
                    <a:pt x="296360" y="268511"/>
                  </a:lnTo>
                  <a:lnTo>
                    <a:pt x="295754" y="271114"/>
                  </a:lnTo>
                  <a:lnTo>
                    <a:pt x="299225" y="275875"/>
                  </a:lnTo>
                  <a:lnTo>
                    <a:pt x="302018" y="279076"/>
                  </a:lnTo>
                  <a:lnTo>
                    <a:pt x="301219" y="284622"/>
                  </a:lnTo>
                  <a:lnTo>
                    <a:pt x="294631" y="290500"/>
                  </a:lnTo>
                  <a:lnTo>
                    <a:pt x="289891" y="293087"/>
                  </a:lnTo>
                  <a:lnTo>
                    <a:pt x="285241" y="292196"/>
                  </a:lnTo>
                  <a:lnTo>
                    <a:pt x="278361" y="290039"/>
                  </a:lnTo>
                  <a:lnTo>
                    <a:pt x="274517" y="294557"/>
                  </a:lnTo>
                  <a:lnTo>
                    <a:pt x="278532" y="296585"/>
                  </a:lnTo>
                  <a:lnTo>
                    <a:pt x="284666" y="300538"/>
                  </a:lnTo>
                  <a:lnTo>
                    <a:pt x="281231" y="307524"/>
                  </a:lnTo>
                  <a:lnTo>
                    <a:pt x="274241" y="314701"/>
                  </a:lnTo>
                  <a:lnTo>
                    <a:pt x="270362" y="316708"/>
                  </a:lnTo>
                  <a:lnTo>
                    <a:pt x="270032" y="319099"/>
                  </a:lnTo>
                  <a:lnTo>
                    <a:pt x="269343" y="324074"/>
                  </a:lnTo>
                  <a:lnTo>
                    <a:pt x="263749" y="322804"/>
                  </a:lnTo>
                  <a:lnTo>
                    <a:pt x="257226" y="319536"/>
                  </a:lnTo>
                  <a:lnTo>
                    <a:pt x="254779" y="321923"/>
                  </a:lnTo>
                  <a:lnTo>
                    <a:pt x="247538" y="320412"/>
                  </a:lnTo>
                  <a:lnTo>
                    <a:pt x="245689" y="313817"/>
                  </a:lnTo>
                  <a:lnTo>
                    <a:pt x="242162" y="309127"/>
                  </a:lnTo>
                  <a:lnTo>
                    <a:pt x="241421" y="308141"/>
                  </a:lnTo>
                  <a:lnTo>
                    <a:pt x="242880" y="303576"/>
                  </a:lnTo>
                  <a:lnTo>
                    <a:pt x="241233" y="297531"/>
                  </a:lnTo>
                  <a:lnTo>
                    <a:pt x="236629" y="293074"/>
                  </a:lnTo>
                  <a:lnTo>
                    <a:pt x="234187" y="290709"/>
                  </a:lnTo>
                  <a:lnTo>
                    <a:pt x="233093" y="285076"/>
                  </a:lnTo>
                  <a:lnTo>
                    <a:pt x="224404" y="278358"/>
                  </a:lnTo>
                  <a:lnTo>
                    <a:pt x="223523" y="278232"/>
                  </a:lnTo>
                  <a:lnTo>
                    <a:pt x="219310" y="277628"/>
                  </a:lnTo>
                  <a:lnTo>
                    <a:pt x="213413" y="274808"/>
                  </a:lnTo>
                  <a:lnTo>
                    <a:pt x="212379" y="274313"/>
                  </a:lnTo>
                  <a:lnTo>
                    <a:pt x="211689" y="269214"/>
                  </a:lnTo>
                  <a:lnTo>
                    <a:pt x="208280" y="260589"/>
                  </a:lnTo>
                  <a:lnTo>
                    <a:pt x="208135" y="260054"/>
                  </a:lnTo>
                  <a:lnTo>
                    <a:pt x="205695" y="251061"/>
                  </a:lnTo>
                  <a:lnTo>
                    <a:pt x="200516" y="244912"/>
                  </a:lnTo>
                  <a:lnTo>
                    <a:pt x="196462" y="240779"/>
                  </a:lnTo>
                  <a:lnTo>
                    <a:pt x="194786" y="233322"/>
                  </a:lnTo>
                  <a:lnTo>
                    <a:pt x="190511" y="231060"/>
                  </a:lnTo>
                  <a:lnTo>
                    <a:pt x="184633" y="227944"/>
                  </a:lnTo>
                  <a:lnTo>
                    <a:pt x="183285" y="227732"/>
                  </a:lnTo>
                  <a:lnTo>
                    <a:pt x="179282" y="227100"/>
                  </a:lnTo>
                  <a:lnTo>
                    <a:pt x="169828" y="223873"/>
                  </a:lnTo>
                  <a:lnTo>
                    <a:pt x="168258" y="219206"/>
                  </a:lnTo>
                  <a:lnTo>
                    <a:pt x="168039" y="218555"/>
                  </a:lnTo>
                  <a:lnTo>
                    <a:pt x="160003" y="216136"/>
                  </a:lnTo>
                  <a:lnTo>
                    <a:pt x="159895" y="215557"/>
                  </a:lnTo>
                  <a:lnTo>
                    <a:pt x="158787" y="209597"/>
                  </a:lnTo>
                  <a:lnTo>
                    <a:pt x="150414" y="207070"/>
                  </a:lnTo>
                  <a:lnTo>
                    <a:pt x="150166" y="199759"/>
                  </a:lnTo>
                  <a:lnTo>
                    <a:pt x="148573" y="194387"/>
                  </a:lnTo>
                  <a:lnTo>
                    <a:pt x="142304" y="192318"/>
                  </a:lnTo>
                  <a:lnTo>
                    <a:pt x="139366" y="189135"/>
                  </a:lnTo>
                  <a:lnTo>
                    <a:pt x="138032" y="187688"/>
                  </a:lnTo>
                  <a:lnTo>
                    <a:pt x="130213" y="183820"/>
                  </a:lnTo>
                  <a:lnTo>
                    <a:pt x="129435" y="183739"/>
                  </a:lnTo>
                  <a:lnTo>
                    <a:pt x="125059" y="183283"/>
                  </a:lnTo>
                  <a:lnTo>
                    <a:pt x="120825" y="179047"/>
                  </a:lnTo>
                  <a:lnTo>
                    <a:pt x="118814" y="176176"/>
                  </a:lnTo>
                  <a:lnTo>
                    <a:pt x="115940" y="172069"/>
                  </a:lnTo>
                  <a:lnTo>
                    <a:pt x="106738" y="164268"/>
                  </a:lnTo>
                  <a:lnTo>
                    <a:pt x="96527" y="161285"/>
                  </a:lnTo>
                  <a:lnTo>
                    <a:pt x="88038" y="155423"/>
                  </a:lnTo>
                  <a:lnTo>
                    <a:pt x="84058" y="155341"/>
                  </a:lnTo>
                  <a:lnTo>
                    <a:pt x="83303" y="154274"/>
                  </a:lnTo>
                  <a:lnTo>
                    <a:pt x="79769" y="149274"/>
                  </a:lnTo>
                  <a:lnTo>
                    <a:pt x="79405" y="148858"/>
                  </a:lnTo>
                  <a:lnTo>
                    <a:pt x="73931" y="142585"/>
                  </a:lnTo>
                  <a:lnTo>
                    <a:pt x="66329" y="136856"/>
                  </a:lnTo>
                  <a:lnTo>
                    <a:pt x="63232" y="130138"/>
                  </a:lnTo>
                  <a:lnTo>
                    <a:pt x="61880" y="127203"/>
                  </a:lnTo>
                  <a:lnTo>
                    <a:pt x="58465" y="123152"/>
                  </a:lnTo>
                  <a:lnTo>
                    <a:pt x="57811" y="122376"/>
                  </a:lnTo>
                  <a:lnTo>
                    <a:pt x="52870" y="116599"/>
                  </a:lnTo>
                  <a:lnTo>
                    <a:pt x="50469" y="112622"/>
                  </a:lnTo>
                  <a:lnTo>
                    <a:pt x="46325" y="105630"/>
                  </a:lnTo>
                  <a:lnTo>
                    <a:pt x="41636" y="105470"/>
                  </a:lnTo>
                  <a:lnTo>
                    <a:pt x="36133" y="107565"/>
                  </a:lnTo>
                  <a:lnTo>
                    <a:pt x="35823" y="107683"/>
                  </a:lnTo>
                  <a:lnTo>
                    <a:pt x="30824" y="106434"/>
                  </a:lnTo>
                  <a:lnTo>
                    <a:pt x="30592" y="106285"/>
                  </a:lnTo>
                  <a:lnTo>
                    <a:pt x="25891" y="103256"/>
                  </a:lnTo>
                  <a:lnTo>
                    <a:pt x="25258" y="102739"/>
                  </a:lnTo>
                  <a:lnTo>
                    <a:pt x="19820" y="98295"/>
                  </a:lnTo>
                  <a:lnTo>
                    <a:pt x="13633" y="97171"/>
                  </a:lnTo>
                  <a:lnTo>
                    <a:pt x="8085" y="94476"/>
                  </a:lnTo>
                  <a:lnTo>
                    <a:pt x="2138" y="91613"/>
                  </a:lnTo>
                  <a:lnTo>
                    <a:pt x="1939" y="91180"/>
                  </a:lnTo>
                  <a:lnTo>
                    <a:pt x="533" y="88110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735250" y="2909681"/>
              <a:ext cx="436729" cy="272016"/>
            </a:xfrm>
            <a:custGeom>
              <a:avLst/>
              <a:pathLst>
                <a:path w="436729" h="272016">
                  <a:moveTo>
                    <a:pt x="7455" y="74034"/>
                  </a:moveTo>
                  <a:lnTo>
                    <a:pt x="8485" y="74000"/>
                  </a:lnTo>
                  <a:lnTo>
                    <a:pt x="8932" y="64115"/>
                  </a:lnTo>
                  <a:lnTo>
                    <a:pt x="9266" y="57246"/>
                  </a:lnTo>
                  <a:lnTo>
                    <a:pt x="9736" y="47629"/>
                  </a:lnTo>
                  <a:lnTo>
                    <a:pt x="10266" y="35526"/>
                  </a:lnTo>
                  <a:lnTo>
                    <a:pt x="10520" y="30280"/>
                  </a:lnTo>
                  <a:lnTo>
                    <a:pt x="11240" y="15269"/>
                  </a:lnTo>
                  <a:lnTo>
                    <a:pt x="11628" y="6302"/>
                  </a:lnTo>
                  <a:lnTo>
                    <a:pt x="11677" y="4952"/>
                  </a:lnTo>
                  <a:lnTo>
                    <a:pt x="11856" y="0"/>
                  </a:lnTo>
                  <a:lnTo>
                    <a:pt x="32746" y="1004"/>
                  </a:lnTo>
                  <a:lnTo>
                    <a:pt x="45019" y="1540"/>
                  </a:lnTo>
                  <a:lnTo>
                    <a:pt x="56779" y="2032"/>
                  </a:lnTo>
                  <a:lnTo>
                    <a:pt x="68903" y="2506"/>
                  </a:lnTo>
                  <a:lnTo>
                    <a:pt x="71793" y="2614"/>
                  </a:lnTo>
                  <a:lnTo>
                    <a:pt x="75152" y="2737"/>
                  </a:lnTo>
                  <a:lnTo>
                    <a:pt x="84684" y="3067"/>
                  </a:lnTo>
                  <a:lnTo>
                    <a:pt x="93050" y="3344"/>
                  </a:lnTo>
                  <a:lnTo>
                    <a:pt x="105155" y="3727"/>
                  </a:lnTo>
                  <a:lnTo>
                    <a:pt x="118238" y="4101"/>
                  </a:lnTo>
                  <a:lnTo>
                    <a:pt x="123067" y="4228"/>
                  </a:lnTo>
                  <a:lnTo>
                    <a:pt x="134165" y="4500"/>
                  </a:lnTo>
                  <a:lnTo>
                    <a:pt x="147069" y="4791"/>
                  </a:lnTo>
                  <a:lnTo>
                    <a:pt x="157509" y="4981"/>
                  </a:lnTo>
                  <a:lnTo>
                    <a:pt x="171564" y="5205"/>
                  </a:lnTo>
                  <a:lnTo>
                    <a:pt x="190310" y="5439"/>
                  </a:lnTo>
                  <a:lnTo>
                    <a:pt x="203924" y="5555"/>
                  </a:lnTo>
                  <a:lnTo>
                    <a:pt x="204601" y="5561"/>
                  </a:lnTo>
                  <a:lnTo>
                    <a:pt x="215762" y="5644"/>
                  </a:lnTo>
                  <a:lnTo>
                    <a:pt x="223488" y="5727"/>
                  </a:lnTo>
                  <a:lnTo>
                    <a:pt x="238283" y="5794"/>
                  </a:lnTo>
                  <a:lnTo>
                    <a:pt x="247094" y="5832"/>
                  </a:lnTo>
                  <a:lnTo>
                    <a:pt x="252909" y="5792"/>
                  </a:lnTo>
                  <a:lnTo>
                    <a:pt x="259485" y="5813"/>
                  </a:lnTo>
                  <a:lnTo>
                    <a:pt x="267388" y="5761"/>
                  </a:lnTo>
                  <a:lnTo>
                    <a:pt x="281099" y="5638"/>
                  </a:lnTo>
                  <a:lnTo>
                    <a:pt x="285843" y="5600"/>
                  </a:lnTo>
                  <a:lnTo>
                    <a:pt x="301142" y="5485"/>
                  </a:lnTo>
                  <a:lnTo>
                    <a:pt x="306526" y="5431"/>
                  </a:lnTo>
                  <a:lnTo>
                    <a:pt x="317996" y="5356"/>
                  </a:lnTo>
                  <a:lnTo>
                    <a:pt x="336703" y="4973"/>
                  </a:lnTo>
                  <a:lnTo>
                    <a:pt x="340097" y="4904"/>
                  </a:lnTo>
                  <a:lnTo>
                    <a:pt x="341692" y="4870"/>
                  </a:lnTo>
                  <a:lnTo>
                    <a:pt x="352662" y="4624"/>
                  </a:lnTo>
                  <a:lnTo>
                    <a:pt x="365409" y="4265"/>
                  </a:lnTo>
                  <a:lnTo>
                    <a:pt x="382494" y="3680"/>
                  </a:lnTo>
                  <a:lnTo>
                    <a:pt x="390439" y="3385"/>
                  </a:lnTo>
                  <a:lnTo>
                    <a:pt x="418614" y="2322"/>
                  </a:lnTo>
                  <a:lnTo>
                    <a:pt x="418381" y="7296"/>
                  </a:lnTo>
                  <a:lnTo>
                    <a:pt x="417737" y="11661"/>
                  </a:lnTo>
                  <a:lnTo>
                    <a:pt x="415489" y="14519"/>
                  </a:lnTo>
                  <a:lnTo>
                    <a:pt x="413351" y="18430"/>
                  </a:lnTo>
                  <a:lnTo>
                    <a:pt x="409498" y="20996"/>
                  </a:lnTo>
                  <a:lnTo>
                    <a:pt x="405221" y="24878"/>
                  </a:lnTo>
                  <a:lnTo>
                    <a:pt x="403936" y="27649"/>
                  </a:lnTo>
                  <a:lnTo>
                    <a:pt x="404433" y="29619"/>
                  </a:lnTo>
                  <a:lnTo>
                    <a:pt x="404924" y="30216"/>
                  </a:lnTo>
                  <a:lnTo>
                    <a:pt x="408055" y="34019"/>
                  </a:lnTo>
                  <a:lnTo>
                    <a:pt x="410345" y="38410"/>
                  </a:lnTo>
                  <a:lnTo>
                    <a:pt x="412216" y="41606"/>
                  </a:lnTo>
                  <a:lnTo>
                    <a:pt x="414240" y="43615"/>
                  </a:lnTo>
                  <a:lnTo>
                    <a:pt x="417413" y="43649"/>
                  </a:lnTo>
                  <a:lnTo>
                    <a:pt x="420535" y="45241"/>
                  </a:lnTo>
                  <a:lnTo>
                    <a:pt x="422785" y="45962"/>
                  </a:lnTo>
                  <a:lnTo>
                    <a:pt x="425038" y="48165"/>
                  </a:lnTo>
                  <a:lnTo>
                    <a:pt x="425789" y="49657"/>
                  </a:lnTo>
                  <a:lnTo>
                    <a:pt x="426531" y="51127"/>
                  </a:lnTo>
                  <a:lnTo>
                    <a:pt x="426676" y="54152"/>
                  </a:lnTo>
                  <a:lnTo>
                    <a:pt x="427769" y="76936"/>
                  </a:lnTo>
                  <a:lnTo>
                    <a:pt x="428412" y="90361"/>
                  </a:lnTo>
                  <a:lnTo>
                    <a:pt x="429063" y="103975"/>
                  </a:lnTo>
                  <a:lnTo>
                    <a:pt x="429390" y="110828"/>
                  </a:lnTo>
                  <a:lnTo>
                    <a:pt x="430074" y="125167"/>
                  </a:lnTo>
                  <a:lnTo>
                    <a:pt x="430615" y="137937"/>
                  </a:lnTo>
                  <a:lnTo>
                    <a:pt x="431762" y="165080"/>
                  </a:lnTo>
                  <a:lnTo>
                    <a:pt x="432740" y="188310"/>
                  </a:lnTo>
                  <a:lnTo>
                    <a:pt x="432917" y="192367"/>
                  </a:lnTo>
                  <a:lnTo>
                    <a:pt x="424661" y="192714"/>
                  </a:lnTo>
                  <a:lnTo>
                    <a:pt x="425573" y="195091"/>
                  </a:lnTo>
                  <a:lnTo>
                    <a:pt x="425140" y="197885"/>
                  </a:lnTo>
                  <a:lnTo>
                    <a:pt x="429423" y="201503"/>
                  </a:lnTo>
                  <a:lnTo>
                    <a:pt x="429395" y="204512"/>
                  </a:lnTo>
                  <a:lnTo>
                    <a:pt x="429203" y="208215"/>
                  </a:lnTo>
                  <a:lnTo>
                    <a:pt x="426477" y="209030"/>
                  </a:lnTo>
                  <a:lnTo>
                    <a:pt x="427712" y="211604"/>
                  </a:lnTo>
                  <a:lnTo>
                    <a:pt x="428091" y="212392"/>
                  </a:lnTo>
                  <a:lnTo>
                    <a:pt x="429934" y="214375"/>
                  </a:lnTo>
                  <a:lnTo>
                    <a:pt x="432582" y="214254"/>
                  </a:lnTo>
                  <a:lnTo>
                    <a:pt x="433793" y="220285"/>
                  </a:lnTo>
                  <a:lnTo>
                    <a:pt x="435005" y="222537"/>
                  </a:lnTo>
                  <a:lnTo>
                    <a:pt x="434381" y="225020"/>
                  </a:lnTo>
                  <a:lnTo>
                    <a:pt x="434083" y="226207"/>
                  </a:lnTo>
                  <a:lnTo>
                    <a:pt x="431125" y="228498"/>
                  </a:lnTo>
                  <a:lnTo>
                    <a:pt x="432320" y="231174"/>
                  </a:lnTo>
                  <a:lnTo>
                    <a:pt x="430836" y="233386"/>
                  </a:lnTo>
                  <a:lnTo>
                    <a:pt x="432035" y="234764"/>
                  </a:lnTo>
                  <a:lnTo>
                    <a:pt x="429789" y="237742"/>
                  </a:lnTo>
                  <a:lnTo>
                    <a:pt x="429904" y="238832"/>
                  </a:lnTo>
                  <a:lnTo>
                    <a:pt x="430152" y="241180"/>
                  </a:lnTo>
                  <a:lnTo>
                    <a:pt x="428019" y="245249"/>
                  </a:lnTo>
                  <a:lnTo>
                    <a:pt x="425654" y="249135"/>
                  </a:lnTo>
                  <a:lnTo>
                    <a:pt x="425662" y="253344"/>
                  </a:lnTo>
                  <a:lnTo>
                    <a:pt x="427682" y="256189"/>
                  </a:lnTo>
                  <a:lnTo>
                    <a:pt x="431558" y="259697"/>
                  </a:lnTo>
                  <a:lnTo>
                    <a:pt x="434508" y="265823"/>
                  </a:lnTo>
                  <a:lnTo>
                    <a:pt x="434702" y="266225"/>
                  </a:lnTo>
                  <a:lnTo>
                    <a:pt x="433907" y="269297"/>
                  </a:lnTo>
                  <a:lnTo>
                    <a:pt x="434826" y="269860"/>
                  </a:lnTo>
                  <a:lnTo>
                    <a:pt x="436729" y="271262"/>
                  </a:lnTo>
                  <a:lnTo>
                    <a:pt x="433539" y="272016"/>
                  </a:lnTo>
                  <a:lnTo>
                    <a:pt x="432077" y="269927"/>
                  </a:lnTo>
                  <a:lnTo>
                    <a:pt x="427116" y="270459"/>
                  </a:lnTo>
                  <a:lnTo>
                    <a:pt x="426102" y="268857"/>
                  </a:lnTo>
                  <a:lnTo>
                    <a:pt x="424204" y="265856"/>
                  </a:lnTo>
                  <a:lnTo>
                    <a:pt x="421180" y="263056"/>
                  </a:lnTo>
                  <a:lnTo>
                    <a:pt x="421680" y="258700"/>
                  </a:lnTo>
                  <a:lnTo>
                    <a:pt x="417039" y="258584"/>
                  </a:lnTo>
                  <a:lnTo>
                    <a:pt x="415584" y="255840"/>
                  </a:lnTo>
                  <a:lnTo>
                    <a:pt x="415249" y="255704"/>
                  </a:lnTo>
                  <a:lnTo>
                    <a:pt x="409443" y="253335"/>
                  </a:lnTo>
                  <a:lnTo>
                    <a:pt x="406089" y="254186"/>
                  </a:lnTo>
                  <a:lnTo>
                    <a:pt x="403131" y="251791"/>
                  </a:lnTo>
                  <a:lnTo>
                    <a:pt x="402585" y="251349"/>
                  </a:lnTo>
                  <a:lnTo>
                    <a:pt x="396449" y="250825"/>
                  </a:lnTo>
                  <a:lnTo>
                    <a:pt x="394461" y="249353"/>
                  </a:lnTo>
                  <a:lnTo>
                    <a:pt x="391582" y="247220"/>
                  </a:lnTo>
                  <a:lnTo>
                    <a:pt x="390125" y="244687"/>
                  </a:lnTo>
                  <a:lnTo>
                    <a:pt x="386414" y="243831"/>
                  </a:lnTo>
                  <a:lnTo>
                    <a:pt x="384198" y="244669"/>
                  </a:lnTo>
                  <a:lnTo>
                    <a:pt x="379825" y="244024"/>
                  </a:lnTo>
                  <a:lnTo>
                    <a:pt x="377860" y="245640"/>
                  </a:lnTo>
                  <a:lnTo>
                    <a:pt x="375974" y="245389"/>
                  </a:lnTo>
                  <a:lnTo>
                    <a:pt x="374187" y="245150"/>
                  </a:lnTo>
                  <a:lnTo>
                    <a:pt x="369406" y="245099"/>
                  </a:lnTo>
                  <a:lnTo>
                    <a:pt x="367342" y="245505"/>
                  </a:lnTo>
                  <a:lnTo>
                    <a:pt x="363600" y="246239"/>
                  </a:lnTo>
                  <a:lnTo>
                    <a:pt x="357820" y="245286"/>
                  </a:lnTo>
                  <a:lnTo>
                    <a:pt x="354560" y="244818"/>
                  </a:lnTo>
                  <a:lnTo>
                    <a:pt x="353500" y="245818"/>
                  </a:lnTo>
                  <a:lnTo>
                    <a:pt x="351994" y="250066"/>
                  </a:lnTo>
                  <a:lnTo>
                    <a:pt x="349460" y="252418"/>
                  </a:lnTo>
                  <a:lnTo>
                    <a:pt x="344597" y="252961"/>
                  </a:lnTo>
                  <a:lnTo>
                    <a:pt x="340519" y="249594"/>
                  </a:lnTo>
                  <a:lnTo>
                    <a:pt x="337977" y="247185"/>
                  </a:lnTo>
                  <a:lnTo>
                    <a:pt x="337715" y="247102"/>
                  </a:lnTo>
                  <a:lnTo>
                    <a:pt x="333133" y="245640"/>
                  </a:lnTo>
                  <a:lnTo>
                    <a:pt x="330354" y="244615"/>
                  </a:lnTo>
                  <a:lnTo>
                    <a:pt x="328721" y="243750"/>
                  </a:lnTo>
                  <a:lnTo>
                    <a:pt x="324188" y="241345"/>
                  </a:lnTo>
                  <a:lnTo>
                    <a:pt x="321420" y="240553"/>
                  </a:lnTo>
                  <a:lnTo>
                    <a:pt x="318827" y="237918"/>
                  </a:lnTo>
                  <a:lnTo>
                    <a:pt x="317654" y="235200"/>
                  </a:lnTo>
                  <a:lnTo>
                    <a:pt x="297666" y="235548"/>
                  </a:lnTo>
                  <a:lnTo>
                    <a:pt x="274413" y="235821"/>
                  </a:lnTo>
                  <a:lnTo>
                    <a:pt x="258417" y="235941"/>
                  </a:lnTo>
                  <a:lnTo>
                    <a:pt x="240339" y="236011"/>
                  </a:lnTo>
                  <a:lnTo>
                    <a:pt x="220408" y="236021"/>
                  </a:lnTo>
                  <a:lnTo>
                    <a:pt x="174524" y="235719"/>
                  </a:lnTo>
                  <a:lnTo>
                    <a:pt x="161505" y="235515"/>
                  </a:lnTo>
                  <a:lnTo>
                    <a:pt x="112631" y="234426"/>
                  </a:lnTo>
                  <a:lnTo>
                    <a:pt x="93985" y="233875"/>
                  </a:lnTo>
                  <a:lnTo>
                    <a:pt x="72061" y="233145"/>
                  </a:lnTo>
                  <a:lnTo>
                    <a:pt x="60143" y="232705"/>
                  </a:lnTo>
                  <a:lnTo>
                    <a:pt x="32966" y="231588"/>
                  </a:lnTo>
                  <a:lnTo>
                    <a:pt x="31311" y="231518"/>
                  </a:lnTo>
                  <a:lnTo>
                    <a:pt x="0" y="230082"/>
                  </a:lnTo>
                  <a:lnTo>
                    <a:pt x="1061" y="207482"/>
                  </a:lnTo>
                  <a:lnTo>
                    <a:pt x="1735" y="192788"/>
                  </a:lnTo>
                  <a:lnTo>
                    <a:pt x="1826" y="190794"/>
                  </a:lnTo>
                  <a:lnTo>
                    <a:pt x="2025" y="186475"/>
                  </a:lnTo>
                  <a:lnTo>
                    <a:pt x="3134" y="163432"/>
                  </a:lnTo>
                  <a:lnTo>
                    <a:pt x="4249" y="140958"/>
                  </a:lnTo>
                  <a:lnTo>
                    <a:pt x="4401" y="137887"/>
                  </a:lnTo>
                  <a:lnTo>
                    <a:pt x="4672" y="132448"/>
                  </a:lnTo>
                  <a:lnTo>
                    <a:pt x="5902" y="107363"/>
                  </a:lnTo>
                  <a:lnTo>
                    <a:pt x="6364" y="979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963871" y="3823092"/>
              <a:ext cx="809878" cy="334833"/>
            </a:xfrm>
            <a:custGeom>
              <a:avLst/>
              <a:pathLst>
                <a:path w="809878" h="334833">
                  <a:moveTo>
                    <a:pt x="434" y="330757"/>
                  </a:moveTo>
                  <a:lnTo>
                    <a:pt x="3785" y="328971"/>
                  </a:lnTo>
                  <a:lnTo>
                    <a:pt x="10380" y="326935"/>
                  </a:lnTo>
                  <a:lnTo>
                    <a:pt x="11418" y="321866"/>
                  </a:lnTo>
                  <a:lnTo>
                    <a:pt x="13045" y="317122"/>
                  </a:lnTo>
                  <a:lnTo>
                    <a:pt x="20027" y="317585"/>
                  </a:lnTo>
                  <a:lnTo>
                    <a:pt x="18531" y="312141"/>
                  </a:lnTo>
                  <a:lnTo>
                    <a:pt x="18672" y="307401"/>
                  </a:lnTo>
                  <a:lnTo>
                    <a:pt x="17613" y="301843"/>
                  </a:lnTo>
                  <a:lnTo>
                    <a:pt x="10543" y="299680"/>
                  </a:lnTo>
                  <a:lnTo>
                    <a:pt x="14560" y="295564"/>
                  </a:lnTo>
                  <a:lnTo>
                    <a:pt x="17143" y="288111"/>
                  </a:lnTo>
                  <a:lnTo>
                    <a:pt x="14123" y="282761"/>
                  </a:lnTo>
                  <a:lnTo>
                    <a:pt x="18074" y="280696"/>
                  </a:lnTo>
                  <a:lnTo>
                    <a:pt x="20654" y="281346"/>
                  </a:lnTo>
                  <a:lnTo>
                    <a:pt x="22392" y="276035"/>
                  </a:lnTo>
                  <a:lnTo>
                    <a:pt x="19554" y="271605"/>
                  </a:lnTo>
                  <a:lnTo>
                    <a:pt x="19659" y="265044"/>
                  </a:lnTo>
                  <a:lnTo>
                    <a:pt x="27526" y="265155"/>
                  </a:lnTo>
                  <a:lnTo>
                    <a:pt x="28630" y="262758"/>
                  </a:lnTo>
                  <a:lnTo>
                    <a:pt x="29206" y="256898"/>
                  </a:lnTo>
                  <a:lnTo>
                    <a:pt x="34437" y="253980"/>
                  </a:lnTo>
                  <a:lnTo>
                    <a:pt x="31927" y="251330"/>
                  </a:lnTo>
                  <a:lnTo>
                    <a:pt x="25698" y="246649"/>
                  </a:lnTo>
                  <a:lnTo>
                    <a:pt x="28934" y="239023"/>
                  </a:lnTo>
                  <a:lnTo>
                    <a:pt x="34076" y="239295"/>
                  </a:lnTo>
                  <a:lnTo>
                    <a:pt x="40138" y="234289"/>
                  </a:lnTo>
                  <a:lnTo>
                    <a:pt x="46969" y="230196"/>
                  </a:lnTo>
                  <a:lnTo>
                    <a:pt x="45860" y="225672"/>
                  </a:lnTo>
                  <a:lnTo>
                    <a:pt x="46181" y="222455"/>
                  </a:lnTo>
                  <a:lnTo>
                    <a:pt x="53244" y="219001"/>
                  </a:lnTo>
                  <a:lnTo>
                    <a:pt x="52931" y="217846"/>
                  </a:lnTo>
                  <a:lnTo>
                    <a:pt x="52395" y="215871"/>
                  </a:lnTo>
                  <a:lnTo>
                    <a:pt x="48663" y="213133"/>
                  </a:lnTo>
                  <a:lnTo>
                    <a:pt x="43452" y="207329"/>
                  </a:lnTo>
                  <a:lnTo>
                    <a:pt x="47141" y="204451"/>
                  </a:lnTo>
                  <a:lnTo>
                    <a:pt x="47509" y="196851"/>
                  </a:lnTo>
                  <a:lnTo>
                    <a:pt x="50820" y="193867"/>
                  </a:lnTo>
                  <a:lnTo>
                    <a:pt x="55333" y="189406"/>
                  </a:lnTo>
                  <a:lnTo>
                    <a:pt x="51603" y="184081"/>
                  </a:lnTo>
                  <a:lnTo>
                    <a:pt x="51199" y="183847"/>
                  </a:lnTo>
                  <a:lnTo>
                    <a:pt x="44350" y="179878"/>
                  </a:lnTo>
                  <a:lnTo>
                    <a:pt x="45449" y="176900"/>
                  </a:lnTo>
                  <a:lnTo>
                    <a:pt x="52931" y="177214"/>
                  </a:lnTo>
                  <a:lnTo>
                    <a:pt x="57052" y="171867"/>
                  </a:lnTo>
                  <a:lnTo>
                    <a:pt x="51043" y="168796"/>
                  </a:lnTo>
                  <a:lnTo>
                    <a:pt x="51671" y="164586"/>
                  </a:lnTo>
                  <a:lnTo>
                    <a:pt x="57032" y="163759"/>
                  </a:lnTo>
                  <a:lnTo>
                    <a:pt x="59189" y="163426"/>
                  </a:lnTo>
                  <a:lnTo>
                    <a:pt x="59917" y="159242"/>
                  </a:lnTo>
                  <a:lnTo>
                    <a:pt x="56246" y="154612"/>
                  </a:lnTo>
                  <a:lnTo>
                    <a:pt x="57729" y="149325"/>
                  </a:lnTo>
                  <a:lnTo>
                    <a:pt x="55470" y="145219"/>
                  </a:lnTo>
                  <a:lnTo>
                    <a:pt x="67243" y="143600"/>
                  </a:lnTo>
                  <a:lnTo>
                    <a:pt x="74180" y="142435"/>
                  </a:lnTo>
                  <a:lnTo>
                    <a:pt x="87047" y="140258"/>
                  </a:lnTo>
                  <a:lnTo>
                    <a:pt x="110951" y="137548"/>
                  </a:lnTo>
                  <a:lnTo>
                    <a:pt x="123496" y="135903"/>
                  </a:lnTo>
                  <a:lnTo>
                    <a:pt x="124212" y="135809"/>
                  </a:lnTo>
                  <a:lnTo>
                    <a:pt x="125218" y="135676"/>
                  </a:lnTo>
                  <a:lnTo>
                    <a:pt x="154221" y="131789"/>
                  </a:lnTo>
                  <a:lnTo>
                    <a:pt x="154650" y="131731"/>
                  </a:lnTo>
                  <a:lnTo>
                    <a:pt x="156856" y="131447"/>
                  </a:lnTo>
                  <a:lnTo>
                    <a:pt x="191787" y="126877"/>
                  </a:lnTo>
                  <a:lnTo>
                    <a:pt x="198901" y="125681"/>
                  </a:lnTo>
                  <a:lnTo>
                    <a:pt x="199178" y="125634"/>
                  </a:lnTo>
                  <a:lnTo>
                    <a:pt x="199966" y="119200"/>
                  </a:lnTo>
                  <a:lnTo>
                    <a:pt x="196607" y="110052"/>
                  </a:lnTo>
                  <a:lnTo>
                    <a:pt x="194429" y="104537"/>
                  </a:lnTo>
                  <a:lnTo>
                    <a:pt x="200096" y="103856"/>
                  </a:lnTo>
                  <a:lnTo>
                    <a:pt x="215907" y="103190"/>
                  </a:lnTo>
                  <a:lnTo>
                    <a:pt x="216048" y="106896"/>
                  </a:lnTo>
                  <a:lnTo>
                    <a:pt x="231282" y="104216"/>
                  </a:lnTo>
                  <a:lnTo>
                    <a:pt x="236362" y="103315"/>
                  </a:lnTo>
                  <a:lnTo>
                    <a:pt x="264497" y="98662"/>
                  </a:lnTo>
                  <a:lnTo>
                    <a:pt x="265630" y="98473"/>
                  </a:lnTo>
                  <a:lnTo>
                    <a:pt x="286809" y="94899"/>
                  </a:lnTo>
                  <a:lnTo>
                    <a:pt x="292000" y="94015"/>
                  </a:lnTo>
                  <a:lnTo>
                    <a:pt x="315731" y="89925"/>
                  </a:lnTo>
                  <a:lnTo>
                    <a:pt x="320485" y="89036"/>
                  </a:lnTo>
                  <a:lnTo>
                    <a:pt x="335473" y="86214"/>
                  </a:lnTo>
                  <a:lnTo>
                    <a:pt x="339926" y="86887"/>
                  </a:lnTo>
                  <a:lnTo>
                    <a:pt x="341008" y="87051"/>
                  </a:lnTo>
                  <a:lnTo>
                    <a:pt x="344923" y="84640"/>
                  </a:lnTo>
                  <a:lnTo>
                    <a:pt x="354227" y="83636"/>
                  </a:lnTo>
                  <a:lnTo>
                    <a:pt x="374125" y="81452"/>
                  </a:lnTo>
                  <a:lnTo>
                    <a:pt x="386068" y="80117"/>
                  </a:lnTo>
                  <a:lnTo>
                    <a:pt x="396339" y="79025"/>
                  </a:lnTo>
                  <a:lnTo>
                    <a:pt x="406187" y="77964"/>
                  </a:lnTo>
                  <a:lnTo>
                    <a:pt x="414390" y="76797"/>
                  </a:lnTo>
                  <a:lnTo>
                    <a:pt x="419842" y="76017"/>
                  </a:lnTo>
                  <a:lnTo>
                    <a:pt x="443249" y="72614"/>
                  </a:lnTo>
                  <a:lnTo>
                    <a:pt x="448161" y="71381"/>
                  </a:lnTo>
                  <a:lnTo>
                    <a:pt x="461448" y="68026"/>
                  </a:lnTo>
                  <a:lnTo>
                    <a:pt x="461938" y="67902"/>
                  </a:lnTo>
                  <a:lnTo>
                    <a:pt x="463315" y="67693"/>
                  </a:lnTo>
                  <a:lnTo>
                    <a:pt x="480608" y="65046"/>
                  </a:lnTo>
                  <a:lnTo>
                    <a:pt x="492351" y="63892"/>
                  </a:lnTo>
                  <a:lnTo>
                    <a:pt x="495346" y="63595"/>
                  </a:lnTo>
                  <a:lnTo>
                    <a:pt x="510681" y="61918"/>
                  </a:lnTo>
                  <a:lnTo>
                    <a:pt x="511342" y="61816"/>
                  </a:lnTo>
                  <a:lnTo>
                    <a:pt x="538067" y="57648"/>
                  </a:lnTo>
                  <a:lnTo>
                    <a:pt x="560916" y="53808"/>
                  </a:lnTo>
                  <a:lnTo>
                    <a:pt x="564183" y="53253"/>
                  </a:lnTo>
                  <a:lnTo>
                    <a:pt x="587081" y="49158"/>
                  </a:lnTo>
                  <a:lnTo>
                    <a:pt x="592539" y="48330"/>
                  </a:lnTo>
                  <a:lnTo>
                    <a:pt x="596028" y="47799"/>
                  </a:lnTo>
                  <a:lnTo>
                    <a:pt x="615519" y="44446"/>
                  </a:lnTo>
                  <a:lnTo>
                    <a:pt x="616582" y="41981"/>
                  </a:lnTo>
                  <a:lnTo>
                    <a:pt x="635965" y="38279"/>
                  </a:lnTo>
                  <a:lnTo>
                    <a:pt x="654619" y="34668"/>
                  </a:lnTo>
                  <a:lnTo>
                    <a:pt x="682428" y="29321"/>
                  </a:lnTo>
                  <a:lnTo>
                    <a:pt x="697096" y="26460"/>
                  </a:lnTo>
                  <a:lnTo>
                    <a:pt x="718073" y="21881"/>
                  </a:lnTo>
                  <a:lnTo>
                    <a:pt x="729628" y="19334"/>
                  </a:lnTo>
                  <a:lnTo>
                    <a:pt x="747961" y="15492"/>
                  </a:lnTo>
                  <a:lnTo>
                    <a:pt x="752778" y="14475"/>
                  </a:lnTo>
                  <a:lnTo>
                    <a:pt x="759363" y="13080"/>
                  </a:lnTo>
                  <a:lnTo>
                    <a:pt x="762057" y="12500"/>
                  </a:lnTo>
                  <a:lnTo>
                    <a:pt x="782097" y="8152"/>
                  </a:lnTo>
                  <a:lnTo>
                    <a:pt x="782660" y="5293"/>
                  </a:lnTo>
                  <a:lnTo>
                    <a:pt x="791775" y="3461"/>
                  </a:lnTo>
                  <a:lnTo>
                    <a:pt x="808860" y="0"/>
                  </a:lnTo>
                  <a:lnTo>
                    <a:pt x="806539" y="3481"/>
                  </a:lnTo>
                  <a:lnTo>
                    <a:pt x="805657" y="10060"/>
                  </a:lnTo>
                  <a:lnTo>
                    <a:pt x="807765" y="18163"/>
                  </a:lnTo>
                  <a:lnTo>
                    <a:pt x="805383" y="25483"/>
                  </a:lnTo>
                  <a:lnTo>
                    <a:pt x="806800" y="28103"/>
                  </a:lnTo>
                  <a:lnTo>
                    <a:pt x="809878" y="33791"/>
                  </a:lnTo>
                  <a:lnTo>
                    <a:pt x="803832" y="34821"/>
                  </a:lnTo>
                  <a:lnTo>
                    <a:pt x="797579" y="35426"/>
                  </a:lnTo>
                  <a:lnTo>
                    <a:pt x="791540" y="42395"/>
                  </a:lnTo>
                  <a:lnTo>
                    <a:pt x="790909" y="44356"/>
                  </a:lnTo>
                  <a:lnTo>
                    <a:pt x="789933" y="47385"/>
                  </a:lnTo>
                  <a:lnTo>
                    <a:pt x="788353" y="52280"/>
                  </a:lnTo>
                  <a:lnTo>
                    <a:pt x="784271" y="66074"/>
                  </a:lnTo>
                  <a:lnTo>
                    <a:pt x="779711" y="69384"/>
                  </a:lnTo>
                  <a:lnTo>
                    <a:pt x="775353" y="70491"/>
                  </a:lnTo>
                  <a:lnTo>
                    <a:pt x="773299" y="66989"/>
                  </a:lnTo>
                  <a:lnTo>
                    <a:pt x="766051" y="65730"/>
                  </a:lnTo>
                  <a:lnTo>
                    <a:pt x="765313" y="66534"/>
                  </a:lnTo>
                  <a:lnTo>
                    <a:pt x="761590" y="70592"/>
                  </a:lnTo>
                  <a:lnTo>
                    <a:pt x="758403" y="70547"/>
                  </a:lnTo>
                  <a:lnTo>
                    <a:pt x="754131" y="73737"/>
                  </a:lnTo>
                  <a:lnTo>
                    <a:pt x="748889" y="78807"/>
                  </a:lnTo>
                  <a:lnTo>
                    <a:pt x="748416" y="80203"/>
                  </a:lnTo>
                  <a:lnTo>
                    <a:pt x="745395" y="89093"/>
                  </a:lnTo>
                  <a:lnTo>
                    <a:pt x="741801" y="92896"/>
                  </a:lnTo>
                  <a:lnTo>
                    <a:pt x="737671" y="97259"/>
                  </a:lnTo>
                  <a:lnTo>
                    <a:pt x="732127" y="95884"/>
                  </a:lnTo>
                  <a:lnTo>
                    <a:pt x="732421" y="89428"/>
                  </a:lnTo>
                  <a:lnTo>
                    <a:pt x="731192" y="88301"/>
                  </a:lnTo>
                  <a:lnTo>
                    <a:pt x="728456" y="85790"/>
                  </a:lnTo>
                  <a:lnTo>
                    <a:pt x="720203" y="92969"/>
                  </a:lnTo>
                  <a:lnTo>
                    <a:pt x="715583" y="97121"/>
                  </a:lnTo>
                  <a:lnTo>
                    <a:pt x="715721" y="102092"/>
                  </a:lnTo>
                  <a:lnTo>
                    <a:pt x="713609" y="106024"/>
                  </a:lnTo>
                  <a:lnTo>
                    <a:pt x="708808" y="104120"/>
                  </a:lnTo>
                  <a:lnTo>
                    <a:pt x="705946" y="106395"/>
                  </a:lnTo>
                  <a:lnTo>
                    <a:pt x="704485" y="107557"/>
                  </a:lnTo>
                  <a:lnTo>
                    <a:pt x="706701" y="113579"/>
                  </a:lnTo>
                  <a:lnTo>
                    <a:pt x="704138" y="119966"/>
                  </a:lnTo>
                  <a:lnTo>
                    <a:pt x="702043" y="124346"/>
                  </a:lnTo>
                  <a:lnTo>
                    <a:pt x="701198" y="126110"/>
                  </a:lnTo>
                  <a:lnTo>
                    <a:pt x="694347" y="126890"/>
                  </a:lnTo>
                  <a:lnTo>
                    <a:pt x="689927" y="129237"/>
                  </a:lnTo>
                  <a:lnTo>
                    <a:pt x="684021" y="132017"/>
                  </a:lnTo>
                  <a:lnTo>
                    <a:pt x="681319" y="137253"/>
                  </a:lnTo>
                  <a:lnTo>
                    <a:pt x="676028" y="139474"/>
                  </a:lnTo>
                  <a:lnTo>
                    <a:pt x="675976" y="139621"/>
                  </a:lnTo>
                  <a:lnTo>
                    <a:pt x="675411" y="141224"/>
                  </a:lnTo>
                  <a:lnTo>
                    <a:pt x="673279" y="147264"/>
                  </a:lnTo>
                  <a:lnTo>
                    <a:pt x="668392" y="147914"/>
                  </a:lnTo>
                  <a:lnTo>
                    <a:pt x="662297" y="155234"/>
                  </a:lnTo>
                  <a:lnTo>
                    <a:pt x="659499" y="156817"/>
                  </a:lnTo>
                  <a:lnTo>
                    <a:pt x="655930" y="162467"/>
                  </a:lnTo>
                  <a:lnTo>
                    <a:pt x="647205" y="163711"/>
                  </a:lnTo>
                  <a:lnTo>
                    <a:pt x="640869" y="164799"/>
                  </a:lnTo>
                  <a:lnTo>
                    <a:pt x="639938" y="165046"/>
                  </a:lnTo>
                  <a:lnTo>
                    <a:pt x="629548" y="167792"/>
                  </a:lnTo>
                  <a:lnTo>
                    <a:pt x="623033" y="174359"/>
                  </a:lnTo>
                  <a:lnTo>
                    <a:pt x="617385" y="181094"/>
                  </a:lnTo>
                  <a:lnTo>
                    <a:pt x="614143" y="183400"/>
                  </a:lnTo>
                  <a:lnTo>
                    <a:pt x="613637" y="183760"/>
                  </a:lnTo>
                  <a:lnTo>
                    <a:pt x="612369" y="184662"/>
                  </a:lnTo>
                  <a:lnTo>
                    <a:pt x="608601" y="190964"/>
                  </a:lnTo>
                  <a:lnTo>
                    <a:pt x="610719" y="194967"/>
                  </a:lnTo>
                  <a:lnTo>
                    <a:pt x="608247" y="198319"/>
                  </a:lnTo>
                  <a:lnTo>
                    <a:pt x="610750" y="204325"/>
                  </a:lnTo>
                  <a:lnTo>
                    <a:pt x="610283" y="204866"/>
                  </a:lnTo>
                  <a:lnTo>
                    <a:pt x="604568" y="211484"/>
                  </a:lnTo>
                  <a:lnTo>
                    <a:pt x="596839" y="213788"/>
                  </a:lnTo>
                  <a:lnTo>
                    <a:pt x="591867" y="211233"/>
                  </a:lnTo>
                  <a:lnTo>
                    <a:pt x="586955" y="217405"/>
                  </a:lnTo>
                  <a:lnTo>
                    <a:pt x="587050" y="219954"/>
                  </a:lnTo>
                  <a:lnTo>
                    <a:pt x="588029" y="246561"/>
                  </a:lnTo>
                  <a:lnTo>
                    <a:pt x="569783" y="250028"/>
                  </a:lnTo>
                  <a:lnTo>
                    <a:pt x="558808" y="252029"/>
                  </a:lnTo>
                  <a:lnTo>
                    <a:pt x="548475" y="253971"/>
                  </a:lnTo>
                  <a:lnTo>
                    <a:pt x="543752" y="254847"/>
                  </a:lnTo>
                  <a:lnTo>
                    <a:pt x="540372" y="255472"/>
                  </a:lnTo>
                  <a:lnTo>
                    <a:pt x="535410" y="256387"/>
                  </a:lnTo>
                  <a:lnTo>
                    <a:pt x="524127" y="258502"/>
                  </a:lnTo>
                  <a:lnTo>
                    <a:pt x="523846" y="258554"/>
                  </a:lnTo>
                  <a:lnTo>
                    <a:pt x="517471" y="259742"/>
                  </a:lnTo>
                  <a:lnTo>
                    <a:pt x="496020" y="263787"/>
                  </a:lnTo>
                  <a:lnTo>
                    <a:pt x="494801" y="264016"/>
                  </a:lnTo>
                  <a:lnTo>
                    <a:pt x="486388" y="265695"/>
                  </a:lnTo>
                  <a:lnTo>
                    <a:pt x="484337" y="266102"/>
                  </a:lnTo>
                  <a:lnTo>
                    <a:pt x="475585" y="267548"/>
                  </a:lnTo>
                  <a:lnTo>
                    <a:pt x="462770" y="269648"/>
                  </a:lnTo>
                  <a:lnTo>
                    <a:pt x="436511" y="273840"/>
                  </a:lnTo>
                  <a:lnTo>
                    <a:pt x="393517" y="280516"/>
                  </a:lnTo>
                  <a:lnTo>
                    <a:pt x="392784" y="280639"/>
                  </a:lnTo>
                  <a:lnTo>
                    <a:pt x="378184" y="283065"/>
                  </a:lnTo>
                  <a:lnTo>
                    <a:pt x="347189" y="287876"/>
                  </a:lnTo>
                  <a:lnTo>
                    <a:pt x="342010" y="288585"/>
                  </a:lnTo>
                  <a:lnTo>
                    <a:pt x="305152" y="293541"/>
                  </a:lnTo>
                  <a:lnTo>
                    <a:pt x="304569" y="293618"/>
                  </a:lnTo>
                  <a:lnTo>
                    <a:pt x="303843" y="293719"/>
                  </a:lnTo>
                  <a:lnTo>
                    <a:pt x="284081" y="296437"/>
                  </a:lnTo>
                  <a:lnTo>
                    <a:pt x="266247" y="298848"/>
                  </a:lnTo>
                  <a:lnTo>
                    <a:pt x="264384" y="299098"/>
                  </a:lnTo>
                  <a:lnTo>
                    <a:pt x="242055" y="302132"/>
                  </a:lnTo>
                  <a:lnTo>
                    <a:pt x="228971" y="303989"/>
                  </a:lnTo>
                  <a:lnTo>
                    <a:pt x="227484" y="304198"/>
                  </a:lnTo>
                  <a:lnTo>
                    <a:pt x="207491" y="306782"/>
                  </a:lnTo>
                  <a:lnTo>
                    <a:pt x="207965" y="308229"/>
                  </a:lnTo>
                  <a:lnTo>
                    <a:pt x="202256" y="309051"/>
                  </a:lnTo>
                  <a:lnTo>
                    <a:pt x="191876" y="310464"/>
                  </a:lnTo>
                  <a:lnTo>
                    <a:pt x="190206" y="310690"/>
                  </a:lnTo>
                  <a:lnTo>
                    <a:pt x="181403" y="311876"/>
                  </a:lnTo>
                  <a:lnTo>
                    <a:pt x="150222" y="316199"/>
                  </a:lnTo>
                  <a:lnTo>
                    <a:pt x="146633" y="316683"/>
                  </a:lnTo>
                  <a:lnTo>
                    <a:pt x="127512" y="319237"/>
                  </a:lnTo>
                  <a:lnTo>
                    <a:pt x="126584" y="319360"/>
                  </a:lnTo>
                  <a:lnTo>
                    <a:pt x="109661" y="321616"/>
                  </a:lnTo>
                  <a:lnTo>
                    <a:pt x="94444" y="323615"/>
                  </a:lnTo>
                  <a:lnTo>
                    <a:pt x="86333" y="324669"/>
                  </a:lnTo>
                  <a:lnTo>
                    <a:pt x="65700" y="327198"/>
                  </a:lnTo>
                  <a:lnTo>
                    <a:pt x="59526" y="327945"/>
                  </a:lnTo>
                  <a:lnTo>
                    <a:pt x="57777" y="328156"/>
                  </a:lnTo>
                  <a:lnTo>
                    <a:pt x="50782" y="328995"/>
                  </a:lnTo>
                  <a:lnTo>
                    <a:pt x="0" y="3348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46973" y="4234275"/>
              <a:ext cx="1013750" cy="954141"/>
            </a:xfrm>
            <a:custGeom>
              <a:avLst/>
              <a:pathLst>
                <a:path w="1013750" h="954141">
                  <a:moveTo>
                    <a:pt x="1211" y="395765"/>
                  </a:moveTo>
                  <a:lnTo>
                    <a:pt x="1046" y="390610"/>
                  </a:lnTo>
                  <a:lnTo>
                    <a:pt x="2115" y="388066"/>
                  </a:lnTo>
                  <a:lnTo>
                    <a:pt x="10125" y="388651"/>
                  </a:lnTo>
                  <a:lnTo>
                    <a:pt x="20613" y="389402"/>
                  </a:lnTo>
                  <a:lnTo>
                    <a:pt x="34143" y="390347"/>
                  </a:lnTo>
                  <a:lnTo>
                    <a:pt x="49687" y="391436"/>
                  </a:lnTo>
                  <a:lnTo>
                    <a:pt x="68663" y="392716"/>
                  </a:lnTo>
                  <a:lnTo>
                    <a:pt x="114418" y="395780"/>
                  </a:lnTo>
                  <a:lnTo>
                    <a:pt x="132502" y="396844"/>
                  </a:lnTo>
                  <a:lnTo>
                    <a:pt x="137922" y="397153"/>
                  </a:lnTo>
                  <a:lnTo>
                    <a:pt x="153598" y="398022"/>
                  </a:lnTo>
                  <a:lnTo>
                    <a:pt x="201128" y="400462"/>
                  </a:lnTo>
                  <a:lnTo>
                    <a:pt x="204531" y="400619"/>
                  </a:lnTo>
                  <a:lnTo>
                    <a:pt x="224298" y="401494"/>
                  </a:lnTo>
                  <a:lnTo>
                    <a:pt x="254751" y="402726"/>
                  </a:lnTo>
                  <a:lnTo>
                    <a:pt x="274890" y="403462"/>
                  </a:lnTo>
                  <a:lnTo>
                    <a:pt x="275133" y="395717"/>
                  </a:lnTo>
                  <a:lnTo>
                    <a:pt x="275296" y="390530"/>
                  </a:lnTo>
                  <a:lnTo>
                    <a:pt x="276339" y="356760"/>
                  </a:lnTo>
                  <a:lnTo>
                    <a:pt x="276520" y="350869"/>
                  </a:lnTo>
                  <a:lnTo>
                    <a:pt x="276909" y="338423"/>
                  </a:lnTo>
                  <a:lnTo>
                    <a:pt x="277253" y="327459"/>
                  </a:lnTo>
                  <a:lnTo>
                    <a:pt x="277673" y="317633"/>
                  </a:lnTo>
                  <a:lnTo>
                    <a:pt x="278671" y="294338"/>
                  </a:lnTo>
                  <a:lnTo>
                    <a:pt x="279428" y="279187"/>
                  </a:lnTo>
                  <a:lnTo>
                    <a:pt x="280243" y="262870"/>
                  </a:lnTo>
                  <a:lnTo>
                    <a:pt x="281369" y="240109"/>
                  </a:lnTo>
                  <a:lnTo>
                    <a:pt x="282390" y="217283"/>
                  </a:lnTo>
                  <a:lnTo>
                    <a:pt x="283012" y="197260"/>
                  </a:lnTo>
                  <a:lnTo>
                    <a:pt x="283040" y="196354"/>
                  </a:lnTo>
                  <a:lnTo>
                    <a:pt x="283226" y="190363"/>
                  </a:lnTo>
                  <a:lnTo>
                    <a:pt x="283989" y="168817"/>
                  </a:lnTo>
                  <a:lnTo>
                    <a:pt x="284383" y="157373"/>
                  </a:lnTo>
                  <a:lnTo>
                    <a:pt x="284989" y="138820"/>
                  </a:lnTo>
                  <a:lnTo>
                    <a:pt x="285550" y="121718"/>
                  </a:lnTo>
                  <a:lnTo>
                    <a:pt x="285669" y="118270"/>
                  </a:lnTo>
                  <a:lnTo>
                    <a:pt x="287042" y="78839"/>
                  </a:lnTo>
                  <a:lnTo>
                    <a:pt x="287402" y="68341"/>
                  </a:lnTo>
                  <a:lnTo>
                    <a:pt x="288378" y="39987"/>
                  </a:lnTo>
                  <a:lnTo>
                    <a:pt x="289627" y="0"/>
                  </a:lnTo>
                  <a:lnTo>
                    <a:pt x="292493" y="106"/>
                  </a:lnTo>
                  <a:lnTo>
                    <a:pt x="353464" y="1985"/>
                  </a:lnTo>
                  <a:lnTo>
                    <a:pt x="362911" y="2244"/>
                  </a:lnTo>
                  <a:lnTo>
                    <a:pt x="377851" y="2623"/>
                  </a:lnTo>
                  <a:lnTo>
                    <a:pt x="392565" y="2936"/>
                  </a:lnTo>
                  <a:lnTo>
                    <a:pt x="431689" y="3591"/>
                  </a:lnTo>
                  <a:lnTo>
                    <a:pt x="441204" y="3681"/>
                  </a:lnTo>
                  <a:lnTo>
                    <a:pt x="446286" y="3723"/>
                  </a:lnTo>
                  <a:lnTo>
                    <a:pt x="467461" y="3928"/>
                  </a:lnTo>
                  <a:lnTo>
                    <a:pt x="470836" y="3947"/>
                  </a:lnTo>
                  <a:lnTo>
                    <a:pt x="487913" y="4018"/>
                  </a:lnTo>
                  <a:lnTo>
                    <a:pt x="510229" y="4058"/>
                  </a:lnTo>
                  <a:lnTo>
                    <a:pt x="510473" y="4058"/>
                  </a:lnTo>
                  <a:lnTo>
                    <a:pt x="510473" y="43953"/>
                  </a:lnTo>
                  <a:lnTo>
                    <a:pt x="510473" y="59623"/>
                  </a:lnTo>
                  <a:lnTo>
                    <a:pt x="510474" y="83165"/>
                  </a:lnTo>
                  <a:lnTo>
                    <a:pt x="510474" y="100833"/>
                  </a:lnTo>
                  <a:lnTo>
                    <a:pt x="510474" y="122351"/>
                  </a:lnTo>
                  <a:lnTo>
                    <a:pt x="510474" y="136066"/>
                  </a:lnTo>
                  <a:lnTo>
                    <a:pt x="510474" y="161519"/>
                  </a:lnTo>
                  <a:lnTo>
                    <a:pt x="510474" y="178197"/>
                  </a:lnTo>
                  <a:lnTo>
                    <a:pt x="510679" y="178141"/>
                  </a:lnTo>
                  <a:lnTo>
                    <a:pt x="515767" y="176741"/>
                  </a:lnTo>
                  <a:lnTo>
                    <a:pt x="522279" y="182994"/>
                  </a:lnTo>
                  <a:lnTo>
                    <a:pt x="524062" y="184704"/>
                  </a:lnTo>
                  <a:lnTo>
                    <a:pt x="528050" y="189411"/>
                  </a:lnTo>
                  <a:lnTo>
                    <a:pt x="533172" y="194261"/>
                  </a:lnTo>
                  <a:lnTo>
                    <a:pt x="540376" y="194800"/>
                  </a:lnTo>
                  <a:lnTo>
                    <a:pt x="541524" y="191835"/>
                  </a:lnTo>
                  <a:lnTo>
                    <a:pt x="549701" y="192759"/>
                  </a:lnTo>
                  <a:lnTo>
                    <a:pt x="550004" y="192793"/>
                  </a:lnTo>
                  <a:lnTo>
                    <a:pt x="553786" y="194205"/>
                  </a:lnTo>
                  <a:lnTo>
                    <a:pt x="555653" y="188661"/>
                  </a:lnTo>
                  <a:lnTo>
                    <a:pt x="558981" y="189087"/>
                  </a:lnTo>
                  <a:lnTo>
                    <a:pt x="564618" y="193571"/>
                  </a:lnTo>
                  <a:lnTo>
                    <a:pt x="568676" y="199029"/>
                  </a:lnTo>
                  <a:lnTo>
                    <a:pt x="569432" y="200045"/>
                  </a:lnTo>
                  <a:lnTo>
                    <a:pt x="571160" y="208970"/>
                  </a:lnTo>
                  <a:lnTo>
                    <a:pt x="575501" y="209372"/>
                  </a:lnTo>
                  <a:lnTo>
                    <a:pt x="580954" y="210040"/>
                  </a:lnTo>
                  <a:lnTo>
                    <a:pt x="585129" y="209317"/>
                  </a:lnTo>
                  <a:lnTo>
                    <a:pt x="588920" y="209641"/>
                  </a:lnTo>
                  <a:lnTo>
                    <a:pt x="589827" y="209718"/>
                  </a:lnTo>
                  <a:lnTo>
                    <a:pt x="594962" y="213531"/>
                  </a:lnTo>
                  <a:lnTo>
                    <a:pt x="599866" y="213872"/>
                  </a:lnTo>
                  <a:lnTo>
                    <a:pt x="605106" y="216031"/>
                  </a:lnTo>
                  <a:lnTo>
                    <a:pt x="608636" y="215784"/>
                  </a:lnTo>
                  <a:lnTo>
                    <a:pt x="611742" y="212928"/>
                  </a:lnTo>
                  <a:lnTo>
                    <a:pt x="614589" y="213624"/>
                  </a:lnTo>
                  <a:lnTo>
                    <a:pt x="617074" y="214230"/>
                  </a:lnTo>
                  <a:lnTo>
                    <a:pt x="620815" y="219011"/>
                  </a:lnTo>
                  <a:lnTo>
                    <a:pt x="624841" y="221694"/>
                  </a:lnTo>
                  <a:lnTo>
                    <a:pt x="628678" y="220038"/>
                  </a:lnTo>
                  <a:lnTo>
                    <a:pt x="629356" y="219745"/>
                  </a:lnTo>
                  <a:lnTo>
                    <a:pt x="630488" y="215831"/>
                  </a:lnTo>
                  <a:lnTo>
                    <a:pt x="633022" y="213212"/>
                  </a:lnTo>
                  <a:lnTo>
                    <a:pt x="636429" y="214105"/>
                  </a:lnTo>
                  <a:lnTo>
                    <a:pt x="643460" y="215682"/>
                  </a:lnTo>
                  <a:lnTo>
                    <a:pt x="647690" y="216766"/>
                  </a:lnTo>
                  <a:lnTo>
                    <a:pt x="649937" y="214291"/>
                  </a:lnTo>
                  <a:lnTo>
                    <a:pt x="651045" y="213070"/>
                  </a:lnTo>
                  <a:lnTo>
                    <a:pt x="652936" y="217537"/>
                  </a:lnTo>
                  <a:lnTo>
                    <a:pt x="653054" y="222528"/>
                  </a:lnTo>
                  <a:lnTo>
                    <a:pt x="654357" y="226647"/>
                  </a:lnTo>
                  <a:lnTo>
                    <a:pt x="660158" y="227092"/>
                  </a:lnTo>
                  <a:lnTo>
                    <a:pt x="664526" y="227429"/>
                  </a:lnTo>
                  <a:lnTo>
                    <a:pt x="664196" y="233419"/>
                  </a:lnTo>
                  <a:lnTo>
                    <a:pt x="664394" y="236388"/>
                  </a:lnTo>
                  <a:lnTo>
                    <a:pt x="664471" y="237535"/>
                  </a:lnTo>
                  <a:lnTo>
                    <a:pt x="670949" y="239980"/>
                  </a:lnTo>
                  <a:lnTo>
                    <a:pt x="675567" y="237100"/>
                  </a:lnTo>
                  <a:lnTo>
                    <a:pt x="678750" y="232978"/>
                  </a:lnTo>
                  <a:lnTo>
                    <a:pt x="685217" y="226868"/>
                  </a:lnTo>
                  <a:lnTo>
                    <a:pt x="689971" y="228824"/>
                  </a:lnTo>
                  <a:lnTo>
                    <a:pt x="691047" y="232921"/>
                  </a:lnTo>
                  <a:lnTo>
                    <a:pt x="693721" y="234912"/>
                  </a:lnTo>
                  <a:lnTo>
                    <a:pt x="693949" y="235082"/>
                  </a:lnTo>
                  <a:lnTo>
                    <a:pt x="699291" y="233141"/>
                  </a:lnTo>
                  <a:lnTo>
                    <a:pt x="699476" y="233414"/>
                  </a:lnTo>
                  <a:lnTo>
                    <a:pt x="702033" y="237193"/>
                  </a:lnTo>
                  <a:lnTo>
                    <a:pt x="702693" y="241405"/>
                  </a:lnTo>
                  <a:lnTo>
                    <a:pt x="708060" y="241629"/>
                  </a:lnTo>
                  <a:lnTo>
                    <a:pt x="712056" y="237407"/>
                  </a:lnTo>
                  <a:lnTo>
                    <a:pt x="717378" y="234076"/>
                  </a:lnTo>
                  <a:lnTo>
                    <a:pt x="720348" y="232728"/>
                  </a:lnTo>
                  <a:lnTo>
                    <a:pt x="723494" y="238634"/>
                  </a:lnTo>
                  <a:lnTo>
                    <a:pt x="720660" y="242092"/>
                  </a:lnTo>
                  <a:lnTo>
                    <a:pt x="725126" y="249828"/>
                  </a:lnTo>
                  <a:lnTo>
                    <a:pt x="729479" y="248501"/>
                  </a:lnTo>
                  <a:lnTo>
                    <a:pt x="729614" y="244998"/>
                  </a:lnTo>
                  <a:lnTo>
                    <a:pt x="730204" y="241509"/>
                  </a:lnTo>
                  <a:lnTo>
                    <a:pt x="731795" y="237596"/>
                  </a:lnTo>
                  <a:lnTo>
                    <a:pt x="736986" y="234652"/>
                  </a:lnTo>
                  <a:lnTo>
                    <a:pt x="736656" y="231796"/>
                  </a:lnTo>
                  <a:lnTo>
                    <a:pt x="739316" y="229358"/>
                  </a:lnTo>
                  <a:lnTo>
                    <a:pt x="739892" y="229298"/>
                  </a:lnTo>
                  <a:lnTo>
                    <a:pt x="740661" y="229219"/>
                  </a:lnTo>
                  <a:lnTo>
                    <a:pt x="742839" y="228994"/>
                  </a:lnTo>
                  <a:lnTo>
                    <a:pt x="743574" y="232940"/>
                  </a:lnTo>
                  <a:lnTo>
                    <a:pt x="747238" y="237809"/>
                  </a:lnTo>
                  <a:lnTo>
                    <a:pt x="751404" y="235708"/>
                  </a:lnTo>
                  <a:lnTo>
                    <a:pt x="752801" y="238071"/>
                  </a:lnTo>
                  <a:lnTo>
                    <a:pt x="757667" y="238813"/>
                  </a:lnTo>
                  <a:lnTo>
                    <a:pt x="759804" y="234690"/>
                  </a:lnTo>
                  <a:lnTo>
                    <a:pt x="761345" y="231037"/>
                  </a:lnTo>
                  <a:lnTo>
                    <a:pt x="766348" y="233859"/>
                  </a:lnTo>
                  <a:lnTo>
                    <a:pt x="766698" y="234056"/>
                  </a:lnTo>
                  <a:lnTo>
                    <a:pt x="766647" y="238524"/>
                  </a:lnTo>
                  <a:lnTo>
                    <a:pt x="768187" y="239523"/>
                  </a:lnTo>
                  <a:lnTo>
                    <a:pt x="771878" y="239462"/>
                  </a:lnTo>
                  <a:lnTo>
                    <a:pt x="773646" y="243398"/>
                  </a:lnTo>
                  <a:lnTo>
                    <a:pt x="778573" y="242602"/>
                  </a:lnTo>
                  <a:lnTo>
                    <a:pt x="781165" y="245524"/>
                  </a:lnTo>
                  <a:lnTo>
                    <a:pt x="783063" y="248205"/>
                  </a:lnTo>
                  <a:lnTo>
                    <a:pt x="784379" y="250062"/>
                  </a:lnTo>
                  <a:lnTo>
                    <a:pt x="788432" y="246226"/>
                  </a:lnTo>
                  <a:lnTo>
                    <a:pt x="790575" y="243015"/>
                  </a:lnTo>
                  <a:lnTo>
                    <a:pt x="794279" y="244801"/>
                  </a:lnTo>
                  <a:lnTo>
                    <a:pt x="798300" y="239904"/>
                  </a:lnTo>
                  <a:lnTo>
                    <a:pt x="799794" y="237019"/>
                  </a:lnTo>
                  <a:lnTo>
                    <a:pt x="806346" y="235859"/>
                  </a:lnTo>
                  <a:lnTo>
                    <a:pt x="815874" y="232396"/>
                  </a:lnTo>
                  <a:lnTo>
                    <a:pt x="819508" y="233231"/>
                  </a:lnTo>
                  <a:lnTo>
                    <a:pt x="822720" y="233383"/>
                  </a:lnTo>
                  <a:lnTo>
                    <a:pt x="824550" y="233469"/>
                  </a:lnTo>
                  <a:lnTo>
                    <a:pt x="826819" y="232102"/>
                  </a:lnTo>
                  <a:lnTo>
                    <a:pt x="830636" y="229799"/>
                  </a:lnTo>
                  <a:lnTo>
                    <a:pt x="835662" y="228658"/>
                  </a:lnTo>
                  <a:lnTo>
                    <a:pt x="840549" y="226489"/>
                  </a:lnTo>
                  <a:lnTo>
                    <a:pt x="844055" y="226322"/>
                  </a:lnTo>
                  <a:lnTo>
                    <a:pt x="846599" y="229920"/>
                  </a:lnTo>
                  <a:lnTo>
                    <a:pt x="852519" y="231101"/>
                  </a:lnTo>
                  <a:lnTo>
                    <a:pt x="859654" y="230810"/>
                  </a:lnTo>
                  <a:lnTo>
                    <a:pt x="862770" y="230095"/>
                  </a:lnTo>
                  <a:lnTo>
                    <a:pt x="864779" y="229633"/>
                  </a:lnTo>
                  <a:lnTo>
                    <a:pt x="866783" y="224852"/>
                  </a:lnTo>
                  <a:lnTo>
                    <a:pt x="868679" y="221849"/>
                  </a:lnTo>
                  <a:lnTo>
                    <a:pt x="874068" y="223653"/>
                  </a:lnTo>
                  <a:lnTo>
                    <a:pt x="874561" y="223818"/>
                  </a:lnTo>
                  <a:lnTo>
                    <a:pt x="878789" y="226408"/>
                  </a:lnTo>
                  <a:lnTo>
                    <a:pt x="882619" y="229983"/>
                  </a:lnTo>
                  <a:lnTo>
                    <a:pt x="887537" y="230618"/>
                  </a:lnTo>
                  <a:lnTo>
                    <a:pt x="890895" y="234174"/>
                  </a:lnTo>
                  <a:lnTo>
                    <a:pt x="893858" y="237072"/>
                  </a:lnTo>
                  <a:lnTo>
                    <a:pt x="898590" y="240100"/>
                  </a:lnTo>
                  <a:lnTo>
                    <a:pt x="904219" y="238983"/>
                  </a:lnTo>
                  <a:lnTo>
                    <a:pt x="906923" y="241261"/>
                  </a:lnTo>
                  <a:lnTo>
                    <a:pt x="908273" y="242397"/>
                  </a:lnTo>
                  <a:lnTo>
                    <a:pt x="914777" y="245033"/>
                  </a:lnTo>
                  <a:lnTo>
                    <a:pt x="919133" y="245072"/>
                  </a:lnTo>
                  <a:lnTo>
                    <a:pt x="922684" y="249164"/>
                  </a:lnTo>
                  <a:lnTo>
                    <a:pt x="925839" y="247519"/>
                  </a:lnTo>
                  <a:lnTo>
                    <a:pt x="931181" y="252623"/>
                  </a:lnTo>
                  <a:lnTo>
                    <a:pt x="933576" y="253518"/>
                  </a:lnTo>
                  <a:lnTo>
                    <a:pt x="936174" y="254161"/>
                  </a:lnTo>
                  <a:lnTo>
                    <a:pt x="937302" y="253130"/>
                  </a:lnTo>
                  <a:lnTo>
                    <a:pt x="939926" y="253188"/>
                  </a:lnTo>
                  <a:lnTo>
                    <a:pt x="944741" y="251764"/>
                  </a:lnTo>
                  <a:lnTo>
                    <a:pt x="946675" y="252181"/>
                  </a:lnTo>
                  <a:lnTo>
                    <a:pt x="948830" y="250093"/>
                  </a:lnTo>
                  <a:lnTo>
                    <a:pt x="951946" y="251182"/>
                  </a:lnTo>
                  <a:lnTo>
                    <a:pt x="957269" y="251307"/>
                  </a:lnTo>
                  <a:lnTo>
                    <a:pt x="959585" y="253016"/>
                  </a:lnTo>
                  <a:lnTo>
                    <a:pt x="960264" y="263364"/>
                  </a:lnTo>
                  <a:lnTo>
                    <a:pt x="960846" y="272794"/>
                  </a:lnTo>
                  <a:lnTo>
                    <a:pt x="961185" y="278098"/>
                  </a:lnTo>
                  <a:lnTo>
                    <a:pt x="961820" y="288028"/>
                  </a:lnTo>
                  <a:lnTo>
                    <a:pt x="962585" y="300655"/>
                  </a:lnTo>
                  <a:lnTo>
                    <a:pt x="963347" y="313017"/>
                  </a:lnTo>
                  <a:lnTo>
                    <a:pt x="963808" y="320499"/>
                  </a:lnTo>
                  <a:lnTo>
                    <a:pt x="964383" y="329844"/>
                  </a:lnTo>
                  <a:lnTo>
                    <a:pt x="965090" y="341365"/>
                  </a:lnTo>
                  <a:lnTo>
                    <a:pt x="966058" y="356748"/>
                  </a:lnTo>
                  <a:lnTo>
                    <a:pt x="966219" y="359317"/>
                  </a:lnTo>
                  <a:lnTo>
                    <a:pt x="967140" y="374297"/>
                  </a:lnTo>
                  <a:lnTo>
                    <a:pt x="967459" y="379493"/>
                  </a:lnTo>
                  <a:lnTo>
                    <a:pt x="968318" y="392504"/>
                  </a:lnTo>
                  <a:lnTo>
                    <a:pt x="969339" y="393575"/>
                  </a:lnTo>
                  <a:lnTo>
                    <a:pt x="973618" y="398059"/>
                  </a:lnTo>
                  <a:lnTo>
                    <a:pt x="979014" y="400665"/>
                  </a:lnTo>
                  <a:lnTo>
                    <a:pt x="981690" y="404863"/>
                  </a:lnTo>
                  <a:lnTo>
                    <a:pt x="983818" y="408195"/>
                  </a:lnTo>
                  <a:lnTo>
                    <a:pt x="988249" y="417285"/>
                  </a:lnTo>
                  <a:lnTo>
                    <a:pt x="987657" y="424347"/>
                  </a:lnTo>
                  <a:lnTo>
                    <a:pt x="986467" y="427691"/>
                  </a:lnTo>
                  <a:lnTo>
                    <a:pt x="990439" y="432689"/>
                  </a:lnTo>
                  <a:lnTo>
                    <a:pt x="995332" y="434421"/>
                  </a:lnTo>
                  <a:lnTo>
                    <a:pt x="993717" y="437717"/>
                  </a:lnTo>
                  <a:lnTo>
                    <a:pt x="997948" y="441024"/>
                  </a:lnTo>
                  <a:lnTo>
                    <a:pt x="1000527" y="445619"/>
                  </a:lnTo>
                  <a:lnTo>
                    <a:pt x="1000388" y="452278"/>
                  </a:lnTo>
                  <a:lnTo>
                    <a:pt x="1005381" y="455649"/>
                  </a:lnTo>
                  <a:lnTo>
                    <a:pt x="1006714" y="462446"/>
                  </a:lnTo>
                  <a:lnTo>
                    <a:pt x="1006856" y="462428"/>
                  </a:lnTo>
                  <a:lnTo>
                    <a:pt x="1010566" y="461954"/>
                  </a:lnTo>
                  <a:lnTo>
                    <a:pt x="1011908" y="461782"/>
                  </a:lnTo>
                  <a:lnTo>
                    <a:pt x="1011838" y="466881"/>
                  </a:lnTo>
                  <a:lnTo>
                    <a:pt x="1012989" y="473722"/>
                  </a:lnTo>
                  <a:lnTo>
                    <a:pt x="1012596" y="477627"/>
                  </a:lnTo>
                  <a:lnTo>
                    <a:pt x="1012036" y="481383"/>
                  </a:lnTo>
                  <a:lnTo>
                    <a:pt x="1013750" y="485075"/>
                  </a:lnTo>
                  <a:lnTo>
                    <a:pt x="1012188" y="489416"/>
                  </a:lnTo>
                  <a:lnTo>
                    <a:pt x="1011921" y="490158"/>
                  </a:lnTo>
                  <a:lnTo>
                    <a:pt x="1011474" y="496154"/>
                  </a:lnTo>
                  <a:lnTo>
                    <a:pt x="1008082" y="502192"/>
                  </a:lnTo>
                  <a:lnTo>
                    <a:pt x="1007465" y="507489"/>
                  </a:lnTo>
                  <a:lnTo>
                    <a:pt x="1003476" y="512693"/>
                  </a:lnTo>
                  <a:lnTo>
                    <a:pt x="1003721" y="515600"/>
                  </a:lnTo>
                  <a:lnTo>
                    <a:pt x="1000492" y="520117"/>
                  </a:lnTo>
                  <a:lnTo>
                    <a:pt x="1002196" y="523441"/>
                  </a:lnTo>
                  <a:lnTo>
                    <a:pt x="1003206" y="530223"/>
                  </a:lnTo>
                  <a:lnTo>
                    <a:pt x="1000586" y="532871"/>
                  </a:lnTo>
                  <a:lnTo>
                    <a:pt x="1000058" y="533404"/>
                  </a:lnTo>
                  <a:lnTo>
                    <a:pt x="999259" y="539478"/>
                  </a:lnTo>
                  <a:lnTo>
                    <a:pt x="1003717" y="544033"/>
                  </a:lnTo>
                  <a:lnTo>
                    <a:pt x="1003590" y="546870"/>
                  </a:lnTo>
                  <a:lnTo>
                    <a:pt x="1003515" y="548553"/>
                  </a:lnTo>
                  <a:lnTo>
                    <a:pt x="1004552" y="553078"/>
                  </a:lnTo>
                  <a:lnTo>
                    <a:pt x="1004997" y="558533"/>
                  </a:lnTo>
                  <a:lnTo>
                    <a:pt x="1005205" y="563756"/>
                  </a:lnTo>
                  <a:lnTo>
                    <a:pt x="1005040" y="563945"/>
                  </a:lnTo>
                  <a:lnTo>
                    <a:pt x="1002474" y="566887"/>
                  </a:lnTo>
                  <a:lnTo>
                    <a:pt x="997606" y="573244"/>
                  </a:lnTo>
                  <a:lnTo>
                    <a:pt x="996163" y="578740"/>
                  </a:lnTo>
                  <a:lnTo>
                    <a:pt x="994560" y="580849"/>
                  </a:lnTo>
                  <a:lnTo>
                    <a:pt x="993089" y="582785"/>
                  </a:lnTo>
                  <a:lnTo>
                    <a:pt x="988887" y="587444"/>
                  </a:lnTo>
                  <a:lnTo>
                    <a:pt x="992128" y="590914"/>
                  </a:lnTo>
                  <a:lnTo>
                    <a:pt x="994504" y="594116"/>
                  </a:lnTo>
                  <a:lnTo>
                    <a:pt x="996671" y="596958"/>
                  </a:lnTo>
                  <a:lnTo>
                    <a:pt x="994898" y="598124"/>
                  </a:lnTo>
                  <a:lnTo>
                    <a:pt x="986960" y="598394"/>
                  </a:lnTo>
                  <a:lnTo>
                    <a:pt x="979564" y="599895"/>
                  </a:lnTo>
                  <a:lnTo>
                    <a:pt x="971467" y="603542"/>
                  </a:lnTo>
                  <a:lnTo>
                    <a:pt x="956658" y="611192"/>
                  </a:lnTo>
                  <a:lnTo>
                    <a:pt x="955373" y="611854"/>
                  </a:lnTo>
                  <a:lnTo>
                    <a:pt x="945359" y="616997"/>
                  </a:lnTo>
                  <a:lnTo>
                    <a:pt x="938111" y="620805"/>
                  </a:lnTo>
                  <a:lnTo>
                    <a:pt x="932318" y="624486"/>
                  </a:lnTo>
                  <a:lnTo>
                    <a:pt x="927808" y="630277"/>
                  </a:lnTo>
                  <a:lnTo>
                    <a:pt x="928655" y="633598"/>
                  </a:lnTo>
                  <a:lnTo>
                    <a:pt x="922471" y="638641"/>
                  </a:lnTo>
                  <a:lnTo>
                    <a:pt x="905421" y="651372"/>
                  </a:lnTo>
                  <a:lnTo>
                    <a:pt x="898685" y="658237"/>
                  </a:lnTo>
                  <a:lnTo>
                    <a:pt x="897919" y="659016"/>
                  </a:lnTo>
                  <a:lnTo>
                    <a:pt x="892845" y="663253"/>
                  </a:lnTo>
                  <a:lnTo>
                    <a:pt x="884809" y="671650"/>
                  </a:lnTo>
                  <a:lnTo>
                    <a:pt x="878303" y="678051"/>
                  </a:lnTo>
                  <a:lnTo>
                    <a:pt x="873781" y="678944"/>
                  </a:lnTo>
                  <a:lnTo>
                    <a:pt x="868547" y="682280"/>
                  </a:lnTo>
                  <a:lnTo>
                    <a:pt x="862197" y="686319"/>
                  </a:lnTo>
                  <a:lnTo>
                    <a:pt x="854791" y="691079"/>
                  </a:lnTo>
                  <a:lnTo>
                    <a:pt x="844806" y="697739"/>
                  </a:lnTo>
                  <a:lnTo>
                    <a:pt x="830061" y="705281"/>
                  </a:lnTo>
                  <a:lnTo>
                    <a:pt x="814875" y="713641"/>
                  </a:lnTo>
                  <a:lnTo>
                    <a:pt x="804381" y="721104"/>
                  </a:lnTo>
                  <a:lnTo>
                    <a:pt x="800509" y="724282"/>
                  </a:lnTo>
                  <a:lnTo>
                    <a:pt x="799586" y="725039"/>
                  </a:lnTo>
                  <a:lnTo>
                    <a:pt x="795582" y="730929"/>
                  </a:lnTo>
                  <a:lnTo>
                    <a:pt x="780705" y="739982"/>
                  </a:lnTo>
                  <a:lnTo>
                    <a:pt x="773843" y="745438"/>
                  </a:lnTo>
                  <a:lnTo>
                    <a:pt x="768172" y="750474"/>
                  </a:lnTo>
                  <a:lnTo>
                    <a:pt x="763498" y="755164"/>
                  </a:lnTo>
                  <a:lnTo>
                    <a:pt x="760813" y="757855"/>
                  </a:lnTo>
                  <a:lnTo>
                    <a:pt x="751734" y="769090"/>
                  </a:lnTo>
                  <a:lnTo>
                    <a:pt x="748667" y="775594"/>
                  </a:lnTo>
                  <a:lnTo>
                    <a:pt x="748579" y="775781"/>
                  </a:lnTo>
                  <a:lnTo>
                    <a:pt x="745003" y="780232"/>
                  </a:lnTo>
                  <a:lnTo>
                    <a:pt x="741133" y="786529"/>
                  </a:lnTo>
                  <a:lnTo>
                    <a:pt x="735625" y="797426"/>
                  </a:lnTo>
                  <a:lnTo>
                    <a:pt x="734839" y="799217"/>
                  </a:lnTo>
                  <a:lnTo>
                    <a:pt x="732219" y="805178"/>
                  </a:lnTo>
                  <a:lnTo>
                    <a:pt x="729280" y="812707"/>
                  </a:lnTo>
                  <a:lnTo>
                    <a:pt x="726284" y="822542"/>
                  </a:lnTo>
                  <a:lnTo>
                    <a:pt x="725504" y="826116"/>
                  </a:lnTo>
                  <a:lnTo>
                    <a:pt x="724659" y="829987"/>
                  </a:lnTo>
                  <a:lnTo>
                    <a:pt x="723403" y="845589"/>
                  </a:lnTo>
                  <a:lnTo>
                    <a:pt x="724747" y="861084"/>
                  </a:lnTo>
                  <a:lnTo>
                    <a:pt x="728745" y="877329"/>
                  </a:lnTo>
                  <a:lnTo>
                    <a:pt x="731842" y="886260"/>
                  </a:lnTo>
                  <a:lnTo>
                    <a:pt x="734815" y="894816"/>
                  </a:lnTo>
                  <a:lnTo>
                    <a:pt x="737191" y="902928"/>
                  </a:lnTo>
                  <a:lnTo>
                    <a:pt x="739915" y="912212"/>
                  </a:lnTo>
                  <a:lnTo>
                    <a:pt x="743556" y="931950"/>
                  </a:lnTo>
                  <a:lnTo>
                    <a:pt x="744272" y="937709"/>
                  </a:lnTo>
                  <a:lnTo>
                    <a:pt x="744902" y="941825"/>
                  </a:lnTo>
                  <a:lnTo>
                    <a:pt x="744047" y="943819"/>
                  </a:lnTo>
                  <a:lnTo>
                    <a:pt x="739887" y="942895"/>
                  </a:lnTo>
                  <a:lnTo>
                    <a:pt x="734179" y="945338"/>
                  </a:lnTo>
                  <a:lnTo>
                    <a:pt x="729182" y="946585"/>
                  </a:lnTo>
                  <a:lnTo>
                    <a:pt x="726957" y="948490"/>
                  </a:lnTo>
                  <a:lnTo>
                    <a:pt x="727514" y="951458"/>
                  </a:lnTo>
                  <a:lnTo>
                    <a:pt x="726525" y="954044"/>
                  </a:lnTo>
                  <a:lnTo>
                    <a:pt x="722433" y="954141"/>
                  </a:lnTo>
                  <a:lnTo>
                    <a:pt x="719715" y="950756"/>
                  </a:lnTo>
                  <a:lnTo>
                    <a:pt x="716251" y="950791"/>
                  </a:lnTo>
                  <a:lnTo>
                    <a:pt x="712383" y="947346"/>
                  </a:lnTo>
                  <a:lnTo>
                    <a:pt x="709094" y="945852"/>
                  </a:lnTo>
                  <a:lnTo>
                    <a:pt x="703916" y="939878"/>
                  </a:lnTo>
                  <a:lnTo>
                    <a:pt x="699529" y="938497"/>
                  </a:lnTo>
                  <a:lnTo>
                    <a:pt x="694445" y="937856"/>
                  </a:lnTo>
                  <a:lnTo>
                    <a:pt x="691412" y="935879"/>
                  </a:lnTo>
                  <a:lnTo>
                    <a:pt x="685914" y="935790"/>
                  </a:lnTo>
                  <a:lnTo>
                    <a:pt x="685181" y="935777"/>
                  </a:lnTo>
                  <a:lnTo>
                    <a:pt x="679176" y="935783"/>
                  </a:lnTo>
                  <a:lnTo>
                    <a:pt x="673704" y="935531"/>
                  </a:lnTo>
                  <a:lnTo>
                    <a:pt x="671421" y="937590"/>
                  </a:lnTo>
                  <a:lnTo>
                    <a:pt x="668045" y="936409"/>
                  </a:lnTo>
                  <a:lnTo>
                    <a:pt x="667143" y="936093"/>
                  </a:lnTo>
                  <a:lnTo>
                    <a:pt x="662355" y="936493"/>
                  </a:lnTo>
                  <a:lnTo>
                    <a:pt x="658450" y="936544"/>
                  </a:lnTo>
                  <a:lnTo>
                    <a:pt x="654179" y="935123"/>
                  </a:lnTo>
                  <a:lnTo>
                    <a:pt x="649684" y="931926"/>
                  </a:lnTo>
                  <a:lnTo>
                    <a:pt x="642756" y="927804"/>
                  </a:lnTo>
                  <a:lnTo>
                    <a:pt x="638126" y="924216"/>
                  </a:lnTo>
                  <a:lnTo>
                    <a:pt x="633112" y="922912"/>
                  </a:lnTo>
                  <a:lnTo>
                    <a:pt x="627133" y="921195"/>
                  </a:lnTo>
                  <a:lnTo>
                    <a:pt x="625733" y="920536"/>
                  </a:lnTo>
                  <a:lnTo>
                    <a:pt x="624060" y="919749"/>
                  </a:lnTo>
                  <a:lnTo>
                    <a:pt x="620741" y="921229"/>
                  </a:lnTo>
                  <a:lnTo>
                    <a:pt x="617053" y="918647"/>
                  </a:lnTo>
                  <a:lnTo>
                    <a:pt x="610355" y="913325"/>
                  </a:lnTo>
                  <a:lnTo>
                    <a:pt x="608067" y="909543"/>
                  </a:lnTo>
                  <a:lnTo>
                    <a:pt x="601238" y="910687"/>
                  </a:lnTo>
                  <a:lnTo>
                    <a:pt x="595696" y="907509"/>
                  </a:lnTo>
                  <a:lnTo>
                    <a:pt x="589631" y="905975"/>
                  </a:lnTo>
                  <a:lnTo>
                    <a:pt x="585580" y="907403"/>
                  </a:lnTo>
                  <a:lnTo>
                    <a:pt x="583198" y="904780"/>
                  </a:lnTo>
                  <a:lnTo>
                    <a:pt x="584732" y="900256"/>
                  </a:lnTo>
                  <a:lnTo>
                    <a:pt x="583620" y="898190"/>
                  </a:lnTo>
                  <a:lnTo>
                    <a:pt x="578164" y="893839"/>
                  </a:lnTo>
                  <a:lnTo>
                    <a:pt x="577708" y="892081"/>
                  </a:lnTo>
                  <a:lnTo>
                    <a:pt x="575715" y="884379"/>
                  </a:lnTo>
                  <a:lnTo>
                    <a:pt x="574986" y="878308"/>
                  </a:lnTo>
                  <a:lnTo>
                    <a:pt x="572213" y="872682"/>
                  </a:lnTo>
                  <a:lnTo>
                    <a:pt x="570048" y="867811"/>
                  </a:lnTo>
                  <a:lnTo>
                    <a:pt x="565119" y="864598"/>
                  </a:lnTo>
                  <a:lnTo>
                    <a:pt x="562469" y="860243"/>
                  </a:lnTo>
                  <a:lnTo>
                    <a:pt x="560309" y="855499"/>
                  </a:lnTo>
                  <a:lnTo>
                    <a:pt x="555443" y="851648"/>
                  </a:lnTo>
                  <a:lnTo>
                    <a:pt x="555799" y="844453"/>
                  </a:lnTo>
                  <a:lnTo>
                    <a:pt x="556760" y="839790"/>
                  </a:lnTo>
                  <a:lnTo>
                    <a:pt x="555492" y="834083"/>
                  </a:lnTo>
                  <a:lnTo>
                    <a:pt x="554210" y="830628"/>
                  </a:lnTo>
                  <a:lnTo>
                    <a:pt x="554006" y="830078"/>
                  </a:lnTo>
                  <a:lnTo>
                    <a:pt x="551999" y="827730"/>
                  </a:lnTo>
                  <a:lnTo>
                    <a:pt x="548614" y="826760"/>
                  </a:lnTo>
                  <a:lnTo>
                    <a:pt x="551982" y="817271"/>
                  </a:lnTo>
                  <a:lnTo>
                    <a:pt x="551351" y="813791"/>
                  </a:lnTo>
                  <a:lnTo>
                    <a:pt x="551135" y="809430"/>
                  </a:lnTo>
                  <a:lnTo>
                    <a:pt x="548645" y="809586"/>
                  </a:lnTo>
                  <a:lnTo>
                    <a:pt x="548466" y="802345"/>
                  </a:lnTo>
                  <a:lnTo>
                    <a:pt x="546298" y="799317"/>
                  </a:lnTo>
                  <a:lnTo>
                    <a:pt x="540823" y="797545"/>
                  </a:lnTo>
                  <a:lnTo>
                    <a:pt x="534351" y="795749"/>
                  </a:lnTo>
                  <a:lnTo>
                    <a:pt x="529984" y="790228"/>
                  </a:lnTo>
                  <a:lnTo>
                    <a:pt x="526502" y="788037"/>
                  </a:lnTo>
                  <a:lnTo>
                    <a:pt x="523021" y="784744"/>
                  </a:lnTo>
                  <a:lnTo>
                    <a:pt x="520348" y="780688"/>
                  </a:lnTo>
                  <a:lnTo>
                    <a:pt x="518204" y="776155"/>
                  </a:lnTo>
                  <a:lnTo>
                    <a:pt x="517148" y="772352"/>
                  </a:lnTo>
                  <a:lnTo>
                    <a:pt x="515962" y="767921"/>
                  </a:lnTo>
                  <a:lnTo>
                    <a:pt x="511716" y="765872"/>
                  </a:lnTo>
                  <a:lnTo>
                    <a:pt x="508194" y="758529"/>
                  </a:lnTo>
                  <a:lnTo>
                    <a:pt x="504440" y="753913"/>
                  </a:lnTo>
                  <a:lnTo>
                    <a:pt x="496500" y="749037"/>
                  </a:lnTo>
                  <a:lnTo>
                    <a:pt x="494648" y="747469"/>
                  </a:lnTo>
                  <a:lnTo>
                    <a:pt x="489034" y="742705"/>
                  </a:lnTo>
                  <a:lnTo>
                    <a:pt x="487446" y="738169"/>
                  </a:lnTo>
                  <a:lnTo>
                    <a:pt x="484829" y="732719"/>
                  </a:lnTo>
                  <a:lnTo>
                    <a:pt x="483513" y="726915"/>
                  </a:lnTo>
                  <a:lnTo>
                    <a:pt x="481028" y="722443"/>
                  </a:lnTo>
                  <a:lnTo>
                    <a:pt x="479394" y="718998"/>
                  </a:lnTo>
                  <a:lnTo>
                    <a:pt x="478742" y="713654"/>
                  </a:lnTo>
                  <a:lnTo>
                    <a:pt x="474650" y="709965"/>
                  </a:lnTo>
                  <a:lnTo>
                    <a:pt x="470538" y="705912"/>
                  </a:lnTo>
                  <a:lnTo>
                    <a:pt x="470055" y="701023"/>
                  </a:lnTo>
                  <a:lnTo>
                    <a:pt x="467976" y="696859"/>
                  </a:lnTo>
                  <a:lnTo>
                    <a:pt x="467771" y="693057"/>
                  </a:lnTo>
                  <a:lnTo>
                    <a:pt x="464515" y="690335"/>
                  </a:lnTo>
                  <a:lnTo>
                    <a:pt x="460537" y="684279"/>
                  </a:lnTo>
                  <a:lnTo>
                    <a:pt x="458991" y="679508"/>
                  </a:lnTo>
                  <a:lnTo>
                    <a:pt x="457981" y="672859"/>
                  </a:lnTo>
                  <a:lnTo>
                    <a:pt x="457136" y="668211"/>
                  </a:lnTo>
                  <a:lnTo>
                    <a:pt x="456872" y="666757"/>
                  </a:lnTo>
                  <a:lnTo>
                    <a:pt x="452693" y="664105"/>
                  </a:lnTo>
                  <a:lnTo>
                    <a:pt x="449128" y="660560"/>
                  </a:lnTo>
                  <a:lnTo>
                    <a:pt x="447340" y="655257"/>
                  </a:lnTo>
                  <a:lnTo>
                    <a:pt x="446852" y="654797"/>
                  </a:lnTo>
                  <a:lnTo>
                    <a:pt x="443167" y="651317"/>
                  </a:lnTo>
                  <a:lnTo>
                    <a:pt x="440166" y="648036"/>
                  </a:lnTo>
                  <a:lnTo>
                    <a:pt x="431588" y="642983"/>
                  </a:lnTo>
                  <a:lnTo>
                    <a:pt x="426561" y="634419"/>
                  </a:lnTo>
                  <a:lnTo>
                    <a:pt x="420451" y="633013"/>
                  </a:lnTo>
                  <a:lnTo>
                    <a:pt x="416129" y="628781"/>
                  </a:lnTo>
                  <a:lnTo>
                    <a:pt x="411210" y="628706"/>
                  </a:lnTo>
                  <a:lnTo>
                    <a:pt x="407269" y="623506"/>
                  </a:lnTo>
                  <a:lnTo>
                    <a:pt x="407199" y="617897"/>
                  </a:lnTo>
                  <a:lnTo>
                    <a:pt x="402497" y="615742"/>
                  </a:lnTo>
                  <a:lnTo>
                    <a:pt x="399947" y="609088"/>
                  </a:lnTo>
                  <a:lnTo>
                    <a:pt x="395802" y="607091"/>
                  </a:lnTo>
                  <a:lnTo>
                    <a:pt x="391886" y="606585"/>
                  </a:lnTo>
                  <a:lnTo>
                    <a:pt x="387324" y="603818"/>
                  </a:lnTo>
                  <a:lnTo>
                    <a:pt x="379945" y="606316"/>
                  </a:lnTo>
                  <a:lnTo>
                    <a:pt x="375243" y="606002"/>
                  </a:lnTo>
                  <a:lnTo>
                    <a:pt x="371521" y="604927"/>
                  </a:lnTo>
                  <a:lnTo>
                    <a:pt x="367767" y="603840"/>
                  </a:lnTo>
                  <a:lnTo>
                    <a:pt x="362571" y="603385"/>
                  </a:lnTo>
                  <a:lnTo>
                    <a:pt x="355436" y="602037"/>
                  </a:lnTo>
                  <a:lnTo>
                    <a:pt x="351031" y="602369"/>
                  </a:lnTo>
                  <a:lnTo>
                    <a:pt x="346924" y="603663"/>
                  </a:lnTo>
                  <a:lnTo>
                    <a:pt x="343619" y="603095"/>
                  </a:lnTo>
                  <a:lnTo>
                    <a:pt x="340044" y="600586"/>
                  </a:lnTo>
                  <a:lnTo>
                    <a:pt x="334897" y="598307"/>
                  </a:lnTo>
                  <a:lnTo>
                    <a:pt x="329148" y="595106"/>
                  </a:lnTo>
                  <a:lnTo>
                    <a:pt x="327774" y="595559"/>
                  </a:lnTo>
                  <a:lnTo>
                    <a:pt x="325297" y="596375"/>
                  </a:lnTo>
                  <a:lnTo>
                    <a:pt x="323661" y="600077"/>
                  </a:lnTo>
                  <a:lnTo>
                    <a:pt x="321702" y="604922"/>
                  </a:lnTo>
                  <a:lnTo>
                    <a:pt x="315735" y="603482"/>
                  </a:lnTo>
                  <a:lnTo>
                    <a:pt x="312287" y="603340"/>
                  </a:lnTo>
                  <a:lnTo>
                    <a:pt x="309196" y="605747"/>
                  </a:lnTo>
                  <a:lnTo>
                    <a:pt x="304312" y="605975"/>
                  </a:lnTo>
                  <a:lnTo>
                    <a:pt x="299215" y="606706"/>
                  </a:lnTo>
                  <a:lnTo>
                    <a:pt x="297785" y="612180"/>
                  </a:lnTo>
                  <a:lnTo>
                    <a:pt x="294105" y="616942"/>
                  </a:lnTo>
                  <a:lnTo>
                    <a:pt x="290857" y="622685"/>
                  </a:lnTo>
                  <a:lnTo>
                    <a:pt x="288309" y="625657"/>
                  </a:lnTo>
                  <a:lnTo>
                    <a:pt x="286354" y="632567"/>
                  </a:lnTo>
                  <a:lnTo>
                    <a:pt x="286751" y="636574"/>
                  </a:lnTo>
                  <a:lnTo>
                    <a:pt x="282887" y="640687"/>
                  </a:lnTo>
                  <a:lnTo>
                    <a:pt x="281205" y="646436"/>
                  </a:lnTo>
                  <a:lnTo>
                    <a:pt x="282651" y="650547"/>
                  </a:lnTo>
                  <a:lnTo>
                    <a:pt x="278836" y="654969"/>
                  </a:lnTo>
                  <a:lnTo>
                    <a:pt x="272579" y="657389"/>
                  </a:lnTo>
                  <a:lnTo>
                    <a:pt x="269250" y="662471"/>
                  </a:lnTo>
                  <a:lnTo>
                    <a:pt x="265973" y="663901"/>
                  </a:lnTo>
                  <a:lnTo>
                    <a:pt x="263907" y="669083"/>
                  </a:lnTo>
                  <a:lnTo>
                    <a:pt x="261689" y="673000"/>
                  </a:lnTo>
                  <a:lnTo>
                    <a:pt x="253678" y="671868"/>
                  </a:lnTo>
                  <a:lnTo>
                    <a:pt x="249406" y="672547"/>
                  </a:lnTo>
                  <a:lnTo>
                    <a:pt x="243086" y="669022"/>
                  </a:lnTo>
                  <a:lnTo>
                    <a:pt x="235186" y="664433"/>
                  </a:lnTo>
                  <a:lnTo>
                    <a:pt x="230473" y="659404"/>
                  </a:lnTo>
                  <a:lnTo>
                    <a:pt x="225186" y="656574"/>
                  </a:lnTo>
                  <a:lnTo>
                    <a:pt x="219867" y="654505"/>
                  </a:lnTo>
                  <a:lnTo>
                    <a:pt x="214812" y="652455"/>
                  </a:lnTo>
                  <a:lnTo>
                    <a:pt x="209931" y="646344"/>
                  </a:lnTo>
                  <a:lnTo>
                    <a:pt x="209553" y="646172"/>
                  </a:lnTo>
                  <a:lnTo>
                    <a:pt x="204634" y="643935"/>
                  </a:lnTo>
                  <a:lnTo>
                    <a:pt x="195306" y="642249"/>
                  </a:lnTo>
                  <a:lnTo>
                    <a:pt x="189063" y="638842"/>
                  </a:lnTo>
                  <a:lnTo>
                    <a:pt x="182276" y="633840"/>
                  </a:lnTo>
                  <a:lnTo>
                    <a:pt x="179459" y="629862"/>
                  </a:lnTo>
                  <a:lnTo>
                    <a:pt x="175881" y="624791"/>
                  </a:lnTo>
                  <a:lnTo>
                    <a:pt x="169741" y="620618"/>
                  </a:lnTo>
                  <a:lnTo>
                    <a:pt x="164886" y="618701"/>
                  </a:lnTo>
                  <a:lnTo>
                    <a:pt x="158715" y="612968"/>
                  </a:lnTo>
                  <a:lnTo>
                    <a:pt x="152101" y="606148"/>
                  </a:lnTo>
                  <a:lnTo>
                    <a:pt x="150435" y="597616"/>
                  </a:lnTo>
                  <a:lnTo>
                    <a:pt x="146533" y="590790"/>
                  </a:lnTo>
                  <a:lnTo>
                    <a:pt x="142614" y="584615"/>
                  </a:lnTo>
                  <a:lnTo>
                    <a:pt x="141906" y="577522"/>
                  </a:lnTo>
                  <a:lnTo>
                    <a:pt x="140593" y="574384"/>
                  </a:lnTo>
                  <a:lnTo>
                    <a:pt x="141873" y="567016"/>
                  </a:lnTo>
                  <a:lnTo>
                    <a:pt x="141469" y="557646"/>
                  </a:lnTo>
                  <a:lnTo>
                    <a:pt x="138718" y="553223"/>
                  </a:lnTo>
                  <a:lnTo>
                    <a:pt x="137235" y="549409"/>
                  </a:lnTo>
                  <a:lnTo>
                    <a:pt x="132625" y="542947"/>
                  </a:lnTo>
                  <a:lnTo>
                    <a:pt x="129957" y="541011"/>
                  </a:lnTo>
                  <a:lnTo>
                    <a:pt x="129443" y="534872"/>
                  </a:lnTo>
                  <a:lnTo>
                    <a:pt x="128252" y="527953"/>
                  </a:lnTo>
                  <a:lnTo>
                    <a:pt x="125793" y="521571"/>
                  </a:lnTo>
                  <a:lnTo>
                    <a:pt x="122129" y="520875"/>
                  </a:lnTo>
                  <a:lnTo>
                    <a:pt x="121534" y="519179"/>
                  </a:lnTo>
                  <a:lnTo>
                    <a:pt x="120132" y="515176"/>
                  </a:lnTo>
                  <a:lnTo>
                    <a:pt x="115433" y="513673"/>
                  </a:lnTo>
                  <a:lnTo>
                    <a:pt x="112780" y="510595"/>
                  </a:lnTo>
                  <a:lnTo>
                    <a:pt x="108136" y="506901"/>
                  </a:lnTo>
                  <a:lnTo>
                    <a:pt x="103789" y="502651"/>
                  </a:lnTo>
                  <a:lnTo>
                    <a:pt x="96376" y="500818"/>
                  </a:lnTo>
                  <a:lnTo>
                    <a:pt x="90375" y="497217"/>
                  </a:lnTo>
                  <a:lnTo>
                    <a:pt x="90132" y="493978"/>
                  </a:lnTo>
                  <a:lnTo>
                    <a:pt x="83528" y="488690"/>
                  </a:lnTo>
                  <a:lnTo>
                    <a:pt x="78372" y="484150"/>
                  </a:lnTo>
                  <a:lnTo>
                    <a:pt x="76882" y="480004"/>
                  </a:lnTo>
                  <a:lnTo>
                    <a:pt x="73493" y="474120"/>
                  </a:lnTo>
                  <a:lnTo>
                    <a:pt x="67320" y="470321"/>
                  </a:lnTo>
                  <a:lnTo>
                    <a:pt x="62538" y="467264"/>
                  </a:lnTo>
                  <a:lnTo>
                    <a:pt x="61087" y="463996"/>
                  </a:lnTo>
                  <a:lnTo>
                    <a:pt x="55741" y="455883"/>
                  </a:lnTo>
                  <a:lnTo>
                    <a:pt x="50559" y="452827"/>
                  </a:lnTo>
                  <a:lnTo>
                    <a:pt x="49610" y="448632"/>
                  </a:lnTo>
                  <a:lnTo>
                    <a:pt x="46453" y="446340"/>
                  </a:lnTo>
                  <a:lnTo>
                    <a:pt x="45821" y="445882"/>
                  </a:lnTo>
                  <a:lnTo>
                    <a:pt x="40038" y="444915"/>
                  </a:lnTo>
                  <a:lnTo>
                    <a:pt x="32993" y="439244"/>
                  </a:lnTo>
                  <a:lnTo>
                    <a:pt x="28599" y="433801"/>
                  </a:lnTo>
                  <a:lnTo>
                    <a:pt x="25484" y="429203"/>
                  </a:lnTo>
                  <a:lnTo>
                    <a:pt x="24067" y="423860"/>
                  </a:lnTo>
                  <a:lnTo>
                    <a:pt x="21549" y="419245"/>
                  </a:lnTo>
                  <a:lnTo>
                    <a:pt x="19462" y="415412"/>
                  </a:lnTo>
                  <a:lnTo>
                    <a:pt x="16027" y="411447"/>
                  </a:lnTo>
                  <a:lnTo>
                    <a:pt x="12252" y="410481"/>
                  </a:lnTo>
                  <a:lnTo>
                    <a:pt x="10875" y="411436"/>
                  </a:lnTo>
                  <a:lnTo>
                    <a:pt x="7734" y="408024"/>
                  </a:lnTo>
                  <a:lnTo>
                    <a:pt x="3839" y="404963"/>
                  </a:lnTo>
                  <a:lnTo>
                    <a:pt x="0" y="3994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583159" y="3326977"/>
              <a:ext cx="380467" cy="478393"/>
            </a:xfrm>
            <a:custGeom>
              <a:avLst/>
              <a:pathLst>
                <a:path w="380467" h="478393">
                  <a:moveTo>
                    <a:pt x="8052" y="378214"/>
                  </a:moveTo>
                  <a:lnTo>
                    <a:pt x="10024" y="366052"/>
                  </a:lnTo>
                  <a:lnTo>
                    <a:pt x="12011" y="354410"/>
                  </a:lnTo>
                  <a:lnTo>
                    <a:pt x="15652" y="331361"/>
                  </a:lnTo>
                  <a:lnTo>
                    <a:pt x="17024" y="322637"/>
                  </a:lnTo>
                  <a:lnTo>
                    <a:pt x="19149" y="309314"/>
                  </a:lnTo>
                  <a:lnTo>
                    <a:pt x="21467" y="294795"/>
                  </a:lnTo>
                  <a:lnTo>
                    <a:pt x="22956" y="285806"/>
                  </a:lnTo>
                  <a:lnTo>
                    <a:pt x="25833" y="268467"/>
                  </a:lnTo>
                  <a:lnTo>
                    <a:pt x="27521" y="257524"/>
                  </a:lnTo>
                  <a:lnTo>
                    <a:pt x="34542" y="214925"/>
                  </a:lnTo>
                  <a:lnTo>
                    <a:pt x="35134" y="211234"/>
                  </a:lnTo>
                  <a:lnTo>
                    <a:pt x="38617" y="189554"/>
                  </a:lnTo>
                  <a:lnTo>
                    <a:pt x="40223" y="179910"/>
                  </a:lnTo>
                  <a:lnTo>
                    <a:pt x="42981" y="163385"/>
                  </a:lnTo>
                  <a:lnTo>
                    <a:pt x="43250" y="161744"/>
                  </a:lnTo>
                  <a:lnTo>
                    <a:pt x="47238" y="137489"/>
                  </a:lnTo>
                  <a:lnTo>
                    <a:pt x="48658" y="129091"/>
                  </a:lnTo>
                  <a:lnTo>
                    <a:pt x="52065" y="109243"/>
                  </a:lnTo>
                  <a:lnTo>
                    <a:pt x="56052" y="85668"/>
                  </a:lnTo>
                  <a:lnTo>
                    <a:pt x="59067" y="67759"/>
                  </a:lnTo>
                  <a:lnTo>
                    <a:pt x="63217" y="43295"/>
                  </a:lnTo>
                  <a:lnTo>
                    <a:pt x="67011" y="20704"/>
                  </a:lnTo>
                  <a:lnTo>
                    <a:pt x="70361" y="0"/>
                  </a:lnTo>
                  <a:lnTo>
                    <a:pt x="84523" y="2897"/>
                  </a:lnTo>
                  <a:lnTo>
                    <a:pt x="105053" y="5945"/>
                  </a:lnTo>
                  <a:lnTo>
                    <a:pt x="120854" y="8300"/>
                  </a:lnTo>
                  <a:lnTo>
                    <a:pt x="136761" y="10700"/>
                  </a:lnTo>
                  <a:lnTo>
                    <a:pt x="159244" y="14076"/>
                  </a:lnTo>
                  <a:lnTo>
                    <a:pt x="183711" y="17775"/>
                  </a:lnTo>
                  <a:lnTo>
                    <a:pt x="190438" y="18991"/>
                  </a:lnTo>
                  <a:lnTo>
                    <a:pt x="193602" y="19560"/>
                  </a:lnTo>
                  <a:lnTo>
                    <a:pt x="216550" y="22781"/>
                  </a:lnTo>
                  <a:lnTo>
                    <a:pt x="232096" y="24976"/>
                  </a:lnTo>
                  <a:lnTo>
                    <a:pt x="234427" y="25301"/>
                  </a:lnTo>
                  <a:lnTo>
                    <a:pt x="240664" y="26077"/>
                  </a:lnTo>
                  <a:lnTo>
                    <a:pt x="261635" y="28910"/>
                  </a:lnTo>
                  <a:lnTo>
                    <a:pt x="256900" y="65417"/>
                  </a:lnTo>
                  <a:lnTo>
                    <a:pt x="256740" y="66653"/>
                  </a:lnTo>
                  <a:lnTo>
                    <a:pt x="254371" y="84377"/>
                  </a:lnTo>
                  <a:lnTo>
                    <a:pt x="253138" y="93816"/>
                  </a:lnTo>
                  <a:lnTo>
                    <a:pt x="250277" y="115769"/>
                  </a:lnTo>
                  <a:lnTo>
                    <a:pt x="261638" y="117342"/>
                  </a:lnTo>
                  <a:lnTo>
                    <a:pt x="283259" y="120268"/>
                  </a:lnTo>
                  <a:lnTo>
                    <a:pt x="310516" y="123646"/>
                  </a:lnTo>
                  <a:lnTo>
                    <a:pt x="315287" y="124217"/>
                  </a:lnTo>
                  <a:lnTo>
                    <a:pt x="318402" y="124588"/>
                  </a:lnTo>
                  <a:lnTo>
                    <a:pt x="337017" y="126763"/>
                  </a:lnTo>
                  <a:lnTo>
                    <a:pt x="367368" y="130032"/>
                  </a:lnTo>
                  <a:lnTo>
                    <a:pt x="380467" y="131526"/>
                  </a:lnTo>
                  <a:lnTo>
                    <a:pt x="378967" y="146677"/>
                  </a:lnTo>
                  <a:lnTo>
                    <a:pt x="377480" y="160854"/>
                  </a:lnTo>
                  <a:lnTo>
                    <a:pt x="377398" y="161635"/>
                  </a:lnTo>
                  <a:lnTo>
                    <a:pt x="373298" y="198985"/>
                  </a:lnTo>
                  <a:lnTo>
                    <a:pt x="372901" y="202608"/>
                  </a:lnTo>
                  <a:lnTo>
                    <a:pt x="370147" y="229131"/>
                  </a:lnTo>
                  <a:lnTo>
                    <a:pt x="368188" y="247726"/>
                  </a:lnTo>
                  <a:lnTo>
                    <a:pt x="366707" y="261832"/>
                  </a:lnTo>
                  <a:lnTo>
                    <a:pt x="365516" y="273193"/>
                  </a:lnTo>
                  <a:lnTo>
                    <a:pt x="363336" y="294045"/>
                  </a:lnTo>
                  <a:lnTo>
                    <a:pt x="357175" y="348249"/>
                  </a:lnTo>
                  <a:lnTo>
                    <a:pt x="355175" y="367703"/>
                  </a:lnTo>
                  <a:lnTo>
                    <a:pt x="355441" y="377440"/>
                  </a:lnTo>
                  <a:lnTo>
                    <a:pt x="355336" y="378450"/>
                  </a:lnTo>
                  <a:lnTo>
                    <a:pt x="352884" y="402008"/>
                  </a:lnTo>
                  <a:lnTo>
                    <a:pt x="349329" y="436330"/>
                  </a:lnTo>
                  <a:lnTo>
                    <a:pt x="344999" y="478393"/>
                  </a:lnTo>
                  <a:lnTo>
                    <a:pt x="313837" y="474927"/>
                  </a:lnTo>
                  <a:lnTo>
                    <a:pt x="278868" y="470936"/>
                  </a:lnTo>
                  <a:lnTo>
                    <a:pt x="246417" y="466945"/>
                  </a:lnTo>
                  <a:lnTo>
                    <a:pt x="227096" y="464025"/>
                  </a:lnTo>
                  <a:lnTo>
                    <a:pt x="205289" y="461236"/>
                  </a:lnTo>
                  <a:lnTo>
                    <a:pt x="192558" y="459674"/>
                  </a:lnTo>
                  <a:lnTo>
                    <a:pt x="190656" y="459438"/>
                  </a:lnTo>
                  <a:lnTo>
                    <a:pt x="181868" y="458150"/>
                  </a:lnTo>
                  <a:lnTo>
                    <a:pt x="181375" y="458082"/>
                  </a:lnTo>
                  <a:lnTo>
                    <a:pt x="116290" y="448805"/>
                  </a:lnTo>
                  <a:lnTo>
                    <a:pt x="103841" y="446961"/>
                  </a:lnTo>
                  <a:lnTo>
                    <a:pt x="103392" y="446894"/>
                  </a:lnTo>
                  <a:lnTo>
                    <a:pt x="83829" y="443930"/>
                  </a:lnTo>
                  <a:lnTo>
                    <a:pt x="79037" y="443194"/>
                  </a:lnTo>
                  <a:lnTo>
                    <a:pt x="74411" y="442479"/>
                  </a:lnTo>
                  <a:lnTo>
                    <a:pt x="5801" y="431332"/>
                  </a:lnTo>
                  <a:lnTo>
                    <a:pt x="0" y="430316"/>
                  </a:lnTo>
                  <a:lnTo>
                    <a:pt x="1108" y="422716"/>
                  </a:lnTo>
                  <a:lnTo>
                    <a:pt x="3741" y="405818"/>
                  </a:lnTo>
                  <a:lnTo>
                    <a:pt x="6504" y="38792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39247" y="3514269"/>
              <a:ext cx="34556" cy="92904"/>
            </a:xfrm>
            <a:custGeom>
              <a:avLst/>
              <a:pathLst>
                <a:path w="34556" h="92904">
                  <a:moveTo>
                    <a:pt x="930" y="77696"/>
                  </a:moveTo>
                  <a:lnTo>
                    <a:pt x="1491" y="70283"/>
                  </a:lnTo>
                  <a:lnTo>
                    <a:pt x="432" y="63642"/>
                  </a:lnTo>
                  <a:lnTo>
                    <a:pt x="54" y="54258"/>
                  </a:lnTo>
                  <a:lnTo>
                    <a:pt x="0" y="52924"/>
                  </a:lnTo>
                  <a:lnTo>
                    <a:pt x="1121" y="46057"/>
                  </a:lnTo>
                  <a:lnTo>
                    <a:pt x="2122" y="39579"/>
                  </a:lnTo>
                  <a:lnTo>
                    <a:pt x="4114" y="34742"/>
                  </a:lnTo>
                  <a:lnTo>
                    <a:pt x="2743" y="31306"/>
                  </a:lnTo>
                  <a:lnTo>
                    <a:pt x="7514" y="27586"/>
                  </a:lnTo>
                  <a:lnTo>
                    <a:pt x="8884" y="24147"/>
                  </a:lnTo>
                  <a:lnTo>
                    <a:pt x="4055" y="20663"/>
                  </a:lnTo>
                  <a:lnTo>
                    <a:pt x="8669" y="14974"/>
                  </a:lnTo>
                  <a:lnTo>
                    <a:pt x="10592" y="10420"/>
                  </a:lnTo>
                  <a:lnTo>
                    <a:pt x="34556" y="0"/>
                  </a:lnTo>
                  <a:lnTo>
                    <a:pt x="31467" y="13060"/>
                  </a:lnTo>
                  <a:lnTo>
                    <a:pt x="29769" y="17545"/>
                  </a:lnTo>
                  <a:lnTo>
                    <a:pt x="25563" y="17232"/>
                  </a:lnTo>
                  <a:lnTo>
                    <a:pt x="23171" y="21341"/>
                  </a:lnTo>
                  <a:lnTo>
                    <a:pt x="21087" y="29690"/>
                  </a:lnTo>
                  <a:lnTo>
                    <a:pt x="20474" y="37639"/>
                  </a:lnTo>
                  <a:lnTo>
                    <a:pt x="20266" y="42625"/>
                  </a:lnTo>
                  <a:lnTo>
                    <a:pt x="21840" y="46581"/>
                  </a:lnTo>
                  <a:lnTo>
                    <a:pt x="19391" y="54362"/>
                  </a:lnTo>
                  <a:lnTo>
                    <a:pt x="20261" y="55594"/>
                  </a:lnTo>
                  <a:lnTo>
                    <a:pt x="21082" y="56757"/>
                  </a:lnTo>
                  <a:lnTo>
                    <a:pt x="18834" y="64625"/>
                  </a:lnTo>
                  <a:lnTo>
                    <a:pt x="18721" y="68100"/>
                  </a:lnTo>
                  <a:lnTo>
                    <a:pt x="16791" y="72176"/>
                  </a:lnTo>
                  <a:lnTo>
                    <a:pt x="16877" y="76719"/>
                  </a:lnTo>
                  <a:lnTo>
                    <a:pt x="16658" y="81680"/>
                  </a:lnTo>
                  <a:lnTo>
                    <a:pt x="13143" y="89616"/>
                  </a:lnTo>
                  <a:lnTo>
                    <a:pt x="10829" y="92904"/>
                  </a:lnTo>
                  <a:lnTo>
                    <a:pt x="8133" y="92726"/>
                  </a:lnTo>
                  <a:lnTo>
                    <a:pt x="4859" y="8566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40992" y="3451162"/>
              <a:ext cx="526382" cy="326302"/>
            </a:xfrm>
            <a:custGeom>
              <a:avLst/>
              <a:pathLst>
                <a:path w="526382" h="326302">
                  <a:moveTo>
                    <a:pt x="3635" y="322642"/>
                  </a:moveTo>
                  <a:lnTo>
                    <a:pt x="9089" y="318719"/>
                  </a:lnTo>
                  <a:lnTo>
                    <a:pt x="13590" y="317803"/>
                  </a:lnTo>
                  <a:lnTo>
                    <a:pt x="15254" y="317464"/>
                  </a:lnTo>
                  <a:lnTo>
                    <a:pt x="18363" y="315029"/>
                  </a:lnTo>
                  <a:lnTo>
                    <a:pt x="27903" y="309520"/>
                  </a:lnTo>
                  <a:lnTo>
                    <a:pt x="34439" y="306746"/>
                  </a:lnTo>
                  <a:lnTo>
                    <a:pt x="35063" y="301917"/>
                  </a:lnTo>
                  <a:lnTo>
                    <a:pt x="36840" y="296717"/>
                  </a:lnTo>
                  <a:lnTo>
                    <a:pt x="41165" y="296116"/>
                  </a:lnTo>
                  <a:lnTo>
                    <a:pt x="48539" y="291491"/>
                  </a:lnTo>
                  <a:lnTo>
                    <a:pt x="49087" y="290047"/>
                  </a:lnTo>
                  <a:lnTo>
                    <a:pt x="49956" y="287753"/>
                  </a:lnTo>
                  <a:lnTo>
                    <a:pt x="48817" y="283263"/>
                  </a:lnTo>
                  <a:lnTo>
                    <a:pt x="51891" y="279688"/>
                  </a:lnTo>
                  <a:lnTo>
                    <a:pt x="56009" y="277321"/>
                  </a:lnTo>
                  <a:lnTo>
                    <a:pt x="57374" y="274028"/>
                  </a:lnTo>
                  <a:lnTo>
                    <a:pt x="56213" y="269484"/>
                  </a:lnTo>
                  <a:lnTo>
                    <a:pt x="65677" y="260010"/>
                  </a:lnTo>
                  <a:lnTo>
                    <a:pt x="66093" y="259592"/>
                  </a:lnTo>
                  <a:lnTo>
                    <a:pt x="66368" y="259370"/>
                  </a:lnTo>
                  <a:lnTo>
                    <a:pt x="72693" y="254242"/>
                  </a:lnTo>
                  <a:lnTo>
                    <a:pt x="78647" y="251066"/>
                  </a:lnTo>
                  <a:lnTo>
                    <a:pt x="80877" y="247819"/>
                  </a:lnTo>
                  <a:lnTo>
                    <a:pt x="81146" y="247426"/>
                  </a:lnTo>
                  <a:lnTo>
                    <a:pt x="87103" y="239456"/>
                  </a:lnTo>
                  <a:lnTo>
                    <a:pt x="99953" y="222150"/>
                  </a:lnTo>
                  <a:lnTo>
                    <a:pt x="102811" y="223819"/>
                  </a:lnTo>
                  <a:lnTo>
                    <a:pt x="100286" y="229512"/>
                  </a:lnTo>
                  <a:lnTo>
                    <a:pt x="104095" y="231735"/>
                  </a:lnTo>
                  <a:lnTo>
                    <a:pt x="104851" y="234302"/>
                  </a:lnTo>
                  <a:lnTo>
                    <a:pt x="108366" y="238624"/>
                  </a:lnTo>
                  <a:lnTo>
                    <a:pt x="112268" y="241922"/>
                  </a:lnTo>
                  <a:lnTo>
                    <a:pt x="117497" y="241682"/>
                  </a:lnTo>
                  <a:lnTo>
                    <a:pt x="120126" y="243975"/>
                  </a:lnTo>
                  <a:lnTo>
                    <a:pt x="120511" y="244159"/>
                  </a:lnTo>
                  <a:lnTo>
                    <a:pt x="125219" y="246405"/>
                  </a:lnTo>
                  <a:lnTo>
                    <a:pt x="133069" y="244263"/>
                  </a:lnTo>
                  <a:lnTo>
                    <a:pt x="134624" y="242418"/>
                  </a:lnTo>
                  <a:lnTo>
                    <a:pt x="137465" y="239349"/>
                  </a:lnTo>
                  <a:lnTo>
                    <a:pt x="140833" y="236762"/>
                  </a:lnTo>
                  <a:lnTo>
                    <a:pt x="144055" y="230077"/>
                  </a:lnTo>
                  <a:lnTo>
                    <a:pt x="155080" y="236725"/>
                  </a:lnTo>
                  <a:lnTo>
                    <a:pt x="161833" y="231269"/>
                  </a:lnTo>
                  <a:lnTo>
                    <a:pt x="169257" y="227662"/>
                  </a:lnTo>
                  <a:lnTo>
                    <a:pt x="170248" y="227314"/>
                  </a:lnTo>
                  <a:lnTo>
                    <a:pt x="174273" y="225897"/>
                  </a:lnTo>
                  <a:lnTo>
                    <a:pt x="179351" y="222142"/>
                  </a:lnTo>
                  <a:lnTo>
                    <a:pt x="175258" y="218714"/>
                  </a:lnTo>
                  <a:lnTo>
                    <a:pt x="175807" y="215367"/>
                  </a:lnTo>
                  <a:lnTo>
                    <a:pt x="176305" y="215143"/>
                  </a:lnTo>
                  <a:lnTo>
                    <a:pt x="177642" y="214539"/>
                  </a:lnTo>
                  <a:lnTo>
                    <a:pt x="183031" y="217917"/>
                  </a:lnTo>
                  <a:lnTo>
                    <a:pt x="189277" y="212693"/>
                  </a:lnTo>
                  <a:lnTo>
                    <a:pt x="196164" y="205637"/>
                  </a:lnTo>
                  <a:lnTo>
                    <a:pt x="202037" y="208316"/>
                  </a:lnTo>
                  <a:lnTo>
                    <a:pt x="202407" y="208485"/>
                  </a:lnTo>
                  <a:lnTo>
                    <a:pt x="206057" y="204367"/>
                  </a:lnTo>
                  <a:lnTo>
                    <a:pt x="211864" y="196315"/>
                  </a:lnTo>
                  <a:lnTo>
                    <a:pt x="211549" y="192004"/>
                  </a:lnTo>
                  <a:lnTo>
                    <a:pt x="214682" y="187790"/>
                  </a:lnTo>
                  <a:lnTo>
                    <a:pt x="209033" y="183811"/>
                  </a:lnTo>
                  <a:lnTo>
                    <a:pt x="209135" y="183570"/>
                  </a:lnTo>
                  <a:lnTo>
                    <a:pt x="210597" y="180125"/>
                  </a:lnTo>
                  <a:lnTo>
                    <a:pt x="212025" y="174159"/>
                  </a:lnTo>
                  <a:lnTo>
                    <a:pt x="212439" y="170094"/>
                  </a:lnTo>
                  <a:lnTo>
                    <a:pt x="215734" y="163728"/>
                  </a:lnTo>
                  <a:lnTo>
                    <a:pt x="219568" y="157190"/>
                  </a:lnTo>
                  <a:lnTo>
                    <a:pt x="220552" y="155509"/>
                  </a:lnTo>
                  <a:lnTo>
                    <a:pt x="223366" y="147957"/>
                  </a:lnTo>
                  <a:lnTo>
                    <a:pt x="223602" y="146168"/>
                  </a:lnTo>
                  <a:lnTo>
                    <a:pt x="224188" y="141713"/>
                  </a:lnTo>
                  <a:lnTo>
                    <a:pt x="224273" y="135160"/>
                  </a:lnTo>
                  <a:lnTo>
                    <a:pt x="227650" y="129924"/>
                  </a:lnTo>
                  <a:lnTo>
                    <a:pt x="230490" y="126167"/>
                  </a:lnTo>
                  <a:lnTo>
                    <a:pt x="230994" y="125499"/>
                  </a:lnTo>
                  <a:lnTo>
                    <a:pt x="229110" y="122321"/>
                  </a:lnTo>
                  <a:lnTo>
                    <a:pt x="232830" y="117543"/>
                  </a:lnTo>
                  <a:lnTo>
                    <a:pt x="234302" y="110459"/>
                  </a:lnTo>
                  <a:lnTo>
                    <a:pt x="233571" y="107740"/>
                  </a:lnTo>
                  <a:lnTo>
                    <a:pt x="234076" y="103376"/>
                  </a:lnTo>
                  <a:lnTo>
                    <a:pt x="233788" y="96200"/>
                  </a:lnTo>
                  <a:lnTo>
                    <a:pt x="241513" y="97688"/>
                  </a:lnTo>
                  <a:lnTo>
                    <a:pt x="247742" y="104737"/>
                  </a:lnTo>
                  <a:lnTo>
                    <a:pt x="255302" y="105504"/>
                  </a:lnTo>
                  <a:lnTo>
                    <a:pt x="259341" y="105260"/>
                  </a:lnTo>
                  <a:lnTo>
                    <a:pt x="260268" y="105203"/>
                  </a:lnTo>
                  <a:lnTo>
                    <a:pt x="263431" y="99203"/>
                  </a:lnTo>
                  <a:lnTo>
                    <a:pt x="263525" y="98666"/>
                  </a:lnTo>
                  <a:lnTo>
                    <a:pt x="264314" y="94133"/>
                  </a:lnTo>
                  <a:lnTo>
                    <a:pt x="265791" y="86663"/>
                  </a:lnTo>
                  <a:lnTo>
                    <a:pt x="268714" y="81130"/>
                  </a:lnTo>
                  <a:lnTo>
                    <a:pt x="268408" y="78452"/>
                  </a:lnTo>
                  <a:lnTo>
                    <a:pt x="268955" y="71885"/>
                  </a:lnTo>
                  <a:lnTo>
                    <a:pt x="270417" y="68151"/>
                  </a:lnTo>
                  <a:lnTo>
                    <a:pt x="271128" y="64228"/>
                  </a:lnTo>
                  <a:lnTo>
                    <a:pt x="281147" y="68550"/>
                  </a:lnTo>
                  <a:lnTo>
                    <a:pt x="282865" y="61965"/>
                  </a:lnTo>
                  <a:lnTo>
                    <a:pt x="284702" y="55818"/>
                  </a:lnTo>
                  <a:lnTo>
                    <a:pt x="289943" y="51531"/>
                  </a:lnTo>
                  <a:lnTo>
                    <a:pt x="292716" y="45668"/>
                  </a:lnTo>
                  <a:lnTo>
                    <a:pt x="295963" y="42416"/>
                  </a:lnTo>
                  <a:lnTo>
                    <a:pt x="296946" y="38200"/>
                  </a:lnTo>
                  <a:lnTo>
                    <a:pt x="297749" y="34745"/>
                  </a:lnTo>
                  <a:lnTo>
                    <a:pt x="302351" y="27201"/>
                  </a:lnTo>
                  <a:lnTo>
                    <a:pt x="300789" y="25019"/>
                  </a:lnTo>
                  <a:lnTo>
                    <a:pt x="301239" y="20307"/>
                  </a:lnTo>
                  <a:lnTo>
                    <a:pt x="300619" y="16971"/>
                  </a:lnTo>
                  <a:lnTo>
                    <a:pt x="302930" y="9408"/>
                  </a:lnTo>
                  <a:lnTo>
                    <a:pt x="301956" y="4637"/>
                  </a:lnTo>
                  <a:lnTo>
                    <a:pt x="300102" y="0"/>
                  </a:lnTo>
                  <a:lnTo>
                    <a:pt x="309289" y="4318"/>
                  </a:lnTo>
                  <a:lnTo>
                    <a:pt x="312545" y="5843"/>
                  </a:lnTo>
                  <a:lnTo>
                    <a:pt x="324623" y="11547"/>
                  </a:lnTo>
                  <a:lnTo>
                    <a:pt x="340657" y="19078"/>
                  </a:lnTo>
                  <a:lnTo>
                    <a:pt x="341092" y="15674"/>
                  </a:lnTo>
                  <a:lnTo>
                    <a:pt x="341763" y="9983"/>
                  </a:lnTo>
                  <a:lnTo>
                    <a:pt x="343507" y="1157"/>
                  </a:lnTo>
                  <a:lnTo>
                    <a:pt x="346264" y="692"/>
                  </a:lnTo>
                  <a:lnTo>
                    <a:pt x="347027" y="563"/>
                  </a:lnTo>
                  <a:lnTo>
                    <a:pt x="352355" y="433"/>
                  </a:lnTo>
                  <a:lnTo>
                    <a:pt x="355108" y="1716"/>
                  </a:lnTo>
                  <a:lnTo>
                    <a:pt x="359358" y="3079"/>
                  </a:lnTo>
                  <a:lnTo>
                    <a:pt x="362432" y="5147"/>
                  </a:lnTo>
                  <a:lnTo>
                    <a:pt x="361488" y="8410"/>
                  </a:lnTo>
                  <a:lnTo>
                    <a:pt x="359768" y="11128"/>
                  </a:lnTo>
                  <a:lnTo>
                    <a:pt x="360737" y="14495"/>
                  </a:lnTo>
                  <a:lnTo>
                    <a:pt x="363559" y="15084"/>
                  </a:lnTo>
                  <a:lnTo>
                    <a:pt x="365410" y="17230"/>
                  </a:lnTo>
                  <a:lnTo>
                    <a:pt x="372345" y="16559"/>
                  </a:lnTo>
                  <a:lnTo>
                    <a:pt x="373495" y="16542"/>
                  </a:lnTo>
                  <a:lnTo>
                    <a:pt x="374387" y="16528"/>
                  </a:lnTo>
                  <a:lnTo>
                    <a:pt x="375718" y="16508"/>
                  </a:lnTo>
                  <a:lnTo>
                    <a:pt x="380284" y="17486"/>
                  </a:lnTo>
                  <a:lnTo>
                    <a:pt x="381109" y="20974"/>
                  </a:lnTo>
                  <a:lnTo>
                    <a:pt x="384554" y="21624"/>
                  </a:lnTo>
                  <a:lnTo>
                    <a:pt x="386033" y="21336"/>
                  </a:lnTo>
                  <a:lnTo>
                    <a:pt x="388235" y="20907"/>
                  </a:lnTo>
                  <a:lnTo>
                    <a:pt x="390631" y="22933"/>
                  </a:lnTo>
                  <a:lnTo>
                    <a:pt x="393209" y="24930"/>
                  </a:lnTo>
                  <a:lnTo>
                    <a:pt x="397311" y="27031"/>
                  </a:lnTo>
                  <a:lnTo>
                    <a:pt x="397915" y="29296"/>
                  </a:lnTo>
                  <a:lnTo>
                    <a:pt x="399033" y="33484"/>
                  </a:lnTo>
                  <a:lnTo>
                    <a:pt x="399160" y="34021"/>
                  </a:lnTo>
                  <a:lnTo>
                    <a:pt x="399934" y="37310"/>
                  </a:lnTo>
                  <a:lnTo>
                    <a:pt x="400110" y="38057"/>
                  </a:lnTo>
                  <a:lnTo>
                    <a:pt x="399950" y="40647"/>
                  </a:lnTo>
                  <a:lnTo>
                    <a:pt x="398261" y="41169"/>
                  </a:lnTo>
                  <a:lnTo>
                    <a:pt x="397949" y="41643"/>
                  </a:lnTo>
                  <a:lnTo>
                    <a:pt x="395634" y="45165"/>
                  </a:lnTo>
                  <a:lnTo>
                    <a:pt x="396648" y="48399"/>
                  </a:lnTo>
                  <a:lnTo>
                    <a:pt x="390569" y="50122"/>
                  </a:lnTo>
                  <a:lnTo>
                    <a:pt x="389109" y="50534"/>
                  </a:lnTo>
                  <a:lnTo>
                    <a:pt x="387584" y="57603"/>
                  </a:lnTo>
                  <a:lnTo>
                    <a:pt x="387791" y="63007"/>
                  </a:lnTo>
                  <a:lnTo>
                    <a:pt x="387909" y="66130"/>
                  </a:lnTo>
                  <a:lnTo>
                    <a:pt x="390098" y="73091"/>
                  </a:lnTo>
                  <a:lnTo>
                    <a:pt x="392942" y="75182"/>
                  </a:lnTo>
                  <a:lnTo>
                    <a:pt x="394588" y="76391"/>
                  </a:lnTo>
                  <a:lnTo>
                    <a:pt x="400970" y="73408"/>
                  </a:lnTo>
                  <a:lnTo>
                    <a:pt x="405298" y="71552"/>
                  </a:lnTo>
                  <a:lnTo>
                    <a:pt x="408093" y="70083"/>
                  </a:lnTo>
                  <a:lnTo>
                    <a:pt x="410547" y="72182"/>
                  </a:lnTo>
                  <a:lnTo>
                    <a:pt x="410792" y="74527"/>
                  </a:lnTo>
                  <a:lnTo>
                    <a:pt x="413234" y="75963"/>
                  </a:lnTo>
                  <a:lnTo>
                    <a:pt x="413775" y="76280"/>
                  </a:lnTo>
                  <a:lnTo>
                    <a:pt x="416571" y="78269"/>
                  </a:lnTo>
                  <a:lnTo>
                    <a:pt x="416927" y="80811"/>
                  </a:lnTo>
                  <a:lnTo>
                    <a:pt x="420654" y="81280"/>
                  </a:lnTo>
                  <a:lnTo>
                    <a:pt x="426091" y="82761"/>
                  </a:lnTo>
                  <a:lnTo>
                    <a:pt x="431916" y="81193"/>
                  </a:lnTo>
                  <a:lnTo>
                    <a:pt x="436254" y="80440"/>
                  </a:lnTo>
                  <a:lnTo>
                    <a:pt x="441044" y="79759"/>
                  </a:lnTo>
                  <a:lnTo>
                    <a:pt x="442761" y="82759"/>
                  </a:lnTo>
                  <a:lnTo>
                    <a:pt x="447908" y="84940"/>
                  </a:lnTo>
                  <a:lnTo>
                    <a:pt x="450231" y="86991"/>
                  </a:lnTo>
                  <a:lnTo>
                    <a:pt x="451953" y="88511"/>
                  </a:lnTo>
                  <a:lnTo>
                    <a:pt x="457065" y="90663"/>
                  </a:lnTo>
                  <a:lnTo>
                    <a:pt x="465221" y="92084"/>
                  </a:lnTo>
                  <a:lnTo>
                    <a:pt x="471492" y="94389"/>
                  </a:lnTo>
                  <a:lnTo>
                    <a:pt x="471823" y="99402"/>
                  </a:lnTo>
                  <a:lnTo>
                    <a:pt x="468853" y="103765"/>
                  </a:lnTo>
                  <a:lnTo>
                    <a:pt x="470385" y="110097"/>
                  </a:lnTo>
                  <a:lnTo>
                    <a:pt x="470432" y="113522"/>
                  </a:lnTo>
                  <a:lnTo>
                    <a:pt x="470446" y="114573"/>
                  </a:lnTo>
                  <a:lnTo>
                    <a:pt x="474895" y="118059"/>
                  </a:lnTo>
                  <a:lnTo>
                    <a:pt x="474981" y="120844"/>
                  </a:lnTo>
                  <a:lnTo>
                    <a:pt x="475063" y="123526"/>
                  </a:lnTo>
                  <a:lnTo>
                    <a:pt x="476107" y="125180"/>
                  </a:lnTo>
                  <a:lnTo>
                    <a:pt x="478083" y="128305"/>
                  </a:lnTo>
                  <a:lnTo>
                    <a:pt x="481263" y="134048"/>
                  </a:lnTo>
                  <a:lnTo>
                    <a:pt x="482456" y="137951"/>
                  </a:lnTo>
                  <a:lnTo>
                    <a:pt x="482158" y="143973"/>
                  </a:lnTo>
                  <a:lnTo>
                    <a:pt x="474707" y="140303"/>
                  </a:lnTo>
                  <a:lnTo>
                    <a:pt x="472436" y="139021"/>
                  </a:lnTo>
                  <a:lnTo>
                    <a:pt x="471922" y="139477"/>
                  </a:lnTo>
                  <a:lnTo>
                    <a:pt x="469941" y="141229"/>
                  </a:lnTo>
                  <a:lnTo>
                    <a:pt x="474836" y="146346"/>
                  </a:lnTo>
                  <a:lnTo>
                    <a:pt x="477357" y="149010"/>
                  </a:lnTo>
                  <a:lnTo>
                    <a:pt x="476862" y="151042"/>
                  </a:lnTo>
                  <a:lnTo>
                    <a:pt x="476280" y="153429"/>
                  </a:lnTo>
                  <a:lnTo>
                    <a:pt x="480170" y="155512"/>
                  </a:lnTo>
                  <a:lnTo>
                    <a:pt x="480509" y="155694"/>
                  </a:lnTo>
                  <a:lnTo>
                    <a:pt x="483702" y="159124"/>
                  </a:lnTo>
                  <a:lnTo>
                    <a:pt x="485435" y="160826"/>
                  </a:lnTo>
                  <a:lnTo>
                    <a:pt x="487545" y="162897"/>
                  </a:lnTo>
                  <a:lnTo>
                    <a:pt x="487246" y="170554"/>
                  </a:lnTo>
                  <a:lnTo>
                    <a:pt x="489317" y="172093"/>
                  </a:lnTo>
                  <a:lnTo>
                    <a:pt x="490473" y="172952"/>
                  </a:lnTo>
                  <a:lnTo>
                    <a:pt x="496371" y="174216"/>
                  </a:lnTo>
                  <a:lnTo>
                    <a:pt x="497296" y="174206"/>
                  </a:lnTo>
                  <a:lnTo>
                    <a:pt x="503622" y="174134"/>
                  </a:lnTo>
                  <a:lnTo>
                    <a:pt x="506155" y="171657"/>
                  </a:lnTo>
                  <a:lnTo>
                    <a:pt x="509368" y="171196"/>
                  </a:lnTo>
                  <a:lnTo>
                    <a:pt x="514441" y="180796"/>
                  </a:lnTo>
                  <a:lnTo>
                    <a:pt x="519537" y="189102"/>
                  </a:lnTo>
                  <a:lnTo>
                    <a:pt x="522974" y="193655"/>
                  </a:lnTo>
                  <a:lnTo>
                    <a:pt x="526382" y="199920"/>
                  </a:lnTo>
                  <a:lnTo>
                    <a:pt x="515798" y="203110"/>
                  </a:lnTo>
                  <a:lnTo>
                    <a:pt x="509455" y="205000"/>
                  </a:lnTo>
                  <a:lnTo>
                    <a:pt x="496779" y="208752"/>
                  </a:lnTo>
                  <a:lnTo>
                    <a:pt x="484937" y="212211"/>
                  </a:lnTo>
                  <a:lnTo>
                    <a:pt x="481580" y="213186"/>
                  </a:lnTo>
                  <a:lnTo>
                    <a:pt x="468516" y="216960"/>
                  </a:lnTo>
                  <a:lnTo>
                    <a:pt x="456710" y="220805"/>
                  </a:lnTo>
                  <a:lnTo>
                    <a:pt x="446430" y="223733"/>
                  </a:lnTo>
                  <a:lnTo>
                    <a:pt x="440251" y="225483"/>
                  </a:lnTo>
                  <a:lnTo>
                    <a:pt x="438527" y="225970"/>
                  </a:lnTo>
                  <a:lnTo>
                    <a:pt x="431279" y="228026"/>
                  </a:lnTo>
                  <a:lnTo>
                    <a:pt x="401195" y="236445"/>
                  </a:lnTo>
                  <a:lnTo>
                    <a:pt x="400034" y="236772"/>
                  </a:lnTo>
                  <a:lnTo>
                    <a:pt x="391178" y="239253"/>
                  </a:lnTo>
                  <a:lnTo>
                    <a:pt x="381397" y="241975"/>
                  </a:lnTo>
                  <a:lnTo>
                    <a:pt x="375603" y="243579"/>
                  </a:lnTo>
                  <a:lnTo>
                    <a:pt x="362856" y="247132"/>
                  </a:lnTo>
                  <a:lnTo>
                    <a:pt x="353928" y="249601"/>
                  </a:lnTo>
                  <a:lnTo>
                    <a:pt x="350404" y="250571"/>
                  </a:lnTo>
                  <a:lnTo>
                    <a:pt x="335361" y="254488"/>
                  </a:lnTo>
                  <a:lnTo>
                    <a:pt x="331188" y="255567"/>
                  </a:lnTo>
                  <a:lnTo>
                    <a:pt x="321398" y="258084"/>
                  </a:lnTo>
                  <a:lnTo>
                    <a:pt x="308221" y="261528"/>
                  </a:lnTo>
                  <a:lnTo>
                    <a:pt x="302840" y="262925"/>
                  </a:lnTo>
                  <a:lnTo>
                    <a:pt x="294465" y="265087"/>
                  </a:lnTo>
                  <a:lnTo>
                    <a:pt x="285933" y="267276"/>
                  </a:lnTo>
                  <a:lnTo>
                    <a:pt x="283203" y="267973"/>
                  </a:lnTo>
                  <a:lnTo>
                    <a:pt x="283001" y="268023"/>
                  </a:lnTo>
                  <a:lnTo>
                    <a:pt x="269444" y="271358"/>
                  </a:lnTo>
                  <a:lnTo>
                    <a:pt x="248369" y="276472"/>
                  </a:lnTo>
                  <a:lnTo>
                    <a:pt x="246605" y="276891"/>
                  </a:lnTo>
                  <a:lnTo>
                    <a:pt x="230272" y="280745"/>
                  </a:lnTo>
                  <a:lnTo>
                    <a:pt x="220952" y="282429"/>
                  </a:lnTo>
                  <a:lnTo>
                    <a:pt x="220355" y="282538"/>
                  </a:lnTo>
                  <a:lnTo>
                    <a:pt x="208611" y="284660"/>
                  </a:lnTo>
                  <a:lnTo>
                    <a:pt x="202278" y="285794"/>
                  </a:lnTo>
                  <a:lnTo>
                    <a:pt x="193136" y="287981"/>
                  </a:lnTo>
                  <a:lnTo>
                    <a:pt x="188981" y="288970"/>
                  </a:lnTo>
                  <a:lnTo>
                    <a:pt x="178057" y="291042"/>
                  </a:lnTo>
                  <a:lnTo>
                    <a:pt x="170200" y="292418"/>
                  </a:lnTo>
                  <a:lnTo>
                    <a:pt x="158177" y="294788"/>
                  </a:lnTo>
                  <a:lnTo>
                    <a:pt x="148187" y="296736"/>
                  </a:lnTo>
                  <a:lnTo>
                    <a:pt x="136004" y="298737"/>
                  </a:lnTo>
                  <a:lnTo>
                    <a:pt x="137666" y="296244"/>
                  </a:lnTo>
                  <a:lnTo>
                    <a:pt x="125433" y="298723"/>
                  </a:lnTo>
                  <a:lnTo>
                    <a:pt x="118907" y="300034"/>
                  </a:lnTo>
                  <a:lnTo>
                    <a:pt x="118504" y="302081"/>
                  </a:lnTo>
                  <a:lnTo>
                    <a:pt x="104156" y="305194"/>
                  </a:lnTo>
                  <a:lnTo>
                    <a:pt x="102227" y="305610"/>
                  </a:lnTo>
                  <a:lnTo>
                    <a:pt x="97512" y="306609"/>
                  </a:lnTo>
                  <a:lnTo>
                    <a:pt x="94064" y="307337"/>
                  </a:lnTo>
                  <a:lnTo>
                    <a:pt x="80938" y="310087"/>
                  </a:lnTo>
                  <a:lnTo>
                    <a:pt x="72665" y="311911"/>
                  </a:lnTo>
                  <a:lnTo>
                    <a:pt x="57645" y="315189"/>
                  </a:lnTo>
                  <a:lnTo>
                    <a:pt x="47144" y="317238"/>
                  </a:lnTo>
                  <a:lnTo>
                    <a:pt x="27233" y="321066"/>
                  </a:lnTo>
                  <a:lnTo>
                    <a:pt x="13877" y="323651"/>
                  </a:lnTo>
                  <a:lnTo>
                    <a:pt x="0" y="32630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15821" y="2556280"/>
              <a:ext cx="108139" cy="209772"/>
            </a:xfrm>
            <a:custGeom>
              <a:avLst/>
              <a:pathLst>
                <a:path w="108139" h="209772">
                  <a:moveTo>
                    <a:pt x="19897" y="107638"/>
                  </a:moveTo>
                  <a:lnTo>
                    <a:pt x="19275" y="102013"/>
                  </a:lnTo>
                  <a:lnTo>
                    <a:pt x="20081" y="96238"/>
                  </a:lnTo>
                  <a:lnTo>
                    <a:pt x="21161" y="93487"/>
                  </a:lnTo>
                  <a:lnTo>
                    <a:pt x="20966" y="93057"/>
                  </a:lnTo>
                  <a:lnTo>
                    <a:pt x="19387" y="89580"/>
                  </a:lnTo>
                  <a:lnTo>
                    <a:pt x="17603" y="86144"/>
                  </a:lnTo>
                  <a:lnTo>
                    <a:pt x="17665" y="83888"/>
                  </a:lnTo>
                  <a:lnTo>
                    <a:pt x="17621" y="78888"/>
                  </a:lnTo>
                  <a:lnTo>
                    <a:pt x="14840" y="74082"/>
                  </a:lnTo>
                  <a:lnTo>
                    <a:pt x="11937" y="71725"/>
                  </a:lnTo>
                  <a:lnTo>
                    <a:pt x="10641" y="70672"/>
                  </a:lnTo>
                  <a:lnTo>
                    <a:pt x="10342" y="70429"/>
                  </a:lnTo>
                  <a:lnTo>
                    <a:pt x="7763" y="66817"/>
                  </a:lnTo>
                  <a:lnTo>
                    <a:pt x="6959" y="60110"/>
                  </a:lnTo>
                  <a:lnTo>
                    <a:pt x="6051" y="56033"/>
                  </a:lnTo>
                  <a:lnTo>
                    <a:pt x="5950" y="51635"/>
                  </a:lnTo>
                  <a:lnTo>
                    <a:pt x="3644" y="50338"/>
                  </a:lnTo>
                  <a:lnTo>
                    <a:pt x="2086" y="48232"/>
                  </a:lnTo>
                  <a:lnTo>
                    <a:pt x="2672" y="42773"/>
                  </a:lnTo>
                  <a:lnTo>
                    <a:pt x="976" y="38792"/>
                  </a:lnTo>
                  <a:lnTo>
                    <a:pt x="0" y="35635"/>
                  </a:lnTo>
                  <a:lnTo>
                    <a:pt x="7954" y="32670"/>
                  </a:lnTo>
                  <a:lnTo>
                    <a:pt x="15566" y="29815"/>
                  </a:lnTo>
                  <a:lnTo>
                    <a:pt x="21525" y="27745"/>
                  </a:lnTo>
                  <a:lnTo>
                    <a:pt x="40378" y="21225"/>
                  </a:lnTo>
                  <a:lnTo>
                    <a:pt x="41950" y="20841"/>
                  </a:lnTo>
                  <a:lnTo>
                    <a:pt x="43120" y="20555"/>
                  </a:lnTo>
                  <a:lnTo>
                    <a:pt x="52919" y="17191"/>
                  </a:lnTo>
                  <a:lnTo>
                    <a:pt x="70086" y="10789"/>
                  </a:lnTo>
                  <a:lnTo>
                    <a:pt x="75776" y="8595"/>
                  </a:lnTo>
                  <a:lnTo>
                    <a:pt x="76598" y="8268"/>
                  </a:lnTo>
                  <a:lnTo>
                    <a:pt x="87445" y="3929"/>
                  </a:lnTo>
                  <a:lnTo>
                    <a:pt x="91733" y="2208"/>
                  </a:lnTo>
                  <a:lnTo>
                    <a:pt x="97443" y="0"/>
                  </a:lnTo>
                  <a:lnTo>
                    <a:pt x="96884" y="3481"/>
                  </a:lnTo>
                  <a:lnTo>
                    <a:pt x="100648" y="7682"/>
                  </a:lnTo>
                  <a:lnTo>
                    <a:pt x="100041" y="10628"/>
                  </a:lnTo>
                  <a:lnTo>
                    <a:pt x="99620" y="17398"/>
                  </a:lnTo>
                  <a:lnTo>
                    <a:pt x="98252" y="22992"/>
                  </a:lnTo>
                  <a:lnTo>
                    <a:pt x="102779" y="28457"/>
                  </a:lnTo>
                  <a:lnTo>
                    <a:pt x="105575" y="30710"/>
                  </a:lnTo>
                  <a:lnTo>
                    <a:pt x="107285" y="34297"/>
                  </a:lnTo>
                  <a:lnTo>
                    <a:pt x="105870" y="37578"/>
                  </a:lnTo>
                  <a:lnTo>
                    <a:pt x="107584" y="40966"/>
                  </a:lnTo>
                  <a:lnTo>
                    <a:pt x="104957" y="44829"/>
                  </a:lnTo>
                  <a:lnTo>
                    <a:pt x="103916" y="49383"/>
                  </a:lnTo>
                  <a:lnTo>
                    <a:pt x="100553" y="52182"/>
                  </a:lnTo>
                  <a:lnTo>
                    <a:pt x="99835" y="52778"/>
                  </a:lnTo>
                  <a:lnTo>
                    <a:pt x="98982" y="57190"/>
                  </a:lnTo>
                  <a:lnTo>
                    <a:pt x="98110" y="57966"/>
                  </a:lnTo>
                  <a:lnTo>
                    <a:pt x="96365" y="59520"/>
                  </a:lnTo>
                  <a:lnTo>
                    <a:pt x="92652" y="60861"/>
                  </a:lnTo>
                  <a:lnTo>
                    <a:pt x="89950" y="62982"/>
                  </a:lnTo>
                  <a:lnTo>
                    <a:pt x="88497" y="66386"/>
                  </a:lnTo>
                  <a:lnTo>
                    <a:pt x="89316" y="70016"/>
                  </a:lnTo>
                  <a:lnTo>
                    <a:pt x="90614" y="74945"/>
                  </a:lnTo>
                  <a:lnTo>
                    <a:pt x="91698" y="76729"/>
                  </a:lnTo>
                  <a:lnTo>
                    <a:pt x="94159" y="80780"/>
                  </a:lnTo>
                  <a:lnTo>
                    <a:pt x="93951" y="86831"/>
                  </a:lnTo>
                  <a:lnTo>
                    <a:pt x="92893" y="90939"/>
                  </a:lnTo>
                  <a:lnTo>
                    <a:pt x="94633" y="94014"/>
                  </a:lnTo>
                  <a:lnTo>
                    <a:pt x="93247" y="101141"/>
                  </a:lnTo>
                  <a:lnTo>
                    <a:pt x="94280" y="106449"/>
                  </a:lnTo>
                  <a:lnTo>
                    <a:pt x="93708" y="109719"/>
                  </a:lnTo>
                  <a:lnTo>
                    <a:pt x="93492" y="110949"/>
                  </a:lnTo>
                  <a:lnTo>
                    <a:pt x="91161" y="115234"/>
                  </a:lnTo>
                  <a:lnTo>
                    <a:pt x="91746" y="124770"/>
                  </a:lnTo>
                  <a:lnTo>
                    <a:pt x="91600" y="125067"/>
                  </a:lnTo>
                  <a:lnTo>
                    <a:pt x="89956" y="128405"/>
                  </a:lnTo>
                  <a:lnTo>
                    <a:pt x="92036" y="134674"/>
                  </a:lnTo>
                  <a:lnTo>
                    <a:pt x="93743" y="145414"/>
                  </a:lnTo>
                  <a:lnTo>
                    <a:pt x="95464" y="148478"/>
                  </a:lnTo>
                  <a:lnTo>
                    <a:pt x="95941" y="153258"/>
                  </a:lnTo>
                  <a:lnTo>
                    <a:pt x="96097" y="155861"/>
                  </a:lnTo>
                  <a:lnTo>
                    <a:pt x="96186" y="157361"/>
                  </a:lnTo>
                  <a:lnTo>
                    <a:pt x="97084" y="161737"/>
                  </a:lnTo>
                  <a:lnTo>
                    <a:pt x="97212" y="162362"/>
                  </a:lnTo>
                  <a:lnTo>
                    <a:pt x="99897" y="167210"/>
                  </a:lnTo>
                  <a:lnTo>
                    <a:pt x="99539" y="171026"/>
                  </a:lnTo>
                  <a:lnTo>
                    <a:pt x="101541" y="173766"/>
                  </a:lnTo>
                  <a:lnTo>
                    <a:pt x="99901" y="177552"/>
                  </a:lnTo>
                  <a:lnTo>
                    <a:pt x="98062" y="179315"/>
                  </a:lnTo>
                  <a:lnTo>
                    <a:pt x="99606" y="183714"/>
                  </a:lnTo>
                  <a:lnTo>
                    <a:pt x="99087" y="186654"/>
                  </a:lnTo>
                  <a:lnTo>
                    <a:pt x="101614" y="191086"/>
                  </a:lnTo>
                  <a:lnTo>
                    <a:pt x="106179" y="193238"/>
                  </a:lnTo>
                  <a:lnTo>
                    <a:pt x="108139" y="195523"/>
                  </a:lnTo>
                  <a:lnTo>
                    <a:pt x="88538" y="201664"/>
                  </a:lnTo>
                  <a:lnTo>
                    <a:pt x="85461" y="202654"/>
                  </a:lnTo>
                  <a:lnTo>
                    <a:pt x="81790" y="203831"/>
                  </a:lnTo>
                  <a:lnTo>
                    <a:pt x="76604" y="205488"/>
                  </a:lnTo>
                  <a:lnTo>
                    <a:pt x="63092" y="209772"/>
                  </a:lnTo>
                  <a:lnTo>
                    <a:pt x="60218" y="205926"/>
                  </a:lnTo>
                  <a:lnTo>
                    <a:pt x="60089" y="203246"/>
                  </a:lnTo>
                  <a:lnTo>
                    <a:pt x="59993" y="202922"/>
                  </a:lnTo>
                  <a:lnTo>
                    <a:pt x="57525" y="194598"/>
                  </a:lnTo>
                  <a:lnTo>
                    <a:pt x="55375" y="187357"/>
                  </a:lnTo>
                  <a:lnTo>
                    <a:pt x="48981" y="165464"/>
                  </a:lnTo>
                  <a:lnTo>
                    <a:pt x="47854" y="161617"/>
                  </a:lnTo>
                  <a:lnTo>
                    <a:pt x="44016" y="148120"/>
                  </a:lnTo>
                  <a:lnTo>
                    <a:pt x="39998" y="145227"/>
                  </a:lnTo>
                  <a:lnTo>
                    <a:pt x="36984" y="142691"/>
                  </a:lnTo>
                  <a:lnTo>
                    <a:pt x="34763" y="148467"/>
                  </a:lnTo>
                  <a:lnTo>
                    <a:pt x="32377" y="146638"/>
                  </a:lnTo>
                  <a:lnTo>
                    <a:pt x="31413" y="141829"/>
                  </a:lnTo>
                  <a:lnTo>
                    <a:pt x="31489" y="138256"/>
                  </a:lnTo>
                  <a:lnTo>
                    <a:pt x="31868" y="133448"/>
                  </a:lnTo>
                  <a:lnTo>
                    <a:pt x="31988" y="131914"/>
                  </a:lnTo>
                  <a:lnTo>
                    <a:pt x="29280" y="129592"/>
                  </a:lnTo>
                  <a:lnTo>
                    <a:pt x="28619" y="129024"/>
                  </a:lnTo>
                  <a:lnTo>
                    <a:pt x="27995" y="124204"/>
                  </a:lnTo>
                  <a:lnTo>
                    <a:pt x="24758" y="120626"/>
                  </a:lnTo>
                  <a:lnTo>
                    <a:pt x="23383" y="117146"/>
                  </a:lnTo>
                  <a:lnTo>
                    <a:pt x="22738" y="114264"/>
                  </a:lnTo>
                  <a:lnTo>
                    <a:pt x="20258" y="11243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027947" y="2270272"/>
              <a:ext cx="25888" cy="31372"/>
            </a:xfrm>
            <a:custGeom>
              <a:avLst/>
              <a:pathLst>
                <a:path w="25888" h="31372">
                  <a:moveTo>
                    <a:pt x="517" y="3889"/>
                  </a:moveTo>
                  <a:lnTo>
                    <a:pt x="9657" y="5210"/>
                  </a:lnTo>
                  <a:lnTo>
                    <a:pt x="12841" y="4288"/>
                  </a:lnTo>
                  <a:lnTo>
                    <a:pt x="16437" y="40"/>
                  </a:lnTo>
                  <a:lnTo>
                    <a:pt x="18825" y="0"/>
                  </a:lnTo>
                  <a:lnTo>
                    <a:pt x="23957" y="5574"/>
                  </a:lnTo>
                  <a:lnTo>
                    <a:pt x="25888" y="13443"/>
                  </a:lnTo>
                  <a:lnTo>
                    <a:pt x="21549" y="17203"/>
                  </a:lnTo>
                  <a:lnTo>
                    <a:pt x="21978" y="21060"/>
                  </a:lnTo>
                  <a:lnTo>
                    <a:pt x="20254" y="25267"/>
                  </a:lnTo>
                  <a:lnTo>
                    <a:pt x="17601" y="26682"/>
                  </a:lnTo>
                  <a:lnTo>
                    <a:pt x="17012" y="31372"/>
                  </a:lnTo>
                  <a:lnTo>
                    <a:pt x="13031" y="31111"/>
                  </a:lnTo>
                  <a:lnTo>
                    <a:pt x="10726" y="28498"/>
                  </a:lnTo>
                  <a:lnTo>
                    <a:pt x="5366" y="25113"/>
                  </a:lnTo>
                  <a:lnTo>
                    <a:pt x="1104" y="19820"/>
                  </a:lnTo>
                  <a:lnTo>
                    <a:pt x="0" y="1197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922870" y="2255940"/>
              <a:ext cx="440690" cy="326784"/>
            </a:xfrm>
            <a:custGeom>
              <a:avLst/>
              <a:pathLst>
                <a:path w="440690" h="326784">
                  <a:moveTo>
                    <a:pt x="20079" y="17605"/>
                  </a:moveTo>
                  <a:lnTo>
                    <a:pt x="23998" y="18466"/>
                  </a:lnTo>
                  <a:lnTo>
                    <a:pt x="28620" y="23269"/>
                  </a:lnTo>
                  <a:lnTo>
                    <a:pt x="35487" y="31614"/>
                  </a:lnTo>
                  <a:lnTo>
                    <a:pt x="41794" y="35407"/>
                  </a:lnTo>
                  <a:lnTo>
                    <a:pt x="48397" y="41763"/>
                  </a:lnTo>
                  <a:lnTo>
                    <a:pt x="50078" y="45770"/>
                  </a:lnTo>
                  <a:lnTo>
                    <a:pt x="58635" y="49986"/>
                  </a:lnTo>
                  <a:lnTo>
                    <a:pt x="66673" y="52308"/>
                  </a:lnTo>
                  <a:lnTo>
                    <a:pt x="69641" y="53239"/>
                  </a:lnTo>
                  <a:lnTo>
                    <a:pt x="75762" y="56141"/>
                  </a:lnTo>
                  <a:lnTo>
                    <a:pt x="80852" y="60111"/>
                  </a:lnTo>
                  <a:lnTo>
                    <a:pt x="87329" y="63029"/>
                  </a:lnTo>
                  <a:lnTo>
                    <a:pt x="91434" y="63885"/>
                  </a:lnTo>
                  <a:lnTo>
                    <a:pt x="97856" y="60734"/>
                  </a:lnTo>
                  <a:lnTo>
                    <a:pt x="100648" y="66481"/>
                  </a:lnTo>
                  <a:lnTo>
                    <a:pt x="103203" y="69897"/>
                  </a:lnTo>
                  <a:lnTo>
                    <a:pt x="106477" y="70172"/>
                  </a:lnTo>
                  <a:lnTo>
                    <a:pt x="108631" y="69826"/>
                  </a:lnTo>
                  <a:lnTo>
                    <a:pt x="113342" y="69064"/>
                  </a:lnTo>
                  <a:lnTo>
                    <a:pt x="117413" y="69499"/>
                  </a:lnTo>
                  <a:lnTo>
                    <a:pt x="119729" y="73728"/>
                  </a:lnTo>
                  <a:lnTo>
                    <a:pt x="117445" y="80722"/>
                  </a:lnTo>
                  <a:lnTo>
                    <a:pt x="116431" y="84224"/>
                  </a:lnTo>
                  <a:lnTo>
                    <a:pt x="117851" y="89229"/>
                  </a:lnTo>
                  <a:lnTo>
                    <a:pt x="118805" y="89331"/>
                  </a:lnTo>
                  <a:lnTo>
                    <a:pt x="119783" y="89434"/>
                  </a:lnTo>
                  <a:lnTo>
                    <a:pt x="122694" y="88014"/>
                  </a:lnTo>
                  <a:lnTo>
                    <a:pt x="124518" y="87123"/>
                  </a:lnTo>
                  <a:lnTo>
                    <a:pt x="125427" y="84818"/>
                  </a:lnTo>
                  <a:lnTo>
                    <a:pt x="122831" y="81004"/>
                  </a:lnTo>
                  <a:lnTo>
                    <a:pt x="125230" y="74694"/>
                  </a:lnTo>
                  <a:lnTo>
                    <a:pt x="124650" y="69880"/>
                  </a:lnTo>
                  <a:lnTo>
                    <a:pt x="121230" y="66195"/>
                  </a:lnTo>
                  <a:lnTo>
                    <a:pt x="120670" y="60164"/>
                  </a:lnTo>
                  <a:lnTo>
                    <a:pt x="124417" y="56408"/>
                  </a:lnTo>
                  <a:lnTo>
                    <a:pt x="128894" y="49167"/>
                  </a:lnTo>
                  <a:lnTo>
                    <a:pt x="129078" y="48870"/>
                  </a:lnTo>
                  <a:lnTo>
                    <a:pt x="129290" y="43607"/>
                  </a:lnTo>
                  <a:lnTo>
                    <a:pt x="132630" y="39898"/>
                  </a:lnTo>
                  <a:lnTo>
                    <a:pt x="134449" y="35308"/>
                  </a:lnTo>
                  <a:lnTo>
                    <a:pt x="134323" y="30247"/>
                  </a:lnTo>
                  <a:lnTo>
                    <a:pt x="134160" y="23413"/>
                  </a:lnTo>
                  <a:lnTo>
                    <a:pt x="135277" y="17840"/>
                  </a:lnTo>
                  <a:lnTo>
                    <a:pt x="135821" y="13688"/>
                  </a:lnTo>
                  <a:lnTo>
                    <a:pt x="133708" y="9083"/>
                  </a:lnTo>
                  <a:lnTo>
                    <a:pt x="133696" y="3940"/>
                  </a:lnTo>
                  <a:lnTo>
                    <a:pt x="138512" y="0"/>
                  </a:lnTo>
                  <a:lnTo>
                    <a:pt x="164975" y="7801"/>
                  </a:lnTo>
                  <a:lnTo>
                    <a:pt x="172950" y="10149"/>
                  </a:lnTo>
                  <a:lnTo>
                    <a:pt x="191005" y="15748"/>
                  </a:lnTo>
                  <a:lnTo>
                    <a:pt x="209709" y="20808"/>
                  </a:lnTo>
                  <a:lnTo>
                    <a:pt x="223882" y="24606"/>
                  </a:lnTo>
                  <a:lnTo>
                    <a:pt x="238302" y="28625"/>
                  </a:lnTo>
                  <a:lnTo>
                    <a:pt x="245391" y="30581"/>
                  </a:lnTo>
                  <a:lnTo>
                    <a:pt x="263327" y="35335"/>
                  </a:lnTo>
                  <a:lnTo>
                    <a:pt x="283077" y="40633"/>
                  </a:lnTo>
                  <a:lnTo>
                    <a:pt x="311813" y="47921"/>
                  </a:lnTo>
                  <a:lnTo>
                    <a:pt x="329048" y="52233"/>
                  </a:lnTo>
                  <a:lnTo>
                    <a:pt x="344709" y="56079"/>
                  </a:lnTo>
                  <a:lnTo>
                    <a:pt x="378650" y="64198"/>
                  </a:lnTo>
                  <a:lnTo>
                    <a:pt x="389037" y="66624"/>
                  </a:lnTo>
                  <a:lnTo>
                    <a:pt x="410058" y="71418"/>
                  </a:lnTo>
                  <a:lnTo>
                    <a:pt x="419499" y="73596"/>
                  </a:lnTo>
                  <a:lnTo>
                    <a:pt x="428114" y="75564"/>
                  </a:lnTo>
                  <a:lnTo>
                    <a:pt x="440690" y="78396"/>
                  </a:lnTo>
                  <a:lnTo>
                    <a:pt x="437850" y="90916"/>
                  </a:lnTo>
                  <a:lnTo>
                    <a:pt x="434324" y="106496"/>
                  </a:lnTo>
                  <a:lnTo>
                    <a:pt x="429945" y="125716"/>
                  </a:lnTo>
                  <a:lnTo>
                    <a:pt x="424187" y="150121"/>
                  </a:lnTo>
                  <a:lnTo>
                    <a:pt x="422733" y="156649"/>
                  </a:lnTo>
                  <a:lnTo>
                    <a:pt x="421489" y="162237"/>
                  </a:lnTo>
                  <a:lnTo>
                    <a:pt x="417067" y="182139"/>
                  </a:lnTo>
                  <a:lnTo>
                    <a:pt x="410440" y="212513"/>
                  </a:lnTo>
                  <a:lnTo>
                    <a:pt x="408530" y="221296"/>
                  </a:lnTo>
                  <a:lnTo>
                    <a:pt x="406662" y="229896"/>
                  </a:lnTo>
                  <a:lnTo>
                    <a:pt x="406168" y="232155"/>
                  </a:lnTo>
                  <a:lnTo>
                    <a:pt x="395657" y="280322"/>
                  </a:lnTo>
                  <a:lnTo>
                    <a:pt x="394407" y="286075"/>
                  </a:lnTo>
                  <a:lnTo>
                    <a:pt x="393766" y="289872"/>
                  </a:lnTo>
                  <a:lnTo>
                    <a:pt x="393540" y="291209"/>
                  </a:lnTo>
                  <a:lnTo>
                    <a:pt x="391005" y="295517"/>
                  </a:lnTo>
                  <a:lnTo>
                    <a:pt x="393786" y="300467"/>
                  </a:lnTo>
                  <a:lnTo>
                    <a:pt x="394750" y="304971"/>
                  </a:lnTo>
                  <a:lnTo>
                    <a:pt x="393878" y="309400"/>
                  </a:lnTo>
                  <a:lnTo>
                    <a:pt x="395568" y="312240"/>
                  </a:lnTo>
                  <a:lnTo>
                    <a:pt x="394415" y="314444"/>
                  </a:lnTo>
                  <a:lnTo>
                    <a:pt x="390772" y="318614"/>
                  </a:lnTo>
                  <a:lnTo>
                    <a:pt x="392569" y="321061"/>
                  </a:lnTo>
                  <a:lnTo>
                    <a:pt x="392918" y="326784"/>
                  </a:lnTo>
                  <a:lnTo>
                    <a:pt x="368179" y="321317"/>
                  </a:lnTo>
                  <a:lnTo>
                    <a:pt x="361086" y="319641"/>
                  </a:lnTo>
                  <a:lnTo>
                    <a:pt x="354137" y="317987"/>
                  </a:lnTo>
                  <a:lnTo>
                    <a:pt x="347701" y="316446"/>
                  </a:lnTo>
                  <a:lnTo>
                    <a:pt x="333059" y="313092"/>
                  </a:lnTo>
                  <a:lnTo>
                    <a:pt x="331971" y="312841"/>
                  </a:lnTo>
                  <a:lnTo>
                    <a:pt x="311096" y="307965"/>
                  </a:lnTo>
                  <a:lnTo>
                    <a:pt x="293662" y="303818"/>
                  </a:lnTo>
                  <a:lnTo>
                    <a:pt x="276261" y="299730"/>
                  </a:lnTo>
                  <a:lnTo>
                    <a:pt x="271274" y="302099"/>
                  </a:lnTo>
                  <a:lnTo>
                    <a:pt x="267131" y="303315"/>
                  </a:lnTo>
                  <a:lnTo>
                    <a:pt x="259913" y="300931"/>
                  </a:lnTo>
                  <a:lnTo>
                    <a:pt x="253523" y="300944"/>
                  </a:lnTo>
                  <a:lnTo>
                    <a:pt x="249550" y="300688"/>
                  </a:lnTo>
                  <a:lnTo>
                    <a:pt x="246284" y="300474"/>
                  </a:lnTo>
                  <a:lnTo>
                    <a:pt x="241973" y="297732"/>
                  </a:lnTo>
                  <a:lnTo>
                    <a:pt x="240229" y="297806"/>
                  </a:lnTo>
                  <a:lnTo>
                    <a:pt x="235057" y="301960"/>
                  </a:lnTo>
                  <a:lnTo>
                    <a:pt x="227412" y="300840"/>
                  </a:lnTo>
                  <a:lnTo>
                    <a:pt x="223544" y="300667"/>
                  </a:lnTo>
                  <a:lnTo>
                    <a:pt x="217781" y="300404"/>
                  </a:lnTo>
                  <a:lnTo>
                    <a:pt x="215623" y="300956"/>
                  </a:lnTo>
                  <a:lnTo>
                    <a:pt x="211106" y="302107"/>
                  </a:lnTo>
                  <a:lnTo>
                    <a:pt x="206860" y="302058"/>
                  </a:lnTo>
                  <a:lnTo>
                    <a:pt x="201975" y="304909"/>
                  </a:lnTo>
                  <a:lnTo>
                    <a:pt x="197867" y="304252"/>
                  </a:lnTo>
                  <a:lnTo>
                    <a:pt x="190564" y="304266"/>
                  </a:lnTo>
                  <a:lnTo>
                    <a:pt x="185830" y="302967"/>
                  </a:lnTo>
                  <a:lnTo>
                    <a:pt x="184861" y="302700"/>
                  </a:lnTo>
                  <a:lnTo>
                    <a:pt x="181068" y="297642"/>
                  </a:lnTo>
                  <a:lnTo>
                    <a:pt x="178598" y="297049"/>
                  </a:lnTo>
                  <a:lnTo>
                    <a:pt x="177407" y="297579"/>
                  </a:lnTo>
                  <a:lnTo>
                    <a:pt x="174906" y="298690"/>
                  </a:lnTo>
                  <a:lnTo>
                    <a:pt x="164629" y="299819"/>
                  </a:lnTo>
                  <a:lnTo>
                    <a:pt x="161773" y="301552"/>
                  </a:lnTo>
                  <a:lnTo>
                    <a:pt x="160854" y="300858"/>
                  </a:lnTo>
                  <a:lnTo>
                    <a:pt x="159351" y="299722"/>
                  </a:lnTo>
                  <a:lnTo>
                    <a:pt x="151265" y="298286"/>
                  </a:lnTo>
                  <a:lnTo>
                    <a:pt x="148480" y="300315"/>
                  </a:lnTo>
                  <a:lnTo>
                    <a:pt x="144814" y="300161"/>
                  </a:lnTo>
                  <a:lnTo>
                    <a:pt x="144448" y="294390"/>
                  </a:lnTo>
                  <a:lnTo>
                    <a:pt x="138366" y="289774"/>
                  </a:lnTo>
                  <a:lnTo>
                    <a:pt x="133325" y="289347"/>
                  </a:lnTo>
                  <a:lnTo>
                    <a:pt x="132482" y="288669"/>
                  </a:lnTo>
                  <a:lnTo>
                    <a:pt x="128378" y="285364"/>
                  </a:lnTo>
                  <a:lnTo>
                    <a:pt x="127930" y="285003"/>
                  </a:lnTo>
                  <a:lnTo>
                    <a:pt x="119897" y="284649"/>
                  </a:lnTo>
                  <a:lnTo>
                    <a:pt x="115922" y="284506"/>
                  </a:lnTo>
                  <a:lnTo>
                    <a:pt x="111956" y="282277"/>
                  </a:lnTo>
                  <a:lnTo>
                    <a:pt x="108534" y="282497"/>
                  </a:lnTo>
                  <a:lnTo>
                    <a:pt x="105945" y="284511"/>
                  </a:lnTo>
                  <a:lnTo>
                    <a:pt x="104493" y="284773"/>
                  </a:lnTo>
                  <a:lnTo>
                    <a:pt x="102712" y="285094"/>
                  </a:lnTo>
                  <a:lnTo>
                    <a:pt x="99156" y="286635"/>
                  </a:lnTo>
                  <a:lnTo>
                    <a:pt x="92944" y="287716"/>
                  </a:lnTo>
                  <a:lnTo>
                    <a:pt x="88230" y="286881"/>
                  </a:lnTo>
                  <a:lnTo>
                    <a:pt x="83936" y="288085"/>
                  </a:lnTo>
                  <a:lnTo>
                    <a:pt x="83056" y="288331"/>
                  </a:lnTo>
                  <a:lnTo>
                    <a:pt x="79300" y="286905"/>
                  </a:lnTo>
                  <a:lnTo>
                    <a:pt x="77217" y="283868"/>
                  </a:lnTo>
                  <a:lnTo>
                    <a:pt x="73674" y="283930"/>
                  </a:lnTo>
                  <a:lnTo>
                    <a:pt x="71143" y="281462"/>
                  </a:lnTo>
                  <a:lnTo>
                    <a:pt x="63310" y="276848"/>
                  </a:lnTo>
                  <a:lnTo>
                    <a:pt x="58875" y="272516"/>
                  </a:lnTo>
                  <a:lnTo>
                    <a:pt x="58285" y="270732"/>
                  </a:lnTo>
                  <a:lnTo>
                    <a:pt x="57706" y="268973"/>
                  </a:lnTo>
                  <a:lnTo>
                    <a:pt x="59287" y="265189"/>
                  </a:lnTo>
                  <a:lnTo>
                    <a:pt x="60288" y="262796"/>
                  </a:lnTo>
                  <a:lnTo>
                    <a:pt x="59593" y="258110"/>
                  </a:lnTo>
                  <a:lnTo>
                    <a:pt x="60980" y="254905"/>
                  </a:lnTo>
                  <a:lnTo>
                    <a:pt x="61544" y="253600"/>
                  </a:lnTo>
                  <a:lnTo>
                    <a:pt x="61143" y="249513"/>
                  </a:lnTo>
                  <a:lnTo>
                    <a:pt x="62149" y="245555"/>
                  </a:lnTo>
                  <a:lnTo>
                    <a:pt x="61089" y="240526"/>
                  </a:lnTo>
                  <a:lnTo>
                    <a:pt x="60091" y="234121"/>
                  </a:lnTo>
                  <a:lnTo>
                    <a:pt x="57366" y="231451"/>
                  </a:lnTo>
                  <a:lnTo>
                    <a:pt x="55771" y="228416"/>
                  </a:lnTo>
                  <a:lnTo>
                    <a:pt x="50862" y="222405"/>
                  </a:lnTo>
                  <a:lnTo>
                    <a:pt x="48175" y="221271"/>
                  </a:lnTo>
                  <a:lnTo>
                    <a:pt x="45211" y="221957"/>
                  </a:lnTo>
                  <a:lnTo>
                    <a:pt x="40855" y="222961"/>
                  </a:lnTo>
                  <a:lnTo>
                    <a:pt x="36295" y="221455"/>
                  </a:lnTo>
                  <a:lnTo>
                    <a:pt x="35876" y="221316"/>
                  </a:lnTo>
                  <a:lnTo>
                    <a:pt x="33476" y="217452"/>
                  </a:lnTo>
                  <a:lnTo>
                    <a:pt x="34813" y="213657"/>
                  </a:lnTo>
                  <a:lnTo>
                    <a:pt x="32933" y="209565"/>
                  </a:lnTo>
                  <a:lnTo>
                    <a:pt x="28961" y="209236"/>
                  </a:lnTo>
                  <a:lnTo>
                    <a:pt x="22478" y="206560"/>
                  </a:lnTo>
                  <a:lnTo>
                    <a:pt x="21716" y="202921"/>
                  </a:lnTo>
                  <a:lnTo>
                    <a:pt x="19887" y="203591"/>
                  </a:lnTo>
                  <a:lnTo>
                    <a:pt x="17752" y="204371"/>
                  </a:lnTo>
                  <a:lnTo>
                    <a:pt x="15415" y="202893"/>
                  </a:lnTo>
                  <a:lnTo>
                    <a:pt x="10531" y="205257"/>
                  </a:lnTo>
                  <a:lnTo>
                    <a:pt x="8825" y="204220"/>
                  </a:lnTo>
                  <a:lnTo>
                    <a:pt x="7147" y="200903"/>
                  </a:lnTo>
                  <a:lnTo>
                    <a:pt x="6683" y="199482"/>
                  </a:lnTo>
                  <a:lnTo>
                    <a:pt x="0" y="199530"/>
                  </a:lnTo>
                  <a:lnTo>
                    <a:pt x="2373" y="194983"/>
                  </a:lnTo>
                  <a:lnTo>
                    <a:pt x="6967" y="181661"/>
                  </a:lnTo>
                  <a:lnTo>
                    <a:pt x="9741" y="170351"/>
                  </a:lnTo>
                  <a:lnTo>
                    <a:pt x="15797" y="171744"/>
                  </a:lnTo>
                  <a:lnTo>
                    <a:pt x="18737" y="169440"/>
                  </a:lnTo>
                  <a:lnTo>
                    <a:pt x="16958" y="165225"/>
                  </a:lnTo>
                  <a:lnTo>
                    <a:pt x="11754" y="161725"/>
                  </a:lnTo>
                  <a:lnTo>
                    <a:pt x="12390" y="156683"/>
                  </a:lnTo>
                  <a:lnTo>
                    <a:pt x="12569" y="155268"/>
                  </a:lnTo>
                  <a:lnTo>
                    <a:pt x="12972" y="146975"/>
                  </a:lnTo>
                  <a:lnTo>
                    <a:pt x="11241" y="144579"/>
                  </a:lnTo>
                  <a:lnTo>
                    <a:pt x="13565" y="139264"/>
                  </a:lnTo>
                  <a:lnTo>
                    <a:pt x="16676" y="125745"/>
                  </a:lnTo>
                  <a:lnTo>
                    <a:pt x="16693" y="124317"/>
                  </a:lnTo>
                  <a:lnTo>
                    <a:pt x="17417" y="114485"/>
                  </a:lnTo>
                  <a:lnTo>
                    <a:pt x="14724" y="107562"/>
                  </a:lnTo>
                  <a:lnTo>
                    <a:pt x="17475" y="92623"/>
                  </a:lnTo>
                  <a:lnTo>
                    <a:pt x="17664" y="91602"/>
                  </a:lnTo>
                  <a:lnTo>
                    <a:pt x="18436" y="78914"/>
                  </a:lnTo>
                  <a:lnTo>
                    <a:pt x="17239" y="71796"/>
                  </a:lnTo>
                  <a:lnTo>
                    <a:pt x="15449" y="64986"/>
                  </a:lnTo>
                  <a:lnTo>
                    <a:pt x="12719" y="60222"/>
                  </a:lnTo>
                  <a:lnTo>
                    <a:pt x="12257" y="59414"/>
                  </a:lnTo>
                  <a:lnTo>
                    <a:pt x="11784" y="52453"/>
                  </a:lnTo>
                  <a:lnTo>
                    <a:pt x="13328" y="45402"/>
                  </a:lnTo>
                  <a:lnTo>
                    <a:pt x="14537" y="41394"/>
                  </a:lnTo>
                  <a:lnTo>
                    <a:pt x="14152" y="36412"/>
                  </a:lnTo>
                  <a:lnTo>
                    <a:pt x="17550" y="31591"/>
                  </a:lnTo>
                  <a:lnTo>
                    <a:pt x="20674" y="2578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34018" y="4000251"/>
              <a:ext cx="13996" cy="13090"/>
            </a:xfrm>
            <a:custGeom>
              <a:avLst/>
              <a:pathLst>
                <a:path w="13996" h="13090">
                  <a:moveTo>
                    <a:pt x="0" y="4"/>
                  </a:moveTo>
                  <a:lnTo>
                    <a:pt x="5681" y="0"/>
                  </a:lnTo>
                  <a:lnTo>
                    <a:pt x="10472" y="5967"/>
                  </a:lnTo>
                  <a:lnTo>
                    <a:pt x="13996" y="10369"/>
                  </a:lnTo>
                  <a:lnTo>
                    <a:pt x="11438" y="13090"/>
                  </a:lnTo>
                  <a:lnTo>
                    <a:pt x="9208" y="11282"/>
                  </a:lnTo>
                  <a:lnTo>
                    <a:pt x="4752" y="9919"/>
                  </a:lnTo>
                  <a:lnTo>
                    <a:pt x="4406" y="7091"/>
                  </a:lnTo>
                  <a:lnTo>
                    <a:pt x="1133" y="231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926324" y="4026173"/>
              <a:ext cx="12182" cy="16023"/>
            </a:xfrm>
            <a:custGeom>
              <a:avLst/>
              <a:pathLst>
                <a:path w="12182" h="16023">
                  <a:moveTo>
                    <a:pt x="2604" y="0"/>
                  </a:moveTo>
                  <a:lnTo>
                    <a:pt x="4663" y="3909"/>
                  </a:lnTo>
                  <a:lnTo>
                    <a:pt x="8347" y="10089"/>
                  </a:lnTo>
                  <a:lnTo>
                    <a:pt x="12182" y="15539"/>
                  </a:lnTo>
                  <a:lnTo>
                    <a:pt x="8308" y="16023"/>
                  </a:lnTo>
                  <a:lnTo>
                    <a:pt x="5689" y="12686"/>
                  </a:lnTo>
                  <a:lnTo>
                    <a:pt x="2007" y="6406"/>
                  </a:lnTo>
                  <a:lnTo>
                    <a:pt x="0" y="5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882665" y="3999376"/>
              <a:ext cx="7403" cy="6048"/>
            </a:xfrm>
            <a:custGeom>
              <a:avLst/>
              <a:pathLst>
                <a:path w="7403" h="6048">
                  <a:moveTo>
                    <a:pt x="0" y="915"/>
                  </a:moveTo>
                  <a:lnTo>
                    <a:pt x="3763" y="0"/>
                  </a:lnTo>
                  <a:lnTo>
                    <a:pt x="7403" y="3450"/>
                  </a:lnTo>
                  <a:lnTo>
                    <a:pt x="6817" y="5694"/>
                  </a:lnTo>
                  <a:lnTo>
                    <a:pt x="4907" y="6048"/>
                  </a:lnTo>
                  <a:lnTo>
                    <a:pt x="1085" y="401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875799" y="3949439"/>
              <a:ext cx="27110" cy="10059"/>
            </a:xfrm>
            <a:custGeom>
              <a:avLst/>
              <a:pathLst>
                <a:path w="27110" h="10059">
                  <a:moveTo>
                    <a:pt x="0" y="77"/>
                  </a:moveTo>
                  <a:lnTo>
                    <a:pt x="3066" y="0"/>
                  </a:lnTo>
                  <a:lnTo>
                    <a:pt x="8590" y="2712"/>
                  </a:lnTo>
                  <a:lnTo>
                    <a:pt x="17157" y="4491"/>
                  </a:lnTo>
                  <a:lnTo>
                    <a:pt x="21896" y="5577"/>
                  </a:lnTo>
                  <a:lnTo>
                    <a:pt x="23283" y="5894"/>
                  </a:lnTo>
                  <a:lnTo>
                    <a:pt x="27110" y="7004"/>
                  </a:lnTo>
                  <a:lnTo>
                    <a:pt x="26542" y="10035"/>
                  </a:lnTo>
                  <a:lnTo>
                    <a:pt x="25060" y="10059"/>
                  </a:lnTo>
                  <a:lnTo>
                    <a:pt x="20339" y="8830"/>
                  </a:lnTo>
                  <a:lnTo>
                    <a:pt x="17061" y="7973"/>
                  </a:lnTo>
                  <a:lnTo>
                    <a:pt x="11566" y="7420"/>
                  </a:lnTo>
                  <a:lnTo>
                    <a:pt x="8354" y="8311"/>
                  </a:lnTo>
                  <a:lnTo>
                    <a:pt x="4710" y="7228"/>
                  </a:lnTo>
                  <a:lnTo>
                    <a:pt x="1115" y="5264"/>
                  </a:lnTo>
                  <a:lnTo>
                    <a:pt x="1490" y="26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48941" y="3942994"/>
              <a:ext cx="22550" cy="13818"/>
            </a:xfrm>
            <a:custGeom>
              <a:avLst/>
              <a:pathLst>
                <a:path w="22550" h="13818">
                  <a:moveTo>
                    <a:pt x="4854" y="0"/>
                  </a:moveTo>
                  <a:lnTo>
                    <a:pt x="10787" y="2681"/>
                  </a:lnTo>
                  <a:lnTo>
                    <a:pt x="15630" y="5831"/>
                  </a:lnTo>
                  <a:lnTo>
                    <a:pt x="19755" y="6101"/>
                  </a:lnTo>
                  <a:lnTo>
                    <a:pt x="22550" y="10174"/>
                  </a:lnTo>
                  <a:lnTo>
                    <a:pt x="22542" y="12788"/>
                  </a:lnTo>
                  <a:lnTo>
                    <a:pt x="18437" y="13553"/>
                  </a:lnTo>
                  <a:lnTo>
                    <a:pt x="14637" y="13818"/>
                  </a:lnTo>
                  <a:lnTo>
                    <a:pt x="12234" y="11193"/>
                  </a:lnTo>
                  <a:lnTo>
                    <a:pt x="11572" y="9205"/>
                  </a:lnTo>
                  <a:lnTo>
                    <a:pt x="3915" y="5118"/>
                  </a:lnTo>
                  <a:lnTo>
                    <a:pt x="0" y="185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60438" y="3420962"/>
              <a:ext cx="404585" cy="663246"/>
            </a:xfrm>
            <a:custGeom>
              <a:avLst/>
              <a:pathLst>
                <a:path w="404585" h="663246">
                  <a:moveTo>
                    <a:pt x="3152" y="86249"/>
                  </a:moveTo>
                  <a:lnTo>
                    <a:pt x="9587" y="78235"/>
                  </a:lnTo>
                  <a:lnTo>
                    <a:pt x="18222" y="69001"/>
                  </a:lnTo>
                  <a:lnTo>
                    <a:pt x="23288" y="61143"/>
                  </a:lnTo>
                  <a:lnTo>
                    <a:pt x="23986" y="57527"/>
                  </a:lnTo>
                  <a:lnTo>
                    <a:pt x="23380" y="54842"/>
                  </a:lnTo>
                  <a:lnTo>
                    <a:pt x="23853" y="51656"/>
                  </a:lnTo>
                  <a:lnTo>
                    <a:pt x="26535" y="49180"/>
                  </a:lnTo>
                  <a:lnTo>
                    <a:pt x="29546" y="43771"/>
                  </a:lnTo>
                  <a:lnTo>
                    <a:pt x="33432" y="35145"/>
                  </a:lnTo>
                  <a:lnTo>
                    <a:pt x="33674" y="33593"/>
                  </a:lnTo>
                  <a:lnTo>
                    <a:pt x="34476" y="28471"/>
                  </a:lnTo>
                  <a:lnTo>
                    <a:pt x="34401" y="23204"/>
                  </a:lnTo>
                  <a:lnTo>
                    <a:pt x="34607" y="18065"/>
                  </a:lnTo>
                  <a:lnTo>
                    <a:pt x="34480" y="16763"/>
                  </a:lnTo>
                  <a:lnTo>
                    <a:pt x="33015" y="15840"/>
                  </a:lnTo>
                  <a:lnTo>
                    <a:pt x="31661" y="11782"/>
                  </a:lnTo>
                  <a:lnTo>
                    <a:pt x="33703" y="8911"/>
                  </a:lnTo>
                  <a:lnTo>
                    <a:pt x="36049" y="3520"/>
                  </a:lnTo>
                  <a:lnTo>
                    <a:pt x="36699" y="0"/>
                  </a:lnTo>
                  <a:lnTo>
                    <a:pt x="45721" y="2931"/>
                  </a:lnTo>
                  <a:lnTo>
                    <a:pt x="53435" y="5321"/>
                  </a:lnTo>
                  <a:lnTo>
                    <a:pt x="60547" y="7508"/>
                  </a:lnTo>
                  <a:lnTo>
                    <a:pt x="66568" y="9061"/>
                  </a:lnTo>
                  <a:lnTo>
                    <a:pt x="70253" y="10005"/>
                  </a:lnTo>
                  <a:lnTo>
                    <a:pt x="73978" y="11279"/>
                  </a:lnTo>
                  <a:lnTo>
                    <a:pt x="79116" y="12426"/>
                  </a:lnTo>
                  <a:lnTo>
                    <a:pt x="82865" y="13259"/>
                  </a:lnTo>
                  <a:lnTo>
                    <a:pt x="87118" y="14909"/>
                  </a:lnTo>
                  <a:lnTo>
                    <a:pt x="97751" y="17945"/>
                  </a:lnTo>
                  <a:lnTo>
                    <a:pt x="110782" y="21416"/>
                  </a:lnTo>
                  <a:lnTo>
                    <a:pt x="119954" y="24069"/>
                  </a:lnTo>
                  <a:lnTo>
                    <a:pt x="128070" y="26484"/>
                  </a:lnTo>
                  <a:lnTo>
                    <a:pt x="139124" y="29737"/>
                  </a:lnTo>
                  <a:lnTo>
                    <a:pt x="146539" y="31955"/>
                  </a:lnTo>
                  <a:lnTo>
                    <a:pt x="156412" y="34853"/>
                  </a:lnTo>
                  <a:lnTo>
                    <a:pt x="156756" y="34953"/>
                  </a:lnTo>
                  <a:lnTo>
                    <a:pt x="164983" y="37144"/>
                  </a:lnTo>
                  <a:lnTo>
                    <a:pt x="174339" y="39916"/>
                  </a:lnTo>
                  <a:lnTo>
                    <a:pt x="181122" y="41701"/>
                  </a:lnTo>
                  <a:lnTo>
                    <a:pt x="189328" y="43842"/>
                  </a:lnTo>
                  <a:lnTo>
                    <a:pt x="197689" y="46008"/>
                  </a:lnTo>
                  <a:lnTo>
                    <a:pt x="211688" y="49547"/>
                  </a:lnTo>
                  <a:lnTo>
                    <a:pt x="219680" y="51572"/>
                  </a:lnTo>
                  <a:lnTo>
                    <a:pt x="217948" y="58741"/>
                  </a:lnTo>
                  <a:lnTo>
                    <a:pt x="214303" y="74101"/>
                  </a:lnTo>
                  <a:lnTo>
                    <a:pt x="208000" y="100144"/>
                  </a:lnTo>
                  <a:lnTo>
                    <a:pt x="203493" y="119218"/>
                  </a:lnTo>
                  <a:lnTo>
                    <a:pt x="201509" y="127925"/>
                  </a:lnTo>
                  <a:lnTo>
                    <a:pt x="195910" y="151907"/>
                  </a:lnTo>
                  <a:lnTo>
                    <a:pt x="193119" y="163582"/>
                  </a:lnTo>
                  <a:lnTo>
                    <a:pt x="190707" y="173762"/>
                  </a:lnTo>
                  <a:lnTo>
                    <a:pt x="187319" y="187775"/>
                  </a:lnTo>
                  <a:lnTo>
                    <a:pt x="184670" y="198762"/>
                  </a:lnTo>
                  <a:lnTo>
                    <a:pt x="183302" y="204374"/>
                  </a:lnTo>
                  <a:lnTo>
                    <a:pt x="181429" y="212065"/>
                  </a:lnTo>
                  <a:lnTo>
                    <a:pt x="181062" y="213573"/>
                  </a:lnTo>
                  <a:lnTo>
                    <a:pt x="179396" y="221128"/>
                  </a:lnTo>
                  <a:lnTo>
                    <a:pt x="178696" y="224312"/>
                  </a:lnTo>
                  <a:lnTo>
                    <a:pt x="178098" y="227030"/>
                  </a:lnTo>
                  <a:lnTo>
                    <a:pt x="177200" y="231115"/>
                  </a:lnTo>
                  <a:lnTo>
                    <a:pt x="180730" y="236190"/>
                  </a:lnTo>
                  <a:lnTo>
                    <a:pt x="192428" y="253002"/>
                  </a:lnTo>
                  <a:lnTo>
                    <a:pt x="201850" y="266511"/>
                  </a:lnTo>
                  <a:lnTo>
                    <a:pt x="203748" y="269214"/>
                  </a:lnTo>
                  <a:lnTo>
                    <a:pt x="208338" y="275773"/>
                  </a:lnTo>
                  <a:lnTo>
                    <a:pt x="216044" y="286710"/>
                  </a:lnTo>
                  <a:lnTo>
                    <a:pt x="232927" y="310786"/>
                  </a:lnTo>
                  <a:lnTo>
                    <a:pt x="235686" y="314739"/>
                  </a:lnTo>
                  <a:lnTo>
                    <a:pt x="251150" y="336686"/>
                  </a:lnTo>
                  <a:lnTo>
                    <a:pt x="258396" y="346933"/>
                  </a:lnTo>
                  <a:lnTo>
                    <a:pt x="264299" y="355226"/>
                  </a:lnTo>
                  <a:lnTo>
                    <a:pt x="281218" y="379120"/>
                  </a:lnTo>
                  <a:lnTo>
                    <a:pt x="284302" y="383470"/>
                  </a:lnTo>
                  <a:lnTo>
                    <a:pt x="290780" y="392560"/>
                  </a:lnTo>
                  <a:lnTo>
                    <a:pt x="311052" y="421015"/>
                  </a:lnTo>
                  <a:lnTo>
                    <a:pt x="315524" y="427318"/>
                  </a:lnTo>
                  <a:lnTo>
                    <a:pt x="326836" y="443089"/>
                  </a:lnTo>
                  <a:lnTo>
                    <a:pt x="334918" y="454383"/>
                  </a:lnTo>
                  <a:lnTo>
                    <a:pt x="336813" y="457019"/>
                  </a:lnTo>
                  <a:lnTo>
                    <a:pt x="344867" y="468171"/>
                  </a:lnTo>
                  <a:lnTo>
                    <a:pt x="354776" y="481979"/>
                  </a:lnTo>
                  <a:lnTo>
                    <a:pt x="358906" y="487690"/>
                  </a:lnTo>
                  <a:lnTo>
                    <a:pt x="364807" y="495876"/>
                  </a:lnTo>
                  <a:lnTo>
                    <a:pt x="369603" y="502481"/>
                  </a:lnTo>
                  <a:lnTo>
                    <a:pt x="373553" y="507971"/>
                  </a:lnTo>
                  <a:lnTo>
                    <a:pt x="379516" y="516223"/>
                  </a:lnTo>
                  <a:lnTo>
                    <a:pt x="386619" y="526046"/>
                  </a:lnTo>
                  <a:lnTo>
                    <a:pt x="386241" y="529634"/>
                  </a:lnTo>
                  <a:lnTo>
                    <a:pt x="385344" y="533835"/>
                  </a:lnTo>
                  <a:lnTo>
                    <a:pt x="387665" y="537820"/>
                  </a:lnTo>
                  <a:lnTo>
                    <a:pt x="391048" y="544027"/>
                  </a:lnTo>
                  <a:lnTo>
                    <a:pt x="392008" y="546283"/>
                  </a:lnTo>
                  <a:lnTo>
                    <a:pt x="393101" y="553332"/>
                  </a:lnTo>
                  <a:lnTo>
                    <a:pt x="394699" y="557592"/>
                  </a:lnTo>
                  <a:lnTo>
                    <a:pt x="394051" y="561586"/>
                  </a:lnTo>
                  <a:lnTo>
                    <a:pt x="396214" y="561979"/>
                  </a:lnTo>
                  <a:lnTo>
                    <a:pt x="399304" y="565530"/>
                  </a:lnTo>
                  <a:lnTo>
                    <a:pt x="403349" y="569713"/>
                  </a:lnTo>
                  <a:lnTo>
                    <a:pt x="404585" y="572345"/>
                  </a:lnTo>
                  <a:lnTo>
                    <a:pt x="404565" y="572515"/>
                  </a:lnTo>
                  <a:lnTo>
                    <a:pt x="404255" y="575166"/>
                  </a:lnTo>
                  <a:lnTo>
                    <a:pt x="402128" y="576020"/>
                  </a:lnTo>
                  <a:lnTo>
                    <a:pt x="399060" y="578789"/>
                  </a:lnTo>
                  <a:lnTo>
                    <a:pt x="395719" y="579473"/>
                  </a:lnTo>
                  <a:lnTo>
                    <a:pt x="392659" y="580951"/>
                  </a:lnTo>
                  <a:lnTo>
                    <a:pt x="389551" y="581840"/>
                  </a:lnTo>
                  <a:lnTo>
                    <a:pt x="388272" y="582783"/>
                  </a:lnTo>
                  <a:lnTo>
                    <a:pt x="388040" y="583603"/>
                  </a:lnTo>
                  <a:lnTo>
                    <a:pt x="387432" y="585751"/>
                  </a:lnTo>
                  <a:lnTo>
                    <a:pt x="386171" y="587498"/>
                  </a:lnTo>
                  <a:lnTo>
                    <a:pt x="382928" y="590269"/>
                  </a:lnTo>
                  <a:lnTo>
                    <a:pt x="381386" y="591787"/>
                  </a:lnTo>
                  <a:lnTo>
                    <a:pt x="382444" y="593699"/>
                  </a:lnTo>
                  <a:lnTo>
                    <a:pt x="382260" y="595924"/>
                  </a:lnTo>
                  <a:lnTo>
                    <a:pt x="381176" y="598001"/>
                  </a:lnTo>
                  <a:lnTo>
                    <a:pt x="381334" y="602204"/>
                  </a:lnTo>
                  <a:lnTo>
                    <a:pt x="381367" y="604773"/>
                  </a:lnTo>
                  <a:lnTo>
                    <a:pt x="380701" y="606279"/>
                  </a:lnTo>
                  <a:lnTo>
                    <a:pt x="379393" y="608003"/>
                  </a:lnTo>
                  <a:lnTo>
                    <a:pt x="378683" y="611288"/>
                  </a:lnTo>
                  <a:lnTo>
                    <a:pt x="378410" y="614617"/>
                  </a:lnTo>
                  <a:lnTo>
                    <a:pt x="374176" y="617702"/>
                  </a:lnTo>
                  <a:lnTo>
                    <a:pt x="372038" y="620872"/>
                  </a:lnTo>
                  <a:lnTo>
                    <a:pt x="371633" y="621473"/>
                  </a:lnTo>
                  <a:lnTo>
                    <a:pt x="369639" y="621400"/>
                  </a:lnTo>
                  <a:lnTo>
                    <a:pt x="366923" y="621746"/>
                  </a:lnTo>
                  <a:lnTo>
                    <a:pt x="367562" y="623622"/>
                  </a:lnTo>
                  <a:lnTo>
                    <a:pt x="367033" y="626830"/>
                  </a:lnTo>
                  <a:lnTo>
                    <a:pt x="365930" y="628830"/>
                  </a:lnTo>
                  <a:lnTo>
                    <a:pt x="368091" y="631223"/>
                  </a:lnTo>
                  <a:lnTo>
                    <a:pt x="367673" y="632720"/>
                  </a:lnTo>
                  <a:lnTo>
                    <a:pt x="366950" y="636984"/>
                  </a:lnTo>
                  <a:lnTo>
                    <a:pt x="365089" y="640019"/>
                  </a:lnTo>
                  <a:lnTo>
                    <a:pt x="366254" y="644401"/>
                  </a:lnTo>
                  <a:lnTo>
                    <a:pt x="368345" y="645195"/>
                  </a:lnTo>
                  <a:lnTo>
                    <a:pt x="371088" y="645331"/>
                  </a:lnTo>
                  <a:lnTo>
                    <a:pt x="373903" y="646551"/>
                  </a:lnTo>
                  <a:lnTo>
                    <a:pt x="374203" y="646681"/>
                  </a:lnTo>
                  <a:lnTo>
                    <a:pt x="375256" y="650048"/>
                  </a:lnTo>
                  <a:lnTo>
                    <a:pt x="375050" y="653015"/>
                  </a:lnTo>
                  <a:lnTo>
                    <a:pt x="375537" y="654446"/>
                  </a:lnTo>
                  <a:lnTo>
                    <a:pt x="374723" y="657822"/>
                  </a:lnTo>
                  <a:lnTo>
                    <a:pt x="370959" y="661057"/>
                  </a:lnTo>
                  <a:lnTo>
                    <a:pt x="370456" y="661446"/>
                  </a:lnTo>
                  <a:lnTo>
                    <a:pt x="368658" y="662834"/>
                  </a:lnTo>
                  <a:lnTo>
                    <a:pt x="366309" y="662807"/>
                  </a:lnTo>
                  <a:lnTo>
                    <a:pt x="363611" y="662776"/>
                  </a:lnTo>
                  <a:lnTo>
                    <a:pt x="361735" y="661992"/>
                  </a:lnTo>
                  <a:lnTo>
                    <a:pt x="360816" y="663246"/>
                  </a:lnTo>
                  <a:lnTo>
                    <a:pt x="346338" y="661874"/>
                  </a:lnTo>
                  <a:lnTo>
                    <a:pt x="322424" y="659566"/>
                  </a:lnTo>
                  <a:lnTo>
                    <a:pt x="292465" y="656667"/>
                  </a:lnTo>
                  <a:lnTo>
                    <a:pt x="289395" y="656376"/>
                  </a:lnTo>
                  <a:lnTo>
                    <a:pt x="266998" y="654188"/>
                  </a:lnTo>
                  <a:lnTo>
                    <a:pt x="262539" y="653773"/>
                  </a:lnTo>
                  <a:lnTo>
                    <a:pt x="250884" y="652597"/>
                  </a:lnTo>
                  <a:lnTo>
                    <a:pt x="250678" y="652576"/>
                  </a:lnTo>
                  <a:lnTo>
                    <a:pt x="236867" y="651229"/>
                  </a:lnTo>
                  <a:lnTo>
                    <a:pt x="237056" y="648057"/>
                  </a:lnTo>
                  <a:lnTo>
                    <a:pt x="237178" y="646013"/>
                  </a:lnTo>
                  <a:lnTo>
                    <a:pt x="236123" y="642477"/>
                  </a:lnTo>
                  <a:lnTo>
                    <a:pt x="234895" y="641170"/>
                  </a:lnTo>
                  <a:lnTo>
                    <a:pt x="232192" y="641831"/>
                  </a:lnTo>
                  <a:lnTo>
                    <a:pt x="232065" y="639888"/>
                  </a:lnTo>
                  <a:lnTo>
                    <a:pt x="233018" y="634659"/>
                  </a:lnTo>
                  <a:lnTo>
                    <a:pt x="232090" y="632263"/>
                  </a:lnTo>
                  <a:lnTo>
                    <a:pt x="232218" y="631209"/>
                  </a:lnTo>
                  <a:lnTo>
                    <a:pt x="232767" y="630579"/>
                  </a:lnTo>
                  <a:lnTo>
                    <a:pt x="233297" y="630819"/>
                  </a:lnTo>
                  <a:lnTo>
                    <a:pt x="233746" y="630281"/>
                  </a:lnTo>
                  <a:lnTo>
                    <a:pt x="234275" y="627849"/>
                  </a:lnTo>
                  <a:lnTo>
                    <a:pt x="234239" y="625381"/>
                  </a:lnTo>
                  <a:lnTo>
                    <a:pt x="234174" y="620820"/>
                  </a:lnTo>
                  <a:lnTo>
                    <a:pt x="233326" y="615574"/>
                  </a:lnTo>
                  <a:lnTo>
                    <a:pt x="231772" y="610570"/>
                  </a:lnTo>
                  <a:lnTo>
                    <a:pt x="228712" y="603676"/>
                  </a:lnTo>
                  <a:lnTo>
                    <a:pt x="224673" y="596764"/>
                  </a:lnTo>
                  <a:lnTo>
                    <a:pt x="222486" y="594960"/>
                  </a:lnTo>
                  <a:lnTo>
                    <a:pt x="220618" y="591201"/>
                  </a:lnTo>
                  <a:lnTo>
                    <a:pt x="217353" y="589267"/>
                  </a:lnTo>
                  <a:lnTo>
                    <a:pt x="217055" y="587773"/>
                  </a:lnTo>
                  <a:lnTo>
                    <a:pt x="216537" y="587044"/>
                  </a:lnTo>
                  <a:lnTo>
                    <a:pt x="213455" y="582697"/>
                  </a:lnTo>
                  <a:lnTo>
                    <a:pt x="212395" y="581137"/>
                  </a:lnTo>
                  <a:lnTo>
                    <a:pt x="208431" y="578280"/>
                  </a:lnTo>
                  <a:lnTo>
                    <a:pt x="205328" y="574553"/>
                  </a:lnTo>
                  <a:lnTo>
                    <a:pt x="201803" y="569057"/>
                  </a:lnTo>
                  <a:lnTo>
                    <a:pt x="200662" y="567931"/>
                  </a:lnTo>
                  <a:lnTo>
                    <a:pt x="199895" y="567174"/>
                  </a:lnTo>
                  <a:lnTo>
                    <a:pt x="197160" y="567648"/>
                  </a:lnTo>
                  <a:lnTo>
                    <a:pt x="194519" y="568374"/>
                  </a:lnTo>
                  <a:lnTo>
                    <a:pt x="193054" y="568776"/>
                  </a:lnTo>
                  <a:lnTo>
                    <a:pt x="190250" y="567590"/>
                  </a:lnTo>
                  <a:lnTo>
                    <a:pt x="189548" y="566910"/>
                  </a:lnTo>
                  <a:lnTo>
                    <a:pt x="188614" y="566005"/>
                  </a:lnTo>
                  <a:lnTo>
                    <a:pt x="186574" y="565328"/>
                  </a:lnTo>
                  <a:lnTo>
                    <a:pt x="185451" y="562644"/>
                  </a:lnTo>
                  <a:lnTo>
                    <a:pt x="187493" y="561240"/>
                  </a:lnTo>
                  <a:lnTo>
                    <a:pt x="187518" y="556251"/>
                  </a:lnTo>
                  <a:lnTo>
                    <a:pt x="186151" y="550601"/>
                  </a:lnTo>
                  <a:lnTo>
                    <a:pt x="184013" y="546597"/>
                  </a:lnTo>
                  <a:lnTo>
                    <a:pt x="183928" y="546439"/>
                  </a:lnTo>
                  <a:lnTo>
                    <a:pt x="179907" y="544813"/>
                  </a:lnTo>
                  <a:lnTo>
                    <a:pt x="176088" y="544317"/>
                  </a:lnTo>
                  <a:lnTo>
                    <a:pt x="172831" y="543653"/>
                  </a:lnTo>
                  <a:lnTo>
                    <a:pt x="169483" y="544833"/>
                  </a:lnTo>
                  <a:lnTo>
                    <a:pt x="167433" y="542294"/>
                  </a:lnTo>
                  <a:lnTo>
                    <a:pt x="163145" y="540527"/>
                  </a:lnTo>
                  <a:lnTo>
                    <a:pt x="162657" y="540326"/>
                  </a:lnTo>
                  <a:lnTo>
                    <a:pt x="157483" y="536476"/>
                  </a:lnTo>
                  <a:lnTo>
                    <a:pt x="155568" y="535776"/>
                  </a:lnTo>
                  <a:lnTo>
                    <a:pt x="150579" y="530392"/>
                  </a:lnTo>
                  <a:lnTo>
                    <a:pt x="149774" y="526958"/>
                  </a:lnTo>
                  <a:lnTo>
                    <a:pt x="149686" y="525502"/>
                  </a:lnTo>
                  <a:lnTo>
                    <a:pt x="149621" y="524430"/>
                  </a:lnTo>
                  <a:lnTo>
                    <a:pt x="147794" y="522568"/>
                  </a:lnTo>
                  <a:lnTo>
                    <a:pt x="145275" y="519117"/>
                  </a:lnTo>
                  <a:lnTo>
                    <a:pt x="141750" y="514951"/>
                  </a:lnTo>
                  <a:lnTo>
                    <a:pt x="140979" y="514469"/>
                  </a:lnTo>
                  <a:lnTo>
                    <a:pt x="138292" y="512783"/>
                  </a:lnTo>
                  <a:lnTo>
                    <a:pt x="134694" y="510321"/>
                  </a:lnTo>
                  <a:lnTo>
                    <a:pt x="131206" y="510290"/>
                  </a:lnTo>
                  <a:lnTo>
                    <a:pt x="129845" y="510778"/>
                  </a:lnTo>
                  <a:lnTo>
                    <a:pt x="126341" y="508638"/>
                  </a:lnTo>
                  <a:lnTo>
                    <a:pt x="123893" y="508062"/>
                  </a:lnTo>
                  <a:lnTo>
                    <a:pt x="121930" y="508030"/>
                  </a:lnTo>
                  <a:lnTo>
                    <a:pt x="117591" y="504718"/>
                  </a:lnTo>
                  <a:lnTo>
                    <a:pt x="113956" y="502760"/>
                  </a:lnTo>
                  <a:lnTo>
                    <a:pt x="109680" y="500973"/>
                  </a:lnTo>
                  <a:lnTo>
                    <a:pt x="102116" y="499289"/>
                  </a:lnTo>
                  <a:lnTo>
                    <a:pt x="94159" y="498803"/>
                  </a:lnTo>
                  <a:lnTo>
                    <a:pt x="92233" y="493525"/>
                  </a:lnTo>
                  <a:lnTo>
                    <a:pt x="90609" y="491864"/>
                  </a:lnTo>
                  <a:lnTo>
                    <a:pt x="89275" y="490634"/>
                  </a:lnTo>
                  <a:lnTo>
                    <a:pt x="87221" y="490304"/>
                  </a:lnTo>
                  <a:lnTo>
                    <a:pt x="86452" y="488401"/>
                  </a:lnTo>
                  <a:lnTo>
                    <a:pt x="90071" y="482282"/>
                  </a:lnTo>
                  <a:lnTo>
                    <a:pt x="89960" y="479811"/>
                  </a:lnTo>
                  <a:lnTo>
                    <a:pt x="89501" y="479229"/>
                  </a:lnTo>
                  <a:lnTo>
                    <a:pt x="91892" y="472228"/>
                  </a:lnTo>
                  <a:lnTo>
                    <a:pt x="89567" y="468734"/>
                  </a:lnTo>
                  <a:lnTo>
                    <a:pt x="91520" y="464728"/>
                  </a:lnTo>
                  <a:lnTo>
                    <a:pt x="93111" y="461462"/>
                  </a:lnTo>
                  <a:lnTo>
                    <a:pt x="93915" y="458797"/>
                  </a:lnTo>
                  <a:lnTo>
                    <a:pt x="94227" y="455998"/>
                  </a:lnTo>
                  <a:lnTo>
                    <a:pt x="92720" y="453765"/>
                  </a:lnTo>
                  <a:lnTo>
                    <a:pt x="91138" y="451912"/>
                  </a:lnTo>
                  <a:lnTo>
                    <a:pt x="88900" y="452329"/>
                  </a:lnTo>
                  <a:lnTo>
                    <a:pt x="85118" y="448581"/>
                  </a:lnTo>
                  <a:lnTo>
                    <a:pt x="83291" y="445360"/>
                  </a:lnTo>
                  <a:lnTo>
                    <a:pt x="84756" y="442799"/>
                  </a:lnTo>
                  <a:lnTo>
                    <a:pt x="86508" y="439025"/>
                  </a:lnTo>
                  <a:lnTo>
                    <a:pt x="86369" y="434588"/>
                  </a:lnTo>
                  <a:lnTo>
                    <a:pt x="83267" y="432300"/>
                  </a:lnTo>
                  <a:lnTo>
                    <a:pt x="81959" y="431700"/>
                  </a:lnTo>
                  <a:lnTo>
                    <a:pt x="81077" y="431295"/>
                  </a:lnTo>
                  <a:lnTo>
                    <a:pt x="77282" y="423271"/>
                  </a:lnTo>
                  <a:lnTo>
                    <a:pt x="75649" y="418805"/>
                  </a:lnTo>
                  <a:lnTo>
                    <a:pt x="71020" y="415611"/>
                  </a:lnTo>
                  <a:lnTo>
                    <a:pt x="69646" y="412291"/>
                  </a:lnTo>
                  <a:lnTo>
                    <a:pt x="69775" y="407890"/>
                  </a:lnTo>
                  <a:lnTo>
                    <a:pt x="69246" y="406984"/>
                  </a:lnTo>
                  <a:lnTo>
                    <a:pt x="67085" y="403274"/>
                  </a:lnTo>
                  <a:lnTo>
                    <a:pt x="65017" y="400123"/>
                  </a:lnTo>
                  <a:lnTo>
                    <a:pt x="65078" y="394751"/>
                  </a:lnTo>
                  <a:lnTo>
                    <a:pt x="63526" y="391541"/>
                  </a:lnTo>
                  <a:lnTo>
                    <a:pt x="61644" y="390355"/>
                  </a:lnTo>
                  <a:lnTo>
                    <a:pt x="60453" y="385296"/>
                  </a:lnTo>
                  <a:lnTo>
                    <a:pt x="58638" y="380603"/>
                  </a:lnTo>
                  <a:lnTo>
                    <a:pt x="54789" y="375651"/>
                  </a:lnTo>
                  <a:lnTo>
                    <a:pt x="52787" y="374192"/>
                  </a:lnTo>
                  <a:lnTo>
                    <a:pt x="50729" y="369754"/>
                  </a:lnTo>
                  <a:lnTo>
                    <a:pt x="51355" y="364137"/>
                  </a:lnTo>
                  <a:lnTo>
                    <a:pt x="50883" y="358146"/>
                  </a:lnTo>
                  <a:lnTo>
                    <a:pt x="50945" y="351969"/>
                  </a:lnTo>
                  <a:lnTo>
                    <a:pt x="53903" y="349469"/>
                  </a:lnTo>
                  <a:lnTo>
                    <a:pt x="56546" y="351677"/>
                  </a:lnTo>
                  <a:lnTo>
                    <a:pt x="59772" y="347977"/>
                  </a:lnTo>
                  <a:lnTo>
                    <a:pt x="61986" y="342540"/>
                  </a:lnTo>
                  <a:lnTo>
                    <a:pt x="62785" y="340356"/>
                  </a:lnTo>
                  <a:lnTo>
                    <a:pt x="62297" y="338002"/>
                  </a:lnTo>
                  <a:lnTo>
                    <a:pt x="61162" y="332500"/>
                  </a:lnTo>
                  <a:lnTo>
                    <a:pt x="59635" y="329702"/>
                  </a:lnTo>
                  <a:lnTo>
                    <a:pt x="57549" y="328976"/>
                  </a:lnTo>
                  <a:lnTo>
                    <a:pt x="53703" y="329224"/>
                  </a:lnTo>
                  <a:lnTo>
                    <a:pt x="50075" y="327925"/>
                  </a:lnTo>
                  <a:lnTo>
                    <a:pt x="46237" y="323169"/>
                  </a:lnTo>
                  <a:lnTo>
                    <a:pt x="44570" y="318967"/>
                  </a:lnTo>
                  <a:lnTo>
                    <a:pt x="43865" y="316908"/>
                  </a:lnTo>
                  <a:lnTo>
                    <a:pt x="43474" y="316583"/>
                  </a:lnTo>
                  <a:lnTo>
                    <a:pt x="42288" y="315595"/>
                  </a:lnTo>
                  <a:lnTo>
                    <a:pt x="41734" y="313612"/>
                  </a:lnTo>
                  <a:lnTo>
                    <a:pt x="39905" y="310347"/>
                  </a:lnTo>
                  <a:lnTo>
                    <a:pt x="39832" y="306410"/>
                  </a:lnTo>
                  <a:lnTo>
                    <a:pt x="41970" y="301349"/>
                  </a:lnTo>
                  <a:lnTo>
                    <a:pt x="42173" y="298989"/>
                  </a:lnTo>
                  <a:lnTo>
                    <a:pt x="41497" y="294892"/>
                  </a:lnTo>
                  <a:lnTo>
                    <a:pt x="41778" y="293333"/>
                  </a:lnTo>
                  <a:lnTo>
                    <a:pt x="40023" y="290873"/>
                  </a:lnTo>
                  <a:lnTo>
                    <a:pt x="39400" y="288844"/>
                  </a:lnTo>
                  <a:lnTo>
                    <a:pt x="40172" y="285555"/>
                  </a:lnTo>
                  <a:lnTo>
                    <a:pt x="41711" y="283683"/>
                  </a:lnTo>
                  <a:lnTo>
                    <a:pt x="42527" y="280490"/>
                  </a:lnTo>
                  <a:lnTo>
                    <a:pt x="42845" y="279248"/>
                  </a:lnTo>
                  <a:lnTo>
                    <a:pt x="42996" y="277902"/>
                  </a:lnTo>
                  <a:lnTo>
                    <a:pt x="43436" y="273995"/>
                  </a:lnTo>
                  <a:lnTo>
                    <a:pt x="46049" y="272823"/>
                  </a:lnTo>
                  <a:lnTo>
                    <a:pt x="49236" y="273410"/>
                  </a:lnTo>
                  <a:lnTo>
                    <a:pt x="49603" y="274465"/>
                  </a:lnTo>
                  <a:lnTo>
                    <a:pt x="49219" y="277694"/>
                  </a:lnTo>
                  <a:lnTo>
                    <a:pt x="49994" y="278489"/>
                  </a:lnTo>
                  <a:lnTo>
                    <a:pt x="49544" y="279290"/>
                  </a:lnTo>
                  <a:lnTo>
                    <a:pt x="48140" y="279327"/>
                  </a:lnTo>
                  <a:lnTo>
                    <a:pt x="47972" y="279331"/>
                  </a:lnTo>
                  <a:lnTo>
                    <a:pt x="47755" y="286625"/>
                  </a:lnTo>
                  <a:lnTo>
                    <a:pt x="52621" y="290171"/>
                  </a:lnTo>
                  <a:lnTo>
                    <a:pt x="55342" y="294372"/>
                  </a:lnTo>
                  <a:lnTo>
                    <a:pt x="57427" y="293848"/>
                  </a:lnTo>
                  <a:lnTo>
                    <a:pt x="58341" y="293618"/>
                  </a:lnTo>
                  <a:lnTo>
                    <a:pt x="57628" y="290037"/>
                  </a:lnTo>
                  <a:lnTo>
                    <a:pt x="58118" y="286409"/>
                  </a:lnTo>
                  <a:lnTo>
                    <a:pt x="58055" y="284656"/>
                  </a:lnTo>
                  <a:lnTo>
                    <a:pt x="56163" y="282169"/>
                  </a:lnTo>
                  <a:lnTo>
                    <a:pt x="54909" y="280051"/>
                  </a:lnTo>
                  <a:lnTo>
                    <a:pt x="55221" y="278302"/>
                  </a:lnTo>
                  <a:lnTo>
                    <a:pt x="52750" y="276203"/>
                  </a:lnTo>
                  <a:lnTo>
                    <a:pt x="52284" y="273992"/>
                  </a:lnTo>
                  <a:lnTo>
                    <a:pt x="53971" y="273164"/>
                  </a:lnTo>
                  <a:lnTo>
                    <a:pt x="53793" y="269039"/>
                  </a:lnTo>
                  <a:lnTo>
                    <a:pt x="53751" y="268071"/>
                  </a:lnTo>
                  <a:lnTo>
                    <a:pt x="51653" y="267716"/>
                  </a:lnTo>
                  <a:lnTo>
                    <a:pt x="50272" y="264102"/>
                  </a:lnTo>
                  <a:lnTo>
                    <a:pt x="53281" y="263503"/>
                  </a:lnTo>
                  <a:lnTo>
                    <a:pt x="53675" y="261708"/>
                  </a:lnTo>
                  <a:lnTo>
                    <a:pt x="55890" y="262174"/>
                  </a:lnTo>
                  <a:lnTo>
                    <a:pt x="59234" y="260471"/>
                  </a:lnTo>
                  <a:lnTo>
                    <a:pt x="59071" y="259856"/>
                  </a:lnTo>
                  <a:lnTo>
                    <a:pt x="58254" y="256767"/>
                  </a:lnTo>
                  <a:lnTo>
                    <a:pt x="54607" y="253300"/>
                  </a:lnTo>
                  <a:lnTo>
                    <a:pt x="54401" y="253335"/>
                  </a:lnTo>
                  <a:lnTo>
                    <a:pt x="49705" y="254126"/>
                  </a:lnTo>
                  <a:lnTo>
                    <a:pt x="49562" y="254151"/>
                  </a:lnTo>
                  <a:lnTo>
                    <a:pt x="48018" y="258576"/>
                  </a:lnTo>
                  <a:lnTo>
                    <a:pt x="49611" y="261326"/>
                  </a:lnTo>
                  <a:lnTo>
                    <a:pt x="47512" y="262623"/>
                  </a:lnTo>
                  <a:lnTo>
                    <a:pt x="46930" y="265329"/>
                  </a:lnTo>
                  <a:lnTo>
                    <a:pt x="48249" y="267519"/>
                  </a:lnTo>
                  <a:lnTo>
                    <a:pt x="49013" y="270336"/>
                  </a:lnTo>
                  <a:lnTo>
                    <a:pt x="45607" y="271046"/>
                  </a:lnTo>
                  <a:lnTo>
                    <a:pt x="43172" y="270133"/>
                  </a:lnTo>
                  <a:lnTo>
                    <a:pt x="40900" y="266626"/>
                  </a:lnTo>
                  <a:lnTo>
                    <a:pt x="37819" y="263741"/>
                  </a:lnTo>
                  <a:lnTo>
                    <a:pt x="36505" y="264188"/>
                  </a:lnTo>
                  <a:lnTo>
                    <a:pt x="34751" y="261019"/>
                  </a:lnTo>
                  <a:lnTo>
                    <a:pt x="33415" y="258004"/>
                  </a:lnTo>
                  <a:lnTo>
                    <a:pt x="31311" y="254837"/>
                  </a:lnTo>
                  <a:lnTo>
                    <a:pt x="27719" y="252836"/>
                  </a:lnTo>
                  <a:lnTo>
                    <a:pt x="25503" y="254732"/>
                  </a:lnTo>
                  <a:lnTo>
                    <a:pt x="23964" y="253584"/>
                  </a:lnTo>
                  <a:lnTo>
                    <a:pt x="28014" y="247723"/>
                  </a:lnTo>
                  <a:lnTo>
                    <a:pt x="29332" y="244080"/>
                  </a:lnTo>
                  <a:lnTo>
                    <a:pt x="28765" y="239949"/>
                  </a:lnTo>
                  <a:lnTo>
                    <a:pt x="29364" y="237836"/>
                  </a:lnTo>
                  <a:lnTo>
                    <a:pt x="28923" y="236180"/>
                  </a:lnTo>
                  <a:lnTo>
                    <a:pt x="26696" y="235386"/>
                  </a:lnTo>
                  <a:lnTo>
                    <a:pt x="26578" y="233053"/>
                  </a:lnTo>
                  <a:lnTo>
                    <a:pt x="26668" y="229529"/>
                  </a:lnTo>
                  <a:lnTo>
                    <a:pt x="24309" y="223426"/>
                  </a:lnTo>
                  <a:lnTo>
                    <a:pt x="21076" y="220167"/>
                  </a:lnTo>
                  <a:lnTo>
                    <a:pt x="18201" y="215826"/>
                  </a:lnTo>
                  <a:lnTo>
                    <a:pt x="17895" y="213728"/>
                  </a:lnTo>
                  <a:lnTo>
                    <a:pt x="15356" y="206364"/>
                  </a:lnTo>
                  <a:lnTo>
                    <a:pt x="12719" y="202871"/>
                  </a:lnTo>
                  <a:lnTo>
                    <a:pt x="11948" y="200991"/>
                  </a:lnTo>
                  <a:lnTo>
                    <a:pt x="11033" y="198755"/>
                  </a:lnTo>
                  <a:lnTo>
                    <a:pt x="8752" y="195139"/>
                  </a:lnTo>
                  <a:lnTo>
                    <a:pt x="8258" y="193147"/>
                  </a:lnTo>
                  <a:lnTo>
                    <a:pt x="6627" y="190040"/>
                  </a:lnTo>
                  <a:lnTo>
                    <a:pt x="6300" y="187253"/>
                  </a:lnTo>
                  <a:lnTo>
                    <a:pt x="9295" y="183877"/>
                  </a:lnTo>
                  <a:lnTo>
                    <a:pt x="9613" y="177272"/>
                  </a:lnTo>
                  <a:lnTo>
                    <a:pt x="8735" y="172608"/>
                  </a:lnTo>
                  <a:lnTo>
                    <a:pt x="8526" y="167539"/>
                  </a:lnTo>
                  <a:lnTo>
                    <a:pt x="8821" y="161862"/>
                  </a:lnTo>
                  <a:lnTo>
                    <a:pt x="10720" y="156907"/>
                  </a:lnTo>
                  <a:lnTo>
                    <a:pt x="14646" y="151237"/>
                  </a:lnTo>
                  <a:lnTo>
                    <a:pt x="15075" y="146939"/>
                  </a:lnTo>
                  <a:lnTo>
                    <a:pt x="15653" y="143075"/>
                  </a:lnTo>
                  <a:lnTo>
                    <a:pt x="14651" y="140262"/>
                  </a:lnTo>
                  <a:lnTo>
                    <a:pt x="15478" y="133484"/>
                  </a:lnTo>
                  <a:lnTo>
                    <a:pt x="13499" y="130888"/>
                  </a:lnTo>
                  <a:lnTo>
                    <a:pt x="12386" y="126722"/>
                  </a:lnTo>
                  <a:lnTo>
                    <a:pt x="10587" y="121081"/>
                  </a:lnTo>
                  <a:lnTo>
                    <a:pt x="10313" y="120222"/>
                  </a:lnTo>
                  <a:lnTo>
                    <a:pt x="8981" y="119301"/>
                  </a:lnTo>
                  <a:lnTo>
                    <a:pt x="9139" y="115659"/>
                  </a:lnTo>
                  <a:lnTo>
                    <a:pt x="7434" y="112690"/>
                  </a:lnTo>
                  <a:lnTo>
                    <a:pt x="5548" y="111195"/>
                  </a:lnTo>
                  <a:lnTo>
                    <a:pt x="3336" y="107043"/>
                  </a:lnTo>
                  <a:lnTo>
                    <a:pt x="608" y="102342"/>
                  </a:lnTo>
                  <a:lnTo>
                    <a:pt x="0" y="101055"/>
                  </a:lnTo>
                  <a:lnTo>
                    <a:pt x="1663" y="97013"/>
                  </a:lnTo>
                  <a:lnTo>
                    <a:pt x="1869" y="94268"/>
                  </a:lnTo>
                  <a:lnTo>
                    <a:pt x="1005" y="8991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001814" y="2831358"/>
              <a:ext cx="7628" cy="13051"/>
            </a:xfrm>
            <a:custGeom>
              <a:avLst/>
              <a:pathLst>
                <a:path w="7628" h="13051">
                  <a:moveTo>
                    <a:pt x="322" y="3242"/>
                  </a:moveTo>
                  <a:lnTo>
                    <a:pt x="5460" y="0"/>
                  </a:lnTo>
                  <a:lnTo>
                    <a:pt x="7628" y="2719"/>
                  </a:lnTo>
                  <a:lnTo>
                    <a:pt x="4950" y="8102"/>
                  </a:lnTo>
                  <a:lnTo>
                    <a:pt x="3907" y="13051"/>
                  </a:lnTo>
                  <a:lnTo>
                    <a:pt x="0" y="900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70762" y="2731966"/>
              <a:ext cx="15172" cy="11861"/>
            </a:xfrm>
            <a:custGeom>
              <a:avLst/>
              <a:pathLst>
                <a:path w="15172" h="11861">
                  <a:moveTo>
                    <a:pt x="0" y="3259"/>
                  </a:moveTo>
                  <a:lnTo>
                    <a:pt x="1904" y="2074"/>
                  </a:lnTo>
                  <a:lnTo>
                    <a:pt x="6651" y="0"/>
                  </a:lnTo>
                  <a:lnTo>
                    <a:pt x="11730" y="847"/>
                  </a:lnTo>
                  <a:lnTo>
                    <a:pt x="12802" y="2328"/>
                  </a:lnTo>
                  <a:lnTo>
                    <a:pt x="15172" y="6630"/>
                  </a:lnTo>
                  <a:lnTo>
                    <a:pt x="14739" y="8790"/>
                  </a:lnTo>
                  <a:lnTo>
                    <a:pt x="13559" y="10584"/>
                  </a:lnTo>
                  <a:lnTo>
                    <a:pt x="8803" y="11861"/>
                  </a:lnTo>
                  <a:lnTo>
                    <a:pt x="6003" y="8151"/>
                  </a:lnTo>
                  <a:lnTo>
                    <a:pt x="3934" y="6000"/>
                  </a:lnTo>
                  <a:lnTo>
                    <a:pt x="699" y="497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64713" y="2737964"/>
              <a:ext cx="337464" cy="361190"/>
            </a:xfrm>
            <a:custGeom>
              <a:avLst/>
              <a:pathLst>
                <a:path w="337464" h="361190">
                  <a:moveTo>
                    <a:pt x="32" y="120835"/>
                  </a:moveTo>
                  <a:lnTo>
                    <a:pt x="481" y="115003"/>
                  </a:lnTo>
                  <a:lnTo>
                    <a:pt x="2011" y="113704"/>
                  </a:lnTo>
                  <a:lnTo>
                    <a:pt x="2789" y="113043"/>
                  </a:lnTo>
                  <a:lnTo>
                    <a:pt x="5191" y="108474"/>
                  </a:lnTo>
                  <a:lnTo>
                    <a:pt x="5819" y="104719"/>
                  </a:lnTo>
                  <a:lnTo>
                    <a:pt x="7619" y="100602"/>
                  </a:lnTo>
                  <a:lnTo>
                    <a:pt x="10971" y="96980"/>
                  </a:lnTo>
                  <a:lnTo>
                    <a:pt x="15052" y="94826"/>
                  </a:lnTo>
                  <a:lnTo>
                    <a:pt x="16831" y="92713"/>
                  </a:lnTo>
                  <a:lnTo>
                    <a:pt x="20902" y="92102"/>
                  </a:lnTo>
                  <a:lnTo>
                    <a:pt x="21975" y="89609"/>
                  </a:lnTo>
                  <a:lnTo>
                    <a:pt x="25036" y="87909"/>
                  </a:lnTo>
                  <a:lnTo>
                    <a:pt x="27360" y="88003"/>
                  </a:lnTo>
                  <a:lnTo>
                    <a:pt x="27835" y="84980"/>
                  </a:lnTo>
                  <a:lnTo>
                    <a:pt x="30137" y="82945"/>
                  </a:lnTo>
                  <a:lnTo>
                    <a:pt x="29500" y="76234"/>
                  </a:lnTo>
                  <a:lnTo>
                    <a:pt x="28832" y="69217"/>
                  </a:lnTo>
                  <a:lnTo>
                    <a:pt x="27520" y="55203"/>
                  </a:lnTo>
                  <a:lnTo>
                    <a:pt x="26926" y="48861"/>
                  </a:lnTo>
                  <a:lnTo>
                    <a:pt x="25615" y="35298"/>
                  </a:lnTo>
                  <a:lnTo>
                    <a:pt x="30406" y="34712"/>
                  </a:lnTo>
                  <a:lnTo>
                    <a:pt x="31403" y="32124"/>
                  </a:lnTo>
                  <a:lnTo>
                    <a:pt x="33312" y="28968"/>
                  </a:lnTo>
                  <a:lnTo>
                    <a:pt x="35672" y="28503"/>
                  </a:lnTo>
                  <a:lnTo>
                    <a:pt x="38601" y="30167"/>
                  </a:lnTo>
                  <a:lnTo>
                    <a:pt x="40600" y="30299"/>
                  </a:lnTo>
                  <a:lnTo>
                    <a:pt x="43751" y="31938"/>
                  </a:lnTo>
                  <a:lnTo>
                    <a:pt x="47835" y="30899"/>
                  </a:lnTo>
                  <a:lnTo>
                    <a:pt x="51539" y="30525"/>
                  </a:lnTo>
                  <a:lnTo>
                    <a:pt x="60814" y="25925"/>
                  </a:lnTo>
                  <a:lnTo>
                    <a:pt x="64553" y="23672"/>
                  </a:lnTo>
                  <a:lnTo>
                    <a:pt x="65821" y="23539"/>
                  </a:lnTo>
                  <a:lnTo>
                    <a:pt x="68046" y="23306"/>
                  </a:lnTo>
                  <a:lnTo>
                    <a:pt x="73246" y="20119"/>
                  </a:lnTo>
                  <a:lnTo>
                    <a:pt x="75985" y="19129"/>
                  </a:lnTo>
                  <a:lnTo>
                    <a:pt x="78268" y="16535"/>
                  </a:lnTo>
                  <a:lnTo>
                    <a:pt x="81382" y="15372"/>
                  </a:lnTo>
                  <a:lnTo>
                    <a:pt x="83596" y="12681"/>
                  </a:lnTo>
                  <a:lnTo>
                    <a:pt x="86223" y="14196"/>
                  </a:lnTo>
                  <a:lnTo>
                    <a:pt x="88040" y="11929"/>
                  </a:lnTo>
                  <a:lnTo>
                    <a:pt x="90328" y="10900"/>
                  </a:lnTo>
                  <a:lnTo>
                    <a:pt x="93021" y="8669"/>
                  </a:lnTo>
                  <a:lnTo>
                    <a:pt x="95559" y="6538"/>
                  </a:lnTo>
                  <a:lnTo>
                    <a:pt x="94773" y="1990"/>
                  </a:lnTo>
                  <a:lnTo>
                    <a:pt x="98176" y="0"/>
                  </a:lnTo>
                  <a:lnTo>
                    <a:pt x="102461" y="2729"/>
                  </a:lnTo>
                  <a:lnTo>
                    <a:pt x="105245" y="4358"/>
                  </a:lnTo>
                  <a:lnTo>
                    <a:pt x="109020" y="7563"/>
                  </a:lnTo>
                  <a:lnTo>
                    <a:pt x="106739" y="13648"/>
                  </a:lnTo>
                  <a:lnTo>
                    <a:pt x="103855" y="18686"/>
                  </a:lnTo>
                  <a:lnTo>
                    <a:pt x="103003" y="20885"/>
                  </a:lnTo>
                  <a:lnTo>
                    <a:pt x="104934" y="23968"/>
                  </a:lnTo>
                  <a:lnTo>
                    <a:pt x="101867" y="27688"/>
                  </a:lnTo>
                  <a:lnTo>
                    <a:pt x="101282" y="31119"/>
                  </a:lnTo>
                  <a:lnTo>
                    <a:pt x="100237" y="33266"/>
                  </a:lnTo>
                  <a:lnTo>
                    <a:pt x="101967" y="33480"/>
                  </a:lnTo>
                  <a:lnTo>
                    <a:pt x="103499" y="33669"/>
                  </a:lnTo>
                  <a:lnTo>
                    <a:pt x="107024" y="30564"/>
                  </a:lnTo>
                  <a:lnTo>
                    <a:pt x="108836" y="29629"/>
                  </a:lnTo>
                  <a:lnTo>
                    <a:pt x="110818" y="27653"/>
                  </a:lnTo>
                  <a:lnTo>
                    <a:pt x="111379" y="23824"/>
                  </a:lnTo>
                  <a:lnTo>
                    <a:pt x="115913" y="27139"/>
                  </a:lnTo>
                  <a:lnTo>
                    <a:pt x="121895" y="31384"/>
                  </a:lnTo>
                  <a:lnTo>
                    <a:pt x="122822" y="31165"/>
                  </a:lnTo>
                  <a:lnTo>
                    <a:pt x="125149" y="30612"/>
                  </a:lnTo>
                  <a:lnTo>
                    <a:pt x="129202" y="32432"/>
                  </a:lnTo>
                  <a:lnTo>
                    <a:pt x="130234" y="31931"/>
                  </a:lnTo>
                  <a:lnTo>
                    <a:pt x="132262" y="34344"/>
                  </a:lnTo>
                  <a:lnTo>
                    <a:pt x="135132" y="32391"/>
                  </a:lnTo>
                  <a:lnTo>
                    <a:pt x="138028" y="34860"/>
                  </a:lnTo>
                  <a:lnTo>
                    <a:pt x="142138" y="35907"/>
                  </a:lnTo>
                  <a:lnTo>
                    <a:pt x="146071" y="41935"/>
                  </a:lnTo>
                  <a:lnTo>
                    <a:pt x="149006" y="48427"/>
                  </a:lnTo>
                  <a:lnTo>
                    <a:pt x="160008" y="50081"/>
                  </a:lnTo>
                  <a:lnTo>
                    <a:pt x="176742" y="52543"/>
                  </a:lnTo>
                  <a:lnTo>
                    <a:pt x="208276" y="56986"/>
                  </a:lnTo>
                  <a:lnTo>
                    <a:pt x="214329" y="59603"/>
                  </a:lnTo>
                  <a:lnTo>
                    <a:pt x="217855" y="61122"/>
                  </a:lnTo>
                  <a:lnTo>
                    <a:pt x="225152" y="64254"/>
                  </a:lnTo>
                  <a:lnTo>
                    <a:pt x="229094" y="63231"/>
                  </a:lnTo>
                  <a:lnTo>
                    <a:pt x="232402" y="63819"/>
                  </a:lnTo>
                  <a:lnTo>
                    <a:pt x="232641" y="63861"/>
                  </a:lnTo>
                  <a:lnTo>
                    <a:pt x="234110" y="65646"/>
                  </a:lnTo>
                  <a:lnTo>
                    <a:pt x="236585" y="65184"/>
                  </a:lnTo>
                  <a:lnTo>
                    <a:pt x="237371" y="63057"/>
                  </a:lnTo>
                  <a:lnTo>
                    <a:pt x="241045" y="62062"/>
                  </a:lnTo>
                  <a:lnTo>
                    <a:pt x="248029" y="64436"/>
                  </a:lnTo>
                  <a:lnTo>
                    <a:pt x="249541" y="63231"/>
                  </a:lnTo>
                  <a:lnTo>
                    <a:pt x="253857" y="65257"/>
                  </a:lnTo>
                  <a:lnTo>
                    <a:pt x="257335" y="64448"/>
                  </a:lnTo>
                  <a:lnTo>
                    <a:pt x="261328" y="65164"/>
                  </a:lnTo>
                  <a:lnTo>
                    <a:pt x="265117" y="66650"/>
                  </a:lnTo>
                  <a:lnTo>
                    <a:pt x="267986" y="70059"/>
                  </a:lnTo>
                  <a:lnTo>
                    <a:pt x="265225" y="74907"/>
                  </a:lnTo>
                  <a:lnTo>
                    <a:pt x="267149" y="76502"/>
                  </a:lnTo>
                  <a:lnTo>
                    <a:pt x="270024" y="77213"/>
                  </a:lnTo>
                  <a:lnTo>
                    <a:pt x="270528" y="77338"/>
                  </a:lnTo>
                  <a:lnTo>
                    <a:pt x="273311" y="75859"/>
                  </a:lnTo>
                  <a:lnTo>
                    <a:pt x="275306" y="78145"/>
                  </a:lnTo>
                  <a:lnTo>
                    <a:pt x="280286" y="78147"/>
                  </a:lnTo>
                  <a:lnTo>
                    <a:pt x="283291" y="80332"/>
                  </a:lnTo>
                  <a:lnTo>
                    <a:pt x="285091" y="81638"/>
                  </a:lnTo>
                  <a:lnTo>
                    <a:pt x="286801" y="83817"/>
                  </a:lnTo>
                  <a:lnTo>
                    <a:pt x="284614" y="85858"/>
                  </a:lnTo>
                  <a:lnTo>
                    <a:pt x="287785" y="88997"/>
                  </a:lnTo>
                  <a:lnTo>
                    <a:pt x="287669" y="91840"/>
                  </a:lnTo>
                  <a:lnTo>
                    <a:pt x="287339" y="96028"/>
                  </a:lnTo>
                  <a:lnTo>
                    <a:pt x="287883" y="100189"/>
                  </a:lnTo>
                  <a:lnTo>
                    <a:pt x="285899" y="102877"/>
                  </a:lnTo>
                  <a:lnTo>
                    <a:pt x="285995" y="107068"/>
                  </a:lnTo>
                  <a:lnTo>
                    <a:pt x="286110" y="110352"/>
                  </a:lnTo>
                  <a:lnTo>
                    <a:pt x="289647" y="109765"/>
                  </a:lnTo>
                  <a:lnTo>
                    <a:pt x="292415" y="109223"/>
                  </a:lnTo>
                  <a:lnTo>
                    <a:pt x="294543" y="106525"/>
                  </a:lnTo>
                  <a:lnTo>
                    <a:pt x="297507" y="107310"/>
                  </a:lnTo>
                  <a:lnTo>
                    <a:pt x="297590" y="111614"/>
                  </a:lnTo>
                  <a:lnTo>
                    <a:pt x="295988" y="117721"/>
                  </a:lnTo>
                  <a:lnTo>
                    <a:pt x="294872" y="121860"/>
                  </a:lnTo>
                  <a:lnTo>
                    <a:pt x="298082" y="125200"/>
                  </a:lnTo>
                  <a:lnTo>
                    <a:pt x="301272" y="128346"/>
                  </a:lnTo>
                  <a:lnTo>
                    <a:pt x="304684" y="128732"/>
                  </a:lnTo>
                  <a:lnTo>
                    <a:pt x="303298" y="133076"/>
                  </a:lnTo>
                  <a:lnTo>
                    <a:pt x="303886" y="138611"/>
                  </a:lnTo>
                  <a:lnTo>
                    <a:pt x="300172" y="139401"/>
                  </a:lnTo>
                  <a:lnTo>
                    <a:pt x="296568" y="140899"/>
                  </a:lnTo>
                  <a:lnTo>
                    <a:pt x="293823" y="142038"/>
                  </a:lnTo>
                  <a:lnTo>
                    <a:pt x="292459" y="144687"/>
                  </a:lnTo>
                  <a:lnTo>
                    <a:pt x="293358" y="148698"/>
                  </a:lnTo>
                  <a:lnTo>
                    <a:pt x="292629" y="150144"/>
                  </a:lnTo>
                  <a:lnTo>
                    <a:pt x="290274" y="153716"/>
                  </a:lnTo>
                  <a:lnTo>
                    <a:pt x="288928" y="159076"/>
                  </a:lnTo>
                  <a:lnTo>
                    <a:pt x="286967" y="162325"/>
                  </a:lnTo>
                  <a:lnTo>
                    <a:pt x="286675" y="165870"/>
                  </a:lnTo>
                  <a:lnTo>
                    <a:pt x="286581" y="167006"/>
                  </a:lnTo>
                  <a:lnTo>
                    <a:pt x="287427" y="171385"/>
                  </a:lnTo>
                  <a:lnTo>
                    <a:pt x="285441" y="174703"/>
                  </a:lnTo>
                  <a:lnTo>
                    <a:pt x="287875" y="177086"/>
                  </a:lnTo>
                  <a:lnTo>
                    <a:pt x="291511" y="177325"/>
                  </a:lnTo>
                  <a:lnTo>
                    <a:pt x="293540" y="173361"/>
                  </a:lnTo>
                  <a:lnTo>
                    <a:pt x="294951" y="170323"/>
                  </a:lnTo>
                  <a:lnTo>
                    <a:pt x="299803" y="167046"/>
                  </a:lnTo>
                  <a:lnTo>
                    <a:pt x="300416" y="165765"/>
                  </a:lnTo>
                  <a:lnTo>
                    <a:pt x="300987" y="164572"/>
                  </a:lnTo>
                  <a:lnTo>
                    <a:pt x="301483" y="163682"/>
                  </a:lnTo>
                  <a:lnTo>
                    <a:pt x="302297" y="162220"/>
                  </a:lnTo>
                  <a:lnTo>
                    <a:pt x="301851" y="159710"/>
                  </a:lnTo>
                  <a:lnTo>
                    <a:pt x="305177" y="153087"/>
                  </a:lnTo>
                  <a:lnTo>
                    <a:pt x="308210" y="148247"/>
                  </a:lnTo>
                  <a:lnTo>
                    <a:pt x="310992" y="147349"/>
                  </a:lnTo>
                  <a:lnTo>
                    <a:pt x="311740" y="146231"/>
                  </a:lnTo>
                  <a:lnTo>
                    <a:pt x="315425" y="144293"/>
                  </a:lnTo>
                  <a:lnTo>
                    <a:pt x="317823" y="139936"/>
                  </a:lnTo>
                  <a:lnTo>
                    <a:pt x="320045" y="133061"/>
                  </a:lnTo>
                  <a:lnTo>
                    <a:pt x="323226" y="126962"/>
                  </a:lnTo>
                  <a:lnTo>
                    <a:pt x="323632" y="119814"/>
                  </a:lnTo>
                  <a:lnTo>
                    <a:pt x="327116" y="118778"/>
                  </a:lnTo>
                  <a:lnTo>
                    <a:pt x="329653" y="115339"/>
                  </a:lnTo>
                  <a:lnTo>
                    <a:pt x="329767" y="111426"/>
                  </a:lnTo>
                  <a:lnTo>
                    <a:pt x="332176" y="108079"/>
                  </a:lnTo>
                  <a:lnTo>
                    <a:pt x="334374" y="107193"/>
                  </a:lnTo>
                  <a:lnTo>
                    <a:pt x="336691" y="107522"/>
                  </a:lnTo>
                  <a:lnTo>
                    <a:pt x="337464" y="112624"/>
                  </a:lnTo>
                  <a:lnTo>
                    <a:pt x="334308" y="116470"/>
                  </a:lnTo>
                  <a:lnTo>
                    <a:pt x="334894" y="120663"/>
                  </a:lnTo>
                  <a:lnTo>
                    <a:pt x="334634" y="125298"/>
                  </a:lnTo>
                  <a:lnTo>
                    <a:pt x="331192" y="131360"/>
                  </a:lnTo>
                  <a:lnTo>
                    <a:pt x="329251" y="136991"/>
                  </a:lnTo>
                  <a:lnTo>
                    <a:pt x="329032" y="142152"/>
                  </a:lnTo>
                  <a:lnTo>
                    <a:pt x="325752" y="147025"/>
                  </a:lnTo>
                  <a:lnTo>
                    <a:pt x="324099" y="152387"/>
                  </a:lnTo>
                  <a:lnTo>
                    <a:pt x="322097" y="160603"/>
                  </a:lnTo>
                  <a:lnTo>
                    <a:pt x="321167" y="164403"/>
                  </a:lnTo>
                  <a:lnTo>
                    <a:pt x="319148" y="168423"/>
                  </a:lnTo>
                  <a:lnTo>
                    <a:pt x="317763" y="178989"/>
                  </a:lnTo>
                  <a:lnTo>
                    <a:pt x="316859" y="190104"/>
                  </a:lnTo>
                  <a:lnTo>
                    <a:pt x="316817" y="190615"/>
                  </a:lnTo>
                  <a:lnTo>
                    <a:pt x="318929" y="195349"/>
                  </a:lnTo>
                  <a:lnTo>
                    <a:pt x="320358" y="199177"/>
                  </a:lnTo>
                  <a:lnTo>
                    <a:pt x="319124" y="203580"/>
                  </a:lnTo>
                  <a:lnTo>
                    <a:pt x="315969" y="206375"/>
                  </a:lnTo>
                  <a:lnTo>
                    <a:pt x="313458" y="210864"/>
                  </a:lnTo>
                  <a:lnTo>
                    <a:pt x="312352" y="220585"/>
                  </a:lnTo>
                  <a:lnTo>
                    <a:pt x="311536" y="226782"/>
                  </a:lnTo>
                  <a:lnTo>
                    <a:pt x="311330" y="228336"/>
                  </a:lnTo>
                  <a:lnTo>
                    <a:pt x="312650" y="233345"/>
                  </a:lnTo>
                  <a:lnTo>
                    <a:pt x="314682" y="236584"/>
                  </a:lnTo>
                  <a:lnTo>
                    <a:pt x="314761" y="240233"/>
                  </a:lnTo>
                  <a:lnTo>
                    <a:pt x="315400" y="243706"/>
                  </a:lnTo>
                  <a:lnTo>
                    <a:pt x="311938" y="253824"/>
                  </a:lnTo>
                  <a:lnTo>
                    <a:pt x="312127" y="255446"/>
                  </a:lnTo>
                  <a:lnTo>
                    <a:pt x="312599" y="259510"/>
                  </a:lnTo>
                  <a:lnTo>
                    <a:pt x="310687" y="265735"/>
                  </a:lnTo>
                  <a:lnTo>
                    <a:pt x="309220" y="275260"/>
                  </a:lnTo>
                  <a:lnTo>
                    <a:pt x="310115" y="284224"/>
                  </a:lnTo>
                  <a:lnTo>
                    <a:pt x="310157" y="284627"/>
                  </a:lnTo>
                  <a:lnTo>
                    <a:pt x="310711" y="289995"/>
                  </a:lnTo>
                  <a:lnTo>
                    <a:pt x="313210" y="294682"/>
                  </a:lnTo>
                  <a:lnTo>
                    <a:pt x="312285" y="298820"/>
                  </a:lnTo>
                  <a:lnTo>
                    <a:pt x="313951" y="301055"/>
                  </a:lnTo>
                  <a:lnTo>
                    <a:pt x="316243" y="304127"/>
                  </a:lnTo>
                  <a:lnTo>
                    <a:pt x="317735" y="311096"/>
                  </a:lnTo>
                  <a:lnTo>
                    <a:pt x="318711" y="312138"/>
                  </a:lnTo>
                  <a:lnTo>
                    <a:pt x="322592" y="316275"/>
                  </a:lnTo>
                  <a:lnTo>
                    <a:pt x="322508" y="323209"/>
                  </a:lnTo>
                  <a:lnTo>
                    <a:pt x="321895" y="325977"/>
                  </a:lnTo>
                  <a:lnTo>
                    <a:pt x="321437" y="328046"/>
                  </a:lnTo>
                  <a:lnTo>
                    <a:pt x="322284" y="333251"/>
                  </a:lnTo>
                  <a:lnTo>
                    <a:pt x="324070" y="340168"/>
                  </a:lnTo>
                  <a:lnTo>
                    <a:pt x="300459" y="343352"/>
                  </a:lnTo>
                  <a:lnTo>
                    <a:pt x="299422" y="343489"/>
                  </a:lnTo>
                  <a:lnTo>
                    <a:pt x="294236" y="344266"/>
                  </a:lnTo>
                  <a:lnTo>
                    <a:pt x="284373" y="345729"/>
                  </a:lnTo>
                  <a:lnTo>
                    <a:pt x="282288" y="346036"/>
                  </a:lnTo>
                  <a:lnTo>
                    <a:pt x="270441" y="347807"/>
                  </a:lnTo>
                  <a:lnTo>
                    <a:pt x="266342" y="348331"/>
                  </a:lnTo>
                  <a:lnTo>
                    <a:pt x="256633" y="349558"/>
                  </a:lnTo>
                  <a:lnTo>
                    <a:pt x="250556" y="350316"/>
                  </a:lnTo>
                  <a:lnTo>
                    <a:pt x="249100" y="350489"/>
                  </a:lnTo>
                  <a:lnTo>
                    <a:pt x="231393" y="352556"/>
                  </a:lnTo>
                  <a:lnTo>
                    <a:pt x="229278" y="352799"/>
                  </a:lnTo>
                  <a:lnTo>
                    <a:pt x="223828" y="353419"/>
                  </a:lnTo>
                  <a:lnTo>
                    <a:pt x="203381" y="355742"/>
                  </a:lnTo>
                  <a:lnTo>
                    <a:pt x="198102" y="356328"/>
                  </a:lnTo>
                  <a:lnTo>
                    <a:pt x="180483" y="358317"/>
                  </a:lnTo>
                  <a:lnTo>
                    <a:pt x="168431" y="359800"/>
                  </a:lnTo>
                  <a:lnTo>
                    <a:pt x="167800" y="359877"/>
                  </a:lnTo>
                  <a:lnTo>
                    <a:pt x="155568" y="361190"/>
                  </a:lnTo>
                  <a:lnTo>
                    <a:pt x="153179" y="355891"/>
                  </a:lnTo>
                  <a:lnTo>
                    <a:pt x="151061" y="352054"/>
                  </a:lnTo>
                  <a:lnTo>
                    <a:pt x="148351" y="350799"/>
                  </a:lnTo>
                  <a:lnTo>
                    <a:pt x="141732" y="349973"/>
                  </a:lnTo>
                  <a:lnTo>
                    <a:pt x="139013" y="349501"/>
                  </a:lnTo>
                  <a:lnTo>
                    <a:pt x="136287" y="349026"/>
                  </a:lnTo>
                  <a:lnTo>
                    <a:pt x="131493" y="346636"/>
                  </a:lnTo>
                  <a:lnTo>
                    <a:pt x="127841" y="342464"/>
                  </a:lnTo>
                  <a:lnTo>
                    <a:pt x="125409" y="335459"/>
                  </a:lnTo>
                  <a:lnTo>
                    <a:pt x="122754" y="332531"/>
                  </a:lnTo>
                  <a:lnTo>
                    <a:pt x="121100" y="326824"/>
                  </a:lnTo>
                  <a:lnTo>
                    <a:pt x="120789" y="325900"/>
                  </a:lnTo>
                  <a:lnTo>
                    <a:pt x="119428" y="321859"/>
                  </a:lnTo>
                  <a:lnTo>
                    <a:pt x="119056" y="318502"/>
                  </a:lnTo>
                  <a:lnTo>
                    <a:pt x="118568" y="314106"/>
                  </a:lnTo>
                  <a:lnTo>
                    <a:pt x="120640" y="310631"/>
                  </a:lnTo>
                  <a:lnTo>
                    <a:pt x="122973" y="306491"/>
                  </a:lnTo>
                  <a:lnTo>
                    <a:pt x="124427" y="303708"/>
                  </a:lnTo>
                  <a:lnTo>
                    <a:pt x="121013" y="299202"/>
                  </a:lnTo>
                  <a:lnTo>
                    <a:pt x="118040" y="297795"/>
                  </a:lnTo>
                  <a:lnTo>
                    <a:pt x="114624" y="294991"/>
                  </a:lnTo>
                  <a:lnTo>
                    <a:pt x="114837" y="292566"/>
                  </a:lnTo>
                  <a:lnTo>
                    <a:pt x="114036" y="291311"/>
                  </a:lnTo>
                  <a:lnTo>
                    <a:pt x="112500" y="288901"/>
                  </a:lnTo>
                  <a:lnTo>
                    <a:pt x="112925" y="284799"/>
                  </a:lnTo>
                  <a:lnTo>
                    <a:pt x="111489" y="279697"/>
                  </a:lnTo>
                  <a:lnTo>
                    <a:pt x="110009" y="276953"/>
                  </a:lnTo>
                  <a:lnTo>
                    <a:pt x="108254" y="271724"/>
                  </a:lnTo>
                  <a:lnTo>
                    <a:pt x="108693" y="266849"/>
                  </a:lnTo>
                  <a:lnTo>
                    <a:pt x="109045" y="262936"/>
                  </a:lnTo>
                  <a:lnTo>
                    <a:pt x="105866" y="257227"/>
                  </a:lnTo>
                  <a:lnTo>
                    <a:pt x="105622" y="256789"/>
                  </a:lnTo>
                  <a:lnTo>
                    <a:pt x="101211" y="251989"/>
                  </a:lnTo>
                  <a:lnTo>
                    <a:pt x="96802" y="246975"/>
                  </a:lnTo>
                  <a:lnTo>
                    <a:pt x="95672" y="245688"/>
                  </a:lnTo>
                  <a:lnTo>
                    <a:pt x="88599" y="244575"/>
                  </a:lnTo>
                  <a:lnTo>
                    <a:pt x="87761" y="244442"/>
                  </a:lnTo>
                  <a:lnTo>
                    <a:pt x="83128" y="241882"/>
                  </a:lnTo>
                  <a:lnTo>
                    <a:pt x="78470" y="237070"/>
                  </a:lnTo>
                  <a:lnTo>
                    <a:pt x="72497" y="234787"/>
                  </a:lnTo>
                  <a:lnTo>
                    <a:pt x="70078" y="232335"/>
                  </a:lnTo>
                  <a:lnTo>
                    <a:pt x="67596" y="229817"/>
                  </a:lnTo>
                  <a:lnTo>
                    <a:pt x="65541" y="222916"/>
                  </a:lnTo>
                  <a:lnTo>
                    <a:pt x="62453" y="219629"/>
                  </a:lnTo>
                  <a:lnTo>
                    <a:pt x="55142" y="216879"/>
                  </a:lnTo>
                  <a:lnTo>
                    <a:pt x="53537" y="216273"/>
                  </a:lnTo>
                  <a:lnTo>
                    <a:pt x="46296" y="214403"/>
                  </a:lnTo>
                  <a:lnTo>
                    <a:pt x="45485" y="213761"/>
                  </a:lnTo>
                  <a:lnTo>
                    <a:pt x="42616" y="211487"/>
                  </a:lnTo>
                  <a:lnTo>
                    <a:pt x="40885" y="207362"/>
                  </a:lnTo>
                  <a:lnTo>
                    <a:pt x="40711" y="207275"/>
                  </a:lnTo>
                  <a:lnTo>
                    <a:pt x="37996" y="205928"/>
                  </a:lnTo>
                  <a:lnTo>
                    <a:pt x="35828" y="206184"/>
                  </a:lnTo>
                  <a:lnTo>
                    <a:pt x="27054" y="205417"/>
                  </a:lnTo>
                  <a:lnTo>
                    <a:pt x="22840" y="202934"/>
                  </a:lnTo>
                  <a:lnTo>
                    <a:pt x="17771" y="197146"/>
                  </a:lnTo>
                  <a:lnTo>
                    <a:pt x="15569" y="195265"/>
                  </a:lnTo>
                  <a:lnTo>
                    <a:pt x="11765" y="192011"/>
                  </a:lnTo>
                  <a:lnTo>
                    <a:pt x="10957" y="191318"/>
                  </a:lnTo>
                  <a:lnTo>
                    <a:pt x="12441" y="184168"/>
                  </a:lnTo>
                  <a:lnTo>
                    <a:pt x="12475" y="183544"/>
                  </a:lnTo>
                  <a:lnTo>
                    <a:pt x="12827" y="177018"/>
                  </a:lnTo>
                  <a:lnTo>
                    <a:pt x="11606" y="170527"/>
                  </a:lnTo>
                  <a:lnTo>
                    <a:pt x="8954" y="167261"/>
                  </a:lnTo>
                  <a:lnTo>
                    <a:pt x="9634" y="166372"/>
                  </a:lnTo>
                  <a:lnTo>
                    <a:pt x="12166" y="163057"/>
                  </a:lnTo>
                  <a:lnTo>
                    <a:pt x="10066" y="156578"/>
                  </a:lnTo>
                  <a:lnTo>
                    <a:pt x="10006" y="155366"/>
                  </a:lnTo>
                  <a:lnTo>
                    <a:pt x="9702" y="149281"/>
                  </a:lnTo>
                  <a:lnTo>
                    <a:pt x="10393" y="148311"/>
                  </a:lnTo>
                  <a:lnTo>
                    <a:pt x="12899" y="144795"/>
                  </a:lnTo>
                  <a:lnTo>
                    <a:pt x="14756" y="139756"/>
                  </a:lnTo>
                  <a:lnTo>
                    <a:pt x="15111" y="136306"/>
                  </a:lnTo>
                  <a:lnTo>
                    <a:pt x="12590" y="133733"/>
                  </a:lnTo>
                  <a:lnTo>
                    <a:pt x="9863" y="129624"/>
                  </a:lnTo>
                  <a:lnTo>
                    <a:pt x="7996" y="127194"/>
                  </a:lnTo>
                  <a:lnTo>
                    <a:pt x="5435" y="126987"/>
                  </a:lnTo>
                  <a:lnTo>
                    <a:pt x="855" y="126533"/>
                  </a:lnTo>
                  <a:lnTo>
                    <a:pt x="0" y="12125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695738" y="3329126"/>
              <a:ext cx="353288" cy="364888"/>
            </a:xfrm>
            <a:custGeom>
              <a:avLst/>
              <a:pathLst>
                <a:path w="353288" h="364888">
                  <a:moveTo>
                    <a:pt x="3989" y="280557"/>
                  </a:moveTo>
                  <a:lnTo>
                    <a:pt x="4311" y="276354"/>
                  </a:lnTo>
                  <a:lnTo>
                    <a:pt x="4376" y="275495"/>
                  </a:lnTo>
                  <a:lnTo>
                    <a:pt x="3812" y="268584"/>
                  </a:lnTo>
                  <a:lnTo>
                    <a:pt x="1196" y="266096"/>
                  </a:lnTo>
                  <a:lnTo>
                    <a:pt x="0" y="258304"/>
                  </a:lnTo>
                  <a:lnTo>
                    <a:pt x="2919" y="259507"/>
                  </a:lnTo>
                  <a:lnTo>
                    <a:pt x="6739" y="257609"/>
                  </a:lnTo>
                  <a:lnTo>
                    <a:pt x="11310" y="255333"/>
                  </a:lnTo>
                  <a:lnTo>
                    <a:pt x="16235" y="253452"/>
                  </a:lnTo>
                  <a:lnTo>
                    <a:pt x="20436" y="251023"/>
                  </a:lnTo>
                  <a:lnTo>
                    <a:pt x="21020" y="245968"/>
                  </a:lnTo>
                  <a:lnTo>
                    <a:pt x="20572" y="239364"/>
                  </a:lnTo>
                  <a:lnTo>
                    <a:pt x="21039" y="237211"/>
                  </a:lnTo>
                  <a:lnTo>
                    <a:pt x="21368" y="235691"/>
                  </a:lnTo>
                  <a:lnTo>
                    <a:pt x="25700" y="234954"/>
                  </a:lnTo>
                  <a:lnTo>
                    <a:pt x="28754" y="232524"/>
                  </a:lnTo>
                  <a:lnTo>
                    <a:pt x="26902" y="227574"/>
                  </a:lnTo>
                  <a:lnTo>
                    <a:pt x="23600" y="217734"/>
                  </a:lnTo>
                  <a:lnTo>
                    <a:pt x="22134" y="213622"/>
                  </a:lnTo>
                  <a:lnTo>
                    <a:pt x="25373" y="210609"/>
                  </a:lnTo>
                  <a:lnTo>
                    <a:pt x="25778" y="202033"/>
                  </a:lnTo>
                  <a:lnTo>
                    <a:pt x="27407" y="195875"/>
                  </a:lnTo>
                  <a:lnTo>
                    <a:pt x="27851" y="194194"/>
                  </a:lnTo>
                  <a:lnTo>
                    <a:pt x="30645" y="189181"/>
                  </a:lnTo>
                  <a:lnTo>
                    <a:pt x="33060" y="187418"/>
                  </a:lnTo>
                  <a:lnTo>
                    <a:pt x="38842" y="189939"/>
                  </a:lnTo>
                  <a:lnTo>
                    <a:pt x="43514" y="195579"/>
                  </a:lnTo>
                  <a:lnTo>
                    <a:pt x="48656" y="192718"/>
                  </a:lnTo>
                  <a:lnTo>
                    <a:pt x="51902" y="188332"/>
                  </a:lnTo>
                  <a:lnTo>
                    <a:pt x="49295" y="182660"/>
                  </a:lnTo>
                  <a:lnTo>
                    <a:pt x="47257" y="178538"/>
                  </a:lnTo>
                  <a:lnTo>
                    <a:pt x="51263" y="175531"/>
                  </a:lnTo>
                  <a:lnTo>
                    <a:pt x="51772" y="175149"/>
                  </a:lnTo>
                  <a:lnTo>
                    <a:pt x="49481" y="167847"/>
                  </a:lnTo>
                  <a:lnTo>
                    <a:pt x="49369" y="167490"/>
                  </a:lnTo>
                  <a:lnTo>
                    <a:pt x="51215" y="164313"/>
                  </a:lnTo>
                  <a:lnTo>
                    <a:pt x="51795" y="163314"/>
                  </a:lnTo>
                  <a:lnTo>
                    <a:pt x="53192" y="157270"/>
                  </a:lnTo>
                  <a:lnTo>
                    <a:pt x="58098" y="155990"/>
                  </a:lnTo>
                  <a:lnTo>
                    <a:pt x="61809" y="155057"/>
                  </a:lnTo>
                  <a:lnTo>
                    <a:pt x="61070" y="149488"/>
                  </a:lnTo>
                  <a:lnTo>
                    <a:pt x="64481" y="144245"/>
                  </a:lnTo>
                  <a:lnTo>
                    <a:pt x="67304" y="139810"/>
                  </a:lnTo>
                  <a:lnTo>
                    <a:pt x="70941" y="140515"/>
                  </a:lnTo>
                  <a:lnTo>
                    <a:pt x="73314" y="144481"/>
                  </a:lnTo>
                  <a:lnTo>
                    <a:pt x="75170" y="144369"/>
                  </a:lnTo>
                  <a:lnTo>
                    <a:pt x="76979" y="144259"/>
                  </a:lnTo>
                  <a:lnTo>
                    <a:pt x="83549" y="138086"/>
                  </a:lnTo>
                  <a:lnTo>
                    <a:pt x="87483" y="132884"/>
                  </a:lnTo>
                  <a:lnTo>
                    <a:pt x="91458" y="129993"/>
                  </a:lnTo>
                  <a:lnTo>
                    <a:pt x="91829" y="129030"/>
                  </a:lnTo>
                  <a:lnTo>
                    <a:pt x="94144" y="123018"/>
                  </a:lnTo>
                  <a:lnTo>
                    <a:pt x="96459" y="119484"/>
                  </a:lnTo>
                  <a:lnTo>
                    <a:pt x="102061" y="110909"/>
                  </a:lnTo>
                  <a:lnTo>
                    <a:pt x="106766" y="103912"/>
                  </a:lnTo>
                  <a:lnTo>
                    <a:pt x="108390" y="98353"/>
                  </a:lnTo>
                  <a:lnTo>
                    <a:pt x="107787" y="97715"/>
                  </a:lnTo>
                  <a:lnTo>
                    <a:pt x="104185" y="93903"/>
                  </a:lnTo>
                  <a:lnTo>
                    <a:pt x="106757" y="89335"/>
                  </a:lnTo>
                  <a:lnTo>
                    <a:pt x="105777" y="84714"/>
                  </a:lnTo>
                  <a:lnTo>
                    <a:pt x="105776" y="84411"/>
                  </a:lnTo>
                  <a:lnTo>
                    <a:pt x="105752" y="77172"/>
                  </a:lnTo>
                  <a:lnTo>
                    <a:pt x="107989" y="73318"/>
                  </a:lnTo>
                  <a:lnTo>
                    <a:pt x="109368" y="70822"/>
                  </a:lnTo>
                  <a:lnTo>
                    <a:pt x="108089" y="64476"/>
                  </a:lnTo>
                  <a:lnTo>
                    <a:pt x="107152" y="59829"/>
                  </a:lnTo>
                  <a:lnTo>
                    <a:pt x="107859" y="52117"/>
                  </a:lnTo>
                  <a:lnTo>
                    <a:pt x="107991" y="51500"/>
                  </a:lnTo>
                  <a:lnTo>
                    <a:pt x="108701" y="48178"/>
                  </a:lnTo>
                  <a:lnTo>
                    <a:pt x="110221" y="41034"/>
                  </a:lnTo>
                  <a:lnTo>
                    <a:pt x="111882" y="35083"/>
                  </a:lnTo>
                  <a:lnTo>
                    <a:pt x="108142" y="27377"/>
                  </a:lnTo>
                  <a:lnTo>
                    <a:pt x="108239" y="26329"/>
                  </a:lnTo>
                  <a:lnTo>
                    <a:pt x="108749" y="20772"/>
                  </a:lnTo>
                  <a:lnTo>
                    <a:pt x="105764" y="13703"/>
                  </a:lnTo>
                  <a:lnTo>
                    <a:pt x="100920" y="8331"/>
                  </a:lnTo>
                  <a:lnTo>
                    <a:pt x="103117" y="3849"/>
                  </a:lnTo>
                  <a:lnTo>
                    <a:pt x="106475" y="3502"/>
                  </a:lnTo>
                  <a:lnTo>
                    <a:pt x="110775" y="0"/>
                  </a:lnTo>
                  <a:lnTo>
                    <a:pt x="114485" y="16141"/>
                  </a:lnTo>
                  <a:lnTo>
                    <a:pt x="116269" y="23912"/>
                  </a:lnTo>
                  <a:lnTo>
                    <a:pt x="117588" y="29665"/>
                  </a:lnTo>
                  <a:lnTo>
                    <a:pt x="121761" y="47907"/>
                  </a:lnTo>
                  <a:lnTo>
                    <a:pt x="125031" y="62232"/>
                  </a:lnTo>
                  <a:lnTo>
                    <a:pt x="126264" y="67654"/>
                  </a:lnTo>
                  <a:lnTo>
                    <a:pt x="131732" y="91737"/>
                  </a:lnTo>
                  <a:lnTo>
                    <a:pt x="139164" y="89954"/>
                  </a:lnTo>
                  <a:lnTo>
                    <a:pt x="165333" y="83502"/>
                  </a:lnTo>
                  <a:lnTo>
                    <a:pt x="177445" y="80514"/>
                  </a:lnTo>
                  <a:lnTo>
                    <a:pt x="188969" y="77648"/>
                  </a:lnTo>
                  <a:lnTo>
                    <a:pt x="210663" y="72100"/>
                  </a:lnTo>
                  <a:lnTo>
                    <a:pt x="214757" y="91111"/>
                  </a:lnTo>
                  <a:lnTo>
                    <a:pt x="219070" y="109851"/>
                  </a:lnTo>
                  <a:lnTo>
                    <a:pt x="222168" y="123707"/>
                  </a:lnTo>
                  <a:lnTo>
                    <a:pt x="226394" y="120274"/>
                  </a:lnTo>
                  <a:lnTo>
                    <a:pt x="230578" y="113918"/>
                  </a:lnTo>
                  <a:lnTo>
                    <a:pt x="235142" y="109394"/>
                  </a:lnTo>
                  <a:lnTo>
                    <a:pt x="236363" y="107318"/>
                  </a:lnTo>
                  <a:lnTo>
                    <a:pt x="241840" y="97986"/>
                  </a:lnTo>
                  <a:lnTo>
                    <a:pt x="245802" y="89371"/>
                  </a:lnTo>
                  <a:lnTo>
                    <a:pt x="247600" y="88858"/>
                  </a:lnTo>
                  <a:lnTo>
                    <a:pt x="249996" y="88175"/>
                  </a:lnTo>
                  <a:lnTo>
                    <a:pt x="256774" y="89907"/>
                  </a:lnTo>
                  <a:lnTo>
                    <a:pt x="256882" y="85703"/>
                  </a:lnTo>
                  <a:lnTo>
                    <a:pt x="261982" y="76457"/>
                  </a:lnTo>
                  <a:lnTo>
                    <a:pt x="265932" y="66455"/>
                  </a:lnTo>
                  <a:lnTo>
                    <a:pt x="269062" y="68670"/>
                  </a:lnTo>
                  <a:lnTo>
                    <a:pt x="272807" y="73393"/>
                  </a:lnTo>
                  <a:lnTo>
                    <a:pt x="277022" y="73488"/>
                  </a:lnTo>
                  <a:lnTo>
                    <a:pt x="282236" y="73602"/>
                  </a:lnTo>
                  <a:lnTo>
                    <a:pt x="291573" y="71515"/>
                  </a:lnTo>
                  <a:lnTo>
                    <a:pt x="292131" y="71390"/>
                  </a:lnTo>
                  <a:lnTo>
                    <a:pt x="292908" y="67189"/>
                  </a:lnTo>
                  <a:lnTo>
                    <a:pt x="295595" y="60217"/>
                  </a:lnTo>
                  <a:lnTo>
                    <a:pt x="299216" y="58567"/>
                  </a:lnTo>
                  <a:lnTo>
                    <a:pt x="300641" y="57917"/>
                  </a:lnTo>
                  <a:lnTo>
                    <a:pt x="306556" y="53339"/>
                  </a:lnTo>
                  <a:lnTo>
                    <a:pt x="316984" y="49174"/>
                  </a:lnTo>
                  <a:lnTo>
                    <a:pt x="322383" y="53069"/>
                  </a:lnTo>
                  <a:lnTo>
                    <a:pt x="324449" y="54558"/>
                  </a:lnTo>
                  <a:lnTo>
                    <a:pt x="330361" y="52252"/>
                  </a:lnTo>
                  <a:lnTo>
                    <a:pt x="338117" y="52269"/>
                  </a:lnTo>
                  <a:lnTo>
                    <a:pt x="340155" y="58246"/>
                  </a:lnTo>
                  <a:lnTo>
                    <a:pt x="341768" y="60480"/>
                  </a:lnTo>
                  <a:lnTo>
                    <a:pt x="343373" y="62701"/>
                  </a:lnTo>
                  <a:lnTo>
                    <a:pt x="349667" y="68840"/>
                  </a:lnTo>
                  <a:lnTo>
                    <a:pt x="350472" y="73784"/>
                  </a:lnTo>
                  <a:lnTo>
                    <a:pt x="353288" y="76400"/>
                  </a:lnTo>
                  <a:lnTo>
                    <a:pt x="351237" y="86783"/>
                  </a:lnTo>
                  <a:lnTo>
                    <a:pt x="350448" y="93477"/>
                  </a:lnTo>
                  <a:lnTo>
                    <a:pt x="349923" y="97475"/>
                  </a:lnTo>
                  <a:lnTo>
                    <a:pt x="331043" y="88607"/>
                  </a:lnTo>
                  <a:lnTo>
                    <a:pt x="316867" y="81913"/>
                  </a:lnTo>
                  <a:lnTo>
                    <a:pt x="313038" y="80119"/>
                  </a:lnTo>
                  <a:lnTo>
                    <a:pt x="302230" y="75039"/>
                  </a:lnTo>
                  <a:lnTo>
                    <a:pt x="304411" y="80495"/>
                  </a:lnTo>
                  <a:lnTo>
                    <a:pt x="305557" y="86106"/>
                  </a:lnTo>
                  <a:lnTo>
                    <a:pt x="302839" y="95003"/>
                  </a:lnTo>
                  <a:lnTo>
                    <a:pt x="303568" y="98926"/>
                  </a:lnTo>
                  <a:lnTo>
                    <a:pt x="303038" y="104469"/>
                  </a:lnTo>
                  <a:lnTo>
                    <a:pt x="304876" y="107036"/>
                  </a:lnTo>
                  <a:lnTo>
                    <a:pt x="299462" y="115910"/>
                  </a:lnTo>
                  <a:lnTo>
                    <a:pt x="298517" y="119975"/>
                  </a:lnTo>
                  <a:lnTo>
                    <a:pt x="297361" y="124934"/>
                  </a:lnTo>
                  <a:lnTo>
                    <a:pt x="293543" y="128759"/>
                  </a:lnTo>
                  <a:lnTo>
                    <a:pt x="290280" y="135656"/>
                  </a:lnTo>
                  <a:lnTo>
                    <a:pt x="284115" y="140698"/>
                  </a:lnTo>
                  <a:lnTo>
                    <a:pt x="281955" y="147930"/>
                  </a:lnTo>
                  <a:lnTo>
                    <a:pt x="279933" y="155676"/>
                  </a:lnTo>
                  <a:lnTo>
                    <a:pt x="268148" y="150592"/>
                  </a:lnTo>
                  <a:lnTo>
                    <a:pt x="267312" y="155206"/>
                  </a:lnTo>
                  <a:lnTo>
                    <a:pt x="265592" y="159599"/>
                  </a:lnTo>
                  <a:lnTo>
                    <a:pt x="264949" y="167324"/>
                  </a:lnTo>
                  <a:lnTo>
                    <a:pt x="265308" y="170473"/>
                  </a:lnTo>
                  <a:lnTo>
                    <a:pt x="261869" y="176982"/>
                  </a:lnTo>
                  <a:lnTo>
                    <a:pt x="260132" y="185769"/>
                  </a:lnTo>
                  <a:lnTo>
                    <a:pt x="259205" y="191101"/>
                  </a:lnTo>
                  <a:lnTo>
                    <a:pt x="259094" y="191733"/>
                  </a:lnTo>
                  <a:lnTo>
                    <a:pt x="255373" y="198791"/>
                  </a:lnTo>
                  <a:lnTo>
                    <a:pt x="254283" y="198857"/>
                  </a:lnTo>
                  <a:lnTo>
                    <a:pt x="249532" y="199145"/>
                  </a:lnTo>
                  <a:lnTo>
                    <a:pt x="240638" y="198243"/>
                  </a:lnTo>
                  <a:lnTo>
                    <a:pt x="233311" y="189951"/>
                  </a:lnTo>
                  <a:lnTo>
                    <a:pt x="224225" y="188200"/>
                  </a:lnTo>
                  <a:lnTo>
                    <a:pt x="224563" y="196641"/>
                  </a:lnTo>
                  <a:lnTo>
                    <a:pt x="223969" y="201775"/>
                  </a:lnTo>
                  <a:lnTo>
                    <a:pt x="224829" y="204974"/>
                  </a:lnTo>
                  <a:lnTo>
                    <a:pt x="223098" y="213307"/>
                  </a:lnTo>
                  <a:lnTo>
                    <a:pt x="218722" y="218927"/>
                  </a:lnTo>
                  <a:lnTo>
                    <a:pt x="220938" y="222665"/>
                  </a:lnTo>
                  <a:lnTo>
                    <a:pt x="220345" y="223450"/>
                  </a:lnTo>
                  <a:lnTo>
                    <a:pt x="217005" y="227871"/>
                  </a:lnTo>
                  <a:lnTo>
                    <a:pt x="213032" y="234029"/>
                  </a:lnTo>
                  <a:lnTo>
                    <a:pt x="212932" y="241738"/>
                  </a:lnTo>
                  <a:lnTo>
                    <a:pt x="212243" y="246978"/>
                  </a:lnTo>
                  <a:lnTo>
                    <a:pt x="211965" y="249083"/>
                  </a:lnTo>
                  <a:lnTo>
                    <a:pt x="208655" y="257966"/>
                  </a:lnTo>
                  <a:lnTo>
                    <a:pt x="207497" y="259944"/>
                  </a:lnTo>
                  <a:lnTo>
                    <a:pt x="202988" y="267634"/>
                  </a:lnTo>
                  <a:lnTo>
                    <a:pt x="199112" y="275122"/>
                  </a:lnTo>
                  <a:lnTo>
                    <a:pt x="198625" y="279904"/>
                  </a:lnTo>
                  <a:lnTo>
                    <a:pt x="196945" y="286922"/>
                  </a:lnTo>
                  <a:lnTo>
                    <a:pt x="195226" y="290975"/>
                  </a:lnTo>
                  <a:lnTo>
                    <a:pt x="195105" y="291258"/>
                  </a:lnTo>
                  <a:lnTo>
                    <a:pt x="201839" y="296002"/>
                  </a:lnTo>
                  <a:lnTo>
                    <a:pt x="198064" y="300895"/>
                  </a:lnTo>
                  <a:lnTo>
                    <a:pt x="198436" y="305967"/>
                  </a:lnTo>
                  <a:lnTo>
                    <a:pt x="191605" y="315439"/>
                  </a:lnTo>
                  <a:lnTo>
                    <a:pt x="187311" y="320283"/>
                  </a:lnTo>
                  <a:lnTo>
                    <a:pt x="186875" y="320084"/>
                  </a:lnTo>
                  <a:lnTo>
                    <a:pt x="179968" y="316932"/>
                  </a:lnTo>
                  <a:lnTo>
                    <a:pt x="171865" y="325232"/>
                  </a:lnTo>
                  <a:lnTo>
                    <a:pt x="164519" y="331378"/>
                  </a:lnTo>
                  <a:lnTo>
                    <a:pt x="158180" y="327404"/>
                  </a:lnTo>
                  <a:lnTo>
                    <a:pt x="156547" y="328141"/>
                  </a:lnTo>
                  <a:lnTo>
                    <a:pt x="156021" y="328378"/>
                  </a:lnTo>
                  <a:lnTo>
                    <a:pt x="155375" y="332315"/>
                  </a:lnTo>
                  <a:lnTo>
                    <a:pt x="160190" y="336348"/>
                  </a:lnTo>
                  <a:lnTo>
                    <a:pt x="154216" y="340765"/>
                  </a:lnTo>
                  <a:lnTo>
                    <a:pt x="149482" y="342431"/>
                  </a:lnTo>
                  <a:lnTo>
                    <a:pt x="148316" y="342840"/>
                  </a:lnTo>
                  <a:lnTo>
                    <a:pt x="139583" y="347083"/>
                  </a:lnTo>
                  <a:lnTo>
                    <a:pt x="131639" y="353501"/>
                  </a:lnTo>
                  <a:lnTo>
                    <a:pt x="118670" y="345682"/>
                  </a:lnTo>
                  <a:lnTo>
                    <a:pt x="114881" y="353545"/>
                  </a:lnTo>
                  <a:lnTo>
                    <a:pt x="110919" y="356588"/>
                  </a:lnTo>
                  <a:lnTo>
                    <a:pt x="107577" y="360198"/>
                  </a:lnTo>
                  <a:lnTo>
                    <a:pt x="105748" y="362369"/>
                  </a:lnTo>
                  <a:lnTo>
                    <a:pt x="96514" y="364888"/>
                  </a:lnTo>
                  <a:lnTo>
                    <a:pt x="90976" y="362246"/>
                  </a:lnTo>
                  <a:lnTo>
                    <a:pt x="90523" y="362030"/>
                  </a:lnTo>
                  <a:lnTo>
                    <a:pt x="87431" y="359332"/>
                  </a:lnTo>
                  <a:lnTo>
                    <a:pt x="81280" y="359614"/>
                  </a:lnTo>
                  <a:lnTo>
                    <a:pt x="76689" y="355735"/>
                  </a:lnTo>
                  <a:lnTo>
                    <a:pt x="72555" y="350652"/>
                  </a:lnTo>
                  <a:lnTo>
                    <a:pt x="71665" y="347631"/>
                  </a:lnTo>
                  <a:lnTo>
                    <a:pt x="67185" y="345017"/>
                  </a:lnTo>
                  <a:lnTo>
                    <a:pt x="70155" y="338320"/>
                  </a:lnTo>
                  <a:lnTo>
                    <a:pt x="66793" y="336356"/>
                  </a:lnTo>
                  <a:lnTo>
                    <a:pt x="59088" y="337351"/>
                  </a:lnTo>
                  <a:lnTo>
                    <a:pt x="51991" y="333602"/>
                  </a:lnTo>
                  <a:lnTo>
                    <a:pt x="44170" y="329243"/>
                  </a:lnTo>
                  <a:lnTo>
                    <a:pt x="37999" y="327120"/>
                  </a:lnTo>
                  <a:lnTo>
                    <a:pt x="34870" y="321539"/>
                  </a:lnTo>
                  <a:lnTo>
                    <a:pt x="34018" y="320021"/>
                  </a:lnTo>
                  <a:lnTo>
                    <a:pt x="29880" y="316780"/>
                  </a:lnTo>
                  <a:lnTo>
                    <a:pt x="26817" y="313117"/>
                  </a:lnTo>
                  <a:lnTo>
                    <a:pt x="24644" y="310517"/>
                  </a:lnTo>
                  <a:lnTo>
                    <a:pt x="18352" y="307203"/>
                  </a:lnTo>
                  <a:lnTo>
                    <a:pt x="18560" y="304899"/>
                  </a:lnTo>
                  <a:lnTo>
                    <a:pt x="18928" y="300812"/>
                  </a:lnTo>
                  <a:lnTo>
                    <a:pt x="10599" y="293578"/>
                  </a:lnTo>
                  <a:lnTo>
                    <a:pt x="3167" y="2876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85039" y="2896087"/>
              <a:ext cx="659231" cy="539616"/>
            </a:xfrm>
            <a:custGeom>
              <a:avLst/>
              <a:pathLst>
                <a:path w="659231" h="539616">
                  <a:moveTo>
                    <a:pt x="61185" y="16050"/>
                  </a:moveTo>
                  <a:lnTo>
                    <a:pt x="64473" y="0"/>
                  </a:lnTo>
                  <a:lnTo>
                    <a:pt x="86448" y="2792"/>
                  </a:lnTo>
                  <a:lnTo>
                    <a:pt x="93030" y="4975"/>
                  </a:lnTo>
                  <a:lnTo>
                    <a:pt x="125408" y="8379"/>
                  </a:lnTo>
                  <a:lnTo>
                    <a:pt x="153397" y="11427"/>
                  </a:lnTo>
                  <a:lnTo>
                    <a:pt x="170068" y="13511"/>
                  </a:lnTo>
                  <a:lnTo>
                    <a:pt x="189087" y="15838"/>
                  </a:lnTo>
                  <a:lnTo>
                    <a:pt x="229117" y="20085"/>
                  </a:lnTo>
                  <a:lnTo>
                    <a:pt x="232530" y="21237"/>
                  </a:lnTo>
                  <a:lnTo>
                    <a:pt x="269994" y="25345"/>
                  </a:lnTo>
                  <a:lnTo>
                    <a:pt x="280268" y="26436"/>
                  </a:lnTo>
                  <a:lnTo>
                    <a:pt x="301728" y="28552"/>
                  </a:lnTo>
                  <a:lnTo>
                    <a:pt x="323112" y="30594"/>
                  </a:lnTo>
                  <a:lnTo>
                    <a:pt x="330417" y="31317"/>
                  </a:lnTo>
                  <a:lnTo>
                    <a:pt x="378109" y="35847"/>
                  </a:lnTo>
                  <a:lnTo>
                    <a:pt x="417479" y="39993"/>
                  </a:lnTo>
                  <a:lnTo>
                    <a:pt x="470779" y="44589"/>
                  </a:lnTo>
                  <a:lnTo>
                    <a:pt x="491183" y="45680"/>
                  </a:lnTo>
                  <a:lnTo>
                    <a:pt x="506298" y="46449"/>
                  </a:lnTo>
                  <a:lnTo>
                    <a:pt x="572171" y="50913"/>
                  </a:lnTo>
                  <a:lnTo>
                    <a:pt x="575447" y="51118"/>
                  </a:lnTo>
                  <a:lnTo>
                    <a:pt x="576557" y="51187"/>
                  </a:lnTo>
                  <a:lnTo>
                    <a:pt x="659231" y="56176"/>
                  </a:lnTo>
                  <a:lnTo>
                    <a:pt x="657541" y="93219"/>
                  </a:lnTo>
                  <a:lnTo>
                    <a:pt x="656825" y="107781"/>
                  </a:lnTo>
                  <a:lnTo>
                    <a:pt x="654921" y="146622"/>
                  </a:lnTo>
                  <a:lnTo>
                    <a:pt x="654502" y="155043"/>
                  </a:lnTo>
                  <a:lnTo>
                    <a:pt x="654265" y="159798"/>
                  </a:lnTo>
                  <a:lnTo>
                    <a:pt x="652539" y="194596"/>
                  </a:lnTo>
                  <a:lnTo>
                    <a:pt x="650822" y="230275"/>
                  </a:lnTo>
                  <a:lnTo>
                    <a:pt x="650515" y="236963"/>
                  </a:lnTo>
                  <a:lnTo>
                    <a:pt x="650373" y="240050"/>
                  </a:lnTo>
                  <a:lnTo>
                    <a:pt x="649329" y="262801"/>
                  </a:lnTo>
                  <a:lnTo>
                    <a:pt x="647686" y="297795"/>
                  </a:lnTo>
                  <a:lnTo>
                    <a:pt x="645560" y="342519"/>
                  </a:lnTo>
                  <a:lnTo>
                    <a:pt x="645441" y="344836"/>
                  </a:lnTo>
                  <a:lnTo>
                    <a:pt x="644746" y="358359"/>
                  </a:lnTo>
                  <a:lnTo>
                    <a:pt x="643312" y="388603"/>
                  </a:lnTo>
                  <a:lnTo>
                    <a:pt x="641956" y="416866"/>
                  </a:lnTo>
                  <a:lnTo>
                    <a:pt x="641868" y="418631"/>
                  </a:lnTo>
                  <a:lnTo>
                    <a:pt x="641169" y="432693"/>
                  </a:lnTo>
                  <a:lnTo>
                    <a:pt x="640099" y="455391"/>
                  </a:lnTo>
                  <a:lnTo>
                    <a:pt x="639620" y="465569"/>
                  </a:lnTo>
                  <a:lnTo>
                    <a:pt x="639343" y="471544"/>
                  </a:lnTo>
                  <a:lnTo>
                    <a:pt x="638387" y="492235"/>
                  </a:lnTo>
                  <a:lnTo>
                    <a:pt x="637709" y="506145"/>
                  </a:lnTo>
                  <a:lnTo>
                    <a:pt x="636705" y="525945"/>
                  </a:lnTo>
                  <a:lnTo>
                    <a:pt x="636046" y="539616"/>
                  </a:lnTo>
                  <a:lnTo>
                    <a:pt x="595529" y="537465"/>
                  </a:lnTo>
                  <a:lnTo>
                    <a:pt x="562810" y="536062"/>
                  </a:lnTo>
                  <a:lnTo>
                    <a:pt x="554771" y="535580"/>
                  </a:lnTo>
                  <a:lnTo>
                    <a:pt x="524320" y="533677"/>
                  </a:lnTo>
                  <a:lnTo>
                    <a:pt x="441030" y="527922"/>
                  </a:lnTo>
                  <a:lnTo>
                    <a:pt x="438568" y="527738"/>
                  </a:lnTo>
                  <a:lnTo>
                    <a:pt x="429131" y="526960"/>
                  </a:lnTo>
                  <a:lnTo>
                    <a:pt x="380038" y="522719"/>
                  </a:lnTo>
                  <a:lnTo>
                    <a:pt x="338420" y="518868"/>
                  </a:lnTo>
                  <a:lnTo>
                    <a:pt x="333905" y="518436"/>
                  </a:lnTo>
                  <a:lnTo>
                    <a:pt x="283767" y="513992"/>
                  </a:lnTo>
                  <a:lnTo>
                    <a:pt x="253552" y="511150"/>
                  </a:lnTo>
                  <a:lnTo>
                    <a:pt x="180949" y="503422"/>
                  </a:lnTo>
                  <a:lnTo>
                    <a:pt x="162744" y="501345"/>
                  </a:lnTo>
                  <a:lnTo>
                    <a:pt x="120559" y="496803"/>
                  </a:lnTo>
                  <a:lnTo>
                    <a:pt x="94687" y="493779"/>
                  </a:lnTo>
                  <a:lnTo>
                    <a:pt x="90356" y="493264"/>
                  </a:lnTo>
                  <a:lnTo>
                    <a:pt x="83725" y="492470"/>
                  </a:lnTo>
                  <a:lnTo>
                    <a:pt x="45841" y="487776"/>
                  </a:lnTo>
                  <a:lnTo>
                    <a:pt x="15790" y="483709"/>
                  </a:lnTo>
                  <a:lnTo>
                    <a:pt x="0" y="481522"/>
                  </a:lnTo>
                  <a:lnTo>
                    <a:pt x="3976" y="451010"/>
                  </a:lnTo>
                  <a:lnTo>
                    <a:pt x="5690" y="437891"/>
                  </a:lnTo>
                  <a:lnTo>
                    <a:pt x="8983" y="413256"/>
                  </a:lnTo>
                  <a:lnTo>
                    <a:pt x="9205" y="411538"/>
                  </a:lnTo>
                  <a:lnTo>
                    <a:pt x="15786" y="360798"/>
                  </a:lnTo>
                  <a:lnTo>
                    <a:pt x="21274" y="318948"/>
                  </a:lnTo>
                  <a:lnTo>
                    <a:pt x="24031" y="299179"/>
                  </a:lnTo>
                  <a:lnTo>
                    <a:pt x="27537" y="274096"/>
                  </a:lnTo>
                  <a:lnTo>
                    <a:pt x="31375" y="245001"/>
                  </a:lnTo>
                  <a:lnTo>
                    <a:pt x="32249" y="238389"/>
                  </a:lnTo>
                  <a:lnTo>
                    <a:pt x="33092" y="232018"/>
                  </a:lnTo>
                  <a:lnTo>
                    <a:pt x="36966" y="202739"/>
                  </a:lnTo>
                  <a:lnTo>
                    <a:pt x="39893" y="180437"/>
                  </a:lnTo>
                  <a:lnTo>
                    <a:pt x="42851" y="157959"/>
                  </a:lnTo>
                  <a:lnTo>
                    <a:pt x="46394" y="131428"/>
                  </a:lnTo>
                  <a:lnTo>
                    <a:pt x="47553" y="122392"/>
                  </a:lnTo>
                  <a:lnTo>
                    <a:pt x="49587" y="106572"/>
                  </a:lnTo>
                  <a:lnTo>
                    <a:pt x="53773" y="75281"/>
                  </a:lnTo>
                  <a:lnTo>
                    <a:pt x="55411" y="63358"/>
                  </a:lnTo>
                  <a:lnTo>
                    <a:pt x="57352" y="45142"/>
                  </a:lnTo>
                  <a:lnTo>
                    <a:pt x="58021" y="40169"/>
                  </a:lnTo>
                  <a:lnTo>
                    <a:pt x="58976" y="330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095660" y="3477394"/>
              <a:ext cx="566788" cy="435135"/>
            </a:xfrm>
            <a:custGeom>
              <a:avLst/>
              <a:pathLst>
                <a:path w="566788" h="435135">
                  <a:moveTo>
                    <a:pt x="13956" y="248406"/>
                  </a:moveTo>
                  <a:lnTo>
                    <a:pt x="21018" y="186281"/>
                  </a:lnTo>
                  <a:lnTo>
                    <a:pt x="23517" y="162380"/>
                  </a:lnTo>
                  <a:lnTo>
                    <a:pt x="24881" y="149358"/>
                  </a:lnTo>
                  <a:lnTo>
                    <a:pt x="26580" y="133189"/>
                  </a:lnTo>
                  <a:lnTo>
                    <a:pt x="28824" y="111876"/>
                  </a:lnTo>
                  <a:lnTo>
                    <a:pt x="31982" y="81475"/>
                  </a:lnTo>
                  <a:lnTo>
                    <a:pt x="32436" y="77322"/>
                  </a:lnTo>
                  <a:lnTo>
                    <a:pt x="37136" y="34511"/>
                  </a:lnTo>
                  <a:lnTo>
                    <a:pt x="37230" y="33616"/>
                  </a:lnTo>
                  <a:lnTo>
                    <a:pt x="38934" y="17366"/>
                  </a:lnTo>
                  <a:lnTo>
                    <a:pt x="40653" y="0"/>
                  </a:lnTo>
                  <a:lnTo>
                    <a:pt x="100527" y="6373"/>
                  </a:lnTo>
                  <a:lnTo>
                    <a:pt x="125444" y="8717"/>
                  </a:lnTo>
                  <a:lnTo>
                    <a:pt x="166792" y="12382"/>
                  </a:lnTo>
                  <a:lnTo>
                    <a:pt x="170515" y="12738"/>
                  </a:lnTo>
                  <a:lnTo>
                    <a:pt x="204837" y="15913"/>
                  </a:lnTo>
                  <a:lnTo>
                    <a:pt x="245323" y="19411"/>
                  </a:lnTo>
                  <a:lnTo>
                    <a:pt x="253105" y="20053"/>
                  </a:lnTo>
                  <a:lnTo>
                    <a:pt x="255135" y="20205"/>
                  </a:lnTo>
                  <a:lnTo>
                    <a:pt x="323843" y="24952"/>
                  </a:lnTo>
                  <a:lnTo>
                    <a:pt x="348935" y="26520"/>
                  </a:lnTo>
                  <a:lnTo>
                    <a:pt x="355564" y="26917"/>
                  </a:lnTo>
                  <a:lnTo>
                    <a:pt x="382547" y="28074"/>
                  </a:lnTo>
                  <a:lnTo>
                    <a:pt x="415960" y="29848"/>
                  </a:lnTo>
                  <a:lnTo>
                    <a:pt x="452074" y="31489"/>
                  </a:lnTo>
                  <a:lnTo>
                    <a:pt x="466485" y="32077"/>
                  </a:lnTo>
                  <a:lnTo>
                    <a:pt x="489538" y="32948"/>
                  </a:lnTo>
                  <a:lnTo>
                    <a:pt x="521421" y="34059"/>
                  </a:lnTo>
                  <a:lnTo>
                    <a:pt x="523865" y="34137"/>
                  </a:lnTo>
                  <a:lnTo>
                    <a:pt x="528707" y="34290"/>
                  </a:lnTo>
                  <a:lnTo>
                    <a:pt x="566788" y="35338"/>
                  </a:lnTo>
                  <a:lnTo>
                    <a:pt x="566208" y="60564"/>
                  </a:lnTo>
                  <a:lnTo>
                    <a:pt x="566083" y="65757"/>
                  </a:lnTo>
                  <a:lnTo>
                    <a:pt x="565470" y="91454"/>
                  </a:lnTo>
                  <a:lnTo>
                    <a:pt x="565254" y="100512"/>
                  </a:lnTo>
                  <a:lnTo>
                    <a:pt x="565228" y="101594"/>
                  </a:lnTo>
                  <a:lnTo>
                    <a:pt x="564402" y="135045"/>
                  </a:lnTo>
                  <a:lnTo>
                    <a:pt x="564005" y="153409"/>
                  </a:lnTo>
                  <a:lnTo>
                    <a:pt x="563527" y="177843"/>
                  </a:lnTo>
                  <a:lnTo>
                    <a:pt x="563515" y="178430"/>
                  </a:lnTo>
                  <a:lnTo>
                    <a:pt x="563137" y="197827"/>
                  </a:lnTo>
                  <a:lnTo>
                    <a:pt x="562713" y="221822"/>
                  </a:lnTo>
                  <a:lnTo>
                    <a:pt x="562562" y="230410"/>
                  </a:lnTo>
                  <a:lnTo>
                    <a:pt x="561819" y="265259"/>
                  </a:lnTo>
                  <a:lnTo>
                    <a:pt x="561645" y="273475"/>
                  </a:lnTo>
                  <a:lnTo>
                    <a:pt x="561158" y="296480"/>
                  </a:lnTo>
                  <a:lnTo>
                    <a:pt x="560915" y="308011"/>
                  </a:lnTo>
                  <a:lnTo>
                    <a:pt x="560902" y="308643"/>
                  </a:lnTo>
                  <a:lnTo>
                    <a:pt x="560590" y="323536"/>
                  </a:lnTo>
                  <a:lnTo>
                    <a:pt x="559916" y="360862"/>
                  </a:lnTo>
                  <a:lnTo>
                    <a:pt x="559890" y="362324"/>
                  </a:lnTo>
                  <a:lnTo>
                    <a:pt x="559708" y="370256"/>
                  </a:lnTo>
                  <a:lnTo>
                    <a:pt x="559127" y="395674"/>
                  </a:lnTo>
                  <a:lnTo>
                    <a:pt x="558829" y="408728"/>
                  </a:lnTo>
                  <a:lnTo>
                    <a:pt x="558486" y="423833"/>
                  </a:lnTo>
                  <a:lnTo>
                    <a:pt x="558330" y="430952"/>
                  </a:lnTo>
                  <a:lnTo>
                    <a:pt x="558210" y="435135"/>
                  </a:lnTo>
                  <a:lnTo>
                    <a:pt x="533192" y="434338"/>
                  </a:lnTo>
                  <a:lnTo>
                    <a:pt x="505795" y="433449"/>
                  </a:lnTo>
                  <a:lnTo>
                    <a:pt x="494314" y="432627"/>
                  </a:lnTo>
                  <a:lnTo>
                    <a:pt x="481516" y="432131"/>
                  </a:lnTo>
                  <a:lnTo>
                    <a:pt x="474812" y="431911"/>
                  </a:lnTo>
                  <a:lnTo>
                    <a:pt x="423115" y="429994"/>
                  </a:lnTo>
                  <a:lnTo>
                    <a:pt x="401178" y="429185"/>
                  </a:lnTo>
                  <a:lnTo>
                    <a:pt x="374741" y="428113"/>
                  </a:lnTo>
                  <a:lnTo>
                    <a:pt x="343357" y="426424"/>
                  </a:lnTo>
                  <a:lnTo>
                    <a:pt x="312347" y="424403"/>
                  </a:lnTo>
                  <a:lnTo>
                    <a:pt x="309615" y="424231"/>
                  </a:lnTo>
                  <a:lnTo>
                    <a:pt x="304394" y="423899"/>
                  </a:lnTo>
                  <a:lnTo>
                    <a:pt x="301938" y="423742"/>
                  </a:lnTo>
                  <a:lnTo>
                    <a:pt x="288539" y="422863"/>
                  </a:lnTo>
                  <a:lnTo>
                    <a:pt x="279399" y="422264"/>
                  </a:lnTo>
                  <a:lnTo>
                    <a:pt x="264842" y="421289"/>
                  </a:lnTo>
                  <a:lnTo>
                    <a:pt x="264683" y="421278"/>
                  </a:lnTo>
                  <a:lnTo>
                    <a:pt x="242438" y="419765"/>
                  </a:lnTo>
                  <a:lnTo>
                    <a:pt x="241733" y="419717"/>
                  </a:lnTo>
                  <a:lnTo>
                    <a:pt x="214882" y="417852"/>
                  </a:lnTo>
                  <a:lnTo>
                    <a:pt x="204275" y="417086"/>
                  </a:lnTo>
                  <a:lnTo>
                    <a:pt x="172918" y="414720"/>
                  </a:lnTo>
                  <a:lnTo>
                    <a:pt x="172379" y="413904"/>
                  </a:lnTo>
                  <a:lnTo>
                    <a:pt x="129107" y="410218"/>
                  </a:lnTo>
                  <a:lnTo>
                    <a:pt x="124268" y="409787"/>
                  </a:lnTo>
                  <a:lnTo>
                    <a:pt x="82998" y="405964"/>
                  </a:lnTo>
                  <a:lnTo>
                    <a:pt x="52894" y="403056"/>
                  </a:lnTo>
                  <a:lnTo>
                    <a:pt x="33744" y="401134"/>
                  </a:lnTo>
                  <a:lnTo>
                    <a:pt x="0" y="397582"/>
                  </a:lnTo>
                  <a:lnTo>
                    <a:pt x="4963" y="349369"/>
                  </a:lnTo>
                  <a:lnTo>
                    <a:pt x="9038" y="310029"/>
                  </a:lnTo>
                  <a:lnTo>
                    <a:pt x="11848" y="283027"/>
                  </a:lnTo>
                  <a:lnTo>
                    <a:pt x="11968" y="281869"/>
                  </a:lnTo>
                  <a:lnTo>
                    <a:pt x="11664" y="27070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36891" y="2932901"/>
              <a:ext cx="72607" cy="76725"/>
            </a:xfrm>
            <a:custGeom>
              <a:avLst/>
              <a:pathLst>
                <a:path w="72607" h="76725">
                  <a:moveTo>
                    <a:pt x="6569" y="71740"/>
                  </a:moveTo>
                  <a:lnTo>
                    <a:pt x="13866" y="62951"/>
                  </a:lnTo>
                  <a:lnTo>
                    <a:pt x="9989" y="59615"/>
                  </a:lnTo>
                  <a:lnTo>
                    <a:pt x="9087" y="55919"/>
                  </a:lnTo>
                  <a:lnTo>
                    <a:pt x="8956" y="55384"/>
                  </a:lnTo>
                  <a:lnTo>
                    <a:pt x="8137" y="52039"/>
                  </a:lnTo>
                  <a:lnTo>
                    <a:pt x="7003" y="47575"/>
                  </a:lnTo>
                  <a:lnTo>
                    <a:pt x="5781" y="42774"/>
                  </a:lnTo>
                  <a:lnTo>
                    <a:pt x="5497" y="41662"/>
                  </a:lnTo>
                  <a:lnTo>
                    <a:pt x="5157" y="40339"/>
                  </a:lnTo>
                  <a:lnTo>
                    <a:pt x="3061" y="32202"/>
                  </a:lnTo>
                  <a:lnTo>
                    <a:pt x="0" y="20514"/>
                  </a:lnTo>
                  <a:lnTo>
                    <a:pt x="9454" y="17520"/>
                  </a:lnTo>
                  <a:lnTo>
                    <a:pt x="13297" y="16345"/>
                  </a:lnTo>
                  <a:lnTo>
                    <a:pt x="16029" y="15507"/>
                  </a:lnTo>
                  <a:lnTo>
                    <a:pt x="18020" y="14893"/>
                  </a:lnTo>
                  <a:lnTo>
                    <a:pt x="23008" y="13232"/>
                  </a:lnTo>
                  <a:lnTo>
                    <a:pt x="23615" y="13029"/>
                  </a:lnTo>
                  <a:lnTo>
                    <a:pt x="25618" y="14507"/>
                  </a:lnTo>
                  <a:lnTo>
                    <a:pt x="26843" y="13859"/>
                  </a:lnTo>
                  <a:lnTo>
                    <a:pt x="27121" y="13712"/>
                  </a:lnTo>
                  <a:lnTo>
                    <a:pt x="27697" y="11617"/>
                  </a:lnTo>
                  <a:lnTo>
                    <a:pt x="32444" y="10251"/>
                  </a:lnTo>
                  <a:lnTo>
                    <a:pt x="35292" y="9038"/>
                  </a:lnTo>
                  <a:lnTo>
                    <a:pt x="43016" y="6405"/>
                  </a:lnTo>
                  <a:lnTo>
                    <a:pt x="47113" y="5024"/>
                  </a:lnTo>
                  <a:lnTo>
                    <a:pt x="49663" y="4161"/>
                  </a:lnTo>
                  <a:lnTo>
                    <a:pt x="55096" y="2314"/>
                  </a:lnTo>
                  <a:lnTo>
                    <a:pt x="60272" y="563"/>
                  </a:lnTo>
                  <a:lnTo>
                    <a:pt x="61933" y="0"/>
                  </a:lnTo>
                  <a:lnTo>
                    <a:pt x="62255" y="764"/>
                  </a:lnTo>
                  <a:lnTo>
                    <a:pt x="66000" y="10832"/>
                  </a:lnTo>
                  <a:lnTo>
                    <a:pt x="67546" y="14946"/>
                  </a:lnTo>
                  <a:lnTo>
                    <a:pt x="69784" y="21402"/>
                  </a:lnTo>
                  <a:lnTo>
                    <a:pt x="71212" y="26061"/>
                  </a:lnTo>
                  <a:lnTo>
                    <a:pt x="72607" y="30615"/>
                  </a:lnTo>
                  <a:lnTo>
                    <a:pt x="71148" y="31411"/>
                  </a:lnTo>
                  <a:lnTo>
                    <a:pt x="72290" y="34302"/>
                  </a:lnTo>
                  <a:lnTo>
                    <a:pt x="71971" y="36334"/>
                  </a:lnTo>
                  <a:lnTo>
                    <a:pt x="70744" y="35863"/>
                  </a:lnTo>
                  <a:lnTo>
                    <a:pt x="68269" y="37137"/>
                  </a:lnTo>
                  <a:lnTo>
                    <a:pt x="66099" y="38667"/>
                  </a:lnTo>
                  <a:lnTo>
                    <a:pt x="63477" y="39769"/>
                  </a:lnTo>
                  <a:lnTo>
                    <a:pt x="62266" y="41045"/>
                  </a:lnTo>
                  <a:lnTo>
                    <a:pt x="59514" y="41113"/>
                  </a:lnTo>
                  <a:lnTo>
                    <a:pt x="58519" y="42338"/>
                  </a:lnTo>
                  <a:lnTo>
                    <a:pt x="58124" y="42738"/>
                  </a:lnTo>
                  <a:lnTo>
                    <a:pt x="56747" y="44131"/>
                  </a:lnTo>
                  <a:lnTo>
                    <a:pt x="54743" y="44997"/>
                  </a:lnTo>
                  <a:lnTo>
                    <a:pt x="53608" y="46290"/>
                  </a:lnTo>
                  <a:lnTo>
                    <a:pt x="52615" y="45704"/>
                  </a:lnTo>
                  <a:lnTo>
                    <a:pt x="50299" y="47001"/>
                  </a:lnTo>
                  <a:lnTo>
                    <a:pt x="48285" y="48639"/>
                  </a:lnTo>
                  <a:lnTo>
                    <a:pt x="47873" y="48974"/>
                  </a:lnTo>
                  <a:lnTo>
                    <a:pt x="45691" y="48717"/>
                  </a:lnTo>
                  <a:lnTo>
                    <a:pt x="43663" y="49609"/>
                  </a:lnTo>
                  <a:lnTo>
                    <a:pt x="42648" y="51039"/>
                  </a:lnTo>
                  <a:lnTo>
                    <a:pt x="40156" y="52227"/>
                  </a:lnTo>
                  <a:lnTo>
                    <a:pt x="38809" y="51368"/>
                  </a:lnTo>
                  <a:lnTo>
                    <a:pt x="35656" y="53730"/>
                  </a:lnTo>
                  <a:lnTo>
                    <a:pt x="34714" y="53687"/>
                  </a:lnTo>
                  <a:lnTo>
                    <a:pt x="33386" y="53625"/>
                  </a:lnTo>
                  <a:lnTo>
                    <a:pt x="32383" y="54949"/>
                  </a:lnTo>
                  <a:lnTo>
                    <a:pt x="31929" y="55547"/>
                  </a:lnTo>
                  <a:lnTo>
                    <a:pt x="31112" y="57363"/>
                  </a:lnTo>
                  <a:lnTo>
                    <a:pt x="29131" y="58751"/>
                  </a:lnTo>
                  <a:lnTo>
                    <a:pt x="28825" y="60568"/>
                  </a:lnTo>
                  <a:lnTo>
                    <a:pt x="28724" y="61168"/>
                  </a:lnTo>
                  <a:lnTo>
                    <a:pt x="28026" y="61801"/>
                  </a:lnTo>
                  <a:lnTo>
                    <a:pt x="26337" y="62010"/>
                  </a:lnTo>
                  <a:lnTo>
                    <a:pt x="25154" y="62156"/>
                  </a:lnTo>
                  <a:lnTo>
                    <a:pt x="23604" y="64982"/>
                  </a:lnTo>
                  <a:lnTo>
                    <a:pt x="23340" y="65119"/>
                  </a:lnTo>
                  <a:lnTo>
                    <a:pt x="22372" y="65622"/>
                  </a:lnTo>
                  <a:lnTo>
                    <a:pt x="21190" y="66236"/>
                  </a:lnTo>
                  <a:lnTo>
                    <a:pt x="19740" y="67070"/>
                  </a:lnTo>
                  <a:lnTo>
                    <a:pt x="20711" y="67773"/>
                  </a:lnTo>
                  <a:lnTo>
                    <a:pt x="19931" y="69585"/>
                  </a:lnTo>
                  <a:lnTo>
                    <a:pt x="18805" y="70573"/>
                  </a:lnTo>
                  <a:lnTo>
                    <a:pt x="17029" y="70967"/>
                  </a:lnTo>
                  <a:lnTo>
                    <a:pt x="15422" y="72225"/>
                  </a:lnTo>
                  <a:lnTo>
                    <a:pt x="14099" y="73911"/>
                  </a:lnTo>
                  <a:lnTo>
                    <a:pt x="12855" y="74379"/>
                  </a:lnTo>
                  <a:lnTo>
                    <a:pt x="11055" y="76725"/>
                  </a:lnTo>
                  <a:lnTo>
                    <a:pt x="10675" y="75792"/>
                  </a:lnTo>
                  <a:lnTo>
                    <a:pt x="10446" y="75091"/>
                  </a:lnTo>
                  <a:lnTo>
                    <a:pt x="7804" y="7280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82566" y="3284099"/>
              <a:ext cx="69394" cy="106474"/>
            </a:xfrm>
            <a:custGeom>
              <a:avLst/>
              <a:pathLst>
                <a:path w="69394" h="106474">
                  <a:moveTo>
                    <a:pt x="835" y="13115"/>
                  </a:moveTo>
                  <a:lnTo>
                    <a:pt x="1228" y="10073"/>
                  </a:lnTo>
                  <a:lnTo>
                    <a:pt x="2529" y="6870"/>
                  </a:lnTo>
                  <a:lnTo>
                    <a:pt x="4957" y="3746"/>
                  </a:lnTo>
                  <a:lnTo>
                    <a:pt x="8620" y="1511"/>
                  </a:lnTo>
                  <a:lnTo>
                    <a:pt x="9293" y="1100"/>
                  </a:lnTo>
                  <a:lnTo>
                    <a:pt x="9773" y="807"/>
                  </a:lnTo>
                  <a:lnTo>
                    <a:pt x="15008" y="0"/>
                  </a:lnTo>
                  <a:lnTo>
                    <a:pt x="19320" y="887"/>
                  </a:lnTo>
                  <a:lnTo>
                    <a:pt x="17607" y="4372"/>
                  </a:lnTo>
                  <a:lnTo>
                    <a:pt x="17682" y="8501"/>
                  </a:lnTo>
                  <a:lnTo>
                    <a:pt x="16499" y="11230"/>
                  </a:lnTo>
                  <a:lnTo>
                    <a:pt x="15907" y="14593"/>
                  </a:lnTo>
                  <a:lnTo>
                    <a:pt x="14911" y="16323"/>
                  </a:lnTo>
                  <a:lnTo>
                    <a:pt x="16514" y="18589"/>
                  </a:lnTo>
                  <a:lnTo>
                    <a:pt x="18665" y="19393"/>
                  </a:lnTo>
                  <a:lnTo>
                    <a:pt x="18742" y="22860"/>
                  </a:lnTo>
                  <a:lnTo>
                    <a:pt x="19520" y="25655"/>
                  </a:lnTo>
                  <a:lnTo>
                    <a:pt x="16252" y="28212"/>
                  </a:lnTo>
                  <a:lnTo>
                    <a:pt x="18320" y="30864"/>
                  </a:lnTo>
                  <a:lnTo>
                    <a:pt x="22256" y="33814"/>
                  </a:lnTo>
                  <a:lnTo>
                    <a:pt x="23540" y="34844"/>
                  </a:lnTo>
                  <a:lnTo>
                    <a:pt x="26450" y="37175"/>
                  </a:lnTo>
                  <a:lnTo>
                    <a:pt x="31330" y="41061"/>
                  </a:lnTo>
                  <a:lnTo>
                    <a:pt x="33747" y="46548"/>
                  </a:lnTo>
                  <a:lnTo>
                    <a:pt x="34205" y="50872"/>
                  </a:lnTo>
                  <a:lnTo>
                    <a:pt x="36473" y="56362"/>
                  </a:lnTo>
                  <a:lnTo>
                    <a:pt x="40441" y="58226"/>
                  </a:lnTo>
                  <a:lnTo>
                    <a:pt x="43949" y="63041"/>
                  </a:lnTo>
                  <a:lnTo>
                    <a:pt x="44369" y="63618"/>
                  </a:lnTo>
                  <a:lnTo>
                    <a:pt x="44840" y="65583"/>
                  </a:lnTo>
                  <a:lnTo>
                    <a:pt x="50433" y="69468"/>
                  </a:lnTo>
                  <a:lnTo>
                    <a:pt x="55766" y="72217"/>
                  </a:lnTo>
                  <a:lnTo>
                    <a:pt x="58528" y="71938"/>
                  </a:lnTo>
                  <a:lnTo>
                    <a:pt x="59581" y="70445"/>
                  </a:lnTo>
                  <a:lnTo>
                    <a:pt x="62774" y="77677"/>
                  </a:lnTo>
                  <a:lnTo>
                    <a:pt x="67266" y="89369"/>
                  </a:lnTo>
                  <a:lnTo>
                    <a:pt x="69394" y="95652"/>
                  </a:lnTo>
                  <a:lnTo>
                    <a:pt x="61574" y="98128"/>
                  </a:lnTo>
                  <a:lnTo>
                    <a:pt x="52603" y="100810"/>
                  </a:lnTo>
                  <a:lnTo>
                    <a:pt x="44655" y="103170"/>
                  </a:lnTo>
                  <a:lnTo>
                    <a:pt x="32199" y="106474"/>
                  </a:lnTo>
                  <a:lnTo>
                    <a:pt x="30074" y="100387"/>
                  </a:lnTo>
                  <a:lnTo>
                    <a:pt x="29614" y="99058"/>
                  </a:lnTo>
                  <a:lnTo>
                    <a:pt x="27707" y="93556"/>
                  </a:lnTo>
                  <a:lnTo>
                    <a:pt x="22705" y="79228"/>
                  </a:lnTo>
                  <a:lnTo>
                    <a:pt x="14632" y="56141"/>
                  </a:lnTo>
                  <a:lnTo>
                    <a:pt x="11960" y="48511"/>
                  </a:lnTo>
                  <a:lnTo>
                    <a:pt x="10667" y="44819"/>
                  </a:lnTo>
                  <a:lnTo>
                    <a:pt x="8579" y="38860"/>
                  </a:lnTo>
                  <a:lnTo>
                    <a:pt x="0" y="133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451339" y="5748883"/>
              <a:ext cx="7412" cy="7213"/>
            </a:xfrm>
            <a:custGeom>
              <a:avLst/>
              <a:pathLst>
                <a:path w="7412" h="7213">
                  <a:moveTo>
                    <a:pt x="382" y="1045"/>
                  </a:moveTo>
                  <a:lnTo>
                    <a:pt x="3188" y="0"/>
                  </a:lnTo>
                  <a:lnTo>
                    <a:pt x="4566" y="54"/>
                  </a:lnTo>
                  <a:lnTo>
                    <a:pt x="7412" y="3782"/>
                  </a:lnTo>
                  <a:lnTo>
                    <a:pt x="6169" y="6251"/>
                  </a:lnTo>
                  <a:lnTo>
                    <a:pt x="3584" y="7213"/>
                  </a:lnTo>
                  <a:lnTo>
                    <a:pt x="1165" y="5496"/>
                  </a:lnTo>
                  <a:lnTo>
                    <a:pt x="0" y="35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235" y="5488615"/>
              <a:ext cx="65664" cy="63661"/>
            </a:xfrm>
            <a:custGeom>
              <a:avLst/>
              <a:pathLst>
                <a:path w="65664" h="63661">
                  <a:moveTo>
                    <a:pt x="978" y="24307"/>
                  </a:moveTo>
                  <a:lnTo>
                    <a:pt x="2841" y="21349"/>
                  </a:lnTo>
                  <a:lnTo>
                    <a:pt x="3577" y="17833"/>
                  </a:lnTo>
                  <a:lnTo>
                    <a:pt x="4200" y="14852"/>
                  </a:lnTo>
                  <a:lnTo>
                    <a:pt x="3768" y="12886"/>
                  </a:lnTo>
                  <a:lnTo>
                    <a:pt x="1481" y="9241"/>
                  </a:lnTo>
                  <a:lnTo>
                    <a:pt x="789" y="6675"/>
                  </a:lnTo>
                  <a:lnTo>
                    <a:pt x="0" y="4783"/>
                  </a:lnTo>
                  <a:lnTo>
                    <a:pt x="1173" y="2998"/>
                  </a:lnTo>
                  <a:lnTo>
                    <a:pt x="5105" y="2228"/>
                  </a:lnTo>
                  <a:lnTo>
                    <a:pt x="9916" y="0"/>
                  </a:lnTo>
                  <a:lnTo>
                    <a:pt x="11085" y="365"/>
                  </a:lnTo>
                  <a:lnTo>
                    <a:pt x="14041" y="2364"/>
                  </a:lnTo>
                  <a:lnTo>
                    <a:pt x="15016" y="2299"/>
                  </a:lnTo>
                  <a:lnTo>
                    <a:pt x="16872" y="2174"/>
                  </a:lnTo>
                  <a:lnTo>
                    <a:pt x="19525" y="3485"/>
                  </a:lnTo>
                  <a:lnTo>
                    <a:pt x="21941" y="5777"/>
                  </a:lnTo>
                  <a:lnTo>
                    <a:pt x="20647" y="6581"/>
                  </a:lnTo>
                  <a:lnTo>
                    <a:pt x="22294" y="8139"/>
                  </a:lnTo>
                  <a:lnTo>
                    <a:pt x="23293" y="9081"/>
                  </a:lnTo>
                  <a:lnTo>
                    <a:pt x="30141" y="11475"/>
                  </a:lnTo>
                  <a:lnTo>
                    <a:pt x="35744" y="15249"/>
                  </a:lnTo>
                  <a:lnTo>
                    <a:pt x="37904" y="19595"/>
                  </a:lnTo>
                  <a:lnTo>
                    <a:pt x="39825" y="19112"/>
                  </a:lnTo>
                  <a:lnTo>
                    <a:pt x="43724" y="22938"/>
                  </a:lnTo>
                  <a:lnTo>
                    <a:pt x="48941" y="25074"/>
                  </a:lnTo>
                  <a:lnTo>
                    <a:pt x="47163" y="27992"/>
                  </a:lnTo>
                  <a:lnTo>
                    <a:pt x="52450" y="31813"/>
                  </a:lnTo>
                  <a:lnTo>
                    <a:pt x="54681" y="31406"/>
                  </a:lnTo>
                  <a:lnTo>
                    <a:pt x="57765" y="34607"/>
                  </a:lnTo>
                  <a:lnTo>
                    <a:pt x="58070" y="38249"/>
                  </a:lnTo>
                  <a:lnTo>
                    <a:pt x="60461" y="40913"/>
                  </a:lnTo>
                  <a:lnTo>
                    <a:pt x="62923" y="46198"/>
                  </a:lnTo>
                  <a:lnTo>
                    <a:pt x="65490" y="50261"/>
                  </a:lnTo>
                  <a:lnTo>
                    <a:pt x="65664" y="53122"/>
                  </a:lnTo>
                  <a:lnTo>
                    <a:pt x="65562" y="54701"/>
                  </a:lnTo>
                  <a:lnTo>
                    <a:pt x="62643" y="56453"/>
                  </a:lnTo>
                  <a:lnTo>
                    <a:pt x="60642" y="55863"/>
                  </a:lnTo>
                  <a:lnTo>
                    <a:pt x="58965" y="56981"/>
                  </a:lnTo>
                  <a:lnTo>
                    <a:pt x="57044" y="56281"/>
                  </a:lnTo>
                  <a:lnTo>
                    <a:pt x="55588" y="55314"/>
                  </a:lnTo>
                  <a:lnTo>
                    <a:pt x="53265" y="56577"/>
                  </a:lnTo>
                  <a:lnTo>
                    <a:pt x="50856" y="59097"/>
                  </a:lnTo>
                  <a:lnTo>
                    <a:pt x="51504" y="62685"/>
                  </a:lnTo>
                  <a:lnTo>
                    <a:pt x="49750" y="63576"/>
                  </a:lnTo>
                  <a:lnTo>
                    <a:pt x="46688" y="63661"/>
                  </a:lnTo>
                  <a:lnTo>
                    <a:pt x="45466" y="61588"/>
                  </a:lnTo>
                  <a:lnTo>
                    <a:pt x="43989" y="60817"/>
                  </a:lnTo>
                  <a:lnTo>
                    <a:pt x="41679" y="60022"/>
                  </a:lnTo>
                  <a:lnTo>
                    <a:pt x="37452" y="57132"/>
                  </a:lnTo>
                  <a:lnTo>
                    <a:pt x="34924" y="55437"/>
                  </a:lnTo>
                  <a:lnTo>
                    <a:pt x="33162" y="53457"/>
                  </a:lnTo>
                  <a:lnTo>
                    <a:pt x="31155" y="51465"/>
                  </a:lnTo>
                  <a:lnTo>
                    <a:pt x="30907" y="49385"/>
                  </a:lnTo>
                  <a:lnTo>
                    <a:pt x="29402" y="47018"/>
                  </a:lnTo>
                  <a:lnTo>
                    <a:pt x="27964" y="46774"/>
                  </a:lnTo>
                  <a:lnTo>
                    <a:pt x="26841" y="47850"/>
                  </a:lnTo>
                  <a:lnTo>
                    <a:pt x="25257" y="48113"/>
                  </a:lnTo>
                  <a:lnTo>
                    <a:pt x="23164" y="47461"/>
                  </a:lnTo>
                  <a:lnTo>
                    <a:pt x="22638" y="46017"/>
                  </a:lnTo>
                  <a:lnTo>
                    <a:pt x="19504" y="46099"/>
                  </a:lnTo>
                  <a:lnTo>
                    <a:pt x="20886" y="49934"/>
                  </a:lnTo>
                  <a:lnTo>
                    <a:pt x="19248" y="49963"/>
                  </a:lnTo>
                  <a:lnTo>
                    <a:pt x="17262" y="47326"/>
                  </a:lnTo>
                  <a:lnTo>
                    <a:pt x="17533" y="44404"/>
                  </a:lnTo>
                  <a:lnTo>
                    <a:pt x="16608" y="42123"/>
                  </a:lnTo>
                  <a:lnTo>
                    <a:pt x="14428" y="41202"/>
                  </a:lnTo>
                  <a:lnTo>
                    <a:pt x="12338" y="41985"/>
                  </a:lnTo>
                  <a:lnTo>
                    <a:pt x="11622" y="38057"/>
                  </a:lnTo>
                  <a:lnTo>
                    <a:pt x="11302" y="35798"/>
                  </a:lnTo>
                  <a:lnTo>
                    <a:pt x="10384" y="32910"/>
                  </a:lnTo>
                  <a:lnTo>
                    <a:pt x="10798" y="29339"/>
                  </a:lnTo>
                  <a:lnTo>
                    <a:pt x="8527" y="27598"/>
                  </a:lnTo>
                  <a:lnTo>
                    <a:pt x="7622" y="25434"/>
                  </a:lnTo>
                  <a:lnTo>
                    <a:pt x="3869" y="26550"/>
                  </a:lnTo>
                  <a:lnTo>
                    <a:pt x="2359" y="2666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29954" y="5459997"/>
              <a:ext cx="43124" cy="61097"/>
            </a:xfrm>
            <a:custGeom>
              <a:avLst/>
              <a:pathLst>
                <a:path w="43124" h="61097">
                  <a:moveTo>
                    <a:pt x="0" y="18198"/>
                  </a:moveTo>
                  <a:lnTo>
                    <a:pt x="1434" y="14083"/>
                  </a:lnTo>
                  <a:lnTo>
                    <a:pt x="3123" y="13442"/>
                  </a:lnTo>
                  <a:lnTo>
                    <a:pt x="3730" y="12031"/>
                  </a:lnTo>
                  <a:lnTo>
                    <a:pt x="6453" y="12500"/>
                  </a:lnTo>
                  <a:lnTo>
                    <a:pt x="8568" y="15070"/>
                  </a:lnTo>
                  <a:lnTo>
                    <a:pt x="10737" y="16370"/>
                  </a:lnTo>
                  <a:lnTo>
                    <a:pt x="11636" y="13991"/>
                  </a:lnTo>
                  <a:lnTo>
                    <a:pt x="8513" y="9703"/>
                  </a:lnTo>
                  <a:lnTo>
                    <a:pt x="4601" y="8109"/>
                  </a:lnTo>
                  <a:lnTo>
                    <a:pt x="4690" y="5845"/>
                  </a:lnTo>
                  <a:lnTo>
                    <a:pt x="6887" y="3739"/>
                  </a:lnTo>
                  <a:lnTo>
                    <a:pt x="10514" y="3384"/>
                  </a:lnTo>
                  <a:lnTo>
                    <a:pt x="15452" y="2822"/>
                  </a:lnTo>
                  <a:lnTo>
                    <a:pt x="20417" y="2369"/>
                  </a:lnTo>
                  <a:lnTo>
                    <a:pt x="20765" y="2200"/>
                  </a:lnTo>
                  <a:lnTo>
                    <a:pt x="25281" y="0"/>
                  </a:lnTo>
                  <a:lnTo>
                    <a:pt x="29308" y="2017"/>
                  </a:lnTo>
                  <a:lnTo>
                    <a:pt x="33187" y="6339"/>
                  </a:lnTo>
                  <a:lnTo>
                    <a:pt x="35956" y="6378"/>
                  </a:lnTo>
                  <a:lnTo>
                    <a:pt x="38236" y="8444"/>
                  </a:lnTo>
                  <a:lnTo>
                    <a:pt x="41857" y="9378"/>
                  </a:lnTo>
                  <a:lnTo>
                    <a:pt x="43124" y="11795"/>
                  </a:lnTo>
                  <a:lnTo>
                    <a:pt x="42856" y="14729"/>
                  </a:lnTo>
                  <a:lnTo>
                    <a:pt x="40595" y="17632"/>
                  </a:lnTo>
                  <a:lnTo>
                    <a:pt x="37563" y="18207"/>
                  </a:lnTo>
                  <a:lnTo>
                    <a:pt x="35277" y="19446"/>
                  </a:lnTo>
                  <a:lnTo>
                    <a:pt x="33340" y="23492"/>
                  </a:lnTo>
                  <a:lnTo>
                    <a:pt x="30653" y="24315"/>
                  </a:lnTo>
                  <a:lnTo>
                    <a:pt x="28267" y="25686"/>
                  </a:lnTo>
                  <a:lnTo>
                    <a:pt x="27317" y="26230"/>
                  </a:lnTo>
                  <a:lnTo>
                    <a:pt x="23283" y="28626"/>
                  </a:lnTo>
                  <a:lnTo>
                    <a:pt x="20544" y="32339"/>
                  </a:lnTo>
                  <a:lnTo>
                    <a:pt x="21511" y="35435"/>
                  </a:lnTo>
                  <a:lnTo>
                    <a:pt x="21355" y="37661"/>
                  </a:lnTo>
                  <a:lnTo>
                    <a:pt x="22173" y="39885"/>
                  </a:lnTo>
                  <a:lnTo>
                    <a:pt x="21588" y="42261"/>
                  </a:lnTo>
                  <a:lnTo>
                    <a:pt x="22495" y="43535"/>
                  </a:lnTo>
                  <a:lnTo>
                    <a:pt x="22724" y="46114"/>
                  </a:lnTo>
                  <a:lnTo>
                    <a:pt x="21513" y="46807"/>
                  </a:lnTo>
                  <a:lnTo>
                    <a:pt x="19867" y="47202"/>
                  </a:lnTo>
                  <a:lnTo>
                    <a:pt x="20235" y="50231"/>
                  </a:lnTo>
                  <a:lnTo>
                    <a:pt x="21516" y="51911"/>
                  </a:lnTo>
                  <a:lnTo>
                    <a:pt x="22318" y="54968"/>
                  </a:lnTo>
                  <a:lnTo>
                    <a:pt x="20978" y="57419"/>
                  </a:lnTo>
                  <a:lnTo>
                    <a:pt x="20495" y="59205"/>
                  </a:lnTo>
                  <a:lnTo>
                    <a:pt x="19797" y="61097"/>
                  </a:lnTo>
                  <a:lnTo>
                    <a:pt x="18480" y="60005"/>
                  </a:lnTo>
                  <a:lnTo>
                    <a:pt x="16392" y="56890"/>
                  </a:lnTo>
                  <a:lnTo>
                    <a:pt x="18273" y="56178"/>
                  </a:lnTo>
                  <a:lnTo>
                    <a:pt x="18372" y="50792"/>
                  </a:lnTo>
                  <a:lnTo>
                    <a:pt x="15391" y="47233"/>
                  </a:lnTo>
                  <a:lnTo>
                    <a:pt x="12827" y="42457"/>
                  </a:lnTo>
                  <a:lnTo>
                    <a:pt x="11161" y="39212"/>
                  </a:lnTo>
                  <a:lnTo>
                    <a:pt x="11261" y="36233"/>
                  </a:lnTo>
                  <a:lnTo>
                    <a:pt x="10232" y="34293"/>
                  </a:lnTo>
                  <a:lnTo>
                    <a:pt x="9925" y="30189"/>
                  </a:lnTo>
                  <a:lnTo>
                    <a:pt x="8546" y="29592"/>
                  </a:lnTo>
                  <a:lnTo>
                    <a:pt x="6860" y="30380"/>
                  </a:lnTo>
                  <a:lnTo>
                    <a:pt x="6149" y="27466"/>
                  </a:lnTo>
                  <a:lnTo>
                    <a:pt x="3691" y="26172"/>
                  </a:lnTo>
                  <a:lnTo>
                    <a:pt x="159" y="201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492270" y="5419145"/>
              <a:ext cx="43063" cy="54031"/>
            </a:xfrm>
            <a:custGeom>
              <a:avLst/>
              <a:pathLst>
                <a:path w="43063" h="54031">
                  <a:moveTo>
                    <a:pt x="0" y="0"/>
                  </a:moveTo>
                  <a:lnTo>
                    <a:pt x="2748" y="1105"/>
                  </a:lnTo>
                  <a:lnTo>
                    <a:pt x="5466" y="3277"/>
                  </a:lnTo>
                  <a:lnTo>
                    <a:pt x="7462" y="5087"/>
                  </a:lnTo>
                  <a:lnTo>
                    <a:pt x="8086" y="5960"/>
                  </a:lnTo>
                  <a:lnTo>
                    <a:pt x="9419" y="7820"/>
                  </a:lnTo>
                  <a:lnTo>
                    <a:pt x="11157" y="6583"/>
                  </a:lnTo>
                  <a:lnTo>
                    <a:pt x="14441" y="5777"/>
                  </a:lnTo>
                  <a:lnTo>
                    <a:pt x="17606" y="5599"/>
                  </a:lnTo>
                  <a:lnTo>
                    <a:pt x="18982" y="4524"/>
                  </a:lnTo>
                  <a:lnTo>
                    <a:pt x="21022" y="4592"/>
                  </a:lnTo>
                  <a:lnTo>
                    <a:pt x="21627" y="6676"/>
                  </a:lnTo>
                  <a:lnTo>
                    <a:pt x="23094" y="7514"/>
                  </a:lnTo>
                  <a:lnTo>
                    <a:pt x="25010" y="9155"/>
                  </a:lnTo>
                  <a:lnTo>
                    <a:pt x="28232" y="11743"/>
                  </a:lnTo>
                  <a:lnTo>
                    <a:pt x="32058" y="15322"/>
                  </a:lnTo>
                  <a:lnTo>
                    <a:pt x="34306" y="20305"/>
                  </a:lnTo>
                  <a:lnTo>
                    <a:pt x="37478" y="22626"/>
                  </a:lnTo>
                  <a:lnTo>
                    <a:pt x="37987" y="24423"/>
                  </a:lnTo>
                  <a:lnTo>
                    <a:pt x="38285" y="28420"/>
                  </a:lnTo>
                  <a:lnTo>
                    <a:pt x="40378" y="33197"/>
                  </a:lnTo>
                  <a:lnTo>
                    <a:pt x="43063" y="34772"/>
                  </a:lnTo>
                  <a:lnTo>
                    <a:pt x="42596" y="36963"/>
                  </a:lnTo>
                  <a:lnTo>
                    <a:pt x="41913" y="37435"/>
                  </a:lnTo>
                  <a:lnTo>
                    <a:pt x="39007" y="36991"/>
                  </a:lnTo>
                  <a:lnTo>
                    <a:pt x="37140" y="39602"/>
                  </a:lnTo>
                  <a:lnTo>
                    <a:pt x="36525" y="43859"/>
                  </a:lnTo>
                  <a:lnTo>
                    <a:pt x="35006" y="46887"/>
                  </a:lnTo>
                  <a:lnTo>
                    <a:pt x="33746" y="48489"/>
                  </a:lnTo>
                  <a:lnTo>
                    <a:pt x="34049" y="49709"/>
                  </a:lnTo>
                  <a:lnTo>
                    <a:pt x="33231" y="51292"/>
                  </a:lnTo>
                  <a:lnTo>
                    <a:pt x="32595" y="53088"/>
                  </a:lnTo>
                  <a:lnTo>
                    <a:pt x="31256" y="54031"/>
                  </a:lnTo>
                  <a:lnTo>
                    <a:pt x="28323" y="51083"/>
                  </a:lnTo>
                  <a:lnTo>
                    <a:pt x="26021" y="45719"/>
                  </a:lnTo>
                  <a:lnTo>
                    <a:pt x="25023" y="37959"/>
                  </a:lnTo>
                  <a:lnTo>
                    <a:pt x="22145" y="34035"/>
                  </a:lnTo>
                  <a:lnTo>
                    <a:pt x="17405" y="27651"/>
                  </a:lnTo>
                  <a:lnTo>
                    <a:pt x="15536" y="23804"/>
                  </a:lnTo>
                  <a:lnTo>
                    <a:pt x="11995" y="17580"/>
                  </a:lnTo>
                  <a:lnTo>
                    <a:pt x="8968" y="11875"/>
                  </a:lnTo>
                  <a:lnTo>
                    <a:pt x="5663" y="8488"/>
                  </a:lnTo>
                  <a:lnTo>
                    <a:pt x="1382" y="33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64057" y="5431181"/>
              <a:ext cx="71604" cy="78667"/>
            </a:xfrm>
            <a:custGeom>
              <a:avLst/>
              <a:pathLst>
                <a:path w="71604" h="78667">
                  <a:moveTo>
                    <a:pt x="386" y="17196"/>
                  </a:moveTo>
                  <a:lnTo>
                    <a:pt x="0" y="14521"/>
                  </a:lnTo>
                  <a:lnTo>
                    <a:pt x="1654" y="12918"/>
                  </a:lnTo>
                  <a:lnTo>
                    <a:pt x="2807" y="10741"/>
                  </a:lnTo>
                  <a:lnTo>
                    <a:pt x="741" y="6549"/>
                  </a:lnTo>
                  <a:lnTo>
                    <a:pt x="2788" y="5766"/>
                  </a:lnTo>
                  <a:lnTo>
                    <a:pt x="4976" y="4245"/>
                  </a:lnTo>
                  <a:lnTo>
                    <a:pt x="7795" y="2549"/>
                  </a:lnTo>
                  <a:lnTo>
                    <a:pt x="11343" y="1933"/>
                  </a:lnTo>
                  <a:lnTo>
                    <a:pt x="12892" y="0"/>
                  </a:lnTo>
                  <a:lnTo>
                    <a:pt x="15254" y="1697"/>
                  </a:lnTo>
                  <a:lnTo>
                    <a:pt x="20769" y="2494"/>
                  </a:lnTo>
                  <a:lnTo>
                    <a:pt x="26599" y="3572"/>
                  </a:lnTo>
                  <a:lnTo>
                    <a:pt x="30251" y="2472"/>
                  </a:lnTo>
                  <a:lnTo>
                    <a:pt x="34414" y="3219"/>
                  </a:lnTo>
                  <a:lnTo>
                    <a:pt x="36819" y="7812"/>
                  </a:lnTo>
                  <a:lnTo>
                    <a:pt x="35778" y="10084"/>
                  </a:lnTo>
                  <a:lnTo>
                    <a:pt x="38647" y="13897"/>
                  </a:lnTo>
                  <a:lnTo>
                    <a:pt x="39139" y="14550"/>
                  </a:lnTo>
                  <a:lnTo>
                    <a:pt x="45943" y="24519"/>
                  </a:lnTo>
                  <a:lnTo>
                    <a:pt x="48053" y="29864"/>
                  </a:lnTo>
                  <a:lnTo>
                    <a:pt x="49210" y="34613"/>
                  </a:lnTo>
                  <a:lnTo>
                    <a:pt x="56551" y="45593"/>
                  </a:lnTo>
                  <a:lnTo>
                    <a:pt x="58728" y="48323"/>
                  </a:lnTo>
                  <a:lnTo>
                    <a:pt x="61045" y="52025"/>
                  </a:lnTo>
                  <a:lnTo>
                    <a:pt x="63383" y="55668"/>
                  </a:lnTo>
                  <a:lnTo>
                    <a:pt x="64903" y="58549"/>
                  </a:lnTo>
                  <a:lnTo>
                    <a:pt x="66075" y="62124"/>
                  </a:lnTo>
                  <a:lnTo>
                    <a:pt x="65643" y="63764"/>
                  </a:lnTo>
                  <a:lnTo>
                    <a:pt x="67587" y="66773"/>
                  </a:lnTo>
                  <a:lnTo>
                    <a:pt x="69438" y="70876"/>
                  </a:lnTo>
                  <a:lnTo>
                    <a:pt x="70791" y="74180"/>
                  </a:lnTo>
                  <a:lnTo>
                    <a:pt x="71515" y="77167"/>
                  </a:lnTo>
                  <a:lnTo>
                    <a:pt x="71604" y="78667"/>
                  </a:lnTo>
                  <a:lnTo>
                    <a:pt x="68895" y="77709"/>
                  </a:lnTo>
                  <a:lnTo>
                    <a:pt x="67282" y="76708"/>
                  </a:lnTo>
                  <a:lnTo>
                    <a:pt x="65551" y="74301"/>
                  </a:lnTo>
                  <a:lnTo>
                    <a:pt x="63009" y="72887"/>
                  </a:lnTo>
                  <a:lnTo>
                    <a:pt x="60378" y="70260"/>
                  </a:lnTo>
                  <a:lnTo>
                    <a:pt x="57058" y="67170"/>
                  </a:lnTo>
                  <a:lnTo>
                    <a:pt x="54410" y="64710"/>
                  </a:lnTo>
                  <a:lnTo>
                    <a:pt x="52018" y="62058"/>
                  </a:lnTo>
                  <a:lnTo>
                    <a:pt x="51353" y="62950"/>
                  </a:lnTo>
                  <a:lnTo>
                    <a:pt x="48396" y="61215"/>
                  </a:lnTo>
                  <a:lnTo>
                    <a:pt x="46616" y="60383"/>
                  </a:lnTo>
                  <a:lnTo>
                    <a:pt x="44121" y="60807"/>
                  </a:lnTo>
                  <a:lnTo>
                    <a:pt x="41157" y="58639"/>
                  </a:lnTo>
                  <a:lnTo>
                    <a:pt x="41706" y="57206"/>
                  </a:lnTo>
                  <a:lnTo>
                    <a:pt x="41946" y="55877"/>
                  </a:lnTo>
                  <a:lnTo>
                    <a:pt x="41857" y="53425"/>
                  </a:lnTo>
                  <a:lnTo>
                    <a:pt x="42496" y="49333"/>
                  </a:lnTo>
                  <a:lnTo>
                    <a:pt x="39428" y="48213"/>
                  </a:lnTo>
                  <a:lnTo>
                    <a:pt x="36392" y="47742"/>
                  </a:lnTo>
                  <a:lnTo>
                    <a:pt x="36651" y="50548"/>
                  </a:lnTo>
                  <a:lnTo>
                    <a:pt x="36535" y="52345"/>
                  </a:lnTo>
                  <a:lnTo>
                    <a:pt x="32779" y="54903"/>
                  </a:lnTo>
                  <a:lnTo>
                    <a:pt x="32012" y="54896"/>
                  </a:lnTo>
                  <a:lnTo>
                    <a:pt x="30840" y="51102"/>
                  </a:lnTo>
                  <a:lnTo>
                    <a:pt x="32127" y="48611"/>
                  </a:lnTo>
                  <a:lnTo>
                    <a:pt x="31460" y="46785"/>
                  </a:lnTo>
                  <a:lnTo>
                    <a:pt x="29704" y="47336"/>
                  </a:lnTo>
                  <a:lnTo>
                    <a:pt x="28056" y="45531"/>
                  </a:lnTo>
                  <a:lnTo>
                    <a:pt x="27792" y="42704"/>
                  </a:lnTo>
                  <a:lnTo>
                    <a:pt x="26720" y="41233"/>
                  </a:lnTo>
                  <a:lnTo>
                    <a:pt x="24598" y="37888"/>
                  </a:lnTo>
                  <a:lnTo>
                    <a:pt x="22677" y="36206"/>
                  </a:lnTo>
                  <a:lnTo>
                    <a:pt x="19574" y="34796"/>
                  </a:lnTo>
                  <a:lnTo>
                    <a:pt x="18046" y="33399"/>
                  </a:lnTo>
                  <a:lnTo>
                    <a:pt x="16382" y="33896"/>
                  </a:lnTo>
                  <a:lnTo>
                    <a:pt x="13713" y="31714"/>
                  </a:lnTo>
                  <a:lnTo>
                    <a:pt x="12515" y="29343"/>
                  </a:lnTo>
                  <a:lnTo>
                    <a:pt x="10009" y="26168"/>
                  </a:lnTo>
                  <a:lnTo>
                    <a:pt x="7601" y="24147"/>
                  </a:lnTo>
                  <a:lnTo>
                    <a:pt x="5428" y="23979"/>
                  </a:lnTo>
                  <a:lnTo>
                    <a:pt x="4215" y="22388"/>
                  </a:lnTo>
                  <a:lnTo>
                    <a:pt x="1850" y="218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113364" y="5424366"/>
              <a:ext cx="4245" cy="8082"/>
            </a:xfrm>
            <a:custGeom>
              <a:avLst/>
              <a:pathLst>
                <a:path w="4245" h="8082">
                  <a:moveTo>
                    <a:pt x="0" y="4570"/>
                  </a:moveTo>
                  <a:lnTo>
                    <a:pt x="1777" y="0"/>
                  </a:lnTo>
                  <a:lnTo>
                    <a:pt x="4245" y="819"/>
                  </a:lnTo>
                  <a:lnTo>
                    <a:pt x="3426" y="3048"/>
                  </a:lnTo>
                  <a:lnTo>
                    <a:pt x="2499" y="6528"/>
                  </a:lnTo>
                  <a:lnTo>
                    <a:pt x="93" y="80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86663" y="5478192"/>
              <a:ext cx="5354" cy="4559"/>
            </a:xfrm>
            <a:custGeom>
              <a:avLst/>
              <a:pathLst>
                <a:path w="5354" h="4559">
                  <a:moveTo>
                    <a:pt x="0" y="1727"/>
                  </a:moveTo>
                  <a:lnTo>
                    <a:pt x="2163" y="174"/>
                  </a:lnTo>
                  <a:lnTo>
                    <a:pt x="3789" y="0"/>
                  </a:lnTo>
                  <a:lnTo>
                    <a:pt x="5354" y="1546"/>
                  </a:lnTo>
                  <a:lnTo>
                    <a:pt x="4762" y="3803"/>
                  </a:lnTo>
                  <a:lnTo>
                    <a:pt x="2077" y="4559"/>
                  </a:lnTo>
                  <a:lnTo>
                    <a:pt x="1355" y="41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070769" y="5510958"/>
              <a:ext cx="61565" cy="94243"/>
            </a:xfrm>
            <a:custGeom>
              <a:avLst/>
              <a:pathLst>
                <a:path w="61565" h="94243">
                  <a:moveTo>
                    <a:pt x="0" y="64288"/>
                  </a:moveTo>
                  <a:lnTo>
                    <a:pt x="1547" y="60441"/>
                  </a:lnTo>
                  <a:lnTo>
                    <a:pt x="2879" y="57118"/>
                  </a:lnTo>
                  <a:lnTo>
                    <a:pt x="4730" y="54023"/>
                  </a:lnTo>
                  <a:lnTo>
                    <a:pt x="7103" y="52829"/>
                  </a:lnTo>
                  <a:lnTo>
                    <a:pt x="9528" y="50460"/>
                  </a:lnTo>
                  <a:lnTo>
                    <a:pt x="11557" y="49304"/>
                  </a:lnTo>
                  <a:lnTo>
                    <a:pt x="16118" y="49183"/>
                  </a:lnTo>
                  <a:lnTo>
                    <a:pt x="17340" y="47201"/>
                  </a:lnTo>
                  <a:lnTo>
                    <a:pt x="16612" y="41886"/>
                  </a:lnTo>
                  <a:lnTo>
                    <a:pt x="19691" y="38611"/>
                  </a:lnTo>
                  <a:lnTo>
                    <a:pt x="20952" y="37813"/>
                  </a:lnTo>
                  <a:lnTo>
                    <a:pt x="22615" y="38115"/>
                  </a:lnTo>
                  <a:lnTo>
                    <a:pt x="25491" y="36442"/>
                  </a:lnTo>
                  <a:lnTo>
                    <a:pt x="24845" y="35033"/>
                  </a:lnTo>
                  <a:lnTo>
                    <a:pt x="25726" y="33290"/>
                  </a:lnTo>
                  <a:lnTo>
                    <a:pt x="28123" y="34868"/>
                  </a:lnTo>
                  <a:lnTo>
                    <a:pt x="29783" y="32396"/>
                  </a:lnTo>
                  <a:lnTo>
                    <a:pt x="28012" y="30124"/>
                  </a:lnTo>
                  <a:lnTo>
                    <a:pt x="26700" y="29320"/>
                  </a:lnTo>
                  <a:lnTo>
                    <a:pt x="27708" y="27016"/>
                  </a:lnTo>
                  <a:lnTo>
                    <a:pt x="28539" y="25360"/>
                  </a:lnTo>
                  <a:lnTo>
                    <a:pt x="30453" y="24127"/>
                  </a:lnTo>
                  <a:lnTo>
                    <a:pt x="30655" y="21970"/>
                  </a:lnTo>
                  <a:lnTo>
                    <a:pt x="32593" y="19425"/>
                  </a:lnTo>
                  <a:lnTo>
                    <a:pt x="33581" y="17060"/>
                  </a:lnTo>
                  <a:lnTo>
                    <a:pt x="35994" y="15218"/>
                  </a:lnTo>
                  <a:lnTo>
                    <a:pt x="36575" y="12327"/>
                  </a:lnTo>
                  <a:lnTo>
                    <a:pt x="38597" y="11572"/>
                  </a:lnTo>
                  <a:lnTo>
                    <a:pt x="39488" y="9170"/>
                  </a:lnTo>
                  <a:lnTo>
                    <a:pt x="41476" y="8492"/>
                  </a:lnTo>
                  <a:lnTo>
                    <a:pt x="40478" y="5173"/>
                  </a:lnTo>
                  <a:lnTo>
                    <a:pt x="41231" y="2396"/>
                  </a:lnTo>
                  <a:lnTo>
                    <a:pt x="42343" y="1427"/>
                  </a:lnTo>
                  <a:lnTo>
                    <a:pt x="44661" y="1183"/>
                  </a:lnTo>
                  <a:lnTo>
                    <a:pt x="46696" y="0"/>
                  </a:lnTo>
                  <a:lnTo>
                    <a:pt x="47371" y="2194"/>
                  </a:lnTo>
                  <a:lnTo>
                    <a:pt x="46672" y="5361"/>
                  </a:lnTo>
                  <a:lnTo>
                    <a:pt x="45214" y="7698"/>
                  </a:lnTo>
                  <a:lnTo>
                    <a:pt x="44519" y="10075"/>
                  </a:lnTo>
                  <a:lnTo>
                    <a:pt x="45153" y="12546"/>
                  </a:lnTo>
                  <a:lnTo>
                    <a:pt x="46706" y="13139"/>
                  </a:lnTo>
                  <a:lnTo>
                    <a:pt x="47663" y="12815"/>
                  </a:lnTo>
                  <a:lnTo>
                    <a:pt x="48397" y="11226"/>
                  </a:lnTo>
                  <a:lnTo>
                    <a:pt x="47959" y="9806"/>
                  </a:lnTo>
                  <a:lnTo>
                    <a:pt x="49115" y="9410"/>
                  </a:lnTo>
                  <a:lnTo>
                    <a:pt x="51049" y="11579"/>
                  </a:lnTo>
                  <a:lnTo>
                    <a:pt x="53082" y="10377"/>
                  </a:lnTo>
                  <a:lnTo>
                    <a:pt x="54135" y="11569"/>
                  </a:lnTo>
                  <a:lnTo>
                    <a:pt x="56610" y="12143"/>
                  </a:lnTo>
                  <a:lnTo>
                    <a:pt x="60757" y="15489"/>
                  </a:lnTo>
                  <a:lnTo>
                    <a:pt x="61565" y="17807"/>
                  </a:lnTo>
                  <a:lnTo>
                    <a:pt x="60377" y="19964"/>
                  </a:lnTo>
                  <a:lnTo>
                    <a:pt x="56500" y="19786"/>
                  </a:lnTo>
                  <a:lnTo>
                    <a:pt x="55004" y="21625"/>
                  </a:lnTo>
                  <a:lnTo>
                    <a:pt x="51718" y="22666"/>
                  </a:lnTo>
                  <a:lnTo>
                    <a:pt x="49408" y="23704"/>
                  </a:lnTo>
                  <a:lnTo>
                    <a:pt x="46963" y="23571"/>
                  </a:lnTo>
                  <a:lnTo>
                    <a:pt x="46160" y="25348"/>
                  </a:lnTo>
                  <a:lnTo>
                    <a:pt x="43538" y="27206"/>
                  </a:lnTo>
                  <a:lnTo>
                    <a:pt x="41298" y="28938"/>
                  </a:lnTo>
                  <a:lnTo>
                    <a:pt x="42527" y="30756"/>
                  </a:lnTo>
                  <a:lnTo>
                    <a:pt x="42198" y="33300"/>
                  </a:lnTo>
                  <a:lnTo>
                    <a:pt x="41231" y="35014"/>
                  </a:lnTo>
                  <a:lnTo>
                    <a:pt x="41801" y="36851"/>
                  </a:lnTo>
                  <a:lnTo>
                    <a:pt x="42759" y="37825"/>
                  </a:lnTo>
                  <a:lnTo>
                    <a:pt x="44114" y="35738"/>
                  </a:lnTo>
                  <a:lnTo>
                    <a:pt x="44870" y="33648"/>
                  </a:lnTo>
                  <a:lnTo>
                    <a:pt x="47321" y="33578"/>
                  </a:lnTo>
                  <a:lnTo>
                    <a:pt x="49009" y="30442"/>
                  </a:lnTo>
                  <a:lnTo>
                    <a:pt x="49400" y="31661"/>
                  </a:lnTo>
                  <a:lnTo>
                    <a:pt x="51780" y="32833"/>
                  </a:lnTo>
                  <a:lnTo>
                    <a:pt x="51692" y="36645"/>
                  </a:lnTo>
                  <a:lnTo>
                    <a:pt x="55051" y="38204"/>
                  </a:lnTo>
                  <a:lnTo>
                    <a:pt x="53415" y="40540"/>
                  </a:lnTo>
                  <a:lnTo>
                    <a:pt x="50388" y="41840"/>
                  </a:lnTo>
                  <a:lnTo>
                    <a:pt x="51946" y="44359"/>
                  </a:lnTo>
                  <a:lnTo>
                    <a:pt x="53770" y="45577"/>
                  </a:lnTo>
                  <a:lnTo>
                    <a:pt x="57256" y="45713"/>
                  </a:lnTo>
                  <a:lnTo>
                    <a:pt x="57491" y="47059"/>
                  </a:lnTo>
                  <a:lnTo>
                    <a:pt x="55683" y="50393"/>
                  </a:lnTo>
                  <a:lnTo>
                    <a:pt x="54628" y="53290"/>
                  </a:lnTo>
                  <a:lnTo>
                    <a:pt x="56741" y="56897"/>
                  </a:lnTo>
                  <a:lnTo>
                    <a:pt x="55432" y="58996"/>
                  </a:lnTo>
                  <a:lnTo>
                    <a:pt x="51449" y="55279"/>
                  </a:lnTo>
                  <a:lnTo>
                    <a:pt x="49209" y="54892"/>
                  </a:lnTo>
                  <a:lnTo>
                    <a:pt x="48939" y="58027"/>
                  </a:lnTo>
                  <a:lnTo>
                    <a:pt x="48653" y="60827"/>
                  </a:lnTo>
                  <a:lnTo>
                    <a:pt x="47441" y="62905"/>
                  </a:lnTo>
                  <a:lnTo>
                    <a:pt x="44777" y="63988"/>
                  </a:lnTo>
                  <a:lnTo>
                    <a:pt x="42002" y="64731"/>
                  </a:lnTo>
                  <a:lnTo>
                    <a:pt x="42295" y="67925"/>
                  </a:lnTo>
                  <a:lnTo>
                    <a:pt x="43994" y="68757"/>
                  </a:lnTo>
                  <a:lnTo>
                    <a:pt x="43738" y="70309"/>
                  </a:lnTo>
                  <a:lnTo>
                    <a:pt x="40201" y="72066"/>
                  </a:lnTo>
                  <a:lnTo>
                    <a:pt x="37493" y="75266"/>
                  </a:lnTo>
                  <a:lnTo>
                    <a:pt x="36235" y="77387"/>
                  </a:lnTo>
                  <a:lnTo>
                    <a:pt x="34625" y="78361"/>
                  </a:lnTo>
                  <a:lnTo>
                    <a:pt x="32634" y="74065"/>
                  </a:lnTo>
                  <a:lnTo>
                    <a:pt x="30737" y="74038"/>
                  </a:lnTo>
                  <a:lnTo>
                    <a:pt x="28811" y="75973"/>
                  </a:lnTo>
                  <a:lnTo>
                    <a:pt x="29973" y="78335"/>
                  </a:lnTo>
                  <a:lnTo>
                    <a:pt x="30645" y="83240"/>
                  </a:lnTo>
                  <a:lnTo>
                    <a:pt x="29231" y="83429"/>
                  </a:lnTo>
                  <a:lnTo>
                    <a:pt x="27232" y="85142"/>
                  </a:lnTo>
                  <a:lnTo>
                    <a:pt x="25617" y="86489"/>
                  </a:lnTo>
                  <a:lnTo>
                    <a:pt x="24221" y="87028"/>
                  </a:lnTo>
                  <a:lnTo>
                    <a:pt x="23082" y="89516"/>
                  </a:lnTo>
                  <a:lnTo>
                    <a:pt x="21638" y="90899"/>
                  </a:lnTo>
                  <a:lnTo>
                    <a:pt x="20915" y="93556"/>
                  </a:lnTo>
                  <a:lnTo>
                    <a:pt x="17837" y="94243"/>
                  </a:lnTo>
                  <a:lnTo>
                    <a:pt x="18054" y="91414"/>
                  </a:lnTo>
                  <a:lnTo>
                    <a:pt x="13439" y="87046"/>
                  </a:lnTo>
                  <a:lnTo>
                    <a:pt x="12887" y="83772"/>
                  </a:lnTo>
                  <a:lnTo>
                    <a:pt x="10467" y="81718"/>
                  </a:lnTo>
                  <a:lnTo>
                    <a:pt x="7536" y="80458"/>
                  </a:lnTo>
                  <a:lnTo>
                    <a:pt x="6990" y="74611"/>
                  </a:lnTo>
                  <a:lnTo>
                    <a:pt x="4713" y="68897"/>
                  </a:lnTo>
                  <a:lnTo>
                    <a:pt x="2389" y="67873"/>
                  </a:lnTo>
                  <a:lnTo>
                    <a:pt x="64" y="678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074202" y="5607987"/>
              <a:ext cx="21362" cy="11446"/>
            </a:xfrm>
            <a:custGeom>
              <a:avLst/>
              <a:pathLst>
                <a:path w="21362" h="11446">
                  <a:moveTo>
                    <a:pt x="0" y="10811"/>
                  </a:moveTo>
                  <a:lnTo>
                    <a:pt x="2565" y="5877"/>
                  </a:lnTo>
                  <a:lnTo>
                    <a:pt x="6542" y="1638"/>
                  </a:lnTo>
                  <a:lnTo>
                    <a:pt x="13492" y="654"/>
                  </a:lnTo>
                  <a:lnTo>
                    <a:pt x="16077" y="0"/>
                  </a:lnTo>
                  <a:lnTo>
                    <a:pt x="17960" y="1894"/>
                  </a:lnTo>
                  <a:lnTo>
                    <a:pt x="21362" y="1822"/>
                  </a:lnTo>
                  <a:lnTo>
                    <a:pt x="21343" y="3323"/>
                  </a:lnTo>
                  <a:lnTo>
                    <a:pt x="18570" y="6026"/>
                  </a:lnTo>
                  <a:lnTo>
                    <a:pt x="12833" y="5981"/>
                  </a:lnTo>
                  <a:lnTo>
                    <a:pt x="6734" y="6323"/>
                  </a:lnTo>
                  <a:lnTo>
                    <a:pt x="4697" y="7803"/>
                  </a:lnTo>
                  <a:lnTo>
                    <a:pt x="2351" y="11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056065" y="5642986"/>
              <a:ext cx="4693" cy="7648"/>
            </a:xfrm>
            <a:custGeom>
              <a:avLst/>
              <a:pathLst>
                <a:path w="4693" h="7648">
                  <a:moveTo>
                    <a:pt x="0" y="5203"/>
                  </a:moveTo>
                  <a:lnTo>
                    <a:pt x="1239" y="3103"/>
                  </a:lnTo>
                  <a:lnTo>
                    <a:pt x="2860" y="0"/>
                  </a:lnTo>
                  <a:lnTo>
                    <a:pt x="4693" y="612"/>
                  </a:lnTo>
                  <a:lnTo>
                    <a:pt x="4469" y="3681"/>
                  </a:lnTo>
                  <a:lnTo>
                    <a:pt x="4472" y="6323"/>
                  </a:lnTo>
                  <a:lnTo>
                    <a:pt x="4032" y="7648"/>
                  </a:lnTo>
                  <a:lnTo>
                    <a:pt x="981" y="74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31892" y="5637084"/>
              <a:ext cx="2947" cy="4812"/>
            </a:xfrm>
            <a:custGeom>
              <a:avLst/>
              <a:pathLst>
                <a:path w="2947" h="4812">
                  <a:moveTo>
                    <a:pt x="0" y="1056"/>
                  </a:moveTo>
                  <a:lnTo>
                    <a:pt x="1089" y="0"/>
                  </a:lnTo>
                  <a:lnTo>
                    <a:pt x="2824" y="1442"/>
                  </a:lnTo>
                  <a:lnTo>
                    <a:pt x="2947" y="3630"/>
                  </a:lnTo>
                  <a:lnTo>
                    <a:pt x="1563" y="4812"/>
                  </a:lnTo>
                  <a:lnTo>
                    <a:pt x="193" y="35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427382" y="5756162"/>
              <a:ext cx="19161" cy="22112"/>
            </a:xfrm>
            <a:custGeom>
              <a:avLst/>
              <a:pathLst>
                <a:path w="19161" h="22112">
                  <a:moveTo>
                    <a:pt x="245" y="738"/>
                  </a:moveTo>
                  <a:lnTo>
                    <a:pt x="1948" y="0"/>
                  </a:lnTo>
                  <a:lnTo>
                    <a:pt x="7838" y="5134"/>
                  </a:lnTo>
                  <a:lnTo>
                    <a:pt x="13145" y="14312"/>
                  </a:lnTo>
                  <a:lnTo>
                    <a:pt x="15104" y="17920"/>
                  </a:lnTo>
                  <a:lnTo>
                    <a:pt x="18073" y="19139"/>
                  </a:lnTo>
                  <a:lnTo>
                    <a:pt x="19161" y="22112"/>
                  </a:lnTo>
                  <a:lnTo>
                    <a:pt x="13374" y="21346"/>
                  </a:lnTo>
                  <a:lnTo>
                    <a:pt x="8912" y="14149"/>
                  </a:lnTo>
                  <a:lnTo>
                    <a:pt x="7139" y="9524"/>
                  </a:lnTo>
                  <a:lnTo>
                    <a:pt x="5891" y="7728"/>
                  </a:lnTo>
                  <a:lnTo>
                    <a:pt x="3513" y="6985"/>
                  </a:lnTo>
                  <a:lnTo>
                    <a:pt x="0" y="25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016391" y="5614760"/>
              <a:ext cx="8014" cy="3563"/>
            </a:xfrm>
            <a:custGeom>
              <a:avLst/>
              <a:pathLst>
                <a:path w="8014" h="3563">
                  <a:moveTo>
                    <a:pt x="708" y="1628"/>
                  </a:moveTo>
                  <a:lnTo>
                    <a:pt x="3273" y="0"/>
                  </a:lnTo>
                  <a:lnTo>
                    <a:pt x="5197" y="672"/>
                  </a:lnTo>
                  <a:lnTo>
                    <a:pt x="8014" y="2391"/>
                  </a:lnTo>
                  <a:lnTo>
                    <a:pt x="6444" y="3437"/>
                  </a:lnTo>
                  <a:lnTo>
                    <a:pt x="3604" y="3126"/>
                  </a:lnTo>
                  <a:lnTo>
                    <a:pt x="0" y="35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1952588" y="5677836"/>
              <a:ext cx="25172" cy="19638"/>
            </a:xfrm>
            <a:custGeom>
              <a:avLst/>
              <a:pathLst>
                <a:path w="25172" h="19638">
                  <a:moveTo>
                    <a:pt x="0" y="17363"/>
                  </a:moveTo>
                  <a:lnTo>
                    <a:pt x="1138" y="11551"/>
                  </a:lnTo>
                  <a:lnTo>
                    <a:pt x="1052" y="7827"/>
                  </a:lnTo>
                  <a:lnTo>
                    <a:pt x="2115" y="5345"/>
                  </a:lnTo>
                  <a:lnTo>
                    <a:pt x="4697" y="3810"/>
                  </a:lnTo>
                  <a:lnTo>
                    <a:pt x="8167" y="0"/>
                  </a:lnTo>
                  <a:lnTo>
                    <a:pt x="8896" y="1637"/>
                  </a:lnTo>
                  <a:lnTo>
                    <a:pt x="9739" y="4933"/>
                  </a:lnTo>
                  <a:lnTo>
                    <a:pt x="13209" y="4670"/>
                  </a:lnTo>
                  <a:lnTo>
                    <a:pt x="16562" y="1302"/>
                  </a:lnTo>
                  <a:lnTo>
                    <a:pt x="17516" y="4278"/>
                  </a:lnTo>
                  <a:lnTo>
                    <a:pt x="21524" y="10776"/>
                  </a:lnTo>
                  <a:lnTo>
                    <a:pt x="25172" y="16794"/>
                  </a:lnTo>
                  <a:lnTo>
                    <a:pt x="23672" y="19186"/>
                  </a:lnTo>
                  <a:lnTo>
                    <a:pt x="22770" y="19136"/>
                  </a:lnTo>
                  <a:lnTo>
                    <a:pt x="19220" y="15721"/>
                  </a:lnTo>
                  <a:lnTo>
                    <a:pt x="17612" y="11770"/>
                  </a:lnTo>
                  <a:lnTo>
                    <a:pt x="14455" y="11377"/>
                  </a:lnTo>
                  <a:lnTo>
                    <a:pt x="11563" y="10095"/>
                  </a:lnTo>
                  <a:lnTo>
                    <a:pt x="10215" y="11915"/>
                  </a:lnTo>
                  <a:lnTo>
                    <a:pt x="5128" y="12301"/>
                  </a:lnTo>
                  <a:lnTo>
                    <a:pt x="3550" y="15018"/>
                  </a:lnTo>
                  <a:lnTo>
                    <a:pt x="743" y="196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37268" y="5669654"/>
              <a:ext cx="16755" cy="16120"/>
            </a:xfrm>
            <a:custGeom>
              <a:avLst/>
              <a:pathLst>
                <a:path w="16755" h="16120">
                  <a:moveTo>
                    <a:pt x="0" y="6798"/>
                  </a:moveTo>
                  <a:lnTo>
                    <a:pt x="1027" y="4399"/>
                  </a:lnTo>
                  <a:lnTo>
                    <a:pt x="3838" y="2907"/>
                  </a:lnTo>
                  <a:lnTo>
                    <a:pt x="7911" y="3954"/>
                  </a:lnTo>
                  <a:lnTo>
                    <a:pt x="12141" y="1255"/>
                  </a:lnTo>
                  <a:lnTo>
                    <a:pt x="13803" y="0"/>
                  </a:lnTo>
                  <a:lnTo>
                    <a:pt x="16755" y="573"/>
                  </a:lnTo>
                  <a:lnTo>
                    <a:pt x="16528" y="3974"/>
                  </a:lnTo>
                  <a:lnTo>
                    <a:pt x="13087" y="7455"/>
                  </a:lnTo>
                  <a:lnTo>
                    <a:pt x="12384" y="9851"/>
                  </a:lnTo>
                  <a:lnTo>
                    <a:pt x="9280" y="8149"/>
                  </a:lnTo>
                  <a:lnTo>
                    <a:pt x="7943" y="9668"/>
                  </a:lnTo>
                  <a:lnTo>
                    <a:pt x="9088" y="13118"/>
                  </a:lnTo>
                  <a:lnTo>
                    <a:pt x="8284" y="15542"/>
                  </a:lnTo>
                  <a:lnTo>
                    <a:pt x="5110" y="14144"/>
                  </a:lnTo>
                  <a:lnTo>
                    <a:pt x="3238" y="14564"/>
                  </a:lnTo>
                  <a:lnTo>
                    <a:pt x="1249" y="16120"/>
                  </a:lnTo>
                  <a:lnTo>
                    <a:pt x="580" y="120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927985" y="5513758"/>
              <a:ext cx="8535" cy="12343"/>
            </a:xfrm>
            <a:custGeom>
              <a:avLst/>
              <a:pathLst>
                <a:path w="8535" h="12343">
                  <a:moveTo>
                    <a:pt x="0" y="8354"/>
                  </a:moveTo>
                  <a:lnTo>
                    <a:pt x="436" y="5260"/>
                  </a:lnTo>
                  <a:lnTo>
                    <a:pt x="3392" y="3222"/>
                  </a:lnTo>
                  <a:lnTo>
                    <a:pt x="8048" y="0"/>
                  </a:lnTo>
                  <a:lnTo>
                    <a:pt x="8535" y="1732"/>
                  </a:lnTo>
                  <a:lnTo>
                    <a:pt x="4326" y="10940"/>
                  </a:lnTo>
                  <a:lnTo>
                    <a:pt x="2589" y="12202"/>
                  </a:lnTo>
                  <a:lnTo>
                    <a:pt x="111" y="123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923400" y="5680912"/>
              <a:ext cx="2815" cy="2921"/>
            </a:xfrm>
            <a:custGeom>
              <a:avLst/>
              <a:pathLst>
                <a:path w="2815" h="2921">
                  <a:moveTo>
                    <a:pt x="535" y="202"/>
                  </a:moveTo>
                  <a:lnTo>
                    <a:pt x="2174" y="0"/>
                  </a:lnTo>
                  <a:lnTo>
                    <a:pt x="2815" y="91"/>
                  </a:lnTo>
                  <a:lnTo>
                    <a:pt x="2583" y="2921"/>
                  </a:lnTo>
                  <a:lnTo>
                    <a:pt x="0" y="198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917443" y="5678526"/>
              <a:ext cx="4087" cy="3350"/>
            </a:xfrm>
            <a:custGeom>
              <a:avLst/>
              <a:pathLst>
                <a:path w="4087" h="3350">
                  <a:moveTo>
                    <a:pt x="0" y="990"/>
                  </a:moveTo>
                  <a:lnTo>
                    <a:pt x="4087" y="0"/>
                  </a:lnTo>
                  <a:lnTo>
                    <a:pt x="3318" y="2994"/>
                  </a:lnTo>
                  <a:lnTo>
                    <a:pt x="209" y="33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890612" y="5713259"/>
              <a:ext cx="12551" cy="8075"/>
            </a:xfrm>
            <a:custGeom>
              <a:avLst/>
              <a:pathLst>
                <a:path w="12551" h="8075">
                  <a:moveTo>
                    <a:pt x="323" y="0"/>
                  </a:moveTo>
                  <a:lnTo>
                    <a:pt x="6662" y="3096"/>
                  </a:lnTo>
                  <a:lnTo>
                    <a:pt x="12551" y="5417"/>
                  </a:lnTo>
                  <a:lnTo>
                    <a:pt x="11535" y="6961"/>
                  </a:lnTo>
                  <a:lnTo>
                    <a:pt x="9673" y="8075"/>
                  </a:lnTo>
                  <a:lnTo>
                    <a:pt x="6201" y="6752"/>
                  </a:lnTo>
                  <a:lnTo>
                    <a:pt x="2520" y="6503"/>
                  </a:lnTo>
                  <a:lnTo>
                    <a:pt x="0" y="39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824250" y="5724233"/>
              <a:ext cx="20342" cy="8112"/>
            </a:xfrm>
            <a:custGeom>
              <a:avLst/>
              <a:pathLst>
                <a:path w="20342" h="8112">
                  <a:moveTo>
                    <a:pt x="0" y="7008"/>
                  </a:moveTo>
                  <a:lnTo>
                    <a:pt x="3270" y="5656"/>
                  </a:lnTo>
                  <a:lnTo>
                    <a:pt x="7835" y="4318"/>
                  </a:lnTo>
                  <a:lnTo>
                    <a:pt x="11234" y="3841"/>
                  </a:lnTo>
                  <a:lnTo>
                    <a:pt x="14468" y="3888"/>
                  </a:lnTo>
                  <a:lnTo>
                    <a:pt x="17500" y="1233"/>
                  </a:lnTo>
                  <a:lnTo>
                    <a:pt x="18875" y="0"/>
                  </a:lnTo>
                  <a:lnTo>
                    <a:pt x="20342" y="206"/>
                  </a:lnTo>
                  <a:lnTo>
                    <a:pt x="19072" y="3130"/>
                  </a:lnTo>
                  <a:lnTo>
                    <a:pt x="15725" y="7427"/>
                  </a:lnTo>
                  <a:lnTo>
                    <a:pt x="12509" y="6668"/>
                  </a:lnTo>
                  <a:lnTo>
                    <a:pt x="7652" y="7915"/>
                  </a:lnTo>
                  <a:lnTo>
                    <a:pt x="1122" y="81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811905" y="5719342"/>
              <a:ext cx="17703" cy="11772"/>
            </a:xfrm>
            <a:custGeom>
              <a:avLst/>
              <a:pathLst>
                <a:path w="17703" h="11772">
                  <a:moveTo>
                    <a:pt x="1273" y="4435"/>
                  </a:moveTo>
                  <a:lnTo>
                    <a:pt x="3762" y="2972"/>
                  </a:lnTo>
                  <a:lnTo>
                    <a:pt x="5974" y="3446"/>
                  </a:lnTo>
                  <a:lnTo>
                    <a:pt x="11890" y="0"/>
                  </a:lnTo>
                  <a:lnTo>
                    <a:pt x="15444" y="450"/>
                  </a:lnTo>
                  <a:lnTo>
                    <a:pt x="17703" y="5233"/>
                  </a:lnTo>
                  <a:lnTo>
                    <a:pt x="13658" y="8873"/>
                  </a:lnTo>
                  <a:lnTo>
                    <a:pt x="7925" y="10413"/>
                  </a:lnTo>
                  <a:lnTo>
                    <a:pt x="5703" y="11772"/>
                  </a:lnTo>
                  <a:lnTo>
                    <a:pt x="5073" y="10482"/>
                  </a:lnTo>
                  <a:lnTo>
                    <a:pt x="1543" y="11054"/>
                  </a:lnTo>
                  <a:lnTo>
                    <a:pt x="0" y="72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7139" y="5431326"/>
              <a:ext cx="38069" cy="31984"/>
            </a:xfrm>
            <a:custGeom>
              <a:avLst/>
              <a:pathLst>
                <a:path w="38069" h="31984">
                  <a:moveTo>
                    <a:pt x="0" y="7978"/>
                  </a:moveTo>
                  <a:lnTo>
                    <a:pt x="2441" y="6673"/>
                  </a:lnTo>
                  <a:lnTo>
                    <a:pt x="6609" y="7222"/>
                  </a:lnTo>
                  <a:lnTo>
                    <a:pt x="10093" y="8459"/>
                  </a:lnTo>
                  <a:lnTo>
                    <a:pt x="12036" y="8902"/>
                  </a:lnTo>
                  <a:lnTo>
                    <a:pt x="12783" y="7140"/>
                  </a:lnTo>
                  <a:lnTo>
                    <a:pt x="12392" y="6196"/>
                  </a:lnTo>
                  <a:lnTo>
                    <a:pt x="15099" y="3765"/>
                  </a:lnTo>
                  <a:lnTo>
                    <a:pt x="17041" y="4384"/>
                  </a:lnTo>
                  <a:lnTo>
                    <a:pt x="18577" y="2558"/>
                  </a:lnTo>
                  <a:lnTo>
                    <a:pt x="19859" y="1409"/>
                  </a:lnTo>
                  <a:lnTo>
                    <a:pt x="22144" y="3294"/>
                  </a:lnTo>
                  <a:lnTo>
                    <a:pt x="24920" y="2027"/>
                  </a:lnTo>
                  <a:lnTo>
                    <a:pt x="26937" y="0"/>
                  </a:lnTo>
                  <a:lnTo>
                    <a:pt x="27647" y="3346"/>
                  </a:lnTo>
                  <a:lnTo>
                    <a:pt x="28832" y="5731"/>
                  </a:lnTo>
                  <a:lnTo>
                    <a:pt x="32051" y="4955"/>
                  </a:lnTo>
                  <a:lnTo>
                    <a:pt x="36036" y="7771"/>
                  </a:lnTo>
                  <a:lnTo>
                    <a:pt x="34994" y="10295"/>
                  </a:lnTo>
                  <a:lnTo>
                    <a:pt x="35677" y="12159"/>
                  </a:lnTo>
                  <a:lnTo>
                    <a:pt x="34755" y="13687"/>
                  </a:lnTo>
                  <a:lnTo>
                    <a:pt x="35802" y="15654"/>
                  </a:lnTo>
                  <a:lnTo>
                    <a:pt x="34756" y="18288"/>
                  </a:lnTo>
                  <a:lnTo>
                    <a:pt x="36171" y="20615"/>
                  </a:lnTo>
                  <a:lnTo>
                    <a:pt x="38069" y="23916"/>
                  </a:lnTo>
                  <a:lnTo>
                    <a:pt x="36917" y="25925"/>
                  </a:lnTo>
                  <a:lnTo>
                    <a:pt x="34278" y="26818"/>
                  </a:lnTo>
                  <a:lnTo>
                    <a:pt x="33021" y="25892"/>
                  </a:lnTo>
                  <a:lnTo>
                    <a:pt x="31133" y="27143"/>
                  </a:lnTo>
                  <a:lnTo>
                    <a:pt x="28545" y="26778"/>
                  </a:lnTo>
                  <a:lnTo>
                    <a:pt x="26324" y="28044"/>
                  </a:lnTo>
                  <a:lnTo>
                    <a:pt x="26143" y="31017"/>
                  </a:lnTo>
                  <a:lnTo>
                    <a:pt x="23863" y="31984"/>
                  </a:lnTo>
                  <a:lnTo>
                    <a:pt x="22365" y="28933"/>
                  </a:lnTo>
                  <a:lnTo>
                    <a:pt x="20593" y="27454"/>
                  </a:lnTo>
                  <a:lnTo>
                    <a:pt x="17507" y="26729"/>
                  </a:lnTo>
                  <a:lnTo>
                    <a:pt x="14465" y="24873"/>
                  </a:lnTo>
                  <a:lnTo>
                    <a:pt x="11918" y="22913"/>
                  </a:lnTo>
                  <a:lnTo>
                    <a:pt x="9139" y="20102"/>
                  </a:lnTo>
                  <a:lnTo>
                    <a:pt x="6632" y="18725"/>
                  </a:lnTo>
                  <a:lnTo>
                    <a:pt x="3557" y="15829"/>
                  </a:lnTo>
                  <a:lnTo>
                    <a:pt x="1457" y="14336"/>
                  </a:lnTo>
                  <a:lnTo>
                    <a:pt x="1488" y="115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426401" y="5740260"/>
              <a:ext cx="3700" cy="4608"/>
            </a:xfrm>
            <a:custGeom>
              <a:avLst/>
              <a:pathLst>
                <a:path w="3700" h="4608">
                  <a:moveTo>
                    <a:pt x="947" y="0"/>
                  </a:moveTo>
                  <a:lnTo>
                    <a:pt x="2959" y="1458"/>
                  </a:lnTo>
                  <a:lnTo>
                    <a:pt x="3700" y="2799"/>
                  </a:lnTo>
                  <a:lnTo>
                    <a:pt x="1996" y="4608"/>
                  </a:lnTo>
                  <a:lnTo>
                    <a:pt x="1076" y="4437"/>
                  </a:lnTo>
                  <a:lnTo>
                    <a:pt x="0" y="7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68497" y="5730164"/>
              <a:ext cx="44201" cy="33513"/>
            </a:xfrm>
            <a:custGeom>
              <a:avLst/>
              <a:pathLst>
                <a:path w="44201" h="33513">
                  <a:moveTo>
                    <a:pt x="1531" y="29054"/>
                  </a:moveTo>
                  <a:lnTo>
                    <a:pt x="3979" y="26870"/>
                  </a:lnTo>
                  <a:lnTo>
                    <a:pt x="6527" y="26909"/>
                  </a:lnTo>
                  <a:lnTo>
                    <a:pt x="9884" y="24961"/>
                  </a:lnTo>
                  <a:lnTo>
                    <a:pt x="12047" y="24829"/>
                  </a:lnTo>
                  <a:lnTo>
                    <a:pt x="14316" y="23763"/>
                  </a:lnTo>
                  <a:lnTo>
                    <a:pt x="16599" y="21871"/>
                  </a:lnTo>
                  <a:lnTo>
                    <a:pt x="17914" y="20736"/>
                  </a:lnTo>
                  <a:lnTo>
                    <a:pt x="17339" y="18111"/>
                  </a:lnTo>
                  <a:lnTo>
                    <a:pt x="18688" y="16980"/>
                  </a:lnTo>
                  <a:lnTo>
                    <a:pt x="19607" y="15551"/>
                  </a:lnTo>
                  <a:lnTo>
                    <a:pt x="20402" y="13647"/>
                  </a:lnTo>
                  <a:lnTo>
                    <a:pt x="21322" y="11514"/>
                  </a:lnTo>
                  <a:lnTo>
                    <a:pt x="19119" y="9196"/>
                  </a:lnTo>
                  <a:lnTo>
                    <a:pt x="18083" y="7824"/>
                  </a:lnTo>
                  <a:lnTo>
                    <a:pt x="18156" y="5962"/>
                  </a:lnTo>
                  <a:lnTo>
                    <a:pt x="20922" y="2574"/>
                  </a:lnTo>
                  <a:lnTo>
                    <a:pt x="24661" y="918"/>
                  </a:lnTo>
                  <a:lnTo>
                    <a:pt x="28015" y="0"/>
                  </a:lnTo>
                  <a:lnTo>
                    <a:pt x="30393" y="281"/>
                  </a:lnTo>
                  <a:lnTo>
                    <a:pt x="31731" y="2971"/>
                  </a:lnTo>
                  <a:lnTo>
                    <a:pt x="33621" y="4833"/>
                  </a:lnTo>
                  <a:lnTo>
                    <a:pt x="35384" y="3514"/>
                  </a:lnTo>
                  <a:lnTo>
                    <a:pt x="37368" y="1512"/>
                  </a:lnTo>
                  <a:lnTo>
                    <a:pt x="39601" y="2877"/>
                  </a:lnTo>
                  <a:lnTo>
                    <a:pt x="40553" y="2556"/>
                  </a:lnTo>
                  <a:lnTo>
                    <a:pt x="41858" y="2116"/>
                  </a:lnTo>
                  <a:lnTo>
                    <a:pt x="44201" y="3659"/>
                  </a:lnTo>
                  <a:lnTo>
                    <a:pt x="42093" y="5062"/>
                  </a:lnTo>
                  <a:lnTo>
                    <a:pt x="40867" y="5876"/>
                  </a:lnTo>
                  <a:lnTo>
                    <a:pt x="39858" y="7614"/>
                  </a:lnTo>
                  <a:lnTo>
                    <a:pt x="38168" y="7804"/>
                  </a:lnTo>
                  <a:lnTo>
                    <a:pt x="36050" y="10427"/>
                  </a:lnTo>
                  <a:lnTo>
                    <a:pt x="37698" y="11621"/>
                  </a:lnTo>
                  <a:lnTo>
                    <a:pt x="41104" y="9633"/>
                  </a:lnTo>
                  <a:lnTo>
                    <a:pt x="43208" y="8994"/>
                  </a:lnTo>
                  <a:lnTo>
                    <a:pt x="43571" y="10279"/>
                  </a:lnTo>
                  <a:lnTo>
                    <a:pt x="42509" y="14672"/>
                  </a:lnTo>
                  <a:lnTo>
                    <a:pt x="39915" y="15396"/>
                  </a:lnTo>
                  <a:lnTo>
                    <a:pt x="38024" y="16931"/>
                  </a:lnTo>
                  <a:lnTo>
                    <a:pt x="34945" y="18224"/>
                  </a:lnTo>
                  <a:lnTo>
                    <a:pt x="33331" y="20736"/>
                  </a:lnTo>
                  <a:lnTo>
                    <a:pt x="31521" y="23064"/>
                  </a:lnTo>
                  <a:lnTo>
                    <a:pt x="29637" y="24914"/>
                  </a:lnTo>
                  <a:lnTo>
                    <a:pt x="27312" y="26852"/>
                  </a:lnTo>
                  <a:lnTo>
                    <a:pt x="24126" y="27057"/>
                  </a:lnTo>
                  <a:lnTo>
                    <a:pt x="21263" y="26801"/>
                  </a:lnTo>
                  <a:lnTo>
                    <a:pt x="19263" y="26795"/>
                  </a:lnTo>
                  <a:lnTo>
                    <a:pt x="17010" y="27132"/>
                  </a:lnTo>
                  <a:lnTo>
                    <a:pt x="13865" y="29083"/>
                  </a:lnTo>
                  <a:lnTo>
                    <a:pt x="13430" y="30433"/>
                  </a:lnTo>
                  <a:lnTo>
                    <a:pt x="10722" y="30351"/>
                  </a:lnTo>
                  <a:lnTo>
                    <a:pt x="8910" y="33002"/>
                  </a:lnTo>
                  <a:lnTo>
                    <a:pt x="7661" y="32454"/>
                  </a:lnTo>
                  <a:lnTo>
                    <a:pt x="5579" y="33513"/>
                  </a:lnTo>
                  <a:lnTo>
                    <a:pt x="2509" y="32076"/>
                  </a:lnTo>
                  <a:lnTo>
                    <a:pt x="0" y="301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814130" y="4931822"/>
              <a:ext cx="840966" cy="784925"/>
            </a:xfrm>
            <a:custGeom>
              <a:avLst/>
              <a:pathLst>
                <a:path w="840966" h="784925">
                  <a:moveTo>
                    <a:pt x="0" y="251065"/>
                  </a:moveTo>
                  <a:lnTo>
                    <a:pt x="2988" y="248126"/>
                  </a:lnTo>
                  <a:lnTo>
                    <a:pt x="8955" y="245878"/>
                  </a:lnTo>
                  <a:lnTo>
                    <a:pt x="15743" y="242113"/>
                  </a:lnTo>
                  <a:lnTo>
                    <a:pt x="25355" y="235426"/>
                  </a:lnTo>
                  <a:lnTo>
                    <a:pt x="38632" y="227751"/>
                  </a:lnTo>
                  <a:lnTo>
                    <a:pt x="49852" y="222040"/>
                  </a:lnTo>
                  <a:lnTo>
                    <a:pt x="60094" y="218294"/>
                  </a:lnTo>
                  <a:lnTo>
                    <a:pt x="67250" y="216412"/>
                  </a:lnTo>
                  <a:lnTo>
                    <a:pt x="76665" y="216838"/>
                  </a:lnTo>
                  <a:lnTo>
                    <a:pt x="80134" y="218727"/>
                  </a:lnTo>
                  <a:lnTo>
                    <a:pt x="77835" y="221316"/>
                  </a:lnTo>
                  <a:lnTo>
                    <a:pt x="76410" y="224081"/>
                  </a:lnTo>
                  <a:lnTo>
                    <a:pt x="74974" y="226196"/>
                  </a:lnTo>
                  <a:lnTo>
                    <a:pt x="75019" y="230021"/>
                  </a:lnTo>
                  <a:lnTo>
                    <a:pt x="74915" y="232253"/>
                  </a:lnTo>
                  <a:lnTo>
                    <a:pt x="73402" y="233747"/>
                  </a:lnTo>
                  <a:lnTo>
                    <a:pt x="73396" y="235371"/>
                  </a:lnTo>
                  <a:lnTo>
                    <a:pt x="74898" y="239753"/>
                  </a:lnTo>
                  <a:lnTo>
                    <a:pt x="76542" y="241801"/>
                  </a:lnTo>
                  <a:lnTo>
                    <a:pt x="79988" y="240886"/>
                  </a:lnTo>
                  <a:lnTo>
                    <a:pt x="82059" y="241076"/>
                  </a:lnTo>
                  <a:lnTo>
                    <a:pt x="85740" y="242568"/>
                  </a:lnTo>
                  <a:lnTo>
                    <a:pt x="88308" y="241953"/>
                  </a:lnTo>
                  <a:lnTo>
                    <a:pt x="92494" y="241636"/>
                  </a:lnTo>
                  <a:lnTo>
                    <a:pt x="94478" y="244144"/>
                  </a:lnTo>
                  <a:lnTo>
                    <a:pt x="97848" y="243927"/>
                  </a:lnTo>
                  <a:lnTo>
                    <a:pt x="99346" y="244846"/>
                  </a:lnTo>
                  <a:lnTo>
                    <a:pt x="102754" y="242853"/>
                  </a:lnTo>
                  <a:lnTo>
                    <a:pt x="107629" y="245747"/>
                  </a:lnTo>
                  <a:lnTo>
                    <a:pt x="108826" y="243423"/>
                  </a:lnTo>
                  <a:lnTo>
                    <a:pt x="111827" y="238774"/>
                  </a:lnTo>
                  <a:lnTo>
                    <a:pt x="113098" y="235888"/>
                  </a:lnTo>
                  <a:lnTo>
                    <a:pt x="114227" y="234894"/>
                  </a:lnTo>
                  <a:lnTo>
                    <a:pt x="116604" y="235349"/>
                  </a:lnTo>
                  <a:lnTo>
                    <a:pt x="116864" y="236831"/>
                  </a:lnTo>
                  <a:lnTo>
                    <a:pt x="118872" y="237511"/>
                  </a:lnTo>
                  <a:lnTo>
                    <a:pt x="122364" y="236562"/>
                  </a:lnTo>
                  <a:lnTo>
                    <a:pt x="120967" y="232743"/>
                  </a:lnTo>
                  <a:lnTo>
                    <a:pt x="117220" y="230086"/>
                  </a:lnTo>
                  <a:lnTo>
                    <a:pt x="113084" y="228566"/>
                  </a:lnTo>
                  <a:lnTo>
                    <a:pt x="111105" y="228492"/>
                  </a:lnTo>
                  <a:lnTo>
                    <a:pt x="107277" y="230461"/>
                  </a:lnTo>
                  <a:lnTo>
                    <a:pt x="108484" y="225392"/>
                  </a:lnTo>
                  <a:lnTo>
                    <a:pt x="108457" y="222964"/>
                  </a:lnTo>
                  <a:lnTo>
                    <a:pt x="105004" y="217568"/>
                  </a:lnTo>
                  <a:lnTo>
                    <a:pt x="104073" y="214463"/>
                  </a:lnTo>
                  <a:lnTo>
                    <a:pt x="101348" y="212468"/>
                  </a:lnTo>
                  <a:lnTo>
                    <a:pt x="98923" y="211565"/>
                  </a:lnTo>
                  <a:lnTo>
                    <a:pt x="97305" y="205975"/>
                  </a:lnTo>
                  <a:lnTo>
                    <a:pt x="98183" y="203945"/>
                  </a:lnTo>
                  <a:lnTo>
                    <a:pt x="100239" y="201904"/>
                  </a:lnTo>
                  <a:lnTo>
                    <a:pt x="100318" y="200525"/>
                  </a:lnTo>
                  <a:lnTo>
                    <a:pt x="97681" y="199504"/>
                  </a:lnTo>
                  <a:lnTo>
                    <a:pt x="94297" y="199593"/>
                  </a:lnTo>
                  <a:lnTo>
                    <a:pt x="91724" y="197597"/>
                  </a:lnTo>
                  <a:lnTo>
                    <a:pt x="87216" y="195766"/>
                  </a:lnTo>
                  <a:lnTo>
                    <a:pt x="82657" y="193885"/>
                  </a:lnTo>
                  <a:lnTo>
                    <a:pt x="80953" y="192933"/>
                  </a:lnTo>
                  <a:lnTo>
                    <a:pt x="80790" y="188196"/>
                  </a:lnTo>
                  <a:lnTo>
                    <a:pt x="79558" y="178400"/>
                  </a:lnTo>
                  <a:lnTo>
                    <a:pt x="77564" y="171147"/>
                  </a:lnTo>
                  <a:lnTo>
                    <a:pt x="74769" y="166852"/>
                  </a:lnTo>
                  <a:lnTo>
                    <a:pt x="70820" y="162952"/>
                  </a:lnTo>
                  <a:lnTo>
                    <a:pt x="63273" y="152363"/>
                  </a:lnTo>
                  <a:lnTo>
                    <a:pt x="59888" y="147517"/>
                  </a:lnTo>
                  <a:lnTo>
                    <a:pt x="59228" y="147015"/>
                  </a:lnTo>
                  <a:lnTo>
                    <a:pt x="55102" y="143853"/>
                  </a:lnTo>
                  <a:lnTo>
                    <a:pt x="52415" y="142564"/>
                  </a:lnTo>
                  <a:lnTo>
                    <a:pt x="51043" y="140917"/>
                  </a:lnTo>
                  <a:lnTo>
                    <a:pt x="49825" y="136944"/>
                  </a:lnTo>
                  <a:lnTo>
                    <a:pt x="46887" y="133312"/>
                  </a:lnTo>
                  <a:lnTo>
                    <a:pt x="42847" y="130609"/>
                  </a:lnTo>
                  <a:lnTo>
                    <a:pt x="39284" y="129898"/>
                  </a:lnTo>
                  <a:lnTo>
                    <a:pt x="43485" y="127294"/>
                  </a:lnTo>
                  <a:lnTo>
                    <a:pt x="47695" y="126175"/>
                  </a:lnTo>
                  <a:lnTo>
                    <a:pt x="48914" y="122610"/>
                  </a:lnTo>
                  <a:lnTo>
                    <a:pt x="50342" y="118433"/>
                  </a:lnTo>
                  <a:lnTo>
                    <a:pt x="51655" y="113275"/>
                  </a:lnTo>
                  <a:lnTo>
                    <a:pt x="52209" y="106415"/>
                  </a:lnTo>
                  <a:lnTo>
                    <a:pt x="56607" y="107265"/>
                  </a:lnTo>
                  <a:lnTo>
                    <a:pt x="62454" y="108652"/>
                  </a:lnTo>
                  <a:lnTo>
                    <a:pt x="70832" y="108430"/>
                  </a:lnTo>
                  <a:lnTo>
                    <a:pt x="77561" y="107578"/>
                  </a:lnTo>
                  <a:lnTo>
                    <a:pt x="81687" y="107423"/>
                  </a:lnTo>
                  <a:lnTo>
                    <a:pt x="86896" y="104689"/>
                  </a:lnTo>
                  <a:lnTo>
                    <a:pt x="92757" y="99484"/>
                  </a:lnTo>
                  <a:lnTo>
                    <a:pt x="98523" y="91488"/>
                  </a:lnTo>
                  <a:lnTo>
                    <a:pt x="100513" y="85847"/>
                  </a:lnTo>
                  <a:lnTo>
                    <a:pt x="101448" y="77383"/>
                  </a:lnTo>
                  <a:lnTo>
                    <a:pt x="103231" y="71686"/>
                  </a:lnTo>
                  <a:lnTo>
                    <a:pt x="104864" y="67724"/>
                  </a:lnTo>
                  <a:lnTo>
                    <a:pt x="108251" y="63154"/>
                  </a:lnTo>
                  <a:lnTo>
                    <a:pt x="113126" y="55541"/>
                  </a:lnTo>
                  <a:lnTo>
                    <a:pt x="116461" y="50948"/>
                  </a:lnTo>
                  <a:lnTo>
                    <a:pt x="122968" y="45585"/>
                  </a:lnTo>
                  <a:lnTo>
                    <a:pt x="127006" y="47089"/>
                  </a:lnTo>
                  <a:lnTo>
                    <a:pt x="131092" y="47627"/>
                  </a:lnTo>
                  <a:lnTo>
                    <a:pt x="138062" y="44288"/>
                  </a:lnTo>
                  <a:lnTo>
                    <a:pt x="147058" y="36215"/>
                  </a:lnTo>
                  <a:lnTo>
                    <a:pt x="152341" y="29570"/>
                  </a:lnTo>
                  <a:lnTo>
                    <a:pt x="155666" y="25596"/>
                  </a:lnTo>
                  <a:lnTo>
                    <a:pt x="162445" y="22036"/>
                  </a:lnTo>
                  <a:lnTo>
                    <a:pt x="163056" y="24726"/>
                  </a:lnTo>
                  <a:lnTo>
                    <a:pt x="166579" y="25958"/>
                  </a:lnTo>
                  <a:lnTo>
                    <a:pt x="170428" y="25896"/>
                  </a:lnTo>
                  <a:lnTo>
                    <a:pt x="173342" y="24781"/>
                  </a:lnTo>
                  <a:lnTo>
                    <a:pt x="177959" y="24229"/>
                  </a:lnTo>
                  <a:lnTo>
                    <a:pt x="181672" y="22216"/>
                  </a:lnTo>
                  <a:lnTo>
                    <a:pt x="186617" y="17526"/>
                  </a:lnTo>
                  <a:lnTo>
                    <a:pt x="190157" y="12006"/>
                  </a:lnTo>
                  <a:lnTo>
                    <a:pt x="194039" y="5299"/>
                  </a:lnTo>
                  <a:lnTo>
                    <a:pt x="195411" y="3094"/>
                  </a:lnTo>
                  <a:lnTo>
                    <a:pt x="198742" y="0"/>
                  </a:lnTo>
                  <a:lnTo>
                    <a:pt x="199172" y="2586"/>
                  </a:lnTo>
                  <a:lnTo>
                    <a:pt x="202107" y="4200"/>
                  </a:lnTo>
                  <a:lnTo>
                    <a:pt x="205267" y="4915"/>
                  </a:lnTo>
                  <a:lnTo>
                    <a:pt x="205615" y="7571"/>
                  </a:lnTo>
                  <a:lnTo>
                    <a:pt x="207647" y="7082"/>
                  </a:lnTo>
                  <a:lnTo>
                    <a:pt x="211797" y="7918"/>
                  </a:lnTo>
                  <a:lnTo>
                    <a:pt x="212666" y="11116"/>
                  </a:lnTo>
                  <a:lnTo>
                    <a:pt x="212476" y="12728"/>
                  </a:lnTo>
                  <a:lnTo>
                    <a:pt x="210100" y="15010"/>
                  </a:lnTo>
                  <a:lnTo>
                    <a:pt x="209305" y="16631"/>
                  </a:lnTo>
                  <a:lnTo>
                    <a:pt x="206690" y="17681"/>
                  </a:lnTo>
                  <a:lnTo>
                    <a:pt x="206281" y="19831"/>
                  </a:lnTo>
                  <a:lnTo>
                    <a:pt x="206978" y="22844"/>
                  </a:lnTo>
                  <a:lnTo>
                    <a:pt x="209625" y="23745"/>
                  </a:lnTo>
                  <a:lnTo>
                    <a:pt x="212236" y="22906"/>
                  </a:lnTo>
                  <a:lnTo>
                    <a:pt x="213039" y="21087"/>
                  </a:lnTo>
                  <a:lnTo>
                    <a:pt x="212687" y="18580"/>
                  </a:lnTo>
                  <a:lnTo>
                    <a:pt x="214753" y="16022"/>
                  </a:lnTo>
                  <a:lnTo>
                    <a:pt x="216171" y="12044"/>
                  </a:lnTo>
                  <a:lnTo>
                    <a:pt x="218936" y="8863"/>
                  </a:lnTo>
                  <a:lnTo>
                    <a:pt x="220534" y="9668"/>
                  </a:lnTo>
                  <a:lnTo>
                    <a:pt x="225469" y="14887"/>
                  </a:lnTo>
                  <a:lnTo>
                    <a:pt x="225106" y="17898"/>
                  </a:lnTo>
                  <a:lnTo>
                    <a:pt x="225621" y="23235"/>
                  </a:lnTo>
                  <a:lnTo>
                    <a:pt x="227583" y="22876"/>
                  </a:lnTo>
                  <a:lnTo>
                    <a:pt x="229518" y="23208"/>
                  </a:lnTo>
                  <a:lnTo>
                    <a:pt x="231791" y="25062"/>
                  </a:lnTo>
                  <a:lnTo>
                    <a:pt x="234999" y="19893"/>
                  </a:lnTo>
                  <a:lnTo>
                    <a:pt x="238088" y="19780"/>
                  </a:lnTo>
                  <a:lnTo>
                    <a:pt x="241389" y="19226"/>
                  </a:lnTo>
                  <a:lnTo>
                    <a:pt x="243941" y="17538"/>
                  </a:lnTo>
                  <a:lnTo>
                    <a:pt x="246555" y="17757"/>
                  </a:lnTo>
                  <a:lnTo>
                    <a:pt x="248589" y="18931"/>
                  </a:lnTo>
                  <a:lnTo>
                    <a:pt x="251450" y="18763"/>
                  </a:lnTo>
                  <a:lnTo>
                    <a:pt x="255256" y="19491"/>
                  </a:lnTo>
                  <a:lnTo>
                    <a:pt x="258085" y="20791"/>
                  </a:lnTo>
                  <a:lnTo>
                    <a:pt x="258562" y="22093"/>
                  </a:lnTo>
                  <a:lnTo>
                    <a:pt x="256492" y="24636"/>
                  </a:lnTo>
                  <a:lnTo>
                    <a:pt x="256522" y="26777"/>
                  </a:lnTo>
                  <a:lnTo>
                    <a:pt x="254861" y="27585"/>
                  </a:lnTo>
                  <a:lnTo>
                    <a:pt x="255527" y="30594"/>
                  </a:lnTo>
                  <a:lnTo>
                    <a:pt x="257469" y="31083"/>
                  </a:lnTo>
                  <a:lnTo>
                    <a:pt x="260551" y="31597"/>
                  </a:lnTo>
                  <a:lnTo>
                    <a:pt x="262034" y="32427"/>
                  </a:lnTo>
                  <a:lnTo>
                    <a:pt x="265970" y="32727"/>
                  </a:lnTo>
                  <a:lnTo>
                    <a:pt x="265551" y="34808"/>
                  </a:lnTo>
                  <a:lnTo>
                    <a:pt x="265625" y="37898"/>
                  </a:lnTo>
                  <a:lnTo>
                    <a:pt x="268955" y="37771"/>
                  </a:lnTo>
                  <a:lnTo>
                    <a:pt x="271948" y="38831"/>
                  </a:lnTo>
                  <a:lnTo>
                    <a:pt x="273743" y="39784"/>
                  </a:lnTo>
                  <a:lnTo>
                    <a:pt x="275768" y="36862"/>
                  </a:lnTo>
                  <a:lnTo>
                    <a:pt x="277335" y="35428"/>
                  </a:lnTo>
                  <a:lnTo>
                    <a:pt x="278980" y="35118"/>
                  </a:lnTo>
                  <a:lnTo>
                    <a:pt x="282145" y="33878"/>
                  </a:lnTo>
                  <a:lnTo>
                    <a:pt x="284225" y="34622"/>
                  </a:lnTo>
                  <a:lnTo>
                    <a:pt x="285947" y="36299"/>
                  </a:lnTo>
                  <a:lnTo>
                    <a:pt x="289077" y="34918"/>
                  </a:lnTo>
                  <a:lnTo>
                    <a:pt x="291750" y="31263"/>
                  </a:lnTo>
                  <a:lnTo>
                    <a:pt x="293571" y="31590"/>
                  </a:lnTo>
                  <a:lnTo>
                    <a:pt x="297404" y="30116"/>
                  </a:lnTo>
                  <a:lnTo>
                    <a:pt x="301498" y="31011"/>
                  </a:lnTo>
                  <a:lnTo>
                    <a:pt x="305257" y="33150"/>
                  </a:lnTo>
                  <a:lnTo>
                    <a:pt x="308932" y="32425"/>
                  </a:lnTo>
                  <a:lnTo>
                    <a:pt x="311925" y="35217"/>
                  </a:lnTo>
                  <a:lnTo>
                    <a:pt x="312285" y="37254"/>
                  </a:lnTo>
                  <a:lnTo>
                    <a:pt x="313951" y="37403"/>
                  </a:lnTo>
                  <a:lnTo>
                    <a:pt x="315840" y="35073"/>
                  </a:lnTo>
                  <a:lnTo>
                    <a:pt x="319424" y="36034"/>
                  </a:lnTo>
                  <a:lnTo>
                    <a:pt x="320910" y="36742"/>
                  </a:lnTo>
                  <a:lnTo>
                    <a:pt x="322675" y="39825"/>
                  </a:lnTo>
                  <a:lnTo>
                    <a:pt x="327577" y="40384"/>
                  </a:lnTo>
                  <a:lnTo>
                    <a:pt x="330295" y="39024"/>
                  </a:lnTo>
                  <a:lnTo>
                    <a:pt x="331597" y="41181"/>
                  </a:lnTo>
                  <a:lnTo>
                    <a:pt x="334070" y="41089"/>
                  </a:lnTo>
                  <a:lnTo>
                    <a:pt x="335354" y="39077"/>
                  </a:lnTo>
                  <a:lnTo>
                    <a:pt x="340721" y="38036"/>
                  </a:lnTo>
                  <a:lnTo>
                    <a:pt x="346266" y="38182"/>
                  </a:lnTo>
                  <a:lnTo>
                    <a:pt x="348133" y="38659"/>
                  </a:lnTo>
                  <a:lnTo>
                    <a:pt x="350079" y="37074"/>
                  </a:lnTo>
                  <a:lnTo>
                    <a:pt x="353947" y="40040"/>
                  </a:lnTo>
                  <a:lnTo>
                    <a:pt x="356949" y="41593"/>
                  </a:lnTo>
                  <a:lnTo>
                    <a:pt x="360969" y="42817"/>
                  </a:lnTo>
                  <a:lnTo>
                    <a:pt x="365063" y="43169"/>
                  </a:lnTo>
                  <a:lnTo>
                    <a:pt x="366525" y="42132"/>
                  </a:lnTo>
                  <a:lnTo>
                    <a:pt x="368339" y="42319"/>
                  </a:lnTo>
                  <a:lnTo>
                    <a:pt x="370944" y="38551"/>
                  </a:lnTo>
                  <a:lnTo>
                    <a:pt x="373419" y="37351"/>
                  </a:lnTo>
                  <a:lnTo>
                    <a:pt x="378045" y="33145"/>
                  </a:lnTo>
                  <a:lnTo>
                    <a:pt x="383498" y="30761"/>
                  </a:lnTo>
                  <a:lnTo>
                    <a:pt x="384911" y="31038"/>
                  </a:lnTo>
                  <a:lnTo>
                    <a:pt x="386732" y="29369"/>
                  </a:lnTo>
                  <a:lnTo>
                    <a:pt x="391240" y="31143"/>
                  </a:lnTo>
                  <a:lnTo>
                    <a:pt x="395214" y="32246"/>
                  </a:lnTo>
                  <a:lnTo>
                    <a:pt x="400117" y="34886"/>
                  </a:lnTo>
                  <a:lnTo>
                    <a:pt x="401170" y="36543"/>
                  </a:lnTo>
                  <a:lnTo>
                    <a:pt x="403694" y="36795"/>
                  </a:lnTo>
                  <a:lnTo>
                    <a:pt x="407422" y="38515"/>
                  </a:lnTo>
                  <a:lnTo>
                    <a:pt x="412193" y="39460"/>
                  </a:lnTo>
                  <a:lnTo>
                    <a:pt x="417128" y="42478"/>
                  </a:lnTo>
                  <a:lnTo>
                    <a:pt x="420403" y="42055"/>
                  </a:lnTo>
                  <a:lnTo>
                    <a:pt x="423767" y="42887"/>
                  </a:lnTo>
                  <a:lnTo>
                    <a:pt x="435068" y="93287"/>
                  </a:lnTo>
                  <a:lnTo>
                    <a:pt x="462715" y="209942"/>
                  </a:lnTo>
                  <a:lnTo>
                    <a:pt x="507322" y="382065"/>
                  </a:lnTo>
                  <a:lnTo>
                    <a:pt x="525617" y="448001"/>
                  </a:lnTo>
                  <a:lnTo>
                    <a:pt x="526671" y="451728"/>
                  </a:lnTo>
                  <a:lnTo>
                    <a:pt x="537140" y="452280"/>
                  </a:lnTo>
                  <a:lnTo>
                    <a:pt x="537319" y="448119"/>
                  </a:lnTo>
                  <a:lnTo>
                    <a:pt x="548690" y="450355"/>
                  </a:lnTo>
                  <a:lnTo>
                    <a:pt x="552535" y="441681"/>
                  </a:lnTo>
                  <a:lnTo>
                    <a:pt x="564598" y="436741"/>
                  </a:lnTo>
                  <a:lnTo>
                    <a:pt x="565142" y="438168"/>
                  </a:lnTo>
                  <a:lnTo>
                    <a:pt x="565898" y="449036"/>
                  </a:lnTo>
                  <a:lnTo>
                    <a:pt x="570265" y="451938"/>
                  </a:lnTo>
                  <a:lnTo>
                    <a:pt x="578452" y="453268"/>
                  </a:lnTo>
                  <a:lnTo>
                    <a:pt x="581272" y="457902"/>
                  </a:lnTo>
                  <a:lnTo>
                    <a:pt x="583022" y="459196"/>
                  </a:lnTo>
                  <a:lnTo>
                    <a:pt x="610374" y="473644"/>
                  </a:lnTo>
                  <a:lnTo>
                    <a:pt x="616319" y="483746"/>
                  </a:lnTo>
                  <a:lnTo>
                    <a:pt x="616922" y="487362"/>
                  </a:lnTo>
                  <a:lnTo>
                    <a:pt x="618519" y="486631"/>
                  </a:lnTo>
                  <a:lnTo>
                    <a:pt x="620932" y="481246"/>
                  </a:lnTo>
                  <a:lnTo>
                    <a:pt x="627175" y="472288"/>
                  </a:lnTo>
                  <a:lnTo>
                    <a:pt x="627642" y="471146"/>
                  </a:lnTo>
                  <a:lnTo>
                    <a:pt x="632584" y="468906"/>
                  </a:lnTo>
                  <a:lnTo>
                    <a:pt x="633013" y="464139"/>
                  </a:lnTo>
                  <a:lnTo>
                    <a:pt x="633120" y="462930"/>
                  </a:lnTo>
                  <a:lnTo>
                    <a:pt x="630228" y="455373"/>
                  </a:lnTo>
                  <a:lnTo>
                    <a:pt x="632822" y="455059"/>
                  </a:lnTo>
                  <a:lnTo>
                    <a:pt x="634197" y="450893"/>
                  </a:lnTo>
                  <a:lnTo>
                    <a:pt x="633613" y="449480"/>
                  </a:lnTo>
                  <a:lnTo>
                    <a:pt x="630695" y="448673"/>
                  </a:lnTo>
                  <a:lnTo>
                    <a:pt x="633324" y="445673"/>
                  </a:lnTo>
                  <a:lnTo>
                    <a:pt x="637900" y="442687"/>
                  </a:lnTo>
                  <a:lnTo>
                    <a:pt x="641395" y="438149"/>
                  </a:lnTo>
                  <a:lnTo>
                    <a:pt x="645225" y="433138"/>
                  </a:lnTo>
                  <a:lnTo>
                    <a:pt x="651793" y="435408"/>
                  </a:lnTo>
                  <a:lnTo>
                    <a:pt x="652652" y="436648"/>
                  </a:lnTo>
                  <a:lnTo>
                    <a:pt x="655313" y="437532"/>
                  </a:lnTo>
                  <a:lnTo>
                    <a:pt x="658025" y="439306"/>
                  </a:lnTo>
                  <a:lnTo>
                    <a:pt x="659473" y="443030"/>
                  </a:lnTo>
                  <a:lnTo>
                    <a:pt x="659488" y="445591"/>
                  </a:lnTo>
                  <a:lnTo>
                    <a:pt x="661301" y="446807"/>
                  </a:lnTo>
                  <a:lnTo>
                    <a:pt x="661488" y="448476"/>
                  </a:lnTo>
                  <a:lnTo>
                    <a:pt x="663900" y="450628"/>
                  </a:lnTo>
                  <a:lnTo>
                    <a:pt x="669705" y="449766"/>
                  </a:lnTo>
                  <a:lnTo>
                    <a:pt x="671570" y="452224"/>
                  </a:lnTo>
                  <a:lnTo>
                    <a:pt x="674418" y="453590"/>
                  </a:lnTo>
                  <a:lnTo>
                    <a:pt x="676163" y="452856"/>
                  </a:lnTo>
                  <a:lnTo>
                    <a:pt x="679765" y="455854"/>
                  </a:lnTo>
                  <a:lnTo>
                    <a:pt x="680299" y="458492"/>
                  </a:lnTo>
                  <a:lnTo>
                    <a:pt x="682023" y="458429"/>
                  </a:lnTo>
                  <a:lnTo>
                    <a:pt x="682710" y="460219"/>
                  </a:lnTo>
                  <a:lnTo>
                    <a:pt x="685338" y="462091"/>
                  </a:lnTo>
                  <a:lnTo>
                    <a:pt x="695932" y="463833"/>
                  </a:lnTo>
                  <a:lnTo>
                    <a:pt x="700865" y="467569"/>
                  </a:lnTo>
                  <a:lnTo>
                    <a:pt x="710528" y="472064"/>
                  </a:lnTo>
                  <a:lnTo>
                    <a:pt x="709569" y="474574"/>
                  </a:lnTo>
                  <a:lnTo>
                    <a:pt x="713980" y="478224"/>
                  </a:lnTo>
                  <a:lnTo>
                    <a:pt x="719544" y="481650"/>
                  </a:lnTo>
                  <a:lnTo>
                    <a:pt x="724246" y="486914"/>
                  </a:lnTo>
                  <a:lnTo>
                    <a:pt x="731323" y="491404"/>
                  </a:lnTo>
                  <a:lnTo>
                    <a:pt x="736114" y="495996"/>
                  </a:lnTo>
                  <a:lnTo>
                    <a:pt x="740081" y="499262"/>
                  </a:lnTo>
                  <a:lnTo>
                    <a:pt x="743847" y="502343"/>
                  </a:lnTo>
                  <a:lnTo>
                    <a:pt x="750666" y="506832"/>
                  </a:lnTo>
                  <a:lnTo>
                    <a:pt x="755517" y="511133"/>
                  </a:lnTo>
                  <a:lnTo>
                    <a:pt x="755161" y="517256"/>
                  </a:lnTo>
                  <a:lnTo>
                    <a:pt x="762774" y="515848"/>
                  </a:lnTo>
                  <a:lnTo>
                    <a:pt x="764242" y="523073"/>
                  </a:lnTo>
                  <a:lnTo>
                    <a:pt x="764393" y="523820"/>
                  </a:lnTo>
                  <a:lnTo>
                    <a:pt x="771104" y="524084"/>
                  </a:lnTo>
                  <a:lnTo>
                    <a:pt x="771413" y="526506"/>
                  </a:lnTo>
                  <a:lnTo>
                    <a:pt x="775627" y="531996"/>
                  </a:lnTo>
                  <a:lnTo>
                    <a:pt x="780866" y="528907"/>
                  </a:lnTo>
                  <a:lnTo>
                    <a:pt x="784646" y="530325"/>
                  </a:lnTo>
                  <a:lnTo>
                    <a:pt x="792824" y="531286"/>
                  </a:lnTo>
                  <a:lnTo>
                    <a:pt x="795380" y="532113"/>
                  </a:lnTo>
                  <a:lnTo>
                    <a:pt x="801963" y="530623"/>
                  </a:lnTo>
                  <a:lnTo>
                    <a:pt x="804005" y="531010"/>
                  </a:lnTo>
                  <a:lnTo>
                    <a:pt x="807980" y="532771"/>
                  </a:lnTo>
                  <a:lnTo>
                    <a:pt x="811868" y="532225"/>
                  </a:lnTo>
                  <a:lnTo>
                    <a:pt x="814667" y="535774"/>
                  </a:lnTo>
                  <a:lnTo>
                    <a:pt x="816693" y="535426"/>
                  </a:lnTo>
                  <a:lnTo>
                    <a:pt x="819396" y="535572"/>
                  </a:lnTo>
                  <a:lnTo>
                    <a:pt x="822087" y="533208"/>
                  </a:lnTo>
                  <a:lnTo>
                    <a:pt x="826616" y="537078"/>
                  </a:lnTo>
                  <a:lnTo>
                    <a:pt x="827928" y="540271"/>
                  </a:lnTo>
                  <a:lnTo>
                    <a:pt x="828189" y="544773"/>
                  </a:lnTo>
                  <a:lnTo>
                    <a:pt x="827669" y="545890"/>
                  </a:lnTo>
                  <a:lnTo>
                    <a:pt x="828213" y="547820"/>
                  </a:lnTo>
                  <a:lnTo>
                    <a:pt x="828657" y="549395"/>
                  </a:lnTo>
                  <a:lnTo>
                    <a:pt x="830372" y="550779"/>
                  </a:lnTo>
                  <a:lnTo>
                    <a:pt x="832498" y="555620"/>
                  </a:lnTo>
                  <a:lnTo>
                    <a:pt x="834674" y="558141"/>
                  </a:lnTo>
                  <a:lnTo>
                    <a:pt x="836887" y="560124"/>
                  </a:lnTo>
                  <a:lnTo>
                    <a:pt x="839037" y="563599"/>
                  </a:lnTo>
                  <a:lnTo>
                    <a:pt x="840653" y="564586"/>
                  </a:lnTo>
                  <a:lnTo>
                    <a:pt x="840966" y="566310"/>
                  </a:lnTo>
                  <a:lnTo>
                    <a:pt x="840186" y="570506"/>
                  </a:lnTo>
                  <a:lnTo>
                    <a:pt x="840404" y="574590"/>
                  </a:lnTo>
                  <a:lnTo>
                    <a:pt x="840809" y="578370"/>
                  </a:lnTo>
                  <a:lnTo>
                    <a:pt x="840244" y="583906"/>
                  </a:lnTo>
                  <a:lnTo>
                    <a:pt x="838184" y="590490"/>
                  </a:lnTo>
                  <a:lnTo>
                    <a:pt x="836420" y="593007"/>
                  </a:lnTo>
                  <a:lnTo>
                    <a:pt x="837374" y="594485"/>
                  </a:lnTo>
                  <a:lnTo>
                    <a:pt x="836512" y="596042"/>
                  </a:lnTo>
                  <a:lnTo>
                    <a:pt x="834656" y="595141"/>
                  </a:lnTo>
                  <a:lnTo>
                    <a:pt x="832829" y="594494"/>
                  </a:lnTo>
                  <a:lnTo>
                    <a:pt x="832035" y="595842"/>
                  </a:lnTo>
                  <a:lnTo>
                    <a:pt x="831464" y="595964"/>
                  </a:lnTo>
                  <a:lnTo>
                    <a:pt x="829268" y="595167"/>
                  </a:lnTo>
                  <a:lnTo>
                    <a:pt x="827398" y="592110"/>
                  </a:lnTo>
                  <a:lnTo>
                    <a:pt x="826203" y="590359"/>
                  </a:lnTo>
                  <a:lnTo>
                    <a:pt x="825085" y="588858"/>
                  </a:lnTo>
                  <a:lnTo>
                    <a:pt x="823850" y="588404"/>
                  </a:lnTo>
                  <a:lnTo>
                    <a:pt x="823261" y="586297"/>
                  </a:lnTo>
                  <a:lnTo>
                    <a:pt x="822023" y="584624"/>
                  </a:lnTo>
                  <a:lnTo>
                    <a:pt x="820617" y="583919"/>
                  </a:lnTo>
                  <a:lnTo>
                    <a:pt x="818978" y="582491"/>
                  </a:lnTo>
                  <a:lnTo>
                    <a:pt x="818296" y="581415"/>
                  </a:lnTo>
                  <a:lnTo>
                    <a:pt x="816702" y="581897"/>
                  </a:lnTo>
                  <a:lnTo>
                    <a:pt x="817741" y="585848"/>
                  </a:lnTo>
                  <a:lnTo>
                    <a:pt x="818993" y="588466"/>
                  </a:lnTo>
                  <a:lnTo>
                    <a:pt x="818771" y="591251"/>
                  </a:lnTo>
                  <a:lnTo>
                    <a:pt x="819708" y="593237"/>
                  </a:lnTo>
                  <a:lnTo>
                    <a:pt x="821237" y="593517"/>
                  </a:lnTo>
                  <a:lnTo>
                    <a:pt x="820945" y="596305"/>
                  </a:lnTo>
                  <a:lnTo>
                    <a:pt x="819438" y="597429"/>
                  </a:lnTo>
                  <a:lnTo>
                    <a:pt x="816360" y="597074"/>
                  </a:lnTo>
                  <a:lnTo>
                    <a:pt x="814421" y="596336"/>
                  </a:lnTo>
                  <a:lnTo>
                    <a:pt x="812104" y="597429"/>
                  </a:lnTo>
                  <a:lnTo>
                    <a:pt x="811201" y="597102"/>
                  </a:lnTo>
                  <a:lnTo>
                    <a:pt x="810750" y="595542"/>
                  </a:lnTo>
                  <a:lnTo>
                    <a:pt x="810471" y="594575"/>
                  </a:lnTo>
                  <a:lnTo>
                    <a:pt x="808976" y="593750"/>
                  </a:lnTo>
                  <a:lnTo>
                    <a:pt x="809237" y="590967"/>
                  </a:lnTo>
                  <a:lnTo>
                    <a:pt x="808533" y="590388"/>
                  </a:lnTo>
                  <a:lnTo>
                    <a:pt x="806559" y="590767"/>
                  </a:lnTo>
                  <a:lnTo>
                    <a:pt x="804951" y="591074"/>
                  </a:lnTo>
                  <a:lnTo>
                    <a:pt x="801858" y="589092"/>
                  </a:lnTo>
                  <a:lnTo>
                    <a:pt x="799408" y="585759"/>
                  </a:lnTo>
                  <a:lnTo>
                    <a:pt x="797120" y="580311"/>
                  </a:lnTo>
                  <a:lnTo>
                    <a:pt x="796678" y="578751"/>
                  </a:lnTo>
                  <a:lnTo>
                    <a:pt x="793083" y="578414"/>
                  </a:lnTo>
                  <a:lnTo>
                    <a:pt x="788956" y="577788"/>
                  </a:lnTo>
                  <a:lnTo>
                    <a:pt x="786749" y="576978"/>
                  </a:lnTo>
                  <a:lnTo>
                    <a:pt x="785529" y="575265"/>
                  </a:lnTo>
                  <a:lnTo>
                    <a:pt x="783751" y="572767"/>
                  </a:lnTo>
                  <a:lnTo>
                    <a:pt x="781739" y="570726"/>
                  </a:lnTo>
                  <a:lnTo>
                    <a:pt x="783791" y="567311"/>
                  </a:lnTo>
                  <a:lnTo>
                    <a:pt x="783997" y="564055"/>
                  </a:lnTo>
                  <a:lnTo>
                    <a:pt x="780932" y="563323"/>
                  </a:lnTo>
                  <a:lnTo>
                    <a:pt x="778425" y="564233"/>
                  </a:lnTo>
                  <a:lnTo>
                    <a:pt x="778814" y="567664"/>
                  </a:lnTo>
                  <a:lnTo>
                    <a:pt x="776695" y="567327"/>
                  </a:lnTo>
                  <a:lnTo>
                    <a:pt x="774131" y="564705"/>
                  </a:lnTo>
                  <a:lnTo>
                    <a:pt x="771182" y="560633"/>
                  </a:lnTo>
                  <a:lnTo>
                    <a:pt x="769773" y="563497"/>
                  </a:lnTo>
                  <a:lnTo>
                    <a:pt x="765635" y="560963"/>
                  </a:lnTo>
                  <a:lnTo>
                    <a:pt x="763518" y="556730"/>
                  </a:lnTo>
                  <a:lnTo>
                    <a:pt x="760403" y="557125"/>
                  </a:lnTo>
                  <a:lnTo>
                    <a:pt x="759639" y="557410"/>
                  </a:lnTo>
                  <a:lnTo>
                    <a:pt x="758103" y="556841"/>
                  </a:lnTo>
                  <a:lnTo>
                    <a:pt x="756819" y="555954"/>
                  </a:lnTo>
                  <a:lnTo>
                    <a:pt x="754974" y="555838"/>
                  </a:lnTo>
                  <a:lnTo>
                    <a:pt x="753824" y="555613"/>
                  </a:lnTo>
                  <a:lnTo>
                    <a:pt x="753560" y="554976"/>
                  </a:lnTo>
                  <a:lnTo>
                    <a:pt x="753546" y="554388"/>
                  </a:lnTo>
                  <a:lnTo>
                    <a:pt x="753904" y="550215"/>
                  </a:lnTo>
                  <a:lnTo>
                    <a:pt x="755330" y="548655"/>
                  </a:lnTo>
                  <a:lnTo>
                    <a:pt x="757754" y="547970"/>
                  </a:lnTo>
                  <a:lnTo>
                    <a:pt x="761068" y="545755"/>
                  </a:lnTo>
                  <a:lnTo>
                    <a:pt x="762008" y="542034"/>
                  </a:lnTo>
                  <a:lnTo>
                    <a:pt x="763059" y="539821"/>
                  </a:lnTo>
                  <a:lnTo>
                    <a:pt x="760036" y="537582"/>
                  </a:lnTo>
                  <a:lnTo>
                    <a:pt x="758584" y="535099"/>
                  </a:lnTo>
                  <a:lnTo>
                    <a:pt x="758310" y="534648"/>
                  </a:lnTo>
                  <a:lnTo>
                    <a:pt x="757289" y="532969"/>
                  </a:lnTo>
                  <a:lnTo>
                    <a:pt x="750461" y="531253"/>
                  </a:lnTo>
                  <a:lnTo>
                    <a:pt x="745872" y="526616"/>
                  </a:lnTo>
                  <a:lnTo>
                    <a:pt x="743925" y="524784"/>
                  </a:lnTo>
                  <a:lnTo>
                    <a:pt x="738468" y="525408"/>
                  </a:lnTo>
                  <a:lnTo>
                    <a:pt x="735742" y="524158"/>
                  </a:lnTo>
                  <a:lnTo>
                    <a:pt x="734563" y="525877"/>
                  </a:lnTo>
                  <a:lnTo>
                    <a:pt x="730658" y="525344"/>
                  </a:lnTo>
                  <a:lnTo>
                    <a:pt x="727547" y="522651"/>
                  </a:lnTo>
                  <a:lnTo>
                    <a:pt x="727633" y="519536"/>
                  </a:lnTo>
                  <a:lnTo>
                    <a:pt x="726907" y="516743"/>
                  </a:lnTo>
                  <a:lnTo>
                    <a:pt x="724179" y="512823"/>
                  </a:lnTo>
                  <a:lnTo>
                    <a:pt x="723087" y="510495"/>
                  </a:lnTo>
                  <a:lnTo>
                    <a:pt x="720113" y="509456"/>
                  </a:lnTo>
                  <a:lnTo>
                    <a:pt x="718138" y="508065"/>
                  </a:lnTo>
                  <a:lnTo>
                    <a:pt x="717078" y="504194"/>
                  </a:lnTo>
                  <a:lnTo>
                    <a:pt x="714901" y="501627"/>
                  </a:lnTo>
                  <a:lnTo>
                    <a:pt x="714707" y="501398"/>
                  </a:lnTo>
                  <a:lnTo>
                    <a:pt x="709196" y="496812"/>
                  </a:lnTo>
                  <a:lnTo>
                    <a:pt x="702838" y="493405"/>
                  </a:lnTo>
                  <a:lnTo>
                    <a:pt x="700721" y="489925"/>
                  </a:lnTo>
                  <a:lnTo>
                    <a:pt x="698499" y="488593"/>
                  </a:lnTo>
                  <a:lnTo>
                    <a:pt x="696695" y="489467"/>
                  </a:lnTo>
                  <a:lnTo>
                    <a:pt x="693559" y="490264"/>
                  </a:lnTo>
                  <a:lnTo>
                    <a:pt x="691388" y="490287"/>
                  </a:lnTo>
                  <a:lnTo>
                    <a:pt x="687576" y="490941"/>
                  </a:lnTo>
                  <a:lnTo>
                    <a:pt x="682712" y="485984"/>
                  </a:lnTo>
                  <a:lnTo>
                    <a:pt x="677755" y="484867"/>
                  </a:lnTo>
                  <a:lnTo>
                    <a:pt x="675234" y="486228"/>
                  </a:lnTo>
                  <a:lnTo>
                    <a:pt x="674402" y="486675"/>
                  </a:lnTo>
                  <a:lnTo>
                    <a:pt x="676371" y="489506"/>
                  </a:lnTo>
                  <a:lnTo>
                    <a:pt x="677831" y="492052"/>
                  </a:lnTo>
                  <a:lnTo>
                    <a:pt x="677013" y="493208"/>
                  </a:lnTo>
                  <a:lnTo>
                    <a:pt x="678798" y="496965"/>
                  </a:lnTo>
                  <a:lnTo>
                    <a:pt x="675268" y="496648"/>
                  </a:lnTo>
                  <a:lnTo>
                    <a:pt x="673520" y="497083"/>
                  </a:lnTo>
                  <a:lnTo>
                    <a:pt x="669781" y="493767"/>
                  </a:lnTo>
                  <a:lnTo>
                    <a:pt x="668968" y="494294"/>
                  </a:lnTo>
                  <a:lnTo>
                    <a:pt x="667137" y="495478"/>
                  </a:lnTo>
                  <a:lnTo>
                    <a:pt x="665016" y="496625"/>
                  </a:lnTo>
                  <a:lnTo>
                    <a:pt x="662225" y="494244"/>
                  </a:lnTo>
                  <a:lnTo>
                    <a:pt x="658503" y="496525"/>
                  </a:lnTo>
                  <a:lnTo>
                    <a:pt x="655925" y="497618"/>
                  </a:lnTo>
                  <a:lnTo>
                    <a:pt x="655045" y="499795"/>
                  </a:lnTo>
                  <a:lnTo>
                    <a:pt x="652251" y="502272"/>
                  </a:lnTo>
                  <a:lnTo>
                    <a:pt x="648839" y="504213"/>
                  </a:lnTo>
                  <a:lnTo>
                    <a:pt x="646347" y="504497"/>
                  </a:lnTo>
                  <a:lnTo>
                    <a:pt x="646270" y="506399"/>
                  </a:lnTo>
                  <a:lnTo>
                    <a:pt x="646963" y="507713"/>
                  </a:lnTo>
                  <a:lnTo>
                    <a:pt x="646878" y="509065"/>
                  </a:lnTo>
                  <a:lnTo>
                    <a:pt x="644548" y="509906"/>
                  </a:lnTo>
                  <a:lnTo>
                    <a:pt x="643383" y="507748"/>
                  </a:lnTo>
                  <a:lnTo>
                    <a:pt x="639766" y="507089"/>
                  </a:lnTo>
                  <a:lnTo>
                    <a:pt x="637806" y="505248"/>
                  </a:lnTo>
                  <a:lnTo>
                    <a:pt x="635722" y="504423"/>
                  </a:lnTo>
                  <a:lnTo>
                    <a:pt x="633893" y="505446"/>
                  </a:lnTo>
                  <a:lnTo>
                    <a:pt x="629663" y="504383"/>
                  </a:lnTo>
                  <a:lnTo>
                    <a:pt x="626639" y="503646"/>
                  </a:lnTo>
                  <a:lnTo>
                    <a:pt x="620750" y="501268"/>
                  </a:lnTo>
                  <a:lnTo>
                    <a:pt x="618657" y="501076"/>
                  </a:lnTo>
                  <a:lnTo>
                    <a:pt x="617363" y="499245"/>
                  </a:lnTo>
                  <a:lnTo>
                    <a:pt x="612877" y="496824"/>
                  </a:lnTo>
                  <a:lnTo>
                    <a:pt x="609907" y="495389"/>
                  </a:lnTo>
                  <a:lnTo>
                    <a:pt x="609788" y="494649"/>
                  </a:lnTo>
                  <a:lnTo>
                    <a:pt x="609546" y="493139"/>
                  </a:lnTo>
                  <a:lnTo>
                    <a:pt x="608364" y="491552"/>
                  </a:lnTo>
                  <a:lnTo>
                    <a:pt x="604957" y="489392"/>
                  </a:lnTo>
                  <a:lnTo>
                    <a:pt x="600595" y="487382"/>
                  </a:lnTo>
                  <a:lnTo>
                    <a:pt x="597291" y="486798"/>
                  </a:lnTo>
                  <a:lnTo>
                    <a:pt x="590640" y="486256"/>
                  </a:lnTo>
                  <a:lnTo>
                    <a:pt x="586013" y="484158"/>
                  </a:lnTo>
                  <a:lnTo>
                    <a:pt x="583130" y="483273"/>
                  </a:lnTo>
                  <a:lnTo>
                    <a:pt x="579457" y="482714"/>
                  </a:lnTo>
                  <a:lnTo>
                    <a:pt x="574642" y="481985"/>
                  </a:lnTo>
                  <a:lnTo>
                    <a:pt x="570985" y="481224"/>
                  </a:lnTo>
                  <a:lnTo>
                    <a:pt x="565515" y="479266"/>
                  </a:lnTo>
                  <a:lnTo>
                    <a:pt x="559653" y="477108"/>
                  </a:lnTo>
                  <a:lnTo>
                    <a:pt x="561073" y="472951"/>
                  </a:lnTo>
                  <a:lnTo>
                    <a:pt x="564043" y="471044"/>
                  </a:lnTo>
                  <a:lnTo>
                    <a:pt x="563099" y="468207"/>
                  </a:lnTo>
                  <a:lnTo>
                    <a:pt x="561191" y="463466"/>
                  </a:lnTo>
                  <a:lnTo>
                    <a:pt x="557597" y="464114"/>
                  </a:lnTo>
                  <a:lnTo>
                    <a:pt x="556079" y="466111"/>
                  </a:lnTo>
                  <a:lnTo>
                    <a:pt x="552402" y="469541"/>
                  </a:lnTo>
                  <a:lnTo>
                    <a:pt x="550702" y="471071"/>
                  </a:lnTo>
                  <a:lnTo>
                    <a:pt x="549963" y="473602"/>
                  </a:lnTo>
                  <a:lnTo>
                    <a:pt x="546332" y="474231"/>
                  </a:lnTo>
                  <a:lnTo>
                    <a:pt x="538140" y="475500"/>
                  </a:lnTo>
                  <a:lnTo>
                    <a:pt x="535175" y="475346"/>
                  </a:lnTo>
                  <a:lnTo>
                    <a:pt x="529599" y="474167"/>
                  </a:lnTo>
                  <a:lnTo>
                    <a:pt x="524055" y="473216"/>
                  </a:lnTo>
                  <a:lnTo>
                    <a:pt x="521491" y="471400"/>
                  </a:lnTo>
                  <a:lnTo>
                    <a:pt x="518788" y="470482"/>
                  </a:lnTo>
                  <a:lnTo>
                    <a:pt x="515903" y="471360"/>
                  </a:lnTo>
                  <a:lnTo>
                    <a:pt x="511729" y="470354"/>
                  </a:lnTo>
                  <a:lnTo>
                    <a:pt x="508488" y="470660"/>
                  </a:lnTo>
                  <a:lnTo>
                    <a:pt x="500485" y="470782"/>
                  </a:lnTo>
                  <a:lnTo>
                    <a:pt x="493707" y="471650"/>
                  </a:lnTo>
                  <a:lnTo>
                    <a:pt x="490393" y="472773"/>
                  </a:lnTo>
                  <a:lnTo>
                    <a:pt x="487361" y="474653"/>
                  </a:lnTo>
                  <a:lnTo>
                    <a:pt x="483388" y="476230"/>
                  </a:lnTo>
                  <a:lnTo>
                    <a:pt x="476305" y="479183"/>
                  </a:lnTo>
                  <a:lnTo>
                    <a:pt x="473356" y="481246"/>
                  </a:lnTo>
                  <a:lnTo>
                    <a:pt x="471243" y="482962"/>
                  </a:lnTo>
                  <a:lnTo>
                    <a:pt x="468713" y="482363"/>
                  </a:lnTo>
                  <a:lnTo>
                    <a:pt x="467448" y="481345"/>
                  </a:lnTo>
                  <a:lnTo>
                    <a:pt x="465657" y="479129"/>
                  </a:lnTo>
                  <a:lnTo>
                    <a:pt x="463898" y="478744"/>
                  </a:lnTo>
                  <a:lnTo>
                    <a:pt x="460835" y="480755"/>
                  </a:lnTo>
                  <a:lnTo>
                    <a:pt x="458597" y="478664"/>
                  </a:lnTo>
                  <a:lnTo>
                    <a:pt x="455701" y="477977"/>
                  </a:lnTo>
                  <a:lnTo>
                    <a:pt x="453385" y="477328"/>
                  </a:lnTo>
                  <a:lnTo>
                    <a:pt x="447522" y="477708"/>
                  </a:lnTo>
                  <a:lnTo>
                    <a:pt x="446341" y="475193"/>
                  </a:lnTo>
                  <a:lnTo>
                    <a:pt x="443338" y="474442"/>
                  </a:lnTo>
                  <a:lnTo>
                    <a:pt x="442599" y="475740"/>
                  </a:lnTo>
                  <a:lnTo>
                    <a:pt x="440034" y="475654"/>
                  </a:lnTo>
                  <a:lnTo>
                    <a:pt x="437067" y="474435"/>
                  </a:lnTo>
                  <a:lnTo>
                    <a:pt x="434725" y="476617"/>
                  </a:lnTo>
                  <a:lnTo>
                    <a:pt x="432251" y="477972"/>
                  </a:lnTo>
                  <a:lnTo>
                    <a:pt x="427861" y="476745"/>
                  </a:lnTo>
                  <a:lnTo>
                    <a:pt x="424294" y="475838"/>
                  </a:lnTo>
                  <a:lnTo>
                    <a:pt x="422464" y="477310"/>
                  </a:lnTo>
                  <a:lnTo>
                    <a:pt x="420384" y="478567"/>
                  </a:lnTo>
                  <a:lnTo>
                    <a:pt x="419744" y="479155"/>
                  </a:lnTo>
                  <a:lnTo>
                    <a:pt x="416555" y="480408"/>
                  </a:lnTo>
                  <a:lnTo>
                    <a:pt x="414848" y="482312"/>
                  </a:lnTo>
                  <a:lnTo>
                    <a:pt x="412930" y="485252"/>
                  </a:lnTo>
                  <a:lnTo>
                    <a:pt x="412026" y="485368"/>
                  </a:lnTo>
                  <a:lnTo>
                    <a:pt x="410811" y="483925"/>
                  </a:lnTo>
                  <a:lnTo>
                    <a:pt x="406139" y="484414"/>
                  </a:lnTo>
                  <a:lnTo>
                    <a:pt x="405003" y="487036"/>
                  </a:lnTo>
                  <a:lnTo>
                    <a:pt x="402471" y="490789"/>
                  </a:lnTo>
                  <a:lnTo>
                    <a:pt x="400694" y="494128"/>
                  </a:lnTo>
                  <a:lnTo>
                    <a:pt x="399026" y="498760"/>
                  </a:lnTo>
                  <a:lnTo>
                    <a:pt x="400250" y="501028"/>
                  </a:lnTo>
                  <a:lnTo>
                    <a:pt x="397984" y="501880"/>
                  </a:lnTo>
                  <a:lnTo>
                    <a:pt x="398013" y="504081"/>
                  </a:lnTo>
                  <a:lnTo>
                    <a:pt x="399894" y="505040"/>
                  </a:lnTo>
                  <a:lnTo>
                    <a:pt x="397774" y="507154"/>
                  </a:lnTo>
                  <a:lnTo>
                    <a:pt x="395107" y="508832"/>
                  </a:lnTo>
                  <a:lnTo>
                    <a:pt x="392805" y="510324"/>
                  </a:lnTo>
                  <a:lnTo>
                    <a:pt x="390747" y="512237"/>
                  </a:lnTo>
                  <a:lnTo>
                    <a:pt x="389477" y="511561"/>
                  </a:lnTo>
                  <a:lnTo>
                    <a:pt x="389367" y="509097"/>
                  </a:lnTo>
                  <a:lnTo>
                    <a:pt x="390293" y="507290"/>
                  </a:lnTo>
                  <a:lnTo>
                    <a:pt x="387451" y="503781"/>
                  </a:lnTo>
                  <a:lnTo>
                    <a:pt x="384501" y="504676"/>
                  </a:lnTo>
                  <a:lnTo>
                    <a:pt x="381486" y="506222"/>
                  </a:lnTo>
                  <a:lnTo>
                    <a:pt x="381829" y="504104"/>
                  </a:lnTo>
                  <a:lnTo>
                    <a:pt x="379426" y="501892"/>
                  </a:lnTo>
                  <a:lnTo>
                    <a:pt x="378050" y="504769"/>
                  </a:lnTo>
                  <a:lnTo>
                    <a:pt x="376777" y="506972"/>
                  </a:lnTo>
                  <a:lnTo>
                    <a:pt x="373687" y="508495"/>
                  </a:lnTo>
                  <a:lnTo>
                    <a:pt x="373319" y="508201"/>
                  </a:lnTo>
                  <a:lnTo>
                    <a:pt x="372321" y="507404"/>
                  </a:lnTo>
                  <a:lnTo>
                    <a:pt x="369929" y="507475"/>
                  </a:lnTo>
                  <a:lnTo>
                    <a:pt x="368935" y="508982"/>
                  </a:lnTo>
                  <a:lnTo>
                    <a:pt x="367111" y="507967"/>
                  </a:lnTo>
                  <a:lnTo>
                    <a:pt x="365113" y="508859"/>
                  </a:lnTo>
                  <a:lnTo>
                    <a:pt x="363105" y="507994"/>
                  </a:lnTo>
                  <a:lnTo>
                    <a:pt x="361291" y="509708"/>
                  </a:lnTo>
                  <a:lnTo>
                    <a:pt x="360754" y="512908"/>
                  </a:lnTo>
                  <a:lnTo>
                    <a:pt x="358808" y="514938"/>
                  </a:lnTo>
                  <a:lnTo>
                    <a:pt x="356310" y="512223"/>
                  </a:lnTo>
                  <a:lnTo>
                    <a:pt x="354586" y="514914"/>
                  </a:lnTo>
                  <a:lnTo>
                    <a:pt x="354506" y="517468"/>
                  </a:lnTo>
                  <a:lnTo>
                    <a:pt x="356562" y="518357"/>
                  </a:lnTo>
                  <a:lnTo>
                    <a:pt x="356592" y="521333"/>
                  </a:lnTo>
                  <a:lnTo>
                    <a:pt x="354322" y="520446"/>
                  </a:lnTo>
                  <a:lnTo>
                    <a:pt x="352305" y="522079"/>
                  </a:lnTo>
                  <a:lnTo>
                    <a:pt x="352506" y="525264"/>
                  </a:lnTo>
                  <a:lnTo>
                    <a:pt x="350019" y="522724"/>
                  </a:lnTo>
                  <a:lnTo>
                    <a:pt x="348473" y="523426"/>
                  </a:lnTo>
                  <a:lnTo>
                    <a:pt x="347165" y="526495"/>
                  </a:lnTo>
                  <a:lnTo>
                    <a:pt x="344915" y="530301"/>
                  </a:lnTo>
                  <a:lnTo>
                    <a:pt x="342436" y="534891"/>
                  </a:lnTo>
                  <a:lnTo>
                    <a:pt x="342385" y="536856"/>
                  </a:lnTo>
                  <a:lnTo>
                    <a:pt x="341248" y="538206"/>
                  </a:lnTo>
                  <a:lnTo>
                    <a:pt x="341090" y="540915"/>
                  </a:lnTo>
                  <a:lnTo>
                    <a:pt x="340128" y="541006"/>
                  </a:lnTo>
                  <a:lnTo>
                    <a:pt x="338576" y="537594"/>
                  </a:lnTo>
                  <a:lnTo>
                    <a:pt x="337893" y="536114"/>
                  </a:lnTo>
                  <a:lnTo>
                    <a:pt x="336225" y="536893"/>
                  </a:lnTo>
                  <a:lnTo>
                    <a:pt x="336026" y="539663"/>
                  </a:lnTo>
                  <a:lnTo>
                    <a:pt x="335058" y="543576"/>
                  </a:lnTo>
                  <a:lnTo>
                    <a:pt x="334277" y="544318"/>
                  </a:lnTo>
                  <a:lnTo>
                    <a:pt x="331870" y="542895"/>
                  </a:lnTo>
                  <a:lnTo>
                    <a:pt x="330125" y="544351"/>
                  </a:lnTo>
                  <a:lnTo>
                    <a:pt x="330905" y="545964"/>
                  </a:lnTo>
                  <a:lnTo>
                    <a:pt x="329977" y="547723"/>
                  </a:lnTo>
                  <a:lnTo>
                    <a:pt x="328779" y="548323"/>
                  </a:lnTo>
                  <a:lnTo>
                    <a:pt x="326204" y="549373"/>
                  </a:lnTo>
                  <a:lnTo>
                    <a:pt x="322696" y="549453"/>
                  </a:lnTo>
                  <a:lnTo>
                    <a:pt x="321529" y="549494"/>
                  </a:lnTo>
                  <a:lnTo>
                    <a:pt x="318647" y="548965"/>
                  </a:lnTo>
                  <a:lnTo>
                    <a:pt x="320122" y="553726"/>
                  </a:lnTo>
                  <a:lnTo>
                    <a:pt x="315509" y="556514"/>
                  </a:lnTo>
                  <a:lnTo>
                    <a:pt x="310980" y="554616"/>
                  </a:lnTo>
                  <a:lnTo>
                    <a:pt x="309244" y="550987"/>
                  </a:lnTo>
                  <a:lnTo>
                    <a:pt x="307477" y="548852"/>
                  </a:lnTo>
                  <a:lnTo>
                    <a:pt x="307527" y="545769"/>
                  </a:lnTo>
                  <a:lnTo>
                    <a:pt x="308699" y="542078"/>
                  </a:lnTo>
                  <a:lnTo>
                    <a:pt x="311460" y="539503"/>
                  </a:lnTo>
                  <a:lnTo>
                    <a:pt x="315919" y="536311"/>
                  </a:lnTo>
                  <a:lnTo>
                    <a:pt x="319595" y="533481"/>
                  </a:lnTo>
                  <a:lnTo>
                    <a:pt x="321815" y="530498"/>
                  </a:lnTo>
                  <a:lnTo>
                    <a:pt x="319469" y="527749"/>
                  </a:lnTo>
                  <a:lnTo>
                    <a:pt x="316576" y="530428"/>
                  </a:lnTo>
                  <a:lnTo>
                    <a:pt x="312486" y="531064"/>
                  </a:lnTo>
                  <a:lnTo>
                    <a:pt x="310062" y="529578"/>
                  </a:lnTo>
                  <a:lnTo>
                    <a:pt x="306990" y="526150"/>
                  </a:lnTo>
                  <a:lnTo>
                    <a:pt x="307719" y="522563"/>
                  </a:lnTo>
                  <a:lnTo>
                    <a:pt x="308457" y="519058"/>
                  </a:lnTo>
                  <a:lnTo>
                    <a:pt x="308744" y="514755"/>
                  </a:lnTo>
                  <a:lnTo>
                    <a:pt x="310525" y="510327"/>
                  </a:lnTo>
                  <a:lnTo>
                    <a:pt x="313692" y="504618"/>
                  </a:lnTo>
                  <a:lnTo>
                    <a:pt x="314010" y="500672"/>
                  </a:lnTo>
                  <a:lnTo>
                    <a:pt x="313867" y="497178"/>
                  </a:lnTo>
                  <a:lnTo>
                    <a:pt x="315032" y="496334"/>
                  </a:lnTo>
                  <a:lnTo>
                    <a:pt x="314878" y="491306"/>
                  </a:lnTo>
                  <a:lnTo>
                    <a:pt x="314049" y="488394"/>
                  </a:lnTo>
                  <a:lnTo>
                    <a:pt x="312650" y="485189"/>
                  </a:lnTo>
                  <a:lnTo>
                    <a:pt x="310971" y="481882"/>
                  </a:lnTo>
                  <a:lnTo>
                    <a:pt x="311651" y="480740"/>
                  </a:lnTo>
                  <a:lnTo>
                    <a:pt x="313663" y="478772"/>
                  </a:lnTo>
                  <a:lnTo>
                    <a:pt x="317607" y="477383"/>
                  </a:lnTo>
                  <a:lnTo>
                    <a:pt x="320605" y="473888"/>
                  </a:lnTo>
                  <a:lnTo>
                    <a:pt x="323932" y="469458"/>
                  </a:lnTo>
                  <a:lnTo>
                    <a:pt x="327619" y="465634"/>
                  </a:lnTo>
                  <a:lnTo>
                    <a:pt x="329461" y="464034"/>
                  </a:lnTo>
                  <a:lnTo>
                    <a:pt x="330753" y="464389"/>
                  </a:lnTo>
                  <a:lnTo>
                    <a:pt x="334536" y="469495"/>
                  </a:lnTo>
                  <a:lnTo>
                    <a:pt x="336329" y="469716"/>
                  </a:lnTo>
                  <a:lnTo>
                    <a:pt x="338917" y="469821"/>
                  </a:lnTo>
                  <a:lnTo>
                    <a:pt x="340236" y="466768"/>
                  </a:lnTo>
                  <a:lnTo>
                    <a:pt x="340992" y="465372"/>
                  </a:lnTo>
                  <a:lnTo>
                    <a:pt x="342890" y="463482"/>
                  </a:lnTo>
                  <a:lnTo>
                    <a:pt x="343454" y="462920"/>
                  </a:lnTo>
                  <a:lnTo>
                    <a:pt x="340700" y="460364"/>
                  </a:lnTo>
                  <a:lnTo>
                    <a:pt x="336798" y="458108"/>
                  </a:lnTo>
                  <a:lnTo>
                    <a:pt x="335497" y="457738"/>
                  </a:lnTo>
                  <a:lnTo>
                    <a:pt x="331620" y="459461"/>
                  </a:lnTo>
                  <a:lnTo>
                    <a:pt x="332140" y="457742"/>
                  </a:lnTo>
                  <a:lnTo>
                    <a:pt x="332095" y="456329"/>
                  </a:lnTo>
                  <a:lnTo>
                    <a:pt x="331997" y="453261"/>
                  </a:lnTo>
                  <a:lnTo>
                    <a:pt x="327670" y="454592"/>
                  </a:lnTo>
                  <a:lnTo>
                    <a:pt x="325293" y="453838"/>
                  </a:lnTo>
                  <a:lnTo>
                    <a:pt x="322430" y="454453"/>
                  </a:lnTo>
                  <a:lnTo>
                    <a:pt x="319700" y="456603"/>
                  </a:lnTo>
                  <a:lnTo>
                    <a:pt x="317559" y="457760"/>
                  </a:lnTo>
                  <a:lnTo>
                    <a:pt x="316955" y="458584"/>
                  </a:lnTo>
                  <a:lnTo>
                    <a:pt x="315671" y="460330"/>
                  </a:lnTo>
                  <a:lnTo>
                    <a:pt x="314638" y="464068"/>
                  </a:lnTo>
                  <a:lnTo>
                    <a:pt x="313951" y="465893"/>
                  </a:lnTo>
                  <a:lnTo>
                    <a:pt x="312255" y="466434"/>
                  </a:lnTo>
                  <a:lnTo>
                    <a:pt x="310476" y="468077"/>
                  </a:lnTo>
                  <a:lnTo>
                    <a:pt x="307814" y="468408"/>
                  </a:lnTo>
                  <a:lnTo>
                    <a:pt x="305646" y="470809"/>
                  </a:lnTo>
                  <a:lnTo>
                    <a:pt x="303543" y="473941"/>
                  </a:lnTo>
                  <a:lnTo>
                    <a:pt x="302211" y="476467"/>
                  </a:lnTo>
                  <a:lnTo>
                    <a:pt x="302919" y="478377"/>
                  </a:lnTo>
                  <a:lnTo>
                    <a:pt x="304856" y="481738"/>
                  </a:lnTo>
                  <a:lnTo>
                    <a:pt x="304724" y="482775"/>
                  </a:lnTo>
                  <a:lnTo>
                    <a:pt x="300953" y="482755"/>
                  </a:lnTo>
                  <a:lnTo>
                    <a:pt x="298400" y="485932"/>
                  </a:lnTo>
                  <a:lnTo>
                    <a:pt x="296865" y="489937"/>
                  </a:lnTo>
                  <a:lnTo>
                    <a:pt x="294511" y="492106"/>
                  </a:lnTo>
                  <a:lnTo>
                    <a:pt x="293422" y="495245"/>
                  </a:lnTo>
                  <a:lnTo>
                    <a:pt x="294346" y="497874"/>
                  </a:lnTo>
                  <a:lnTo>
                    <a:pt x="295854" y="498630"/>
                  </a:lnTo>
                  <a:lnTo>
                    <a:pt x="293173" y="501210"/>
                  </a:lnTo>
                  <a:lnTo>
                    <a:pt x="292769" y="503940"/>
                  </a:lnTo>
                  <a:lnTo>
                    <a:pt x="290353" y="506385"/>
                  </a:lnTo>
                  <a:lnTo>
                    <a:pt x="289812" y="508084"/>
                  </a:lnTo>
                  <a:lnTo>
                    <a:pt x="289928" y="509766"/>
                  </a:lnTo>
                  <a:lnTo>
                    <a:pt x="290821" y="512261"/>
                  </a:lnTo>
                  <a:lnTo>
                    <a:pt x="290651" y="515319"/>
                  </a:lnTo>
                  <a:lnTo>
                    <a:pt x="288903" y="519254"/>
                  </a:lnTo>
                  <a:lnTo>
                    <a:pt x="288709" y="521492"/>
                  </a:lnTo>
                  <a:lnTo>
                    <a:pt x="285596" y="523967"/>
                  </a:lnTo>
                  <a:lnTo>
                    <a:pt x="283333" y="523935"/>
                  </a:lnTo>
                  <a:lnTo>
                    <a:pt x="282719" y="526366"/>
                  </a:lnTo>
                  <a:lnTo>
                    <a:pt x="282977" y="530024"/>
                  </a:lnTo>
                  <a:lnTo>
                    <a:pt x="282545" y="532837"/>
                  </a:lnTo>
                  <a:lnTo>
                    <a:pt x="280555" y="534794"/>
                  </a:lnTo>
                  <a:lnTo>
                    <a:pt x="278873" y="536003"/>
                  </a:lnTo>
                  <a:lnTo>
                    <a:pt x="277454" y="536475"/>
                  </a:lnTo>
                  <a:lnTo>
                    <a:pt x="275277" y="536225"/>
                  </a:lnTo>
                  <a:lnTo>
                    <a:pt x="272498" y="536813"/>
                  </a:lnTo>
                  <a:lnTo>
                    <a:pt x="272435" y="538359"/>
                  </a:lnTo>
                  <a:lnTo>
                    <a:pt x="272114" y="540297"/>
                  </a:lnTo>
                  <a:lnTo>
                    <a:pt x="269863" y="540684"/>
                  </a:lnTo>
                  <a:lnTo>
                    <a:pt x="268288" y="541289"/>
                  </a:lnTo>
                  <a:lnTo>
                    <a:pt x="269997" y="544809"/>
                  </a:lnTo>
                  <a:lnTo>
                    <a:pt x="269139" y="546475"/>
                  </a:lnTo>
                  <a:lnTo>
                    <a:pt x="266722" y="546984"/>
                  </a:lnTo>
                  <a:lnTo>
                    <a:pt x="265471" y="547989"/>
                  </a:lnTo>
                  <a:lnTo>
                    <a:pt x="264011" y="549090"/>
                  </a:lnTo>
                  <a:lnTo>
                    <a:pt x="263595" y="551807"/>
                  </a:lnTo>
                  <a:lnTo>
                    <a:pt x="261821" y="553814"/>
                  </a:lnTo>
                  <a:lnTo>
                    <a:pt x="261757" y="557114"/>
                  </a:lnTo>
                  <a:lnTo>
                    <a:pt x="261284" y="559206"/>
                  </a:lnTo>
                  <a:lnTo>
                    <a:pt x="261348" y="561484"/>
                  </a:lnTo>
                  <a:lnTo>
                    <a:pt x="264104" y="563576"/>
                  </a:lnTo>
                  <a:lnTo>
                    <a:pt x="266955" y="563723"/>
                  </a:lnTo>
                  <a:lnTo>
                    <a:pt x="269893" y="563009"/>
                  </a:lnTo>
                  <a:lnTo>
                    <a:pt x="271990" y="562665"/>
                  </a:lnTo>
                  <a:lnTo>
                    <a:pt x="274494" y="565817"/>
                  </a:lnTo>
                  <a:lnTo>
                    <a:pt x="277026" y="565764"/>
                  </a:lnTo>
                  <a:lnTo>
                    <a:pt x="279124" y="567578"/>
                  </a:lnTo>
                  <a:lnTo>
                    <a:pt x="280866" y="569386"/>
                  </a:lnTo>
                  <a:lnTo>
                    <a:pt x="282278" y="571109"/>
                  </a:lnTo>
                  <a:lnTo>
                    <a:pt x="281759" y="571734"/>
                  </a:lnTo>
                  <a:lnTo>
                    <a:pt x="280319" y="573466"/>
                  </a:lnTo>
                  <a:lnTo>
                    <a:pt x="280020" y="577149"/>
                  </a:lnTo>
                  <a:lnTo>
                    <a:pt x="279274" y="578778"/>
                  </a:lnTo>
                  <a:lnTo>
                    <a:pt x="277055" y="580054"/>
                  </a:lnTo>
                  <a:lnTo>
                    <a:pt x="276455" y="582305"/>
                  </a:lnTo>
                  <a:lnTo>
                    <a:pt x="273589" y="584097"/>
                  </a:lnTo>
                  <a:lnTo>
                    <a:pt x="270952" y="584211"/>
                  </a:lnTo>
                  <a:lnTo>
                    <a:pt x="269933" y="586669"/>
                  </a:lnTo>
                  <a:lnTo>
                    <a:pt x="269809" y="589638"/>
                  </a:lnTo>
                  <a:lnTo>
                    <a:pt x="268276" y="590037"/>
                  </a:lnTo>
                  <a:lnTo>
                    <a:pt x="267036" y="592593"/>
                  </a:lnTo>
                  <a:lnTo>
                    <a:pt x="269148" y="594653"/>
                  </a:lnTo>
                  <a:lnTo>
                    <a:pt x="267398" y="596608"/>
                  </a:lnTo>
                  <a:lnTo>
                    <a:pt x="267120" y="599999"/>
                  </a:lnTo>
                  <a:lnTo>
                    <a:pt x="266549" y="603270"/>
                  </a:lnTo>
                  <a:lnTo>
                    <a:pt x="265242" y="607038"/>
                  </a:lnTo>
                  <a:lnTo>
                    <a:pt x="262847" y="609211"/>
                  </a:lnTo>
                  <a:lnTo>
                    <a:pt x="259999" y="611281"/>
                  </a:lnTo>
                  <a:lnTo>
                    <a:pt x="257869" y="613022"/>
                  </a:lnTo>
                  <a:lnTo>
                    <a:pt x="253879" y="614122"/>
                  </a:lnTo>
                  <a:lnTo>
                    <a:pt x="251304" y="613246"/>
                  </a:lnTo>
                  <a:lnTo>
                    <a:pt x="248123" y="614850"/>
                  </a:lnTo>
                  <a:lnTo>
                    <a:pt x="246283" y="617116"/>
                  </a:lnTo>
                  <a:lnTo>
                    <a:pt x="247769" y="619286"/>
                  </a:lnTo>
                  <a:lnTo>
                    <a:pt x="247164" y="621147"/>
                  </a:lnTo>
                  <a:lnTo>
                    <a:pt x="243442" y="623388"/>
                  </a:lnTo>
                  <a:lnTo>
                    <a:pt x="243459" y="626413"/>
                  </a:lnTo>
                  <a:lnTo>
                    <a:pt x="242122" y="628541"/>
                  </a:lnTo>
                  <a:lnTo>
                    <a:pt x="238520" y="626720"/>
                  </a:lnTo>
                  <a:lnTo>
                    <a:pt x="236157" y="626135"/>
                  </a:lnTo>
                  <a:lnTo>
                    <a:pt x="236412" y="630271"/>
                  </a:lnTo>
                  <a:lnTo>
                    <a:pt x="236220" y="631756"/>
                  </a:lnTo>
                  <a:lnTo>
                    <a:pt x="234212" y="632978"/>
                  </a:lnTo>
                  <a:lnTo>
                    <a:pt x="234377" y="636847"/>
                  </a:lnTo>
                  <a:lnTo>
                    <a:pt x="230348" y="637825"/>
                  </a:lnTo>
                  <a:lnTo>
                    <a:pt x="227438" y="638487"/>
                  </a:lnTo>
                  <a:lnTo>
                    <a:pt x="228507" y="641855"/>
                  </a:lnTo>
                  <a:lnTo>
                    <a:pt x="226784" y="642518"/>
                  </a:lnTo>
                  <a:lnTo>
                    <a:pt x="223874" y="642473"/>
                  </a:lnTo>
                  <a:lnTo>
                    <a:pt x="220861" y="644761"/>
                  </a:lnTo>
                  <a:lnTo>
                    <a:pt x="221695" y="647690"/>
                  </a:lnTo>
                  <a:lnTo>
                    <a:pt x="221901" y="651758"/>
                  </a:lnTo>
                  <a:lnTo>
                    <a:pt x="222360" y="654775"/>
                  </a:lnTo>
                  <a:lnTo>
                    <a:pt x="222204" y="654992"/>
                  </a:lnTo>
                  <a:lnTo>
                    <a:pt x="220153" y="657838"/>
                  </a:lnTo>
                  <a:lnTo>
                    <a:pt x="219539" y="660251"/>
                  </a:lnTo>
                  <a:lnTo>
                    <a:pt x="218251" y="664222"/>
                  </a:lnTo>
                  <a:lnTo>
                    <a:pt x="216227" y="663924"/>
                  </a:lnTo>
                  <a:lnTo>
                    <a:pt x="214744" y="664337"/>
                  </a:lnTo>
                  <a:lnTo>
                    <a:pt x="212317" y="668636"/>
                  </a:lnTo>
                  <a:lnTo>
                    <a:pt x="209730" y="667755"/>
                  </a:lnTo>
                  <a:lnTo>
                    <a:pt x="207607" y="669532"/>
                  </a:lnTo>
                  <a:lnTo>
                    <a:pt x="206893" y="671714"/>
                  </a:lnTo>
                  <a:lnTo>
                    <a:pt x="204630" y="675056"/>
                  </a:lnTo>
                  <a:lnTo>
                    <a:pt x="202055" y="673546"/>
                  </a:lnTo>
                  <a:lnTo>
                    <a:pt x="199382" y="674913"/>
                  </a:lnTo>
                  <a:lnTo>
                    <a:pt x="196739" y="676189"/>
                  </a:lnTo>
                  <a:lnTo>
                    <a:pt x="196157" y="678554"/>
                  </a:lnTo>
                  <a:lnTo>
                    <a:pt x="198931" y="681204"/>
                  </a:lnTo>
                  <a:lnTo>
                    <a:pt x="198006" y="682473"/>
                  </a:lnTo>
                  <a:lnTo>
                    <a:pt x="195493" y="682396"/>
                  </a:lnTo>
                  <a:lnTo>
                    <a:pt x="193940" y="683020"/>
                  </a:lnTo>
                  <a:lnTo>
                    <a:pt x="192770" y="681056"/>
                  </a:lnTo>
                  <a:lnTo>
                    <a:pt x="191039" y="680321"/>
                  </a:lnTo>
                  <a:lnTo>
                    <a:pt x="188223" y="681727"/>
                  </a:lnTo>
                  <a:lnTo>
                    <a:pt x="189594" y="685205"/>
                  </a:lnTo>
                  <a:lnTo>
                    <a:pt x="190970" y="687583"/>
                  </a:lnTo>
                  <a:lnTo>
                    <a:pt x="189983" y="690300"/>
                  </a:lnTo>
                  <a:lnTo>
                    <a:pt x="187549" y="689477"/>
                  </a:lnTo>
                  <a:lnTo>
                    <a:pt x="184010" y="690368"/>
                  </a:lnTo>
                  <a:lnTo>
                    <a:pt x="181255" y="690233"/>
                  </a:lnTo>
                  <a:lnTo>
                    <a:pt x="180319" y="689575"/>
                  </a:lnTo>
                  <a:lnTo>
                    <a:pt x="178349" y="690289"/>
                  </a:lnTo>
                  <a:lnTo>
                    <a:pt x="176938" y="692190"/>
                  </a:lnTo>
                  <a:lnTo>
                    <a:pt x="176017" y="696196"/>
                  </a:lnTo>
                  <a:lnTo>
                    <a:pt x="177758" y="696394"/>
                  </a:lnTo>
                  <a:lnTo>
                    <a:pt x="180754" y="697214"/>
                  </a:lnTo>
                  <a:lnTo>
                    <a:pt x="182700" y="698144"/>
                  </a:lnTo>
                  <a:lnTo>
                    <a:pt x="184986" y="701000"/>
                  </a:lnTo>
                  <a:lnTo>
                    <a:pt x="181334" y="703819"/>
                  </a:lnTo>
                  <a:lnTo>
                    <a:pt x="179339" y="705692"/>
                  </a:lnTo>
                  <a:lnTo>
                    <a:pt x="179083" y="708941"/>
                  </a:lnTo>
                  <a:lnTo>
                    <a:pt x="178457" y="712225"/>
                  </a:lnTo>
                  <a:lnTo>
                    <a:pt x="176674" y="712980"/>
                  </a:lnTo>
                  <a:lnTo>
                    <a:pt x="173629" y="712386"/>
                  </a:lnTo>
                  <a:lnTo>
                    <a:pt x="173390" y="714071"/>
                  </a:lnTo>
                  <a:lnTo>
                    <a:pt x="171160" y="714111"/>
                  </a:lnTo>
                  <a:lnTo>
                    <a:pt x="167690" y="714607"/>
                  </a:lnTo>
                  <a:lnTo>
                    <a:pt x="163164" y="716421"/>
                  </a:lnTo>
                  <a:lnTo>
                    <a:pt x="163626" y="720115"/>
                  </a:lnTo>
                  <a:lnTo>
                    <a:pt x="156724" y="725854"/>
                  </a:lnTo>
                  <a:lnTo>
                    <a:pt x="153579" y="727710"/>
                  </a:lnTo>
                  <a:lnTo>
                    <a:pt x="152998" y="729370"/>
                  </a:lnTo>
                  <a:lnTo>
                    <a:pt x="152782" y="729989"/>
                  </a:lnTo>
                  <a:lnTo>
                    <a:pt x="149988" y="732566"/>
                  </a:lnTo>
                  <a:lnTo>
                    <a:pt x="149120" y="732736"/>
                  </a:lnTo>
                  <a:lnTo>
                    <a:pt x="148379" y="730649"/>
                  </a:lnTo>
                  <a:lnTo>
                    <a:pt x="150186" y="728728"/>
                  </a:lnTo>
                  <a:lnTo>
                    <a:pt x="150083" y="724317"/>
                  </a:lnTo>
                  <a:lnTo>
                    <a:pt x="151022" y="721872"/>
                  </a:lnTo>
                  <a:lnTo>
                    <a:pt x="149706" y="720247"/>
                  </a:lnTo>
                  <a:lnTo>
                    <a:pt x="147552" y="719652"/>
                  </a:lnTo>
                  <a:lnTo>
                    <a:pt x="145868" y="721991"/>
                  </a:lnTo>
                  <a:lnTo>
                    <a:pt x="143762" y="721984"/>
                  </a:lnTo>
                  <a:lnTo>
                    <a:pt x="141697" y="722521"/>
                  </a:lnTo>
                  <a:lnTo>
                    <a:pt x="141106" y="725805"/>
                  </a:lnTo>
                  <a:lnTo>
                    <a:pt x="139507" y="727694"/>
                  </a:lnTo>
                  <a:lnTo>
                    <a:pt x="136084" y="729585"/>
                  </a:lnTo>
                  <a:lnTo>
                    <a:pt x="133513" y="731396"/>
                  </a:lnTo>
                  <a:lnTo>
                    <a:pt x="131973" y="734634"/>
                  </a:lnTo>
                  <a:lnTo>
                    <a:pt x="132067" y="735869"/>
                  </a:lnTo>
                  <a:lnTo>
                    <a:pt x="130753" y="737372"/>
                  </a:lnTo>
                  <a:lnTo>
                    <a:pt x="127536" y="735609"/>
                  </a:lnTo>
                  <a:lnTo>
                    <a:pt x="127342" y="738063"/>
                  </a:lnTo>
                  <a:lnTo>
                    <a:pt x="124652" y="738437"/>
                  </a:lnTo>
                  <a:lnTo>
                    <a:pt x="123302" y="737444"/>
                  </a:lnTo>
                  <a:lnTo>
                    <a:pt x="120000" y="737455"/>
                  </a:lnTo>
                  <a:lnTo>
                    <a:pt x="117660" y="740430"/>
                  </a:lnTo>
                  <a:lnTo>
                    <a:pt x="113648" y="742849"/>
                  </a:lnTo>
                  <a:lnTo>
                    <a:pt x="108144" y="742636"/>
                  </a:lnTo>
                  <a:lnTo>
                    <a:pt x="107438" y="741421"/>
                  </a:lnTo>
                  <a:lnTo>
                    <a:pt x="108200" y="738857"/>
                  </a:lnTo>
                  <a:lnTo>
                    <a:pt x="108325" y="736244"/>
                  </a:lnTo>
                  <a:lnTo>
                    <a:pt x="110407" y="732875"/>
                  </a:lnTo>
                  <a:lnTo>
                    <a:pt x="109927" y="730153"/>
                  </a:lnTo>
                  <a:lnTo>
                    <a:pt x="107815" y="729860"/>
                  </a:lnTo>
                  <a:lnTo>
                    <a:pt x="105366" y="730474"/>
                  </a:lnTo>
                  <a:lnTo>
                    <a:pt x="103775" y="733223"/>
                  </a:lnTo>
                  <a:lnTo>
                    <a:pt x="102855" y="735350"/>
                  </a:lnTo>
                  <a:lnTo>
                    <a:pt x="103328" y="740304"/>
                  </a:lnTo>
                  <a:lnTo>
                    <a:pt x="101290" y="743930"/>
                  </a:lnTo>
                  <a:lnTo>
                    <a:pt x="99342" y="746798"/>
                  </a:lnTo>
                  <a:lnTo>
                    <a:pt x="100567" y="751027"/>
                  </a:lnTo>
                  <a:lnTo>
                    <a:pt x="102947" y="752106"/>
                  </a:lnTo>
                  <a:lnTo>
                    <a:pt x="106408" y="754494"/>
                  </a:lnTo>
                  <a:lnTo>
                    <a:pt x="107098" y="756274"/>
                  </a:lnTo>
                  <a:lnTo>
                    <a:pt x="103738" y="755636"/>
                  </a:lnTo>
                  <a:lnTo>
                    <a:pt x="101348" y="756819"/>
                  </a:lnTo>
                  <a:lnTo>
                    <a:pt x="98555" y="754537"/>
                  </a:lnTo>
                  <a:lnTo>
                    <a:pt x="97343" y="753963"/>
                  </a:lnTo>
                  <a:lnTo>
                    <a:pt x="95092" y="755684"/>
                  </a:lnTo>
                  <a:lnTo>
                    <a:pt x="93493" y="754315"/>
                  </a:lnTo>
                  <a:lnTo>
                    <a:pt x="91834" y="755949"/>
                  </a:lnTo>
                  <a:lnTo>
                    <a:pt x="91192" y="757703"/>
                  </a:lnTo>
                  <a:lnTo>
                    <a:pt x="90887" y="760784"/>
                  </a:lnTo>
                  <a:lnTo>
                    <a:pt x="90966" y="764553"/>
                  </a:lnTo>
                  <a:lnTo>
                    <a:pt x="89914" y="766409"/>
                  </a:lnTo>
                  <a:lnTo>
                    <a:pt x="88330" y="766611"/>
                  </a:lnTo>
                  <a:lnTo>
                    <a:pt x="86365" y="763797"/>
                  </a:lnTo>
                  <a:lnTo>
                    <a:pt x="86152" y="762217"/>
                  </a:lnTo>
                  <a:lnTo>
                    <a:pt x="86550" y="757234"/>
                  </a:lnTo>
                  <a:lnTo>
                    <a:pt x="85153" y="756480"/>
                  </a:lnTo>
                  <a:lnTo>
                    <a:pt x="82869" y="758618"/>
                  </a:lnTo>
                  <a:lnTo>
                    <a:pt x="82459" y="760123"/>
                  </a:lnTo>
                  <a:lnTo>
                    <a:pt x="79595" y="760665"/>
                  </a:lnTo>
                  <a:lnTo>
                    <a:pt x="76620" y="762041"/>
                  </a:lnTo>
                  <a:lnTo>
                    <a:pt x="74700" y="760884"/>
                  </a:lnTo>
                  <a:lnTo>
                    <a:pt x="73505" y="758827"/>
                  </a:lnTo>
                  <a:lnTo>
                    <a:pt x="71092" y="761876"/>
                  </a:lnTo>
                  <a:lnTo>
                    <a:pt x="69116" y="763676"/>
                  </a:lnTo>
                  <a:lnTo>
                    <a:pt x="66638" y="765767"/>
                  </a:lnTo>
                  <a:lnTo>
                    <a:pt x="64302" y="767009"/>
                  </a:lnTo>
                  <a:lnTo>
                    <a:pt x="66042" y="768639"/>
                  </a:lnTo>
                  <a:lnTo>
                    <a:pt x="68371" y="768817"/>
                  </a:lnTo>
                  <a:lnTo>
                    <a:pt x="71193" y="771827"/>
                  </a:lnTo>
                  <a:lnTo>
                    <a:pt x="72002" y="774912"/>
                  </a:lnTo>
                  <a:lnTo>
                    <a:pt x="67517" y="773350"/>
                  </a:lnTo>
                  <a:lnTo>
                    <a:pt x="63467" y="774041"/>
                  </a:lnTo>
                  <a:lnTo>
                    <a:pt x="59156" y="775496"/>
                  </a:lnTo>
                  <a:lnTo>
                    <a:pt x="53588" y="774613"/>
                  </a:lnTo>
                  <a:lnTo>
                    <a:pt x="47950" y="774873"/>
                  </a:lnTo>
                  <a:lnTo>
                    <a:pt x="42689" y="777006"/>
                  </a:lnTo>
                  <a:lnTo>
                    <a:pt x="40774" y="779156"/>
                  </a:lnTo>
                  <a:lnTo>
                    <a:pt x="40421" y="781900"/>
                  </a:lnTo>
                  <a:lnTo>
                    <a:pt x="37922" y="783860"/>
                  </a:lnTo>
                  <a:lnTo>
                    <a:pt x="33484" y="784925"/>
                  </a:lnTo>
                  <a:lnTo>
                    <a:pt x="30983" y="784622"/>
                  </a:lnTo>
                  <a:lnTo>
                    <a:pt x="28148" y="782700"/>
                  </a:lnTo>
                  <a:lnTo>
                    <a:pt x="27129" y="779462"/>
                  </a:lnTo>
                  <a:lnTo>
                    <a:pt x="26158" y="777820"/>
                  </a:lnTo>
                  <a:lnTo>
                    <a:pt x="26068" y="775620"/>
                  </a:lnTo>
                  <a:lnTo>
                    <a:pt x="28104" y="773876"/>
                  </a:lnTo>
                  <a:lnTo>
                    <a:pt x="31048" y="772894"/>
                  </a:lnTo>
                  <a:lnTo>
                    <a:pt x="32660" y="770330"/>
                  </a:lnTo>
                  <a:lnTo>
                    <a:pt x="35013" y="764786"/>
                  </a:lnTo>
                  <a:lnTo>
                    <a:pt x="35035" y="761482"/>
                  </a:lnTo>
                  <a:lnTo>
                    <a:pt x="38399" y="759929"/>
                  </a:lnTo>
                  <a:lnTo>
                    <a:pt x="40588" y="761882"/>
                  </a:lnTo>
                  <a:lnTo>
                    <a:pt x="43892" y="760345"/>
                  </a:lnTo>
                  <a:lnTo>
                    <a:pt x="45930" y="758679"/>
                  </a:lnTo>
                  <a:lnTo>
                    <a:pt x="48906" y="758195"/>
                  </a:lnTo>
                  <a:lnTo>
                    <a:pt x="51262" y="755717"/>
                  </a:lnTo>
                  <a:lnTo>
                    <a:pt x="54126" y="755087"/>
                  </a:lnTo>
                  <a:lnTo>
                    <a:pt x="60010" y="756066"/>
                  </a:lnTo>
                  <a:lnTo>
                    <a:pt x="62381" y="760188"/>
                  </a:lnTo>
                  <a:lnTo>
                    <a:pt x="64416" y="759359"/>
                  </a:lnTo>
                  <a:lnTo>
                    <a:pt x="65881" y="756693"/>
                  </a:lnTo>
                  <a:lnTo>
                    <a:pt x="65019" y="752306"/>
                  </a:lnTo>
                  <a:lnTo>
                    <a:pt x="69323" y="749999"/>
                  </a:lnTo>
                  <a:lnTo>
                    <a:pt x="71697" y="750440"/>
                  </a:lnTo>
                  <a:lnTo>
                    <a:pt x="75730" y="749367"/>
                  </a:lnTo>
                  <a:lnTo>
                    <a:pt x="74773" y="746812"/>
                  </a:lnTo>
                  <a:lnTo>
                    <a:pt x="76791" y="744694"/>
                  </a:lnTo>
                  <a:lnTo>
                    <a:pt x="80771" y="740490"/>
                  </a:lnTo>
                  <a:lnTo>
                    <a:pt x="82505" y="737085"/>
                  </a:lnTo>
                  <a:lnTo>
                    <a:pt x="87084" y="730807"/>
                  </a:lnTo>
                  <a:lnTo>
                    <a:pt x="90404" y="725948"/>
                  </a:lnTo>
                  <a:lnTo>
                    <a:pt x="92676" y="724225"/>
                  </a:lnTo>
                  <a:lnTo>
                    <a:pt x="94277" y="722317"/>
                  </a:lnTo>
                  <a:lnTo>
                    <a:pt x="97776" y="720413"/>
                  </a:lnTo>
                  <a:lnTo>
                    <a:pt x="99836" y="717732"/>
                  </a:lnTo>
                  <a:lnTo>
                    <a:pt x="102052" y="717202"/>
                  </a:lnTo>
                  <a:lnTo>
                    <a:pt x="108094" y="714957"/>
                  </a:lnTo>
                  <a:lnTo>
                    <a:pt x="114850" y="712346"/>
                  </a:lnTo>
                  <a:lnTo>
                    <a:pt x="119306" y="711840"/>
                  </a:lnTo>
                  <a:lnTo>
                    <a:pt x="122976" y="711844"/>
                  </a:lnTo>
                  <a:lnTo>
                    <a:pt x="123020" y="715411"/>
                  </a:lnTo>
                  <a:lnTo>
                    <a:pt x="123547" y="718260"/>
                  </a:lnTo>
                  <a:lnTo>
                    <a:pt x="128949" y="719292"/>
                  </a:lnTo>
                  <a:lnTo>
                    <a:pt x="130238" y="719025"/>
                  </a:lnTo>
                  <a:lnTo>
                    <a:pt x="131340" y="716798"/>
                  </a:lnTo>
                  <a:lnTo>
                    <a:pt x="129469" y="714819"/>
                  </a:lnTo>
                  <a:lnTo>
                    <a:pt x="128121" y="713749"/>
                  </a:lnTo>
                  <a:lnTo>
                    <a:pt x="130290" y="709368"/>
                  </a:lnTo>
                  <a:lnTo>
                    <a:pt x="131962" y="703289"/>
                  </a:lnTo>
                  <a:lnTo>
                    <a:pt x="132286" y="699953"/>
                  </a:lnTo>
                  <a:lnTo>
                    <a:pt x="135925" y="696814"/>
                  </a:lnTo>
                  <a:lnTo>
                    <a:pt x="137588" y="694326"/>
                  </a:lnTo>
                  <a:lnTo>
                    <a:pt x="141191" y="691991"/>
                  </a:lnTo>
                  <a:lnTo>
                    <a:pt x="144618" y="687577"/>
                  </a:lnTo>
                  <a:lnTo>
                    <a:pt x="151166" y="683644"/>
                  </a:lnTo>
                  <a:lnTo>
                    <a:pt x="158116" y="678260"/>
                  </a:lnTo>
                  <a:lnTo>
                    <a:pt x="163508" y="673367"/>
                  </a:lnTo>
                  <a:lnTo>
                    <a:pt x="165401" y="674840"/>
                  </a:lnTo>
                  <a:lnTo>
                    <a:pt x="166365" y="675588"/>
                  </a:lnTo>
                  <a:lnTo>
                    <a:pt x="168844" y="675400"/>
                  </a:lnTo>
                  <a:lnTo>
                    <a:pt x="170819" y="674647"/>
                  </a:lnTo>
                  <a:lnTo>
                    <a:pt x="170934" y="672927"/>
                  </a:lnTo>
                  <a:lnTo>
                    <a:pt x="169859" y="669964"/>
                  </a:lnTo>
                  <a:lnTo>
                    <a:pt x="169808" y="666389"/>
                  </a:lnTo>
                  <a:lnTo>
                    <a:pt x="172777" y="659634"/>
                  </a:lnTo>
                  <a:lnTo>
                    <a:pt x="177138" y="652552"/>
                  </a:lnTo>
                  <a:lnTo>
                    <a:pt x="179061" y="650626"/>
                  </a:lnTo>
                  <a:lnTo>
                    <a:pt x="182250" y="648850"/>
                  </a:lnTo>
                  <a:lnTo>
                    <a:pt x="185321" y="643203"/>
                  </a:lnTo>
                  <a:lnTo>
                    <a:pt x="188677" y="639772"/>
                  </a:lnTo>
                  <a:lnTo>
                    <a:pt x="190722" y="638900"/>
                  </a:lnTo>
                  <a:lnTo>
                    <a:pt x="190459" y="636773"/>
                  </a:lnTo>
                  <a:lnTo>
                    <a:pt x="189758" y="634602"/>
                  </a:lnTo>
                  <a:lnTo>
                    <a:pt x="190043" y="630125"/>
                  </a:lnTo>
                  <a:lnTo>
                    <a:pt x="190611" y="624760"/>
                  </a:lnTo>
                  <a:lnTo>
                    <a:pt x="190968" y="614542"/>
                  </a:lnTo>
                  <a:lnTo>
                    <a:pt x="191675" y="611737"/>
                  </a:lnTo>
                  <a:lnTo>
                    <a:pt x="193154" y="608472"/>
                  </a:lnTo>
                  <a:lnTo>
                    <a:pt x="191503" y="605756"/>
                  </a:lnTo>
                  <a:lnTo>
                    <a:pt x="191351" y="601135"/>
                  </a:lnTo>
                  <a:lnTo>
                    <a:pt x="192356" y="596289"/>
                  </a:lnTo>
                  <a:lnTo>
                    <a:pt x="195772" y="592218"/>
                  </a:lnTo>
                  <a:lnTo>
                    <a:pt x="197321" y="589782"/>
                  </a:lnTo>
                  <a:lnTo>
                    <a:pt x="199290" y="586676"/>
                  </a:lnTo>
                  <a:lnTo>
                    <a:pt x="200709" y="583845"/>
                  </a:lnTo>
                  <a:lnTo>
                    <a:pt x="201902" y="579301"/>
                  </a:lnTo>
                  <a:lnTo>
                    <a:pt x="201334" y="578093"/>
                  </a:lnTo>
                  <a:lnTo>
                    <a:pt x="199613" y="578035"/>
                  </a:lnTo>
                  <a:lnTo>
                    <a:pt x="199146" y="578019"/>
                  </a:lnTo>
                  <a:lnTo>
                    <a:pt x="197484" y="578945"/>
                  </a:lnTo>
                  <a:lnTo>
                    <a:pt x="193452" y="581181"/>
                  </a:lnTo>
                  <a:lnTo>
                    <a:pt x="189623" y="583882"/>
                  </a:lnTo>
                  <a:lnTo>
                    <a:pt x="185297" y="586270"/>
                  </a:lnTo>
                  <a:lnTo>
                    <a:pt x="177650" y="590651"/>
                  </a:lnTo>
                  <a:lnTo>
                    <a:pt x="175640" y="590493"/>
                  </a:lnTo>
                  <a:lnTo>
                    <a:pt x="173367" y="588457"/>
                  </a:lnTo>
                  <a:lnTo>
                    <a:pt x="172211" y="584653"/>
                  </a:lnTo>
                  <a:lnTo>
                    <a:pt x="171147" y="583672"/>
                  </a:lnTo>
                  <a:lnTo>
                    <a:pt x="168028" y="582233"/>
                  </a:lnTo>
                  <a:lnTo>
                    <a:pt x="168877" y="579685"/>
                  </a:lnTo>
                  <a:lnTo>
                    <a:pt x="166625" y="577240"/>
                  </a:lnTo>
                  <a:lnTo>
                    <a:pt x="163524" y="579487"/>
                  </a:lnTo>
                  <a:lnTo>
                    <a:pt x="163150" y="582261"/>
                  </a:lnTo>
                  <a:lnTo>
                    <a:pt x="163471" y="584618"/>
                  </a:lnTo>
                  <a:lnTo>
                    <a:pt x="161828" y="587358"/>
                  </a:lnTo>
                  <a:lnTo>
                    <a:pt x="162686" y="590549"/>
                  </a:lnTo>
                  <a:lnTo>
                    <a:pt x="165674" y="597148"/>
                  </a:lnTo>
                  <a:lnTo>
                    <a:pt x="163837" y="600663"/>
                  </a:lnTo>
                  <a:lnTo>
                    <a:pt x="162002" y="601512"/>
                  </a:lnTo>
                  <a:lnTo>
                    <a:pt x="157951" y="600089"/>
                  </a:lnTo>
                  <a:lnTo>
                    <a:pt x="154029" y="591802"/>
                  </a:lnTo>
                  <a:lnTo>
                    <a:pt x="149818" y="583939"/>
                  </a:lnTo>
                  <a:lnTo>
                    <a:pt x="147081" y="581182"/>
                  </a:lnTo>
                  <a:lnTo>
                    <a:pt x="144666" y="580671"/>
                  </a:lnTo>
                  <a:lnTo>
                    <a:pt x="145509" y="578824"/>
                  </a:lnTo>
                  <a:lnTo>
                    <a:pt x="145138" y="576646"/>
                  </a:lnTo>
                  <a:lnTo>
                    <a:pt x="143076" y="576760"/>
                  </a:lnTo>
                  <a:lnTo>
                    <a:pt x="142369" y="579258"/>
                  </a:lnTo>
                  <a:lnTo>
                    <a:pt x="141472" y="581673"/>
                  </a:lnTo>
                  <a:lnTo>
                    <a:pt x="139035" y="583732"/>
                  </a:lnTo>
                  <a:lnTo>
                    <a:pt x="137437" y="581151"/>
                  </a:lnTo>
                  <a:lnTo>
                    <a:pt x="133713" y="579735"/>
                  </a:lnTo>
                  <a:lnTo>
                    <a:pt x="131906" y="578102"/>
                  </a:lnTo>
                  <a:lnTo>
                    <a:pt x="129919" y="575639"/>
                  </a:lnTo>
                  <a:lnTo>
                    <a:pt x="131305" y="573759"/>
                  </a:lnTo>
                  <a:lnTo>
                    <a:pt x="129925" y="570220"/>
                  </a:lnTo>
                  <a:lnTo>
                    <a:pt x="125718" y="572950"/>
                  </a:lnTo>
                  <a:lnTo>
                    <a:pt x="121177" y="577097"/>
                  </a:lnTo>
                  <a:lnTo>
                    <a:pt x="119247" y="581358"/>
                  </a:lnTo>
                  <a:lnTo>
                    <a:pt x="118172" y="579049"/>
                  </a:lnTo>
                  <a:lnTo>
                    <a:pt x="115409" y="580348"/>
                  </a:lnTo>
                  <a:lnTo>
                    <a:pt x="114761" y="580798"/>
                  </a:lnTo>
                  <a:lnTo>
                    <a:pt x="113857" y="581425"/>
                  </a:lnTo>
                  <a:lnTo>
                    <a:pt x="110685" y="583617"/>
                  </a:lnTo>
                  <a:lnTo>
                    <a:pt x="108194" y="585189"/>
                  </a:lnTo>
                  <a:lnTo>
                    <a:pt x="108161" y="585354"/>
                  </a:lnTo>
                  <a:lnTo>
                    <a:pt x="107480" y="588747"/>
                  </a:lnTo>
                  <a:lnTo>
                    <a:pt x="103639" y="591222"/>
                  </a:lnTo>
                  <a:lnTo>
                    <a:pt x="99286" y="593873"/>
                  </a:lnTo>
                  <a:lnTo>
                    <a:pt x="98190" y="591025"/>
                  </a:lnTo>
                  <a:lnTo>
                    <a:pt x="93315" y="591122"/>
                  </a:lnTo>
                  <a:lnTo>
                    <a:pt x="90195" y="589087"/>
                  </a:lnTo>
                  <a:lnTo>
                    <a:pt x="94025" y="587333"/>
                  </a:lnTo>
                  <a:lnTo>
                    <a:pt x="97706" y="585315"/>
                  </a:lnTo>
                  <a:lnTo>
                    <a:pt x="98978" y="580148"/>
                  </a:lnTo>
                  <a:lnTo>
                    <a:pt x="98135" y="573344"/>
                  </a:lnTo>
                  <a:lnTo>
                    <a:pt x="95874" y="568530"/>
                  </a:lnTo>
                  <a:lnTo>
                    <a:pt x="94043" y="564711"/>
                  </a:lnTo>
                  <a:lnTo>
                    <a:pt x="92964" y="560942"/>
                  </a:lnTo>
                  <a:lnTo>
                    <a:pt x="94170" y="557057"/>
                  </a:lnTo>
                  <a:lnTo>
                    <a:pt x="97241" y="552772"/>
                  </a:lnTo>
                  <a:lnTo>
                    <a:pt x="98487" y="551147"/>
                  </a:lnTo>
                  <a:lnTo>
                    <a:pt x="100346" y="550146"/>
                  </a:lnTo>
                  <a:lnTo>
                    <a:pt x="98877" y="546589"/>
                  </a:lnTo>
                  <a:lnTo>
                    <a:pt x="96779" y="542641"/>
                  </a:lnTo>
                  <a:lnTo>
                    <a:pt x="96554" y="540354"/>
                  </a:lnTo>
                  <a:lnTo>
                    <a:pt x="93255" y="533182"/>
                  </a:lnTo>
                  <a:lnTo>
                    <a:pt x="91998" y="529850"/>
                  </a:lnTo>
                  <a:lnTo>
                    <a:pt x="91314" y="527613"/>
                  </a:lnTo>
                  <a:lnTo>
                    <a:pt x="89605" y="523401"/>
                  </a:lnTo>
                  <a:lnTo>
                    <a:pt x="86717" y="518113"/>
                  </a:lnTo>
                  <a:lnTo>
                    <a:pt x="85092" y="517697"/>
                  </a:lnTo>
                  <a:lnTo>
                    <a:pt x="84165" y="519714"/>
                  </a:lnTo>
                  <a:lnTo>
                    <a:pt x="84089" y="522106"/>
                  </a:lnTo>
                  <a:lnTo>
                    <a:pt x="84208" y="524486"/>
                  </a:lnTo>
                  <a:lnTo>
                    <a:pt x="83589" y="526880"/>
                  </a:lnTo>
                  <a:lnTo>
                    <a:pt x="81357" y="526980"/>
                  </a:lnTo>
                  <a:lnTo>
                    <a:pt x="78973" y="526844"/>
                  </a:lnTo>
                  <a:lnTo>
                    <a:pt x="77457" y="528557"/>
                  </a:lnTo>
                  <a:lnTo>
                    <a:pt x="74922" y="529635"/>
                  </a:lnTo>
                  <a:lnTo>
                    <a:pt x="69782" y="532297"/>
                  </a:lnTo>
                  <a:lnTo>
                    <a:pt x="63791" y="533583"/>
                  </a:lnTo>
                  <a:lnTo>
                    <a:pt x="57226" y="533830"/>
                  </a:lnTo>
                  <a:lnTo>
                    <a:pt x="53939" y="533219"/>
                  </a:lnTo>
                  <a:lnTo>
                    <a:pt x="49801" y="530966"/>
                  </a:lnTo>
                  <a:lnTo>
                    <a:pt x="48412" y="526700"/>
                  </a:lnTo>
                  <a:lnTo>
                    <a:pt x="49082" y="525469"/>
                  </a:lnTo>
                  <a:lnTo>
                    <a:pt x="50109" y="524171"/>
                  </a:lnTo>
                  <a:lnTo>
                    <a:pt x="47304" y="521381"/>
                  </a:lnTo>
                  <a:lnTo>
                    <a:pt x="44561" y="518753"/>
                  </a:lnTo>
                  <a:lnTo>
                    <a:pt x="42592" y="513821"/>
                  </a:lnTo>
                  <a:lnTo>
                    <a:pt x="40583" y="511992"/>
                  </a:lnTo>
                  <a:lnTo>
                    <a:pt x="39102" y="508988"/>
                  </a:lnTo>
                  <a:lnTo>
                    <a:pt x="37494" y="508965"/>
                  </a:lnTo>
                  <a:lnTo>
                    <a:pt x="33400" y="505968"/>
                  </a:lnTo>
                  <a:lnTo>
                    <a:pt x="30671" y="501781"/>
                  </a:lnTo>
                  <a:lnTo>
                    <a:pt x="31960" y="500625"/>
                  </a:lnTo>
                  <a:lnTo>
                    <a:pt x="33097" y="500236"/>
                  </a:lnTo>
                  <a:lnTo>
                    <a:pt x="34434" y="497709"/>
                  </a:lnTo>
                  <a:lnTo>
                    <a:pt x="33860" y="496973"/>
                  </a:lnTo>
                  <a:lnTo>
                    <a:pt x="31661" y="497264"/>
                  </a:lnTo>
                  <a:lnTo>
                    <a:pt x="29608" y="498661"/>
                  </a:lnTo>
                  <a:lnTo>
                    <a:pt x="27897" y="498449"/>
                  </a:lnTo>
                  <a:lnTo>
                    <a:pt x="26132" y="497908"/>
                  </a:lnTo>
                  <a:lnTo>
                    <a:pt x="25097" y="495745"/>
                  </a:lnTo>
                  <a:lnTo>
                    <a:pt x="26254" y="494428"/>
                  </a:lnTo>
                  <a:lnTo>
                    <a:pt x="29602" y="493388"/>
                  </a:lnTo>
                  <a:lnTo>
                    <a:pt x="32507" y="490187"/>
                  </a:lnTo>
                  <a:lnTo>
                    <a:pt x="34191" y="489657"/>
                  </a:lnTo>
                  <a:lnTo>
                    <a:pt x="33940" y="487476"/>
                  </a:lnTo>
                  <a:lnTo>
                    <a:pt x="33406" y="486117"/>
                  </a:lnTo>
                  <a:lnTo>
                    <a:pt x="33805" y="483084"/>
                  </a:lnTo>
                  <a:lnTo>
                    <a:pt x="32921" y="479444"/>
                  </a:lnTo>
                  <a:lnTo>
                    <a:pt x="32489" y="478801"/>
                  </a:lnTo>
                  <a:lnTo>
                    <a:pt x="30899" y="476424"/>
                  </a:lnTo>
                  <a:lnTo>
                    <a:pt x="32230" y="474798"/>
                  </a:lnTo>
                  <a:lnTo>
                    <a:pt x="33893" y="472678"/>
                  </a:lnTo>
                  <a:lnTo>
                    <a:pt x="32366" y="470972"/>
                  </a:lnTo>
                  <a:lnTo>
                    <a:pt x="31260" y="468167"/>
                  </a:lnTo>
                  <a:lnTo>
                    <a:pt x="28898" y="467042"/>
                  </a:lnTo>
                  <a:lnTo>
                    <a:pt x="27423" y="471113"/>
                  </a:lnTo>
                  <a:lnTo>
                    <a:pt x="25965" y="470784"/>
                  </a:lnTo>
                  <a:lnTo>
                    <a:pt x="24086" y="470155"/>
                  </a:lnTo>
                  <a:lnTo>
                    <a:pt x="22543" y="467857"/>
                  </a:lnTo>
                  <a:lnTo>
                    <a:pt x="22993" y="463674"/>
                  </a:lnTo>
                  <a:lnTo>
                    <a:pt x="23354" y="461338"/>
                  </a:lnTo>
                  <a:lnTo>
                    <a:pt x="20220" y="459512"/>
                  </a:lnTo>
                  <a:lnTo>
                    <a:pt x="19340" y="459573"/>
                  </a:lnTo>
                  <a:lnTo>
                    <a:pt x="17916" y="454877"/>
                  </a:lnTo>
                  <a:lnTo>
                    <a:pt x="18886" y="453663"/>
                  </a:lnTo>
                  <a:lnTo>
                    <a:pt x="20644" y="452976"/>
                  </a:lnTo>
                  <a:lnTo>
                    <a:pt x="21664" y="451230"/>
                  </a:lnTo>
                  <a:lnTo>
                    <a:pt x="19489" y="448836"/>
                  </a:lnTo>
                  <a:lnTo>
                    <a:pt x="18650" y="447746"/>
                  </a:lnTo>
                  <a:lnTo>
                    <a:pt x="16883" y="448323"/>
                  </a:lnTo>
                  <a:lnTo>
                    <a:pt x="15220" y="450336"/>
                  </a:lnTo>
                  <a:lnTo>
                    <a:pt x="13843" y="449219"/>
                  </a:lnTo>
                  <a:lnTo>
                    <a:pt x="12995" y="444637"/>
                  </a:lnTo>
                  <a:lnTo>
                    <a:pt x="14776" y="439377"/>
                  </a:lnTo>
                  <a:lnTo>
                    <a:pt x="16746" y="437610"/>
                  </a:lnTo>
                  <a:lnTo>
                    <a:pt x="16089" y="435311"/>
                  </a:lnTo>
                  <a:lnTo>
                    <a:pt x="19202" y="434009"/>
                  </a:lnTo>
                  <a:lnTo>
                    <a:pt x="21770" y="435400"/>
                  </a:lnTo>
                  <a:lnTo>
                    <a:pt x="25041" y="434755"/>
                  </a:lnTo>
                  <a:lnTo>
                    <a:pt x="24935" y="433465"/>
                  </a:lnTo>
                  <a:lnTo>
                    <a:pt x="23455" y="429141"/>
                  </a:lnTo>
                  <a:lnTo>
                    <a:pt x="23601" y="424757"/>
                  </a:lnTo>
                  <a:lnTo>
                    <a:pt x="25503" y="421014"/>
                  </a:lnTo>
                  <a:lnTo>
                    <a:pt x="30135" y="414784"/>
                  </a:lnTo>
                  <a:lnTo>
                    <a:pt x="34280" y="408419"/>
                  </a:lnTo>
                  <a:lnTo>
                    <a:pt x="37918" y="404318"/>
                  </a:lnTo>
                  <a:lnTo>
                    <a:pt x="39023" y="400866"/>
                  </a:lnTo>
                  <a:lnTo>
                    <a:pt x="40937" y="398234"/>
                  </a:lnTo>
                  <a:lnTo>
                    <a:pt x="43392" y="397204"/>
                  </a:lnTo>
                  <a:lnTo>
                    <a:pt x="43121" y="394039"/>
                  </a:lnTo>
                  <a:lnTo>
                    <a:pt x="43100" y="391489"/>
                  </a:lnTo>
                  <a:lnTo>
                    <a:pt x="44624" y="387047"/>
                  </a:lnTo>
                  <a:lnTo>
                    <a:pt x="47436" y="381759"/>
                  </a:lnTo>
                  <a:lnTo>
                    <a:pt x="49207" y="377664"/>
                  </a:lnTo>
                  <a:lnTo>
                    <a:pt x="52591" y="373762"/>
                  </a:lnTo>
                  <a:lnTo>
                    <a:pt x="57083" y="371872"/>
                  </a:lnTo>
                  <a:lnTo>
                    <a:pt x="59765" y="371596"/>
                  </a:lnTo>
                  <a:lnTo>
                    <a:pt x="63022" y="373742"/>
                  </a:lnTo>
                  <a:lnTo>
                    <a:pt x="65832" y="374391"/>
                  </a:lnTo>
                  <a:lnTo>
                    <a:pt x="67793" y="377920"/>
                  </a:lnTo>
                  <a:lnTo>
                    <a:pt x="69389" y="378313"/>
                  </a:lnTo>
                  <a:lnTo>
                    <a:pt x="73125" y="383157"/>
                  </a:lnTo>
                  <a:lnTo>
                    <a:pt x="78095" y="382534"/>
                  </a:lnTo>
                  <a:lnTo>
                    <a:pt x="80762" y="379814"/>
                  </a:lnTo>
                  <a:lnTo>
                    <a:pt x="82249" y="378316"/>
                  </a:lnTo>
                  <a:lnTo>
                    <a:pt x="82809" y="375947"/>
                  </a:lnTo>
                  <a:lnTo>
                    <a:pt x="84642" y="375638"/>
                  </a:lnTo>
                  <a:lnTo>
                    <a:pt x="87045" y="372856"/>
                  </a:lnTo>
                  <a:lnTo>
                    <a:pt x="88554" y="371103"/>
                  </a:lnTo>
                  <a:lnTo>
                    <a:pt x="90710" y="366904"/>
                  </a:lnTo>
                  <a:lnTo>
                    <a:pt x="92092" y="364876"/>
                  </a:lnTo>
                  <a:lnTo>
                    <a:pt x="88400" y="360785"/>
                  </a:lnTo>
                  <a:lnTo>
                    <a:pt x="85812" y="358735"/>
                  </a:lnTo>
                  <a:lnTo>
                    <a:pt x="88137" y="356655"/>
                  </a:lnTo>
                  <a:lnTo>
                    <a:pt x="91588" y="356422"/>
                  </a:lnTo>
                  <a:lnTo>
                    <a:pt x="94128" y="360889"/>
                  </a:lnTo>
                  <a:lnTo>
                    <a:pt x="97384" y="362365"/>
                  </a:lnTo>
                  <a:lnTo>
                    <a:pt x="98937" y="365591"/>
                  </a:lnTo>
                  <a:lnTo>
                    <a:pt x="104640" y="364979"/>
                  </a:lnTo>
                  <a:lnTo>
                    <a:pt x="109371" y="365397"/>
                  </a:lnTo>
                  <a:lnTo>
                    <a:pt x="113681" y="364159"/>
                  </a:lnTo>
                  <a:lnTo>
                    <a:pt x="115960" y="360897"/>
                  </a:lnTo>
                  <a:lnTo>
                    <a:pt x="121566" y="352160"/>
                  </a:lnTo>
                  <a:lnTo>
                    <a:pt x="121987" y="348640"/>
                  </a:lnTo>
                  <a:lnTo>
                    <a:pt x="119752" y="340671"/>
                  </a:lnTo>
                  <a:lnTo>
                    <a:pt x="119111" y="337484"/>
                  </a:lnTo>
                  <a:lnTo>
                    <a:pt x="118967" y="330291"/>
                  </a:lnTo>
                  <a:lnTo>
                    <a:pt x="115280" y="324431"/>
                  </a:lnTo>
                  <a:lnTo>
                    <a:pt x="113835" y="321829"/>
                  </a:lnTo>
                  <a:lnTo>
                    <a:pt x="109553" y="320492"/>
                  </a:lnTo>
                  <a:lnTo>
                    <a:pt x="110362" y="316631"/>
                  </a:lnTo>
                  <a:lnTo>
                    <a:pt x="111858" y="314770"/>
                  </a:lnTo>
                  <a:lnTo>
                    <a:pt x="115189" y="317290"/>
                  </a:lnTo>
                  <a:lnTo>
                    <a:pt x="118935" y="315344"/>
                  </a:lnTo>
                  <a:lnTo>
                    <a:pt x="122624" y="311830"/>
                  </a:lnTo>
                  <a:lnTo>
                    <a:pt x="122960" y="307283"/>
                  </a:lnTo>
                  <a:lnTo>
                    <a:pt x="120436" y="302297"/>
                  </a:lnTo>
                  <a:lnTo>
                    <a:pt x="117983" y="300011"/>
                  </a:lnTo>
                  <a:lnTo>
                    <a:pt x="117097" y="298641"/>
                  </a:lnTo>
                  <a:lnTo>
                    <a:pt x="115645" y="299279"/>
                  </a:lnTo>
                  <a:lnTo>
                    <a:pt x="113524" y="301687"/>
                  </a:lnTo>
                  <a:lnTo>
                    <a:pt x="112539" y="304295"/>
                  </a:lnTo>
                  <a:lnTo>
                    <a:pt x="109997" y="305108"/>
                  </a:lnTo>
                  <a:lnTo>
                    <a:pt x="107795" y="303924"/>
                  </a:lnTo>
                  <a:lnTo>
                    <a:pt x="105478" y="305082"/>
                  </a:lnTo>
                  <a:lnTo>
                    <a:pt x="103519" y="306842"/>
                  </a:lnTo>
                  <a:lnTo>
                    <a:pt x="100254" y="307446"/>
                  </a:lnTo>
                  <a:lnTo>
                    <a:pt x="97936" y="308275"/>
                  </a:lnTo>
                  <a:lnTo>
                    <a:pt x="96978" y="310700"/>
                  </a:lnTo>
                  <a:lnTo>
                    <a:pt x="91309" y="314496"/>
                  </a:lnTo>
                  <a:lnTo>
                    <a:pt x="90043" y="316803"/>
                  </a:lnTo>
                  <a:lnTo>
                    <a:pt x="89267" y="321158"/>
                  </a:lnTo>
                  <a:lnTo>
                    <a:pt x="86683" y="323435"/>
                  </a:lnTo>
                  <a:lnTo>
                    <a:pt x="85756" y="318546"/>
                  </a:lnTo>
                  <a:lnTo>
                    <a:pt x="85564" y="315581"/>
                  </a:lnTo>
                  <a:lnTo>
                    <a:pt x="84208" y="313493"/>
                  </a:lnTo>
                  <a:lnTo>
                    <a:pt x="82493" y="314455"/>
                  </a:lnTo>
                  <a:lnTo>
                    <a:pt x="82476" y="316390"/>
                  </a:lnTo>
                  <a:lnTo>
                    <a:pt x="81207" y="318182"/>
                  </a:lnTo>
                  <a:lnTo>
                    <a:pt x="80291" y="320734"/>
                  </a:lnTo>
                  <a:lnTo>
                    <a:pt x="78452" y="317116"/>
                  </a:lnTo>
                  <a:lnTo>
                    <a:pt x="75757" y="313689"/>
                  </a:lnTo>
                  <a:lnTo>
                    <a:pt x="71049" y="311258"/>
                  </a:lnTo>
                  <a:lnTo>
                    <a:pt x="68528" y="310757"/>
                  </a:lnTo>
                  <a:lnTo>
                    <a:pt x="65878" y="311635"/>
                  </a:lnTo>
                  <a:lnTo>
                    <a:pt x="62866" y="310747"/>
                  </a:lnTo>
                  <a:lnTo>
                    <a:pt x="60016" y="310628"/>
                  </a:lnTo>
                  <a:lnTo>
                    <a:pt x="55567" y="312304"/>
                  </a:lnTo>
                  <a:lnTo>
                    <a:pt x="50687" y="314979"/>
                  </a:lnTo>
                  <a:lnTo>
                    <a:pt x="47173" y="315342"/>
                  </a:lnTo>
                  <a:lnTo>
                    <a:pt x="42241" y="312601"/>
                  </a:lnTo>
                  <a:lnTo>
                    <a:pt x="33186" y="308744"/>
                  </a:lnTo>
                  <a:lnTo>
                    <a:pt x="26051" y="305801"/>
                  </a:lnTo>
                  <a:lnTo>
                    <a:pt x="23297" y="302240"/>
                  </a:lnTo>
                  <a:lnTo>
                    <a:pt x="22651" y="297241"/>
                  </a:lnTo>
                  <a:lnTo>
                    <a:pt x="22942" y="295296"/>
                  </a:lnTo>
                  <a:lnTo>
                    <a:pt x="24489" y="292891"/>
                  </a:lnTo>
                  <a:lnTo>
                    <a:pt x="24223" y="291395"/>
                  </a:lnTo>
                  <a:lnTo>
                    <a:pt x="21951" y="287654"/>
                  </a:lnTo>
                  <a:lnTo>
                    <a:pt x="20216" y="285734"/>
                  </a:lnTo>
                  <a:lnTo>
                    <a:pt x="19740" y="283947"/>
                  </a:lnTo>
                  <a:lnTo>
                    <a:pt x="17297" y="278937"/>
                  </a:lnTo>
                  <a:lnTo>
                    <a:pt x="17806" y="278403"/>
                  </a:lnTo>
                  <a:lnTo>
                    <a:pt x="22070" y="279615"/>
                  </a:lnTo>
                  <a:lnTo>
                    <a:pt x="24960" y="278054"/>
                  </a:lnTo>
                  <a:lnTo>
                    <a:pt x="25829" y="274911"/>
                  </a:lnTo>
                  <a:lnTo>
                    <a:pt x="27843" y="273282"/>
                  </a:lnTo>
                  <a:lnTo>
                    <a:pt x="26503" y="271081"/>
                  </a:lnTo>
                  <a:lnTo>
                    <a:pt x="23909" y="269911"/>
                  </a:lnTo>
                  <a:lnTo>
                    <a:pt x="21267" y="269686"/>
                  </a:lnTo>
                  <a:lnTo>
                    <a:pt x="18888" y="268044"/>
                  </a:lnTo>
                  <a:lnTo>
                    <a:pt x="16174" y="266487"/>
                  </a:lnTo>
                  <a:lnTo>
                    <a:pt x="11475" y="265174"/>
                  </a:lnTo>
                  <a:lnTo>
                    <a:pt x="9442" y="264155"/>
                  </a:lnTo>
                  <a:lnTo>
                    <a:pt x="6369" y="260043"/>
                  </a:lnTo>
                  <a:lnTo>
                    <a:pt x="3875" y="257305"/>
                  </a:lnTo>
                  <a:lnTo>
                    <a:pt x="775" y="25531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32043" y="5747901"/>
              <a:ext cx="38295" cy="33837"/>
            </a:xfrm>
            <a:custGeom>
              <a:avLst/>
              <a:pathLst>
                <a:path w="38295" h="33837">
                  <a:moveTo>
                    <a:pt x="0" y="32353"/>
                  </a:moveTo>
                  <a:lnTo>
                    <a:pt x="6236" y="28076"/>
                  </a:lnTo>
                  <a:lnTo>
                    <a:pt x="8429" y="26359"/>
                  </a:lnTo>
                  <a:lnTo>
                    <a:pt x="11022" y="22959"/>
                  </a:lnTo>
                  <a:lnTo>
                    <a:pt x="12954" y="21867"/>
                  </a:lnTo>
                  <a:lnTo>
                    <a:pt x="12611" y="18293"/>
                  </a:lnTo>
                  <a:lnTo>
                    <a:pt x="13759" y="15490"/>
                  </a:lnTo>
                  <a:lnTo>
                    <a:pt x="18427" y="11222"/>
                  </a:lnTo>
                  <a:lnTo>
                    <a:pt x="21757" y="12647"/>
                  </a:lnTo>
                  <a:lnTo>
                    <a:pt x="22465" y="10036"/>
                  </a:lnTo>
                  <a:lnTo>
                    <a:pt x="23218" y="6603"/>
                  </a:lnTo>
                  <a:lnTo>
                    <a:pt x="24666" y="3107"/>
                  </a:lnTo>
                  <a:lnTo>
                    <a:pt x="27292" y="1277"/>
                  </a:lnTo>
                  <a:lnTo>
                    <a:pt x="32536" y="0"/>
                  </a:lnTo>
                  <a:lnTo>
                    <a:pt x="35223" y="2202"/>
                  </a:lnTo>
                  <a:lnTo>
                    <a:pt x="38295" y="2722"/>
                  </a:lnTo>
                  <a:lnTo>
                    <a:pt x="37762" y="4795"/>
                  </a:lnTo>
                  <a:lnTo>
                    <a:pt x="36498" y="6773"/>
                  </a:lnTo>
                  <a:lnTo>
                    <a:pt x="36793" y="8785"/>
                  </a:lnTo>
                  <a:lnTo>
                    <a:pt x="33852" y="10539"/>
                  </a:lnTo>
                  <a:lnTo>
                    <a:pt x="30495" y="12652"/>
                  </a:lnTo>
                  <a:lnTo>
                    <a:pt x="25361" y="14891"/>
                  </a:lnTo>
                  <a:lnTo>
                    <a:pt x="24110" y="17399"/>
                  </a:lnTo>
                  <a:lnTo>
                    <a:pt x="22292" y="19986"/>
                  </a:lnTo>
                  <a:lnTo>
                    <a:pt x="21096" y="22414"/>
                  </a:lnTo>
                  <a:lnTo>
                    <a:pt x="17128" y="24119"/>
                  </a:lnTo>
                  <a:lnTo>
                    <a:pt x="15206" y="25863"/>
                  </a:lnTo>
                  <a:lnTo>
                    <a:pt x="13435" y="28402"/>
                  </a:lnTo>
                  <a:lnTo>
                    <a:pt x="11065" y="28063"/>
                  </a:lnTo>
                  <a:lnTo>
                    <a:pt x="7090" y="31202"/>
                  </a:lnTo>
                  <a:lnTo>
                    <a:pt x="2872" y="33135"/>
                  </a:lnTo>
                  <a:lnTo>
                    <a:pt x="554" y="338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731301" y="5598233"/>
              <a:ext cx="7996" cy="5387"/>
            </a:xfrm>
            <a:custGeom>
              <a:avLst/>
              <a:pathLst>
                <a:path w="7996" h="5387">
                  <a:moveTo>
                    <a:pt x="0" y="0"/>
                  </a:moveTo>
                  <a:lnTo>
                    <a:pt x="4552" y="1260"/>
                  </a:lnTo>
                  <a:lnTo>
                    <a:pt x="7694" y="1649"/>
                  </a:lnTo>
                  <a:lnTo>
                    <a:pt x="7996" y="3659"/>
                  </a:lnTo>
                  <a:lnTo>
                    <a:pt x="4913" y="5387"/>
                  </a:lnTo>
                  <a:lnTo>
                    <a:pt x="2600" y="48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08961" y="5764154"/>
              <a:ext cx="14132" cy="16239"/>
            </a:xfrm>
            <a:custGeom>
              <a:avLst/>
              <a:pathLst>
                <a:path w="14132" h="16239">
                  <a:moveTo>
                    <a:pt x="1122" y="12825"/>
                  </a:moveTo>
                  <a:lnTo>
                    <a:pt x="3419" y="6833"/>
                  </a:lnTo>
                  <a:lnTo>
                    <a:pt x="5115" y="5891"/>
                  </a:lnTo>
                  <a:lnTo>
                    <a:pt x="9197" y="8235"/>
                  </a:lnTo>
                  <a:lnTo>
                    <a:pt x="11714" y="5334"/>
                  </a:lnTo>
                  <a:lnTo>
                    <a:pt x="10518" y="965"/>
                  </a:lnTo>
                  <a:lnTo>
                    <a:pt x="12377" y="0"/>
                  </a:lnTo>
                  <a:lnTo>
                    <a:pt x="13897" y="2970"/>
                  </a:lnTo>
                  <a:lnTo>
                    <a:pt x="14132" y="6935"/>
                  </a:lnTo>
                  <a:lnTo>
                    <a:pt x="13823" y="11012"/>
                  </a:lnTo>
                  <a:lnTo>
                    <a:pt x="12691" y="14959"/>
                  </a:lnTo>
                  <a:lnTo>
                    <a:pt x="9877" y="13857"/>
                  </a:lnTo>
                  <a:lnTo>
                    <a:pt x="6570" y="13495"/>
                  </a:lnTo>
                  <a:lnTo>
                    <a:pt x="3263" y="16205"/>
                  </a:lnTo>
                  <a:lnTo>
                    <a:pt x="0" y="1623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720188" y="5568120"/>
              <a:ext cx="6507" cy="5201"/>
            </a:xfrm>
            <a:custGeom>
              <a:avLst/>
              <a:pathLst>
                <a:path w="6507" h="5201">
                  <a:moveTo>
                    <a:pt x="284" y="714"/>
                  </a:moveTo>
                  <a:lnTo>
                    <a:pt x="2979" y="0"/>
                  </a:lnTo>
                  <a:lnTo>
                    <a:pt x="6507" y="392"/>
                  </a:lnTo>
                  <a:lnTo>
                    <a:pt x="6450" y="3305"/>
                  </a:lnTo>
                  <a:lnTo>
                    <a:pt x="2840" y="5201"/>
                  </a:lnTo>
                  <a:lnTo>
                    <a:pt x="0" y="31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692775" y="5779039"/>
              <a:ext cx="8051" cy="6905"/>
            </a:xfrm>
            <a:custGeom>
              <a:avLst/>
              <a:pathLst>
                <a:path w="8051" h="6905">
                  <a:moveTo>
                    <a:pt x="826" y="2286"/>
                  </a:moveTo>
                  <a:lnTo>
                    <a:pt x="4642" y="0"/>
                  </a:lnTo>
                  <a:lnTo>
                    <a:pt x="8051" y="1417"/>
                  </a:lnTo>
                  <a:lnTo>
                    <a:pt x="6479" y="5547"/>
                  </a:lnTo>
                  <a:lnTo>
                    <a:pt x="3949" y="5412"/>
                  </a:lnTo>
                  <a:lnTo>
                    <a:pt x="1278" y="6905"/>
                  </a:lnTo>
                  <a:lnTo>
                    <a:pt x="0" y="58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680861" y="5784488"/>
              <a:ext cx="2924" cy="4547"/>
            </a:xfrm>
            <a:custGeom>
              <a:avLst/>
              <a:pathLst>
                <a:path w="2924" h="4547">
                  <a:moveTo>
                    <a:pt x="0" y="1396"/>
                  </a:moveTo>
                  <a:lnTo>
                    <a:pt x="1502" y="0"/>
                  </a:lnTo>
                  <a:lnTo>
                    <a:pt x="2924" y="1598"/>
                  </a:lnTo>
                  <a:lnTo>
                    <a:pt x="1953" y="4547"/>
                  </a:lnTo>
                  <a:lnTo>
                    <a:pt x="72" y="34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733007" y="5257386"/>
              <a:ext cx="55869" cy="47235"/>
            </a:xfrm>
            <a:custGeom>
              <a:avLst/>
              <a:pathLst>
                <a:path w="55869" h="47235">
                  <a:moveTo>
                    <a:pt x="905" y="9727"/>
                  </a:moveTo>
                  <a:lnTo>
                    <a:pt x="2174" y="7328"/>
                  </a:lnTo>
                  <a:lnTo>
                    <a:pt x="2786" y="2842"/>
                  </a:lnTo>
                  <a:lnTo>
                    <a:pt x="4402" y="0"/>
                  </a:lnTo>
                  <a:lnTo>
                    <a:pt x="6727" y="433"/>
                  </a:lnTo>
                  <a:lnTo>
                    <a:pt x="6682" y="3779"/>
                  </a:lnTo>
                  <a:lnTo>
                    <a:pt x="6811" y="6189"/>
                  </a:lnTo>
                  <a:lnTo>
                    <a:pt x="10784" y="9260"/>
                  </a:lnTo>
                  <a:lnTo>
                    <a:pt x="16790" y="13027"/>
                  </a:lnTo>
                  <a:lnTo>
                    <a:pt x="18570" y="12573"/>
                  </a:lnTo>
                  <a:lnTo>
                    <a:pt x="23751" y="9568"/>
                  </a:lnTo>
                  <a:lnTo>
                    <a:pt x="26045" y="8892"/>
                  </a:lnTo>
                  <a:lnTo>
                    <a:pt x="28589" y="9534"/>
                  </a:lnTo>
                  <a:lnTo>
                    <a:pt x="29836" y="10670"/>
                  </a:lnTo>
                  <a:lnTo>
                    <a:pt x="31097" y="13338"/>
                  </a:lnTo>
                  <a:lnTo>
                    <a:pt x="32450" y="14221"/>
                  </a:lnTo>
                  <a:lnTo>
                    <a:pt x="32750" y="17862"/>
                  </a:lnTo>
                  <a:lnTo>
                    <a:pt x="33040" y="20916"/>
                  </a:lnTo>
                  <a:lnTo>
                    <a:pt x="35528" y="23003"/>
                  </a:lnTo>
                  <a:lnTo>
                    <a:pt x="39075" y="24258"/>
                  </a:lnTo>
                  <a:lnTo>
                    <a:pt x="40422" y="26482"/>
                  </a:lnTo>
                  <a:lnTo>
                    <a:pt x="42115" y="28149"/>
                  </a:lnTo>
                  <a:lnTo>
                    <a:pt x="48805" y="30297"/>
                  </a:lnTo>
                  <a:lnTo>
                    <a:pt x="51501" y="31114"/>
                  </a:lnTo>
                  <a:lnTo>
                    <a:pt x="55869" y="33650"/>
                  </a:lnTo>
                  <a:lnTo>
                    <a:pt x="54165" y="37097"/>
                  </a:lnTo>
                  <a:lnTo>
                    <a:pt x="52111" y="39799"/>
                  </a:lnTo>
                  <a:lnTo>
                    <a:pt x="50219" y="40242"/>
                  </a:lnTo>
                  <a:lnTo>
                    <a:pt x="47982" y="37940"/>
                  </a:lnTo>
                  <a:lnTo>
                    <a:pt x="45103" y="37651"/>
                  </a:lnTo>
                  <a:lnTo>
                    <a:pt x="40933" y="39727"/>
                  </a:lnTo>
                  <a:lnTo>
                    <a:pt x="38869" y="41220"/>
                  </a:lnTo>
                  <a:lnTo>
                    <a:pt x="37781" y="43280"/>
                  </a:lnTo>
                  <a:lnTo>
                    <a:pt x="37610" y="45645"/>
                  </a:lnTo>
                  <a:lnTo>
                    <a:pt x="36052" y="47235"/>
                  </a:lnTo>
                  <a:lnTo>
                    <a:pt x="34013" y="45773"/>
                  </a:lnTo>
                  <a:lnTo>
                    <a:pt x="34004" y="41804"/>
                  </a:lnTo>
                  <a:lnTo>
                    <a:pt x="32737" y="38555"/>
                  </a:lnTo>
                  <a:lnTo>
                    <a:pt x="30061" y="35281"/>
                  </a:lnTo>
                  <a:lnTo>
                    <a:pt x="27694" y="33940"/>
                  </a:lnTo>
                  <a:lnTo>
                    <a:pt x="26280" y="33776"/>
                  </a:lnTo>
                  <a:lnTo>
                    <a:pt x="25972" y="30859"/>
                  </a:lnTo>
                  <a:lnTo>
                    <a:pt x="24219" y="26878"/>
                  </a:lnTo>
                  <a:lnTo>
                    <a:pt x="20467" y="23135"/>
                  </a:lnTo>
                  <a:lnTo>
                    <a:pt x="16587" y="20315"/>
                  </a:lnTo>
                  <a:lnTo>
                    <a:pt x="13551" y="19334"/>
                  </a:lnTo>
                  <a:lnTo>
                    <a:pt x="10462" y="20079"/>
                  </a:lnTo>
                  <a:lnTo>
                    <a:pt x="9170" y="21174"/>
                  </a:lnTo>
                  <a:lnTo>
                    <a:pt x="6032" y="23316"/>
                  </a:lnTo>
                  <a:lnTo>
                    <a:pt x="4462" y="22126"/>
                  </a:lnTo>
                  <a:lnTo>
                    <a:pt x="2213" y="20109"/>
                  </a:lnTo>
                  <a:lnTo>
                    <a:pt x="750" y="18544"/>
                  </a:lnTo>
                  <a:lnTo>
                    <a:pt x="0" y="133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646921" y="5785364"/>
              <a:ext cx="8758" cy="6022"/>
            </a:xfrm>
            <a:custGeom>
              <a:avLst/>
              <a:pathLst>
                <a:path w="8758" h="6022">
                  <a:moveTo>
                    <a:pt x="932" y="3145"/>
                  </a:moveTo>
                  <a:lnTo>
                    <a:pt x="2801" y="1091"/>
                  </a:lnTo>
                  <a:lnTo>
                    <a:pt x="5340" y="0"/>
                  </a:lnTo>
                  <a:lnTo>
                    <a:pt x="8272" y="1764"/>
                  </a:lnTo>
                  <a:lnTo>
                    <a:pt x="8758" y="3596"/>
                  </a:lnTo>
                  <a:lnTo>
                    <a:pt x="5744" y="5535"/>
                  </a:lnTo>
                  <a:lnTo>
                    <a:pt x="2825" y="6022"/>
                  </a:lnTo>
                  <a:lnTo>
                    <a:pt x="0" y="59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419681" y="5745124"/>
              <a:ext cx="3821" cy="5411"/>
            </a:xfrm>
            <a:custGeom>
              <a:avLst/>
              <a:pathLst>
                <a:path w="3821" h="5411">
                  <a:moveTo>
                    <a:pt x="0" y="0"/>
                  </a:moveTo>
                  <a:lnTo>
                    <a:pt x="3065" y="889"/>
                  </a:lnTo>
                  <a:lnTo>
                    <a:pt x="3821" y="3377"/>
                  </a:lnTo>
                  <a:lnTo>
                    <a:pt x="3316" y="5411"/>
                  </a:lnTo>
                  <a:lnTo>
                    <a:pt x="991" y="36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685959" y="5394350"/>
              <a:ext cx="15081" cy="22765"/>
            </a:xfrm>
            <a:custGeom>
              <a:avLst/>
              <a:pathLst>
                <a:path w="15081" h="22765">
                  <a:moveTo>
                    <a:pt x="1384" y="0"/>
                  </a:moveTo>
                  <a:lnTo>
                    <a:pt x="3770" y="5445"/>
                  </a:lnTo>
                  <a:lnTo>
                    <a:pt x="4377" y="9816"/>
                  </a:lnTo>
                  <a:lnTo>
                    <a:pt x="9541" y="16087"/>
                  </a:lnTo>
                  <a:lnTo>
                    <a:pt x="12595" y="18216"/>
                  </a:lnTo>
                  <a:lnTo>
                    <a:pt x="15081" y="21007"/>
                  </a:lnTo>
                  <a:lnTo>
                    <a:pt x="14490" y="22765"/>
                  </a:lnTo>
                  <a:lnTo>
                    <a:pt x="11384" y="21236"/>
                  </a:lnTo>
                  <a:lnTo>
                    <a:pt x="7289" y="19291"/>
                  </a:lnTo>
                  <a:lnTo>
                    <a:pt x="2906" y="12661"/>
                  </a:lnTo>
                  <a:lnTo>
                    <a:pt x="0" y="9442"/>
                  </a:lnTo>
                  <a:lnTo>
                    <a:pt x="219" y="19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579107" y="5774887"/>
              <a:ext cx="59591" cy="23114"/>
            </a:xfrm>
            <a:custGeom>
              <a:avLst/>
              <a:pathLst>
                <a:path w="59591" h="23114">
                  <a:moveTo>
                    <a:pt x="800" y="10253"/>
                  </a:moveTo>
                  <a:lnTo>
                    <a:pt x="7691" y="10219"/>
                  </a:lnTo>
                  <a:lnTo>
                    <a:pt x="11449" y="9389"/>
                  </a:lnTo>
                  <a:lnTo>
                    <a:pt x="15705" y="10481"/>
                  </a:lnTo>
                  <a:lnTo>
                    <a:pt x="19850" y="9889"/>
                  </a:lnTo>
                  <a:lnTo>
                    <a:pt x="22385" y="7968"/>
                  </a:lnTo>
                  <a:lnTo>
                    <a:pt x="23062" y="3302"/>
                  </a:lnTo>
                  <a:lnTo>
                    <a:pt x="26477" y="1237"/>
                  </a:lnTo>
                  <a:lnTo>
                    <a:pt x="30259" y="0"/>
                  </a:lnTo>
                  <a:lnTo>
                    <a:pt x="33016" y="1950"/>
                  </a:lnTo>
                  <a:lnTo>
                    <a:pt x="34720" y="5821"/>
                  </a:lnTo>
                  <a:lnTo>
                    <a:pt x="32804" y="9276"/>
                  </a:lnTo>
                  <a:lnTo>
                    <a:pt x="32925" y="14210"/>
                  </a:lnTo>
                  <a:lnTo>
                    <a:pt x="36004" y="14609"/>
                  </a:lnTo>
                  <a:lnTo>
                    <a:pt x="42140" y="15677"/>
                  </a:lnTo>
                  <a:lnTo>
                    <a:pt x="45296" y="15740"/>
                  </a:lnTo>
                  <a:lnTo>
                    <a:pt x="48928" y="18966"/>
                  </a:lnTo>
                  <a:lnTo>
                    <a:pt x="54013" y="19188"/>
                  </a:lnTo>
                  <a:lnTo>
                    <a:pt x="59591" y="21253"/>
                  </a:lnTo>
                  <a:lnTo>
                    <a:pt x="58608" y="23114"/>
                  </a:lnTo>
                  <a:lnTo>
                    <a:pt x="53793" y="23071"/>
                  </a:lnTo>
                  <a:lnTo>
                    <a:pt x="48121" y="22588"/>
                  </a:lnTo>
                  <a:lnTo>
                    <a:pt x="45133" y="22103"/>
                  </a:lnTo>
                  <a:lnTo>
                    <a:pt x="40716" y="19704"/>
                  </a:lnTo>
                  <a:lnTo>
                    <a:pt x="37536" y="19572"/>
                  </a:lnTo>
                  <a:lnTo>
                    <a:pt x="35561" y="18837"/>
                  </a:lnTo>
                  <a:lnTo>
                    <a:pt x="30716" y="16655"/>
                  </a:lnTo>
                  <a:lnTo>
                    <a:pt x="26361" y="14818"/>
                  </a:lnTo>
                  <a:lnTo>
                    <a:pt x="23729" y="14579"/>
                  </a:lnTo>
                  <a:lnTo>
                    <a:pt x="22747" y="17647"/>
                  </a:lnTo>
                  <a:lnTo>
                    <a:pt x="19193" y="15662"/>
                  </a:lnTo>
                  <a:lnTo>
                    <a:pt x="14564" y="15966"/>
                  </a:lnTo>
                  <a:lnTo>
                    <a:pt x="10758" y="14450"/>
                  </a:lnTo>
                  <a:lnTo>
                    <a:pt x="7651" y="14297"/>
                  </a:lnTo>
                  <a:lnTo>
                    <a:pt x="4179" y="13220"/>
                  </a:lnTo>
                  <a:lnTo>
                    <a:pt x="0" y="123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35471" y="5776783"/>
              <a:ext cx="40926" cy="19366"/>
            </a:xfrm>
            <a:custGeom>
              <a:avLst/>
              <a:pathLst>
                <a:path w="40926" h="19366">
                  <a:moveTo>
                    <a:pt x="1423" y="14634"/>
                  </a:moveTo>
                  <a:lnTo>
                    <a:pt x="2934" y="9720"/>
                  </a:lnTo>
                  <a:lnTo>
                    <a:pt x="6499" y="9014"/>
                  </a:lnTo>
                  <a:lnTo>
                    <a:pt x="7200" y="7493"/>
                  </a:lnTo>
                  <a:lnTo>
                    <a:pt x="6387" y="4397"/>
                  </a:lnTo>
                  <a:lnTo>
                    <a:pt x="7528" y="2840"/>
                  </a:lnTo>
                  <a:lnTo>
                    <a:pt x="9375" y="3427"/>
                  </a:lnTo>
                  <a:lnTo>
                    <a:pt x="12544" y="2434"/>
                  </a:lnTo>
                  <a:lnTo>
                    <a:pt x="13011" y="4870"/>
                  </a:lnTo>
                  <a:lnTo>
                    <a:pt x="12594" y="6966"/>
                  </a:lnTo>
                  <a:lnTo>
                    <a:pt x="11644" y="9970"/>
                  </a:lnTo>
                  <a:lnTo>
                    <a:pt x="15340" y="10075"/>
                  </a:lnTo>
                  <a:lnTo>
                    <a:pt x="18381" y="10359"/>
                  </a:lnTo>
                  <a:lnTo>
                    <a:pt x="21850" y="10814"/>
                  </a:lnTo>
                  <a:lnTo>
                    <a:pt x="22366" y="7788"/>
                  </a:lnTo>
                  <a:lnTo>
                    <a:pt x="22312" y="5317"/>
                  </a:lnTo>
                  <a:lnTo>
                    <a:pt x="22009" y="2057"/>
                  </a:lnTo>
                  <a:lnTo>
                    <a:pt x="23846" y="0"/>
                  </a:lnTo>
                  <a:lnTo>
                    <a:pt x="26102" y="996"/>
                  </a:lnTo>
                  <a:lnTo>
                    <a:pt x="27041" y="3334"/>
                  </a:lnTo>
                  <a:lnTo>
                    <a:pt x="29594" y="7440"/>
                  </a:lnTo>
                  <a:lnTo>
                    <a:pt x="31534" y="8214"/>
                  </a:lnTo>
                  <a:lnTo>
                    <a:pt x="35112" y="8944"/>
                  </a:lnTo>
                  <a:lnTo>
                    <a:pt x="40512" y="9423"/>
                  </a:lnTo>
                  <a:lnTo>
                    <a:pt x="40926" y="11473"/>
                  </a:lnTo>
                  <a:lnTo>
                    <a:pt x="35383" y="11914"/>
                  </a:lnTo>
                  <a:lnTo>
                    <a:pt x="31598" y="11621"/>
                  </a:lnTo>
                  <a:lnTo>
                    <a:pt x="26867" y="13899"/>
                  </a:lnTo>
                  <a:lnTo>
                    <a:pt x="25732" y="15754"/>
                  </a:lnTo>
                  <a:lnTo>
                    <a:pt x="21575" y="16221"/>
                  </a:lnTo>
                  <a:lnTo>
                    <a:pt x="18144" y="16610"/>
                  </a:lnTo>
                  <a:lnTo>
                    <a:pt x="13655" y="16113"/>
                  </a:lnTo>
                  <a:lnTo>
                    <a:pt x="11578" y="16893"/>
                  </a:lnTo>
                  <a:lnTo>
                    <a:pt x="8549" y="18009"/>
                  </a:lnTo>
                  <a:lnTo>
                    <a:pt x="6842" y="19366"/>
                  </a:lnTo>
                  <a:lnTo>
                    <a:pt x="4490" y="18911"/>
                  </a:lnTo>
                  <a:lnTo>
                    <a:pt x="1105" y="19179"/>
                  </a:lnTo>
                  <a:lnTo>
                    <a:pt x="0" y="180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518255" y="5777820"/>
              <a:ext cx="17635" cy="11576"/>
            </a:xfrm>
            <a:custGeom>
              <a:avLst/>
              <a:pathLst>
                <a:path w="17635" h="11576">
                  <a:moveTo>
                    <a:pt x="1200" y="5769"/>
                  </a:moveTo>
                  <a:lnTo>
                    <a:pt x="5771" y="5819"/>
                  </a:lnTo>
                  <a:lnTo>
                    <a:pt x="10242" y="6746"/>
                  </a:lnTo>
                  <a:lnTo>
                    <a:pt x="12506" y="6164"/>
                  </a:lnTo>
                  <a:lnTo>
                    <a:pt x="13905" y="1405"/>
                  </a:lnTo>
                  <a:lnTo>
                    <a:pt x="14569" y="0"/>
                  </a:lnTo>
                  <a:lnTo>
                    <a:pt x="16542" y="911"/>
                  </a:lnTo>
                  <a:lnTo>
                    <a:pt x="17635" y="3044"/>
                  </a:lnTo>
                  <a:lnTo>
                    <a:pt x="15871" y="5881"/>
                  </a:lnTo>
                  <a:lnTo>
                    <a:pt x="15004" y="10980"/>
                  </a:lnTo>
                  <a:lnTo>
                    <a:pt x="12764" y="11407"/>
                  </a:lnTo>
                  <a:lnTo>
                    <a:pt x="10548" y="11576"/>
                  </a:lnTo>
                  <a:lnTo>
                    <a:pt x="8848" y="10304"/>
                  </a:lnTo>
                  <a:lnTo>
                    <a:pt x="5391" y="9982"/>
                  </a:lnTo>
                  <a:lnTo>
                    <a:pt x="1061" y="10092"/>
                  </a:lnTo>
                  <a:lnTo>
                    <a:pt x="0" y="73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506668" y="5772093"/>
              <a:ext cx="14889" cy="16556"/>
            </a:xfrm>
            <a:custGeom>
              <a:avLst/>
              <a:pathLst>
                <a:path w="14889" h="16556">
                  <a:moveTo>
                    <a:pt x="952" y="0"/>
                  </a:moveTo>
                  <a:lnTo>
                    <a:pt x="3659" y="158"/>
                  </a:lnTo>
                  <a:lnTo>
                    <a:pt x="7028" y="1388"/>
                  </a:lnTo>
                  <a:lnTo>
                    <a:pt x="8168" y="4875"/>
                  </a:lnTo>
                  <a:lnTo>
                    <a:pt x="11338" y="6020"/>
                  </a:lnTo>
                  <a:lnTo>
                    <a:pt x="14889" y="6693"/>
                  </a:lnTo>
                  <a:lnTo>
                    <a:pt x="13694" y="8924"/>
                  </a:lnTo>
                  <a:lnTo>
                    <a:pt x="10892" y="9496"/>
                  </a:lnTo>
                  <a:lnTo>
                    <a:pt x="8691" y="11788"/>
                  </a:lnTo>
                  <a:lnTo>
                    <a:pt x="7470" y="13011"/>
                  </a:lnTo>
                  <a:lnTo>
                    <a:pt x="5888" y="16556"/>
                  </a:lnTo>
                  <a:lnTo>
                    <a:pt x="2745" y="13973"/>
                  </a:lnTo>
                  <a:lnTo>
                    <a:pt x="1294" y="11202"/>
                  </a:lnTo>
                  <a:lnTo>
                    <a:pt x="3036" y="10424"/>
                  </a:lnTo>
                  <a:lnTo>
                    <a:pt x="4915" y="10470"/>
                  </a:lnTo>
                  <a:lnTo>
                    <a:pt x="5035" y="7297"/>
                  </a:lnTo>
                  <a:lnTo>
                    <a:pt x="2987" y="5378"/>
                  </a:lnTo>
                  <a:lnTo>
                    <a:pt x="0" y="16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488123" y="5781424"/>
              <a:ext cx="8611" cy="3624"/>
            </a:xfrm>
            <a:custGeom>
              <a:avLst/>
              <a:pathLst>
                <a:path w="8611" h="3624">
                  <a:moveTo>
                    <a:pt x="0" y="920"/>
                  </a:moveTo>
                  <a:lnTo>
                    <a:pt x="5606" y="0"/>
                  </a:lnTo>
                  <a:lnTo>
                    <a:pt x="8611" y="1728"/>
                  </a:lnTo>
                  <a:lnTo>
                    <a:pt x="7456" y="3624"/>
                  </a:lnTo>
                  <a:lnTo>
                    <a:pt x="3607" y="3450"/>
                  </a:lnTo>
                  <a:lnTo>
                    <a:pt x="1389" y="25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489515" y="5769997"/>
              <a:ext cx="4018" cy="4940"/>
            </a:xfrm>
            <a:custGeom>
              <a:avLst/>
              <a:pathLst>
                <a:path w="4018" h="4940">
                  <a:moveTo>
                    <a:pt x="908" y="0"/>
                  </a:moveTo>
                  <a:lnTo>
                    <a:pt x="3386" y="134"/>
                  </a:lnTo>
                  <a:lnTo>
                    <a:pt x="4018" y="3643"/>
                  </a:lnTo>
                  <a:lnTo>
                    <a:pt x="2290" y="4940"/>
                  </a:lnTo>
                  <a:lnTo>
                    <a:pt x="0" y="25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478932" y="5788746"/>
              <a:ext cx="7021" cy="7996"/>
            </a:xfrm>
            <a:custGeom>
              <a:avLst/>
              <a:pathLst>
                <a:path w="7021" h="7996">
                  <a:moveTo>
                    <a:pt x="0" y="4858"/>
                  </a:moveTo>
                  <a:lnTo>
                    <a:pt x="5420" y="0"/>
                  </a:lnTo>
                  <a:lnTo>
                    <a:pt x="6891" y="1985"/>
                  </a:lnTo>
                  <a:lnTo>
                    <a:pt x="7021" y="4132"/>
                  </a:lnTo>
                  <a:lnTo>
                    <a:pt x="2317" y="6990"/>
                  </a:lnTo>
                  <a:lnTo>
                    <a:pt x="736" y="79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418444" y="5733730"/>
              <a:ext cx="3036" cy="3954"/>
            </a:xfrm>
            <a:custGeom>
              <a:avLst/>
              <a:pathLst>
                <a:path w="3036" h="3954">
                  <a:moveTo>
                    <a:pt x="687" y="0"/>
                  </a:moveTo>
                  <a:lnTo>
                    <a:pt x="2205" y="279"/>
                  </a:lnTo>
                  <a:lnTo>
                    <a:pt x="3036" y="2094"/>
                  </a:lnTo>
                  <a:lnTo>
                    <a:pt x="2647" y="3954"/>
                  </a:lnTo>
                  <a:lnTo>
                    <a:pt x="601" y="3863"/>
                  </a:lnTo>
                  <a:lnTo>
                    <a:pt x="0" y="15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395602" y="5724744"/>
              <a:ext cx="13931" cy="12110"/>
            </a:xfrm>
            <a:custGeom>
              <a:avLst/>
              <a:pathLst>
                <a:path w="13931" h="12110">
                  <a:moveTo>
                    <a:pt x="1225" y="6796"/>
                  </a:moveTo>
                  <a:lnTo>
                    <a:pt x="3681" y="7153"/>
                  </a:lnTo>
                  <a:lnTo>
                    <a:pt x="5374" y="6083"/>
                  </a:lnTo>
                  <a:lnTo>
                    <a:pt x="7902" y="5536"/>
                  </a:lnTo>
                  <a:lnTo>
                    <a:pt x="9962" y="3198"/>
                  </a:lnTo>
                  <a:lnTo>
                    <a:pt x="12198" y="0"/>
                  </a:lnTo>
                  <a:lnTo>
                    <a:pt x="13661" y="1290"/>
                  </a:lnTo>
                  <a:lnTo>
                    <a:pt x="13931" y="3337"/>
                  </a:lnTo>
                  <a:lnTo>
                    <a:pt x="11720" y="5635"/>
                  </a:lnTo>
                  <a:lnTo>
                    <a:pt x="10578" y="6513"/>
                  </a:lnTo>
                  <a:lnTo>
                    <a:pt x="11022" y="9244"/>
                  </a:lnTo>
                  <a:lnTo>
                    <a:pt x="10493" y="10461"/>
                  </a:lnTo>
                  <a:lnTo>
                    <a:pt x="8063" y="9494"/>
                  </a:lnTo>
                  <a:lnTo>
                    <a:pt x="6009" y="8223"/>
                  </a:lnTo>
                  <a:lnTo>
                    <a:pt x="4813" y="9184"/>
                  </a:lnTo>
                  <a:lnTo>
                    <a:pt x="3583" y="10447"/>
                  </a:lnTo>
                  <a:lnTo>
                    <a:pt x="2646" y="12110"/>
                  </a:lnTo>
                  <a:lnTo>
                    <a:pt x="1816" y="9970"/>
                  </a:lnTo>
                  <a:lnTo>
                    <a:pt x="0" y="83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327273" y="5656450"/>
              <a:ext cx="7185" cy="7213"/>
            </a:xfrm>
            <a:custGeom>
              <a:avLst/>
              <a:pathLst>
                <a:path w="7185" h="7213">
                  <a:moveTo>
                    <a:pt x="1425" y="0"/>
                  </a:moveTo>
                  <a:lnTo>
                    <a:pt x="5613" y="3855"/>
                  </a:lnTo>
                  <a:lnTo>
                    <a:pt x="7185" y="4977"/>
                  </a:lnTo>
                  <a:lnTo>
                    <a:pt x="7050" y="7213"/>
                  </a:lnTo>
                  <a:lnTo>
                    <a:pt x="2899" y="5113"/>
                  </a:lnTo>
                  <a:lnTo>
                    <a:pt x="0" y="9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311572" y="5666109"/>
              <a:ext cx="11553" cy="8624"/>
            </a:xfrm>
            <a:custGeom>
              <a:avLst/>
              <a:pathLst>
                <a:path w="11553" h="8624">
                  <a:moveTo>
                    <a:pt x="3448" y="171"/>
                  </a:moveTo>
                  <a:lnTo>
                    <a:pt x="6221" y="1098"/>
                  </a:lnTo>
                  <a:lnTo>
                    <a:pt x="8655" y="0"/>
                  </a:lnTo>
                  <a:lnTo>
                    <a:pt x="11553" y="2176"/>
                  </a:lnTo>
                  <a:lnTo>
                    <a:pt x="9014" y="4797"/>
                  </a:lnTo>
                  <a:lnTo>
                    <a:pt x="9546" y="7251"/>
                  </a:lnTo>
                  <a:lnTo>
                    <a:pt x="8588" y="8624"/>
                  </a:lnTo>
                  <a:lnTo>
                    <a:pt x="6881" y="7788"/>
                  </a:lnTo>
                  <a:lnTo>
                    <a:pt x="4869" y="4911"/>
                  </a:lnTo>
                  <a:lnTo>
                    <a:pt x="3258" y="5349"/>
                  </a:lnTo>
                  <a:lnTo>
                    <a:pt x="0" y="14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298631" y="5632808"/>
              <a:ext cx="21100" cy="17015"/>
            </a:xfrm>
            <a:custGeom>
              <a:avLst/>
              <a:pathLst>
                <a:path w="21100" h="17015">
                  <a:moveTo>
                    <a:pt x="546" y="110"/>
                  </a:moveTo>
                  <a:lnTo>
                    <a:pt x="5330" y="0"/>
                  </a:lnTo>
                  <a:lnTo>
                    <a:pt x="8718" y="1586"/>
                  </a:lnTo>
                  <a:lnTo>
                    <a:pt x="15846" y="6225"/>
                  </a:lnTo>
                  <a:lnTo>
                    <a:pt x="18155" y="9797"/>
                  </a:lnTo>
                  <a:lnTo>
                    <a:pt x="21100" y="15236"/>
                  </a:lnTo>
                  <a:lnTo>
                    <a:pt x="20563" y="17015"/>
                  </a:lnTo>
                  <a:lnTo>
                    <a:pt x="17406" y="15461"/>
                  </a:lnTo>
                  <a:lnTo>
                    <a:pt x="15884" y="13596"/>
                  </a:lnTo>
                  <a:lnTo>
                    <a:pt x="14337" y="15594"/>
                  </a:lnTo>
                  <a:lnTo>
                    <a:pt x="12636" y="15162"/>
                  </a:lnTo>
                  <a:lnTo>
                    <a:pt x="10132" y="13650"/>
                  </a:lnTo>
                  <a:lnTo>
                    <a:pt x="7972" y="14066"/>
                  </a:lnTo>
                  <a:lnTo>
                    <a:pt x="6212" y="11713"/>
                  </a:lnTo>
                  <a:lnTo>
                    <a:pt x="5628" y="9618"/>
                  </a:lnTo>
                  <a:lnTo>
                    <a:pt x="6129" y="7072"/>
                  </a:lnTo>
                  <a:lnTo>
                    <a:pt x="4709" y="4476"/>
                  </a:lnTo>
                  <a:lnTo>
                    <a:pt x="2921" y="3102"/>
                  </a:lnTo>
                  <a:lnTo>
                    <a:pt x="0" y="31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5993053" y="5154278"/>
              <a:ext cx="43491" cy="29202"/>
            </a:xfrm>
            <a:custGeom>
              <a:avLst/>
              <a:pathLst>
                <a:path w="43491" h="29202">
                  <a:moveTo>
                    <a:pt x="0" y="27188"/>
                  </a:moveTo>
                  <a:lnTo>
                    <a:pt x="3585" y="18899"/>
                  </a:lnTo>
                  <a:lnTo>
                    <a:pt x="9178" y="13630"/>
                  </a:lnTo>
                  <a:lnTo>
                    <a:pt x="15586" y="8965"/>
                  </a:lnTo>
                  <a:lnTo>
                    <a:pt x="16367" y="7050"/>
                  </a:lnTo>
                  <a:lnTo>
                    <a:pt x="25632" y="0"/>
                  </a:lnTo>
                  <a:lnTo>
                    <a:pt x="37418" y="2647"/>
                  </a:lnTo>
                  <a:lnTo>
                    <a:pt x="43491" y="8565"/>
                  </a:lnTo>
                  <a:lnTo>
                    <a:pt x="36192" y="13365"/>
                  </a:lnTo>
                  <a:lnTo>
                    <a:pt x="31675" y="15602"/>
                  </a:lnTo>
                  <a:lnTo>
                    <a:pt x="28072" y="14671"/>
                  </a:lnTo>
                  <a:lnTo>
                    <a:pt x="22565" y="17754"/>
                  </a:lnTo>
                  <a:lnTo>
                    <a:pt x="16798" y="21482"/>
                  </a:lnTo>
                  <a:lnTo>
                    <a:pt x="10166" y="25947"/>
                  </a:lnTo>
                  <a:lnTo>
                    <a:pt x="262" y="2920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76871" y="5181090"/>
              <a:ext cx="11444" cy="9965"/>
            </a:xfrm>
            <a:custGeom>
              <a:avLst/>
              <a:pathLst>
                <a:path w="11444" h="9965">
                  <a:moveTo>
                    <a:pt x="426" y="5937"/>
                  </a:moveTo>
                  <a:lnTo>
                    <a:pt x="2358" y="2195"/>
                  </a:lnTo>
                  <a:lnTo>
                    <a:pt x="11444" y="0"/>
                  </a:lnTo>
                  <a:lnTo>
                    <a:pt x="8678" y="8217"/>
                  </a:lnTo>
                  <a:lnTo>
                    <a:pt x="0" y="99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63119" y="5182315"/>
              <a:ext cx="7830" cy="8570"/>
            </a:xfrm>
            <a:custGeom>
              <a:avLst/>
              <a:pathLst>
                <a:path w="7830" h="8570">
                  <a:moveTo>
                    <a:pt x="0" y="4822"/>
                  </a:moveTo>
                  <a:lnTo>
                    <a:pt x="2821" y="0"/>
                  </a:lnTo>
                  <a:lnTo>
                    <a:pt x="7830" y="1848"/>
                  </a:lnTo>
                  <a:lnTo>
                    <a:pt x="7501" y="6959"/>
                  </a:lnTo>
                  <a:lnTo>
                    <a:pt x="1307" y="85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63535" y="4644209"/>
              <a:ext cx="646130" cy="516622"/>
            </a:xfrm>
            <a:custGeom>
              <a:avLst/>
              <a:pathLst>
                <a:path w="646130" h="516622">
                  <a:moveTo>
                    <a:pt x="2291" y="65058"/>
                  </a:moveTo>
                  <a:lnTo>
                    <a:pt x="1283" y="61138"/>
                  </a:lnTo>
                  <a:lnTo>
                    <a:pt x="7233" y="60259"/>
                  </a:lnTo>
                  <a:lnTo>
                    <a:pt x="14262" y="59182"/>
                  </a:lnTo>
                  <a:lnTo>
                    <a:pt x="22779" y="57889"/>
                  </a:lnTo>
                  <a:lnTo>
                    <a:pt x="33989" y="56156"/>
                  </a:lnTo>
                  <a:lnTo>
                    <a:pt x="51607" y="53597"/>
                  </a:lnTo>
                  <a:lnTo>
                    <a:pt x="58796" y="52519"/>
                  </a:lnTo>
                  <a:lnTo>
                    <a:pt x="62269" y="52014"/>
                  </a:lnTo>
                  <a:lnTo>
                    <a:pt x="69579" y="50944"/>
                  </a:lnTo>
                  <a:lnTo>
                    <a:pt x="78935" y="49564"/>
                  </a:lnTo>
                  <a:lnTo>
                    <a:pt x="92035" y="47542"/>
                  </a:lnTo>
                  <a:lnTo>
                    <a:pt x="93808" y="47266"/>
                  </a:lnTo>
                  <a:lnTo>
                    <a:pt x="107115" y="45153"/>
                  </a:lnTo>
                  <a:lnTo>
                    <a:pt x="111196" y="44499"/>
                  </a:lnTo>
                  <a:lnTo>
                    <a:pt x="118507" y="43321"/>
                  </a:lnTo>
                  <a:lnTo>
                    <a:pt x="129086" y="41600"/>
                  </a:lnTo>
                  <a:lnTo>
                    <a:pt x="139824" y="39647"/>
                  </a:lnTo>
                  <a:lnTo>
                    <a:pt x="158601" y="36240"/>
                  </a:lnTo>
                  <a:lnTo>
                    <a:pt x="159325" y="36107"/>
                  </a:lnTo>
                  <a:lnTo>
                    <a:pt x="170879" y="33981"/>
                  </a:lnTo>
                  <a:lnTo>
                    <a:pt x="184852" y="31450"/>
                  </a:lnTo>
                  <a:lnTo>
                    <a:pt x="193410" y="29950"/>
                  </a:lnTo>
                  <a:lnTo>
                    <a:pt x="195558" y="29568"/>
                  </a:lnTo>
                  <a:lnTo>
                    <a:pt x="195603" y="31664"/>
                  </a:lnTo>
                  <a:lnTo>
                    <a:pt x="197796" y="34842"/>
                  </a:lnTo>
                  <a:lnTo>
                    <a:pt x="202154" y="39258"/>
                  </a:lnTo>
                  <a:lnTo>
                    <a:pt x="202849" y="43111"/>
                  </a:lnTo>
                  <a:lnTo>
                    <a:pt x="204873" y="48266"/>
                  </a:lnTo>
                  <a:lnTo>
                    <a:pt x="209764" y="52789"/>
                  </a:lnTo>
                  <a:lnTo>
                    <a:pt x="213566" y="52274"/>
                  </a:lnTo>
                  <a:lnTo>
                    <a:pt x="239111" y="49155"/>
                  </a:lnTo>
                  <a:lnTo>
                    <a:pt x="246176" y="48211"/>
                  </a:lnTo>
                  <a:lnTo>
                    <a:pt x="253351" y="47244"/>
                  </a:lnTo>
                  <a:lnTo>
                    <a:pt x="265441" y="45596"/>
                  </a:lnTo>
                  <a:lnTo>
                    <a:pt x="268552" y="45200"/>
                  </a:lnTo>
                  <a:lnTo>
                    <a:pt x="274306" y="44462"/>
                  </a:lnTo>
                  <a:lnTo>
                    <a:pt x="288367" y="42638"/>
                  </a:lnTo>
                  <a:lnTo>
                    <a:pt x="294193" y="41887"/>
                  </a:lnTo>
                  <a:lnTo>
                    <a:pt x="304148" y="40591"/>
                  </a:lnTo>
                  <a:lnTo>
                    <a:pt x="312573" y="39481"/>
                  </a:lnTo>
                  <a:lnTo>
                    <a:pt x="323309" y="38141"/>
                  </a:lnTo>
                  <a:lnTo>
                    <a:pt x="326959" y="37682"/>
                  </a:lnTo>
                  <a:lnTo>
                    <a:pt x="339993" y="36023"/>
                  </a:lnTo>
                  <a:lnTo>
                    <a:pt x="340385" y="35973"/>
                  </a:lnTo>
                  <a:lnTo>
                    <a:pt x="359544" y="33425"/>
                  </a:lnTo>
                  <a:lnTo>
                    <a:pt x="373703" y="31537"/>
                  </a:lnTo>
                  <a:lnTo>
                    <a:pt x="381657" y="30462"/>
                  </a:lnTo>
                  <a:lnTo>
                    <a:pt x="391035" y="29182"/>
                  </a:lnTo>
                  <a:lnTo>
                    <a:pt x="394109" y="28843"/>
                  </a:lnTo>
                  <a:lnTo>
                    <a:pt x="409278" y="27146"/>
                  </a:lnTo>
                  <a:lnTo>
                    <a:pt x="409148" y="31081"/>
                  </a:lnTo>
                  <a:lnTo>
                    <a:pt x="411986" y="34642"/>
                  </a:lnTo>
                  <a:lnTo>
                    <a:pt x="412060" y="39095"/>
                  </a:lnTo>
                  <a:lnTo>
                    <a:pt x="415184" y="43453"/>
                  </a:lnTo>
                  <a:lnTo>
                    <a:pt x="418004" y="43326"/>
                  </a:lnTo>
                  <a:lnTo>
                    <a:pt x="421669" y="42785"/>
                  </a:lnTo>
                  <a:lnTo>
                    <a:pt x="424811" y="41436"/>
                  </a:lnTo>
                  <a:lnTo>
                    <a:pt x="425545" y="41121"/>
                  </a:lnTo>
                  <a:lnTo>
                    <a:pt x="424935" y="38281"/>
                  </a:lnTo>
                  <a:lnTo>
                    <a:pt x="425273" y="34252"/>
                  </a:lnTo>
                  <a:lnTo>
                    <a:pt x="424695" y="26859"/>
                  </a:lnTo>
                  <a:lnTo>
                    <a:pt x="423787" y="20726"/>
                  </a:lnTo>
                  <a:lnTo>
                    <a:pt x="420431" y="16610"/>
                  </a:lnTo>
                  <a:lnTo>
                    <a:pt x="420425" y="13308"/>
                  </a:lnTo>
                  <a:lnTo>
                    <a:pt x="420190" y="8127"/>
                  </a:lnTo>
                  <a:lnTo>
                    <a:pt x="422429" y="4472"/>
                  </a:lnTo>
                  <a:lnTo>
                    <a:pt x="425617" y="78"/>
                  </a:lnTo>
                  <a:lnTo>
                    <a:pt x="428471" y="6"/>
                  </a:lnTo>
                  <a:lnTo>
                    <a:pt x="428749" y="0"/>
                  </a:lnTo>
                  <a:lnTo>
                    <a:pt x="431694" y="1885"/>
                  </a:lnTo>
                  <a:lnTo>
                    <a:pt x="436192" y="1162"/>
                  </a:lnTo>
                  <a:lnTo>
                    <a:pt x="439798" y="1836"/>
                  </a:lnTo>
                  <a:lnTo>
                    <a:pt x="442493" y="3424"/>
                  </a:lnTo>
                  <a:lnTo>
                    <a:pt x="447315" y="2824"/>
                  </a:lnTo>
                  <a:lnTo>
                    <a:pt x="450152" y="3557"/>
                  </a:lnTo>
                  <a:lnTo>
                    <a:pt x="455682" y="3607"/>
                  </a:lnTo>
                  <a:lnTo>
                    <a:pt x="458035" y="2393"/>
                  </a:lnTo>
                  <a:lnTo>
                    <a:pt x="459603" y="2087"/>
                  </a:lnTo>
                  <a:lnTo>
                    <a:pt x="464494" y="2199"/>
                  </a:lnTo>
                  <a:lnTo>
                    <a:pt x="465922" y="2935"/>
                  </a:lnTo>
                  <a:lnTo>
                    <a:pt x="466332" y="11571"/>
                  </a:lnTo>
                  <a:lnTo>
                    <a:pt x="468270" y="18186"/>
                  </a:lnTo>
                  <a:lnTo>
                    <a:pt x="468915" y="19517"/>
                  </a:lnTo>
                  <a:lnTo>
                    <a:pt x="469286" y="20284"/>
                  </a:lnTo>
                  <a:lnTo>
                    <a:pt x="470653" y="21303"/>
                  </a:lnTo>
                  <a:lnTo>
                    <a:pt x="472595" y="28235"/>
                  </a:lnTo>
                  <a:lnTo>
                    <a:pt x="474019" y="33320"/>
                  </a:lnTo>
                  <a:lnTo>
                    <a:pt x="477066" y="40474"/>
                  </a:lnTo>
                  <a:lnTo>
                    <a:pt x="488890" y="68201"/>
                  </a:lnTo>
                  <a:lnTo>
                    <a:pt x="490792" y="70661"/>
                  </a:lnTo>
                  <a:lnTo>
                    <a:pt x="492411" y="75779"/>
                  </a:lnTo>
                  <a:lnTo>
                    <a:pt x="493406" y="78921"/>
                  </a:lnTo>
                  <a:lnTo>
                    <a:pt x="498712" y="87986"/>
                  </a:lnTo>
                  <a:lnTo>
                    <a:pt x="504084" y="97151"/>
                  </a:lnTo>
                  <a:lnTo>
                    <a:pt x="510705" y="107197"/>
                  </a:lnTo>
                  <a:lnTo>
                    <a:pt x="516861" y="116521"/>
                  </a:lnTo>
                  <a:lnTo>
                    <a:pt x="522364" y="124430"/>
                  </a:lnTo>
                  <a:lnTo>
                    <a:pt x="525507" y="128942"/>
                  </a:lnTo>
                  <a:lnTo>
                    <a:pt x="531301" y="135155"/>
                  </a:lnTo>
                  <a:lnTo>
                    <a:pt x="543443" y="149387"/>
                  </a:lnTo>
                  <a:lnTo>
                    <a:pt x="549307" y="155609"/>
                  </a:lnTo>
                  <a:lnTo>
                    <a:pt x="557219" y="163986"/>
                  </a:lnTo>
                  <a:lnTo>
                    <a:pt x="563327" y="169793"/>
                  </a:lnTo>
                  <a:lnTo>
                    <a:pt x="570040" y="180676"/>
                  </a:lnTo>
                  <a:lnTo>
                    <a:pt x="566076" y="185950"/>
                  </a:lnTo>
                  <a:lnTo>
                    <a:pt x="565838" y="192684"/>
                  </a:lnTo>
                  <a:lnTo>
                    <a:pt x="567318" y="199417"/>
                  </a:lnTo>
                  <a:lnTo>
                    <a:pt x="569693" y="206035"/>
                  </a:lnTo>
                  <a:lnTo>
                    <a:pt x="575006" y="216420"/>
                  </a:lnTo>
                  <a:lnTo>
                    <a:pt x="585682" y="230876"/>
                  </a:lnTo>
                  <a:lnTo>
                    <a:pt x="592522" y="240118"/>
                  </a:lnTo>
                  <a:lnTo>
                    <a:pt x="598868" y="251448"/>
                  </a:lnTo>
                  <a:lnTo>
                    <a:pt x="600613" y="254654"/>
                  </a:lnTo>
                  <a:lnTo>
                    <a:pt x="608323" y="268809"/>
                  </a:lnTo>
                  <a:lnTo>
                    <a:pt x="614488" y="277862"/>
                  </a:lnTo>
                  <a:lnTo>
                    <a:pt x="619438" y="285122"/>
                  </a:lnTo>
                  <a:lnTo>
                    <a:pt x="621512" y="289826"/>
                  </a:lnTo>
                  <a:lnTo>
                    <a:pt x="623826" y="292799"/>
                  </a:lnTo>
                  <a:lnTo>
                    <a:pt x="628073" y="300951"/>
                  </a:lnTo>
                  <a:lnTo>
                    <a:pt x="632716" y="309856"/>
                  </a:lnTo>
                  <a:lnTo>
                    <a:pt x="635230" y="317139"/>
                  </a:lnTo>
                  <a:lnTo>
                    <a:pt x="635269" y="317393"/>
                  </a:lnTo>
                  <a:lnTo>
                    <a:pt x="636497" y="325411"/>
                  </a:lnTo>
                  <a:lnTo>
                    <a:pt x="637559" y="330878"/>
                  </a:lnTo>
                  <a:lnTo>
                    <a:pt x="637984" y="334636"/>
                  </a:lnTo>
                  <a:lnTo>
                    <a:pt x="638061" y="339981"/>
                  </a:lnTo>
                  <a:lnTo>
                    <a:pt x="638532" y="347328"/>
                  </a:lnTo>
                  <a:lnTo>
                    <a:pt x="639123" y="356649"/>
                  </a:lnTo>
                  <a:lnTo>
                    <a:pt x="639522" y="362979"/>
                  </a:lnTo>
                  <a:lnTo>
                    <a:pt x="640224" y="376794"/>
                  </a:lnTo>
                  <a:lnTo>
                    <a:pt x="640251" y="377336"/>
                  </a:lnTo>
                  <a:lnTo>
                    <a:pt x="641611" y="387041"/>
                  </a:lnTo>
                  <a:lnTo>
                    <a:pt x="642333" y="392209"/>
                  </a:lnTo>
                  <a:lnTo>
                    <a:pt x="644500" y="400440"/>
                  </a:lnTo>
                  <a:lnTo>
                    <a:pt x="644301" y="405456"/>
                  </a:lnTo>
                  <a:lnTo>
                    <a:pt x="644149" y="406978"/>
                  </a:lnTo>
                  <a:lnTo>
                    <a:pt x="643409" y="414372"/>
                  </a:lnTo>
                  <a:lnTo>
                    <a:pt x="641389" y="413086"/>
                  </a:lnTo>
                  <a:lnTo>
                    <a:pt x="636570" y="409948"/>
                  </a:lnTo>
                  <a:lnTo>
                    <a:pt x="634867" y="416975"/>
                  </a:lnTo>
                  <a:lnTo>
                    <a:pt x="632795" y="421483"/>
                  </a:lnTo>
                  <a:lnTo>
                    <a:pt x="632982" y="428072"/>
                  </a:lnTo>
                  <a:lnTo>
                    <a:pt x="632923" y="428671"/>
                  </a:lnTo>
                  <a:lnTo>
                    <a:pt x="632320" y="434798"/>
                  </a:lnTo>
                  <a:lnTo>
                    <a:pt x="635591" y="440840"/>
                  </a:lnTo>
                  <a:lnTo>
                    <a:pt x="640996" y="436717"/>
                  </a:lnTo>
                  <a:lnTo>
                    <a:pt x="644040" y="427145"/>
                  </a:lnTo>
                  <a:lnTo>
                    <a:pt x="646130" y="432832"/>
                  </a:lnTo>
                  <a:lnTo>
                    <a:pt x="642675" y="443474"/>
                  </a:lnTo>
                  <a:lnTo>
                    <a:pt x="642194" y="444953"/>
                  </a:lnTo>
                  <a:lnTo>
                    <a:pt x="635514" y="462000"/>
                  </a:lnTo>
                  <a:lnTo>
                    <a:pt x="626997" y="477683"/>
                  </a:lnTo>
                  <a:lnTo>
                    <a:pt x="616871" y="491851"/>
                  </a:lnTo>
                  <a:lnTo>
                    <a:pt x="594397" y="510953"/>
                  </a:lnTo>
                  <a:lnTo>
                    <a:pt x="584131" y="516622"/>
                  </a:lnTo>
                  <a:lnTo>
                    <a:pt x="579944" y="513880"/>
                  </a:lnTo>
                  <a:lnTo>
                    <a:pt x="587699" y="506652"/>
                  </a:lnTo>
                  <a:lnTo>
                    <a:pt x="601621" y="496529"/>
                  </a:lnTo>
                  <a:lnTo>
                    <a:pt x="617906" y="479045"/>
                  </a:lnTo>
                  <a:lnTo>
                    <a:pt x="623967" y="469780"/>
                  </a:lnTo>
                  <a:lnTo>
                    <a:pt x="624289" y="464239"/>
                  </a:lnTo>
                  <a:lnTo>
                    <a:pt x="624028" y="460444"/>
                  </a:lnTo>
                  <a:lnTo>
                    <a:pt x="620239" y="460713"/>
                  </a:lnTo>
                  <a:lnTo>
                    <a:pt x="612015" y="464106"/>
                  </a:lnTo>
                  <a:lnTo>
                    <a:pt x="607853" y="468302"/>
                  </a:lnTo>
                  <a:lnTo>
                    <a:pt x="605012" y="469391"/>
                  </a:lnTo>
                  <a:lnTo>
                    <a:pt x="599369" y="467201"/>
                  </a:lnTo>
                  <a:lnTo>
                    <a:pt x="595881" y="468736"/>
                  </a:lnTo>
                  <a:lnTo>
                    <a:pt x="594571" y="469312"/>
                  </a:lnTo>
                  <a:lnTo>
                    <a:pt x="591887" y="472852"/>
                  </a:lnTo>
                  <a:lnTo>
                    <a:pt x="584759" y="475840"/>
                  </a:lnTo>
                  <a:lnTo>
                    <a:pt x="579330" y="477620"/>
                  </a:lnTo>
                  <a:lnTo>
                    <a:pt x="573466" y="473176"/>
                  </a:lnTo>
                  <a:lnTo>
                    <a:pt x="570281" y="468266"/>
                  </a:lnTo>
                  <a:lnTo>
                    <a:pt x="570780" y="460404"/>
                  </a:lnTo>
                  <a:lnTo>
                    <a:pt x="569770" y="453954"/>
                  </a:lnTo>
                  <a:lnTo>
                    <a:pt x="563499" y="446636"/>
                  </a:lnTo>
                  <a:lnTo>
                    <a:pt x="559565" y="439101"/>
                  </a:lnTo>
                  <a:lnTo>
                    <a:pt x="554588" y="433535"/>
                  </a:lnTo>
                  <a:lnTo>
                    <a:pt x="548970" y="432078"/>
                  </a:lnTo>
                  <a:lnTo>
                    <a:pt x="545706" y="426251"/>
                  </a:lnTo>
                  <a:lnTo>
                    <a:pt x="540736" y="424952"/>
                  </a:lnTo>
                  <a:lnTo>
                    <a:pt x="538194" y="424285"/>
                  </a:lnTo>
                  <a:lnTo>
                    <a:pt x="525915" y="420043"/>
                  </a:lnTo>
                  <a:lnTo>
                    <a:pt x="524162" y="421882"/>
                  </a:lnTo>
                  <a:lnTo>
                    <a:pt x="521934" y="424217"/>
                  </a:lnTo>
                  <a:lnTo>
                    <a:pt x="516936" y="420772"/>
                  </a:lnTo>
                  <a:lnTo>
                    <a:pt x="515111" y="417101"/>
                  </a:lnTo>
                  <a:lnTo>
                    <a:pt x="513201" y="413258"/>
                  </a:lnTo>
                  <a:lnTo>
                    <a:pt x="506972" y="401037"/>
                  </a:lnTo>
                  <a:lnTo>
                    <a:pt x="501622" y="386522"/>
                  </a:lnTo>
                  <a:lnTo>
                    <a:pt x="501432" y="386325"/>
                  </a:lnTo>
                  <a:lnTo>
                    <a:pt x="493875" y="378438"/>
                  </a:lnTo>
                  <a:lnTo>
                    <a:pt x="491078" y="377625"/>
                  </a:lnTo>
                  <a:lnTo>
                    <a:pt x="486623" y="378584"/>
                  </a:lnTo>
                  <a:lnTo>
                    <a:pt x="482301" y="382159"/>
                  </a:lnTo>
                  <a:lnTo>
                    <a:pt x="478073" y="381771"/>
                  </a:lnTo>
                  <a:lnTo>
                    <a:pt x="473289" y="379200"/>
                  </a:lnTo>
                  <a:lnTo>
                    <a:pt x="466461" y="369488"/>
                  </a:lnTo>
                  <a:lnTo>
                    <a:pt x="463586" y="361401"/>
                  </a:lnTo>
                  <a:lnTo>
                    <a:pt x="462720" y="356381"/>
                  </a:lnTo>
                  <a:lnTo>
                    <a:pt x="461021" y="353837"/>
                  </a:lnTo>
                  <a:lnTo>
                    <a:pt x="457408" y="348424"/>
                  </a:lnTo>
                  <a:lnTo>
                    <a:pt x="451888" y="341743"/>
                  </a:lnTo>
                  <a:lnTo>
                    <a:pt x="443508" y="331580"/>
                  </a:lnTo>
                  <a:lnTo>
                    <a:pt x="434267" y="317870"/>
                  </a:lnTo>
                  <a:lnTo>
                    <a:pt x="427440" y="310834"/>
                  </a:lnTo>
                  <a:lnTo>
                    <a:pt x="423953" y="307894"/>
                  </a:lnTo>
                  <a:lnTo>
                    <a:pt x="419907" y="304479"/>
                  </a:lnTo>
                  <a:lnTo>
                    <a:pt x="414621" y="297178"/>
                  </a:lnTo>
                  <a:lnTo>
                    <a:pt x="416438" y="297005"/>
                  </a:lnTo>
                  <a:lnTo>
                    <a:pt x="421851" y="296431"/>
                  </a:lnTo>
                  <a:lnTo>
                    <a:pt x="425898" y="289111"/>
                  </a:lnTo>
                  <a:lnTo>
                    <a:pt x="427630" y="284351"/>
                  </a:lnTo>
                  <a:lnTo>
                    <a:pt x="428074" y="283130"/>
                  </a:lnTo>
                  <a:lnTo>
                    <a:pt x="429733" y="278559"/>
                  </a:lnTo>
                  <a:lnTo>
                    <a:pt x="432297" y="276482"/>
                  </a:lnTo>
                  <a:lnTo>
                    <a:pt x="435152" y="271874"/>
                  </a:lnTo>
                  <a:lnTo>
                    <a:pt x="433250" y="268522"/>
                  </a:lnTo>
                  <a:lnTo>
                    <a:pt x="429914" y="268084"/>
                  </a:lnTo>
                  <a:lnTo>
                    <a:pt x="424616" y="266858"/>
                  </a:lnTo>
                  <a:lnTo>
                    <a:pt x="423836" y="268099"/>
                  </a:lnTo>
                  <a:lnTo>
                    <a:pt x="422573" y="270107"/>
                  </a:lnTo>
                  <a:lnTo>
                    <a:pt x="420321" y="273850"/>
                  </a:lnTo>
                  <a:lnTo>
                    <a:pt x="420823" y="277953"/>
                  </a:lnTo>
                  <a:lnTo>
                    <a:pt x="419173" y="281176"/>
                  </a:lnTo>
                  <a:lnTo>
                    <a:pt x="417760" y="284648"/>
                  </a:lnTo>
                  <a:lnTo>
                    <a:pt x="416206" y="288462"/>
                  </a:lnTo>
                  <a:lnTo>
                    <a:pt x="414220" y="289961"/>
                  </a:lnTo>
                  <a:lnTo>
                    <a:pt x="412870" y="284392"/>
                  </a:lnTo>
                  <a:lnTo>
                    <a:pt x="411519" y="279958"/>
                  </a:lnTo>
                  <a:lnTo>
                    <a:pt x="407274" y="275437"/>
                  </a:lnTo>
                  <a:lnTo>
                    <a:pt x="402052" y="270895"/>
                  </a:lnTo>
                  <a:lnTo>
                    <a:pt x="401305" y="263659"/>
                  </a:lnTo>
                  <a:lnTo>
                    <a:pt x="401097" y="256303"/>
                  </a:lnTo>
                  <a:lnTo>
                    <a:pt x="398178" y="249549"/>
                  </a:lnTo>
                  <a:lnTo>
                    <a:pt x="396530" y="243662"/>
                  </a:lnTo>
                  <a:lnTo>
                    <a:pt x="396483" y="243496"/>
                  </a:lnTo>
                  <a:lnTo>
                    <a:pt x="402788" y="235967"/>
                  </a:lnTo>
                  <a:lnTo>
                    <a:pt x="404120" y="228496"/>
                  </a:lnTo>
                  <a:lnTo>
                    <a:pt x="405343" y="219763"/>
                  </a:lnTo>
                  <a:lnTo>
                    <a:pt x="405657" y="218527"/>
                  </a:lnTo>
                  <a:lnTo>
                    <a:pt x="406880" y="213715"/>
                  </a:lnTo>
                  <a:lnTo>
                    <a:pt x="406638" y="208374"/>
                  </a:lnTo>
                  <a:lnTo>
                    <a:pt x="404634" y="201854"/>
                  </a:lnTo>
                  <a:lnTo>
                    <a:pt x="403545" y="195676"/>
                  </a:lnTo>
                  <a:lnTo>
                    <a:pt x="403521" y="195540"/>
                  </a:lnTo>
                  <a:lnTo>
                    <a:pt x="399830" y="194033"/>
                  </a:lnTo>
                  <a:lnTo>
                    <a:pt x="398616" y="187193"/>
                  </a:lnTo>
                  <a:lnTo>
                    <a:pt x="396586" y="183151"/>
                  </a:lnTo>
                  <a:lnTo>
                    <a:pt x="398919" y="177725"/>
                  </a:lnTo>
                  <a:lnTo>
                    <a:pt x="395561" y="174129"/>
                  </a:lnTo>
                  <a:lnTo>
                    <a:pt x="392460" y="170522"/>
                  </a:lnTo>
                  <a:lnTo>
                    <a:pt x="392088" y="170089"/>
                  </a:lnTo>
                  <a:lnTo>
                    <a:pt x="391368" y="165986"/>
                  </a:lnTo>
                  <a:lnTo>
                    <a:pt x="385866" y="163104"/>
                  </a:lnTo>
                  <a:lnTo>
                    <a:pt x="387517" y="161378"/>
                  </a:lnTo>
                  <a:lnTo>
                    <a:pt x="384739" y="158016"/>
                  </a:lnTo>
                  <a:lnTo>
                    <a:pt x="377007" y="158635"/>
                  </a:lnTo>
                  <a:lnTo>
                    <a:pt x="371642" y="158890"/>
                  </a:lnTo>
                  <a:lnTo>
                    <a:pt x="370880" y="163746"/>
                  </a:lnTo>
                  <a:lnTo>
                    <a:pt x="367998" y="163832"/>
                  </a:lnTo>
                  <a:lnTo>
                    <a:pt x="365092" y="158510"/>
                  </a:lnTo>
                  <a:lnTo>
                    <a:pt x="364679" y="154037"/>
                  </a:lnTo>
                  <a:lnTo>
                    <a:pt x="361899" y="152722"/>
                  </a:lnTo>
                  <a:lnTo>
                    <a:pt x="357212" y="151858"/>
                  </a:lnTo>
                  <a:lnTo>
                    <a:pt x="356888" y="151798"/>
                  </a:lnTo>
                  <a:lnTo>
                    <a:pt x="355659" y="147192"/>
                  </a:lnTo>
                  <a:lnTo>
                    <a:pt x="352908" y="143297"/>
                  </a:lnTo>
                  <a:lnTo>
                    <a:pt x="349474" y="140515"/>
                  </a:lnTo>
                  <a:lnTo>
                    <a:pt x="345305" y="140911"/>
                  </a:lnTo>
                  <a:lnTo>
                    <a:pt x="343874" y="138431"/>
                  </a:lnTo>
                  <a:lnTo>
                    <a:pt x="336015" y="135111"/>
                  </a:lnTo>
                  <a:lnTo>
                    <a:pt x="334722" y="128915"/>
                  </a:lnTo>
                  <a:lnTo>
                    <a:pt x="333033" y="122943"/>
                  </a:lnTo>
                  <a:lnTo>
                    <a:pt x="332929" y="122575"/>
                  </a:lnTo>
                  <a:lnTo>
                    <a:pt x="327336" y="121165"/>
                  </a:lnTo>
                  <a:lnTo>
                    <a:pt x="322909" y="119836"/>
                  </a:lnTo>
                  <a:lnTo>
                    <a:pt x="318578" y="114941"/>
                  </a:lnTo>
                  <a:lnTo>
                    <a:pt x="314433" y="109533"/>
                  </a:lnTo>
                  <a:lnTo>
                    <a:pt x="309484" y="104988"/>
                  </a:lnTo>
                  <a:lnTo>
                    <a:pt x="300421" y="101508"/>
                  </a:lnTo>
                  <a:lnTo>
                    <a:pt x="288812" y="98176"/>
                  </a:lnTo>
                  <a:lnTo>
                    <a:pt x="283542" y="94695"/>
                  </a:lnTo>
                  <a:lnTo>
                    <a:pt x="282814" y="94213"/>
                  </a:lnTo>
                  <a:lnTo>
                    <a:pt x="278059" y="94646"/>
                  </a:lnTo>
                  <a:lnTo>
                    <a:pt x="277103" y="95029"/>
                  </a:lnTo>
                  <a:lnTo>
                    <a:pt x="273551" y="96449"/>
                  </a:lnTo>
                  <a:lnTo>
                    <a:pt x="269707" y="98717"/>
                  </a:lnTo>
                  <a:lnTo>
                    <a:pt x="267377" y="98118"/>
                  </a:lnTo>
                  <a:lnTo>
                    <a:pt x="261601" y="101644"/>
                  </a:lnTo>
                  <a:lnTo>
                    <a:pt x="256504" y="106906"/>
                  </a:lnTo>
                  <a:lnTo>
                    <a:pt x="258587" y="109988"/>
                  </a:lnTo>
                  <a:lnTo>
                    <a:pt x="258991" y="110585"/>
                  </a:lnTo>
                  <a:lnTo>
                    <a:pt x="260091" y="113810"/>
                  </a:lnTo>
                  <a:lnTo>
                    <a:pt x="259298" y="116352"/>
                  </a:lnTo>
                  <a:lnTo>
                    <a:pt x="253574" y="116850"/>
                  </a:lnTo>
                  <a:lnTo>
                    <a:pt x="249778" y="115627"/>
                  </a:lnTo>
                  <a:lnTo>
                    <a:pt x="245024" y="117777"/>
                  </a:lnTo>
                  <a:lnTo>
                    <a:pt x="242183" y="120273"/>
                  </a:lnTo>
                  <a:lnTo>
                    <a:pt x="244155" y="126825"/>
                  </a:lnTo>
                  <a:lnTo>
                    <a:pt x="241526" y="129450"/>
                  </a:lnTo>
                  <a:lnTo>
                    <a:pt x="235129" y="132646"/>
                  </a:lnTo>
                  <a:lnTo>
                    <a:pt x="229677" y="139922"/>
                  </a:lnTo>
                  <a:lnTo>
                    <a:pt x="222595" y="144420"/>
                  </a:lnTo>
                  <a:lnTo>
                    <a:pt x="210721" y="152622"/>
                  </a:lnTo>
                  <a:lnTo>
                    <a:pt x="201496" y="149265"/>
                  </a:lnTo>
                  <a:lnTo>
                    <a:pt x="196434" y="148050"/>
                  </a:lnTo>
                  <a:lnTo>
                    <a:pt x="193246" y="147283"/>
                  </a:lnTo>
                  <a:lnTo>
                    <a:pt x="186473" y="150357"/>
                  </a:lnTo>
                  <a:lnTo>
                    <a:pt x="181424" y="142432"/>
                  </a:lnTo>
                  <a:lnTo>
                    <a:pt x="179333" y="135345"/>
                  </a:lnTo>
                  <a:lnTo>
                    <a:pt x="180756" y="128146"/>
                  </a:lnTo>
                  <a:lnTo>
                    <a:pt x="180382" y="127934"/>
                  </a:lnTo>
                  <a:lnTo>
                    <a:pt x="177275" y="126172"/>
                  </a:lnTo>
                  <a:lnTo>
                    <a:pt x="172460" y="125985"/>
                  </a:lnTo>
                  <a:lnTo>
                    <a:pt x="165285" y="121411"/>
                  </a:lnTo>
                  <a:lnTo>
                    <a:pt x="162702" y="119193"/>
                  </a:lnTo>
                  <a:lnTo>
                    <a:pt x="154975" y="116893"/>
                  </a:lnTo>
                  <a:lnTo>
                    <a:pt x="145334" y="111275"/>
                  </a:lnTo>
                  <a:lnTo>
                    <a:pt x="130291" y="105729"/>
                  </a:lnTo>
                  <a:lnTo>
                    <a:pt x="129966" y="105609"/>
                  </a:lnTo>
                  <a:lnTo>
                    <a:pt x="122779" y="103875"/>
                  </a:lnTo>
                  <a:lnTo>
                    <a:pt x="115683" y="102625"/>
                  </a:lnTo>
                  <a:lnTo>
                    <a:pt x="112299" y="102026"/>
                  </a:lnTo>
                  <a:lnTo>
                    <a:pt x="98713" y="101199"/>
                  </a:lnTo>
                  <a:lnTo>
                    <a:pt x="97572" y="101128"/>
                  </a:lnTo>
                  <a:lnTo>
                    <a:pt x="80727" y="102373"/>
                  </a:lnTo>
                  <a:lnTo>
                    <a:pt x="68293" y="105347"/>
                  </a:lnTo>
                  <a:lnTo>
                    <a:pt x="64480" y="106253"/>
                  </a:lnTo>
                  <a:lnTo>
                    <a:pt x="59464" y="108079"/>
                  </a:lnTo>
                  <a:lnTo>
                    <a:pt x="42063" y="114373"/>
                  </a:lnTo>
                  <a:lnTo>
                    <a:pt x="36599" y="115901"/>
                  </a:lnTo>
                  <a:lnTo>
                    <a:pt x="33700" y="116709"/>
                  </a:lnTo>
                  <a:lnTo>
                    <a:pt x="29766" y="117087"/>
                  </a:lnTo>
                  <a:lnTo>
                    <a:pt x="22405" y="120004"/>
                  </a:lnTo>
                  <a:lnTo>
                    <a:pt x="15137" y="122544"/>
                  </a:lnTo>
                  <a:lnTo>
                    <a:pt x="19441" y="116285"/>
                  </a:lnTo>
                  <a:lnTo>
                    <a:pt x="20345" y="110925"/>
                  </a:lnTo>
                  <a:lnTo>
                    <a:pt x="24902" y="107295"/>
                  </a:lnTo>
                  <a:lnTo>
                    <a:pt x="21045" y="106037"/>
                  </a:lnTo>
                  <a:lnTo>
                    <a:pt x="18228" y="102010"/>
                  </a:lnTo>
                  <a:lnTo>
                    <a:pt x="18762" y="98148"/>
                  </a:lnTo>
                  <a:lnTo>
                    <a:pt x="20449" y="93111"/>
                  </a:lnTo>
                  <a:lnTo>
                    <a:pt x="19944" y="88511"/>
                  </a:lnTo>
                  <a:lnTo>
                    <a:pt x="16383" y="85898"/>
                  </a:lnTo>
                  <a:lnTo>
                    <a:pt x="9761" y="82832"/>
                  </a:lnTo>
                  <a:lnTo>
                    <a:pt x="8039" y="80500"/>
                  </a:lnTo>
                  <a:lnTo>
                    <a:pt x="0" y="729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23685" y="4142636"/>
              <a:ext cx="388520" cy="396156"/>
            </a:xfrm>
            <a:custGeom>
              <a:avLst/>
              <a:pathLst>
                <a:path w="388520" h="396156">
                  <a:moveTo>
                    <a:pt x="0" y="34687"/>
                  </a:moveTo>
                  <a:lnTo>
                    <a:pt x="9314" y="33161"/>
                  </a:lnTo>
                  <a:lnTo>
                    <a:pt x="15676" y="32110"/>
                  </a:lnTo>
                  <a:lnTo>
                    <a:pt x="17166" y="31813"/>
                  </a:lnTo>
                  <a:lnTo>
                    <a:pt x="23281" y="30593"/>
                  </a:lnTo>
                  <a:lnTo>
                    <a:pt x="24168" y="30427"/>
                  </a:lnTo>
                  <a:lnTo>
                    <a:pt x="39759" y="27486"/>
                  </a:lnTo>
                  <a:lnTo>
                    <a:pt x="44392" y="26623"/>
                  </a:lnTo>
                  <a:lnTo>
                    <a:pt x="44597" y="26585"/>
                  </a:lnTo>
                  <a:lnTo>
                    <a:pt x="52798" y="25048"/>
                  </a:lnTo>
                  <a:lnTo>
                    <a:pt x="56404" y="24383"/>
                  </a:lnTo>
                  <a:lnTo>
                    <a:pt x="58861" y="23929"/>
                  </a:lnTo>
                  <a:lnTo>
                    <a:pt x="62294" y="23292"/>
                  </a:lnTo>
                  <a:lnTo>
                    <a:pt x="69805" y="21881"/>
                  </a:lnTo>
                  <a:lnTo>
                    <a:pt x="77782" y="20426"/>
                  </a:lnTo>
                  <a:lnTo>
                    <a:pt x="91044" y="17906"/>
                  </a:lnTo>
                  <a:lnTo>
                    <a:pt x="104683" y="15358"/>
                  </a:lnTo>
                  <a:lnTo>
                    <a:pt x="113476" y="13698"/>
                  </a:lnTo>
                  <a:lnTo>
                    <a:pt x="118357" y="12770"/>
                  </a:lnTo>
                  <a:lnTo>
                    <a:pt x="140761" y="8471"/>
                  </a:lnTo>
                  <a:lnTo>
                    <a:pt x="145734" y="7288"/>
                  </a:lnTo>
                  <a:lnTo>
                    <a:pt x="150389" y="6177"/>
                  </a:lnTo>
                  <a:lnTo>
                    <a:pt x="161627" y="3478"/>
                  </a:lnTo>
                  <a:lnTo>
                    <a:pt x="176678" y="0"/>
                  </a:lnTo>
                  <a:lnTo>
                    <a:pt x="176283" y="4163"/>
                  </a:lnTo>
                  <a:lnTo>
                    <a:pt x="175615" y="7024"/>
                  </a:lnTo>
                  <a:lnTo>
                    <a:pt x="171968" y="11383"/>
                  </a:lnTo>
                  <a:lnTo>
                    <a:pt x="168821" y="14821"/>
                  </a:lnTo>
                  <a:lnTo>
                    <a:pt x="167016" y="17919"/>
                  </a:lnTo>
                  <a:lnTo>
                    <a:pt x="164770" y="21365"/>
                  </a:lnTo>
                  <a:lnTo>
                    <a:pt x="165509" y="23920"/>
                  </a:lnTo>
                  <a:lnTo>
                    <a:pt x="163640" y="27077"/>
                  </a:lnTo>
                  <a:lnTo>
                    <a:pt x="164078" y="28034"/>
                  </a:lnTo>
                  <a:lnTo>
                    <a:pt x="165234" y="30557"/>
                  </a:lnTo>
                  <a:lnTo>
                    <a:pt x="165397" y="30913"/>
                  </a:lnTo>
                  <a:lnTo>
                    <a:pt x="170286" y="33266"/>
                  </a:lnTo>
                  <a:lnTo>
                    <a:pt x="174846" y="35482"/>
                  </a:lnTo>
                  <a:lnTo>
                    <a:pt x="179931" y="36406"/>
                  </a:lnTo>
                  <a:lnTo>
                    <a:pt x="184401" y="40058"/>
                  </a:lnTo>
                  <a:lnTo>
                    <a:pt x="184922" y="40483"/>
                  </a:lnTo>
                  <a:lnTo>
                    <a:pt x="188785" y="42973"/>
                  </a:lnTo>
                  <a:lnTo>
                    <a:pt x="188976" y="43096"/>
                  </a:lnTo>
                  <a:lnTo>
                    <a:pt x="193085" y="44122"/>
                  </a:lnTo>
                  <a:lnTo>
                    <a:pt x="193340" y="44025"/>
                  </a:lnTo>
                  <a:lnTo>
                    <a:pt x="197863" y="42303"/>
                  </a:lnTo>
                  <a:lnTo>
                    <a:pt x="201717" y="42435"/>
                  </a:lnTo>
                  <a:lnTo>
                    <a:pt x="205124" y="48181"/>
                  </a:lnTo>
                  <a:lnTo>
                    <a:pt x="207097" y="51450"/>
                  </a:lnTo>
                  <a:lnTo>
                    <a:pt x="211158" y="56199"/>
                  </a:lnTo>
                  <a:lnTo>
                    <a:pt x="211696" y="56837"/>
                  </a:lnTo>
                  <a:lnTo>
                    <a:pt x="214502" y="60166"/>
                  </a:lnTo>
                  <a:lnTo>
                    <a:pt x="215614" y="62579"/>
                  </a:lnTo>
                  <a:lnTo>
                    <a:pt x="218160" y="68101"/>
                  </a:lnTo>
                  <a:lnTo>
                    <a:pt x="224409" y="72810"/>
                  </a:lnTo>
                  <a:lnTo>
                    <a:pt x="228908" y="77966"/>
                  </a:lnTo>
                  <a:lnTo>
                    <a:pt x="229207" y="78308"/>
                  </a:lnTo>
                  <a:lnTo>
                    <a:pt x="232112" y="82418"/>
                  </a:lnTo>
                  <a:lnTo>
                    <a:pt x="232733" y="83295"/>
                  </a:lnTo>
                  <a:lnTo>
                    <a:pt x="236004" y="83362"/>
                  </a:lnTo>
                  <a:lnTo>
                    <a:pt x="242982" y="88180"/>
                  </a:lnTo>
                  <a:lnTo>
                    <a:pt x="251374" y="90632"/>
                  </a:lnTo>
                  <a:lnTo>
                    <a:pt x="258937" y="97045"/>
                  </a:lnTo>
                  <a:lnTo>
                    <a:pt x="261300" y="100420"/>
                  </a:lnTo>
                  <a:lnTo>
                    <a:pt x="262953" y="102780"/>
                  </a:lnTo>
                  <a:lnTo>
                    <a:pt x="266433" y="106262"/>
                  </a:lnTo>
                  <a:lnTo>
                    <a:pt x="270030" y="106637"/>
                  </a:lnTo>
                  <a:lnTo>
                    <a:pt x="270670" y="106703"/>
                  </a:lnTo>
                  <a:lnTo>
                    <a:pt x="277096" y="109882"/>
                  </a:lnTo>
                  <a:lnTo>
                    <a:pt x="278193" y="111072"/>
                  </a:lnTo>
                  <a:lnTo>
                    <a:pt x="280608" y="113688"/>
                  </a:lnTo>
                  <a:lnTo>
                    <a:pt x="285761" y="115389"/>
                  </a:lnTo>
                  <a:lnTo>
                    <a:pt x="287070" y="119805"/>
                  </a:lnTo>
                  <a:lnTo>
                    <a:pt x="287274" y="125813"/>
                  </a:lnTo>
                  <a:lnTo>
                    <a:pt x="294156" y="127891"/>
                  </a:lnTo>
                  <a:lnTo>
                    <a:pt x="295067" y="132789"/>
                  </a:lnTo>
                  <a:lnTo>
                    <a:pt x="295156" y="133266"/>
                  </a:lnTo>
                  <a:lnTo>
                    <a:pt x="301761" y="135254"/>
                  </a:lnTo>
                  <a:lnTo>
                    <a:pt x="301941" y="135789"/>
                  </a:lnTo>
                  <a:lnTo>
                    <a:pt x="303231" y="139625"/>
                  </a:lnTo>
                  <a:lnTo>
                    <a:pt x="311002" y="142278"/>
                  </a:lnTo>
                  <a:lnTo>
                    <a:pt x="314293" y="142797"/>
                  </a:lnTo>
                  <a:lnTo>
                    <a:pt x="315401" y="142971"/>
                  </a:lnTo>
                  <a:lnTo>
                    <a:pt x="320232" y="145532"/>
                  </a:lnTo>
                  <a:lnTo>
                    <a:pt x="323746" y="147392"/>
                  </a:lnTo>
                  <a:lnTo>
                    <a:pt x="325123" y="153521"/>
                  </a:lnTo>
                  <a:lnTo>
                    <a:pt x="328456" y="156918"/>
                  </a:lnTo>
                  <a:lnTo>
                    <a:pt x="332713" y="161972"/>
                  </a:lnTo>
                  <a:lnTo>
                    <a:pt x="334718" y="169364"/>
                  </a:lnTo>
                  <a:lnTo>
                    <a:pt x="334837" y="169804"/>
                  </a:lnTo>
                  <a:lnTo>
                    <a:pt x="337640" y="176894"/>
                  </a:lnTo>
                  <a:lnTo>
                    <a:pt x="338206" y="181085"/>
                  </a:lnTo>
                  <a:lnTo>
                    <a:pt x="339056" y="181492"/>
                  </a:lnTo>
                  <a:lnTo>
                    <a:pt x="343903" y="183810"/>
                  </a:lnTo>
                  <a:lnTo>
                    <a:pt x="347366" y="184306"/>
                  </a:lnTo>
                  <a:lnTo>
                    <a:pt x="348091" y="184409"/>
                  </a:lnTo>
                  <a:lnTo>
                    <a:pt x="355233" y="189931"/>
                  </a:lnTo>
                  <a:lnTo>
                    <a:pt x="356132" y="194561"/>
                  </a:lnTo>
                  <a:lnTo>
                    <a:pt x="358139" y="196506"/>
                  </a:lnTo>
                  <a:lnTo>
                    <a:pt x="361923" y="200169"/>
                  </a:lnTo>
                  <a:lnTo>
                    <a:pt x="363277" y="205137"/>
                  </a:lnTo>
                  <a:lnTo>
                    <a:pt x="362078" y="208890"/>
                  </a:lnTo>
                  <a:lnTo>
                    <a:pt x="362687" y="209700"/>
                  </a:lnTo>
                  <a:lnTo>
                    <a:pt x="365586" y="213555"/>
                  </a:lnTo>
                  <a:lnTo>
                    <a:pt x="367106" y="218976"/>
                  </a:lnTo>
                  <a:lnTo>
                    <a:pt x="373058" y="220218"/>
                  </a:lnTo>
                  <a:lnTo>
                    <a:pt x="375069" y="218256"/>
                  </a:lnTo>
                  <a:lnTo>
                    <a:pt x="380430" y="220942"/>
                  </a:lnTo>
                  <a:lnTo>
                    <a:pt x="385028" y="221986"/>
                  </a:lnTo>
                  <a:lnTo>
                    <a:pt x="388292" y="222174"/>
                  </a:lnTo>
                  <a:lnTo>
                    <a:pt x="388520" y="225364"/>
                  </a:lnTo>
                  <a:lnTo>
                    <a:pt x="384706" y="230253"/>
                  </a:lnTo>
                  <a:lnTo>
                    <a:pt x="383031" y="233411"/>
                  </a:lnTo>
                  <a:lnTo>
                    <a:pt x="379683" y="239245"/>
                  </a:lnTo>
                  <a:lnTo>
                    <a:pt x="377758" y="243651"/>
                  </a:lnTo>
                  <a:lnTo>
                    <a:pt x="375689" y="248758"/>
                  </a:lnTo>
                  <a:lnTo>
                    <a:pt x="372420" y="252971"/>
                  </a:lnTo>
                  <a:lnTo>
                    <a:pt x="372282" y="254095"/>
                  </a:lnTo>
                  <a:lnTo>
                    <a:pt x="372161" y="255082"/>
                  </a:lnTo>
                  <a:lnTo>
                    <a:pt x="373875" y="261593"/>
                  </a:lnTo>
                  <a:lnTo>
                    <a:pt x="372102" y="268067"/>
                  </a:lnTo>
                  <a:lnTo>
                    <a:pt x="372246" y="269504"/>
                  </a:lnTo>
                  <a:lnTo>
                    <a:pt x="372444" y="271488"/>
                  </a:lnTo>
                  <a:lnTo>
                    <a:pt x="370689" y="276768"/>
                  </a:lnTo>
                  <a:lnTo>
                    <a:pt x="368344" y="282550"/>
                  </a:lnTo>
                  <a:lnTo>
                    <a:pt x="367704" y="287491"/>
                  </a:lnTo>
                  <a:lnTo>
                    <a:pt x="369837" y="291265"/>
                  </a:lnTo>
                  <a:lnTo>
                    <a:pt x="369739" y="292125"/>
                  </a:lnTo>
                  <a:lnTo>
                    <a:pt x="369211" y="296767"/>
                  </a:lnTo>
                  <a:lnTo>
                    <a:pt x="368212" y="300424"/>
                  </a:lnTo>
                  <a:lnTo>
                    <a:pt x="364693" y="307472"/>
                  </a:lnTo>
                  <a:lnTo>
                    <a:pt x="362380" y="308988"/>
                  </a:lnTo>
                  <a:lnTo>
                    <a:pt x="363301" y="313515"/>
                  </a:lnTo>
                  <a:lnTo>
                    <a:pt x="362800" y="318669"/>
                  </a:lnTo>
                  <a:lnTo>
                    <a:pt x="363809" y="320772"/>
                  </a:lnTo>
                  <a:lnTo>
                    <a:pt x="364321" y="321839"/>
                  </a:lnTo>
                  <a:lnTo>
                    <a:pt x="365701" y="327785"/>
                  </a:lnTo>
                  <a:lnTo>
                    <a:pt x="364527" y="335851"/>
                  </a:lnTo>
                  <a:lnTo>
                    <a:pt x="363887" y="340618"/>
                  </a:lnTo>
                  <a:lnTo>
                    <a:pt x="366044" y="345554"/>
                  </a:lnTo>
                  <a:lnTo>
                    <a:pt x="361153" y="345442"/>
                  </a:lnTo>
                  <a:lnTo>
                    <a:pt x="359585" y="345748"/>
                  </a:lnTo>
                  <a:lnTo>
                    <a:pt x="357232" y="346962"/>
                  </a:lnTo>
                  <a:lnTo>
                    <a:pt x="351701" y="346912"/>
                  </a:lnTo>
                  <a:lnTo>
                    <a:pt x="348864" y="346179"/>
                  </a:lnTo>
                  <a:lnTo>
                    <a:pt x="344043" y="346779"/>
                  </a:lnTo>
                  <a:lnTo>
                    <a:pt x="341348" y="345191"/>
                  </a:lnTo>
                  <a:lnTo>
                    <a:pt x="337742" y="344516"/>
                  </a:lnTo>
                  <a:lnTo>
                    <a:pt x="333244" y="345240"/>
                  </a:lnTo>
                  <a:lnTo>
                    <a:pt x="330299" y="343354"/>
                  </a:lnTo>
                  <a:lnTo>
                    <a:pt x="330021" y="343361"/>
                  </a:lnTo>
                  <a:lnTo>
                    <a:pt x="327167" y="343432"/>
                  </a:lnTo>
                  <a:lnTo>
                    <a:pt x="323978" y="347827"/>
                  </a:lnTo>
                  <a:lnTo>
                    <a:pt x="321740" y="351481"/>
                  </a:lnTo>
                  <a:lnTo>
                    <a:pt x="321975" y="356662"/>
                  </a:lnTo>
                  <a:lnTo>
                    <a:pt x="321980" y="359965"/>
                  </a:lnTo>
                  <a:lnTo>
                    <a:pt x="325337" y="364081"/>
                  </a:lnTo>
                  <a:lnTo>
                    <a:pt x="326245" y="370214"/>
                  </a:lnTo>
                  <a:lnTo>
                    <a:pt x="326822" y="377606"/>
                  </a:lnTo>
                  <a:lnTo>
                    <a:pt x="326485" y="381636"/>
                  </a:lnTo>
                  <a:lnTo>
                    <a:pt x="327095" y="384476"/>
                  </a:lnTo>
                  <a:lnTo>
                    <a:pt x="326361" y="384791"/>
                  </a:lnTo>
                  <a:lnTo>
                    <a:pt x="323219" y="386140"/>
                  </a:lnTo>
                  <a:lnTo>
                    <a:pt x="319554" y="386681"/>
                  </a:lnTo>
                  <a:lnTo>
                    <a:pt x="316733" y="386808"/>
                  </a:lnTo>
                  <a:lnTo>
                    <a:pt x="313610" y="382449"/>
                  </a:lnTo>
                  <a:lnTo>
                    <a:pt x="313535" y="377996"/>
                  </a:lnTo>
                  <a:lnTo>
                    <a:pt x="310698" y="374436"/>
                  </a:lnTo>
                  <a:lnTo>
                    <a:pt x="310828" y="370501"/>
                  </a:lnTo>
                  <a:lnTo>
                    <a:pt x="295659" y="372197"/>
                  </a:lnTo>
                  <a:lnTo>
                    <a:pt x="292569" y="372539"/>
                  </a:lnTo>
                  <a:lnTo>
                    <a:pt x="283207" y="373817"/>
                  </a:lnTo>
                  <a:lnTo>
                    <a:pt x="275252" y="374891"/>
                  </a:lnTo>
                  <a:lnTo>
                    <a:pt x="261094" y="376779"/>
                  </a:lnTo>
                  <a:lnTo>
                    <a:pt x="241934" y="379327"/>
                  </a:lnTo>
                  <a:lnTo>
                    <a:pt x="241543" y="379378"/>
                  </a:lnTo>
                  <a:lnTo>
                    <a:pt x="228509" y="381036"/>
                  </a:lnTo>
                  <a:lnTo>
                    <a:pt x="224859" y="381496"/>
                  </a:lnTo>
                  <a:lnTo>
                    <a:pt x="214123" y="382836"/>
                  </a:lnTo>
                  <a:lnTo>
                    <a:pt x="205698" y="383945"/>
                  </a:lnTo>
                  <a:lnTo>
                    <a:pt x="195742" y="385242"/>
                  </a:lnTo>
                  <a:lnTo>
                    <a:pt x="189917" y="385993"/>
                  </a:lnTo>
                  <a:lnTo>
                    <a:pt x="175856" y="387817"/>
                  </a:lnTo>
                  <a:lnTo>
                    <a:pt x="170101" y="388555"/>
                  </a:lnTo>
                  <a:lnTo>
                    <a:pt x="166991" y="388951"/>
                  </a:lnTo>
                  <a:lnTo>
                    <a:pt x="154901" y="390599"/>
                  </a:lnTo>
                  <a:lnTo>
                    <a:pt x="147726" y="391566"/>
                  </a:lnTo>
                  <a:lnTo>
                    <a:pt x="140661" y="392510"/>
                  </a:lnTo>
                  <a:lnTo>
                    <a:pt x="115115" y="395629"/>
                  </a:lnTo>
                  <a:lnTo>
                    <a:pt x="111222" y="396156"/>
                  </a:lnTo>
                  <a:lnTo>
                    <a:pt x="106422" y="391621"/>
                  </a:lnTo>
                  <a:lnTo>
                    <a:pt x="104399" y="386466"/>
                  </a:lnTo>
                  <a:lnTo>
                    <a:pt x="103703" y="382613"/>
                  </a:lnTo>
                  <a:lnTo>
                    <a:pt x="99346" y="378197"/>
                  </a:lnTo>
                  <a:lnTo>
                    <a:pt x="97153" y="375019"/>
                  </a:lnTo>
                  <a:lnTo>
                    <a:pt x="97108" y="372922"/>
                  </a:lnTo>
                  <a:lnTo>
                    <a:pt x="95748" y="368457"/>
                  </a:lnTo>
                  <a:lnTo>
                    <a:pt x="94735" y="366685"/>
                  </a:lnTo>
                  <a:lnTo>
                    <a:pt x="93222" y="364038"/>
                  </a:lnTo>
                  <a:lnTo>
                    <a:pt x="86837" y="358196"/>
                  </a:lnTo>
                  <a:lnTo>
                    <a:pt x="85840" y="351949"/>
                  </a:lnTo>
                  <a:lnTo>
                    <a:pt x="86730" y="348549"/>
                  </a:lnTo>
                  <a:lnTo>
                    <a:pt x="86621" y="347355"/>
                  </a:lnTo>
                  <a:lnTo>
                    <a:pt x="86517" y="346216"/>
                  </a:lnTo>
                  <a:lnTo>
                    <a:pt x="85635" y="342700"/>
                  </a:lnTo>
                  <a:lnTo>
                    <a:pt x="86698" y="336414"/>
                  </a:lnTo>
                  <a:lnTo>
                    <a:pt x="85792" y="333277"/>
                  </a:lnTo>
                  <a:lnTo>
                    <a:pt x="86595" y="328580"/>
                  </a:lnTo>
                  <a:lnTo>
                    <a:pt x="86988" y="326271"/>
                  </a:lnTo>
                  <a:lnTo>
                    <a:pt x="85449" y="324213"/>
                  </a:lnTo>
                  <a:lnTo>
                    <a:pt x="84779" y="319932"/>
                  </a:lnTo>
                  <a:lnTo>
                    <a:pt x="78801" y="314329"/>
                  </a:lnTo>
                  <a:lnTo>
                    <a:pt x="78791" y="310973"/>
                  </a:lnTo>
                  <a:lnTo>
                    <a:pt x="77908" y="308429"/>
                  </a:lnTo>
                  <a:lnTo>
                    <a:pt x="77404" y="306976"/>
                  </a:lnTo>
                  <a:lnTo>
                    <a:pt x="75686" y="302024"/>
                  </a:lnTo>
                  <a:lnTo>
                    <a:pt x="77022" y="296969"/>
                  </a:lnTo>
                  <a:lnTo>
                    <a:pt x="79448" y="289948"/>
                  </a:lnTo>
                  <a:lnTo>
                    <a:pt x="79433" y="287767"/>
                  </a:lnTo>
                  <a:lnTo>
                    <a:pt x="79391" y="281501"/>
                  </a:lnTo>
                  <a:lnTo>
                    <a:pt x="79375" y="279263"/>
                  </a:lnTo>
                  <a:lnTo>
                    <a:pt x="77864" y="275197"/>
                  </a:lnTo>
                  <a:lnTo>
                    <a:pt x="81688" y="270112"/>
                  </a:lnTo>
                  <a:lnTo>
                    <a:pt x="86209" y="266310"/>
                  </a:lnTo>
                  <a:lnTo>
                    <a:pt x="86798" y="265153"/>
                  </a:lnTo>
                  <a:lnTo>
                    <a:pt x="88422" y="261959"/>
                  </a:lnTo>
                  <a:lnTo>
                    <a:pt x="83156" y="259110"/>
                  </a:lnTo>
                  <a:lnTo>
                    <a:pt x="78893" y="257126"/>
                  </a:lnTo>
                  <a:lnTo>
                    <a:pt x="80344" y="254504"/>
                  </a:lnTo>
                  <a:lnTo>
                    <a:pt x="80300" y="253098"/>
                  </a:lnTo>
                  <a:lnTo>
                    <a:pt x="80121" y="247440"/>
                  </a:lnTo>
                  <a:lnTo>
                    <a:pt x="77203" y="242233"/>
                  </a:lnTo>
                  <a:lnTo>
                    <a:pt x="77063" y="241982"/>
                  </a:lnTo>
                  <a:lnTo>
                    <a:pt x="76440" y="240870"/>
                  </a:lnTo>
                  <a:lnTo>
                    <a:pt x="71045" y="236542"/>
                  </a:lnTo>
                  <a:lnTo>
                    <a:pt x="70253" y="234460"/>
                  </a:lnTo>
                  <a:lnTo>
                    <a:pt x="68669" y="230292"/>
                  </a:lnTo>
                  <a:lnTo>
                    <a:pt x="65812" y="224333"/>
                  </a:lnTo>
                  <a:lnTo>
                    <a:pt x="64776" y="222627"/>
                  </a:lnTo>
                  <a:lnTo>
                    <a:pt x="61105" y="216583"/>
                  </a:lnTo>
                  <a:lnTo>
                    <a:pt x="58929" y="213877"/>
                  </a:lnTo>
                  <a:lnTo>
                    <a:pt x="58685" y="213134"/>
                  </a:lnTo>
                  <a:lnTo>
                    <a:pt x="52111" y="193070"/>
                  </a:lnTo>
                  <a:lnTo>
                    <a:pt x="51520" y="191259"/>
                  </a:lnTo>
                  <a:lnTo>
                    <a:pt x="43312" y="166078"/>
                  </a:lnTo>
                  <a:lnTo>
                    <a:pt x="41806" y="161456"/>
                  </a:lnTo>
                  <a:lnTo>
                    <a:pt x="40514" y="157485"/>
                  </a:lnTo>
                  <a:lnTo>
                    <a:pt x="37112" y="147080"/>
                  </a:lnTo>
                  <a:lnTo>
                    <a:pt x="33945" y="137387"/>
                  </a:lnTo>
                  <a:lnTo>
                    <a:pt x="30258" y="126097"/>
                  </a:lnTo>
                  <a:lnTo>
                    <a:pt x="28537" y="120826"/>
                  </a:lnTo>
                  <a:lnTo>
                    <a:pt x="25366" y="110966"/>
                  </a:lnTo>
                  <a:lnTo>
                    <a:pt x="24163" y="107224"/>
                  </a:lnTo>
                  <a:lnTo>
                    <a:pt x="19574" y="93645"/>
                  </a:lnTo>
                  <a:lnTo>
                    <a:pt x="14215" y="77767"/>
                  </a:lnTo>
                  <a:lnTo>
                    <a:pt x="12791" y="73603"/>
                  </a:lnTo>
                  <a:lnTo>
                    <a:pt x="10927" y="68147"/>
                  </a:lnTo>
                  <a:lnTo>
                    <a:pt x="9917" y="65189"/>
                  </a:lnTo>
                  <a:lnTo>
                    <a:pt x="6283" y="54544"/>
                  </a:lnTo>
                  <a:lnTo>
                    <a:pt x="3269" y="45214"/>
                  </a:lnTo>
                  <a:lnTo>
                    <a:pt x="1528" y="398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420729" y="5326940"/>
              <a:ext cx="106703" cy="121263"/>
            </a:xfrm>
            <a:custGeom>
              <a:avLst/>
              <a:pathLst>
                <a:path w="106703" h="121263">
                  <a:moveTo>
                    <a:pt x="557" y="42663"/>
                  </a:moveTo>
                  <a:lnTo>
                    <a:pt x="3653" y="39594"/>
                  </a:lnTo>
                  <a:lnTo>
                    <a:pt x="5665" y="36821"/>
                  </a:lnTo>
                  <a:lnTo>
                    <a:pt x="7845" y="36389"/>
                  </a:lnTo>
                  <a:lnTo>
                    <a:pt x="10222" y="33890"/>
                  </a:lnTo>
                  <a:lnTo>
                    <a:pt x="11536" y="30005"/>
                  </a:lnTo>
                  <a:lnTo>
                    <a:pt x="14020" y="26926"/>
                  </a:lnTo>
                  <a:lnTo>
                    <a:pt x="15871" y="25819"/>
                  </a:lnTo>
                  <a:lnTo>
                    <a:pt x="15834" y="22012"/>
                  </a:lnTo>
                  <a:lnTo>
                    <a:pt x="13294" y="18627"/>
                  </a:lnTo>
                  <a:lnTo>
                    <a:pt x="9168" y="12977"/>
                  </a:lnTo>
                  <a:lnTo>
                    <a:pt x="7467" y="8148"/>
                  </a:lnTo>
                  <a:lnTo>
                    <a:pt x="7448" y="1252"/>
                  </a:lnTo>
                  <a:lnTo>
                    <a:pt x="10315" y="0"/>
                  </a:lnTo>
                  <a:lnTo>
                    <a:pt x="15026" y="1840"/>
                  </a:lnTo>
                  <a:lnTo>
                    <a:pt x="20537" y="4953"/>
                  </a:lnTo>
                  <a:lnTo>
                    <a:pt x="23640" y="7888"/>
                  </a:lnTo>
                  <a:lnTo>
                    <a:pt x="29668" y="11667"/>
                  </a:lnTo>
                  <a:lnTo>
                    <a:pt x="33300" y="14401"/>
                  </a:lnTo>
                  <a:lnTo>
                    <a:pt x="36433" y="13970"/>
                  </a:lnTo>
                  <a:lnTo>
                    <a:pt x="41319" y="15795"/>
                  </a:lnTo>
                  <a:lnTo>
                    <a:pt x="51446" y="20530"/>
                  </a:lnTo>
                  <a:lnTo>
                    <a:pt x="61849" y="25749"/>
                  </a:lnTo>
                  <a:lnTo>
                    <a:pt x="71474" y="33025"/>
                  </a:lnTo>
                  <a:lnTo>
                    <a:pt x="75510" y="36815"/>
                  </a:lnTo>
                  <a:lnTo>
                    <a:pt x="79260" y="40701"/>
                  </a:lnTo>
                  <a:lnTo>
                    <a:pt x="79960" y="47695"/>
                  </a:lnTo>
                  <a:lnTo>
                    <a:pt x="80977" y="52004"/>
                  </a:lnTo>
                  <a:lnTo>
                    <a:pt x="84269" y="51134"/>
                  </a:lnTo>
                  <a:lnTo>
                    <a:pt x="87505" y="51346"/>
                  </a:lnTo>
                  <a:lnTo>
                    <a:pt x="90290" y="55763"/>
                  </a:lnTo>
                  <a:lnTo>
                    <a:pt x="91665" y="60890"/>
                  </a:lnTo>
                  <a:lnTo>
                    <a:pt x="94327" y="63516"/>
                  </a:lnTo>
                  <a:lnTo>
                    <a:pt x="102965" y="68834"/>
                  </a:lnTo>
                  <a:lnTo>
                    <a:pt x="106411" y="70676"/>
                  </a:lnTo>
                  <a:lnTo>
                    <a:pt x="106703" y="73279"/>
                  </a:lnTo>
                  <a:lnTo>
                    <a:pt x="102640" y="79016"/>
                  </a:lnTo>
                  <a:lnTo>
                    <a:pt x="97765" y="83298"/>
                  </a:lnTo>
                  <a:lnTo>
                    <a:pt x="92144" y="87465"/>
                  </a:lnTo>
                  <a:lnTo>
                    <a:pt x="85017" y="90687"/>
                  </a:lnTo>
                  <a:lnTo>
                    <a:pt x="81479" y="92462"/>
                  </a:lnTo>
                  <a:lnTo>
                    <a:pt x="77738" y="92926"/>
                  </a:lnTo>
                  <a:lnTo>
                    <a:pt x="72662" y="91491"/>
                  </a:lnTo>
                  <a:lnTo>
                    <a:pt x="68941" y="93361"/>
                  </a:lnTo>
                  <a:lnTo>
                    <a:pt x="65604" y="96854"/>
                  </a:lnTo>
                  <a:lnTo>
                    <a:pt x="63212" y="97407"/>
                  </a:lnTo>
                  <a:lnTo>
                    <a:pt x="58683" y="101487"/>
                  </a:lnTo>
                  <a:lnTo>
                    <a:pt x="54573" y="102494"/>
                  </a:lnTo>
                  <a:lnTo>
                    <a:pt x="51379" y="108340"/>
                  </a:lnTo>
                  <a:lnTo>
                    <a:pt x="49310" y="113647"/>
                  </a:lnTo>
                  <a:lnTo>
                    <a:pt x="47902" y="116844"/>
                  </a:lnTo>
                  <a:lnTo>
                    <a:pt x="46303" y="119273"/>
                  </a:lnTo>
                  <a:lnTo>
                    <a:pt x="43817" y="121263"/>
                  </a:lnTo>
                  <a:lnTo>
                    <a:pt x="38571" y="116392"/>
                  </a:lnTo>
                  <a:lnTo>
                    <a:pt x="31268" y="112048"/>
                  </a:lnTo>
                  <a:lnTo>
                    <a:pt x="24664" y="109657"/>
                  </a:lnTo>
                  <a:lnTo>
                    <a:pt x="21069" y="103942"/>
                  </a:lnTo>
                  <a:lnTo>
                    <a:pt x="20136" y="96851"/>
                  </a:lnTo>
                  <a:lnTo>
                    <a:pt x="19828" y="89855"/>
                  </a:lnTo>
                  <a:lnTo>
                    <a:pt x="20244" y="86319"/>
                  </a:lnTo>
                  <a:lnTo>
                    <a:pt x="19745" y="81966"/>
                  </a:lnTo>
                  <a:lnTo>
                    <a:pt x="17127" y="75869"/>
                  </a:lnTo>
                  <a:lnTo>
                    <a:pt x="15303" y="72370"/>
                  </a:lnTo>
                  <a:lnTo>
                    <a:pt x="12637" y="69320"/>
                  </a:lnTo>
                  <a:lnTo>
                    <a:pt x="10216" y="63063"/>
                  </a:lnTo>
                  <a:lnTo>
                    <a:pt x="8777" y="58375"/>
                  </a:lnTo>
                  <a:lnTo>
                    <a:pt x="6693" y="55188"/>
                  </a:lnTo>
                  <a:lnTo>
                    <a:pt x="4007" y="54373"/>
                  </a:lnTo>
                  <a:lnTo>
                    <a:pt x="3391" y="52648"/>
                  </a:lnTo>
                  <a:lnTo>
                    <a:pt x="0" y="470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53470" y="5254962"/>
              <a:ext cx="60677" cy="41644"/>
            </a:xfrm>
            <a:custGeom>
              <a:avLst/>
              <a:pathLst>
                <a:path w="60677" h="41644">
                  <a:moveTo>
                    <a:pt x="0" y="9063"/>
                  </a:moveTo>
                  <a:lnTo>
                    <a:pt x="848" y="3854"/>
                  </a:lnTo>
                  <a:lnTo>
                    <a:pt x="5301" y="0"/>
                  </a:lnTo>
                  <a:lnTo>
                    <a:pt x="10082" y="1401"/>
                  </a:lnTo>
                  <a:lnTo>
                    <a:pt x="14418" y="7176"/>
                  </a:lnTo>
                  <a:lnTo>
                    <a:pt x="18175" y="12456"/>
                  </a:lnTo>
                  <a:lnTo>
                    <a:pt x="24327" y="11361"/>
                  </a:lnTo>
                  <a:lnTo>
                    <a:pt x="29726" y="9055"/>
                  </a:lnTo>
                  <a:lnTo>
                    <a:pt x="37217" y="10365"/>
                  </a:lnTo>
                  <a:lnTo>
                    <a:pt x="41694" y="14742"/>
                  </a:lnTo>
                  <a:lnTo>
                    <a:pt x="47151" y="17836"/>
                  </a:lnTo>
                  <a:lnTo>
                    <a:pt x="53752" y="22791"/>
                  </a:lnTo>
                  <a:lnTo>
                    <a:pt x="58550" y="24448"/>
                  </a:lnTo>
                  <a:lnTo>
                    <a:pt x="60677" y="29125"/>
                  </a:lnTo>
                  <a:lnTo>
                    <a:pt x="59905" y="33152"/>
                  </a:lnTo>
                  <a:lnTo>
                    <a:pt x="56882" y="35875"/>
                  </a:lnTo>
                  <a:lnTo>
                    <a:pt x="50281" y="38719"/>
                  </a:lnTo>
                  <a:lnTo>
                    <a:pt x="43672" y="38165"/>
                  </a:lnTo>
                  <a:lnTo>
                    <a:pt x="37984" y="40588"/>
                  </a:lnTo>
                  <a:lnTo>
                    <a:pt x="30552" y="41644"/>
                  </a:lnTo>
                  <a:lnTo>
                    <a:pt x="25856" y="39556"/>
                  </a:lnTo>
                  <a:lnTo>
                    <a:pt x="24177" y="34317"/>
                  </a:lnTo>
                  <a:lnTo>
                    <a:pt x="21981" y="27024"/>
                  </a:lnTo>
                  <a:lnTo>
                    <a:pt x="21459" y="25458"/>
                  </a:lnTo>
                  <a:lnTo>
                    <a:pt x="20085" y="22101"/>
                  </a:lnTo>
                  <a:lnTo>
                    <a:pt x="17320" y="21122"/>
                  </a:lnTo>
                  <a:lnTo>
                    <a:pt x="14975" y="22805"/>
                  </a:lnTo>
                  <a:lnTo>
                    <a:pt x="13500" y="22013"/>
                  </a:lnTo>
                  <a:lnTo>
                    <a:pt x="6756" y="18384"/>
                  </a:lnTo>
                  <a:lnTo>
                    <a:pt x="1343" y="118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57930" y="5293082"/>
              <a:ext cx="13413" cy="8304"/>
            </a:xfrm>
            <a:custGeom>
              <a:avLst/>
              <a:pathLst>
                <a:path w="13413" h="8304">
                  <a:moveTo>
                    <a:pt x="2276" y="3366"/>
                  </a:moveTo>
                  <a:lnTo>
                    <a:pt x="6768" y="720"/>
                  </a:lnTo>
                  <a:lnTo>
                    <a:pt x="10210" y="0"/>
                  </a:lnTo>
                  <a:lnTo>
                    <a:pt x="12491" y="2362"/>
                  </a:lnTo>
                  <a:lnTo>
                    <a:pt x="13413" y="7068"/>
                  </a:lnTo>
                  <a:lnTo>
                    <a:pt x="9781" y="8201"/>
                  </a:lnTo>
                  <a:lnTo>
                    <a:pt x="3084" y="8304"/>
                  </a:lnTo>
                  <a:lnTo>
                    <a:pt x="0" y="56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324170" y="5261144"/>
              <a:ext cx="21598" cy="17700"/>
            </a:xfrm>
            <a:custGeom>
              <a:avLst/>
              <a:pathLst>
                <a:path w="21598" h="17700">
                  <a:moveTo>
                    <a:pt x="0" y="1125"/>
                  </a:moveTo>
                  <a:lnTo>
                    <a:pt x="3828" y="0"/>
                  </a:lnTo>
                  <a:lnTo>
                    <a:pt x="9806" y="894"/>
                  </a:lnTo>
                  <a:lnTo>
                    <a:pt x="15432" y="4063"/>
                  </a:lnTo>
                  <a:lnTo>
                    <a:pt x="18750" y="7084"/>
                  </a:lnTo>
                  <a:lnTo>
                    <a:pt x="21598" y="11134"/>
                  </a:lnTo>
                  <a:lnTo>
                    <a:pt x="19815" y="15928"/>
                  </a:lnTo>
                  <a:lnTo>
                    <a:pt x="15790" y="17346"/>
                  </a:lnTo>
                  <a:lnTo>
                    <a:pt x="14314" y="17696"/>
                  </a:lnTo>
                  <a:lnTo>
                    <a:pt x="9549" y="17700"/>
                  </a:lnTo>
                  <a:lnTo>
                    <a:pt x="7202" y="13895"/>
                  </a:lnTo>
                  <a:lnTo>
                    <a:pt x="6514" y="9352"/>
                  </a:lnTo>
                  <a:lnTo>
                    <a:pt x="4628" y="6728"/>
                  </a:lnTo>
                  <a:lnTo>
                    <a:pt x="289" y="369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301473" y="5232887"/>
              <a:ext cx="48453" cy="18462"/>
            </a:xfrm>
            <a:custGeom>
              <a:avLst/>
              <a:pathLst>
                <a:path w="48453" h="18462">
                  <a:moveTo>
                    <a:pt x="2099" y="5905"/>
                  </a:moveTo>
                  <a:lnTo>
                    <a:pt x="4053" y="3777"/>
                  </a:lnTo>
                  <a:lnTo>
                    <a:pt x="2696" y="0"/>
                  </a:lnTo>
                  <a:lnTo>
                    <a:pt x="7542" y="992"/>
                  </a:lnTo>
                  <a:lnTo>
                    <a:pt x="13769" y="3111"/>
                  </a:lnTo>
                  <a:lnTo>
                    <a:pt x="21083" y="4676"/>
                  </a:lnTo>
                  <a:lnTo>
                    <a:pt x="23070" y="3978"/>
                  </a:lnTo>
                  <a:lnTo>
                    <a:pt x="25405" y="3156"/>
                  </a:lnTo>
                  <a:lnTo>
                    <a:pt x="27134" y="3308"/>
                  </a:lnTo>
                  <a:lnTo>
                    <a:pt x="31030" y="7447"/>
                  </a:lnTo>
                  <a:lnTo>
                    <a:pt x="31296" y="7473"/>
                  </a:lnTo>
                  <a:lnTo>
                    <a:pt x="37532" y="8086"/>
                  </a:lnTo>
                  <a:lnTo>
                    <a:pt x="45545" y="8004"/>
                  </a:lnTo>
                  <a:lnTo>
                    <a:pt x="48453" y="9793"/>
                  </a:lnTo>
                  <a:lnTo>
                    <a:pt x="46534" y="13827"/>
                  </a:lnTo>
                  <a:lnTo>
                    <a:pt x="41915" y="17370"/>
                  </a:lnTo>
                  <a:lnTo>
                    <a:pt x="36000" y="18462"/>
                  </a:lnTo>
                  <a:lnTo>
                    <a:pt x="29537" y="16437"/>
                  </a:lnTo>
                  <a:lnTo>
                    <a:pt x="23371" y="13893"/>
                  </a:lnTo>
                  <a:lnTo>
                    <a:pt x="18775" y="12355"/>
                  </a:lnTo>
                  <a:lnTo>
                    <a:pt x="11479" y="12726"/>
                  </a:lnTo>
                  <a:lnTo>
                    <a:pt x="4907" y="12421"/>
                  </a:lnTo>
                  <a:lnTo>
                    <a:pt x="0" y="107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217736" y="5183750"/>
              <a:ext cx="53609" cy="42417"/>
            </a:xfrm>
            <a:custGeom>
              <a:avLst/>
              <a:pathLst>
                <a:path w="53609" h="42417">
                  <a:moveTo>
                    <a:pt x="3638" y="9396"/>
                  </a:moveTo>
                  <a:lnTo>
                    <a:pt x="12254" y="10025"/>
                  </a:lnTo>
                  <a:lnTo>
                    <a:pt x="15542" y="6688"/>
                  </a:lnTo>
                  <a:lnTo>
                    <a:pt x="17472" y="3054"/>
                  </a:lnTo>
                  <a:lnTo>
                    <a:pt x="21832" y="229"/>
                  </a:lnTo>
                  <a:lnTo>
                    <a:pt x="23702" y="0"/>
                  </a:lnTo>
                  <a:lnTo>
                    <a:pt x="27901" y="5884"/>
                  </a:lnTo>
                  <a:lnTo>
                    <a:pt x="32516" y="13082"/>
                  </a:lnTo>
                  <a:lnTo>
                    <a:pt x="36267" y="17476"/>
                  </a:lnTo>
                  <a:lnTo>
                    <a:pt x="36234" y="23082"/>
                  </a:lnTo>
                  <a:lnTo>
                    <a:pt x="39079" y="25706"/>
                  </a:lnTo>
                  <a:lnTo>
                    <a:pt x="42866" y="24207"/>
                  </a:lnTo>
                  <a:lnTo>
                    <a:pt x="46307" y="24726"/>
                  </a:lnTo>
                  <a:lnTo>
                    <a:pt x="46752" y="29730"/>
                  </a:lnTo>
                  <a:lnTo>
                    <a:pt x="48346" y="33857"/>
                  </a:lnTo>
                  <a:lnTo>
                    <a:pt x="53609" y="38313"/>
                  </a:lnTo>
                  <a:lnTo>
                    <a:pt x="53395" y="38693"/>
                  </a:lnTo>
                  <a:lnTo>
                    <a:pt x="52197" y="40814"/>
                  </a:lnTo>
                  <a:lnTo>
                    <a:pt x="50214" y="42417"/>
                  </a:lnTo>
                  <a:lnTo>
                    <a:pt x="45414" y="40717"/>
                  </a:lnTo>
                  <a:lnTo>
                    <a:pt x="43699" y="41683"/>
                  </a:lnTo>
                  <a:lnTo>
                    <a:pt x="41365" y="42127"/>
                  </a:lnTo>
                  <a:lnTo>
                    <a:pt x="37705" y="39393"/>
                  </a:lnTo>
                  <a:lnTo>
                    <a:pt x="34302" y="37111"/>
                  </a:lnTo>
                  <a:lnTo>
                    <a:pt x="29297" y="36085"/>
                  </a:lnTo>
                  <a:lnTo>
                    <a:pt x="26756" y="35533"/>
                  </a:lnTo>
                  <a:lnTo>
                    <a:pt x="23329" y="35777"/>
                  </a:lnTo>
                  <a:lnTo>
                    <a:pt x="18381" y="36187"/>
                  </a:lnTo>
                  <a:lnTo>
                    <a:pt x="18249" y="36198"/>
                  </a:lnTo>
                  <a:lnTo>
                    <a:pt x="17038" y="36156"/>
                  </a:lnTo>
                  <a:lnTo>
                    <a:pt x="14430" y="31727"/>
                  </a:lnTo>
                  <a:lnTo>
                    <a:pt x="13242" y="29034"/>
                  </a:lnTo>
                  <a:lnTo>
                    <a:pt x="9766" y="25970"/>
                  </a:lnTo>
                  <a:lnTo>
                    <a:pt x="9222" y="23626"/>
                  </a:lnTo>
                  <a:lnTo>
                    <a:pt x="4546" y="18035"/>
                  </a:lnTo>
                  <a:lnTo>
                    <a:pt x="4327" y="14792"/>
                  </a:lnTo>
                  <a:lnTo>
                    <a:pt x="0" y="94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091550" y="5122956"/>
              <a:ext cx="39011" cy="33393"/>
            </a:xfrm>
            <a:custGeom>
              <a:avLst/>
              <a:pathLst>
                <a:path w="39011" h="33393">
                  <a:moveTo>
                    <a:pt x="0" y="12233"/>
                  </a:moveTo>
                  <a:lnTo>
                    <a:pt x="2824" y="9687"/>
                  </a:lnTo>
                  <a:lnTo>
                    <a:pt x="3650" y="6007"/>
                  </a:lnTo>
                  <a:lnTo>
                    <a:pt x="5499" y="4517"/>
                  </a:lnTo>
                  <a:lnTo>
                    <a:pt x="12695" y="1683"/>
                  </a:lnTo>
                  <a:lnTo>
                    <a:pt x="14969" y="0"/>
                  </a:lnTo>
                  <a:lnTo>
                    <a:pt x="17970" y="539"/>
                  </a:lnTo>
                  <a:lnTo>
                    <a:pt x="20791" y="2513"/>
                  </a:lnTo>
                  <a:lnTo>
                    <a:pt x="22405" y="399"/>
                  </a:lnTo>
                  <a:lnTo>
                    <a:pt x="27008" y="1821"/>
                  </a:lnTo>
                  <a:lnTo>
                    <a:pt x="29252" y="977"/>
                  </a:lnTo>
                  <a:lnTo>
                    <a:pt x="32706" y="3055"/>
                  </a:lnTo>
                  <a:lnTo>
                    <a:pt x="36934" y="6340"/>
                  </a:lnTo>
                  <a:lnTo>
                    <a:pt x="39011" y="11953"/>
                  </a:lnTo>
                  <a:lnTo>
                    <a:pt x="37516" y="17256"/>
                  </a:lnTo>
                  <a:lnTo>
                    <a:pt x="36383" y="18876"/>
                  </a:lnTo>
                  <a:lnTo>
                    <a:pt x="36912" y="22714"/>
                  </a:lnTo>
                  <a:lnTo>
                    <a:pt x="36926" y="27009"/>
                  </a:lnTo>
                  <a:lnTo>
                    <a:pt x="33430" y="30033"/>
                  </a:lnTo>
                  <a:lnTo>
                    <a:pt x="29010" y="33393"/>
                  </a:lnTo>
                  <a:lnTo>
                    <a:pt x="22254" y="31196"/>
                  </a:lnTo>
                  <a:lnTo>
                    <a:pt x="18336" y="29911"/>
                  </a:lnTo>
                  <a:lnTo>
                    <a:pt x="16021" y="29670"/>
                  </a:lnTo>
                  <a:lnTo>
                    <a:pt x="11911" y="25443"/>
                  </a:lnTo>
                  <a:lnTo>
                    <a:pt x="6998" y="22377"/>
                  </a:lnTo>
                  <a:lnTo>
                    <a:pt x="3069" y="20399"/>
                  </a:lnTo>
                  <a:lnTo>
                    <a:pt x="150" y="163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56104" y="5137703"/>
              <a:ext cx="14619" cy="18776"/>
            </a:xfrm>
            <a:custGeom>
              <a:avLst/>
              <a:pathLst>
                <a:path w="14619" h="18776">
                  <a:moveTo>
                    <a:pt x="0" y="15081"/>
                  </a:moveTo>
                  <a:lnTo>
                    <a:pt x="1054" y="8623"/>
                  </a:lnTo>
                  <a:lnTo>
                    <a:pt x="3600" y="5998"/>
                  </a:lnTo>
                  <a:lnTo>
                    <a:pt x="7968" y="4243"/>
                  </a:lnTo>
                  <a:lnTo>
                    <a:pt x="9041" y="3115"/>
                  </a:lnTo>
                  <a:lnTo>
                    <a:pt x="9541" y="293"/>
                  </a:lnTo>
                  <a:lnTo>
                    <a:pt x="12745" y="0"/>
                  </a:lnTo>
                  <a:lnTo>
                    <a:pt x="13895" y="773"/>
                  </a:lnTo>
                  <a:lnTo>
                    <a:pt x="14619" y="2237"/>
                  </a:lnTo>
                  <a:lnTo>
                    <a:pt x="13217" y="3577"/>
                  </a:lnTo>
                  <a:lnTo>
                    <a:pt x="12273" y="6722"/>
                  </a:lnTo>
                  <a:lnTo>
                    <a:pt x="13074" y="9614"/>
                  </a:lnTo>
                  <a:lnTo>
                    <a:pt x="9591" y="10871"/>
                  </a:lnTo>
                  <a:lnTo>
                    <a:pt x="7101" y="11328"/>
                  </a:lnTo>
                  <a:lnTo>
                    <a:pt x="5767" y="13023"/>
                  </a:lnTo>
                  <a:lnTo>
                    <a:pt x="4762" y="15072"/>
                  </a:lnTo>
                  <a:lnTo>
                    <a:pt x="3824" y="18776"/>
                  </a:lnTo>
                  <a:lnTo>
                    <a:pt x="1762" y="175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39753" y="3164071"/>
              <a:ext cx="426176" cy="279454"/>
            </a:xfrm>
            <a:custGeom>
              <a:avLst/>
              <a:pathLst>
                <a:path w="426176" h="279454">
                  <a:moveTo>
                    <a:pt x="1117" y="89156"/>
                  </a:moveTo>
                  <a:lnTo>
                    <a:pt x="3779" y="84782"/>
                  </a:lnTo>
                  <a:lnTo>
                    <a:pt x="6179" y="80202"/>
                  </a:lnTo>
                  <a:lnTo>
                    <a:pt x="5900" y="77560"/>
                  </a:lnTo>
                  <a:lnTo>
                    <a:pt x="5770" y="76334"/>
                  </a:lnTo>
                  <a:lnTo>
                    <a:pt x="8299" y="72982"/>
                  </a:lnTo>
                  <a:lnTo>
                    <a:pt x="6948" y="71432"/>
                  </a:lnTo>
                  <a:lnTo>
                    <a:pt x="8619" y="68942"/>
                  </a:lnTo>
                  <a:lnTo>
                    <a:pt x="7275" y="65930"/>
                  </a:lnTo>
                  <a:lnTo>
                    <a:pt x="10603" y="63352"/>
                  </a:lnTo>
                  <a:lnTo>
                    <a:pt x="10939" y="62016"/>
                  </a:lnTo>
                  <a:lnTo>
                    <a:pt x="11640" y="59222"/>
                  </a:lnTo>
                  <a:lnTo>
                    <a:pt x="10277" y="56687"/>
                  </a:lnTo>
                  <a:lnTo>
                    <a:pt x="8914" y="49899"/>
                  </a:lnTo>
                  <a:lnTo>
                    <a:pt x="5934" y="50035"/>
                  </a:lnTo>
                  <a:lnTo>
                    <a:pt x="3859" y="47804"/>
                  </a:lnTo>
                  <a:lnTo>
                    <a:pt x="3433" y="46917"/>
                  </a:lnTo>
                  <a:lnTo>
                    <a:pt x="2043" y="44020"/>
                  </a:lnTo>
                  <a:lnTo>
                    <a:pt x="5110" y="43103"/>
                  </a:lnTo>
                  <a:lnTo>
                    <a:pt x="5327" y="38936"/>
                  </a:lnTo>
                  <a:lnTo>
                    <a:pt x="5358" y="35549"/>
                  </a:lnTo>
                  <a:lnTo>
                    <a:pt x="538" y="31478"/>
                  </a:lnTo>
                  <a:lnTo>
                    <a:pt x="1025" y="28333"/>
                  </a:lnTo>
                  <a:lnTo>
                    <a:pt x="0" y="25658"/>
                  </a:lnTo>
                  <a:lnTo>
                    <a:pt x="9291" y="25268"/>
                  </a:lnTo>
                  <a:lnTo>
                    <a:pt x="25539" y="24540"/>
                  </a:lnTo>
                  <a:lnTo>
                    <a:pt x="34806" y="24112"/>
                  </a:lnTo>
                  <a:lnTo>
                    <a:pt x="47062" y="23521"/>
                  </a:lnTo>
                  <a:lnTo>
                    <a:pt x="48753" y="23437"/>
                  </a:lnTo>
                  <a:lnTo>
                    <a:pt x="70910" y="22232"/>
                  </a:lnTo>
                  <a:lnTo>
                    <a:pt x="72972" y="22110"/>
                  </a:lnTo>
                  <a:lnTo>
                    <a:pt x="77219" y="21858"/>
                  </a:lnTo>
                  <a:lnTo>
                    <a:pt x="88231" y="21186"/>
                  </a:lnTo>
                  <a:lnTo>
                    <a:pt x="107366" y="20052"/>
                  </a:lnTo>
                  <a:lnTo>
                    <a:pt x="109938" y="19894"/>
                  </a:lnTo>
                  <a:lnTo>
                    <a:pt x="111191" y="19815"/>
                  </a:lnTo>
                  <a:lnTo>
                    <a:pt x="137410" y="18097"/>
                  </a:lnTo>
                  <a:lnTo>
                    <a:pt x="140737" y="17870"/>
                  </a:lnTo>
                  <a:lnTo>
                    <a:pt x="149819" y="17262"/>
                  </a:lnTo>
                  <a:lnTo>
                    <a:pt x="167466" y="16034"/>
                  </a:lnTo>
                  <a:lnTo>
                    <a:pt x="187969" y="14479"/>
                  </a:lnTo>
                  <a:lnTo>
                    <a:pt x="192536" y="14121"/>
                  </a:lnTo>
                  <a:lnTo>
                    <a:pt x="197585" y="13719"/>
                  </a:lnTo>
                  <a:lnTo>
                    <a:pt x="214658" y="12321"/>
                  </a:lnTo>
                  <a:lnTo>
                    <a:pt x="226081" y="11358"/>
                  </a:lnTo>
                  <a:lnTo>
                    <a:pt x="227660" y="11222"/>
                  </a:lnTo>
                  <a:lnTo>
                    <a:pt x="237452" y="10373"/>
                  </a:lnTo>
                  <a:lnTo>
                    <a:pt x="257597" y="8498"/>
                  </a:lnTo>
                  <a:lnTo>
                    <a:pt x="264214" y="7877"/>
                  </a:lnTo>
                  <a:lnTo>
                    <a:pt x="281362" y="6227"/>
                  </a:lnTo>
                  <a:lnTo>
                    <a:pt x="287650" y="5618"/>
                  </a:lnTo>
                  <a:lnTo>
                    <a:pt x="303832" y="4014"/>
                  </a:lnTo>
                  <a:lnTo>
                    <a:pt x="309836" y="3406"/>
                  </a:lnTo>
                  <a:lnTo>
                    <a:pt x="317409" y="2628"/>
                  </a:lnTo>
                  <a:lnTo>
                    <a:pt x="325007" y="1836"/>
                  </a:lnTo>
                  <a:lnTo>
                    <a:pt x="342340" y="0"/>
                  </a:lnTo>
                  <a:lnTo>
                    <a:pt x="341879" y="4447"/>
                  </a:lnTo>
                  <a:lnTo>
                    <a:pt x="343544" y="7060"/>
                  </a:lnTo>
                  <a:lnTo>
                    <a:pt x="344412" y="8421"/>
                  </a:lnTo>
                  <a:lnTo>
                    <a:pt x="344181" y="11050"/>
                  </a:lnTo>
                  <a:lnTo>
                    <a:pt x="347885" y="14090"/>
                  </a:lnTo>
                  <a:lnTo>
                    <a:pt x="351108" y="15616"/>
                  </a:lnTo>
                  <a:lnTo>
                    <a:pt x="354811" y="20501"/>
                  </a:lnTo>
                  <a:lnTo>
                    <a:pt x="353233" y="23519"/>
                  </a:lnTo>
                  <a:lnTo>
                    <a:pt x="350705" y="28006"/>
                  </a:lnTo>
                  <a:lnTo>
                    <a:pt x="348458" y="31775"/>
                  </a:lnTo>
                  <a:lnTo>
                    <a:pt x="348986" y="36541"/>
                  </a:lnTo>
                  <a:lnTo>
                    <a:pt x="349390" y="40180"/>
                  </a:lnTo>
                  <a:lnTo>
                    <a:pt x="350866" y="44562"/>
                  </a:lnTo>
                  <a:lnTo>
                    <a:pt x="351203" y="45563"/>
                  </a:lnTo>
                  <a:lnTo>
                    <a:pt x="352997" y="51751"/>
                  </a:lnTo>
                  <a:lnTo>
                    <a:pt x="355874" y="54926"/>
                  </a:lnTo>
                  <a:lnTo>
                    <a:pt x="358512" y="62521"/>
                  </a:lnTo>
                  <a:lnTo>
                    <a:pt x="362471" y="67044"/>
                  </a:lnTo>
                  <a:lnTo>
                    <a:pt x="367669" y="69635"/>
                  </a:lnTo>
                  <a:lnTo>
                    <a:pt x="370625" y="70150"/>
                  </a:lnTo>
                  <a:lnTo>
                    <a:pt x="373572" y="70662"/>
                  </a:lnTo>
                  <a:lnTo>
                    <a:pt x="380749" y="71558"/>
                  </a:lnTo>
                  <a:lnTo>
                    <a:pt x="383687" y="72919"/>
                  </a:lnTo>
                  <a:lnTo>
                    <a:pt x="385983" y="77078"/>
                  </a:lnTo>
                  <a:lnTo>
                    <a:pt x="388574" y="82824"/>
                  </a:lnTo>
                  <a:lnTo>
                    <a:pt x="388683" y="86057"/>
                  </a:lnTo>
                  <a:lnTo>
                    <a:pt x="392551" y="87777"/>
                  </a:lnTo>
                  <a:lnTo>
                    <a:pt x="394259" y="88355"/>
                  </a:lnTo>
                  <a:lnTo>
                    <a:pt x="397690" y="91127"/>
                  </a:lnTo>
                  <a:lnTo>
                    <a:pt x="400042" y="92753"/>
                  </a:lnTo>
                  <a:lnTo>
                    <a:pt x="402740" y="94616"/>
                  </a:lnTo>
                  <a:lnTo>
                    <a:pt x="404996" y="97644"/>
                  </a:lnTo>
                  <a:lnTo>
                    <a:pt x="404526" y="101401"/>
                  </a:lnTo>
                  <a:lnTo>
                    <a:pt x="406869" y="104581"/>
                  </a:lnTo>
                  <a:lnTo>
                    <a:pt x="411271" y="107253"/>
                  </a:lnTo>
                  <a:lnTo>
                    <a:pt x="412857" y="107917"/>
                  </a:lnTo>
                  <a:lnTo>
                    <a:pt x="416031" y="109245"/>
                  </a:lnTo>
                  <a:lnTo>
                    <a:pt x="420279" y="110990"/>
                  </a:lnTo>
                  <a:lnTo>
                    <a:pt x="423711" y="114371"/>
                  </a:lnTo>
                  <a:lnTo>
                    <a:pt x="424240" y="120164"/>
                  </a:lnTo>
                  <a:lnTo>
                    <a:pt x="424559" y="120775"/>
                  </a:lnTo>
                  <a:lnTo>
                    <a:pt x="426176" y="123873"/>
                  </a:lnTo>
                  <a:lnTo>
                    <a:pt x="425712" y="129063"/>
                  </a:lnTo>
                  <a:lnTo>
                    <a:pt x="425717" y="129802"/>
                  </a:lnTo>
                  <a:lnTo>
                    <a:pt x="425740" y="133890"/>
                  </a:lnTo>
                  <a:lnTo>
                    <a:pt x="425078" y="137444"/>
                  </a:lnTo>
                  <a:lnTo>
                    <a:pt x="425461" y="140298"/>
                  </a:lnTo>
                  <a:lnTo>
                    <a:pt x="421741" y="143337"/>
                  </a:lnTo>
                  <a:lnTo>
                    <a:pt x="421364" y="143646"/>
                  </a:lnTo>
                  <a:lnTo>
                    <a:pt x="417701" y="147419"/>
                  </a:lnTo>
                  <a:lnTo>
                    <a:pt x="417764" y="148626"/>
                  </a:lnTo>
                  <a:lnTo>
                    <a:pt x="417919" y="151599"/>
                  </a:lnTo>
                  <a:lnTo>
                    <a:pt x="416786" y="154422"/>
                  </a:lnTo>
                  <a:lnTo>
                    <a:pt x="417263" y="160214"/>
                  </a:lnTo>
                  <a:lnTo>
                    <a:pt x="415847" y="162068"/>
                  </a:lnTo>
                  <a:lnTo>
                    <a:pt x="412636" y="163928"/>
                  </a:lnTo>
                  <a:lnTo>
                    <a:pt x="410046" y="167727"/>
                  </a:lnTo>
                  <a:lnTo>
                    <a:pt x="406704" y="168471"/>
                  </a:lnTo>
                  <a:lnTo>
                    <a:pt x="402943" y="169191"/>
                  </a:lnTo>
                  <a:lnTo>
                    <a:pt x="400147" y="172289"/>
                  </a:lnTo>
                  <a:lnTo>
                    <a:pt x="395031" y="175560"/>
                  </a:lnTo>
                  <a:lnTo>
                    <a:pt x="389474" y="176354"/>
                  </a:lnTo>
                  <a:lnTo>
                    <a:pt x="384213" y="177359"/>
                  </a:lnTo>
                  <a:lnTo>
                    <a:pt x="380714" y="179996"/>
                  </a:lnTo>
                  <a:lnTo>
                    <a:pt x="377873" y="179673"/>
                  </a:lnTo>
                  <a:lnTo>
                    <a:pt x="373927" y="180679"/>
                  </a:lnTo>
                  <a:lnTo>
                    <a:pt x="371987" y="185723"/>
                  </a:lnTo>
                  <a:lnTo>
                    <a:pt x="371833" y="188350"/>
                  </a:lnTo>
                  <a:lnTo>
                    <a:pt x="371700" y="188898"/>
                  </a:lnTo>
                  <a:lnTo>
                    <a:pt x="369856" y="196507"/>
                  </a:lnTo>
                  <a:lnTo>
                    <a:pt x="372336" y="199393"/>
                  </a:lnTo>
                  <a:lnTo>
                    <a:pt x="375406" y="203337"/>
                  </a:lnTo>
                  <a:lnTo>
                    <a:pt x="378311" y="203335"/>
                  </a:lnTo>
                  <a:lnTo>
                    <a:pt x="381466" y="207551"/>
                  </a:lnTo>
                  <a:lnTo>
                    <a:pt x="382151" y="210875"/>
                  </a:lnTo>
                  <a:lnTo>
                    <a:pt x="382203" y="211122"/>
                  </a:lnTo>
                  <a:lnTo>
                    <a:pt x="383107" y="215507"/>
                  </a:lnTo>
                  <a:lnTo>
                    <a:pt x="383258" y="221272"/>
                  </a:lnTo>
                  <a:lnTo>
                    <a:pt x="381452" y="225185"/>
                  </a:lnTo>
                  <a:lnTo>
                    <a:pt x="377943" y="229450"/>
                  </a:lnTo>
                  <a:lnTo>
                    <a:pt x="375179" y="233941"/>
                  </a:lnTo>
                  <a:lnTo>
                    <a:pt x="375642" y="237556"/>
                  </a:lnTo>
                  <a:lnTo>
                    <a:pt x="374547" y="242507"/>
                  </a:lnTo>
                  <a:lnTo>
                    <a:pt x="374615" y="244771"/>
                  </a:lnTo>
                  <a:lnTo>
                    <a:pt x="374686" y="247134"/>
                  </a:lnTo>
                  <a:lnTo>
                    <a:pt x="370618" y="250716"/>
                  </a:lnTo>
                  <a:lnTo>
                    <a:pt x="366568" y="251053"/>
                  </a:lnTo>
                  <a:lnTo>
                    <a:pt x="360690" y="253882"/>
                  </a:lnTo>
                  <a:lnTo>
                    <a:pt x="358669" y="256831"/>
                  </a:lnTo>
                  <a:lnTo>
                    <a:pt x="357747" y="261182"/>
                  </a:lnTo>
                  <a:lnTo>
                    <a:pt x="359728" y="263106"/>
                  </a:lnTo>
                  <a:lnTo>
                    <a:pt x="359441" y="268305"/>
                  </a:lnTo>
                  <a:lnTo>
                    <a:pt x="360373" y="272900"/>
                  </a:lnTo>
                  <a:lnTo>
                    <a:pt x="357456" y="275051"/>
                  </a:lnTo>
                  <a:lnTo>
                    <a:pt x="352007" y="273523"/>
                  </a:lnTo>
                  <a:lnTo>
                    <a:pt x="350337" y="270960"/>
                  </a:lnTo>
                  <a:lnTo>
                    <a:pt x="347116" y="268798"/>
                  </a:lnTo>
                  <a:lnTo>
                    <a:pt x="343818" y="265678"/>
                  </a:lnTo>
                  <a:lnTo>
                    <a:pt x="342775" y="262328"/>
                  </a:lnTo>
                  <a:lnTo>
                    <a:pt x="339216" y="261641"/>
                  </a:lnTo>
                  <a:lnTo>
                    <a:pt x="338021" y="259287"/>
                  </a:lnTo>
                  <a:lnTo>
                    <a:pt x="335732" y="257319"/>
                  </a:lnTo>
                  <a:lnTo>
                    <a:pt x="334820" y="256535"/>
                  </a:lnTo>
                  <a:lnTo>
                    <a:pt x="320913" y="258580"/>
                  </a:lnTo>
                  <a:lnTo>
                    <a:pt x="320659" y="258612"/>
                  </a:lnTo>
                  <a:lnTo>
                    <a:pt x="304967" y="260617"/>
                  </a:lnTo>
                  <a:lnTo>
                    <a:pt x="293616" y="261975"/>
                  </a:lnTo>
                  <a:lnTo>
                    <a:pt x="286782" y="262780"/>
                  </a:lnTo>
                  <a:lnTo>
                    <a:pt x="274559" y="264271"/>
                  </a:lnTo>
                  <a:lnTo>
                    <a:pt x="271320" y="264661"/>
                  </a:lnTo>
                  <a:lnTo>
                    <a:pt x="269464" y="264846"/>
                  </a:lnTo>
                  <a:lnTo>
                    <a:pt x="254364" y="266325"/>
                  </a:lnTo>
                  <a:lnTo>
                    <a:pt x="244023" y="267548"/>
                  </a:lnTo>
                  <a:lnTo>
                    <a:pt x="241464" y="267848"/>
                  </a:lnTo>
                  <a:lnTo>
                    <a:pt x="227513" y="269200"/>
                  </a:lnTo>
                  <a:lnTo>
                    <a:pt x="225586" y="269366"/>
                  </a:lnTo>
                  <a:lnTo>
                    <a:pt x="213427" y="270396"/>
                  </a:lnTo>
                  <a:lnTo>
                    <a:pt x="210732" y="270621"/>
                  </a:lnTo>
                  <a:lnTo>
                    <a:pt x="198946" y="271698"/>
                  </a:lnTo>
                  <a:lnTo>
                    <a:pt x="194511" y="272096"/>
                  </a:lnTo>
                  <a:lnTo>
                    <a:pt x="182888" y="273193"/>
                  </a:lnTo>
                  <a:lnTo>
                    <a:pt x="177853" y="273660"/>
                  </a:lnTo>
                  <a:lnTo>
                    <a:pt x="168443" y="274405"/>
                  </a:lnTo>
                  <a:lnTo>
                    <a:pt x="163210" y="274812"/>
                  </a:lnTo>
                  <a:lnTo>
                    <a:pt x="152506" y="275590"/>
                  </a:lnTo>
                  <a:lnTo>
                    <a:pt x="148325" y="275888"/>
                  </a:lnTo>
                  <a:lnTo>
                    <a:pt x="141770" y="276229"/>
                  </a:lnTo>
                  <a:lnTo>
                    <a:pt x="129215" y="276860"/>
                  </a:lnTo>
                  <a:lnTo>
                    <a:pt x="122873" y="277148"/>
                  </a:lnTo>
                  <a:lnTo>
                    <a:pt x="112581" y="277601"/>
                  </a:lnTo>
                  <a:lnTo>
                    <a:pt x="103671" y="277994"/>
                  </a:lnTo>
                  <a:lnTo>
                    <a:pt x="94763" y="278374"/>
                  </a:lnTo>
                  <a:lnTo>
                    <a:pt x="92201" y="278477"/>
                  </a:lnTo>
                  <a:lnTo>
                    <a:pt x="81557" y="278895"/>
                  </a:lnTo>
                  <a:lnTo>
                    <a:pt x="66019" y="279454"/>
                  </a:lnTo>
                  <a:lnTo>
                    <a:pt x="67077" y="277801"/>
                  </a:lnTo>
                  <a:lnTo>
                    <a:pt x="64639" y="273528"/>
                  </a:lnTo>
                  <a:lnTo>
                    <a:pt x="60236" y="271167"/>
                  </a:lnTo>
                  <a:lnTo>
                    <a:pt x="57164" y="266591"/>
                  </a:lnTo>
                  <a:lnTo>
                    <a:pt x="60590" y="262235"/>
                  </a:lnTo>
                  <a:lnTo>
                    <a:pt x="59856" y="256825"/>
                  </a:lnTo>
                  <a:lnTo>
                    <a:pt x="61715" y="253112"/>
                  </a:lnTo>
                  <a:lnTo>
                    <a:pt x="61134" y="252148"/>
                  </a:lnTo>
                  <a:lnTo>
                    <a:pt x="59753" y="249860"/>
                  </a:lnTo>
                  <a:lnTo>
                    <a:pt x="60176" y="245639"/>
                  </a:lnTo>
                  <a:lnTo>
                    <a:pt x="57492" y="241807"/>
                  </a:lnTo>
                  <a:lnTo>
                    <a:pt x="57413" y="238688"/>
                  </a:lnTo>
                  <a:lnTo>
                    <a:pt x="57346" y="235990"/>
                  </a:lnTo>
                  <a:lnTo>
                    <a:pt x="56849" y="232385"/>
                  </a:lnTo>
                  <a:lnTo>
                    <a:pt x="57147" y="229233"/>
                  </a:lnTo>
                  <a:lnTo>
                    <a:pt x="57371" y="226861"/>
                  </a:lnTo>
                  <a:lnTo>
                    <a:pt x="53881" y="227273"/>
                  </a:lnTo>
                  <a:lnTo>
                    <a:pt x="53837" y="226656"/>
                  </a:lnTo>
                  <a:lnTo>
                    <a:pt x="53542" y="222567"/>
                  </a:lnTo>
                  <a:lnTo>
                    <a:pt x="54776" y="218954"/>
                  </a:lnTo>
                  <a:lnTo>
                    <a:pt x="52243" y="215212"/>
                  </a:lnTo>
                  <a:lnTo>
                    <a:pt x="51836" y="211012"/>
                  </a:lnTo>
                  <a:lnTo>
                    <a:pt x="51848" y="209258"/>
                  </a:lnTo>
                  <a:lnTo>
                    <a:pt x="51888" y="203460"/>
                  </a:lnTo>
                  <a:lnTo>
                    <a:pt x="47847" y="202425"/>
                  </a:lnTo>
                  <a:lnTo>
                    <a:pt x="46964" y="199197"/>
                  </a:lnTo>
                  <a:lnTo>
                    <a:pt x="46083" y="195970"/>
                  </a:lnTo>
                  <a:lnTo>
                    <a:pt x="41183" y="197599"/>
                  </a:lnTo>
                  <a:lnTo>
                    <a:pt x="40304" y="194743"/>
                  </a:lnTo>
                  <a:lnTo>
                    <a:pt x="38364" y="190217"/>
                  </a:lnTo>
                  <a:lnTo>
                    <a:pt x="38577" y="185356"/>
                  </a:lnTo>
                  <a:lnTo>
                    <a:pt x="38778" y="184645"/>
                  </a:lnTo>
                  <a:lnTo>
                    <a:pt x="39928" y="180566"/>
                  </a:lnTo>
                  <a:lnTo>
                    <a:pt x="41152" y="174267"/>
                  </a:lnTo>
                  <a:lnTo>
                    <a:pt x="38117" y="170241"/>
                  </a:lnTo>
                  <a:lnTo>
                    <a:pt x="36774" y="168035"/>
                  </a:lnTo>
                  <a:lnTo>
                    <a:pt x="34484" y="164269"/>
                  </a:lnTo>
                  <a:lnTo>
                    <a:pt x="35962" y="158510"/>
                  </a:lnTo>
                  <a:lnTo>
                    <a:pt x="29819" y="154564"/>
                  </a:lnTo>
                  <a:lnTo>
                    <a:pt x="26505" y="152550"/>
                  </a:lnTo>
                  <a:lnTo>
                    <a:pt x="26506" y="146703"/>
                  </a:lnTo>
                  <a:lnTo>
                    <a:pt x="21159" y="142255"/>
                  </a:lnTo>
                  <a:lnTo>
                    <a:pt x="21662" y="138000"/>
                  </a:lnTo>
                  <a:lnTo>
                    <a:pt x="21704" y="137639"/>
                  </a:lnTo>
                  <a:lnTo>
                    <a:pt x="21549" y="133603"/>
                  </a:lnTo>
                  <a:lnTo>
                    <a:pt x="20450" y="132235"/>
                  </a:lnTo>
                  <a:lnTo>
                    <a:pt x="16591" y="127426"/>
                  </a:lnTo>
                  <a:lnTo>
                    <a:pt x="16066" y="120974"/>
                  </a:lnTo>
                  <a:lnTo>
                    <a:pt x="17854" y="116419"/>
                  </a:lnTo>
                  <a:lnTo>
                    <a:pt x="13581" y="114057"/>
                  </a:lnTo>
                  <a:lnTo>
                    <a:pt x="11439" y="112479"/>
                  </a:lnTo>
                  <a:lnTo>
                    <a:pt x="10405" y="111846"/>
                  </a:lnTo>
                  <a:lnTo>
                    <a:pt x="11300" y="108389"/>
                  </a:lnTo>
                  <a:lnTo>
                    <a:pt x="11081" y="107936"/>
                  </a:lnTo>
                  <a:lnTo>
                    <a:pt x="7762" y="101042"/>
                  </a:lnTo>
                  <a:lnTo>
                    <a:pt x="3399" y="97094"/>
                  </a:lnTo>
                  <a:lnTo>
                    <a:pt x="1126" y="938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416918" y="2445436"/>
              <a:ext cx="412866" cy="672289"/>
            </a:xfrm>
            <a:custGeom>
              <a:avLst/>
              <a:pathLst>
                <a:path w="412866" h="672289">
                  <a:moveTo>
                    <a:pt x="29773" y="395701"/>
                  </a:moveTo>
                  <a:lnTo>
                    <a:pt x="32151" y="392940"/>
                  </a:lnTo>
                  <a:lnTo>
                    <a:pt x="32454" y="388275"/>
                  </a:lnTo>
                  <a:lnTo>
                    <a:pt x="36853" y="385242"/>
                  </a:lnTo>
                  <a:lnTo>
                    <a:pt x="38956" y="382636"/>
                  </a:lnTo>
                  <a:lnTo>
                    <a:pt x="43625" y="375064"/>
                  </a:lnTo>
                  <a:lnTo>
                    <a:pt x="46998" y="368989"/>
                  </a:lnTo>
                  <a:lnTo>
                    <a:pt x="50490" y="367052"/>
                  </a:lnTo>
                  <a:lnTo>
                    <a:pt x="56030" y="365493"/>
                  </a:lnTo>
                  <a:lnTo>
                    <a:pt x="59586" y="361425"/>
                  </a:lnTo>
                  <a:lnTo>
                    <a:pt x="61588" y="359132"/>
                  </a:lnTo>
                  <a:lnTo>
                    <a:pt x="64575" y="354486"/>
                  </a:lnTo>
                  <a:lnTo>
                    <a:pt x="63986" y="349856"/>
                  </a:lnTo>
                  <a:lnTo>
                    <a:pt x="65967" y="345560"/>
                  </a:lnTo>
                  <a:lnTo>
                    <a:pt x="70340" y="342255"/>
                  </a:lnTo>
                  <a:lnTo>
                    <a:pt x="72721" y="339480"/>
                  </a:lnTo>
                  <a:lnTo>
                    <a:pt x="78813" y="328042"/>
                  </a:lnTo>
                  <a:lnTo>
                    <a:pt x="79382" y="326869"/>
                  </a:lnTo>
                  <a:lnTo>
                    <a:pt x="81184" y="323147"/>
                  </a:lnTo>
                  <a:lnTo>
                    <a:pt x="88714" y="313106"/>
                  </a:lnTo>
                  <a:lnTo>
                    <a:pt x="96076" y="303466"/>
                  </a:lnTo>
                  <a:lnTo>
                    <a:pt x="99315" y="299698"/>
                  </a:lnTo>
                  <a:lnTo>
                    <a:pt x="96617" y="293197"/>
                  </a:lnTo>
                  <a:lnTo>
                    <a:pt x="97125" y="288534"/>
                  </a:lnTo>
                  <a:lnTo>
                    <a:pt x="94501" y="283977"/>
                  </a:lnTo>
                  <a:lnTo>
                    <a:pt x="90241" y="282767"/>
                  </a:lnTo>
                  <a:lnTo>
                    <a:pt x="86812" y="278044"/>
                  </a:lnTo>
                  <a:lnTo>
                    <a:pt x="84011" y="276180"/>
                  </a:lnTo>
                  <a:lnTo>
                    <a:pt x="83513" y="275093"/>
                  </a:lnTo>
                  <a:lnTo>
                    <a:pt x="80937" y="269456"/>
                  </a:lnTo>
                  <a:lnTo>
                    <a:pt x="80276" y="264666"/>
                  </a:lnTo>
                  <a:lnTo>
                    <a:pt x="79224" y="261110"/>
                  </a:lnTo>
                  <a:lnTo>
                    <a:pt x="78856" y="255094"/>
                  </a:lnTo>
                  <a:lnTo>
                    <a:pt x="76968" y="252522"/>
                  </a:lnTo>
                  <a:lnTo>
                    <a:pt x="80797" y="248138"/>
                  </a:lnTo>
                  <a:lnTo>
                    <a:pt x="82009" y="245822"/>
                  </a:lnTo>
                  <a:lnTo>
                    <a:pt x="80233" y="242836"/>
                  </a:lnTo>
                  <a:lnTo>
                    <a:pt x="81149" y="238180"/>
                  </a:lnTo>
                  <a:lnTo>
                    <a:pt x="80136" y="233446"/>
                  </a:lnTo>
                  <a:lnTo>
                    <a:pt x="77213" y="228242"/>
                  </a:lnTo>
                  <a:lnTo>
                    <a:pt x="79878" y="223713"/>
                  </a:lnTo>
                  <a:lnTo>
                    <a:pt x="80115" y="222308"/>
                  </a:lnTo>
                  <a:lnTo>
                    <a:pt x="80788" y="218317"/>
                  </a:lnTo>
                  <a:lnTo>
                    <a:pt x="82103" y="212269"/>
                  </a:lnTo>
                  <a:lnTo>
                    <a:pt x="93152" y="161635"/>
                  </a:lnTo>
                  <a:lnTo>
                    <a:pt x="93672" y="159260"/>
                  </a:lnTo>
                  <a:lnTo>
                    <a:pt x="95636" y="150219"/>
                  </a:lnTo>
                  <a:lnTo>
                    <a:pt x="97644" y="140986"/>
                  </a:lnTo>
                  <a:lnTo>
                    <a:pt x="104610" y="109056"/>
                  </a:lnTo>
                  <a:lnTo>
                    <a:pt x="109258" y="88136"/>
                  </a:lnTo>
                  <a:lnTo>
                    <a:pt x="110566" y="82261"/>
                  </a:lnTo>
                  <a:lnTo>
                    <a:pt x="112095" y="75399"/>
                  </a:lnTo>
                  <a:lnTo>
                    <a:pt x="118147" y="49744"/>
                  </a:lnTo>
                  <a:lnTo>
                    <a:pt x="122751" y="29539"/>
                  </a:lnTo>
                  <a:lnTo>
                    <a:pt x="126457" y="13161"/>
                  </a:lnTo>
                  <a:lnTo>
                    <a:pt x="129442" y="0"/>
                  </a:lnTo>
                  <a:lnTo>
                    <a:pt x="144903" y="3292"/>
                  </a:lnTo>
                  <a:lnTo>
                    <a:pt x="164000" y="7350"/>
                  </a:lnTo>
                  <a:lnTo>
                    <a:pt x="184739" y="11601"/>
                  </a:lnTo>
                  <a:lnTo>
                    <a:pt x="175658" y="54771"/>
                  </a:lnTo>
                  <a:lnTo>
                    <a:pt x="175280" y="56571"/>
                  </a:lnTo>
                  <a:lnTo>
                    <a:pt x="172184" y="71410"/>
                  </a:lnTo>
                  <a:lnTo>
                    <a:pt x="170489" y="79523"/>
                  </a:lnTo>
                  <a:lnTo>
                    <a:pt x="168841" y="87418"/>
                  </a:lnTo>
                  <a:lnTo>
                    <a:pt x="166570" y="98239"/>
                  </a:lnTo>
                  <a:lnTo>
                    <a:pt x="166902" y="99687"/>
                  </a:lnTo>
                  <a:lnTo>
                    <a:pt x="167148" y="100756"/>
                  </a:lnTo>
                  <a:lnTo>
                    <a:pt x="169868" y="108101"/>
                  </a:lnTo>
                  <a:lnTo>
                    <a:pt x="172282" y="113562"/>
                  </a:lnTo>
                  <a:lnTo>
                    <a:pt x="174979" y="116644"/>
                  </a:lnTo>
                  <a:lnTo>
                    <a:pt x="174603" y="121441"/>
                  </a:lnTo>
                  <a:lnTo>
                    <a:pt x="179914" y="128308"/>
                  </a:lnTo>
                  <a:lnTo>
                    <a:pt x="178452" y="131795"/>
                  </a:lnTo>
                  <a:lnTo>
                    <a:pt x="180332" y="134995"/>
                  </a:lnTo>
                  <a:lnTo>
                    <a:pt x="177944" y="138767"/>
                  </a:lnTo>
                  <a:lnTo>
                    <a:pt x="177419" y="142597"/>
                  </a:lnTo>
                  <a:lnTo>
                    <a:pt x="181306" y="147966"/>
                  </a:lnTo>
                  <a:lnTo>
                    <a:pt x="177494" y="149417"/>
                  </a:lnTo>
                  <a:lnTo>
                    <a:pt x="175790" y="152634"/>
                  </a:lnTo>
                  <a:lnTo>
                    <a:pt x="182566" y="158562"/>
                  </a:lnTo>
                  <a:lnTo>
                    <a:pt x="184366" y="163685"/>
                  </a:lnTo>
                  <a:lnTo>
                    <a:pt x="187418" y="166923"/>
                  </a:lnTo>
                  <a:lnTo>
                    <a:pt x="192864" y="169762"/>
                  </a:lnTo>
                  <a:lnTo>
                    <a:pt x="195327" y="171081"/>
                  </a:lnTo>
                  <a:lnTo>
                    <a:pt x="196574" y="175471"/>
                  </a:lnTo>
                  <a:lnTo>
                    <a:pt x="198100" y="178932"/>
                  </a:lnTo>
                  <a:lnTo>
                    <a:pt x="201242" y="183474"/>
                  </a:lnTo>
                  <a:lnTo>
                    <a:pt x="204081" y="190303"/>
                  </a:lnTo>
                  <a:lnTo>
                    <a:pt x="206337" y="194260"/>
                  </a:lnTo>
                  <a:lnTo>
                    <a:pt x="207817" y="199091"/>
                  </a:lnTo>
                  <a:lnTo>
                    <a:pt x="211302" y="203231"/>
                  </a:lnTo>
                  <a:lnTo>
                    <a:pt x="212991" y="205235"/>
                  </a:lnTo>
                  <a:lnTo>
                    <a:pt x="211292" y="209071"/>
                  </a:lnTo>
                  <a:lnTo>
                    <a:pt x="214057" y="214647"/>
                  </a:lnTo>
                  <a:lnTo>
                    <a:pt x="218854" y="218522"/>
                  </a:lnTo>
                  <a:lnTo>
                    <a:pt x="219550" y="222241"/>
                  </a:lnTo>
                  <a:lnTo>
                    <a:pt x="223599" y="222871"/>
                  </a:lnTo>
                  <a:lnTo>
                    <a:pt x="224773" y="223843"/>
                  </a:lnTo>
                  <a:lnTo>
                    <a:pt x="227428" y="226039"/>
                  </a:lnTo>
                  <a:lnTo>
                    <a:pt x="226850" y="230852"/>
                  </a:lnTo>
                  <a:lnTo>
                    <a:pt x="228556" y="231670"/>
                  </a:lnTo>
                  <a:lnTo>
                    <a:pt x="231018" y="232849"/>
                  </a:lnTo>
                  <a:lnTo>
                    <a:pt x="236665" y="233455"/>
                  </a:lnTo>
                  <a:lnTo>
                    <a:pt x="242458" y="232733"/>
                  </a:lnTo>
                  <a:lnTo>
                    <a:pt x="243719" y="234200"/>
                  </a:lnTo>
                  <a:lnTo>
                    <a:pt x="244479" y="235084"/>
                  </a:lnTo>
                  <a:lnTo>
                    <a:pt x="242750" y="240984"/>
                  </a:lnTo>
                  <a:lnTo>
                    <a:pt x="240441" y="246821"/>
                  </a:lnTo>
                  <a:lnTo>
                    <a:pt x="237241" y="247088"/>
                  </a:lnTo>
                  <a:lnTo>
                    <a:pt x="236946" y="254839"/>
                  </a:lnTo>
                  <a:lnTo>
                    <a:pt x="234310" y="256577"/>
                  </a:lnTo>
                  <a:lnTo>
                    <a:pt x="232545" y="263114"/>
                  </a:lnTo>
                  <a:lnTo>
                    <a:pt x="231385" y="266221"/>
                  </a:lnTo>
                  <a:lnTo>
                    <a:pt x="230295" y="269317"/>
                  </a:lnTo>
                  <a:lnTo>
                    <a:pt x="229523" y="274852"/>
                  </a:lnTo>
                  <a:lnTo>
                    <a:pt x="225316" y="274641"/>
                  </a:lnTo>
                  <a:lnTo>
                    <a:pt x="224245" y="278257"/>
                  </a:lnTo>
                  <a:lnTo>
                    <a:pt x="227458" y="281377"/>
                  </a:lnTo>
                  <a:lnTo>
                    <a:pt x="225188" y="286962"/>
                  </a:lnTo>
                  <a:lnTo>
                    <a:pt x="226863" y="291029"/>
                  </a:lnTo>
                  <a:lnTo>
                    <a:pt x="228770" y="293798"/>
                  </a:lnTo>
                  <a:lnTo>
                    <a:pt x="227326" y="298027"/>
                  </a:lnTo>
                  <a:lnTo>
                    <a:pt x="228362" y="300832"/>
                  </a:lnTo>
                  <a:lnTo>
                    <a:pt x="225851" y="302798"/>
                  </a:lnTo>
                  <a:lnTo>
                    <a:pt x="219885" y="303451"/>
                  </a:lnTo>
                  <a:lnTo>
                    <a:pt x="216266" y="307825"/>
                  </a:lnTo>
                  <a:lnTo>
                    <a:pt x="218816" y="313481"/>
                  </a:lnTo>
                  <a:lnTo>
                    <a:pt x="218289" y="318159"/>
                  </a:lnTo>
                  <a:lnTo>
                    <a:pt x="215819" y="319362"/>
                  </a:lnTo>
                  <a:lnTo>
                    <a:pt x="214981" y="323142"/>
                  </a:lnTo>
                  <a:lnTo>
                    <a:pt x="215507" y="325171"/>
                  </a:lnTo>
                  <a:lnTo>
                    <a:pt x="216145" y="327633"/>
                  </a:lnTo>
                  <a:lnTo>
                    <a:pt x="218899" y="329504"/>
                  </a:lnTo>
                  <a:lnTo>
                    <a:pt x="223427" y="334929"/>
                  </a:lnTo>
                  <a:lnTo>
                    <a:pt x="228641" y="336956"/>
                  </a:lnTo>
                  <a:lnTo>
                    <a:pt x="231187" y="332278"/>
                  </a:lnTo>
                  <a:lnTo>
                    <a:pt x="235259" y="332312"/>
                  </a:lnTo>
                  <a:lnTo>
                    <a:pt x="242405" y="328337"/>
                  </a:lnTo>
                  <a:lnTo>
                    <a:pt x="247290" y="324713"/>
                  </a:lnTo>
                  <a:lnTo>
                    <a:pt x="247895" y="321041"/>
                  </a:lnTo>
                  <a:lnTo>
                    <a:pt x="250622" y="321117"/>
                  </a:lnTo>
                  <a:lnTo>
                    <a:pt x="251749" y="322935"/>
                  </a:lnTo>
                  <a:lnTo>
                    <a:pt x="254149" y="326800"/>
                  </a:lnTo>
                  <a:lnTo>
                    <a:pt x="256102" y="328980"/>
                  </a:lnTo>
                  <a:lnTo>
                    <a:pt x="259082" y="331428"/>
                  </a:lnTo>
                  <a:lnTo>
                    <a:pt x="258127" y="338344"/>
                  </a:lnTo>
                  <a:lnTo>
                    <a:pt x="260085" y="342487"/>
                  </a:lnTo>
                  <a:lnTo>
                    <a:pt x="259085" y="347066"/>
                  </a:lnTo>
                  <a:lnTo>
                    <a:pt x="260326" y="351106"/>
                  </a:lnTo>
                  <a:lnTo>
                    <a:pt x="259237" y="356278"/>
                  </a:lnTo>
                  <a:lnTo>
                    <a:pt x="263091" y="365057"/>
                  </a:lnTo>
                  <a:lnTo>
                    <a:pt x="266114" y="375099"/>
                  </a:lnTo>
                  <a:lnTo>
                    <a:pt x="269592" y="378244"/>
                  </a:lnTo>
                  <a:lnTo>
                    <a:pt x="272591" y="382392"/>
                  </a:lnTo>
                  <a:lnTo>
                    <a:pt x="272700" y="387093"/>
                  </a:lnTo>
                  <a:lnTo>
                    <a:pt x="271234" y="391632"/>
                  </a:lnTo>
                  <a:lnTo>
                    <a:pt x="269043" y="395087"/>
                  </a:lnTo>
                  <a:lnTo>
                    <a:pt x="271250" y="401571"/>
                  </a:lnTo>
                  <a:lnTo>
                    <a:pt x="273912" y="402711"/>
                  </a:lnTo>
                  <a:lnTo>
                    <a:pt x="278038" y="406612"/>
                  </a:lnTo>
                  <a:lnTo>
                    <a:pt x="281719" y="405078"/>
                  </a:lnTo>
                  <a:lnTo>
                    <a:pt x="288001" y="411325"/>
                  </a:lnTo>
                  <a:lnTo>
                    <a:pt x="289065" y="416525"/>
                  </a:lnTo>
                  <a:lnTo>
                    <a:pt x="291137" y="423950"/>
                  </a:lnTo>
                  <a:lnTo>
                    <a:pt x="289682" y="428370"/>
                  </a:lnTo>
                  <a:lnTo>
                    <a:pt x="292203" y="434049"/>
                  </a:lnTo>
                  <a:lnTo>
                    <a:pt x="291547" y="438122"/>
                  </a:lnTo>
                  <a:lnTo>
                    <a:pt x="294223" y="443477"/>
                  </a:lnTo>
                  <a:lnTo>
                    <a:pt x="298012" y="447342"/>
                  </a:lnTo>
                  <a:lnTo>
                    <a:pt x="301758" y="445717"/>
                  </a:lnTo>
                  <a:lnTo>
                    <a:pt x="302094" y="445572"/>
                  </a:lnTo>
                  <a:lnTo>
                    <a:pt x="302188" y="442454"/>
                  </a:lnTo>
                  <a:lnTo>
                    <a:pt x="308726" y="438428"/>
                  </a:lnTo>
                  <a:lnTo>
                    <a:pt x="310464" y="438359"/>
                  </a:lnTo>
                  <a:lnTo>
                    <a:pt x="316852" y="440441"/>
                  </a:lnTo>
                  <a:lnTo>
                    <a:pt x="324663" y="442645"/>
                  </a:lnTo>
                  <a:lnTo>
                    <a:pt x="329547" y="446258"/>
                  </a:lnTo>
                  <a:lnTo>
                    <a:pt x="332386" y="439479"/>
                  </a:lnTo>
                  <a:lnTo>
                    <a:pt x="337409" y="436713"/>
                  </a:lnTo>
                  <a:lnTo>
                    <a:pt x="341066" y="439500"/>
                  </a:lnTo>
                  <a:lnTo>
                    <a:pt x="346845" y="441715"/>
                  </a:lnTo>
                  <a:lnTo>
                    <a:pt x="352594" y="441761"/>
                  </a:lnTo>
                  <a:lnTo>
                    <a:pt x="363058" y="440971"/>
                  </a:lnTo>
                  <a:lnTo>
                    <a:pt x="366265" y="446112"/>
                  </a:lnTo>
                  <a:lnTo>
                    <a:pt x="373301" y="442817"/>
                  </a:lnTo>
                  <a:lnTo>
                    <a:pt x="378655" y="443869"/>
                  </a:lnTo>
                  <a:lnTo>
                    <a:pt x="381993" y="444522"/>
                  </a:lnTo>
                  <a:lnTo>
                    <a:pt x="385043" y="442491"/>
                  </a:lnTo>
                  <a:lnTo>
                    <a:pt x="389350" y="434512"/>
                  </a:lnTo>
                  <a:lnTo>
                    <a:pt x="390286" y="433193"/>
                  </a:lnTo>
                  <a:lnTo>
                    <a:pt x="391716" y="431177"/>
                  </a:lnTo>
                  <a:lnTo>
                    <a:pt x="395464" y="428627"/>
                  </a:lnTo>
                  <a:lnTo>
                    <a:pt x="395901" y="429040"/>
                  </a:lnTo>
                  <a:lnTo>
                    <a:pt x="398876" y="431842"/>
                  </a:lnTo>
                  <a:lnTo>
                    <a:pt x="401585" y="437230"/>
                  </a:lnTo>
                  <a:lnTo>
                    <a:pt x="403799" y="441539"/>
                  </a:lnTo>
                  <a:lnTo>
                    <a:pt x="404628" y="445904"/>
                  </a:lnTo>
                  <a:lnTo>
                    <a:pt x="407735" y="449896"/>
                  </a:lnTo>
                  <a:lnTo>
                    <a:pt x="408527" y="453754"/>
                  </a:lnTo>
                  <a:lnTo>
                    <a:pt x="412866" y="456096"/>
                  </a:lnTo>
                  <a:lnTo>
                    <a:pt x="411676" y="464762"/>
                  </a:lnTo>
                  <a:lnTo>
                    <a:pt x="408633" y="487506"/>
                  </a:lnTo>
                  <a:lnTo>
                    <a:pt x="407155" y="499005"/>
                  </a:lnTo>
                  <a:lnTo>
                    <a:pt x="406312" y="505572"/>
                  </a:lnTo>
                  <a:lnTo>
                    <a:pt x="403736" y="524856"/>
                  </a:lnTo>
                  <a:lnTo>
                    <a:pt x="401587" y="541194"/>
                  </a:lnTo>
                  <a:lnTo>
                    <a:pt x="399460" y="557405"/>
                  </a:lnTo>
                  <a:lnTo>
                    <a:pt x="396643" y="578686"/>
                  </a:lnTo>
                  <a:lnTo>
                    <a:pt x="396031" y="583317"/>
                  </a:lnTo>
                  <a:lnTo>
                    <a:pt x="395396" y="588123"/>
                  </a:lnTo>
                  <a:lnTo>
                    <a:pt x="392606" y="609270"/>
                  </a:lnTo>
                  <a:lnTo>
                    <a:pt x="390058" y="627502"/>
                  </a:lnTo>
                  <a:lnTo>
                    <a:pt x="388053" y="641871"/>
                  </a:lnTo>
                  <a:lnTo>
                    <a:pt x="384065" y="672289"/>
                  </a:lnTo>
                  <a:lnTo>
                    <a:pt x="362880" y="669426"/>
                  </a:lnTo>
                  <a:lnTo>
                    <a:pt x="356579" y="668643"/>
                  </a:lnTo>
                  <a:lnTo>
                    <a:pt x="354223" y="668315"/>
                  </a:lnTo>
                  <a:lnTo>
                    <a:pt x="338519" y="666097"/>
                  </a:lnTo>
                  <a:lnTo>
                    <a:pt x="315330" y="662843"/>
                  </a:lnTo>
                  <a:lnTo>
                    <a:pt x="312139" y="662269"/>
                  </a:lnTo>
                  <a:lnTo>
                    <a:pt x="305343" y="661039"/>
                  </a:lnTo>
                  <a:lnTo>
                    <a:pt x="280626" y="657302"/>
                  </a:lnTo>
                  <a:lnTo>
                    <a:pt x="257863" y="653885"/>
                  </a:lnTo>
                  <a:lnTo>
                    <a:pt x="241843" y="651468"/>
                  </a:lnTo>
                  <a:lnTo>
                    <a:pt x="225880" y="649089"/>
                  </a:lnTo>
                  <a:lnTo>
                    <a:pt x="205140" y="646009"/>
                  </a:lnTo>
                  <a:lnTo>
                    <a:pt x="190833" y="643082"/>
                  </a:lnTo>
                  <a:lnTo>
                    <a:pt x="175417" y="640335"/>
                  </a:lnTo>
                  <a:lnTo>
                    <a:pt x="155114" y="636676"/>
                  </a:lnTo>
                  <a:lnTo>
                    <a:pt x="135899" y="632677"/>
                  </a:lnTo>
                  <a:lnTo>
                    <a:pt x="126978" y="631135"/>
                  </a:lnTo>
                  <a:lnTo>
                    <a:pt x="109276" y="628028"/>
                  </a:lnTo>
                  <a:lnTo>
                    <a:pt x="89330" y="624077"/>
                  </a:lnTo>
                  <a:lnTo>
                    <a:pt x="73701" y="621076"/>
                  </a:lnTo>
                  <a:lnTo>
                    <a:pt x="44164" y="615111"/>
                  </a:lnTo>
                  <a:lnTo>
                    <a:pt x="25461" y="611264"/>
                  </a:lnTo>
                  <a:lnTo>
                    <a:pt x="508" y="605808"/>
                  </a:lnTo>
                  <a:lnTo>
                    <a:pt x="0" y="605696"/>
                  </a:lnTo>
                  <a:lnTo>
                    <a:pt x="6700" y="572878"/>
                  </a:lnTo>
                  <a:lnTo>
                    <a:pt x="14376" y="535721"/>
                  </a:lnTo>
                  <a:lnTo>
                    <a:pt x="18254" y="516857"/>
                  </a:lnTo>
                  <a:lnTo>
                    <a:pt x="28530" y="467400"/>
                  </a:lnTo>
                  <a:lnTo>
                    <a:pt x="30132" y="460118"/>
                  </a:lnTo>
                  <a:lnTo>
                    <a:pt x="32862" y="447716"/>
                  </a:lnTo>
                  <a:lnTo>
                    <a:pt x="36251" y="443249"/>
                  </a:lnTo>
                  <a:lnTo>
                    <a:pt x="37099" y="442130"/>
                  </a:lnTo>
                  <a:lnTo>
                    <a:pt x="39678" y="434775"/>
                  </a:lnTo>
                  <a:lnTo>
                    <a:pt x="41907" y="431048"/>
                  </a:lnTo>
                  <a:lnTo>
                    <a:pt x="40459" y="425673"/>
                  </a:lnTo>
                  <a:lnTo>
                    <a:pt x="46567" y="420886"/>
                  </a:lnTo>
                  <a:lnTo>
                    <a:pt x="46714" y="420770"/>
                  </a:lnTo>
                  <a:lnTo>
                    <a:pt x="46751" y="418501"/>
                  </a:lnTo>
                  <a:lnTo>
                    <a:pt x="43164" y="416409"/>
                  </a:lnTo>
                  <a:lnTo>
                    <a:pt x="43522" y="412726"/>
                  </a:lnTo>
                  <a:lnTo>
                    <a:pt x="38190" y="411441"/>
                  </a:lnTo>
                  <a:lnTo>
                    <a:pt x="35148" y="407134"/>
                  </a:lnTo>
                  <a:lnTo>
                    <a:pt x="31783" y="408099"/>
                  </a:lnTo>
                  <a:lnTo>
                    <a:pt x="29469" y="404929"/>
                  </a:lnTo>
                  <a:lnTo>
                    <a:pt x="29924" y="404295"/>
                  </a:lnTo>
                  <a:lnTo>
                    <a:pt x="31729" y="401772"/>
                  </a:lnTo>
                  <a:lnTo>
                    <a:pt x="30800" y="3987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20318" y="3298513"/>
              <a:ext cx="285178" cy="493835"/>
            </a:xfrm>
            <a:custGeom>
              <a:avLst/>
              <a:pathLst>
                <a:path w="285178" h="493835">
                  <a:moveTo>
                    <a:pt x="124" y="231230"/>
                  </a:moveTo>
                  <a:lnTo>
                    <a:pt x="326" y="226911"/>
                  </a:lnTo>
                  <a:lnTo>
                    <a:pt x="414" y="225024"/>
                  </a:lnTo>
                  <a:lnTo>
                    <a:pt x="1510" y="220263"/>
                  </a:lnTo>
                  <a:lnTo>
                    <a:pt x="4373" y="215020"/>
                  </a:lnTo>
                  <a:lnTo>
                    <a:pt x="7290" y="212869"/>
                  </a:lnTo>
                  <a:lnTo>
                    <a:pt x="6358" y="208273"/>
                  </a:lnTo>
                  <a:lnTo>
                    <a:pt x="6645" y="203074"/>
                  </a:lnTo>
                  <a:lnTo>
                    <a:pt x="4664" y="201151"/>
                  </a:lnTo>
                  <a:lnTo>
                    <a:pt x="5586" y="196799"/>
                  </a:lnTo>
                  <a:lnTo>
                    <a:pt x="7607" y="193850"/>
                  </a:lnTo>
                  <a:lnTo>
                    <a:pt x="13485" y="191021"/>
                  </a:lnTo>
                  <a:lnTo>
                    <a:pt x="17628" y="190602"/>
                  </a:lnTo>
                  <a:lnTo>
                    <a:pt x="21603" y="187103"/>
                  </a:lnTo>
                  <a:lnTo>
                    <a:pt x="21532" y="184740"/>
                  </a:lnTo>
                  <a:lnTo>
                    <a:pt x="21464" y="182476"/>
                  </a:lnTo>
                  <a:lnTo>
                    <a:pt x="22559" y="177525"/>
                  </a:lnTo>
                  <a:lnTo>
                    <a:pt x="22096" y="173909"/>
                  </a:lnTo>
                  <a:lnTo>
                    <a:pt x="24860" y="169419"/>
                  </a:lnTo>
                  <a:lnTo>
                    <a:pt x="28369" y="165154"/>
                  </a:lnTo>
                  <a:lnTo>
                    <a:pt x="30175" y="161241"/>
                  </a:lnTo>
                  <a:lnTo>
                    <a:pt x="30024" y="155475"/>
                  </a:lnTo>
                  <a:lnTo>
                    <a:pt x="29120" y="151091"/>
                  </a:lnTo>
                  <a:lnTo>
                    <a:pt x="29068" y="150843"/>
                  </a:lnTo>
                  <a:lnTo>
                    <a:pt x="28383" y="147519"/>
                  </a:lnTo>
                  <a:lnTo>
                    <a:pt x="25228" y="143304"/>
                  </a:lnTo>
                  <a:lnTo>
                    <a:pt x="22323" y="143306"/>
                  </a:lnTo>
                  <a:lnTo>
                    <a:pt x="19253" y="139361"/>
                  </a:lnTo>
                  <a:lnTo>
                    <a:pt x="16773" y="136476"/>
                  </a:lnTo>
                  <a:lnTo>
                    <a:pt x="18632" y="128803"/>
                  </a:lnTo>
                  <a:lnTo>
                    <a:pt x="18750" y="128318"/>
                  </a:lnTo>
                  <a:lnTo>
                    <a:pt x="18904" y="125691"/>
                  </a:lnTo>
                  <a:lnTo>
                    <a:pt x="20844" y="120648"/>
                  </a:lnTo>
                  <a:lnTo>
                    <a:pt x="24790" y="119642"/>
                  </a:lnTo>
                  <a:lnTo>
                    <a:pt x="27631" y="119965"/>
                  </a:lnTo>
                  <a:lnTo>
                    <a:pt x="31130" y="117327"/>
                  </a:lnTo>
                  <a:lnTo>
                    <a:pt x="36391" y="116322"/>
                  </a:lnTo>
                  <a:lnTo>
                    <a:pt x="41948" y="115529"/>
                  </a:lnTo>
                  <a:lnTo>
                    <a:pt x="47063" y="112257"/>
                  </a:lnTo>
                  <a:lnTo>
                    <a:pt x="49860" y="109159"/>
                  </a:lnTo>
                  <a:lnTo>
                    <a:pt x="53621" y="108439"/>
                  </a:lnTo>
                  <a:lnTo>
                    <a:pt x="56963" y="107695"/>
                  </a:lnTo>
                  <a:lnTo>
                    <a:pt x="59553" y="103896"/>
                  </a:lnTo>
                  <a:lnTo>
                    <a:pt x="62764" y="102036"/>
                  </a:lnTo>
                  <a:lnTo>
                    <a:pt x="64180" y="100183"/>
                  </a:lnTo>
                  <a:lnTo>
                    <a:pt x="63703" y="94391"/>
                  </a:lnTo>
                  <a:lnTo>
                    <a:pt x="64836" y="91567"/>
                  </a:lnTo>
                  <a:lnTo>
                    <a:pt x="64681" y="88594"/>
                  </a:lnTo>
                  <a:lnTo>
                    <a:pt x="64618" y="87387"/>
                  </a:lnTo>
                  <a:lnTo>
                    <a:pt x="68281" y="83614"/>
                  </a:lnTo>
                  <a:lnTo>
                    <a:pt x="68658" y="83306"/>
                  </a:lnTo>
                  <a:lnTo>
                    <a:pt x="72378" y="80266"/>
                  </a:lnTo>
                  <a:lnTo>
                    <a:pt x="71995" y="77412"/>
                  </a:lnTo>
                  <a:lnTo>
                    <a:pt x="72656" y="73858"/>
                  </a:lnTo>
                  <a:lnTo>
                    <a:pt x="72634" y="69771"/>
                  </a:lnTo>
                  <a:lnTo>
                    <a:pt x="72629" y="69031"/>
                  </a:lnTo>
                  <a:lnTo>
                    <a:pt x="73093" y="63841"/>
                  </a:lnTo>
                  <a:lnTo>
                    <a:pt x="71476" y="60744"/>
                  </a:lnTo>
                  <a:lnTo>
                    <a:pt x="71157" y="60132"/>
                  </a:lnTo>
                  <a:lnTo>
                    <a:pt x="70628" y="54339"/>
                  </a:lnTo>
                  <a:lnTo>
                    <a:pt x="67196" y="50958"/>
                  </a:lnTo>
                  <a:lnTo>
                    <a:pt x="62948" y="49213"/>
                  </a:lnTo>
                  <a:lnTo>
                    <a:pt x="59774" y="47886"/>
                  </a:lnTo>
                  <a:lnTo>
                    <a:pt x="58188" y="47222"/>
                  </a:lnTo>
                  <a:lnTo>
                    <a:pt x="53786" y="44550"/>
                  </a:lnTo>
                  <a:lnTo>
                    <a:pt x="51443" y="41370"/>
                  </a:lnTo>
                  <a:lnTo>
                    <a:pt x="51913" y="37612"/>
                  </a:lnTo>
                  <a:lnTo>
                    <a:pt x="49657" y="34585"/>
                  </a:lnTo>
                  <a:lnTo>
                    <a:pt x="46959" y="32721"/>
                  </a:lnTo>
                  <a:lnTo>
                    <a:pt x="44607" y="31095"/>
                  </a:lnTo>
                  <a:lnTo>
                    <a:pt x="41176" y="28324"/>
                  </a:lnTo>
                  <a:lnTo>
                    <a:pt x="39468" y="27745"/>
                  </a:lnTo>
                  <a:lnTo>
                    <a:pt x="35600" y="26025"/>
                  </a:lnTo>
                  <a:lnTo>
                    <a:pt x="35491" y="22793"/>
                  </a:lnTo>
                  <a:lnTo>
                    <a:pt x="48753" y="21368"/>
                  </a:lnTo>
                  <a:lnTo>
                    <a:pt x="49437" y="21285"/>
                  </a:lnTo>
                  <a:lnTo>
                    <a:pt x="62504" y="19678"/>
                  </a:lnTo>
                  <a:lnTo>
                    <a:pt x="81608" y="17520"/>
                  </a:lnTo>
                  <a:lnTo>
                    <a:pt x="87330" y="16885"/>
                  </a:lnTo>
                  <a:lnTo>
                    <a:pt x="109499" y="14367"/>
                  </a:lnTo>
                  <a:lnTo>
                    <a:pt x="115408" y="13694"/>
                  </a:lnTo>
                  <a:lnTo>
                    <a:pt x="117701" y="13431"/>
                  </a:lnTo>
                  <a:lnTo>
                    <a:pt x="136899" y="11190"/>
                  </a:lnTo>
                  <a:lnTo>
                    <a:pt x="138478" y="11002"/>
                  </a:lnTo>
                  <a:lnTo>
                    <a:pt x="145067" y="10181"/>
                  </a:lnTo>
                  <a:lnTo>
                    <a:pt x="155593" y="8851"/>
                  </a:lnTo>
                  <a:lnTo>
                    <a:pt x="160040" y="8282"/>
                  </a:lnTo>
                  <a:lnTo>
                    <a:pt x="172882" y="6362"/>
                  </a:lnTo>
                  <a:lnTo>
                    <a:pt x="175143" y="6029"/>
                  </a:lnTo>
                  <a:lnTo>
                    <a:pt x="185837" y="4443"/>
                  </a:lnTo>
                  <a:lnTo>
                    <a:pt x="191459" y="3600"/>
                  </a:lnTo>
                  <a:lnTo>
                    <a:pt x="192584" y="3452"/>
                  </a:lnTo>
                  <a:lnTo>
                    <a:pt x="218182" y="0"/>
                  </a:lnTo>
                  <a:lnTo>
                    <a:pt x="218908" y="6253"/>
                  </a:lnTo>
                  <a:lnTo>
                    <a:pt x="218541" y="11576"/>
                  </a:lnTo>
                  <a:lnTo>
                    <a:pt x="218413" y="16954"/>
                  </a:lnTo>
                  <a:lnTo>
                    <a:pt x="218550" y="17268"/>
                  </a:lnTo>
                  <a:lnTo>
                    <a:pt x="221777" y="24652"/>
                  </a:lnTo>
                  <a:lnTo>
                    <a:pt x="221834" y="24782"/>
                  </a:lnTo>
                  <a:lnTo>
                    <a:pt x="225172" y="29255"/>
                  </a:lnTo>
                  <a:lnTo>
                    <a:pt x="226635" y="31203"/>
                  </a:lnTo>
                  <a:lnTo>
                    <a:pt x="230580" y="34719"/>
                  </a:lnTo>
                  <a:lnTo>
                    <a:pt x="231104" y="35186"/>
                  </a:lnTo>
                  <a:lnTo>
                    <a:pt x="232565" y="39122"/>
                  </a:lnTo>
                  <a:lnTo>
                    <a:pt x="235247" y="45351"/>
                  </a:lnTo>
                  <a:lnTo>
                    <a:pt x="237072" y="49584"/>
                  </a:lnTo>
                  <a:lnTo>
                    <a:pt x="237624" y="50096"/>
                  </a:lnTo>
                  <a:lnTo>
                    <a:pt x="237972" y="50419"/>
                  </a:lnTo>
                  <a:lnTo>
                    <a:pt x="238005" y="51205"/>
                  </a:lnTo>
                  <a:lnTo>
                    <a:pt x="238002" y="52415"/>
                  </a:lnTo>
                  <a:lnTo>
                    <a:pt x="238548" y="53949"/>
                  </a:lnTo>
                  <a:lnTo>
                    <a:pt x="238776" y="54590"/>
                  </a:lnTo>
                  <a:lnTo>
                    <a:pt x="240268" y="56887"/>
                  </a:lnTo>
                  <a:lnTo>
                    <a:pt x="242955" y="61020"/>
                  </a:lnTo>
                  <a:lnTo>
                    <a:pt x="245121" y="62276"/>
                  </a:lnTo>
                  <a:lnTo>
                    <a:pt x="245648" y="63732"/>
                  </a:lnTo>
                  <a:lnTo>
                    <a:pt x="245863" y="64327"/>
                  </a:lnTo>
                  <a:lnTo>
                    <a:pt x="246072" y="65692"/>
                  </a:lnTo>
                  <a:lnTo>
                    <a:pt x="248322" y="81289"/>
                  </a:lnTo>
                  <a:lnTo>
                    <a:pt x="249059" y="86483"/>
                  </a:lnTo>
                  <a:lnTo>
                    <a:pt x="251189" y="101529"/>
                  </a:lnTo>
                  <a:lnTo>
                    <a:pt x="252893" y="113045"/>
                  </a:lnTo>
                  <a:lnTo>
                    <a:pt x="254714" y="125372"/>
                  </a:lnTo>
                  <a:lnTo>
                    <a:pt x="254904" y="126638"/>
                  </a:lnTo>
                  <a:lnTo>
                    <a:pt x="256403" y="136649"/>
                  </a:lnTo>
                  <a:lnTo>
                    <a:pt x="258423" y="150501"/>
                  </a:lnTo>
                  <a:lnTo>
                    <a:pt x="260981" y="168086"/>
                  </a:lnTo>
                  <a:lnTo>
                    <a:pt x="261505" y="171949"/>
                  </a:lnTo>
                  <a:lnTo>
                    <a:pt x="261675" y="173202"/>
                  </a:lnTo>
                  <a:lnTo>
                    <a:pt x="264349" y="192975"/>
                  </a:lnTo>
                  <a:lnTo>
                    <a:pt x="265585" y="201942"/>
                  </a:lnTo>
                  <a:lnTo>
                    <a:pt x="266657" y="209739"/>
                  </a:lnTo>
                  <a:lnTo>
                    <a:pt x="267224" y="213864"/>
                  </a:lnTo>
                  <a:lnTo>
                    <a:pt x="268837" y="225087"/>
                  </a:lnTo>
                  <a:lnTo>
                    <a:pt x="271566" y="244126"/>
                  </a:lnTo>
                  <a:lnTo>
                    <a:pt x="272310" y="249146"/>
                  </a:lnTo>
                  <a:lnTo>
                    <a:pt x="273991" y="260500"/>
                  </a:lnTo>
                  <a:lnTo>
                    <a:pt x="274091" y="261175"/>
                  </a:lnTo>
                  <a:lnTo>
                    <a:pt x="275611" y="271777"/>
                  </a:lnTo>
                  <a:lnTo>
                    <a:pt x="272567" y="272911"/>
                  </a:lnTo>
                  <a:lnTo>
                    <a:pt x="271426" y="275530"/>
                  </a:lnTo>
                  <a:lnTo>
                    <a:pt x="272471" y="280143"/>
                  </a:lnTo>
                  <a:lnTo>
                    <a:pt x="272704" y="281172"/>
                  </a:lnTo>
                  <a:lnTo>
                    <a:pt x="274264" y="284175"/>
                  </a:lnTo>
                  <a:lnTo>
                    <a:pt x="270543" y="288694"/>
                  </a:lnTo>
                  <a:lnTo>
                    <a:pt x="270793" y="289451"/>
                  </a:lnTo>
                  <a:lnTo>
                    <a:pt x="272361" y="294206"/>
                  </a:lnTo>
                  <a:lnTo>
                    <a:pt x="276475" y="297554"/>
                  </a:lnTo>
                  <a:lnTo>
                    <a:pt x="276725" y="302479"/>
                  </a:lnTo>
                  <a:lnTo>
                    <a:pt x="280446" y="304561"/>
                  </a:lnTo>
                  <a:lnTo>
                    <a:pt x="281371" y="310148"/>
                  </a:lnTo>
                  <a:lnTo>
                    <a:pt x="281320" y="310311"/>
                  </a:lnTo>
                  <a:lnTo>
                    <a:pt x="280435" y="313149"/>
                  </a:lnTo>
                  <a:lnTo>
                    <a:pt x="281541" y="315042"/>
                  </a:lnTo>
                  <a:lnTo>
                    <a:pt x="282782" y="317164"/>
                  </a:lnTo>
                  <a:lnTo>
                    <a:pt x="285178" y="322933"/>
                  </a:lnTo>
                  <a:lnTo>
                    <a:pt x="283012" y="330406"/>
                  </a:lnTo>
                  <a:lnTo>
                    <a:pt x="278419" y="334497"/>
                  </a:lnTo>
                  <a:lnTo>
                    <a:pt x="277847" y="339125"/>
                  </a:lnTo>
                  <a:lnTo>
                    <a:pt x="277394" y="341143"/>
                  </a:lnTo>
                  <a:lnTo>
                    <a:pt x="276865" y="343497"/>
                  </a:lnTo>
                  <a:lnTo>
                    <a:pt x="277669" y="345977"/>
                  </a:lnTo>
                  <a:lnTo>
                    <a:pt x="273983" y="349381"/>
                  </a:lnTo>
                  <a:lnTo>
                    <a:pt x="272683" y="353521"/>
                  </a:lnTo>
                  <a:lnTo>
                    <a:pt x="272200" y="355083"/>
                  </a:lnTo>
                  <a:lnTo>
                    <a:pt x="270812" y="359565"/>
                  </a:lnTo>
                  <a:lnTo>
                    <a:pt x="268031" y="365640"/>
                  </a:lnTo>
                  <a:lnTo>
                    <a:pt x="263264" y="369783"/>
                  </a:lnTo>
                  <a:lnTo>
                    <a:pt x="259506" y="373110"/>
                  </a:lnTo>
                  <a:lnTo>
                    <a:pt x="259506" y="373743"/>
                  </a:lnTo>
                  <a:lnTo>
                    <a:pt x="259507" y="376630"/>
                  </a:lnTo>
                  <a:lnTo>
                    <a:pt x="263361" y="380153"/>
                  </a:lnTo>
                  <a:lnTo>
                    <a:pt x="261598" y="385029"/>
                  </a:lnTo>
                  <a:lnTo>
                    <a:pt x="260305" y="389175"/>
                  </a:lnTo>
                  <a:lnTo>
                    <a:pt x="257711" y="391766"/>
                  </a:lnTo>
                  <a:lnTo>
                    <a:pt x="259525" y="397656"/>
                  </a:lnTo>
                  <a:lnTo>
                    <a:pt x="258660" y="403993"/>
                  </a:lnTo>
                  <a:lnTo>
                    <a:pt x="257675" y="406367"/>
                  </a:lnTo>
                  <a:lnTo>
                    <a:pt x="257257" y="407374"/>
                  </a:lnTo>
                  <a:lnTo>
                    <a:pt x="260629" y="411943"/>
                  </a:lnTo>
                  <a:lnTo>
                    <a:pt x="259120" y="417198"/>
                  </a:lnTo>
                  <a:lnTo>
                    <a:pt x="254638" y="421888"/>
                  </a:lnTo>
                  <a:lnTo>
                    <a:pt x="253224" y="425898"/>
                  </a:lnTo>
                  <a:lnTo>
                    <a:pt x="256047" y="432525"/>
                  </a:lnTo>
                  <a:lnTo>
                    <a:pt x="256130" y="432719"/>
                  </a:lnTo>
                  <a:lnTo>
                    <a:pt x="260744" y="435983"/>
                  </a:lnTo>
                  <a:lnTo>
                    <a:pt x="261445" y="438078"/>
                  </a:lnTo>
                  <a:lnTo>
                    <a:pt x="261909" y="439461"/>
                  </a:lnTo>
                  <a:lnTo>
                    <a:pt x="255600" y="442225"/>
                  </a:lnTo>
                  <a:lnTo>
                    <a:pt x="247146" y="444703"/>
                  </a:lnTo>
                  <a:lnTo>
                    <a:pt x="242373" y="449618"/>
                  </a:lnTo>
                  <a:lnTo>
                    <a:pt x="238195" y="448744"/>
                  </a:lnTo>
                  <a:lnTo>
                    <a:pt x="238017" y="448707"/>
                  </a:lnTo>
                  <a:lnTo>
                    <a:pt x="234986" y="451035"/>
                  </a:lnTo>
                  <a:lnTo>
                    <a:pt x="234209" y="456559"/>
                  </a:lnTo>
                  <a:lnTo>
                    <a:pt x="232832" y="461073"/>
                  </a:lnTo>
                  <a:lnTo>
                    <a:pt x="236602" y="466841"/>
                  </a:lnTo>
                  <a:lnTo>
                    <a:pt x="240654" y="472520"/>
                  </a:lnTo>
                  <a:lnTo>
                    <a:pt x="239852" y="477190"/>
                  </a:lnTo>
                  <a:lnTo>
                    <a:pt x="237999" y="480147"/>
                  </a:lnTo>
                  <a:lnTo>
                    <a:pt x="237466" y="480234"/>
                  </a:lnTo>
                  <a:lnTo>
                    <a:pt x="237003" y="480309"/>
                  </a:lnTo>
                  <a:lnTo>
                    <a:pt x="234152" y="480771"/>
                  </a:lnTo>
                  <a:lnTo>
                    <a:pt x="231913" y="479586"/>
                  </a:lnTo>
                  <a:lnTo>
                    <a:pt x="228090" y="477559"/>
                  </a:lnTo>
                  <a:lnTo>
                    <a:pt x="222036" y="475862"/>
                  </a:lnTo>
                  <a:lnTo>
                    <a:pt x="217779" y="475237"/>
                  </a:lnTo>
                  <a:lnTo>
                    <a:pt x="211624" y="472357"/>
                  </a:lnTo>
                  <a:lnTo>
                    <a:pt x="204848" y="470612"/>
                  </a:lnTo>
                  <a:lnTo>
                    <a:pt x="204446" y="470563"/>
                  </a:lnTo>
                  <a:lnTo>
                    <a:pt x="199791" y="471457"/>
                  </a:lnTo>
                  <a:lnTo>
                    <a:pt x="196203" y="475094"/>
                  </a:lnTo>
                  <a:lnTo>
                    <a:pt x="193857" y="479645"/>
                  </a:lnTo>
                  <a:lnTo>
                    <a:pt x="189753" y="486104"/>
                  </a:lnTo>
                  <a:lnTo>
                    <a:pt x="189877" y="486275"/>
                  </a:lnTo>
                  <a:lnTo>
                    <a:pt x="193077" y="490667"/>
                  </a:lnTo>
                  <a:lnTo>
                    <a:pt x="193175" y="493835"/>
                  </a:lnTo>
                  <a:lnTo>
                    <a:pt x="188760" y="493726"/>
                  </a:lnTo>
                  <a:lnTo>
                    <a:pt x="184127" y="492044"/>
                  </a:lnTo>
                  <a:lnTo>
                    <a:pt x="180463" y="491322"/>
                  </a:lnTo>
                  <a:lnTo>
                    <a:pt x="176744" y="490588"/>
                  </a:lnTo>
                  <a:lnTo>
                    <a:pt x="174395" y="485507"/>
                  </a:lnTo>
                  <a:lnTo>
                    <a:pt x="168514" y="478730"/>
                  </a:lnTo>
                  <a:lnTo>
                    <a:pt x="166842" y="473156"/>
                  </a:lnTo>
                  <a:lnTo>
                    <a:pt x="165905" y="472601"/>
                  </a:lnTo>
                  <a:lnTo>
                    <a:pt x="163317" y="471068"/>
                  </a:lnTo>
                  <a:lnTo>
                    <a:pt x="164399" y="467129"/>
                  </a:lnTo>
                  <a:lnTo>
                    <a:pt x="165739" y="466099"/>
                  </a:lnTo>
                  <a:lnTo>
                    <a:pt x="168728" y="463798"/>
                  </a:lnTo>
                  <a:lnTo>
                    <a:pt x="168355" y="459294"/>
                  </a:lnTo>
                  <a:lnTo>
                    <a:pt x="164609" y="454536"/>
                  </a:lnTo>
                  <a:lnTo>
                    <a:pt x="161104" y="449362"/>
                  </a:lnTo>
                  <a:lnTo>
                    <a:pt x="161540" y="446727"/>
                  </a:lnTo>
                  <a:lnTo>
                    <a:pt x="161706" y="445722"/>
                  </a:lnTo>
                  <a:lnTo>
                    <a:pt x="161858" y="444804"/>
                  </a:lnTo>
                  <a:lnTo>
                    <a:pt x="160531" y="440986"/>
                  </a:lnTo>
                  <a:lnTo>
                    <a:pt x="158734" y="434878"/>
                  </a:lnTo>
                  <a:lnTo>
                    <a:pt x="153664" y="433110"/>
                  </a:lnTo>
                  <a:lnTo>
                    <a:pt x="148000" y="430634"/>
                  </a:lnTo>
                  <a:lnTo>
                    <a:pt x="146298" y="427569"/>
                  </a:lnTo>
                  <a:lnTo>
                    <a:pt x="145473" y="426083"/>
                  </a:lnTo>
                  <a:lnTo>
                    <a:pt x="139164" y="423250"/>
                  </a:lnTo>
                  <a:lnTo>
                    <a:pt x="133915" y="419559"/>
                  </a:lnTo>
                  <a:lnTo>
                    <a:pt x="129270" y="423079"/>
                  </a:lnTo>
                  <a:lnTo>
                    <a:pt x="128493" y="422337"/>
                  </a:lnTo>
                  <a:lnTo>
                    <a:pt x="125271" y="419260"/>
                  </a:lnTo>
                  <a:lnTo>
                    <a:pt x="126134" y="414951"/>
                  </a:lnTo>
                  <a:lnTo>
                    <a:pt x="122417" y="415087"/>
                  </a:lnTo>
                  <a:lnTo>
                    <a:pt x="116972" y="411729"/>
                  </a:lnTo>
                  <a:lnTo>
                    <a:pt x="113527" y="409026"/>
                  </a:lnTo>
                  <a:lnTo>
                    <a:pt x="107810" y="406443"/>
                  </a:lnTo>
                  <a:lnTo>
                    <a:pt x="106723" y="405951"/>
                  </a:lnTo>
                  <a:lnTo>
                    <a:pt x="104060" y="403304"/>
                  </a:lnTo>
                  <a:lnTo>
                    <a:pt x="98758" y="399156"/>
                  </a:lnTo>
                  <a:lnTo>
                    <a:pt x="95379" y="394698"/>
                  </a:lnTo>
                  <a:lnTo>
                    <a:pt x="93961" y="387154"/>
                  </a:lnTo>
                  <a:lnTo>
                    <a:pt x="95006" y="382225"/>
                  </a:lnTo>
                  <a:lnTo>
                    <a:pt x="95566" y="381319"/>
                  </a:lnTo>
                  <a:lnTo>
                    <a:pt x="98597" y="376413"/>
                  </a:lnTo>
                  <a:lnTo>
                    <a:pt x="99240" y="371233"/>
                  </a:lnTo>
                  <a:lnTo>
                    <a:pt x="99725" y="369207"/>
                  </a:lnTo>
                  <a:lnTo>
                    <a:pt x="100000" y="368057"/>
                  </a:lnTo>
                  <a:lnTo>
                    <a:pt x="100302" y="366791"/>
                  </a:lnTo>
                  <a:lnTo>
                    <a:pt x="104054" y="360426"/>
                  </a:lnTo>
                  <a:lnTo>
                    <a:pt x="103798" y="356161"/>
                  </a:lnTo>
                  <a:lnTo>
                    <a:pt x="102583" y="353863"/>
                  </a:lnTo>
                  <a:lnTo>
                    <a:pt x="101205" y="350613"/>
                  </a:lnTo>
                  <a:lnTo>
                    <a:pt x="103715" y="346184"/>
                  </a:lnTo>
                  <a:lnTo>
                    <a:pt x="106708" y="342892"/>
                  </a:lnTo>
                  <a:lnTo>
                    <a:pt x="106577" y="339045"/>
                  </a:lnTo>
                  <a:lnTo>
                    <a:pt x="100876" y="336092"/>
                  </a:lnTo>
                  <a:lnTo>
                    <a:pt x="98014" y="334606"/>
                  </a:lnTo>
                  <a:lnTo>
                    <a:pt x="94794" y="334236"/>
                  </a:lnTo>
                  <a:lnTo>
                    <a:pt x="93243" y="334058"/>
                  </a:lnTo>
                  <a:lnTo>
                    <a:pt x="86288" y="331622"/>
                  </a:lnTo>
                  <a:lnTo>
                    <a:pt x="82526" y="331938"/>
                  </a:lnTo>
                  <a:lnTo>
                    <a:pt x="81379" y="332034"/>
                  </a:lnTo>
                  <a:lnTo>
                    <a:pt x="79668" y="336786"/>
                  </a:lnTo>
                  <a:lnTo>
                    <a:pt x="76260" y="340688"/>
                  </a:lnTo>
                  <a:lnTo>
                    <a:pt x="73519" y="340622"/>
                  </a:lnTo>
                  <a:lnTo>
                    <a:pt x="68883" y="337141"/>
                  </a:lnTo>
                  <a:lnTo>
                    <a:pt x="68454" y="335911"/>
                  </a:lnTo>
                  <a:lnTo>
                    <a:pt x="66987" y="331701"/>
                  </a:lnTo>
                  <a:lnTo>
                    <a:pt x="63807" y="325868"/>
                  </a:lnTo>
                  <a:lnTo>
                    <a:pt x="65583" y="321538"/>
                  </a:lnTo>
                  <a:lnTo>
                    <a:pt x="63296" y="317342"/>
                  </a:lnTo>
                  <a:lnTo>
                    <a:pt x="61572" y="311047"/>
                  </a:lnTo>
                  <a:lnTo>
                    <a:pt x="60824" y="308314"/>
                  </a:lnTo>
                  <a:lnTo>
                    <a:pt x="52588" y="301744"/>
                  </a:lnTo>
                  <a:lnTo>
                    <a:pt x="45611" y="297284"/>
                  </a:lnTo>
                  <a:lnTo>
                    <a:pt x="45455" y="297184"/>
                  </a:lnTo>
                  <a:lnTo>
                    <a:pt x="38208" y="293757"/>
                  </a:lnTo>
                  <a:lnTo>
                    <a:pt x="36034" y="289901"/>
                  </a:lnTo>
                  <a:lnTo>
                    <a:pt x="33209" y="286305"/>
                  </a:lnTo>
                  <a:lnTo>
                    <a:pt x="29908" y="286031"/>
                  </a:lnTo>
                  <a:lnTo>
                    <a:pt x="27746" y="282174"/>
                  </a:lnTo>
                  <a:lnTo>
                    <a:pt x="27108" y="281688"/>
                  </a:lnTo>
                  <a:lnTo>
                    <a:pt x="20225" y="276441"/>
                  </a:lnTo>
                  <a:lnTo>
                    <a:pt x="18050" y="274860"/>
                  </a:lnTo>
                  <a:lnTo>
                    <a:pt x="13502" y="271547"/>
                  </a:lnTo>
                  <a:lnTo>
                    <a:pt x="13454" y="268924"/>
                  </a:lnTo>
                  <a:lnTo>
                    <a:pt x="13408" y="266376"/>
                  </a:lnTo>
                  <a:lnTo>
                    <a:pt x="10676" y="263690"/>
                  </a:lnTo>
                  <a:lnTo>
                    <a:pt x="7897" y="261820"/>
                  </a:lnTo>
                  <a:lnTo>
                    <a:pt x="7834" y="256319"/>
                  </a:lnTo>
                  <a:lnTo>
                    <a:pt x="6952" y="252986"/>
                  </a:lnTo>
                  <a:lnTo>
                    <a:pt x="3171" y="246923"/>
                  </a:lnTo>
                  <a:lnTo>
                    <a:pt x="1751" y="241853"/>
                  </a:lnTo>
                  <a:lnTo>
                    <a:pt x="0" y="2338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57024" y="3337648"/>
              <a:ext cx="220480" cy="381708"/>
            </a:xfrm>
            <a:custGeom>
              <a:avLst/>
              <a:pathLst>
                <a:path w="220480" h="381708">
                  <a:moveTo>
                    <a:pt x="11603" y="375193"/>
                  </a:moveTo>
                  <a:lnTo>
                    <a:pt x="12588" y="372819"/>
                  </a:lnTo>
                  <a:lnTo>
                    <a:pt x="13453" y="366482"/>
                  </a:lnTo>
                  <a:lnTo>
                    <a:pt x="11639" y="360592"/>
                  </a:lnTo>
                  <a:lnTo>
                    <a:pt x="14232" y="358001"/>
                  </a:lnTo>
                  <a:lnTo>
                    <a:pt x="15526" y="353855"/>
                  </a:lnTo>
                  <a:lnTo>
                    <a:pt x="17288" y="348979"/>
                  </a:lnTo>
                  <a:lnTo>
                    <a:pt x="13435" y="345457"/>
                  </a:lnTo>
                  <a:lnTo>
                    <a:pt x="13434" y="342569"/>
                  </a:lnTo>
                  <a:lnTo>
                    <a:pt x="13434" y="341936"/>
                  </a:lnTo>
                  <a:lnTo>
                    <a:pt x="17192" y="338609"/>
                  </a:lnTo>
                  <a:lnTo>
                    <a:pt x="21959" y="334466"/>
                  </a:lnTo>
                  <a:lnTo>
                    <a:pt x="24739" y="328391"/>
                  </a:lnTo>
                  <a:lnTo>
                    <a:pt x="26128" y="323909"/>
                  </a:lnTo>
                  <a:lnTo>
                    <a:pt x="26611" y="322348"/>
                  </a:lnTo>
                  <a:lnTo>
                    <a:pt x="27911" y="318207"/>
                  </a:lnTo>
                  <a:lnTo>
                    <a:pt x="31597" y="314803"/>
                  </a:lnTo>
                  <a:lnTo>
                    <a:pt x="30793" y="312324"/>
                  </a:lnTo>
                  <a:lnTo>
                    <a:pt x="31322" y="309969"/>
                  </a:lnTo>
                  <a:lnTo>
                    <a:pt x="31774" y="307951"/>
                  </a:lnTo>
                  <a:lnTo>
                    <a:pt x="32346" y="303323"/>
                  </a:lnTo>
                  <a:lnTo>
                    <a:pt x="36940" y="299232"/>
                  </a:lnTo>
                  <a:lnTo>
                    <a:pt x="39106" y="291759"/>
                  </a:lnTo>
                  <a:lnTo>
                    <a:pt x="36710" y="285990"/>
                  </a:lnTo>
                  <a:lnTo>
                    <a:pt x="35469" y="283868"/>
                  </a:lnTo>
                  <a:lnTo>
                    <a:pt x="34362" y="281975"/>
                  </a:lnTo>
                  <a:lnTo>
                    <a:pt x="35248" y="279137"/>
                  </a:lnTo>
                  <a:lnTo>
                    <a:pt x="35298" y="278974"/>
                  </a:lnTo>
                  <a:lnTo>
                    <a:pt x="34374" y="273388"/>
                  </a:lnTo>
                  <a:lnTo>
                    <a:pt x="30653" y="271305"/>
                  </a:lnTo>
                  <a:lnTo>
                    <a:pt x="30403" y="266380"/>
                  </a:lnTo>
                  <a:lnTo>
                    <a:pt x="26289" y="263033"/>
                  </a:lnTo>
                  <a:lnTo>
                    <a:pt x="24720" y="258277"/>
                  </a:lnTo>
                  <a:lnTo>
                    <a:pt x="24471" y="257520"/>
                  </a:lnTo>
                  <a:lnTo>
                    <a:pt x="28192" y="253001"/>
                  </a:lnTo>
                  <a:lnTo>
                    <a:pt x="26632" y="249998"/>
                  </a:lnTo>
                  <a:lnTo>
                    <a:pt x="26399" y="248969"/>
                  </a:lnTo>
                  <a:lnTo>
                    <a:pt x="25353" y="244356"/>
                  </a:lnTo>
                  <a:lnTo>
                    <a:pt x="26495" y="241737"/>
                  </a:lnTo>
                  <a:lnTo>
                    <a:pt x="29539" y="240603"/>
                  </a:lnTo>
                  <a:lnTo>
                    <a:pt x="28019" y="230001"/>
                  </a:lnTo>
                  <a:lnTo>
                    <a:pt x="27919" y="229326"/>
                  </a:lnTo>
                  <a:lnTo>
                    <a:pt x="26238" y="217972"/>
                  </a:lnTo>
                  <a:lnTo>
                    <a:pt x="25494" y="212952"/>
                  </a:lnTo>
                  <a:lnTo>
                    <a:pt x="22765" y="193913"/>
                  </a:lnTo>
                  <a:lnTo>
                    <a:pt x="21152" y="182690"/>
                  </a:lnTo>
                  <a:lnTo>
                    <a:pt x="20585" y="178565"/>
                  </a:lnTo>
                  <a:lnTo>
                    <a:pt x="19513" y="170768"/>
                  </a:lnTo>
                  <a:lnTo>
                    <a:pt x="18277" y="161801"/>
                  </a:lnTo>
                  <a:lnTo>
                    <a:pt x="15603" y="142028"/>
                  </a:lnTo>
                  <a:lnTo>
                    <a:pt x="15433" y="140775"/>
                  </a:lnTo>
                  <a:lnTo>
                    <a:pt x="14909" y="136913"/>
                  </a:lnTo>
                  <a:lnTo>
                    <a:pt x="12351" y="119327"/>
                  </a:lnTo>
                  <a:lnTo>
                    <a:pt x="10330" y="105475"/>
                  </a:lnTo>
                  <a:lnTo>
                    <a:pt x="8832" y="95464"/>
                  </a:lnTo>
                  <a:lnTo>
                    <a:pt x="8642" y="94199"/>
                  </a:lnTo>
                  <a:lnTo>
                    <a:pt x="6821" y="81871"/>
                  </a:lnTo>
                  <a:lnTo>
                    <a:pt x="5115" y="70344"/>
                  </a:lnTo>
                  <a:lnTo>
                    <a:pt x="2987" y="55309"/>
                  </a:lnTo>
                  <a:lnTo>
                    <a:pt x="2250" y="50115"/>
                  </a:lnTo>
                  <a:lnTo>
                    <a:pt x="0" y="34518"/>
                  </a:lnTo>
                  <a:lnTo>
                    <a:pt x="3914" y="37084"/>
                  </a:lnTo>
                  <a:lnTo>
                    <a:pt x="7275" y="35194"/>
                  </a:lnTo>
                  <a:lnTo>
                    <a:pt x="11307" y="39805"/>
                  </a:lnTo>
                  <a:lnTo>
                    <a:pt x="18166" y="39554"/>
                  </a:lnTo>
                  <a:lnTo>
                    <a:pt x="20565" y="38413"/>
                  </a:lnTo>
                  <a:lnTo>
                    <a:pt x="26565" y="35552"/>
                  </a:lnTo>
                  <a:lnTo>
                    <a:pt x="32583" y="32416"/>
                  </a:lnTo>
                  <a:lnTo>
                    <a:pt x="38170" y="27779"/>
                  </a:lnTo>
                  <a:lnTo>
                    <a:pt x="39563" y="26621"/>
                  </a:lnTo>
                  <a:lnTo>
                    <a:pt x="44560" y="22834"/>
                  </a:lnTo>
                  <a:lnTo>
                    <a:pt x="52653" y="21546"/>
                  </a:lnTo>
                  <a:lnTo>
                    <a:pt x="56508" y="20928"/>
                  </a:lnTo>
                  <a:lnTo>
                    <a:pt x="63992" y="19697"/>
                  </a:lnTo>
                  <a:lnTo>
                    <a:pt x="65442" y="19457"/>
                  </a:lnTo>
                  <a:lnTo>
                    <a:pt x="83235" y="16418"/>
                  </a:lnTo>
                  <a:lnTo>
                    <a:pt x="93790" y="14643"/>
                  </a:lnTo>
                  <a:lnTo>
                    <a:pt x="111290" y="11652"/>
                  </a:lnTo>
                  <a:lnTo>
                    <a:pt x="119768" y="10138"/>
                  </a:lnTo>
                  <a:lnTo>
                    <a:pt x="143435" y="5836"/>
                  </a:lnTo>
                  <a:lnTo>
                    <a:pt x="147254" y="5131"/>
                  </a:lnTo>
                  <a:lnTo>
                    <a:pt x="149575" y="4703"/>
                  </a:lnTo>
                  <a:lnTo>
                    <a:pt x="173476" y="234"/>
                  </a:lnTo>
                  <a:lnTo>
                    <a:pt x="174713" y="0"/>
                  </a:lnTo>
                  <a:lnTo>
                    <a:pt x="175710" y="5577"/>
                  </a:lnTo>
                  <a:lnTo>
                    <a:pt x="178393" y="19990"/>
                  </a:lnTo>
                  <a:lnTo>
                    <a:pt x="180073" y="29031"/>
                  </a:lnTo>
                  <a:lnTo>
                    <a:pt x="180359" y="30573"/>
                  </a:lnTo>
                  <a:lnTo>
                    <a:pt x="182540" y="42510"/>
                  </a:lnTo>
                  <a:lnTo>
                    <a:pt x="182831" y="44106"/>
                  </a:lnTo>
                  <a:lnTo>
                    <a:pt x="184909" y="55503"/>
                  </a:lnTo>
                  <a:lnTo>
                    <a:pt x="186995" y="66979"/>
                  </a:lnTo>
                  <a:lnTo>
                    <a:pt x="188049" y="72784"/>
                  </a:lnTo>
                  <a:lnTo>
                    <a:pt x="191110" y="89681"/>
                  </a:lnTo>
                  <a:lnTo>
                    <a:pt x="193512" y="103242"/>
                  </a:lnTo>
                  <a:lnTo>
                    <a:pt x="194594" y="109365"/>
                  </a:lnTo>
                  <a:lnTo>
                    <a:pt x="196797" y="122343"/>
                  </a:lnTo>
                  <a:lnTo>
                    <a:pt x="197404" y="126063"/>
                  </a:lnTo>
                  <a:lnTo>
                    <a:pt x="199249" y="137389"/>
                  </a:lnTo>
                  <a:lnTo>
                    <a:pt x="200283" y="143749"/>
                  </a:lnTo>
                  <a:lnTo>
                    <a:pt x="201759" y="152648"/>
                  </a:lnTo>
                  <a:lnTo>
                    <a:pt x="203030" y="160328"/>
                  </a:lnTo>
                  <a:lnTo>
                    <a:pt x="205769" y="176913"/>
                  </a:lnTo>
                  <a:lnTo>
                    <a:pt x="208093" y="190742"/>
                  </a:lnTo>
                  <a:lnTo>
                    <a:pt x="208762" y="194726"/>
                  </a:lnTo>
                  <a:lnTo>
                    <a:pt x="210661" y="206064"/>
                  </a:lnTo>
                  <a:lnTo>
                    <a:pt x="211884" y="213612"/>
                  </a:lnTo>
                  <a:lnTo>
                    <a:pt x="212983" y="220402"/>
                  </a:lnTo>
                  <a:lnTo>
                    <a:pt x="214832" y="230987"/>
                  </a:lnTo>
                  <a:lnTo>
                    <a:pt x="212530" y="233869"/>
                  </a:lnTo>
                  <a:lnTo>
                    <a:pt x="210473" y="236559"/>
                  </a:lnTo>
                  <a:lnTo>
                    <a:pt x="212106" y="238154"/>
                  </a:lnTo>
                  <a:lnTo>
                    <a:pt x="214451" y="240443"/>
                  </a:lnTo>
                  <a:lnTo>
                    <a:pt x="216177" y="243664"/>
                  </a:lnTo>
                  <a:lnTo>
                    <a:pt x="213766" y="247800"/>
                  </a:lnTo>
                  <a:lnTo>
                    <a:pt x="214768" y="248204"/>
                  </a:lnTo>
                  <a:lnTo>
                    <a:pt x="217292" y="249220"/>
                  </a:lnTo>
                  <a:lnTo>
                    <a:pt x="220480" y="249976"/>
                  </a:lnTo>
                  <a:lnTo>
                    <a:pt x="220002" y="252129"/>
                  </a:lnTo>
                  <a:lnTo>
                    <a:pt x="219825" y="252925"/>
                  </a:lnTo>
                  <a:lnTo>
                    <a:pt x="220154" y="258665"/>
                  </a:lnTo>
                  <a:lnTo>
                    <a:pt x="217129" y="258855"/>
                  </a:lnTo>
                  <a:lnTo>
                    <a:pt x="210201" y="261227"/>
                  </a:lnTo>
                  <a:lnTo>
                    <a:pt x="206551" y="263647"/>
                  </a:lnTo>
                  <a:lnTo>
                    <a:pt x="203375" y="265749"/>
                  </a:lnTo>
                  <a:lnTo>
                    <a:pt x="199006" y="270681"/>
                  </a:lnTo>
                  <a:lnTo>
                    <a:pt x="196395" y="271855"/>
                  </a:lnTo>
                  <a:lnTo>
                    <a:pt x="195273" y="271177"/>
                  </a:lnTo>
                  <a:lnTo>
                    <a:pt x="192416" y="269447"/>
                  </a:lnTo>
                  <a:lnTo>
                    <a:pt x="189662" y="268269"/>
                  </a:lnTo>
                  <a:lnTo>
                    <a:pt x="185898" y="269514"/>
                  </a:lnTo>
                  <a:lnTo>
                    <a:pt x="185351" y="269694"/>
                  </a:lnTo>
                  <a:lnTo>
                    <a:pt x="181305" y="270230"/>
                  </a:lnTo>
                  <a:lnTo>
                    <a:pt x="178369" y="272779"/>
                  </a:lnTo>
                  <a:lnTo>
                    <a:pt x="179833" y="277361"/>
                  </a:lnTo>
                  <a:lnTo>
                    <a:pt x="180889" y="282640"/>
                  </a:lnTo>
                  <a:lnTo>
                    <a:pt x="181384" y="283628"/>
                  </a:lnTo>
                  <a:lnTo>
                    <a:pt x="183031" y="286913"/>
                  </a:lnTo>
                  <a:lnTo>
                    <a:pt x="182168" y="289076"/>
                  </a:lnTo>
                  <a:lnTo>
                    <a:pt x="179664" y="291297"/>
                  </a:lnTo>
                  <a:lnTo>
                    <a:pt x="178519" y="294709"/>
                  </a:lnTo>
                  <a:lnTo>
                    <a:pt x="172751" y="297315"/>
                  </a:lnTo>
                  <a:lnTo>
                    <a:pt x="170931" y="300626"/>
                  </a:lnTo>
                  <a:lnTo>
                    <a:pt x="170611" y="304145"/>
                  </a:lnTo>
                  <a:lnTo>
                    <a:pt x="170317" y="307373"/>
                  </a:lnTo>
                  <a:lnTo>
                    <a:pt x="168451" y="311946"/>
                  </a:lnTo>
                  <a:lnTo>
                    <a:pt x="164260" y="315145"/>
                  </a:lnTo>
                  <a:lnTo>
                    <a:pt x="161159" y="314780"/>
                  </a:lnTo>
                  <a:lnTo>
                    <a:pt x="159616" y="314598"/>
                  </a:lnTo>
                  <a:lnTo>
                    <a:pt x="158622" y="318634"/>
                  </a:lnTo>
                  <a:lnTo>
                    <a:pt x="155588" y="323746"/>
                  </a:lnTo>
                  <a:lnTo>
                    <a:pt x="155628" y="324503"/>
                  </a:lnTo>
                  <a:lnTo>
                    <a:pt x="155955" y="330606"/>
                  </a:lnTo>
                  <a:lnTo>
                    <a:pt x="155922" y="337980"/>
                  </a:lnTo>
                  <a:lnTo>
                    <a:pt x="154110" y="339519"/>
                  </a:lnTo>
                  <a:lnTo>
                    <a:pt x="152608" y="340793"/>
                  </a:lnTo>
                  <a:lnTo>
                    <a:pt x="151322" y="342115"/>
                  </a:lnTo>
                  <a:lnTo>
                    <a:pt x="149147" y="344348"/>
                  </a:lnTo>
                  <a:lnTo>
                    <a:pt x="144358" y="341713"/>
                  </a:lnTo>
                  <a:lnTo>
                    <a:pt x="136623" y="341857"/>
                  </a:lnTo>
                  <a:lnTo>
                    <a:pt x="130655" y="336007"/>
                  </a:lnTo>
                  <a:lnTo>
                    <a:pt x="127088" y="332230"/>
                  </a:lnTo>
                  <a:lnTo>
                    <a:pt x="122896" y="334961"/>
                  </a:lnTo>
                  <a:lnTo>
                    <a:pt x="120206" y="338788"/>
                  </a:lnTo>
                  <a:lnTo>
                    <a:pt x="118162" y="342746"/>
                  </a:lnTo>
                  <a:lnTo>
                    <a:pt x="117092" y="343149"/>
                  </a:lnTo>
                  <a:lnTo>
                    <a:pt x="114855" y="343993"/>
                  </a:lnTo>
                  <a:lnTo>
                    <a:pt x="115555" y="350138"/>
                  </a:lnTo>
                  <a:lnTo>
                    <a:pt x="117503" y="355654"/>
                  </a:lnTo>
                  <a:lnTo>
                    <a:pt x="111256" y="356328"/>
                  </a:lnTo>
                  <a:lnTo>
                    <a:pt x="110912" y="361195"/>
                  </a:lnTo>
                  <a:lnTo>
                    <a:pt x="108595" y="360495"/>
                  </a:lnTo>
                  <a:lnTo>
                    <a:pt x="107738" y="360235"/>
                  </a:lnTo>
                  <a:lnTo>
                    <a:pt x="103057" y="358914"/>
                  </a:lnTo>
                  <a:lnTo>
                    <a:pt x="98271" y="353982"/>
                  </a:lnTo>
                  <a:lnTo>
                    <a:pt x="95627" y="350780"/>
                  </a:lnTo>
                  <a:lnTo>
                    <a:pt x="95459" y="350904"/>
                  </a:lnTo>
                  <a:lnTo>
                    <a:pt x="91522" y="353789"/>
                  </a:lnTo>
                  <a:lnTo>
                    <a:pt x="88431" y="357475"/>
                  </a:lnTo>
                  <a:lnTo>
                    <a:pt x="85124" y="358824"/>
                  </a:lnTo>
                  <a:lnTo>
                    <a:pt x="82969" y="359702"/>
                  </a:lnTo>
                  <a:lnTo>
                    <a:pt x="81294" y="363945"/>
                  </a:lnTo>
                  <a:lnTo>
                    <a:pt x="80884" y="368253"/>
                  </a:lnTo>
                  <a:lnTo>
                    <a:pt x="78361" y="373983"/>
                  </a:lnTo>
                  <a:lnTo>
                    <a:pt x="75671" y="370869"/>
                  </a:lnTo>
                  <a:lnTo>
                    <a:pt x="72319" y="368349"/>
                  </a:lnTo>
                  <a:lnTo>
                    <a:pt x="66833" y="366885"/>
                  </a:lnTo>
                  <a:lnTo>
                    <a:pt x="65693" y="366339"/>
                  </a:lnTo>
                  <a:lnTo>
                    <a:pt x="63159" y="365124"/>
                  </a:lnTo>
                  <a:lnTo>
                    <a:pt x="61073" y="364124"/>
                  </a:lnTo>
                  <a:lnTo>
                    <a:pt x="54666" y="361850"/>
                  </a:lnTo>
                  <a:lnTo>
                    <a:pt x="52735" y="363116"/>
                  </a:lnTo>
                  <a:lnTo>
                    <a:pt x="50321" y="364698"/>
                  </a:lnTo>
                  <a:lnTo>
                    <a:pt x="45802" y="364917"/>
                  </a:lnTo>
                  <a:lnTo>
                    <a:pt x="42201" y="367830"/>
                  </a:lnTo>
                  <a:lnTo>
                    <a:pt x="41578" y="372099"/>
                  </a:lnTo>
                  <a:lnTo>
                    <a:pt x="37698" y="372322"/>
                  </a:lnTo>
                  <a:lnTo>
                    <a:pt x="35205" y="370278"/>
                  </a:lnTo>
                  <a:lnTo>
                    <a:pt x="34376" y="369598"/>
                  </a:lnTo>
                  <a:lnTo>
                    <a:pt x="28783" y="371928"/>
                  </a:lnTo>
                  <a:lnTo>
                    <a:pt x="23804" y="368583"/>
                  </a:lnTo>
                  <a:lnTo>
                    <a:pt x="20581" y="370222"/>
                  </a:lnTo>
                  <a:lnTo>
                    <a:pt x="20429" y="370983"/>
                  </a:lnTo>
                  <a:lnTo>
                    <a:pt x="19897" y="373636"/>
                  </a:lnTo>
                  <a:lnTo>
                    <a:pt x="22884" y="377907"/>
                  </a:lnTo>
                  <a:lnTo>
                    <a:pt x="21011" y="380678"/>
                  </a:lnTo>
                  <a:lnTo>
                    <a:pt x="18736" y="381708"/>
                  </a:lnTo>
                  <a:lnTo>
                    <a:pt x="14557" y="380769"/>
                  </a:lnTo>
                  <a:lnTo>
                    <a:pt x="11185" y="37620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58795" y="3630902"/>
              <a:ext cx="522869" cy="272548"/>
            </a:xfrm>
            <a:custGeom>
              <a:avLst/>
              <a:pathLst>
                <a:path w="522869" h="272548">
                  <a:moveTo>
                    <a:pt x="5456" y="6980"/>
                  </a:moveTo>
                  <a:lnTo>
                    <a:pt x="20271" y="7341"/>
                  </a:lnTo>
                  <a:lnTo>
                    <a:pt x="39830" y="7768"/>
                  </a:lnTo>
                  <a:lnTo>
                    <a:pt x="48686" y="7928"/>
                  </a:lnTo>
                  <a:lnTo>
                    <a:pt x="54556" y="8026"/>
                  </a:lnTo>
                  <a:lnTo>
                    <a:pt x="56584" y="8059"/>
                  </a:lnTo>
                  <a:lnTo>
                    <a:pt x="72352" y="8305"/>
                  </a:lnTo>
                  <a:lnTo>
                    <a:pt x="92699" y="8529"/>
                  </a:lnTo>
                  <a:lnTo>
                    <a:pt x="94049" y="8545"/>
                  </a:lnTo>
                  <a:lnTo>
                    <a:pt x="111718" y="8719"/>
                  </a:lnTo>
                  <a:lnTo>
                    <a:pt x="130846" y="8812"/>
                  </a:lnTo>
                  <a:lnTo>
                    <a:pt x="131912" y="8815"/>
                  </a:lnTo>
                  <a:lnTo>
                    <a:pt x="156506" y="8829"/>
                  </a:lnTo>
                  <a:lnTo>
                    <a:pt x="169002" y="8754"/>
                  </a:lnTo>
                  <a:lnTo>
                    <a:pt x="169200" y="8752"/>
                  </a:lnTo>
                  <a:lnTo>
                    <a:pt x="177537" y="8687"/>
                  </a:lnTo>
                  <a:lnTo>
                    <a:pt x="199313" y="8506"/>
                  </a:lnTo>
                  <a:lnTo>
                    <a:pt x="205625" y="8438"/>
                  </a:lnTo>
                  <a:lnTo>
                    <a:pt x="206879" y="8423"/>
                  </a:lnTo>
                  <a:lnTo>
                    <a:pt x="229867" y="8100"/>
                  </a:lnTo>
                  <a:lnTo>
                    <a:pt x="237466" y="7972"/>
                  </a:lnTo>
                  <a:lnTo>
                    <a:pt x="244842" y="7845"/>
                  </a:lnTo>
                  <a:lnTo>
                    <a:pt x="260391" y="7547"/>
                  </a:lnTo>
                  <a:lnTo>
                    <a:pt x="273749" y="7256"/>
                  </a:lnTo>
                  <a:lnTo>
                    <a:pt x="283478" y="7027"/>
                  </a:lnTo>
                  <a:lnTo>
                    <a:pt x="290921" y="6840"/>
                  </a:lnTo>
                  <a:lnTo>
                    <a:pt x="293913" y="6762"/>
                  </a:lnTo>
                  <a:lnTo>
                    <a:pt x="318287" y="6070"/>
                  </a:lnTo>
                  <a:lnTo>
                    <a:pt x="321432" y="5976"/>
                  </a:lnTo>
                  <a:lnTo>
                    <a:pt x="345716" y="5193"/>
                  </a:lnTo>
                  <a:lnTo>
                    <a:pt x="351971" y="4965"/>
                  </a:lnTo>
                  <a:lnTo>
                    <a:pt x="354843" y="4857"/>
                  </a:lnTo>
                  <a:lnTo>
                    <a:pt x="359432" y="4689"/>
                  </a:lnTo>
                  <a:lnTo>
                    <a:pt x="382076" y="3805"/>
                  </a:lnTo>
                  <a:lnTo>
                    <a:pt x="382496" y="3787"/>
                  </a:lnTo>
                  <a:lnTo>
                    <a:pt x="397634" y="3144"/>
                  </a:lnTo>
                  <a:lnTo>
                    <a:pt x="403351" y="2898"/>
                  </a:lnTo>
                  <a:lnTo>
                    <a:pt x="412130" y="2463"/>
                  </a:lnTo>
                  <a:lnTo>
                    <a:pt x="413034" y="2421"/>
                  </a:lnTo>
                  <a:lnTo>
                    <a:pt x="428034" y="1698"/>
                  </a:lnTo>
                  <a:lnTo>
                    <a:pt x="428272" y="1687"/>
                  </a:lnTo>
                  <a:lnTo>
                    <a:pt x="458234" y="117"/>
                  </a:lnTo>
                  <a:lnTo>
                    <a:pt x="460363" y="0"/>
                  </a:lnTo>
                  <a:lnTo>
                    <a:pt x="465833" y="4640"/>
                  </a:lnTo>
                  <a:lnTo>
                    <a:pt x="472048" y="8541"/>
                  </a:lnTo>
                  <a:lnTo>
                    <a:pt x="476325" y="11258"/>
                  </a:lnTo>
                  <a:lnTo>
                    <a:pt x="480382" y="7873"/>
                  </a:lnTo>
                  <a:lnTo>
                    <a:pt x="482087" y="7665"/>
                  </a:lnTo>
                  <a:lnTo>
                    <a:pt x="484899" y="7320"/>
                  </a:lnTo>
                  <a:lnTo>
                    <a:pt x="486579" y="9350"/>
                  </a:lnTo>
                  <a:lnTo>
                    <a:pt x="490196" y="13518"/>
                  </a:lnTo>
                  <a:lnTo>
                    <a:pt x="490281" y="14026"/>
                  </a:lnTo>
                  <a:lnTo>
                    <a:pt x="490982" y="18188"/>
                  </a:lnTo>
                  <a:lnTo>
                    <a:pt x="491832" y="20203"/>
                  </a:lnTo>
                  <a:lnTo>
                    <a:pt x="489331" y="22605"/>
                  </a:lnTo>
                  <a:lnTo>
                    <a:pt x="484483" y="22980"/>
                  </a:lnTo>
                  <a:lnTo>
                    <a:pt x="484653" y="26208"/>
                  </a:lnTo>
                  <a:lnTo>
                    <a:pt x="480346" y="29420"/>
                  </a:lnTo>
                  <a:lnTo>
                    <a:pt x="480096" y="32893"/>
                  </a:lnTo>
                  <a:lnTo>
                    <a:pt x="479978" y="34535"/>
                  </a:lnTo>
                  <a:lnTo>
                    <a:pt x="478068" y="36266"/>
                  </a:lnTo>
                  <a:lnTo>
                    <a:pt x="475682" y="38418"/>
                  </a:lnTo>
                  <a:lnTo>
                    <a:pt x="477285" y="40146"/>
                  </a:lnTo>
                  <a:lnTo>
                    <a:pt x="480298" y="43390"/>
                  </a:lnTo>
                  <a:lnTo>
                    <a:pt x="485164" y="47844"/>
                  </a:lnTo>
                  <a:lnTo>
                    <a:pt x="486373" y="49433"/>
                  </a:lnTo>
                  <a:lnTo>
                    <a:pt x="487781" y="51283"/>
                  </a:lnTo>
                  <a:lnTo>
                    <a:pt x="491738" y="51682"/>
                  </a:lnTo>
                  <a:lnTo>
                    <a:pt x="490792" y="57801"/>
                  </a:lnTo>
                  <a:lnTo>
                    <a:pt x="494518" y="61963"/>
                  </a:lnTo>
                  <a:lnTo>
                    <a:pt x="496822" y="64648"/>
                  </a:lnTo>
                  <a:lnTo>
                    <a:pt x="498779" y="67673"/>
                  </a:lnTo>
                  <a:lnTo>
                    <a:pt x="499326" y="68058"/>
                  </a:lnTo>
                  <a:lnTo>
                    <a:pt x="502900" y="70570"/>
                  </a:lnTo>
                  <a:lnTo>
                    <a:pt x="507024" y="69064"/>
                  </a:lnTo>
                  <a:lnTo>
                    <a:pt x="511016" y="71248"/>
                  </a:lnTo>
                  <a:lnTo>
                    <a:pt x="512521" y="71247"/>
                  </a:lnTo>
                  <a:lnTo>
                    <a:pt x="513206" y="71247"/>
                  </a:lnTo>
                  <a:lnTo>
                    <a:pt x="512379" y="74964"/>
                  </a:lnTo>
                  <a:lnTo>
                    <a:pt x="512495" y="77041"/>
                  </a:lnTo>
                  <a:lnTo>
                    <a:pt x="512718" y="81055"/>
                  </a:lnTo>
                  <a:lnTo>
                    <a:pt x="513022" y="86524"/>
                  </a:lnTo>
                  <a:lnTo>
                    <a:pt x="513704" y="98342"/>
                  </a:lnTo>
                  <a:lnTo>
                    <a:pt x="514242" y="107693"/>
                  </a:lnTo>
                  <a:lnTo>
                    <a:pt x="514253" y="107922"/>
                  </a:lnTo>
                  <a:lnTo>
                    <a:pt x="515416" y="130804"/>
                  </a:lnTo>
                  <a:lnTo>
                    <a:pt x="515897" y="138601"/>
                  </a:lnTo>
                  <a:lnTo>
                    <a:pt x="516712" y="151848"/>
                  </a:lnTo>
                  <a:lnTo>
                    <a:pt x="517566" y="167449"/>
                  </a:lnTo>
                  <a:lnTo>
                    <a:pt x="517676" y="169467"/>
                  </a:lnTo>
                  <a:lnTo>
                    <a:pt x="517912" y="173791"/>
                  </a:lnTo>
                  <a:lnTo>
                    <a:pt x="519290" y="200618"/>
                  </a:lnTo>
                  <a:lnTo>
                    <a:pt x="519339" y="201417"/>
                  </a:lnTo>
                  <a:lnTo>
                    <a:pt x="519444" y="203130"/>
                  </a:lnTo>
                  <a:lnTo>
                    <a:pt x="520744" y="224417"/>
                  </a:lnTo>
                  <a:lnTo>
                    <a:pt x="520979" y="228518"/>
                  </a:lnTo>
                  <a:lnTo>
                    <a:pt x="521108" y="230777"/>
                  </a:lnTo>
                  <a:lnTo>
                    <a:pt x="521999" y="246411"/>
                  </a:lnTo>
                  <a:lnTo>
                    <a:pt x="522557" y="255480"/>
                  </a:lnTo>
                  <a:lnTo>
                    <a:pt x="522869" y="260556"/>
                  </a:lnTo>
                  <a:lnTo>
                    <a:pt x="516206" y="260991"/>
                  </a:lnTo>
                  <a:lnTo>
                    <a:pt x="496338" y="262146"/>
                  </a:lnTo>
                  <a:lnTo>
                    <a:pt x="495472" y="262198"/>
                  </a:lnTo>
                  <a:lnTo>
                    <a:pt x="490839" y="262475"/>
                  </a:lnTo>
                  <a:lnTo>
                    <a:pt x="473324" y="263490"/>
                  </a:lnTo>
                  <a:lnTo>
                    <a:pt x="467333" y="263823"/>
                  </a:lnTo>
                  <a:lnTo>
                    <a:pt x="459266" y="264262"/>
                  </a:lnTo>
                  <a:lnTo>
                    <a:pt x="455665" y="264454"/>
                  </a:lnTo>
                  <a:lnTo>
                    <a:pt x="440668" y="265230"/>
                  </a:lnTo>
                  <a:lnTo>
                    <a:pt x="430722" y="265723"/>
                  </a:lnTo>
                  <a:lnTo>
                    <a:pt x="428178" y="265848"/>
                  </a:lnTo>
                  <a:lnTo>
                    <a:pt x="425607" y="265973"/>
                  </a:lnTo>
                  <a:lnTo>
                    <a:pt x="410352" y="266693"/>
                  </a:lnTo>
                  <a:lnTo>
                    <a:pt x="390453" y="267594"/>
                  </a:lnTo>
                  <a:lnTo>
                    <a:pt x="388673" y="267665"/>
                  </a:lnTo>
                  <a:lnTo>
                    <a:pt x="372884" y="268271"/>
                  </a:lnTo>
                  <a:lnTo>
                    <a:pt x="348182" y="269175"/>
                  </a:lnTo>
                  <a:lnTo>
                    <a:pt x="344867" y="269291"/>
                  </a:lnTo>
                  <a:lnTo>
                    <a:pt x="328163" y="269846"/>
                  </a:lnTo>
                  <a:lnTo>
                    <a:pt x="322710" y="270015"/>
                  </a:lnTo>
                  <a:lnTo>
                    <a:pt x="301132" y="270635"/>
                  </a:lnTo>
                  <a:lnTo>
                    <a:pt x="298764" y="270702"/>
                  </a:lnTo>
                  <a:lnTo>
                    <a:pt x="281645" y="271158"/>
                  </a:lnTo>
                  <a:lnTo>
                    <a:pt x="276950" y="271273"/>
                  </a:lnTo>
                  <a:lnTo>
                    <a:pt x="260383" y="271646"/>
                  </a:lnTo>
                  <a:lnTo>
                    <a:pt x="259895" y="271657"/>
                  </a:lnTo>
                  <a:lnTo>
                    <a:pt x="246466" y="271855"/>
                  </a:lnTo>
                  <a:lnTo>
                    <a:pt x="229042" y="272068"/>
                  </a:lnTo>
                  <a:lnTo>
                    <a:pt x="214360" y="272252"/>
                  </a:lnTo>
                  <a:lnTo>
                    <a:pt x="205259" y="272347"/>
                  </a:lnTo>
                  <a:lnTo>
                    <a:pt x="185700" y="272504"/>
                  </a:lnTo>
                  <a:lnTo>
                    <a:pt x="182234" y="272517"/>
                  </a:lnTo>
                  <a:lnTo>
                    <a:pt x="176250" y="272534"/>
                  </a:lnTo>
                  <a:lnTo>
                    <a:pt x="168037" y="272548"/>
                  </a:lnTo>
                  <a:lnTo>
                    <a:pt x="144250" y="272471"/>
                  </a:lnTo>
                  <a:lnTo>
                    <a:pt x="143731" y="272472"/>
                  </a:lnTo>
                  <a:lnTo>
                    <a:pt x="137607" y="272481"/>
                  </a:lnTo>
                  <a:lnTo>
                    <a:pt x="104965" y="272422"/>
                  </a:lnTo>
                  <a:lnTo>
                    <a:pt x="99283" y="272431"/>
                  </a:lnTo>
                  <a:lnTo>
                    <a:pt x="83616" y="272428"/>
                  </a:lnTo>
                  <a:lnTo>
                    <a:pt x="77285" y="272393"/>
                  </a:lnTo>
                  <a:lnTo>
                    <a:pt x="68760" y="272336"/>
                  </a:lnTo>
                  <a:lnTo>
                    <a:pt x="58539" y="272251"/>
                  </a:lnTo>
                  <a:lnTo>
                    <a:pt x="39242" y="272074"/>
                  </a:lnTo>
                  <a:lnTo>
                    <a:pt x="34314" y="272013"/>
                  </a:lnTo>
                  <a:lnTo>
                    <a:pt x="9850" y="271649"/>
                  </a:lnTo>
                  <a:lnTo>
                    <a:pt x="988" y="271490"/>
                  </a:lnTo>
                  <a:lnTo>
                    <a:pt x="0" y="271472"/>
                  </a:lnTo>
                  <a:lnTo>
                    <a:pt x="105" y="267785"/>
                  </a:lnTo>
                  <a:lnTo>
                    <a:pt x="242" y="261510"/>
                  </a:lnTo>
                  <a:lnTo>
                    <a:pt x="545" y="248197"/>
                  </a:lnTo>
                  <a:lnTo>
                    <a:pt x="807" y="236691"/>
                  </a:lnTo>
                  <a:lnTo>
                    <a:pt x="1320" y="214289"/>
                  </a:lnTo>
                  <a:lnTo>
                    <a:pt x="1480" y="207298"/>
                  </a:lnTo>
                  <a:lnTo>
                    <a:pt x="1503" y="206010"/>
                  </a:lnTo>
                  <a:lnTo>
                    <a:pt x="2097" y="173111"/>
                  </a:lnTo>
                  <a:lnTo>
                    <a:pt x="2372" y="159985"/>
                  </a:lnTo>
                  <a:lnTo>
                    <a:pt x="2384" y="159428"/>
                  </a:lnTo>
                  <a:lnTo>
                    <a:pt x="2598" y="149265"/>
                  </a:lnTo>
                  <a:lnTo>
                    <a:pt x="3027" y="128989"/>
                  </a:lnTo>
                  <a:lnTo>
                    <a:pt x="3180" y="121747"/>
                  </a:lnTo>
                  <a:lnTo>
                    <a:pt x="3835" y="91033"/>
                  </a:lnTo>
                  <a:lnTo>
                    <a:pt x="3968" y="83464"/>
                  </a:lnTo>
                  <a:lnTo>
                    <a:pt x="4342" y="62315"/>
                  </a:lnTo>
                  <a:lnTo>
                    <a:pt x="4675" y="45219"/>
                  </a:lnTo>
                  <a:lnTo>
                    <a:pt x="4685" y="44702"/>
                  </a:lnTo>
                  <a:lnTo>
                    <a:pt x="5107" y="231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108209" y="3617317"/>
              <a:ext cx="511981" cy="283537"/>
            </a:xfrm>
            <a:custGeom>
              <a:avLst/>
              <a:pathLst>
                <a:path w="511981" h="283537">
                  <a:moveTo>
                    <a:pt x="1533" y="276892"/>
                  </a:moveTo>
                  <a:lnTo>
                    <a:pt x="6186" y="277039"/>
                  </a:lnTo>
                  <a:lnTo>
                    <a:pt x="11241" y="276745"/>
                  </a:lnTo>
                  <a:lnTo>
                    <a:pt x="12678" y="271248"/>
                  </a:lnTo>
                  <a:lnTo>
                    <a:pt x="16264" y="270643"/>
                  </a:lnTo>
                  <a:lnTo>
                    <a:pt x="16450" y="270611"/>
                  </a:lnTo>
                  <a:lnTo>
                    <a:pt x="20135" y="274247"/>
                  </a:lnTo>
                  <a:lnTo>
                    <a:pt x="23843" y="274507"/>
                  </a:lnTo>
                  <a:lnTo>
                    <a:pt x="25235" y="269336"/>
                  </a:lnTo>
                  <a:lnTo>
                    <a:pt x="26614" y="266880"/>
                  </a:lnTo>
                  <a:lnTo>
                    <a:pt x="27210" y="265818"/>
                  </a:lnTo>
                  <a:lnTo>
                    <a:pt x="24051" y="261421"/>
                  </a:lnTo>
                  <a:lnTo>
                    <a:pt x="26827" y="257570"/>
                  </a:lnTo>
                  <a:lnTo>
                    <a:pt x="26579" y="254912"/>
                  </a:lnTo>
                  <a:lnTo>
                    <a:pt x="26556" y="254663"/>
                  </a:lnTo>
                  <a:lnTo>
                    <a:pt x="26523" y="249520"/>
                  </a:lnTo>
                  <a:lnTo>
                    <a:pt x="27953" y="245363"/>
                  </a:lnTo>
                  <a:lnTo>
                    <a:pt x="28606" y="240587"/>
                  </a:lnTo>
                  <a:lnTo>
                    <a:pt x="28768" y="239405"/>
                  </a:lnTo>
                  <a:lnTo>
                    <a:pt x="26135" y="237601"/>
                  </a:lnTo>
                  <a:lnTo>
                    <a:pt x="26038" y="234433"/>
                  </a:lnTo>
                  <a:lnTo>
                    <a:pt x="22838" y="230041"/>
                  </a:lnTo>
                  <a:lnTo>
                    <a:pt x="22714" y="229870"/>
                  </a:lnTo>
                  <a:lnTo>
                    <a:pt x="26817" y="223411"/>
                  </a:lnTo>
                  <a:lnTo>
                    <a:pt x="29163" y="218860"/>
                  </a:lnTo>
                  <a:lnTo>
                    <a:pt x="32751" y="215223"/>
                  </a:lnTo>
                  <a:lnTo>
                    <a:pt x="37528" y="214306"/>
                  </a:lnTo>
                  <a:lnTo>
                    <a:pt x="37809" y="214378"/>
                  </a:lnTo>
                  <a:lnTo>
                    <a:pt x="44584" y="216123"/>
                  </a:lnTo>
                  <a:lnTo>
                    <a:pt x="50739" y="219003"/>
                  </a:lnTo>
                  <a:lnTo>
                    <a:pt x="54997" y="219628"/>
                  </a:lnTo>
                  <a:lnTo>
                    <a:pt x="61051" y="221325"/>
                  </a:lnTo>
                  <a:lnTo>
                    <a:pt x="64874" y="223352"/>
                  </a:lnTo>
                  <a:lnTo>
                    <a:pt x="67112" y="224537"/>
                  </a:lnTo>
                  <a:lnTo>
                    <a:pt x="69964" y="224075"/>
                  </a:lnTo>
                  <a:lnTo>
                    <a:pt x="70427" y="224000"/>
                  </a:lnTo>
                  <a:lnTo>
                    <a:pt x="70960" y="223913"/>
                  </a:lnTo>
                  <a:lnTo>
                    <a:pt x="72812" y="220957"/>
                  </a:lnTo>
                  <a:lnTo>
                    <a:pt x="73615" y="216286"/>
                  </a:lnTo>
                  <a:lnTo>
                    <a:pt x="69563" y="210607"/>
                  </a:lnTo>
                  <a:lnTo>
                    <a:pt x="65792" y="204839"/>
                  </a:lnTo>
                  <a:lnTo>
                    <a:pt x="67170" y="200325"/>
                  </a:lnTo>
                  <a:lnTo>
                    <a:pt x="67946" y="194801"/>
                  </a:lnTo>
                  <a:lnTo>
                    <a:pt x="70978" y="192473"/>
                  </a:lnTo>
                  <a:lnTo>
                    <a:pt x="71156" y="192510"/>
                  </a:lnTo>
                  <a:lnTo>
                    <a:pt x="75337" y="193385"/>
                  </a:lnTo>
                  <a:lnTo>
                    <a:pt x="80106" y="188469"/>
                  </a:lnTo>
                  <a:lnTo>
                    <a:pt x="88560" y="185992"/>
                  </a:lnTo>
                  <a:lnTo>
                    <a:pt x="94869" y="183227"/>
                  </a:lnTo>
                  <a:lnTo>
                    <a:pt x="94406" y="181844"/>
                  </a:lnTo>
                  <a:lnTo>
                    <a:pt x="93704" y="179749"/>
                  </a:lnTo>
                  <a:lnTo>
                    <a:pt x="89090" y="176485"/>
                  </a:lnTo>
                  <a:lnTo>
                    <a:pt x="89007" y="176291"/>
                  </a:lnTo>
                  <a:lnTo>
                    <a:pt x="86184" y="169664"/>
                  </a:lnTo>
                  <a:lnTo>
                    <a:pt x="87599" y="165654"/>
                  </a:lnTo>
                  <a:lnTo>
                    <a:pt x="92081" y="160964"/>
                  </a:lnTo>
                  <a:lnTo>
                    <a:pt x="93590" y="155709"/>
                  </a:lnTo>
                  <a:lnTo>
                    <a:pt x="97769" y="156648"/>
                  </a:lnTo>
                  <a:lnTo>
                    <a:pt x="100044" y="155618"/>
                  </a:lnTo>
                  <a:lnTo>
                    <a:pt x="101916" y="152847"/>
                  </a:lnTo>
                  <a:lnTo>
                    <a:pt x="98930" y="148576"/>
                  </a:lnTo>
                  <a:lnTo>
                    <a:pt x="99462" y="145923"/>
                  </a:lnTo>
                  <a:lnTo>
                    <a:pt x="99614" y="145162"/>
                  </a:lnTo>
                  <a:lnTo>
                    <a:pt x="102837" y="143523"/>
                  </a:lnTo>
                  <a:lnTo>
                    <a:pt x="107816" y="146868"/>
                  </a:lnTo>
                  <a:lnTo>
                    <a:pt x="113409" y="144538"/>
                  </a:lnTo>
                  <a:lnTo>
                    <a:pt x="114237" y="145218"/>
                  </a:lnTo>
                  <a:lnTo>
                    <a:pt x="116730" y="147262"/>
                  </a:lnTo>
                  <a:lnTo>
                    <a:pt x="120611" y="147039"/>
                  </a:lnTo>
                  <a:lnTo>
                    <a:pt x="121234" y="142770"/>
                  </a:lnTo>
                  <a:lnTo>
                    <a:pt x="124835" y="139857"/>
                  </a:lnTo>
                  <a:lnTo>
                    <a:pt x="129353" y="139637"/>
                  </a:lnTo>
                  <a:lnTo>
                    <a:pt x="131768" y="138056"/>
                  </a:lnTo>
                  <a:lnTo>
                    <a:pt x="133699" y="136790"/>
                  </a:lnTo>
                  <a:lnTo>
                    <a:pt x="140106" y="139064"/>
                  </a:lnTo>
                  <a:lnTo>
                    <a:pt x="142191" y="140064"/>
                  </a:lnTo>
                  <a:lnTo>
                    <a:pt x="144726" y="141279"/>
                  </a:lnTo>
                  <a:lnTo>
                    <a:pt x="145866" y="141825"/>
                  </a:lnTo>
                  <a:lnTo>
                    <a:pt x="151352" y="143289"/>
                  </a:lnTo>
                  <a:lnTo>
                    <a:pt x="154703" y="145809"/>
                  </a:lnTo>
                  <a:lnTo>
                    <a:pt x="157394" y="148923"/>
                  </a:lnTo>
                  <a:lnTo>
                    <a:pt x="159917" y="143193"/>
                  </a:lnTo>
                  <a:lnTo>
                    <a:pt x="160326" y="138885"/>
                  </a:lnTo>
                  <a:lnTo>
                    <a:pt x="162002" y="134642"/>
                  </a:lnTo>
                  <a:lnTo>
                    <a:pt x="164157" y="133764"/>
                  </a:lnTo>
                  <a:lnTo>
                    <a:pt x="167464" y="132415"/>
                  </a:lnTo>
                  <a:lnTo>
                    <a:pt x="170555" y="128729"/>
                  </a:lnTo>
                  <a:lnTo>
                    <a:pt x="174492" y="125844"/>
                  </a:lnTo>
                  <a:lnTo>
                    <a:pt x="174660" y="125720"/>
                  </a:lnTo>
                  <a:lnTo>
                    <a:pt x="177304" y="128922"/>
                  </a:lnTo>
                  <a:lnTo>
                    <a:pt x="182090" y="133854"/>
                  </a:lnTo>
                  <a:lnTo>
                    <a:pt x="186770" y="135175"/>
                  </a:lnTo>
                  <a:lnTo>
                    <a:pt x="187628" y="135435"/>
                  </a:lnTo>
                  <a:lnTo>
                    <a:pt x="189945" y="136135"/>
                  </a:lnTo>
                  <a:lnTo>
                    <a:pt x="190289" y="131268"/>
                  </a:lnTo>
                  <a:lnTo>
                    <a:pt x="196535" y="130594"/>
                  </a:lnTo>
                  <a:lnTo>
                    <a:pt x="194588" y="125078"/>
                  </a:lnTo>
                  <a:lnTo>
                    <a:pt x="193888" y="118933"/>
                  </a:lnTo>
                  <a:lnTo>
                    <a:pt x="196125" y="118089"/>
                  </a:lnTo>
                  <a:lnTo>
                    <a:pt x="197194" y="117686"/>
                  </a:lnTo>
                  <a:lnTo>
                    <a:pt x="199267" y="113689"/>
                  </a:lnTo>
                  <a:lnTo>
                    <a:pt x="201929" y="109901"/>
                  </a:lnTo>
                  <a:lnTo>
                    <a:pt x="206120" y="107170"/>
                  </a:lnTo>
                  <a:lnTo>
                    <a:pt x="209688" y="110947"/>
                  </a:lnTo>
                  <a:lnTo>
                    <a:pt x="215655" y="116797"/>
                  </a:lnTo>
                  <a:lnTo>
                    <a:pt x="223390" y="116653"/>
                  </a:lnTo>
                  <a:lnTo>
                    <a:pt x="228180" y="119288"/>
                  </a:lnTo>
                  <a:lnTo>
                    <a:pt x="230354" y="117055"/>
                  </a:lnTo>
                  <a:lnTo>
                    <a:pt x="231641" y="115733"/>
                  </a:lnTo>
                  <a:lnTo>
                    <a:pt x="233143" y="114459"/>
                  </a:lnTo>
                  <a:lnTo>
                    <a:pt x="234955" y="112920"/>
                  </a:lnTo>
                  <a:lnTo>
                    <a:pt x="234987" y="105546"/>
                  </a:lnTo>
                  <a:lnTo>
                    <a:pt x="234661" y="99443"/>
                  </a:lnTo>
                  <a:lnTo>
                    <a:pt x="234620" y="98686"/>
                  </a:lnTo>
                  <a:lnTo>
                    <a:pt x="237655" y="93574"/>
                  </a:lnTo>
                  <a:lnTo>
                    <a:pt x="238649" y="89538"/>
                  </a:lnTo>
                  <a:lnTo>
                    <a:pt x="240191" y="89720"/>
                  </a:lnTo>
                  <a:lnTo>
                    <a:pt x="243293" y="90085"/>
                  </a:lnTo>
                  <a:lnTo>
                    <a:pt x="247484" y="86886"/>
                  </a:lnTo>
                  <a:lnTo>
                    <a:pt x="249350" y="82313"/>
                  </a:lnTo>
                  <a:lnTo>
                    <a:pt x="249644" y="79085"/>
                  </a:lnTo>
                  <a:lnTo>
                    <a:pt x="249963" y="75565"/>
                  </a:lnTo>
                  <a:lnTo>
                    <a:pt x="251783" y="72255"/>
                  </a:lnTo>
                  <a:lnTo>
                    <a:pt x="257552" y="69649"/>
                  </a:lnTo>
                  <a:lnTo>
                    <a:pt x="258697" y="66237"/>
                  </a:lnTo>
                  <a:lnTo>
                    <a:pt x="261209" y="63997"/>
                  </a:lnTo>
                  <a:lnTo>
                    <a:pt x="262063" y="61853"/>
                  </a:lnTo>
                  <a:lnTo>
                    <a:pt x="260417" y="58568"/>
                  </a:lnTo>
                  <a:lnTo>
                    <a:pt x="259922" y="57580"/>
                  </a:lnTo>
                  <a:lnTo>
                    <a:pt x="258866" y="52301"/>
                  </a:lnTo>
                  <a:lnTo>
                    <a:pt x="257401" y="47719"/>
                  </a:lnTo>
                  <a:lnTo>
                    <a:pt x="260338" y="45170"/>
                  </a:lnTo>
                  <a:lnTo>
                    <a:pt x="264384" y="44634"/>
                  </a:lnTo>
                  <a:lnTo>
                    <a:pt x="264931" y="44454"/>
                  </a:lnTo>
                  <a:lnTo>
                    <a:pt x="268695" y="43208"/>
                  </a:lnTo>
                  <a:lnTo>
                    <a:pt x="271449" y="44387"/>
                  </a:lnTo>
                  <a:lnTo>
                    <a:pt x="274306" y="46117"/>
                  </a:lnTo>
                  <a:lnTo>
                    <a:pt x="275428" y="46795"/>
                  </a:lnTo>
                  <a:lnTo>
                    <a:pt x="278039" y="45621"/>
                  </a:lnTo>
                  <a:lnTo>
                    <a:pt x="282408" y="40689"/>
                  </a:lnTo>
                  <a:lnTo>
                    <a:pt x="285584" y="38587"/>
                  </a:lnTo>
                  <a:lnTo>
                    <a:pt x="289234" y="36167"/>
                  </a:lnTo>
                  <a:lnTo>
                    <a:pt x="296162" y="33795"/>
                  </a:lnTo>
                  <a:lnTo>
                    <a:pt x="299187" y="33605"/>
                  </a:lnTo>
                  <a:lnTo>
                    <a:pt x="298858" y="27865"/>
                  </a:lnTo>
                  <a:lnTo>
                    <a:pt x="299035" y="27069"/>
                  </a:lnTo>
                  <a:lnTo>
                    <a:pt x="299513" y="24916"/>
                  </a:lnTo>
                  <a:lnTo>
                    <a:pt x="296325" y="24160"/>
                  </a:lnTo>
                  <a:lnTo>
                    <a:pt x="293800" y="23144"/>
                  </a:lnTo>
                  <a:lnTo>
                    <a:pt x="292799" y="22740"/>
                  </a:lnTo>
                  <a:lnTo>
                    <a:pt x="295210" y="18604"/>
                  </a:lnTo>
                  <a:lnTo>
                    <a:pt x="293484" y="15383"/>
                  </a:lnTo>
                  <a:lnTo>
                    <a:pt x="291139" y="13094"/>
                  </a:lnTo>
                  <a:lnTo>
                    <a:pt x="289506" y="11499"/>
                  </a:lnTo>
                  <a:lnTo>
                    <a:pt x="291563" y="8809"/>
                  </a:lnTo>
                  <a:lnTo>
                    <a:pt x="293864" y="5927"/>
                  </a:lnTo>
                  <a:lnTo>
                    <a:pt x="297875" y="1420"/>
                  </a:lnTo>
                  <a:lnTo>
                    <a:pt x="300555" y="2238"/>
                  </a:lnTo>
                  <a:lnTo>
                    <a:pt x="300728" y="2384"/>
                  </a:lnTo>
                  <a:lnTo>
                    <a:pt x="303545" y="4766"/>
                  </a:lnTo>
                  <a:lnTo>
                    <a:pt x="307547" y="5803"/>
                  </a:lnTo>
                  <a:lnTo>
                    <a:pt x="308571" y="6068"/>
                  </a:lnTo>
                  <a:lnTo>
                    <a:pt x="311991" y="3075"/>
                  </a:lnTo>
                  <a:lnTo>
                    <a:pt x="314921" y="2303"/>
                  </a:lnTo>
                  <a:lnTo>
                    <a:pt x="315765" y="2080"/>
                  </a:lnTo>
                  <a:lnTo>
                    <a:pt x="316400" y="675"/>
                  </a:lnTo>
                  <a:lnTo>
                    <a:pt x="317587" y="0"/>
                  </a:lnTo>
                  <a:lnTo>
                    <a:pt x="318824" y="420"/>
                  </a:lnTo>
                  <a:lnTo>
                    <a:pt x="320121" y="2913"/>
                  </a:lnTo>
                  <a:lnTo>
                    <a:pt x="322849" y="5770"/>
                  </a:lnTo>
                  <a:lnTo>
                    <a:pt x="328126" y="6457"/>
                  </a:lnTo>
                  <a:lnTo>
                    <a:pt x="328590" y="6986"/>
                  </a:lnTo>
                  <a:lnTo>
                    <a:pt x="330678" y="9361"/>
                  </a:lnTo>
                  <a:lnTo>
                    <a:pt x="331819" y="12190"/>
                  </a:lnTo>
                  <a:lnTo>
                    <a:pt x="336757" y="18007"/>
                  </a:lnTo>
                  <a:lnTo>
                    <a:pt x="336836" y="18510"/>
                  </a:lnTo>
                  <a:lnTo>
                    <a:pt x="337275" y="21306"/>
                  </a:lnTo>
                  <a:lnTo>
                    <a:pt x="337954" y="22335"/>
                  </a:lnTo>
                  <a:lnTo>
                    <a:pt x="339222" y="24252"/>
                  </a:lnTo>
                  <a:lnTo>
                    <a:pt x="344704" y="24648"/>
                  </a:lnTo>
                  <a:lnTo>
                    <a:pt x="350595" y="25126"/>
                  </a:lnTo>
                  <a:lnTo>
                    <a:pt x="355235" y="22804"/>
                  </a:lnTo>
                  <a:lnTo>
                    <a:pt x="358816" y="23226"/>
                  </a:lnTo>
                  <a:lnTo>
                    <a:pt x="360550" y="23541"/>
                  </a:lnTo>
                  <a:lnTo>
                    <a:pt x="364315" y="24223"/>
                  </a:lnTo>
                  <a:lnTo>
                    <a:pt x="366097" y="27058"/>
                  </a:lnTo>
                  <a:lnTo>
                    <a:pt x="369810" y="28154"/>
                  </a:lnTo>
                  <a:lnTo>
                    <a:pt x="371184" y="31256"/>
                  </a:lnTo>
                  <a:lnTo>
                    <a:pt x="375966" y="32113"/>
                  </a:lnTo>
                  <a:lnTo>
                    <a:pt x="377868" y="32453"/>
                  </a:lnTo>
                  <a:lnTo>
                    <a:pt x="379863" y="30991"/>
                  </a:lnTo>
                  <a:lnTo>
                    <a:pt x="380107" y="30813"/>
                  </a:lnTo>
                  <a:lnTo>
                    <a:pt x="380600" y="27462"/>
                  </a:lnTo>
                  <a:lnTo>
                    <a:pt x="386514" y="24225"/>
                  </a:lnTo>
                  <a:lnTo>
                    <a:pt x="393290" y="25801"/>
                  </a:lnTo>
                  <a:lnTo>
                    <a:pt x="397724" y="25610"/>
                  </a:lnTo>
                  <a:lnTo>
                    <a:pt x="402110" y="28207"/>
                  </a:lnTo>
                  <a:lnTo>
                    <a:pt x="404783" y="29774"/>
                  </a:lnTo>
                  <a:lnTo>
                    <a:pt x="406047" y="28263"/>
                  </a:lnTo>
                  <a:lnTo>
                    <a:pt x="407453" y="26581"/>
                  </a:lnTo>
                  <a:lnTo>
                    <a:pt x="412081" y="26378"/>
                  </a:lnTo>
                  <a:lnTo>
                    <a:pt x="414679" y="24039"/>
                  </a:lnTo>
                  <a:lnTo>
                    <a:pt x="415266" y="21081"/>
                  </a:lnTo>
                  <a:lnTo>
                    <a:pt x="419346" y="16928"/>
                  </a:lnTo>
                  <a:lnTo>
                    <a:pt x="420007" y="16019"/>
                  </a:lnTo>
                  <a:lnTo>
                    <a:pt x="421025" y="14617"/>
                  </a:lnTo>
                  <a:lnTo>
                    <a:pt x="425401" y="12508"/>
                  </a:lnTo>
                  <a:lnTo>
                    <a:pt x="428797" y="10640"/>
                  </a:lnTo>
                  <a:lnTo>
                    <a:pt x="430643" y="13654"/>
                  </a:lnTo>
                  <a:lnTo>
                    <a:pt x="431434" y="17116"/>
                  </a:lnTo>
                  <a:lnTo>
                    <a:pt x="433915" y="23259"/>
                  </a:lnTo>
                  <a:lnTo>
                    <a:pt x="437127" y="25466"/>
                  </a:lnTo>
                  <a:lnTo>
                    <a:pt x="438051" y="26101"/>
                  </a:lnTo>
                  <a:lnTo>
                    <a:pt x="443198" y="25515"/>
                  </a:lnTo>
                  <a:lnTo>
                    <a:pt x="447216" y="28461"/>
                  </a:lnTo>
                  <a:lnTo>
                    <a:pt x="448129" y="28970"/>
                  </a:lnTo>
                  <a:lnTo>
                    <a:pt x="451720" y="30970"/>
                  </a:lnTo>
                  <a:lnTo>
                    <a:pt x="454337" y="35404"/>
                  </a:lnTo>
                  <a:lnTo>
                    <a:pt x="455370" y="42128"/>
                  </a:lnTo>
                  <a:lnTo>
                    <a:pt x="457628" y="44276"/>
                  </a:lnTo>
                  <a:lnTo>
                    <a:pt x="458115" y="50240"/>
                  </a:lnTo>
                  <a:lnTo>
                    <a:pt x="458058" y="50982"/>
                  </a:lnTo>
                  <a:lnTo>
                    <a:pt x="457781" y="54609"/>
                  </a:lnTo>
                  <a:lnTo>
                    <a:pt x="457071" y="60735"/>
                  </a:lnTo>
                  <a:lnTo>
                    <a:pt x="463485" y="65846"/>
                  </a:lnTo>
                  <a:lnTo>
                    <a:pt x="470673" y="72089"/>
                  </a:lnTo>
                  <a:lnTo>
                    <a:pt x="470356" y="75617"/>
                  </a:lnTo>
                  <a:lnTo>
                    <a:pt x="470176" y="77605"/>
                  </a:lnTo>
                  <a:lnTo>
                    <a:pt x="475606" y="80465"/>
                  </a:lnTo>
                  <a:lnTo>
                    <a:pt x="477481" y="82709"/>
                  </a:lnTo>
                  <a:lnTo>
                    <a:pt x="480125" y="85870"/>
                  </a:lnTo>
                  <a:lnTo>
                    <a:pt x="483697" y="88667"/>
                  </a:lnTo>
                  <a:lnTo>
                    <a:pt x="484431" y="89978"/>
                  </a:lnTo>
                  <a:lnTo>
                    <a:pt x="487132" y="94794"/>
                  </a:lnTo>
                  <a:lnTo>
                    <a:pt x="492457" y="96626"/>
                  </a:lnTo>
                  <a:lnTo>
                    <a:pt x="499207" y="100388"/>
                  </a:lnTo>
                  <a:lnTo>
                    <a:pt x="505332" y="103623"/>
                  </a:lnTo>
                  <a:lnTo>
                    <a:pt x="511981" y="102765"/>
                  </a:lnTo>
                  <a:lnTo>
                    <a:pt x="498937" y="120334"/>
                  </a:lnTo>
                  <a:lnTo>
                    <a:pt x="492889" y="128425"/>
                  </a:lnTo>
                  <a:lnTo>
                    <a:pt x="492616" y="128824"/>
                  </a:lnTo>
                  <a:lnTo>
                    <a:pt x="490352" y="132120"/>
                  </a:lnTo>
                  <a:lnTo>
                    <a:pt x="484308" y="135345"/>
                  </a:lnTo>
                  <a:lnTo>
                    <a:pt x="477887" y="140550"/>
                  </a:lnTo>
                  <a:lnTo>
                    <a:pt x="477608" y="140776"/>
                  </a:lnTo>
                  <a:lnTo>
                    <a:pt x="477185" y="141200"/>
                  </a:lnTo>
                  <a:lnTo>
                    <a:pt x="467577" y="150818"/>
                  </a:lnTo>
                  <a:lnTo>
                    <a:pt x="468757" y="155431"/>
                  </a:lnTo>
                  <a:lnTo>
                    <a:pt x="467371" y="158774"/>
                  </a:lnTo>
                  <a:lnTo>
                    <a:pt x="463190" y="161177"/>
                  </a:lnTo>
                  <a:lnTo>
                    <a:pt x="460069" y="164806"/>
                  </a:lnTo>
                  <a:lnTo>
                    <a:pt x="461226" y="169364"/>
                  </a:lnTo>
                  <a:lnTo>
                    <a:pt x="460344" y="171693"/>
                  </a:lnTo>
                  <a:lnTo>
                    <a:pt x="459788" y="173159"/>
                  </a:lnTo>
                  <a:lnTo>
                    <a:pt x="452302" y="177854"/>
                  </a:lnTo>
                  <a:lnTo>
                    <a:pt x="447911" y="178464"/>
                  </a:lnTo>
                  <a:lnTo>
                    <a:pt x="446107" y="183743"/>
                  </a:lnTo>
                  <a:lnTo>
                    <a:pt x="445474" y="188646"/>
                  </a:lnTo>
                  <a:lnTo>
                    <a:pt x="438838" y="191462"/>
                  </a:lnTo>
                  <a:lnTo>
                    <a:pt x="429153" y="197054"/>
                  </a:lnTo>
                  <a:lnTo>
                    <a:pt x="425996" y="199526"/>
                  </a:lnTo>
                  <a:lnTo>
                    <a:pt x="424308" y="199871"/>
                  </a:lnTo>
                  <a:lnTo>
                    <a:pt x="419738" y="200801"/>
                  </a:lnTo>
                  <a:lnTo>
                    <a:pt x="414202" y="204783"/>
                  </a:lnTo>
                  <a:lnTo>
                    <a:pt x="410511" y="208498"/>
                  </a:lnTo>
                  <a:lnTo>
                    <a:pt x="409738" y="210290"/>
                  </a:lnTo>
                  <a:lnTo>
                    <a:pt x="395571" y="212727"/>
                  </a:lnTo>
                  <a:lnTo>
                    <a:pt x="393035" y="213114"/>
                  </a:lnTo>
                  <a:lnTo>
                    <a:pt x="389052" y="213718"/>
                  </a:lnTo>
                  <a:lnTo>
                    <a:pt x="372415" y="216693"/>
                  </a:lnTo>
                  <a:lnTo>
                    <a:pt x="370050" y="217095"/>
                  </a:lnTo>
                  <a:lnTo>
                    <a:pt x="353442" y="219886"/>
                  </a:lnTo>
                  <a:lnTo>
                    <a:pt x="334017" y="222916"/>
                  </a:lnTo>
                  <a:lnTo>
                    <a:pt x="333533" y="222990"/>
                  </a:lnTo>
                  <a:lnTo>
                    <a:pt x="322391" y="224209"/>
                  </a:lnTo>
                  <a:lnTo>
                    <a:pt x="320214" y="224424"/>
                  </a:lnTo>
                  <a:lnTo>
                    <a:pt x="311679" y="225263"/>
                  </a:lnTo>
                  <a:lnTo>
                    <a:pt x="299109" y="227187"/>
                  </a:lnTo>
                  <a:lnTo>
                    <a:pt x="298109" y="227339"/>
                  </a:lnTo>
                  <a:lnTo>
                    <a:pt x="297753" y="227429"/>
                  </a:lnTo>
                  <a:lnTo>
                    <a:pt x="288095" y="229867"/>
                  </a:lnTo>
                  <a:lnTo>
                    <a:pt x="284525" y="230764"/>
                  </a:lnTo>
                  <a:lnTo>
                    <a:pt x="267511" y="233238"/>
                  </a:lnTo>
                  <a:lnTo>
                    <a:pt x="263549" y="233805"/>
                  </a:lnTo>
                  <a:lnTo>
                    <a:pt x="257586" y="234653"/>
                  </a:lnTo>
                  <a:lnTo>
                    <a:pt x="250428" y="235424"/>
                  </a:lnTo>
                  <a:lnTo>
                    <a:pt x="242963" y="236218"/>
                  </a:lnTo>
                  <a:lnTo>
                    <a:pt x="234282" y="237188"/>
                  </a:lnTo>
                  <a:lnTo>
                    <a:pt x="219819" y="238775"/>
                  </a:lnTo>
                  <a:lnTo>
                    <a:pt x="213057" y="239505"/>
                  </a:lnTo>
                  <a:lnTo>
                    <a:pt x="210211" y="241257"/>
                  </a:lnTo>
                  <a:lnTo>
                    <a:pt x="209425" y="241139"/>
                  </a:lnTo>
                  <a:lnTo>
                    <a:pt x="206188" y="240649"/>
                  </a:lnTo>
                  <a:lnTo>
                    <a:pt x="195294" y="242701"/>
                  </a:lnTo>
                  <a:lnTo>
                    <a:pt x="191839" y="243347"/>
                  </a:lnTo>
                  <a:lnTo>
                    <a:pt x="174590" y="246319"/>
                  </a:lnTo>
                  <a:lnTo>
                    <a:pt x="170817" y="246962"/>
                  </a:lnTo>
                  <a:lnTo>
                    <a:pt x="155423" y="249559"/>
                  </a:lnTo>
                  <a:lnTo>
                    <a:pt x="154600" y="249697"/>
                  </a:lnTo>
                  <a:lnTo>
                    <a:pt x="134149" y="253079"/>
                  </a:lnTo>
                  <a:lnTo>
                    <a:pt x="130458" y="253734"/>
                  </a:lnTo>
                  <a:lnTo>
                    <a:pt x="119385" y="255682"/>
                  </a:lnTo>
                  <a:lnTo>
                    <a:pt x="119282" y="252988"/>
                  </a:lnTo>
                  <a:lnTo>
                    <a:pt x="107790" y="253472"/>
                  </a:lnTo>
                  <a:lnTo>
                    <a:pt x="103671" y="253967"/>
                  </a:lnTo>
                  <a:lnTo>
                    <a:pt x="105254" y="257976"/>
                  </a:lnTo>
                  <a:lnTo>
                    <a:pt x="107695" y="264625"/>
                  </a:lnTo>
                  <a:lnTo>
                    <a:pt x="107123" y="269301"/>
                  </a:lnTo>
                  <a:lnTo>
                    <a:pt x="106921" y="269335"/>
                  </a:lnTo>
                  <a:lnTo>
                    <a:pt x="101750" y="270205"/>
                  </a:lnTo>
                  <a:lnTo>
                    <a:pt x="76361" y="273527"/>
                  </a:lnTo>
                  <a:lnTo>
                    <a:pt x="74757" y="273733"/>
                  </a:lnTo>
                  <a:lnTo>
                    <a:pt x="74446" y="273775"/>
                  </a:lnTo>
                  <a:lnTo>
                    <a:pt x="53365" y="276600"/>
                  </a:lnTo>
                  <a:lnTo>
                    <a:pt x="52634" y="276697"/>
                  </a:lnTo>
                  <a:lnTo>
                    <a:pt x="52114" y="276765"/>
                  </a:lnTo>
                  <a:lnTo>
                    <a:pt x="42995" y="277961"/>
                  </a:lnTo>
                  <a:lnTo>
                    <a:pt x="25621" y="279931"/>
                  </a:lnTo>
                  <a:lnTo>
                    <a:pt x="16268" y="281513"/>
                  </a:lnTo>
                  <a:lnTo>
                    <a:pt x="11226" y="282360"/>
                  </a:lnTo>
                  <a:lnTo>
                    <a:pt x="2669" y="283537"/>
                  </a:lnTo>
                  <a:lnTo>
                    <a:pt x="0" y="2803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61041" y="4520676"/>
              <a:ext cx="408110" cy="342382"/>
            </a:xfrm>
            <a:custGeom>
              <a:avLst/>
              <a:pathLst>
                <a:path w="408110" h="342382">
                  <a:moveTo>
                    <a:pt x="1756" y="45652"/>
                  </a:moveTo>
                  <a:lnTo>
                    <a:pt x="1194" y="36523"/>
                  </a:lnTo>
                  <a:lnTo>
                    <a:pt x="744" y="29214"/>
                  </a:lnTo>
                  <a:lnTo>
                    <a:pt x="0" y="17137"/>
                  </a:lnTo>
                  <a:lnTo>
                    <a:pt x="16894" y="15920"/>
                  </a:lnTo>
                  <a:lnTo>
                    <a:pt x="17446" y="15879"/>
                  </a:lnTo>
                  <a:lnTo>
                    <a:pt x="23648" y="15420"/>
                  </a:lnTo>
                  <a:lnTo>
                    <a:pt x="38613" y="14363"/>
                  </a:lnTo>
                  <a:lnTo>
                    <a:pt x="40864" y="14201"/>
                  </a:lnTo>
                  <a:lnTo>
                    <a:pt x="49254" y="13590"/>
                  </a:lnTo>
                  <a:lnTo>
                    <a:pt x="59494" y="12805"/>
                  </a:lnTo>
                  <a:lnTo>
                    <a:pt x="62543" y="12568"/>
                  </a:lnTo>
                  <a:lnTo>
                    <a:pt x="77969" y="11379"/>
                  </a:lnTo>
                  <a:lnTo>
                    <a:pt x="79273" y="11277"/>
                  </a:lnTo>
                  <a:lnTo>
                    <a:pt x="97587" y="9991"/>
                  </a:lnTo>
                  <a:lnTo>
                    <a:pt x="114015" y="8756"/>
                  </a:lnTo>
                  <a:lnTo>
                    <a:pt x="134609" y="7179"/>
                  </a:lnTo>
                  <a:lnTo>
                    <a:pt x="145977" y="6183"/>
                  </a:lnTo>
                  <a:lnTo>
                    <a:pt x="160289" y="4899"/>
                  </a:lnTo>
                  <a:lnTo>
                    <a:pt x="188781" y="2249"/>
                  </a:lnTo>
                  <a:lnTo>
                    <a:pt x="190907" y="2052"/>
                  </a:lnTo>
                  <a:lnTo>
                    <a:pt x="192711" y="1885"/>
                  </a:lnTo>
                  <a:lnTo>
                    <a:pt x="205359" y="695"/>
                  </a:lnTo>
                  <a:lnTo>
                    <a:pt x="212628" y="0"/>
                  </a:lnTo>
                  <a:lnTo>
                    <a:pt x="215152" y="1814"/>
                  </a:lnTo>
                  <a:lnTo>
                    <a:pt x="220096" y="5060"/>
                  </a:lnTo>
                  <a:lnTo>
                    <a:pt x="220604" y="9340"/>
                  </a:lnTo>
                  <a:lnTo>
                    <a:pt x="215954" y="13323"/>
                  </a:lnTo>
                  <a:lnTo>
                    <a:pt x="214490" y="16692"/>
                  </a:lnTo>
                  <a:lnTo>
                    <a:pt x="215082" y="19841"/>
                  </a:lnTo>
                  <a:lnTo>
                    <a:pt x="218623" y="22649"/>
                  </a:lnTo>
                  <a:lnTo>
                    <a:pt x="222930" y="23466"/>
                  </a:lnTo>
                  <a:lnTo>
                    <a:pt x="220164" y="27306"/>
                  </a:lnTo>
                  <a:lnTo>
                    <a:pt x="222272" y="34539"/>
                  </a:lnTo>
                  <a:lnTo>
                    <a:pt x="224232" y="36236"/>
                  </a:lnTo>
                  <a:lnTo>
                    <a:pt x="224775" y="36733"/>
                  </a:lnTo>
                  <a:lnTo>
                    <a:pt x="228009" y="41344"/>
                  </a:lnTo>
                  <a:lnTo>
                    <a:pt x="224391" y="42098"/>
                  </a:lnTo>
                  <a:lnTo>
                    <a:pt x="225552" y="48487"/>
                  </a:lnTo>
                  <a:lnTo>
                    <a:pt x="232115" y="48996"/>
                  </a:lnTo>
                  <a:lnTo>
                    <a:pt x="231172" y="55531"/>
                  </a:lnTo>
                  <a:lnTo>
                    <a:pt x="236118" y="55859"/>
                  </a:lnTo>
                  <a:lnTo>
                    <a:pt x="234613" y="61180"/>
                  </a:lnTo>
                  <a:lnTo>
                    <a:pt x="231943" y="67525"/>
                  </a:lnTo>
                  <a:lnTo>
                    <a:pt x="223265" y="69009"/>
                  </a:lnTo>
                  <a:lnTo>
                    <a:pt x="229209" y="77209"/>
                  </a:lnTo>
                  <a:lnTo>
                    <a:pt x="229619" y="77775"/>
                  </a:lnTo>
                  <a:lnTo>
                    <a:pt x="226715" y="82552"/>
                  </a:lnTo>
                  <a:lnTo>
                    <a:pt x="226802" y="84903"/>
                  </a:lnTo>
                  <a:lnTo>
                    <a:pt x="224360" y="88362"/>
                  </a:lnTo>
                  <a:lnTo>
                    <a:pt x="219990" y="90030"/>
                  </a:lnTo>
                  <a:lnTo>
                    <a:pt x="220133" y="94698"/>
                  </a:lnTo>
                  <a:lnTo>
                    <a:pt x="216451" y="98879"/>
                  </a:lnTo>
                  <a:lnTo>
                    <a:pt x="215826" y="99570"/>
                  </a:lnTo>
                  <a:lnTo>
                    <a:pt x="212657" y="103069"/>
                  </a:lnTo>
                  <a:lnTo>
                    <a:pt x="208428" y="102689"/>
                  </a:lnTo>
                  <a:lnTo>
                    <a:pt x="207731" y="106587"/>
                  </a:lnTo>
                  <a:lnTo>
                    <a:pt x="211053" y="110787"/>
                  </a:lnTo>
                  <a:lnTo>
                    <a:pt x="211213" y="110989"/>
                  </a:lnTo>
                  <a:lnTo>
                    <a:pt x="206643" y="112582"/>
                  </a:lnTo>
                  <a:lnTo>
                    <a:pt x="206210" y="120394"/>
                  </a:lnTo>
                  <a:lnTo>
                    <a:pt x="201283" y="122981"/>
                  </a:lnTo>
                  <a:lnTo>
                    <a:pt x="202004" y="125794"/>
                  </a:lnTo>
                  <a:lnTo>
                    <a:pt x="203812" y="129255"/>
                  </a:lnTo>
                  <a:lnTo>
                    <a:pt x="199998" y="130681"/>
                  </a:lnTo>
                  <a:lnTo>
                    <a:pt x="198201" y="134014"/>
                  </a:lnTo>
                  <a:lnTo>
                    <a:pt x="199158" y="139149"/>
                  </a:lnTo>
                  <a:lnTo>
                    <a:pt x="197870" y="143555"/>
                  </a:lnTo>
                  <a:lnTo>
                    <a:pt x="197978" y="148109"/>
                  </a:lnTo>
                  <a:lnTo>
                    <a:pt x="200376" y="151979"/>
                  </a:lnTo>
                  <a:lnTo>
                    <a:pt x="196432" y="155006"/>
                  </a:lnTo>
                  <a:lnTo>
                    <a:pt x="192079" y="154890"/>
                  </a:lnTo>
                  <a:lnTo>
                    <a:pt x="190593" y="157971"/>
                  </a:lnTo>
                  <a:lnTo>
                    <a:pt x="194988" y="161121"/>
                  </a:lnTo>
                  <a:lnTo>
                    <a:pt x="194929" y="161275"/>
                  </a:lnTo>
                  <a:lnTo>
                    <a:pt x="193023" y="166307"/>
                  </a:lnTo>
                  <a:lnTo>
                    <a:pt x="195395" y="170068"/>
                  </a:lnTo>
                  <a:lnTo>
                    <a:pt x="198298" y="173469"/>
                  </a:lnTo>
                  <a:lnTo>
                    <a:pt x="193497" y="177842"/>
                  </a:lnTo>
                  <a:lnTo>
                    <a:pt x="192882" y="178401"/>
                  </a:lnTo>
                  <a:lnTo>
                    <a:pt x="224080" y="175307"/>
                  </a:lnTo>
                  <a:lnTo>
                    <a:pt x="227700" y="174932"/>
                  </a:lnTo>
                  <a:lnTo>
                    <a:pt x="236461" y="174017"/>
                  </a:lnTo>
                  <a:lnTo>
                    <a:pt x="254151" y="172131"/>
                  </a:lnTo>
                  <a:lnTo>
                    <a:pt x="259212" y="171583"/>
                  </a:lnTo>
                  <a:lnTo>
                    <a:pt x="273668" y="169977"/>
                  </a:lnTo>
                  <a:lnTo>
                    <a:pt x="275148" y="169811"/>
                  </a:lnTo>
                  <a:lnTo>
                    <a:pt x="290353" y="168083"/>
                  </a:lnTo>
                  <a:lnTo>
                    <a:pt x="296871" y="167319"/>
                  </a:lnTo>
                  <a:lnTo>
                    <a:pt x="324159" y="164049"/>
                  </a:lnTo>
                  <a:lnTo>
                    <a:pt x="328801" y="163483"/>
                  </a:lnTo>
                  <a:lnTo>
                    <a:pt x="336918" y="162496"/>
                  </a:lnTo>
                  <a:lnTo>
                    <a:pt x="336072" y="170474"/>
                  </a:lnTo>
                  <a:lnTo>
                    <a:pt x="333756" y="178905"/>
                  </a:lnTo>
                  <a:lnTo>
                    <a:pt x="331218" y="187417"/>
                  </a:lnTo>
                  <a:lnTo>
                    <a:pt x="332504" y="192407"/>
                  </a:lnTo>
                  <a:lnTo>
                    <a:pt x="333051" y="194526"/>
                  </a:lnTo>
                  <a:lnTo>
                    <a:pt x="336161" y="202304"/>
                  </a:lnTo>
                  <a:lnTo>
                    <a:pt x="342821" y="208028"/>
                  </a:lnTo>
                  <a:lnTo>
                    <a:pt x="343984" y="209957"/>
                  </a:lnTo>
                  <a:lnTo>
                    <a:pt x="345967" y="213244"/>
                  </a:lnTo>
                  <a:lnTo>
                    <a:pt x="350281" y="222040"/>
                  </a:lnTo>
                  <a:lnTo>
                    <a:pt x="353119" y="229726"/>
                  </a:lnTo>
                  <a:lnTo>
                    <a:pt x="359770" y="232120"/>
                  </a:lnTo>
                  <a:lnTo>
                    <a:pt x="353983" y="236164"/>
                  </a:lnTo>
                  <a:lnTo>
                    <a:pt x="350252" y="238764"/>
                  </a:lnTo>
                  <a:lnTo>
                    <a:pt x="348596" y="242693"/>
                  </a:lnTo>
                  <a:lnTo>
                    <a:pt x="341340" y="246257"/>
                  </a:lnTo>
                  <a:lnTo>
                    <a:pt x="336811" y="249166"/>
                  </a:lnTo>
                  <a:lnTo>
                    <a:pt x="336811" y="249345"/>
                  </a:lnTo>
                  <a:lnTo>
                    <a:pt x="336813" y="254947"/>
                  </a:lnTo>
                  <a:lnTo>
                    <a:pt x="341296" y="256065"/>
                  </a:lnTo>
                  <a:lnTo>
                    <a:pt x="345385" y="257019"/>
                  </a:lnTo>
                  <a:lnTo>
                    <a:pt x="349018" y="260419"/>
                  </a:lnTo>
                  <a:lnTo>
                    <a:pt x="353284" y="260830"/>
                  </a:lnTo>
                  <a:lnTo>
                    <a:pt x="356860" y="258833"/>
                  </a:lnTo>
                  <a:lnTo>
                    <a:pt x="357749" y="249716"/>
                  </a:lnTo>
                  <a:lnTo>
                    <a:pt x="363355" y="243993"/>
                  </a:lnTo>
                  <a:lnTo>
                    <a:pt x="366938" y="241794"/>
                  </a:lnTo>
                  <a:lnTo>
                    <a:pt x="374755" y="240987"/>
                  </a:lnTo>
                  <a:lnTo>
                    <a:pt x="377435" y="237800"/>
                  </a:lnTo>
                  <a:lnTo>
                    <a:pt x="382346" y="233364"/>
                  </a:lnTo>
                  <a:lnTo>
                    <a:pt x="386007" y="231636"/>
                  </a:lnTo>
                  <a:lnTo>
                    <a:pt x="386612" y="239086"/>
                  </a:lnTo>
                  <a:lnTo>
                    <a:pt x="384994" y="245494"/>
                  </a:lnTo>
                  <a:lnTo>
                    <a:pt x="384446" y="251557"/>
                  </a:lnTo>
                  <a:lnTo>
                    <a:pt x="384504" y="255814"/>
                  </a:lnTo>
                  <a:lnTo>
                    <a:pt x="380842" y="262791"/>
                  </a:lnTo>
                  <a:lnTo>
                    <a:pt x="382969" y="266639"/>
                  </a:lnTo>
                  <a:lnTo>
                    <a:pt x="373052" y="266614"/>
                  </a:lnTo>
                  <a:lnTo>
                    <a:pt x="373494" y="274377"/>
                  </a:lnTo>
                  <a:lnTo>
                    <a:pt x="369055" y="277569"/>
                  </a:lnTo>
                  <a:lnTo>
                    <a:pt x="366511" y="279489"/>
                  </a:lnTo>
                  <a:lnTo>
                    <a:pt x="366240" y="279693"/>
                  </a:lnTo>
                  <a:lnTo>
                    <a:pt x="363756" y="278494"/>
                  </a:lnTo>
                  <a:lnTo>
                    <a:pt x="358978" y="282440"/>
                  </a:lnTo>
                  <a:lnTo>
                    <a:pt x="362442" y="287875"/>
                  </a:lnTo>
                  <a:lnTo>
                    <a:pt x="362504" y="292245"/>
                  </a:lnTo>
                  <a:lnTo>
                    <a:pt x="365907" y="297066"/>
                  </a:lnTo>
                  <a:lnTo>
                    <a:pt x="369983" y="299065"/>
                  </a:lnTo>
                  <a:lnTo>
                    <a:pt x="377961" y="299358"/>
                  </a:lnTo>
                  <a:lnTo>
                    <a:pt x="383205" y="299040"/>
                  </a:lnTo>
                  <a:lnTo>
                    <a:pt x="387833" y="302968"/>
                  </a:lnTo>
                  <a:lnTo>
                    <a:pt x="392173" y="301762"/>
                  </a:lnTo>
                  <a:lnTo>
                    <a:pt x="397843" y="306779"/>
                  </a:lnTo>
                  <a:lnTo>
                    <a:pt x="399755" y="311804"/>
                  </a:lnTo>
                  <a:lnTo>
                    <a:pt x="406761" y="311302"/>
                  </a:lnTo>
                  <a:lnTo>
                    <a:pt x="408110" y="315377"/>
                  </a:lnTo>
                  <a:lnTo>
                    <a:pt x="404795" y="322507"/>
                  </a:lnTo>
                  <a:lnTo>
                    <a:pt x="401109" y="324435"/>
                  </a:lnTo>
                  <a:lnTo>
                    <a:pt x="399036" y="328606"/>
                  </a:lnTo>
                  <a:lnTo>
                    <a:pt x="399842" y="331853"/>
                  </a:lnTo>
                  <a:lnTo>
                    <a:pt x="393721" y="329901"/>
                  </a:lnTo>
                  <a:lnTo>
                    <a:pt x="390262" y="327178"/>
                  </a:lnTo>
                  <a:lnTo>
                    <a:pt x="385875" y="331955"/>
                  </a:lnTo>
                  <a:lnTo>
                    <a:pt x="380479" y="339343"/>
                  </a:lnTo>
                  <a:lnTo>
                    <a:pt x="379535" y="332145"/>
                  </a:lnTo>
                  <a:lnTo>
                    <a:pt x="382308" y="326976"/>
                  </a:lnTo>
                  <a:lnTo>
                    <a:pt x="379578" y="322761"/>
                  </a:lnTo>
                  <a:lnTo>
                    <a:pt x="376086" y="320950"/>
                  </a:lnTo>
                  <a:lnTo>
                    <a:pt x="371656" y="315682"/>
                  </a:lnTo>
                  <a:lnTo>
                    <a:pt x="365131" y="314056"/>
                  </a:lnTo>
                  <a:lnTo>
                    <a:pt x="361811" y="313622"/>
                  </a:lnTo>
                  <a:lnTo>
                    <a:pt x="358934" y="310580"/>
                  </a:lnTo>
                  <a:lnTo>
                    <a:pt x="352170" y="310200"/>
                  </a:lnTo>
                  <a:lnTo>
                    <a:pt x="343092" y="309973"/>
                  </a:lnTo>
                  <a:lnTo>
                    <a:pt x="340057" y="311360"/>
                  </a:lnTo>
                  <a:lnTo>
                    <a:pt x="338699" y="312756"/>
                  </a:lnTo>
                  <a:lnTo>
                    <a:pt x="334904" y="316653"/>
                  </a:lnTo>
                  <a:lnTo>
                    <a:pt x="327648" y="323650"/>
                  </a:lnTo>
                  <a:lnTo>
                    <a:pt x="325399" y="325597"/>
                  </a:lnTo>
                  <a:lnTo>
                    <a:pt x="323034" y="327642"/>
                  </a:lnTo>
                  <a:lnTo>
                    <a:pt x="315760" y="333671"/>
                  </a:lnTo>
                  <a:lnTo>
                    <a:pt x="307351" y="336485"/>
                  </a:lnTo>
                  <a:lnTo>
                    <a:pt x="301636" y="337593"/>
                  </a:lnTo>
                  <a:lnTo>
                    <a:pt x="299102" y="338082"/>
                  </a:lnTo>
                  <a:lnTo>
                    <a:pt x="295580" y="338233"/>
                  </a:lnTo>
                  <a:lnTo>
                    <a:pt x="282937" y="339701"/>
                  </a:lnTo>
                  <a:lnTo>
                    <a:pt x="275649" y="342035"/>
                  </a:lnTo>
                  <a:lnTo>
                    <a:pt x="270680" y="342382"/>
                  </a:lnTo>
                  <a:lnTo>
                    <a:pt x="266303" y="341622"/>
                  </a:lnTo>
                  <a:lnTo>
                    <a:pt x="265175" y="337456"/>
                  </a:lnTo>
                  <a:lnTo>
                    <a:pt x="259773" y="332978"/>
                  </a:lnTo>
                  <a:lnTo>
                    <a:pt x="255230" y="332828"/>
                  </a:lnTo>
                  <a:lnTo>
                    <a:pt x="247851" y="331992"/>
                  </a:lnTo>
                  <a:lnTo>
                    <a:pt x="242678" y="329855"/>
                  </a:lnTo>
                  <a:lnTo>
                    <a:pt x="233159" y="328217"/>
                  </a:lnTo>
                  <a:lnTo>
                    <a:pt x="228460" y="324215"/>
                  </a:lnTo>
                  <a:lnTo>
                    <a:pt x="232714" y="321063"/>
                  </a:lnTo>
                  <a:lnTo>
                    <a:pt x="233274" y="318239"/>
                  </a:lnTo>
                  <a:lnTo>
                    <a:pt x="227838" y="316139"/>
                  </a:lnTo>
                  <a:lnTo>
                    <a:pt x="225322" y="313834"/>
                  </a:lnTo>
                  <a:lnTo>
                    <a:pt x="226412" y="311639"/>
                  </a:lnTo>
                  <a:lnTo>
                    <a:pt x="222426" y="307415"/>
                  </a:lnTo>
                  <a:lnTo>
                    <a:pt x="217501" y="310286"/>
                  </a:lnTo>
                  <a:lnTo>
                    <a:pt x="215395" y="307935"/>
                  </a:lnTo>
                  <a:lnTo>
                    <a:pt x="211668" y="305456"/>
                  </a:lnTo>
                  <a:lnTo>
                    <a:pt x="210925" y="302516"/>
                  </a:lnTo>
                  <a:lnTo>
                    <a:pt x="210371" y="300072"/>
                  </a:lnTo>
                  <a:lnTo>
                    <a:pt x="205636" y="297305"/>
                  </a:lnTo>
                  <a:lnTo>
                    <a:pt x="202289" y="297676"/>
                  </a:lnTo>
                  <a:lnTo>
                    <a:pt x="203332" y="291555"/>
                  </a:lnTo>
                  <a:lnTo>
                    <a:pt x="199677" y="287821"/>
                  </a:lnTo>
                  <a:lnTo>
                    <a:pt x="194275" y="288029"/>
                  </a:lnTo>
                  <a:lnTo>
                    <a:pt x="189009" y="290660"/>
                  </a:lnTo>
                  <a:lnTo>
                    <a:pt x="185718" y="292915"/>
                  </a:lnTo>
                  <a:lnTo>
                    <a:pt x="185238" y="296077"/>
                  </a:lnTo>
                  <a:lnTo>
                    <a:pt x="184696" y="299647"/>
                  </a:lnTo>
                  <a:lnTo>
                    <a:pt x="190256" y="301870"/>
                  </a:lnTo>
                  <a:lnTo>
                    <a:pt x="197561" y="303509"/>
                  </a:lnTo>
                  <a:lnTo>
                    <a:pt x="193724" y="310801"/>
                  </a:lnTo>
                  <a:lnTo>
                    <a:pt x="189739" y="312621"/>
                  </a:lnTo>
                  <a:lnTo>
                    <a:pt x="182219" y="309418"/>
                  </a:lnTo>
                  <a:lnTo>
                    <a:pt x="173017" y="305523"/>
                  </a:lnTo>
                  <a:lnTo>
                    <a:pt x="172007" y="305194"/>
                  </a:lnTo>
                  <a:lnTo>
                    <a:pt x="170290" y="304634"/>
                  </a:lnTo>
                  <a:lnTo>
                    <a:pt x="163084" y="305646"/>
                  </a:lnTo>
                  <a:lnTo>
                    <a:pt x="156198" y="309971"/>
                  </a:lnTo>
                  <a:lnTo>
                    <a:pt x="150742" y="311146"/>
                  </a:lnTo>
                  <a:lnTo>
                    <a:pt x="143992" y="310341"/>
                  </a:lnTo>
                  <a:lnTo>
                    <a:pt x="139003" y="309585"/>
                  </a:lnTo>
                  <a:lnTo>
                    <a:pt x="131634" y="308792"/>
                  </a:lnTo>
                  <a:lnTo>
                    <a:pt x="127867" y="308116"/>
                  </a:lnTo>
                  <a:lnTo>
                    <a:pt x="122505" y="307151"/>
                  </a:lnTo>
                  <a:lnTo>
                    <a:pt x="107010" y="301848"/>
                  </a:lnTo>
                  <a:lnTo>
                    <a:pt x="98053" y="298763"/>
                  </a:lnTo>
                  <a:lnTo>
                    <a:pt x="90601" y="297148"/>
                  </a:lnTo>
                  <a:lnTo>
                    <a:pt x="83659" y="295828"/>
                  </a:lnTo>
                  <a:lnTo>
                    <a:pt x="74520" y="296141"/>
                  </a:lnTo>
                  <a:lnTo>
                    <a:pt x="65692" y="297495"/>
                  </a:lnTo>
                  <a:lnTo>
                    <a:pt x="55929" y="298586"/>
                  </a:lnTo>
                  <a:lnTo>
                    <a:pt x="40438" y="302084"/>
                  </a:lnTo>
                  <a:lnTo>
                    <a:pt x="36146" y="304238"/>
                  </a:lnTo>
                  <a:lnTo>
                    <a:pt x="33299" y="306597"/>
                  </a:lnTo>
                  <a:lnTo>
                    <a:pt x="31182" y="303821"/>
                  </a:lnTo>
                  <a:lnTo>
                    <a:pt x="28861" y="300693"/>
                  </a:lnTo>
                  <a:lnTo>
                    <a:pt x="25695" y="297304"/>
                  </a:lnTo>
                  <a:lnTo>
                    <a:pt x="29799" y="292752"/>
                  </a:lnTo>
                  <a:lnTo>
                    <a:pt x="31237" y="290861"/>
                  </a:lnTo>
                  <a:lnTo>
                    <a:pt x="32802" y="288801"/>
                  </a:lnTo>
                  <a:lnTo>
                    <a:pt x="34212" y="283431"/>
                  </a:lnTo>
                  <a:lnTo>
                    <a:pt x="38968" y="277221"/>
                  </a:lnTo>
                  <a:lnTo>
                    <a:pt x="41474" y="274347"/>
                  </a:lnTo>
                  <a:lnTo>
                    <a:pt x="41635" y="274162"/>
                  </a:lnTo>
                  <a:lnTo>
                    <a:pt x="41433" y="269060"/>
                  </a:lnTo>
                  <a:lnTo>
                    <a:pt x="40997" y="263732"/>
                  </a:lnTo>
                  <a:lnTo>
                    <a:pt x="39984" y="259310"/>
                  </a:lnTo>
                  <a:lnTo>
                    <a:pt x="40058" y="257666"/>
                  </a:lnTo>
                  <a:lnTo>
                    <a:pt x="40181" y="254895"/>
                  </a:lnTo>
                  <a:lnTo>
                    <a:pt x="35827" y="250445"/>
                  </a:lnTo>
                  <a:lnTo>
                    <a:pt x="36607" y="244512"/>
                  </a:lnTo>
                  <a:lnTo>
                    <a:pt x="37123" y="243990"/>
                  </a:lnTo>
                  <a:lnTo>
                    <a:pt x="39682" y="241404"/>
                  </a:lnTo>
                  <a:lnTo>
                    <a:pt x="38695" y="234778"/>
                  </a:lnTo>
                  <a:lnTo>
                    <a:pt x="37032" y="231532"/>
                  </a:lnTo>
                  <a:lnTo>
                    <a:pt x="40186" y="227118"/>
                  </a:lnTo>
                  <a:lnTo>
                    <a:pt x="39946" y="224278"/>
                  </a:lnTo>
                  <a:lnTo>
                    <a:pt x="43843" y="219195"/>
                  </a:lnTo>
                  <a:lnTo>
                    <a:pt x="44446" y="214020"/>
                  </a:lnTo>
                  <a:lnTo>
                    <a:pt x="47760" y="208121"/>
                  </a:lnTo>
                  <a:lnTo>
                    <a:pt x="48196" y="202264"/>
                  </a:lnTo>
                  <a:lnTo>
                    <a:pt x="48457" y="201539"/>
                  </a:lnTo>
                  <a:lnTo>
                    <a:pt x="49983" y="197299"/>
                  </a:lnTo>
                  <a:lnTo>
                    <a:pt x="48309" y="193691"/>
                  </a:lnTo>
                  <a:lnTo>
                    <a:pt x="48856" y="190022"/>
                  </a:lnTo>
                  <a:lnTo>
                    <a:pt x="49239" y="186208"/>
                  </a:lnTo>
                  <a:lnTo>
                    <a:pt x="48115" y="179524"/>
                  </a:lnTo>
                  <a:lnTo>
                    <a:pt x="48184" y="174543"/>
                  </a:lnTo>
                  <a:lnTo>
                    <a:pt x="46873" y="174711"/>
                  </a:lnTo>
                  <a:lnTo>
                    <a:pt x="43248" y="175174"/>
                  </a:lnTo>
                  <a:lnTo>
                    <a:pt x="43110" y="175192"/>
                  </a:lnTo>
                  <a:lnTo>
                    <a:pt x="41808" y="168551"/>
                  </a:lnTo>
                  <a:lnTo>
                    <a:pt x="36930" y="165259"/>
                  </a:lnTo>
                  <a:lnTo>
                    <a:pt x="37066" y="158754"/>
                  </a:lnTo>
                  <a:lnTo>
                    <a:pt x="34546" y="154264"/>
                  </a:lnTo>
                  <a:lnTo>
                    <a:pt x="30413" y="151034"/>
                  </a:lnTo>
                  <a:lnTo>
                    <a:pt x="31990" y="147814"/>
                  </a:lnTo>
                  <a:lnTo>
                    <a:pt x="27210" y="146122"/>
                  </a:lnTo>
                  <a:lnTo>
                    <a:pt x="23330" y="141239"/>
                  </a:lnTo>
                  <a:lnTo>
                    <a:pt x="24492" y="137972"/>
                  </a:lnTo>
                  <a:lnTo>
                    <a:pt x="25071" y="131074"/>
                  </a:lnTo>
                  <a:lnTo>
                    <a:pt x="20742" y="122194"/>
                  </a:lnTo>
                  <a:lnTo>
                    <a:pt x="18664" y="118938"/>
                  </a:lnTo>
                  <a:lnTo>
                    <a:pt x="16049" y="114838"/>
                  </a:lnTo>
                  <a:lnTo>
                    <a:pt x="10778" y="112291"/>
                  </a:lnTo>
                  <a:lnTo>
                    <a:pt x="6597" y="107911"/>
                  </a:lnTo>
                  <a:lnTo>
                    <a:pt x="5600" y="106865"/>
                  </a:lnTo>
                  <a:lnTo>
                    <a:pt x="4761" y="94155"/>
                  </a:lnTo>
                  <a:lnTo>
                    <a:pt x="4449" y="89078"/>
                  </a:lnTo>
                  <a:lnTo>
                    <a:pt x="3550" y="74444"/>
                  </a:lnTo>
                  <a:lnTo>
                    <a:pt x="3392" y="71934"/>
                  </a:lnTo>
                  <a:lnTo>
                    <a:pt x="2447" y="5690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24660" y="4213007"/>
              <a:ext cx="282655" cy="439016"/>
            </a:xfrm>
            <a:custGeom>
              <a:avLst/>
              <a:pathLst>
                <a:path w="282655" h="439016">
                  <a:moveTo>
                    <a:pt x="13883" y="300972"/>
                  </a:moveTo>
                  <a:lnTo>
                    <a:pt x="13478" y="297550"/>
                  </a:lnTo>
                  <a:lnTo>
                    <a:pt x="13219" y="271540"/>
                  </a:lnTo>
                  <a:lnTo>
                    <a:pt x="13198" y="269552"/>
                  </a:lnTo>
                  <a:lnTo>
                    <a:pt x="13105" y="264385"/>
                  </a:lnTo>
                  <a:lnTo>
                    <a:pt x="12661" y="240602"/>
                  </a:lnTo>
                  <a:lnTo>
                    <a:pt x="12430" y="228799"/>
                  </a:lnTo>
                  <a:lnTo>
                    <a:pt x="12039" y="209622"/>
                  </a:lnTo>
                  <a:lnTo>
                    <a:pt x="11924" y="204127"/>
                  </a:lnTo>
                  <a:lnTo>
                    <a:pt x="11557" y="187097"/>
                  </a:lnTo>
                  <a:lnTo>
                    <a:pt x="11374" y="177892"/>
                  </a:lnTo>
                  <a:lnTo>
                    <a:pt x="10926" y="156187"/>
                  </a:lnTo>
                  <a:lnTo>
                    <a:pt x="10611" y="141627"/>
                  </a:lnTo>
                  <a:lnTo>
                    <a:pt x="10553" y="137546"/>
                  </a:lnTo>
                  <a:lnTo>
                    <a:pt x="10134" y="109818"/>
                  </a:lnTo>
                  <a:lnTo>
                    <a:pt x="10090" y="107324"/>
                  </a:lnTo>
                  <a:lnTo>
                    <a:pt x="9713" y="86578"/>
                  </a:lnTo>
                  <a:lnTo>
                    <a:pt x="9473" y="74015"/>
                  </a:lnTo>
                  <a:lnTo>
                    <a:pt x="9266" y="63516"/>
                  </a:lnTo>
                  <a:lnTo>
                    <a:pt x="9193" y="59892"/>
                  </a:lnTo>
                  <a:lnTo>
                    <a:pt x="8806" y="36025"/>
                  </a:lnTo>
                  <a:lnTo>
                    <a:pt x="4408" y="33969"/>
                  </a:lnTo>
                  <a:lnTo>
                    <a:pt x="344" y="28041"/>
                  </a:lnTo>
                  <a:lnTo>
                    <a:pt x="0" y="26990"/>
                  </a:lnTo>
                  <a:lnTo>
                    <a:pt x="14531" y="25112"/>
                  </a:lnTo>
                  <a:lnTo>
                    <a:pt x="15612" y="24960"/>
                  </a:lnTo>
                  <a:lnTo>
                    <a:pt x="25122" y="23610"/>
                  </a:lnTo>
                  <a:lnTo>
                    <a:pt x="41352" y="21405"/>
                  </a:lnTo>
                  <a:lnTo>
                    <a:pt x="42706" y="21223"/>
                  </a:lnTo>
                  <a:lnTo>
                    <a:pt x="55668" y="19471"/>
                  </a:lnTo>
                  <a:lnTo>
                    <a:pt x="70033" y="17495"/>
                  </a:lnTo>
                  <a:lnTo>
                    <a:pt x="70560" y="17422"/>
                  </a:lnTo>
                  <a:lnTo>
                    <a:pt x="70984" y="17366"/>
                  </a:lnTo>
                  <a:lnTo>
                    <a:pt x="97774" y="13764"/>
                  </a:lnTo>
                  <a:lnTo>
                    <a:pt x="101540" y="13248"/>
                  </a:lnTo>
                  <a:lnTo>
                    <a:pt x="124067" y="9752"/>
                  </a:lnTo>
                  <a:lnTo>
                    <a:pt x="134679" y="7988"/>
                  </a:lnTo>
                  <a:lnTo>
                    <a:pt x="135212" y="7899"/>
                  </a:lnTo>
                  <a:lnTo>
                    <a:pt x="166462" y="3046"/>
                  </a:lnTo>
                  <a:lnTo>
                    <a:pt x="185547" y="0"/>
                  </a:lnTo>
                  <a:lnTo>
                    <a:pt x="187076" y="5137"/>
                  </a:lnTo>
                  <a:lnTo>
                    <a:pt x="188816" y="10527"/>
                  </a:lnTo>
                  <a:lnTo>
                    <a:pt x="191831" y="19857"/>
                  </a:lnTo>
                  <a:lnTo>
                    <a:pt x="195464" y="30501"/>
                  </a:lnTo>
                  <a:lnTo>
                    <a:pt x="196475" y="33460"/>
                  </a:lnTo>
                  <a:lnTo>
                    <a:pt x="198339" y="38915"/>
                  </a:lnTo>
                  <a:lnTo>
                    <a:pt x="199763" y="43079"/>
                  </a:lnTo>
                  <a:lnTo>
                    <a:pt x="205122" y="58958"/>
                  </a:lnTo>
                  <a:lnTo>
                    <a:pt x="209711" y="72537"/>
                  </a:lnTo>
                  <a:lnTo>
                    <a:pt x="210914" y="76279"/>
                  </a:lnTo>
                  <a:lnTo>
                    <a:pt x="214085" y="86139"/>
                  </a:lnTo>
                  <a:lnTo>
                    <a:pt x="215806" y="91409"/>
                  </a:lnTo>
                  <a:lnTo>
                    <a:pt x="219493" y="102699"/>
                  </a:lnTo>
                  <a:lnTo>
                    <a:pt x="222660" y="112392"/>
                  </a:lnTo>
                  <a:lnTo>
                    <a:pt x="226062" y="122798"/>
                  </a:lnTo>
                  <a:lnTo>
                    <a:pt x="227354" y="126769"/>
                  </a:lnTo>
                  <a:lnTo>
                    <a:pt x="228859" y="131390"/>
                  </a:lnTo>
                  <a:lnTo>
                    <a:pt x="237068" y="156572"/>
                  </a:lnTo>
                  <a:lnTo>
                    <a:pt x="237659" y="158383"/>
                  </a:lnTo>
                  <a:lnTo>
                    <a:pt x="244233" y="178446"/>
                  </a:lnTo>
                  <a:lnTo>
                    <a:pt x="244477" y="179190"/>
                  </a:lnTo>
                  <a:lnTo>
                    <a:pt x="246653" y="181896"/>
                  </a:lnTo>
                  <a:lnTo>
                    <a:pt x="250324" y="187940"/>
                  </a:lnTo>
                  <a:lnTo>
                    <a:pt x="251360" y="189646"/>
                  </a:lnTo>
                  <a:lnTo>
                    <a:pt x="254217" y="195604"/>
                  </a:lnTo>
                  <a:lnTo>
                    <a:pt x="255801" y="199773"/>
                  </a:lnTo>
                  <a:lnTo>
                    <a:pt x="256593" y="201855"/>
                  </a:lnTo>
                  <a:lnTo>
                    <a:pt x="261988" y="206183"/>
                  </a:lnTo>
                  <a:lnTo>
                    <a:pt x="262611" y="207295"/>
                  </a:lnTo>
                  <a:lnTo>
                    <a:pt x="262751" y="207545"/>
                  </a:lnTo>
                  <a:lnTo>
                    <a:pt x="265669" y="212753"/>
                  </a:lnTo>
                  <a:lnTo>
                    <a:pt x="265848" y="218411"/>
                  </a:lnTo>
                  <a:lnTo>
                    <a:pt x="265892" y="219816"/>
                  </a:lnTo>
                  <a:lnTo>
                    <a:pt x="264441" y="222438"/>
                  </a:lnTo>
                  <a:lnTo>
                    <a:pt x="268704" y="224422"/>
                  </a:lnTo>
                  <a:lnTo>
                    <a:pt x="273970" y="227272"/>
                  </a:lnTo>
                  <a:lnTo>
                    <a:pt x="272346" y="230465"/>
                  </a:lnTo>
                  <a:lnTo>
                    <a:pt x="271757" y="231622"/>
                  </a:lnTo>
                  <a:lnTo>
                    <a:pt x="267236" y="235425"/>
                  </a:lnTo>
                  <a:lnTo>
                    <a:pt x="263412" y="240509"/>
                  </a:lnTo>
                  <a:lnTo>
                    <a:pt x="264923" y="244576"/>
                  </a:lnTo>
                  <a:lnTo>
                    <a:pt x="264939" y="246813"/>
                  </a:lnTo>
                  <a:lnTo>
                    <a:pt x="264981" y="253079"/>
                  </a:lnTo>
                  <a:lnTo>
                    <a:pt x="264996" y="255260"/>
                  </a:lnTo>
                  <a:lnTo>
                    <a:pt x="262570" y="262281"/>
                  </a:lnTo>
                  <a:lnTo>
                    <a:pt x="261234" y="267336"/>
                  </a:lnTo>
                  <a:lnTo>
                    <a:pt x="262952" y="272288"/>
                  </a:lnTo>
                  <a:lnTo>
                    <a:pt x="263456" y="273741"/>
                  </a:lnTo>
                  <a:lnTo>
                    <a:pt x="264339" y="276285"/>
                  </a:lnTo>
                  <a:lnTo>
                    <a:pt x="264349" y="279641"/>
                  </a:lnTo>
                  <a:lnTo>
                    <a:pt x="270327" y="285245"/>
                  </a:lnTo>
                  <a:lnTo>
                    <a:pt x="270997" y="289525"/>
                  </a:lnTo>
                  <a:lnTo>
                    <a:pt x="272536" y="291583"/>
                  </a:lnTo>
                  <a:lnTo>
                    <a:pt x="272142" y="293892"/>
                  </a:lnTo>
                  <a:lnTo>
                    <a:pt x="271340" y="298590"/>
                  </a:lnTo>
                  <a:lnTo>
                    <a:pt x="272246" y="301727"/>
                  </a:lnTo>
                  <a:lnTo>
                    <a:pt x="271183" y="308012"/>
                  </a:lnTo>
                  <a:lnTo>
                    <a:pt x="272065" y="311528"/>
                  </a:lnTo>
                  <a:lnTo>
                    <a:pt x="272169" y="312667"/>
                  </a:lnTo>
                  <a:lnTo>
                    <a:pt x="272278" y="313861"/>
                  </a:lnTo>
                  <a:lnTo>
                    <a:pt x="271388" y="317261"/>
                  </a:lnTo>
                  <a:lnTo>
                    <a:pt x="272385" y="323508"/>
                  </a:lnTo>
                  <a:lnTo>
                    <a:pt x="278770" y="329350"/>
                  </a:lnTo>
                  <a:lnTo>
                    <a:pt x="280283" y="331997"/>
                  </a:lnTo>
                  <a:lnTo>
                    <a:pt x="281296" y="333769"/>
                  </a:lnTo>
                  <a:lnTo>
                    <a:pt x="282655" y="338235"/>
                  </a:lnTo>
                  <a:lnTo>
                    <a:pt x="280508" y="338617"/>
                  </a:lnTo>
                  <a:lnTo>
                    <a:pt x="271950" y="340117"/>
                  </a:lnTo>
                  <a:lnTo>
                    <a:pt x="257977" y="342648"/>
                  </a:lnTo>
                  <a:lnTo>
                    <a:pt x="246422" y="344775"/>
                  </a:lnTo>
                  <a:lnTo>
                    <a:pt x="245699" y="344907"/>
                  </a:lnTo>
                  <a:lnTo>
                    <a:pt x="226921" y="348314"/>
                  </a:lnTo>
                  <a:lnTo>
                    <a:pt x="216184" y="350267"/>
                  </a:lnTo>
                  <a:lnTo>
                    <a:pt x="205604" y="351988"/>
                  </a:lnTo>
                  <a:lnTo>
                    <a:pt x="198294" y="353166"/>
                  </a:lnTo>
                  <a:lnTo>
                    <a:pt x="194213" y="353820"/>
                  </a:lnTo>
                  <a:lnTo>
                    <a:pt x="180906" y="355933"/>
                  </a:lnTo>
                  <a:lnTo>
                    <a:pt x="179133" y="356209"/>
                  </a:lnTo>
                  <a:lnTo>
                    <a:pt x="166032" y="358231"/>
                  </a:lnTo>
                  <a:lnTo>
                    <a:pt x="156677" y="359612"/>
                  </a:lnTo>
                  <a:lnTo>
                    <a:pt x="149366" y="360681"/>
                  </a:lnTo>
                  <a:lnTo>
                    <a:pt x="145894" y="361186"/>
                  </a:lnTo>
                  <a:lnTo>
                    <a:pt x="138705" y="362264"/>
                  </a:lnTo>
                  <a:lnTo>
                    <a:pt x="121012" y="364835"/>
                  </a:lnTo>
                  <a:lnTo>
                    <a:pt x="109877" y="366556"/>
                  </a:lnTo>
                  <a:lnTo>
                    <a:pt x="101359" y="367849"/>
                  </a:lnTo>
                  <a:lnTo>
                    <a:pt x="94331" y="368926"/>
                  </a:lnTo>
                  <a:lnTo>
                    <a:pt x="88372" y="369806"/>
                  </a:lnTo>
                  <a:lnTo>
                    <a:pt x="89389" y="373726"/>
                  </a:lnTo>
                  <a:lnTo>
                    <a:pt x="87097" y="381632"/>
                  </a:lnTo>
                  <a:lnTo>
                    <a:pt x="95137" y="389167"/>
                  </a:lnTo>
                  <a:lnTo>
                    <a:pt x="96859" y="391499"/>
                  </a:lnTo>
                  <a:lnTo>
                    <a:pt x="103481" y="394565"/>
                  </a:lnTo>
                  <a:lnTo>
                    <a:pt x="107041" y="397179"/>
                  </a:lnTo>
                  <a:lnTo>
                    <a:pt x="107547" y="401778"/>
                  </a:lnTo>
                  <a:lnTo>
                    <a:pt x="105859" y="406816"/>
                  </a:lnTo>
                  <a:lnTo>
                    <a:pt x="105326" y="410678"/>
                  </a:lnTo>
                  <a:lnTo>
                    <a:pt x="108143" y="414704"/>
                  </a:lnTo>
                  <a:lnTo>
                    <a:pt x="112000" y="415962"/>
                  </a:lnTo>
                  <a:lnTo>
                    <a:pt x="107443" y="419592"/>
                  </a:lnTo>
                  <a:lnTo>
                    <a:pt x="106538" y="424952"/>
                  </a:lnTo>
                  <a:lnTo>
                    <a:pt x="102234" y="431212"/>
                  </a:lnTo>
                  <a:lnTo>
                    <a:pt x="92076" y="435401"/>
                  </a:lnTo>
                  <a:lnTo>
                    <a:pt x="80035" y="439016"/>
                  </a:lnTo>
                  <a:lnTo>
                    <a:pt x="74288" y="438865"/>
                  </a:lnTo>
                  <a:lnTo>
                    <a:pt x="80430" y="434410"/>
                  </a:lnTo>
                  <a:lnTo>
                    <a:pt x="80698" y="430448"/>
                  </a:lnTo>
                  <a:lnTo>
                    <a:pt x="74905" y="426035"/>
                  </a:lnTo>
                  <a:lnTo>
                    <a:pt x="70531" y="421113"/>
                  </a:lnTo>
                  <a:lnTo>
                    <a:pt x="68645" y="417737"/>
                  </a:lnTo>
                  <a:lnTo>
                    <a:pt x="70367" y="411880"/>
                  </a:lnTo>
                  <a:lnTo>
                    <a:pt x="68998" y="408978"/>
                  </a:lnTo>
                  <a:lnTo>
                    <a:pt x="67078" y="403345"/>
                  </a:lnTo>
                  <a:lnTo>
                    <a:pt x="60838" y="401440"/>
                  </a:lnTo>
                  <a:lnTo>
                    <a:pt x="57285" y="405409"/>
                  </a:lnTo>
                  <a:lnTo>
                    <a:pt x="57655" y="410359"/>
                  </a:lnTo>
                  <a:lnTo>
                    <a:pt x="56829" y="414183"/>
                  </a:lnTo>
                  <a:lnTo>
                    <a:pt x="55627" y="418362"/>
                  </a:lnTo>
                  <a:lnTo>
                    <a:pt x="56506" y="426989"/>
                  </a:lnTo>
                  <a:lnTo>
                    <a:pt x="55036" y="434360"/>
                  </a:lnTo>
                  <a:lnTo>
                    <a:pt x="50526" y="434938"/>
                  </a:lnTo>
                  <a:lnTo>
                    <a:pt x="45845" y="435784"/>
                  </a:lnTo>
                  <a:lnTo>
                    <a:pt x="41259" y="431999"/>
                  </a:lnTo>
                  <a:lnTo>
                    <a:pt x="37097" y="430879"/>
                  </a:lnTo>
                  <a:lnTo>
                    <a:pt x="34938" y="432812"/>
                  </a:lnTo>
                  <a:lnTo>
                    <a:pt x="32508" y="417785"/>
                  </a:lnTo>
                  <a:lnTo>
                    <a:pt x="29972" y="401490"/>
                  </a:lnTo>
                  <a:lnTo>
                    <a:pt x="29919" y="401159"/>
                  </a:lnTo>
                  <a:lnTo>
                    <a:pt x="29217" y="396837"/>
                  </a:lnTo>
                  <a:lnTo>
                    <a:pt x="26232" y="378455"/>
                  </a:lnTo>
                  <a:lnTo>
                    <a:pt x="24602" y="368426"/>
                  </a:lnTo>
                  <a:lnTo>
                    <a:pt x="20222" y="341892"/>
                  </a:lnTo>
                  <a:lnTo>
                    <a:pt x="20014" y="340633"/>
                  </a:lnTo>
                  <a:lnTo>
                    <a:pt x="17362" y="324567"/>
                  </a:lnTo>
                  <a:lnTo>
                    <a:pt x="16271" y="317971"/>
                  </a:lnTo>
                  <a:lnTo>
                    <a:pt x="14942" y="3099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71090" y="2878425"/>
              <a:ext cx="20553" cy="15851"/>
            </a:xfrm>
            <a:custGeom>
              <a:avLst/>
              <a:pathLst>
                <a:path w="20553" h="15851">
                  <a:moveTo>
                    <a:pt x="0" y="12188"/>
                  </a:moveTo>
                  <a:lnTo>
                    <a:pt x="4868" y="9972"/>
                  </a:lnTo>
                  <a:lnTo>
                    <a:pt x="11648" y="6771"/>
                  </a:lnTo>
                  <a:lnTo>
                    <a:pt x="11258" y="0"/>
                  </a:lnTo>
                  <a:lnTo>
                    <a:pt x="16158" y="1228"/>
                  </a:lnTo>
                  <a:lnTo>
                    <a:pt x="20553" y="8544"/>
                  </a:lnTo>
                  <a:lnTo>
                    <a:pt x="18027" y="12088"/>
                  </a:lnTo>
                  <a:lnTo>
                    <a:pt x="12973" y="13795"/>
                  </a:lnTo>
                  <a:lnTo>
                    <a:pt x="5771" y="158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35830" y="2883882"/>
              <a:ext cx="23451" cy="24519"/>
            </a:xfrm>
            <a:custGeom>
              <a:avLst/>
              <a:pathLst>
                <a:path w="23451" h="24519">
                  <a:moveTo>
                    <a:pt x="0" y="16200"/>
                  </a:moveTo>
                  <a:lnTo>
                    <a:pt x="4260" y="13399"/>
                  </a:lnTo>
                  <a:lnTo>
                    <a:pt x="6303" y="5392"/>
                  </a:lnTo>
                  <a:lnTo>
                    <a:pt x="10127" y="0"/>
                  </a:lnTo>
                  <a:lnTo>
                    <a:pt x="14068" y="1297"/>
                  </a:lnTo>
                  <a:lnTo>
                    <a:pt x="18382" y="2317"/>
                  </a:lnTo>
                  <a:lnTo>
                    <a:pt x="20522" y="2042"/>
                  </a:lnTo>
                  <a:lnTo>
                    <a:pt x="23451" y="7177"/>
                  </a:lnTo>
                  <a:lnTo>
                    <a:pt x="15731" y="10583"/>
                  </a:lnTo>
                  <a:lnTo>
                    <a:pt x="8852" y="13828"/>
                  </a:lnTo>
                  <a:lnTo>
                    <a:pt x="5453" y="18865"/>
                  </a:lnTo>
                  <a:lnTo>
                    <a:pt x="3821" y="24519"/>
                  </a:lnTo>
                  <a:lnTo>
                    <a:pt x="1118" y="192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48129" y="2772093"/>
              <a:ext cx="234401" cy="127784"/>
            </a:xfrm>
            <a:custGeom>
              <a:avLst/>
              <a:pathLst>
                <a:path w="234401" h="127784">
                  <a:moveTo>
                    <a:pt x="3513" y="125118"/>
                  </a:moveTo>
                  <a:lnTo>
                    <a:pt x="1279" y="85974"/>
                  </a:lnTo>
                  <a:lnTo>
                    <a:pt x="0" y="64173"/>
                  </a:lnTo>
                  <a:lnTo>
                    <a:pt x="14727" y="59503"/>
                  </a:lnTo>
                  <a:lnTo>
                    <a:pt x="20378" y="57698"/>
                  </a:lnTo>
                  <a:lnTo>
                    <a:pt x="24380" y="56415"/>
                  </a:lnTo>
                  <a:lnTo>
                    <a:pt x="27734" y="55336"/>
                  </a:lnTo>
                  <a:lnTo>
                    <a:pt x="49097" y="48643"/>
                  </a:lnTo>
                  <a:lnTo>
                    <a:pt x="59777" y="45255"/>
                  </a:lnTo>
                  <a:lnTo>
                    <a:pt x="69415" y="42173"/>
                  </a:lnTo>
                  <a:lnTo>
                    <a:pt x="70234" y="41910"/>
                  </a:lnTo>
                  <a:lnTo>
                    <a:pt x="81292" y="38341"/>
                  </a:lnTo>
                  <a:lnTo>
                    <a:pt x="83130" y="37745"/>
                  </a:lnTo>
                  <a:lnTo>
                    <a:pt x="92413" y="34722"/>
                  </a:lnTo>
                  <a:lnTo>
                    <a:pt x="99043" y="32495"/>
                  </a:lnTo>
                  <a:lnTo>
                    <a:pt x="116242" y="26716"/>
                  </a:lnTo>
                  <a:lnTo>
                    <a:pt x="119722" y="25519"/>
                  </a:lnTo>
                  <a:lnTo>
                    <a:pt x="120874" y="21327"/>
                  </a:lnTo>
                  <a:lnTo>
                    <a:pt x="121449" y="21095"/>
                  </a:lnTo>
                  <a:lnTo>
                    <a:pt x="125211" y="19576"/>
                  </a:lnTo>
                  <a:lnTo>
                    <a:pt x="123356" y="15210"/>
                  </a:lnTo>
                  <a:lnTo>
                    <a:pt x="124778" y="12305"/>
                  </a:lnTo>
                  <a:lnTo>
                    <a:pt x="126870" y="11855"/>
                  </a:lnTo>
                  <a:lnTo>
                    <a:pt x="130146" y="11147"/>
                  </a:lnTo>
                  <a:lnTo>
                    <a:pt x="130318" y="8716"/>
                  </a:lnTo>
                  <a:lnTo>
                    <a:pt x="130511" y="5965"/>
                  </a:lnTo>
                  <a:lnTo>
                    <a:pt x="134057" y="3668"/>
                  </a:lnTo>
                  <a:lnTo>
                    <a:pt x="135704" y="1548"/>
                  </a:lnTo>
                  <a:lnTo>
                    <a:pt x="140063" y="1251"/>
                  </a:lnTo>
                  <a:lnTo>
                    <a:pt x="142819" y="0"/>
                  </a:lnTo>
                  <a:lnTo>
                    <a:pt x="146297" y="7320"/>
                  </a:lnTo>
                  <a:lnTo>
                    <a:pt x="150414" y="12504"/>
                  </a:lnTo>
                  <a:lnTo>
                    <a:pt x="154206" y="15012"/>
                  </a:lnTo>
                  <a:lnTo>
                    <a:pt x="157299" y="14516"/>
                  </a:lnTo>
                  <a:lnTo>
                    <a:pt x="158643" y="11406"/>
                  </a:lnTo>
                  <a:lnTo>
                    <a:pt x="161536" y="11410"/>
                  </a:lnTo>
                  <a:lnTo>
                    <a:pt x="163349" y="14794"/>
                  </a:lnTo>
                  <a:lnTo>
                    <a:pt x="161348" y="20621"/>
                  </a:lnTo>
                  <a:lnTo>
                    <a:pt x="158882" y="22035"/>
                  </a:lnTo>
                  <a:lnTo>
                    <a:pt x="153068" y="25780"/>
                  </a:lnTo>
                  <a:lnTo>
                    <a:pt x="150764" y="27753"/>
                  </a:lnTo>
                  <a:lnTo>
                    <a:pt x="153323" y="32480"/>
                  </a:lnTo>
                  <a:lnTo>
                    <a:pt x="150918" y="35340"/>
                  </a:lnTo>
                  <a:lnTo>
                    <a:pt x="150607" y="39520"/>
                  </a:lnTo>
                  <a:lnTo>
                    <a:pt x="148159" y="40666"/>
                  </a:lnTo>
                  <a:lnTo>
                    <a:pt x="146539" y="41423"/>
                  </a:lnTo>
                  <a:lnTo>
                    <a:pt x="146680" y="41730"/>
                  </a:lnTo>
                  <a:lnTo>
                    <a:pt x="149080" y="46965"/>
                  </a:lnTo>
                  <a:lnTo>
                    <a:pt x="149066" y="47114"/>
                  </a:lnTo>
                  <a:lnTo>
                    <a:pt x="148961" y="48192"/>
                  </a:lnTo>
                  <a:lnTo>
                    <a:pt x="148748" y="50399"/>
                  </a:lnTo>
                  <a:lnTo>
                    <a:pt x="149285" y="50989"/>
                  </a:lnTo>
                  <a:lnTo>
                    <a:pt x="152175" y="54161"/>
                  </a:lnTo>
                  <a:lnTo>
                    <a:pt x="152879" y="52538"/>
                  </a:lnTo>
                  <a:lnTo>
                    <a:pt x="154036" y="49869"/>
                  </a:lnTo>
                  <a:lnTo>
                    <a:pt x="156362" y="49461"/>
                  </a:lnTo>
                  <a:lnTo>
                    <a:pt x="159149" y="51491"/>
                  </a:lnTo>
                  <a:lnTo>
                    <a:pt x="160170" y="51436"/>
                  </a:lnTo>
                  <a:lnTo>
                    <a:pt x="163326" y="51265"/>
                  </a:lnTo>
                  <a:lnTo>
                    <a:pt x="163915" y="51544"/>
                  </a:lnTo>
                  <a:lnTo>
                    <a:pt x="168119" y="53536"/>
                  </a:lnTo>
                  <a:lnTo>
                    <a:pt x="173200" y="59035"/>
                  </a:lnTo>
                  <a:lnTo>
                    <a:pt x="177577" y="62272"/>
                  </a:lnTo>
                  <a:lnTo>
                    <a:pt x="178308" y="65404"/>
                  </a:lnTo>
                  <a:lnTo>
                    <a:pt x="177459" y="69593"/>
                  </a:lnTo>
                  <a:lnTo>
                    <a:pt x="179804" y="72988"/>
                  </a:lnTo>
                  <a:lnTo>
                    <a:pt x="183679" y="73399"/>
                  </a:lnTo>
                  <a:lnTo>
                    <a:pt x="184878" y="72047"/>
                  </a:lnTo>
                  <a:lnTo>
                    <a:pt x="188128" y="73975"/>
                  </a:lnTo>
                  <a:lnTo>
                    <a:pt x="191147" y="78361"/>
                  </a:lnTo>
                  <a:lnTo>
                    <a:pt x="191521" y="82330"/>
                  </a:lnTo>
                  <a:lnTo>
                    <a:pt x="191925" y="82568"/>
                  </a:lnTo>
                  <a:lnTo>
                    <a:pt x="195629" y="84750"/>
                  </a:lnTo>
                  <a:lnTo>
                    <a:pt x="199427" y="85289"/>
                  </a:lnTo>
                  <a:lnTo>
                    <a:pt x="207057" y="83938"/>
                  </a:lnTo>
                  <a:lnTo>
                    <a:pt x="210617" y="83961"/>
                  </a:lnTo>
                  <a:lnTo>
                    <a:pt x="213345" y="80822"/>
                  </a:lnTo>
                  <a:lnTo>
                    <a:pt x="218529" y="77271"/>
                  </a:lnTo>
                  <a:lnTo>
                    <a:pt x="223506" y="72578"/>
                  </a:lnTo>
                  <a:lnTo>
                    <a:pt x="224110" y="70309"/>
                  </a:lnTo>
                  <a:lnTo>
                    <a:pt x="222617" y="66686"/>
                  </a:lnTo>
                  <a:lnTo>
                    <a:pt x="217831" y="65448"/>
                  </a:lnTo>
                  <a:lnTo>
                    <a:pt x="215871" y="61063"/>
                  </a:lnTo>
                  <a:lnTo>
                    <a:pt x="213017" y="55141"/>
                  </a:lnTo>
                  <a:lnTo>
                    <a:pt x="208550" y="55502"/>
                  </a:lnTo>
                  <a:lnTo>
                    <a:pt x="206347" y="56994"/>
                  </a:lnTo>
                  <a:lnTo>
                    <a:pt x="201728" y="54610"/>
                  </a:lnTo>
                  <a:lnTo>
                    <a:pt x="204518" y="51733"/>
                  </a:lnTo>
                  <a:lnTo>
                    <a:pt x="207211" y="49663"/>
                  </a:lnTo>
                  <a:lnTo>
                    <a:pt x="213450" y="49917"/>
                  </a:lnTo>
                  <a:lnTo>
                    <a:pt x="218788" y="54094"/>
                  </a:lnTo>
                  <a:lnTo>
                    <a:pt x="222248" y="59850"/>
                  </a:lnTo>
                  <a:lnTo>
                    <a:pt x="228165" y="68622"/>
                  </a:lnTo>
                  <a:lnTo>
                    <a:pt x="232273" y="78304"/>
                  </a:lnTo>
                  <a:lnTo>
                    <a:pt x="234235" y="84159"/>
                  </a:lnTo>
                  <a:lnTo>
                    <a:pt x="234401" y="90963"/>
                  </a:lnTo>
                  <a:lnTo>
                    <a:pt x="231828" y="92666"/>
                  </a:lnTo>
                  <a:lnTo>
                    <a:pt x="229446" y="86322"/>
                  </a:lnTo>
                  <a:lnTo>
                    <a:pt x="228148" y="81864"/>
                  </a:lnTo>
                  <a:lnTo>
                    <a:pt x="225430" y="83580"/>
                  </a:lnTo>
                  <a:lnTo>
                    <a:pt x="219651" y="87229"/>
                  </a:lnTo>
                  <a:lnTo>
                    <a:pt x="213941" y="92590"/>
                  </a:lnTo>
                  <a:lnTo>
                    <a:pt x="210415" y="92744"/>
                  </a:lnTo>
                  <a:lnTo>
                    <a:pt x="206373" y="96624"/>
                  </a:lnTo>
                  <a:lnTo>
                    <a:pt x="204110" y="98896"/>
                  </a:lnTo>
                  <a:lnTo>
                    <a:pt x="203245" y="102419"/>
                  </a:lnTo>
                  <a:lnTo>
                    <a:pt x="198497" y="105224"/>
                  </a:lnTo>
                  <a:lnTo>
                    <a:pt x="193655" y="109888"/>
                  </a:lnTo>
                  <a:lnTo>
                    <a:pt x="192931" y="110749"/>
                  </a:lnTo>
                  <a:lnTo>
                    <a:pt x="189769" y="114502"/>
                  </a:lnTo>
                  <a:lnTo>
                    <a:pt x="187568" y="119163"/>
                  </a:lnTo>
                  <a:lnTo>
                    <a:pt x="184092" y="122452"/>
                  </a:lnTo>
                  <a:lnTo>
                    <a:pt x="179053" y="125948"/>
                  </a:lnTo>
                  <a:lnTo>
                    <a:pt x="178514" y="121810"/>
                  </a:lnTo>
                  <a:lnTo>
                    <a:pt x="185023" y="115240"/>
                  </a:lnTo>
                  <a:lnTo>
                    <a:pt x="188557" y="109528"/>
                  </a:lnTo>
                  <a:lnTo>
                    <a:pt x="189775" y="107555"/>
                  </a:lnTo>
                  <a:lnTo>
                    <a:pt x="188634" y="103831"/>
                  </a:lnTo>
                  <a:lnTo>
                    <a:pt x="187041" y="103345"/>
                  </a:lnTo>
                  <a:lnTo>
                    <a:pt x="183212" y="102177"/>
                  </a:lnTo>
                  <a:lnTo>
                    <a:pt x="182081" y="106436"/>
                  </a:lnTo>
                  <a:lnTo>
                    <a:pt x="181553" y="108421"/>
                  </a:lnTo>
                  <a:lnTo>
                    <a:pt x="179525" y="108766"/>
                  </a:lnTo>
                  <a:lnTo>
                    <a:pt x="176368" y="110945"/>
                  </a:lnTo>
                  <a:lnTo>
                    <a:pt x="175552" y="114782"/>
                  </a:lnTo>
                  <a:lnTo>
                    <a:pt x="174021" y="118230"/>
                  </a:lnTo>
                  <a:lnTo>
                    <a:pt x="171076" y="120396"/>
                  </a:lnTo>
                  <a:lnTo>
                    <a:pt x="167720" y="120687"/>
                  </a:lnTo>
                  <a:lnTo>
                    <a:pt x="165947" y="122484"/>
                  </a:lnTo>
                  <a:lnTo>
                    <a:pt x="161799" y="114026"/>
                  </a:lnTo>
                  <a:lnTo>
                    <a:pt x="161332" y="112407"/>
                  </a:lnTo>
                  <a:lnTo>
                    <a:pt x="160370" y="109079"/>
                  </a:lnTo>
                  <a:lnTo>
                    <a:pt x="156115" y="109252"/>
                  </a:lnTo>
                  <a:lnTo>
                    <a:pt x="154877" y="108267"/>
                  </a:lnTo>
                  <a:lnTo>
                    <a:pt x="149836" y="104252"/>
                  </a:lnTo>
                  <a:lnTo>
                    <a:pt x="145699" y="103425"/>
                  </a:lnTo>
                  <a:lnTo>
                    <a:pt x="144814" y="103247"/>
                  </a:lnTo>
                  <a:lnTo>
                    <a:pt x="142735" y="99320"/>
                  </a:lnTo>
                  <a:lnTo>
                    <a:pt x="140937" y="94144"/>
                  </a:lnTo>
                  <a:lnTo>
                    <a:pt x="138375" y="95121"/>
                  </a:lnTo>
                  <a:lnTo>
                    <a:pt x="136647" y="90154"/>
                  </a:lnTo>
                  <a:lnTo>
                    <a:pt x="135674" y="87380"/>
                  </a:lnTo>
                  <a:lnTo>
                    <a:pt x="134678" y="84541"/>
                  </a:lnTo>
                  <a:lnTo>
                    <a:pt x="127701" y="87421"/>
                  </a:lnTo>
                  <a:lnTo>
                    <a:pt x="124043" y="88926"/>
                  </a:lnTo>
                  <a:lnTo>
                    <a:pt x="122151" y="89706"/>
                  </a:lnTo>
                  <a:lnTo>
                    <a:pt x="121219" y="90091"/>
                  </a:lnTo>
                  <a:lnTo>
                    <a:pt x="109706" y="94818"/>
                  </a:lnTo>
                  <a:lnTo>
                    <a:pt x="109169" y="93542"/>
                  </a:lnTo>
                  <a:lnTo>
                    <a:pt x="106397" y="94483"/>
                  </a:lnTo>
                  <a:lnTo>
                    <a:pt x="97757" y="97406"/>
                  </a:lnTo>
                  <a:lnTo>
                    <a:pt x="88689" y="100489"/>
                  </a:lnTo>
                  <a:lnTo>
                    <a:pt x="84432" y="101930"/>
                  </a:lnTo>
                  <a:lnTo>
                    <a:pt x="77594" y="104235"/>
                  </a:lnTo>
                  <a:lnTo>
                    <a:pt x="64701" y="108628"/>
                  </a:lnTo>
                  <a:lnTo>
                    <a:pt x="59946" y="110653"/>
                  </a:lnTo>
                  <a:lnTo>
                    <a:pt x="52023" y="112933"/>
                  </a:lnTo>
                  <a:lnTo>
                    <a:pt x="51063" y="116430"/>
                  </a:lnTo>
                  <a:lnTo>
                    <a:pt x="50598" y="116676"/>
                  </a:lnTo>
                  <a:lnTo>
                    <a:pt x="48553" y="117758"/>
                  </a:lnTo>
                  <a:lnTo>
                    <a:pt x="45210" y="115291"/>
                  </a:lnTo>
                  <a:lnTo>
                    <a:pt x="44196" y="115630"/>
                  </a:lnTo>
                  <a:lnTo>
                    <a:pt x="35872" y="118403"/>
                  </a:lnTo>
                  <a:lnTo>
                    <a:pt x="32547" y="119426"/>
                  </a:lnTo>
                  <a:lnTo>
                    <a:pt x="27988" y="120826"/>
                  </a:lnTo>
                  <a:lnTo>
                    <a:pt x="21573" y="122787"/>
                  </a:lnTo>
                  <a:lnTo>
                    <a:pt x="5792" y="127784"/>
                  </a:lnTo>
                  <a:lnTo>
                    <a:pt x="5533" y="1274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67517" y="3465623"/>
              <a:ext cx="6115" cy="7980"/>
            </a:xfrm>
            <a:custGeom>
              <a:avLst/>
              <a:pathLst>
                <a:path w="6115" h="7980">
                  <a:moveTo>
                    <a:pt x="0" y="1726"/>
                  </a:moveTo>
                  <a:lnTo>
                    <a:pt x="2299" y="0"/>
                  </a:lnTo>
                  <a:lnTo>
                    <a:pt x="4844" y="2179"/>
                  </a:lnTo>
                  <a:lnTo>
                    <a:pt x="6115" y="7980"/>
                  </a:lnTo>
                  <a:lnTo>
                    <a:pt x="1668" y="788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05111" y="3317251"/>
              <a:ext cx="318285" cy="156341"/>
            </a:xfrm>
            <a:custGeom>
              <a:avLst/>
              <a:pathLst>
                <a:path w="318285" h="156341">
                  <a:moveTo>
                    <a:pt x="7255" y="99746"/>
                  </a:moveTo>
                  <a:lnTo>
                    <a:pt x="3533" y="83573"/>
                  </a:lnTo>
                  <a:lnTo>
                    <a:pt x="0" y="67166"/>
                  </a:lnTo>
                  <a:lnTo>
                    <a:pt x="5481" y="65726"/>
                  </a:lnTo>
                  <a:lnTo>
                    <a:pt x="28042" y="59733"/>
                  </a:lnTo>
                  <a:lnTo>
                    <a:pt x="35664" y="57724"/>
                  </a:lnTo>
                  <a:lnTo>
                    <a:pt x="43474" y="55653"/>
                  </a:lnTo>
                  <a:lnTo>
                    <a:pt x="48981" y="54185"/>
                  </a:lnTo>
                  <a:lnTo>
                    <a:pt x="71276" y="48235"/>
                  </a:lnTo>
                  <a:lnTo>
                    <a:pt x="73736" y="47572"/>
                  </a:lnTo>
                  <a:lnTo>
                    <a:pt x="89543" y="43273"/>
                  </a:lnTo>
                  <a:lnTo>
                    <a:pt x="91042" y="42863"/>
                  </a:lnTo>
                  <a:lnTo>
                    <a:pt x="110966" y="37426"/>
                  </a:lnTo>
                  <a:lnTo>
                    <a:pt x="130375" y="32088"/>
                  </a:lnTo>
                  <a:lnTo>
                    <a:pt x="131022" y="31904"/>
                  </a:lnTo>
                  <a:lnTo>
                    <a:pt x="145188" y="27868"/>
                  </a:lnTo>
                  <a:lnTo>
                    <a:pt x="146669" y="27445"/>
                  </a:lnTo>
                  <a:lnTo>
                    <a:pt x="160729" y="23406"/>
                  </a:lnTo>
                  <a:lnTo>
                    <a:pt x="161261" y="23252"/>
                  </a:lnTo>
                  <a:lnTo>
                    <a:pt x="174394" y="19337"/>
                  </a:lnTo>
                  <a:lnTo>
                    <a:pt x="178984" y="17959"/>
                  </a:lnTo>
                  <a:lnTo>
                    <a:pt x="180151" y="17616"/>
                  </a:lnTo>
                  <a:lnTo>
                    <a:pt x="188410" y="15176"/>
                  </a:lnTo>
                  <a:lnTo>
                    <a:pt x="198097" y="12296"/>
                  </a:lnTo>
                  <a:lnTo>
                    <a:pt x="209630" y="8838"/>
                  </a:lnTo>
                  <a:lnTo>
                    <a:pt x="210041" y="8714"/>
                  </a:lnTo>
                  <a:lnTo>
                    <a:pt x="216313" y="6815"/>
                  </a:lnTo>
                  <a:lnTo>
                    <a:pt x="238597" y="0"/>
                  </a:lnTo>
                  <a:lnTo>
                    <a:pt x="248362" y="29013"/>
                  </a:lnTo>
                  <a:lnTo>
                    <a:pt x="250734" y="35779"/>
                  </a:lnTo>
                  <a:lnTo>
                    <a:pt x="252205" y="39980"/>
                  </a:lnTo>
                  <a:lnTo>
                    <a:pt x="255245" y="48662"/>
                  </a:lnTo>
                  <a:lnTo>
                    <a:pt x="264430" y="74929"/>
                  </a:lnTo>
                  <a:lnTo>
                    <a:pt x="270123" y="91236"/>
                  </a:lnTo>
                  <a:lnTo>
                    <a:pt x="272291" y="97492"/>
                  </a:lnTo>
                  <a:lnTo>
                    <a:pt x="272815" y="99004"/>
                  </a:lnTo>
                  <a:lnTo>
                    <a:pt x="275233" y="105929"/>
                  </a:lnTo>
                  <a:lnTo>
                    <a:pt x="289404" y="102170"/>
                  </a:lnTo>
                  <a:lnTo>
                    <a:pt x="298448" y="99484"/>
                  </a:lnTo>
                  <a:lnTo>
                    <a:pt x="308654" y="96433"/>
                  </a:lnTo>
                  <a:lnTo>
                    <a:pt x="317552" y="93617"/>
                  </a:lnTo>
                  <a:lnTo>
                    <a:pt x="318285" y="105202"/>
                  </a:lnTo>
                  <a:lnTo>
                    <a:pt x="317459" y="106647"/>
                  </a:lnTo>
                  <a:lnTo>
                    <a:pt x="317053" y="115243"/>
                  </a:lnTo>
                  <a:lnTo>
                    <a:pt x="317022" y="123664"/>
                  </a:lnTo>
                  <a:lnTo>
                    <a:pt x="316775" y="126902"/>
                  </a:lnTo>
                  <a:lnTo>
                    <a:pt x="315266" y="133768"/>
                  </a:lnTo>
                  <a:lnTo>
                    <a:pt x="290939" y="144346"/>
                  </a:lnTo>
                  <a:lnTo>
                    <a:pt x="288987" y="148970"/>
                  </a:lnTo>
                  <a:lnTo>
                    <a:pt x="285010" y="148281"/>
                  </a:lnTo>
                  <a:lnTo>
                    <a:pt x="280950" y="149398"/>
                  </a:lnTo>
                  <a:lnTo>
                    <a:pt x="277165" y="155578"/>
                  </a:lnTo>
                  <a:lnTo>
                    <a:pt x="275091" y="156341"/>
                  </a:lnTo>
                  <a:lnTo>
                    <a:pt x="273316" y="151535"/>
                  </a:lnTo>
                  <a:lnTo>
                    <a:pt x="274527" y="145214"/>
                  </a:lnTo>
                  <a:lnTo>
                    <a:pt x="273931" y="143415"/>
                  </a:lnTo>
                  <a:lnTo>
                    <a:pt x="272639" y="140023"/>
                  </a:lnTo>
                  <a:lnTo>
                    <a:pt x="267267" y="139495"/>
                  </a:lnTo>
                  <a:lnTo>
                    <a:pt x="265434" y="134225"/>
                  </a:lnTo>
                  <a:lnTo>
                    <a:pt x="270251" y="131489"/>
                  </a:lnTo>
                  <a:lnTo>
                    <a:pt x="269058" y="130104"/>
                  </a:lnTo>
                  <a:lnTo>
                    <a:pt x="267685" y="128507"/>
                  </a:lnTo>
                  <a:lnTo>
                    <a:pt x="265255" y="128792"/>
                  </a:lnTo>
                  <a:lnTo>
                    <a:pt x="263825" y="128959"/>
                  </a:lnTo>
                  <a:lnTo>
                    <a:pt x="257486" y="130335"/>
                  </a:lnTo>
                  <a:lnTo>
                    <a:pt x="259534" y="135971"/>
                  </a:lnTo>
                  <a:lnTo>
                    <a:pt x="262390" y="141150"/>
                  </a:lnTo>
                  <a:lnTo>
                    <a:pt x="263847" y="144883"/>
                  </a:lnTo>
                  <a:lnTo>
                    <a:pt x="260804" y="144913"/>
                  </a:lnTo>
                  <a:lnTo>
                    <a:pt x="256817" y="142556"/>
                  </a:lnTo>
                  <a:lnTo>
                    <a:pt x="255685" y="136644"/>
                  </a:lnTo>
                  <a:lnTo>
                    <a:pt x="251673" y="134186"/>
                  </a:lnTo>
                  <a:lnTo>
                    <a:pt x="244554" y="129512"/>
                  </a:lnTo>
                  <a:lnTo>
                    <a:pt x="241474" y="128656"/>
                  </a:lnTo>
                  <a:lnTo>
                    <a:pt x="241101" y="125302"/>
                  </a:lnTo>
                  <a:lnTo>
                    <a:pt x="238140" y="122405"/>
                  </a:lnTo>
                  <a:lnTo>
                    <a:pt x="232396" y="115871"/>
                  </a:lnTo>
                  <a:lnTo>
                    <a:pt x="235094" y="110477"/>
                  </a:lnTo>
                  <a:lnTo>
                    <a:pt x="233630" y="108386"/>
                  </a:lnTo>
                  <a:lnTo>
                    <a:pt x="233368" y="104729"/>
                  </a:lnTo>
                  <a:lnTo>
                    <a:pt x="236428" y="103400"/>
                  </a:lnTo>
                  <a:lnTo>
                    <a:pt x="238344" y="103130"/>
                  </a:lnTo>
                  <a:lnTo>
                    <a:pt x="240818" y="102440"/>
                  </a:lnTo>
                  <a:lnTo>
                    <a:pt x="239786" y="99912"/>
                  </a:lnTo>
                  <a:lnTo>
                    <a:pt x="238696" y="97239"/>
                  </a:lnTo>
                  <a:lnTo>
                    <a:pt x="237109" y="97942"/>
                  </a:lnTo>
                  <a:lnTo>
                    <a:pt x="233610" y="95093"/>
                  </a:lnTo>
                  <a:lnTo>
                    <a:pt x="231243" y="95812"/>
                  </a:lnTo>
                  <a:lnTo>
                    <a:pt x="228930" y="99593"/>
                  </a:lnTo>
                  <a:lnTo>
                    <a:pt x="227095" y="99497"/>
                  </a:lnTo>
                  <a:lnTo>
                    <a:pt x="226549" y="95579"/>
                  </a:lnTo>
                  <a:lnTo>
                    <a:pt x="222671" y="94263"/>
                  </a:lnTo>
                  <a:lnTo>
                    <a:pt x="222631" y="91379"/>
                  </a:lnTo>
                  <a:lnTo>
                    <a:pt x="226977" y="89297"/>
                  </a:lnTo>
                  <a:lnTo>
                    <a:pt x="228196" y="83849"/>
                  </a:lnTo>
                  <a:lnTo>
                    <a:pt x="232531" y="86201"/>
                  </a:lnTo>
                  <a:lnTo>
                    <a:pt x="233963" y="84171"/>
                  </a:lnTo>
                  <a:lnTo>
                    <a:pt x="232970" y="82053"/>
                  </a:lnTo>
                  <a:lnTo>
                    <a:pt x="231563" y="79050"/>
                  </a:lnTo>
                  <a:lnTo>
                    <a:pt x="230813" y="75973"/>
                  </a:lnTo>
                  <a:lnTo>
                    <a:pt x="227741" y="76904"/>
                  </a:lnTo>
                  <a:lnTo>
                    <a:pt x="223772" y="79657"/>
                  </a:lnTo>
                  <a:lnTo>
                    <a:pt x="223926" y="84338"/>
                  </a:lnTo>
                  <a:lnTo>
                    <a:pt x="221405" y="85992"/>
                  </a:lnTo>
                  <a:lnTo>
                    <a:pt x="220266" y="78122"/>
                  </a:lnTo>
                  <a:lnTo>
                    <a:pt x="221251" y="71608"/>
                  </a:lnTo>
                  <a:lnTo>
                    <a:pt x="221796" y="68365"/>
                  </a:lnTo>
                  <a:lnTo>
                    <a:pt x="224451" y="68600"/>
                  </a:lnTo>
                  <a:lnTo>
                    <a:pt x="226851" y="68811"/>
                  </a:lnTo>
                  <a:lnTo>
                    <a:pt x="225017" y="62612"/>
                  </a:lnTo>
                  <a:lnTo>
                    <a:pt x="223504" y="60453"/>
                  </a:lnTo>
                  <a:lnTo>
                    <a:pt x="220805" y="58836"/>
                  </a:lnTo>
                  <a:lnTo>
                    <a:pt x="221498" y="52369"/>
                  </a:lnTo>
                  <a:lnTo>
                    <a:pt x="222226" y="46922"/>
                  </a:lnTo>
                  <a:lnTo>
                    <a:pt x="223711" y="43799"/>
                  </a:lnTo>
                  <a:lnTo>
                    <a:pt x="223991" y="40267"/>
                  </a:lnTo>
                  <a:lnTo>
                    <a:pt x="226301" y="36203"/>
                  </a:lnTo>
                  <a:lnTo>
                    <a:pt x="229098" y="33923"/>
                  </a:lnTo>
                  <a:lnTo>
                    <a:pt x="230269" y="32967"/>
                  </a:lnTo>
                  <a:lnTo>
                    <a:pt x="231983" y="30567"/>
                  </a:lnTo>
                  <a:lnTo>
                    <a:pt x="230706" y="27375"/>
                  </a:lnTo>
                  <a:lnTo>
                    <a:pt x="229083" y="27910"/>
                  </a:lnTo>
                  <a:lnTo>
                    <a:pt x="227591" y="28402"/>
                  </a:lnTo>
                  <a:lnTo>
                    <a:pt x="223196" y="34075"/>
                  </a:lnTo>
                  <a:lnTo>
                    <a:pt x="219419" y="40077"/>
                  </a:lnTo>
                  <a:lnTo>
                    <a:pt x="215956" y="45897"/>
                  </a:lnTo>
                  <a:lnTo>
                    <a:pt x="214758" y="48869"/>
                  </a:lnTo>
                  <a:lnTo>
                    <a:pt x="213735" y="51404"/>
                  </a:lnTo>
                  <a:lnTo>
                    <a:pt x="211813" y="53173"/>
                  </a:lnTo>
                  <a:lnTo>
                    <a:pt x="211188" y="53747"/>
                  </a:lnTo>
                  <a:lnTo>
                    <a:pt x="209869" y="56545"/>
                  </a:lnTo>
                  <a:lnTo>
                    <a:pt x="207386" y="57263"/>
                  </a:lnTo>
                  <a:lnTo>
                    <a:pt x="205146" y="58028"/>
                  </a:lnTo>
                  <a:lnTo>
                    <a:pt x="204911" y="58608"/>
                  </a:lnTo>
                  <a:lnTo>
                    <a:pt x="203998" y="60856"/>
                  </a:lnTo>
                  <a:lnTo>
                    <a:pt x="211388" y="62942"/>
                  </a:lnTo>
                  <a:lnTo>
                    <a:pt x="213012" y="67111"/>
                  </a:lnTo>
                  <a:lnTo>
                    <a:pt x="214031" y="70452"/>
                  </a:lnTo>
                  <a:lnTo>
                    <a:pt x="216465" y="72576"/>
                  </a:lnTo>
                  <a:lnTo>
                    <a:pt x="213561" y="76074"/>
                  </a:lnTo>
                  <a:lnTo>
                    <a:pt x="212724" y="78755"/>
                  </a:lnTo>
                  <a:lnTo>
                    <a:pt x="214453" y="79668"/>
                  </a:lnTo>
                  <a:lnTo>
                    <a:pt x="213992" y="82903"/>
                  </a:lnTo>
                  <a:lnTo>
                    <a:pt x="213807" y="83413"/>
                  </a:lnTo>
                  <a:lnTo>
                    <a:pt x="213136" y="85265"/>
                  </a:lnTo>
                  <a:lnTo>
                    <a:pt x="212208" y="88651"/>
                  </a:lnTo>
                  <a:lnTo>
                    <a:pt x="214264" y="89195"/>
                  </a:lnTo>
                  <a:lnTo>
                    <a:pt x="213047" y="94335"/>
                  </a:lnTo>
                  <a:lnTo>
                    <a:pt x="211685" y="97571"/>
                  </a:lnTo>
                  <a:lnTo>
                    <a:pt x="214524" y="99686"/>
                  </a:lnTo>
                  <a:lnTo>
                    <a:pt x="214767" y="100694"/>
                  </a:lnTo>
                  <a:lnTo>
                    <a:pt x="215784" y="104912"/>
                  </a:lnTo>
                  <a:lnTo>
                    <a:pt x="218057" y="108693"/>
                  </a:lnTo>
                  <a:lnTo>
                    <a:pt x="219428" y="115370"/>
                  </a:lnTo>
                  <a:lnTo>
                    <a:pt x="222362" y="119709"/>
                  </a:lnTo>
                  <a:lnTo>
                    <a:pt x="226041" y="122361"/>
                  </a:lnTo>
                  <a:lnTo>
                    <a:pt x="231052" y="125775"/>
                  </a:lnTo>
                  <a:lnTo>
                    <a:pt x="232127" y="128065"/>
                  </a:lnTo>
                  <a:lnTo>
                    <a:pt x="232223" y="131864"/>
                  </a:lnTo>
                  <a:lnTo>
                    <a:pt x="232243" y="132642"/>
                  </a:lnTo>
                  <a:lnTo>
                    <a:pt x="234461" y="133377"/>
                  </a:lnTo>
                  <a:lnTo>
                    <a:pt x="234582" y="138583"/>
                  </a:lnTo>
                  <a:lnTo>
                    <a:pt x="238590" y="143085"/>
                  </a:lnTo>
                  <a:lnTo>
                    <a:pt x="241715" y="145839"/>
                  </a:lnTo>
                  <a:lnTo>
                    <a:pt x="241919" y="149386"/>
                  </a:lnTo>
                  <a:lnTo>
                    <a:pt x="243953" y="154593"/>
                  </a:lnTo>
                  <a:lnTo>
                    <a:pt x="239674" y="151879"/>
                  </a:lnTo>
                  <a:lnTo>
                    <a:pt x="234884" y="149614"/>
                  </a:lnTo>
                  <a:lnTo>
                    <a:pt x="231627" y="150899"/>
                  </a:lnTo>
                  <a:lnTo>
                    <a:pt x="226857" y="148873"/>
                  </a:lnTo>
                  <a:lnTo>
                    <a:pt x="222133" y="144603"/>
                  </a:lnTo>
                  <a:lnTo>
                    <a:pt x="216211" y="144472"/>
                  </a:lnTo>
                  <a:lnTo>
                    <a:pt x="211802" y="145681"/>
                  </a:lnTo>
                  <a:lnTo>
                    <a:pt x="207069" y="145484"/>
                  </a:lnTo>
                  <a:lnTo>
                    <a:pt x="205541" y="145371"/>
                  </a:lnTo>
                  <a:lnTo>
                    <a:pt x="202842" y="145171"/>
                  </a:lnTo>
                  <a:lnTo>
                    <a:pt x="198062" y="142642"/>
                  </a:lnTo>
                  <a:lnTo>
                    <a:pt x="193732" y="140571"/>
                  </a:lnTo>
                  <a:lnTo>
                    <a:pt x="190317" y="134672"/>
                  </a:lnTo>
                  <a:lnTo>
                    <a:pt x="188811" y="132927"/>
                  </a:lnTo>
                  <a:lnTo>
                    <a:pt x="185393" y="135833"/>
                  </a:lnTo>
                  <a:lnTo>
                    <a:pt x="182561" y="137941"/>
                  </a:lnTo>
                  <a:lnTo>
                    <a:pt x="177447" y="142165"/>
                  </a:lnTo>
                  <a:lnTo>
                    <a:pt x="172994" y="138350"/>
                  </a:lnTo>
                  <a:lnTo>
                    <a:pt x="171571" y="129309"/>
                  </a:lnTo>
                  <a:lnTo>
                    <a:pt x="174295" y="122785"/>
                  </a:lnTo>
                  <a:lnTo>
                    <a:pt x="177577" y="120586"/>
                  </a:lnTo>
                  <a:lnTo>
                    <a:pt x="177037" y="118836"/>
                  </a:lnTo>
                  <a:lnTo>
                    <a:pt x="176007" y="115554"/>
                  </a:lnTo>
                  <a:lnTo>
                    <a:pt x="178357" y="111978"/>
                  </a:lnTo>
                  <a:lnTo>
                    <a:pt x="178673" y="111497"/>
                  </a:lnTo>
                  <a:lnTo>
                    <a:pt x="180388" y="110967"/>
                  </a:lnTo>
                  <a:lnTo>
                    <a:pt x="180551" y="108338"/>
                  </a:lnTo>
                  <a:lnTo>
                    <a:pt x="180372" y="107579"/>
                  </a:lnTo>
                  <a:lnTo>
                    <a:pt x="179586" y="104240"/>
                  </a:lnTo>
                  <a:lnTo>
                    <a:pt x="179458" y="103695"/>
                  </a:lnTo>
                  <a:lnTo>
                    <a:pt x="182298" y="98617"/>
                  </a:lnTo>
                  <a:lnTo>
                    <a:pt x="185620" y="92575"/>
                  </a:lnTo>
                  <a:lnTo>
                    <a:pt x="177872" y="88108"/>
                  </a:lnTo>
                  <a:lnTo>
                    <a:pt x="174675" y="86260"/>
                  </a:lnTo>
                  <a:lnTo>
                    <a:pt x="170925" y="92982"/>
                  </a:lnTo>
                  <a:lnTo>
                    <a:pt x="168495" y="90927"/>
                  </a:lnTo>
                  <a:lnTo>
                    <a:pt x="166261" y="91363"/>
                  </a:lnTo>
                  <a:lnTo>
                    <a:pt x="164759" y="91655"/>
                  </a:lnTo>
                  <a:lnTo>
                    <a:pt x="161261" y="90995"/>
                  </a:lnTo>
                  <a:lnTo>
                    <a:pt x="160424" y="87454"/>
                  </a:lnTo>
                  <a:lnTo>
                    <a:pt x="155789" y="86461"/>
                  </a:lnTo>
                  <a:lnTo>
                    <a:pt x="154437" y="86482"/>
                  </a:lnTo>
                  <a:lnTo>
                    <a:pt x="153532" y="86496"/>
                  </a:lnTo>
                  <a:lnTo>
                    <a:pt x="152364" y="86513"/>
                  </a:lnTo>
                  <a:lnTo>
                    <a:pt x="145324" y="87195"/>
                  </a:lnTo>
                  <a:lnTo>
                    <a:pt x="143445" y="85016"/>
                  </a:lnTo>
                  <a:lnTo>
                    <a:pt x="140580" y="84418"/>
                  </a:lnTo>
                  <a:lnTo>
                    <a:pt x="139596" y="81000"/>
                  </a:lnTo>
                  <a:lnTo>
                    <a:pt x="141342" y="78240"/>
                  </a:lnTo>
                  <a:lnTo>
                    <a:pt x="142285" y="74918"/>
                  </a:lnTo>
                  <a:lnTo>
                    <a:pt x="139180" y="72828"/>
                  </a:lnTo>
                  <a:lnTo>
                    <a:pt x="134866" y="71445"/>
                  </a:lnTo>
                  <a:lnTo>
                    <a:pt x="132070" y="70142"/>
                  </a:lnTo>
                  <a:lnTo>
                    <a:pt x="126661" y="70274"/>
                  </a:lnTo>
                  <a:lnTo>
                    <a:pt x="125887" y="70405"/>
                  </a:lnTo>
                  <a:lnTo>
                    <a:pt x="123088" y="70877"/>
                  </a:lnTo>
                  <a:lnTo>
                    <a:pt x="120658" y="68619"/>
                  </a:lnTo>
                  <a:lnTo>
                    <a:pt x="119963" y="64352"/>
                  </a:lnTo>
                  <a:lnTo>
                    <a:pt x="114531" y="59055"/>
                  </a:lnTo>
                  <a:lnTo>
                    <a:pt x="113146" y="57138"/>
                  </a:lnTo>
                  <a:lnTo>
                    <a:pt x="111754" y="55210"/>
                  </a:lnTo>
                  <a:lnTo>
                    <a:pt x="109995" y="50051"/>
                  </a:lnTo>
                  <a:lnTo>
                    <a:pt x="103302" y="50037"/>
                  </a:lnTo>
                  <a:lnTo>
                    <a:pt x="98199" y="52027"/>
                  </a:lnTo>
                  <a:lnTo>
                    <a:pt x="96416" y="50742"/>
                  </a:lnTo>
                  <a:lnTo>
                    <a:pt x="91757" y="47381"/>
                  </a:lnTo>
                  <a:lnTo>
                    <a:pt x="82757" y="50975"/>
                  </a:lnTo>
                  <a:lnTo>
                    <a:pt x="77653" y="54925"/>
                  </a:lnTo>
                  <a:lnTo>
                    <a:pt x="76423" y="55487"/>
                  </a:lnTo>
                  <a:lnTo>
                    <a:pt x="73298" y="56910"/>
                  </a:lnTo>
                  <a:lnTo>
                    <a:pt x="70979" y="62927"/>
                  </a:lnTo>
                  <a:lnTo>
                    <a:pt x="70308" y="66553"/>
                  </a:lnTo>
                  <a:lnTo>
                    <a:pt x="69826" y="66661"/>
                  </a:lnTo>
                  <a:lnTo>
                    <a:pt x="61768" y="68462"/>
                  </a:lnTo>
                  <a:lnTo>
                    <a:pt x="57269" y="68364"/>
                  </a:lnTo>
                  <a:lnTo>
                    <a:pt x="53631" y="68282"/>
                  </a:lnTo>
                  <a:lnTo>
                    <a:pt x="50400" y="64206"/>
                  </a:lnTo>
                  <a:lnTo>
                    <a:pt x="47698" y="62294"/>
                  </a:lnTo>
                  <a:lnTo>
                    <a:pt x="44289" y="70927"/>
                  </a:lnTo>
                  <a:lnTo>
                    <a:pt x="39887" y="78905"/>
                  </a:lnTo>
                  <a:lnTo>
                    <a:pt x="39795" y="82534"/>
                  </a:lnTo>
                  <a:lnTo>
                    <a:pt x="33945" y="81039"/>
                  </a:lnTo>
                  <a:lnTo>
                    <a:pt x="31877" y="81629"/>
                  </a:lnTo>
                  <a:lnTo>
                    <a:pt x="30325" y="82071"/>
                  </a:lnTo>
                  <a:lnTo>
                    <a:pt x="26906" y="89507"/>
                  </a:lnTo>
                  <a:lnTo>
                    <a:pt x="22179" y="97560"/>
                  </a:lnTo>
                  <a:lnTo>
                    <a:pt x="21125" y="99351"/>
                  </a:lnTo>
                  <a:lnTo>
                    <a:pt x="17187" y="103256"/>
                  </a:lnTo>
                  <a:lnTo>
                    <a:pt x="13576" y="108742"/>
                  </a:lnTo>
                  <a:lnTo>
                    <a:pt x="9928" y="1117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76434" y="2511022"/>
              <a:ext cx="5493" cy="8729"/>
            </a:xfrm>
            <a:custGeom>
              <a:avLst/>
              <a:pathLst>
                <a:path w="5493" h="8729">
                  <a:moveTo>
                    <a:pt x="0" y="2785"/>
                  </a:moveTo>
                  <a:lnTo>
                    <a:pt x="2201" y="0"/>
                  </a:lnTo>
                  <a:lnTo>
                    <a:pt x="5493" y="3949"/>
                  </a:lnTo>
                  <a:lnTo>
                    <a:pt x="4732" y="8729"/>
                  </a:lnTo>
                  <a:lnTo>
                    <a:pt x="467" y="74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507189" y="2210491"/>
              <a:ext cx="249563" cy="413905"/>
            </a:xfrm>
            <a:custGeom>
              <a:avLst/>
              <a:pathLst>
                <a:path w="249563" h="413905">
                  <a:moveTo>
                    <a:pt x="0" y="234209"/>
                  </a:moveTo>
                  <a:lnTo>
                    <a:pt x="2400" y="232667"/>
                  </a:lnTo>
                  <a:lnTo>
                    <a:pt x="2822" y="229360"/>
                  </a:lnTo>
                  <a:lnTo>
                    <a:pt x="6840" y="229076"/>
                  </a:lnTo>
                  <a:lnTo>
                    <a:pt x="10067" y="231214"/>
                  </a:lnTo>
                  <a:lnTo>
                    <a:pt x="12954" y="235561"/>
                  </a:lnTo>
                  <a:lnTo>
                    <a:pt x="15855" y="234883"/>
                  </a:lnTo>
                  <a:lnTo>
                    <a:pt x="15276" y="231535"/>
                  </a:lnTo>
                  <a:lnTo>
                    <a:pt x="15040" y="230174"/>
                  </a:lnTo>
                  <a:lnTo>
                    <a:pt x="15468" y="227643"/>
                  </a:lnTo>
                  <a:lnTo>
                    <a:pt x="13912" y="225388"/>
                  </a:lnTo>
                  <a:lnTo>
                    <a:pt x="13557" y="222159"/>
                  </a:lnTo>
                  <a:lnTo>
                    <a:pt x="11710" y="220599"/>
                  </a:lnTo>
                  <a:lnTo>
                    <a:pt x="13241" y="217046"/>
                  </a:lnTo>
                  <a:lnTo>
                    <a:pt x="14798" y="216708"/>
                  </a:lnTo>
                  <a:lnTo>
                    <a:pt x="17165" y="218567"/>
                  </a:lnTo>
                  <a:lnTo>
                    <a:pt x="20271" y="217835"/>
                  </a:lnTo>
                  <a:lnTo>
                    <a:pt x="23069" y="217773"/>
                  </a:lnTo>
                  <a:lnTo>
                    <a:pt x="21620" y="214097"/>
                  </a:lnTo>
                  <a:lnTo>
                    <a:pt x="18609" y="212915"/>
                  </a:lnTo>
                  <a:lnTo>
                    <a:pt x="14027" y="209139"/>
                  </a:lnTo>
                  <a:lnTo>
                    <a:pt x="14320" y="203883"/>
                  </a:lnTo>
                  <a:lnTo>
                    <a:pt x="15418" y="200174"/>
                  </a:lnTo>
                  <a:lnTo>
                    <a:pt x="17679" y="196177"/>
                  </a:lnTo>
                  <a:lnTo>
                    <a:pt x="18662" y="192210"/>
                  </a:lnTo>
                  <a:lnTo>
                    <a:pt x="23470" y="186837"/>
                  </a:lnTo>
                  <a:lnTo>
                    <a:pt x="26046" y="182855"/>
                  </a:lnTo>
                  <a:lnTo>
                    <a:pt x="22594" y="179289"/>
                  </a:lnTo>
                  <a:lnTo>
                    <a:pt x="22949" y="177002"/>
                  </a:lnTo>
                  <a:lnTo>
                    <a:pt x="25246" y="171734"/>
                  </a:lnTo>
                  <a:lnTo>
                    <a:pt x="28014" y="167077"/>
                  </a:lnTo>
                  <a:lnTo>
                    <a:pt x="27013" y="163392"/>
                  </a:lnTo>
                  <a:lnTo>
                    <a:pt x="25338" y="161218"/>
                  </a:lnTo>
                  <a:lnTo>
                    <a:pt x="22703" y="162346"/>
                  </a:lnTo>
                  <a:lnTo>
                    <a:pt x="22061" y="159030"/>
                  </a:lnTo>
                  <a:lnTo>
                    <a:pt x="20596" y="157677"/>
                  </a:lnTo>
                  <a:lnTo>
                    <a:pt x="19841" y="153911"/>
                  </a:lnTo>
                  <a:lnTo>
                    <a:pt x="20814" y="149707"/>
                  </a:lnTo>
                  <a:lnTo>
                    <a:pt x="20955" y="145629"/>
                  </a:lnTo>
                  <a:lnTo>
                    <a:pt x="16699" y="143179"/>
                  </a:lnTo>
                  <a:lnTo>
                    <a:pt x="16707" y="137341"/>
                  </a:lnTo>
                  <a:lnTo>
                    <a:pt x="16743" y="133669"/>
                  </a:lnTo>
                  <a:lnTo>
                    <a:pt x="17741" y="131784"/>
                  </a:lnTo>
                  <a:lnTo>
                    <a:pt x="16624" y="129201"/>
                  </a:lnTo>
                  <a:lnTo>
                    <a:pt x="18217" y="125705"/>
                  </a:lnTo>
                  <a:lnTo>
                    <a:pt x="19830" y="122818"/>
                  </a:lnTo>
                  <a:lnTo>
                    <a:pt x="21095" y="119776"/>
                  </a:lnTo>
                  <a:lnTo>
                    <a:pt x="21954" y="117627"/>
                  </a:lnTo>
                  <a:lnTo>
                    <a:pt x="18927" y="104935"/>
                  </a:lnTo>
                  <a:lnTo>
                    <a:pt x="16359" y="94226"/>
                  </a:lnTo>
                  <a:lnTo>
                    <a:pt x="20235" y="75298"/>
                  </a:lnTo>
                  <a:lnTo>
                    <a:pt x="25684" y="48895"/>
                  </a:lnTo>
                  <a:lnTo>
                    <a:pt x="28400" y="35671"/>
                  </a:lnTo>
                  <a:lnTo>
                    <a:pt x="33256" y="13572"/>
                  </a:lnTo>
                  <a:lnTo>
                    <a:pt x="36915" y="12637"/>
                  </a:lnTo>
                  <a:lnTo>
                    <a:pt x="40016" y="12814"/>
                  </a:lnTo>
                  <a:lnTo>
                    <a:pt x="44202" y="12384"/>
                  </a:lnTo>
                  <a:lnTo>
                    <a:pt x="44929" y="16382"/>
                  </a:lnTo>
                  <a:lnTo>
                    <a:pt x="50202" y="27064"/>
                  </a:lnTo>
                  <a:lnTo>
                    <a:pt x="55303" y="28066"/>
                  </a:lnTo>
                  <a:lnTo>
                    <a:pt x="60018" y="29402"/>
                  </a:lnTo>
                  <a:lnTo>
                    <a:pt x="64007" y="24068"/>
                  </a:lnTo>
                  <a:lnTo>
                    <a:pt x="69990" y="18938"/>
                  </a:lnTo>
                  <a:lnTo>
                    <a:pt x="73595" y="16740"/>
                  </a:lnTo>
                  <a:lnTo>
                    <a:pt x="73346" y="13699"/>
                  </a:lnTo>
                  <a:lnTo>
                    <a:pt x="77212" y="10591"/>
                  </a:lnTo>
                  <a:lnTo>
                    <a:pt x="80132" y="10369"/>
                  </a:lnTo>
                  <a:lnTo>
                    <a:pt x="84466" y="7900"/>
                  </a:lnTo>
                  <a:lnTo>
                    <a:pt x="82791" y="5238"/>
                  </a:lnTo>
                  <a:lnTo>
                    <a:pt x="83014" y="2345"/>
                  </a:lnTo>
                  <a:lnTo>
                    <a:pt x="88018" y="367"/>
                  </a:lnTo>
                  <a:lnTo>
                    <a:pt x="92026" y="0"/>
                  </a:lnTo>
                  <a:lnTo>
                    <a:pt x="95655" y="935"/>
                  </a:lnTo>
                  <a:lnTo>
                    <a:pt x="100931" y="2758"/>
                  </a:lnTo>
                  <a:lnTo>
                    <a:pt x="107390" y="5231"/>
                  </a:lnTo>
                  <a:lnTo>
                    <a:pt x="110624" y="5940"/>
                  </a:lnTo>
                  <a:lnTo>
                    <a:pt x="116751" y="10831"/>
                  </a:lnTo>
                  <a:lnTo>
                    <a:pt x="123980" y="12851"/>
                  </a:lnTo>
                  <a:lnTo>
                    <a:pt x="133546" y="35178"/>
                  </a:lnTo>
                  <a:lnTo>
                    <a:pt x="140424" y="51065"/>
                  </a:lnTo>
                  <a:lnTo>
                    <a:pt x="152091" y="77514"/>
                  </a:lnTo>
                  <a:lnTo>
                    <a:pt x="160618" y="97361"/>
                  </a:lnTo>
                  <a:lnTo>
                    <a:pt x="164147" y="105630"/>
                  </a:lnTo>
                  <a:lnTo>
                    <a:pt x="166483" y="106591"/>
                  </a:lnTo>
                  <a:lnTo>
                    <a:pt x="165242" y="111882"/>
                  </a:lnTo>
                  <a:lnTo>
                    <a:pt x="168807" y="114178"/>
                  </a:lnTo>
                  <a:lnTo>
                    <a:pt x="168303" y="119130"/>
                  </a:lnTo>
                  <a:lnTo>
                    <a:pt x="171260" y="122771"/>
                  </a:lnTo>
                  <a:lnTo>
                    <a:pt x="171931" y="127693"/>
                  </a:lnTo>
                  <a:lnTo>
                    <a:pt x="177016" y="125323"/>
                  </a:lnTo>
                  <a:lnTo>
                    <a:pt x="180644" y="128472"/>
                  </a:lnTo>
                  <a:lnTo>
                    <a:pt x="183394" y="128200"/>
                  </a:lnTo>
                  <a:lnTo>
                    <a:pt x="189662" y="127987"/>
                  </a:lnTo>
                  <a:lnTo>
                    <a:pt x="193736" y="125283"/>
                  </a:lnTo>
                  <a:lnTo>
                    <a:pt x="196634" y="127189"/>
                  </a:lnTo>
                  <a:lnTo>
                    <a:pt x="199443" y="132827"/>
                  </a:lnTo>
                  <a:lnTo>
                    <a:pt x="196317" y="134674"/>
                  </a:lnTo>
                  <a:lnTo>
                    <a:pt x="197490" y="138595"/>
                  </a:lnTo>
                  <a:lnTo>
                    <a:pt x="203399" y="143656"/>
                  </a:lnTo>
                  <a:lnTo>
                    <a:pt x="204115" y="150526"/>
                  </a:lnTo>
                  <a:lnTo>
                    <a:pt x="204145" y="153668"/>
                  </a:lnTo>
                  <a:lnTo>
                    <a:pt x="206582" y="155244"/>
                  </a:lnTo>
                  <a:lnTo>
                    <a:pt x="213129" y="160882"/>
                  </a:lnTo>
                  <a:lnTo>
                    <a:pt x="216954" y="161985"/>
                  </a:lnTo>
                  <a:lnTo>
                    <a:pt x="218536" y="159216"/>
                  </a:lnTo>
                  <a:lnTo>
                    <a:pt x="218488" y="154881"/>
                  </a:lnTo>
                  <a:lnTo>
                    <a:pt x="222916" y="154842"/>
                  </a:lnTo>
                  <a:lnTo>
                    <a:pt x="225591" y="154488"/>
                  </a:lnTo>
                  <a:lnTo>
                    <a:pt x="230091" y="157445"/>
                  </a:lnTo>
                  <a:lnTo>
                    <a:pt x="232833" y="160503"/>
                  </a:lnTo>
                  <a:lnTo>
                    <a:pt x="234698" y="163512"/>
                  </a:lnTo>
                  <a:lnTo>
                    <a:pt x="240571" y="169697"/>
                  </a:lnTo>
                  <a:lnTo>
                    <a:pt x="244651" y="171471"/>
                  </a:lnTo>
                  <a:lnTo>
                    <a:pt x="246035" y="176168"/>
                  </a:lnTo>
                  <a:lnTo>
                    <a:pt x="249563" y="177708"/>
                  </a:lnTo>
                  <a:lnTo>
                    <a:pt x="247032" y="183679"/>
                  </a:lnTo>
                  <a:lnTo>
                    <a:pt x="245306" y="187028"/>
                  </a:lnTo>
                  <a:lnTo>
                    <a:pt x="244137" y="191070"/>
                  </a:lnTo>
                  <a:lnTo>
                    <a:pt x="242698" y="196029"/>
                  </a:lnTo>
                  <a:lnTo>
                    <a:pt x="239950" y="199693"/>
                  </a:lnTo>
                  <a:lnTo>
                    <a:pt x="237948" y="204300"/>
                  </a:lnTo>
                  <a:lnTo>
                    <a:pt x="232851" y="204063"/>
                  </a:lnTo>
                  <a:lnTo>
                    <a:pt x="231888" y="206647"/>
                  </a:lnTo>
                  <a:lnTo>
                    <a:pt x="229179" y="208067"/>
                  </a:lnTo>
                  <a:lnTo>
                    <a:pt x="228274" y="212792"/>
                  </a:lnTo>
                  <a:lnTo>
                    <a:pt x="228213" y="217343"/>
                  </a:lnTo>
                  <a:lnTo>
                    <a:pt x="230368" y="219626"/>
                  </a:lnTo>
                  <a:lnTo>
                    <a:pt x="227694" y="225475"/>
                  </a:lnTo>
                  <a:lnTo>
                    <a:pt x="222583" y="222043"/>
                  </a:lnTo>
                  <a:lnTo>
                    <a:pt x="220212" y="219287"/>
                  </a:lnTo>
                  <a:lnTo>
                    <a:pt x="218006" y="222581"/>
                  </a:lnTo>
                  <a:lnTo>
                    <a:pt x="213338" y="225314"/>
                  </a:lnTo>
                  <a:lnTo>
                    <a:pt x="211860" y="228897"/>
                  </a:lnTo>
                  <a:lnTo>
                    <a:pt x="212435" y="233065"/>
                  </a:lnTo>
                  <a:lnTo>
                    <a:pt x="210780" y="236256"/>
                  </a:lnTo>
                  <a:lnTo>
                    <a:pt x="208100" y="235744"/>
                  </a:lnTo>
                  <a:lnTo>
                    <a:pt x="207828" y="236269"/>
                  </a:lnTo>
                  <a:lnTo>
                    <a:pt x="206521" y="238782"/>
                  </a:lnTo>
                  <a:lnTo>
                    <a:pt x="204418" y="239374"/>
                  </a:lnTo>
                  <a:lnTo>
                    <a:pt x="204433" y="245172"/>
                  </a:lnTo>
                  <a:lnTo>
                    <a:pt x="200199" y="243712"/>
                  </a:lnTo>
                  <a:lnTo>
                    <a:pt x="198184" y="242357"/>
                  </a:lnTo>
                  <a:lnTo>
                    <a:pt x="195024" y="245006"/>
                  </a:lnTo>
                  <a:lnTo>
                    <a:pt x="197445" y="248396"/>
                  </a:lnTo>
                  <a:lnTo>
                    <a:pt x="197137" y="250644"/>
                  </a:lnTo>
                  <a:lnTo>
                    <a:pt x="196340" y="254856"/>
                  </a:lnTo>
                  <a:lnTo>
                    <a:pt x="200869" y="256916"/>
                  </a:lnTo>
                  <a:lnTo>
                    <a:pt x="193030" y="259390"/>
                  </a:lnTo>
                  <a:lnTo>
                    <a:pt x="193826" y="262718"/>
                  </a:lnTo>
                  <a:lnTo>
                    <a:pt x="195907" y="270550"/>
                  </a:lnTo>
                  <a:lnTo>
                    <a:pt x="189471" y="272442"/>
                  </a:lnTo>
                  <a:lnTo>
                    <a:pt x="186334" y="275368"/>
                  </a:lnTo>
                  <a:lnTo>
                    <a:pt x="185033" y="276876"/>
                  </a:lnTo>
                  <a:lnTo>
                    <a:pt x="182623" y="279665"/>
                  </a:lnTo>
                  <a:lnTo>
                    <a:pt x="182776" y="285572"/>
                  </a:lnTo>
                  <a:lnTo>
                    <a:pt x="180692" y="287056"/>
                  </a:lnTo>
                  <a:lnTo>
                    <a:pt x="177575" y="281322"/>
                  </a:lnTo>
                  <a:lnTo>
                    <a:pt x="171865" y="285517"/>
                  </a:lnTo>
                  <a:lnTo>
                    <a:pt x="167507" y="290475"/>
                  </a:lnTo>
                  <a:lnTo>
                    <a:pt x="164015" y="286889"/>
                  </a:lnTo>
                  <a:lnTo>
                    <a:pt x="160531" y="283196"/>
                  </a:lnTo>
                  <a:lnTo>
                    <a:pt x="162249" y="279655"/>
                  </a:lnTo>
                  <a:lnTo>
                    <a:pt x="160325" y="278478"/>
                  </a:lnTo>
                  <a:lnTo>
                    <a:pt x="156669" y="276240"/>
                  </a:lnTo>
                  <a:lnTo>
                    <a:pt x="152318" y="276909"/>
                  </a:lnTo>
                  <a:lnTo>
                    <a:pt x="151115" y="277093"/>
                  </a:lnTo>
                  <a:lnTo>
                    <a:pt x="152334" y="282606"/>
                  </a:lnTo>
                  <a:lnTo>
                    <a:pt x="152486" y="286566"/>
                  </a:lnTo>
                  <a:lnTo>
                    <a:pt x="156675" y="289769"/>
                  </a:lnTo>
                  <a:lnTo>
                    <a:pt x="155880" y="293900"/>
                  </a:lnTo>
                  <a:lnTo>
                    <a:pt x="158368" y="296108"/>
                  </a:lnTo>
                  <a:lnTo>
                    <a:pt x="157533" y="299617"/>
                  </a:lnTo>
                  <a:lnTo>
                    <a:pt x="154313" y="300710"/>
                  </a:lnTo>
                  <a:lnTo>
                    <a:pt x="151781" y="301668"/>
                  </a:lnTo>
                  <a:lnTo>
                    <a:pt x="151403" y="307196"/>
                  </a:lnTo>
                  <a:lnTo>
                    <a:pt x="149763" y="308119"/>
                  </a:lnTo>
                  <a:lnTo>
                    <a:pt x="148897" y="312268"/>
                  </a:lnTo>
                  <a:lnTo>
                    <a:pt x="147263" y="315146"/>
                  </a:lnTo>
                  <a:lnTo>
                    <a:pt x="143344" y="310848"/>
                  </a:lnTo>
                  <a:lnTo>
                    <a:pt x="141008" y="309301"/>
                  </a:lnTo>
                  <a:lnTo>
                    <a:pt x="139855" y="308537"/>
                  </a:lnTo>
                  <a:lnTo>
                    <a:pt x="139275" y="311997"/>
                  </a:lnTo>
                  <a:lnTo>
                    <a:pt x="138786" y="313500"/>
                  </a:lnTo>
                  <a:lnTo>
                    <a:pt x="137334" y="321029"/>
                  </a:lnTo>
                  <a:lnTo>
                    <a:pt x="134359" y="321880"/>
                  </a:lnTo>
                  <a:lnTo>
                    <a:pt x="133438" y="323993"/>
                  </a:lnTo>
                  <a:lnTo>
                    <a:pt x="129875" y="327317"/>
                  </a:lnTo>
                  <a:lnTo>
                    <a:pt x="127513" y="329014"/>
                  </a:lnTo>
                  <a:lnTo>
                    <a:pt x="126396" y="329816"/>
                  </a:lnTo>
                  <a:lnTo>
                    <a:pt x="125799" y="334733"/>
                  </a:lnTo>
                  <a:lnTo>
                    <a:pt x="123208" y="337294"/>
                  </a:lnTo>
                  <a:lnTo>
                    <a:pt x="122544" y="340142"/>
                  </a:lnTo>
                  <a:lnTo>
                    <a:pt x="121176" y="340355"/>
                  </a:lnTo>
                  <a:lnTo>
                    <a:pt x="119039" y="335990"/>
                  </a:lnTo>
                  <a:lnTo>
                    <a:pt x="117328" y="335939"/>
                  </a:lnTo>
                  <a:lnTo>
                    <a:pt x="115419" y="335882"/>
                  </a:lnTo>
                  <a:lnTo>
                    <a:pt x="112435" y="340028"/>
                  </a:lnTo>
                  <a:lnTo>
                    <a:pt x="112490" y="343278"/>
                  </a:lnTo>
                  <a:lnTo>
                    <a:pt x="108305" y="344616"/>
                  </a:lnTo>
                  <a:lnTo>
                    <a:pt x="108175" y="348657"/>
                  </a:lnTo>
                  <a:lnTo>
                    <a:pt x="103876" y="350084"/>
                  </a:lnTo>
                  <a:lnTo>
                    <a:pt x="103495" y="353074"/>
                  </a:lnTo>
                  <a:lnTo>
                    <a:pt x="103491" y="357771"/>
                  </a:lnTo>
                  <a:lnTo>
                    <a:pt x="105360" y="360789"/>
                  </a:lnTo>
                  <a:lnTo>
                    <a:pt x="103623" y="363202"/>
                  </a:lnTo>
                  <a:lnTo>
                    <a:pt x="99587" y="365977"/>
                  </a:lnTo>
                  <a:lnTo>
                    <a:pt x="98529" y="366311"/>
                  </a:lnTo>
                  <a:lnTo>
                    <a:pt x="97179" y="366736"/>
                  </a:lnTo>
                  <a:lnTo>
                    <a:pt x="97067" y="370826"/>
                  </a:lnTo>
                  <a:lnTo>
                    <a:pt x="101374" y="371874"/>
                  </a:lnTo>
                  <a:lnTo>
                    <a:pt x="99473" y="376993"/>
                  </a:lnTo>
                  <a:lnTo>
                    <a:pt x="99178" y="382074"/>
                  </a:lnTo>
                  <a:lnTo>
                    <a:pt x="96908" y="384957"/>
                  </a:lnTo>
                  <a:lnTo>
                    <a:pt x="93750" y="385824"/>
                  </a:lnTo>
                  <a:lnTo>
                    <a:pt x="92311" y="388507"/>
                  </a:lnTo>
                  <a:lnTo>
                    <a:pt x="92068" y="393562"/>
                  </a:lnTo>
                  <a:lnTo>
                    <a:pt x="94113" y="397392"/>
                  </a:lnTo>
                  <a:lnTo>
                    <a:pt x="94713" y="402754"/>
                  </a:lnTo>
                  <a:lnTo>
                    <a:pt x="94051" y="405779"/>
                  </a:lnTo>
                  <a:lnTo>
                    <a:pt x="93280" y="411664"/>
                  </a:lnTo>
                  <a:lnTo>
                    <a:pt x="91546" y="413905"/>
                  </a:lnTo>
                  <a:lnTo>
                    <a:pt x="87818" y="413412"/>
                  </a:lnTo>
                  <a:lnTo>
                    <a:pt x="82759" y="411220"/>
                  </a:lnTo>
                  <a:lnTo>
                    <a:pt x="82075" y="410923"/>
                  </a:lnTo>
                  <a:lnTo>
                    <a:pt x="80720" y="406603"/>
                  </a:lnTo>
                  <a:lnTo>
                    <a:pt x="80259" y="403186"/>
                  </a:lnTo>
                  <a:lnTo>
                    <a:pt x="75130" y="400095"/>
                  </a:lnTo>
                  <a:lnTo>
                    <a:pt x="70430" y="396674"/>
                  </a:lnTo>
                  <a:lnTo>
                    <a:pt x="65302" y="393725"/>
                  </a:lnTo>
                  <a:lnTo>
                    <a:pt x="64632" y="388911"/>
                  </a:lnTo>
                  <a:lnTo>
                    <a:pt x="62968" y="381849"/>
                  </a:lnTo>
                  <a:lnTo>
                    <a:pt x="61506" y="379500"/>
                  </a:lnTo>
                  <a:lnTo>
                    <a:pt x="60062" y="377180"/>
                  </a:lnTo>
                  <a:lnTo>
                    <a:pt x="55515" y="366422"/>
                  </a:lnTo>
                  <a:lnTo>
                    <a:pt x="52381" y="358823"/>
                  </a:lnTo>
                  <a:lnTo>
                    <a:pt x="50804" y="355002"/>
                  </a:lnTo>
                  <a:lnTo>
                    <a:pt x="42334" y="333982"/>
                  </a:lnTo>
                  <a:lnTo>
                    <a:pt x="36791" y="320238"/>
                  </a:lnTo>
                  <a:lnTo>
                    <a:pt x="35897" y="318087"/>
                  </a:lnTo>
                  <a:lnTo>
                    <a:pt x="35316" y="316688"/>
                  </a:lnTo>
                  <a:lnTo>
                    <a:pt x="28512" y="300334"/>
                  </a:lnTo>
                  <a:lnTo>
                    <a:pt x="20397" y="280825"/>
                  </a:lnTo>
                  <a:lnTo>
                    <a:pt x="10998" y="2592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52718" y="2740108"/>
              <a:ext cx="19147" cy="12666"/>
            </a:xfrm>
            <a:custGeom>
              <a:avLst/>
              <a:pathLst>
                <a:path w="19147" h="12666">
                  <a:moveTo>
                    <a:pt x="1476" y="0"/>
                  </a:moveTo>
                  <a:lnTo>
                    <a:pt x="8479" y="4573"/>
                  </a:lnTo>
                  <a:lnTo>
                    <a:pt x="14853" y="5910"/>
                  </a:lnTo>
                  <a:lnTo>
                    <a:pt x="19147" y="7580"/>
                  </a:lnTo>
                  <a:lnTo>
                    <a:pt x="17623" y="11871"/>
                  </a:lnTo>
                  <a:lnTo>
                    <a:pt x="12163" y="12666"/>
                  </a:lnTo>
                  <a:lnTo>
                    <a:pt x="4672" y="7284"/>
                  </a:lnTo>
                  <a:lnTo>
                    <a:pt x="0" y="34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191576" y="2755254"/>
              <a:ext cx="19216" cy="23543"/>
            </a:xfrm>
            <a:custGeom>
              <a:avLst/>
              <a:pathLst>
                <a:path w="19216" h="23543">
                  <a:moveTo>
                    <a:pt x="0" y="10818"/>
                  </a:moveTo>
                  <a:lnTo>
                    <a:pt x="2897" y="9666"/>
                  </a:lnTo>
                  <a:lnTo>
                    <a:pt x="9196" y="739"/>
                  </a:lnTo>
                  <a:lnTo>
                    <a:pt x="19216" y="0"/>
                  </a:lnTo>
                  <a:lnTo>
                    <a:pt x="19020" y="4398"/>
                  </a:lnTo>
                  <a:lnTo>
                    <a:pt x="13804" y="20858"/>
                  </a:lnTo>
                  <a:lnTo>
                    <a:pt x="11027" y="23543"/>
                  </a:lnTo>
                  <a:lnTo>
                    <a:pt x="7119" y="23011"/>
                  </a:lnTo>
                  <a:lnTo>
                    <a:pt x="905" y="141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75335" y="2819921"/>
              <a:ext cx="10485" cy="15148"/>
            </a:xfrm>
            <a:custGeom>
              <a:avLst/>
              <a:pathLst>
                <a:path w="10485" h="15148">
                  <a:moveTo>
                    <a:pt x="411" y="11141"/>
                  </a:moveTo>
                  <a:lnTo>
                    <a:pt x="4364" y="0"/>
                  </a:lnTo>
                  <a:lnTo>
                    <a:pt x="7845" y="152"/>
                  </a:lnTo>
                  <a:lnTo>
                    <a:pt x="10485" y="2539"/>
                  </a:lnTo>
                  <a:lnTo>
                    <a:pt x="9953" y="7712"/>
                  </a:lnTo>
                  <a:lnTo>
                    <a:pt x="4666" y="15148"/>
                  </a:lnTo>
                  <a:lnTo>
                    <a:pt x="0" y="148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67052" y="2751053"/>
              <a:ext cx="274257" cy="373313"/>
            </a:xfrm>
            <a:custGeom>
              <a:avLst/>
              <a:pathLst>
                <a:path w="274257" h="373313">
                  <a:moveTo>
                    <a:pt x="12632" y="373313"/>
                  </a:moveTo>
                  <a:lnTo>
                    <a:pt x="20095" y="365371"/>
                  </a:lnTo>
                  <a:lnTo>
                    <a:pt x="25094" y="357131"/>
                  </a:lnTo>
                  <a:lnTo>
                    <a:pt x="27906" y="345914"/>
                  </a:lnTo>
                  <a:lnTo>
                    <a:pt x="28979" y="341607"/>
                  </a:lnTo>
                  <a:lnTo>
                    <a:pt x="30528" y="336884"/>
                  </a:lnTo>
                  <a:lnTo>
                    <a:pt x="35391" y="326335"/>
                  </a:lnTo>
                  <a:lnTo>
                    <a:pt x="35885" y="325261"/>
                  </a:lnTo>
                  <a:lnTo>
                    <a:pt x="38467" y="312250"/>
                  </a:lnTo>
                  <a:lnTo>
                    <a:pt x="38587" y="310013"/>
                  </a:lnTo>
                  <a:lnTo>
                    <a:pt x="39168" y="299104"/>
                  </a:lnTo>
                  <a:lnTo>
                    <a:pt x="38544" y="289811"/>
                  </a:lnTo>
                  <a:lnTo>
                    <a:pt x="38001" y="279344"/>
                  </a:lnTo>
                  <a:lnTo>
                    <a:pt x="37917" y="278932"/>
                  </a:lnTo>
                  <a:lnTo>
                    <a:pt x="35849" y="268773"/>
                  </a:lnTo>
                  <a:lnTo>
                    <a:pt x="33586" y="259896"/>
                  </a:lnTo>
                  <a:lnTo>
                    <a:pt x="30412" y="251915"/>
                  </a:lnTo>
                  <a:lnTo>
                    <a:pt x="28687" y="249078"/>
                  </a:lnTo>
                  <a:lnTo>
                    <a:pt x="24904" y="242847"/>
                  </a:lnTo>
                  <a:lnTo>
                    <a:pt x="22179" y="238852"/>
                  </a:lnTo>
                  <a:lnTo>
                    <a:pt x="17065" y="231338"/>
                  </a:lnTo>
                  <a:lnTo>
                    <a:pt x="13146" y="223619"/>
                  </a:lnTo>
                  <a:lnTo>
                    <a:pt x="11638" y="220263"/>
                  </a:lnTo>
                  <a:lnTo>
                    <a:pt x="10030" y="216682"/>
                  </a:lnTo>
                  <a:lnTo>
                    <a:pt x="5759" y="210403"/>
                  </a:lnTo>
                  <a:lnTo>
                    <a:pt x="4320" y="206066"/>
                  </a:lnTo>
                  <a:lnTo>
                    <a:pt x="5451" y="201038"/>
                  </a:lnTo>
                  <a:lnTo>
                    <a:pt x="8475" y="193996"/>
                  </a:lnTo>
                  <a:lnTo>
                    <a:pt x="8385" y="189724"/>
                  </a:lnTo>
                  <a:lnTo>
                    <a:pt x="8344" y="187823"/>
                  </a:lnTo>
                  <a:lnTo>
                    <a:pt x="6181" y="181259"/>
                  </a:lnTo>
                  <a:lnTo>
                    <a:pt x="4467" y="176811"/>
                  </a:lnTo>
                  <a:lnTo>
                    <a:pt x="1329" y="172778"/>
                  </a:lnTo>
                  <a:lnTo>
                    <a:pt x="0" y="169759"/>
                  </a:lnTo>
                  <a:lnTo>
                    <a:pt x="4377" y="163497"/>
                  </a:lnTo>
                  <a:lnTo>
                    <a:pt x="6127" y="157922"/>
                  </a:lnTo>
                  <a:lnTo>
                    <a:pt x="7630" y="153121"/>
                  </a:lnTo>
                  <a:lnTo>
                    <a:pt x="11059" y="142149"/>
                  </a:lnTo>
                  <a:lnTo>
                    <a:pt x="11274" y="137123"/>
                  </a:lnTo>
                  <a:lnTo>
                    <a:pt x="10247" y="129948"/>
                  </a:lnTo>
                  <a:lnTo>
                    <a:pt x="10457" y="126748"/>
                  </a:lnTo>
                  <a:lnTo>
                    <a:pt x="10744" y="122357"/>
                  </a:lnTo>
                  <a:lnTo>
                    <a:pt x="7491" y="115626"/>
                  </a:lnTo>
                  <a:lnTo>
                    <a:pt x="7071" y="111130"/>
                  </a:lnTo>
                  <a:lnTo>
                    <a:pt x="12055" y="107656"/>
                  </a:lnTo>
                  <a:lnTo>
                    <a:pt x="16219" y="105739"/>
                  </a:lnTo>
                  <a:lnTo>
                    <a:pt x="16321" y="102418"/>
                  </a:lnTo>
                  <a:lnTo>
                    <a:pt x="16439" y="98524"/>
                  </a:lnTo>
                  <a:lnTo>
                    <a:pt x="15524" y="90658"/>
                  </a:lnTo>
                  <a:lnTo>
                    <a:pt x="20410" y="90239"/>
                  </a:lnTo>
                  <a:lnTo>
                    <a:pt x="22429" y="84263"/>
                  </a:lnTo>
                  <a:lnTo>
                    <a:pt x="27621" y="86093"/>
                  </a:lnTo>
                  <a:lnTo>
                    <a:pt x="31523" y="81829"/>
                  </a:lnTo>
                  <a:lnTo>
                    <a:pt x="32466" y="75081"/>
                  </a:lnTo>
                  <a:lnTo>
                    <a:pt x="35807" y="70759"/>
                  </a:lnTo>
                  <a:lnTo>
                    <a:pt x="37510" y="63430"/>
                  </a:lnTo>
                  <a:lnTo>
                    <a:pt x="41876" y="59062"/>
                  </a:lnTo>
                  <a:lnTo>
                    <a:pt x="43594" y="61758"/>
                  </a:lnTo>
                  <a:lnTo>
                    <a:pt x="43578" y="73761"/>
                  </a:lnTo>
                  <a:lnTo>
                    <a:pt x="44508" y="75083"/>
                  </a:lnTo>
                  <a:lnTo>
                    <a:pt x="47480" y="79307"/>
                  </a:lnTo>
                  <a:lnTo>
                    <a:pt x="49948" y="77326"/>
                  </a:lnTo>
                  <a:lnTo>
                    <a:pt x="52214" y="74612"/>
                  </a:lnTo>
                  <a:lnTo>
                    <a:pt x="54838" y="71465"/>
                  </a:lnTo>
                  <a:lnTo>
                    <a:pt x="54809" y="66504"/>
                  </a:lnTo>
                  <a:lnTo>
                    <a:pt x="52716" y="59764"/>
                  </a:lnTo>
                  <a:lnTo>
                    <a:pt x="52451" y="57407"/>
                  </a:lnTo>
                  <a:lnTo>
                    <a:pt x="51825" y="51844"/>
                  </a:lnTo>
                  <a:lnTo>
                    <a:pt x="55753" y="47023"/>
                  </a:lnTo>
                  <a:lnTo>
                    <a:pt x="60989" y="42074"/>
                  </a:lnTo>
                  <a:lnTo>
                    <a:pt x="67042" y="40722"/>
                  </a:lnTo>
                  <a:lnTo>
                    <a:pt x="69523" y="40166"/>
                  </a:lnTo>
                  <a:lnTo>
                    <a:pt x="75119" y="38040"/>
                  </a:lnTo>
                  <a:lnTo>
                    <a:pt x="77356" y="34574"/>
                  </a:lnTo>
                  <a:lnTo>
                    <a:pt x="72925" y="33650"/>
                  </a:lnTo>
                  <a:lnTo>
                    <a:pt x="69180" y="33699"/>
                  </a:lnTo>
                  <a:lnTo>
                    <a:pt x="63672" y="27096"/>
                  </a:lnTo>
                  <a:lnTo>
                    <a:pt x="62269" y="23096"/>
                  </a:lnTo>
                  <a:lnTo>
                    <a:pt x="64633" y="16313"/>
                  </a:lnTo>
                  <a:lnTo>
                    <a:pt x="69316" y="11215"/>
                  </a:lnTo>
                  <a:lnTo>
                    <a:pt x="65483" y="5284"/>
                  </a:lnTo>
                  <a:lnTo>
                    <a:pt x="74483" y="4317"/>
                  </a:lnTo>
                  <a:lnTo>
                    <a:pt x="79521" y="0"/>
                  </a:lnTo>
                  <a:lnTo>
                    <a:pt x="82099" y="296"/>
                  </a:lnTo>
                  <a:lnTo>
                    <a:pt x="82948" y="393"/>
                  </a:lnTo>
                  <a:lnTo>
                    <a:pt x="94219" y="5324"/>
                  </a:lnTo>
                  <a:lnTo>
                    <a:pt x="100506" y="8253"/>
                  </a:lnTo>
                  <a:lnTo>
                    <a:pt x="103103" y="6209"/>
                  </a:lnTo>
                  <a:lnTo>
                    <a:pt x="108241" y="5649"/>
                  </a:lnTo>
                  <a:lnTo>
                    <a:pt x="116024" y="7542"/>
                  </a:lnTo>
                  <a:lnTo>
                    <a:pt x="116999" y="7778"/>
                  </a:lnTo>
                  <a:lnTo>
                    <a:pt x="122298" y="12566"/>
                  </a:lnTo>
                  <a:lnTo>
                    <a:pt x="125168" y="17340"/>
                  </a:lnTo>
                  <a:lnTo>
                    <a:pt x="131148" y="16689"/>
                  </a:lnTo>
                  <a:lnTo>
                    <a:pt x="136591" y="16070"/>
                  </a:lnTo>
                  <a:lnTo>
                    <a:pt x="141567" y="19615"/>
                  </a:lnTo>
                  <a:lnTo>
                    <a:pt x="150944" y="21217"/>
                  </a:lnTo>
                  <a:lnTo>
                    <a:pt x="157628" y="23781"/>
                  </a:lnTo>
                  <a:lnTo>
                    <a:pt x="164223" y="22110"/>
                  </a:lnTo>
                  <a:lnTo>
                    <a:pt x="171945" y="27876"/>
                  </a:lnTo>
                  <a:lnTo>
                    <a:pt x="171538" y="32214"/>
                  </a:lnTo>
                  <a:lnTo>
                    <a:pt x="173149" y="33689"/>
                  </a:lnTo>
                  <a:lnTo>
                    <a:pt x="178547" y="38621"/>
                  </a:lnTo>
                  <a:lnTo>
                    <a:pt x="183622" y="47782"/>
                  </a:lnTo>
                  <a:lnTo>
                    <a:pt x="178854" y="47459"/>
                  </a:lnTo>
                  <a:lnTo>
                    <a:pt x="174763" y="45712"/>
                  </a:lnTo>
                  <a:lnTo>
                    <a:pt x="172519" y="47928"/>
                  </a:lnTo>
                  <a:lnTo>
                    <a:pt x="173812" y="52271"/>
                  </a:lnTo>
                  <a:lnTo>
                    <a:pt x="174688" y="57436"/>
                  </a:lnTo>
                  <a:lnTo>
                    <a:pt x="180892" y="61079"/>
                  </a:lnTo>
                  <a:lnTo>
                    <a:pt x="182955" y="61151"/>
                  </a:lnTo>
                  <a:lnTo>
                    <a:pt x="183608" y="63000"/>
                  </a:lnTo>
                  <a:lnTo>
                    <a:pt x="186586" y="71424"/>
                  </a:lnTo>
                  <a:lnTo>
                    <a:pt x="189058" y="77155"/>
                  </a:lnTo>
                  <a:lnTo>
                    <a:pt x="188212" y="84624"/>
                  </a:lnTo>
                  <a:lnTo>
                    <a:pt x="189805" y="93063"/>
                  </a:lnTo>
                  <a:lnTo>
                    <a:pt x="190226" y="95291"/>
                  </a:lnTo>
                  <a:lnTo>
                    <a:pt x="191782" y="108809"/>
                  </a:lnTo>
                  <a:lnTo>
                    <a:pt x="188361" y="112336"/>
                  </a:lnTo>
                  <a:lnTo>
                    <a:pt x="186498" y="116021"/>
                  </a:lnTo>
                  <a:lnTo>
                    <a:pt x="181525" y="117398"/>
                  </a:lnTo>
                  <a:lnTo>
                    <a:pt x="180805" y="126403"/>
                  </a:lnTo>
                  <a:lnTo>
                    <a:pt x="180748" y="127104"/>
                  </a:lnTo>
                  <a:lnTo>
                    <a:pt x="181484" y="135908"/>
                  </a:lnTo>
                  <a:lnTo>
                    <a:pt x="175947" y="138887"/>
                  </a:lnTo>
                  <a:lnTo>
                    <a:pt x="175940" y="143186"/>
                  </a:lnTo>
                  <a:lnTo>
                    <a:pt x="170156" y="144683"/>
                  </a:lnTo>
                  <a:lnTo>
                    <a:pt x="165542" y="147836"/>
                  </a:lnTo>
                  <a:lnTo>
                    <a:pt x="164468" y="152772"/>
                  </a:lnTo>
                  <a:lnTo>
                    <a:pt x="164155" y="154207"/>
                  </a:lnTo>
                  <a:lnTo>
                    <a:pt x="164984" y="164517"/>
                  </a:lnTo>
                  <a:lnTo>
                    <a:pt x="164562" y="168384"/>
                  </a:lnTo>
                  <a:lnTo>
                    <a:pt x="168008" y="173332"/>
                  </a:lnTo>
                  <a:lnTo>
                    <a:pt x="173676" y="172080"/>
                  </a:lnTo>
                  <a:lnTo>
                    <a:pt x="179944" y="175355"/>
                  </a:lnTo>
                  <a:lnTo>
                    <a:pt x="182283" y="176839"/>
                  </a:lnTo>
                  <a:lnTo>
                    <a:pt x="183473" y="177594"/>
                  </a:lnTo>
                  <a:lnTo>
                    <a:pt x="191590" y="162997"/>
                  </a:lnTo>
                  <a:lnTo>
                    <a:pt x="191777" y="161925"/>
                  </a:lnTo>
                  <a:lnTo>
                    <a:pt x="192567" y="157383"/>
                  </a:lnTo>
                  <a:lnTo>
                    <a:pt x="193855" y="148835"/>
                  </a:lnTo>
                  <a:lnTo>
                    <a:pt x="194817" y="145514"/>
                  </a:lnTo>
                  <a:lnTo>
                    <a:pt x="202200" y="142321"/>
                  </a:lnTo>
                  <a:lnTo>
                    <a:pt x="202848" y="138975"/>
                  </a:lnTo>
                  <a:lnTo>
                    <a:pt x="210304" y="135625"/>
                  </a:lnTo>
                  <a:lnTo>
                    <a:pt x="215336" y="132513"/>
                  </a:lnTo>
                  <a:lnTo>
                    <a:pt x="216155" y="129672"/>
                  </a:lnTo>
                  <a:lnTo>
                    <a:pt x="221604" y="126313"/>
                  </a:lnTo>
                  <a:lnTo>
                    <a:pt x="230796" y="128506"/>
                  </a:lnTo>
                  <a:lnTo>
                    <a:pt x="237309" y="133885"/>
                  </a:lnTo>
                  <a:lnTo>
                    <a:pt x="244169" y="142987"/>
                  </a:lnTo>
                  <a:lnTo>
                    <a:pt x="247184" y="150613"/>
                  </a:lnTo>
                  <a:lnTo>
                    <a:pt x="248452" y="154804"/>
                  </a:lnTo>
                  <a:lnTo>
                    <a:pt x="251254" y="164065"/>
                  </a:lnTo>
                  <a:lnTo>
                    <a:pt x="257537" y="177101"/>
                  </a:lnTo>
                  <a:lnTo>
                    <a:pt x="262229" y="193923"/>
                  </a:lnTo>
                  <a:lnTo>
                    <a:pt x="264336" y="198583"/>
                  </a:lnTo>
                  <a:lnTo>
                    <a:pt x="266810" y="204050"/>
                  </a:lnTo>
                  <a:lnTo>
                    <a:pt x="272984" y="211474"/>
                  </a:lnTo>
                  <a:lnTo>
                    <a:pt x="273184" y="216284"/>
                  </a:lnTo>
                  <a:lnTo>
                    <a:pt x="271790" y="222439"/>
                  </a:lnTo>
                  <a:lnTo>
                    <a:pt x="274257" y="233273"/>
                  </a:lnTo>
                  <a:lnTo>
                    <a:pt x="273880" y="244645"/>
                  </a:lnTo>
                  <a:lnTo>
                    <a:pt x="270739" y="252872"/>
                  </a:lnTo>
                  <a:lnTo>
                    <a:pt x="265324" y="256932"/>
                  </a:lnTo>
                  <a:lnTo>
                    <a:pt x="261809" y="248740"/>
                  </a:lnTo>
                  <a:lnTo>
                    <a:pt x="265276" y="244355"/>
                  </a:lnTo>
                  <a:lnTo>
                    <a:pt x="260726" y="244051"/>
                  </a:lnTo>
                  <a:lnTo>
                    <a:pt x="255694" y="249297"/>
                  </a:lnTo>
                  <a:lnTo>
                    <a:pt x="258433" y="251376"/>
                  </a:lnTo>
                  <a:lnTo>
                    <a:pt x="259712" y="254325"/>
                  </a:lnTo>
                  <a:lnTo>
                    <a:pt x="253596" y="257675"/>
                  </a:lnTo>
                  <a:lnTo>
                    <a:pt x="254533" y="265712"/>
                  </a:lnTo>
                  <a:lnTo>
                    <a:pt x="252909" y="274998"/>
                  </a:lnTo>
                  <a:lnTo>
                    <a:pt x="249165" y="277571"/>
                  </a:lnTo>
                  <a:lnTo>
                    <a:pt x="243076" y="282685"/>
                  </a:lnTo>
                  <a:lnTo>
                    <a:pt x="242813" y="290813"/>
                  </a:lnTo>
                  <a:lnTo>
                    <a:pt x="242735" y="293187"/>
                  </a:lnTo>
                  <a:lnTo>
                    <a:pt x="244283" y="300688"/>
                  </a:lnTo>
                  <a:lnTo>
                    <a:pt x="241602" y="304496"/>
                  </a:lnTo>
                  <a:lnTo>
                    <a:pt x="241337" y="306280"/>
                  </a:lnTo>
                  <a:lnTo>
                    <a:pt x="240717" y="310435"/>
                  </a:lnTo>
                  <a:lnTo>
                    <a:pt x="238223" y="315429"/>
                  </a:lnTo>
                  <a:lnTo>
                    <a:pt x="234862" y="317401"/>
                  </a:lnTo>
                  <a:lnTo>
                    <a:pt x="234649" y="321509"/>
                  </a:lnTo>
                  <a:lnTo>
                    <a:pt x="231622" y="324573"/>
                  </a:lnTo>
                  <a:lnTo>
                    <a:pt x="229479" y="329017"/>
                  </a:lnTo>
                  <a:lnTo>
                    <a:pt x="231771" y="334675"/>
                  </a:lnTo>
                  <a:lnTo>
                    <a:pt x="230004" y="335769"/>
                  </a:lnTo>
                  <a:lnTo>
                    <a:pt x="210334" y="340601"/>
                  </a:lnTo>
                  <a:lnTo>
                    <a:pt x="202871" y="342404"/>
                  </a:lnTo>
                  <a:lnTo>
                    <a:pt x="186687" y="346274"/>
                  </a:lnTo>
                  <a:lnTo>
                    <a:pt x="172268" y="349632"/>
                  </a:lnTo>
                  <a:lnTo>
                    <a:pt x="169770" y="350209"/>
                  </a:lnTo>
                  <a:lnTo>
                    <a:pt x="167311" y="350776"/>
                  </a:lnTo>
                  <a:lnTo>
                    <a:pt x="143782" y="356056"/>
                  </a:lnTo>
                  <a:lnTo>
                    <a:pt x="142785" y="350479"/>
                  </a:lnTo>
                  <a:lnTo>
                    <a:pt x="141548" y="350713"/>
                  </a:lnTo>
                  <a:lnTo>
                    <a:pt x="117646" y="355183"/>
                  </a:lnTo>
                  <a:lnTo>
                    <a:pt x="115326" y="355611"/>
                  </a:lnTo>
                  <a:lnTo>
                    <a:pt x="111507" y="356315"/>
                  </a:lnTo>
                  <a:lnTo>
                    <a:pt x="87840" y="360617"/>
                  </a:lnTo>
                  <a:lnTo>
                    <a:pt x="79360" y="362132"/>
                  </a:lnTo>
                  <a:lnTo>
                    <a:pt x="61862" y="365123"/>
                  </a:lnTo>
                  <a:lnTo>
                    <a:pt x="51305" y="366898"/>
                  </a:lnTo>
                  <a:lnTo>
                    <a:pt x="33513" y="369937"/>
                  </a:lnTo>
                  <a:lnTo>
                    <a:pt x="32063" y="370177"/>
                  </a:lnTo>
                  <a:lnTo>
                    <a:pt x="24580" y="371407"/>
                  </a:lnTo>
                  <a:lnTo>
                    <a:pt x="20725" y="3720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51048" y="2576792"/>
              <a:ext cx="44502" cy="39791"/>
            </a:xfrm>
            <a:custGeom>
              <a:avLst/>
              <a:pathLst>
                <a:path w="44502" h="39791">
                  <a:moveTo>
                    <a:pt x="1589" y="32955"/>
                  </a:moveTo>
                  <a:lnTo>
                    <a:pt x="3722" y="30264"/>
                  </a:lnTo>
                  <a:lnTo>
                    <a:pt x="12389" y="23952"/>
                  </a:lnTo>
                  <a:lnTo>
                    <a:pt x="16559" y="20961"/>
                  </a:lnTo>
                  <a:lnTo>
                    <a:pt x="19115" y="19251"/>
                  </a:lnTo>
                  <a:lnTo>
                    <a:pt x="23349" y="16674"/>
                  </a:lnTo>
                  <a:lnTo>
                    <a:pt x="27886" y="12029"/>
                  </a:lnTo>
                  <a:lnTo>
                    <a:pt x="32882" y="7179"/>
                  </a:lnTo>
                  <a:lnTo>
                    <a:pt x="37461" y="4149"/>
                  </a:lnTo>
                  <a:lnTo>
                    <a:pt x="44057" y="0"/>
                  </a:lnTo>
                  <a:lnTo>
                    <a:pt x="44502" y="3847"/>
                  </a:lnTo>
                  <a:lnTo>
                    <a:pt x="38204" y="10529"/>
                  </a:lnTo>
                  <a:lnTo>
                    <a:pt x="37326" y="16125"/>
                  </a:lnTo>
                  <a:lnTo>
                    <a:pt x="29804" y="21270"/>
                  </a:lnTo>
                  <a:lnTo>
                    <a:pt x="22359" y="24981"/>
                  </a:lnTo>
                  <a:lnTo>
                    <a:pt x="20484" y="31003"/>
                  </a:lnTo>
                  <a:lnTo>
                    <a:pt x="12552" y="36109"/>
                  </a:lnTo>
                  <a:lnTo>
                    <a:pt x="6325" y="39791"/>
                  </a:lnTo>
                  <a:lnTo>
                    <a:pt x="3431" y="37851"/>
                  </a:lnTo>
                  <a:lnTo>
                    <a:pt x="0" y="360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897076" y="2635644"/>
              <a:ext cx="423143" cy="205473"/>
            </a:xfrm>
            <a:custGeom>
              <a:avLst/>
              <a:pathLst>
                <a:path w="423143" h="205473">
                  <a:moveTo>
                    <a:pt x="0" y="100520"/>
                  </a:moveTo>
                  <a:lnTo>
                    <a:pt x="4982" y="96220"/>
                  </a:lnTo>
                  <a:lnTo>
                    <a:pt x="10195" y="94099"/>
                  </a:lnTo>
                  <a:lnTo>
                    <a:pt x="21222" y="88846"/>
                  </a:lnTo>
                  <a:lnTo>
                    <a:pt x="28011" y="81589"/>
                  </a:lnTo>
                  <a:lnTo>
                    <a:pt x="29768" y="79131"/>
                  </a:lnTo>
                  <a:lnTo>
                    <a:pt x="32459" y="75359"/>
                  </a:lnTo>
                  <a:lnTo>
                    <a:pt x="38820" y="72199"/>
                  </a:lnTo>
                  <a:lnTo>
                    <a:pt x="43529" y="72040"/>
                  </a:lnTo>
                  <a:lnTo>
                    <a:pt x="47771" y="70908"/>
                  </a:lnTo>
                  <a:lnTo>
                    <a:pt x="51872" y="69501"/>
                  </a:lnTo>
                  <a:lnTo>
                    <a:pt x="56843" y="68632"/>
                  </a:lnTo>
                  <a:lnTo>
                    <a:pt x="67167" y="61109"/>
                  </a:lnTo>
                  <a:lnTo>
                    <a:pt x="71372" y="54136"/>
                  </a:lnTo>
                  <a:lnTo>
                    <a:pt x="77920" y="51788"/>
                  </a:lnTo>
                  <a:lnTo>
                    <a:pt x="81955" y="50574"/>
                  </a:lnTo>
                  <a:lnTo>
                    <a:pt x="83190" y="48166"/>
                  </a:lnTo>
                  <a:lnTo>
                    <a:pt x="83611" y="47346"/>
                  </a:lnTo>
                  <a:lnTo>
                    <a:pt x="84984" y="41950"/>
                  </a:lnTo>
                  <a:lnTo>
                    <a:pt x="88874" y="37767"/>
                  </a:lnTo>
                  <a:lnTo>
                    <a:pt x="94887" y="31264"/>
                  </a:lnTo>
                  <a:lnTo>
                    <a:pt x="101186" y="27018"/>
                  </a:lnTo>
                  <a:lnTo>
                    <a:pt x="104871" y="22586"/>
                  </a:lnTo>
                  <a:lnTo>
                    <a:pt x="105493" y="21836"/>
                  </a:lnTo>
                  <a:lnTo>
                    <a:pt x="109327" y="14352"/>
                  </a:lnTo>
                  <a:lnTo>
                    <a:pt x="116510" y="8730"/>
                  </a:lnTo>
                  <a:lnTo>
                    <a:pt x="120122" y="5844"/>
                  </a:lnTo>
                  <a:lnTo>
                    <a:pt x="127637" y="2915"/>
                  </a:lnTo>
                  <a:lnTo>
                    <a:pt x="136658" y="677"/>
                  </a:lnTo>
                  <a:lnTo>
                    <a:pt x="144244" y="0"/>
                  </a:lnTo>
                  <a:lnTo>
                    <a:pt x="151589" y="435"/>
                  </a:lnTo>
                  <a:lnTo>
                    <a:pt x="157221" y="2376"/>
                  </a:lnTo>
                  <a:lnTo>
                    <a:pt x="156938" y="5591"/>
                  </a:lnTo>
                  <a:lnTo>
                    <a:pt x="145404" y="7068"/>
                  </a:lnTo>
                  <a:lnTo>
                    <a:pt x="137130" y="8521"/>
                  </a:lnTo>
                  <a:lnTo>
                    <a:pt x="137757" y="13261"/>
                  </a:lnTo>
                  <a:lnTo>
                    <a:pt x="133852" y="16498"/>
                  </a:lnTo>
                  <a:lnTo>
                    <a:pt x="129718" y="21130"/>
                  </a:lnTo>
                  <a:lnTo>
                    <a:pt x="124667" y="26535"/>
                  </a:lnTo>
                  <a:lnTo>
                    <a:pt x="124424" y="27421"/>
                  </a:lnTo>
                  <a:lnTo>
                    <a:pt x="122887" y="33027"/>
                  </a:lnTo>
                  <a:lnTo>
                    <a:pt x="117735" y="39045"/>
                  </a:lnTo>
                  <a:lnTo>
                    <a:pt x="116022" y="46072"/>
                  </a:lnTo>
                  <a:lnTo>
                    <a:pt x="113641" y="51997"/>
                  </a:lnTo>
                  <a:lnTo>
                    <a:pt x="112929" y="53764"/>
                  </a:lnTo>
                  <a:lnTo>
                    <a:pt x="112523" y="60311"/>
                  </a:lnTo>
                  <a:lnTo>
                    <a:pt x="118497" y="57504"/>
                  </a:lnTo>
                  <a:lnTo>
                    <a:pt x="125364" y="51379"/>
                  </a:lnTo>
                  <a:lnTo>
                    <a:pt x="130850" y="47258"/>
                  </a:lnTo>
                  <a:lnTo>
                    <a:pt x="136139" y="50758"/>
                  </a:lnTo>
                  <a:lnTo>
                    <a:pt x="137380" y="50671"/>
                  </a:lnTo>
                  <a:lnTo>
                    <a:pt x="146032" y="50053"/>
                  </a:lnTo>
                  <a:lnTo>
                    <a:pt x="153795" y="51807"/>
                  </a:lnTo>
                  <a:lnTo>
                    <a:pt x="159596" y="54035"/>
                  </a:lnTo>
                  <a:lnTo>
                    <a:pt x="165855" y="58313"/>
                  </a:lnTo>
                  <a:lnTo>
                    <a:pt x="168028" y="63555"/>
                  </a:lnTo>
                  <a:lnTo>
                    <a:pt x="173210" y="69263"/>
                  </a:lnTo>
                  <a:lnTo>
                    <a:pt x="181374" y="74000"/>
                  </a:lnTo>
                  <a:lnTo>
                    <a:pt x="183277" y="80202"/>
                  </a:lnTo>
                  <a:lnTo>
                    <a:pt x="194848" y="79219"/>
                  </a:lnTo>
                  <a:lnTo>
                    <a:pt x="198226" y="77903"/>
                  </a:lnTo>
                  <a:lnTo>
                    <a:pt x="206241" y="74767"/>
                  </a:lnTo>
                  <a:lnTo>
                    <a:pt x="211477" y="79314"/>
                  </a:lnTo>
                  <a:lnTo>
                    <a:pt x="217248" y="79833"/>
                  </a:lnTo>
                  <a:lnTo>
                    <a:pt x="220443" y="76665"/>
                  </a:lnTo>
                  <a:lnTo>
                    <a:pt x="222575" y="69510"/>
                  </a:lnTo>
                  <a:lnTo>
                    <a:pt x="226951" y="70683"/>
                  </a:lnTo>
                  <a:lnTo>
                    <a:pt x="231783" y="74011"/>
                  </a:lnTo>
                  <a:lnTo>
                    <a:pt x="236641" y="67406"/>
                  </a:lnTo>
                  <a:lnTo>
                    <a:pt x="251244" y="55734"/>
                  </a:lnTo>
                  <a:lnTo>
                    <a:pt x="253903" y="53572"/>
                  </a:lnTo>
                  <a:lnTo>
                    <a:pt x="262382" y="52012"/>
                  </a:lnTo>
                  <a:lnTo>
                    <a:pt x="269907" y="49517"/>
                  </a:lnTo>
                  <a:lnTo>
                    <a:pt x="271265" y="49065"/>
                  </a:lnTo>
                  <a:lnTo>
                    <a:pt x="292645" y="45948"/>
                  </a:lnTo>
                  <a:lnTo>
                    <a:pt x="304775" y="37144"/>
                  </a:lnTo>
                  <a:lnTo>
                    <a:pt x="305858" y="36733"/>
                  </a:lnTo>
                  <a:lnTo>
                    <a:pt x="309555" y="35327"/>
                  </a:lnTo>
                  <a:lnTo>
                    <a:pt x="321696" y="32201"/>
                  </a:lnTo>
                  <a:lnTo>
                    <a:pt x="319563" y="41399"/>
                  </a:lnTo>
                  <a:lnTo>
                    <a:pt x="321627" y="51928"/>
                  </a:lnTo>
                  <a:lnTo>
                    <a:pt x="326342" y="58003"/>
                  </a:lnTo>
                  <a:lnTo>
                    <a:pt x="333706" y="58040"/>
                  </a:lnTo>
                  <a:lnTo>
                    <a:pt x="343399" y="53698"/>
                  </a:lnTo>
                  <a:lnTo>
                    <a:pt x="348099" y="55571"/>
                  </a:lnTo>
                  <a:lnTo>
                    <a:pt x="355166" y="55668"/>
                  </a:lnTo>
                  <a:lnTo>
                    <a:pt x="356586" y="53023"/>
                  </a:lnTo>
                  <a:lnTo>
                    <a:pt x="358453" y="49544"/>
                  </a:lnTo>
                  <a:lnTo>
                    <a:pt x="366125" y="48768"/>
                  </a:lnTo>
                  <a:lnTo>
                    <a:pt x="371175" y="43509"/>
                  </a:lnTo>
                  <a:lnTo>
                    <a:pt x="376045" y="44542"/>
                  </a:lnTo>
                  <a:lnTo>
                    <a:pt x="376457" y="48742"/>
                  </a:lnTo>
                  <a:lnTo>
                    <a:pt x="377349" y="57397"/>
                  </a:lnTo>
                  <a:lnTo>
                    <a:pt x="381812" y="66937"/>
                  </a:lnTo>
                  <a:lnTo>
                    <a:pt x="381467" y="68385"/>
                  </a:lnTo>
                  <a:lnTo>
                    <a:pt x="382232" y="74287"/>
                  </a:lnTo>
                  <a:lnTo>
                    <a:pt x="388234" y="76907"/>
                  </a:lnTo>
                  <a:lnTo>
                    <a:pt x="392241" y="80616"/>
                  </a:lnTo>
                  <a:lnTo>
                    <a:pt x="398399" y="82926"/>
                  </a:lnTo>
                  <a:lnTo>
                    <a:pt x="401178" y="76356"/>
                  </a:lnTo>
                  <a:lnTo>
                    <a:pt x="407024" y="75830"/>
                  </a:lnTo>
                  <a:lnTo>
                    <a:pt x="414427" y="75285"/>
                  </a:lnTo>
                  <a:lnTo>
                    <a:pt x="423143" y="81954"/>
                  </a:lnTo>
                  <a:lnTo>
                    <a:pt x="421821" y="89239"/>
                  </a:lnTo>
                  <a:lnTo>
                    <a:pt x="418488" y="90179"/>
                  </a:lnTo>
                  <a:lnTo>
                    <a:pt x="413508" y="88544"/>
                  </a:lnTo>
                  <a:lnTo>
                    <a:pt x="405096" y="90990"/>
                  </a:lnTo>
                  <a:lnTo>
                    <a:pt x="398049" y="89900"/>
                  </a:lnTo>
                  <a:lnTo>
                    <a:pt x="387858" y="91495"/>
                  </a:lnTo>
                  <a:lnTo>
                    <a:pt x="385848" y="92163"/>
                  </a:lnTo>
                  <a:lnTo>
                    <a:pt x="377672" y="94867"/>
                  </a:lnTo>
                  <a:lnTo>
                    <a:pt x="370827" y="98399"/>
                  </a:lnTo>
                  <a:lnTo>
                    <a:pt x="363829" y="95649"/>
                  </a:lnTo>
                  <a:lnTo>
                    <a:pt x="359135" y="99276"/>
                  </a:lnTo>
                  <a:lnTo>
                    <a:pt x="355170" y="99750"/>
                  </a:lnTo>
                  <a:lnTo>
                    <a:pt x="349856" y="104740"/>
                  </a:lnTo>
                  <a:lnTo>
                    <a:pt x="352487" y="109488"/>
                  </a:lnTo>
                  <a:lnTo>
                    <a:pt x="347142" y="109614"/>
                  </a:lnTo>
                  <a:lnTo>
                    <a:pt x="338476" y="104793"/>
                  </a:lnTo>
                  <a:lnTo>
                    <a:pt x="332077" y="99218"/>
                  </a:lnTo>
                  <a:lnTo>
                    <a:pt x="322470" y="97018"/>
                  </a:lnTo>
                  <a:lnTo>
                    <a:pt x="315387" y="96987"/>
                  </a:lnTo>
                  <a:lnTo>
                    <a:pt x="308248" y="96848"/>
                  </a:lnTo>
                  <a:lnTo>
                    <a:pt x="298749" y="98812"/>
                  </a:lnTo>
                  <a:lnTo>
                    <a:pt x="293814" y="108321"/>
                  </a:lnTo>
                  <a:lnTo>
                    <a:pt x="291268" y="110895"/>
                  </a:lnTo>
                  <a:lnTo>
                    <a:pt x="284164" y="110382"/>
                  </a:lnTo>
                  <a:lnTo>
                    <a:pt x="281344" y="113803"/>
                  </a:lnTo>
                  <a:lnTo>
                    <a:pt x="278902" y="116762"/>
                  </a:lnTo>
                  <a:lnTo>
                    <a:pt x="268690" y="114448"/>
                  </a:lnTo>
                  <a:lnTo>
                    <a:pt x="256672" y="118626"/>
                  </a:lnTo>
                  <a:lnTo>
                    <a:pt x="254011" y="128756"/>
                  </a:lnTo>
                  <a:lnTo>
                    <a:pt x="249649" y="136089"/>
                  </a:lnTo>
                  <a:lnTo>
                    <a:pt x="248584" y="137206"/>
                  </a:lnTo>
                  <a:lnTo>
                    <a:pt x="244283" y="141709"/>
                  </a:lnTo>
                  <a:lnTo>
                    <a:pt x="241000" y="150103"/>
                  </a:lnTo>
                  <a:lnTo>
                    <a:pt x="240941" y="157146"/>
                  </a:lnTo>
                  <a:lnTo>
                    <a:pt x="235370" y="151909"/>
                  </a:lnTo>
                  <a:lnTo>
                    <a:pt x="234640" y="144871"/>
                  </a:lnTo>
                  <a:lnTo>
                    <a:pt x="237528" y="140652"/>
                  </a:lnTo>
                  <a:lnTo>
                    <a:pt x="228780" y="135060"/>
                  </a:lnTo>
                  <a:lnTo>
                    <a:pt x="226114" y="143476"/>
                  </a:lnTo>
                  <a:lnTo>
                    <a:pt x="219233" y="149042"/>
                  </a:lnTo>
                  <a:lnTo>
                    <a:pt x="212158" y="146078"/>
                  </a:lnTo>
                  <a:lnTo>
                    <a:pt x="206801" y="152042"/>
                  </a:lnTo>
                  <a:lnTo>
                    <a:pt x="203439" y="162568"/>
                  </a:lnTo>
                  <a:lnTo>
                    <a:pt x="201971" y="167139"/>
                  </a:lnTo>
                  <a:lnTo>
                    <a:pt x="199492" y="175925"/>
                  </a:lnTo>
                  <a:lnTo>
                    <a:pt x="194367" y="188745"/>
                  </a:lnTo>
                  <a:lnTo>
                    <a:pt x="190363" y="196677"/>
                  </a:lnTo>
                  <a:lnTo>
                    <a:pt x="189141" y="205473"/>
                  </a:lnTo>
                  <a:lnTo>
                    <a:pt x="185442" y="205054"/>
                  </a:lnTo>
                  <a:lnTo>
                    <a:pt x="181982" y="201643"/>
                  </a:lnTo>
                  <a:lnTo>
                    <a:pt x="178502" y="198022"/>
                  </a:lnTo>
                  <a:lnTo>
                    <a:pt x="179712" y="193534"/>
                  </a:lnTo>
                  <a:lnTo>
                    <a:pt x="181448" y="186913"/>
                  </a:lnTo>
                  <a:lnTo>
                    <a:pt x="181359" y="182247"/>
                  </a:lnTo>
                  <a:lnTo>
                    <a:pt x="178145" y="181396"/>
                  </a:lnTo>
                  <a:lnTo>
                    <a:pt x="175838" y="184322"/>
                  </a:lnTo>
                  <a:lnTo>
                    <a:pt x="172837" y="184908"/>
                  </a:lnTo>
                  <a:lnTo>
                    <a:pt x="169002" y="185545"/>
                  </a:lnTo>
                  <a:lnTo>
                    <a:pt x="168877" y="181985"/>
                  </a:lnTo>
                  <a:lnTo>
                    <a:pt x="168774" y="177441"/>
                  </a:lnTo>
                  <a:lnTo>
                    <a:pt x="170925" y="174527"/>
                  </a:lnTo>
                  <a:lnTo>
                    <a:pt x="170334" y="170015"/>
                  </a:lnTo>
                  <a:lnTo>
                    <a:pt x="170692" y="165474"/>
                  </a:lnTo>
                  <a:lnTo>
                    <a:pt x="170819" y="162392"/>
                  </a:lnTo>
                  <a:lnTo>
                    <a:pt x="167380" y="158988"/>
                  </a:lnTo>
                  <a:lnTo>
                    <a:pt x="169751" y="156775"/>
                  </a:lnTo>
                  <a:lnTo>
                    <a:pt x="167897" y="154413"/>
                  </a:lnTo>
                  <a:lnTo>
                    <a:pt x="165946" y="152997"/>
                  </a:lnTo>
                  <a:lnTo>
                    <a:pt x="162688" y="150628"/>
                  </a:lnTo>
                  <a:lnTo>
                    <a:pt x="157289" y="150626"/>
                  </a:lnTo>
                  <a:lnTo>
                    <a:pt x="155125" y="148147"/>
                  </a:lnTo>
                  <a:lnTo>
                    <a:pt x="152108" y="149751"/>
                  </a:lnTo>
                  <a:lnTo>
                    <a:pt x="151562" y="149616"/>
                  </a:lnTo>
                  <a:lnTo>
                    <a:pt x="148444" y="148844"/>
                  </a:lnTo>
                  <a:lnTo>
                    <a:pt x="146358" y="147115"/>
                  </a:lnTo>
                  <a:lnTo>
                    <a:pt x="149352" y="141859"/>
                  </a:lnTo>
                  <a:lnTo>
                    <a:pt x="146142" y="138124"/>
                  </a:lnTo>
                  <a:lnTo>
                    <a:pt x="142133" y="136552"/>
                  </a:lnTo>
                  <a:lnTo>
                    <a:pt x="137804" y="135776"/>
                  </a:lnTo>
                  <a:lnTo>
                    <a:pt x="134034" y="136652"/>
                  </a:lnTo>
                  <a:lnTo>
                    <a:pt x="129354" y="134456"/>
                  </a:lnTo>
                  <a:lnTo>
                    <a:pt x="127715" y="135762"/>
                  </a:lnTo>
                  <a:lnTo>
                    <a:pt x="120142" y="133189"/>
                  </a:lnTo>
                  <a:lnTo>
                    <a:pt x="116159" y="134267"/>
                  </a:lnTo>
                  <a:lnTo>
                    <a:pt x="115306" y="136573"/>
                  </a:lnTo>
                  <a:lnTo>
                    <a:pt x="112623" y="137075"/>
                  </a:lnTo>
                  <a:lnTo>
                    <a:pt x="111031" y="135139"/>
                  </a:lnTo>
                  <a:lnTo>
                    <a:pt x="110772" y="135094"/>
                  </a:lnTo>
                  <a:lnTo>
                    <a:pt x="107185" y="134456"/>
                  </a:lnTo>
                  <a:lnTo>
                    <a:pt x="102911" y="135565"/>
                  </a:lnTo>
                  <a:lnTo>
                    <a:pt x="95000" y="132169"/>
                  </a:lnTo>
                  <a:lnTo>
                    <a:pt x="91176" y="130522"/>
                  </a:lnTo>
                  <a:lnTo>
                    <a:pt x="84614" y="127686"/>
                  </a:lnTo>
                  <a:lnTo>
                    <a:pt x="50425" y="122868"/>
                  </a:lnTo>
                  <a:lnTo>
                    <a:pt x="32281" y="120198"/>
                  </a:lnTo>
                  <a:lnTo>
                    <a:pt x="20352" y="118405"/>
                  </a:lnTo>
                  <a:lnTo>
                    <a:pt x="17170" y="111367"/>
                  </a:lnTo>
                  <a:lnTo>
                    <a:pt x="12906" y="104831"/>
                  </a:lnTo>
                  <a:lnTo>
                    <a:pt x="8450" y="103696"/>
                  </a:lnTo>
                  <a:lnTo>
                    <a:pt x="5310" y="101018"/>
                  </a:lnTo>
                  <a:lnTo>
                    <a:pt x="2199" y="1031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61156" y="2487466"/>
              <a:ext cx="456796" cy="521379"/>
            </a:xfrm>
            <a:custGeom>
              <a:avLst/>
              <a:pathLst>
                <a:path w="456796" h="521379">
                  <a:moveTo>
                    <a:pt x="0" y="39426"/>
                  </a:moveTo>
                  <a:lnTo>
                    <a:pt x="17211" y="38856"/>
                  </a:lnTo>
                  <a:lnTo>
                    <a:pt x="47545" y="37586"/>
                  </a:lnTo>
                  <a:lnTo>
                    <a:pt x="72357" y="36397"/>
                  </a:lnTo>
                  <a:lnTo>
                    <a:pt x="108955" y="34509"/>
                  </a:lnTo>
                  <a:lnTo>
                    <a:pt x="110170" y="34436"/>
                  </a:lnTo>
                  <a:lnTo>
                    <a:pt x="119750" y="33849"/>
                  </a:lnTo>
                  <a:lnTo>
                    <a:pt x="118733" y="17520"/>
                  </a:lnTo>
                  <a:lnTo>
                    <a:pt x="118041" y="6593"/>
                  </a:lnTo>
                  <a:lnTo>
                    <a:pt x="117625" y="0"/>
                  </a:lnTo>
                  <a:lnTo>
                    <a:pt x="123231" y="2404"/>
                  </a:lnTo>
                  <a:lnTo>
                    <a:pt x="127118" y="773"/>
                  </a:lnTo>
                  <a:lnTo>
                    <a:pt x="129225" y="659"/>
                  </a:lnTo>
                  <a:lnTo>
                    <a:pt x="133648" y="3505"/>
                  </a:lnTo>
                  <a:lnTo>
                    <a:pt x="137283" y="4345"/>
                  </a:lnTo>
                  <a:lnTo>
                    <a:pt x="139006" y="13644"/>
                  </a:lnTo>
                  <a:lnTo>
                    <a:pt x="140860" y="21398"/>
                  </a:lnTo>
                  <a:lnTo>
                    <a:pt x="142392" y="23522"/>
                  </a:lnTo>
                  <a:lnTo>
                    <a:pt x="144802" y="32157"/>
                  </a:lnTo>
                  <a:lnTo>
                    <a:pt x="147573" y="42211"/>
                  </a:lnTo>
                  <a:lnTo>
                    <a:pt x="147688" y="46068"/>
                  </a:lnTo>
                  <a:lnTo>
                    <a:pt x="147496" y="50560"/>
                  </a:lnTo>
                  <a:lnTo>
                    <a:pt x="152171" y="54831"/>
                  </a:lnTo>
                  <a:lnTo>
                    <a:pt x="158781" y="57645"/>
                  </a:lnTo>
                  <a:lnTo>
                    <a:pt x="162436" y="58050"/>
                  </a:lnTo>
                  <a:lnTo>
                    <a:pt x="163353" y="57509"/>
                  </a:lnTo>
                  <a:lnTo>
                    <a:pt x="165662" y="56143"/>
                  </a:lnTo>
                  <a:lnTo>
                    <a:pt x="171907" y="56289"/>
                  </a:lnTo>
                  <a:lnTo>
                    <a:pt x="173823" y="58069"/>
                  </a:lnTo>
                  <a:lnTo>
                    <a:pt x="174058" y="60453"/>
                  </a:lnTo>
                  <a:lnTo>
                    <a:pt x="183358" y="60888"/>
                  </a:lnTo>
                  <a:lnTo>
                    <a:pt x="192967" y="61263"/>
                  </a:lnTo>
                  <a:lnTo>
                    <a:pt x="197793" y="61053"/>
                  </a:lnTo>
                  <a:lnTo>
                    <a:pt x="200455" y="66066"/>
                  </a:lnTo>
                  <a:lnTo>
                    <a:pt x="200188" y="69954"/>
                  </a:lnTo>
                  <a:lnTo>
                    <a:pt x="208430" y="70208"/>
                  </a:lnTo>
                  <a:lnTo>
                    <a:pt x="214874" y="68577"/>
                  </a:lnTo>
                  <a:lnTo>
                    <a:pt x="220242" y="66658"/>
                  </a:lnTo>
                  <a:lnTo>
                    <a:pt x="220085" y="62596"/>
                  </a:lnTo>
                  <a:lnTo>
                    <a:pt x="225387" y="60982"/>
                  </a:lnTo>
                  <a:lnTo>
                    <a:pt x="226595" y="58978"/>
                  </a:lnTo>
                  <a:lnTo>
                    <a:pt x="234592" y="56900"/>
                  </a:lnTo>
                  <a:lnTo>
                    <a:pt x="238493" y="58116"/>
                  </a:lnTo>
                  <a:lnTo>
                    <a:pt x="241599" y="57680"/>
                  </a:lnTo>
                  <a:lnTo>
                    <a:pt x="249305" y="56590"/>
                  </a:lnTo>
                  <a:lnTo>
                    <a:pt x="253086" y="59487"/>
                  </a:lnTo>
                  <a:lnTo>
                    <a:pt x="263202" y="63491"/>
                  </a:lnTo>
                  <a:lnTo>
                    <a:pt x="268573" y="62679"/>
                  </a:lnTo>
                  <a:lnTo>
                    <a:pt x="269084" y="65694"/>
                  </a:lnTo>
                  <a:lnTo>
                    <a:pt x="267920" y="69458"/>
                  </a:lnTo>
                  <a:lnTo>
                    <a:pt x="272871" y="71306"/>
                  </a:lnTo>
                  <a:lnTo>
                    <a:pt x="276335" y="70319"/>
                  </a:lnTo>
                  <a:lnTo>
                    <a:pt x="280030" y="72987"/>
                  </a:lnTo>
                  <a:lnTo>
                    <a:pt x="279770" y="78530"/>
                  </a:lnTo>
                  <a:lnTo>
                    <a:pt x="283377" y="83176"/>
                  </a:lnTo>
                  <a:lnTo>
                    <a:pt x="286770" y="89505"/>
                  </a:lnTo>
                  <a:lnTo>
                    <a:pt x="289774" y="87423"/>
                  </a:lnTo>
                  <a:lnTo>
                    <a:pt x="290554" y="84021"/>
                  </a:lnTo>
                  <a:lnTo>
                    <a:pt x="290169" y="80001"/>
                  </a:lnTo>
                  <a:lnTo>
                    <a:pt x="291826" y="77098"/>
                  </a:lnTo>
                  <a:lnTo>
                    <a:pt x="297576" y="75796"/>
                  </a:lnTo>
                  <a:lnTo>
                    <a:pt x="303830" y="75535"/>
                  </a:lnTo>
                  <a:lnTo>
                    <a:pt x="307377" y="78531"/>
                  </a:lnTo>
                  <a:lnTo>
                    <a:pt x="309171" y="84863"/>
                  </a:lnTo>
                  <a:lnTo>
                    <a:pt x="314350" y="85232"/>
                  </a:lnTo>
                  <a:lnTo>
                    <a:pt x="320248" y="87453"/>
                  </a:lnTo>
                  <a:lnTo>
                    <a:pt x="321239" y="87825"/>
                  </a:lnTo>
                  <a:lnTo>
                    <a:pt x="325113" y="87538"/>
                  </a:lnTo>
                  <a:lnTo>
                    <a:pt x="327177" y="94392"/>
                  </a:lnTo>
                  <a:lnTo>
                    <a:pt x="335053" y="94543"/>
                  </a:lnTo>
                  <a:lnTo>
                    <a:pt x="336556" y="99257"/>
                  </a:lnTo>
                  <a:lnTo>
                    <a:pt x="340927" y="97593"/>
                  </a:lnTo>
                  <a:lnTo>
                    <a:pt x="348430" y="96528"/>
                  </a:lnTo>
                  <a:lnTo>
                    <a:pt x="353337" y="94708"/>
                  </a:lnTo>
                  <a:lnTo>
                    <a:pt x="358262" y="89163"/>
                  </a:lnTo>
                  <a:lnTo>
                    <a:pt x="364794" y="84086"/>
                  </a:lnTo>
                  <a:lnTo>
                    <a:pt x="364952" y="83973"/>
                  </a:lnTo>
                  <a:lnTo>
                    <a:pt x="371798" y="79042"/>
                  </a:lnTo>
                  <a:lnTo>
                    <a:pt x="375410" y="78073"/>
                  </a:lnTo>
                  <a:lnTo>
                    <a:pt x="378386" y="83562"/>
                  </a:lnTo>
                  <a:lnTo>
                    <a:pt x="380609" y="88238"/>
                  </a:lnTo>
                  <a:lnTo>
                    <a:pt x="385096" y="90041"/>
                  </a:lnTo>
                  <a:lnTo>
                    <a:pt x="392835" y="86766"/>
                  </a:lnTo>
                  <a:lnTo>
                    <a:pt x="398553" y="87552"/>
                  </a:lnTo>
                  <a:lnTo>
                    <a:pt x="407538" y="86666"/>
                  </a:lnTo>
                  <a:lnTo>
                    <a:pt x="417991" y="84637"/>
                  </a:lnTo>
                  <a:lnTo>
                    <a:pt x="424471" y="86008"/>
                  </a:lnTo>
                  <a:lnTo>
                    <a:pt x="428504" y="91474"/>
                  </a:lnTo>
                  <a:lnTo>
                    <a:pt x="434991" y="93357"/>
                  </a:lnTo>
                  <a:lnTo>
                    <a:pt x="441536" y="89543"/>
                  </a:lnTo>
                  <a:lnTo>
                    <a:pt x="448914" y="89635"/>
                  </a:lnTo>
                  <a:lnTo>
                    <a:pt x="456796" y="88328"/>
                  </a:lnTo>
                  <a:lnTo>
                    <a:pt x="453429" y="92303"/>
                  </a:lnTo>
                  <a:lnTo>
                    <a:pt x="447546" y="95175"/>
                  </a:lnTo>
                  <a:lnTo>
                    <a:pt x="443438" y="98646"/>
                  </a:lnTo>
                  <a:lnTo>
                    <a:pt x="440476" y="101413"/>
                  </a:lnTo>
                  <a:lnTo>
                    <a:pt x="433203" y="104947"/>
                  </a:lnTo>
                  <a:lnTo>
                    <a:pt x="430597" y="108081"/>
                  </a:lnTo>
                  <a:lnTo>
                    <a:pt x="425093" y="110498"/>
                  </a:lnTo>
                  <a:lnTo>
                    <a:pt x="418686" y="114224"/>
                  </a:lnTo>
                  <a:lnTo>
                    <a:pt x="410990" y="117332"/>
                  </a:lnTo>
                  <a:lnTo>
                    <a:pt x="405445" y="119658"/>
                  </a:lnTo>
                  <a:lnTo>
                    <a:pt x="398995" y="123280"/>
                  </a:lnTo>
                  <a:lnTo>
                    <a:pt x="392983" y="128153"/>
                  </a:lnTo>
                  <a:lnTo>
                    <a:pt x="388134" y="131546"/>
                  </a:lnTo>
                  <a:lnTo>
                    <a:pt x="381036" y="138351"/>
                  </a:lnTo>
                  <a:lnTo>
                    <a:pt x="372834" y="147440"/>
                  </a:lnTo>
                  <a:lnTo>
                    <a:pt x="366348" y="155572"/>
                  </a:lnTo>
                  <a:lnTo>
                    <a:pt x="360509" y="165277"/>
                  </a:lnTo>
                  <a:lnTo>
                    <a:pt x="354012" y="174140"/>
                  </a:lnTo>
                  <a:lnTo>
                    <a:pt x="350316" y="178805"/>
                  </a:lnTo>
                  <a:lnTo>
                    <a:pt x="343830" y="183859"/>
                  </a:lnTo>
                  <a:lnTo>
                    <a:pt x="340209" y="189860"/>
                  </a:lnTo>
                  <a:lnTo>
                    <a:pt x="335095" y="194259"/>
                  </a:lnTo>
                  <a:lnTo>
                    <a:pt x="332047" y="198146"/>
                  </a:lnTo>
                  <a:lnTo>
                    <a:pt x="331381" y="198993"/>
                  </a:lnTo>
                  <a:lnTo>
                    <a:pt x="325813" y="203325"/>
                  </a:lnTo>
                  <a:lnTo>
                    <a:pt x="319931" y="209010"/>
                  </a:lnTo>
                  <a:lnTo>
                    <a:pt x="317279" y="211903"/>
                  </a:lnTo>
                  <a:lnTo>
                    <a:pt x="320947" y="220179"/>
                  </a:lnTo>
                  <a:lnTo>
                    <a:pt x="318780" y="220036"/>
                  </a:lnTo>
                  <a:lnTo>
                    <a:pt x="315604" y="218232"/>
                  </a:lnTo>
                  <a:lnTo>
                    <a:pt x="313045" y="218736"/>
                  </a:lnTo>
                  <a:lnTo>
                    <a:pt x="310976" y="222158"/>
                  </a:lnTo>
                  <a:lnTo>
                    <a:pt x="309895" y="224964"/>
                  </a:lnTo>
                  <a:lnTo>
                    <a:pt x="304700" y="225599"/>
                  </a:lnTo>
                  <a:lnTo>
                    <a:pt x="306121" y="240305"/>
                  </a:lnTo>
                  <a:lnTo>
                    <a:pt x="306766" y="247180"/>
                  </a:lnTo>
                  <a:lnTo>
                    <a:pt x="308188" y="262374"/>
                  </a:lnTo>
                  <a:lnTo>
                    <a:pt x="308912" y="269982"/>
                  </a:lnTo>
                  <a:lnTo>
                    <a:pt x="309603" y="277258"/>
                  </a:lnTo>
                  <a:lnTo>
                    <a:pt x="307107" y="279465"/>
                  </a:lnTo>
                  <a:lnTo>
                    <a:pt x="306592" y="282742"/>
                  </a:lnTo>
                  <a:lnTo>
                    <a:pt x="304072" y="282640"/>
                  </a:lnTo>
                  <a:lnTo>
                    <a:pt x="300754" y="284484"/>
                  </a:lnTo>
                  <a:lnTo>
                    <a:pt x="299590" y="287186"/>
                  </a:lnTo>
                  <a:lnTo>
                    <a:pt x="295176" y="287849"/>
                  </a:lnTo>
                  <a:lnTo>
                    <a:pt x="293248" y="290139"/>
                  </a:lnTo>
                  <a:lnTo>
                    <a:pt x="288823" y="292476"/>
                  </a:lnTo>
                  <a:lnTo>
                    <a:pt x="285189" y="296402"/>
                  </a:lnTo>
                  <a:lnTo>
                    <a:pt x="283237" y="300866"/>
                  </a:lnTo>
                  <a:lnTo>
                    <a:pt x="282557" y="304937"/>
                  </a:lnTo>
                  <a:lnTo>
                    <a:pt x="279952" y="309891"/>
                  </a:lnTo>
                  <a:lnTo>
                    <a:pt x="279109" y="310608"/>
                  </a:lnTo>
                  <a:lnTo>
                    <a:pt x="277450" y="312016"/>
                  </a:lnTo>
                  <a:lnTo>
                    <a:pt x="276963" y="318339"/>
                  </a:lnTo>
                  <a:lnTo>
                    <a:pt x="276927" y="318797"/>
                  </a:lnTo>
                  <a:lnTo>
                    <a:pt x="277854" y="324517"/>
                  </a:lnTo>
                  <a:lnTo>
                    <a:pt x="282820" y="325009"/>
                  </a:lnTo>
                  <a:lnTo>
                    <a:pt x="285597" y="325234"/>
                  </a:lnTo>
                  <a:lnTo>
                    <a:pt x="287622" y="327869"/>
                  </a:lnTo>
                  <a:lnTo>
                    <a:pt x="290578" y="332324"/>
                  </a:lnTo>
                  <a:lnTo>
                    <a:pt x="293312" y="335113"/>
                  </a:lnTo>
                  <a:lnTo>
                    <a:pt x="292927" y="338853"/>
                  </a:lnTo>
                  <a:lnTo>
                    <a:pt x="290913" y="344317"/>
                  </a:lnTo>
                  <a:lnTo>
                    <a:pt x="288197" y="348129"/>
                  </a:lnTo>
                  <a:lnTo>
                    <a:pt x="287447" y="349181"/>
                  </a:lnTo>
                  <a:lnTo>
                    <a:pt x="287776" y="355779"/>
                  </a:lnTo>
                  <a:lnTo>
                    <a:pt x="287842" y="357092"/>
                  </a:lnTo>
                  <a:lnTo>
                    <a:pt x="290118" y="364117"/>
                  </a:lnTo>
                  <a:lnTo>
                    <a:pt x="287374" y="367711"/>
                  </a:lnTo>
                  <a:lnTo>
                    <a:pt x="286637" y="368674"/>
                  </a:lnTo>
                  <a:lnTo>
                    <a:pt x="289511" y="372216"/>
                  </a:lnTo>
                  <a:lnTo>
                    <a:pt x="290835" y="379254"/>
                  </a:lnTo>
                  <a:lnTo>
                    <a:pt x="290451" y="386370"/>
                  </a:lnTo>
                  <a:lnTo>
                    <a:pt x="290417" y="387005"/>
                  </a:lnTo>
                  <a:lnTo>
                    <a:pt x="288807" y="394758"/>
                  </a:lnTo>
                  <a:lnTo>
                    <a:pt x="289684" y="395509"/>
                  </a:lnTo>
                  <a:lnTo>
                    <a:pt x="293808" y="399037"/>
                  </a:lnTo>
                  <a:lnTo>
                    <a:pt x="296196" y="401077"/>
                  </a:lnTo>
                  <a:lnTo>
                    <a:pt x="301692" y="407352"/>
                  </a:lnTo>
                  <a:lnTo>
                    <a:pt x="306260" y="410044"/>
                  </a:lnTo>
                  <a:lnTo>
                    <a:pt x="315773" y="410876"/>
                  </a:lnTo>
                  <a:lnTo>
                    <a:pt x="318123" y="410598"/>
                  </a:lnTo>
                  <a:lnTo>
                    <a:pt x="321067" y="412059"/>
                  </a:lnTo>
                  <a:lnTo>
                    <a:pt x="321256" y="412152"/>
                  </a:lnTo>
                  <a:lnTo>
                    <a:pt x="323132" y="416626"/>
                  </a:lnTo>
                  <a:lnTo>
                    <a:pt x="326243" y="419091"/>
                  </a:lnTo>
                  <a:lnTo>
                    <a:pt x="327122" y="419787"/>
                  </a:lnTo>
                  <a:lnTo>
                    <a:pt x="334974" y="421814"/>
                  </a:lnTo>
                  <a:lnTo>
                    <a:pt x="336713" y="422471"/>
                  </a:lnTo>
                  <a:lnTo>
                    <a:pt x="344640" y="425452"/>
                  </a:lnTo>
                  <a:lnTo>
                    <a:pt x="347988" y="429017"/>
                  </a:lnTo>
                  <a:lnTo>
                    <a:pt x="350217" y="436499"/>
                  </a:lnTo>
                  <a:lnTo>
                    <a:pt x="352907" y="439229"/>
                  </a:lnTo>
                  <a:lnTo>
                    <a:pt x="355530" y="441887"/>
                  </a:lnTo>
                  <a:lnTo>
                    <a:pt x="362006" y="444362"/>
                  </a:lnTo>
                  <a:lnTo>
                    <a:pt x="367057" y="449580"/>
                  </a:lnTo>
                  <a:lnTo>
                    <a:pt x="372079" y="452356"/>
                  </a:lnTo>
                  <a:lnTo>
                    <a:pt x="372988" y="452499"/>
                  </a:lnTo>
                  <a:lnTo>
                    <a:pt x="380657" y="453706"/>
                  </a:lnTo>
                  <a:lnTo>
                    <a:pt x="381882" y="455101"/>
                  </a:lnTo>
                  <a:lnTo>
                    <a:pt x="386662" y="460537"/>
                  </a:lnTo>
                  <a:lnTo>
                    <a:pt x="391445" y="465742"/>
                  </a:lnTo>
                  <a:lnTo>
                    <a:pt x="391709" y="466217"/>
                  </a:lnTo>
                  <a:lnTo>
                    <a:pt x="395156" y="472407"/>
                  </a:lnTo>
                  <a:lnTo>
                    <a:pt x="394775" y="476649"/>
                  </a:lnTo>
                  <a:lnTo>
                    <a:pt x="394298" y="481935"/>
                  </a:lnTo>
                  <a:lnTo>
                    <a:pt x="396201" y="487604"/>
                  </a:lnTo>
                  <a:lnTo>
                    <a:pt x="397805" y="490580"/>
                  </a:lnTo>
                  <a:lnTo>
                    <a:pt x="399363" y="496111"/>
                  </a:lnTo>
                  <a:lnTo>
                    <a:pt x="382030" y="497947"/>
                  </a:lnTo>
                  <a:lnTo>
                    <a:pt x="374432" y="498739"/>
                  </a:lnTo>
                  <a:lnTo>
                    <a:pt x="366859" y="499517"/>
                  </a:lnTo>
                  <a:lnTo>
                    <a:pt x="360855" y="500126"/>
                  </a:lnTo>
                  <a:lnTo>
                    <a:pt x="344673" y="501729"/>
                  </a:lnTo>
                  <a:lnTo>
                    <a:pt x="338385" y="502338"/>
                  </a:lnTo>
                  <a:lnTo>
                    <a:pt x="321237" y="503989"/>
                  </a:lnTo>
                  <a:lnTo>
                    <a:pt x="314618" y="504610"/>
                  </a:lnTo>
                  <a:lnTo>
                    <a:pt x="294475" y="506484"/>
                  </a:lnTo>
                  <a:lnTo>
                    <a:pt x="284683" y="507334"/>
                  </a:lnTo>
                  <a:lnTo>
                    <a:pt x="283104" y="507469"/>
                  </a:lnTo>
                  <a:lnTo>
                    <a:pt x="271682" y="508433"/>
                  </a:lnTo>
                  <a:lnTo>
                    <a:pt x="254608" y="509830"/>
                  </a:lnTo>
                  <a:lnTo>
                    <a:pt x="249559" y="510233"/>
                  </a:lnTo>
                  <a:lnTo>
                    <a:pt x="244992" y="510590"/>
                  </a:lnTo>
                  <a:lnTo>
                    <a:pt x="224489" y="512145"/>
                  </a:lnTo>
                  <a:lnTo>
                    <a:pt x="206842" y="513373"/>
                  </a:lnTo>
                  <a:lnTo>
                    <a:pt x="197760" y="513981"/>
                  </a:lnTo>
                  <a:lnTo>
                    <a:pt x="194433" y="514209"/>
                  </a:lnTo>
                  <a:lnTo>
                    <a:pt x="168215" y="515926"/>
                  </a:lnTo>
                  <a:lnTo>
                    <a:pt x="166961" y="516005"/>
                  </a:lnTo>
                  <a:lnTo>
                    <a:pt x="164389" y="516163"/>
                  </a:lnTo>
                  <a:lnTo>
                    <a:pt x="145254" y="517298"/>
                  </a:lnTo>
                  <a:lnTo>
                    <a:pt x="134242" y="517969"/>
                  </a:lnTo>
                  <a:lnTo>
                    <a:pt x="129995" y="518222"/>
                  </a:lnTo>
                  <a:lnTo>
                    <a:pt x="127933" y="518343"/>
                  </a:lnTo>
                  <a:lnTo>
                    <a:pt x="105776" y="519549"/>
                  </a:lnTo>
                  <a:lnTo>
                    <a:pt x="104085" y="519632"/>
                  </a:lnTo>
                  <a:lnTo>
                    <a:pt x="91829" y="520224"/>
                  </a:lnTo>
                  <a:lnTo>
                    <a:pt x="82562" y="520651"/>
                  </a:lnTo>
                  <a:lnTo>
                    <a:pt x="66314" y="521379"/>
                  </a:lnTo>
                  <a:lnTo>
                    <a:pt x="66114" y="516813"/>
                  </a:lnTo>
                  <a:lnTo>
                    <a:pt x="65014" y="490670"/>
                  </a:lnTo>
                  <a:lnTo>
                    <a:pt x="63723" y="460120"/>
                  </a:lnTo>
                  <a:lnTo>
                    <a:pt x="63114" y="445751"/>
                  </a:lnTo>
                  <a:lnTo>
                    <a:pt x="62344" y="429614"/>
                  </a:lnTo>
                  <a:lnTo>
                    <a:pt x="61976" y="421901"/>
                  </a:lnTo>
                  <a:lnTo>
                    <a:pt x="61244" y="406580"/>
                  </a:lnTo>
                  <a:lnTo>
                    <a:pt x="60520" y="391471"/>
                  </a:lnTo>
                  <a:lnTo>
                    <a:pt x="59290" y="365830"/>
                  </a:lnTo>
                  <a:lnTo>
                    <a:pt x="59127" y="362425"/>
                  </a:lnTo>
                  <a:lnTo>
                    <a:pt x="58292" y="360771"/>
                  </a:lnTo>
                  <a:lnTo>
                    <a:pt x="57446" y="359091"/>
                  </a:lnTo>
                  <a:lnTo>
                    <a:pt x="54911" y="356613"/>
                  </a:lnTo>
                  <a:lnTo>
                    <a:pt x="52379" y="355800"/>
                  </a:lnTo>
                  <a:lnTo>
                    <a:pt x="48865" y="354010"/>
                  </a:lnTo>
                  <a:lnTo>
                    <a:pt x="45295" y="353971"/>
                  </a:lnTo>
                  <a:lnTo>
                    <a:pt x="43017" y="351710"/>
                  </a:lnTo>
                  <a:lnTo>
                    <a:pt x="40911" y="348113"/>
                  </a:lnTo>
                  <a:lnTo>
                    <a:pt x="38334" y="343172"/>
                  </a:lnTo>
                  <a:lnTo>
                    <a:pt x="34810" y="338892"/>
                  </a:lnTo>
                  <a:lnTo>
                    <a:pt x="34258" y="338219"/>
                  </a:lnTo>
                  <a:lnTo>
                    <a:pt x="33699" y="336002"/>
                  </a:lnTo>
                  <a:lnTo>
                    <a:pt x="35144" y="332884"/>
                  </a:lnTo>
                  <a:lnTo>
                    <a:pt x="39958" y="328515"/>
                  </a:lnTo>
                  <a:lnTo>
                    <a:pt x="44293" y="325627"/>
                  </a:lnTo>
                  <a:lnTo>
                    <a:pt x="46700" y="321226"/>
                  </a:lnTo>
                  <a:lnTo>
                    <a:pt x="49230" y="318010"/>
                  </a:lnTo>
                  <a:lnTo>
                    <a:pt x="49955" y="313097"/>
                  </a:lnTo>
                  <a:lnTo>
                    <a:pt x="50217" y="307499"/>
                  </a:lnTo>
                  <a:lnTo>
                    <a:pt x="49263" y="300375"/>
                  </a:lnTo>
                  <a:lnTo>
                    <a:pt x="49339" y="299901"/>
                  </a:lnTo>
                  <a:lnTo>
                    <a:pt x="50214" y="294392"/>
                  </a:lnTo>
                  <a:lnTo>
                    <a:pt x="47193" y="282547"/>
                  </a:lnTo>
                  <a:lnTo>
                    <a:pt x="46492" y="273791"/>
                  </a:lnTo>
                  <a:lnTo>
                    <a:pt x="43539" y="270483"/>
                  </a:lnTo>
                  <a:lnTo>
                    <a:pt x="39509" y="263883"/>
                  </a:lnTo>
                  <a:lnTo>
                    <a:pt x="36896" y="252477"/>
                  </a:lnTo>
                  <a:lnTo>
                    <a:pt x="34169" y="246980"/>
                  </a:lnTo>
                  <a:lnTo>
                    <a:pt x="33857" y="246350"/>
                  </a:lnTo>
                  <a:lnTo>
                    <a:pt x="33880" y="241422"/>
                  </a:lnTo>
                  <a:lnTo>
                    <a:pt x="33459" y="233970"/>
                  </a:lnTo>
                  <a:lnTo>
                    <a:pt x="34469" y="222042"/>
                  </a:lnTo>
                  <a:lnTo>
                    <a:pt x="29948" y="213623"/>
                  </a:lnTo>
                  <a:lnTo>
                    <a:pt x="30561" y="207341"/>
                  </a:lnTo>
                  <a:lnTo>
                    <a:pt x="29866" y="201255"/>
                  </a:lnTo>
                  <a:lnTo>
                    <a:pt x="28993" y="193586"/>
                  </a:lnTo>
                  <a:lnTo>
                    <a:pt x="28603" y="190166"/>
                  </a:lnTo>
                  <a:lnTo>
                    <a:pt x="26998" y="175828"/>
                  </a:lnTo>
                  <a:lnTo>
                    <a:pt x="26882" y="170661"/>
                  </a:lnTo>
                  <a:lnTo>
                    <a:pt x="26737" y="164250"/>
                  </a:lnTo>
                  <a:lnTo>
                    <a:pt x="24788" y="157542"/>
                  </a:lnTo>
                  <a:lnTo>
                    <a:pt x="24048" y="155536"/>
                  </a:lnTo>
                  <a:lnTo>
                    <a:pt x="21723" y="149217"/>
                  </a:lnTo>
                  <a:lnTo>
                    <a:pt x="17373" y="140618"/>
                  </a:lnTo>
                  <a:lnTo>
                    <a:pt x="14656" y="132891"/>
                  </a:lnTo>
                  <a:lnTo>
                    <a:pt x="12484" y="124781"/>
                  </a:lnTo>
                  <a:lnTo>
                    <a:pt x="10116" y="119135"/>
                  </a:lnTo>
                  <a:lnTo>
                    <a:pt x="7450" y="112433"/>
                  </a:lnTo>
                  <a:lnTo>
                    <a:pt x="7487" y="112020"/>
                  </a:lnTo>
                  <a:lnTo>
                    <a:pt x="7653" y="110212"/>
                  </a:lnTo>
                  <a:lnTo>
                    <a:pt x="8170" y="104547"/>
                  </a:lnTo>
                  <a:lnTo>
                    <a:pt x="7398" y="96933"/>
                  </a:lnTo>
                  <a:lnTo>
                    <a:pt x="7045" y="89378"/>
                  </a:lnTo>
                  <a:lnTo>
                    <a:pt x="6135" y="80449"/>
                  </a:lnTo>
                  <a:lnTo>
                    <a:pt x="6167" y="79704"/>
                  </a:lnTo>
                  <a:lnTo>
                    <a:pt x="6179" y="79427"/>
                  </a:lnTo>
                  <a:lnTo>
                    <a:pt x="6330" y="75913"/>
                  </a:lnTo>
                  <a:lnTo>
                    <a:pt x="8549" y="68420"/>
                  </a:lnTo>
                  <a:lnTo>
                    <a:pt x="7165" y="64449"/>
                  </a:lnTo>
                  <a:lnTo>
                    <a:pt x="5154" y="59325"/>
                  </a:lnTo>
                  <a:lnTo>
                    <a:pt x="2833" y="51044"/>
                  </a:lnTo>
                  <a:lnTo>
                    <a:pt x="241" y="442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58649" y="3556093"/>
              <a:ext cx="482870" cy="394182"/>
            </a:xfrm>
            <a:custGeom>
              <a:avLst/>
              <a:pathLst>
                <a:path w="482870" h="394182">
                  <a:moveTo>
                    <a:pt x="0" y="22919"/>
                  </a:moveTo>
                  <a:lnTo>
                    <a:pt x="15537" y="22360"/>
                  </a:lnTo>
                  <a:lnTo>
                    <a:pt x="26181" y="21942"/>
                  </a:lnTo>
                  <a:lnTo>
                    <a:pt x="28743" y="21839"/>
                  </a:lnTo>
                  <a:lnTo>
                    <a:pt x="37652" y="21459"/>
                  </a:lnTo>
                  <a:lnTo>
                    <a:pt x="46562" y="21066"/>
                  </a:lnTo>
                  <a:lnTo>
                    <a:pt x="56853" y="20613"/>
                  </a:lnTo>
                  <a:lnTo>
                    <a:pt x="63195" y="20325"/>
                  </a:lnTo>
                  <a:lnTo>
                    <a:pt x="75750" y="19694"/>
                  </a:lnTo>
                  <a:lnTo>
                    <a:pt x="82305" y="19353"/>
                  </a:lnTo>
                  <a:lnTo>
                    <a:pt x="86486" y="19055"/>
                  </a:lnTo>
                  <a:lnTo>
                    <a:pt x="97190" y="18277"/>
                  </a:lnTo>
                  <a:lnTo>
                    <a:pt x="102423" y="17870"/>
                  </a:lnTo>
                  <a:lnTo>
                    <a:pt x="111834" y="17125"/>
                  </a:lnTo>
                  <a:lnTo>
                    <a:pt x="116868" y="16658"/>
                  </a:lnTo>
                  <a:lnTo>
                    <a:pt x="128492" y="15561"/>
                  </a:lnTo>
                  <a:lnTo>
                    <a:pt x="132926" y="15163"/>
                  </a:lnTo>
                  <a:lnTo>
                    <a:pt x="144712" y="14085"/>
                  </a:lnTo>
                  <a:lnTo>
                    <a:pt x="147408" y="13861"/>
                  </a:lnTo>
                  <a:lnTo>
                    <a:pt x="159566" y="12831"/>
                  </a:lnTo>
                  <a:lnTo>
                    <a:pt x="161494" y="12665"/>
                  </a:lnTo>
                  <a:lnTo>
                    <a:pt x="175445" y="11313"/>
                  </a:lnTo>
                  <a:lnTo>
                    <a:pt x="178003" y="11013"/>
                  </a:lnTo>
                  <a:lnTo>
                    <a:pt x="188344" y="9790"/>
                  </a:lnTo>
                  <a:lnTo>
                    <a:pt x="203445" y="8311"/>
                  </a:lnTo>
                  <a:lnTo>
                    <a:pt x="205301" y="8126"/>
                  </a:lnTo>
                  <a:lnTo>
                    <a:pt x="208540" y="7736"/>
                  </a:lnTo>
                  <a:lnTo>
                    <a:pt x="220763" y="6245"/>
                  </a:lnTo>
                  <a:lnTo>
                    <a:pt x="227597" y="5439"/>
                  </a:lnTo>
                  <a:lnTo>
                    <a:pt x="238947" y="4082"/>
                  </a:lnTo>
                  <a:lnTo>
                    <a:pt x="254639" y="2077"/>
                  </a:lnTo>
                  <a:lnTo>
                    <a:pt x="254893" y="2044"/>
                  </a:lnTo>
                  <a:lnTo>
                    <a:pt x="268800" y="0"/>
                  </a:lnTo>
                  <a:lnTo>
                    <a:pt x="269712" y="784"/>
                  </a:lnTo>
                  <a:lnTo>
                    <a:pt x="272002" y="2752"/>
                  </a:lnTo>
                  <a:lnTo>
                    <a:pt x="273196" y="5106"/>
                  </a:lnTo>
                  <a:lnTo>
                    <a:pt x="276756" y="5793"/>
                  </a:lnTo>
                  <a:lnTo>
                    <a:pt x="277799" y="9143"/>
                  </a:lnTo>
                  <a:lnTo>
                    <a:pt x="281097" y="12262"/>
                  </a:lnTo>
                  <a:lnTo>
                    <a:pt x="284318" y="14425"/>
                  </a:lnTo>
                  <a:lnTo>
                    <a:pt x="285987" y="16987"/>
                  </a:lnTo>
                  <a:lnTo>
                    <a:pt x="291437" y="18516"/>
                  </a:lnTo>
                  <a:lnTo>
                    <a:pt x="288573" y="23760"/>
                  </a:lnTo>
                  <a:lnTo>
                    <a:pt x="287477" y="28520"/>
                  </a:lnTo>
                  <a:lnTo>
                    <a:pt x="287389" y="30408"/>
                  </a:lnTo>
                  <a:lnTo>
                    <a:pt x="287187" y="34727"/>
                  </a:lnTo>
                  <a:lnTo>
                    <a:pt x="287063" y="37370"/>
                  </a:lnTo>
                  <a:lnTo>
                    <a:pt x="288815" y="45350"/>
                  </a:lnTo>
                  <a:lnTo>
                    <a:pt x="290234" y="50419"/>
                  </a:lnTo>
                  <a:lnTo>
                    <a:pt x="294042" y="56583"/>
                  </a:lnTo>
                  <a:lnTo>
                    <a:pt x="294897" y="59815"/>
                  </a:lnTo>
                  <a:lnTo>
                    <a:pt x="294960" y="65317"/>
                  </a:lnTo>
                  <a:lnTo>
                    <a:pt x="297739" y="67186"/>
                  </a:lnTo>
                  <a:lnTo>
                    <a:pt x="300471" y="69873"/>
                  </a:lnTo>
                  <a:lnTo>
                    <a:pt x="300518" y="72420"/>
                  </a:lnTo>
                  <a:lnTo>
                    <a:pt x="300565" y="75044"/>
                  </a:lnTo>
                  <a:lnTo>
                    <a:pt x="305114" y="78356"/>
                  </a:lnTo>
                  <a:lnTo>
                    <a:pt x="307289" y="79937"/>
                  </a:lnTo>
                  <a:lnTo>
                    <a:pt x="314171" y="85184"/>
                  </a:lnTo>
                  <a:lnTo>
                    <a:pt x="314810" y="85670"/>
                  </a:lnTo>
                  <a:lnTo>
                    <a:pt x="316972" y="89528"/>
                  </a:lnTo>
                  <a:lnTo>
                    <a:pt x="320272" y="89801"/>
                  </a:lnTo>
                  <a:lnTo>
                    <a:pt x="323097" y="93397"/>
                  </a:lnTo>
                  <a:lnTo>
                    <a:pt x="325271" y="97254"/>
                  </a:lnTo>
                  <a:lnTo>
                    <a:pt x="332518" y="100681"/>
                  </a:lnTo>
                  <a:lnTo>
                    <a:pt x="332674" y="100781"/>
                  </a:lnTo>
                  <a:lnTo>
                    <a:pt x="339651" y="105240"/>
                  </a:lnTo>
                  <a:lnTo>
                    <a:pt x="347888" y="111811"/>
                  </a:lnTo>
                  <a:lnTo>
                    <a:pt x="348635" y="114543"/>
                  </a:lnTo>
                  <a:lnTo>
                    <a:pt x="350359" y="120839"/>
                  </a:lnTo>
                  <a:lnTo>
                    <a:pt x="352646" y="125035"/>
                  </a:lnTo>
                  <a:lnTo>
                    <a:pt x="350871" y="129365"/>
                  </a:lnTo>
                  <a:lnTo>
                    <a:pt x="354050" y="135197"/>
                  </a:lnTo>
                  <a:lnTo>
                    <a:pt x="355518" y="139408"/>
                  </a:lnTo>
                  <a:lnTo>
                    <a:pt x="355947" y="140638"/>
                  </a:lnTo>
                  <a:lnTo>
                    <a:pt x="360583" y="144119"/>
                  </a:lnTo>
                  <a:lnTo>
                    <a:pt x="363323" y="144184"/>
                  </a:lnTo>
                  <a:lnTo>
                    <a:pt x="366731" y="140282"/>
                  </a:lnTo>
                  <a:lnTo>
                    <a:pt x="368442" y="135530"/>
                  </a:lnTo>
                  <a:lnTo>
                    <a:pt x="369589" y="135434"/>
                  </a:lnTo>
                  <a:lnTo>
                    <a:pt x="373351" y="135119"/>
                  </a:lnTo>
                  <a:lnTo>
                    <a:pt x="380306" y="137554"/>
                  </a:lnTo>
                  <a:lnTo>
                    <a:pt x="381858" y="137733"/>
                  </a:lnTo>
                  <a:lnTo>
                    <a:pt x="385078" y="138103"/>
                  </a:lnTo>
                  <a:lnTo>
                    <a:pt x="387940" y="139589"/>
                  </a:lnTo>
                  <a:lnTo>
                    <a:pt x="393641" y="142542"/>
                  </a:lnTo>
                  <a:lnTo>
                    <a:pt x="393771" y="146389"/>
                  </a:lnTo>
                  <a:lnTo>
                    <a:pt x="390759" y="149716"/>
                  </a:lnTo>
                  <a:lnTo>
                    <a:pt x="388269" y="154110"/>
                  </a:lnTo>
                  <a:lnTo>
                    <a:pt x="389646" y="157360"/>
                  </a:lnTo>
                  <a:lnTo>
                    <a:pt x="390882" y="159695"/>
                  </a:lnTo>
                  <a:lnTo>
                    <a:pt x="391118" y="163923"/>
                  </a:lnTo>
                  <a:lnTo>
                    <a:pt x="387365" y="170288"/>
                  </a:lnTo>
                  <a:lnTo>
                    <a:pt x="387063" y="171554"/>
                  </a:lnTo>
                  <a:lnTo>
                    <a:pt x="386788" y="172703"/>
                  </a:lnTo>
                  <a:lnTo>
                    <a:pt x="386304" y="174729"/>
                  </a:lnTo>
                  <a:lnTo>
                    <a:pt x="385660" y="179910"/>
                  </a:lnTo>
                  <a:lnTo>
                    <a:pt x="382630" y="184815"/>
                  </a:lnTo>
                  <a:lnTo>
                    <a:pt x="382069" y="185721"/>
                  </a:lnTo>
                  <a:lnTo>
                    <a:pt x="381025" y="190650"/>
                  </a:lnTo>
                  <a:lnTo>
                    <a:pt x="382443" y="198194"/>
                  </a:lnTo>
                  <a:lnTo>
                    <a:pt x="385821" y="202653"/>
                  </a:lnTo>
                  <a:lnTo>
                    <a:pt x="391143" y="206816"/>
                  </a:lnTo>
                  <a:lnTo>
                    <a:pt x="393786" y="209447"/>
                  </a:lnTo>
                  <a:lnTo>
                    <a:pt x="394873" y="209939"/>
                  </a:lnTo>
                  <a:lnTo>
                    <a:pt x="400591" y="212522"/>
                  </a:lnTo>
                  <a:lnTo>
                    <a:pt x="404035" y="215226"/>
                  </a:lnTo>
                  <a:lnTo>
                    <a:pt x="409480" y="218583"/>
                  </a:lnTo>
                  <a:lnTo>
                    <a:pt x="413197" y="218447"/>
                  </a:lnTo>
                  <a:lnTo>
                    <a:pt x="412334" y="222756"/>
                  </a:lnTo>
                  <a:lnTo>
                    <a:pt x="415557" y="225834"/>
                  </a:lnTo>
                  <a:lnTo>
                    <a:pt x="416334" y="226575"/>
                  </a:lnTo>
                  <a:lnTo>
                    <a:pt x="420978" y="223056"/>
                  </a:lnTo>
                  <a:lnTo>
                    <a:pt x="426227" y="226746"/>
                  </a:lnTo>
                  <a:lnTo>
                    <a:pt x="432536" y="229580"/>
                  </a:lnTo>
                  <a:lnTo>
                    <a:pt x="433361" y="231066"/>
                  </a:lnTo>
                  <a:lnTo>
                    <a:pt x="435064" y="234130"/>
                  </a:lnTo>
                  <a:lnTo>
                    <a:pt x="440728" y="236606"/>
                  </a:lnTo>
                  <a:lnTo>
                    <a:pt x="445797" y="238374"/>
                  </a:lnTo>
                  <a:lnTo>
                    <a:pt x="447594" y="244483"/>
                  </a:lnTo>
                  <a:lnTo>
                    <a:pt x="448922" y="248301"/>
                  </a:lnTo>
                  <a:lnTo>
                    <a:pt x="448770" y="249219"/>
                  </a:lnTo>
                  <a:lnTo>
                    <a:pt x="448604" y="250223"/>
                  </a:lnTo>
                  <a:lnTo>
                    <a:pt x="448167" y="252858"/>
                  </a:lnTo>
                  <a:lnTo>
                    <a:pt x="451672" y="258033"/>
                  </a:lnTo>
                  <a:lnTo>
                    <a:pt x="455419" y="262791"/>
                  </a:lnTo>
                  <a:lnTo>
                    <a:pt x="455792" y="267295"/>
                  </a:lnTo>
                  <a:lnTo>
                    <a:pt x="452802" y="269595"/>
                  </a:lnTo>
                  <a:lnTo>
                    <a:pt x="451462" y="270626"/>
                  </a:lnTo>
                  <a:lnTo>
                    <a:pt x="450380" y="274565"/>
                  </a:lnTo>
                  <a:lnTo>
                    <a:pt x="452968" y="276098"/>
                  </a:lnTo>
                  <a:lnTo>
                    <a:pt x="453906" y="276652"/>
                  </a:lnTo>
                  <a:lnTo>
                    <a:pt x="455577" y="282226"/>
                  </a:lnTo>
                  <a:lnTo>
                    <a:pt x="461458" y="289004"/>
                  </a:lnTo>
                  <a:lnTo>
                    <a:pt x="463807" y="294084"/>
                  </a:lnTo>
                  <a:lnTo>
                    <a:pt x="467526" y="294819"/>
                  </a:lnTo>
                  <a:lnTo>
                    <a:pt x="471190" y="295540"/>
                  </a:lnTo>
                  <a:lnTo>
                    <a:pt x="475823" y="297222"/>
                  </a:lnTo>
                  <a:lnTo>
                    <a:pt x="480238" y="297332"/>
                  </a:lnTo>
                  <a:lnTo>
                    <a:pt x="482870" y="299135"/>
                  </a:lnTo>
                  <a:lnTo>
                    <a:pt x="482709" y="300318"/>
                  </a:lnTo>
                  <a:lnTo>
                    <a:pt x="482056" y="305094"/>
                  </a:lnTo>
                  <a:lnTo>
                    <a:pt x="480625" y="309251"/>
                  </a:lnTo>
                  <a:lnTo>
                    <a:pt x="480659" y="314394"/>
                  </a:lnTo>
                  <a:lnTo>
                    <a:pt x="480682" y="314642"/>
                  </a:lnTo>
                  <a:lnTo>
                    <a:pt x="480930" y="317300"/>
                  </a:lnTo>
                  <a:lnTo>
                    <a:pt x="478154" y="321151"/>
                  </a:lnTo>
                  <a:lnTo>
                    <a:pt x="481313" y="325548"/>
                  </a:lnTo>
                  <a:lnTo>
                    <a:pt x="480716" y="326611"/>
                  </a:lnTo>
                  <a:lnTo>
                    <a:pt x="479338" y="329066"/>
                  </a:lnTo>
                  <a:lnTo>
                    <a:pt x="477946" y="334238"/>
                  </a:lnTo>
                  <a:lnTo>
                    <a:pt x="474238" y="333977"/>
                  </a:lnTo>
                  <a:lnTo>
                    <a:pt x="470553" y="330342"/>
                  </a:lnTo>
                  <a:lnTo>
                    <a:pt x="470367" y="330373"/>
                  </a:lnTo>
                  <a:lnTo>
                    <a:pt x="466781" y="330978"/>
                  </a:lnTo>
                  <a:lnTo>
                    <a:pt x="465343" y="336476"/>
                  </a:lnTo>
                  <a:lnTo>
                    <a:pt x="460289" y="336769"/>
                  </a:lnTo>
                  <a:lnTo>
                    <a:pt x="455636" y="336622"/>
                  </a:lnTo>
                  <a:lnTo>
                    <a:pt x="454102" y="340043"/>
                  </a:lnTo>
                  <a:lnTo>
                    <a:pt x="456772" y="343267"/>
                  </a:lnTo>
                  <a:lnTo>
                    <a:pt x="458414" y="346252"/>
                  </a:lnTo>
                  <a:lnTo>
                    <a:pt x="457336" y="350094"/>
                  </a:lnTo>
                  <a:lnTo>
                    <a:pt x="460004" y="353459"/>
                  </a:lnTo>
                  <a:lnTo>
                    <a:pt x="459475" y="356501"/>
                  </a:lnTo>
                  <a:lnTo>
                    <a:pt x="457907" y="356743"/>
                  </a:lnTo>
                  <a:lnTo>
                    <a:pt x="454010" y="357344"/>
                  </a:lnTo>
                  <a:lnTo>
                    <a:pt x="453554" y="360404"/>
                  </a:lnTo>
                  <a:lnTo>
                    <a:pt x="457922" y="362636"/>
                  </a:lnTo>
                  <a:lnTo>
                    <a:pt x="454927" y="366523"/>
                  </a:lnTo>
                  <a:lnTo>
                    <a:pt x="449488" y="366294"/>
                  </a:lnTo>
                  <a:lnTo>
                    <a:pt x="448690" y="368459"/>
                  </a:lnTo>
                  <a:lnTo>
                    <a:pt x="453667" y="371343"/>
                  </a:lnTo>
                  <a:lnTo>
                    <a:pt x="453961" y="371513"/>
                  </a:lnTo>
                  <a:lnTo>
                    <a:pt x="456672" y="375384"/>
                  </a:lnTo>
                  <a:lnTo>
                    <a:pt x="453392" y="378627"/>
                  </a:lnTo>
                  <a:lnTo>
                    <a:pt x="450985" y="380796"/>
                  </a:lnTo>
                  <a:lnTo>
                    <a:pt x="450718" y="386319"/>
                  </a:lnTo>
                  <a:lnTo>
                    <a:pt x="448036" y="388411"/>
                  </a:lnTo>
                  <a:lnTo>
                    <a:pt x="436149" y="389968"/>
                  </a:lnTo>
                  <a:lnTo>
                    <a:pt x="432033" y="390495"/>
                  </a:lnTo>
                  <a:lnTo>
                    <a:pt x="421810" y="391790"/>
                  </a:lnTo>
                  <a:lnTo>
                    <a:pt x="408703" y="393469"/>
                  </a:lnTo>
                  <a:lnTo>
                    <a:pt x="403066" y="394182"/>
                  </a:lnTo>
                  <a:lnTo>
                    <a:pt x="404675" y="389458"/>
                  </a:lnTo>
                  <a:lnTo>
                    <a:pt x="407240" y="383336"/>
                  </a:lnTo>
                  <a:lnTo>
                    <a:pt x="411159" y="380533"/>
                  </a:lnTo>
                  <a:lnTo>
                    <a:pt x="411807" y="376449"/>
                  </a:lnTo>
                  <a:lnTo>
                    <a:pt x="413887" y="374946"/>
                  </a:lnTo>
                  <a:lnTo>
                    <a:pt x="416089" y="373353"/>
                  </a:lnTo>
                  <a:lnTo>
                    <a:pt x="418497" y="368508"/>
                  </a:lnTo>
                  <a:lnTo>
                    <a:pt x="421735" y="364809"/>
                  </a:lnTo>
                  <a:lnTo>
                    <a:pt x="421254" y="360097"/>
                  </a:lnTo>
                  <a:lnTo>
                    <a:pt x="420790" y="357552"/>
                  </a:lnTo>
                  <a:lnTo>
                    <a:pt x="415944" y="355577"/>
                  </a:lnTo>
                  <a:lnTo>
                    <a:pt x="414790" y="351747"/>
                  </a:lnTo>
                  <a:lnTo>
                    <a:pt x="413576" y="348750"/>
                  </a:lnTo>
                  <a:lnTo>
                    <a:pt x="408865" y="349251"/>
                  </a:lnTo>
                  <a:lnTo>
                    <a:pt x="389570" y="351263"/>
                  </a:lnTo>
                  <a:lnTo>
                    <a:pt x="383825" y="351910"/>
                  </a:lnTo>
                  <a:lnTo>
                    <a:pt x="370481" y="353392"/>
                  </a:lnTo>
                  <a:lnTo>
                    <a:pt x="369188" y="353537"/>
                  </a:lnTo>
                  <a:lnTo>
                    <a:pt x="352712" y="355366"/>
                  </a:lnTo>
                  <a:lnTo>
                    <a:pt x="345064" y="356206"/>
                  </a:lnTo>
                  <a:lnTo>
                    <a:pt x="325449" y="358314"/>
                  </a:lnTo>
                  <a:lnTo>
                    <a:pt x="325311" y="358326"/>
                  </a:lnTo>
                  <a:lnTo>
                    <a:pt x="322265" y="358603"/>
                  </a:lnTo>
                  <a:lnTo>
                    <a:pt x="308672" y="359817"/>
                  </a:lnTo>
                  <a:lnTo>
                    <a:pt x="306575" y="360033"/>
                  </a:lnTo>
                  <a:lnTo>
                    <a:pt x="284469" y="362264"/>
                  </a:lnTo>
                  <a:lnTo>
                    <a:pt x="274974" y="363186"/>
                  </a:lnTo>
                  <a:lnTo>
                    <a:pt x="272863" y="363389"/>
                  </a:lnTo>
                  <a:lnTo>
                    <a:pt x="258751" y="364726"/>
                  </a:lnTo>
                  <a:lnTo>
                    <a:pt x="246120" y="365832"/>
                  </a:lnTo>
                  <a:lnTo>
                    <a:pt x="243641" y="366046"/>
                  </a:lnTo>
                  <a:lnTo>
                    <a:pt x="228946" y="367346"/>
                  </a:lnTo>
                  <a:lnTo>
                    <a:pt x="224246" y="367754"/>
                  </a:lnTo>
                  <a:lnTo>
                    <a:pt x="223177" y="367846"/>
                  </a:lnTo>
                  <a:lnTo>
                    <a:pt x="203964" y="369468"/>
                  </a:lnTo>
                  <a:lnTo>
                    <a:pt x="192152" y="370388"/>
                  </a:lnTo>
                  <a:lnTo>
                    <a:pt x="190579" y="370509"/>
                  </a:lnTo>
                  <a:lnTo>
                    <a:pt x="182684" y="371109"/>
                  </a:lnTo>
                  <a:lnTo>
                    <a:pt x="171564" y="371942"/>
                  </a:lnTo>
                  <a:lnTo>
                    <a:pt x="163368" y="372543"/>
                  </a:lnTo>
                  <a:lnTo>
                    <a:pt x="151594" y="373439"/>
                  </a:lnTo>
                  <a:lnTo>
                    <a:pt x="145053" y="373927"/>
                  </a:lnTo>
                  <a:lnTo>
                    <a:pt x="136712" y="374499"/>
                  </a:lnTo>
                  <a:lnTo>
                    <a:pt x="116608" y="375828"/>
                  </a:lnTo>
                  <a:lnTo>
                    <a:pt x="98442" y="377037"/>
                  </a:lnTo>
                  <a:lnTo>
                    <a:pt x="97863" y="367112"/>
                  </a:lnTo>
                  <a:lnTo>
                    <a:pt x="97563" y="362263"/>
                  </a:lnTo>
                  <a:lnTo>
                    <a:pt x="97028" y="353615"/>
                  </a:lnTo>
                  <a:lnTo>
                    <a:pt x="95842" y="333238"/>
                  </a:lnTo>
                  <a:lnTo>
                    <a:pt x="95530" y="328161"/>
                  </a:lnTo>
                  <a:lnTo>
                    <a:pt x="94972" y="319092"/>
                  </a:lnTo>
                  <a:lnTo>
                    <a:pt x="94081" y="303459"/>
                  </a:lnTo>
                  <a:lnTo>
                    <a:pt x="93951" y="301199"/>
                  </a:lnTo>
                  <a:lnTo>
                    <a:pt x="93717" y="297099"/>
                  </a:lnTo>
                  <a:lnTo>
                    <a:pt x="92417" y="275812"/>
                  </a:lnTo>
                  <a:lnTo>
                    <a:pt x="92312" y="274098"/>
                  </a:lnTo>
                  <a:lnTo>
                    <a:pt x="92263" y="273300"/>
                  </a:lnTo>
                  <a:lnTo>
                    <a:pt x="90885" y="246473"/>
                  </a:lnTo>
                  <a:lnTo>
                    <a:pt x="90649" y="242149"/>
                  </a:lnTo>
                  <a:lnTo>
                    <a:pt x="90539" y="240130"/>
                  </a:lnTo>
                  <a:lnTo>
                    <a:pt x="89685" y="224529"/>
                  </a:lnTo>
                  <a:lnTo>
                    <a:pt x="88870" y="211283"/>
                  </a:lnTo>
                  <a:lnTo>
                    <a:pt x="88389" y="203482"/>
                  </a:lnTo>
                  <a:lnTo>
                    <a:pt x="87226" y="180603"/>
                  </a:lnTo>
                  <a:lnTo>
                    <a:pt x="87215" y="180375"/>
                  </a:lnTo>
                  <a:lnTo>
                    <a:pt x="86677" y="171023"/>
                  </a:lnTo>
                  <a:lnTo>
                    <a:pt x="85995" y="159205"/>
                  </a:lnTo>
                  <a:lnTo>
                    <a:pt x="85691" y="153736"/>
                  </a:lnTo>
                  <a:lnTo>
                    <a:pt x="85468" y="149723"/>
                  </a:lnTo>
                  <a:lnTo>
                    <a:pt x="85352" y="147645"/>
                  </a:lnTo>
                  <a:lnTo>
                    <a:pt x="86179" y="143928"/>
                  </a:lnTo>
                  <a:lnTo>
                    <a:pt x="85494" y="143929"/>
                  </a:lnTo>
                  <a:lnTo>
                    <a:pt x="83989" y="143929"/>
                  </a:lnTo>
                  <a:lnTo>
                    <a:pt x="79997" y="141745"/>
                  </a:lnTo>
                  <a:lnTo>
                    <a:pt x="75873" y="143251"/>
                  </a:lnTo>
                  <a:lnTo>
                    <a:pt x="72299" y="140739"/>
                  </a:lnTo>
                  <a:lnTo>
                    <a:pt x="71752" y="140354"/>
                  </a:lnTo>
                  <a:lnTo>
                    <a:pt x="69795" y="137330"/>
                  </a:lnTo>
                  <a:lnTo>
                    <a:pt x="67491" y="134644"/>
                  </a:lnTo>
                  <a:lnTo>
                    <a:pt x="63765" y="130482"/>
                  </a:lnTo>
                  <a:lnTo>
                    <a:pt x="64711" y="124364"/>
                  </a:lnTo>
                  <a:lnTo>
                    <a:pt x="60754" y="123964"/>
                  </a:lnTo>
                  <a:lnTo>
                    <a:pt x="59346" y="122115"/>
                  </a:lnTo>
                  <a:lnTo>
                    <a:pt x="58137" y="120525"/>
                  </a:lnTo>
                  <a:lnTo>
                    <a:pt x="53271" y="116071"/>
                  </a:lnTo>
                  <a:lnTo>
                    <a:pt x="50258" y="112828"/>
                  </a:lnTo>
                  <a:lnTo>
                    <a:pt x="48655" y="111100"/>
                  </a:lnTo>
                  <a:lnTo>
                    <a:pt x="51041" y="108947"/>
                  </a:lnTo>
                  <a:lnTo>
                    <a:pt x="52951" y="107216"/>
                  </a:lnTo>
                  <a:lnTo>
                    <a:pt x="53069" y="105574"/>
                  </a:lnTo>
                  <a:lnTo>
                    <a:pt x="53319" y="102102"/>
                  </a:lnTo>
                  <a:lnTo>
                    <a:pt x="57626" y="98889"/>
                  </a:lnTo>
                  <a:lnTo>
                    <a:pt x="57456" y="95662"/>
                  </a:lnTo>
                  <a:lnTo>
                    <a:pt x="62304" y="95286"/>
                  </a:lnTo>
                  <a:lnTo>
                    <a:pt x="64804" y="92885"/>
                  </a:lnTo>
                  <a:lnTo>
                    <a:pt x="63955" y="90869"/>
                  </a:lnTo>
                  <a:lnTo>
                    <a:pt x="63254" y="86708"/>
                  </a:lnTo>
                  <a:lnTo>
                    <a:pt x="63169" y="86200"/>
                  </a:lnTo>
                  <a:lnTo>
                    <a:pt x="59552" y="82031"/>
                  </a:lnTo>
                  <a:lnTo>
                    <a:pt x="57871" y="80002"/>
                  </a:lnTo>
                  <a:lnTo>
                    <a:pt x="55060" y="80346"/>
                  </a:lnTo>
                  <a:lnTo>
                    <a:pt x="53355" y="80554"/>
                  </a:lnTo>
                  <a:lnTo>
                    <a:pt x="49297" y="83939"/>
                  </a:lnTo>
                  <a:lnTo>
                    <a:pt x="45021" y="81222"/>
                  </a:lnTo>
                  <a:lnTo>
                    <a:pt x="38806" y="77322"/>
                  </a:lnTo>
                  <a:lnTo>
                    <a:pt x="33336" y="72681"/>
                  </a:lnTo>
                  <a:lnTo>
                    <a:pt x="30470" y="70261"/>
                  </a:lnTo>
                  <a:lnTo>
                    <a:pt x="28179" y="70582"/>
                  </a:lnTo>
                  <a:lnTo>
                    <a:pt x="25841" y="66949"/>
                  </a:lnTo>
                  <a:lnTo>
                    <a:pt x="27042" y="63495"/>
                  </a:lnTo>
                  <a:lnTo>
                    <a:pt x="24337" y="60758"/>
                  </a:lnTo>
                  <a:lnTo>
                    <a:pt x="20835" y="56765"/>
                  </a:lnTo>
                  <a:lnTo>
                    <a:pt x="21185" y="52556"/>
                  </a:lnTo>
                  <a:lnTo>
                    <a:pt x="16072" y="50808"/>
                  </a:lnTo>
                  <a:lnTo>
                    <a:pt x="16008" y="50484"/>
                  </a:lnTo>
                  <a:lnTo>
                    <a:pt x="15979" y="50342"/>
                  </a:lnTo>
                  <a:lnTo>
                    <a:pt x="15515" y="48011"/>
                  </a:lnTo>
                  <a:lnTo>
                    <a:pt x="12389" y="46535"/>
                  </a:lnTo>
                  <a:lnTo>
                    <a:pt x="8639" y="45608"/>
                  </a:lnTo>
                  <a:lnTo>
                    <a:pt x="9296" y="41713"/>
                  </a:lnTo>
                  <a:lnTo>
                    <a:pt x="8602" y="39128"/>
                  </a:lnTo>
                  <a:lnTo>
                    <a:pt x="5965" y="33345"/>
                  </a:lnTo>
                  <a:lnTo>
                    <a:pt x="5139" y="30724"/>
                  </a:lnTo>
                  <a:lnTo>
                    <a:pt x="3833" y="28135"/>
                  </a:lnTo>
                  <a:lnTo>
                    <a:pt x="3683" y="27839"/>
                  </a:lnTo>
                  <a:lnTo>
                    <a:pt x="826" y="280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87842" y="4239743"/>
              <a:ext cx="253084" cy="432201"/>
            </a:xfrm>
            <a:custGeom>
              <a:avLst/>
              <a:pathLst>
                <a:path w="253084" h="432201">
                  <a:moveTo>
                    <a:pt x="1486" y="354972"/>
                  </a:moveTo>
                  <a:lnTo>
                    <a:pt x="5839" y="355088"/>
                  </a:lnTo>
                  <a:lnTo>
                    <a:pt x="9783" y="352060"/>
                  </a:lnTo>
                  <a:lnTo>
                    <a:pt x="7385" y="348191"/>
                  </a:lnTo>
                  <a:lnTo>
                    <a:pt x="7276" y="343636"/>
                  </a:lnTo>
                  <a:lnTo>
                    <a:pt x="8564" y="339231"/>
                  </a:lnTo>
                  <a:lnTo>
                    <a:pt x="7608" y="334096"/>
                  </a:lnTo>
                  <a:lnTo>
                    <a:pt x="9405" y="330763"/>
                  </a:lnTo>
                  <a:lnTo>
                    <a:pt x="13219" y="329336"/>
                  </a:lnTo>
                  <a:lnTo>
                    <a:pt x="11411" y="325876"/>
                  </a:lnTo>
                  <a:lnTo>
                    <a:pt x="10690" y="323063"/>
                  </a:lnTo>
                  <a:lnTo>
                    <a:pt x="15616" y="320476"/>
                  </a:lnTo>
                  <a:lnTo>
                    <a:pt x="16107" y="312644"/>
                  </a:lnTo>
                  <a:lnTo>
                    <a:pt x="20619" y="311071"/>
                  </a:lnTo>
                  <a:lnTo>
                    <a:pt x="20459" y="310869"/>
                  </a:lnTo>
                  <a:lnTo>
                    <a:pt x="17138" y="306668"/>
                  </a:lnTo>
                  <a:lnTo>
                    <a:pt x="17835" y="302770"/>
                  </a:lnTo>
                  <a:lnTo>
                    <a:pt x="22064" y="303151"/>
                  </a:lnTo>
                  <a:lnTo>
                    <a:pt x="25232" y="299652"/>
                  </a:lnTo>
                  <a:lnTo>
                    <a:pt x="25858" y="298961"/>
                  </a:lnTo>
                  <a:lnTo>
                    <a:pt x="29539" y="294780"/>
                  </a:lnTo>
                  <a:lnTo>
                    <a:pt x="29397" y="290112"/>
                  </a:lnTo>
                  <a:lnTo>
                    <a:pt x="33767" y="288444"/>
                  </a:lnTo>
                  <a:lnTo>
                    <a:pt x="36209" y="284985"/>
                  </a:lnTo>
                  <a:lnTo>
                    <a:pt x="36122" y="282634"/>
                  </a:lnTo>
                  <a:lnTo>
                    <a:pt x="39026" y="277857"/>
                  </a:lnTo>
                  <a:lnTo>
                    <a:pt x="38615" y="277291"/>
                  </a:lnTo>
                  <a:lnTo>
                    <a:pt x="32671" y="269091"/>
                  </a:lnTo>
                  <a:lnTo>
                    <a:pt x="41350" y="267607"/>
                  </a:lnTo>
                  <a:lnTo>
                    <a:pt x="44020" y="261262"/>
                  </a:lnTo>
                  <a:lnTo>
                    <a:pt x="45525" y="255941"/>
                  </a:lnTo>
                  <a:lnTo>
                    <a:pt x="40579" y="255613"/>
                  </a:lnTo>
                  <a:lnTo>
                    <a:pt x="41522" y="249078"/>
                  </a:lnTo>
                  <a:lnTo>
                    <a:pt x="34959" y="248569"/>
                  </a:lnTo>
                  <a:lnTo>
                    <a:pt x="33798" y="242180"/>
                  </a:lnTo>
                  <a:lnTo>
                    <a:pt x="37416" y="241426"/>
                  </a:lnTo>
                  <a:lnTo>
                    <a:pt x="34134" y="236747"/>
                  </a:lnTo>
                  <a:lnTo>
                    <a:pt x="33638" y="236318"/>
                  </a:lnTo>
                  <a:lnTo>
                    <a:pt x="31679" y="234621"/>
                  </a:lnTo>
                  <a:lnTo>
                    <a:pt x="29571" y="227387"/>
                  </a:lnTo>
                  <a:lnTo>
                    <a:pt x="32336" y="223548"/>
                  </a:lnTo>
                  <a:lnTo>
                    <a:pt x="28029" y="222731"/>
                  </a:lnTo>
                  <a:lnTo>
                    <a:pt x="24488" y="219923"/>
                  </a:lnTo>
                  <a:lnTo>
                    <a:pt x="23897" y="216774"/>
                  </a:lnTo>
                  <a:lnTo>
                    <a:pt x="25361" y="213405"/>
                  </a:lnTo>
                  <a:lnTo>
                    <a:pt x="30010" y="209422"/>
                  </a:lnTo>
                  <a:lnTo>
                    <a:pt x="29503" y="205142"/>
                  </a:lnTo>
                  <a:lnTo>
                    <a:pt x="24559" y="201896"/>
                  </a:lnTo>
                  <a:lnTo>
                    <a:pt x="22034" y="200081"/>
                  </a:lnTo>
                  <a:lnTo>
                    <a:pt x="22454" y="199409"/>
                  </a:lnTo>
                  <a:lnTo>
                    <a:pt x="24996" y="195329"/>
                  </a:lnTo>
                  <a:lnTo>
                    <a:pt x="20189" y="191966"/>
                  </a:lnTo>
                  <a:lnTo>
                    <a:pt x="21942" y="188547"/>
                  </a:lnTo>
                  <a:lnTo>
                    <a:pt x="25556" y="188478"/>
                  </a:lnTo>
                  <a:lnTo>
                    <a:pt x="26624" y="184024"/>
                  </a:lnTo>
                  <a:lnTo>
                    <a:pt x="27352" y="179356"/>
                  </a:lnTo>
                  <a:lnTo>
                    <a:pt x="25739" y="175937"/>
                  </a:lnTo>
                  <a:lnTo>
                    <a:pt x="22790" y="175664"/>
                  </a:lnTo>
                  <a:lnTo>
                    <a:pt x="21008" y="169791"/>
                  </a:lnTo>
                  <a:lnTo>
                    <a:pt x="22738" y="165719"/>
                  </a:lnTo>
                  <a:lnTo>
                    <a:pt x="19974" y="163006"/>
                  </a:lnTo>
                  <a:lnTo>
                    <a:pt x="17920" y="160119"/>
                  </a:lnTo>
                  <a:lnTo>
                    <a:pt x="16383" y="157576"/>
                  </a:lnTo>
                  <a:lnTo>
                    <a:pt x="14162" y="154596"/>
                  </a:lnTo>
                  <a:lnTo>
                    <a:pt x="14710" y="153110"/>
                  </a:lnTo>
                  <a:lnTo>
                    <a:pt x="15742" y="150305"/>
                  </a:lnTo>
                  <a:lnTo>
                    <a:pt x="19709" y="146833"/>
                  </a:lnTo>
                  <a:lnTo>
                    <a:pt x="15914" y="143685"/>
                  </a:lnTo>
                  <a:lnTo>
                    <a:pt x="21493" y="142269"/>
                  </a:lnTo>
                  <a:lnTo>
                    <a:pt x="22923" y="137369"/>
                  </a:lnTo>
                  <a:lnTo>
                    <a:pt x="17694" y="135031"/>
                  </a:lnTo>
                  <a:lnTo>
                    <a:pt x="19792" y="132392"/>
                  </a:lnTo>
                  <a:lnTo>
                    <a:pt x="21674" y="132032"/>
                  </a:lnTo>
                  <a:lnTo>
                    <a:pt x="26068" y="132694"/>
                  </a:lnTo>
                  <a:lnTo>
                    <a:pt x="25836" y="128986"/>
                  </a:lnTo>
                  <a:lnTo>
                    <a:pt x="23668" y="127608"/>
                  </a:lnTo>
                  <a:lnTo>
                    <a:pt x="22613" y="123016"/>
                  </a:lnTo>
                  <a:lnTo>
                    <a:pt x="24903" y="120085"/>
                  </a:lnTo>
                  <a:lnTo>
                    <a:pt x="23909" y="117034"/>
                  </a:lnTo>
                  <a:lnTo>
                    <a:pt x="19921" y="115905"/>
                  </a:lnTo>
                  <a:lnTo>
                    <a:pt x="22663" y="113521"/>
                  </a:lnTo>
                  <a:lnTo>
                    <a:pt x="25890" y="113890"/>
                  </a:lnTo>
                  <a:lnTo>
                    <a:pt x="27521" y="111679"/>
                  </a:lnTo>
                  <a:lnTo>
                    <a:pt x="30085" y="109822"/>
                  </a:lnTo>
                  <a:lnTo>
                    <a:pt x="33667" y="108660"/>
                  </a:lnTo>
                  <a:lnTo>
                    <a:pt x="34587" y="104573"/>
                  </a:lnTo>
                  <a:lnTo>
                    <a:pt x="32462" y="102806"/>
                  </a:lnTo>
                  <a:lnTo>
                    <a:pt x="29053" y="101874"/>
                  </a:lnTo>
                  <a:lnTo>
                    <a:pt x="29101" y="101247"/>
                  </a:lnTo>
                  <a:lnTo>
                    <a:pt x="29126" y="100922"/>
                  </a:lnTo>
                  <a:lnTo>
                    <a:pt x="29323" y="98370"/>
                  </a:lnTo>
                  <a:lnTo>
                    <a:pt x="32394" y="96963"/>
                  </a:lnTo>
                  <a:lnTo>
                    <a:pt x="33045" y="94827"/>
                  </a:lnTo>
                  <a:lnTo>
                    <a:pt x="31846" y="91424"/>
                  </a:lnTo>
                  <a:lnTo>
                    <a:pt x="35707" y="89971"/>
                  </a:lnTo>
                  <a:lnTo>
                    <a:pt x="37308" y="85973"/>
                  </a:lnTo>
                  <a:lnTo>
                    <a:pt x="41586" y="84638"/>
                  </a:lnTo>
                  <a:lnTo>
                    <a:pt x="40221" y="80060"/>
                  </a:lnTo>
                  <a:lnTo>
                    <a:pt x="42648" y="77905"/>
                  </a:lnTo>
                  <a:lnTo>
                    <a:pt x="47874" y="79841"/>
                  </a:lnTo>
                  <a:lnTo>
                    <a:pt x="48832" y="75487"/>
                  </a:lnTo>
                  <a:lnTo>
                    <a:pt x="53341" y="72222"/>
                  </a:lnTo>
                  <a:lnTo>
                    <a:pt x="52352" y="68475"/>
                  </a:lnTo>
                  <a:lnTo>
                    <a:pt x="52811" y="62591"/>
                  </a:lnTo>
                  <a:lnTo>
                    <a:pt x="53883" y="58652"/>
                  </a:lnTo>
                  <a:lnTo>
                    <a:pt x="50721" y="54798"/>
                  </a:lnTo>
                  <a:lnTo>
                    <a:pt x="51474" y="53307"/>
                  </a:lnTo>
                  <a:lnTo>
                    <a:pt x="52975" y="50331"/>
                  </a:lnTo>
                  <a:lnTo>
                    <a:pt x="52930" y="46923"/>
                  </a:lnTo>
                  <a:lnTo>
                    <a:pt x="55300" y="41135"/>
                  </a:lnTo>
                  <a:lnTo>
                    <a:pt x="57386" y="38755"/>
                  </a:lnTo>
                  <a:lnTo>
                    <a:pt x="57675" y="34650"/>
                  </a:lnTo>
                  <a:lnTo>
                    <a:pt x="61689" y="34164"/>
                  </a:lnTo>
                  <a:lnTo>
                    <a:pt x="62145" y="34108"/>
                  </a:lnTo>
                  <a:lnTo>
                    <a:pt x="68159" y="30203"/>
                  </a:lnTo>
                  <a:lnTo>
                    <a:pt x="68294" y="30086"/>
                  </a:lnTo>
                  <a:lnTo>
                    <a:pt x="72391" y="26565"/>
                  </a:lnTo>
                  <a:lnTo>
                    <a:pt x="72518" y="23874"/>
                  </a:lnTo>
                  <a:lnTo>
                    <a:pt x="67332" y="19337"/>
                  </a:lnTo>
                  <a:lnTo>
                    <a:pt x="104242" y="15094"/>
                  </a:lnTo>
                  <a:lnTo>
                    <a:pt x="109327" y="14484"/>
                  </a:lnTo>
                  <a:lnTo>
                    <a:pt x="110598" y="14330"/>
                  </a:lnTo>
                  <a:lnTo>
                    <a:pt x="115085" y="13787"/>
                  </a:lnTo>
                  <a:lnTo>
                    <a:pt x="130082" y="11949"/>
                  </a:lnTo>
                  <a:lnTo>
                    <a:pt x="135978" y="11183"/>
                  </a:lnTo>
                  <a:lnTo>
                    <a:pt x="147039" y="9730"/>
                  </a:lnTo>
                  <a:lnTo>
                    <a:pt x="159339" y="8090"/>
                  </a:lnTo>
                  <a:lnTo>
                    <a:pt x="160013" y="8001"/>
                  </a:lnTo>
                  <a:lnTo>
                    <a:pt x="173911" y="6145"/>
                  </a:lnTo>
                  <a:lnTo>
                    <a:pt x="176520" y="5792"/>
                  </a:lnTo>
                  <a:lnTo>
                    <a:pt x="199184" y="2651"/>
                  </a:lnTo>
                  <a:lnTo>
                    <a:pt x="205582" y="1789"/>
                  </a:lnTo>
                  <a:lnTo>
                    <a:pt x="206796" y="1624"/>
                  </a:lnTo>
                  <a:lnTo>
                    <a:pt x="214340" y="597"/>
                  </a:lnTo>
                  <a:lnTo>
                    <a:pt x="218490" y="0"/>
                  </a:lnTo>
                  <a:lnTo>
                    <a:pt x="222555" y="5927"/>
                  </a:lnTo>
                  <a:lnTo>
                    <a:pt x="226952" y="7983"/>
                  </a:lnTo>
                  <a:lnTo>
                    <a:pt x="227340" y="31850"/>
                  </a:lnTo>
                  <a:lnTo>
                    <a:pt x="227413" y="35474"/>
                  </a:lnTo>
                  <a:lnTo>
                    <a:pt x="227619" y="45973"/>
                  </a:lnTo>
                  <a:lnTo>
                    <a:pt x="227859" y="58536"/>
                  </a:lnTo>
                  <a:lnTo>
                    <a:pt x="228237" y="79282"/>
                  </a:lnTo>
                  <a:lnTo>
                    <a:pt x="228281" y="81776"/>
                  </a:lnTo>
                  <a:lnTo>
                    <a:pt x="228699" y="109504"/>
                  </a:lnTo>
                  <a:lnTo>
                    <a:pt x="228757" y="113585"/>
                  </a:lnTo>
                  <a:lnTo>
                    <a:pt x="229072" y="128145"/>
                  </a:lnTo>
                  <a:lnTo>
                    <a:pt x="229521" y="149850"/>
                  </a:lnTo>
                  <a:lnTo>
                    <a:pt x="229704" y="159055"/>
                  </a:lnTo>
                  <a:lnTo>
                    <a:pt x="230070" y="176085"/>
                  </a:lnTo>
                  <a:lnTo>
                    <a:pt x="230186" y="181580"/>
                  </a:lnTo>
                  <a:lnTo>
                    <a:pt x="230576" y="200757"/>
                  </a:lnTo>
                  <a:lnTo>
                    <a:pt x="230807" y="212560"/>
                  </a:lnTo>
                  <a:lnTo>
                    <a:pt x="231251" y="236343"/>
                  </a:lnTo>
                  <a:lnTo>
                    <a:pt x="231344" y="241510"/>
                  </a:lnTo>
                  <a:lnTo>
                    <a:pt x="231365" y="243498"/>
                  </a:lnTo>
                  <a:lnTo>
                    <a:pt x="231625" y="269508"/>
                  </a:lnTo>
                  <a:lnTo>
                    <a:pt x="232029" y="272930"/>
                  </a:lnTo>
                  <a:lnTo>
                    <a:pt x="233089" y="281906"/>
                  </a:lnTo>
                  <a:lnTo>
                    <a:pt x="234417" y="289929"/>
                  </a:lnTo>
                  <a:lnTo>
                    <a:pt x="235509" y="296525"/>
                  </a:lnTo>
                  <a:lnTo>
                    <a:pt x="238160" y="312591"/>
                  </a:lnTo>
                  <a:lnTo>
                    <a:pt x="238368" y="313850"/>
                  </a:lnTo>
                  <a:lnTo>
                    <a:pt x="242748" y="340384"/>
                  </a:lnTo>
                  <a:lnTo>
                    <a:pt x="244378" y="350413"/>
                  </a:lnTo>
                  <a:lnTo>
                    <a:pt x="247364" y="368795"/>
                  </a:lnTo>
                  <a:lnTo>
                    <a:pt x="248065" y="373117"/>
                  </a:lnTo>
                  <a:lnTo>
                    <a:pt x="248119" y="373448"/>
                  </a:lnTo>
                  <a:lnTo>
                    <a:pt x="250655" y="389743"/>
                  </a:lnTo>
                  <a:lnTo>
                    <a:pt x="253084" y="404770"/>
                  </a:lnTo>
                  <a:lnTo>
                    <a:pt x="252230" y="407297"/>
                  </a:lnTo>
                  <a:lnTo>
                    <a:pt x="249404" y="407181"/>
                  </a:lnTo>
                  <a:lnTo>
                    <a:pt x="247759" y="409850"/>
                  </a:lnTo>
                  <a:lnTo>
                    <a:pt x="243722" y="408620"/>
                  </a:lnTo>
                  <a:lnTo>
                    <a:pt x="239308" y="410006"/>
                  </a:lnTo>
                  <a:lnTo>
                    <a:pt x="236726" y="408329"/>
                  </a:lnTo>
                  <a:lnTo>
                    <a:pt x="232796" y="408132"/>
                  </a:lnTo>
                  <a:lnTo>
                    <a:pt x="230191" y="410100"/>
                  </a:lnTo>
                  <a:lnTo>
                    <a:pt x="226638" y="410220"/>
                  </a:lnTo>
                  <a:lnTo>
                    <a:pt x="222497" y="409912"/>
                  </a:lnTo>
                  <a:lnTo>
                    <a:pt x="221069" y="409805"/>
                  </a:lnTo>
                  <a:lnTo>
                    <a:pt x="215054" y="407692"/>
                  </a:lnTo>
                  <a:lnTo>
                    <a:pt x="209221" y="408674"/>
                  </a:lnTo>
                  <a:lnTo>
                    <a:pt x="200947" y="411735"/>
                  </a:lnTo>
                  <a:lnTo>
                    <a:pt x="193437" y="415938"/>
                  </a:lnTo>
                  <a:lnTo>
                    <a:pt x="185491" y="419015"/>
                  </a:lnTo>
                  <a:lnTo>
                    <a:pt x="184570" y="419447"/>
                  </a:lnTo>
                  <a:lnTo>
                    <a:pt x="181806" y="420742"/>
                  </a:lnTo>
                  <a:lnTo>
                    <a:pt x="176179" y="425650"/>
                  </a:lnTo>
                  <a:lnTo>
                    <a:pt x="174812" y="429367"/>
                  </a:lnTo>
                  <a:lnTo>
                    <a:pt x="172780" y="430809"/>
                  </a:lnTo>
                  <a:lnTo>
                    <a:pt x="169177" y="432201"/>
                  </a:lnTo>
                  <a:lnTo>
                    <a:pt x="162526" y="429808"/>
                  </a:lnTo>
                  <a:lnTo>
                    <a:pt x="159688" y="422122"/>
                  </a:lnTo>
                  <a:lnTo>
                    <a:pt x="155374" y="413326"/>
                  </a:lnTo>
                  <a:lnTo>
                    <a:pt x="153391" y="410038"/>
                  </a:lnTo>
                  <a:lnTo>
                    <a:pt x="152228" y="408110"/>
                  </a:lnTo>
                  <a:lnTo>
                    <a:pt x="145567" y="402386"/>
                  </a:lnTo>
                  <a:lnTo>
                    <a:pt x="142458" y="394608"/>
                  </a:lnTo>
                  <a:lnTo>
                    <a:pt x="141911" y="392488"/>
                  </a:lnTo>
                  <a:lnTo>
                    <a:pt x="140624" y="387499"/>
                  </a:lnTo>
                  <a:lnTo>
                    <a:pt x="143163" y="378987"/>
                  </a:lnTo>
                  <a:lnTo>
                    <a:pt x="145479" y="370556"/>
                  </a:lnTo>
                  <a:lnTo>
                    <a:pt x="146326" y="362567"/>
                  </a:lnTo>
                  <a:lnTo>
                    <a:pt x="138208" y="363565"/>
                  </a:lnTo>
                  <a:lnTo>
                    <a:pt x="133566" y="364131"/>
                  </a:lnTo>
                  <a:lnTo>
                    <a:pt x="106278" y="367401"/>
                  </a:lnTo>
                  <a:lnTo>
                    <a:pt x="99662" y="368176"/>
                  </a:lnTo>
                  <a:lnTo>
                    <a:pt x="84555" y="369893"/>
                  </a:lnTo>
                  <a:lnTo>
                    <a:pt x="83075" y="370059"/>
                  </a:lnTo>
                  <a:lnTo>
                    <a:pt x="68619" y="371665"/>
                  </a:lnTo>
                  <a:lnTo>
                    <a:pt x="63557" y="372213"/>
                  </a:lnTo>
                  <a:lnTo>
                    <a:pt x="45868" y="374099"/>
                  </a:lnTo>
                  <a:lnTo>
                    <a:pt x="37107" y="375014"/>
                  </a:lnTo>
                  <a:lnTo>
                    <a:pt x="33487" y="375389"/>
                  </a:lnTo>
                  <a:lnTo>
                    <a:pt x="2289" y="378483"/>
                  </a:lnTo>
                  <a:lnTo>
                    <a:pt x="2903" y="377924"/>
                  </a:lnTo>
                  <a:lnTo>
                    <a:pt x="7704" y="373551"/>
                  </a:lnTo>
                  <a:lnTo>
                    <a:pt x="4802" y="370150"/>
                  </a:lnTo>
                  <a:lnTo>
                    <a:pt x="2430" y="366389"/>
                  </a:lnTo>
                  <a:lnTo>
                    <a:pt x="4336" y="361357"/>
                  </a:lnTo>
                  <a:lnTo>
                    <a:pt x="4395" y="361202"/>
                  </a:lnTo>
                  <a:lnTo>
                    <a:pt x="0" y="35805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82096" y="2421693"/>
              <a:ext cx="703793" cy="444495"/>
            </a:xfrm>
            <a:custGeom>
              <a:avLst/>
              <a:pathLst>
                <a:path w="703793" h="444495">
                  <a:moveTo>
                    <a:pt x="18169" y="0"/>
                  </a:moveTo>
                  <a:lnTo>
                    <a:pt x="49056" y="6269"/>
                  </a:lnTo>
                  <a:lnTo>
                    <a:pt x="65570" y="9650"/>
                  </a:lnTo>
                  <a:lnTo>
                    <a:pt x="92761" y="14736"/>
                  </a:lnTo>
                  <a:lnTo>
                    <a:pt x="95524" y="15243"/>
                  </a:lnTo>
                  <a:lnTo>
                    <a:pt x="112633" y="18361"/>
                  </a:lnTo>
                  <a:lnTo>
                    <a:pt x="123688" y="20530"/>
                  </a:lnTo>
                  <a:lnTo>
                    <a:pt x="130028" y="21704"/>
                  </a:lnTo>
                  <a:lnTo>
                    <a:pt x="139125" y="23374"/>
                  </a:lnTo>
                  <a:lnTo>
                    <a:pt x="151266" y="25622"/>
                  </a:lnTo>
                  <a:lnTo>
                    <a:pt x="169268" y="28646"/>
                  </a:lnTo>
                  <a:lnTo>
                    <a:pt x="184005" y="31143"/>
                  </a:lnTo>
                  <a:lnTo>
                    <a:pt x="236494" y="39559"/>
                  </a:lnTo>
                  <a:lnTo>
                    <a:pt x="239321" y="39995"/>
                  </a:lnTo>
                  <a:lnTo>
                    <a:pt x="255809" y="42585"/>
                  </a:lnTo>
                  <a:lnTo>
                    <a:pt x="275932" y="45669"/>
                  </a:lnTo>
                  <a:lnTo>
                    <a:pt x="289109" y="47550"/>
                  </a:lnTo>
                  <a:lnTo>
                    <a:pt x="304292" y="49668"/>
                  </a:lnTo>
                  <a:lnTo>
                    <a:pt x="319194" y="51681"/>
                  </a:lnTo>
                  <a:lnTo>
                    <a:pt x="331280" y="53277"/>
                  </a:lnTo>
                  <a:lnTo>
                    <a:pt x="336632" y="53917"/>
                  </a:lnTo>
                  <a:lnTo>
                    <a:pt x="351873" y="55901"/>
                  </a:lnTo>
                  <a:lnTo>
                    <a:pt x="390278" y="60578"/>
                  </a:lnTo>
                  <a:lnTo>
                    <a:pt x="390918" y="60657"/>
                  </a:lnTo>
                  <a:lnTo>
                    <a:pt x="404594" y="62315"/>
                  </a:lnTo>
                  <a:lnTo>
                    <a:pt x="418913" y="64036"/>
                  </a:lnTo>
                  <a:lnTo>
                    <a:pt x="445149" y="66932"/>
                  </a:lnTo>
                  <a:lnTo>
                    <a:pt x="462757" y="68782"/>
                  </a:lnTo>
                  <a:lnTo>
                    <a:pt x="493287" y="71826"/>
                  </a:lnTo>
                  <a:lnTo>
                    <a:pt x="508432" y="73318"/>
                  </a:lnTo>
                  <a:lnTo>
                    <a:pt x="512888" y="73676"/>
                  </a:lnTo>
                  <a:lnTo>
                    <a:pt x="523450" y="74655"/>
                  </a:lnTo>
                  <a:lnTo>
                    <a:pt x="555784" y="77496"/>
                  </a:lnTo>
                  <a:lnTo>
                    <a:pt x="577855" y="79297"/>
                  </a:lnTo>
                  <a:lnTo>
                    <a:pt x="584873" y="79856"/>
                  </a:lnTo>
                  <a:lnTo>
                    <a:pt x="588414" y="80133"/>
                  </a:lnTo>
                  <a:lnTo>
                    <a:pt x="604237" y="81274"/>
                  </a:lnTo>
                  <a:lnTo>
                    <a:pt x="628425" y="82993"/>
                  </a:lnTo>
                  <a:lnTo>
                    <a:pt x="633652" y="83330"/>
                  </a:lnTo>
                  <a:lnTo>
                    <a:pt x="645612" y="84131"/>
                  </a:lnTo>
                  <a:lnTo>
                    <a:pt x="656108" y="84808"/>
                  </a:lnTo>
                  <a:lnTo>
                    <a:pt x="675247" y="85893"/>
                  </a:lnTo>
                  <a:lnTo>
                    <a:pt x="703793" y="87406"/>
                  </a:lnTo>
                  <a:lnTo>
                    <a:pt x="703079" y="100807"/>
                  </a:lnTo>
                  <a:lnTo>
                    <a:pt x="702142" y="119571"/>
                  </a:lnTo>
                  <a:lnTo>
                    <a:pt x="701530" y="131857"/>
                  </a:lnTo>
                  <a:lnTo>
                    <a:pt x="701094" y="141074"/>
                  </a:lnTo>
                  <a:lnTo>
                    <a:pt x="700480" y="154076"/>
                  </a:lnTo>
                  <a:lnTo>
                    <a:pt x="699452" y="175646"/>
                  </a:lnTo>
                  <a:lnTo>
                    <a:pt x="699349" y="177807"/>
                  </a:lnTo>
                  <a:lnTo>
                    <a:pt x="698674" y="192603"/>
                  </a:lnTo>
                  <a:lnTo>
                    <a:pt x="697675" y="210183"/>
                  </a:lnTo>
                  <a:lnTo>
                    <a:pt x="696676" y="228305"/>
                  </a:lnTo>
                  <a:lnTo>
                    <a:pt x="696361" y="234028"/>
                  </a:lnTo>
                  <a:lnTo>
                    <a:pt x="696353" y="234188"/>
                  </a:lnTo>
                  <a:lnTo>
                    <a:pt x="695468" y="252012"/>
                  </a:lnTo>
                  <a:lnTo>
                    <a:pt x="694550" y="269027"/>
                  </a:lnTo>
                  <a:lnTo>
                    <a:pt x="693559" y="288371"/>
                  </a:lnTo>
                  <a:lnTo>
                    <a:pt x="693245" y="294736"/>
                  </a:lnTo>
                  <a:lnTo>
                    <a:pt x="692809" y="303586"/>
                  </a:lnTo>
                  <a:lnTo>
                    <a:pt x="692675" y="306319"/>
                  </a:lnTo>
                  <a:lnTo>
                    <a:pt x="691820" y="322607"/>
                  </a:lnTo>
                  <a:lnTo>
                    <a:pt x="691622" y="326516"/>
                  </a:lnTo>
                  <a:lnTo>
                    <a:pt x="690131" y="355955"/>
                  </a:lnTo>
                  <a:lnTo>
                    <a:pt x="689930" y="361529"/>
                  </a:lnTo>
                  <a:lnTo>
                    <a:pt x="689875" y="363048"/>
                  </a:lnTo>
                  <a:lnTo>
                    <a:pt x="689438" y="373139"/>
                  </a:lnTo>
                  <a:lnTo>
                    <a:pt x="688628" y="390033"/>
                  </a:lnTo>
                  <a:lnTo>
                    <a:pt x="688342" y="395937"/>
                  </a:lnTo>
                  <a:lnTo>
                    <a:pt x="687745" y="409559"/>
                  </a:lnTo>
                  <a:lnTo>
                    <a:pt x="687217" y="420381"/>
                  </a:lnTo>
                  <a:lnTo>
                    <a:pt x="686840" y="428112"/>
                  </a:lnTo>
                  <a:lnTo>
                    <a:pt x="686337" y="439237"/>
                  </a:lnTo>
                  <a:lnTo>
                    <a:pt x="685179" y="439275"/>
                  </a:lnTo>
                  <a:lnTo>
                    <a:pt x="625088" y="435649"/>
                  </a:lnTo>
                  <a:lnTo>
                    <a:pt x="624281" y="435599"/>
                  </a:lnTo>
                  <a:lnTo>
                    <a:pt x="621900" y="435449"/>
                  </a:lnTo>
                  <a:lnTo>
                    <a:pt x="574021" y="432205"/>
                  </a:lnTo>
                  <a:lnTo>
                    <a:pt x="563034" y="431646"/>
                  </a:lnTo>
                  <a:lnTo>
                    <a:pt x="548196" y="430853"/>
                  </a:lnTo>
                  <a:lnTo>
                    <a:pt x="509463" y="427512"/>
                  </a:lnTo>
                  <a:lnTo>
                    <a:pt x="480847" y="424499"/>
                  </a:lnTo>
                  <a:lnTo>
                    <a:pt x="446182" y="421206"/>
                  </a:lnTo>
                  <a:lnTo>
                    <a:pt x="440873" y="420680"/>
                  </a:lnTo>
                  <a:lnTo>
                    <a:pt x="425330" y="419196"/>
                  </a:lnTo>
                  <a:lnTo>
                    <a:pt x="409732" y="417658"/>
                  </a:lnTo>
                  <a:lnTo>
                    <a:pt x="402264" y="416866"/>
                  </a:lnTo>
                  <a:lnTo>
                    <a:pt x="375034" y="413880"/>
                  </a:lnTo>
                  <a:lnTo>
                    <a:pt x="372553" y="413042"/>
                  </a:lnTo>
                  <a:lnTo>
                    <a:pt x="343457" y="409955"/>
                  </a:lnTo>
                  <a:lnTo>
                    <a:pt x="329633" y="408264"/>
                  </a:lnTo>
                  <a:lnTo>
                    <a:pt x="317516" y="406749"/>
                  </a:lnTo>
                  <a:lnTo>
                    <a:pt x="297172" y="404534"/>
                  </a:lnTo>
                  <a:lnTo>
                    <a:pt x="273639" y="402060"/>
                  </a:lnTo>
                  <a:lnTo>
                    <a:pt x="268854" y="400473"/>
                  </a:lnTo>
                  <a:lnTo>
                    <a:pt x="252874" y="398484"/>
                  </a:lnTo>
                  <a:lnTo>
                    <a:pt x="250492" y="410110"/>
                  </a:lnTo>
                  <a:lnTo>
                    <a:pt x="248887" y="422474"/>
                  </a:lnTo>
                  <a:lnTo>
                    <a:pt x="248192" y="427640"/>
                  </a:lnTo>
                  <a:lnTo>
                    <a:pt x="247707" y="431255"/>
                  </a:lnTo>
                  <a:lnTo>
                    <a:pt x="246295" y="444495"/>
                  </a:lnTo>
                  <a:lnTo>
                    <a:pt x="241956" y="442152"/>
                  </a:lnTo>
                  <a:lnTo>
                    <a:pt x="241164" y="438295"/>
                  </a:lnTo>
                  <a:lnTo>
                    <a:pt x="238057" y="434303"/>
                  </a:lnTo>
                  <a:lnTo>
                    <a:pt x="237228" y="429937"/>
                  </a:lnTo>
                  <a:lnTo>
                    <a:pt x="235014" y="425629"/>
                  </a:lnTo>
                  <a:lnTo>
                    <a:pt x="232305" y="420241"/>
                  </a:lnTo>
                  <a:lnTo>
                    <a:pt x="229331" y="417438"/>
                  </a:lnTo>
                  <a:lnTo>
                    <a:pt x="228894" y="417026"/>
                  </a:lnTo>
                  <a:lnTo>
                    <a:pt x="225146" y="419575"/>
                  </a:lnTo>
                  <a:lnTo>
                    <a:pt x="223716" y="421591"/>
                  </a:lnTo>
                  <a:lnTo>
                    <a:pt x="222780" y="422911"/>
                  </a:lnTo>
                  <a:lnTo>
                    <a:pt x="218472" y="430889"/>
                  </a:lnTo>
                  <a:lnTo>
                    <a:pt x="215423" y="432921"/>
                  </a:lnTo>
                  <a:lnTo>
                    <a:pt x="212085" y="432268"/>
                  </a:lnTo>
                  <a:lnTo>
                    <a:pt x="206730" y="431216"/>
                  </a:lnTo>
                  <a:lnTo>
                    <a:pt x="199695" y="434511"/>
                  </a:lnTo>
                  <a:lnTo>
                    <a:pt x="196488" y="429370"/>
                  </a:lnTo>
                  <a:lnTo>
                    <a:pt x="186023" y="430160"/>
                  </a:lnTo>
                  <a:lnTo>
                    <a:pt x="180275" y="430114"/>
                  </a:lnTo>
                  <a:lnTo>
                    <a:pt x="174496" y="427899"/>
                  </a:lnTo>
                  <a:lnTo>
                    <a:pt x="170838" y="425111"/>
                  </a:lnTo>
                  <a:lnTo>
                    <a:pt x="165815" y="427878"/>
                  </a:lnTo>
                  <a:lnTo>
                    <a:pt x="162977" y="434656"/>
                  </a:lnTo>
                  <a:lnTo>
                    <a:pt x="158092" y="431043"/>
                  </a:lnTo>
                  <a:lnTo>
                    <a:pt x="150281" y="428840"/>
                  </a:lnTo>
                  <a:lnTo>
                    <a:pt x="143894" y="426758"/>
                  </a:lnTo>
                  <a:lnTo>
                    <a:pt x="142155" y="426827"/>
                  </a:lnTo>
                  <a:lnTo>
                    <a:pt x="135617" y="430852"/>
                  </a:lnTo>
                  <a:lnTo>
                    <a:pt x="135523" y="433970"/>
                  </a:lnTo>
                  <a:lnTo>
                    <a:pt x="135187" y="434116"/>
                  </a:lnTo>
                  <a:lnTo>
                    <a:pt x="131441" y="435741"/>
                  </a:lnTo>
                  <a:lnTo>
                    <a:pt x="127653" y="431876"/>
                  </a:lnTo>
                  <a:lnTo>
                    <a:pt x="124977" y="426521"/>
                  </a:lnTo>
                  <a:lnTo>
                    <a:pt x="125632" y="422448"/>
                  </a:lnTo>
                  <a:lnTo>
                    <a:pt x="123111" y="416768"/>
                  </a:lnTo>
                  <a:lnTo>
                    <a:pt x="124567" y="412349"/>
                  </a:lnTo>
                  <a:lnTo>
                    <a:pt x="122494" y="404924"/>
                  </a:lnTo>
                  <a:lnTo>
                    <a:pt x="121431" y="399723"/>
                  </a:lnTo>
                  <a:lnTo>
                    <a:pt x="115148" y="393476"/>
                  </a:lnTo>
                  <a:lnTo>
                    <a:pt x="111467" y="395011"/>
                  </a:lnTo>
                  <a:lnTo>
                    <a:pt x="107342" y="391110"/>
                  </a:lnTo>
                  <a:lnTo>
                    <a:pt x="104679" y="389970"/>
                  </a:lnTo>
                  <a:lnTo>
                    <a:pt x="102473" y="383485"/>
                  </a:lnTo>
                  <a:lnTo>
                    <a:pt x="104664" y="380030"/>
                  </a:lnTo>
                  <a:lnTo>
                    <a:pt x="106129" y="375492"/>
                  </a:lnTo>
                  <a:lnTo>
                    <a:pt x="106021" y="370791"/>
                  </a:lnTo>
                  <a:lnTo>
                    <a:pt x="103021" y="366642"/>
                  </a:lnTo>
                  <a:lnTo>
                    <a:pt x="99543" y="363498"/>
                  </a:lnTo>
                  <a:lnTo>
                    <a:pt x="96520" y="353456"/>
                  </a:lnTo>
                  <a:lnTo>
                    <a:pt x="92666" y="344677"/>
                  </a:lnTo>
                  <a:lnTo>
                    <a:pt x="93755" y="339505"/>
                  </a:lnTo>
                  <a:lnTo>
                    <a:pt x="92514" y="335465"/>
                  </a:lnTo>
                  <a:lnTo>
                    <a:pt x="93515" y="330886"/>
                  </a:lnTo>
                  <a:lnTo>
                    <a:pt x="91556" y="326743"/>
                  </a:lnTo>
                  <a:lnTo>
                    <a:pt x="92512" y="319827"/>
                  </a:lnTo>
                  <a:lnTo>
                    <a:pt x="89532" y="317379"/>
                  </a:lnTo>
                  <a:lnTo>
                    <a:pt x="87579" y="315199"/>
                  </a:lnTo>
                  <a:lnTo>
                    <a:pt x="85179" y="311334"/>
                  </a:lnTo>
                  <a:lnTo>
                    <a:pt x="84052" y="309516"/>
                  </a:lnTo>
                  <a:lnTo>
                    <a:pt x="81324" y="309440"/>
                  </a:lnTo>
                  <a:lnTo>
                    <a:pt x="80719" y="313112"/>
                  </a:lnTo>
                  <a:lnTo>
                    <a:pt x="75834" y="316736"/>
                  </a:lnTo>
                  <a:lnTo>
                    <a:pt x="68688" y="320711"/>
                  </a:lnTo>
                  <a:lnTo>
                    <a:pt x="64617" y="320676"/>
                  </a:lnTo>
                  <a:lnTo>
                    <a:pt x="62071" y="325354"/>
                  </a:lnTo>
                  <a:lnTo>
                    <a:pt x="56857" y="323328"/>
                  </a:lnTo>
                  <a:lnTo>
                    <a:pt x="52329" y="317902"/>
                  </a:lnTo>
                  <a:lnTo>
                    <a:pt x="49575" y="316032"/>
                  </a:lnTo>
                  <a:lnTo>
                    <a:pt x="48936" y="313569"/>
                  </a:lnTo>
                  <a:lnTo>
                    <a:pt x="48411" y="311541"/>
                  </a:lnTo>
                  <a:lnTo>
                    <a:pt x="49248" y="307761"/>
                  </a:lnTo>
                  <a:lnTo>
                    <a:pt x="51719" y="306558"/>
                  </a:lnTo>
                  <a:lnTo>
                    <a:pt x="52246" y="301880"/>
                  </a:lnTo>
                  <a:lnTo>
                    <a:pt x="49695" y="296224"/>
                  </a:lnTo>
                  <a:lnTo>
                    <a:pt x="53315" y="291850"/>
                  </a:lnTo>
                  <a:lnTo>
                    <a:pt x="59281" y="291196"/>
                  </a:lnTo>
                  <a:lnTo>
                    <a:pt x="61792" y="289231"/>
                  </a:lnTo>
                  <a:lnTo>
                    <a:pt x="60755" y="286426"/>
                  </a:lnTo>
                  <a:lnTo>
                    <a:pt x="62200" y="282196"/>
                  </a:lnTo>
                  <a:lnTo>
                    <a:pt x="60293" y="279428"/>
                  </a:lnTo>
                  <a:lnTo>
                    <a:pt x="58618" y="275361"/>
                  </a:lnTo>
                  <a:lnTo>
                    <a:pt x="60887" y="269776"/>
                  </a:lnTo>
                  <a:lnTo>
                    <a:pt x="57674" y="266656"/>
                  </a:lnTo>
                  <a:lnTo>
                    <a:pt x="58745" y="263039"/>
                  </a:lnTo>
                  <a:lnTo>
                    <a:pt x="62952" y="263251"/>
                  </a:lnTo>
                  <a:lnTo>
                    <a:pt x="63724" y="257716"/>
                  </a:lnTo>
                  <a:lnTo>
                    <a:pt x="64814" y="254619"/>
                  </a:lnTo>
                  <a:lnTo>
                    <a:pt x="65975" y="251512"/>
                  </a:lnTo>
                  <a:lnTo>
                    <a:pt x="67740" y="244976"/>
                  </a:lnTo>
                  <a:lnTo>
                    <a:pt x="70375" y="243238"/>
                  </a:lnTo>
                  <a:lnTo>
                    <a:pt x="70670" y="235487"/>
                  </a:lnTo>
                  <a:lnTo>
                    <a:pt x="73870" y="235220"/>
                  </a:lnTo>
                  <a:lnTo>
                    <a:pt x="76180" y="229383"/>
                  </a:lnTo>
                  <a:lnTo>
                    <a:pt x="77908" y="223483"/>
                  </a:lnTo>
                  <a:lnTo>
                    <a:pt x="77148" y="222599"/>
                  </a:lnTo>
                  <a:lnTo>
                    <a:pt x="75888" y="221132"/>
                  </a:lnTo>
                  <a:lnTo>
                    <a:pt x="70094" y="221854"/>
                  </a:lnTo>
                  <a:lnTo>
                    <a:pt x="64448" y="221248"/>
                  </a:lnTo>
                  <a:lnTo>
                    <a:pt x="61986" y="220069"/>
                  </a:lnTo>
                  <a:lnTo>
                    <a:pt x="60279" y="219251"/>
                  </a:lnTo>
                  <a:lnTo>
                    <a:pt x="60857" y="214437"/>
                  </a:lnTo>
                  <a:lnTo>
                    <a:pt x="58202" y="212242"/>
                  </a:lnTo>
                  <a:lnTo>
                    <a:pt x="57028" y="211270"/>
                  </a:lnTo>
                  <a:lnTo>
                    <a:pt x="52979" y="210639"/>
                  </a:lnTo>
                  <a:lnTo>
                    <a:pt x="52283" y="206921"/>
                  </a:lnTo>
                  <a:lnTo>
                    <a:pt x="47486" y="203046"/>
                  </a:lnTo>
                  <a:lnTo>
                    <a:pt x="44721" y="197470"/>
                  </a:lnTo>
                  <a:lnTo>
                    <a:pt x="46420" y="193634"/>
                  </a:lnTo>
                  <a:lnTo>
                    <a:pt x="44731" y="191630"/>
                  </a:lnTo>
                  <a:lnTo>
                    <a:pt x="41247" y="187489"/>
                  </a:lnTo>
                  <a:lnTo>
                    <a:pt x="39766" y="182659"/>
                  </a:lnTo>
                  <a:lnTo>
                    <a:pt x="37510" y="178702"/>
                  </a:lnTo>
                  <a:lnTo>
                    <a:pt x="34671" y="171872"/>
                  </a:lnTo>
                  <a:lnTo>
                    <a:pt x="31530" y="167330"/>
                  </a:lnTo>
                  <a:lnTo>
                    <a:pt x="30004" y="163870"/>
                  </a:lnTo>
                  <a:lnTo>
                    <a:pt x="28757" y="159480"/>
                  </a:lnTo>
                  <a:lnTo>
                    <a:pt x="26294" y="158161"/>
                  </a:lnTo>
                  <a:lnTo>
                    <a:pt x="20847" y="155322"/>
                  </a:lnTo>
                  <a:lnTo>
                    <a:pt x="17796" y="152084"/>
                  </a:lnTo>
                  <a:lnTo>
                    <a:pt x="15996" y="146961"/>
                  </a:lnTo>
                  <a:lnTo>
                    <a:pt x="9220" y="141033"/>
                  </a:lnTo>
                  <a:lnTo>
                    <a:pt x="10923" y="137816"/>
                  </a:lnTo>
                  <a:lnTo>
                    <a:pt x="14736" y="136365"/>
                  </a:lnTo>
                  <a:lnTo>
                    <a:pt x="10849" y="130996"/>
                  </a:lnTo>
                  <a:lnTo>
                    <a:pt x="11373" y="127166"/>
                  </a:lnTo>
                  <a:lnTo>
                    <a:pt x="13761" y="123393"/>
                  </a:lnTo>
                  <a:lnTo>
                    <a:pt x="11882" y="120194"/>
                  </a:lnTo>
                  <a:lnTo>
                    <a:pt x="13343" y="116707"/>
                  </a:lnTo>
                  <a:lnTo>
                    <a:pt x="8032" y="109839"/>
                  </a:lnTo>
                  <a:lnTo>
                    <a:pt x="8408" y="105043"/>
                  </a:lnTo>
                  <a:lnTo>
                    <a:pt x="5711" y="101961"/>
                  </a:lnTo>
                  <a:lnTo>
                    <a:pt x="3298" y="96499"/>
                  </a:lnTo>
                  <a:lnTo>
                    <a:pt x="577" y="89155"/>
                  </a:lnTo>
                  <a:lnTo>
                    <a:pt x="332" y="88086"/>
                  </a:lnTo>
                  <a:lnTo>
                    <a:pt x="0" y="86637"/>
                  </a:lnTo>
                  <a:lnTo>
                    <a:pt x="2271" y="75817"/>
                  </a:lnTo>
                  <a:lnTo>
                    <a:pt x="3919" y="67922"/>
                  </a:lnTo>
                  <a:lnTo>
                    <a:pt x="5614" y="59809"/>
                  </a:lnTo>
                  <a:lnTo>
                    <a:pt x="8710" y="44970"/>
                  </a:lnTo>
                  <a:lnTo>
                    <a:pt x="9087" y="431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79547" y="3747987"/>
              <a:ext cx="609116" cy="283374"/>
            </a:xfrm>
            <a:custGeom>
              <a:avLst/>
              <a:pathLst>
                <a:path w="609116" h="283374">
                  <a:moveTo>
                    <a:pt x="69" y="257659"/>
                  </a:moveTo>
                  <a:lnTo>
                    <a:pt x="0" y="255807"/>
                  </a:lnTo>
                  <a:lnTo>
                    <a:pt x="3570" y="251320"/>
                  </a:lnTo>
                  <a:lnTo>
                    <a:pt x="7184" y="253178"/>
                  </a:lnTo>
                  <a:lnTo>
                    <a:pt x="12802" y="251503"/>
                  </a:lnTo>
                  <a:lnTo>
                    <a:pt x="16955" y="246692"/>
                  </a:lnTo>
                  <a:lnTo>
                    <a:pt x="17295" y="246299"/>
                  </a:lnTo>
                  <a:lnTo>
                    <a:pt x="15475" y="241934"/>
                  </a:lnTo>
                  <a:lnTo>
                    <a:pt x="17272" y="239498"/>
                  </a:lnTo>
                  <a:lnTo>
                    <a:pt x="15733" y="236587"/>
                  </a:lnTo>
                  <a:lnTo>
                    <a:pt x="18471" y="232007"/>
                  </a:lnTo>
                  <a:lnTo>
                    <a:pt x="19394" y="231352"/>
                  </a:lnTo>
                  <a:lnTo>
                    <a:pt x="19761" y="231090"/>
                  </a:lnTo>
                  <a:lnTo>
                    <a:pt x="22117" y="229414"/>
                  </a:lnTo>
                  <a:lnTo>
                    <a:pt x="26223" y="224519"/>
                  </a:lnTo>
                  <a:lnTo>
                    <a:pt x="30958" y="219746"/>
                  </a:lnTo>
                  <a:lnTo>
                    <a:pt x="38510" y="217749"/>
                  </a:lnTo>
                  <a:lnTo>
                    <a:pt x="39187" y="217570"/>
                  </a:lnTo>
                  <a:lnTo>
                    <a:pt x="43792" y="216779"/>
                  </a:lnTo>
                  <a:lnTo>
                    <a:pt x="50134" y="215875"/>
                  </a:lnTo>
                  <a:lnTo>
                    <a:pt x="52728" y="211768"/>
                  </a:lnTo>
                  <a:lnTo>
                    <a:pt x="54761" y="210618"/>
                  </a:lnTo>
                  <a:lnTo>
                    <a:pt x="59192" y="205297"/>
                  </a:lnTo>
                  <a:lnTo>
                    <a:pt x="62744" y="204825"/>
                  </a:lnTo>
                  <a:lnTo>
                    <a:pt x="64294" y="200435"/>
                  </a:lnTo>
                  <a:lnTo>
                    <a:pt x="64742" y="199162"/>
                  </a:lnTo>
                  <a:lnTo>
                    <a:pt x="68588" y="197548"/>
                  </a:lnTo>
                  <a:lnTo>
                    <a:pt x="70551" y="193742"/>
                  </a:lnTo>
                  <a:lnTo>
                    <a:pt x="74844" y="191722"/>
                  </a:lnTo>
                  <a:lnTo>
                    <a:pt x="78057" y="190016"/>
                  </a:lnTo>
                  <a:lnTo>
                    <a:pt x="83037" y="189449"/>
                  </a:lnTo>
                  <a:lnTo>
                    <a:pt x="83650" y="188167"/>
                  </a:lnTo>
                  <a:lnTo>
                    <a:pt x="85173" y="184983"/>
                  </a:lnTo>
                  <a:lnTo>
                    <a:pt x="87037" y="180341"/>
                  </a:lnTo>
                  <a:lnTo>
                    <a:pt x="85426" y="175964"/>
                  </a:lnTo>
                  <a:lnTo>
                    <a:pt x="86488" y="175120"/>
                  </a:lnTo>
                  <a:lnTo>
                    <a:pt x="88568" y="173465"/>
                  </a:lnTo>
                  <a:lnTo>
                    <a:pt x="92058" y="174850"/>
                  </a:lnTo>
                  <a:lnTo>
                    <a:pt x="93593" y="171992"/>
                  </a:lnTo>
                  <a:lnTo>
                    <a:pt x="93493" y="168378"/>
                  </a:lnTo>
                  <a:lnTo>
                    <a:pt x="96851" y="165361"/>
                  </a:lnTo>
                  <a:lnTo>
                    <a:pt x="102849" y="160143"/>
                  </a:lnTo>
                  <a:lnTo>
                    <a:pt x="104837" y="161968"/>
                  </a:lnTo>
                  <a:lnTo>
                    <a:pt x="105731" y="162787"/>
                  </a:lnTo>
                  <a:lnTo>
                    <a:pt x="105517" y="167480"/>
                  </a:lnTo>
                  <a:lnTo>
                    <a:pt x="109547" y="168479"/>
                  </a:lnTo>
                  <a:lnTo>
                    <a:pt x="112548" y="165308"/>
                  </a:lnTo>
                  <a:lnTo>
                    <a:pt x="115161" y="162544"/>
                  </a:lnTo>
                  <a:lnTo>
                    <a:pt x="117357" y="156082"/>
                  </a:lnTo>
                  <a:lnTo>
                    <a:pt x="117701" y="155067"/>
                  </a:lnTo>
                  <a:lnTo>
                    <a:pt x="121511" y="151382"/>
                  </a:lnTo>
                  <a:lnTo>
                    <a:pt x="124616" y="149064"/>
                  </a:lnTo>
                  <a:lnTo>
                    <a:pt x="126932" y="149096"/>
                  </a:lnTo>
                  <a:lnTo>
                    <a:pt x="129639" y="146147"/>
                  </a:lnTo>
                  <a:lnTo>
                    <a:pt x="130174" y="145562"/>
                  </a:lnTo>
                  <a:lnTo>
                    <a:pt x="135443" y="146477"/>
                  </a:lnTo>
                  <a:lnTo>
                    <a:pt x="136936" y="149023"/>
                  </a:lnTo>
                  <a:lnTo>
                    <a:pt x="140173" y="148200"/>
                  </a:lnTo>
                  <a:lnTo>
                    <a:pt x="143418" y="145812"/>
                  </a:lnTo>
                  <a:lnTo>
                    <a:pt x="146385" y="135786"/>
                  </a:lnTo>
                  <a:lnTo>
                    <a:pt x="147533" y="132228"/>
                  </a:lnTo>
                  <a:lnTo>
                    <a:pt x="148242" y="130027"/>
                  </a:lnTo>
                  <a:lnTo>
                    <a:pt x="148701" y="128601"/>
                  </a:lnTo>
                  <a:lnTo>
                    <a:pt x="153091" y="123535"/>
                  </a:lnTo>
                  <a:lnTo>
                    <a:pt x="157636" y="123096"/>
                  </a:lnTo>
                  <a:lnTo>
                    <a:pt x="162030" y="122347"/>
                  </a:lnTo>
                  <a:lnTo>
                    <a:pt x="159793" y="118213"/>
                  </a:lnTo>
                  <a:lnTo>
                    <a:pt x="158763" y="116309"/>
                  </a:lnTo>
                  <a:lnTo>
                    <a:pt x="160494" y="110988"/>
                  </a:lnTo>
                  <a:lnTo>
                    <a:pt x="158963" y="105098"/>
                  </a:lnTo>
                  <a:lnTo>
                    <a:pt x="159603" y="100317"/>
                  </a:lnTo>
                  <a:lnTo>
                    <a:pt x="171971" y="98286"/>
                  </a:lnTo>
                  <a:lnTo>
                    <a:pt x="182113" y="96308"/>
                  </a:lnTo>
                  <a:lnTo>
                    <a:pt x="194318" y="93902"/>
                  </a:lnTo>
                  <a:lnTo>
                    <a:pt x="202295" y="92505"/>
                  </a:lnTo>
                  <a:lnTo>
                    <a:pt x="213389" y="90400"/>
                  </a:lnTo>
                  <a:lnTo>
                    <a:pt x="217603" y="89397"/>
                  </a:lnTo>
                  <a:lnTo>
                    <a:pt x="226883" y="87177"/>
                  </a:lnTo>
                  <a:lnTo>
                    <a:pt x="233313" y="86026"/>
                  </a:lnTo>
                  <a:lnTo>
                    <a:pt x="245235" y="83872"/>
                  </a:lnTo>
                  <a:lnTo>
                    <a:pt x="245841" y="83762"/>
                  </a:lnTo>
                  <a:lnTo>
                    <a:pt x="255302" y="82051"/>
                  </a:lnTo>
                  <a:lnTo>
                    <a:pt x="271884" y="78139"/>
                  </a:lnTo>
                  <a:lnTo>
                    <a:pt x="273679" y="77713"/>
                  </a:lnTo>
                  <a:lnTo>
                    <a:pt x="295069" y="72522"/>
                  </a:lnTo>
                  <a:lnTo>
                    <a:pt x="308833" y="69136"/>
                  </a:lnTo>
                  <a:lnTo>
                    <a:pt x="309038" y="69085"/>
                  </a:lnTo>
                  <a:lnTo>
                    <a:pt x="311808" y="68378"/>
                  </a:lnTo>
                  <a:lnTo>
                    <a:pt x="320470" y="66156"/>
                  </a:lnTo>
                  <a:lnTo>
                    <a:pt x="328973" y="63961"/>
                  </a:lnTo>
                  <a:lnTo>
                    <a:pt x="334435" y="62543"/>
                  </a:lnTo>
                  <a:lnTo>
                    <a:pt x="347813" y="59047"/>
                  </a:lnTo>
                  <a:lnTo>
                    <a:pt x="357751" y="56491"/>
                  </a:lnTo>
                  <a:lnTo>
                    <a:pt x="361987" y="55396"/>
                  </a:lnTo>
                  <a:lnTo>
                    <a:pt x="377259" y="51419"/>
                  </a:lnTo>
                  <a:lnTo>
                    <a:pt x="380836" y="50435"/>
                  </a:lnTo>
                  <a:lnTo>
                    <a:pt x="389900" y="47928"/>
                  </a:lnTo>
                  <a:lnTo>
                    <a:pt x="402840" y="44321"/>
                  </a:lnTo>
                  <a:lnTo>
                    <a:pt x="408722" y="42693"/>
                  </a:lnTo>
                  <a:lnTo>
                    <a:pt x="418651" y="39930"/>
                  </a:lnTo>
                  <a:lnTo>
                    <a:pt x="427642" y="37411"/>
                  </a:lnTo>
                  <a:lnTo>
                    <a:pt x="428820" y="37079"/>
                  </a:lnTo>
                  <a:lnTo>
                    <a:pt x="459361" y="28532"/>
                  </a:lnTo>
                  <a:lnTo>
                    <a:pt x="466720" y="26445"/>
                  </a:lnTo>
                  <a:lnTo>
                    <a:pt x="468470" y="25950"/>
                  </a:lnTo>
                  <a:lnTo>
                    <a:pt x="474743" y="24174"/>
                  </a:lnTo>
                  <a:lnTo>
                    <a:pt x="485285" y="21167"/>
                  </a:lnTo>
                  <a:lnTo>
                    <a:pt x="497164" y="17298"/>
                  </a:lnTo>
                  <a:lnTo>
                    <a:pt x="510426" y="13467"/>
                  </a:lnTo>
                  <a:lnTo>
                    <a:pt x="513834" y="12477"/>
                  </a:lnTo>
                  <a:lnTo>
                    <a:pt x="525862" y="8964"/>
                  </a:lnTo>
                  <a:lnTo>
                    <a:pt x="538725" y="5157"/>
                  </a:lnTo>
                  <a:lnTo>
                    <a:pt x="545163" y="3238"/>
                  </a:lnTo>
                  <a:lnTo>
                    <a:pt x="555909" y="0"/>
                  </a:lnTo>
                  <a:lnTo>
                    <a:pt x="560517" y="9330"/>
                  </a:lnTo>
                  <a:lnTo>
                    <a:pt x="566696" y="20841"/>
                  </a:lnTo>
                  <a:lnTo>
                    <a:pt x="569784" y="25300"/>
                  </a:lnTo>
                  <a:lnTo>
                    <a:pt x="576063" y="34359"/>
                  </a:lnTo>
                  <a:lnTo>
                    <a:pt x="582268" y="41109"/>
                  </a:lnTo>
                  <a:lnTo>
                    <a:pt x="591926" y="52720"/>
                  </a:lnTo>
                  <a:lnTo>
                    <a:pt x="597560" y="59727"/>
                  </a:lnTo>
                  <a:lnTo>
                    <a:pt x="600059" y="62721"/>
                  </a:lnTo>
                  <a:lnTo>
                    <a:pt x="605667" y="73223"/>
                  </a:lnTo>
                  <a:lnTo>
                    <a:pt x="608496" y="91329"/>
                  </a:lnTo>
                  <a:lnTo>
                    <a:pt x="609116" y="106481"/>
                  </a:lnTo>
                  <a:lnTo>
                    <a:pt x="602271" y="109067"/>
                  </a:lnTo>
                  <a:lnTo>
                    <a:pt x="595248" y="114384"/>
                  </a:lnTo>
                  <a:lnTo>
                    <a:pt x="594733" y="114774"/>
                  </a:lnTo>
                  <a:lnTo>
                    <a:pt x="585537" y="123388"/>
                  </a:lnTo>
                  <a:lnTo>
                    <a:pt x="579959" y="130376"/>
                  </a:lnTo>
                  <a:lnTo>
                    <a:pt x="573080" y="139236"/>
                  </a:lnTo>
                  <a:lnTo>
                    <a:pt x="568316" y="148232"/>
                  </a:lnTo>
                  <a:lnTo>
                    <a:pt x="564176" y="154344"/>
                  </a:lnTo>
                  <a:lnTo>
                    <a:pt x="560383" y="161689"/>
                  </a:lnTo>
                  <a:lnTo>
                    <a:pt x="557525" y="168977"/>
                  </a:lnTo>
                  <a:lnTo>
                    <a:pt x="554362" y="181478"/>
                  </a:lnTo>
                  <a:lnTo>
                    <a:pt x="552257" y="178435"/>
                  </a:lnTo>
                  <a:lnTo>
                    <a:pt x="546793" y="175935"/>
                  </a:lnTo>
                  <a:lnTo>
                    <a:pt x="538768" y="176020"/>
                  </a:lnTo>
                  <a:lnTo>
                    <a:pt x="526640" y="180755"/>
                  </a:lnTo>
                  <a:lnTo>
                    <a:pt x="513253" y="188646"/>
                  </a:lnTo>
                  <a:lnTo>
                    <a:pt x="511705" y="189556"/>
                  </a:lnTo>
                  <a:lnTo>
                    <a:pt x="505432" y="195481"/>
                  </a:lnTo>
                  <a:lnTo>
                    <a:pt x="500858" y="201520"/>
                  </a:lnTo>
                  <a:lnTo>
                    <a:pt x="492429" y="209745"/>
                  </a:lnTo>
                  <a:lnTo>
                    <a:pt x="489493" y="213667"/>
                  </a:lnTo>
                  <a:lnTo>
                    <a:pt x="482750" y="222649"/>
                  </a:lnTo>
                  <a:lnTo>
                    <a:pt x="478699" y="230101"/>
                  </a:lnTo>
                  <a:lnTo>
                    <a:pt x="476085" y="234895"/>
                  </a:lnTo>
                  <a:lnTo>
                    <a:pt x="473225" y="243267"/>
                  </a:lnTo>
                  <a:lnTo>
                    <a:pt x="471824" y="255021"/>
                  </a:lnTo>
                  <a:lnTo>
                    <a:pt x="471068" y="261307"/>
                  </a:lnTo>
                  <a:lnTo>
                    <a:pt x="470753" y="266070"/>
                  </a:lnTo>
                  <a:lnTo>
                    <a:pt x="470334" y="272327"/>
                  </a:lnTo>
                  <a:lnTo>
                    <a:pt x="466944" y="272745"/>
                  </a:lnTo>
                  <a:lnTo>
                    <a:pt x="465506" y="270428"/>
                  </a:lnTo>
                  <a:lnTo>
                    <a:pt x="456697" y="270602"/>
                  </a:lnTo>
                  <a:lnTo>
                    <a:pt x="446890" y="273192"/>
                  </a:lnTo>
                  <a:lnTo>
                    <a:pt x="439501" y="276095"/>
                  </a:lnTo>
                  <a:lnTo>
                    <a:pt x="429427" y="283374"/>
                  </a:lnTo>
                  <a:lnTo>
                    <a:pt x="422876" y="279211"/>
                  </a:lnTo>
                  <a:lnTo>
                    <a:pt x="419830" y="277312"/>
                  </a:lnTo>
                  <a:lnTo>
                    <a:pt x="405825" y="268550"/>
                  </a:lnTo>
                  <a:lnTo>
                    <a:pt x="383306" y="254443"/>
                  </a:lnTo>
                  <a:lnTo>
                    <a:pt x="380079" y="252368"/>
                  </a:lnTo>
                  <a:lnTo>
                    <a:pt x="358394" y="238358"/>
                  </a:lnTo>
                  <a:lnTo>
                    <a:pt x="350501" y="233493"/>
                  </a:lnTo>
                  <a:lnTo>
                    <a:pt x="349514" y="232883"/>
                  </a:lnTo>
                  <a:lnTo>
                    <a:pt x="331226" y="221550"/>
                  </a:lnTo>
                  <a:lnTo>
                    <a:pt x="329987" y="221837"/>
                  </a:lnTo>
                  <a:lnTo>
                    <a:pt x="313706" y="225581"/>
                  </a:lnTo>
                  <a:lnTo>
                    <a:pt x="313515" y="225625"/>
                  </a:lnTo>
                  <a:lnTo>
                    <a:pt x="302982" y="228020"/>
                  </a:lnTo>
                  <a:lnTo>
                    <a:pt x="285829" y="231798"/>
                  </a:lnTo>
                  <a:lnTo>
                    <a:pt x="268856" y="235484"/>
                  </a:lnTo>
                  <a:lnTo>
                    <a:pt x="252218" y="238811"/>
                  </a:lnTo>
                  <a:lnTo>
                    <a:pt x="251255" y="228902"/>
                  </a:lnTo>
                  <a:lnTo>
                    <a:pt x="245971" y="224187"/>
                  </a:lnTo>
                  <a:lnTo>
                    <a:pt x="240050" y="218894"/>
                  </a:lnTo>
                  <a:lnTo>
                    <a:pt x="237456" y="216571"/>
                  </a:lnTo>
                  <a:lnTo>
                    <a:pt x="231112" y="223713"/>
                  </a:lnTo>
                  <a:lnTo>
                    <a:pt x="229445" y="221518"/>
                  </a:lnTo>
                  <a:lnTo>
                    <a:pt x="230056" y="216911"/>
                  </a:lnTo>
                  <a:lnTo>
                    <a:pt x="229237" y="214908"/>
                  </a:lnTo>
                  <a:lnTo>
                    <a:pt x="229153" y="214703"/>
                  </a:lnTo>
                  <a:lnTo>
                    <a:pt x="208948" y="218142"/>
                  </a:lnTo>
                  <a:lnTo>
                    <a:pt x="206147" y="218613"/>
                  </a:lnTo>
                  <a:lnTo>
                    <a:pt x="197170" y="220113"/>
                  </a:lnTo>
                  <a:lnTo>
                    <a:pt x="177797" y="223543"/>
                  </a:lnTo>
                  <a:lnTo>
                    <a:pt x="170276" y="224857"/>
                  </a:lnTo>
                  <a:lnTo>
                    <a:pt x="163556" y="226023"/>
                  </a:lnTo>
                  <a:lnTo>
                    <a:pt x="158579" y="226881"/>
                  </a:lnTo>
                  <a:lnTo>
                    <a:pt x="153908" y="227767"/>
                  </a:lnTo>
                  <a:lnTo>
                    <a:pt x="146133" y="229233"/>
                  </a:lnTo>
                  <a:lnTo>
                    <a:pt x="140531" y="230282"/>
                  </a:lnTo>
                  <a:lnTo>
                    <a:pt x="139246" y="230452"/>
                  </a:lnTo>
                  <a:lnTo>
                    <a:pt x="136406" y="230827"/>
                  </a:lnTo>
                  <a:lnTo>
                    <a:pt x="132260" y="231372"/>
                  </a:lnTo>
                  <a:lnTo>
                    <a:pt x="129560" y="234204"/>
                  </a:lnTo>
                  <a:lnTo>
                    <a:pt x="124508" y="237239"/>
                  </a:lnTo>
                  <a:lnTo>
                    <a:pt x="121481" y="238701"/>
                  </a:lnTo>
                  <a:lnTo>
                    <a:pt x="114216" y="242202"/>
                  </a:lnTo>
                  <a:lnTo>
                    <a:pt x="110701" y="247024"/>
                  </a:lnTo>
                  <a:lnTo>
                    <a:pt x="109574" y="247016"/>
                  </a:lnTo>
                  <a:lnTo>
                    <a:pt x="107999" y="247005"/>
                  </a:lnTo>
                  <a:lnTo>
                    <a:pt x="100422" y="251239"/>
                  </a:lnTo>
                  <a:lnTo>
                    <a:pt x="93069" y="255368"/>
                  </a:lnTo>
                  <a:lnTo>
                    <a:pt x="86414" y="259092"/>
                  </a:lnTo>
                  <a:lnTo>
                    <a:pt x="71363" y="262570"/>
                  </a:lnTo>
                  <a:lnTo>
                    <a:pt x="60126" y="265269"/>
                  </a:lnTo>
                  <a:lnTo>
                    <a:pt x="55470" y="266381"/>
                  </a:lnTo>
                  <a:lnTo>
                    <a:pt x="50497" y="267563"/>
                  </a:lnTo>
                  <a:lnTo>
                    <a:pt x="28078" y="271865"/>
                  </a:lnTo>
                  <a:lnTo>
                    <a:pt x="23212" y="272790"/>
                  </a:lnTo>
                  <a:lnTo>
                    <a:pt x="14419" y="274450"/>
                  </a:lnTo>
                  <a:lnTo>
                    <a:pt x="781" y="2769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684269" y="2502726"/>
              <a:ext cx="457773" cy="275112"/>
            </a:xfrm>
            <a:custGeom>
              <a:avLst/>
              <a:pathLst>
                <a:path w="457773" h="275112">
                  <a:moveTo>
                    <a:pt x="13661" y="0"/>
                  </a:moveTo>
                  <a:lnTo>
                    <a:pt x="52508" y="1894"/>
                  </a:lnTo>
                  <a:lnTo>
                    <a:pt x="77708" y="2859"/>
                  </a:lnTo>
                  <a:lnTo>
                    <a:pt x="82818" y="3037"/>
                  </a:lnTo>
                  <a:lnTo>
                    <a:pt x="119396" y="4279"/>
                  </a:lnTo>
                  <a:lnTo>
                    <a:pt x="130704" y="4562"/>
                  </a:lnTo>
                  <a:lnTo>
                    <a:pt x="153567" y="5050"/>
                  </a:lnTo>
                  <a:lnTo>
                    <a:pt x="161013" y="5198"/>
                  </a:lnTo>
                  <a:lnTo>
                    <a:pt x="182454" y="5557"/>
                  </a:lnTo>
                  <a:lnTo>
                    <a:pt x="222540" y="5920"/>
                  </a:lnTo>
                  <a:lnTo>
                    <a:pt x="236932" y="5991"/>
                  </a:lnTo>
                  <a:lnTo>
                    <a:pt x="252466" y="6016"/>
                  </a:lnTo>
                  <a:lnTo>
                    <a:pt x="274886" y="5917"/>
                  </a:lnTo>
                  <a:lnTo>
                    <a:pt x="283536" y="5850"/>
                  </a:lnTo>
                  <a:lnTo>
                    <a:pt x="305275" y="5573"/>
                  </a:lnTo>
                  <a:lnTo>
                    <a:pt x="312831" y="5453"/>
                  </a:lnTo>
                  <a:lnTo>
                    <a:pt x="365920" y="4365"/>
                  </a:lnTo>
                  <a:lnTo>
                    <a:pt x="375985" y="4090"/>
                  </a:lnTo>
                  <a:lnTo>
                    <a:pt x="407555" y="3089"/>
                  </a:lnTo>
                  <a:lnTo>
                    <a:pt x="407797" y="7907"/>
                  </a:lnTo>
                  <a:lnTo>
                    <a:pt x="410389" y="14707"/>
                  </a:lnTo>
                  <a:lnTo>
                    <a:pt x="412710" y="22989"/>
                  </a:lnTo>
                  <a:lnTo>
                    <a:pt x="414721" y="28112"/>
                  </a:lnTo>
                  <a:lnTo>
                    <a:pt x="416105" y="32083"/>
                  </a:lnTo>
                  <a:lnTo>
                    <a:pt x="413885" y="39577"/>
                  </a:lnTo>
                  <a:lnTo>
                    <a:pt x="413734" y="43090"/>
                  </a:lnTo>
                  <a:lnTo>
                    <a:pt x="413722" y="43368"/>
                  </a:lnTo>
                  <a:lnTo>
                    <a:pt x="413690" y="44112"/>
                  </a:lnTo>
                  <a:lnTo>
                    <a:pt x="414601" y="53042"/>
                  </a:lnTo>
                  <a:lnTo>
                    <a:pt x="414954" y="60597"/>
                  </a:lnTo>
                  <a:lnTo>
                    <a:pt x="415725" y="68210"/>
                  </a:lnTo>
                  <a:lnTo>
                    <a:pt x="415208" y="73875"/>
                  </a:lnTo>
                  <a:lnTo>
                    <a:pt x="415043" y="75684"/>
                  </a:lnTo>
                  <a:lnTo>
                    <a:pt x="415005" y="76096"/>
                  </a:lnTo>
                  <a:lnTo>
                    <a:pt x="417671" y="82798"/>
                  </a:lnTo>
                  <a:lnTo>
                    <a:pt x="420039" y="88445"/>
                  </a:lnTo>
                  <a:lnTo>
                    <a:pt x="422211" y="96554"/>
                  </a:lnTo>
                  <a:lnTo>
                    <a:pt x="424928" y="104281"/>
                  </a:lnTo>
                  <a:lnTo>
                    <a:pt x="429279" y="112881"/>
                  </a:lnTo>
                  <a:lnTo>
                    <a:pt x="431604" y="119200"/>
                  </a:lnTo>
                  <a:lnTo>
                    <a:pt x="432343" y="121206"/>
                  </a:lnTo>
                  <a:lnTo>
                    <a:pt x="434293" y="127914"/>
                  </a:lnTo>
                  <a:lnTo>
                    <a:pt x="434438" y="134324"/>
                  </a:lnTo>
                  <a:lnTo>
                    <a:pt x="434554" y="139492"/>
                  </a:lnTo>
                  <a:lnTo>
                    <a:pt x="436159" y="153830"/>
                  </a:lnTo>
                  <a:lnTo>
                    <a:pt x="436548" y="157250"/>
                  </a:lnTo>
                  <a:lnTo>
                    <a:pt x="437422" y="164919"/>
                  </a:lnTo>
                  <a:lnTo>
                    <a:pt x="438116" y="171004"/>
                  </a:lnTo>
                  <a:lnTo>
                    <a:pt x="437503" y="177287"/>
                  </a:lnTo>
                  <a:lnTo>
                    <a:pt x="442025" y="185705"/>
                  </a:lnTo>
                  <a:lnTo>
                    <a:pt x="441015" y="197634"/>
                  </a:lnTo>
                  <a:lnTo>
                    <a:pt x="441436" y="205086"/>
                  </a:lnTo>
                  <a:lnTo>
                    <a:pt x="441461" y="210112"/>
                  </a:lnTo>
                  <a:lnTo>
                    <a:pt x="441725" y="210643"/>
                  </a:lnTo>
                  <a:lnTo>
                    <a:pt x="444452" y="216140"/>
                  </a:lnTo>
                  <a:lnTo>
                    <a:pt x="447065" y="227547"/>
                  </a:lnTo>
                  <a:lnTo>
                    <a:pt x="451095" y="234147"/>
                  </a:lnTo>
                  <a:lnTo>
                    <a:pt x="454048" y="237455"/>
                  </a:lnTo>
                  <a:lnTo>
                    <a:pt x="454749" y="246211"/>
                  </a:lnTo>
                  <a:lnTo>
                    <a:pt x="457769" y="258056"/>
                  </a:lnTo>
                  <a:lnTo>
                    <a:pt x="456894" y="263564"/>
                  </a:lnTo>
                  <a:lnTo>
                    <a:pt x="456819" y="264038"/>
                  </a:lnTo>
                  <a:lnTo>
                    <a:pt x="457773" y="271162"/>
                  </a:lnTo>
                  <a:lnTo>
                    <a:pt x="426064" y="272359"/>
                  </a:lnTo>
                  <a:lnTo>
                    <a:pt x="417122" y="272691"/>
                  </a:lnTo>
                  <a:lnTo>
                    <a:pt x="397894" y="273349"/>
                  </a:lnTo>
                  <a:lnTo>
                    <a:pt x="383549" y="273753"/>
                  </a:lnTo>
                  <a:lnTo>
                    <a:pt x="371203" y="274031"/>
                  </a:lnTo>
                  <a:lnTo>
                    <a:pt x="369408" y="274068"/>
                  </a:lnTo>
                  <a:lnTo>
                    <a:pt x="365589" y="274146"/>
                  </a:lnTo>
                  <a:lnTo>
                    <a:pt x="344535" y="274576"/>
                  </a:lnTo>
                  <a:lnTo>
                    <a:pt x="331627" y="274661"/>
                  </a:lnTo>
                  <a:lnTo>
                    <a:pt x="325567" y="274722"/>
                  </a:lnTo>
                  <a:lnTo>
                    <a:pt x="308343" y="274852"/>
                  </a:lnTo>
                  <a:lnTo>
                    <a:pt x="303011" y="274894"/>
                  </a:lnTo>
                  <a:lnTo>
                    <a:pt x="287580" y="275033"/>
                  </a:lnTo>
                  <a:lnTo>
                    <a:pt x="278686" y="275092"/>
                  </a:lnTo>
                  <a:lnTo>
                    <a:pt x="271285" y="275068"/>
                  </a:lnTo>
                  <a:lnTo>
                    <a:pt x="264741" y="275112"/>
                  </a:lnTo>
                  <a:lnTo>
                    <a:pt x="254811" y="275070"/>
                  </a:lnTo>
                  <a:lnTo>
                    <a:pt x="238174" y="274995"/>
                  </a:lnTo>
                  <a:lnTo>
                    <a:pt x="229480" y="274902"/>
                  </a:lnTo>
                  <a:lnTo>
                    <a:pt x="216918" y="274808"/>
                  </a:lnTo>
                  <a:lnTo>
                    <a:pt x="216147" y="274801"/>
                  </a:lnTo>
                  <a:lnTo>
                    <a:pt x="200836" y="274670"/>
                  </a:lnTo>
                  <a:lnTo>
                    <a:pt x="179738" y="274407"/>
                  </a:lnTo>
                  <a:lnTo>
                    <a:pt x="163920" y="274155"/>
                  </a:lnTo>
                  <a:lnTo>
                    <a:pt x="152171" y="273942"/>
                  </a:lnTo>
                  <a:lnTo>
                    <a:pt x="137649" y="273614"/>
                  </a:lnTo>
                  <a:lnTo>
                    <a:pt x="125040" y="273305"/>
                  </a:lnTo>
                  <a:lnTo>
                    <a:pt x="119724" y="273165"/>
                  </a:lnTo>
                  <a:lnTo>
                    <a:pt x="105000" y="272743"/>
                  </a:lnTo>
                  <a:lnTo>
                    <a:pt x="91377" y="272313"/>
                  </a:lnTo>
                  <a:lnTo>
                    <a:pt x="81962" y="272001"/>
                  </a:lnTo>
                  <a:lnTo>
                    <a:pt x="71235" y="271630"/>
                  </a:lnTo>
                  <a:lnTo>
                    <a:pt x="67454" y="271491"/>
                  </a:lnTo>
                  <a:lnTo>
                    <a:pt x="64202" y="271370"/>
                  </a:lnTo>
                  <a:lnTo>
                    <a:pt x="50557" y="270836"/>
                  </a:lnTo>
                  <a:lnTo>
                    <a:pt x="37322" y="270282"/>
                  </a:lnTo>
                  <a:lnTo>
                    <a:pt x="23510" y="269679"/>
                  </a:lnTo>
                  <a:lnTo>
                    <a:pt x="0" y="268549"/>
                  </a:lnTo>
                  <a:lnTo>
                    <a:pt x="1490" y="239110"/>
                  </a:lnTo>
                  <a:lnTo>
                    <a:pt x="1689" y="235200"/>
                  </a:lnTo>
                  <a:lnTo>
                    <a:pt x="2543" y="218912"/>
                  </a:lnTo>
                  <a:lnTo>
                    <a:pt x="2678" y="216180"/>
                  </a:lnTo>
                  <a:lnTo>
                    <a:pt x="3114" y="207329"/>
                  </a:lnTo>
                  <a:lnTo>
                    <a:pt x="3427" y="200965"/>
                  </a:lnTo>
                  <a:lnTo>
                    <a:pt x="4419" y="181620"/>
                  </a:lnTo>
                  <a:lnTo>
                    <a:pt x="5337" y="164605"/>
                  </a:lnTo>
                  <a:lnTo>
                    <a:pt x="6222" y="146781"/>
                  </a:lnTo>
                  <a:lnTo>
                    <a:pt x="6230" y="146622"/>
                  </a:lnTo>
                  <a:lnTo>
                    <a:pt x="6545" y="140898"/>
                  </a:lnTo>
                  <a:lnTo>
                    <a:pt x="7543" y="122776"/>
                  </a:lnTo>
                  <a:lnTo>
                    <a:pt x="8543" y="105196"/>
                  </a:lnTo>
                  <a:lnTo>
                    <a:pt x="9218" y="90400"/>
                  </a:lnTo>
                  <a:lnTo>
                    <a:pt x="9321" y="88239"/>
                  </a:lnTo>
                  <a:lnTo>
                    <a:pt x="10348" y="66670"/>
                  </a:lnTo>
                  <a:lnTo>
                    <a:pt x="10962" y="53668"/>
                  </a:lnTo>
                  <a:lnTo>
                    <a:pt x="11398" y="44451"/>
                  </a:lnTo>
                  <a:lnTo>
                    <a:pt x="12010" y="32164"/>
                  </a:lnTo>
                  <a:lnTo>
                    <a:pt x="12947" y="1340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579449" y="4047420"/>
              <a:ext cx="356711" cy="330219"/>
            </a:xfrm>
            <a:custGeom>
              <a:avLst/>
              <a:pathLst>
                <a:path w="356711" h="330219">
                  <a:moveTo>
                    <a:pt x="0" y="28287"/>
                  </a:moveTo>
                  <a:lnTo>
                    <a:pt x="18165" y="27078"/>
                  </a:lnTo>
                  <a:lnTo>
                    <a:pt x="38269" y="25748"/>
                  </a:lnTo>
                  <a:lnTo>
                    <a:pt x="46610" y="25177"/>
                  </a:lnTo>
                  <a:lnTo>
                    <a:pt x="53151" y="24689"/>
                  </a:lnTo>
                  <a:lnTo>
                    <a:pt x="64925" y="23793"/>
                  </a:lnTo>
                  <a:lnTo>
                    <a:pt x="73122" y="23192"/>
                  </a:lnTo>
                  <a:lnTo>
                    <a:pt x="84242" y="22359"/>
                  </a:lnTo>
                  <a:lnTo>
                    <a:pt x="92136" y="21759"/>
                  </a:lnTo>
                  <a:lnTo>
                    <a:pt x="93710" y="21638"/>
                  </a:lnTo>
                  <a:lnTo>
                    <a:pt x="105521" y="20717"/>
                  </a:lnTo>
                  <a:lnTo>
                    <a:pt x="124734" y="19096"/>
                  </a:lnTo>
                  <a:lnTo>
                    <a:pt x="125803" y="19004"/>
                  </a:lnTo>
                  <a:lnTo>
                    <a:pt x="130503" y="18596"/>
                  </a:lnTo>
                  <a:lnTo>
                    <a:pt x="145198" y="17296"/>
                  </a:lnTo>
                  <a:lnTo>
                    <a:pt x="147678" y="17082"/>
                  </a:lnTo>
                  <a:lnTo>
                    <a:pt x="160308" y="15976"/>
                  </a:lnTo>
                  <a:lnTo>
                    <a:pt x="174420" y="14639"/>
                  </a:lnTo>
                  <a:lnTo>
                    <a:pt x="176531" y="14436"/>
                  </a:lnTo>
                  <a:lnTo>
                    <a:pt x="186026" y="13514"/>
                  </a:lnTo>
                  <a:lnTo>
                    <a:pt x="208132" y="11283"/>
                  </a:lnTo>
                  <a:lnTo>
                    <a:pt x="210229" y="11067"/>
                  </a:lnTo>
                  <a:lnTo>
                    <a:pt x="223822" y="9853"/>
                  </a:lnTo>
                  <a:lnTo>
                    <a:pt x="226868" y="9576"/>
                  </a:lnTo>
                  <a:lnTo>
                    <a:pt x="227006" y="9563"/>
                  </a:lnTo>
                  <a:lnTo>
                    <a:pt x="246622" y="7455"/>
                  </a:lnTo>
                  <a:lnTo>
                    <a:pt x="254269" y="6616"/>
                  </a:lnTo>
                  <a:lnTo>
                    <a:pt x="270745" y="4787"/>
                  </a:lnTo>
                  <a:lnTo>
                    <a:pt x="272038" y="4642"/>
                  </a:lnTo>
                  <a:lnTo>
                    <a:pt x="285382" y="3160"/>
                  </a:lnTo>
                  <a:lnTo>
                    <a:pt x="291127" y="2512"/>
                  </a:lnTo>
                  <a:lnTo>
                    <a:pt x="310422" y="500"/>
                  </a:lnTo>
                  <a:lnTo>
                    <a:pt x="315133" y="0"/>
                  </a:lnTo>
                  <a:lnTo>
                    <a:pt x="316347" y="2997"/>
                  </a:lnTo>
                  <a:lnTo>
                    <a:pt x="317501" y="6827"/>
                  </a:lnTo>
                  <a:lnTo>
                    <a:pt x="322347" y="8802"/>
                  </a:lnTo>
                  <a:lnTo>
                    <a:pt x="322811" y="11347"/>
                  </a:lnTo>
                  <a:lnTo>
                    <a:pt x="323292" y="16059"/>
                  </a:lnTo>
                  <a:lnTo>
                    <a:pt x="320054" y="19758"/>
                  </a:lnTo>
                  <a:lnTo>
                    <a:pt x="317646" y="24602"/>
                  </a:lnTo>
                  <a:lnTo>
                    <a:pt x="315444" y="26195"/>
                  </a:lnTo>
                  <a:lnTo>
                    <a:pt x="313365" y="27699"/>
                  </a:lnTo>
                  <a:lnTo>
                    <a:pt x="312716" y="31783"/>
                  </a:lnTo>
                  <a:lnTo>
                    <a:pt x="308797" y="34586"/>
                  </a:lnTo>
                  <a:lnTo>
                    <a:pt x="306232" y="40708"/>
                  </a:lnTo>
                  <a:lnTo>
                    <a:pt x="304624" y="45432"/>
                  </a:lnTo>
                  <a:lnTo>
                    <a:pt x="310260" y="44719"/>
                  </a:lnTo>
                  <a:lnTo>
                    <a:pt x="323367" y="43039"/>
                  </a:lnTo>
                  <a:lnTo>
                    <a:pt x="333590" y="41745"/>
                  </a:lnTo>
                  <a:lnTo>
                    <a:pt x="337707" y="41218"/>
                  </a:lnTo>
                  <a:lnTo>
                    <a:pt x="349594" y="39661"/>
                  </a:lnTo>
                  <a:lnTo>
                    <a:pt x="353382" y="43880"/>
                  </a:lnTo>
                  <a:lnTo>
                    <a:pt x="356094" y="45870"/>
                  </a:lnTo>
                  <a:lnTo>
                    <a:pt x="356484" y="47305"/>
                  </a:lnTo>
                  <a:lnTo>
                    <a:pt x="356711" y="48145"/>
                  </a:lnTo>
                  <a:lnTo>
                    <a:pt x="351577" y="50655"/>
                  </a:lnTo>
                  <a:lnTo>
                    <a:pt x="351345" y="52994"/>
                  </a:lnTo>
                  <a:lnTo>
                    <a:pt x="352151" y="56282"/>
                  </a:lnTo>
                  <a:lnTo>
                    <a:pt x="347185" y="59257"/>
                  </a:lnTo>
                  <a:lnTo>
                    <a:pt x="342779" y="62895"/>
                  </a:lnTo>
                  <a:lnTo>
                    <a:pt x="339042" y="62698"/>
                  </a:lnTo>
                  <a:lnTo>
                    <a:pt x="336689" y="68241"/>
                  </a:lnTo>
                  <a:lnTo>
                    <a:pt x="341217" y="71643"/>
                  </a:lnTo>
                  <a:lnTo>
                    <a:pt x="343041" y="73569"/>
                  </a:lnTo>
                  <a:lnTo>
                    <a:pt x="339239" y="75690"/>
                  </a:lnTo>
                  <a:lnTo>
                    <a:pt x="338820" y="79949"/>
                  </a:lnTo>
                  <a:lnTo>
                    <a:pt x="338019" y="81692"/>
                  </a:lnTo>
                  <a:lnTo>
                    <a:pt x="332300" y="81611"/>
                  </a:lnTo>
                  <a:lnTo>
                    <a:pt x="332224" y="86380"/>
                  </a:lnTo>
                  <a:lnTo>
                    <a:pt x="334286" y="89599"/>
                  </a:lnTo>
                  <a:lnTo>
                    <a:pt x="333023" y="93460"/>
                  </a:lnTo>
                  <a:lnTo>
                    <a:pt x="331148" y="92987"/>
                  </a:lnTo>
                  <a:lnTo>
                    <a:pt x="328276" y="94489"/>
                  </a:lnTo>
                  <a:lnTo>
                    <a:pt x="330472" y="98377"/>
                  </a:lnTo>
                  <a:lnTo>
                    <a:pt x="328594" y="103794"/>
                  </a:lnTo>
                  <a:lnTo>
                    <a:pt x="325674" y="106786"/>
                  </a:lnTo>
                  <a:lnTo>
                    <a:pt x="330813" y="108358"/>
                  </a:lnTo>
                  <a:lnTo>
                    <a:pt x="331583" y="112398"/>
                  </a:lnTo>
                  <a:lnTo>
                    <a:pt x="331480" y="115843"/>
                  </a:lnTo>
                  <a:lnTo>
                    <a:pt x="332568" y="119800"/>
                  </a:lnTo>
                  <a:lnTo>
                    <a:pt x="327493" y="119464"/>
                  </a:lnTo>
                  <a:lnTo>
                    <a:pt x="326310" y="122912"/>
                  </a:lnTo>
                  <a:lnTo>
                    <a:pt x="325556" y="126596"/>
                  </a:lnTo>
                  <a:lnTo>
                    <a:pt x="320762" y="128076"/>
                  </a:lnTo>
                  <a:lnTo>
                    <a:pt x="318327" y="129374"/>
                  </a:lnTo>
                  <a:lnTo>
                    <a:pt x="318011" y="132337"/>
                  </a:lnTo>
                  <a:lnTo>
                    <a:pt x="323197" y="136874"/>
                  </a:lnTo>
                  <a:lnTo>
                    <a:pt x="323070" y="139565"/>
                  </a:lnTo>
                  <a:lnTo>
                    <a:pt x="318973" y="143086"/>
                  </a:lnTo>
                  <a:lnTo>
                    <a:pt x="318838" y="143203"/>
                  </a:lnTo>
                  <a:lnTo>
                    <a:pt x="312825" y="147108"/>
                  </a:lnTo>
                  <a:lnTo>
                    <a:pt x="312368" y="147164"/>
                  </a:lnTo>
                  <a:lnTo>
                    <a:pt x="308355" y="147650"/>
                  </a:lnTo>
                  <a:lnTo>
                    <a:pt x="308065" y="151755"/>
                  </a:lnTo>
                  <a:lnTo>
                    <a:pt x="305979" y="154135"/>
                  </a:lnTo>
                  <a:lnTo>
                    <a:pt x="303609" y="159923"/>
                  </a:lnTo>
                  <a:lnTo>
                    <a:pt x="303655" y="163331"/>
                  </a:lnTo>
                  <a:lnTo>
                    <a:pt x="302153" y="166307"/>
                  </a:lnTo>
                  <a:lnTo>
                    <a:pt x="301400" y="167798"/>
                  </a:lnTo>
                  <a:lnTo>
                    <a:pt x="304562" y="171652"/>
                  </a:lnTo>
                  <a:lnTo>
                    <a:pt x="303487" y="175637"/>
                  </a:lnTo>
                  <a:lnTo>
                    <a:pt x="303031" y="181475"/>
                  </a:lnTo>
                  <a:lnTo>
                    <a:pt x="304020" y="185222"/>
                  </a:lnTo>
                  <a:lnTo>
                    <a:pt x="299511" y="188487"/>
                  </a:lnTo>
                  <a:lnTo>
                    <a:pt x="298553" y="192841"/>
                  </a:lnTo>
                  <a:lnTo>
                    <a:pt x="293328" y="190905"/>
                  </a:lnTo>
                  <a:lnTo>
                    <a:pt x="290900" y="193060"/>
                  </a:lnTo>
                  <a:lnTo>
                    <a:pt x="292266" y="197638"/>
                  </a:lnTo>
                  <a:lnTo>
                    <a:pt x="287988" y="198973"/>
                  </a:lnTo>
                  <a:lnTo>
                    <a:pt x="286387" y="202971"/>
                  </a:lnTo>
                  <a:lnTo>
                    <a:pt x="282525" y="204424"/>
                  </a:lnTo>
                  <a:lnTo>
                    <a:pt x="283724" y="207827"/>
                  </a:lnTo>
                  <a:lnTo>
                    <a:pt x="283073" y="209963"/>
                  </a:lnTo>
                  <a:lnTo>
                    <a:pt x="280002" y="211370"/>
                  </a:lnTo>
                  <a:lnTo>
                    <a:pt x="279806" y="213923"/>
                  </a:lnTo>
                  <a:lnTo>
                    <a:pt x="279781" y="214247"/>
                  </a:lnTo>
                  <a:lnTo>
                    <a:pt x="279732" y="214874"/>
                  </a:lnTo>
                  <a:lnTo>
                    <a:pt x="283142" y="215806"/>
                  </a:lnTo>
                  <a:lnTo>
                    <a:pt x="285266" y="217573"/>
                  </a:lnTo>
                  <a:lnTo>
                    <a:pt x="284346" y="221660"/>
                  </a:lnTo>
                  <a:lnTo>
                    <a:pt x="280764" y="222822"/>
                  </a:lnTo>
                  <a:lnTo>
                    <a:pt x="278200" y="224679"/>
                  </a:lnTo>
                  <a:lnTo>
                    <a:pt x="276569" y="226891"/>
                  </a:lnTo>
                  <a:lnTo>
                    <a:pt x="273342" y="226521"/>
                  </a:lnTo>
                  <a:lnTo>
                    <a:pt x="270601" y="228905"/>
                  </a:lnTo>
                  <a:lnTo>
                    <a:pt x="274588" y="230034"/>
                  </a:lnTo>
                  <a:lnTo>
                    <a:pt x="275582" y="233085"/>
                  </a:lnTo>
                  <a:lnTo>
                    <a:pt x="273292" y="236016"/>
                  </a:lnTo>
                  <a:lnTo>
                    <a:pt x="274347" y="240608"/>
                  </a:lnTo>
                  <a:lnTo>
                    <a:pt x="276515" y="241987"/>
                  </a:lnTo>
                  <a:lnTo>
                    <a:pt x="276747" y="245694"/>
                  </a:lnTo>
                  <a:lnTo>
                    <a:pt x="272353" y="245032"/>
                  </a:lnTo>
                  <a:lnTo>
                    <a:pt x="270471" y="245392"/>
                  </a:lnTo>
                  <a:lnTo>
                    <a:pt x="268373" y="248031"/>
                  </a:lnTo>
                  <a:lnTo>
                    <a:pt x="273602" y="250369"/>
                  </a:lnTo>
                  <a:lnTo>
                    <a:pt x="272172" y="255269"/>
                  </a:lnTo>
                  <a:lnTo>
                    <a:pt x="266593" y="256685"/>
                  </a:lnTo>
                  <a:lnTo>
                    <a:pt x="270389" y="259833"/>
                  </a:lnTo>
                  <a:lnTo>
                    <a:pt x="266422" y="263305"/>
                  </a:lnTo>
                  <a:lnTo>
                    <a:pt x="265389" y="266110"/>
                  </a:lnTo>
                  <a:lnTo>
                    <a:pt x="264843" y="267597"/>
                  </a:lnTo>
                  <a:lnTo>
                    <a:pt x="267063" y="270576"/>
                  </a:lnTo>
                  <a:lnTo>
                    <a:pt x="268599" y="273119"/>
                  </a:lnTo>
                  <a:lnTo>
                    <a:pt x="270654" y="276006"/>
                  </a:lnTo>
                  <a:lnTo>
                    <a:pt x="273417" y="278719"/>
                  </a:lnTo>
                  <a:lnTo>
                    <a:pt x="271687" y="282791"/>
                  </a:lnTo>
                  <a:lnTo>
                    <a:pt x="273469" y="288664"/>
                  </a:lnTo>
                  <a:lnTo>
                    <a:pt x="276418" y="288937"/>
                  </a:lnTo>
                  <a:lnTo>
                    <a:pt x="278031" y="292357"/>
                  </a:lnTo>
                  <a:lnTo>
                    <a:pt x="277303" y="297024"/>
                  </a:lnTo>
                  <a:lnTo>
                    <a:pt x="276235" y="301478"/>
                  </a:lnTo>
                  <a:lnTo>
                    <a:pt x="272622" y="301547"/>
                  </a:lnTo>
                  <a:lnTo>
                    <a:pt x="270869" y="304966"/>
                  </a:lnTo>
                  <a:lnTo>
                    <a:pt x="275676" y="308329"/>
                  </a:lnTo>
                  <a:lnTo>
                    <a:pt x="273133" y="312409"/>
                  </a:lnTo>
                  <a:lnTo>
                    <a:pt x="272714" y="313081"/>
                  </a:lnTo>
                  <a:lnTo>
                    <a:pt x="265445" y="313777"/>
                  </a:lnTo>
                  <a:lnTo>
                    <a:pt x="252797" y="314967"/>
                  </a:lnTo>
                  <a:lnTo>
                    <a:pt x="250992" y="315134"/>
                  </a:lnTo>
                  <a:lnTo>
                    <a:pt x="248866" y="315331"/>
                  </a:lnTo>
                  <a:lnTo>
                    <a:pt x="220375" y="317981"/>
                  </a:lnTo>
                  <a:lnTo>
                    <a:pt x="206056" y="319265"/>
                  </a:lnTo>
                  <a:lnTo>
                    <a:pt x="194695" y="320261"/>
                  </a:lnTo>
                  <a:lnTo>
                    <a:pt x="174101" y="321838"/>
                  </a:lnTo>
                  <a:lnTo>
                    <a:pt x="157585" y="323079"/>
                  </a:lnTo>
                  <a:lnTo>
                    <a:pt x="139358" y="324359"/>
                  </a:lnTo>
                  <a:lnTo>
                    <a:pt x="138054" y="324461"/>
                  </a:lnTo>
                  <a:lnTo>
                    <a:pt x="122629" y="325650"/>
                  </a:lnTo>
                  <a:lnTo>
                    <a:pt x="119580" y="325887"/>
                  </a:lnTo>
                  <a:lnTo>
                    <a:pt x="109340" y="326672"/>
                  </a:lnTo>
                  <a:lnTo>
                    <a:pt x="100950" y="327283"/>
                  </a:lnTo>
                  <a:lnTo>
                    <a:pt x="98699" y="327445"/>
                  </a:lnTo>
                  <a:lnTo>
                    <a:pt x="83734" y="328502"/>
                  </a:lnTo>
                  <a:lnTo>
                    <a:pt x="77532" y="328961"/>
                  </a:lnTo>
                  <a:lnTo>
                    <a:pt x="76979" y="329002"/>
                  </a:lnTo>
                  <a:lnTo>
                    <a:pt x="60085" y="330219"/>
                  </a:lnTo>
                  <a:lnTo>
                    <a:pt x="59338" y="317883"/>
                  </a:lnTo>
                  <a:lnTo>
                    <a:pt x="58718" y="308183"/>
                  </a:lnTo>
                  <a:lnTo>
                    <a:pt x="58387" y="303001"/>
                  </a:lnTo>
                  <a:lnTo>
                    <a:pt x="57818" y="293789"/>
                  </a:lnTo>
                  <a:lnTo>
                    <a:pt x="57155" y="283680"/>
                  </a:lnTo>
                  <a:lnTo>
                    <a:pt x="54892" y="282010"/>
                  </a:lnTo>
                  <a:lnTo>
                    <a:pt x="49692" y="281888"/>
                  </a:lnTo>
                  <a:lnTo>
                    <a:pt x="46648" y="280825"/>
                  </a:lnTo>
                  <a:lnTo>
                    <a:pt x="44543" y="282865"/>
                  </a:lnTo>
                  <a:lnTo>
                    <a:pt x="42654" y="282457"/>
                  </a:lnTo>
                  <a:lnTo>
                    <a:pt x="37949" y="283848"/>
                  </a:lnTo>
                  <a:lnTo>
                    <a:pt x="35387" y="283792"/>
                  </a:lnTo>
                  <a:lnTo>
                    <a:pt x="34284" y="284798"/>
                  </a:lnTo>
                  <a:lnTo>
                    <a:pt x="31746" y="284171"/>
                  </a:lnTo>
                  <a:lnTo>
                    <a:pt x="29407" y="283296"/>
                  </a:lnTo>
                  <a:lnTo>
                    <a:pt x="24188" y="278310"/>
                  </a:lnTo>
                  <a:lnTo>
                    <a:pt x="23717" y="265067"/>
                  </a:lnTo>
                  <a:lnTo>
                    <a:pt x="23278" y="251759"/>
                  </a:lnTo>
                  <a:lnTo>
                    <a:pt x="23049" y="244850"/>
                  </a:lnTo>
                  <a:lnTo>
                    <a:pt x="22523" y="229902"/>
                  </a:lnTo>
                  <a:lnTo>
                    <a:pt x="21997" y="215054"/>
                  </a:lnTo>
                  <a:lnTo>
                    <a:pt x="21544" y="202085"/>
                  </a:lnTo>
                  <a:lnTo>
                    <a:pt x="21151" y="190905"/>
                  </a:lnTo>
                  <a:lnTo>
                    <a:pt x="20889" y="182659"/>
                  </a:lnTo>
                  <a:lnTo>
                    <a:pt x="20435" y="168482"/>
                  </a:lnTo>
                  <a:lnTo>
                    <a:pt x="20321" y="164663"/>
                  </a:lnTo>
                  <a:lnTo>
                    <a:pt x="19489" y="137228"/>
                  </a:lnTo>
                  <a:lnTo>
                    <a:pt x="19411" y="134666"/>
                  </a:lnTo>
                  <a:lnTo>
                    <a:pt x="19191" y="126440"/>
                  </a:lnTo>
                  <a:lnTo>
                    <a:pt x="18914" y="124885"/>
                  </a:lnTo>
                  <a:lnTo>
                    <a:pt x="18834" y="124438"/>
                  </a:lnTo>
                  <a:lnTo>
                    <a:pt x="17218" y="115389"/>
                  </a:lnTo>
                  <a:lnTo>
                    <a:pt x="14794" y="103072"/>
                  </a:lnTo>
                  <a:lnTo>
                    <a:pt x="12736" y="92589"/>
                  </a:lnTo>
                  <a:lnTo>
                    <a:pt x="12581" y="91803"/>
                  </a:lnTo>
                  <a:lnTo>
                    <a:pt x="8756" y="72737"/>
                  </a:lnTo>
                  <a:lnTo>
                    <a:pt x="6749" y="62812"/>
                  </a:lnTo>
                  <a:lnTo>
                    <a:pt x="5699" y="57614"/>
                  </a:lnTo>
                  <a:lnTo>
                    <a:pt x="3282" y="456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709145" y="3259383"/>
              <a:ext cx="585738" cy="270332"/>
            </a:xfrm>
            <a:custGeom>
              <a:avLst/>
              <a:pathLst>
                <a:path w="585738" h="270332">
                  <a:moveTo>
                    <a:pt x="478" y="165829"/>
                  </a:moveTo>
                  <a:lnTo>
                    <a:pt x="1208" y="151438"/>
                  </a:lnTo>
                  <a:lnTo>
                    <a:pt x="1701" y="141320"/>
                  </a:lnTo>
                  <a:lnTo>
                    <a:pt x="2396" y="126288"/>
                  </a:lnTo>
                  <a:lnTo>
                    <a:pt x="2597" y="121945"/>
                  </a:lnTo>
                  <a:lnTo>
                    <a:pt x="2945" y="114547"/>
                  </a:lnTo>
                  <a:lnTo>
                    <a:pt x="3723" y="98050"/>
                  </a:lnTo>
                  <a:lnTo>
                    <a:pt x="4232" y="87828"/>
                  </a:lnTo>
                  <a:lnTo>
                    <a:pt x="4295" y="86546"/>
                  </a:lnTo>
                  <a:lnTo>
                    <a:pt x="5281" y="66003"/>
                  </a:lnTo>
                  <a:lnTo>
                    <a:pt x="6323" y="44020"/>
                  </a:lnTo>
                  <a:lnTo>
                    <a:pt x="6828" y="34191"/>
                  </a:lnTo>
                  <a:lnTo>
                    <a:pt x="6915" y="32507"/>
                  </a:lnTo>
                  <a:lnTo>
                    <a:pt x="8460" y="0"/>
                  </a:lnTo>
                  <a:lnTo>
                    <a:pt x="43698" y="1615"/>
                  </a:lnTo>
                  <a:lnTo>
                    <a:pt x="45561" y="1694"/>
                  </a:lnTo>
                  <a:lnTo>
                    <a:pt x="76146" y="2952"/>
                  </a:lnTo>
                  <a:lnTo>
                    <a:pt x="89559" y="3447"/>
                  </a:lnTo>
                  <a:lnTo>
                    <a:pt x="114233" y="4268"/>
                  </a:lnTo>
                  <a:lnTo>
                    <a:pt x="135221" y="4888"/>
                  </a:lnTo>
                  <a:lnTo>
                    <a:pt x="190222" y="6114"/>
                  </a:lnTo>
                  <a:lnTo>
                    <a:pt x="204873" y="6343"/>
                  </a:lnTo>
                  <a:lnTo>
                    <a:pt x="256512" y="6683"/>
                  </a:lnTo>
                  <a:lnTo>
                    <a:pt x="278943" y="6672"/>
                  </a:lnTo>
                  <a:lnTo>
                    <a:pt x="299288" y="6593"/>
                  </a:lnTo>
                  <a:lnTo>
                    <a:pt x="317290" y="6458"/>
                  </a:lnTo>
                  <a:lnTo>
                    <a:pt x="343459" y="6151"/>
                  </a:lnTo>
                  <a:lnTo>
                    <a:pt x="365954" y="5759"/>
                  </a:lnTo>
                  <a:lnTo>
                    <a:pt x="367274" y="8818"/>
                  </a:lnTo>
                  <a:lnTo>
                    <a:pt x="370192" y="11783"/>
                  </a:lnTo>
                  <a:lnTo>
                    <a:pt x="373307" y="12675"/>
                  </a:lnTo>
                  <a:lnTo>
                    <a:pt x="378409" y="15382"/>
                  </a:lnTo>
                  <a:lnTo>
                    <a:pt x="380247" y="16355"/>
                  </a:lnTo>
                  <a:lnTo>
                    <a:pt x="383374" y="17508"/>
                  </a:lnTo>
                  <a:lnTo>
                    <a:pt x="388531" y="19154"/>
                  </a:lnTo>
                  <a:lnTo>
                    <a:pt x="388826" y="19248"/>
                  </a:lnTo>
                  <a:lnTo>
                    <a:pt x="391687" y="21959"/>
                  </a:lnTo>
                  <a:lnTo>
                    <a:pt x="396277" y="25748"/>
                  </a:lnTo>
                  <a:lnTo>
                    <a:pt x="401749" y="25137"/>
                  </a:lnTo>
                  <a:lnTo>
                    <a:pt x="404601" y="22489"/>
                  </a:lnTo>
                  <a:lnTo>
                    <a:pt x="406296" y="17709"/>
                  </a:lnTo>
                  <a:lnTo>
                    <a:pt x="407489" y="16584"/>
                  </a:lnTo>
                  <a:lnTo>
                    <a:pt x="411157" y="17111"/>
                  </a:lnTo>
                  <a:lnTo>
                    <a:pt x="417663" y="18182"/>
                  </a:lnTo>
                  <a:lnTo>
                    <a:pt x="421874" y="17357"/>
                  </a:lnTo>
                  <a:lnTo>
                    <a:pt x="424197" y="16900"/>
                  </a:lnTo>
                  <a:lnTo>
                    <a:pt x="429577" y="16957"/>
                  </a:lnTo>
                  <a:lnTo>
                    <a:pt x="431589" y="17226"/>
                  </a:lnTo>
                  <a:lnTo>
                    <a:pt x="433711" y="17509"/>
                  </a:lnTo>
                  <a:lnTo>
                    <a:pt x="435922" y="15689"/>
                  </a:lnTo>
                  <a:lnTo>
                    <a:pt x="440844" y="16415"/>
                  </a:lnTo>
                  <a:lnTo>
                    <a:pt x="443338" y="15472"/>
                  </a:lnTo>
                  <a:lnTo>
                    <a:pt x="447515" y="16436"/>
                  </a:lnTo>
                  <a:lnTo>
                    <a:pt x="449154" y="19286"/>
                  </a:lnTo>
                  <a:lnTo>
                    <a:pt x="452394" y="21687"/>
                  </a:lnTo>
                  <a:lnTo>
                    <a:pt x="454632" y="23343"/>
                  </a:lnTo>
                  <a:lnTo>
                    <a:pt x="461537" y="23933"/>
                  </a:lnTo>
                  <a:lnTo>
                    <a:pt x="462151" y="24431"/>
                  </a:lnTo>
                  <a:lnTo>
                    <a:pt x="465480" y="27126"/>
                  </a:lnTo>
                  <a:lnTo>
                    <a:pt x="469255" y="26169"/>
                  </a:lnTo>
                  <a:lnTo>
                    <a:pt x="475790" y="28835"/>
                  </a:lnTo>
                  <a:lnTo>
                    <a:pt x="476166" y="28988"/>
                  </a:lnTo>
                  <a:lnTo>
                    <a:pt x="477804" y="32076"/>
                  </a:lnTo>
                  <a:lnTo>
                    <a:pt x="483027" y="32207"/>
                  </a:lnTo>
                  <a:lnTo>
                    <a:pt x="482465" y="37109"/>
                  </a:lnTo>
                  <a:lnTo>
                    <a:pt x="485868" y="40260"/>
                  </a:lnTo>
                  <a:lnTo>
                    <a:pt x="488003" y="43637"/>
                  </a:lnTo>
                  <a:lnTo>
                    <a:pt x="489144" y="45441"/>
                  </a:lnTo>
                  <a:lnTo>
                    <a:pt x="494728" y="44841"/>
                  </a:lnTo>
                  <a:lnTo>
                    <a:pt x="496373" y="47193"/>
                  </a:lnTo>
                  <a:lnTo>
                    <a:pt x="499963" y="46344"/>
                  </a:lnTo>
                  <a:lnTo>
                    <a:pt x="504236" y="48706"/>
                  </a:lnTo>
                  <a:lnTo>
                    <a:pt x="502449" y="53261"/>
                  </a:lnTo>
                  <a:lnTo>
                    <a:pt x="502973" y="59712"/>
                  </a:lnTo>
                  <a:lnTo>
                    <a:pt x="506832" y="64521"/>
                  </a:lnTo>
                  <a:lnTo>
                    <a:pt x="507932" y="65890"/>
                  </a:lnTo>
                  <a:lnTo>
                    <a:pt x="508087" y="69925"/>
                  </a:lnTo>
                  <a:lnTo>
                    <a:pt x="508044" y="70286"/>
                  </a:lnTo>
                  <a:lnTo>
                    <a:pt x="507542" y="74542"/>
                  </a:lnTo>
                  <a:lnTo>
                    <a:pt x="512889" y="78990"/>
                  </a:lnTo>
                  <a:lnTo>
                    <a:pt x="512887" y="84836"/>
                  </a:lnTo>
                  <a:lnTo>
                    <a:pt x="516202" y="86851"/>
                  </a:lnTo>
                  <a:lnTo>
                    <a:pt x="522345" y="90796"/>
                  </a:lnTo>
                  <a:lnTo>
                    <a:pt x="520867" y="96555"/>
                  </a:lnTo>
                  <a:lnTo>
                    <a:pt x="523156" y="100321"/>
                  </a:lnTo>
                  <a:lnTo>
                    <a:pt x="524499" y="102527"/>
                  </a:lnTo>
                  <a:lnTo>
                    <a:pt x="527534" y="106554"/>
                  </a:lnTo>
                  <a:lnTo>
                    <a:pt x="526310" y="112853"/>
                  </a:lnTo>
                  <a:lnTo>
                    <a:pt x="525160" y="116932"/>
                  </a:lnTo>
                  <a:lnTo>
                    <a:pt x="524959" y="117643"/>
                  </a:lnTo>
                  <a:lnTo>
                    <a:pt x="524746" y="122503"/>
                  </a:lnTo>
                  <a:lnTo>
                    <a:pt x="526687" y="127029"/>
                  </a:lnTo>
                  <a:lnTo>
                    <a:pt x="527566" y="129885"/>
                  </a:lnTo>
                  <a:lnTo>
                    <a:pt x="532465" y="128256"/>
                  </a:lnTo>
                  <a:lnTo>
                    <a:pt x="533347" y="131484"/>
                  </a:lnTo>
                  <a:lnTo>
                    <a:pt x="534229" y="134711"/>
                  </a:lnTo>
                  <a:lnTo>
                    <a:pt x="538270" y="135747"/>
                  </a:lnTo>
                  <a:lnTo>
                    <a:pt x="538231" y="141545"/>
                  </a:lnTo>
                  <a:lnTo>
                    <a:pt x="538219" y="143298"/>
                  </a:lnTo>
                  <a:lnTo>
                    <a:pt x="538625" y="147499"/>
                  </a:lnTo>
                  <a:lnTo>
                    <a:pt x="541158" y="151240"/>
                  </a:lnTo>
                  <a:lnTo>
                    <a:pt x="539925" y="154853"/>
                  </a:lnTo>
                  <a:lnTo>
                    <a:pt x="540219" y="158943"/>
                  </a:lnTo>
                  <a:lnTo>
                    <a:pt x="540263" y="159559"/>
                  </a:lnTo>
                  <a:lnTo>
                    <a:pt x="543753" y="159147"/>
                  </a:lnTo>
                  <a:lnTo>
                    <a:pt x="543529" y="161519"/>
                  </a:lnTo>
                  <a:lnTo>
                    <a:pt x="543231" y="164672"/>
                  </a:lnTo>
                  <a:lnTo>
                    <a:pt x="543728" y="168276"/>
                  </a:lnTo>
                  <a:lnTo>
                    <a:pt x="543796" y="170974"/>
                  </a:lnTo>
                  <a:lnTo>
                    <a:pt x="543874" y="174093"/>
                  </a:lnTo>
                  <a:lnTo>
                    <a:pt x="546559" y="177925"/>
                  </a:lnTo>
                  <a:lnTo>
                    <a:pt x="546135" y="182146"/>
                  </a:lnTo>
                  <a:lnTo>
                    <a:pt x="547516" y="184435"/>
                  </a:lnTo>
                  <a:lnTo>
                    <a:pt x="548097" y="185398"/>
                  </a:lnTo>
                  <a:lnTo>
                    <a:pt x="546238" y="189111"/>
                  </a:lnTo>
                  <a:lnTo>
                    <a:pt x="546982" y="194588"/>
                  </a:lnTo>
                  <a:lnTo>
                    <a:pt x="543547" y="198877"/>
                  </a:lnTo>
                  <a:lnTo>
                    <a:pt x="546618" y="203453"/>
                  </a:lnTo>
                  <a:lnTo>
                    <a:pt x="551022" y="205814"/>
                  </a:lnTo>
                  <a:lnTo>
                    <a:pt x="553459" y="210087"/>
                  </a:lnTo>
                  <a:lnTo>
                    <a:pt x="552402" y="211740"/>
                  </a:lnTo>
                  <a:lnTo>
                    <a:pt x="553228" y="216915"/>
                  </a:lnTo>
                  <a:lnTo>
                    <a:pt x="556085" y="216660"/>
                  </a:lnTo>
                  <a:lnTo>
                    <a:pt x="556235" y="216957"/>
                  </a:lnTo>
                  <a:lnTo>
                    <a:pt x="557541" y="219545"/>
                  </a:lnTo>
                  <a:lnTo>
                    <a:pt x="558367" y="222166"/>
                  </a:lnTo>
                  <a:lnTo>
                    <a:pt x="561004" y="227950"/>
                  </a:lnTo>
                  <a:lnTo>
                    <a:pt x="561698" y="230535"/>
                  </a:lnTo>
                  <a:lnTo>
                    <a:pt x="561041" y="234430"/>
                  </a:lnTo>
                  <a:lnTo>
                    <a:pt x="564791" y="235357"/>
                  </a:lnTo>
                  <a:lnTo>
                    <a:pt x="567917" y="236832"/>
                  </a:lnTo>
                  <a:lnTo>
                    <a:pt x="568381" y="239164"/>
                  </a:lnTo>
                  <a:lnTo>
                    <a:pt x="568410" y="239306"/>
                  </a:lnTo>
                  <a:lnTo>
                    <a:pt x="568474" y="239630"/>
                  </a:lnTo>
                  <a:lnTo>
                    <a:pt x="573587" y="241378"/>
                  </a:lnTo>
                  <a:lnTo>
                    <a:pt x="573237" y="245587"/>
                  </a:lnTo>
                  <a:lnTo>
                    <a:pt x="576739" y="249580"/>
                  </a:lnTo>
                  <a:lnTo>
                    <a:pt x="579444" y="252316"/>
                  </a:lnTo>
                  <a:lnTo>
                    <a:pt x="578243" y="255770"/>
                  </a:lnTo>
                  <a:lnTo>
                    <a:pt x="580581" y="259403"/>
                  </a:lnTo>
                  <a:lnTo>
                    <a:pt x="582872" y="259083"/>
                  </a:lnTo>
                  <a:lnTo>
                    <a:pt x="585738" y="261502"/>
                  </a:lnTo>
                  <a:lnTo>
                    <a:pt x="583609" y="261620"/>
                  </a:lnTo>
                  <a:lnTo>
                    <a:pt x="553647" y="263189"/>
                  </a:lnTo>
                  <a:lnTo>
                    <a:pt x="553409" y="263201"/>
                  </a:lnTo>
                  <a:lnTo>
                    <a:pt x="538409" y="263924"/>
                  </a:lnTo>
                  <a:lnTo>
                    <a:pt x="537505" y="263966"/>
                  </a:lnTo>
                  <a:lnTo>
                    <a:pt x="528726" y="264401"/>
                  </a:lnTo>
                  <a:lnTo>
                    <a:pt x="523006" y="264646"/>
                  </a:lnTo>
                  <a:lnTo>
                    <a:pt x="507871" y="265290"/>
                  </a:lnTo>
                  <a:lnTo>
                    <a:pt x="507451" y="265308"/>
                  </a:lnTo>
                  <a:lnTo>
                    <a:pt x="484807" y="266192"/>
                  </a:lnTo>
                  <a:lnTo>
                    <a:pt x="480218" y="266360"/>
                  </a:lnTo>
                  <a:lnTo>
                    <a:pt x="477346" y="266467"/>
                  </a:lnTo>
                  <a:lnTo>
                    <a:pt x="471091" y="266696"/>
                  </a:lnTo>
                  <a:lnTo>
                    <a:pt x="446807" y="267479"/>
                  </a:lnTo>
                  <a:lnTo>
                    <a:pt x="443662" y="267572"/>
                  </a:lnTo>
                  <a:lnTo>
                    <a:pt x="419288" y="268265"/>
                  </a:lnTo>
                  <a:lnTo>
                    <a:pt x="416296" y="268343"/>
                  </a:lnTo>
                  <a:lnTo>
                    <a:pt x="408853" y="268530"/>
                  </a:lnTo>
                  <a:lnTo>
                    <a:pt x="399124" y="268758"/>
                  </a:lnTo>
                  <a:lnTo>
                    <a:pt x="385765" y="269050"/>
                  </a:lnTo>
                  <a:lnTo>
                    <a:pt x="370217" y="269348"/>
                  </a:lnTo>
                  <a:lnTo>
                    <a:pt x="362841" y="269475"/>
                  </a:lnTo>
                  <a:lnTo>
                    <a:pt x="355242" y="269603"/>
                  </a:lnTo>
                  <a:lnTo>
                    <a:pt x="332254" y="269926"/>
                  </a:lnTo>
                  <a:lnTo>
                    <a:pt x="331000" y="269941"/>
                  </a:lnTo>
                  <a:lnTo>
                    <a:pt x="324688" y="270009"/>
                  </a:lnTo>
                  <a:lnTo>
                    <a:pt x="302912" y="270190"/>
                  </a:lnTo>
                  <a:lnTo>
                    <a:pt x="294574" y="270255"/>
                  </a:lnTo>
                  <a:lnTo>
                    <a:pt x="294377" y="270257"/>
                  </a:lnTo>
                  <a:lnTo>
                    <a:pt x="281881" y="270332"/>
                  </a:lnTo>
                  <a:lnTo>
                    <a:pt x="257287" y="270318"/>
                  </a:lnTo>
                  <a:lnTo>
                    <a:pt x="256221" y="270315"/>
                  </a:lnTo>
                  <a:lnTo>
                    <a:pt x="237093" y="270222"/>
                  </a:lnTo>
                  <a:lnTo>
                    <a:pt x="219424" y="270047"/>
                  </a:lnTo>
                  <a:lnTo>
                    <a:pt x="218074" y="270032"/>
                  </a:lnTo>
                  <a:lnTo>
                    <a:pt x="197727" y="269808"/>
                  </a:lnTo>
                  <a:lnTo>
                    <a:pt x="181959" y="269562"/>
                  </a:lnTo>
                  <a:lnTo>
                    <a:pt x="179931" y="269529"/>
                  </a:lnTo>
                  <a:lnTo>
                    <a:pt x="174061" y="269431"/>
                  </a:lnTo>
                  <a:lnTo>
                    <a:pt x="165205" y="269270"/>
                  </a:lnTo>
                  <a:lnTo>
                    <a:pt x="145646" y="268843"/>
                  </a:lnTo>
                  <a:lnTo>
                    <a:pt x="130831" y="268483"/>
                  </a:lnTo>
                  <a:lnTo>
                    <a:pt x="131560" y="239001"/>
                  </a:lnTo>
                  <a:lnTo>
                    <a:pt x="131583" y="238047"/>
                  </a:lnTo>
                  <a:lnTo>
                    <a:pt x="131773" y="230064"/>
                  </a:lnTo>
                  <a:lnTo>
                    <a:pt x="132314" y="207415"/>
                  </a:lnTo>
                  <a:lnTo>
                    <a:pt x="132423" y="202838"/>
                  </a:lnTo>
                  <a:lnTo>
                    <a:pt x="132928" y="180605"/>
                  </a:lnTo>
                  <a:lnTo>
                    <a:pt x="99372" y="179681"/>
                  </a:lnTo>
                  <a:lnTo>
                    <a:pt x="95104" y="179546"/>
                  </a:lnTo>
                  <a:lnTo>
                    <a:pt x="92950" y="179477"/>
                  </a:lnTo>
                  <a:lnTo>
                    <a:pt x="64849" y="178498"/>
                  </a:lnTo>
                  <a:lnTo>
                    <a:pt x="44531" y="177730"/>
                  </a:lnTo>
                  <a:lnTo>
                    <a:pt x="31780" y="177210"/>
                  </a:lnTo>
                  <a:lnTo>
                    <a:pt x="0" y="1757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38406" y="2514468"/>
              <a:ext cx="116114" cy="246662"/>
            </a:xfrm>
            <a:custGeom>
              <a:avLst/>
              <a:pathLst>
                <a:path w="116114" h="246662">
                  <a:moveTo>
                    <a:pt x="11542" y="236995"/>
                  </a:moveTo>
                  <a:lnTo>
                    <a:pt x="12108" y="233791"/>
                  </a:lnTo>
                  <a:lnTo>
                    <a:pt x="10425" y="228996"/>
                  </a:lnTo>
                  <a:lnTo>
                    <a:pt x="12429" y="227074"/>
                  </a:lnTo>
                  <a:lnTo>
                    <a:pt x="14217" y="222948"/>
                  </a:lnTo>
                  <a:lnTo>
                    <a:pt x="12035" y="219962"/>
                  </a:lnTo>
                  <a:lnTo>
                    <a:pt x="12425" y="215803"/>
                  </a:lnTo>
                  <a:lnTo>
                    <a:pt x="9499" y="210519"/>
                  </a:lnTo>
                  <a:lnTo>
                    <a:pt x="9359" y="209837"/>
                  </a:lnTo>
                  <a:lnTo>
                    <a:pt x="8380" y="205068"/>
                  </a:lnTo>
                  <a:lnTo>
                    <a:pt x="8283" y="203434"/>
                  </a:lnTo>
                  <a:lnTo>
                    <a:pt x="8113" y="200596"/>
                  </a:lnTo>
                  <a:lnTo>
                    <a:pt x="7593" y="195386"/>
                  </a:lnTo>
                  <a:lnTo>
                    <a:pt x="5718" y="192047"/>
                  </a:lnTo>
                  <a:lnTo>
                    <a:pt x="3856" y="180341"/>
                  </a:lnTo>
                  <a:lnTo>
                    <a:pt x="1590" y="173509"/>
                  </a:lnTo>
                  <a:lnTo>
                    <a:pt x="3382" y="169870"/>
                  </a:lnTo>
                  <a:lnTo>
                    <a:pt x="3541" y="169547"/>
                  </a:lnTo>
                  <a:lnTo>
                    <a:pt x="2904" y="159154"/>
                  </a:lnTo>
                  <a:lnTo>
                    <a:pt x="5444" y="154483"/>
                  </a:lnTo>
                  <a:lnTo>
                    <a:pt x="5680" y="153142"/>
                  </a:lnTo>
                  <a:lnTo>
                    <a:pt x="6303" y="149579"/>
                  </a:lnTo>
                  <a:lnTo>
                    <a:pt x="5177" y="143793"/>
                  </a:lnTo>
                  <a:lnTo>
                    <a:pt x="6687" y="136025"/>
                  </a:lnTo>
                  <a:lnTo>
                    <a:pt x="4791" y="132674"/>
                  </a:lnTo>
                  <a:lnTo>
                    <a:pt x="5944" y="128197"/>
                  </a:lnTo>
                  <a:lnTo>
                    <a:pt x="6170" y="121601"/>
                  </a:lnTo>
                  <a:lnTo>
                    <a:pt x="3488" y="117186"/>
                  </a:lnTo>
                  <a:lnTo>
                    <a:pt x="2307" y="115241"/>
                  </a:lnTo>
                  <a:lnTo>
                    <a:pt x="893" y="109869"/>
                  </a:lnTo>
                  <a:lnTo>
                    <a:pt x="0" y="105914"/>
                  </a:lnTo>
                  <a:lnTo>
                    <a:pt x="1583" y="102203"/>
                  </a:lnTo>
                  <a:lnTo>
                    <a:pt x="4529" y="99892"/>
                  </a:lnTo>
                  <a:lnTo>
                    <a:pt x="8576" y="98430"/>
                  </a:lnTo>
                  <a:lnTo>
                    <a:pt x="10477" y="96737"/>
                  </a:lnTo>
                  <a:lnTo>
                    <a:pt x="11427" y="95890"/>
                  </a:lnTo>
                  <a:lnTo>
                    <a:pt x="12357" y="91082"/>
                  </a:lnTo>
                  <a:lnTo>
                    <a:pt x="13140" y="90432"/>
                  </a:lnTo>
                  <a:lnTo>
                    <a:pt x="16806" y="87382"/>
                  </a:lnTo>
                  <a:lnTo>
                    <a:pt x="17940" y="82418"/>
                  </a:lnTo>
                  <a:lnTo>
                    <a:pt x="20803" y="78208"/>
                  </a:lnTo>
                  <a:lnTo>
                    <a:pt x="18934" y="74515"/>
                  </a:lnTo>
                  <a:lnTo>
                    <a:pt x="20477" y="70939"/>
                  </a:lnTo>
                  <a:lnTo>
                    <a:pt x="18613" y="67030"/>
                  </a:lnTo>
                  <a:lnTo>
                    <a:pt x="15566" y="64574"/>
                  </a:lnTo>
                  <a:lnTo>
                    <a:pt x="10632" y="58618"/>
                  </a:lnTo>
                  <a:lnTo>
                    <a:pt x="12123" y="52521"/>
                  </a:lnTo>
                  <a:lnTo>
                    <a:pt x="12582" y="45142"/>
                  </a:lnTo>
                  <a:lnTo>
                    <a:pt x="13243" y="41931"/>
                  </a:lnTo>
                  <a:lnTo>
                    <a:pt x="9141" y="37352"/>
                  </a:lnTo>
                  <a:lnTo>
                    <a:pt x="9750" y="33558"/>
                  </a:lnTo>
                  <a:lnTo>
                    <a:pt x="8180" y="28781"/>
                  </a:lnTo>
                  <a:lnTo>
                    <a:pt x="9821" y="24402"/>
                  </a:lnTo>
                  <a:lnTo>
                    <a:pt x="9625" y="18604"/>
                  </a:lnTo>
                  <a:lnTo>
                    <a:pt x="9541" y="15995"/>
                  </a:lnTo>
                  <a:lnTo>
                    <a:pt x="6402" y="13282"/>
                  </a:lnTo>
                  <a:lnTo>
                    <a:pt x="9898" y="9010"/>
                  </a:lnTo>
                  <a:lnTo>
                    <a:pt x="13295" y="4646"/>
                  </a:lnTo>
                  <a:lnTo>
                    <a:pt x="16578" y="6629"/>
                  </a:lnTo>
                  <a:lnTo>
                    <a:pt x="20949" y="7547"/>
                  </a:lnTo>
                  <a:lnTo>
                    <a:pt x="23352" y="6446"/>
                  </a:lnTo>
                  <a:lnTo>
                    <a:pt x="23844" y="2501"/>
                  </a:lnTo>
                  <a:lnTo>
                    <a:pt x="24568" y="0"/>
                  </a:lnTo>
                  <a:lnTo>
                    <a:pt x="35567" y="25003"/>
                  </a:lnTo>
                  <a:lnTo>
                    <a:pt x="44966" y="46615"/>
                  </a:lnTo>
                  <a:lnTo>
                    <a:pt x="53080" y="66125"/>
                  </a:lnTo>
                  <a:lnTo>
                    <a:pt x="59884" y="82478"/>
                  </a:lnTo>
                  <a:lnTo>
                    <a:pt x="60466" y="83877"/>
                  </a:lnTo>
                  <a:lnTo>
                    <a:pt x="61359" y="86028"/>
                  </a:lnTo>
                  <a:lnTo>
                    <a:pt x="66902" y="99773"/>
                  </a:lnTo>
                  <a:lnTo>
                    <a:pt x="75372" y="120792"/>
                  </a:lnTo>
                  <a:lnTo>
                    <a:pt x="76949" y="124613"/>
                  </a:lnTo>
                  <a:lnTo>
                    <a:pt x="80083" y="132213"/>
                  </a:lnTo>
                  <a:lnTo>
                    <a:pt x="84630" y="142971"/>
                  </a:lnTo>
                  <a:lnTo>
                    <a:pt x="86074" y="145290"/>
                  </a:lnTo>
                  <a:lnTo>
                    <a:pt x="87537" y="147639"/>
                  </a:lnTo>
                  <a:lnTo>
                    <a:pt x="89201" y="154701"/>
                  </a:lnTo>
                  <a:lnTo>
                    <a:pt x="89871" y="159515"/>
                  </a:lnTo>
                  <a:lnTo>
                    <a:pt x="94999" y="162464"/>
                  </a:lnTo>
                  <a:lnTo>
                    <a:pt x="99699" y="165886"/>
                  </a:lnTo>
                  <a:lnTo>
                    <a:pt x="104828" y="168976"/>
                  </a:lnTo>
                  <a:lnTo>
                    <a:pt x="105289" y="172393"/>
                  </a:lnTo>
                  <a:lnTo>
                    <a:pt x="106643" y="176713"/>
                  </a:lnTo>
                  <a:lnTo>
                    <a:pt x="107328" y="177011"/>
                  </a:lnTo>
                  <a:lnTo>
                    <a:pt x="112386" y="179202"/>
                  </a:lnTo>
                  <a:lnTo>
                    <a:pt x="116114" y="179695"/>
                  </a:lnTo>
                  <a:lnTo>
                    <a:pt x="115702" y="184412"/>
                  </a:lnTo>
                  <a:lnTo>
                    <a:pt x="115069" y="188182"/>
                  </a:lnTo>
                  <a:lnTo>
                    <a:pt x="114650" y="193229"/>
                  </a:lnTo>
                  <a:lnTo>
                    <a:pt x="114723" y="193959"/>
                  </a:lnTo>
                  <a:lnTo>
                    <a:pt x="114934" y="196057"/>
                  </a:lnTo>
                  <a:lnTo>
                    <a:pt x="115130" y="198018"/>
                  </a:lnTo>
                  <a:lnTo>
                    <a:pt x="112374" y="199269"/>
                  </a:lnTo>
                  <a:lnTo>
                    <a:pt x="108015" y="199567"/>
                  </a:lnTo>
                  <a:lnTo>
                    <a:pt x="106368" y="201687"/>
                  </a:lnTo>
                  <a:lnTo>
                    <a:pt x="102822" y="203984"/>
                  </a:lnTo>
                  <a:lnTo>
                    <a:pt x="102629" y="206734"/>
                  </a:lnTo>
                  <a:lnTo>
                    <a:pt x="102457" y="209166"/>
                  </a:lnTo>
                  <a:lnTo>
                    <a:pt x="99181" y="209873"/>
                  </a:lnTo>
                  <a:lnTo>
                    <a:pt x="97088" y="210324"/>
                  </a:lnTo>
                  <a:lnTo>
                    <a:pt x="95667" y="213228"/>
                  </a:lnTo>
                  <a:lnTo>
                    <a:pt x="97522" y="217594"/>
                  </a:lnTo>
                  <a:lnTo>
                    <a:pt x="93760" y="219113"/>
                  </a:lnTo>
                  <a:lnTo>
                    <a:pt x="93155" y="219357"/>
                  </a:lnTo>
                  <a:lnTo>
                    <a:pt x="92032" y="223538"/>
                  </a:lnTo>
                  <a:lnTo>
                    <a:pt x="88553" y="224734"/>
                  </a:lnTo>
                  <a:lnTo>
                    <a:pt x="71354" y="230514"/>
                  </a:lnTo>
                  <a:lnTo>
                    <a:pt x="64723" y="232741"/>
                  </a:lnTo>
                  <a:lnTo>
                    <a:pt x="55440" y="235764"/>
                  </a:lnTo>
                  <a:lnTo>
                    <a:pt x="53603" y="236360"/>
                  </a:lnTo>
                  <a:lnTo>
                    <a:pt x="42545" y="239929"/>
                  </a:lnTo>
                  <a:lnTo>
                    <a:pt x="41726" y="240192"/>
                  </a:lnTo>
                  <a:lnTo>
                    <a:pt x="32087" y="243273"/>
                  </a:lnTo>
                  <a:lnTo>
                    <a:pt x="21408" y="246662"/>
                  </a:lnTo>
                  <a:lnTo>
                    <a:pt x="19271" y="244171"/>
                  </a:lnTo>
                  <a:lnTo>
                    <a:pt x="14297" y="24182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301374" y="3088962"/>
              <a:ext cx="96655" cy="211998"/>
            </a:xfrm>
            <a:custGeom>
              <a:avLst/>
              <a:pathLst>
                <a:path w="96655" h="211998">
                  <a:moveTo>
                    <a:pt x="6661" y="164537"/>
                  </a:moveTo>
                  <a:lnTo>
                    <a:pt x="7794" y="162569"/>
                  </a:lnTo>
                  <a:lnTo>
                    <a:pt x="8467" y="158743"/>
                  </a:lnTo>
                  <a:lnTo>
                    <a:pt x="9814" y="155637"/>
                  </a:lnTo>
                  <a:lnTo>
                    <a:pt x="9728" y="150940"/>
                  </a:lnTo>
                  <a:lnTo>
                    <a:pt x="11677" y="146974"/>
                  </a:lnTo>
                  <a:lnTo>
                    <a:pt x="11901" y="146648"/>
                  </a:lnTo>
                  <a:lnTo>
                    <a:pt x="15270" y="141742"/>
                  </a:lnTo>
                  <a:lnTo>
                    <a:pt x="18296" y="140543"/>
                  </a:lnTo>
                  <a:lnTo>
                    <a:pt x="20449" y="139295"/>
                  </a:lnTo>
                  <a:lnTo>
                    <a:pt x="22611" y="138040"/>
                  </a:lnTo>
                  <a:lnTo>
                    <a:pt x="23094" y="137395"/>
                  </a:lnTo>
                  <a:lnTo>
                    <a:pt x="24516" y="135494"/>
                  </a:lnTo>
                  <a:lnTo>
                    <a:pt x="26909" y="133613"/>
                  </a:lnTo>
                  <a:lnTo>
                    <a:pt x="27326" y="133284"/>
                  </a:lnTo>
                  <a:lnTo>
                    <a:pt x="26804" y="131706"/>
                  </a:lnTo>
                  <a:lnTo>
                    <a:pt x="26011" y="129312"/>
                  </a:lnTo>
                  <a:lnTo>
                    <a:pt x="25905" y="128991"/>
                  </a:lnTo>
                  <a:lnTo>
                    <a:pt x="26498" y="127099"/>
                  </a:lnTo>
                  <a:lnTo>
                    <a:pt x="29653" y="123574"/>
                  </a:lnTo>
                  <a:lnTo>
                    <a:pt x="32923" y="118359"/>
                  </a:lnTo>
                  <a:lnTo>
                    <a:pt x="33760" y="117251"/>
                  </a:lnTo>
                  <a:lnTo>
                    <a:pt x="35807" y="114540"/>
                  </a:lnTo>
                  <a:lnTo>
                    <a:pt x="39805" y="111976"/>
                  </a:lnTo>
                  <a:lnTo>
                    <a:pt x="41153" y="107653"/>
                  </a:lnTo>
                  <a:lnTo>
                    <a:pt x="44601" y="106057"/>
                  </a:lnTo>
                  <a:lnTo>
                    <a:pt x="47009" y="102980"/>
                  </a:lnTo>
                  <a:lnTo>
                    <a:pt x="44510" y="100880"/>
                  </a:lnTo>
                  <a:lnTo>
                    <a:pt x="43385" y="99935"/>
                  </a:lnTo>
                  <a:lnTo>
                    <a:pt x="38287" y="97596"/>
                  </a:lnTo>
                  <a:lnTo>
                    <a:pt x="35308" y="95201"/>
                  </a:lnTo>
                  <a:lnTo>
                    <a:pt x="31372" y="92895"/>
                  </a:lnTo>
                  <a:lnTo>
                    <a:pt x="29187" y="91334"/>
                  </a:lnTo>
                  <a:lnTo>
                    <a:pt x="27610" y="90207"/>
                  </a:lnTo>
                  <a:lnTo>
                    <a:pt x="25039" y="87066"/>
                  </a:lnTo>
                  <a:lnTo>
                    <a:pt x="21455" y="87864"/>
                  </a:lnTo>
                  <a:lnTo>
                    <a:pt x="19154" y="87419"/>
                  </a:lnTo>
                  <a:lnTo>
                    <a:pt x="17250" y="84379"/>
                  </a:lnTo>
                  <a:lnTo>
                    <a:pt x="17114" y="81976"/>
                  </a:lnTo>
                  <a:lnTo>
                    <a:pt x="14392" y="76602"/>
                  </a:lnTo>
                  <a:lnTo>
                    <a:pt x="10020" y="75431"/>
                  </a:lnTo>
                  <a:lnTo>
                    <a:pt x="7024" y="76969"/>
                  </a:lnTo>
                  <a:lnTo>
                    <a:pt x="6346" y="75020"/>
                  </a:lnTo>
                  <a:lnTo>
                    <a:pt x="5866" y="73640"/>
                  </a:lnTo>
                  <a:lnTo>
                    <a:pt x="5021" y="71212"/>
                  </a:lnTo>
                  <a:lnTo>
                    <a:pt x="2956" y="64604"/>
                  </a:lnTo>
                  <a:lnTo>
                    <a:pt x="2686" y="60182"/>
                  </a:lnTo>
                  <a:lnTo>
                    <a:pt x="6346" y="56516"/>
                  </a:lnTo>
                  <a:lnTo>
                    <a:pt x="5973" y="51216"/>
                  </a:lnTo>
                  <a:lnTo>
                    <a:pt x="6649" y="47597"/>
                  </a:lnTo>
                  <a:lnTo>
                    <a:pt x="3579" y="44750"/>
                  </a:lnTo>
                  <a:lnTo>
                    <a:pt x="994" y="41968"/>
                  </a:lnTo>
                  <a:lnTo>
                    <a:pt x="0" y="40897"/>
                  </a:lnTo>
                  <a:lnTo>
                    <a:pt x="2943" y="36376"/>
                  </a:lnTo>
                  <a:lnTo>
                    <a:pt x="5316" y="31644"/>
                  </a:lnTo>
                  <a:lnTo>
                    <a:pt x="5935" y="28477"/>
                  </a:lnTo>
                  <a:lnTo>
                    <a:pt x="6186" y="27185"/>
                  </a:lnTo>
                  <a:lnTo>
                    <a:pt x="6272" y="26746"/>
                  </a:lnTo>
                  <a:lnTo>
                    <a:pt x="9775" y="21399"/>
                  </a:lnTo>
                  <a:lnTo>
                    <a:pt x="10123" y="16676"/>
                  </a:lnTo>
                  <a:lnTo>
                    <a:pt x="10282" y="14502"/>
                  </a:lnTo>
                  <a:lnTo>
                    <a:pt x="11740" y="7645"/>
                  </a:lnTo>
                  <a:lnTo>
                    <a:pt x="14045" y="2772"/>
                  </a:lnTo>
                  <a:lnTo>
                    <a:pt x="17672" y="0"/>
                  </a:lnTo>
                  <a:lnTo>
                    <a:pt x="35288" y="4473"/>
                  </a:lnTo>
                  <a:lnTo>
                    <a:pt x="42080" y="6365"/>
                  </a:lnTo>
                  <a:lnTo>
                    <a:pt x="46961" y="7719"/>
                  </a:lnTo>
                  <a:lnTo>
                    <a:pt x="51949" y="8856"/>
                  </a:lnTo>
                  <a:lnTo>
                    <a:pt x="53633" y="9227"/>
                  </a:lnTo>
                  <a:lnTo>
                    <a:pt x="66214" y="11976"/>
                  </a:lnTo>
                  <a:lnTo>
                    <a:pt x="77025" y="14170"/>
                  </a:lnTo>
                  <a:lnTo>
                    <a:pt x="77414" y="18327"/>
                  </a:lnTo>
                  <a:lnTo>
                    <a:pt x="77467" y="21399"/>
                  </a:lnTo>
                  <a:lnTo>
                    <a:pt x="77524" y="24750"/>
                  </a:lnTo>
                  <a:lnTo>
                    <a:pt x="77536" y="25492"/>
                  </a:lnTo>
                  <a:lnTo>
                    <a:pt x="77435" y="26697"/>
                  </a:lnTo>
                  <a:lnTo>
                    <a:pt x="77314" y="28122"/>
                  </a:lnTo>
                  <a:lnTo>
                    <a:pt x="77135" y="30240"/>
                  </a:lnTo>
                  <a:lnTo>
                    <a:pt x="77096" y="30705"/>
                  </a:lnTo>
                  <a:lnTo>
                    <a:pt x="77016" y="31143"/>
                  </a:lnTo>
                  <a:lnTo>
                    <a:pt x="76677" y="33015"/>
                  </a:lnTo>
                  <a:lnTo>
                    <a:pt x="75935" y="37103"/>
                  </a:lnTo>
                  <a:lnTo>
                    <a:pt x="75876" y="38181"/>
                  </a:lnTo>
                  <a:lnTo>
                    <a:pt x="75771" y="40059"/>
                  </a:lnTo>
                  <a:lnTo>
                    <a:pt x="75584" y="43420"/>
                  </a:lnTo>
                  <a:lnTo>
                    <a:pt x="74834" y="45552"/>
                  </a:lnTo>
                  <a:lnTo>
                    <a:pt x="74711" y="45904"/>
                  </a:lnTo>
                  <a:lnTo>
                    <a:pt x="74133" y="47545"/>
                  </a:lnTo>
                  <a:lnTo>
                    <a:pt x="69677" y="49539"/>
                  </a:lnTo>
                  <a:lnTo>
                    <a:pt x="69041" y="49823"/>
                  </a:lnTo>
                  <a:lnTo>
                    <a:pt x="67433" y="51702"/>
                  </a:lnTo>
                  <a:lnTo>
                    <a:pt x="68344" y="54980"/>
                  </a:lnTo>
                  <a:lnTo>
                    <a:pt x="68411" y="58149"/>
                  </a:lnTo>
                  <a:lnTo>
                    <a:pt x="66730" y="59972"/>
                  </a:lnTo>
                  <a:lnTo>
                    <a:pt x="67127" y="63833"/>
                  </a:lnTo>
                  <a:lnTo>
                    <a:pt x="68032" y="67067"/>
                  </a:lnTo>
                  <a:lnTo>
                    <a:pt x="70796" y="67659"/>
                  </a:lnTo>
                  <a:lnTo>
                    <a:pt x="72167" y="67952"/>
                  </a:lnTo>
                  <a:lnTo>
                    <a:pt x="75078" y="66348"/>
                  </a:lnTo>
                  <a:lnTo>
                    <a:pt x="78249" y="65653"/>
                  </a:lnTo>
                  <a:lnTo>
                    <a:pt x="82706" y="66506"/>
                  </a:lnTo>
                  <a:lnTo>
                    <a:pt x="83124" y="61462"/>
                  </a:lnTo>
                  <a:lnTo>
                    <a:pt x="84326" y="60554"/>
                  </a:lnTo>
                  <a:lnTo>
                    <a:pt x="87442" y="65906"/>
                  </a:lnTo>
                  <a:lnTo>
                    <a:pt x="89390" y="70928"/>
                  </a:lnTo>
                  <a:lnTo>
                    <a:pt x="90548" y="76973"/>
                  </a:lnTo>
                  <a:lnTo>
                    <a:pt x="91114" y="84640"/>
                  </a:lnTo>
                  <a:lnTo>
                    <a:pt x="91599" y="91299"/>
                  </a:lnTo>
                  <a:lnTo>
                    <a:pt x="91827" y="93119"/>
                  </a:lnTo>
                  <a:lnTo>
                    <a:pt x="93210" y="104223"/>
                  </a:lnTo>
                  <a:lnTo>
                    <a:pt x="94134" y="110138"/>
                  </a:lnTo>
                  <a:lnTo>
                    <a:pt x="94159" y="110294"/>
                  </a:lnTo>
                  <a:lnTo>
                    <a:pt x="96182" y="120020"/>
                  </a:lnTo>
                  <a:lnTo>
                    <a:pt x="96248" y="120570"/>
                  </a:lnTo>
                  <a:lnTo>
                    <a:pt x="96655" y="123965"/>
                  </a:lnTo>
                  <a:lnTo>
                    <a:pt x="94352" y="136991"/>
                  </a:lnTo>
                  <a:lnTo>
                    <a:pt x="90958" y="149087"/>
                  </a:lnTo>
                  <a:lnTo>
                    <a:pt x="91041" y="151481"/>
                  </a:lnTo>
                  <a:lnTo>
                    <a:pt x="91075" y="152439"/>
                  </a:lnTo>
                  <a:lnTo>
                    <a:pt x="88846" y="159657"/>
                  </a:lnTo>
                  <a:lnTo>
                    <a:pt x="86972" y="164118"/>
                  </a:lnTo>
                  <a:lnTo>
                    <a:pt x="81171" y="170390"/>
                  </a:lnTo>
                  <a:lnTo>
                    <a:pt x="80302" y="171959"/>
                  </a:lnTo>
                  <a:lnTo>
                    <a:pt x="78460" y="175281"/>
                  </a:lnTo>
                  <a:lnTo>
                    <a:pt x="75733" y="181649"/>
                  </a:lnTo>
                  <a:lnTo>
                    <a:pt x="74948" y="184906"/>
                  </a:lnTo>
                  <a:lnTo>
                    <a:pt x="73697" y="190905"/>
                  </a:lnTo>
                  <a:lnTo>
                    <a:pt x="74667" y="192167"/>
                  </a:lnTo>
                  <a:lnTo>
                    <a:pt x="71972" y="200478"/>
                  </a:lnTo>
                  <a:lnTo>
                    <a:pt x="71020" y="204244"/>
                  </a:lnTo>
                  <a:lnTo>
                    <a:pt x="68504" y="209290"/>
                  </a:lnTo>
                  <a:lnTo>
                    <a:pt x="64330" y="211724"/>
                  </a:lnTo>
                  <a:lnTo>
                    <a:pt x="62027" y="211998"/>
                  </a:lnTo>
                  <a:lnTo>
                    <a:pt x="61109" y="205969"/>
                  </a:lnTo>
                  <a:lnTo>
                    <a:pt x="62299" y="197562"/>
                  </a:lnTo>
                  <a:lnTo>
                    <a:pt x="62039" y="192408"/>
                  </a:lnTo>
                  <a:lnTo>
                    <a:pt x="60014" y="190133"/>
                  </a:lnTo>
                  <a:lnTo>
                    <a:pt x="59327" y="190188"/>
                  </a:lnTo>
                  <a:lnTo>
                    <a:pt x="53624" y="190641"/>
                  </a:lnTo>
                  <a:lnTo>
                    <a:pt x="49772" y="189627"/>
                  </a:lnTo>
                  <a:lnTo>
                    <a:pt x="47155" y="190865"/>
                  </a:lnTo>
                  <a:lnTo>
                    <a:pt x="44914" y="194264"/>
                  </a:lnTo>
                  <a:lnTo>
                    <a:pt x="41971" y="191402"/>
                  </a:lnTo>
                  <a:lnTo>
                    <a:pt x="38021" y="188903"/>
                  </a:lnTo>
                  <a:lnTo>
                    <a:pt x="35401" y="187589"/>
                  </a:lnTo>
                  <a:lnTo>
                    <a:pt x="32599" y="187861"/>
                  </a:lnTo>
                  <a:lnTo>
                    <a:pt x="28937" y="185260"/>
                  </a:lnTo>
                  <a:lnTo>
                    <a:pt x="26703" y="184529"/>
                  </a:lnTo>
                  <a:lnTo>
                    <a:pt x="23106" y="182705"/>
                  </a:lnTo>
                  <a:lnTo>
                    <a:pt x="21728" y="182258"/>
                  </a:lnTo>
                  <a:lnTo>
                    <a:pt x="19771" y="181622"/>
                  </a:lnTo>
                  <a:lnTo>
                    <a:pt x="17402" y="178952"/>
                  </a:lnTo>
                  <a:lnTo>
                    <a:pt x="12288" y="178527"/>
                  </a:lnTo>
                  <a:lnTo>
                    <a:pt x="11905" y="175155"/>
                  </a:lnTo>
                  <a:lnTo>
                    <a:pt x="11020" y="171974"/>
                  </a:lnTo>
                  <a:lnTo>
                    <a:pt x="10932" y="168030"/>
                  </a:lnTo>
                  <a:lnTo>
                    <a:pt x="8484" y="1671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51229" y="4036191"/>
              <a:ext cx="472258" cy="501189"/>
            </a:xfrm>
            <a:custGeom>
              <a:avLst/>
              <a:pathLst>
                <a:path w="472258" h="501189">
                  <a:moveTo>
                    <a:pt x="3789" y="454446"/>
                  </a:moveTo>
                  <a:lnTo>
                    <a:pt x="6180" y="429380"/>
                  </a:lnTo>
                  <a:lnTo>
                    <a:pt x="9011" y="399530"/>
                  </a:lnTo>
                  <a:lnTo>
                    <a:pt x="11919" y="368874"/>
                  </a:lnTo>
                  <a:lnTo>
                    <a:pt x="15457" y="331243"/>
                  </a:lnTo>
                  <a:lnTo>
                    <a:pt x="17113" y="313711"/>
                  </a:lnTo>
                  <a:lnTo>
                    <a:pt x="20217" y="281618"/>
                  </a:lnTo>
                  <a:lnTo>
                    <a:pt x="21045" y="273092"/>
                  </a:lnTo>
                  <a:lnTo>
                    <a:pt x="26493" y="216547"/>
                  </a:lnTo>
                  <a:lnTo>
                    <a:pt x="26976" y="211576"/>
                  </a:lnTo>
                  <a:lnTo>
                    <a:pt x="30219" y="178325"/>
                  </a:lnTo>
                  <a:lnTo>
                    <a:pt x="32018" y="159470"/>
                  </a:lnTo>
                  <a:lnTo>
                    <a:pt x="33592" y="143024"/>
                  </a:lnTo>
                  <a:lnTo>
                    <a:pt x="35774" y="121115"/>
                  </a:lnTo>
                  <a:lnTo>
                    <a:pt x="38077" y="97898"/>
                  </a:lnTo>
                  <a:lnTo>
                    <a:pt x="39148" y="87152"/>
                  </a:lnTo>
                  <a:lnTo>
                    <a:pt x="40147" y="77155"/>
                  </a:lnTo>
                  <a:lnTo>
                    <a:pt x="46758" y="10890"/>
                  </a:lnTo>
                  <a:lnTo>
                    <a:pt x="47864" y="0"/>
                  </a:lnTo>
                  <a:lnTo>
                    <a:pt x="77605" y="3130"/>
                  </a:lnTo>
                  <a:lnTo>
                    <a:pt x="94484" y="4824"/>
                  </a:lnTo>
                  <a:lnTo>
                    <a:pt x="121016" y="7387"/>
                  </a:lnTo>
                  <a:lnTo>
                    <a:pt x="157390" y="10756"/>
                  </a:lnTo>
                  <a:lnTo>
                    <a:pt x="161656" y="11136"/>
                  </a:lnTo>
                  <a:lnTo>
                    <a:pt x="199794" y="14385"/>
                  </a:lnTo>
                  <a:lnTo>
                    <a:pt x="200269" y="15104"/>
                  </a:lnTo>
                  <a:lnTo>
                    <a:pt x="227906" y="17189"/>
                  </a:lnTo>
                  <a:lnTo>
                    <a:pt x="237255" y="17865"/>
                  </a:lnTo>
                  <a:lnTo>
                    <a:pt x="260921" y="19509"/>
                  </a:lnTo>
                  <a:lnTo>
                    <a:pt x="261542" y="19551"/>
                  </a:lnTo>
                  <a:lnTo>
                    <a:pt x="281148" y="20884"/>
                  </a:lnTo>
                  <a:lnTo>
                    <a:pt x="281288" y="20894"/>
                  </a:lnTo>
                  <a:lnTo>
                    <a:pt x="294118" y="21753"/>
                  </a:lnTo>
                  <a:lnTo>
                    <a:pt x="302174" y="22281"/>
                  </a:lnTo>
                  <a:lnTo>
                    <a:pt x="313984" y="23056"/>
                  </a:lnTo>
                  <a:lnTo>
                    <a:pt x="316148" y="23195"/>
                  </a:lnTo>
                  <a:lnTo>
                    <a:pt x="320750" y="23487"/>
                  </a:lnTo>
                  <a:lnTo>
                    <a:pt x="323158" y="23639"/>
                  </a:lnTo>
                  <a:lnTo>
                    <a:pt x="350489" y="25420"/>
                  </a:lnTo>
                  <a:lnTo>
                    <a:pt x="378150" y="26909"/>
                  </a:lnTo>
                  <a:lnTo>
                    <a:pt x="401451" y="27853"/>
                  </a:lnTo>
                  <a:lnTo>
                    <a:pt x="420785" y="28567"/>
                  </a:lnTo>
                  <a:lnTo>
                    <a:pt x="466350" y="30256"/>
                  </a:lnTo>
                  <a:lnTo>
                    <a:pt x="472258" y="30450"/>
                  </a:lnTo>
                  <a:lnTo>
                    <a:pt x="472011" y="38397"/>
                  </a:lnTo>
                  <a:lnTo>
                    <a:pt x="471292" y="58967"/>
                  </a:lnTo>
                  <a:lnTo>
                    <a:pt x="471105" y="65327"/>
                  </a:lnTo>
                  <a:lnTo>
                    <a:pt x="470792" y="74306"/>
                  </a:lnTo>
                  <a:lnTo>
                    <a:pt x="467993" y="74201"/>
                  </a:lnTo>
                  <a:lnTo>
                    <a:pt x="466772" y="113266"/>
                  </a:lnTo>
                  <a:lnTo>
                    <a:pt x="465819" y="140964"/>
                  </a:lnTo>
                  <a:lnTo>
                    <a:pt x="465467" y="151220"/>
                  </a:lnTo>
                  <a:lnTo>
                    <a:pt x="464126" y="189740"/>
                  </a:lnTo>
                  <a:lnTo>
                    <a:pt x="464009" y="193109"/>
                  </a:lnTo>
                  <a:lnTo>
                    <a:pt x="463462" y="209816"/>
                  </a:lnTo>
                  <a:lnTo>
                    <a:pt x="462870" y="227941"/>
                  </a:lnTo>
                  <a:lnTo>
                    <a:pt x="462485" y="239121"/>
                  </a:lnTo>
                  <a:lnTo>
                    <a:pt x="461739" y="260169"/>
                  </a:lnTo>
                  <a:lnTo>
                    <a:pt x="461557" y="266022"/>
                  </a:lnTo>
                  <a:lnTo>
                    <a:pt x="461530" y="266907"/>
                  </a:lnTo>
                  <a:lnTo>
                    <a:pt x="460923" y="286467"/>
                  </a:lnTo>
                  <a:lnTo>
                    <a:pt x="459925" y="308766"/>
                  </a:lnTo>
                  <a:lnTo>
                    <a:pt x="458825" y="331003"/>
                  </a:lnTo>
                  <a:lnTo>
                    <a:pt x="458029" y="346941"/>
                  </a:lnTo>
                  <a:lnTo>
                    <a:pt x="457289" y="361742"/>
                  </a:lnTo>
                  <a:lnTo>
                    <a:pt x="456314" y="384499"/>
                  </a:lnTo>
                  <a:lnTo>
                    <a:pt x="455904" y="394099"/>
                  </a:lnTo>
                  <a:lnTo>
                    <a:pt x="455568" y="404810"/>
                  </a:lnTo>
                  <a:lnTo>
                    <a:pt x="455188" y="416968"/>
                  </a:lnTo>
                  <a:lnTo>
                    <a:pt x="455011" y="422723"/>
                  </a:lnTo>
                  <a:lnTo>
                    <a:pt x="453992" y="455713"/>
                  </a:lnTo>
                  <a:lnTo>
                    <a:pt x="453833" y="460781"/>
                  </a:lnTo>
                  <a:lnTo>
                    <a:pt x="453595" y="468347"/>
                  </a:lnTo>
                  <a:lnTo>
                    <a:pt x="433922" y="467628"/>
                  </a:lnTo>
                  <a:lnTo>
                    <a:pt x="404171" y="466424"/>
                  </a:lnTo>
                  <a:lnTo>
                    <a:pt x="384861" y="465569"/>
                  </a:lnTo>
                  <a:lnTo>
                    <a:pt x="381537" y="465416"/>
                  </a:lnTo>
                  <a:lnTo>
                    <a:pt x="335105" y="463033"/>
                  </a:lnTo>
                  <a:lnTo>
                    <a:pt x="319791" y="462184"/>
                  </a:lnTo>
                  <a:lnTo>
                    <a:pt x="314496" y="461882"/>
                  </a:lnTo>
                  <a:lnTo>
                    <a:pt x="296829" y="460842"/>
                  </a:lnTo>
                  <a:lnTo>
                    <a:pt x="252131" y="457849"/>
                  </a:lnTo>
                  <a:lnTo>
                    <a:pt x="233593" y="456599"/>
                  </a:lnTo>
                  <a:lnTo>
                    <a:pt x="218408" y="455534"/>
                  </a:lnTo>
                  <a:lnTo>
                    <a:pt x="205190" y="454612"/>
                  </a:lnTo>
                  <a:lnTo>
                    <a:pt x="194944" y="453878"/>
                  </a:lnTo>
                  <a:lnTo>
                    <a:pt x="187119" y="453306"/>
                  </a:lnTo>
                  <a:lnTo>
                    <a:pt x="186075" y="455792"/>
                  </a:lnTo>
                  <a:lnTo>
                    <a:pt x="186236" y="460827"/>
                  </a:lnTo>
                  <a:lnTo>
                    <a:pt x="185053" y="464468"/>
                  </a:lnTo>
                  <a:lnTo>
                    <a:pt x="188803" y="469813"/>
                  </a:lnTo>
                  <a:lnTo>
                    <a:pt x="192609" y="472803"/>
                  </a:lnTo>
                  <a:lnTo>
                    <a:pt x="192351" y="472717"/>
                  </a:lnTo>
                  <a:lnTo>
                    <a:pt x="157696" y="470002"/>
                  </a:lnTo>
                  <a:lnTo>
                    <a:pt x="134950" y="468110"/>
                  </a:lnTo>
                  <a:lnTo>
                    <a:pt x="125543" y="467304"/>
                  </a:lnTo>
                  <a:lnTo>
                    <a:pt x="66627" y="461926"/>
                  </a:lnTo>
                  <a:lnTo>
                    <a:pt x="64543" y="486683"/>
                  </a:lnTo>
                  <a:lnTo>
                    <a:pt x="63335" y="501189"/>
                  </a:lnTo>
                  <a:lnTo>
                    <a:pt x="25763" y="497500"/>
                  </a:lnTo>
                  <a:lnTo>
                    <a:pt x="14217" y="496393"/>
                  </a:lnTo>
                  <a:lnTo>
                    <a:pt x="0" y="4948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079592" y="3266313"/>
              <a:ext cx="440376" cy="682117"/>
            </a:xfrm>
            <a:custGeom>
              <a:avLst/>
              <a:pathLst>
                <a:path w="440376" h="682117">
                  <a:moveTo>
                    <a:pt x="6080" y="230728"/>
                  </a:moveTo>
                  <a:lnTo>
                    <a:pt x="8772" y="219671"/>
                  </a:lnTo>
                  <a:lnTo>
                    <a:pt x="10739" y="211605"/>
                  </a:lnTo>
                  <a:lnTo>
                    <a:pt x="14547" y="195808"/>
                  </a:lnTo>
                  <a:lnTo>
                    <a:pt x="19417" y="175664"/>
                  </a:lnTo>
                  <a:lnTo>
                    <a:pt x="22885" y="161029"/>
                  </a:lnTo>
                  <a:lnTo>
                    <a:pt x="26898" y="144245"/>
                  </a:lnTo>
                  <a:lnTo>
                    <a:pt x="34946" y="109766"/>
                  </a:lnTo>
                  <a:lnTo>
                    <a:pt x="37799" y="97250"/>
                  </a:lnTo>
                  <a:lnTo>
                    <a:pt x="44279" y="69828"/>
                  </a:lnTo>
                  <a:lnTo>
                    <a:pt x="53340" y="32388"/>
                  </a:lnTo>
                  <a:lnTo>
                    <a:pt x="58580" y="10305"/>
                  </a:lnTo>
                  <a:lnTo>
                    <a:pt x="61071" y="0"/>
                  </a:lnTo>
                  <a:lnTo>
                    <a:pt x="78348" y="4158"/>
                  </a:lnTo>
                  <a:lnTo>
                    <a:pt x="101383" y="10019"/>
                  </a:lnTo>
                  <a:lnTo>
                    <a:pt x="103649" y="10589"/>
                  </a:lnTo>
                  <a:lnTo>
                    <a:pt x="110960" y="12422"/>
                  </a:lnTo>
                  <a:lnTo>
                    <a:pt x="124078" y="15512"/>
                  </a:lnTo>
                  <a:lnTo>
                    <a:pt x="138305" y="18983"/>
                  </a:lnTo>
                  <a:lnTo>
                    <a:pt x="155768" y="22813"/>
                  </a:lnTo>
                  <a:lnTo>
                    <a:pt x="175060" y="27105"/>
                  </a:lnTo>
                  <a:lnTo>
                    <a:pt x="195632" y="31626"/>
                  </a:lnTo>
                  <a:lnTo>
                    <a:pt x="211500" y="35135"/>
                  </a:lnTo>
                  <a:lnTo>
                    <a:pt x="225511" y="38125"/>
                  </a:lnTo>
                  <a:lnTo>
                    <a:pt x="238625" y="40860"/>
                  </a:lnTo>
                  <a:lnTo>
                    <a:pt x="249542" y="43235"/>
                  </a:lnTo>
                  <a:lnTo>
                    <a:pt x="250050" y="43347"/>
                  </a:lnTo>
                  <a:lnTo>
                    <a:pt x="275004" y="48803"/>
                  </a:lnTo>
                  <a:lnTo>
                    <a:pt x="293706" y="52651"/>
                  </a:lnTo>
                  <a:lnTo>
                    <a:pt x="323243" y="58615"/>
                  </a:lnTo>
                  <a:lnTo>
                    <a:pt x="338872" y="61616"/>
                  </a:lnTo>
                  <a:lnTo>
                    <a:pt x="358819" y="65567"/>
                  </a:lnTo>
                  <a:lnTo>
                    <a:pt x="376520" y="68674"/>
                  </a:lnTo>
                  <a:lnTo>
                    <a:pt x="385441" y="70216"/>
                  </a:lnTo>
                  <a:lnTo>
                    <a:pt x="404656" y="74215"/>
                  </a:lnTo>
                  <a:lnTo>
                    <a:pt x="424963" y="77874"/>
                  </a:lnTo>
                  <a:lnTo>
                    <a:pt x="440376" y="80621"/>
                  </a:lnTo>
                  <a:lnTo>
                    <a:pt x="436991" y="101538"/>
                  </a:lnTo>
                  <a:lnTo>
                    <a:pt x="433159" y="124360"/>
                  </a:lnTo>
                  <a:lnTo>
                    <a:pt x="428966" y="149075"/>
                  </a:lnTo>
                  <a:lnTo>
                    <a:pt x="425919" y="167170"/>
                  </a:lnTo>
                  <a:lnTo>
                    <a:pt x="421893" y="190983"/>
                  </a:lnTo>
                  <a:lnTo>
                    <a:pt x="418451" y="211034"/>
                  </a:lnTo>
                  <a:lnTo>
                    <a:pt x="417016" y="219518"/>
                  </a:lnTo>
                  <a:lnTo>
                    <a:pt x="412987" y="244021"/>
                  </a:lnTo>
                  <a:lnTo>
                    <a:pt x="412715" y="245679"/>
                  </a:lnTo>
                  <a:lnTo>
                    <a:pt x="409929" y="262373"/>
                  </a:lnTo>
                  <a:lnTo>
                    <a:pt x="408306" y="272116"/>
                  </a:lnTo>
                  <a:lnTo>
                    <a:pt x="404787" y="294018"/>
                  </a:lnTo>
                  <a:lnTo>
                    <a:pt x="404190" y="297747"/>
                  </a:lnTo>
                  <a:lnTo>
                    <a:pt x="397097" y="340782"/>
                  </a:lnTo>
                  <a:lnTo>
                    <a:pt x="395392" y="351837"/>
                  </a:lnTo>
                  <a:lnTo>
                    <a:pt x="392485" y="369353"/>
                  </a:lnTo>
                  <a:lnTo>
                    <a:pt x="390980" y="378439"/>
                  </a:lnTo>
                  <a:lnTo>
                    <a:pt x="388639" y="393102"/>
                  </a:lnTo>
                  <a:lnTo>
                    <a:pt x="386492" y="406561"/>
                  </a:lnTo>
                  <a:lnTo>
                    <a:pt x="385104" y="415389"/>
                  </a:lnTo>
                  <a:lnTo>
                    <a:pt x="381428" y="438659"/>
                  </a:lnTo>
                  <a:lnTo>
                    <a:pt x="379421" y="450421"/>
                  </a:lnTo>
                  <a:lnTo>
                    <a:pt x="377428" y="462707"/>
                  </a:lnTo>
                  <a:lnTo>
                    <a:pt x="375865" y="472521"/>
                  </a:lnTo>
                  <a:lnTo>
                    <a:pt x="373074" y="490594"/>
                  </a:lnTo>
                  <a:lnTo>
                    <a:pt x="370413" y="507665"/>
                  </a:lnTo>
                  <a:lnTo>
                    <a:pt x="369294" y="515342"/>
                  </a:lnTo>
                  <a:lnTo>
                    <a:pt x="367187" y="529035"/>
                  </a:lnTo>
                  <a:lnTo>
                    <a:pt x="363993" y="549852"/>
                  </a:lnTo>
                  <a:lnTo>
                    <a:pt x="360368" y="574112"/>
                  </a:lnTo>
                  <a:lnTo>
                    <a:pt x="359560" y="579039"/>
                  </a:lnTo>
                  <a:lnTo>
                    <a:pt x="358651" y="585565"/>
                  </a:lnTo>
                  <a:lnTo>
                    <a:pt x="353961" y="591236"/>
                  </a:lnTo>
                  <a:lnTo>
                    <a:pt x="350350" y="596739"/>
                  </a:lnTo>
                  <a:lnTo>
                    <a:pt x="349015" y="599065"/>
                  </a:lnTo>
                  <a:lnTo>
                    <a:pt x="344546" y="599101"/>
                  </a:lnTo>
                  <a:lnTo>
                    <a:pt x="340824" y="596666"/>
                  </a:lnTo>
                  <a:lnTo>
                    <a:pt x="338010" y="593734"/>
                  </a:lnTo>
                  <a:lnTo>
                    <a:pt x="337141" y="589571"/>
                  </a:lnTo>
                  <a:lnTo>
                    <a:pt x="335183" y="586096"/>
                  </a:lnTo>
                  <a:lnTo>
                    <a:pt x="332080" y="585321"/>
                  </a:lnTo>
                  <a:lnTo>
                    <a:pt x="329593" y="586618"/>
                  </a:lnTo>
                  <a:lnTo>
                    <a:pt x="326947" y="585889"/>
                  </a:lnTo>
                  <a:lnTo>
                    <a:pt x="325518" y="583712"/>
                  </a:lnTo>
                  <a:lnTo>
                    <a:pt x="321307" y="582914"/>
                  </a:lnTo>
                  <a:lnTo>
                    <a:pt x="317253" y="583148"/>
                  </a:lnTo>
                  <a:lnTo>
                    <a:pt x="314215" y="584728"/>
                  </a:lnTo>
                  <a:lnTo>
                    <a:pt x="309159" y="584991"/>
                  </a:lnTo>
                  <a:lnTo>
                    <a:pt x="308181" y="587843"/>
                  </a:lnTo>
                  <a:lnTo>
                    <a:pt x="308119" y="588244"/>
                  </a:lnTo>
                  <a:lnTo>
                    <a:pt x="307368" y="593117"/>
                  </a:lnTo>
                  <a:lnTo>
                    <a:pt x="307255" y="599004"/>
                  </a:lnTo>
                  <a:lnTo>
                    <a:pt x="308831" y="603053"/>
                  </a:lnTo>
                  <a:lnTo>
                    <a:pt x="310465" y="606622"/>
                  </a:lnTo>
                  <a:lnTo>
                    <a:pt x="307370" y="610590"/>
                  </a:lnTo>
                  <a:lnTo>
                    <a:pt x="306690" y="617703"/>
                  </a:lnTo>
                  <a:lnTo>
                    <a:pt x="306098" y="624954"/>
                  </a:lnTo>
                  <a:lnTo>
                    <a:pt x="308070" y="628934"/>
                  </a:lnTo>
                  <a:lnTo>
                    <a:pt x="307572" y="630884"/>
                  </a:lnTo>
                  <a:lnTo>
                    <a:pt x="306187" y="636316"/>
                  </a:lnTo>
                  <a:lnTo>
                    <a:pt x="305049" y="642818"/>
                  </a:lnTo>
                  <a:lnTo>
                    <a:pt x="307134" y="646760"/>
                  </a:lnTo>
                  <a:lnTo>
                    <a:pt x="307936" y="660048"/>
                  </a:lnTo>
                  <a:lnTo>
                    <a:pt x="307257" y="670976"/>
                  </a:lnTo>
                  <a:lnTo>
                    <a:pt x="305144" y="672184"/>
                  </a:lnTo>
                  <a:lnTo>
                    <a:pt x="303678" y="671875"/>
                  </a:lnTo>
                  <a:lnTo>
                    <a:pt x="302580" y="676431"/>
                  </a:lnTo>
                  <a:lnTo>
                    <a:pt x="301067" y="682117"/>
                  </a:lnTo>
                  <a:lnTo>
                    <a:pt x="290855" y="667995"/>
                  </a:lnTo>
                  <a:lnTo>
                    <a:pt x="282282" y="656133"/>
                  </a:lnTo>
                  <a:lnTo>
                    <a:pt x="276605" y="648240"/>
                  </a:lnTo>
                  <a:lnTo>
                    <a:pt x="269710" y="638744"/>
                  </a:lnTo>
                  <a:lnTo>
                    <a:pt x="261226" y="626976"/>
                  </a:lnTo>
                  <a:lnTo>
                    <a:pt x="255288" y="618766"/>
                  </a:lnTo>
                  <a:lnTo>
                    <a:pt x="241023" y="598886"/>
                  </a:lnTo>
                  <a:lnTo>
                    <a:pt x="229463" y="582883"/>
                  </a:lnTo>
                  <a:lnTo>
                    <a:pt x="226739" y="579093"/>
                  </a:lnTo>
                  <a:lnTo>
                    <a:pt x="215120" y="562856"/>
                  </a:lnTo>
                  <a:lnTo>
                    <a:pt x="198858" y="540184"/>
                  </a:lnTo>
                  <a:lnTo>
                    <a:pt x="192429" y="531123"/>
                  </a:lnTo>
                  <a:lnTo>
                    <a:pt x="163285" y="490214"/>
                  </a:lnTo>
                  <a:lnTo>
                    <a:pt x="153973" y="477145"/>
                  </a:lnTo>
                  <a:lnTo>
                    <a:pt x="149540" y="470893"/>
                  </a:lnTo>
                  <a:lnTo>
                    <a:pt x="125216" y="436541"/>
                  </a:lnTo>
                  <a:lnTo>
                    <a:pt x="116729" y="424620"/>
                  </a:lnTo>
                  <a:lnTo>
                    <a:pt x="106313" y="409888"/>
                  </a:lnTo>
                  <a:lnTo>
                    <a:pt x="84081" y="378336"/>
                  </a:lnTo>
                  <a:lnTo>
                    <a:pt x="80115" y="372653"/>
                  </a:lnTo>
                  <a:lnTo>
                    <a:pt x="55843" y="338041"/>
                  </a:lnTo>
                  <a:lnTo>
                    <a:pt x="44765" y="322317"/>
                  </a:lnTo>
                  <a:lnTo>
                    <a:pt x="38166" y="312889"/>
                  </a:lnTo>
                  <a:lnTo>
                    <a:pt x="35438" y="309002"/>
                  </a:lnTo>
                  <a:lnTo>
                    <a:pt x="21891" y="289581"/>
                  </a:lnTo>
                  <a:lnTo>
                    <a:pt x="21771" y="289407"/>
                  </a:lnTo>
                  <a:lnTo>
                    <a:pt x="5074" y="265411"/>
                  </a:lnTo>
                  <a:lnTo>
                    <a:pt x="0" y="258115"/>
                  </a:lnTo>
                  <a:lnTo>
                    <a:pt x="1290" y="252243"/>
                  </a:lnTo>
                  <a:lnTo>
                    <a:pt x="2150" y="248335"/>
                  </a:lnTo>
                  <a:lnTo>
                    <a:pt x="3157" y="243758"/>
                  </a:lnTo>
                  <a:lnTo>
                    <a:pt x="5552" y="2328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51300" y="2952007"/>
              <a:ext cx="6895" cy="7078"/>
            </a:xfrm>
            <a:custGeom>
              <a:avLst/>
              <a:pathLst>
                <a:path w="6895" h="7078">
                  <a:moveTo>
                    <a:pt x="0" y="3407"/>
                  </a:moveTo>
                  <a:lnTo>
                    <a:pt x="5195" y="0"/>
                  </a:lnTo>
                  <a:lnTo>
                    <a:pt x="6895" y="3060"/>
                  </a:lnTo>
                  <a:lnTo>
                    <a:pt x="153" y="70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45568" y="2668170"/>
              <a:ext cx="521579" cy="400838"/>
            </a:xfrm>
            <a:custGeom>
              <a:avLst/>
              <a:pathLst>
                <a:path w="521579" h="400838">
                  <a:moveTo>
                    <a:pt x="0" y="350541"/>
                  </a:moveTo>
                  <a:lnTo>
                    <a:pt x="7260" y="343663"/>
                  </a:lnTo>
                  <a:lnTo>
                    <a:pt x="16289" y="333412"/>
                  </a:lnTo>
                  <a:lnTo>
                    <a:pt x="19568" y="327489"/>
                  </a:lnTo>
                  <a:lnTo>
                    <a:pt x="24747" y="322035"/>
                  </a:lnTo>
                  <a:lnTo>
                    <a:pt x="29608" y="317581"/>
                  </a:lnTo>
                  <a:lnTo>
                    <a:pt x="32605" y="315087"/>
                  </a:lnTo>
                  <a:lnTo>
                    <a:pt x="32665" y="314638"/>
                  </a:lnTo>
                  <a:lnTo>
                    <a:pt x="33228" y="310436"/>
                  </a:lnTo>
                  <a:lnTo>
                    <a:pt x="35499" y="306954"/>
                  </a:lnTo>
                  <a:lnTo>
                    <a:pt x="35449" y="302893"/>
                  </a:lnTo>
                  <a:lnTo>
                    <a:pt x="39604" y="299325"/>
                  </a:lnTo>
                  <a:lnTo>
                    <a:pt x="43125" y="295618"/>
                  </a:lnTo>
                  <a:lnTo>
                    <a:pt x="45427" y="290811"/>
                  </a:lnTo>
                  <a:lnTo>
                    <a:pt x="44784" y="289740"/>
                  </a:lnTo>
                  <a:lnTo>
                    <a:pt x="43765" y="288042"/>
                  </a:lnTo>
                  <a:lnTo>
                    <a:pt x="41821" y="284844"/>
                  </a:lnTo>
                  <a:lnTo>
                    <a:pt x="39544" y="283681"/>
                  </a:lnTo>
                  <a:lnTo>
                    <a:pt x="38713" y="279615"/>
                  </a:lnTo>
                  <a:lnTo>
                    <a:pt x="37116" y="278237"/>
                  </a:lnTo>
                  <a:lnTo>
                    <a:pt x="34921" y="278380"/>
                  </a:lnTo>
                  <a:lnTo>
                    <a:pt x="30509" y="276160"/>
                  </a:lnTo>
                  <a:lnTo>
                    <a:pt x="30024" y="270554"/>
                  </a:lnTo>
                  <a:lnTo>
                    <a:pt x="28953" y="270007"/>
                  </a:lnTo>
                  <a:lnTo>
                    <a:pt x="25313" y="269915"/>
                  </a:lnTo>
                  <a:lnTo>
                    <a:pt x="25156" y="265648"/>
                  </a:lnTo>
                  <a:lnTo>
                    <a:pt x="25262" y="264797"/>
                  </a:lnTo>
                  <a:lnTo>
                    <a:pt x="25491" y="262947"/>
                  </a:lnTo>
                  <a:lnTo>
                    <a:pt x="23459" y="257172"/>
                  </a:lnTo>
                  <a:lnTo>
                    <a:pt x="21484" y="253990"/>
                  </a:lnTo>
                  <a:lnTo>
                    <a:pt x="34778" y="245372"/>
                  </a:lnTo>
                  <a:lnTo>
                    <a:pt x="51177" y="236145"/>
                  </a:lnTo>
                  <a:lnTo>
                    <a:pt x="56156" y="234657"/>
                  </a:lnTo>
                  <a:lnTo>
                    <a:pt x="64437" y="232170"/>
                  </a:lnTo>
                  <a:lnTo>
                    <a:pt x="75644" y="228843"/>
                  </a:lnTo>
                  <a:lnTo>
                    <a:pt x="85069" y="227150"/>
                  </a:lnTo>
                  <a:lnTo>
                    <a:pt x="96465" y="225938"/>
                  </a:lnTo>
                  <a:lnTo>
                    <a:pt x="99959" y="225168"/>
                  </a:lnTo>
                  <a:lnTo>
                    <a:pt x="107427" y="228411"/>
                  </a:lnTo>
                  <a:lnTo>
                    <a:pt x="115223" y="230544"/>
                  </a:lnTo>
                  <a:lnTo>
                    <a:pt x="117938" y="228415"/>
                  </a:lnTo>
                  <a:lnTo>
                    <a:pt x="124997" y="224191"/>
                  </a:lnTo>
                  <a:lnTo>
                    <a:pt x="126971" y="223007"/>
                  </a:lnTo>
                  <a:lnTo>
                    <a:pt x="131742" y="221927"/>
                  </a:lnTo>
                  <a:lnTo>
                    <a:pt x="139696" y="218840"/>
                  </a:lnTo>
                  <a:lnTo>
                    <a:pt x="148004" y="217713"/>
                  </a:lnTo>
                  <a:lnTo>
                    <a:pt x="150917" y="216925"/>
                  </a:lnTo>
                  <a:lnTo>
                    <a:pt x="156797" y="211969"/>
                  </a:lnTo>
                  <a:lnTo>
                    <a:pt x="160896" y="209540"/>
                  </a:lnTo>
                  <a:lnTo>
                    <a:pt x="163284" y="207054"/>
                  </a:lnTo>
                  <a:lnTo>
                    <a:pt x="165169" y="205089"/>
                  </a:lnTo>
                  <a:lnTo>
                    <a:pt x="166969" y="198933"/>
                  </a:lnTo>
                  <a:lnTo>
                    <a:pt x="167623" y="198104"/>
                  </a:lnTo>
                  <a:lnTo>
                    <a:pt x="172503" y="191906"/>
                  </a:lnTo>
                  <a:lnTo>
                    <a:pt x="177205" y="185828"/>
                  </a:lnTo>
                  <a:lnTo>
                    <a:pt x="180039" y="184546"/>
                  </a:lnTo>
                  <a:lnTo>
                    <a:pt x="183350" y="184798"/>
                  </a:lnTo>
                  <a:lnTo>
                    <a:pt x="187994" y="181803"/>
                  </a:lnTo>
                  <a:lnTo>
                    <a:pt x="188797" y="177307"/>
                  </a:lnTo>
                  <a:lnTo>
                    <a:pt x="187327" y="170803"/>
                  </a:lnTo>
                  <a:lnTo>
                    <a:pt x="186262" y="168291"/>
                  </a:lnTo>
                  <a:lnTo>
                    <a:pt x="183708" y="162265"/>
                  </a:lnTo>
                  <a:lnTo>
                    <a:pt x="181464" y="158245"/>
                  </a:lnTo>
                  <a:lnTo>
                    <a:pt x="176071" y="154971"/>
                  </a:lnTo>
                  <a:lnTo>
                    <a:pt x="171817" y="154827"/>
                  </a:lnTo>
                  <a:lnTo>
                    <a:pt x="166701" y="155426"/>
                  </a:lnTo>
                  <a:lnTo>
                    <a:pt x="167413" y="151233"/>
                  </a:lnTo>
                  <a:lnTo>
                    <a:pt x="174208" y="144814"/>
                  </a:lnTo>
                  <a:lnTo>
                    <a:pt x="171175" y="140831"/>
                  </a:lnTo>
                  <a:lnTo>
                    <a:pt x="166948" y="141538"/>
                  </a:lnTo>
                  <a:lnTo>
                    <a:pt x="166733" y="137775"/>
                  </a:lnTo>
                  <a:lnTo>
                    <a:pt x="165502" y="135569"/>
                  </a:lnTo>
                  <a:lnTo>
                    <a:pt x="165576" y="132502"/>
                  </a:lnTo>
                  <a:lnTo>
                    <a:pt x="166038" y="129415"/>
                  </a:lnTo>
                  <a:lnTo>
                    <a:pt x="167927" y="125228"/>
                  </a:lnTo>
                  <a:lnTo>
                    <a:pt x="172418" y="122851"/>
                  </a:lnTo>
                  <a:lnTo>
                    <a:pt x="174318" y="119935"/>
                  </a:lnTo>
                  <a:lnTo>
                    <a:pt x="173415" y="116383"/>
                  </a:lnTo>
                  <a:lnTo>
                    <a:pt x="176780" y="113599"/>
                  </a:lnTo>
                  <a:lnTo>
                    <a:pt x="181288" y="107736"/>
                  </a:lnTo>
                  <a:lnTo>
                    <a:pt x="184309" y="106650"/>
                  </a:lnTo>
                  <a:lnTo>
                    <a:pt x="188108" y="100248"/>
                  </a:lnTo>
                  <a:lnTo>
                    <a:pt x="189278" y="98271"/>
                  </a:lnTo>
                  <a:lnTo>
                    <a:pt x="189568" y="93594"/>
                  </a:lnTo>
                  <a:lnTo>
                    <a:pt x="190884" y="89060"/>
                  </a:lnTo>
                  <a:lnTo>
                    <a:pt x="198918" y="73201"/>
                  </a:lnTo>
                  <a:lnTo>
                    <a:pt x="204811" y="62213"/>
                  </a:lnTo>
                  <a:lnTo>
                    <a:pt x="208796" y="56263"/>
                  </a:lnTo>
                  <a:lnTo>
                    <a:pt x="212032" y="50432"/>
                  </a:lnTo>
                  <a:lnTo>
                    <a:pt x="217504" y="44685"/>
                  </a:lnTo>
                  <a:lnTo>
                    <a:pt x="221201" y="40687"/>
                  </a:lnTo>
                  <a:lnTo>
                    <a:pt x="224021" y="37129"/>
                  </a:lnTo>
                  <a:lnTo>
                    <a:pt x="224234" y="35276"/>
                  </a:lnTo>
                  <a:lnTo>
                    <a:pt x="229038" y="33156"/>
                  </a:lnTo>
                  <a:lnTo>
                    <a:pt x="232476" y="29096"/>
                  </a:lnTo>
                  <a:lnTo>
                    <a:pt x="238394" y="29411"/>
                  </a:lnTo>
                  <a:lnTo>
                    <a:pt x="239461" y="28946"/>
                  </a:lnTo>
                  <a:lnTo>
                    <a:pt x="244056" y="26939"/>
                  </a:lnTo>
                  <a:lnTo>
                    <a:pt x="245964" y="26103"/>
                  </a:lnTo>
                  <a:lnTo>
                    <a:pt x="256212" y="22981"/>
                  </a:lnTo>
                  <a:lnTo>
                    <a:pt x="268152" y="19358"/>
                  </a:lnTo>
                  <a:lnTo>
                    <a:pt x="280050" y="14845"/>
                  </a:lnTo>
                  <a:lnTo>
                    <a:pt x="288837" y="11487"/>
                  </a:lnTo>
                  <a:lnTo>
                    <a:pt x="302430" y="6606"/>
                  </a:lnTo>
                  <a:lnTo>
                    <a:pt x="319437" y="0"/>
                  </a:lnTo>
                  <a:lnTo>
                    <a:pt x="320501" y="3440"/>
                  </a:lnTo>
                  <a:lnTo>
                    <a:pt x="322349" y="7779"/>
                  </a:lnTo>
                  <a:lnTo>
                    <a:pt x="321711" y="13729"/>
                  </a:lnTo>
                  <a:lnTo>
                    <a:pt x="323409" y="16024"/>
                  </a:lnTo>
                  <a:lnTo>
                    <a:pt x="325922" y="17438"/>
                  </a:lnTo>
                  <a:lnTo>
                    <a:pt x="326032" y="22231"/>
                  </a:lnTo>
                  <a:lnTo>
                    <a:pt x="327021" y="26675"/>
                  </a:lnTo>
                  <a:lnTo>
                    <a:pt x="327898" y="33985"/>
                  </a:lnTo>
                  <a:lnTo>
                    <a:pt x="330709" y="37921"/>
                  </a:lnTo>
                  <a:lnTo>
                    <a:pt x="331035" y="38186"/>
                  </a:lnTo>
                  <a:lnTo>
                    <a:pt x="332447" y="39334"/>
                  </a:lnTo>
                  <a:lnTo>
                    <a:pt x="335612" y="41904"/>
                  </a:lnTo>
                  <a:lnTo>
                    <a:pt x="338643" y="47142"/>
                  </a:lnTo>
                  <a:lnTo>
                    <a:pt x="338691" y="52591"/>
                  </a:lnTo>
                  <a:lnTo>
                    <a:pt x="338622" y="55050"/>
                  </a:lnTo>
                  <a:lnTo>
                    <a:pt x="340567" y="58795"/>
                  </a:lnTo>
                  <a:lnTo>
                    <a:pt x="342288" y="62584"/>
                  </a:lnTo>
                  <a:lnTo>
                    <a:pt x="342501" y="63053"/>
                  </a:lnTo>
                  <a:lnTo>
                    <a:pt x="341324" y="66051"/>
                  </a:lnTo>
                  <a:lnTo>
                    <a:pt x="340445" y="72345"/>
                  </a:lnTo>
                  <a:lnTo>
                    <a:pt x="341123" y="78477"/>
                  </a:lnTo>
                  <a:lnTo>
                    <a:pt x="341516" y="83703"/>
                  </a:lnTo>
                  <a:lnTo>
                    <a:pt x="344220" y="85698"/>
                  </a:lnTo>
                  <a:lnTo>
                    <a:pt x="344923" y="88839"/>
                  </a:lnTo>
                  <a:lnTo>
                    <a:pt x="346421" y="92632"/>
                  </a:lnTo>
                  <a:lnTo>
                    <a:pt x="349949" y="96532"/>
                  </a:lnTo>
                  <a:lnTo>
                    <a:pt x="350629" y="101785"/>
                  </a:lnTo>
                  <a:lnTo>
                    <a:pt x="351350" y="102404"/>
                  </a:lnTo>
                  <a:lnTo>
                    <a:pt x="354301" y="104936"/>
                  </a:lnTo>
                  <a:lnTo>
                    <a:pt x="354170" y="106606"/>
                  </a:lnTo>
                  <a:lnTo>
                    <a:pt x="353758" y="111847"/>
                  </a:lnTo>
                  <a:lnTo>
                    <a:pt x="353674" y="115742"/>
                  </a:lnTo>
                  <a:lnTo>
                    <a:pt x="354725" y="120983"/>
                  </a:lnTo>
                  <a:lnTo>
                    <a:pt x="357326" y="122976"/>
                  </a:lnTo>
                  <a:lnTo>
                    <a:pt x="359746" y="116681"/>
                  </a:lnTo>
                  <a:lnTo>
                    <a:pt x="363031" y="119445"/>
                  </a:lnTo>
                  <a:lnTo>
                    <a:pt x="367410" y="122599"/>
                  </a:lnTo>
                  <a:lnTo>
                    <a:pt x="371593" y="137309"/>
                  </a:lnTo>
                  <a:lnTo>
                    <a:pt x="372822" y="141501"/>
                  </a:lnTo>
                  <a:lnTo>
                    <a:pt x="379791" y="165363"/>
                  </a:lnTo>
                  <a:lnTo>
                    <a:pt x="382135" y="173255"/>
                  </a:lnTo>
                  <a:lnTo>
                    <a:pt x="384824" y="182328"/>
                  </a:lnTo>
                  <a:lnTo>
                    <a:pt x="384929" y="182680"/>
                  </a:lnTo>
                  <a:lnTo>
                    <a:pt x="385070" y="185601"/>
                  </a:lnTo>
                  <a:lnTo>
                    <a:pt x="388202" y="189794"/>
                  </a:lnTo>
                  <a:lnTo>
                    <a:pt x="389481" y="211595"/>
                  </a:lnTo>
                  <a:lnTo>
                    <a:pt x="391715" y="250738"/>
                  </a:lnTo>
                  <a:lnTo>
                    <a:pt x="393735" y="253102"/>
                  </a:lnTo>
                  <a:lnTo>
                    <a:pt x="393994" y="253405"/>
                  </a:lnTo>
                  <a:lnTo>
                    <a:pt x="399104" y="272914"/>
                  </a:lnTo>
                  <a:lnTo>
                    <a:pt x="402603" y="286496"/>
                  </a:lnTo>
                  <a:lnTo>
                    <a:pt x="403171" y="288704"/>
                  </a:lnTo>
                  <a:lnTo>
                    <a:pt x="403644" y="290560"/>
                  </a:lnTo>
                  <a:lnTo>
                    <a:pt x="405684" y="298574"/>
                  </a:lnTo>
                  <a:lnTo>
                    <a:pt x="407577" y="306024"/>
                  </a:lnTo>
                  <a:lnTo>
                    <a:pt x="408943" y="311608"/>
                  </a:lnTo>
                  <a:lnTo>
                    <a:pt x="409162" y="312501"/>
                  </a:lnTo>
                  <a:lnTo>
                    <a:pt x="410668" y="318671"/>
                  </a:lnTo>
                  <a:lnTo>
                    <a:pt x="417140" y="324238"/>
                  </a:lnTo>
                  <a:lnTo>
                    <a:pt x="404959" y="338909"/>
                  </a:lnTo>
                  <a:lnTo>
                    <a:pt x="407020" y="340692"/>
                  </a:lnTo>
                  <a:lnTo>
                    <a:pt x="411431" y="344503"/>
                  </a:lnTo>
                  <a:lnTo>
                    <a:pt x="411814" y="345672"/>
                  </a:lnTo>
                  <a:lnTo>
                    <a:pt x="412447" y="347229"/>
                  </a:lnTo>
                  <a:lnTo>
                    <a:pt x="411141" y="351953"/>
                  </a:lnTo>
                  <a:lnTo>
                    <a:pt x="408200" y="355481"/>
                  </a:lnTo>
                  <a:lnTo>
                    <a:pt x="408451" y="358354"/>
                  </a:lnTo>
                  <a:lnTo>
                    <a:pt x="410156" y="358272"/>
                  </a:lnTo>
                  <a:lnTo>
                    <a:pt x="412027" y="358181"/>
                  </a:lnTo>
                  <a:lnTo>
                    <a:pt x="415508" y="356244"/>
                  </a:lnTo>
                  <a:lnTo>
                    <a:pt x="417273" y="353795"/>
                  </a:lnTo>
                  <a:lnTo>
                    <a:pt x="424054" y="349585"/>
                  </a:lnTo>
                  <a:lnTo>
                    <a:pt x="424080" y="349105"/>
                  </a:lnTo>
                  <a:lnTo>
                    <a:pt x="424198" y="346881"/>
                  </a:lnTo>
                  <a:lnTo>
                    <a:pt x="427540" y="346822"/>
                  </a:lnTo>
                  <a:lnTo>
                    <a:pt x="427889" y="346395"/>
                  </a:lnTo>
                  <a:lnTo>
                    <a:pt x="429712" y="344160"/>
                  </a:lnTo>
                  <a:lnTo>
                    <a:pt x="434236" y="345028"/>
                  </a:lnTo>
                  <a:lnTo>
                    <a:pt x="441252" y="344919"/>
                  </a:lnTo>
                  <a:lnTo>
                    <a:pt x="445593" y="341181"/>
                  </a:lnTo>
                  <a:lnTo>
                    <a:pt x="445123" y="338805"/>
                  </a:lnTo>
                  <a:lnTo>
                    <a:pt x="446812" y="336704"/>
                  </a:lnTo>
                  <a:lnTo>
                    <a:pt x="451357" y="335828"/>
                  </a:lnTo>
                  <a:lnTo>
                    <a:pt x="462518" y="331785"/>
                  </a:lnTo>
                  <a:lnTo>
                    <a:pt x="471598" y="327486"/>
                  </a:lnTo>
                  <a:lnTo>
                    <a:pt x="478646" y="323131"/>
                  </a:lnTo>
                  <a:lnTo>
                    <a:pt x="482375" y="317485"/>
                  </a:lnTo>
                  <a:lnTo>
                    <a:pt x="484820" y="312569"/>
                  </a:lnTo>
                  <a:lnTo>
                    <a:pt x="487616" y="309472"/>
                  </a:lnTo>
                  <a:lnTo>
                    <a:pt x="488923" y="306010"/>
                  </a:lnTo>
                  <a:lnTo>
                    <a:pt x="492357" y="303273"/>
                  </a:lnTo>
                  <a:lnTo>
                    <a:pt x="497566" y="297833"/>
                  </a:lnTo>
                  <a:lnTo>
                    <a:pt x="498438" y="298959"/>
                  </a:lnTo>
                  <a:lnTo>
                    <a:pt x="495878" y="306271"/>
                  </a:lnTo>
                  <a:lnTo>
                    <a:pt x="495345" y="310531"/>
                  </a:lnTo>
                  <a:lnTo>
                    <a:pt x="500167" y="311380"/>
                  </a:lnTo>
                  <a:lnTo>
                    <a:pt x="503178" y="309105"/>
                  </a:lnTo>
                  <a:lnTo>
                    <a:pt x="503645" y="303068"/>
                  </a:lnTo>
                  <a:lnTo>
                    <a:pt x="506652" y="303271"/>
                  </a:lnTo>
                  <a:lnTo>
                    <a:pt x="507298" y="307539"/>
                  </a:lnTo>
                  <a:lnTo>
                    <a:pt x="510954" y="309393"/>
                  </a:lnTo>
                  <a:lnTo>
                    <a:pt x="515195" y="303045"/>
                  </a:lnTo>
                  <a:lnTo>
                    <a:pt x="517405" y="301361"/>
                  </a:lnTo>
                  <a:lnTo>
                    <a:pt x="521579" y="300780"/>
                  </a:lnTo>
                  <a:lnTo>
                    <a:pt x="518453" y="308034"/>
                  </a:lnTo>
                  <a:lnTo>
                    <a:pt x="509905" y="315612"/>
                  </a:lnTo>
                  <a:lnTo>
                    <a:pt x="499037" y="324798"/>
                  </a:lnTo>
                  <a:lnTo>
                    <a:pt x="494052" y="330033"/>
                  </a:lnTo>
                  <a:lnTo>
                    <a:pt x="474484" y="346625"/>
                  </a:lnTo>
                  <a:lnTo>
                    <a:pt x="471766" y="349049"/>
                  </a:lnTo>
                  <a:lnTo>
                    <a:pt x="465563" y="354567"/>
                  </a:lnTo>
                  <a:lnTo>
                    <a:pt x="460921" y="359353"/>
                  </a:lnTo>
                  <a:lnTo>
                    <a:pt x="450029" y="367715"/>
                  </a:lnTo>
                  <a:lnTo>
                    <a:pt x="444184" y="370677"/>
                  </a:lnTo>
                  <a:lnTo>
                    <a:pt x="441103" y="370817"/>
                  </a:lnTo>
                  <a:lnTo>
                    <a:pt x="437027" y="373836"/>
                  </a:lnTo>
                  <a:lnTo>
                    <a:pt x="433616" y="376358"/>
                  </a:lnTo>
                  <a:lnTo>
                    <a:pt x="432354" y="377290"/>
                  </a:lnTo>
                  <a:lnTo>
                    <a:pt x="424274" y="381025"/>
                  </a:lnTo>
                  <a:lnTo>
                    <a:pt x="417224" y="382794"/>
                  </a:lnTo>
                  <a:lnTo>
                    <a:pt x="415662" y="383184"/>
                  </a:lnTo>
                  <a:lnTo>
                    <a:pt x="412881" y="385489"/>
                  </a:lnTo>
                  <a:lnTo>
                    <a:pt x="406540" y="390731"/>
                  </a:lnTo>
                  <a:lnTo>
                    <a:pt x="403981" y="389901"/>
                  </a:lnTo>
                  <a:lnTo>
                    <a:pt x="402628" y="389461"/>
                  </a:lnTo>
                  <a:lnTo>
                    <a:pt x="399194" y="388802"/>
                  </a:lnTo>
                  <a:lnTo>
                    <a:pt x="397769" y="388528"/>
                  </a:lnTo>
                  <a:lnTo>
                    <a:pt x="395613" y="393924"/>
                  </a:lnTo>
                  <a:lnTo>
                    <a:pt x="391063" y="398789"/>
                  </a:lnTo>
                  <a:lnTo>
                    <a:pt x="387488" y="400838"/>
                  </a:lnTo>
                  <a:lnTo>
                    <a:pt x="387091" y="396977"/>
                  </a:lnTo>
                  <a:lnTo>
                    <a:pt x="388771" y="395154"/>
                  </a:lnTo>
                  <a:lnTo>
                    <a:pt x="388693" y="391941"/>
                  </a:lnTo>
                  <a:lnTo>
                    <a:pt x="387898" y="388585"/>
                  </a:lnTo>
                  <a:lnTo>
                    <a:pt x="389402" y="386828"/>
                  </a:lnTo>
                  <a:lnTo>
                    <a:pt x="390038" y="386544"/>
                  </a:lnTo>
                  <a:lnTo>
                    <a:pt x="394494" y="384550"/>
                  </a:lnTo>
                  <a:lnTo>
                    <a:pt x="395072" y="382909"/>
                  </a:lnTo>
                  <a:lnTo>
                    <a:pt x="395195" y="382556"/>
                  </a:lnTo>
                  <a:lnTo>
                    <a:pt x="395947" y="380373"/>
                  </a:lnTo>
                  <a:lnTo>
                    <a:pt x="396132" y="377064"/>
                  </a:lnTo>
                  <a:lnTo>
                    <a:pt x="396237" y="375186"/>
                  </a:lnTo>
                  <a:lnTo>
                    <a:pt x="396296" y="374107"/>
                  </a:lnTo>
                  <a:lnTo>
                    <a:pt x="397038" y="370020"/>
                  </a:lnTo>
                  <a:lnTo>
                    <a:pt x="397377" y="368147"/>
                  </a:lnTo>
                  <a:lnTo>
                    <a:pt x="397456" y="367709"/>
                  </a:lnTo>
                  <a:lnTo>
                    <a:pt x="397502" y="367168"/>
                  </a:lnTo>
                  <a:lnTo>
                    <a:pt x="397675" y="365126"/>
                  </a:lnTo>
                  <a:lnTo>
                    <a:pt x="397795" y="363702"/>
                  </a:lnTo>
                  <a:lnTo>
                    <a:pt x="397897" y="362497"/>
                  </a:lnTo>
                  <a:lnTo>
                    <a:pt x="397885" y="361755"/>
                  </a:lnTo>
                  <a:lnTo>
                    <a:pt x="397828" y="358404"/>
                  </a:lnTo>
                  <a:lnTo>
                    <a:pt x="397775" y="355332"/>
                  </a:lnTo>
                  <a:lnTo>
                    <a:pt x="397386" y="351174"/>
                  </a:lnTo>
                  <a:lnTo>
                    <a:pt x="386575" y="348981"/>
                  </a:lnTo>
                  <a:lnTo>
                    <a:pt x="373994" y="346232"/>
                  </a:lnTo>
                  <a:lnTo>
                    <a:pt x="372308" y="345861"/>
                  </a:lnTo>
                  <a:lnTo>
                    <a:pt x="367322" y="344724"/>
                  </a:lnTo>
                  <a:lnTo>
                    <a:pt x="362440" y="343370"/>
                  </a:lnTo>
                  <a:lnTo>
                    <a:pt x="355649" y="341478"/>
                  </a:lnTo>
                  <a:lnTo>
                    <a:pt x="338033" y="337004"/>
                  </a:lnTo>
                  <a:lnTo>
                    <a:pt x="333769" y="331992"/>
                  </a:lnTo>
                  <a:lnTo>
                    <a:pt x="332394" y="332268"/>
                  </a:lnTo>
                  <a:lnTo>
                    <a:pt x="329609" y="332826"/>
                  </a:lnTo>
                  <a:lnTo>
                    <a:pt x="323342" y="332600"/>
                  </a:lnTo>
                  <a:lnTo>
                    <a:pt x="316556" y="330936"/>
                  </a:lnTo>
                  <a:lnTo>
                    <a:pt x="310717" y="325464"/>
                  </a:lnTo>
                  <a:lnTo>
                    <a:pt x="309836" y="323069"/>
                  </a:lnTo>
                  <a:lnTo>
                    <a:pt x="308664" y="319887"/>
                  </a:lnTo>
                  <a:lnTo>
                    <a:pt x="305557" y="310548"/>
                  </a:lnTo>
                  <a:lnTo>
                    <a:pt x="302979" y="306736"/>
                  </a:lnTo>
                  <a:lnTo>
                    <a:pt x="299578" y="304228"/>
                  </a:lnTo>
                  <a:lnTo>
                    <a:pt x="297371" y="304088"/>
                  </a:lnTo>
                  <a:lnTo>
                    <a:pt x="294267" y="303889"/>
                  </a:lnTo>
                  <a:lnTo>
                    <a:pt x="289184" y="303389"/>
                  </a:lnTo>
                  <a:lnTo>
                    <a:pt x="285820" y="298674"/>
                  </a:lnTo>
                  <a:lnTo>
                    <a:pt x="281603" y="295748"/>
                  </a:lnTo>
                  <a:lnTo>
                    <a:pt x="280418" y="296037"/>
                  </a:lnTo>
                  <a:lnTo>
                    <a:pt x="273032" y="297831"/>
                  </a:lnTo>
                  <a:lnTo>
                    <a:pt x="272661" y="297948"/>
                  </a:lnTo>
                  <a:lnTo>
                    <a:pt x="248707" y="305459"/>
                  </a:lnTo>
                  <a:lnTo>
                    <a:pt x="234140" y="309928"/>
                  </a:lnTo>
                  <a:lnTo>
                    <a:pt x="231680" y="310677"/>
                  </a:lnTo>
                  <a:lnTo>
                    <a:pt x="212037" y="316613"/>
                  </a:lnTo>
                  <a:lnTo>
                    <a:pt x="206049" y="318295"/>
                  </a:lnTo>
                  <a:lnTo>
                    <a:pt x="183112" y="325041"/>
                  </a:lnTo>
                  <a:lnTo>
                    <a:pt x="180692" y="325745"/>
                  </a:lnTo>
                  <a:lnTo>
                    <a:pt x="178087" y="326503"/>
                  </a:lnTo>
                  <a:lnTo>
                    <a:pt x="140589" y="337479"/>
                  </a:lnTo>
                  <a:lnTo>
                    <a:pt x="131865" y="339988"/>
                  </a:lnTo>
                  <a:lnTo>
                    <a:pt x="126744" y="341453"/>
                  </a:lnTo>
                  <a:lnTo>
                    <a:pt x="114279" y="344860"/>
                  </a:lnTo>
                  <a:lnTo>
                    <a:pt x="103330" y="347927"/>
                  </a:lnTo>
                  <a:lnTo>
                    <a:pt x="99277" y="349056"/>
                  </a:lnTo>
                  <a:lnTo>
                    <a:pt x="96963" y="349683"/>
                  </a:lnTo>
                  <a:lnTo>
                    <a:pt x="78878" y="354542"/>
                  </a:lnTo>
                  <a:lnTo>
                    <a:pt x="58689" y="360037"/>
                  </a:lnTo>
                  <a:lnTo>
                    <a:pt x="54666" y="361121"/>
                  </a:lnTo>
                  <a:lnTo>
                    <a:pt x="49760" y="362432"/>
                  </a:lnTo>
                  <a:lnTo>
                    <a:pt x="23934" y="369244"/>
                  </a:lnTo>
                  <a:lnTo>
                    <a:pt x="15225" y="371467"/>
                  </a:lnTo>
                  <a:lnTo>
                    <a:pt x="5748" y="373867"/>
                  </a:lnTo>
                  <a:lnTo>
                    <a:pt x="2911" y="3624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65218" y="3266040"/>
              <a:ext cx="5665" cy="8410"/>
            </a:xfrm>
            <a:custGeom>
              <a:avLst/>
              <a:pathLst>
                <a:path w="5665" h="8410">
                  <a:moveTo>
                    <a:pt x="0" y="3037"/>
                  </a:moveTo>
                  <a:lnTo>
                    <a:pt x="1888" y="0"/>
                  </a:lnTo>
                  <a:lnTo>
                    <a:pt x="5151" y="1906"/>
                  </a:lnTo>
                  <a:lnTo>
                    <a:pt x="5665" y="6405"/>
                  </a:lnTo>
                  <a:lnTo>
                    <a:pt x="2520" y="84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40515" y="3210402"/>
              <a:ext cx="296151" cy="339437"/>
            </a:xfrm>
            <a:custGeom>
              <a:avLst/>
              <a:pathLst>
                <a:path w="296151" h="339437">
                  <a:moveTo>
                    <a:pt x="37272" y="298337"/>
                  </a:moveTo>
                  <a:lnTo>
                    <a:pt x="36173" y="291544"/>
                  </a:lnTo>
                  <a:lnTo>
                    <a:pt x="34950" y="283998"/>
                  </a:lnTo>
                  <a:lnTo>
                    <a:pt x="33051" y="272661"/>
                  </a:lnTo>
                  <a:lnTo>
                    <a:pt x="32383" y="268677"/>
                  </a:lnTo>
                  <a:lnTo>
                    <a:pt x="30058" y="254842"/>
                  </a:lnTo>
                  <a:lnTo>
                    <a:pt x="27320" y="238263"/>
                  </a:lnTo>
                  <a:lnTo>
                    <a:pt x="26048" y="230583"/>
                  </a:lnTo>
                  <a:lnTo>
                    <a:pt x="24573" y="221684"/>
                  </a:lnTo>
                  <a:lnTo>
                    <a:pt x="23538" y="215323"/>
                  </a:lnTo>
                  <a:lnTo>
                    <a:pt x="21693" y="203997"/>
                  </a:lnTo>
                  <a:lnTo>
                    <a:pt x="21085" y="200271"/>
                  </a:lnTo>
                  <a:lnTo>
                    <a:pt x="18883" y="187300"/>
                  </a:lnTo>
                  <a:lnTo>
                    <a:pt x="17801" y="181177"/>
                  </a:lnTo>
                  <a:lnTo>
                    <a:pt x="15399" y="167615"/>
                  </a:lnTo>
                  <a:lnTo>
                    <a:pt x="12338" y="150719"/>
                  </a:lnTo>
                  <a:lnTo>
                    <a:pt x="11284" y="144913"/>
                  </a:lnTo>
                  <a:lnTo>
                    <a:pt x="9198" y="133438"/>
                  </a:lnTo>
                  <a:lnTo>
                    <a:pt x="7121" y="122041"/>
                  </a:lnTo>
                  <a:lnTo>
                    <a:pt x="6829" y="120445"/>
                  </a:lnTo>
                  <a:lnTo>
                    <a:pt x="4649" y="108508"/>
                  </a:lnTo>
                  <a:lnTo>
                    <a:pt x="4362" y="106966"/>
                  </a:lnTo>
                  <a:lnTo>
                    <a:pt x="2682" y="97925"/>
                  </a:lnTo>
                  <a:lnTo>
                    <a:pt x="0" y="83512"/>
                  </a:lnTo>
                  <a:lnTo>
                    <a:pt x="23528" y="78231"/>
                  </a:lnTo>
                  <a:lnTo>
                    <a:pt x="25987" y="77664"/>
                  </a:lnTo>
                  <a:lnTo>
                    <a:pt x="28485" y="77087"/>
                  </a:lnTo>
                  <a:lnTo>
                    <a:pt x="42905" y="73729"/>
                  </a:lnTo>
                  <a:lnTo>
                    <a:pt x="59088" y="69859"/>
                  </a:lnTo>
                  <a:lnTo>
                    <a:pt x="66559" y="68054"/>
                  </a:lnTo>
                  <a:lnTo>
                    <a:pt x="86222" y="63225"/>
                  </a:lnTo>
                  <a:lnTo>
                    <a:pt x="89771" y="66230"/>
                  </a:lnTo>
                  <a:lnTo>
                    <a:pt x="94893" y="64239"/>
                  </a:lnTo>
                  <a:lnTo>
                    <a:pt x="101984" y="67942"/>
                  </a:lnTo>
                  <a:lnTo>
                    <a:pt x="106682" y="68775"/>
                  </a:lnTo>
                  <a:lnTo>
                    <a:pt x="113419" y="69960"/>
                  </a:lnTo>
                  <a:lnTo>
                    <a:pt x="116585" y="72879"/>
                  </a:lnTo>
                  <a:lnTo>
                    <a:pt x="123324" y="75184"/>
                  </a:lnTo>
                  <a:lnTo>
                    <a:pt x="127027" y="68788"/>
                  </a:lnTo>
                  <a:lnTo>
                    <a:pt x="128458" y="67468"/>
                  </a:lnTo>
                  <a:lnTo>
                    <a:pt x="136720" y="69825"/>
                  </a:lnTo>
                  <a:lnTo>
                    <a:pt x="139279" y="73366"/>
                  </a:lnTo>
                  <a:lnTo>
                    <a:pt x="139527" y="73709"/>
                  </a:lnTo>
                  <a:lnTo>
                    <a:pt x="145226" y="78259"/>
                  </a:lnTo>
                  <a:lnTo>
                    <a:pt x="151272" y="80320"/>
                  </a:lnTo>
                  <a:lnTo>
                    <a:pt x="156022" y="79723"/>
                  </a:lnTo>
                  <a:lnTo>
                    <a:pt x="161632" y="74841"/>
                  </a:lnTo>
                  <a:lnTo>
                    <a:pt x="162504" y="74593"/>
                  </a:lnTo>
                  <a:lnTo>
                    <a:pt x="167539" y="73159"/>
                  </a:lnTo>
                  <a:lnTo>
                    <a:pt x="172359" y="68394"/>
                  </a:lnTo>
                  <a:lnTo>
                    <a:pt x="183540" y="62014"/>
                  </a:lnTo>
                  <a:lnTo>
                    <a:pt x="185406" y="62554"/>
                  </a:lnTo>
                  <a:lnTo>
                    <a:pt x="187596" y="63186"/>
                  </a:lnTo>
                  <a:lnTo>
                    <a:pt x="193548" y="61559"/>
                  </a:lnTo>
                  <a:lnTo>
                    <a:pt x="195648" y="60983"/>
                  </a:lnTo>
                  <a:lnTo>
                    <a:pt x="200386" y="60548"/>
                  </a:lnTo>
                  <a:lnTo>
                    <a:pt x="206121" y="54523"/>
                  </a:lnTo>
                  <a:lnTo>
                    <a:pt x="213579" y="44265"/>
                  </a:lnTo>
                  <a:lnTo>
                    <a:pt x="214741" y="42662"/>
                  </a:lnTo>
                  <a:lnTo>
                    <a:pt x="218555" y="36505"/>
                  </a:lnTo>
                  <a:lnTo>
                    <a:pt x="223998" y="30406"/>
                  </a:lnTo>
                  <a:lnTo>
                    <a:pt x="230000" y="26591"/>
                  </a:lnTo>
                  <a:lnTo>
                    <a:pt x="237371" y="20034"/>
                  </a:lnTo>
                  <a:lnTo>
                    <a:pt x="240331" y="18455"/>
                  </a:lnTo>
                  <a:lnTo>
                    <a:pt x="246401" y="15207"/>
                  </a:lnTo>
                  <a:lnTo>
                    <a:pt x="251896" y="10178"/>
                  </a:lnTo>
                  <a:lnTo>
                    <a:pt x="264780" y="2681"/>
                  </a:lnTo>
                  <a:lnTo>
                    <a:pt x="268324" y="0"/>
                  </a:lnTo>
                  <a:lnTo>
                    <a:pt x="270913" y="11035"/>
                  </a:lnTo>
                  <a:lnTo>
                    <a:pt x="274543" y="26542"/>
                  </a:lnTo>
                  <a:lnTo>
                    <a:pt x="277985" y="41239"/>
                  </a:lnTo>
                  <a:lnTo>
                    <a:pt x="278191" y="42121"/>
                  </a:lnTo>
                  <a:lnTo>
                    <a:pt x="283357" y="64248"/>
                  </a:lnTo>
                  <a:lnTo>
                    <a:pt x="285326" y="72823"/>
                  </a:lnTo>
                  <a:lnTo>
                    <a:pt x="285487" y="73524"/>
                  </a:lnTo>
                  <a:lnTo>
                    <a:pt x="289807" y="92379"/>
                  </a:lnTo>
                  <a:lnTo>
                    <a:pt x="289934" y="92926"/>
                  </a:lnTo>
                  <a:lnTo>
                    <a:pt x="290921" y="97150"/>
                  </a:lnTo>
                  <a:lnTo>
                    <a:pt x="295196" y="115476"/>
                  </a:lnTo>
                  <a:lnTo>
                    <a:pt x="291485" y="118498"/>
                  </a:lnTo>
                  <a:lnTo>
                    <a:pt x="288586" y="118798"/>
                  </a:lnTo>
                  <a:lnTo>
                    <a:pt x="286690" y="122666"/>
                  </a:lnTo>
                  <a:lnTo>
                    <a:pt x="290871" y="127302"/>
                  </a:lnTo>
                  <a:lnTo>
                    <a:pt x="293447" y="133403"/>
                  </a:lnTo>
                  <a:lnTo>
                    <a:pt x="293007" y="138199"/>
                  </a:lnTo>
                  <a:lnTo>
                    <a:pt x="292923" y="139103"/>
                  </a:lnTo>
                  <a:lnTo>
                    <a:pt x="296151" y="145754"/>
                  </a:lnTo>
                  <a:lnTo>
                    <a:pt x="294718" y="150889"/>
                  </a:lnTo>
                  <a:lnTo>
                    <a:pt x="293406" y="157055"/>
                  </a:lnTo>
                  <a:lnTo>
                    <a:pt x="292793" y="159922"/>
                  </a:lnTo>
                  <a:lnTo>
                    <a:pt x="292679" y="160455"/>
                  </a:lnTo>
                  <a:lnTo>
                    <a:pt x="292069" y="167111"/>
                  </a:lnTo>
                  <a:lnTo>
                    <a:pt x="292878" y="171120"/>
                  </a:lnTo>
                  <a:lnTo>
                    <a:pt x="293981" y="176597"/>
                  </a:lnTo>
                  <a:lnTo>
                    <a:pt x="292791" y="178751"/>
                  </a:lnTo>
                  <a:lnTo>
                    <a:pt x="290861" y="182078"/>
                  </a:lnTo>
                  <a:lnTo>
                    <a:pt x="290882" y="188325"/>
                  </a:lnTo>
                  <a:lnTo>
                    <a:pt x="290882" y="188586"/>
                  </a:lnTo>
                  <a:lnTo>
                    <a:pt x="291728" y="192575"/>
                  </a:lnTo>
                  <a:lnTo>
                    <a:pt x="289509" y="196517"/>
                  </a:lnTo>
                  <a:lnTo>
                    <a:pt x="292617" y="199807"/>
                  </a:lnTo>
                  <a:lnTo>
                    <a:pt x="293138" y="200357"/>
                  </a:lnTo>
                  <a:lnTo>
                    <a:pt x="291736" y="205155"/>
                  </a:lnTo>
                  <a:lnTo>
                    <a:pt x="287675" y="211194"/>
                  </a:lnTo>
                  <a:lnTo>
                    <a:pt x="282841" y="218594"/>
                  </a:lnTo>
                  <a:lnTo>
                    <a:pt x="280843" y="221643"/>
                  </a:lnTo>
                  <a:lnTo>
                    <a:pt x="278845" y="226832"/>
                  </a:lnTo>
                  <a:lnTo>
                    <a:pt x="278525" y="227664"/>
                  </a:lnTo>
                  <a:lnTo>
                    <a:pt x="275094" y="230158"/>
                  </a:lnTo>
                  <a:lnTo>
                    <a:pt x="271699" y="234648"/>
                  </a:lnTo>
                  <a:lnTo>
                    <a:pt x="266029" y="239976"/>
                  </a:lnTo>
                  <a:lnTo>
                    <a:pt x="264468" y="240070"/>
                  </a:lnTo>
                  <a:lnTo>
                    <a:pt x="262866" y="240167"/>
                  </a:lnTo>
                  <a:lnTo>
                    <a:pt x="260818" y="236744"/>
                  </a:lnTo>
                  <a:lnTo>
                    <a:pt x="257679" y="236136"/>
                  </a:lnTo>
                  <a:lnTo>
                    <a:pt x="255243" y="239964"/>
                  </a:lnTo>
                  <a:lnTo>
                    <a:pt x="252299" y="244488"/>
                  </a:lnTo>
                  <a:lnTo>
                    <a:pt x="252937" y="249295"/>
                  </a:lnTo>
                  <a:lnTo>
                    <a:pt x="249734" y="250100"/>
                  </a:lnTo>
                  <a:lnTo>
                    <a:pt x="245500" y="251204"/>
                  </a:lnTo>
                  <a:lnTo>
                    <a:pt x="244295" y="256420"/>
                  </a:lnTo>
                  <a:lnTo>
                    <a:pt x="243794" y="257282"/>
                  </a:lnTo>
                  <a:lnTo>
                    <a:pt x="242201" y="260024"/>
                  </a:lnTo>
                  <a:lnTo>
                    <a:pt x="242298" y="260332"/>
                  </a:lnTo>
                  <a:lnTo>
                    <a:pt x="244275" y="266634"/>
                  </a:lnTo>
                  <a:lnTo>
                    <a:pt x="243836" y="266964"/>
                  </a:lnTo>
                  <a:lnTo>
                    <a:pt x="240378" y="269559"/>
                  </a:lnTo>
                  <a:lnTo>
                    <a:pt x="242137" y="273116"/>
                  </a:lnTo>
                  <a:lnTo>
                    <a:pt x="244387" y="278011"/>
                  </a:lnTo>
                  <a:lnTo>
                    <a:pt x="241586" y="281797"/>
                  </a:lnTo>
                  <a:lnTo>
                    <a:pt x="237148" y="284266"/>
                  </a:lnTo>
                  <a:lnTo>
                    <a:pt x="233116" y="279398"/>
                  </a:lnTo>
                  <a:lnTo>
                    <a:pt x="228126" y="277223"/>
                  </a:lnTo>
                  <a:lnTo>
                    <a:pt x="226042" y="278744"/>
                  </a:lnTo>
                  <a:lnTo>
                    <a:pt x="223631" y="283070"/>
                  </a:lnTo>
                  <a:lnTo>
                    <a:pt x="223248" y="284521"/>
                  </a:lnTo>
                  <a:lnTo>
                    <a:pt x="221841" y="289836"/>
                  </a:lnTo>
                  <a:lnTo>
                    <a:pt x="221492" y="297237"/>
                  </a:lnTo>
                  <a:lnTo>
                    <a:pt x="218696" y="299837"/>
                  </a:lnTo>
                  <a:lnTo>
                    <a:pt x="219962" y="303386"/>
                  </a:lnTo>
                  <a:lnTo>
                    <a:pt x="222811" y="311878"/>
                  </a:lnTo>
                  <a:lnTo>
                    <a:pt x="224410" y="316150"/>
                  </a:lnTo>
                  <a:lnTo>
                    <a:pt x="221774" y="318247"/>
                  </a:lnTo>
                  <a:lnTo>
                    <a:pt x="218035" y="318883"/>
                  </a:lnTo>
                  <a:lnTo>
                    <a:pt x="217751" y="320195"/>
                  </a:lnTo>
                  <a:lnTo>
                    <a:pt x="217348" y="322053"/>
                  </a:lnTo>
                  <a:lnTo>
                    <a:pt x="217735" y="327753"/>
                  </a:lnTo>
                  <a:lnTo>
                    <a:pt x="217231" y="332115"/>
                  </a:lnTo>
                  <a:lnTo>
                    <a:pt x="213605" y="334211"/>
                  </a:lnTo>
                  <a:lnTo>
                    <a:pt x="209355" y="335835"/>
                  </a:lnTo>
                  <a:lnTo>
                    <a:pt x="205410" y="337799"/>
                  </a:lnTo>
                  <a:lnTo>
                    <a:pt x="202114" y="339437"/>
                  </a:lnTo>
                  <a:lnTo>
                    <a:pt x="199594" y="338399"/>
                  </a:lnTo>
                  <a:lnTo>
                    <a:pt x="196977" y="333965"/>
                  </a:lnTo>
                  <a:lnTo>
                    <a:pt x="193385" y="331965"/>
                  </a:lnTo>
                  <a:lnTo>
                    <a:pt x="192472" y="331456"/>
                  </a:lnTo>
                  <a:lnTo>
                    <a:pt x="188454" y="328509"/>
                  </a:lnTo>
                  <a:lnTo>
                    <a:pt x="183308" y="329095"/>
                  </a:lnTo>
                  <a:lnTo>
                    <a:pt x="182384" y="328461"/>
                  </a:lnTo>
                  <a:lnTo>
                    <a:pt x="179171" y="326254"/>
                  </a:lnTo>
                  <a:lnTo>
                    <a:pt x="176690" y="320111"/>
                  </a:lnTo>
                  <a:lnTo>
                    <a:pt x="175900" y="316649"/>
                  </a:lnTo>
                  <a:lnTo>
                    <a:pt x="174053" y="313635"/>
                  </a:lnTo>
                  <a:lnTo>
                    <a:pt x="170658" y="315503"/>
                  </a:lnTo>
                  <a:lnTo>
                    <a:pt x="166282" y="317612"/>
                  </a:lnTo>
                  <a:lnTo>
                    <a:pt x="165263" y="319014"/>
                  </a:lnTo>
                  <a:lnTo>
                    <a:pt x="164603" y="319923"/>
                  </a:lnTo>
                  <a:lnTo>
                    <a:pt x="160522" y="324075"/>
                  </a:lnTo>
                  <a:lnTo>
                    <a:pt x="159935" y="327034"/>
                  </a:lnTo>
                  <a:lnTo>
                    <a:pt x="157338" y="329373"/>
                  </a:lnTo>
                  <a:lnTo>
                    <a:pt x="152709" y="329575"/>
                  </a:lnTo>
                  <a:lnTo>
                    <a:pt x="151304" y="331258"/>
                  </a:lnTo>
                  <a:lnTo>
                    <a:pt x="150040" y="332769"/>
                  </a:lnTo>
                  <a:lnTo>
                    <a:pt x="147366" y="331201"/>
                  </a:lnTo>
                  <a:lnTo>
                    <a:pt x="142981" y="328604"/>
                  </a:lnTo>
                  <a:lnTo>
                    <a:pt x="138547" y="328796"/>
                  </a:lnTo>
                  <a:lnTo>
                    <a:pt x="131770" y="327219"/>
                  </a:lnTo>
                  <a:lnTo>
                    <a:pt x="125857" y="330457"/>
                  </a:lnTo>
                  <a:lnTo>
                    <a:pt x="125363" y="333807"/>
                  </a:lnTo>
                  <a:lnTo>
                    <a:pt x="125120" y="333986"/>
                  </a:lnTo>
                  <a:lnTo>
                    <a:pt x="123125" y="335448"/>
                  </a:lnTo>
                  <a:lnTo>
                    <a:pt x="121222" y="335108"/>
                  </a:lnTo>
                  <a:lnTo>
                    <a:pt x="116440" y="334250"/>
                  </a:lnTo>
                  <a:lnTo>
                    <a:pt x="115066" y="331149"/>
                  </a:lnTo>
                  <a:lnTo>
                    <a:pt x="111353" y="330053"/>
                  </a:lnTo>
                  <a:lnTo>
                    <a:pt x="109571" y="327218"/>
                  </a:lnTo>
                  <a:lnTo>
                    <a:pt x="105806" y="326536"/>
                  </a:lnTo>
                  <a:lnTo>
                    <a:pt x="104073" y="326221"/>
                  </a:lnTo>
                  <a:lnTo>
                    <a:pt x="100492" y="325799"/>
                  </a:lnTo>
                  <a:lnTo>
                    <a:pt x="95783" y="328116"/>
                  </a:lnTo>
                  <a:lnTo>
                    <a:pt x="89960" y="327643"/>
                  </a:lnTo>
                  <a:lnTo>
                    <a:pt x="84478" y="327247"/>
                  </a:lnTo>
                  <a:lnTo>
                    <a:pt x="83211" y="325330"/>
                  </a:lnTo>
                  <a:lnTo>
                    <a:pt x="82531" y="324301"/>
                  </a:lnTo>
                  <a:lnTo>
                    <a:pt x="82093" y="321505"/>
                  </a:lnTo>
                  <a:lnTo>
                    <a:pt x="82014" y="321001"/>
                  </a:lnTo>
                  <a:lnTo>
                    <a:pt x="77075" y="315184"/>
                  </a:lnTo>
                  <a:lnTo>
                    <a:pt x="75935" y="312356"/>
                  </a:lnTo>
                  <a:lnTo>
                    <a:pt x="73847" y="309981"/>
                  </a:lnTo>
                  <a:lnTo>
                    <a:pt x="73382" y="309452"/>
                  </a:lnTo>
                  <a:lnTo>
                    <a:pt x="68105" y="308765"/>
                  </a:lnTo>
                  <a:lnTo>
                    <a:pt x="65378" y="305908"/>
                  </a:lnTo>
                  <a:lnTo>
                    <a:pt x="64081" y="303414"/>
                  </a:lnTo>
                  <a:lnTo>
                    <a:pt x="62843" y="302994"/>
                  </a:lnTo>
                  <a:lnTo>
                    <a:pt x="61656" y="303670"/>
                  </a:lnTo>
                  <a:lnTo>
                    <a:pt x="61021" y="305075"/>
                  </a:lnTo>
                  <a:lnTo>
                    <a:pt x="60177" y="305298"/>
                  </a:lnTo>
                  <a:lnTo>
                    <a:pt x="57248" y="306070"/>
                  </a:lnTo>
                  <a:lnTo>
                    <a:pt x="53828" y="309063"/>
                  </a:lnTo>
                  <a:lnTo>
                    <a:pt x="52804" y="308798"/>
                  </a:lnTo>
                  <a:lnTo>
                    <a:pt x="48802" y="307761"/>
                  </a:lnTo>
                  <a:lnTo>
                    <a:pt x="45984" y="305379"/>
                  </a:lnTo>
                  <a:lnTo>
                    <a:pt x="45812" y="305233"/>
                  </a:lnTo>
                  <a:lnTo>
                    <a:pt x="43131" y="304415"/>
                  </a:lnTo>
                  <a:lnTo>
                    <a:pt x="39121" y="30892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792950" y="4033162"/>
              <a:ext cx="618720" cy="296306"/>
            </a:xfrm>
            <a:custGeom>
              <a:avLst/>
              <a:pathLst>
                <a:path w="618720" h="296306">
                  <a:moveTo>
                    <a:pt x="499" y="36784"/>
                  </a:moveTo>
                  <a:lnTo>
                    <a:pt x="1219" y="16214"/>
                  </a:lnTo>
                  <a:lnTo>
                    <a:pt x="1465" y="8266"/>
                  </a:lnTo>
                  <a:lnTo>
                    <a:pt x="12746" y="8704"/>
                  </a:lnTo>
                  <a:lnTo>
                    <a:pt x="22864" y="9429"/>
                  </a:lnTo>
                  <a:lnTo>
                    <a:pt x="47012" y="10212"/>
                  </a:lnTo>
                  <a:lnTo>
                    <a:pt x="69062" y="10915"/>
                  </a:lnTo>
                  <a:lnTo>
                    <a:pt x="70051" y="10933"/>
                  </a:lnTo>
                  <a:lnTo>
                    <a:pt x="78912" y="11092"/>
                  </a:lnTo>
                  <a:lnTo>
                    <a:pt x="103376" y="11456"/>
                  </a:lnTo>
                  <a:lnTo>
                    <a:pt x="108304" y="11517"/>
                  </a:lnTo>
                  <a:lnTo>
                    <a:pt x="127601" y="11694"/>
                  </a:lnTo>
                  <a:lnTo>
                    <a:pt x="137822" y="11779"/>
                  </a:lnTo>
                  <a:lnTo>
                    <a:pt x="146348" y="11837"/>
                  </a:lnTo>
                  <a:lnTo>
                    <a:pt x="152678" y="11871"/>
                  </a:lnTo>
                  <a:lnTo>
                    <a:pt x="168345" y="11874"/>
                  </a:lnTo>
                  <a:lnTo>
                    <a:pt x="174028" y="11865"/>
                  </a:lnTo>
                  <a:lnTo>
                    <a:pt x="206669" y="11924"/>
                  </a:lnTo>
                  <a:lnTo>
                    <a:pt x="212793" y="11915"/>
                  </a:lnTo>
                  <a:lnTo>
                    <a:pt x="213313" y="11914"/>
                  </a:lnTo>
                  <a:lnTo>
                    <a:pt x="237099" y="11991"/>
                  </a:lnTo>
                  <a:lnTo>
                    <a:pt x="245312" y="11977"/>
                  </a:lnTo>
                  <a:lnTo>
                    <a:pt x="251296" y="11960"/>
                  </a:lnTo>
                  <a:lnTo>
                    <a:pt x="254762" y="11947"/>
                  </a:lnTo>
                  <a:lnTo>
                    <a:pt x="274321" y="11790"/>
                  </a:lnTo>
                  <a:lnTo>
                    <a:pt x="283422" y="11695"/>
                  </a:lnTo>
                  <a:lnTo>
                    <a:pt x="298104" y="11511"/>
                  </a:lnTo>
                  <a:lnTo>
                    <a:pt x="315528" y="11298"/>
                  </a:lnTo>
                  <a:lnTo>
                    <a:pt x="328957" y="11100"/>
                  </a:lnTo>
                  <a:lnTo>
                    <a:pt x="329445" y="11090"/>
                  </a:lnTo>
                  <a:lnTo>
                    <a:pt x="346012" y="10716"/>
                  </a:lnTo>
                  <a:lnTo>
                    <a:pt x="350707" y="10601"/>
                  </a:lnTo>
                  <a:lnTo>
                    <a:pt x="367826" y="10145"/>
                  </a:lnTo>
                  <a:lnTo>
                    <a:pt x="370194" y="10078"/>
                  </a:lnTo>
                  <a:lnTo>
                    <a:pt x="391772" y="9459"/>
                  </a:lnTo>
                  <a:lnTo>
                    <a:pt x="397225" y="9289"/>
                  </a:lnTo>
                  <a:lnTo>
                    <a:pt x="413930" y="8734"/>
                  </a:lnTo>
                  <a:lnTo>
                    <a:pt x="417244" y="8618"/>
                  </a:lnTo>
                  <a:lnTo>
                    <a:pt x="441946" y="7714"/>
                  </a:lnTo>
                  <a:lnTo>
                    <a:pt x="457735" y="7108"/>
                  </a:lnTo>
                  <a:lnTo>
                    <a:pt x="459516" y="7037"/>
                  </a:lnTo>
                  <a:lnTo>
                    <a:pt x="479414" y="6136"/>
                  </a:lnTo>
                  <a:lnTo>
                    <a:pt x="494669" y="5417"/>
                  </a:lnTo>
                  <a:lnTo>
                    <a:pt x="497240" y="5291"/>
                  </a:lnTo>
                  <a:lnTo>
                    <a:pt x="499784" y="5167"/>
                  </a:lnTo>
                  <a:lnTo>
                    <a:pt x="509730" y="4673"/>
                  </a:lnTo>
                  <a:lnTo>
                    <a:pt x="524728" y="3897"/>
                  </a:lnTo>
                  <a:lnTo>
                    <a:pt x="528328" y="3705"/>
                  </a:lnTo>
                  <a:lnTo>
                    <a:pt x="536395" y="3266"/>
                  </a:lnTo>
                  <a:lnTo>
                    <a:pt x="542386" y="2934"/>
                  </a:lnTo>
                  <a:lnTo>
                    <a:pt x="559901" y="1919"/>
                  </a:lnTo>
                  <a:lnTo>
                    <a:pt x="564534" y="1641"/>
                  </a:lnTo>
                  <a:lnTo>
                    <a:pt x="565401" y="1589"/>
                  </a:lnTo>
                  <a:lnTo>
                    <a:pt x="585268" y="434"/>
                  </a:lnTo>
                  <a:lnTo>
                    <a:pt x="591932" y="0"/>
                  </a:lnTo>
                  <a:lnTo>
                    <a:pt x="593118" y="20376"/>
                  </a:lnTo>
                  <a:lnTo>
                    <a:pt x="593653" y="29024"/>
                  </a:lnTo>
                  <a:lnTo>
                    <a:pt x="593952" y="33874"/>
                  </a:lnTo>
                  <a:lnTo>
                    <a:pt x="594532" y="43799"/>
                  </a:lnTo>
                  <a:lnTo>
                    <a:pt x="597814" y="61139"/>
                  </a:lnTo>
                  <a:lnTo>
                    <a:pt x="600231" y="73126"/>
                  </a:lnTo>
                  <a:lnTo>
                    <a:pt x="601281" y="78324"/>
                  </a:lnTo>
                  <a:lnTo>
                    <a:pt x="603288" y="88249"/>
                  </a:lnTo>
                  <a:lnTo>
                    <a:pt x="607113" y="107315"/>
                  </a:lnTo>
                  <a:lnTo>
                    <a:pt x="607268" y="108101"/>
                  </a:lnTo>
                  <a:lnTo>
                    <a:pt x="609326" y="118584"/>
                  </a:lnTo>
                  <a:lnTo>
                    <a:pt x="611750" y="130901"/>
                  </a:lnTo>
                  <a:lnTo>
                    <a:pt x="613366" y="139950"/>
                  </a:lnTo>
                  <a:lnTo>
                    <a:pt x="613446" y="140397"/>
                  </a:lnTo>
                  <a:lnTo>
                    <a:pt x="613723" y="141952"/>
                  </a:lnTo>
                  <a:lnTo>
                    <a:pt x="613943" y="150178"/>
                  </a:lnTo>
                  <a:lnTo>
                    <a:pt x="614021" y="152740"/>
                  </a:lnTo>
                  <a:lnTo>
                    <a:pt x="614853" y="180175"/>
                  </a:lnTo>
                  <a:lnTo>
                    <a:pt x="614967" y="183994"/>
                  </a:lnTo>
                  <a:lnTo>
                    <a:pt x="615421" y="198171"/>
                  </a:lnTo>
                  <a:lnTo>
                    <a:pt x="615683" y="206417"/>
                  </a:lnTo>
                  <a:lnTo>
                    <a:pt x="616076" y="217597"/>
                  </a:lnTo>
                  <a:lnTo>
                    <a:pt x="616529" y="230566"/>
                  </a:lnTo>
                  <a:lnTo>
                    <a:pt x="617055" y="245414"/>
                  </a:lnTo>
                  <a:lnTo>
                    <a:pt x="617581" y="260362"/>
                  </a:lnTo>
                  <a:lnTo>
                    <a:pt x="617810" y="267271"/>
                  </a:lnTo>
                  <a:lnTo>
                    <a:pt x="618249" y="280579"/>
                  </a:lnTo>
                  <a:lnTo>
                    <a:pt x="618720" y="293822"/>
                  </a:lnTo>
                  <a:lnTo>
                    <a:pt x="615638" y="295429"/>
                  </a:lnTo>
                  <a:lnTo>
                    <a:pt x="612169" y="291432"/>
                  </a:lnTo>
                  <a:lnTo>
                    <a:pt x="607914" y="291393"/>
                  </a:lnTo>
                  <a:lnTo>
                    <a:pt x="601560" y="288818"/>
                  </a:lnTo>
                  <a:lnTo>
                    <a:pt x="600241" y="287708"/>
                  </a:lnTo>
                  <a:lnTo>
                    <a:pt x="597599" y="285483"/>
                  </a:lnTo>
                  <a:lnTo>
                    <a:pt x="592101" y="286574"/>
                  </a:lnTo>
                  <a:lnTo>
                    <a:pt x="587477" y="283617"/>
                  </a:lnTo>
                  <a:lnTo>
                    <a:pt x="584583" y="280786"/>
                  </a:lnTo>
                  <a:lnTo>
                    <a:pt x="581303" y="277312"/>
                  </a:lnTo>
                  <a:lnTo>
                    <a:pt x="576498" y="276691"/>
                  </a:lnTo>
                  <a:lnTo>
                    <a:pt x="572757" y="273198"/>
                  </a:lnTo>
                  <a:lnTo>
                    <a:pt x="568626" y="270668"/>
                  </a:lnTo>
                  <a:lnTo>
                    <a:pt x="568145" y="270507"/>
                  </a:lnTo>
                  <a:lnTo>
                    <a:pt x="562880" y="268744"/>
                  </a:lnTo>
                  <a:lnTo>
                    <a:pt x="561028" y="271679"/>
                  </a:lnTo>
                  <a:lnTo>
                    <a:pt x="559070" y="276349"/>
                  </a:lnTo>
                  <a:lnTo>
                    <a:pt x="557108" y="276800"/>
                  </a:lnTo>
                  <a:lnTo>
                    <a:pt x="554064" y="277499"/>
                  </a:lnTo>
                  <a:lnTo>
                    <a:pt x="547093" y="277783"/>
                  </a:lnTo>
                  <a:lnTo>
                    <a:pt x="541310" y="276630"/>
                  </a:lnTo>
                  <a:lnTo>
                    <a:pt x="538824" y="273115"/>
                  </a:lnTo>
                  <a:lnTo>
                    <a:pt x="535399" y="273278"/>
                  </a:lnTo>
                  <a:lnTo>
                    <a:pt x="530626" y="275396"/>
                  </a:lnTo>
                  <a:lnTo>
                    <a:pt x="525716" y="276511"/>
                  </a:lnTo>
                  <a:lnTo>
                    <a:pt x="521986" y="278761"/>
                  </a:lnTo>
                  <a:lnTo>
                    <a:pt x="519770" y="280097"/>
                  </a:lnTo>
                  <a:lnTo>
                    <a:pt x="517982" y="280013"/>
                  </a:lnTo>
                  <a:lnTo>
                    <a:pt x="514844" y="279864"/>
                  </a:lnTo>
                  <a:lnTo>
                    <a:pt x="511294" y="279048"/>
                  </a:lnTo>
                  <a:lnTo>
                    <a:pt x="501986" y="282431"/>
                  </a:lnTo>
                  <a:lnTo>
                    <a:pt x="495586" y="283564"/>
                  </a:lnTo>
                  <a:lnTo>
                    <a:pt x="494126" y="286383"/>
                  </a:lnTo>
                  <a:lnTo>
                    <a:pt x="490198" y="291167"/>
                  </a:lnTo>
                  <a:lnTo>
                    <a:pt x="486580" y="289422"/>
                  </a:lnTo>
                  <a:lnTo>
                    <a:pt x="484486" y="292559"/>
                  </a:lnTo>
                  <a:lnTo>
                    <a:pt x="480527" y="296306"/>
                  </a:lnTo>
                  <a:lnTo>
                    <a:pt x="479241" y="294492"/>
                  </a:lnTo>
                  <a:lnTo>
                    <a:pt x="477386" y="291873"/>
                  </a:lnTo>
                  <a:lnTo>
                    <a:pt x="474855" y="289019"/>
                  </a:lnTo>
                  <a:lnTo>
                    <a:pt x="470042" y="289796"/>
                  </a:lnTo>
                  <a:lnTo>
                    <a:pt x="468314" y="285951"/>
                  </a:lnTo>
                  <a:lnTo>
                    <a:pt x="464709" y="286011"/>
                  </a:lnTo>
                  <a:lnTo>
                    <a:pt x="463204" y="285035"/>
                  </a:lnTo>
                  <a:lnTo>
                    <a:pt x="463254" y="280670"/>
                  </a:lnTo>
                  <a:lnTo>
                    <a:pt x="462912" y="280477"/>
                  </a:lnTo>
                  <a:lnTo>
                    <a:pt x="458024" y="277720"/>
                  </a:lnTo>
                  <a:lnTo>
                    <a:pt x="456519" y="281289"/>
                  </a:lnTo>
                  <a:lnTo>
                    <a:pt x="454431" y="285317"/>
                  </a:lnTo>
                  <a:lnTo>
                    <a:pt x="449677" y="284592"/>
                  </a:lnTo>
                  <a:lnTo>
                    <a:pt x="448313" y="282284"/>
                  </a:lnTo>
                  <a:lnTo>
                    <a:pt x="444244" y="284336"/>
                  </a:lnTo>
                  <a:lnTo>
                    <a:pt x="440664" y="279580"/>
                  </a:lnTo>
                  <a:lnTo>
                    <a:pt x="439946" y="275724"/>
                  </a:lnTo>
                  <a:lnTo>
                    <a:pt x="437819" y="275944"/>
                  </a:lnTo>
                  <a:lnTo>
                    <a:pt x="437067" y="276022"/>
                  </a:lnTo>
                  <a:lnTo>
                    <a:pt x="436504" y="276080"/>
                  </a:lnTo>
                  <a:lnTo>
                    <a:pt x="433906" y="278462"/>
                  </a:lnTo>
                  <a:lnTo>
                    <a:pt x="434228" y="281252"/>
                  </a:lnTo>
                  <a:lnTo>
                    <a:pt x="429156" y="284128"/>
                  </a:lnTo>
                  <a:lnTo>
                    <a:pt x="427602" y="287950"/>
                  </a:lnTo>
                  <a:lnTo>
                    <a:pt x="427026" y="291359"/>
                  </a:lnTo>
                  <a:lnTo>
                    <a:pt x="426894" y="294781"/>
                  </a:lnTo>
                  <a:lnTo>
                    <a:pt x="422641" y="296078"/>
                  </a:lnTo>
                  <a:lnTo>
                    <a:pt x="418279" y="288520"/>
                  </a:lnTo>
                  <a:lnTo>
                    <a:pt x="421047" y="285143"/>
                  </a:lnTo>
                  <a:lnTo>
                    <a:pt x="417974" y="279373"/>
                  </a:lnTo>
                  <a:lnTo>
                    <a:pt x="415073" y="280689"/>
                  </a:lnTo>
                  <a:lnTo>
                    <a:pt x="409874" y="283943"/>
                  </a:lnTo>
                  <a:lnTo>
                    <a:pt x="405970" y="288068"/>
                  </a:lnTo>
                  <a:lnTo>
                    <a:pt x="400727" y="287849"/>
                  </a:lnTo>
                  <a:lnTo>
                    <a:pt x="400082" y="283735"/>
                  </a:lnTo>
                  <a:lnTo>
                    <a:pt x="397584" y="280043"/>
                  </a:lnTo>
                  <a:lnTo>
                    <a:pt x="397404" y="279776"/>
                  </a:lnTo>
                  <a:lnTo>
                    <a:pt x="392185" y="281672"/>
                  </a:lnTo>
                  <a:lnTo>
                    <a:pt x="391962" y="281506"/>
                  </a:lnTo>
                  <a:lnTo>
                    <a:pt x="389350" y="279561"/>
                  </a:lnTo>
                  <a:lnTo>
                    <a:pt x="388299" y="275559"/>
                  </a:lnTo>
                  <a:lnTo>
                    <a:pt x="383654" y="273647"/>
                  </a:lnTo>
                  <a:lnTo>
                    <a:pt x="377337" y="279616"/>
                  </a:lnTo>
                  <a:lnTo>
                    <a:pt x="374228" y="283643"/>
                  </a:lnTo>
                  <a:lnTo>
                    <a:pt x="369716" y="286457"/>
                  </a:lnTo>
                  <a:lnTo>
                    <a:pt x="363387" y="284068"/>
                  </a:lnTo>
                  <a:lnTo>
                    <a:pt x="363313" y="282948"/>
                  </a:lnTo>
                  <a:lnTo>
                    <a:pt x="363119" y="280048"/>
                  </a:lnTo>
                  <a:lnTo>
                    <a:pt x="363441" y="274195"/>
                  </a:lnTo>
                  <a:lnTo>
                    <a:pt x="359174" y="273866"/>
                  </a:lnTo>
                  <a:lnTo>
                    <a:pt x="353507" y="273431"/>
                  </a:lnTo>
                  <a:lnTo>
                    <a:pt x="352234" y="269408"/>
                  </a:lnTo>
                  <a:lnTo>
                    <a:pt x="352119" y="264532"/>
                  </a:lnTo>
                  <a:lnTo>
                    <a:pt x="350271" y="260169"/>
                  </a:lnTo>
                  <a:lnTo>
                    <a:pt x="349189" y="261361"/>
                  </a:lnTo>
                  <a:lnTo>
                    <a:pt x="346994" y="263779"/>
                  </a:lnTo>
                  <a:lnTo>
                    <a:pt x="342862" y="262721"/>
                  </a:lnTo>
                  <a:lnTo>
                    <a:pt x="335993" y="261179"/>
                  </a:lnTo>
                  <a:lnTo>
                    <a:pt x="332664" y="260307"/>
                  </a:lnTo>
                  <a:lnTo>
                    <a:pt x="330189" y="262866"/>
                  </a:lnTo>
                  <a:lnTo>
                    <a:pt x="329083" y="266689"/>
                  </a:lnTo>
                  <a:lnTo>
                    <a:pt x="328421" y="266975"/>
                  </a:lnTo>
                  <a:lnTo>
                    <a:pt x="324673" y="268593"/>
                  </a:lnTo>
                  <a:lnTo>
                    <a:pt x="320739" y="265972"/>
                  </a:lnTo>
                  <a:lnTo>
                    <a:pt x="317085" y="261302"/>
                  </a:lnTo>
                  <a:lnTo>
                    <a:pt x="314657" y="260709"/>
                  </a:lnTo>
                  <a:lnTo>
                    <a:pt x="311876" y="260030"/>
                  </a:lnTo>
                  <a:lnTo>
                    <a:pt x="308842" y="262819"/>
                  </a:lnTo>
                  <a:lnTo>
                    <a:pt x="305393" y="263061"/>
                  </a:lnTo>
                  <a:lnTo>
                    <a:pt x="300274" y="260952"/>
                  </a:lnTo>
                  <a:lnTo>
                    <a:pt x="295483" y="260619"/>
                  </a:lnTo>
                  <a:lnTo>
                    <a:pt x="290467" y="256894"/>
                  </a:lnTo>
                  <a:lnTo>
                    <a:pt x="289581" y="256818"/>
                  </a:lnTo>
                  <a:lnTo>
                    <a:pt x="285878" y="256503"/>
                  </a:lnTo>
                  <a:lnTo>
                    <a:pt x="281799" y="257209"/>
                  </a:lnTo>
                  <a:lnTo>
                    <a:pt x="276472" y="256556"/>
                  </a:lnTo>
                  <a:lnTo>
                    <a:pt x="272231" y="256163"/>
                  </a:lnTo>
                  <a:lnTo>
                    <a:pt x="270543" y="247444"/>
                  </a:lnTo>
                  <a:lnTo>
                    <a:pt x="269804" y="246451"/>
                  </a:lnTo>
                  <a:lnTo>
                    <a:pt x="265840" y="241120"/>
                  </a:lnTo>
                  <a:lnTo>
                    <a:pt x="260333" y="236739"/>
                  </a:lnTo>
                  <a:lnTo>
                    <a:pt x="257083" y="236324"/>
                  </a:lnTo>
                  <a:lnTo>
                    <a:pt x="255259" y="241739"/>
                  </a:lnTo>
                  <a:lnTo>
                    <a:pt x="251564" y="240360"/>
                  </a:lnTo>
                  <a:lnTo>
                    <a:pt x="251268" y="240327"/>
                  </a:lnTo>
                  <a:lnTo>
                    <a:pt x="243280" y="239424"/>
                  </a:lnTo>
                  <a:lnTo>
                    <a:pt x="242158" y="242321"/>
                  </a:lnTo>
                  <a:lnTo>
                    <a:pt x="235120" y="241793"/>
                  </a:lnTo>
                  <a:lnTo>
                    <a:pt x="230117" y="237056"/>
                  </a:lnTo>
                  <a:lnTo>
                    <a:pt x="226221" y="232457"/>
                  </a:lnTo>
                  <a:lnTo>
                    <a:pt x="224479" y="230787"/>
                  </a:lnTo>
                  <a:lnTo>
                    <a:pt x="218117" y="224678"/>
                  </a:lnTo>
                  <a:lnTo>
                    <a:pt x="213147" y="226046"/>
                  </a:lnTo>
                  <a:lnTo>
                    <a:pt x="212947" y="226101"/>
                  </a:lnTo>
                  <a:lnTo>
                    <a:pt x="212947" y="209808"/>
                  </a:lnTo>
                  <a:lnTo>
                    <a:pt x="212947" y="184943"/>
                  </a:lnTo>
                  <a:lnTo>
                    <a:pt x="212947" y="171545"/>
                  </a:lnTo>
                  <a:lnTo>
                    <a:pt x="212947" y="150523"/>
                  </a:lnTo>
                  <a:lnTo>
                    <a:pt x="212946" y="133263"/>
                  </a:lnTo>
                  <a:lnTo>
                    <a:pt x="212946" y="110265"/>
                  </a:lnTo>
                  <a:lnTo>
                    <a:pt x="212946" y="94957"/>
                  </a:lnTo>
                  <a:lnTo>
                    <a:pt x="212946" y="55983"/>
                  </a:lnTo>
                  <a:lnTo>
                    <a:pt x="212708" y="55983"/>
                  </a:lnTo>
                  <a:lnTo>
                    <a:pt x="190907" y="55944"/>
                  </a:lnTo>
                  <a:lnTo>
                    <a:pt x="174224" y="55875"/>
                  </a:lnTo>
                  <a:lnTo>
                    <a:pt x="170927" y="55856"/>
                  </a:lnTo>
                  <a:lnTo>
                    <a:pt x="150241" y="55656"/>
                  </a:lnTo>
                  <a:lnTo>
                    <a:pt x="145276" y="55615"/>
                  </a:lnTo>
                  <a:lnTo>
                    <a:pt x="135981" y="55527"/>
                  </a:lnTo>
                  <a:lnTo>
                    <a:pt x="97761" y="54887"/>
                  </a:lnTo>
                  <a:lnTo>
                    <a:pt x="83386" y="54581"/>
                  </a:lnTo>
                  <a:lnTo>
                    <a:pt x="68791" y="54210"/>
                  </a:lnTo>
                  <a:lnTo>
                    <a:pt x="59563" y="53957"/>
                  </a:lnTo>
                  <a:lnTo>
                    <a:pt x="0" y="52123"/>
                  </a:lnTo>
                  <a:lnTo>
                    <a:pt x="313" y="431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782079" y="2564610"/>
              <a:ext cx="556788" cy="474156"/>
            </a:xfrm>
            <a:custGeom>
              <a:avLst/>
              <a:pathLst>
                <a:path w="556788" h="474156">
                  <a:moveTo>
                    <a:pt x="6419" y="278478"/>
                  </a:moveTo>
                  <a:lnTo>
                    <a:pt x="13625" y="270406"/>
                  </a:lnTo>
                  <a:lnTo>
                    <a:pt x="13762" y="270185"/>
                  </a:lnTo>
                  <a:lnTo>
                    <a:pt x="19422" y="261059"/>
                  </a:lnTo>
                  <a:lnTo>
                    <a:pt x="23203" y="253993"/>
                  </a:lnTo>
                  <a:lnTo>
                    <a:pt x="25805" y="248839"/>
                  </a:lnTo>
                  <a:lnTo>
                    <a:pt x="27790" y="245151"/>
                  </a:lnTo>
                  <a:lnTo>
                    <a:pt x="27527" y="242089"/>
                  </a:lnTo>
                  <a:lnTo>
                    <a:pt x="31416" y="239530"/>
                  </a:lnTo>
                  <a:lnTo>
                    <a:pt x="37834" y="232815"/>
                  </a:lnTo>
                  <a:lnTo>
                    <a:pt x="44153" y="223531"/>
                  </a:lnTo>
                  <a:lnTo>
                    <a:pt x="46405" y="219222"/>
                  </a:lnTo>
                  <a:lnTo>
                    <a:pt x="50386" y="211599"/>
                  </a:lnTo>
                  <a:lnTo>
                    <a:pt x="56428" y="198798"/>
                  </a:lnTo>
                  <a:lnTo>
                    <a:pt x="58234" y="194970"/>
                  </a:lnTo>
                  <a:lnTo>
                    <a:pt x="64875" y="179005"/>
                  </a:lnTo>
                  <a:lnTo>
                    <a:pt x="68913" y="168094"/>
                  </a:lnTo>
                  <a:lnTo>
                    <a:pt x="69774" y="164531"/>
                  </a:lnTo>
                  <a:lnTo>
                    <a:pt x="69990" y="163640"/>
                  </a:lnTo>
                  <a:lnTo>
                    <a:pt x="75149" y="153218"/>
                  </a:lnTo>
                  <a:lnTo>
                    <a:pt x="77402" y="145953"/>
                  </a:lnTo>
                  <a:lnTo>
                    <a:pt x="81895" y="135113"/>
                  </a:lnTo>
                  <a:lnTo>
                    <a:pt x="83816" y="129127"/>
                  </a:lnTo>
                  <a:lnTo>
                    <a:pt x="85642" y="120852"/>
                  </a:lnTo>
                  <a:lnTo>
                    <a:pt x="87249" y="117884"/>
                  </a:lnTo>
                  <a:lnTo>
                    <a:pt x="92530" y="108863"/>
                  </a:lnTo>
                  <a:lnTo>
                    <a:pt x="95802" y="101015"/>
                  </a:lnTo>
                  <a:lnTo>
                    <a:pt x="95880" y="100828"/>
                  </a:lnTo>
                  <a:lnTo>
                    <a:pt x="100441" y="93098"/>
                  </a:lnTo>
                  <a:lnTo>
                    <a:pt x="102435" y="87076"/>
                  </a:lnTo>
                  <a:lnTo>
                    <a:pt x="104667" y="81861"/>
                  </a:lnTo>
                  <a:lnTo>
                    <a:pt x="105435" y="75811"/>
                  </a:lnTo>
                  <a:lnTo>
                    <a:pt x="108711" y="69093"/>
                  </a:lnTo>
                  <a:lnTo>
                    <a:pt x="109311" y="63787"/>
                  </a:lnTo>
                  <a:lnTo>
                    <a:pt x="112954" y="57921"/>
                  </a:lnTo>
                  <a:lnTo>
                    <a:pt x="115977" y="49821"/>
                  </a:lnTo>
                  <a:lnTo>
                    <a:pt x="117171" y="45826"/>
                  </a:lnTo>
                  <a:lnTo>
                    <a:pt x="116738" y="41198"/>
                  </a:lnTo>
                  <a:lnTo>
                    <a:pt x="117551" y="39022"/>
                  </a:lnTo>
                  <a:lnTo>
                    <a:pt x="119235" y="34514"/>
                  </a:lnTo>
                  <a:lnTo>
                    <a:pt x="120730" y="28392"/>
                  </a:lnTo>
                  <a:lnTo>
                    <a:pt x="120233" y="24637"/>
                  </a:lnTo>
                  <a:lnTo>
                    <a:pt x="124290" y="23025"/>
                  </a:lnTo>
                  <a:lnTo>
                    <a:pt x="126451" y="17673"/>
                  </a:lnTo>
                  <a:lnTo>
                    <a:pt x="127338" y="8659"/>
                  </a:lnTo>
                  <a:lnTo>
                    <a:pt x="124092" y="2424"/>
                  </a:lnTo>
                  <a:lnTo>
                    <a:pt x="127559" y="0"/>
                  </a:lnTo>
                  <a:lnTo>
                    <a:pt x="131022" y="6288"/>
                  </a:lnTo>
                  <a:lnTo>
                    <a:pt x="135594" y="6521"/>
                  </a:lnTo>
                  <a:lnTo>
                    <a:pt x="140812" y="6202"/>
                  </a:lnTo>
                  <a:lnTo>
                    <a:pt x="142460" y="8947"/>
                  </a:lnTo>
                  <a:lnTo>
                    <a:pt x="146469" y="7642"/>
                  </a:lnTo>
                  <a:lnTo>
                    <a:pt x="151090" y="7913"/>
                  </a:lnTo>
                  <a:lnTo>
                    <a:pt x="154097" y="6002"/>
                  </a:lnTo>
                  <a:lnTo>
                    <a:pt x="158273" y="6348"/>
                  </a:lnTo>
                  <a:lnTo>
                    <a:pt x="160248" y="10649"/>
                  </a:lnTo>
                  <a:lnTo>
                    <a:pt x="158843" y="14638"/>
                  </a:lnTo>
                  <a:lnTo>
                    <a:pt x="161366" y="18701"/>
                  </a:lnTo>
                  <a:lnTo>
                    <a:pt x="161807" y="18847"/>
                  </a:lnTo>
                  <a:lnTo>
                    <a:pt x="166600" y="20430"/>
                  </a:lnTo>
                  <a:lnTo>
                    <a:pt x="171179" y="19374"/>
                  </a:lnTo>
                  <a:lnTo>
                    <a:pt x="174295" y="18653"/>
                  </a:lnTo>
                  <a:lnTo>
                    <a:pt x="177120" y="19846"/>
                  </a:lnTo>
                  <a:lnTo>
                    <a:pt x="182280" y="26164"/>
                  </a:lnTo>
                  <a:lnTo>
                    <a:pt x="183957" y="29355"/>
                  </a:lnTo>
                  <a:lnTo>
                    <a:pt x="186821" y="32162"/>
                  </a:lnTo>
                  <a:lnTo>
                    <a:pt x="187870" y="38895"/>
                  </a:lnTo>
                  <a:lnTo>
                    <a:pt x="188985" y="44182"/>
                  </a:lnTo>
                  <a:lnTo>
                    <a:pt x="187927" y="48342"/>
                  </a:lnTo>
                  <a:lnTo>
                    <a:pt x="188349" y="52638"/>
                  </a:lnTo>
                  <a:lnTo>
                    <a:pt x="187755" y="54010"/>
                  </a:lnTo>
                  <a:lnTo>
                    <a:pt x="186298" y="57380"/>
                  </a:lnTo>
                  <a:lnTo>
                    <a:pt x="187028" y="62305"/>
                  </a:lnTo>
                  <a:lnTo>
                    <a:pt x="185977" y="64821"/>
                  </a:lnTo>
                  <a:lnTo>
                    <a:pt x="184314" y="68799"/>
                  </a:lnTo>
                  <a:lnTo>
                    <a:pt x="184923" y="70648"/>
                  </a:lnTo>
                  <a:lnTo>
                    <a:pt x="185543" y="72524"/>
                  </a:lnTo>
                  <a:lnTo>
                    <a:pt x="190206" y="77078"/>
                  </a:lnTo>
                  <a:lnTo>
                    <a:pt x="198439" y="81928"/>
                  </a:lnTo>
                  <a:lnTo>
                    <a:pt x="201100" y="84522"/>
                  </a:lnTo>
                  <a:lnTo>
                    <a:pt x="204824" y="84457"/>
                  </a:lnTo>
                  <a:lnTo>
                    <a:pt x="207014" y="87650"/>
                  </a:lnTo>
                  <a:lnTo>
                    <a:pt x="210962" y="89148"/>
                  </a:lnTo>
                  <a:lnTo>
                    <a:pt x="211888" y="88889"/>
                  </a:lnTo>
                  <a:lnTo>
                    <a:pt x="216402" y="87624"/>
                  </a:lnTo>
                  <a:lnTo>
                    <a:pt x="221357" y="88502"/>
                  </a:lnTo>
                  <a:lnTo>
                    <a:pt x="227888" y="87366"/>
                  </a:lnTo>
                  <a:lnTo>
                    <a:pt x="231625" y="85746"/>
                  </a:lnTo>
                  <a:lnTo>
                    <a:pt x="233498" y="85408"/>
                  </a:lnTo>
                  <a:lnTo>
                    <a:pt x="235024" y="85133"/>
                  </a:lnTo>
                  <a:lnTo>
                    <a:pt x="237746" y="83015"/>
                  </a:lnTo>
                  <a:lnTo>
                    <a:pt x="241343" y="82784"/>
                  </a:lnTo>
                  <a:lnTo>
                    <a:pt x="245512" y="85127"/>
                  </a:lnTo>
                  <a:lnTo>
                    <a:pt x="249691" y="85278"/>
                  </a:lnTo>
                  <a:lnTo>
                    <a:pt x="258136" y="85650"/>
                  </a:lnTo>
                  <a:lnTo>
                    <a:pt x="258606" y="86029"/>
                  </a:lnTo>
                  <a:lnTo>
                    <a:pt x="262920" y="89503"/>
                  </a:lnTo>
                  <a:lnTo>
                    <a:pt x="263806" y="90216"/>
                  </a:lnTo>
                  <a:lnTo>
                    <a:pt x="269106" y="90665"/>
                  </a:lnTo>
                  <a:lnTo>
                    <a:pt x="275499" y="95518"/>
                  </a:lnTo>
                  <a:lnTo>
                    <a:pt x="275884" y="101584"/>
                  </a:lnTo>
                  <a:lnTo>
                    <a:pt x="279738" y="101746"/>
                  </a:lnTo>
                  <a:lnTo>
                    <a:pt x="282665" y="99613"/>
                  </a:lnTo>
                  <a:lnTo>
                    <a:pt x="291166" y="101123"/>
                  </a:lnTo>
                  <a:lnTo>
                    <a:pt x="292745" y="102317"/>
                  </a:lnTo>
                  <a:lnTo>
                    <a:pt x="293711" y="103047"/>
                  </a:lnTo>
                  <a:lnTo>
                    <a:pt x="296714" y="101224"/>
                  </a:lnTo>
                  <a:lnTo>
                    <a:pt x="307517" y="100038"/>
                  </a:lnTo>
                  <a:lnTo>
                    <a:pt x="310147" y="98870"/>
                  </a:lnTo>
                  <a:lnTo>
                    <a:pt x="311399" y="98313"/>
                  </a:lnTo>
                  <a:lnTo>
                    <a:pt x="313995" y="98936"/>
                  </a:lnTo>
                  <a:lnTo>
                    <a:pt x="317982" y="104254"/>
                  </a:lnTo>
                  <a:lnTo>
                    <a:pt x="319001" y="104534"/>
                  </a:lnTo>
                  <a:lnTo>
                    <a:pt x="323977" y="105900"/>
                  </a:lnTo>
                  <a:lnTo>
                    <a:pt x="331654" y="105885"/>
                  </a:lnTo>
                  <a:lnTo>
                    <a:pt x="335973" y="106575"/>
                  </a:lnTo>
                  <a:lnTo>
                    <a:pt x="341108" y="103579"/>
                  </a:lnTo>
                  <a:lnTo>
                    <a:pt x="345572" y="103630"/>
                  </a:lnTo>
                  <a:lnTo>
                    <a:pt x="350320" y="102420"/>
                  </a:lnTo>
                  <a:lnTo>
                    <a:pt x="352589" y="101840"/>
                  </a:lnTo>
                  <a:lnTo>
                    <a:pt x="358647" y="102117"/>
                  </a:lnTo>
                  <a:lnTo>
                    <a:pt x="362713" y="102298"/>
                  </a:lnTo>
                  <a:lnTo>
                    <a:pt x="370750" y="103475"/>
                  </a:lnTo>
                  <a:lnTo>
                    <a:pt x="376186" y="99108"/>
                  </a:lnTo>
                  <a:lnTo>
                    <a:pt x="378020" y="99031"/>
                  </a:lnTo>
                  <a:lnTo>
                    <a:pt x="382552" y="101914"/>
                  </a:lnTo>
                  <a:lnTo>
                    <a:pt x="385985" y="102138"/>
                  </a:lnTo>
                  <a:lnTo>
                    <a:pt x="390161" y="102407"/>
                  </a:lnTo>
                  <a:lnTo>
                    <a:pt x="396878" y="102393"/>
                  </a:lnTo>
                  <a:lnTo>
                    <a:pt x="404467" y="104900"/>
                  </a:lnTo>
                  <a:lnTo>
                    <a:pt x="408822" y="103621"/>
                  </a:lnTo>
                  <a:lnTo>
                    <a:pt x="414071" y="101128"/>
                  </a:lnTo>
                  <a:lnTo>
                    <a:pt x="432357" y="105428"/>
                  </a:lnTo>
                  <a:lnTo>
                    <a:pt x="450684" y="109789"/>
                  </a:lnTo>
                  <a:lnTo>
                    <a:pt x="472627" y="114913"/>
                  </a:lnTo>
                  <a:lnTo>
                    <a:pt x="473771" y="115177"/>
                  </a:lnTo>
                  <a:lnTo>
                    <a:pt x="489164" y="118703"/>
                  </a:lnTo>
                  <a:lnTo>
                    <a:pt x="495929" y="120324"/>
                  </a:lnTo>
                  <a:lnTo>
                    <a:pt x="503233" y="122062"/>
                  </a:lnTo>
                  <a:lnTo>
                    <a:pt x="510691" y="123824"/>
                  </a:lnTo>
                  <a:lnTo>
                    <a:pt x="536696" y="129571"/>
                  </a:lnTo>
                  <a:lnTo>
                    <a:pt x="537749" y="133127"/>
                  </a:lnTo>
                  <a:lnTo>
                    <a:pt x="538410" y="137916"/>
                  </a:lnTo>
                  <a:lnTo>
                    <a:pt x="540986" y="143554"/>
                  </a:lnTo>
                  <a:lnTo>
                    <a:pt x="541484" y="144641"/>
                  </a:lnTo>
                  <a:lnTo>
                    <a:pt x="544285" y="146505"/>
                  </a:lnTo>
                  <a:lnTo>
                    <a:pt x="547714" y="151227"/>
                  </a:lnTo>
                  <a:lnTo>
                    <a:pt x="551974" y="152437"/>
                  </a:lnTo>
                  <a:lnTo>
                    <a:pt x="554598" y="156994"/>
                  </a:lnTo>
                  <a:lnTo>
                    <a:pt x="554090" y="161657"/>
                  </a:lnTo>
                  <a:lnTo>
                    <a:pt x="556788" y="168158"/>
                  </a:lnTo>
                  <a:lnTo>
                    <a:pt x="553549" y="171927"/>
                  </a:lnTo>
                  <a:lnTo>
                    <a:pt x="546187" y="181566"/>
                  </a:lnTo>
                  <a:lnTo>
                    <a:pt x="538657" y="191608"/>
                  </a:lnTo>
                  <a:lnTo>
                    <a:pt x="536854" y="195329"/>
                  </a:lnTo>
                  <a:lnTo>
                    <a:pt x="536285" y="196503"/>
                  </a:lnTo>
                  <a:lnTo>
                    <a:pt x="530194" y="207941"/>
                  </a:lnTo>
                  <a:lnTo>
                    <a:pt x="527764" y="210772"/>
                  </a:lnTo>
                  <a:lnTo>
                    <a:pt x="523439" y="214021"/>
                  </a:lnTo>
                  <a:lnTo>
                    <a:pt x="521459" y="218317"/>
                  </a:lnTo>
                  <a:lnTo>
                    <a:pt x="522048" y="222946"/>
                  </a:lnTo>
                  <a:lnTo>
                    <a:pt x="519061" y="227592"/>
                  </a:lnTo>
                  <a:lnTo>
                    <a:pt x="517058" y="229886"/>
                  </a:lnTo>
                  <a:lnTo>
                    <a:pt x="513502" y="233954"/>
                  </a:lnTo>
                  <a:lnTo>
                    <a:pt x="507963" y="235512"/>
                  </a:lnTo>
                  <a:lnTo>
                    <a:pt x="504470" y="237449"/>
                  </a:lnTo>
                  <a:lnTo>
                    <a:pt x="501098" y="243524"/>
                  </a:lnTo>
                  <a:lnTo>
                    <a:pt x="496429" y="251096"/>
                  </a:lnTo>
                  <a:lnTo>
                    <a:pt x="494325" y="253702"/>
                  </a:lnTo>
                  <a:lnTo>
                    <a:pt x="489926" y="256736"/>
                  </a:lnTo>
                  <a:lnTo>
                    <a:pt x="489623" y="261400"/>
                  </a:lnTo>
                  <a:lnTo>
                    <a:pt x="487245" y="264161"/>
                  </a:lnTo>
                  <a:lnTo>
                    <a:pt x="488272" y="267175"/>
                  </a:lnTo>
                  <a:lnTo>
                    <a:pt x="489202" y="270232"/>
                  </a:lnTo>
                  <a:lnTo>
                    <a:pt x="487396" y="272755"/>
                  </a:lnTo>
                  <a:lnTo>
                    <a:pt x="486942" y="273389"/>
                  </a:lnTo>
                  <a:lnTo>
                    <a:pt x="489256" y="276560"/>
                  </a:lnTo>
                  <a:lnTo>
                    <a:pt x="492621" y="275594"/>
                  </a:lnTo>
                  <a:lnTo>
                    <a:pt x="495663" y="279902"/>
                  </a:lnTo>
                  <a:lnTo>
                    <a:pt x="500995" y="281187"/>
                  </a:lnTo>
                  <a:lnTo>
                    <a:pt x="500636" y="284870"/>
                  </a:lnTo>
                  <a:lnTo>
                    <a:pt x="504223" y="286961"/>
                  </a:lnTo>
                  <a:lnTo>
                    <a:pt x="504187" y="289231"/>
                  </a:lnTo>
                  <a:lnTo>
                    <a:pt x="504039" y="289347"/>
                  </a:lnTo>
                  <a:lnTo>
                    <a:pt x="497932" y="294134"/>
                  </a:lnTo>
                  <a:lnTo>
                    <a:pt x="499379" y="299508"/>
                  </a:lnTo>
                  <a:lnTo>
                    <a:pt x="497150" y="303236"/>
                  </a:lnTo>
                  <a:lnTo>
                    <a:pt x="494572" y="310591"/>
                  </a:lnTo>
                  <a:lnTo>
                    <a:pt x="493724" y="311709"/>
                  </a:lnTo>
                  <a:lnTo>
                    <a:pt x="490335" y="316176"/>
                  </a:lnTo>
                  <a:lnTo>
                    <a:pt x="487604" y="328578"/>
                  </a:lnTo>
                  <a:lnTo>
                    <a:pt x="486003" y="335860"/>
                  </a:lnTo>
                  <a:lnTo>
                    <a:pt x="475727" y="385317"/>
                  </a:lnTo>
                  <a:lnTo>
                    <a:pt x="471849" y="404181"/>
                  </a:lnTo>
                  <a:lnTo>
                    <a:pt x="464173" y="441338"/>
                  </a:lnTo>
                  <a:lnTo>
                    <a:pt x="457472" y="474156"/>
                  </a:lnTo>
                  <a:lnTo>
                    <a:pt x="446556" y="471781"/>
                  </a:lnTo>
                  <a:lnTo>
                    <a:pt x="433441" y="469047"/>
                  </a:lnTo>
                  <a:lnTo>
                    <a:pt x="419431" y="466056"/>
                  </a:lnTo>
                  <a:lnTo>
                    <a:pt x="403562" y="462547"/>
                  </a:lnTo>
                  <a:lnTo>
                    <a:pt x="382979" y="458024"/>
                  </a:lnTo>
                  <a:lnTo>
                    <a:pt x="363699" y="453734"/>
                  </a:lnTo>
                  <a:lnTo>
                    <a:pt x="346235" y="449904"/>
                  </a:lnTo>
                  <a:lnTo>
                    <a:pt x="332008" y="446433"/>
                  </a:lnTo>
                  <a:lnTo>
                    <a:pt x="318891" y="443343"/>
                  </a:lnTo>
                  <a:lnTo>
                    <a:pt x="311580" y="441510"/>
                  </a:lnTo>
                  <a:lnTo>
                    <a:pt x="309314" y="440940"/>
                  </a:lnTo>
                  <a:lnTo>
                    <a:pt x="286278" y="435079"/>
                  </a:lnTo>
                  <a:lnTo>
                    <a:pt x="269001" y="430921"/>
                  </a:lnTo>
                  <a:lnTo>
                    <a:pt x="257512" y="428009"/>
                  </a:lnTo>
                  <a:lnTo>
                    <a:pt x="237386" y="422922"/>
                  </a:lnTo>
                  <a:lnTo>
                    <a:pt x="225366" y="419808"/>
                  </a:lnTo>
                  <a:lnTo>
                    <a:pt x="213569" y="416730"/>
                  </a:lnTo>
                  <a:lnTo>
                    <a:pt x="203817" y="414163"/>
                  </a:lnTo>
                  <a:lnTo>
                    <a:pt x="190366" y="410178"/>
                  </a:lnTo>
                  <a:lnTo>
                    <a:pt x="178539" y="407029"/>
                  </a:lnTo>
                  <a:lnTo>
                    <a:pt x="178045" y="406885"/>
                  </a:lnTo>
                  <a:lnTo>
                    <a:pt x="163850" y="402719"/>
                  </a:lnTo>
                  <a:lnTo>
                    <a:pt x="153190" y="399530"/>
                  </a:lnTo>
                  <a:lnTo>
                    <a:pt x="137300" y="394853"/>
                  </a:lnTo>
                  <a:lnTo>
                    <a:pt x="125617" y="391378"/>
                  </a:lnTo>
                  <a:lnTo>
                    <a:pt x="112445" y="387567"/>
                  </a:lnTo>
                  <a:lnTo>
                    <a:pt x="93712" y="382578"/>
                  </a:lnTo>
                  <a:lnTo>
                    <a:pt x="78426" y="378213"/>
                  </a:lnTo>
                  <a:lnTo>
                    <a:pt x="72311" y="375840"/>
                  </a:lnTo>
                  <a:lnTo>
                    <a:pt x="66921" y="374644"/>
                  </a:lnTo>
                  <a:lnTo>
                    <a:pt x="59536" y="372994"/>
                  </a:lnTo>
                  <a:lnTo>
                    <a:pt x="54180" y="371162"/>
                  </a:lnTo>
                  <a:lnTo>
                    <a:pt x="48882" y="369805"/>
                  </a:lnTo>
                  <a:lnTo>
                    <a:pt x="40226" y="367573"/>
                  </a:lnTo>
                  <a:lnTo>
                    <a:pt x="30001" y="364429"/>
                  </a:lnTo>
                  <a:lnTo>
                    <a:pt x="18912" y="360992"/>
                  </a:lnTo>
                  <a:lnTo>
                    <a:pt x="5942" y="356778"/>
                  </a:lnTo>
                  <a:lnTo>
                    <a:pt x="3485" y="351633"/>
                  </a:lnTo>
                  <a:lnTo>
                    <a:pt x="1339" y="348889"/>
                  </a:lnTo>
                  <a:lnTo>
                    <a:pt x="604" y="342893"/>
                  </a:lnTo>
                  <a:lnTo>
                    <a:pt x="1309" y="338368"/>
                  </a:lnTo>
                  <a:lnTo>
                    <a:pt x="1090" y="333977"/>
                  </a:lnTo>
                  <a:lnTo>
                    <a:pt x="0" y="331457"/>
                  </a:lnTo>
                  <a:lnTo>
                    <a:pt x="1471" y="326618"/>
                  </a:lnTo>
                  <a:lnTo>
                    <a:pt x="1678" y="322543"/>
                  </a:lnTo>
                  <a:lnTo>
                    <a:pt x="3340" y="314837"/>
                  </a:lnTo>
                  <a:lnTo>
                    <a:pt x="8091" y="307030"/>
                  </a:lnTo>
                  <a:lnTo>
                    <a:pt x="9446" y="302088"/>
                  </a:lnTo>
                  <a:lnTo>
                    <a:pt x="10241" y="296707"/>
                  </a:lnTo>
                  <a:lnTo>
                    <a:pt x="8398" y="294464"/>
                  </a:lnTo>
                  <a:lnTo>
                    <a:pt x="8900" y="293306"/>
                  </a:lnTo>
                  <a:lnTo>
                    <a:pt x="6287" y="28830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71709" y="3043221"/>
              <a:ext cx="408899" cy="286549"/>
            </a:xfrm>
            <a:custGeom>
              <a:avLst/>
              <a:pathLst>
                <a:path w="408899" h="286549">
                  <a:moveTo>
                    <a:pt x="21482" y="184280"/>
                  </a:moveTo>
                  <a:lnTo>
                    <a:pt x="17163" y="165425"/>
                  </a:lnTo>
                  <a:lnTo>
                    <a:pt x="17002" y="164724"/>
                  </a:lnTo>
                  <a:lnTo>
                    <a:pt x="15033" y="156150"/>
                  </a:lnTo>
                  <a:lnTo>
                    <a:pt x="9867" y="134023"/>
                  </a:lnTo>
                  <a:lnTo>
                    <a:pt x="9661" y="133140"/>
                  </a:lnTo>
                  <a:lnTo>
                    <a:pt x="6219" y="118443"/>
                  </a:lnTo>
                  <a:lnTo>
                    <a:pt x="2588" y="102936"/>
                  </a:lnTo>
                  <a:lnTo>
                    <a:pt x="0" y="91901"/>
                  </a:lnTo>
                  <a:lnTo>
                    <a:pt x="10762" y="83901"/>
                  </a:lnTo>
                  <a:lnTo>
                    <a:pt x="20228" y="74373"/>
                  </a:lnTo>
                  <a:lnTo>
                    <a:pt x="20625" y="71060"/>
                  </a:lnTo>
                  <a:lnTo>
                    <a:pt x="23143" y="68306"/>
                  </a:lnTo>
                  <a:lnTo>
                    <a:pt x="27638" y="68096"/>
                  </a:lnTo>
                  <a:lnTo>
                    <a:pt x="32766" y="62741"/>
                  </a:lnTo>
                  <a:lnTo>
                    <a:pt x="37155" y="59073"/>
                  </a:lnTo>
                  <a:lnTo>
                    <a:pt x="41618" y="54792"/>
                  </a:lnTo>
                  <a:lnTo>
                    <a:pt x="44529" y="66729"/>
                  </a:lnTo>
                  <a:lnTo>
                    <a:pt x="47367" y="78118"/>
                  </a:lnTo>
                  <a:lnTo>
                    <a:pt x="56844" y="75718"/>
                  </a:lnTo>
                  <a:lnTo>
                    <a:pt x="65553" y="73495"/>
                  </a:lnTo>
                  <a:lnTo>
                    <a:pt x="91378" y="66683"/>
                  </a:lnTo>
                  <a:lnTo>
                    <a:pt x="96284" y="65372"/>
                  </a:lnTo>
                  <a:lnTo>
                    <a:pt x="100307" y="64288"/>
                  </a:lnTo>
                  <a:lnTo>
                    <a:pt x="120496" y="58794"/>
                  </a:lnTo>
                  <a:lnTo>
                    <a:pt x="138582" y="53934"/>
                  </a:lnTo>
                  <a:lnTo>
                    <a:pt x="140896" y="53307"/>
                  </a:lnTo>
                  <a:lnTo>
                    <a:pt x="144949" y="52178"/>
                  </a:lnTo>
                  <a:lnTo>
                    <a:pt x="155898" y="49111"/>
                  </a:lnTo>
                  <a:lnTo>
                    <a:pt x="168362" y="45704"/>
                  </a:lnTo>
                  <a:lnTo>
                    <a:pt x="173484" y="44239"/>
                  </a:lnTo>
                  <a:lnTo>
                    <a:pt x="182208" y="41730"/>
                  </a:lnTo>
                  <a:lnTo>
                    <a:pt x="219705" y="30754"/>
                  </a:lnTo>
                  <a:lnTo>
                    <a:pt x="222310" y="29997"/>
                  </a:lnTo>
                  <a:lnTo>
                    <a:pt x="224730" y="29292"/>
                  </a:lnTo>
                  <a:lnTo>
                    <a:pt x="247693" y="22539"/>
                  </a:lnTo>
                  <a:lnTo>
                    <a:pt x="253656" y="20865"/>
                  </a:lnTo>
                  <a:lnTo>
                    <a:pt x="273299" y="14928"/>
                  </a:lnTo>
                  <a:lnTo>
                    <a:pt x="275758" y="14179"/>
                  </a:lnTo>
                  <a:lnTo>
                    <a:pt x="290325" y="9710"/>
                  </a:lnTo>
                  <a:lnTo>
                    <a:pt x="314280" y="2199"/>
                  </a:lnTo>
                  <a:lnTo>
                    <a:pt x="314650" y="2082"/>
                  </a:lnTo>
                  <a:lnTo>
                    <a:pt x="322036" y="288"/>
                  </a:lnTo>
                  <a:lnTo>
                    <a:pt x="323221" y="0"/>
                  </a:lnTo>
                  <a:lnTo>
                    <a:pt x="327439" y="2925"/>
                  </a:lnTo>
                  <a:lnTo>
                    <a:pt x="330803" y="7641"/>
                  </a:lnTo>
                  <a:lnTo>
                    <a:pt x="335886" y="8140"/>
                  </a:lnTo>
                  <a:lnTo>
                    <a:pt x="338990" y="8339"/>
                  </a:lnTo>
                  <a:lnTo>
                    <a:pt x="341196" y="8479"/>
                  </a:lnTo>
                  <a:lnTo>
                    <a:pt x="344598" y="10987"/>
                  </a:lnTo>
                  <a:lnTo>
                    <a:pt x="347176" y="14799"/>
                  </a:lnTo>
                  <a:lnTo>
                    <a:pt x="350283" y="24138"/>
                  </a:lnTo>
                  <a:lnTo>
                    <a:pt x="351454" y="27320"/>
                  </a:lnTo>
                  <a:lnTo>
                    <a:pt x="352336" y="29715"/>
                  </a:lnTo>
                  <a:lnTo>
                    <a:pt x="358174" y="35187"/>
                  </a:lnTo>
                  <a:lnTo>
                    <a:pt x="364960" y="36851"/>
                  </a:lnTo>
                  <a:lnTo>
                    <a:pt x="371227" y="37077"/>
                  </a:lnTo>
                  <a:lnTo>
                    <a:pt x="374012" y="36519"/>
                  </a:lnTo>
                  <a:lnTo>
                    <a:pt x="375388" y="36243"/>
                  </a:lnTo>
                  <a:lnTo>
                    <a:pt x="379651" y="41256"/>
                  </a:lnTo>
                  <a:lnTo>
                    <a:pt x="376025" y="44028"/>
                  </a:lnTo>
                  <a:lnTo>
                    <a:pt x="373720" y="48901"/>
                  </a:lnTo>
                  <a:lnTo>
                    <a:pt x="372261" y="55759"/>
                  </a:lnTo>
                  <a:lnTo>
                    <a:pt x="372102" y="57932"/>
                  </a:lnTo>
                  <a:lnTo>
                    <a:pt x="371754" y="62655"/>
                  </a:lnTo>
                  <a:lnTo>
                    <a:pt x="368251" y="68002"/>
                  </a:lnTo>
                  <a:lnTo>
                    <a:pt x="368166" y="68441"/>
                  </a:lnTo>
                  <a:lnTo>
                    <a:pt x="367914" y="69734"/>
                  </a:lnTo>
                  <a:lnTo>
                    <a:pt x="367295" y="72900"/>
                  </a:lnTo>
                  <a:lnTo>
                    <a:pt x="364922" y="77632"/>
                  </a:lnTo>
                  <a:lnTo>
                    <a:pt x="361979" y="82153"/>
                  </a:lnTo>
                  <a:lnTo>
                    <a:pt x="362974" y="83225"/>
                  </a:lnTo>
                  <a:lnTo>
                    <a:pt x="365558" y="86006"/>
                  </a:lnTo>
                  <a:lnTo>
                    <a:pt x="368628" y="88854"/>
                  </a:lnTo>
                  <a:lnTo>
                    <a:pt x="367953" y="92472"/>
                  </a:lnTo>
                  <a:lnTo>
                    <a:pt x="368325" y="97772"/>
                  </a:lnTo>
                  <a:lnTo>
                    <a:pt x="364666" y="101438"/>
                  </a:lnTo>
                  <a:lnTo>
                    <a:pt x="364935" y="105860"/>
                  </a:lnTo>
                  <a:lnTo>
                    <a:pt x="367000" y="112468"/>
                  </a:lnTo>
                  <a:lnTo>
                    <a:pt x="367845" y="114896"/>
                  </a:lnTo>
                  <a:lnTo>
                    <a:pt x="368325" y="116277"/>
                  </a:lnTo>
                  <a:lnTo>
                    <a:pt x="369003" y="118225"/>
                  </a:lnTo>
                  <a:lnTo>
                    <a:pt x="372000" y="116687"/>
                  </a:lnTo>
                  <a:lnTo>
                    <a:pt x="376371" y="117858"/>
                  </a:lnTo>
                  <a:lnTo>
                    <a:pt x="379093" y="123233"/>
                  </a:lnTo>
                  <a:lnTo>
                    <a:pt x="379230" y="125635"/>
                  </a:lnTo>
                  <a:lnTo>
                    <a:pt x="381134" y="128676"/>
                  </a:lnTo>
                  <a:lnTo>
                    <a:pt x="383435" y="129120"/>
                  </a:lnTo>
                  <a:lnTo>
                    <a:pt x="387019" y="128322"/>
                  </a:lnTo>
                  <a:lnTo>
                    <a:pt x="389589" y="131463"/>
                  </a:lnTo>
                  <a:lnTo>
                    <a:pt x="391166" y="132590"/>
                  </a:lnTo>
                  <a:lnTo>
                    <a:pt x="393351" y="134152"/>
                  </a:lnTo>
                  <a:lnTo>
                    <a:pt x="397287" y="136457"/>
                  </a:lnTo>
                  <a:lnTo>
                    <a:pt x="400266" y="138852"/>
                  </a:lnTo>
                  <a:lnTo>
                    <a:pt x="405364" y="141191"/>
                  </a:lnTo>
                  <a:lnTo>
                    <a:pt x="406489" y="142137"/>
                  </a:lnTo>
                  <a:lnTo>
                    <a:pt x="408899" y="144350"/>
                  </a:lnTo>
                  <a:lnTo>
                    <a:pt x="406580" y="147313"/>
                  </a:lnTo>
                  <a:lnTo>
                    <a:pt x="403132" y="148909"/>
                  </a:lnTo>
                  <a:lnTo>
                    <a:pt x="401784" y="153232"/>
                  </a:lnTo>
                  <a:lnTo>
                    <a:pt x="397786" y="155796"/>
                  </a:lnTo>
                  <a:lnTo>
                    <a:pt x="395739" y="158508"/>
                  </a:lnTo>
                  <a:lnTo>
                    <a:pt x="394902" y="159615"/>
                  </a:lnTo>
                  <a:lnTo>
                    <a:pt x="391541" y="164932"/>
                  </a:lnTo>
                  <a:lnTo>
                    <a:pt x="388477" y="168355"/>
                  </a:lnTo>
                  <a:lnTo>
                    <a:pt x="387884" y="170247"/>
                  </a:lnTo>
                  <a:lnTo>
                    <a:pt x="387990" y="170568"/>
                  </a:lnTo>
                  <a:lnTo>
                    <a:pt x="388783" y="172962"/>
                  </a:lnTo>
                  <a:lnTo>
                    <a:pt x="389306" y="174540"/>
                  </a:lnTo>
                  <a:lnTo>
                    <a:pt x="388888" y="174869"/>
                  </a:lnTo>
                  <a:lnTo>
                    <a:pt x="386495" y="176750"/>
                  </a:lnTo>
                  <a:lnTo>
                    <a:pt x="385073" y="178651"/>
                  </a:lnTo>
                  <a:lnTo>
                    <a:pt x="384590" y="179296"/>
                  </a:lnTo>
                  <a:lnTo>
                    <a:pt x="382429" y="180551"/>
                  </a:lnTo>
                  <a:lnTo>
                    <a:pt x="380275" y="181800"/>
                  </a:lnTo>
                  <a:lnTo>
                    <a:pt x="377250" y="182999"/>
                  </a:lnTo>
                  <a:lnTo>
                    <a:pt x="373880" y="187904"/>
                  </a:lnTo>
                  <a:lnTo>
                    <a:pt x="373656" y="188230"/>
                  </a:lnTo>
                  <a:lnTo>
                    <a:pt x="368750" y="187221"/>
                  </a:lnTo>
                  <a:lnTo>
                    <a:pt x="362795" y="188140"/>
                  </a:lnTo>
                  <a:lnTo>
                    <a:pt x="362248" y="188473"/>
                  </a:lnTo>
                  <a:lnTo>
                    <a:pt x="361379" y="189005"/>
                  </a:lnTo>
                  <a:lnTo>
                    <a:pt x="357314" y="191484"/>
                  </a:lnTo>
                  <a:lnTo>
                    <a:pt x="354553" y="195038"/>
                  </a:lnTo>
                  <a:lnTo>
                    <a:pt x="353072" y="198683"/>
                  </a:lnTo>
                  <a:lnTo>
                    <a:pt x="352625" y="202144"/>
                  </a:lnTo>
                  <a:lnTo>
                    <a:pt x="351674" y="202435"/>
                  </a:lnTo>
                  <a:lnTo>
                    <a:pt x="329390" y="209251"/>
                  </a:lnTo>
                  <a:lnTo>
                    <a:pt x="323106" y="211153"/>
                  </a:lnTo>
                  <a:lnTo>
                    <a:pt x="322707" y="211273"/>
                  </a:lnTo>
                  <a:lnTo>
                    <a:pt x="311174" y="214732"/>
                  </a:lnTo>
                  <a:lnTo>
                    <a:pt x="301488" y="217612"/>
                  </a:lnTo>
                  <a:lnTo>
                    <a:pt x="293229" y="220051"/>
                  </a:lnTo>
                  <a:lnTo>
                    <a:pt x="292062" y="220395"/>
                  </a:lnTo>
                  <a:lnTo>
                    <a:pt x="287472" y="221772"/>
                  </a:lnTo>
                  <a:lnTo>
                    <a:pt x="274339" y="225688"/>
                  </a:lnTo>
                  <a:lnTo>
                    <a:pt x="273806" y="225842"/>
                  </a:lnTo>
                  <a:lnTo>
                    <a:pt x="259747" y="229880"/>
                  </a:lnTo>
                  <a:lnTo>
                    <a:pt x="258265" y="230303"/>
                  </a:lnTo>
                  <a:lnTo>
                    <a:pt x="244099" y="234340"/>
                  </a:lnTo>
                  <a:lnTo>
                    <a:pt x="243444" y="234526"/>
                  </a:lnTo>
                  <a:lnTo>
                    <a:pt x="224043" y="239861"/>
                  </a:lnTo>
                  <a:lnTo>
                    <a:pt x="204119" y="245299"/>
                  </a:lnTo>
                  <a:lnTo>
                    <a:pt x="202621" y="245709"/>
                  </a:lnTo>
                  <a:lnTo>
                    <a:pt x="186798" y="250012"/>
                  </a:lnTo>
                  <a:lnTo>
                    <a:pt x="184354" y="250670"/>
                  </a:lnTo>
                  <a:lnTo>
                    <a:pt x="162058" y="256620"/>
                  </a:lnTo>
                  <a:lnTo>
                    <a:pt x="156552" y="258088"/>
                  </a:lnTo>
                  <a:lnTo>
                    <a:pt x="148741" y="260159"/>
                  </a:lnTo>
                  <a:lnTo>
                    <a:pt x="141119" y="262168"/>
                  </a:lnTo>
                  <a:lnTo>
                    <a:pt x="118558" y="268162"/>
                  </a:lnTo>
                  <a:lnTo>
                    <a:pt x="113077" y="269602"/>
                  </a:lnTo>
                  <a:lnTo>
                    <a:pt x="94354" y="274390"/>
                  </a:lnTo>
                  <a:lnTo>
                    <a:pt x="84409" y="276863"/>
                  </a:lnTo>
                  <a:lnTo>
                    <a:pt x="73956" y="279442"/>
                  </a:lnTo>
                  <a:lnTo>
                    <a:pt x="51372" y="285010"/>
                  </a:lnTo>
                  <a:lnTo>
                    <a:pt x="44958" y="286549"/>
                  </a:lnTo>
                  <a:lnTo>
                    <a:pt x="40239" y="265765"/>
                  </a:lnTo>
                  <a:lnTo>
                    <a:pt x="39174" y="261086"/>
                  </a:lnTo>
                  <a:lnTo>
                    <a:pt x="36352" y="248722"/>
                  </a:lnTo>
                  <a:lnTo>
                    <a:pt x="32751" y="232979"/>
                  </a:lnTo>
                  <a:lnTo>
                    <a:pt x="31612" y="228014"/>
                  </a:lnTo>
                  <a:lnTo>
                    <a:pt x="30073" y="221307"/>
                  </a:lnTo>
                  <a:lnTo>
                    <a:pt x="26871" y="207377"/>
                  </a:lnTo>
                  <a:lnTo>
                    <a:pt x="22597" y="189051"/>
                  </a:lnTo>
                  <a:lnTo>
                    <a:pt x="21610" y="18482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395310" y="3950176"/>
              <a:ext cx="463727" cy="543460"/>
            </a:xfrm>
            <a:custGeom>
              <a:avLst/>
              <a:pathLst>
                <a:path w="463727" h="543460">
                  <a:moveTo>
                    <a:pt x="2347" y="373855"/>
                  </a:moveTo>
                  <a:lnTo>
                    <a:pt x="1950" y="371691"/>
                  </a:lnTo>
                  <a:lnTo>
                    <a:pt x="5634" y="369461"/>
                  </a:lnTo>
                  <a:lnTo>
                    <a:pt x="9874" y="364019"/>
                  </a:lnTo>
                  <a:lnTo>
                    <a:pt x="11195" y="362216"/>
                  </a:lnTo>
                  <a:lnTo>
                    <a:pt x="13893" y="363342"/>
                  </a:lnTo>
                  <a:lnTo>
                    <a:pt x="17772" y="363388"/>
                  </a:lnTo>
                  <a:lnTo>
                    <a:pt x="21147" y="363426"/>
                  </a:lnTo>
                  <a:lnTo>
                    <a:pt x="23733" y="361430"/>
                  </a:lnTo>
                  <a:lnTo>
                    <a:pt x="24456" y="360871"/>
                  </a:lnTo>
                  <a:lnTo>
                    <a:pt x="29867" y="356221"/>
                  </a:lnTo>
                  <a:lnTo>
                    <a:pt x="31038" y="351367"/>
                  </a:lnTo>
                  <a:lnTo>
                    <a:pt x="30337" y="349309"/>
                  </a:lnTo>
                  <a:lnTo>
                    <a:pt x="30633" y="345044"/>
                  </a:lnTo>
                  <a:lnTo>
                    <a:pt x="29120" y="340203"/>
                  </a:lnTo>
                  <a:lnTo>
                    <a:pt x="28689" y="340017"/>
                  </a:lnTo>
                  <a:lnTo>
                    <a:pt x="24642" y="338263"/>
                  </a:lnTo>
                  <a:lnTo>
                    <a:pt x="20698" y="338067"/>
                  </a:lnTo>
                  <a:lnTo>
                    <a:pt x="17693" y="336926"/>
                  </a:lnTo>
                  <a:lnTo>
                    <a:pt x="16017" y="330627"/>
                  </a:lnTo>
                  <a:lnTo>
                    <a:pt x="18693" y="326263"/>
                  </a:lnTo>
                  <a:lnTo>
                    <a:pt x="19732" y="320132"/>
                  </a:lnTo>
                  <a:lnTo>
                    <a:pt x="20333" y="317981"/>
                  </a:lnTo>
                  <a:lnTo>
                    <a:pt x="17227" y="314541"/>
                  </a:lnTo>
                  <a:lnTo>
                    <a:pt x="18812" y="311666"/>
                  </a:lnTo>
                  <a:lnTo>
                    <a:pt x="19572" y="307053"/>
                  </a:lnTo>
                  <a:lnTo>
                    <a:pt x="18654" y="304357"/>
                  </a:lnTo>
                  <a:lnTo>
                    <a:pt x="22558" y="303859"/>
                  </a:lnTo>
                  <a:lnTo>
                    <a:pt x="25425" y="303964"/>
                  </a:lnTo>
                  <a:lnTo>
                    <a:pt x="26007" y="303101"/>
                  </a:lnTo>
                  <a:lnTo>
                    <a:pt x="29081" y="298543"/>
                  </a:lnTo>
                  <a:lnTo>
                    <a:pt x="35167" y="294107"/>
                  </a:lnTo>
                  <a:lnTo>
                    <a:pt x="35561" y="289322"/>
                  </a:lnTo>
                  <a:lnTo>
                    <a:pt x="36582" y="284599"/>
                  </a:lnTo>
                  <a:lnTo>
                    <a:pt x="38462" y="282121"/>
                  </a:lnTo>
                  <a:lnTo>
                    <a:pt x="39420" y="279956"/>
                  </a:lnTo>
                  <a:lnTo>
                    <a:pt x="39371" y="276263"/>
                  </a:lnTo>
                  <a:lnTo>
                    <a:pt x="39144" y="270219"/>
                  </a:lnTo>
                  <a:lnTo>
                    <a:pt x="40702" y="267233"/>
                  </a:lnTo>
                  <a:lnTo>
                    <a:pt x="40967" y="264035"/>
                  </a:lnTo>
                  <a:lnTo>
                    <a:pt x="39446" y="261286"/>
                  </a:lnTo>
                  <a:lnTo>
                    <a:pt x="41663" y="259105"/>
                  </a:lnTo>
                  <a:lnTo>
                    <a:pt x="46326" y="255120"/>
                  </a:lnTo>
                  <a:lnTo>
                    <a:pt x="48138" y="252610"/>
                  </a:lnTo>
                  <a:lnTo>
                    <a:pt x="49012" y="249521"/>
                  </a:lnTo>
                  <a:lnTo>
                    <a:pt x="49346" y="248342"/>
                  </a:lnTo>
                  <a:lnTo>
                    <a:pt x="51184" y="246986"/>
                  </a:lnTo>
                  <a:lnTo>
                    <a:pt x="55652" y="245709"/>
                  </a:lnTo>
                  <a:lnTo>
                    <a:pt x="60052" y="243584"/>
                  </a:lnTo>
                  <a:lnTo>
                    <a:pt x="64854" y="242600"/>
                  </a:lnTo>
                  <a:lnTo>
                    <a:pt x="69265" y="238619"/>
                  </a:lnTo>
                  <a:lnTo>
                    <a:pt x="72324" y="237392"/>
                  </a:lnTo>
                  <a:lnTo>
                    <a:pt x="72769" y="233581"/>
                  </a:lnTo>
                  <a:lnTo>
                    <a:pt x="72798" y="233337"/>
                  </a:lnTo>
                  <a:lnTo>
                    <a:pt x="71021" y="229553"/>
                  </a:lnTo>
                  <a:lnTo>
                    <a:pt x="65206" y="223539"/>
                  </a:lnTo>
                  <a:lnTo>
                    <a:pt x="60763" y="218434"/>
                  </a:lnTo>
                  <a:lnTo>
                    <a:pt x="57654" y="217869"/>
                  </a:lnTo>
                  <a:lnTo>
                    <a:pt x="58585" y="212127"/>
                  </a:lnTo>
                  <a:lnTo>
                    <a:pt x="56289" y="206003"/>
                  </a:lnTo>
                  <a:lnTo>
                    <a:pt x="54717" y="195869"/>
                  </a:lnTo>
                  <a:lnTo>
                    <a:pt x="53336" y="192625"/>
                  </a:lnTo>
                  <a:lnTo>
                    <a:pt x="48473" y="183701"/>
                  </a:lnTo>
                  <a:lnTo>
                    <a:pt x="45136" y="177973"/>
                  </a:lnTo>
                  <a:lnTo>
                    <a:pt x="46426" y="171934"/>
                  </a:lnTo>
                  <a:lnTo>
                    <a:pt x="46970" y="166775"/>
                  </a:lnTo>
                  <a:lnTo>
                    <a:pt x="48483" y="161089"/>
                  </a:lnTo>
                  <a:lnTo>
                    <a:pt x="49580" y="156533"/>
                  </a:lnTo>
                  <a:lnTo>
                    <a:pt x="51047" y="156842"/>
                  </a:lnTo>
                  <a:lnTo>
                    <a:pt x="53160" y="155633"/>
                  </a:lnTo>
                  <a:lnTo>
                    <a:pt x="53839" y="144705"/>
                  </a:lnTo>
                  <a:lnTo>
                    <a:pt x="53037" y="131417"/>
                  </a:lnTo>
                  <a:lnTo>
                    <a:pt x="50951" y="127476"/>
                  </a:lnTo>
                  <a:lnTo>
                    <a:pt x="52090" y="120973"/>
                  </a:lnTo>
                  <a:lnTo>
                    <a:pt x="53475" y="115541"/>
                  </a:lnTo>
                  <a:lnTo>
                    <a:pt x="53972" y="113592"/>
                  </a:lnTo>
                  <a:lnTo>
                    <a:pt x="52001" y="109612"/>
                  </a:lnTo>
                  <a:lnTo>
                    <a:pt x="52592" y="102361"/>
                  </a:lnTo>
                  <a:lnTo>
                    <a:pt x="53272" y="95248"/>
                  </a:lnTo>
                  <a:lnTo>
                    <a:pt x="56368" y="91280"/>
                  </a:lnTo>
                  <a:lnTo>
                    <a:pt x="54734" y="87710"/>
                  </a:lnTo>
                  <a:lnTo>
                    <a:pt x="53157" y="83661"/>
                  </a:lnTo>
                  <a:lnTo>
                    <a:pt x="53270" y="77774"/>
                  </a:lnTo>
                  <a:lnTo>
                    <a:pt x="54021" y="72901"/>
                  </a:lnTo>
                  <a:lnTo>
                    <a:pt x="54083" y="72501"/>
                  </a:lnTo>
                  <a:lnTo>
                    <a:pt x="55062" y="69649"/>
                  </a:lnTo>
                  <a:lnTo>
                    <a:pt x="60117" y="69385"/>
                  </a:lnTo>
                  <a:lnTo>
                    <a:pt x="63155" y="67805"/>
                  </a:lnTo>
                  <a:lnTo>
                    <a:pt x="67209" y="67572"/>
                  </a:lnTo>
                  <a:lnTo>
                    <a:pt x="71421" y="68369"/>
                  </a:lnTo>
                  <a:lnTo>
                    <a:pt x="72850" y="70547"/>
                  </a:lnTo>
                  <a:lnTo>
                    <a:pt x="75496" y="71275"/>
                  </a:lnTo>
                  <a:lnTo>
                    <a:pt x="77982" y="69979"/>
                  </a:lnTo>
                  <a:lnTo>
                    <a:pt x="81086" y="70754"/>
                  </a:lnTo>
                  <a:lnTo>
                    <a:pt x="83044" y="74229"/>
                  </a:lnTo>
                  <a:lnTo>
                    <a:pt x="83912" y="78392"/>
                  </a:lnTo>
                  <a:lnTo>
                    <a:pt x="86727" y="81324"/>
                  </a:lnTo>
                  <a:lnTo>
                    <a:pt x="90449" y="83759"/>
                  </a:lnTo>
                  <a:lnTo>
                    <a:pt x="94918" y="83723"/>
                  </a:lnTo>
                  <a:lnTo>
                    <a:pt x="96253" y="81396"/>
                  </a:lnTo>
                  <a:lnTo>
                    <a:pt x="99864" y="75894"/>
                  </a:lnTo>
                  <a:lnTo>
                    <a:pt x="104554" y="70223"/>
                  </a:lnTo>
                  <a:lnTo>
                    <a:pt x="105462" y="63696"/>
                  </a:lnTo>
                  <a:lnTo>
                    <a:pt x="106270" y="58770"/>
                  </a:lnTo>
                  <a:lnTo>
                    <a:pt x="109896" y="34510"/>
                  </a:lnTo>
                  <a:lnTo>
                    <a:pt x="113089" y="13693"/>
                  </a:lnTo>
                  <a:lnTo>
                    <a:pt x="115196" y="0"/>
                  </a:lnTo>
                  <a:lnTo>
                    <a:pt x="121057" y="1026"/>
                  </a:lnTo>
                  <a:lnTo>
                    <a:pt x="190370" y="12287"/>
                  </a:lnTo>
                  <a:lnTo>
                    <a:pt x="195043" y="13009"/>
                  </a:lnTo>
                  <a:lnTo>
                    <a:pt x="199883" y="13753"/>
                  </a:lnTo>
                  <a:lnTo>
                    <a:pt x="219647" y="16747"/>
                  </a:lnTo>
                  <a:lnTo>
                    <a:pt x="220101" y="16815"/>
                  </a:lnTo>
                  <a:lnTo>
                    <a:pt x="232677" y="18678"/>
                  </a:lnTo>
                  <a:lnTo>
                    <a:pt x="298429" y="28050"/>
                  </a:lnTo>
                  <a:lnTo>
                    <a:pt x="298926" y="28118"/>
                  </a:lnTo>
                  <a:lnTo>
                    <a:pt x="307805" y="29420"/>
                  </a:lnTo>
                  <a:lnTo>
                    <a:pt x="309725" y="29658"/>
                  </a:lnTo>
                  <a:lnTo>
                    <a:pt x="322587" y="31236"/>
                  </a:lnTo>
                  <a:lnTo>
                    <a:pt x="344617" y="34054"/>
                  </a:lnTo>
                  <a:lnTo>
                    <a:pt x="364136" y="37004"/>
                  </a:lnTo>
                  <a:lnTo>
                    <a:pt x="396919" y="41036"/>
                  </a:lnTo>
                  <a:lnTo>
                    <a:pt x="432246" y="45068"/>
                  </a:lnTo>
                  <a:lnTo>
                    <a:pt x="463727" y="48569"/>
                  </a:lnTo>
                  <a:lnTo>
                    <a:pt x="462622" y="59460"/>
                  </a:lnTo>
                  <a:lnTo>
                    <a:pt x="456010" y="125724"/>
                  </a:lnTo>
                  <a:lnTo>
                    <a:pt x="455012" y="135721"/>
                  </a:lnTo>
                  <a:lnTo>
                    <a:pt x="453941" y="146468"/>
                  </a:lnTo>
                  <a:lnTo>
                    <a:pt x="451637" y="169685"/>
                  </a:lnTo>
                  <a:lnTo>
                    <a:pt x="449455" y="191594"/>
                  </a:lnTo>
                  <a:lnTo>
                    <a:pt x="447881" y="208039"/>
                  </a:lnTo>
                  <a:lnTo>
                    <a:pt x="446081" y="226904"/>
                  </a:lnTo>
                  <a:lnTo>
                    <a:pt x="442839" y="260146"/>
                  </a:lnTo>
                  <a:lnTo>
                    <a:pt x="442356" y="265117"/>
                  </a:lnTo>
                  <a:lnTo>
                    <a:pt x="436908" y="321662"/>
                  </a:lnTo>
                  <a:lnTo>
                    <a:pt x="436080" y="330187"/>
                  </a:lnTo>
                  <a:lnTo>
                    <a:pt x="432976" y="362281"/>
                  </a:lnTo>
                  <a:lnTo>
                    <a:pt x="431319" y="379818"/>
                  </a:lnTo>
                  <a:lnTo>
                    <a:pt x="427781" y="417463"/>
                  </a:lnTo>
                  <a:lnTo>
                    <a:pt x="424874" y="448100"/>
                  </a:lnTo>
                  <a:lnTo>
                    <a:pt x="422043" y="477949"/>
                  </a:lnTo>
                  <a:lnTo>
                    <a:pt x="419652" y="503015"/>
                  </a:lnTo>
                  <a:lnTo>
                    <a:pt x="415863" y="543460"/>
                  </a:lnTo>
                  <a:lnTo>
                    <a:pt x="382453" y="539763"/>
                  </a:lnTo>
                  <a:lnTo>
                    <a:pt x="357272" y="536861"/>
                  </a:lnTo>
                  <a:lnTo>
                    <a:pt x="309958" y="531329"/>
                  </a:lnTo>
                  <a:lnTo>
                    <a:pt x="263818" y="525594"/>
                  </a:lnTo>
                  <a:lnTo>
                    <a:pt x="242870" y="514667"/>
                  </a:lnTo>
                  <a:lnTo>
                    <a:pt x="171708" y="476768"/>
                  </a:lnTo>
                  <a:lnTo>
                    <a:pt x="103259" y="439883"/>
                  </a:lnTo>
                  <a:lnTo>
                    <a:pt x="74008" y="423767"/>
                  </a:lnTo>
                  <a:lnTo>
                    <a:pt x="0" y="382298"/>
                  </a:lnTo>
                  <a:lnTo>
                    <a:pt x="533" y="379847"/>
                  </a:lnTo>
                  <a:lnTo>
                    <a:pt x="2074" y="377611"/>
                  </a:lnTo>
                  <a:lnTo>
                    <a:pt x="899" y="3761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86264" y="2946981"/>
              <a:ext cx="7386" cy="9220"/>
            </a:xfrm>
            <a:custGeom>
              <a:avLst/>
              <a:pathLst>
                <a:path w="7386" h="9220">
                  <a:moveTo>
                    <a:pt x="0" y="8360"/>
                  </a:moveTo>
                  <a:lnTo>
                    <a:pt x="284" y="1532"/>
                  </a:lnTo>
                  <a:lnTo>
                    <a:pt x="3067" y="0"/>
                  </a:lnTo>
                  <a:lnTo>
                    <a:pt x="5534" y="4873"/>
                  </a:lnTo>
                  <a:lnTo>
                    <a:pt x="7386" y="7253"/>
                  </a:lnTo>
                  <a:lnTo>
                    <a:pt x="2909" y="922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51552" y="2877896"/>
              <a:ext cx="56241" cy="70582"/>
            </a:xfrm>
            <a:custGeom>
              <a:avLst/>
              <a:pathLst>
                <a:path w="56241" h="70582">
                  <a:moveTo>
                    <a:pt x="16217" y="69649"/>
                  </a:moveTo>
                  <a:lnTo>
                    <a:pt x="16750" y="66256"/>
                  </a:lnTo>
                  <a:lnTo>
                    <a:pt x="14843" y="61431"/>
                  </a:lnTo>
                  <a:lnTo>
                    <a:pt x="17278" y="60103"/>
                  </a:lnTo>
                  <a:lnTo>
                    <a:pt x="14951" y="52501"/>
                  </a:lnTo>
                  <a:lnTo>
                    <a:pt x="12564" y="44719"/>
                  </a:lnTo>
                  <a:lnTo>
                    <a:pt x="8817" y="33909"/>
                  </a:lnTo>
                  <a:lnTo>
                    <a:pt x="6251" y="27081"/>
                  </a:lnTo>
                  <a:lnTo>
                    <a:pt x="0" y="10276"/>
                  </a:lnTo>
                  <a:lnTo>
                    <a:pt x="11513" y="5549"/>
                  </a:lnTo>
                  <a:lnTo>
                    <a:pt x="12445" y="5165"/>
                  </a:lnTo>
                  <a:lnTo>
                    <a:pt x="14336" y="4385"/>
                  </a:lnTo>
                  <a:lnTo>
                    <a:pt x="17994" y="2880"/>
                  </a:lnTo>
                  <a:lnTo>
                    <a:pt x="24971" y="0"/>
                  </a:lnTo>
                  <a:lnTo>
                    <a:pt x="25967" y="2838"/>
                  </a:lnTo>
                  <a:lnTo>
                    <a:pt x="26940" y="5612"/>
                  </a:lnTo>
                  <a:lnTo>
                    <a:pt x="28668" y="10580"/>
                  </a:lnTo>
                  <a:lnTo>
                    <a:pt x="31230" y="9603"/>
                  </a:lnTo>
                  <a:lnTo>
                    <a:pt x="33028" y="14778"/>
                  </a:lnTo>
                  <a:lnTo>
                    <a:pt x="35107" y="18705"/>
                  </a:lnTo>
                  <a:lnTo>
                    <a:pt x="35993" y="18883"/>
                  </a:lnTo>
                  <a:lnTo>
                    <a:pt x="40129" y="19711"/>
                  </a:lnTo>
                  <a:lnTo>
                    <a:pt x="45170" y="23725"/>
                  </a:lnTo>
                  <a:lnTo>
                    <a:pt x="46408" y="24710"/>
                  </a:lnTo>
                  <a:lnTo>
                    <a:pt x="50663" y="24538"/>
                  </a:lnTo>
                  <a:lnTo>
                    <a:pt x="51625" y="27866"/>
                  </a:lnTo>
                  <a:lnTo>
                    <a:pt x="52093" y="29485"/>
                  </a:lnTo>
                  <a:lnTo>
                    <a:pt x="56241" y="37943"/>
                  </a:lnTo>
                  <a:lnTo>
                    <a:pt x="55388" y="39369"/>
                  </a:lnTo>
                  <a:lnTo>
                    <a:pt x="52998" y="42929"/>
                  </a:lnTo>
                  <a:lnTo>
                    <a:pt x="49080" y="42173"/>
                  </a:lnTo>
                  <a:lnTo>
                    <a:pt x="46472" y="42530"/>
                  </a:lnTo>
                  <a:lnTo>
                    <a:pt x="45895" y="46212"/>
                  </a:lnTo>
                  <a:lnTo>
                    <a:pt x="43570" y="47138"/>
                  </a:lnTo>
                  <a:lnTo>
                    <a:pt x="40952" y="47181"/>
                  </a:lnTo>
                  <a:lnTo>
                    <a:pt x="39382" y="48201"/>
                  </a:lnTo>
                  <a:lnTo>
                    <a:pt x="38739" y="48618"/>
                  </a:lnTo>
                  <a:lnTo>
                    <a:pt x="38462" y="53117"/>
                  </a:lnTo>
                  <a:lnTo>
                    <a:pt x="37816" y="56804"/>
                  </a:lnTo>
                  <a:lnTo>
                    <a:pt x="33362" y="58303"/>
                  </a:lnTo>
                  <a:lnTo>
                    <a:pt x="29496" y="60915"/>
                  </a:lnTo>
                  <a:lnTo>
                    <a:pt x="25469" y="64669"/>
                  </a:lnTo>
                  <a:lnTo>
                    <a:pt x="20629" y="67513"/>
                  </a:lnTo>
                  <a:lnTo>
                    <a:pt x="16380" y="705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43023" y="4039937"/>
              <a:ext cx="356050" cy="266375"/>
            </a:xfrm>
            <a:custGeom>
              <a:avLst/>
              <a:pathLst>
                <a:path w="356050" h="266375">
                  <a:moveTo>
                    <a:pt x="0" y="71465"/>
                  </a:moveTo>
                  <a:lnTo>
                    <a:pt x="1869" y="68309"/>
                  </a:lnTo>
                  <a:lnTo>
                    <a:pt x="1130" y="65754"/>
                  </a:lnTo>
                  <a:lnTo>
                    <a:pt x="3376" y="62308"/>
                  </a:lnTo>
                  <a:lnTo>
                    <a:pt x="5180" y="59209"/>
                  </a:lnTo>
                  <a:lnTo>
                    <a:pt x="8327" y="55772"/>
                  </a:lnTo>
                  <a:lnTo>
                    <a:pt x="11975" y="51413"/>
                  </a:lnTo>
                  <a:lnTo>
                    <a:pt x="12643" y="48551"/>
                  </a:lnTo>
                  <a:lnTo>
                    <a:pt x="13051" y="44381"/>
                  </a:lnTo>
                  <a:lnTo>
                    <a:pt x="19692" y="40665"/>
                  </a:lnTo>
                  <a:lnTo>
                    <a:pt x="27049" y="36533"/>
                  </a:lnTo>
                  <a:lnTo>
                    <a:pt x="34623" y="32302"/>
                  </a:lnTo>
                  <a:lnTo>
                    <a:pt x="36197" y="32313"/>
                  </a:lnTo>
                  <a:lnTo>
                    <a:pt x="37324" y="32321"/>
                  </a:lnTo>
                  <a:lnTo>
                    <a:pt x="40839" y="27499"/>
                  </a:lnTo>
                  <a:lnTo>
                    <a:pt x="48105" y="23998"/>
                  </a:lnTo>
                  <a:lnTo>
                    <a:pt x="51131" y="22536"/>
                  </a:lnTo>
                  <a:lnTo>
                    <a:pt x="56183" y="19501"/>
                  </a:lnTo>
                  <a:lnTo>
                    <a:pt x="58883" y="16669"/>
                  </a:lnTo>
                  <a:lnTo>
                    <a:pt x="63029" y="16124"/>
                  </a:lnTo>
                  <a:lnTo>
                    <a:pt x="65870" y="15749"/>
                  </a:lnTo>
                  <a:lnTo>
                    <a:pt x="67154" y="15579"/>
                  </a:lnTo>
                  <a:lnTo>
                    <a:pt x="72756" y="14529"/>
                  </a:lnTo>
                  <a:lnTo>
                    <a:pt x="80531" y="13063"/>
                  </a:lnTo>
                  <a:lnTo>
                    <a:pt x="85202" y="12177"/>
                  </a:lnTo>
                  <a:lnTo>
                    <a:pt x="90179" y="11319"/>
                  </a:lnTo>
                  <a:lnTo>
                    <a:pt x="96900" y="10154"/>
                  </a:lnTo>
                  <a:lnTo>
                    <a:pt x="104420" y="8840"/>
                  </a:lnTo>
                  <a:lnTo>
                    <a:pt x="123793" y="5410"/>
                  </a:lnTo>
                  <a:lnTo>
                    <a:pt x="132771" y="3909"/>
                  </a:lnTo>
                  <a:lnTo>
                    <a:pt x="135571" y="3438"/>
                  </a:lnTo>
                  <a:lnTo>
                    <a:pt x="155776" y="0"/>
                  </a:lnTo>
                  <a:lnTo>
                    <a:pt x="155860" y="205"/>
                  </a:lnTo>
                  <a:lnTo>
                    <a:pt x="156680" y="2207"/>
                  </a:lnTo>
                  <a:lnTo>
                    <a:pt x="156069" y="6815"/>
                  </a:lnTo>
                  <a:lnTo>
                    <a:pt x="157735" y="9009"/>
                  </a:lnTo>
                  <a:lnTo>
                    <a:pt x="164079" y="1868"/>
                  </a:lnTo>
                  <a:lnTo>
                    <a:pt x="166673" y="4190"/>
                  </a:lnTo>
                  <a:lnTo>
                    <a:pt x="172594" y="9484"/>
                  </a:lnTo>
                  <a:lnTo>
                    <a:pt x="177878" y="14198"/>
                  </a:lnTo>
                  <a:lnTo>
                    <a:pt x="178841" y="24107"/>
                  </a:lnTo>
                  <a:lnTo>
                    <a:pt x="195483" y="20780"/>
                  </a:lnTo>
                  <a:lnTo>
                    <a:pt x="212452" y="17095"/>
                  </a:lnTo>
                  <a:lnTo>
                    <a:pt x="229605" y="13317"/>
                  </a:lnTo>
                  <a:lnTo>
                    <a:pt x="240138" y="10921"/>
                  </a:lnTo>
                  <a:lnTo>
                    <a:pt x="240329" y="10878"/>
                  </a:lnTo>
                  <a:lnTo>
                    <a:pt x="256610" y="7134"/>
                  </a:lnTo>
                  <a:lnTo>
                    <a:pt x="257849" y="6847"/>
                  </a:lnTo>
                  <a:lnTo>
                    <a:pt x="276137" y="18180"/>
                  </a:lnTo>
                  <a:lnTo>
                    <a:pt x="277125" y="18789"/>
                  </a:lnTo>
                  <a:lnTo>
                    <a:pt x="285017" y="23654"/>
                  </a:lnTo>
                  <a:lnTo>
                    <a:pt x="306702" y="37664"/>
                  </a:lnTo>
                  <a:lnTo>
                    <a:pt x="309936" y="39744"/>
                  </a:lnTo>
                  <a:lnTo>
                    <a:pt x="332449" y="53846"/>
                  </a:lnTo>
                  <a:lnTo>
                    <a:pt x="346453" y="62608"/>
                  </a:lnTo>
                  <a:lnTo>
                    <a:pt x="349499" y="64508"/>
                  </a:lnTo>
                  <a:lnTo>
                    <a:pt x="356050" y="68671"/>
                  </a:lnTo>
                  <a:lnTo>
                    <a:pt x="347449" y="73967"/>
                  </a:lnTo>
                  <a:lnTo>
                    <a:pt x="341308" y="80029"/>
                  </a:lnTo>
                  <a:lnTo>
                    <a:pt x="336150" y="87082"/>
                  </a:lnTo>
                  <a:lnTo>
                    <a:pt x="332102" y="94112"/>
                  </a:lnTo>
                  <a:lnTo>
                    <a:pt x="329352" y="100927"/>
                  </a:lnTo>
                  <a:lnTo>
                    <a:pt x="327738" y="104914"/>
                  </a:lnTo>
                  <a:lnTo>
                    <a:pt x="324709" y="110204"/>
                  </a:lnTo>
                  <a:lnTo>
                    <a:pt x="322618" y="117991"/>
                  </a:lnTo>
                  <a:lnTo>
                    <a:pt x="322163" y="125072"/>
                  </a:lnTo>
                  <a:lnTo>
                    <a:pt x="322561" y="133088"/>
                  </a:lnTo>
                  <a:lnTo>
                    <a:pt x="323739" y="135643"/>
                  </a:lnTo>
                  <a:lnTo>
                    <a:pt x="321633" y="140809"/>
                  </a:lnTo>
                  <a:lnTo>
                    <a:pt x="318087" y="144927"/>
                  </a:lnTo>
                  <a:lnTo>
                    <a:pt x="317060" y="146119"/>
                  </a:lnTo>
                  <a:lnTo>
                    <a:pt x="314694" y="148508"/>
                  </a:lnTo>
                  <a:lnTo>
                    <a:pt x="314766" y="152091"/>
                  </a:lnTo>
                  <a:lnTo>
                    <a:pt x="314108" y="156221"/>
                  </a:lnTo>
                  <a:lnTo>
                    <a:pt x="309408" y="156628"/>
                  </a:lnTo>
                  <a:lnTo>
                    <a:pt x="305367" y="158887"/>
                  </a:lnTo>
                  <a:lnTo>
                    <a:pt x="301944" y="156641"/>
                  </a:lnTo>
                  <a:lnTo>
                    <a:pt x="298308" y="160163"/>
                  </a:lnTo>
                  <a:lnTo>
                    <a:pt x="297087" y="163567"/>
                  </a:lnTo>
                  <a:lnTo>
                    <a:pt x="300572" y="166840"/>
                  </a:lnTo>
                  <a:lnTo>
                    <a:pt x="298839" y="169857"/>
                  </a:lnTo>
                  <a:lnTo>
                    <a:pt x="292987" y="175626"/>
                  </a:lnTo>
                  <a:lnTo>
                    <a:pt x="291559" y="180002"/>
                  </a:lnTo>
                  <a:lnTo>
                    <a:pt x="285684" y="185029"/>
                  </a:lnTo>
                  <a:lnTo>
                    <a:pt x="282654" y="188620"/>
                  </a:lnTo>
                  <a:lnTo>
                    <a:pt x="282376" y="193258"/>
                  </a:lnTo>
                  <a:lnTo>
                    <a:pt x="277172" y="198563"/>
                  </a:lnTo>
                  <a:lnTo>
                    <a:pt x="275453" y="202042"/>
                  </a:lnTo>
                  <a:lnTo>
                    <a:pt x="270003" y="203585"/>
                  </a:lnTo>
                  <a:lnTo>
                    <a:pt x="265301" y="206959"/>
                  </a:lnTo>
                  <a:lnTo>
                    <a:pt x="262857" y="210406"/>
                  </a:lnTo>
                  <a:lnTo>
                    <a:pt x="259076" y="212729"/>
                  </a:lnTo>
                  <a:lnTo>
                    <a:pt x="258723" y="213106"/>
                  </a:lnTo>
                  <a:lnTo>
                    <a:pt x="253360" y="218822"/>
                  </a:lnTo>
                  <a:lnTo>
                    <a:pt x="248060" y="220755"/>
                  </a:lnTo>
                  <a:lnTo>
                    <a:pt x="243861" y="219562"/>
                  </a:lnTo>
                  <a:lnTo>
                    <a:pt x="243595" y="220705"/>
                  </a:lnTo>
                  <a:lnTo>
                    <a:pt x="243097" y="222844"/>
                  </a:lnTo>
                  <a:lnTo>
                    <a:pt x="245950" y="226758"/>
                  </a:lnTo>
                  <a:lnTo>
                    <a:pt x="248246" y="229388"/>
                  </a:lnTo>
                  <a:lnTo>
                    <a:pt x="247589" y="233947"/>
                  </a:lnTo>
                  <a:lnTo>
                    <a:pt x="242174" y="238779"/>
                  </a:lnTo>
                  <a:lnTo>
                    <a:pt x="238278" y="240905"/>
                  </a:lnTo>
                  <a:lnTo>
                    <a:pt x="234456" y="240173"/>
                  </a:lnTo>
                  <a:lnTo>
                    <a:pt x="228801" y="238399"/>
                  </a:lnTo>
                  <a:lnTo>
                    <a:pt x="225641" y="242113"/>
                  </a:lnTo>
                  <a:lnTo>
                    <a:pt x="228941" y="243780"/>
                  </a:lnTo>
                  <a:lnTo>
                    <a:pt x="233984" y="247029"/>
                  </a:lnTo>
                  <a:lnTo>
                    <a:pt x="231160" y="252771"/>
                  </a:lnTo>
                  <a:lnTo>
                    <a:pt x="225414" y="258671"/>
                  </a:lnTo>
                  <a:lnTo>
                    <a:pt x="222226" y="260320"/>
                  </a:lnTo>
                  <a:lnTo>
                    <a:pt x="221954" y="262285"/>
                  </a:lnTo>
                  <a:lnTo>
                    <a:pt x="221388" y="266375"/>
                  </a:lnTo>
                  <a:lnTo>
                    <a:pt x="216790" y="265331"/>
                  </a:lnTo>
                  <a:lnTo>
                    <a:pt x="211429" y="262645"/>
                  </a:lnTo>
                  <a:lnTo>
                    <a:pt x="209418" y="264607"/>
                  </a:lnTo>
                  <a:lnTo>
                    <a:pt x="203466" y="263365"/>
                  </a:lnTo>
                  <a:lnTo>
                    <a:pt x="201946" y="257944"/>
                  </a:lnTo>
                  <a:lnTo>
                    <a:pt x="199047" y="254089"/>
                  </a:lnTo>
                  <a:lnTo>
                    <a:pt x="198437" y="253278"/>
                  </a:lnTo>
                  <a:lnTo>
                    <a:pt x="199637" y="249526"/>
                  </a:lnTo>
                  <a:lnTo>
                    <a:pt x="198283" y="244558"/>
                  </a:lnTo>
                  <a:lnTo>
                    <a:pt x="194499" y="240894"/>
                  </a:lnTo>
                  <a:lnTo>
                    <a:pt x="192492" y="238950"/>
                  </a:lnTo>
                  <a:lnTo>
                    <a:pt x="191592" y="234320"/>
                  </a:lnTo>
                  <a:lnTo>
                    <a:pt x="184450" y="228798"/>
                  </a:lnTo>
                  <a:lnTo>
                    <a:pt x="183726" y="228695"/>
                  </a:lnTo>
                  <a:lnTo>
                    <a:pt x="180263" y="228199"/>
                  </a:lnTo>
                  <a:lnTo>
                    <a:pt x="175416" y="225881"/>
                  </a:lnTo>
                  <a:lnTo>
                    <a:pt x="174566" y="225474"/>
                  </a:lnTo>
                  <a:lnTo>
                    <a:pt x="173999" y="221283"/>
                  </a:lnTo>
                  <a:lnTo>
                    <a:pt x="171197" y="214193"/>
                  </a:lnTo>
                  <a:lnTo>
                    <a:pt x="171078" y="213753"/>
                  </a:lnTo>
                  <a:lnTo>
                    <a:pt x="169073" y="206361"/>
                  </a:lnTo>
                  <a:lnTo>
                    <a:pt x="164816" y="201307"/>
                  </a:lnTo>
                  <a:lnTo>
                    <a:pt x="161483" y="197910"/>
                  </a:lnTo>
                  <a:lnTo>
                    <a:pt x="160106" y="191781"/>
                  </a:lnTo>
                  <a:lnTo>
                    <a:pt x="156592" y="189921"/>
                  </a:lnTo>
                  <a:lnTo>
                    <a:pt x="151760" y="187360"/>
                  </a:lnTo>
                  <a:lnTo>
                    <a:pt x="150652" y="187185"/>
                  </a:lnTo>
                  <a:lnTo>
                    <a:pt x="147362" y="186667"/>
                  </a:lnTo>
                  <a:lnTo>
                    <a:pt x="139591" y="184014"/>
                  </a:lnTo>
                  <a:lnTo>
                    <a:pt x="138301" y="180178"/>
                  </a:lnTo>
                  <a:lnTo>
                    <a:pt x="138120" y="179643"/>
                  </a:lnTo>
                  <a:lnTo>
                    <a:pt x="131516" y="177655"/>
                  </a:lnTo>
                  <a:lnTo>
                    <a:pt x="131427" y="177178"/>
                  </a:lnTo>
                  <a:lnTo>
                    <a:pt x="130516" y="172280"/>
                  </a:lnTo>
                  <a:lnTo>
                    <a:pt x="123634" y="170202"/>
                  </a:lnTo>
                  <a:lnTo>
                    <a:pt x="123430" y="164193"/>
                  </a:lnTo>
                  <a:lnTo>
                    <a:pt x="122120" y="159778"/>
                  </a:lnTo>
                  <a:lnTo>
                    <a:pt x="116968" y="158077"/>
                  </a:lnTo>
                  <a:lnTo>
                    <a:pt x="114553" y="155461"/>
                  </a:lnTo>
                  <a:lnTo>
                    <a:pt x="113456" y="154271"/>
                  </a:lnTo>
                  <a:lnTo>
                    <a:pt x="107029" y="151092"/>
                  </a:lnTo>
                  <a:lnTo>
                    <a:pt x="106390" y="151025"/>
                  </a:lnTo>
                  <a:lnTo>
                    <a:pt x="102793" y="150651"/>
                  </a:lnTo>
                  <a:lnTo>
                    <a:pt x="99313" y="147169"/>
                  </a:lnTo>
                  <a:lnTo>
                    <a:pt x="97660" y="144809"/>
                  </a:lnTo>
                  <a:lnTo>
                    <a:pt x="95297" y="141433"/>
                  </a:lnTo>
                  <a:lnTo>
                    <a:pt x="87734" y="135021"/>
                  </a:lnTo>
                  <a:lnTo>
                    <a:pt x="79341" y="132569"/>
                  </a:lnTo>
                  <a:lnTo>
                    <a:pt x="72364" y="127751"/>
                  </a:lnTo>
                  <a:lnTo>
                    <a:pt x="69092" y="127684"/>
                  </a:lnTo>
                  <a:lnTo>
                    <a:pt x="68472" y="126807"/>
                  </a:lnTo>
                  <a:lnTo>
                    <a:pt x="65566" y="122697"/>
                  </a:lnTo>
                  <a:lnTo>
                    <a:pt x="65268" y="122355"/>
                  </a:lnTo>
                  <a:lnTo>
                    <a:pt x="60768" y="117199"/>
                  </a:lnTo>
                  <a:lnTo>
                    <a:pt x="54520" y="112490"/>
                  </a:lnTo>
                  <a:lnTo>
                    <a:pt x="51974" y="106968"/>
                  </a:lnTo>
                  <a:lnTo>
                    <a:pt x="50862" y="104555"/>
                  </a:lnTo>
                  <a:lnTo>
                    <a:pt x="48055" y="101226"/>
                  </a:lnTo>
                  <a:lnTo>
                    <a:pt x="47518" y="100588"/>
                  </a:lnTo>
                  <a:lnTo>
                    <a:pt x="43457" y="95839"/>
                  </a:lnTo>
                  <a:lnTo>
                    <a:pt x="41483" y="92570"/>
                  </a:lnTo>
                  <a:lnTo>
                    <a:pt x="38077" y="86823"/>
                  </a:lnTo>
                  <a:lnTo>
                    <a:pt x="34223" y="86692"/>
                  </a:lnTo>
                  <a:lnTo>
                    <a:pt x="29700" y="88414"/>
                  </a:lnTo>
                  <a:lnTo>
                    <a:pt x="29445" y="88511"/>
                  </a:lnTo>
                  <a:lnTo>
                    <a:pt x="25336" y="87484"/>
                  </a:lnTo>
                  <a:lnTo>
                    <a:pt x="25145" y="87362"/>
                  </a:lnTo>
                  <a:lnTo>
                    <a:pt x="21281" y="84872"/>
                  </a:lnTo>
                  <a:lnTo>
                    <a:pt x="20761" y="84447"/>
                  </a:lnTo>
                  <a:lnTo>
                    <a:pt x="16291" y="80794"/>
                  </a:lnTo>
                  <a:lnTo>
                    <a:pt x="11206" y="79870"/>
                  </a:lnTo>
                  <a:lnTo>
                    <a:pt x="6645" y="77655"/>
                  </a:lnTo>
                  <a:lnTo>
                    <a:pt x="1757" y="75302"/>
                  </a:lnTo>
                  <a:lnTo>
                    <a:pt x="1594" y="74946"/>
                  </a:lnTo>
                  <a:lnTo>
                    <a:pt x="438" y="724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698435" y="2891925"/>
              <a:ext cx="491503" cy="306132"/>
            </a:xfrm>
            <a:custGeom>
              <a:avLst/>
              <a:pathLst>
                <a:path w="491503" h="306132">
                  <a:moveTo>
                    <a:pt x="8390" y="83319"/>
                  </a:moveTo>
                  <a:lnTo>
                    <a:pt x="9549" y="83281"/>
                  </a:lnTo>
                  <a:lnTo>
                    <a:pt x="10052" y="72156"/>
                  </a:lnTo>
                  <a:lnTo>
                    <a:pt x="10429" y="64425"/>
                  </a:lnTo>
                  <a:lnTo>
                    <a:pt x="10957" y="53603"/>
                  </a:lnTo>
                  <a:lnTo>
                    <a:pt x="11553" y="39981"/>
                  </a:lnTo>
                  <a:lnTo>
                    <a:pt x="11839" y="34078"/>
                  </a:lnTo>
                  <a:lnTo>
                    <a:pt x="12649" y="17184"/>
                  </a:lnTo>
                  <a:lnTo>
                    <a:pt x="13086" y="7093"/>
                  </a:lnTo>
                  <a:lnTo>
                    <a:pt x="13141" y="5573"/>
                  </a:lnTo>
                  <a:lnTo>
                    <a:pt x="13343" y="0"/>
                  </a:lnTo>
                  <a:lnTo>
                    <a:pt x="36853" y="1130"/>
                  </a:lnTo>
                  <a:lnTo>
                    <a:pt x="50665" y="1733"/>
                  </a:lnTo>
                  <a:lnTo>
                    <a:pt x="63900" y="2286"/>
                  </a:lnTo>
                  <a:lnTo>
                    <a:pt x="77545" y="2820"/>
                  </a:lnTo>
                  <a:lnTo>
                    <a:pt x="80797" y="2942"/>
                  </a:lnTo>
                  <a:lnTo>
                    <a:pt x="84578" y="3081"/>
                  </a:lnTo>
                  <a:lnTo>
                    <a:pt x="95305" y="3452"/>
                  </a:lnTo>
                  <a:lnTo>
                    <a:pt x="104720" y="3764"/>
                  </a:lnTo>
                  <a:lnTo>
                    <a:pt x="118343" y="4194"/>
                  </a:lnTo>
                  <a:lnTo>
                    <a:pt x="133067" y="4616"/>
                  </a:lnTo>
                  <a:lnTo>
                    <a:pt x="138502" y="4759"/>
                  </a:lnTo>
                  <a:lnTo>
                    <a:pt x="150992" y="5064"/>
                  </a:lnTo>
                  <a:lnTo>
                    <a:pt x="165514" y="5392"/>
                  </a:lnTo>
                  <a:lnTo>
                    <a:pt x="177263" y="5606"/>
                  </a:lnTo>
                  <a:lnTo>
                    <a:pt x="193081" y="5858"/>
                  </a:lnTo>
                  <a:lnTo>
                    <a:pt x="214179" y="6121"/>
                  </a:lnTo>
                  <a:lnTo>
                    <a:pt x="229500" y="6252"/>
                  </a:lnTo>
                  <a:lnTo>
                    <a:pt x="230261" y="6259"/>
                  </a:lnTo>
                  <a:lnTo>
                    <a:pt x="242823" y="6352"/>
                  </a:lnTo>
                  <a:lnTo>
                    <a:pt x="251517" y="6445"/>
                  </a:lnTo>
                  <a:lnTo>
                    <a:pt x="268168" y="6520"/>
                  </a:lnTo>
                  <a:lnTo>
                    <a:pt x="278084" y="6563"/>
                  </a:lnTo>
                  <a:lnTo>
                    <a:pt x="284628" y="6519"/>
                  </a:lnTo>
                  <a:lnTo>
                    <a:pt x="292030" y="6543"/>
                  </a:lnTo>
                  <a:lnTo>
                    <a:pt x="300923" y="6484"/>
                  </a:lnTo>
                  <a:lnTo>
                    <a:pt x="316354" y="6345"/>
                  </a:lnTo>
                  <a:lnTo>
                    <a:pt x="321693" y="6303"/>
                  </a:lnTo>
                  <a:lnTo>
                    <a:pt x="338910" y="6172"/>
                  </a:lnTo>
                  <a:lnTo>
                    <a:pt x="344970" y="6112"/>
                  </a:lnTo>
                  <a:lnTo>
                    <a:pt x="357878" y="6027"/>
                  </a:lnTo>
                  <a:lnTo>
                    <a:pt x="378932" y="5597"/>
                  </a:lnTo>
                  <a:lnTo>
                    <a:pt x="382752" y="5519"/>
                  </a:lnTo>
                  <a:lnTo>
                    <a:pt x="384546" y="5481"/>
                  </a:lnTo>
                  <a:lnTo>
                    <a:pt x="396892" y="5204"/>
                  </a:lnTo>
                  <a:lnTo>
                    <a:pt x="411237" y="4800"/>
                  </a:lnTo>
                  <a:lnTo>
                    <a:pt x="430465" y="4141"/>
                  </a:lnTo>
                  <a:lnTo>
                    <a:pt x="439408" y="3810"/>
                  </a:lnTo>
                  <a:lnTo>
                    <a:pt x="471116" y="2613"/>
                  </a:lnTo>
                  <a:lnTo>
                    <a:pt x="470853" y="8211"/>
                  </a:lnTo>
                  <a:lnTo>
                    <a:pt x="470129" y="13124"/>
                  </a:lnTo>
                  <a:lnTo>
                    <a:pt x="467599" y="16340"/>
                  </a:lnTo>
                  <a:lnTo>
                    <a:pt x="465192" y="20742"/>
                  </a:lnTo>
                  <a:lnTo>
                    <a:pt x="460857" y="23629"/>
                  </a:lnTo>
                  <a:lnTo>
                    <a:pt x="456043" y="27998"/>
                  </a:lnTo>
                  <a:lnTo>
                    <a:pt x="454597" y="31117"/>
                  </a:lnTo>
                  <a:lnTo>
                    <a:pt x="455157" y="33334"/>
                  </a:lnTo>
                  <a:lnTo>
                    <a:pt x="455709" y="34006"/>
                  </a:lnTo>
                  <a:lnTo>
                    <a:pt x="459233" y="38286"/>
                  </a:lnTo>
                  <a:lnTo>
                    <a:pt x="461810" y="43227"/>
                  </a:lnTo>
                  <a:lnTo>
                    <a:pt x="463916" y="46824"/>
                  </a:lnTo>
                  <a:lnTo>
                    <a:pt x="466193" y="49085"/>
                  </a:lnTo>
                  <a:lnTo>
                    <a:pt x="469764" y="49124"/>
                  </a:lnTo>
                  <a:lnTo>
                    <a:pt x="473278" y="50915"/>
                  </a:lnTo>
                  <a:lnTo>
                    <a:pt x="475809" y="51727"/>
                  </a:lnTo>
                  <a:lnTo>
                    <a:pt x="478345" y="54205"/>
                  </a:lnTo>
                  <a:lnTo>
                    <a:pt x="479191" y="55885"/>
                  </a:lnTo>
                  <a:lnTo>
                    <a:pt x="480025" y="57539"/>
                  </a:lnTo>
                  <a:lnTo>
                    <a:pt x="480189" y="60944"/>
                  </a:lnTo>
                  <a:lnTo>
                    <a:pt x="481419" y="86585"/>
                  </a:lnTo>
                  <a:lnTo>
                    <a:pt x="482142" y="101694"/>
                  </a:lnTo>
                  <a:lnTo>
                    <a:pt x="482875" y="117016"/>
                  </a:lnTo>
                  <a:lnTo>
                    <a:pt x="483243" y="124728"/>
                  </a:lnTo>
                  <a:lnTo>
                    <a:pt x="484013" y="140865"/>
                  </a:lnTo>
                  <a:lnTo>
                    <a:pt x="484622" y="155236"/>
                  </a:lnTo>
                  <a:lnTo>
                    <a:pt x="485913" y="185784"/>
                  </a:lnTo>
                  <a:lnTo>
                    <a:pt x="487013" y="211928"/>
                  </a:lnTo>
                  <a:lnTo>
                    <a:pt x="487213" y="216493"/>
                  </a:lnTo>
                  <a:lnTo>
                    <a:pt x="477921" y="216884"/>
                  </a:lnTo>
                  <a:lnTo>
                    <a:pt x="478947" y="219559"/>
                  </a:lnTo>
                  <a:lnTo>
                    <a:pt x="478460" y="222703"/>
                  </a:lnTo>
                  <a:lnTo>
                    <a:pt x="483280" y="226775"/>
                  </a:lnTo>
                  <a:lnTo>
                    <a:pt x="483249" y="230162"/>
                  </a:lnTo>
                  <a:lnTo>
                    <a:pt x="483032" y="234328"/>
                  </a:lnTo>
                  <a:lnTo>
                    <a:pt x="479965" y="235246"/>
                  </a:lnTo>
                  <a:lnTo>
                    <a:pt x="481355" y="238142"/>
                  </a:lnTo>
                  <a:lnTo>
                    <a:pt x="481781" y="239030"/>
                  </a:lnTo>
                  <a:lnTo>
                    <a:pt x="483856" y="241261"/>
                  </a:lnTo>
                  <a:lnTo>
                    <a:pt x="486836" y="241125"/>
                  </a:lnTo>
                  <a:lnTo>
                    <a:pt x="488199" y="247912"/>
                  </a:lnTo>
                  <a:lnTo>
                    <a:pt x="489562" y="250447"/>
                  </a:lnTo>
                  <a:lnTo>
                    <a:pt x="488861" y="253241"/>
                  </a:lnTo>
                  <a:lnTo>
                    <a:pt x="488525" y="254578"/>
                  </a:lnTo>
                  <a:lnTo>
                    <a:pt x="485196" y="257155"/>
                  </a:lnTo>
                  <a:lnTo>
                    <a:pt x="486541" y="260167"/>
                  </a:lnTo>
                  <a:lnTo>
                    <a:pt x="484870" y="262657"/>
                  </a:lnTo>
                  <a:lnTo>
                    <a:pt x="486220" y="264208"/>
                  </a:lnTo>
                  <a:lnTo>
                    <a:pt x="483692" y="267559"/>
                  </a:lnTo>
                  <a:lnTo>
                    <a:pt x="483821" y="268786"/>
                  </a:lnTo>
                  <a:lnTo>
                    <a:pt x="484100" y="271428"/>
                  </a:lnTo>
                  <a:lnTo>
                    <a:pt x="481701" y="276007"/>
                  </a:lnTo>
                  <a:lnTo>
                    <a:pt x="479039" y="280381"/>
                  </a:lnTo>
                  <a:lnTo>
                    <a:pt x="479048" y="285117"/>
                  </a:lnTo>
                  <a:lnTo>
                    <a:pt x="481321" y="288320"/>
                  </a:lnTo>
                  <a:lnTo>
                    <a:pt x="485683" y="292268"/>
                  </a:lnTo>
                  <a:lnTo>
                    <a:pt x="489003" y="299162"/>
                  </a:lnTo>
                  <a:lnTo>
                    <a:pt x="489221" y="299615"/>
                  </a:lnTo>
                  <a:lnTo>
                    <a:pt x="488327" y="303072"/>
                  </a:lnTo>
                  <a:lnTo>
                    <a:pt x="489361" y="303705"/>
                  </a:lnTo>
                  <a:lnTo>
                    <a:pt x="491503" y="305283"/>
                  </a:lnTo>
                  <a:lnTo>
                    <a:pt x="487912" y="306132"/>
                  </a:lnTo>
                  <a:lnTo>
                    <a:pt x="486267" y="303780"/>
                  </a:lnTo>
                  <a:lnTo>
                    <a:pt x="480684" y="304380"/>
                  </a:lnTo>
                  <a:lnTo>
                    <a:pt x="479542" y="302576"/>
                  </a:lnTo>
                  <a:lnTo>
                    <a:pt x="477407" y="299199"/>
                  </a:lnTo>
                  <a:lnTo>
                    <a:pt x="474004" y="296048"/>
                  </a:lnTo>
                  <a:lnTo>
                    <a:pt x="474566" y="291146"/>
                  </a:lnTo>
                  <a:lnTo>
                    <a:pt x="469344" y="291015"/>
                  </a:lnTo>
                  <a:lnTo>
                    <a:pt x="467705" y="287927"/>
                  </a:lnTo>
                  <a:lnTo>
                    <a:pt x="467329" y="287774"/>
                  </a:lnTo>
                  <a:lnTo>
                    <a:pt x="460794" y="285108"/>
                  </a:lnTo>
                  <a:lnTo>
                    <a:pt x="457019" y="286066"/>
                  </a:lnTo>
                  <a:lnTo>
                    <a:pt x="453691" y="283370"/>
                  </a:lnTo>
                  <a:lnTo>
                    <a:pt x="453077" y="282872"/>
                  </a:lnTo>
                  <a:lnTo>
                    <a:pt x="446171" y="282283"/>
                  </a:lnTo>
                  <a:lnTo>
                    <a:pt x="443933" y="280627"/>
                  </a:lnTo>
                  <a:lnTo>
                    <a:pt x="440693" y="278225"/>
                  </a:lnTo>
                  <a:lnTo>
                    <a:pt x="439054" y="275375"/>
                  </a:lnTo>
                  <a:lnTo>
                    <a:pt x="434877" y="274412"/>
                  </a:lnTo>
                  <a:lnTo>
                    <a:pt x="432383" y="275355"/>
                  </a:lnTo>
                  <a:lnTo>
                    <a:pt x="427462" y="274629"/>
                  </a:lnTo>
                  <a:lnTo>
                    <a:pt x="425251" y="276448"/>
                  </a:lnTo>
                  <a:lnTo>
                    <a:pt x="423128" y="276165"/>
                  </a:lnTo>
                  <a:lnTo>
                    <a:pt x="421117" y="275897"/>
                  </a:lnTo>
                  <a:lnTo>
                    <a:pt x="415736" y="275839"/>
                  </a:lnTo>
                  <a:lnTo>
                    <a:pt x="413414" y="276296"/>
                  </a:lnTo>
                  <a:lnTo>
                    <a:pt x="409202" y="277122"/>
                  </a:lnTo>
                  <a:lnTo>
                    <a:pt x="402697" y="276050"/>
                  </a:lnTo>
                  <a:lnTo>
                    <a:pt x="399029" y="275523"/>
                  </a:lnTo>
                  <a:lnTo>
                    <a:pt x="397836" y="276648"/>
                  </a:lnTo>
                  <a:lnTo>
                    <a:pt x="396141" y="281428"/>
                  </a:lnTo>
                  <a:lnTo>
                    <a:pt x="393289" y="284076"/>
                  </a:lnTo>
                  <a:lnTo>
                    <a:pt x="387816" y="284687"/>
                  </a:lnTo>
                  <a:lnTo>
                    <a:pt x="383226" y="280898"/>
                  </a:lnTo>
                  <a:lnTo>
                    <a:pt x="380365" y="278187"/>
                  </a:lnTo>
                  <a:lnTo>
                    <a:pt x="380071" y="278093"/>
                  </a:lnTo>
                  <a:lnTo>
                    <a:pt x="374913" y="276448"/>
                  </a:lnTo>
                  <a:lnTo>
                    <a:pt x="371786" y="275294"/>
                  </a:lnTo>
                  <a:lnTo>
                    <a:pt x="369948" y="274321"/>
                  </a:lnTo>
                  <a:lnTo>
                    <a:pt x="364847" y="271614"/>
                  </a:lnTo>
                  <a:lnTo>
                    <a:pt x="361731" y="270722"/>
                  </a:lnTo>
                  <a:lnTo>
                    <a:pt x="358814" y="267757"/>
                  </a:lnTo>
                  <a:lnTo>
                    <a:pt x="357494" y="264698"/>
                  </a:lnTo>
                  <a:lnTo>
                    <a:pt x="334998" y="265090"/>
                  </a:lnTo>
                  <a:lnTo>
                    <a:pt x="308829" y="265397"/>
                  </a:lnTo>
                  <a:lnTo>
                    <a:pt x="290827" y="265533"/>
                  </a:lnTo>
                  <a:lnTo>
                    <a:pt x="270482" y="265612"/>
                  </a:lnTo>
                  <a:lnTo>
                    <a:pt x="248051" y="265622"/>
                  </a:lnTo>
                  <a:lnTo>
                    <a:pt x="196413" y="265283"/>
                  </a:lnTo>
                  <a:lnTo>
                    <a:pt x="181761" y="265053"/>
                  </a:lnTo>
                  <a:lnTo>
                    <a:pt x="126757" y="263827"/>
                  </a:lnTo>
                  <a:lnTo>
                    <a:pt x="105772" y="263208"/>
                  </a:lnTo>
                  <a:lnTo>
                    <a:pt x="81099" y="262386"/>
                  </a:lnTo>
                  <a:lnTo>
                    <a:pt x="67686" y="261891"/>
                  </a:lnTo>
                  <a:lnTo>
                    <a:pt x="37101" y="260633"/>
                  </a:lnTo>
                  <a:lnTo>
                    <a:pt x="35238" y="260554"/>
                  </a:lnTo>
                  <a:lnTo>
                    <a:pt x="0" y="258939"/>
                  </a:lnTo>
                  <a:lnTo>
                    <a:pt x="1194" y="233504"/>
                  </a:lnTo>
                  <a:lnTo>
                    <a:pt x="1952" y="216967"/>
                  </a:lnTo>
                  <a:lnTo>
                    <a:pt x="2056" y="214724"/>
                  </a:lnTo>
                  <a:lnTo>
                    <a:pt x="2279" y="209862"/>
                  </a:lnTo>
                  <a:lnTo>
                    <a:pt x="3527" y="183929"/>
                  </a:lnTo>
                  <a:lnTo>
                    <a:pt x="4782" y="158637"/>
                  </a:lnTo>
                  <a:lnTo>
                    <a:pt x="4953" y="155180"/>
                  </a:lnTo>
                  <a:lnTo>
                    <a:pt x="5258" y="149060"/>
                  </a:lnTo>
                  <a:lnTo>
                    <a:pt x="6642" y="120828"/>
                  </a:lnTo>
                  <a:lnTo>
                    <a:pt x="7162" y="1102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72897" y="3868290"/>
              <a:ext cx="588656" cy="243372"/>
            </a:xfrm>
            <a:custGeom>
              <a:avLst/>
              <a:pathLst>
                <a:path w="588656" h="243372">
                  <a:moveTo>
                    <a:pt x="315" y="240409"/>
                  </a:moveTo>
                  <a:lnTo>
                    <a:pt x="2751" y="239111"/>
                  </a:lnTo>
                  <a:lnTo>
                    <a:pt x="7544" y="237631"/>
                  </a:lnTo>
                  <a:lnTo>
                    <a:pt x="8299" y="233947"/>
                  </a:lnTo>
                  <a:lnTo>
                    <a:pt x="9482" y="230499"/>
                  </a:lnTo>
                  <a:lnTo>
                    <a:pt x="14556" y="230835"/>
                  </a:lnTo>
                  <a:lnTo>
                    <a:pt x="13469" y="226878"/>
                  </a:lnTo>
                  <a:lnTo>
                    <a:pt x="13572" y="223433"/>
                  </a:lnTo>
                  <a:lnTo>
                    <a:pt x="12802" y="219393"/>
                  </a:lnTo>
                  <a:lnTo>
                    <a:pt x="7663" y="217821"/>
                  </a:lnTo>
                  <a:lnTo>
                    <a:pt x="10583" y="214829"/>
                  </a:lnTo>
                  <a:lnTo>
                    <a:pt x="12460" y="209412"/>
                  </a:lnTo>
                  <a:lnTo>
                    <a:pt x="10265" y="205524"/>
                  </a:lnTo>
                  <a:lnTo>
                    <a:pt x="13137" y="204022"/>
                  </a:lnTo>
                  <a:lnTo>
                    <a:pt x="15012" y="204495"/>
                  </a:lnTo>
                  <a:lnTo>
                    <a:pt x="16275" y="200634"/>
                  </a:lnTo>
                  <a:lnTo>
                    <a:pt x="14213" y="197415"/>
                  </a:lnTo>
                  <a:lnTo>
                    <a:pt x="14289" y="192645"/>
                  </a:lnTo>
                  <a:lnTo>
                    <a:pt x="20007" y="192727"/>
                  </a:lnTo>
                  <a:lnTo>
                    <a:pt x="20809" y="190984"/>
                  </a:lnTo>
                  <a:lnTo>
                    <a:pt x="21228" y="186725"/>
                  </a:lnTo>
                  <a:lnTo>
                    <a:pt x="25030" y="184604"/>
                  </a:lnTo>
                  <a:lnTo>
                    <a:pt x="23206" y="182678"/>
                  </a:lnTo>
                  <a:lnTo>
                    <a:pt x="18678" y="179276"/>
                  </a:lnTo>
                  <a:lnTo>
                    <a:pt x="21030" y="173733"/>
                  </a:lnTo>
                  <a:lnTo>
                    <a:pt x="24768" y="173930"/>
                  </a:lnTo>
                  <a:lnTo>
                    <a:pt x="29174" y="170291"/>
                  </a:lnTo>
                  <a:lnTo>
                    <a:pt x="34139" y="167317"/>
                  </a:lnTo>
                  <a:lnTo>
                    <a:pt x="33333" y="164029"/>
                  </a:lnTo>
                  <a:lnTo>
                    <a:pt x="33566" y="161690"/>
                  </a:lnTo>
                  <a:lnTo>
                    <a:pt x="38700" y="159180"/>
                  </a:lnTo>
                  <a:lnTo>
                    <a:pt x="38472" y="158340"/>
                  </a:lnTo>
                  <a:lnTo>
                    <a:pt x="38083" y="156905"/>
                  </a:lnTo>
                  <a:lnTo>
                    <a:pt x="35371" y="154915"/>
                  </a:lnTo>
                  <a:lnTo>
                    <a:pt x="31582" y="150696"/>
                  </a:lnTo>
                  <a:lnTo>
                    <a:pt x="34264" y="148604"/>
                  </a:lnTo>
                  <a:lnTo>
                    <a:pt x="34531" y="143080"/>
                  </a:lnTo>
                  <a:lnTo>
                    <a:pt x="36938" y="140911"/>
                  </a:lnTo>
                  <a:lnTo>
                    <a:pt x="40218" y="137669"/>
                  </a:lnTo>
                  <a:lnTo>
                    <a:pt x="37507" y="133798"/>
                  </a:lnTo>
                  <a:lnTo>
                    <a:pt x="37213" y="133628"/>
                  </a:lnTo>
                  <a:lnTo>
                    <a:pt x="32236" y="130744"/>
                  </a:lnTo>
                  <a:lnTo>
                    <a:pt x="33034" y="128579"/>
                  </a:lnTo>
                  <a:lnTo>
                    <a:pt x="38473" y="128807"/>
                  </a:lnTo>
                  <a:lnTo>
                    <a:pt x="41468" y="124921"/>
                  </a:lnTo>
                  <a:lnTo>
                    <a:pt x="37100" y="122689"/>
                  </a:lnTo>
                  <a:lnTo>
                    <a:pt x="37556" y="119628"/>
                  </a:lnTo>
                  <a:lnTo>
                    <a:pt x="41453" y="119028"/>
                  </a:lnTo>
                  <a:lnTo>
                    <a:pt x="43021" y="118785"/>
                  </a:lnTo>
                  <a:lnTo>
                    <a:pt x="43550" y="115744"/>
                  </a:lnTo>
                  <a:lnTo>
                    <a:pt x="40882" y="112379"/>
                  </a:lnTo>
                  <a:lnTo>
                    <a:pt x="41960" y="108536"/>
                  </a:lnTo>
                  <a:lnTo>
                    <a:pt x="40318" y="105552"/>
                  </a:lnTo>
                  <a:lnTo>
                    <a:pt x="48875" y="104375"/>
                  </a:lnTo>
                  <a:lnTo>
                    <a:pt x="53917" y="103528"/>
                  </a:lnTo>
                  <a:lnTo>
                    <a:pt x="63270" y="101946"/>
                  </a:lnTo>
                  <a:lnTo>
                    <a:pt x="80644" y="99976"/>
                  </a:lnTo>
                  <a:lnTo>
                    <a:pt x="89763" y="98780"/>
                  </a:lnTo>
                  <a:lnTo>
                    <a:pt x="90283" y="98712"/>
                  </a:lnTo>
                  <a:lnTo>
                    <a:pt x="91014" y="98615"/>
                  </a:lnTo>
                  <a:lnTo>
                    <a:pt x="112095" y="95790"/>
                  </a:lnTo>
                  <a:lnTo>
                    <a:pt x="112406" y="95748"/>
                  </a:lnTo>
                  <a:lnTo>
                    <a:pt x="114010" y="95542"/>
                  </a:lnTo>
                  <a:lnTo>
                    <a:pt x="139399" y="92220"/>
                  </a:lnTo>
                  <a:lnTo>
                    <a:pt x="144570" y="91350"/>
                  </a:lnTo>
                  <a:lnTo>
                    <a:pt x="144771" y="91316"/>
                  </a:lnTo>
                  <a:lnTo>
                    <a:pt x="145344" y="86640"/>
                  </a:lnTo>
                  <a:lnTo>
                    <a:pt x="142903" y="79991"/>
                  </a:lnTo>
                  <a:lnTo>
                    <a:pt x="141320" y="75982"/>
                  </a:lnTo>
                  <a:lnTo>
                    <a:pt x="145438" y="75487"/>
                  </a:lnTo>
                  <a:lnTo>
                    <a:pt x="156931" y="75003"/>
                  </a:lnTo>
                  <a:lnTo>
                    <a:pt x="157033" y="77697"/>
                  </a:lnTo>
                  <a:lnTo>
                    <a:pt x="168106" y="75748"/>
                  </a:lnTo>
                  <a:lnTo>
                    <a:pt x="171798" y="75094"/>
                  </a:lnTo>
                  <a:lnTo>
                    <a:pt x="192249" y="71712"/>
                  </a:lnTo>
                  <a:lnTo>
                    <a:pt x="193072" y="71574"/>
                  </a:lnTo>
                  <a:lnTo>
                    <a:pt x="208466" y="68977"/>
                  </a:lnTo>
                  <a:lnTo>
                    <a:pt x="212239" y="68334"/>
                  </a:lnTo>
                  <a:lnTo>
                    <a:pt x="229488" y="65362"/>
                  </a:lnTo>
                  <a:lnTo>
                    <a:pt x="232943" y="64715"/>
                  </a:lnTo>
                  <a:lnTo>
                    <a:pt x="243837" y="62664"/>
                  </a:lnTo>
                  <a:lnTo>
                    <a:pt x="247073" y="63154"/>
                  </a:lnTo>
                  <a:lnTo>
                    <a:pt x="247860" y="63272"/>
                  </a:lnTo>
                  <a:lnTo>
                    <a:pt x="250706" y="61520"/>
                  </a:lnTo>
                  <a:lnTo>
                    <a:pt x="257468" y="60790"/>
                  </a:lnTo>
                  <a:lnTo>
                    <a:pt x="271931" y="59203"/>
                  </a:lnTo>
                  <a:lnTo>
                    <a:pt x="280611" y="58233"/>
                  </a:lnTo>
                  <a:lnTo>
                    <a:pt x="288077" y="57439"/>
                  </a:lnTo>
                  <a:lnTo>
                    <a:pt x="295235" y="56668"/>
                  </a:lnTo>
                  <a:lnTo>
                    <a:pt x="301198" y="55820"/>
                  </a:lnTo>
                  <a:lnTo>
                    <a:pt x="305160" y="55253"/>
                  </a:lnTo>
                  <a:lnTo>
                    <a:pt x="322174" y="52779"/>
                  </a:lnTo>
                  <a:lnTo>
                    <a:pt x="325744" y="51882"/>
                  </a:lnTo>
                  <a:lnTo>
                    <a:pt x="335402" y="49444"/>
                  </a:lnTo>
                  <a:lnTo>
                    <a:pt x="335758" y="49354"/>
                  </a:lnTo>
                  <a:lnTo>
                    <a:pt x="336758" y="49202"/>
                  </a:lnTo>
                  <a:lnTo>
                    <a:pt x="349327" y="47278"/>
                  </a:lnTo>
                  <a:lnTo>
                    <a:pt x="357863" y="46439"/>
                  </a:lnTo>
                  <a:lnTo>
                    <a:pt x="360040" y="46223"/>
                  </a:lnTo>
                  <a:lnTo>
                    <a:pt x="371186" y="45005"/>
                  </a:lnTo>
                  <a:lnTo>
                    <a:pt x="371666" y="44931"/>
                  </a:lnTo>
                  <a:lnTo>
                    <a:pt x="391091" y="41901"/>
                  </a:lnTo>
                  <a:lnTo>
                    <a:pt x="407699" y="39110"/>
                  </a:lnTo>
                  <a:lnTo>
                    <a:pt x="410073" y="38707"/>
                  </a:lnTo>
                  <a:lnTo>
                    <a:pt x="426717" y="35730"/>
                  </a:lnTo>
                  <a:lnTo>
                    <a:pt x="430684" y="35128"/>
                  </a:lnTo>
                  <a:lnTo>
                    <a:pt x="433220" y="34742"/>
                  </a:lnTo>
                  <a:lnTo>
                    <a:pt x="447387" y="32305"/>
                  </a:lnTo>
                  <a:lnTo>
                    <a:pt x="448160" y="30513"/>
                  </a:lnTo>
                  <a:lnTo>
                    <a:pt x="462248" y="27822"/>
                  </a:lnTo>
                  <a:lnTo>
                    <a:pt x="475807" y="25198"/>
                  </a:lnTo>
                  <a:lnTo>
                    <a:pt x="496020" y="21312"/>
                  </a:lnTo>
                  <a:lnTo>
                    <a:pt x="506681" y="19232"/>
                  </a:lnTo>
                  <a:lnTo>
                    <a:pt x="521928" y="15904"/>
                  </a:lnTo>
                  <a:lnTo>
                    <a:pt x="530327" y="14053"/>
                  </a:lnTo>
                  <a:lnTo>
                    <a:pt x="543652" y="11260"/>
                  </a:lnTo>
                  <a:lnTo>
                    <a:pt x="547153" y="10521"/>
                  </a:lnTo>
                  <a:lnTo>
                    <a:pt x="551940" y="9507"/>
                  </a:lnTo>
                  <a:lnTo>
                    <a:pt x="553898" y="9085"/>
                  </a:lnTo>
                  <a:lnTo>
                    <a:pt x="568464" y="5925"/>
                  </a:lnTo>
                  <a:lnTo>
                    <a:pt x="568873" y="3847"/>
                  </a:lnTo>
                  <a:lnTo>
                    <a:pt x="575498" y="2516"/>
                  </a:lnTo>
                  <a:lnTo>
                    <a:pt x="587916" y="0"/>
                  </a:lnTo>
                  <a:lnTo>
                    <a:pt x="586229" y="2530"/>
                  </a:lnTo>
                  <a:lnTo>
                    <a:pt x="585588" y="7312"/>
                  </a:lnTo>
                  <a:lnTo>
                    <a:pt x="587120" y="13202"/>
                  </a:lnTo>
                  <a:lnTo>
                    <a:pt x="585389" y="18522"/>
                  </a:lnTo>
                  <a:lnTo>
                    <a:pt x="586419" y="20427"/>
                  </a:lnTo>
                  <a:lnTo>
                    <a:pt x="588656" y="24561"/>
                  </a:lnTo>
                  <a:lnTo>
                    <a:pt x="584261" y="25309"/>
                  </a:lnTo>
                  <a:lnTo>
                    <a:pt x="579717" y="25749"/>
                  </a:lnTo>
                  <a:lnTo>
                    <a:pt x="575327" y="30815"/>
                  </a:lnTo>
                  <a:lnTo>
                    <a:pt x="574868" y="32240"/>
                  </a:lnTo>
                  <a:lnTo>
                    <a:pt x="574159" y="34442"/>
                  </a:lnTo>
                  <a:lnTo>
                    <a:pt x="573011" y="37999"/>
                  </a:lnTo>
                  <a:lnTo>
                    <a:pt x="570043" y="48025"/>
                  </a:lnTo>
                  <a:lnTo>
                    <a:pt x="566729" y="50431"/>
                  </a:lnTo>
                  <a:lnTo>
                    <a:pt x="563561" y="51236"/>
                  </a:lnTo>
                  <a:lnTo>
                    <a:pt x="562069" y="48690"/>
                  </a:lnTo>
                  <a:lnTo>
                    <a:pt x="556800" y="47775"/>
                  </a:lnTo>
                  <a:lnTo>
                    <a:pt x="556264" y="48360"/>
                  </a:lnTo>
                  <a:lnTo>
                    <a:pt x="553558" y="51309"/>
                  </a:lnTo>
                  <a:lnTo>
                    <a:pt x="551241" y="51277"/>
                  </a:lnTo>
                  <a:lnTo>
                    <a:pt x="548137" y="53595"/>
                  </a:lnTo>
                  <a:lnTo>
                    <a:pt x="544326" y="57280"/>
                  </a:lnTo>
                  <a:lnTo>
                    <a:pt x="543982" y="58295"/>
                  </a:lnTo>
                  <a:lnTo>
                    <a:pt x="541787" y="64757"/>
                  </a:lnTo>
                  <a:lnTo>
                    <a:pt x="539174" y="67521"/>
                  </a:lnTo>
                  <a:lnTo>
                    <a:pt x="536173" y="70692"/>
                  </a:lnTo>
                  <a:lnTo>
                    <a:pt x="532143" y="69693"/>
                  </a:lnTo>
                  <a:lnTo>
                    <a:pt x="532356" y="65000"/>
                  </a:lnTo>
                  <a:lnTo>
                    <a:pt x="531463" y="64181"/>
                  </a:lnTo>
                  <a:lnTo>
                    <a:pt x="529475" y="62356"/>
                  </a:lnTo>
                  <a:lnTo>
                    <a:pt x="523476" y="67574"/>
                  </a:lnTo>
                  <a:lnTo>
                    <a:pt x="520118" y="70592"/>
                  </a:lnTo>
                  <a:lnTo>
                    <a:pt x="520218" y="74205"/>
                  </a:lnTo>
                  <a:lnTo>
                    <a:pt x="518683" y="77063"/>
                  </a:lnTo>
                  <a:lnTo>
                    <a:pt x="515193" y="75679"/>
                  </a:lnTo>
                  <a:lnTo>
                    <a:pt x="513114" y="77333"/>
                  </a:lnTo>
                  <a:lnTo>
                    <a:pt x="512052" y="78177"/>
                  </a:lnTo>
                  <a:lnTo>
                    <a:pt x="513662" y="82554"/>
                  </a:lnTo>
                  <a:lnTo>
                    <a:pt x="511799" y="87197"/>
                  </a:lnTo>
                  <a:lnTo>
                    <a:pt x="510276" y="90380"/>
                  </a:lnTo>
                  <a:lnTo>
                    <a:pt x="509662" y="91662"/>
                  </a:lnTo>
                  <a:lnTo>
                    <a:pt x="504683" y="92229"/>
                  </a:lnTo>
                  <a:lnTo>
                    <a:pt x="501470" y="93935"/>
                  </a:lnTo>
                  <a:lnTo>
                    <a:pt x="497177" y="95955"/>
                  </a:lnTo>
                  <a:lnTo>
                    <a:pt x="495214" y="99762"/>
                  </a:lnTo>
                  <a:lnTo>
                    <a:pt x="491330" y="101483"/>
                  </a:lnTo>
                  <a:lnTo>
                    <a:pt x="490919" y="102648"/>
                  </a:lnTo>
                  <a:lnTo>
                    <a:pt x="489370" y="107038"/>
                  </a:lnTo>
                  <a:lnTo>
                    <a:pt x="485818" y="107510"/>
                  </a:lnTo>
                  <a:lnTo>
                    <a:pt x="481387" y="112831"/>
                  </a:lnTo>
                  <a:lnTo>
                    <a:pt x="479354" y="113981"/>
                  </a:lnTo>
                  <a:lnTo>
                    <a:pt x="476759" y="118088"/>
                  </a:lnTo>
                  <a:lnTo>
                    <a:pt x="470418" y="118992"/>
                  </a:lnTo>
                  <a:lnTo>
                    <a:pt x="465812" y="119783"/>
                  </a:lnTo>
                  <a:lnTo>
                    <a:pt x="465136" y="119963"/>
                  </a:lnTo>
                  <a:lnTo>
                    <a:pt x="457584" y="121959"/>
                  </a:lnTo>
                  <a:lnTo>
                    <a:pt x="452848" y="126732"/>
                  </a:lnTo>
                  <a:lnTo>
                    <a:pt x="448743" y="131627"/>
                  </a:lnTo>
                  <a:lnTo>
                    <a:pt x="446387" y="133304"/>
                  </a:lnTo>
                  <a:lnTo>
                    <a:pt x="446019" y="133565"/>
                  </a:lnTo>
                  <a:lnTo>
                    <a:pt x="445097" y="134221"/>
                  </a:lnTo>
                  <a:lnTo>
                    <a:pt x="442359" y="138801"/>
                  </a:lnTo>
                  <a:lnTo>
                    <a:pt x="443898" y="141711"/>
                  </a:lnTo>
                  <a:lnTo>
                    <a:pt x="442101" y="144147"/>
                  </a:lnTo>
                  <a:lnTo>
                    <a:pt x="443920" y="148512"/>
                  </a:lnTo>
                  <a:lnTo>
                    <a:pt x="443581" y="148906"/>
                  </a:lnTo>
                  <a:lnTo>
                    <a:pt x="439427" y="153716"/>
                  </a:lnTo>
                  <a:lnTo>
                    <a:pt x="433809" y="155391"/>
                  </a:lnTo>
                  <a:lnTo>
                    <a:pt x="430196" y="153533"/>
                  </a:lnTo>
                  <a:lnTo>
                    <a:pt x="426625" y="158020"/>
                  </a:lnTo>
                  <a:lnTo>
                    <a:pt x="426695" y="159872"/>
                  </a:lnTo>
                  <a:lnTo>
                    <a:pt x="427406" y="179212"/>
                  </a:lnTo>
                  <a:lnTo>
                    <a:pt x="414144" y="181732"/>
                  </a:lnTo>
                  <a:lnTo>
                    <a:pt x="406167" y="183186"/>
                  </a:lnTo>
                  <a:lnTo>
                    <a:pt x="398656" y="184597"/>
                  </a:lnTo>
                  <a:lnTo>
                    <a:pt x="395223" y="185234"/>
                  </a:lnTo>
                  <a:lnTo>
                    <a:pt x="392766" y="185688"/>
                  </a:lnTo>
                  <a:lnTo>
                    <a:pt x="389160" y="186353"/>
                  </a:lnTo>
                  <a:lnTo>
                    <a:pt x="380959" y="187891"/>
                  </a:lnTo>
                  <a:lnTo>
                    <a:pt x="380755" y="187929"/>
                  </a:lnTo>
                  <a:lnTo>
                    <a:pt x="376121" y="188792"/>
                  </a:lnTo>
                  <a:lnTo>
                    <a:pt x="360530" y="191732"/>
                  </a:lnTo>
                  <a:lnTo>
                    <a:pt x="359643" y="191898"/>
                  </a:lnTo>
                  <a:lnTo>
                    <a:pt x="353529" y="193119"/>
                  </a:lnTo>
                  <a:lnTo>
                    <a:pt x="352038" y="193415"/>
                  </a:lnTo>
                  <a:lnTo>
                    <a:pt x="345677" y="194466"/>
                  </a:lnTo>
                  <a:lnTo>
                    <a:pt x="336362" y="195992"/>
                  </a:lnTo>
                  <a:lnTo>
                    <a:pt x="317276" y="199039"/>
                  </a:lnTo>
                  <a:lnTo>
                    <a:pt x="286026" y="203892"/>
                  </a:lnTo>
                  <a:lnTo>
                    <a:pt x="285493" y="203981"/>
                  </a:lnTo>
                  <a:lnTo>
                    <a:pt x="274881" y="205745"/>
                  </a:lnTo>
                  <a:lnTo>
                    <a:pt x="252353" y="209241"/>
                  </a:lnTo>
                  <a:lnTo>
                    <a:pt x="248588" y="209757"/>
                  </a:lnTo>
                  <a:lnTo>
                    <a:pt x="221798" y="213359"/>
                  </a:lnTo>
                  <a:lnTo>
                    <a:pt x="221374" y="213415"/>
                  </a:lnTo>
                  <a:lnTo>
                    <a:pt x="220847" y="213488"/>
                  </a:lnTo>
                  <a:lnTo>
                    <a:pt x="206483" y="215464"/>
                  </a:lnTo>
                  <a:lnTo>
                    <a:pt x="193520" y="217216"/>
                  </a:lnTo>
                  <a:lnTo>
                    <a:pt x="192166" y="217398"/>
                  </a:lnTo>
                  <a:lnTo>
                    <a:pt x="175936" y="219603"/>
                  </a:lnTo>
                  <a:lnTo>
                    <a:pt x="166426" y="220953"/>
                  </a:lnTo>
                  <a:lnTo>
                    <a:pt x="165345" y="221105"/>
                  </a:lnTo>
                  <a:lnTo>
                    <a:pt x="150814" y="222983"/>
                  </a:lnTo>
                  <a:lnTo>
                    <a:pt x="151158" y="224034"/>
                  </a:lnTo>
                  <a:lnTo>
                    <a:pt x="147008" y="224632"/>
                  </a:lnTo>
                  <a:lnTo>
                    <a:pt x="139464" y="225659"/>
                  </a:lnTo>
                  <a:lnTo>
                    <a:pt x="138250" y="225824"/>
                  </a:lnTo>
                  <a:lnTo>
                    <a:pt x="131852" y="226686"/>
                  </a:lnTo>
                  <a:lnTo>
                    <a:pt x="109188" y="229827"/>
                  </a:lnTo>
                  <a:lnTo>
                    <a:pt x="106579" y="230180"/>
                  </a:lnTo>
                  <a:lnTo>
                    <a:pt x="92681" y="232036"/>
                  </a:lnTo>
                  <a:lnTo>
                    <a:pt x="92007" y="232125"/>
                  </a:lnTo>
                  <a:lnTo>
                    <a:pt x="79707" y="233765"/>
                  </a:lnTo>
                  <a:lnTo>
                    <a:pt x="68646" y="235218"/>
                  </a:lnTo>
                  <a:lnTo>
                    <a:pt x="62750" y="235984"/>
                  </a:lnTo>
                  <a:lnTo>
                    <a:pt x="47753" y="237822"/>
                  </a:lnTo>
                  <a:lnTo>
                    <a:pt x="43266" y="238365"/>
                  </a:lnTo>
                  <a:lnTo>
                    <a:pt x="41995" y="238519"/>
                  </a:lnTo>
                  <a:lnTo>
                    <a:pt x="36910" y="239129"/>
                  </a:lnTo>
                  <a:lnTo>
                    <a:pt x="0" y="24337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60397" y="4245705"/>
              <a:ext cx="990341" cy="932108"/>
            </a:xfrm>
            <a:custGeom>
              <a:avLst/>
              <a:pathLst>
                <a:path w="990341" h="932108">
                  <a:moveTo>
                    <a:pt x="1183" y="386626"/>
                  </a:moveTo>
                  <a:lnTo>
                    <a:pt x="1022" y="381590"/>
                  </a:lnTo>
                  <a:lnTo>
                    <a:pt x="2066" y="379105"/>
                  </a:lnTo>
                  <a:lnTo>
                    <a:pt x="9891" y="379676"/>
                  </a:lnTo>
                  <a:lnTo>
                    <a:pt x="20137" y="380410"/>
                  </a:lnTo>
                  <a:lnTo>
                    <a:pt x="33355" y="381333"/>
                  </a:lnTo>
                  <a:lnTo>
                    <a:pt x="48539" y="382397"/>
                  </a:lnTo>
                  <a:lnTo>
                    <a:pt x="67078" y="383648"/>
                  </a:lnTo>
                  <a:lnTo>
                    <a:pt x="111776" y="386640"/>
                  </a:lnTo>
                  <a:lnTo>
                    <a:pt x="129442" y="387680"/>
                  </a:lnTo>
                  <a:lnTo>
                    <a:pt x="134737" y="387982"/>
                  </a:lnTo>
                  <a:lnTo>
                    <a:pt x="150051" y="388831"/>
                  </a:lnTo>
                  <a:lnTo>
                    <a:pt x="196483" y="391214"/>
                  </a:lnTo>
                  <a:lnTo>
                    <a:pt x="199808" y="391368"/>
                  </a:lnTo>
                  <a:lnTo>
                    <a:pt x="219118" y="392222"/>
                  </a:lnTo>
                  <a:lnTo>
                    <a:pt x="248868" y="393426"/>
                  </a:lnTo>
                  <a:lnTo>
                    <a:pt x="268542" y="394145"/>
                  </a:lnTo>
                  <a:lnTo>
                    <a:pt x="268779" y="386579"/>
                  </a:lnTo>
                  <a:lnTo>
                    <a:pt x="268939" y="381512"/>
                  </a:lnTo>
                  <a:lnTo>
                    <a:pt x="269958" y="348522"/>
                  </a:lnTo>
                  <a:lnTo>
                    <a:pt x="270135" y="342766"/>
                  </a:lnTo>
                  <a:lnTo>
                    <a:pt x="270515" y="330608"/>
                  </a:lnTo>
                  <a:lnTo>
                    <a:pt x="270850" y="319898"/>
                  </a:lnTo>
                  <a:lnTo>
                    <a:pt x="271261" y="310298"/>
                  </a:lnTo>
                  <a:lnTo>
                    <a:pt x="272236" y="287541"/>
                  </a:lnTo>
                  <a:lnTo>
                    <a:pt x="272975" y="272740"/>
                  </a:lnTo>
                  <a:lnTo>
                    <a:pt x="273772" y="256799"/>
                  </a:lnTo>
                  <a:lnTo>
                    <a:pt x="274872" y="234564"/>
                  </a:lnTo>
                  <a:lnTo>
                    <a:pt x="275869" y="212265"/>
                  </a:lnTo>
                  <a:lnTo>
                    <a:pt x="276476" y="192705"/>
                  </a:lnTo>
                  <a:lnTo>
                    <a:pt x="276504" y="191820"/>
                  </a:lnTo>
                  <a:lnTo>
                    <a:pt x="276686" y="185967"/>
                  </a:lnTo>
                  <a:lnTo>
                    <a:pt x="277431" y="164919"/>
                  </a:lnTo>
                  <a:lnTo>
                    <a:pt x="277816" y="153739"/>
                  </a:lnTo>
                  <a:lnTo>
                    <a:pt x="278408" y="135615"/>
                  </a:lnTo>
                  <a:lnTo>
                    <a:pt x="278956" y="118907"/>
                  </a:lnTo>
                  <a:lnTo>
                    <a:pt x="279073" y="115539"/>
                  </a:lnTo>
                  <a:lnTo>
                    <a:pt x="280413" y="77019"/>
                  </a:lnTo>
                  <a:lnTo>
                    <a:pt x="280765" y="66763"/>
                  </a:lnTo>
                  <a:lnTo>
                    <a:pt x="281719" y="39064"/>
                  </a:lnTo>
                  <a:lnTo>
                    <a:pt x="282939" y="0"/>
                  </a:lnTo>
                  <a:lnTo>
                    <a:pt x="285739" y="104"/>
                  </a:lnTo>
                  <a:lnTo>
                    <a:pt x="345302" y="1939"/>
                  </a:lnTo>
                  <a:lnTo>
                    <a:pt x="354531" y="2192"/>
                  </a:lnTo>
                  <a:lnTo>
                    <a:pt x="369125" y="2563"/>
                  </a:lnTo>
                  <a:lnTo>
                    <a:pt x="383500" y="2868"/>
                  </a:lnTo>
                  <a:lnTo>
                    <a:pt x="421721" y="3509"/>
                  </a:lnTo>
                  <a:lnTo>
                    <a:pt x="431015" y="3596"/>
                  </a:lnTo>
                  <a:lnTo>
                    <a:pt x="435980" y="3637"/>
                  </a:lnTo>
                  <a:lnTo>
                    <a:pt x="456666" y="3837"/>
                  </a:lnTo>
                  <a:lnTo>
                    <a:pt x="459963" y="3856"/>
                  </a:lnTo>
                  <a:lnTo>
                    <a:pt x="476646" y="3925"/>
                  </a:lnTo>
                  <a:lnTo>
                    <a:pt x="498447" y="3965"/>
                  </a:lnTo>
                  <a:lnTo>
                    <a:pt x="498685" y="3965"/>
                  </a:lnTo>
                  <a:lnTo>
                    <a:pt x="498685" y="42938"/>
                  </a:lnTo>
                  <a:lnTo>
                    <a:pt x="498686" y="58246"/>
                  </a:lnTo>
                  <a:lnTo>
                    <a:pt x="498686" y="81244"/>
                  </a:lnTo>
                  <a:lnTo>
                    <a:pt x="498686" y="98505"/>
                  </a:lnTo>
                  <a:lnTo>
                    <a:pt x="498686" y="119526"/>
                  </a:lnTo>
                  <a:lnTo>
                    <a:pt x="498686" y="132924"/>
                  </a:lnTo>
                  <a:lnTo>
                    <a:pt x="498686" y="157789"/>
                  </a:lnTo>
                  <a:lnTo>
                    <a:pt x="498686" y="174082"/>
                  </a:lnTo>
                  <a:lnTo>
                    <a:pt x="498886" y="174027"/>
                  </a:lnTo>
                  <a:lnTo>
                    <a:pt x="503857" y="172660"/>
                  </a:lnTo>
                  <a:lnTo>
                    <a:pt x="510218" y="178768"/>
                  </a:lnTo>
                  <a:lnTo>
                    <a:pt x="511961" y="180438"/>
                  </a:lnTo>
                  <a:lnTo>
                    <a:pt x="515856" y="185037"/>
                  </a:lnTo>
                  <a:lnTo>
                    <a:pt x="520860" y="189775"/>
                  </a:lnTo>
                  <a:lnTo>
                    <a:pt x="527898" y="190302"/>
                  </a:lnTo>
                  <a:lnTo>
                    <a:pt x="529019" y="187405"/>
                  </a:lnTo>
                  <a:lnTo>
                    <a:pt x="537008" y="188308"/>
                  </a:lnTo>
                  <a:lnTo>
                    <a:pt x="537303" y="188341"/>
                  </a:lnTo>
                  <a:lnTo>
                    <a:pt x="540998" y="189720"/>
                  </a:lnTo>
                  <a:lnTo>
                    <a:pt x="542822" y="184305"/>
                  </a:lnTo>
                  <a:lnTo>
                    <a:pt x="546073" y="184721"/>
                  </a:lnTo>
                  <a:lnTo>
                    <a:pt x="551580" y="189101"/>
                  </a:lnTo>
                  <a:lnTo>
                    <a:pt x="555544" y="194433"/>
                  </a:lnTo>
                  <a:lnTo>
                    <a:pt x="556283" y="195425"/>
                  </a:lnTo>
                  <a:lnTo>
                    <a:pt x="557971" y="204144"/>
                  </a:lnTo>
                  <a:lnTo>
                    <a:pt x="562212" y="204537"/>
                  </a:lnTo>
                  <a:lnTo>
                    <a:pt x="567538" y="205190"/>
                  </a:lnTo>
                  <a:lnTo>
                    <a:pt x="571617" y="204484"/>
                  </a:lnTo>
                  <a:lnTo>
                    <a:pt x="575320" y="204800"/>
                  </a:lnTo>
                  <a:lnTo>
                    <a:pt x="576206" y="204875"/>
                  </a:lnTo>
                  <a:lnTo>
                    <a:pt x="581223" y="208600"/>
                  </a:lnTo>
                  <a:lnTo>
                    <a:pt x="586013" y="208933"/>
                  </a:lnTo>
                  <a:lnTo>
                    <a:pt x="591133" y="211042"/>
                  </a:lnTo>
                  <a:lnTo>
                    <a:pt x="594581" y="210801"/>
                  </a:lnTo>
                  <a:lnTo>
                    <a:pt x="597615" y="208011"/>
                  </a:lnTo>
                  <a:lnTo>
                    <a:pt x="600396" y="208691"/>
                  </a:lnTo>
                  <a:lnTo>
                    <a:pt x="602825" y="209283"/>
                  </a:lnTo>
                  <a:lnTo>
                    <a:pt x="606479" y="213954"/>
                  </a:lnTo>
                  <a:lnTo>
                    <a:pt x="610412" y="216574"/>
                  </a:lnTo>
                  <a:lnTo>
                    <a:pt x="614160" y="214956"/>
                  </a:lnTo>
                  <a:lnTo>
                    <a:pt x="614823" y="214670"/>
                  </a:lnTo>
                  <a:lnTo>
                    <a:pt x="615929" y="210847"/>
                  </a:lnTo>
                  <a:lnTo>
                    <a:pt x="618404" y="208289"/>
                  </a:lnTo>
                  <a:lnTo>
                    <a:pt x="621732" y="209161"/>
                  </a:lnTo>
                  <a:lnTo>
                    <a:pt x="628601" y="210702"/>
                  </a:lnTo>
                  <a:lnTo>
                    <a:pt x="632733" y="211760"/>
                  </a:lnTo>
                  <a:lnTo>
                    <a:pt x="634929" y="209343"/>
                  </a:lnTo>
                  <a:lnTo>
                    <a:pt x="636011" y="208150"/>
                  </a:lnTo>
                  <a:lnTo>
                    <a:pt x="637858" y="212514"/>
                  </a:lnTo>
                  <a:lnTo>
                    <a:pt x="637973" y="217389"/>
                  </a:lnTo>
                  <a:lnTo>
                    <a:pt x="639246" y="221413"/>
                  </a:lnTo>
                  <a:lnTo>
                    <a:pt x="644914" y="221848"/>
                  </a:lnTo>
                  <a:lnTo>
                    <a:pt x="649181" y="222177"/>
                  </a:lnTo>
                  <a:lnTo>
                    <a:pt x="648858" y="228029"/>
                  </a:lnTo>
                  <a:lnTo>
                    <a:pt x="649052" y="230930"/>
                  </a:lnTo>
                  <a:lnTo>
                    <a:pt x="649127" y="232050"/>
                  </a:lnTo>
                  <a:lnTo>
                    <a:pt x="655456" y="234439"/>
                  </a:lnTo>
                  <a:lnTo>
                    <a:pt x="659967" y="231625"/>
                  </a:lnTo>
                  <a:lnTo>
                    <a:pt x="663077" y="227598"/>
                  </a:lnTo>
                  <a:lnTo>
                    <a:pt x="669393" y="221629"/>
                  </a:lnTo>
                  <a:lnTo>
                    <a:pt x="674039" y="223540"/>
                  </a:lnTo>
                  <a:lnTo>
                    <a:pt x="675089" y="227542"/>
                  </a:lnTo>
                  <a:lnTo>
                    <a:pt x="677702" y="229488"/>
                  </a:lnTo>
                  <a:lnTo>
                    <a:pt x="677924" y="229653"/>
                  </a:lnTo>
                  <a:lnTo>
                    <a:pt x="683143" y="227758"/>
                  </a:lnTo>
                  <a:lnTo>
                    <a:pt x="683324" y="228024"/>
                  </a:lnTo>
                  <a:lnTo>
                    <a:pt x="685821" y="231716"/>
                  </a:lnTo>
                  <a:lnTo>
                    <a:pt x="686467" y="235830"/>
                  </a:lnTo>
                  <a:lnTo>
                    <a:pt x="691709" y="236049"/>
                  </a:lnTo>
                  <a:lnTo>
                    <a:pt x="695613" y="231924"/>
                  </a:lnTo>
                  <a:lnTo>
                    <a:pt x="700812" y="228670"/>
                  </a:lnTo>
                  <a:lnTo>
                    <a:pt x="703714" y="227354"/>
                  </a:lnTo>
                  <a:lnTo>
                    <a:pt x="706787" y="233124"/>
                  </a:lnTo>
                  <a:lnTo>
                    <a:pt x="704019" y="236502"/>
                  </a:lnTo>
                  <a:lnTo>
                    <a:pt x="708381" y="244059"/>
                  </a:lnTo>
                  <a:lnTo>
                    <a:pt x="712633" y="242763"/>
                  </a:lnTo>
                  <a:lnTo>
                    <a:pt x="712765" y="239341"/>
                  </a:lnTo>
                  <a:lnTo>
                    <a:pt x="713342" y="235932"/>
                  </a:lnTo>
                  <a:lnTo>
                    <a:pt x="714896" y="232110"/>
                  </a:lnTo>
                  <a:lnTo>
                    <a:pt x="719967" y="229233"/>
                  </a:lnTo>
                  <a:lnTo>
                    <a:pt x="719645" y="226443"/>
                  </a:lnTo>
                  <a:lnTo>
                    <a:pt x="722244" y="224061"/>
                  </a:lnTo>
                  <a:lnTo>
                    <a:pt x="722806" y="224003"/>
                  </a:lnTo>
                  <a:lnTo>
                    <a:pt x="723558" y="223926"/>
                  </a:lnTo>
                  <a:lnTo>
                    <a:pt x="725686" y="223706"/>
                  </a:lnTo>
                  <a:lnTo>
                    <a:pt x="726403" y="227561"/>
                  </a:lnTo>
                  <a:lnTo>
                    <a:pt x="729983" y="232317"/>
                  </a:lnTo>
                  <a:lnTo>
                    <a:pt x="734052" y="230265"/>
                  </a:lnTo>
                  <a:lnTo>
                    <a:pt x="735417" y="232573"/>
                  </a:lnTo>
                  <a:lnTo>
                    <a:pt x="740170" y="233298"/>
                  </a:lnTo>
                  <a:lnTo>
                    <a:pt x="742258" y="229270"/>
                  </a:lnTo>
                  <a:lnTo>
                    <a:pt x="743764" y="225701"/>
                  </a:lnTo>
                  <a:lnTo>
                    <a:pt x="748651" y="228459"/>
                  </a:lnTo>
                  <a:lnTo>
                    <a:pt x="748994" y="228651"/>
                  </a:lnTo>
                  <a:lnTo>
                    <a:pt x="748943" y="233016"/>
                  </a:lnTo>
                  <a:lnTo>
                    <a:pt x="750448" y="233992"/>
                  </a:lnTo>
                  <a:lnTo>
                    <a:pt x="754053" y="233932"/>
                  </a:lnTo>
                  <a:lnTo>
                    <a:pt x="755781" y="237777"/>
                  </a:lnTo>
                  <a:lnTo>
                    <a:pt x="760594" y="237000"/>
                  </a:lnTo>
                  <a:lnTo>
                    <a:pt x="763126" y="239854"/>
                  </a:lnTo>
                  <a:lnTo>
                    <a:pt x="764980" y="242473"/>
                  </a:lnTo>
                  <a:lnTo>
                    <a:pt x="766266" y="244288"/>
                  </a:lnTo>
                  <a:lnTo>
                    <a:pt x="770225" y="240540"/>
                  </a:lnTo>
                  <a:lnTo>
                    <a:pt x="772319" y="237403"/>
                  </a:lnTo>
                  <a:lnTo>
                    <a:pt x="775938" y="239148"/>
                  </a:lnTo>
                  <a:lnTo>
                    <a:pt x="779866" y="234364"/>
                  </a:lnTo>
                  <a:lnTo>
                    <a:pt x="781325" y="231545"/>
                  </a:lnTo>
                  <a:lnTo>
                    <a:pt x="787725" y="230413"/>
                  </a:lnTo>
                  <a:lnTo>
                    <a:pt x="797033" y="227029"/>
                  </a:lnTo>
                  <a:lnTo>
                    <a:pt x="800583" y="227845"/>
                  </a:lnTo>
                  <a:lnTo>
                    <a:pt x="803721" y="227994"/>
                  </a:lnTo>
                  <a:lnTo>
                    <a:pt x="805510" y="228078"/>
                  </a:lnTo>
                  <a:lnTo>
                    <a:pt x="807726" y="226743"/>
                  </a:lnTo>
                  <a:lnTo>
                    <a:pt x="811455" y="224492"/>
                  </a:lnTo>
                  <a:lnTo>
                    <a:pt x="816365" y="223378"/>
                  </a:lnTo>
                  <a:lnTo>
                    <a:pt x="821139" y="221259"/>
                  </a:lnTo>
                  <a:lnTo>
                    <a:pt x="824563" y="221096"/>
                  </a:lnTo>
                  <a:lnTo>
                    <a:pt x="827049" y="224611"/>
                  </a:lnTo>
                  <a:lnTo>
                    <a:pt x="832833" y="225764"/>
                  </a:lnTo>
                  <a:lnTo>
                    <a:pt x="839803" y="225480"/>
                  </a:lnTo>
                  <a:lnTo>
                    <a:pt x="842847" y="224782"/>
                  </a:lnTo>
                  <a:lnTo>
                    <a:pt x="844809" y="224330"/>
                  </a:lnTo>
                  <a:lnTo>
                    <a:pt x="846767" y="219660"/>
                  </a:lnTo>
                  <a:lnTo>
                    <a:pt x="848619" y="216726"/>
                  </a:lnTo>
                  <a:lnTo>
                    <a:pt x="853884" y="218488"/>
                  </a:lnTo>
                  <a:lnTo>
                    <a:pt x="854366" y="218649"/>
                  </a:lnTo>
                  <a:lnTo>
                    <a:pt x="858496" y="221180"/>
                  </a:lnTo>
                  <a:lnTo>
                    <a:pt x="862237" y="224672"/>
                  </a:lnTo>
                  <a:lnTo>
                    <a:pt x="867042" y="225293"/>
                  </a:lnTo>
                  <a:lnTo>
                    <a:pt x="870322" y="228767"/>
                  </a:lnTo>
                  <a:lnTo>
                    <a:pt x="873217" y="231598"/>
                  </a:lnTo>
                  <a:lnTo>
                    <a:pt x="877840" y="234555"/>
                  </a:lnTo>
                  <a:lnTo>
                    <a:pt x="883338" y="233464"/>
                  </a:lnTo>
                  <a:lnTo>
                    <a:pt x="885981" y="235689"/>
                  </a:lnTo>
                  <a:lnTo>
                    <a:pt x="887299" y="236799"/>
                  </a:lnTo>
                  <a:lnTo>
                    <a:pt x="893653" y="239374"/>
                  </a:lnTo>
                  <a:lnTo>
                    <a:pt x="897909" y="239413"/>
                  </a:lnTo>
                  <a:lnTo>
                    <a:pt x="901377" y="243410"/>
                  </a:lnTo>
                  <a:lnTo>
                    <a:pt x="904459" y="241804"/>
                  </a:lnTo>
                  <a:lnTo>
                    <a:pt x="909678" y="246790"/>
                  </a:lnTo>
                  <a:lnTo>
                    <a:pt x="912018" y="247664"/>
                  </a:lnTo>
                  <a:lnTo>
                    <a:pt x="914556" y="248292"/>
                  </a:lnTo>
                  <a:lnTo>
                    <a:pt x="915658" y="247285"/>
                  </a:lnTo>
                  <a:lnTo>
                    <a:pt x="918221" y="247342"/>
                  </a:lnTo>
                  <a:lnTo>
                    <a:pt x="922925" y="245950"/>
                  </a:lnTo>
                  <a:lnTo>
                    <a:pt x="924814" y="246358"/>
                  </a:lnTo>
                  <a:lnTo>
                    <a:pt x="926919" y="244318"/>
                  </a:lnTo>
                  <a:lnTo>
                    <a:pt x="929963" y="245381"/>
                  </a:lnTo>
                  <a:lnTo>
                    <a:pt x="935163" y="245504"/>
                  </a:lnTo>
                  <a:lnTo>
                    <a:pt x="937426" y="247174"/>
                  </a:lnTo>
                  <a:lnTo>
                    <a:pt x="938090" y="257282"/>
                  </a:lnTo>
                  <a:lnTo>
                    <a:pt x="938658" y="266494"/>
                  </a:lnTo>
                  <a:lnTo>
                    <a:pt x="938990" y="271676"/>
                  </a:lnTo>
                  <a:lnTo>
                    <a:pt x="939610" y="281377"/>
                  </a:lnTo>
                  <a:lnTo>
                    <a:pt x="940357" y="293713"/>
                  </a:lnTo>
                  <a:lnTo>
                    <a:pt x="941102" y="305789"/>
                  </a:lnTo>
                  <a:lnTo>
                    <a:pt x="941552" y="313098"/>
                  </a:lnTo>
                  <a:lnTo>
                    <a:pt x="942113" y="322228"/>
                  </a:lnTo>
                  <a:lnTo>
                    <a:pt x="942804" y="333482"/>
                  </a:lnTo>
                  <a:lnTo>
                    <a:pt x="943749" y="348510"/>
                  </a:lnTo>
                  <a:lnTo>
                    <a:pt x="943907" y="351019"/>
                  </a:lnTo>
                  <a:lnTo>
                    <a:pt x="944807" y="365653"/>
                  </a:lnTo>
                  <a:lnTo>
                    <a:pt x="945118" y="370730"/>
                  </a:lnTo>
                  <a:lnTo>
                    <a:pt x="945958" y="383440"/>
                  </a:lnTo>
                  <a:lnTo>
                    <a:pt x="946955" y="384486"/>
                  </a:lnTo>
                  <a:lnTo>
                    <a:pt x="951135" y="388867"/>
                  </a:lnTo>
                  <a:lnTo>
                    <a:pt x="956407" y="391413"/>
                  </a:lnTo>
                  <a:lnTo>
                    <a:pt x="959021" y="395514"/>
                  </a:lnTo>
                  <a:lnTo>
                    <a:pt x="961099" y="398769"/>
                  </a:lnTo>
                  <a:lnTo>
                    <a:pt x="965428" y="407649"/>
                  </a:lnTo>
                  <a:lnTo>
                    <a:pt x="964850" y="414547"/>
                  </a:lnTo>
                  <a:lnTo>
                    <a:pt x="963688" y="417815"/>
                  </a:lnTo>
                  <a:lnTo>
                    <a:pt x="967567" y="422697"/>
                  </a:lnTo>
                  <a:lnTo>
                    <a:pt x="972348" y="424389"/>
                  </a:lnTo>
                  <a:lnTo>
                    <a:pt x="970770" y="427609"/>
                  </a:lnTo>
                  <a:lnTo>
                    <a:pt x="974904" y="430839"/>
                  </a:lnTo>
                  <a:lnTo>
                    <a:pt x="977423" y="435329"/>
                  </a:lnTo>
                  <a:lnTo>
                    <a:pt x="977287" y="441834"/>
                  </a:lnTo>
                  <a:lnTo>
                    <a:pt x="982165" y="445127"/>
                  </a:lnTo>
                  <a:lnTo>
                    <a:pt x="983467" y="451767"/>
                  </a:lnTo>
                  <a:lnTo>
                    <a:pt x="983606" y="451749"/>
                  </a:lnTo>
                  <a:lnTo>
                    <a:pt x="987230" y="451286"/>
                  </a:lnTo>
                  <a:lnTo>
                    <a:pt x="988541" y="451118"/>
                  </a:lnTo>
                  <a:lnTo>
                    <a:pt x="988472" y="456099"/>
                  </a:lnTo>
                  <a:lnTo>
                    <a:pt x="989597" y="462783"/>
                  </a:lnTo>
                  <a:lnTo>
                    <a:pt x="989213" y="466598"/>
                  </a:lnTo>
                  <a:lnTo>
                    <a:pt x="988666" y="470266"/>
                  </a:lnTo>
                  <a:lnTo>
                    <a:pt x="990341" y="473874"/>
                  </a:lnTo>
                  <a:lnTo>
                    <a:pt x="988814" y="478114"/>
                  </a:lnTo>
                  <a:lnTo>
                    <a:pt x="988553" y="478839"/>
                  </a:lnTo>
                  <a:lnTo>
                    <a:pt x="988117" y="484697"/>
                  </a:lnTo>
                  <a:lnTo>
                    <a:pt x="984803" y="490595"/>
                  </a:lnTo>
                  <a:lnTo>
                    <a:pt x="984201" y="495770"/>
                  </a:lnTo>
                  <a:lnTo>
                    <a:pt x="980303" y="500853"/>
                  </a:lnTo>
                  <a:lnTo>
                    <a:pt x="980543" y="503694"/>
                  </a:lnTo>
                  <a:lnTo>
                    <a:pt x="977389" y="508107"/>
                  </a:lnTo>
                  <a:lnTo>
                    <a:pt x="979053" y="511353"/>
                  </a:lnTo>
                  <a:lnTo>
                    <a:pt x="980040" y="517979"/>
                  </a:lnTo>
                  <a:lnTo>
                    <a:pt x="977481" y="520565"/>
                  </a:lnTo>
                  <a:lnTo>
                    <a:pt x="976964" y="521087"/>
                  </a:lnTo>
                  <a:lnTo>
                    <a:pt x="976184" y="527020"/>
                  </a:lnTo>
                  <a:lnTo>
                    <a:pt x="980539" y="531470"/>
                  </a:lnTo>
                  <a:lnTo>
                    <a:pt x="980415" y="534242"/>
                  </a:lnTo>
                  <a:lnTo>
                    <a:pt x="980341" y="535886"/>
                  </a:lnTo>
                  <a:lnTo>
                    <a:pt x="981355" y="540307"/>
                  </a:lnTo>
                  <a:lnTo>
                    <a:pt x="981790" y="545636"/>
                  </a:lnTo>
                  <a:lnTo>
                    <a:pt x="981993" y="550737"/>
                  </a:lnTo>
                  <a:lnTo>
                    <a:pt x="981832" y="550922"/>
                  </a:lnTo>
                  <a:lnTo>
                    <a:pt x="979325" y="553796"/>
                  </a:lnTo>
                  <a:lnTo>
                    <a:pt x="974569" y="560006"/>
                  </a:lnTo>
                  <a:lnTo>
                    <a:pt x="973159" y="565376"/>
                  </a:lnTo>
                  <a:lnTo>
                    <a:pt x="971594" y="567436"/>
                  </a:lnTo>
                  <a:lnTo>
                    <a:pt x="970156" y="569327"/>
                  </a:lnTo>
                  <a:lnTo>
                    <a:pt x="966052" y="573879"/>
                  </a:lnTo>
                  <a:lnTo>
                    <a:pt x="969218" y="577269"/>
                  </a:lnTo>
                  <a:lnTo>
                    <a:pt x="971539" y="580396"/>
                  </a:lnTo>
                  <a:lnTo>
                    <a:pt x="973656" y="583172"/>
                  </a:lnTo>
                  <a:lnTo>
                    <a:pt x="971923" y="584312"/>
                  </a:lnTo>
                  <a:lnTo>
                    <a:pt x="964169" y="584576"/>
                  </a:lnTo>
                  <a:lnTo>
                    <a:pt x="956944" y="586043"/>
                  </a:lnTo>
                  <a:lnTo>
                    <a:pt x="949034" y="589605"/>
                  </a:lnTo>
                  <a:lnTo>
                    <a:pt x="934567" y="597079"/>
                  </a:lnTo>
                  <a:lnTo>
                    <a:pt x="933311" y="597725"/>
                  </a:lnTo>
                  <a:lnTo>
                    <a:pt x="923529" y="602749"/>
                  </a:lnTo>
                  <a:lnTo>
                    <a:pt x="916448" y="606470"/>
                  </a:lnTo>
                  <a:lnTo>
                    <a:pt x="910789" y="610065"/>
                  </a:lnTo>
                  <a:lnTo>
                    <a:pt x="906383" y="615722"/>
                  </a:lnTo>
                  <a:lnTo>
                    <a:pt x="907211" y="618967"/>
                  </a:lnTo>
                  <a:lnTo>
                    <a:pt x="901169" y="623894"/>
                  </a:lnTo>
                  <a:lnTo>
                    <a:pt x="884513" y="636330"/>
                  </a:lnTo>
                  <a:lnTo>
                    <a:pt x="877932" y="643037"/>
                  </a:lnTo>
                  <a:lnTo>
                    <a:pt x="877184" y="643798"/>
                  </a:lnTo>
                  <a:lnTo>
                    <a:pt x="872227" y="647937"/>
                  </a:lnTo>
                  <a:lnTo>
                    <a:pt x="864377" y="656140"/>
                  </a:lnTo>
                  <a:lnTo>
                    <a:pt x="858021" y="662394"/>
                  </a:lnTo>
                  <a:lnTo>
                    <a:pt x="853603" y="663266"/>
                  </a:lnTo>
                  <a:lnTo>
                    <a:pt x="848491" y="666525"/>
                  </a:lnTo>
                  <a:lnTo>
                    <a:pt x="842287" y="670470"/>
                  </a:lnTo>
                  <a:lnTo>
                    <a:pt x="835052" y="675121"/>
                  </a:lnTo>
                  <a:lnTo>
                    <a:pt x="825298" y="681626"/>
                  </a:lnTo>
                  <a:lnTo>
                    <a:pt x="810893" y="688995"/>
                  </a:lnTo>
                  <a:lnTo>
                    <a:pt x="796058" y="697161"/>
                  </a:lnTo>
                  <a:lnTo>
                    <a:pt x="785806" y="704452"/>
                  </a:lnTo>
                  <a:lnTo>
                    <a:pt x="782023" y="707557"/>
                  </a:lnTo>
                  <a:lnTo>
                    <a:pt x="781122" y="708296"/>
                  </a:lnTo>
                  <a:lnTo>
                    <a:pt x="777210" y="714050"/>
                  </a:lnTo>
                  <a:lnTo>
                    <a:pt x="762677" y="722894"/>
                  </a:lnTo>
                  <a:lnTo>
                    <a:pt x="755973" y="728224"/>
                  </a:lnTo>
                  <a:lnTo>
                    <a:pt x="750433" y="733144"/>
                  </a:lnTo>
                  <a:lnTo>
                    <a:pt x="745867" y="737726"/>
                  </a:lnTo>
                  <a:lnTo>
                    <a:pt x="743244" y="740354"/>
                  </a:lnTo>
                  <a:lnTo>
                    <a:pt x="734375" y="751330"/>
                  </a:lnTo>
                  <a:lnTo>
                    <a:pt x="731379" y="757684"/>
                  </a:lnTo>
                  <a:lnTo>
                    <a:pt x="731292" y="757867"/>
                  </a:lnTo>
                  <a:lnTo>
                    <a:pt x="727800" y="762215"/>
                  </a:lnTo>
                  <a:lnTo>
                    <a:pt x="724019" y="768366"/>
                  </a:lnTo>
                  <a:lnTo>
                    <a:pt x="718638" y="779012"/>
                  </a:lnTo>
                  <a:lnTo>
                    <a:pt x="717870" y="780761"/>
                  </a:lnTo>
                  <a:lnTo>
                    <a:pt x="715311" y="786585"/>
                  </a:lnTo>
                  <a:lnTo>
                    <a:pt x="712439" y="793940"/>
                  </a:lnTo>
                  <a:lnTo>
                    <a:pt x="709513" y="803548"/>
                  </a:lnTo>
                  <a:lnTo>
                    <a:pt x="708751" y="807040"/>
                  </a:lnTo>
                  <a:lnTo>
                    <a:pt x="707925" y="810821"/>
                  </a:lnTo>
                  <a:lnTo>
                    <a:pt x="706698" y="826063"/>
                  </a:lnTo>
                  <a:lnTo>
                    <a:pt x="708011" y="841200"/>
                  </a:lnTo>
                  <a:lnTo>
                    <a:pt x="711917" y="857070"/>
                  </a:lnTo>
                  <a:lnTo>
                    <a:pt x="714942" y="865795"/>
                  </a:lnTo>
                  <a:lnTo>
                    <a:pt x="717847" y="874153"/>
                  </a:lnTo>
                  <a:lnTo>
                    <a:pt x="720168" y="882077"/>
                  </a:lnTo>
                  <a:lnTo>
                    <a:pt x="722829" y="891147"/>
                  </a:lnTo>
                  <a:lnTo>
                    <a:pt x="726386" y="910429"/>
                  </a:lnTo>
                  <a:lnTo>
                    <a:pt x="727085" y="916055"/>
                  </a:lnTo>
                  <a:lnTo>
                    <a:pt x="727701" y="920076"/>
                  </a:lnTo>
                  <a:lnTo>
                    <a:pt x="726865" y="922024"/>
                  </a:lnTo>
                  <a:lnTo>
                    <a:pt x="722802" y="921122"/>
                  </a:lnTo>
                  <a:lnTo>
                    <a:pt x="717226" y="923508"/>
                  </a:lnTo>
                  <a:lnTo>
                    <a:pt x="712344" y="924726"/>
                  </a:lnTo>
                  <a:lnTo>
                    <a:pt x="710170" y="926587"/>
                  </a:lnTo>
                  <a:lnTo>
                    <a:pt x="710714" y="929487"/>
                  </a:lnTo>
                  <a:lnTo>
                    <a:pt x="709748" y="932013"/>
                  </a:lnTo>
                  <a:lnTo>
                    <a:pt x="705751" y="932108"/>
                  </a:lnTo>
                  <a:lnTo>
                    <a:pt x="703095" y="928801"/>
                  </a:lnTo>
                  <a:lnTo>
                    <a:pt x="699711" y="928835"/>
                  </a:lnTo>
                  <a:lnTo>
                    <a:pt x="695933" y="925469"/>
                  </a:lnTo>
                  <a:lnTo>
                    <a:pt x="692720" y="924010"/>
                  </a:lnTo>
                  <a:lnTo>
                    <a:pt x="687661" y="918175"/>
                  </a:lnTo>
                  <a:lnTo>
                    <a:pt x="683376" y="916825"/>
                  </a:lnTo>
                  <a:lnTo>
                    <a:pt x="678408" y="916199"/>
                  </a:lnTo>
                  <a:lnTo>
                    <a:pt x="675446" y="914268"/>
                  </a:lnTo>
                  <a:lnTo>
                    <a:pt x="670074" y="914180"/>
                  </a:lnTo>
                  <a:lnTo>
                    <a:pt x="669358" y="914168"/>
                  </a:lnTo>
                  <a:lnTo>
                    <a:pt x="663493" y="914174"/>
                  </a:lnTo>
                  <a:lnTo>
                    <a:pt x="658146" y="913928"/>
                  </a:lnTo>
                  <a:lnTo>
                    <a:pt x="655917" y="915939"/>
                  </a:lnTo>
                  <a:lnTo>
                    <a:pt x="652618" y="914785"/>
                  </a:lnTo>
                  <a:lnTo>
                    <a:pt x="651737" y="914477"/>
                  </a:lnTo>
                  <a:lnTo>
                    <a:pt x="647059" y="914868"/>
                  </a:lnTo>
                  <a:lnTo>
                    <a:pt x="643245" y="914917"/>
                  </a:lnTo>
                  <a:lnTo>
                    <a:pt x="639073" y="913529"/>
                  </a:lnTo>
                  <a:lnTo>
                    <a:pt x="634681" y="910405"/>
                  </a:lnTo>
                  <a:lnTo>
                    <a:pt x="627913" y="906379"/>
                  </a:lnTo>
                  <a:lnTo>
                    <a:pt x="623390" y="902874"/>
                  </a:lnTo>
                  <a:lnTo>
                    <a:pt x="618492" y="901600"/>
                  </a:lnTo>
                  <a:lnTo>
                    <a:pt x="612651" y="899922"/>
                  </a:lnTo>
                  <a:lnTo>
                    <a:pt x="611284" y="899279"/>
                  </a:lnTo>
                  <a:lnTo>
                    <a:pt x="609650" y="898510"/>
                  </a:lnTo>
                  <a:lnTo>
                    <a:pt x="606406" y="899956"/>
                  </a:lnTo>
                  <a:lnTo>
                    <a:pt x="602804" y="897434"/>
                  </a:lnTo>
                  <a:lnTo>
                    <a:pt x="596260" y="892235"/>
                  </a:lnTo>
                  <a:lnTo>
                    <a:pt x="594026" y="888540"/>
                  </a:lnTo>
                  <a:lnTo>
                    <a:pt x="587354" y="889657"/>
                  </a:lnTo>
                  <a:lnTo>
                    <a:pt x="581940" y="886553"/>
                  </a:lnTo>
                  <a:lnTo>
                    <a:pt x="576015" y="885054"/>
                  </a:lnTo>
                  <a:lnTo>
                    <a:pt x="572058" y="886449"/>
                  </a:lnTo>
                  <a:lnTo>
                    <a:pt x="569731" y="883887"/>
                  </a:lnTo>
                  <a:lnTo>
                    <a:pt x="571229" y="879467"/>
                  </a:lnTo>
                  <a:lnTo>
                    <a:pt x="570143" y="877448"/>
                  </a:lnTo>
                  <a:lnTo>
                    <a:pt x="564812" y="873198"/>
                  </a:lnTo>
                  <a:lnTo>
                    <a:pt x="564368" y="871481"/>
                  </a:lnTo>
                  <a:lnTo>
                    <a:pt x="562421" y="863957"/>
                  </a:lnTo>
                  <a:lnTo>
                    <a:pt x="561709" y="858026"/>
                  </a:lnTo>
                  <a:lnTo>
                    <a:pt x="558999" y="852530"/>
                  </a:lnTo>
                  <a:lnTo>
                    <a:pt x="556884" y="847771"/>
                  </a:lnTo>
                  <a:lnTo>
                    <a:pt x="552069" y="844633"/>
                  </a:lnTo>
                  <a:lnTo>
                    <a:pt x="549480" y="840378"/>
                  </a:lnTo>
                  <a:lnTo>
                    <a:pt x="547370" y="835744"/>
                  </a:lnTo>
                  <a:lnTo>
                    <a:pt x="542617" y="831982"/>
                  </a:lnTo>
                  <a:lnTo>
                    <a:pt x="542965" y="824953"/>
                  </a:lnTo>
                  <a:lnTo>
                    <a:pt x="543903" y="820397"/>
                  </a:lnTo>
                  <a:lnTo>
                    <a:pt x="542665" y="814823"/>
                  </a:lnTo>
                  <a:lnTo>
                    <a:pt x="541412" y="811447"/>
                  </a:lnTo>
                  <a:lnTo>
                    <a:pt x="541213" y="810909"/>
                  </a:lnTo>
                  <a:lnTo>
                    <a:pt x="539252" y="808616"/>
                  </a:lnTo>
                  <a:lnTo>
                    <a:pt x="535945" y="807668"/>
                  </a:lnTo>
                  <a:lnTo>
                    <a:pt x="539235" y="798399"/>
                  </a:lnTo>
                  <a:lnTo>
                    <a:pt x="538619" y="794999"/>
                  </a:lnTo>
                  <a:lnTo>
                    <a:pt x="538408" y="790739"/>
                  </a:lnTo>
                  <a:lnTo>
                    <a:pt x="535976" y="790891"/>
                  </a:lnTo>
                  <a:lnTo>
                    <a:pt x="535801" y="783817"/>
                  </a:lnTo>
                  <a:lnTo>
                    <a:pt x="533683" y="780859"/>
                  </a:lnTo>
                  <a:lnTo>
                    <a:pt x="528335" y="779128"/>
                  </a:lnTo>
                  <a:lnTo>
                    <a:pt x="522012" y="777373"/>
                  </a:lnTo>
                  <a:lnTo>
                    <a:pt x="517746" y="771980"/>
                  </a:lnTo>
                  <a:lnTo>
                    <a:pt x="514344" y="769839"/>
                  </a:lnTo>
                  <a:lnTo>
                    <a:pt x="510944" y="766623"/>
                  </a:lnTo>
                  <a:lnTo>
                    <a:pt x="508332" y="762661"/>
                  </a:lnTo>
                  <a:lnTo>
                    <a:pt x="506238" y="758232"/>
                  </a:lnTo>
                  <a:lnTo>
                    <a:pt x="505206" y="754517"/>
                  </a:lnTo>
                  <a:lnTo>
                    <a:pt x="504047" y="750188"/>
                  </a:lnTo>
                  <a:lnTo>
                    <a:pt x="499899" y="748186"/>
                  </a:lnTo>
                  <a:lnTo>
                    <a:pt x="496459" y="741012"/>
                  </a:lnTo>
                  <a:lnTo>
                    <a:pt x="492791" y="736503"/>
                  </a:lnTo>
                  <a:lnTo>
                    <a:pt x="485034" y="731740"/>
                  </a:lnTo>
                  <a:lnTo>
                    <a:pt x="483226" y="730208"/>
                  </a:lnTo>
                  <a:lnTo>
                    <a:pt x="477741" y="725554"/>
                  </a:lnTo>
                  <a:lnTo>
                    <a:pt x="476189" y="721123"/>
                  </a:lnTo>
                  <a:lnTo>
                    <a:pt x="473633" y="715799"/>
                  </a:lnTo>
                  <a:lnTo>
                    <a:pt x="472347" y="710129"/>
                  </a:lnTo>
                  <a:lnTo>
                    <a:pt x="469920" y="705760"/>
                  </a:lnTo>
                  <a:lnTo>
                    <a:pt x="468324" y="702395"/>
                  </a:lnTo>
                  <a:lnTo>
                    <a:pt x="467687" y="697174"/>
                  </a:lnTo>
                  <a:lnTo>
                    <a:pt x="463690" y="693570"/>
                  </a:lnTo>
                  <a:lnTo>
                    <a:pt x="459672" y="689611"/>
                  </a:lnTo>
                  <a:lnTo>
                    <a:pt x="459200" y="684835"/>
                  </a:lnTo>
                  <a:lnTo>
                    <a:pt x="457169" y="680767"/>
                  </a:lnTo>
                  <a:lnTo>
                    <a:pt x="456969" y="677053"/>
                  </a:lnTo>
                  <a:lnTo>
                    <a:pt x="453788" y="674393"/>
                  </a:lnTo>
                  <a:lnTo>
                    <a:pt x="449902" y="668477"/>
                  </a:lnTo>
                  <a:lnTo>
                    <a:pt x="448392" y="663816"/>
                  </a:lnTo>
                  <a:lnTo>
                    <a:pt x="447405" y="657322"/>
                  </a:lnTo>
                  <a:lnTo>
                    <a:pt x="446580" y="652780"/>
                  </a:lnTo>
                  <a:lnTo>
                    <a:pt x="446322" y="651361"/>
                  </a:lnTo>
                  <a:lnTo>
                    <a:pt x="442239" y="648769"/>
                  </a:lnTo>
                  <a:lnTo>
                    <a:pt x="438757" y="645306"/>
                  </a:lnTo>
                  <a:lnTo>
                    <a:pt x="437010" y="640125"/>
                  </a:lnTo>
                  <a:lnTo>
                    <a:pt x="436534" y="639676"/>
                  </a:lnTo>
                  <a:lnTo>
                    <a:pt x="432933" y="636277"/>
                  </a:lnTo>
                  <a:lnTo>
                    <a:pt x="430001" y="633071"/>
                  </a:lnTo>
                  <a:lnTo>
                    <a:pt x="421622" y="628135"/>
                  </a:lnTo>
                  <a:lnTo>
                    <a:pt x="416710" y="619768"/>
                  </a:lnTo>
                  <a:lnTo>
                    <a:pt x="410742" y="618395"/>
                  </a:lnTo>
                  <a:lnTo>
                    <a:pt x="406520" y="614261"/>
                  </a:lnTo>
                  <a:lnTo>
                    <a:pt x="401714" y="614188"/>
                  </a:lnTo>
                  <a:lnTo>
                    <a:pt x="397865" y="609108"/>
                  </a:lnTo>
                  <a:lnTo>
                    <a:pt x="397796" y="603629"/>
                  </a:lnTo>
                  <a:lnTo>
                    <a:pt x="393203" y="601523"/>
                  </a:lnTo>
                  <a:lnTo>
                    <a:pt x="390711" y="595023"/>
                  </a:lnTo>
                  <a:lnTo>
                    <a:pt x="386663" y="593072"/>
                  </a:lnTo>
                  <a:lnTo>
                    <a:pt x="382836" y="592578"/>
                  </a:lnTo>
                  <a:lnTo>
                    <a:pt x="378379" y="589875"/>
                  </a:lnTo>
                  <a:lnTo>
                    <a:pt x="371171" y="592315"/>
                  </a:lnTo>
                  <a:lnTo>
                    <a:pt x="366578" y="592008"/>
                  </a:lnTo>
                  <a:lnTo>
                    <a:pt x="362942" y="590958"/>
                  </a:lnTo>
                  <a:lnTo>
                    <a:pt x="359274" y="589896"/>
                  </a:lnTo>
                  <a:lnTo>
                    <a:pt x="354199" y="589451"/>
                  </a:lnTo>
                  <a:lnTo>
                    <a:pt x="347228" y="588135"/>
                  </a:lnTo>
                  <a:lnTo>
                    <a:pt x="342925" y="588459"/>
                  </a:lnTo>
                  <a:lnTo>
                    <a:pt x="338913" y="589723"/>
                  </a:lnTo>
                  <a:lnTo>
                    <a:pt x="335684" y="589168"/>
                  </a:lnTo>
                  <a:lnTo>
                    <a:pt x="332191" y="586717"/>
                  </a:lnTo>
                  <a:lnTo>
                    <a:pt x="327164" y="584491"/>
                  </a:lnTo>
                  <a:lnTo>
                    <a:pt x="321547" y="581364"/>
                  </a:lnTo>
                  <a:lnTo>
                    <a:pt x="320205" y="581807"/>
                  </a:lnTo>
                  <a:lnTo>
                    <a:pt x="317785" y="582604"/>
                  </a:lnTo>
                  <a:lnTo>
                    <a:pt x="316186" y="586220"/>
                  </a:lnTo>
                  <a:lnTo>
                    <a:pt x="314273" y="590953"/>
                  </a:lnTo>
                  <a:lnTo>
                    <a:pt x="308444" y="589546"/>
                  </a:lnTo>
                  <a:lnTo>
                    <a:pt x="305075" y="589407"/>
                  </a:lnTo>
                  <a:lnTo>
                    <a:pt x="302056" y="591759"/>
                  </a:lnTo>
                  <a:lnTo>
                    <a:pt x="297285" y="591981"/>
                  </a:lnTo>
                  <a:lnTo>
                    <a:pt x="292306" y="592696"/>
                  </a:lnTo>
                  <a:lnTo>
                    <a:pt x="290909" y="598043"/>
                  </a:lnTo>
                  <a:lnTo>
                    <a:pt x="287313" y="602695"/>
                  </a:lnTo>
                  <a:lnTo>
                    <a:pt x="284140" y="608306"/>
                  </a:lnTo>
                  <a:lnTo>
                    <a:pt x="281652" y="611209"/>
                  </a:lnTo>
                  <a:lnTo>
                    <a:pt x="279742" y="617959"/>
                  </a:lnTo>
                  <a:lnTo>
                    <a:pt x="280129" y="621874"/>
                  </a:lnTo>
                  <a:lnTo>
                    <a:pt x="276355" y="625892"/>
                  </a:lnTo>
                  <a:lnTo>
                    <a:pt x="274711" y="631508"/>
                  </a:lnTo>
                  <a:lnTo>
                    <a:pt x="276124" y="635524"/>
                  </a:lnTo>
                  <a:lnTo>
                    <a:pt x="272397" y="639844"/>
                  </a:lnTo>
                  <a:lnTo>
                    <a:pt x="266284" y="642208"/>
                  </a:lnTo>
                  <a:lnTo>
                    <a:pt x="263033" y="647173"/>
                  </a:lnTo>
                  <a:lnTo>
                    <a:pt x="259831" y="648570"/>
                  </a:lnTo>
                  <a:lnTo>
                    <a:pt x="257813" y="653633"/>
                  </a:lnTo>
                  <a:lnTo>
                    <a:pt x="255646" y="657459"/>
                  </a:lnTo>
                  <a:lnTo>
                    <a:pt x="247820" y="656353"/>
                  </a:lnTo>
                  <a:lnTo>
                    <a:pt x="243646" y="657017"/>
                  </a:lnTo>
                  <a:lnTo>
                    <a:pt x="237473" y="653573"/>
                  </a:lnTo>
                  <a:lnTo>
                    <a:pt x="229755" y="649090"/>
                  </a:lnTo>
                  <a:lnTo>
                    <a:pt x="225151" y="644177"/>
                  </a:lnTo>
                  <a:lnTo>
                    <a:pt x="219985" y="641412"/>
                  </a:lnTo>
                  <a:lnTo>
                    <a:pt x="214790" y="639391"/>
                  </a:lnTo>
                  <a:lnTo>
                    <a:pt x="209852" y="637389"/>
                  </a:lnTo>
                  <a:lnTo>
                    <a:pt x="205083" y="631419"/>
                  </a:lnTo>
                  <a:lnTo>
                    <a:pt x="204714" y="631251"/>
                  </a:lnTo>
                  <a:lnTo>
                    <a:pt x="199908" y="629065"/>
                  </a:lnTo>
                  <a:lnTo>
                    <a:pt x="190796" y="627418"/>
                  </a:lnTo>
                  <a:lnTo>
                    <a:pt x="184697" y="624089"/>
                  </a:lnTo>
                  <a:lnTo>
                    <a:pt x="178067" y="619203"/>
                  </a:lnTo>
                  <a:lnTo>
                    <a:pt x="175315" y="615317"/>
                  </a:lnTo>
                  <a:lnTo>
                    <a:pt x="171819" y="610363"/>
                  </a:lnTo>
                  <a:lnTo>
                    <a:pt x="165822" y="606287"/>
                  </a:lnTo>
                  <a:lnTo>
                    <a:pt x="161079" y="604414"/>
                  </a:lnTo>
                  <a:lnTo>
                    <a:pt x="155050" y="598813"/>
                  </a:lnTo>
                  <a:lnTo>
                    <a:pt x="148589" y="592150"/>
                  </a:lnTo>
                  <a:lnTo>
                    <a:pt x="146961" y="583816"/>
                  </a:lnTo>
                  <a:lnTo>
                    <a:pt x="143150" y="577148"/>
                  </a:lnTo>
                  <a:lnTo>
                    <a:pt x="139321" y="571115"/>
                  </a:lnTo>
                  <a:lnTo>
                    <a:pt x="138629" y="564185"/>
                  </a:lnTo>
                  <a:lnTo>
                    <a:pt x="137346" y="561120"/>
                  </a:lnTo>
                  <a:lnTo>
                    <a:pt x="138597" y="553922"/>
                  </a:lnTo>
                  <a:lnTo>
                    <a:pt x="138202" y="544768"/>
                  </a:lnTo>
                  <a:lnTo>
                    <a:pt x="135515" y="540448"/>
                  </a:lnTo>
                  <a:lnTo>
                    <a:pt x="134066" y="536722"/>
                  </a:lnTo>
                  <a:lnTo>
                    <a:pt x="129562" y="530409"/>
                  </a:lnTo>
                  <a:lnTo>
                    <a:pt x="126956" y="528518"/>
                  </a:lnTo>
                  <a:lnTo>
                    <a:pt x="126454" y="522520"/>
                  </a:lnTo>
                  <a:lnTo>
                    <a:pt x="125291" y="515761"/>
                  </a:lnTo>
                  <a:lnTo>
                    <a:pt x="122888" y="509527"/>
                  </a:lnTo>
                  <a:lnTo>
                    <a:pt x="119309" y="508847"/>
                  </a:lnTo>
                  <a:lnTo>
                    <a:pt x="118728" y="507190"/>
                  </a:lnTo>
                  <a:lnTo>
                    <a:pt x="117358" y="503280"/>
                  </a:lnTo>
                  <a:lnTo>
                    <a:pt x="112767" y="501811"/>
                  </a:lnTo>
                  <a:lnTo>
                    <a:pt x="110175" y="498804"/>
                  </a:lnTo>
                  <a:lnTo>
                    <a:pt x="105639" y="495195"/>
                  </a:lnTo>
                  <a:lnTo>
                    <a:pt x="101392" y="491044"/>
                  </a:lnTo>
                  <a:lnTo>
                    <a:pt x="94151" y="489253"/>
                  </a:lnTo>
                  <a:lnTo>
                    <a:pt x="88288" y="485735"/>
                  </a:lnTo>
                  <a:lnTo>
                    <a:pt x="88051" y="482571"/>
                  </a:lnTo>
                  <a:lnTo>
                    <a:pt x="81599" y="477405"/>
                  </a:lnTo>
                  <a:lnTo>
                    <a:pt x="76562" y="472970"/>
                  </a:lnTo>
                  <a:lnTo>
                    <a:pt x="75107" y="468919"/>
                  </a:lnTo>
                  <a:lnTo>
                    <a:pt x="71796" y="463172"/>
                  </a:lnTo>
                  <a:lnTo>
                    <a:pt x="65765" y="459460"/>
                  </a:lnTo>
                  <a:lnTo>
                    <a:pt x="61094" y="456474"/>
                  </a:lnTo>
                  <a:lnTo>
                    <a:pt x="59676" y="453282"/>
                  </a:lnTo>
                  <a:lnTo>
                    <a:pt x="54454" y="445356"/>
                  </a:lnTo>
                  <a:lnTo>
                    <a:pt x="49392" y="442370"/>
                  </a:lnTo>
                  <a:lnTo>
                    <a:pt x="48464" y="438272"/>
                  </a:lnTo>
                  <a:lnTo>
                    <a:pt x="45380" y="436033"/>
                  </a:lnTo>
                  <a:lnTo>
                    <a:pt x="44763" y="435586"/>
                  </a:lnTo>
                  <a:lnTo>
                    <a:pt x="39114" y="434641"/>
                  </a:lnTo>
                  <a:lnTo>
                    <a:pt x="32231" y="429101"/>
                  </a:lnTo>
                  <a:lnTo>
                    <a:pt x="27939" y="423784"/>
                  </a:lnTo>
                  <a:lnTo>
                    <a:pt x="24895" y="419292"/>
                  </a:lnTo>
                  <a:lnTo>
                    <a:pt x="23511" y="414073"/>
                  </a:lnTo>
                  <a:lnTo>
                    <a:pt x="21052" y="409563"/>
                  </a:lnTo>
                  <a:lnTo>
                    <a:pt x="19013" y="405819"/>
                  </a:lnTo>
                  <a:lnTo>
                    <a:pt x="15657" y="401946"/>
                  </a:lnTo>
                  <a:lnTo>
                    <a:pt x="11969" y="401002"/>
                  </a:lnTo>
                  <a:lnTo>
                    <a:pt x="10624" y="401935"/>
                  </a:lnTo>
                  <a:lnTo>
                    <a:pt x="7556" y="398602"/>
                  </a:lnTo>
                  <a:lnTo>
                    <a:pt x="3750" y="395611"/>
                  </a:lnTo>
                  <a:lnTo>
                    <a:pt x="0" y="3902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81340" y="3324616"/>
              <a:ext cx="384361" cy="483290"/>
            </a:xfrm>
            <a:custGeom>
              <a:avLst/>
              <a:pathLst>
                <a:path w="384361" h="483290">
                  <a:moveTo>
                    <a:pt x="8134" y="382085"/>
                  </a:moveTo>
                  <a:lnTo>
                    <a:pt x="10127" y="369799"/>
                  </a:lnTo>
                  <a:lnTo>
                    <a:pt x="12134" y="358037"/>
                  </a:lnTo>
                  <a:lnTo>
                    <a:pt x="15812" y="334753"/>
                  </a:lnTo>
                  <a:lnTo>
                    <a:pt x="17198" y="325939"/>
                  </a:lnTo>
                  <a:lnTo>
                    <a:pt x="19345" y="312480"/>
                  </a:lnTo>
                  <a:lnTo>
                    <a:pt x="21687" y="297812"/>
                  </a:lnTo>
                  <a:lnTo>
                    <a:pt x="23191" y="288731"/>
                  </a:lnTo>
                  <a:lnTo>
                    <a:pt x="26098" y="271215"/>
                  </a:lnTo>
                  <a:lnTo>
                    <a:pt x="27803" y="260160"/>
                  </a:lnTo>
                  <a:lnTo>
                    <a:pt x="34896" y="217125"/>
                  </a:lnTo>
                  <a:lnTo>
                    <a:pt x="35493" y="213397"/>
                  </a:lnTo>
                  <a:lnTo>
                    <a:pt x="39012" y="191494"/>
                  </a:lnTo>
                  <a:lnTo>
                    <a:pt x="40635" y="181751"/>
                  </a:lnTo>
                  <a:lnTo>
                    <a:pt x="43421" y="165057"/>
                  </a:lnTo>
                  <a:lnTo>
                    <a:pt x="43693" y="163399"/>
                  </a:lnTo>
                  <a:lnTo>
                    <a:pt x="47722" y="138896"/>
                  </a:lnTo>
                  <a:lnTo>
                    <a:pt x="49156" y="130412"/>
                  </a:lnTo>
                  <a:lnTo>
                    <a:pt x="52598" y="110362"/>
                  </a:lnTo>
                  <a:lnTo>
                    <a:pt x="56625" y="86545"/>
                  </a:lnTo>
                  <a:lnTo>
                    <a:pt x="59672" y="68453"/>
                  </a:lnTo>
                  <a:lnTo>
                    <a:pt x="63864" y="43738"/>
                  </a:lnTo>
                  <a:lnTo>
                    <a:pt x="67697" y="20916"/>
                  </a:lnTo>
                  <a:lnTo>
                    <a:pt x="71081" y="0"/>
                  </a:lnTo>
                  <a:lnTo>
                    <a:pt x="85388" y="2926"/>
                  </a:lnTo>
                  <a:lnTo>
                    <a:pt x="106128" y="6006"/>
                  </a:lnTo>
                  <a:lnTo>
                    <a:pt x="122091" y="8385"/>
                  </a:lnTo>
                  <a:lnTo>
                    <a:pt x="138161" y="10810"/>
                  </a:lnTo>
                  <a:lnTo>
                    <a:pt x="160874" y="14220"/>
                  </a:lnTo>
                  <a:lnTo>
                    <a:pt x="185591" y="17957"/>
                  </a:lnTo>
                  <a:lnTo>
                    <a:pt x="192387" y="19186"/>
                  </a:lnTo>
                  <a:lnTo>
                    <a:pt x="195583" y="19761"/>
                  </a:lnTo>
                  <a:lnTo>
                    <a:pt x="218767" y="23014"/>
                  </a:lnTo>
                  <a:lnTo>
                    <a:pt x="234472" y="25232"/>
                  </a:lnTo>
                  <a:lnTo>
                    <a:pt x="236827" y="25560"/>
                  </a:lnTo>
                  <a:lnTo>
                    <a:pt x="243128" y="26344"/>
                  </a:lnTo>
                  <a:lnTo>
                    <a:pt x="264313" y="29206"/>
                  </a:lnTo>
                  <a:lnTo>
                    <a:pt x="259529" y="66087"/>
                  </a:lnTo>
                  <a:lnTo>
                    <a:pt x="259368" y="67335"/>
                  </a:lnTo>
                  <a:lnTo>
                    <a:pt x="256974" y="85241"/>
                  </a:lnTo>
                  <a:lnTo>
                    <a:pt x="255729" y="94776"/>
                  </a:lnTo>
                  <a:lnTo>
                    <a:pt x="252838" y="116954"/>
                  </a:lnTo>
                  <a:lnTo>
                    <a:pt x="264316" y="118543"/>
                  </a:lnTo>
                  <a:lnTo>
                    <a:pt x="286158" y="121499"/>
                  </a:lnTo>
                  <a:lnTo>
                    <a:pt x="313694" y="124912"/>
                  </a:lnTo>
                  <a:lnTo>
                    <a:pt x="318514" y="125489"/>
                  </a:lnTo>
                  <a:lnTo>
                    <a:pt x="321661" y="125863"/>
                  </a:lnTo>
                  <a:lnTo>
                    <a:pt x="340466" y="128061"/>
                  </a:lnTo>
                  <a:lnTo>
                    <a:pt x="371128" y="131362"/>
                  </a:lnTo>
                  <a:lnTo>
                    <a:pt x="384361" y="132872"/>
                  </a:lnTo>
                  <a:lnTo>
                    <a:pt x="382846" y="148178"/>
                  </a:lnTo>
                  <a:lnTo>
                    <a:pt x="381344" y="162501"/>
                  </a:lnTo>
                  <a:lnTo>
                    <a:pt x="381261" y="163289"/>
                  </a:lnTo>
                  <a:lnTo>
                    <a:pt x="377119" y="201022"/>
                  </a:lnTo>
                  <a:lnTo>
                    <a:pt x="376718" y="204682"/>
                  </a:lnTo>
                  <a:lnTo>
                    <a:pt x="373935" y="231477"/>
                  </a:lnTo>
                  <a:lnTo>
                    <a:pt x="371957" y="250261"/>
                  </a:lnTo>
                  <a:lnTo>
                    <a:pt x="370460" y="264512"/>
                  </a:lnTo>
                  <a:lnTo>
                    <a:pt x="369257" y="275989"/>
                  </a:lnTo>
                  <a:lnTo>
                    <a:pt x="367055" y="297055"/>
                  </a:lnTo>
                  <a:lnTo>
                    <a:pt x="360831" y="351814"/>
                  </a:lnTo>
                  <a:lnTo>
                    <a:pt x="358811" y="371467"/>
                  </a:lnTo>
                  <a:lnTo>
                    <a:pt x="359079" y="381304"/>
                  </a:lnTo>
                  <a:lnTo>
                    <a:pt x="358973" y="382324"/>
                  </a:lnTo>
                  <a:lnTo>
                    <a:pt x="356496" y="406123"/>
                  </a:lnTo>
                  <a:lnTo>
                    <a:pt x="352905" y="440796"/>
                  </a:lnTo>
                  <a:lnTo>
                    <a:pt x="348530" y="483290"/>
                  </a:lnTo>
                  <a:lnTo>
                    <a:pt x="317049" y="479788"/>
                  </a:lnTo>
                  <a:lnTo>
                    <a:pt x="281723" y="475757"/>
                  </a:lnTo>
                  <a:lnTo>
                    <a:pt x="248939" y="471724"/>
                  </a:lnTo>
                  <a:lnTo>
                    <a:pt x="229421" y="468774"/>
                  </a:lnTo>
                  <a:lnTo>
                    <a:pt x="207390" y="465957"/>
                  </a:lnTo>
                  <a:lnTo>
                    <a:pt x="194529" y="464379"/>
                  </a:lnTo>
                  <a:lnTo>
                    <a:pt x="192608" y="464141"/>
                  </a:lnTo>
                  <a:lnTo>
                    <a:pt x="183730" y="462839"/>
                  </a:lnTo>
                  <a:lnTo>
                    <a:pt x="183232" y="462771"/>
                  </a:lnTo>
                  <a:lnTo>
                    <a:pt x="117481" y="453398"/>
                  </a:lnTo>
                  <a:lnTo>
                    <a:pt x="104904" y="451536"/>
                  </a:lnTo>
                  <a:lnTo>
                    <a:pt x="104450" y="451468"/>
                  </a:lnTo>
                  <a:lnTo>
                    <a:pt x="84687" y="448474"/>
                  </a:lnTo>
                  <a:lnTo>
                    <a:pt x="79846" y="447730"/>
                  </a:lnTo>
                  <a:lnTo>
                    <a:pt x="75173" y="447008"/>
                  </a:lnTo>
                  <a:lnTo>
                    <a:pt x="5860" y="435746"/>
                  </a:lnTo>
                  <a:lnTo>
                    <a:pt x="0" y="434720"/>
                  </a:lnTo>
                  <a:lnTo>
                    <a:pt x="1119" y="427043"/>
                  </a:lnTo>
                  <a:lnTo>
                    <a:pt x="3780" y="409972"/>
                  </a:lnTo>
                  <a:lnTo>
                    <a:pt x="6571" y="39189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42025" y="3512877"/>
              <a:ext cx="35080" cy="94315"/>
            </a:xfrm>
            <a:custGeom>
              <a:avLst/>
              <a:pathLst>
                <a:path w="35080" h="94315">
                  <a:moveTo>
                    <a:pt x="944" y="78875"/>
                  </a:moveTo>
                  <a:lnTo>
                    <a:pt x="1513" y="71350"/>
                  </a:lnTo>
                  <a:lnTo>
                    <a:pt x="438" y="64608"/>
                  </a:lnTo>
                  <a:lnTo>
                    <a:pt x="55" y="55081"/>
                  </a:lnTo>
                  <a:lnTo>
                    <a:pt x="0" y="53728"/>
                  </a:lnTo>
                  <a:lnTo>
                    <a:pt x="1138" y="46756"/>
                  </a:lnTo>
                  <a:lnTo>
                    <a:pt x="2155" y="40180"/>
                  </a:lnTo>
                  <a:lnTo>
                    <a:pt x="4176" y="35269"/>
                  </a:lnTo>
                  <a:lnTo>
                    <a:pt x="2784" y="31781"/>
                  </a:lnTo>
                  <a:lnTo>
                    <a:pt x="7629" y="28005"/>
                  </a:lnTo>
                  <a:lnTo>
                    <a:pt x="9019" y="24513"/>
                  </a:lnTo>
                  <a:lnTo>
                    <a:pt x="4116" y="20977"/>
                  </a:lnTo>
                  <a:lnTo>
                    <a:pt x="8801" y="15202"/>
                  </a:lnTo>
                  <a:lnTo>
                    <a:pt x="10753" y="10578"/>
                  </a:lnTo>
                  <a:lnTo>
                    <a:pt x="35080" y="0"/>
                  </a:lnTo>
                  <a:lnTo>
                    <a:pt x="31945" y="13258"/>
                  </a:lnTo>
                  <a:lnTo>
                    <a:pt x="30221" y="17811"/>
                  </a:lnTo>
                  <a:lnTo>
                    <a:pt x="25951" y="17494"/>
                  </a:lnTo>
                  <a:lnTo>
                    <a:pt x="23523" y="21665"/>
                  </a:lnTo>
                  <a:lnTo>
                    <a:pt x="21407" y="30141"/>
                  </a:lnTo>
                  <a:lnTo>
                    <a:pt x="20785" y="38210"/>
                  </a:lnTo>
                  <a:lnTo>
                    <a:pt x="20573" y="43272"/>
                  </a:lnTo>
                  <a:lnTo>
                    <a:pt x="22172" y="47289"/>
                  </a:lnTo>
                  <a:lnTo>
                    <a:pt x="19686" y="55187"/>
                  </a:lnTo>
                  <a:lnTo>
                    <a:pt x="20569" y="56438"/>
                  </a:lnTo>
                  <a:lnTo>
                    <a:pt x="21402" y="57619"/>
                  </a:lnTo>
                  <a:lnTo>
                    <a:pt x="19120" y="65606"/>
                  </a:lnTo>
                  <a:lnTo>
                    <a:pt x="19005" y="69134"/>
                  </a:lnTo>
                  <a:lnTo>
                    <a:pt x="17046" y="73272"/>
                  </a:lnTo>
                  <a:lnTo>
                    <a:pt x="17134" y="77884"/>
                  </a:lnTo>
                  <a:lnTo>
                    <a:pt x="16911" y="82920"/>
                  </a:lnTo>
                  <a:lnTo>
                    <a:pt x="13343" y="90977"/>
                  </a:lnTo>
                  <a:lnTo>
                    <a:pt x="10994" y="94315"/>
                  </a:lnTo>
                  <a:lnTo>
                    <a:pt x="8256" y="94134"/>
                  </a:lnTo>
                  <a:lnTo>
                    <a:pt x="4933" y="869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36205" y="3448812"/>
              <a:ext cx="534374" cy="331256"/>
            </a:xfrm>
            <a:custGeom>
              <a:avLst/>
              <a:pathLst>
                <a:path w="534374" h="331256">
                  <a:moveTo>
                    <a:pt x="3691" y="327541"/>
                  </a:moveTo>
                  <a:lnTo>
                    <a:pt x="9227" y="323558"/>
                  </a:lnTo>
                  <a:lnTo>
                    <a:pt x="13797" y="322629"/>
                  </a:lnTo>
                  <a:lnTo>
                    <a:pt x="15485" y="322284"/>
                  </a:lnTo>
                  <a:lnTo>
                    <a:pt x="18641" y="319812"/>
                  </a:lnTo>
                  <a:lnTo>
                    <a:pt x="28327" y="314220"/>
                  </a:lnTo>
                  <a:lnTo>
                    <a:pt x="34962" y="311403"/>
                  </a:lnTo>
                  <a:lnTo>
                    <a:pt x="35596" y="306501"/>
                  </a:lnTo>
                  <a:lnTo>
                    <a:pt x="37399" y="301222"/>
                  </a:lnTo>
                  <a:lnTo>
                    <a:pt x="41790" y="300612"/>
                  </a:lnTo>
                  <a:lnTo>
                    <a:pt x="49276" y="295917"/>
                  </a:lnTo>
                  <a:lnTo>
                    <a:pt x="49832" y="294450"/>
                  </a:lnTo>
                  <a:lnTo>
                    <a:pt x="50715" y="292122"/>
                  </a:lnTo>
                  <a:lnTo>
                    <a:pt x="49558" y="287563"/>
                  </a:lnTo>
                  <a:lnTo>
                    <a:pt x="52678" y="283935"/>
                  </a:lnTo>
                  <a:lnTo>
                    <a:pt x="56859" y="281532"/>
                  </a:lnTo>
                  <a:lnTo>
                    <a:pt x="58245" y="278188"/>
                  </a:lnTo>
                  <a:lnTo>
                    <a:pt x="57066" y="273576"/>
                  </a:lnTo>
                  <a:lnTo>
                    <a:pt x="66674" y="263958"/>
                  </a:lnTo>
                  <a:lnTo>
                    <a:pt x="67097" y="263533"/>
                  </a:lnTo>
                  <a:lnTo>
                    <a:pt x="67376" y="263308"/>
                  </a:lnTo>
                  <a:lnTo>
                    <a:pt x="73797" y="258103"/>
                  </a:lnTo>
                  <a:lnTo>
                    <a:pt x="79841" y="254878"/>
                  </a:lnTo>
                  <a:lnTo>
                    <a:pt x="82105" y="251582"/>
                  </a:lnTo>
                  <a:lnTo>
                    <a:pt x="82378" y="251183"/>
                  </a:lnTo>
                  <a:lnTo>
                    <a:pt x="88426" y="243091"/>
                  </a:lnTo>
                  <a:lnTo>
                    <a:pt x="101470" y="225523"/>
                  </a:lnTo>
                  <a:lnTo>
                    <a:pt x="104372" y="227217"/>
                  </a:lnTo>
                  <a:lnTo>
                    <a:pt x="101809" y="232997"/>
                  </a:lnTo>
                  <a:lnTo>
                    <a:pt x="105675" y="235253"/>
                  </a:lnTo>
                  <a:lnTo>
                    <a:pt x="106443" y="237860"/>
                  </a:lnTo>
                  <a:lnTo>
                    <a:pt x="110011" y="242247"/>
                  </a:lnTo>
                  <a:lnTo>
                    <a:pt x="113973" y="245595"/>
                  </a:lnTo>
                  <a:lnTo>
                    <a:pt x="119281" y="245351"/>
                  </a:lnTo>
                  <a:lnTo>
                    <a:pt x="121950" y="247679"/>
                  </a:lnTo>
                  <a:lnTo>
                    <a:pt x="122341" y="247866"/>
                  </a:lnTo>
                  <a:lnTo>
                    <a:pt x="127121" y="250146"/>
                  </a:lnTo>
                  <a:lnTo>
                    <a:pt x="135090" y="247972"/>
                  </a:lnTo>
                  <a:lnTo>
                    <a:pt x="136668" y="246098"/>
                  </a:lnTo>
                  <a:lnTo>
                    <a:pt x="139552" y="242983"/>
                  </a:lnTo>
                  <a:lnTo>
                    <a:pt x="142971" y="240357"/>
                  </a:lnTo>
                  <a:lnTo>
                    <a:pt x="146242" y="233571"/>
                  </a:lnTo>
                  <a:lnTo>
                    <a:pt x="157434" y="240319"/>
                  </a:lnTo>
                  <a:lnTo>
                    <a:pt x="164290" y="234780"/>
                  </a:lnTo>
                  <a:lnTo>
                    <a:pt x="171827" y="231118"/>
                  </a:lnTo>
                  <a:lnTo>
                    <a:pt x="172833" y="230765"/>
                  </a:lnTo>
                  <a:lnTo>
                    <a:pt x="176919" y="229327"/>
                  </a:lnTo>
                  <a:lnTo>
                    <a:pt x="182074" y="225515"/>
                  </a:lnTo>
                  <a:lnTo>
                    <a:pt x="177918" y="222035"/>
                  </a:lnTo>
                  <a:lnTo>
                    <a:pt x="178476" y="218637"/>
                  </a:lnTo>
                  <a:lnTo>
                    <a:pt x="178982" y="218409"/>
                  </a:lnTo>
                  <a:lnTo>
                    <a:pt x="180339" y="217797"/>
                  </a:lnTo>
                  <a:lnTo>
                    <a:pt x="185810" y="221226"/>
                  </a:lnTo>
                  <a:lnTo>
                    <a:pt x="192150" y="215922"/>
                  </a:lnTo>
                  <a:lnTo>
                    <a:pt x="199143" y="208759"/>
                  </a:lnTo>
                  <a:lnTo>
                    <a:pt x="205104" y="211479"/>
                  </a:lnTo>
                  <a:lnTo>
                    <a:pt x="205480" y="211651"/>
                  </a:lnTo>
                  <a:lnTo>
                    <a:pt x="209186" y="207470"/>
                  </a:lnTo>
                  <a:lnTo>
                    <a:pt x="215081" y="199296"/>
                  </a:lnTo>
                  <a:lnTo>
                    <a:pt x="214761" y="194919"/>
                  </a:lnTo>
                  <a:lnTo>
                    <a:pt x="217941" y="190641"/>
                  </a:lnTo>
                  <a:lnTo>
                    <a:pt x="212207" y="186601"/>
                  </a:lnTo>
                  <a:lnTo>
                    <a:pt x="212311" y="186357"/>
                  </a:lnTo>
                  <a:lnTo>
                    <a:pt x="213795" y="182860"/>
                  </a:lnTo>
                  <a:lnTo>
                    <a:pt x="215244" y="176803"/>
                  </a:lnTo>
                  <a:lnTo>
                    <a:pt x="215665" y="172676"/>
                  </a:lnTo>
                  <a:lnTo>
                    <a:pt x="219010" y="166214"/>
                  </a:lnTo>
                  <a:lnTo>
                    <a:pt x="222902" y="159577"/>
                  </a:lnTo>
                  <a:lnTo>
                    <a:pt x="223901" y="157870"/>
                  </a:lnTo>
                  <a:lnTo>
                    <a:pt x="226757" y="150203"/>
                  </a:lnTo>
                  <a:lnTo>
                    <a:pt x="226997" y="148387"/>
                  </a:lnTo>
                  <a:lnTo>
                    <a:pt x="227592" y="143865"/>
                  </a:lnTo>
                  <a:lnTo>
                    <a:pt x="227678" y="137212"/>
                  </a:lnTo>
                  <a:lnTo>
                    <a:pt x="231107" y="131897"/>
                  </a:lnTo>
                  <a:lnTo>
                    <a:pt x="233990" y="128082"/>
                  </a:lnTo>
                  <a:lnTo>
                    <a:pt x="234502" y="127404"/>
                  </a:lnTo>
                  <a:lnTo>
                    <a:pt x="232589" y="124178"/>
                  </a:lnTo>
                  <a:lnTo>
                    <a:pt x="236365" y="119328"/>
                  </a:lnTo>
                  <a:lnTo>
                    <a:pt x="237859" y="112136"/>
                  </a:lnTo>
                  <a:lnTo>
                    <a:pt x="237117" y="109376"/>
                  </a:lnTo>
                  <a:lnTo>
                    <a:pt x="237630" y="104945"/>
                  </a:lnTo>
                  <a:lnTo>
                    <a:pt x="237338" y="97661"/>
                  </a:lnTo>
                  <a:lnTo>
                    <a:pt x="245180" y="99171"/>
                  </a:lnTo>
                  <a:lnTo>
                    <a:pt x="251503" y="106328"/>
                  </a:lnTo>
                  <a:lnTo>
                    <a:pt x="259178" y="107106"/>
                  </a:lnTo>
                  <a:lnTo>
                    <a:pt x="263278" y="106858"/>
                  </a:lnTo>
                  <a:lnTo>
                    <a:pt x="264219" y="106800"/>
                  </a:lnTo>
                  <a:lnTo>
                    <a:pt x="267431" y="100709"/>
                  </a:lnTo>
                  <a:lnTo>
                    <a:pt x="267526" y="100164"/>
                  </a:lnTo>
                  <a:lnTo>
                    <a:pt x="268327" y="95562"/>
                  </a:lnTo>
                  <a:lnTo>
                    <a:pt x="269826" y="87979"/>
                  </a:lnTo>
                  <a:lnTo>
                    <a:pt x="272794" y="82362"/>
                  </a:lnTo>
                  <a:lnTo>
                    <a:pt x="272484" y="79644"/>
                  </a:lnTo>
                  <a:lnTo>
                    <a:pt x="273039" y="72977"/>
                  </a:lnTo>
                  <a:lnTo>
                    <a:pt x="274523" y="69186"/>
                  </a:lnTo>
                  <a:lnTo>
                    <a:pt x="275244" y="65203"/>
                  </a:lnTo>
                  <a:lnTo>
                    <a:pt x="285415" y="69591"/>
                  </a:lnTo>
                  <a:lnTo>
                    <a:pt x="287160" y="62906"/>
                  </a:lnTo>
                  <a:lnTo>
                    <a:pt x="289024" y="56665"/>
                  </a:lnTo>
                  <a:lnTo>
                    <a:pt x="294345" y="52313"/>
                  </a:lnTo>
                  <a:lnTo>
                    <a:pt x="297161" y="46361"/>
                  </a:lnTo>
                  <a:lnTo>
                    <a:pt x="300456" y="43060"/>
                  </a:lnTo>
                  <a:lnTo>
                    <a:pt x="301454" y="38780"/>
                  </a:lnTo>
                  <a:lnTo>
                    <a:pt x="302269" y="35273"/>
                  </a:lnTo>
                  <a:lnTo>
                    <a:pt x="306942" y="27614"/>
                  </a:lnTo>
                  <a:lnTo>
                    <a:pt x="305356" y="25399"/>
                  </a:lnTo>
                  <a:lnTo>
                    <a:pt x="305813" y="20615"/>
                  </a:lnTo>
                  <a:lnTo>
                    <a:pt x="305184" y="17229"/>
                  </a:lnTo>
                  <a:lnTo>
                    <a:pt x="307530" y="9551"/>
                  </a:lnTo>
                  <a:lnTo>
                    <a:pt x="306541" y="4708"/>
                  </a:lnTo>
                  <a:lnTo>
                    <a:pt x="304658" y="0"/>
                  </a:lnTo>
                  <a:lnTo>
                    <a:pt x="313985" y="4384"/>
                  </a:lnTo>
                  <a:lnTo>
                    <a:pt x="317290" y="5932"/>
                  </a:lnTo>
                  <a:lnTo>
                    <a:pt x="329552" y="11722"/>
                  </a:lnTo>
                  <a:lnTo>
                    <a:pt x="345830" y="19368"/>
                  </a:lnTo>
                  <a:lnTo>
                    <a:pt x="346271" y="15912"/>
                  </a:lnTo>
                  <a:lnTo>
                    <a:pt x="346952" y="10135"/>
                  </a:lnTo>
                  <a:lnTo>
                    <a:pt x="348722" y="1174"/>
                  </a:lnTo>
                  <a:lnTo>
                    <a:pt x="351521" y="702"/>
                  </a:lnTo>
                  <a:lnTo>
                    <a:pt x="352295" y="571"/>
                  </a:lnTo>
                  <a:lnTo>
                    <a:pt x="357704" y="440"/>
                  </a:lnTo>
                  <a:lnTo>
                    <a:pt x="360500" y="1742"/>
                  </a:lnTo>
                  <a:lnTo>
                    <a:pt x="364814" y="3126"/>
                  </a:lnTo>
                  <a:lnTo>
                    <a:pt x="367935" y="5225"/>
                  </a:lnTo>
                  <a:lnTo>
                    <a:pt x="366977" y="8538"/>
                  </a:lnTo>
                  <a:lnTo>
                    <a:pt x="365230" y="11297"/>
                  </a:lnTo>
                  <a:lnTo>
                    <a:pt x="366214" y="14715"/>
                  </a:lnTo>
                  <a:lnTo>
                    <a:pt x="369079" y="15313"/>
                  </a:lnTo>
                  <a:lnTo>
                    <a:pt x="370958" y="17492"/>
                  </a:lnTo>
                  <a:lnTo>
                    <a:pt x="377998" y="16810"/>
                  </a:lnTo>
                  <a:lnTo>
                    <a:pt x="379166" y="16793"/>
                  </a:lnTo>
                  <a:lnTo>
                    <a:pt x="380072" y="16779"/>
                  </a:lnTo>
                  <a:lnTo>
                    <a:pt x="381423" y="16758"/>
                  </a:lnTo>
                  <a:lnTo>
                    <a:pt x="386058" y="17751"/>
                  </a:lnTo>
                  <a:lnTo>
                    <a:pt x="386895" y="21292"/>
                  </a:lnTo>
                  <a:lnTo>
                    <a:pt x="390393" y="21953"/>
                  </a:lnTo>
                  <a:lnTo>
                    <a:pt x="391895" y="21660"/>
                  </a:lnTo>
                  <a:lnTo>
                    <a:pt x="394129" y="21224"/>
                  </a:lnTo>
                  <a:lnTo>
                    <a:pt x="396562" y="23281"/>
                  </a:lnTo>
                  <a:lnTo>
                    <a:pt x="399180" y="25309"/>
                  </a:lnTo>
                  <a:lnTo>
                    <a:pt x="403343" y="27441"/>
                  </a:lnTo>
                  <a:lnTo>
                    <a:pt x="403957" y="29741"/>
                  </a:lnTo>
                  <a:lnTo>
                    <a:pt x="405092" y="33992"/>
                  </a:lnTo>
                  <a:lnTo>
                    <a:pt x="405220" y="34538"/>
                  </a:lnTo>
                  <a:lnTo>
                    <a:pt x="406006" y="37876"/>
                  </a:lnTo>
                  <a:lnTo>
                    <a:pt x="406185" y="38635"/>
                  </a:lnTo>
                  <a:lnTo>
                    <a:pt x="406022" y="41264"/>
                  </a:lnTo>
                  <a:lnTo>
                    <a:pt x="404307" y="41794"/>
                  </a:lnTo>
                  <a:lnTo>
                    <a:pt x="403991" y="42275"/>
                  </a:lnTo>
                  <a:lnTo>
                    <a:pt x="401641" y="45851"/>
                  </a:lnTo>
                  <a:lnTo>
                    <a:pt x="402671" y="49134"/>
                  </a:lnTo>
                  <a:lnTo>
                    <a:pt x="396499" y="50883"/>
                  </a:lnTo>
                  <a:lnTo>
                    <a:pt x="395017" y="51302"/>
                  </a:lnTo>
                  <a:lnTo>
                    <a:pt x="393469" y="58477"/>
                  </a:lnTo>
                  <a:lnTo>
                    <a:pt x="393679" y="63963"/>
                  </a:lnTo>
                  <a:lnTo>
                    <a:pt x="393799" y="67135"/>
                  </a:lnTo>
                  <a:lnTo>
                    <a:pt x="396021" y="74201"/>
                  </a:lnTo>
                  <a:lnTo>
                    <a:pt x="398909" y="76323"/>
                  </a:lnTo>
                  <a:lnTo>
                    <a:pt x="400579" y="77550"/>
                  </a:lnTo>
                  <a:lnTo>
                    <a:pt x="407058" y="74522"/>
                  </a:lnTo>
                  <a:lnTo>
                    <a:pt x="411452" y="72638"/>
                  </a:lnTo>
                  <a:lnTo>
                    <a:pt x="414289" y="71147"/>
                  </a:lnTo>
                  <a:lnTo>
                    <a:pt x="416780" y="73278"/>
                  </a:lnTo>
                  <a:lnTo>
                    <a:pt x="417029" y="75658"/>
                  </a:lnTo>
                  <a:lnTo>
                    <a:pt x="419508" y="77116"/>
                  </a:lnTo>
                  <a:lnTo>
                    <a:pt x="420057" y="77439"/>
                  </a:lnTo>
                  <a:lnTo>
                    <a:pt x="422895" y="79457"/>
                  </a:lnTo>
                  <a:lnTo>
                    <a:pt x="423257" y="82038"/>
                  </a:lnTo>
                  <a:lnTo>
                    <a:pt x="427041" y="82514"/>
                  </a:lnTo>
                  <a:lnTo>
                    <a:pt x="432561" y="84017"/>
                  </a:lnTo>
                  <a:lnTo>
                    <a:pt x="438474" y="82426"/>
                  </a:lnTo>
                  <a:lnTo>
                    <a:pt x="442878" y="81661"/>
                  </a:lnTo>
                  <a:lnTo>
                    <a:pt x="447741" y="80970"/>
                  </a:lnTo>
                  <a:lnTo>
                    <a:pt x="449484" y="84016"/>
                  </a:lnTo>
                  <a:lnTo>
                    <a:pt x="454709" y="86229"/>
                  </a:lnTo>
                  <a:lnTo>
                    <a:pt x="457067" y="88312"/>
                  </a:lnTo>
                  <a:lnTo>
                    <a:pt x="458815" y="89855"/>
                  </a:lnTo>
                  <a:lnTo>
                    <a:pt x="464005" y="92039"/>
                  </a:lnTo>
                  <a:lnTo>
                    <a:pt x="472285" y="93482"/>
                  </a:lnTo>
                  <a:lnTo>
                    <a:pt x="478651" y="95822"/>
                  </a:lnTo>
                  <a:lnTo>
                    <a:pt x="478987" y="100911"/>
                  </a:lnTo>
                  <a:lnTo>
                    <a:pt x="475971" y="105341"/>
                  </a:lnTo>
                  <a:lnTo>
                    <a:pt x="477527" y="111768"/>
                  </a:lnTo>
                  <a:lnTo>
                    <a:pt x="477575" y="115245"/>
                  </a:lnTo>
                  <a:lnTo>
                    <a:pt x="477589" y="116313"/>
                  </a:lnTo>
                  <a:lnTo>
                    <a:pt x="482105" y="119851"/>
                  </a:lnTo>
                  <a:lnTo>
                    <a:pt x="482192" y="122679"/>
                  </a:lnTo>
                  <a:lnTo>
                    <a:pt x="482276" y="125402"/>
                  </a:lnTo>
                  <a:lnTo>
                    <a:pt x="483336" y="127080"/>
                  </a:lnTo>
                  <a:lnTo>
                    <a:pt x="485341" y="130253"/>
                  </a:lnTo>
                  <a:lnTo>
                    <a:pt x="488570" y="136084"/>
                  </a:lnTo>
                  <a:lnTo>
                    <a:pt x="489782" y="140046"/>
                  </a:lnTo>
                  <a:lnTo>
                    <a:pt x="489478" y="146159"/>
                  </a:lnTo>
                  <a:lnTo>
                    <a:pt x="481915" y="142433"/>
                  </a:lnTo>
                  <a:lnTo>
                    <a:pt x="479609" y="141132"/>
                  </a:lnTo>
                  <a:lnTo>
                    <a:pt x="479087" y="141594"/>
                  </a:lnTo>
                  <a:lnTo>
                    <a:pt x="477077" y="143373"/>
                  </a:lnTo>
                  <a:lnTo>
                    <a:pt x="482046" y="148568"/>
                  </a:lnTo>
                  <a:lnTo>
                    <a:pt x="484605" y="151272"/>
                  </a:lnTo>
                  <a:lnTo>
                    <a:pt x="484102" y="153336"/>
                  </a:lnTo>
                  <a:lnTo>
                    <a:pt x="483511" y="155758"/>
                  </a:lnTo>
                  <a:lnTo>
                    <a:pt x="487460" y="157873"/>
                  </a:lnTo>
                  <a:lnTo>
                    <a:pt x="487804" y="158058"/>
                  </a:lnTo>
                  <a:lnTo>
                    <a:pt x="491046" y="161540"/>
                  </a:lnTo>
                  <a:lnTo>
                    <a:pt x="492805" y="163268"/>
                  </a:lnTo>
                  <a:lnTo>
                    <a:pt x="494947" y="165371"/>
                  </a:lnTo>
                  <a:lnTo>
                    <a:pt x="494644" y="173144"/>
                  </a:lnTo>
                  <a:lnTo>
                    <a:pt x="496746" y="174706"/>
                  </a:lnTo>
                  <a:lnTo>
                    <a:pt x="497920" y="175577"/>
                  </a:lnTo>
                  <a:lnTo>
                    <a:pt x="503907" y="176861"/>
                  </a:lnTo>
                  <a:lnTo>
                    <a:pt x="504846" y="176851"/>
                  </a:lnTo>
                  <a:lnTo>
                    <a:pt x="511268" y="176778"/>
                  </a:lnTo>
                  <a:lnTo>
                    <a:pt x="513840" y="174263"/>
                  </a:lnTo>
                  <a:lnTo>
                    <a:pt x="517102" y="173795"/>
                  </a:lnTo>
                  <a:lnTo>
                    <a:pt x="522252" y="183541"/>
                  </a:lnTo>
                  <a:lnTo>
                    <a:pt x="527425" y="191973"/>
                  </a:lnTo>
                  <a:lnTo>
                    <a:pt x="530914" y="196595"/>
                  </a:lnTo>
                  <a:lnTo>
                    <a:pt x="534374" y="202955"/>
                  </a:lnTo>
                  <a:lnTo>
                    <a:pt x="523629" y="206194"/>
                  </a:lnTo>
                  <a:lnTo>
                    <a:pt x="517190" y="208113"/>
                  </a:lnTo>
                  <a:lnTo>
                    <a:pt x="504321" y="211922"/>
                  </a:lnTo>
                  <a:lnTo>
                    <a:pt x="492300" y="215433"/>
                  </a:lnTo>
                  <a:lnTo>
                    <a:pt x="488892" y="216423"/>
                  </a:lnTo>
                  <a:lnTo>
                    <a:pt x="475629" y="220254"/>
                  </a:lnTo>
                  <a:lnTo>
                    <a:pt x="463644" y="224157"/>
                  </a:lnTo>
                  <a:lnTo>
                    <a:pt x="453208" y="227130"/>
                  </a:lnTo>
                  <a:lnTo>
                    <a:pt x="446935" y="228906"/>
                  </a:lnTo>
                  <a:lnTo>
                    <a:pt x="445185" y="229401"/>
                  </a:lnTo>
                  <a:lnTo>
                    <a:pt x="437827" y="231488"/>
                  </a:lnTo>
                  <a:lnTo>
                    <a:pt x="407286" y="240035"/>
                  </a:lnTo>
                  <a:lnTo>
                    <a:pt x="406107" y="240367"/>
                  </a:lnTo>
                  <a:lnTo>
                    <a:pt x="397117" y="242886"/>
                  </a:lnTo>
                  <a:lnTo>
                    <a:pt x="387188" y="245649"/>
                  </a:lnTo>
                  <a:lnTo>
                    <a:pt x="381306" y="247277"/>
                  </a:lnTo>
                  <a:lnTo>
                    <a:pt x="368365" y="250884"/>
                  </a:lnTo>
                  <a:lnTo>
                    <a:pt x="359301" y="253391"/>
                  </a:lnTo>
                  <a:lnTo>
                    <a:pt x="355724" y="254375"/>
                  </a:lnTo>
                  <a:lnTo>
                    <a:pt x="340453" y="258352"/>
                  </a:lnTo>
                  <a:lnTo>
                    <a:pt x="336216" y="259447"/>
                  </a:lnTo>
                  <a:lnTo>
                    <a:pt x="326278" y="262003"/>
                  </a:lnTo>
                  <a:lnTo>
                    <a:pt x="312900" y="265499"/>
                  </a:lnTo>
                  <a:lnTo>
                    <a:pt x="307438" y="266917"/>
                  </a:lnTo>
                  <a:lnTo>
                    <a:pt x="298936" y="269112"/>
                  </a:lnTo>
                  <a:lnTo>
                    <a:pt x="290274" y="271334"/>
                  </a:lnTo>
                  <a:lnTo>
                    <a:pt x="287503" y="272041"/>
                  </a:lnTo>
                  <a:lnTo>
                    <a:pt x="287298" y="272092"/>
                  </a:lnTo>
                  <a:lnTo>
                    <a:pt x="273535" y="275478"/>
                  </a:lnTo>
                  <a:lnTo>
                    <a:pt x="252140" y="280670"/>
                  </a:lnTo>
                  <a:lnTo>
                    <a:pt x="250350" y="281095"/>
                  </a:lnTo>
                  <a:lnTo>
                    <a:pt x="233768" y="285007"/>
                  </a:lnTo>
                  <a:lnTo>
                    <a:pt x="224307" y="286718"/>
                  </a:lnTo>
                  <a:lnTo>
                    <a:pt x="223701" y="286828"/>
                  </a:lnTo>
                  <a:lnTo>
                    <a:pt x="211778" y="288982"/>
                  </a:lnTo>
                  <a:lnTo>
                    <a:pt x="205349" y="290133"/>
                  </a:lnTo>
                  <a:lnTo>
                    <a:pt x="196068" y="292353"/>
                  </a:lnTo>
                  <a:lnTo>
                    <a:pt x="191850" y="293357"/>
                  </a:lnTo>
                  <a:lnTo>
                    <a:pt x="180760" y="295461"/>
                  </a:lnTo>
                  <a:lnTo>
                    <a:pt x="172784" y="296858"/>
                  </a:lnTo>
                  <a:lnTo>
                    <a:pt x="160579" y="299264"/>
                  </a:lnTo>
                  <a:lnTo>
                    <a:pt x="150437" y="301242"/>
                  </a:lnTo>
                  <a:lnTo>
                    <a:pt x="138069" y="303273"/>
                  </a:lnTo>
                  <a:lnTo>
                    <a:pt x="139756" y="300742"/>
                  </a:lnTo>
                  <a:lnTo>
                    <a:pt x="127338" y="303258"/>
                  </a:lnTo>
                  <a:lnTo>
                    <a:pt x="120712" y="304589"/>
                  </a:lnTo>
                  <a:lnTo>
                    <a:pt x="120303" y="306668"/>
                  </a:lnTo>
                  <a:lnTo>
                    <a:pt x="105737" y="309828"/>
                  </a:lnTo>
                  <a:lnTo>
                    <a:pt x="103779" y="310250"/>
                  </a:lnTo>
                  <a:lnTo>
                    <a:pt x="98993" y="311264"/>
                  </a:lnTo>
                  <a:lnTo>
                    <a:pt x="95492" y="312003"/>
                  </a:lnTo>
                  <a:lnTo>
                    <a:pt x="82167" y="314795"/>
                  </a:lnTo>
                  <a:lnTo>
                    <a:pt x="73768" y="316647"/>
                  </a:lnTo>
                  <a:lnTo>
                    <a:pt x="58521" y="319975"/>
                  </a:lnTo>
                  <a:lnTo>
                    <a:pt x="47860" y="322055"/>
                  </a:lnTo>
                  <a:lnTo>
                    <a:pt x="27647" y="325941"/>
                  </a:lnTo>
                  <a:lnTo>
                    <a:pt x="14088" y="328565"/>
                  </a:lnTo>
                  <a:lnTo>
                    <a:pt x="0" y="3312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310104" y="2547303"/>
              <a:ext cx="117862" cy="228634"/>
            </a:xfrm>
            <a:custGeom>
              <a:avLst/>
              <a:pathLst>
                <a:path w="117862" h="228634">
                  <a:moveTo>
                    <a:pt x="21686" y="117316"/>
                  </a:moveTo>
                  <a:lnTo>
                    <a:pt x="21008" y="111185"/>
                  </a:lnTo>
                  <a:lnTo>
                    <a:pt x="21887" y="104891"/>
                  </a:lnTo>
                  <a:lnTo>
                    <a:pt x="23064" y="101893"/>
                  </a:lnTo>
                  <a:lnTo>
                    <a:pt x="22851" y="101424"/>
                  </a:lnTo>
                  <a:lnTo>
                    <a:pt x="21130" y="97635"/>
                  </a:lnTo>
                  <a:lnTo>
                    <a:pt x="19185" y="93890"/>
                  </a:lnTo>
                  <a:lnTo>
                    <a:pt x="19254" y="91431"/>
                  </a:lnTo>
                  <a:lnTo>
                    <a:pt x="19206" y="85982"/>
                  </a:lnTo>
                  <a:lnTo>
                    <a:pt x="16175" y="80743"/>
                  </a:lnTo>
                  <a:lnTo>
                    <a:pt x="13010" y="78174"/>
                  </a:lnTo>
                  <a:lnTo>
                    <a:pt x="11598" y="77026"/>
                  </a:lnTo>
                  <a:lnTo>
                    <a:pt x="11272" y="76761"/>
                  </a:lnTo>
                  <a:lnTo>
                    <a:pt x="8461" y="72825"/>
                  </a:lnTo>
                  <a:lnTo>
                    <a:pt x="7584" y="65515"/>
                  </a:lnTo>
                  <a:lnTo>
                    <a:pt x="6595" y="61071"/>
                  </a:lnTo>
                  <a:lnTo>
                    <a:pt x="6485" y="56277"/>
                  </a:lnTo>
                  <a:lnTo>
                    <a:pt x="3972" y="54864"/>
                  </a:lnTo>
                  <a:lnTo>
                    <a:pt x="2274" y="52569"/>
                  </a:lnTo>
                  <a:lnTo>
                    <a:pt x="2912" y="46619"/>
                  </a:lnTo>
                  <a:lnTo>
                    <a:pt x="1064" y="42280"/>
                  </a:lnTo>
                  <a:lnTo>
                    <a:pt x="0" y="38839"/>
                  </a:lnTo>
                  <a:lnTo>
                    <a:pt x="8669" y="35607"/>
                  </a:lnTo>
                  <a:lnTo>
                    <a:pt x="16966" y="32496"/>
                  </a:lnTo>
                  <a:lnTo>
                    <a:pt x="23460" y="30240"/>
                  </a:lnTo>
                  <a:lnTo>
                    <a:pt x="44009" y="23134"/>
                  </a:lnTo>
                  <a:lnTo>
                    <a:pt x="45722" y="22715"/>
                  </a:lnTo>
                  <a:lnTo>
                    <a:pt x="46997" y="22403"/>
                  </a:lnTo>
                  <a:lnTo>
                    <a:pt x="57677" y="18737"/>
                  </a:lnTo>
                  <a:lnTo>
                    <a:pt x="76388" y="11760"/>
                  </a:lnTo>
                  <a:lnTo>
                    <a:pt x="82590" y="9368"/>
                  </a:lnTo>
                  <a:lnTo>
                    <a:pt x="83485" y="9012"/>
                  </a:lnTo>
                  <a:lnTo>
                    <a:pt x="95307" y="4282"/>
                  </a:lnTo>
                  <a:lnTo>
                    <a:pt x="99982" y="2406"/>
                  </a:lnTo>
                  <a:lnTo>
                    <a:pt x="106204" y="0"/>
                  </a:lnTo>
                  <a:lnTo>
                    <a:pt x="105596" y="3794"/>
                  </a:lnTo>
                  <a:lnTo>
                    <a:pt x="109697" y="8373"/>
                  </a:lnTo>
                  <a:lnTo>
                    <a:pt x="109036" y="11583"/>
                  </a:lnTo>
                  <a:lnTo>
                    <a:pt x="108577" y="18963"/>
                  </a:lnTo>
                  <a:lnTo>
                    <a:pt x="107086" y="25059"/>
                  </a:lnTo>
                  <a:lnTo>
                    <a:pt x="112020" y="31016"/>
                  </a:lnTo>
                  <a:lnTo>
                    <a:pt x="115068" y="33472"/>
                  </a:lnTo>
                  <a:lnTo>
                    <a:pt x="116931" y="37380"/>
                  </a:lnTo>
                  <a:lnTo>
                    <a:pt x="115389" y="40957"/>
                  </a:lnTo>
                  <a:lnTo>
                    <a:pt x="117257" y="44650"/>
                  </a:lnTo>
                  <a:lnTo>
                    <a:pt x="114394" y="48860"/>
                  </a:lnTo>
                  <a:lnTo>
                    <a:pt x="113260" y="53824"/>
                  </a:lnTo>
                  <a:lnTo>
                    <a:pt x="109594" y="56873"/>
                  </a:lnTo>
                  <a:lnTo>
                    <a:pt x="108811" y="57524"/>
                  </a:lnTo>
                  <a:lnTo>
                    <a:pt x="107882" y="62332"/>
                  </a:lnTo>
                  <a:lnTo>
                    <a:pt x="106932" y="63178"/>
                  </a:lnTo>
                  <a:lnTo>
                    <a:pt x="105030" y="64872"/>
                  </a:lnTo>
                  <a:lnTo>
                    <a:pt x="100983" y="66333"/>
                  </a:lnTo>
                  <a:lnTo>
                    <a:pt x="98038" y="68645"/>
                  </a:lnTo>
                  <a:lnTo>
                    <a:pt x="96454" y="72355"/>
                  </a:lnTo>
                  <a:lnTo>
                    <a:pt x="97347" y="76311"/>
                  </a:lnTo>
                  <a:lnTo>
                    <a:pt x="98761" y="81683"/>
                  </a:lnTo>
                  <a:lnTo>
                    <a:pt x="99943" y="83628"/>
                  </a:lnTo>
                  <a:lnTo>
                    <a:pt x="102625" y="88043"/>
                  </a:lnTo>
                  <a:lnTo>
                    <a:pt x="102398" y="94638"/>
                  </a:lnTo>
                  <a:lnTo>
                    <a:pt x="101245" y="99115"/>
                  </a:lnTo>
                  <a:lnTo>
                    <a:pt x="103142" y="102467"/>
                  </a:lnTo>
                  <a:lnTo>
                    <a:pt x="101631" y="110235"/>
                  </a:lnTo>
                  <a:lnTo>
                    <a:pt x="102757" y="116020"/>
                  </a:lnTo>
                  <a:lnTo>
                    <a:pt x="102134" y="119584"/>
                  </a:lnTo>
                  <a:lnTo>
                    <a:pt x="101899" y="120924"/>
                  </a:lnTo>
                  <a:lnTo>
                    <a:pt x="99358" y="125595"/>
                  </a:lnTo>
                  <a:lnTo>
                    <a:pt x="99995" y="135989"/>
                  </a:lnTo>
                  <a:lnTo>
                    <a:pt x="99836" y="136312"/>
                  </a:lnTo>
                  <a:lnTo>
                    <a:pt x="98045" y="139951"/>
                  </a:lnTo>
                  <a:lnTo>
                    <a:pt x="100311" y="146783"/>
                  </a:lnTo>
                  <a:lnTo>
                    <a:pt x="102172" y="158488"/>
                  </a:lnTo>
                  <a:lnTo>
                    <a:pt x="104047" y="161828"/>
                  </a:lnTo>
                  <a:lnTo>
                    <a:pt x="104567" y="167038"/>
                  </a:lnTo>
                  <a:lnTo>
                    <a:pt x="104737" y="169875"/>
                  </a:lnTo>
                  <a:lnTo>
                    <a:pt x="104834" y="171510"/>
                  </a:lnTo>
                  <a:lnTo>
                    <a:pt x="105813" y="176279"/>
                  </a:lnTo>
                  <a:lnTo>
                    <a:pt x="105953" y="176961"/>
                  </a:lnTo>
                  <a:lnTo>
                    <a:pt x="108879" y="182245"/>
                  </a:lnTo>
                  <a:lnTo>
                    <a:pt x="108489" y="186404"/>
                  </a:lnTo>
                  <a:lnTo>
                    <a:pt x="110671" y="189390"/>
                  </a:lnTo>
                  <a:lnTo>
                    <a:pt x="108883" y="193516"/>
                  </a:lnTo>
                  <a:lnTo>
                    <a:pt x="106879" y="195438"/>
                  </a:lnTo>
                  <a:lnTo>
                    <a:pt x="108562" y="200233"/>
                  </a:lnTo>
                  <a:lnTo>
                    <a:pt x="107996" y="203437"/>
                  </a:lnTo>
                  <a:lnTo>
                    <a:pt x="110751" y="208267"/>
                  </a:lnTo>
                  <a:lnTo>
                    <a:pt x="115726" y="210612"/>
                  </a:lnTo>
                  <a:lnTo>
                    <a:pt x="117862" y="213103"/>
                  </a:lnTo>
                  <a:lnTo>
                    <a:pt x="96499" y="219797"/>
                  </a:lnTo>
                  <a:lnTo>
                    <a:pt x="93145" y="220875"/>
                  </a:lnTo>
                  <a:lnTo>
                    <a:pt x="89143" y="222158"/>
                  </a:lnTo>
                  <a:lnTo>
                    <a:pt x="83492" y="223964"/>
                  </a:lnTo>
                  <a:lnTo>
                    <a:pt x="68765" y="228634"/>
                  </a:lnTo>
                  <a:lnTo>
                    <a:pt x="65633" y="224441"/>
                  </a:lnTo>
                  <a:lnTo>
                    <a:pt x="65492" y="221520"/>
                  </a:lnTo>
                  <a:lnTo>
                    <a:pt x="65387" y="221167"/>
                  </a:lnTo>
                  <a:lnTo>
                    <a:pt x="62698" y="212094"/>
                  </a:lnTo>
                  <a:lnTo>
                    <a:pt x="60354" y="204203"/>
                  </a:lnTo>
                  <a:lnTo>
                    <a:pt x="53385" y="180341"/>
                  </a:lnTo>
                  <a:lnTo>
                    <a:pt x="52156" y="176149"/>
                  </a:lnTo>
                  <a:lnTo>
                    <a:pt x="47973" y="161438"/>
                  </a:lnTo>
                  <a:lnTo>
                    <a:pt x="43594" y="158285"/>
                  </a:lnTo>
                  <a:lnTo>
                    <a:pt x="40309" y="155521"/>
                  </a:lnTo>
                  <a:lnTo>
                    <a:pt x="37889" y="161816"/>
                  </a:lnTo>
                  <a:lnTo>
                    <a:pt x="35288" y="159823"/>
                  </a:lnTo>
                  <a:lnTo>
                    <a:pt x="34237" y="154582"/>
                  </a:lnTo>
                  <a:lnTo>
                    <a:pt x="34321" y="150687"/>
                  </a:lnTo>
                  <a:lnTo>
                    <a:pt x="34733" y="145446"/>
                  </a:lnTo>
                  <a:lnTo>
                    <a:pt x="34864" y="143775"/>
                  </a:lnTo>
                  <a:lnTo>
                    <a:pt x="31913" y="141244"/>
                  </a:lnTo>
                  <a:lnTo>
                    <a:pt x="31192" y="140625"/>
                  </a:lnTo>
                  <a:lnTo>
                    <a:pt x="30512" y="135371"/>
                  </a:lnTo>
                  <a:lnTo>
                    <a:pt x="26984" y="131471"/>
                  </a:lnTo>
                  <a:lnTo>
                    <a:pt x="25486" y="127679"/>
                  </a:lnTo>
                  <a:lnTo>
                    <a:pt x="24783" y="124537"/>
                  </a:lnTo>
                  <a:lnTo>
                    <a:pt x="22079" y="1225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025512" y="2262393"/>
              <a:ext cx="27214" cy="32979"/>
            </a:xfrm>
            <a:custGeom>
              <a:avLst/>
              <a:pathLst>
                <a:path w="27214" h="32979">
                  <a:moveTo>
                    <a:pt x="543" y="4088"/>
                  </a:moveTo>
                  <a:lnTo>
                    <a:pt x="10151" y="5477"/>
                  </a:lnTo>
                  <a:lnTo>
                    <a:pt x="13499" y="4508"/>
                  </a:lnTo>
                  <a:lnTo>
                    <a:pt x="17279" y="42"/>
                  </a:lnTo>
                  <a:lnTo>
                    <a:pt x="19789" y="0"/>
                  </a:lnTo>
                  <a:lnTo>
                    <a:pt x="25184" y="5859"/>
                  </a:lnTo>
                  <a:lnTo>
                    <a:pt x="27214" y="14131"/>
                  </a:lnTo>
                  <a:lnTo>
                    <a:pt x="22652" y="18084"/>
                  </a:lnTo>
                  <a:lnTo>
                    <a:pt x="23103" y="22138"/>
                  </a:lnTo>
                  <a:lnTo>
                    <a:pt x="21292" y="26561"/>
                  </a:lnTo>
                  <a:lnTo>
                    <a:pt x="18502" y="28049"/>
                  </a:lnTo>
                  <a:lnTo>
                    <a:pt x="17883" y="32979"/>
                  </a:lnTo>
                  <a:lnTo>
                    <a:pt x="13698" y="32705"/>
                  </a:lnTo>
                  <a:lnTo>
                    <a:pt x="11275" y="29957"/>
                  </a:lnTo>
                  <a:lnTo>
                    <a:pt x="5640" y="26399"/>
                  </a:lnTo>
                  <a:lnTo>
                    <a:pt x="1160" y="20835"/>
                  </a:lnTo>
                  <a:lnTo>
                    <a:pt x="0" y="1259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915054" y="2247326"/>
              <a:ext cx="463262" cy="343522"/>
            </a:xfrm>
            <a:custGeom>
              <a:avLst/>
              <a:pathLst>
                <a:path w="463262" h="343522">
                  <a:moveTo>
                    <a:pt x="21108" y="18507"/>
                  </a:moveTo>
                  <a:lnTo>
                    <a:pt x="25227" y="19412"/>
                  </a:lnTo>
                  <a:lnTo>
                    <a:pt x="30086" y="24461"/>
                  </a:lnTo>
                  <a:lnTo>
                    <a:pt x="37305" y="33234"/>
                  </a:lnTo>
                  <a:lnTo>
                    <a:pt x="43935" y="37220"/>
                  </a:lnTo>
                  <a:lnTo>
                    <a:pt x="50876" y="43902"/>
                  </a:lnTo>
                  <a:lnTo>
                    <a:pt x="52643" y="48114"/>
                  </a:lnTo>
                  <a:lnTo>
                    <a:pt x="61638" y="52547"/>
                  </a:lnTo>
                  <a:lnTo>
                    <a:pt x="70088" y="54987"/>
                  </a:lnTo>
                  <a:lnTo>
                    <a:pt x="73208" y="55966"/>
                  </a:lnTo>
                  <a:lnTo>
                    <a:pt x="79642" y="59016"/>
                  </a:lnTo>
                  <a:lnTo>
                    <a:pt x="84993" y="63190"/>
                  </a:lnTo>
                  <a:lnTo>
                    <a:pt x="91802" y="66258"/>
                  </a:lnTo>
                  <a:lnTo>
                    <a:pt x="96118" y="67157"/>
                  </a:lnTo>
                  <a:lnTo>
                    <a:pt x="102868" y="63845"/>
                  </a:lnTo>
                  <a:lnTo>
                    <a:pt x="105804" y="69886"/>
                  </a:lnTo>
                  <a:lnTo>
                    <a:pt x="108490" y="73477"/>
                  </a:lnTo>
                  <a:lnTo>
                    <a:pt x="111930" y="73767"/>
                  </a:lnTo>
                  <a:lnTo>
                    <a:pt x="114195" y="73402"/>
                  </a:lnTo>
                  <a:lnTo>
                    <a:pt x="119147" y="72602"/>
                  </a:lnTo>
                  <a:lnTo>
                    <a:pt x="123428" y="73059"/>
                  </a:lnTo>
                  <a:lnTo>
                    <a:pt x="125862" y="77505"/>
                  </a:lnTo>
                  <a:lnTo>
                    <a:pt x="123461" y="84857"/>
                  </a:lnTo>
                  <a:lnTo>
                    <a:pt x="122395" y="88538"/>
                  </a:lnTo>
                  <a:lnTo>
                    <a:pt x="123888" y="93800"/>
                  </a:lnTo>
                  <a:lnTo>
                    <a:pt x="124890" y="93906"/>
                  </a:lnTo>
                  <a:lnTo>
                    <a:pt x="125918" y="94015"/>
                  </a:lnTo>
                  <a:lnTo>
                    <a:pt x="128979" y="92522"/>
                  </a:lnTo>
                  <a:lnTo>
                    <a:pt x="130896" y="91585"/>
                  </a:lnTo>
                  <a:lnTo>
                    <a:pt x="131851" y="89163"/>
                  </a:lnTo>
                  <a:lnTo>
                    <a:pt x="129122" y="85153"/>
                  </a:lnTo>
                  <a:lnTo>
                    <a:pt x="131645" y="78520"/>
                  </a:lnTo>
                  <a:lnTo>
                    <a:pt x="131035" y="73460"/>
                  </a:lnTo>
                  <a:lnTo>
                    <a:pt x="127439" y="69586"/>
                  </a:lnTo>
                  <a:lnTo>
                    <a:pt x="126851" y="63246"/>
                  </a:lnTo>
                  <a:lnTo>
                    <a:pt x="130790" y="59297"/>
                  </a:lnTo>
                  <a:lnTo>
                    <a:pt x="135496" y="51686"/>
                  </a:lnTo>
                  <a:lnTo>
                    <a:pt x="135689" y="51374"/>
                  </a:lnTo>
                  <a:lnTo>
                    <a:pt x="135913" y="45841"/>
                  </a:lnTo>
                  <a:lnTo>
                    <a:pt x="139424" y="41942"/>
                  </a:lnTo>
                  <a:lnTo>
                    <a:pt x="141336" y="37116"/>
                  </a:lnTo>
                  <a:lnTo>
                    <a:pt x="141203" y="31797"/>
                  </a:lnTo>
                  <a:lnTo>
                    <a:pt x="141032" y="24612"/>
                  </a:lnTo>
                  <a:lnTo>
                    <a:pt x="142206" y="18754"/>
                  </a:lnTo>
                  <a:lnTo>
                    <a:pt x="142777" y="14389"/>
                  </a:lnTo>
                  <a:lnTo>
                    <a:pt x="140557" y="9549"/>
                  </a:lnTo>
                  <a:lnTo>
                    <a:pt x="140544" y="4142"/>
                  </a:lnTo>
                  <a:lnTo>
                    <a:pt x="145607" y="0"/>
                  </a:lnTo>
                  <a:lnTo>
                    <a:pt x="173426" y="8201"/>
                  </a:lnTo>
                  <a:lnTo>
                    <a:pt x="181809" y="10669"/>
                  </a:lnTo>
                  <a:lnTo>
                    <a:pt x="200788" y="16555"/>
                  </a:lnTo>
                  <a:lnTo>
                    <a:pt x="220451" y="21874"/>
                  </a:lnTo>
                  <a:lnTo>
                    <a:pt x="235350" y="25866"/>
                  </a:lnTo>
                  <a:lnTo>
                    <a:pt x="250508" y="30092"/>
                  </a:lnTo>
                  <a:lnTo>
                    <a:pt x="257960" y="32147"/>
                  </a:lnTo>
                  <a:lnTo>
                    <a:pt x="276815" y="37145"/>
                  </a:lnTo>
                  <a:lnTo>
                    <a:pt x="297576" y="42714"/>
                  </a:lnTo>
                  <a:lnTo>
                    <a:pt x="327785" y="50376"/>
                  </a:lnTo>
                  <a:lnTo>
                    <a:pt x="345902" y="54908"/>
                  </a:lnTo>
                  <a:lnTo>
                    <a:pt x="362365" y="58952"/>
                  </a:lnTo>
                  <a:lnTo>
                    <a:pt x="398045" y="67487"/>
                  </a:lnTo>
                  <a:lnTo>
                    <a:pt x="408965" y="70037"/>
                  </a:lnTo>
                  <a:lnTo>
                    <a:pt x="431062" y="75076"/>
                  </a:lnTo>
                  <a:lnTo>
                    <a:pt x="440987" y="77366"/>
                  </a:lnTo>
                  <a:lnTo>
                    <a:pt x="450042" y="79435"/>
                  </a:lnTo>
                  <a:lnTo>
                    <a:pt x="463262" y="82411"/>
                  </a:lnTo>
                  <a:lnTo>
                    <a:pt x="460277" y="95573"/>
                  </a:lnTo>
                  <a:lnTo>
                    <a:pt x="456571" y="111951"/>
                  </a:lnTo>
                  <a:lnTo>
                    <a:pt x="451967" y="132156"/>
                  </a:lnTo>
                  <a:lnTo>
                    <a:pt x="445915" y="157811"/>
                  </a:lnTo>
                  <a:lnTo>
                    <a:pt x="444386" y="164673"/>
                  </a:lnTo>
                  <a:lnTo>
                    <a:pt x="443078" y="170548"/>
                  </a:lnTo>
                  <a:lnTo>
                    <a:pt x="438430" y="191468"/>
                  </a:lnTo>
                  <a:lnTo>
                    <a:pt x="431464" y="223398"/>
                  </a:lnTo>
                  <a:lnTo>
                    <a:pt x="429456" y="232631"/>
                  </a:lnTo>
                  <a:lnTo>
                    <a:pt x="427492" y="241672"/>
                  </a:lnTo>
                  <a:lnTo>
                    <a:pt x="426972" y="244046"/>
                  </a:lnTo>
                  <a:lnTo>
                    <a:pt x="415923" y="294681"/>
                  </a:lnTo>
                  <a:lnTo>
                    <a:pt x="414609" y="300729"/>
                  </a:lnTo>
                  <a:lnTo>
                    <a:pt x="413935" y="304719"/>
                  </a:lnTo>
                  <a:lnTo>
                    <a:pt x="413698" y="306125"/>
                  </a:lnTo>
                  <a:lnTo>
                    <a:pt x="411033" y="310654"/>
                  </a:lnTo>
                  <a:lnTo>
                    <a:pt x="413956" y="315858"/>
                  </a:lnTo>
                  <a:lnTo>
                    <a:pt x="414970" y="320592"/>
                  </a:lnTo>
                  <a:lnTo>
                    <a:pt x="414054" y="325247"/>
                  </a:lnTo>
                  <a:lnTo>
                    <a:pt x="415830" y="328234"/>
                  </a:lnTo>
                  <a:lnTo>
                    <a:pt x="414617" y="330550"/>
                  </a:lnTo>
                  <a:lnTo>
                    <a:pt x="410788" y="334934"/>
                  </a:lnTo>
                  <a:lnTo>
                    <a:pt x="412677" y="337506"/>
                  </a:lnTo>
                  <a:lnTo>
                    <a:pt x="413044" y="343522"/>
                  </a:lnTo>
                  <a:lnTo>
                    <a:pt x="387038" y="337776"/>
                  </a:lnTo>
                  <a:lnTo>
                    <a:pt x="379581" y="336013"/>
                  </a:lnTo>
                  <a:lnTo>
                    <a:pt x="372277" y="334275"/>
                  </a:lnTo>
                  <a:lnTo>
                    <a:pt x="365511" y="332654"/>
                  </a:lnTo>
                  <a:lnTo>
                    <a:pt x="350118" y="329129"/>
                  </a:lnTo>
                  <a:lnTo>
                    <a:pt x="348975" y="328865"/>
                  </a:lnTo>
                  <a:lnTo>
                    <a:pt x="327031" y="323740"/>
                  </a:lnTo>
                  <a:lnTo>
                    <a:pt x="308704" y="319380"/>
                  </a:lnTo>
                  <a:lnTo>
                    <a:pt x="290411" y="315083"/>
                  </a:lnTo>
                  <a:lnTo>
                    <a:pt x="285169" y="317573"/>
                  </a:lnTo>
                  <a:lnTo>
                    <a:pt x="280814" y="318852"/>
                  </a:lnTo>
                  <a:lnTo>
                    <a:pt x="273226" y="316345"/>
                  </a:lnTo>
                  <a:lnTo>
                    <a:pt x="266509" y="316359"/>
                  </a:lnTo>
                  <a:lnTo>
                    <a:pt x="262333" y="316089"/>
                  </a:lnTo>
                  <a:lnTo>
                    <a:pt x="258899" y="315865"/>
                  </a:lnTo>
                  <a:lnTo>
                    <a:pt x="254368" y="312983"/>
                  </a:lnTo>
                  <a:lnTo>
                    <a:pt x="252534" y="313060"/>
                  </a:lnTo>
                  <a:lnTo>
                    <a:pt x="247097" y="317427"/>
                  </a:lnTo>
                  <a:lnTo>
                    <a:pt x="239061" y="316250"/>
                  </a:lnTo>
                  <a:lnTo>
                    <a:pt x="234995" y="316068"/>
                  </a:lnTo>
                  <a:lnTo>
                    <a:pt x="228936" y="315791"/>
                  </a:lnTo>
                  <a:lnTo>
                    <a:pt x="226668" y="316371"/>
                  </a:lnTo>
                  <a:lnTo>
                    <a:pt x="221920" y="317582"/>
                  </a:lnTo>
                  <a:lnTo>
                    <a:pt x="217455" y="317530"/>
                  </a:lnTo>
                  <a:lnTo>
                    <a:pt x="212320" y="320527"/>
                  </a:lnTo>
                  <a:lnTo>
                    <a:pt x="208002" y="319837"/>
                  </a:lnTo>
                  <a:lnTo>
                    <a:pt x="200325" y="319851"/>
                  </a:lnTo>
                  <a:lnTo>
                    <a:pt x="195348" y="318485"/>
                  </a:lnTo>
                  <a:lnTo>
                    <a:pt x="194330" y="318205"/>
                  </a:lnTo>
                  <a:lnTo>
                    <a:pt x="190343" y="312887"/>
                  </a:lnTo>
                  <a:lnTo>
                    <a:pt x="187746" y="312265"/>
                  </a:lnTo>
                  <a:lnTo>
                    <a:pt x="186495" y="312821"/>
                  </a:lnTo>
                  <a:lnTo>
                    <a:pt x="183865" y="313989"/>
                  </a:lnTo>
                  <a:lnTo>
                    <a:pt x="173061" y="315176"/>
                  </a:lnTo>
                  <a:lnTo>
                    <a:pt x="170059" y="316998"/>
                  </a:lnTo>
                  <a:lnTo>
                    <a:pt x="169093" y="316269"/>
                  </a:lnTo>
                  <a:lnTo>
                    <a:pt x="167513" y="315074"/>
                  </a:lnTo>
                  <a:lnTo>
                    <a:pt x="159013" y="313565"/>
                  </a:lnTo>
                  <a:lnTo>
                    <a:pt x="156086" y="315698"/>
                  </a:lnTo>
                  <a:lnTo>
                    <a:pt x="152232" y="315535"/>
                  </a:lnTo>
                  <a:lnTo>
                    <a:pt x="151847" y="309469"/>
                  </a:lnTo>
                  <a:lnTo>
                    <a:pt x="145454" y="304617"/>
                  </a:lnTo>
                  <a:lnTo>
                    <a:pt x="140154" y="304168"/>
                  </a:lnTo>
                  <a:lnTo>
                    <a:pt x="139268" y="303455"/>
                  </a:lnTo>
                  <a:lnTo>
                    <a:pt x="134954" y="299981"/>
                  </a:lnTo>
                  <a:lnTo>
                    <a:pt x="134483" y="299601"/>
                  </a:lnTo>
                  <a:lnTo>
                    <a:pt x="126038" y="299229"/>
                  </a:lnTo>
                  <a:lnTo>
                    <a:pt x="121860" y="299079"/>
                  </a:lnTo>
                  <a:lnTo>
                    <a:pt x="117691" y="296736"/>
                  </a:lnTo>
                  <a:lnTo>
                    <a:pt x="114093" y="296967"/>
                  </a:lnTo>
                  <a:lnTo>
                    <a:pt x="111372" y="299084"/>
                  </a:lnTo>
                  <a:lnTo>
                    <a:pt x="109846" y="299360"/>
                  </a:lnTo>
                  <a:lnTo>
                    <a:pt x="107973" y="299697"/>
                  </a:lnTo>
                  <a:lnTo>
                    <a:pt x="104235" y="301317"/>
                  </a:lnTo>
                  <a:lnTo>
                    <a:pt x="97705" y="302453"/>
                  </a:lnTo>
                  <a:lnTo>
                    <a:pt x="92750" y="301575"/>
                  </a:lnTo>
                  <a:lnTo>
                    <a:pt x="88236" y="302841"/>
                  </a:lnTo>
                  <a:lnTo>
                    <a:pt x="87310" y="303100"/>
                  </a:lnTo>
                  <a:lnTo>
                    <a:pt x="83362" y="301601"/>
                  </a:lnTo>
                  <a:lnTo>
                    <a:pt x="81172" y="298408"/>
                  </a:lnTo>
                  <a:lnTo>
                    <a:pt x="77447" y="298473"/>
                  </a:lnTo>
                  <a:lnTo>
                    <a:pt x="74787" y="295879"/>
                  </a:lnTo>
                  <a:lnTo>
                    <a:pt x="66553" y="291029"/>
                  </a:lnTo>
                  <a:lnTo>
                    <a:pt x="61890" y="286475"/>
                  </a:lnTo>
                  <a:lnTo>
                    <a:pt x="61271" y="284599"/>
                  </a:lnTo>
                  <a:lnTo>
                    <a:pt x="60661" y="282751"/>
                  </a:lnTo>
                  <a:lnTo>
                    <a:pt x="62324" y="278773"/>
                  </a:lnTo>
                  <a:lnTo>
                    <a:pt x="63376" y="276257"/>
                  </a:lnTo>
                  <a:lnTo>
                    <a:pt x="62646" y="271331"/>
                  </a:lnTo>
                  <a:lnTo>
                    <a:pt x="64103" y="267962"/>
                  </a:lnTo>
                  <a:lnTo>
                    <a:pt x="64696" y="266590"/>
                  </a:lnTo>
                  <a:lnTo>
                    <a:pt x="64275" y="262293"/>
                  </a:lnTo>
                  <a:lnTo>
                    <a:pt x="65332" y="258133"/>
                  </a:lnTo>
                  <a:lnTo>
                    <a:pt x="64218" y="252846"/>
                  </a:lnTo>
                  <a:lnTo>
                    <a:pt x="63169" y="246113"/>
                  </a:lnTo>
                  <a:lnTo>
                    <a:pt x="60304" y="243306"/>
                  </a:lnTo>
                  <a:lnTo>
                    <a:pt x="58628" y="240116"/>
                  </a:lnTo>
                  <a:lnTo>
                    <a:pt x="53468" y="233797"/>
                  </a:lnTo>
                  <a:lnTo>
                    <a:pt x="50643" y="232604"/>
                  </a:lnTo>
                  <a:lnTo>
                    <a:pt x="47526" y="233326"/>
                  </a:lnTo>
                  <a:lnTo>
                    <a:pt x="42948" y="234381"/>
                  </a:lnTo>
                  <a:lnTo>
                    <a:pt x="38154" y="232798"/>
                  </a:lnTo>
                  <a:lnTo>
                    <a:pt x="37713" y="232652"/>
                  </a:lnTo>
                  <a:lnTo>
                    <a:pt x="35191" y="228590"/>
                  </a:lnTo>
                  <a:lnTo>
                    <a:pt x="36596" y="224600"/>
                  </a:lnTo>
                  <a:lnTo>
                    <a:pt x="34620" y="220299"/>
                  </a:lnTo>
                  <a:lnTo>
                    <a:pt x="30444" y="219953"/>
                  </a:lnTo>
                  <a:lnTo>
                    <a:pt x="23629" y="217141"/>
                  </a:lnTo>
                  <a:lnTo>
                    <a:pt x="22829" y="213315"/>
                  </a:lnTo>
                  <a:lnTo>
                    <a:pt x="20906" y="214019"/>
                  </a:lnTo>
                  <a:lnTo>
                    <a:pt x="18662" y="214839"/>
                  </a:lnTo>
                  <a:lnTo>
                    <a:pt x="16205" y="213285"/>
                  </a:lnTo>
                  <a:lnTo>
                    <a:pt x="11070" y="215770"/>
                  </a:lnTo>
                  <a:lnTo>
                    <a:pt x="9277" y="214680"/>
                  </a:lnTo>
                  <a:lnTo>
                    <a:pt x="7513" y="211194"/>
                  </a:lnTo>
                  <a:lnTo>
                    <a:pt x="7025" y="209699"/>
                  </a:lnTo>
                  <a:lnTo>
                    <a:pt x="0" y="209751"/>
                  </a:lnTo>
                  <a:lnTo>
                    <a:pt x="2494" y="204971"/>
                  </a:lnTo>
                  <a:lnTo>
                    <a:pt x="7324" y="190966"/>
                  </a:lnTo>
                  <a:lnTo>
                    <a:pt x="10240" y="179076"/>
                  </a:lnTo>
                  <a:lnTo>
                    <a:pt x="16607" y="180541"/>
                  </a:lnTo>
                  <a:lnTo>
                    <a:pt x="19697" y="178119"/>
                  </a:lnTo>
                  <a:lnTo>
                    <a:pt x="17827" y="173688"/>
                  </a:lnTo>
                  <a:lnTo>
                    <a:pt x="12356" y="170009"/>
                  </a:lnTo>
                  <a:lnTo>
                    <a:pt x="13025" y="164708"/>
                  </a:lnTo>
                  <a:lnTo>
                    <a:pt x="13213" y="163221"/>
                  </a:lnTo>
                  <a:lnTo>
                    <a:pt x="13637" y="154503"/>
                  </a:lnTo>
                  <a:lnTo>
                    <a:pt x="11817" y="151984"/>
                  </a:lnTo>
                  <a:lnTo>
                    <a:pt x="14260" y="146397"/>
                  </a:lnTo>
                  <a:lnTo>
                    <a:pt x="17531" y="132186"/>
                  </a:lnTo>
                  <a:lnTo>
                    <a:pt x="17548" y="130685"/>
                  </a:lnTo>
                  <a:lnTo>
                    <a:pt x="18309" y="120349"/>
                  </a:lnTo>
                  <a:lnTo>
                    <a:pt x="15478" y="113071"/>
                  </a:lnTo>
                  <a:lnTo>
                    <a:pt x="18370" y="97367"/>
                  </a:lnTo>
                  <a:lnTo>
                    <a:pt x="18569" y="96294"/>
                  </a:lnTo>
                  <a:lnTo>
                    <a:pt x="19381" y="82956"/>
                  </a:lnTo>
                  <a:lnTo>
                    <a:pt x="18122" y="75474"/>
                  </a:lnTo>
                  <a:lnTo>
                    <a:pt x="16240" y="68315"/>
                  </a:lnTo>
                  <a:lnTo>
                    <a:pt x="13370" y="63306"/>
                  </a:lnTo>
                  <a:lnTo>
                    <a:pt x="12885" y="62457"/>
                  </a:lnTo>
                  <a:lnTo>
                    <a:pt x="12388" y="55140"/>
                  </a:lnTo>
                  <a:lnTo>
                    <a:pt x="14010" y="47727"/>
                  </a:lnTo>
                  <a:lnTo>
                    <a:pt x="15281" y="43514"/>
                  </a:lnTo>
                  <a:lnTo>
                    <a:pt x="14877" y="38277"/>
                  </a:lnTo>
                  <a:lnTo>
                    <a:pt x="18449" y="33209"/>
                  </a:lnTo>
                  <a:lnTo>
                    <a:pt x="21733" y="2710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43502" y="4082021"/>
              <a:ext cx="20121" cy="18819"/>
            </a:xfrm>
            <a:custGeom>
              <a:avLst/>
              <a:pathLst>
                <a:path w="20121" h="18819">
                  <a:moveTo>
                    <a:pt x="0" y="6"/>
                  </a:moveTo>
                  <a:lnTo>
                    <a:pt x="8167" y="0"/>
                  </a:lnTo>
                  <a:lnTo>
                    <a:pt x="15055" y="8578"/>
                  </a:lnTo>
                  <a:lnTo>
                    <a:pt x="20121" y="14907"/>
                  </a:lnTo>
                  <a:lnTo>
                    <a:pt x="16444" y="18819"/>
                  </a:lnTo>
                  <a:lnTo>
                    <a:pt x="13238" y="16219"/>
                  </a:lnTo>
                  <a:lnTo>
                    <a:pt x="6832" y="14260"/>
                  </a:lnTo>
                  <a:lnTo>
                    <a:pt x="6335" y="10195"/>
                  </a:lnTo>
                  <a:lnTo>
                    <a:pt x="1629" y="33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32440" y="4119288"/>
              <a:ext cx="17514" cy="23036"/>
            </a:xfrm>
            <a:custGeom>
              <a:avLst/>
              <a:pathLst>
                <a:path w="17514" h="23036">
                  <a:moveTo>
                    <a:pt x="3743" y="0"/>
                  </a:moveTo>
                  <a:lnTo>
                    <a:pt x="6704" y="5621"/>
                  </a:lnTo>
                  <a:lnTo>
                    <a:pt x="12001" y="14504"/>
                  </a:lnTo>
                  <a:lnTo>
                    <a:pt x="17514" y="22340"/>
                  </a:lnTo>
                  <a:lnTo>
                    <a:pt x="11944" y="23036"/>
                  </a:lnTo>
                  <a:lnTo>
                    <a:pt x="8179" y="18238"/>
                  </a:lnTo>
                  <a:lnTo>
                    <a:pt x="2885" y="9210"/>
                  </a:lnTo>
                  <a:lnTo>
                    <a:pt x="0" y="8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869675" y="4080763"/>
              <a:ext cx="10643" cy="8694"/>
            </a:xfrm>
            <a:custGeom>
              <a:avLst/>
              <a:pathLst>
                <a:path w="10643" h="8694">
                  <a:moveTo>
                    <a:pt x="0" y="1315"/>
                  </a:moveTo>
                  <a:lnTo>
                    <a:pt x="5410" y="0"/>
                  </a:lnTo>
                  <a:lnTo>
                    <a:pt x="10643" y="4960"/>
                  </a:lnTo>
                  <a:lnTo>
                    <a:pt x="9801" y="8187"/>
                  </a:lnTo>
                  <a:lnTo>
                    <a:pt x="7055" y="8694"/>
                  </a:lnTo>
                  <a:lnTo>
                    <a:pt x="1561" y="577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859805" y="4008973"/>
              <a:ext cx="38975" cy="14462"/>
            </a:xfrm>
            <a:custGeom>
              <a:avLst/>
              <a:pathLst>
                <a:path w="38975" h="14462">
                  <a:moveTo>
                    <a:pt x="0" y="111"/>
                  </a:moveTo>
                  <a:lnTo>
                    <a:pt x="4408" y="0"/>
                  </a:lnTo>
                  <a:lnTo>
                    <a:pt x="12349" y="3900"/>
                  </a:lnTo>
                  <a:lnTo>
                    <a:pt x="24666" y="6457"/>
                  </a:lnTo>
                  <a:lnTo>
                    <a:pt x="31479" y="8018"/>
                  </a:lnTo>
                  <a:lnTo>
                    <a:pt x="33473" y="8473"/>
                  </a:lnTo>
                  <a:lnTo>
                    <a:pt x="38975" y="10070"/>
                  </a:lnTo>
                  <a:lnTo>
                    <a:pt x="38158" y="14426"/>
                  </a:lnTo>
                  <a:lnTo>
                    <a:pt x="36028" y="14462"/>
                  </a:lnTo>
                  <a:lnTo>
                    <a:pt x="29240" y="12694"/>
                  </a:lnTo>
                  <a:lnTo>
                    <a:pt x="24528" y="11463"/>
                  </a:lnTo>
                  <a:lnTo>
                    <a:pt x="16628" y="10667"/>
                  </a:lnTo>
                  <a:lnTo>
                    <a:pt x="12010" y="11949"/>
                  </a:lnTo>
                  <a:lnTo>
                    <a:pt x="6771" y="10392"/>
                  </a:lnTo>
                  <a:lnTo>
                    <a:pt x="1602" y="7568"/>
                  </a:lnTo>
                  <a:lnTo>
                    <a:pt x="2142" y="37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821193" y="3999707"/>
              <a:ext cx="32418" cy="19865"/>
            </a:xfrm>
            <a:custGeom>
              <a:avLst/>
              <a:pathLst>
                <a:path w="32418" h="19865">
                  <a:moveTo>
                    <a:pt x="6979" y="0"/>
                  </a:moveTo>
                  <a:lnTo>
                    <a:pt x="15508" y="3855"/>
                  </a:lnTo>
                  <a:lnTo>
                    <a:pt x="22470" y="8382"/>
                  </a:lnTo>
                  <a:lnTo>
                    <a:pt x="28400" y="8772"/>
                  </a:lnTo>
                  <a:lnTo>
                    <a:pt x="32418" y="14626"/>
                  </a:lnTo>
                  <a:lnTo>
                    <a:pt x="32407" y="18384"/>
                  </a:lnTo>
                  <a:lnTo>
                    <a:pt x="26505" y="19485"/>
                  </a:lnTo>
                  <a:lnTo>
                    <a:pt x="21043" y="19865"/>
                  </a:lnTo>
                  <a:lnTo>
                    <a:pt x="17588" y="16091"/>
                  </a:lnTo>
                  <a:lnTo>
                    <a:pt x="16636" y="13234"/>
                  </a:lnTo>
                  <a:lnTo>
                    <a:pt x="5629" y="7358"/>
                  </a:lnTo>
                  <a:lnTo>
                    <a:pt x="0" y="266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693957" y="3249217"/>
              <a:ext cx="581644" cy="953504"/>
            </a:xfrm>
            <a:custGeom>
              <a:avLst/>
              <a:pathLst>
                <a:path w="581644" h="953504">
                  <a:moveTo>
                    <a:pt x="4532" y="123995"/>
                  </a:moveTo>
                  <a:lnTo>
                    <a:pt x="13782" y="112473"/>
                  </a:lnTo>
                  <a:lnTo>
                    <a:pt x="26197" y="99199"/>
                  </a:lnTo>
                  <a:lnTo>
                    <a:pt x="33480" y="87901"/>
                  </a:lnTo>
                  <a:lnTo>
                    <a:pt x="34483" y="82703"/>
                  </a:lnTo>
                  <a:lnTo>
                    <a:pt x="33612" y="78842"/>
                  </a:lnTo>
                  <a:lnTo>
                    <a:pt x="34292" y="74263"/>
                  </a:lnTo>
                  <a:lnTo>
                    <a:pt x="38148" y="70703"/>
                  </a:lnTo>
                  <a:lnTo>
                    <a:pt x="42477" y="62927"/>
                  </a:lnTo>
                  <a:lnTo>
                    <a:pt x="48063" y="50526"/>
                  </a:lnTo>
                  <a:lnTo>
                    <a:pt x="48412" y="48295"/>
                  </a:lnTo>
                  <a:lnTo>
                    <a:pt x="49564" y="40931"/>
                  </a:lnTo>
                  <a:lnTo>
                    <a:pt x="49457" y="33359"/>
                  </a:lnTo>
                  <a:lnTo>
                    <a:pt x="49752" y="25971"/>
                  </a:lnTo>
                  <a:lnTo>
                    <a:pt x="49569" y="24099"/>
                  </a:lnTo>
                  <a:lnTo>
                    <a:pt x="47464" y="22772"/>
                  </a:lnTo>
                  <a:lnTo>
                    <a:pt x="45517" y="16939"/>
                  </a:lnTo>
                  <a:lnTo>
                    <a:pt x="48452" y="12811"/>
                  </a:lnTo>
                  <a:lnTo>
                    <a:pt x="51826" y="5060"/>
                  </a:lnTo>
                  <a:lnTo>
                    <a:pt x="52760" y="0"/>
                  </a:lnTo>
                  <a:lnTo>
                    <a:pt x="65730" y="4213"/>
                  </a:lnTo>
                  <a:lnTo>
                    <a:pt x="76820" y="7650"/>
                  </a:lnTo>
                  <a:lnTo>
                    <a:pt x="87044" y="10795"/>
                  </a:lnTo>
                  <a:lnTo>
                    <a:pt x="95701" y="13026"/>
                  </a:lnTo>
                  <a:lnTo>
                    <a:pt x="100998" y="14383"/>
                  </a:lnTo>
                  <a:lnTo>
                    <a:pt x="106354" y="16216"/>
                  </a:lnTo>
                  <a:lnTo>
                    <a:pt x="113739" y="17865"/>
                  </a:lnTo>
                  <a:lnTo>
                    <a:pt x="119129" y="19061"/>
                  </a:lnTo>
                  <a:lnTo>
                    <a:pt x="125244" y="21434"/>
                  </a:lnTo>
                  <a:lnTo>
                    <a:pt x="140530" y="25799"/>
                  </a:lnTo>
                  <a:lnTo>
                    <a:pt x="159263" y="30788"/>
                  </a:lnTo>
                  <a:lnTo>
                    <a:pt x="172449" y="34603"/>
                  </a:lnTo>
                  <a:lnTo>
                    <a:pt x="184118" y="38075"/>
                  </a:lnTo>
                  <a:lnTo>
                    <a:pt x="200009" y="42751"/>
                  </a:lnTo>
                  <a:lnTo>
                    <a:pt x="210669" y="45940"/>
                  </a:lnTo>
                  <a:lnTo>
                    <a:pt x="224863" y="50106"/>
                  </a:lnTo>
                  <a:lnTo>
                    <a:pt x="225358" y="50250"/>
                  </a:lnTo>
                  <a:lnTo>
                    <a:pt x="237184" y="53399"/>
                  </a:lnTo>
                  <a:lnTo>
                    <a:pt x="250635" y="57384"/>
                  </a:lnTo>
                  <a:lnTo>
                    <a:pt x="260387" y="59951"/>
                  </a:lnTo>
                  <a:lnTo>
                    <a:pt x="272184" y="63029"/>
                  </a:lnTo>
                  <a:lnTo>
                    <a:pt x="284204" y="66143"/>
                  </a:lnTo>
                  <a:lnTo>
                    <a:pt x="304330" y="71230"/>
                  </a:lnTo>
                  <a:lnTo>
                    <a:pt x="315819" y="74142"/>
                  </a:lnTo>
                  <a:lnTo>
                    <a:pt x="313329" y="84448"/>
                  </a:lnTo>
                  <a:lnTo>
                    <a:pt x="308089" y="106531"/>
                  </a:lnTo>
                  <a:lnTo>
                    <a:pt x="299028" y="143970"/>
                  </a:lnTo>
                  <a:lnTo>
                    <a:pt x="292547" y="171392"/>
                  </a:lnTo>
                  <a:lnTo>
                    <a:pt x="289695" y="183909"/>
                  </a:lnTo>
                  <a:lnTo>
                    <a:pt x="281647" y="218387"/>
                  </a:lnTo>
                  <a:lnTo>
                    <a:pt x="277634" y="235171"/>
                  </a:lnTo>
                  <a:lnTo>
                    <a:pt x="274166" y="249806"/>
                  </a:lnTo>
                  <a:lnTo>
                    <a:pt x="269296" y="269951"/>
                  </a:lnTo>
                  <a:lnTo>
                    <a:pt x="265487" y="285747"/>
                  </a:lnTo>
                  <a:lnTo>
                    <a:pt x="263521" y="293814"/>
                  </a:lnTo>
                  <a:lnTo>
                    <a:pt x="260828" y="304871"/>
                  </a:lnTo>
                  <a:lnTo>
                    <a:pt x="260301" y="307039"/>
                  </a:lnTo>
                  <a:lnTo>
                    <a:pt x="257906" y="317901"/>
                  </a:lnTo>
                  <a:lnTo>
                    <a:pt x="256898" y="322478"/>
                  </a:lnTo>
                  <a:lnTo>
                    <a:pt x="256039" y="326385"/>
                  </a:lnTo>
                  <a:lnTo>
                    <a:pt x="254748" y="332258"/>
                  </a:lnTo>
                  <a:lnTo>
                    <a:pt x="259823" y="339554"/>
                  </a:lnTo>
                  <a:lnTo>
                    <a:pt x="276520" y="363550"/>
                  </a:lnTo>
                  <a:lnTo>
                    <a:pt x="276640" y="363723"/>
                  </a:lnTo>
                  <a:lnTo>
                    <a:pt x="290187" y="383144"/>
                  </a:lnTo>
                  <a:lnTo>
                    <a:pt x="292915" y="387031"/>
                  </a:lnTo>
                  <a:lnTo>
                    <a:pt x="299513" y="396460"/>
                  </a:lnTo>
                  <a:lnTo>
                    <a:pt x="310592" y="412184"/>
                  </a:lnTo>
                  <a:lnTo>
                    <a:pt x="334864" y="446795"/>
                  </a:lnTo>
                  <a:lnTo>
                    <a:pt x="338830" y="452479"/>
                  </a:lnTo>
                  <a:lnTo>
                    <a:pt x="361062" y="484030"/>
                  </a:lnTo>
                  <a:lnTo>
                    <a:pt x="371478" y="498762"/>
                  </a:lnTo>
                  <a:lnTo>
                    <a:pt x="379965" y="510684"/>
                  </a:lnTo>
                  <a:lnTo>
                    <a:pt x="404289" y="545035"/>
                  </a:lnTo>
                  <a:lnTo>
                    <a:pt x="408722" y="551288"/>
                  </a:lnTo>
                  <a:lnTo>
                    <a:pt x="418034" y="564357"/>
                  </a:lnTo>
                  <a:lnTo>
                    <a:pt x="447178" y="605265"/>
                  </a:lnTo>
                  <a:lnTo>
                    <a:pt x="453607" y="614327"/>
                  </a:lnTo>
                  <a:lnTo>
                    <a:pt x="469869" y="636999"/>
                  </a:lnTo>
                  <a:lnTo>
                    <a:pt x="481488" y="653235"/>
                  </a:lnTo>
                  <a:lnTo>
                    <a:pt x="484212" y="657025"/>
                  </a:lnTo>
                  <a:lnTo>
                    <a:pt x="495792" y="673057"/>
                  </a:lnTo>
                  <a:lnTo>
                    <a:pt x="510037" y="692909"/>
                  </a:lnTo>
                  <a:lnTo>
                    <a:pt x="515975" y="701118"/>
                  </a:lnTo>
                  <a:lnTo>
                    <a:pt x="524459" y="712887"/>
                  </a:lnTo>
                  <a:lnTo>
                    <a:pt x="531354" y="722383"/>
                  </a:lnTo>
                  <a:lnTo>
                    <a:pt x="537031" y="730276"/>
                  </a:lnTo>
                  <a:lnTo>
                    <a:pt x="545604" y="742138"/>
                  </a:lnTo>
                  <a:lnTo>
                    <a:pt x="555816" y="756260"/>
                  </a:lnTo>
                  <a:lnTo>
                    <a:pt x="555272" y="761418"/>
                  </a:lnTo>
                  <a:lnTo>
                    <a:pt x="553982" y="767458"/>
                  </a:lnTo>
                  <a:lnTo>
                    <a:pt x="557319" y="773186"/>
                  </a:lnTo>
                  <a:lnTo>
                    <a:pt x="562183" y="782110"/>
                  </a:lnTo>
                  <a:lnTo>
                    <a:pt x="563563" y="785354"/>
                  </a:lnTo>
                  <a:lnTo>
                    <a:pt x="565135" y="795488"/>
                  </a:lnTo>
                  <a:lnTo>
                    <a:pt x="567431" y="801612"/>
                  </a:lnTo>
                  <a:lnTo>
                    <a:pt x="566501" y="807354"/>
                  </a:lnTo>
                  <a:lnTo>
                    <a:pt x="569610" y="807919"/>
                  </a:lnTo>
                  <a:lnTo>
                    <a:pt x="574053" y="813024"/>
                  </a:lnTo>
                  <a:lnTo>
                    <a:pt x="579867" y="819038"/>
                  </a:lnTo>
                  <a:lnTo>
                    <a:pt x="581644" y="822822"/>
                  </a:lnTo>
                  <a:lnTo>
                    <a:pt x="581615" y="823066"/>
                  </a:lnTo>
                  <a:lnTo>
                    <a:pt x="581170" y="826877"/>
                  </a:lnTo>
                  <a:lnTo>
                    <a:pt x="578112" y="828104"/>
                  </a:lnTo>
                  <a:lnTo>
                    <a:pt x="573701" y="832085"/>
                  </a:lnTo>
                  <a:lnTo>
                    <a:pt x="568898" y="833069"/>
                  </a:lnTo>
                  <a:lnTo>
                    <a:pt x="564498" y="835194"/>
                  </a:lnTo>
                  <a:lnTo>
                    <a:pt x="560031" y="836471"/>
                  </a:lnTo>
                  <a:lnTo>
                    <a:pt x="558192" y="837827"/>
                  </a:lnTo>
                  <a:lnTo>
                    <a:pt x="557858" y="839006"/>
                  </a:lnTo>
                  <a:lnTo>
                    <a:pt x="556984" y="842094"/>
                  </a:lnTo>
                  <a:lnTo>
                    <a:pt x="555172" y="844605"/>
                  </a:lnTo>
                  <a:lnTo>
                    <a:pt x="550510" y="848590"/>
                  </a:lnTo>
                  <a:lnTo>
                    <a:pt x="548293" y="850771"/>
                  </a:lnTo>
                  <a:lnTo>
                    <a:pt x="549814" y="853520"/>
                  </a:lnTo>
                  <a:lnTo>
                    <a:pt x="549548" y="856718"/>
                  </a:lnTo>
                  <a:lnTo>
                    <a:pt x="547991" y="859704"/>
                  </a:lnTo>
                  <a:lnTo>
                    <a:pt x="548217" y="865748"/>
                  </a:lnTo>
                  <a:lnTo>
                    <a:pt x="548266" y="869441"/>
                  </a:lnTo>
                  <a:lnTo>
                    <a:pt x="547308" y="871606"/>
                  </a:lnTo>
                  <a:lnTo>
                    <a:pt x="545428" y="874084"/>
                  </a:lnTo>
                  <a:lnTo>
                    <a:pt x="544407" y="878807"/>
                  </a:lnTo>
                  <a:lnTo>
                    <a:pt x="544014" y="883592"/>
                  </a:lnTo>
                  <a:lnTo>
                    <a:pt x="537927" y="888028"/>
                  </a:lnTo>
                  <a:lnTo>
                    <a:pt x="534853" y="892586"/>
                  </a:lnTo>
                  <a:lnTo>
                    <a:pt x="534271" y="893449"/>
                  </a:lnTo>
                  <a:lnTo>
                    <a:pt x="531404" y="893343"/>
                  </a:lnTo>
                  <a:lnTo>
                    <a:pt x="527500" y="893842"/>
                  </a:lnTo>
                  <a:lnTo>
                    <a:pt x="528418" y="896538"/>
                  </a:lnTo>
                  <a:lnTo>
                    <a:pt x="527659" y="901151"/>
                  </a:lnTo>
                  <a:lnTo>
                    <a:pt x="526073" y="904026"/>
                  </a:lnTo>
                  <a:lnTo>
                    <a:pt x="529179" y="907466"/>
                  </a:lnTo>
                  <a:lnTo>
                    <a:pt x="528579" y="909617"/>
                  </a:lnTo>
                  <a:lnTo>
                    <a:pt x="527540" y="915748"/>
                  </a:lnTo>
                  <a:lnTo>
                    <a:pt x="524863" y="920112"/>
                  </a:lnTo>
                  <a:lnTo>
                    <a:pt x="526539" y="926410"/>
                  </a:lnTo>
                  <a:lnTo>
                    <a:pt x="529544" y="927552"/>
                  </a:lnTo>
                  <a:lnTo>
                    <a:pt x="533488" y="927748"/>
                  </a:lnTo>
                  <a:lnTo>
                    <a:pt x="537535" y="929502"/>
                  </a:lnTo>
                  <a:lnTo>
                    <a:pt x="537967" y="929688"/>
                  </a:lnTo>
                  <a:lnTo>
                    <a:pt x="539479" y="934529"/>
                  </a:lnTo>
                  <a:lnTo>
                    <a:pt x="539184" y="938794"/>
                  </a:lnTo>
                  <a:lnTo>
                    <a:pt x="539885" y="940852"/>
                  </a:lnTo>
                  <a:lnTo>
                    <a:pt x="538713" y="945705"/>
                  </a:lnTo>
                  <a:lnTo>
                    <a:pt x="533302" y="950356"/>
                  </a:lnTo>
                  <a:lnTo>
                    <a:pt x="532579" y="950915"/>
                  </a:lnTo>
                  <a:lnTo>
                    <a:pt x="529994" y="952911"/>
                  </a:lnTo>
                  <a:lnTo>
                    <a:pt x="526618" y="952873"/>
                  </a:lnTo>
                  <a:lnTo>
                    <a:pt x="522739" y="952827"/>
                  </a:lnTo>
                  <a:lnTo>
                    <a:pt x="520042" y="951701"/>
                  </a:lnTo>
                  <a:lnTo>
                    <a:pt x="518720" y="953504"/>
                  </a:lnTo>
                  <a:lnTo>
                    <a:pt x="497906" y="951531"/>
                  </a:lnTo>
                  <a:lnTo>
                    <a:pt x="463527" y="948212"/>
                  </a:lnTo>
                  <a:lnTo>
                    <a:pt x="420458" y="944045"/>
                  </a:lnTo>
                  <a:lnTo>
                    <a:pt x="416043" y="943627"/>
                  </a:lnTo>
                  <a:lnTo>
                    <a:pt x="383845" y="940481"/>
                  </a:lnTo>
                  <a:lnTo>
                    <a:pt x="377435" y="939884"/>
                  </a:lnTo>
                  <a:lnTo>
                    <a:pt x="360679" y="938194"/>
                  </a:lnTo>
                  <a:lnTo>
                    <a:pt x="360383" y="938164"/>
                  </a:lnTo>
                  <a:lnTo>
                    <a:pt x="340527" y="936227"/>
                  </a:lnTo>
                  <a:lnTo>
                    <a:pt x="340799" y="931667"/>
                  </a:lnTo>
                  <a:lnTo>
                    <a:pt x="340975" y="928729"/>
                  </a:lnTo>
                  <a:lnTo>
                    <a:pt x="339458" y="923645"/>
                  </a:lnTo>
                  <a:lnTo>
                    <a:pt x="337693" y="921766"/>
                  </a:lnTo>
                  <a:lnTo>
                    <a:pt x="333806" y="922716"/>
                  </a:lnTo>
                  <a:lnTo>
                    <a:pt x="333624" y="919923"/>
                  </a:lnTo>
                  <a:lnTo>
                    <a:pt x="334995" y="912405"/>
                  </a:lnTo>
                  <a:lnTo>
                    <a:pt x="333661" y="908961"/>
                  </a:lnTo>
                  <a:lnTo>
                    <a:pt x="333844" y="907445"/>
                  </a:lnTo>
                  <a:lnTo>
                    <a:pt x="334633" y="906540"/>
                  </a:lnTo>
                  <a:lnTo>
                    <a:pt x="335395" y="906886"/>
                  </a:lnTo>
                  <a:lnTo>
                    <a:pt x="336041" y="906112"/>
                  </a:lnTo>
                  <a:lnTo>
                    <a:pt x="336801" y="902615"/>
                  </a:lnTo>
                  <a:lnTo>
                    <a:pt x="336749" y="899067"/>
                  </a:lnTo>
                  <a:lnTo>
                    <a:pt x="336655" y="892511"/>
                  </a:lnTo>
                  <a:lnTo>
                    <a:pt x="335437" y="884969"/>
                  </a:lnTo>
                  <a:lnTo>
                    <a:pt x="333203" y="877774"/>
                  </a:lnTo>
                  <a:lnTo>
                    <a:pt x="328803" y="867863"/>
                  </a:lnTo>
                  <a:lnTo>
                    <a:pt x="322998" y="857927"/>
                  </a:lnTo>
                  <a:lnTo>
                    <a:pt x="319853" y="855333"/>
                  </a:lnTo>
                  <a:lnTo>
                    <a:pt x="317167" y="849930"/>
                  </a:lnTo>
                  <a:lnTo>
                    <a:pt x="312474" y="847149"/>
                  </a:lnTo>
                  <a:lnTo>
                    <a:pt x="312045" y="845000"/>
                  </a:lnTo>
                  <a:lnTo>
                    <a:pt x="311301" y="843953"/>
                  </a:lnTo>
                  <a:lnTo>
                    <a:pt x="306869" y="837704"/>
                  </a:lnTo>
                  <a:lnTo>
                    <a:pt x="305345" y="835460"/>
                  </a:lnTo>
                  <a:lnTo>
                    <a:pt x="299647" y="831354"/>
                  </a:lnTo>
                  <a:lnTo>
                    <a:pt x="295186" y="825996"/>
                  </a:lnTo>
                  <a:lnTo>
                    <a:pt x="290118" y="818094"/>
                  </a:lnTo>
                  <a:lnTo>
                    <a:pt x="288479" y="816476"/>
                  </a:lnTo>
                  <a:lnTo>
                    <a:pt x="287376" y="815387"/>
                  </a:lnTo>
                  <a:lnTo>
                    <a:pt x="283444" y="816068"/>
                  </a:lnTo>
                  <a:lnTo>
                    <a:pt x="279647" y="817112"/>
                  </a:lnTo>
                  <a:lnTo>
                    <a:pt x="277540" y="817691"/>
                  </a:lnTo>
                  <a:lnTo>
                    <a:pt x="273509" y="815985"/>
                  </a:lnTo>
                  <a:lnTo>
                    <a:pt x="272500" y="815007"/>
                  </a:lnTo>
                  <a:lnTo>
                    <a:pt x="271157" y="813707"/>
                  </a:lnTo>
                  <a:lnTo>
                    <a:pt x="268224" y="812733"/>
                  </a:lnTo>
                  <a:lnTo>
                    <a:pt x="266610" y="808875"/>
                  </a:lnTo>
                  <a:lnTo>
                    <a:pt x="269546" y="806857"/>
                  </a:lnTo>
                  <a:lnTo>
                    <a:pt x="269582" y="799685"/>
                  </a:lnTo>
                  <a:lnTo>
                    <a:pt x="267617" y="791561"/>
                  </a:lnTo>
                  <a:lnTo>
                    <a:pt x="264543" y="785804"/>
                  </a:lnTo>
                  <a:lnTo>
                    <a:pt x="264421" y="785577"/>
                  </a:lnTo>
                  <a:lnTo>
                    <a:pt x="258640" y="783240"/>
                  </a:lnTo>
                  <a:lnTo>
                    <a:pt x="253150" y="782527"/>
                  </a:lnTo>
                  <a:lnTo>
                    <a:pt x="248467" y="781572"/>
                  </a:lnTo>
                  <a:lnTo>
                    <a:pt x="243655" y="783269"/>
                  </a:lnTo>
                  <a:lnTo>
                    <a:pt x="240706" y="779619"/>
                  </a:lnTo>
                  <a:lnTo>
                    <a:pt x="234543" y="777079"/>
                  </a:lnTo>
                  <a:lnTo>
                    <a:pt x="233841" y="776789"/>
                  </a:lnTo>
                  <a:lnTo>
                    <a:pt x="226403" y="771254"/>
                  </a:lnTo>
                  <a:lnTo>
                    <a:pt x="223649" y="770248"/>
                  </a:lnTo>
                  <a:lnTo>
                    <a:pt x="216477" y="762508"/>
                  </a:lnTo>
                  <a:lnTo>
                    <a:pt x="215320" y="757572"/>
                  </a:lnTo>
                  <a:lnTo>
                    <a:pt x="215193" y="755479"/>
                  </a:lnTo>
                  <a:lnTo>
                    <a:pt x="215100" y="753936"/>
                  </a:lnTo>
                  <a:lnTo>
                    <a:pt x="212473" y="751260"/>
                  </a:lnTo>
                  <a:lnTo>
                    <a:pt x="208852" y="746298"/>
                  </a:lnTo>
                  <a:lnTo>
                    <a:pt x="203784" y="740310"/>
                  </a:lnTo>
                  <a:lnTo>
                    <a:pt x="202676" y="739616"/>
                  </a:lnTo>
                  <a:lnTo>
                    <a:pt x="198813" y="737193"/>
                  </a:lnTo>
                  <a:lnTo>
                    <a:pt x="193640" y="733653"/>
                  </a:lnTo>
                  <a:lnTo>
                    <a:pt x="188627" y="733608"/>
                  </a:lnTo>
                  <a:lnTo>
                    <a:pt x="186670" y="734310"/>
                  </a:lnTo>
                  <a:lnTo>
                    <a:pt x="181633" y="731235"/>
                  </a:lnTo>
                  <a:lnTo>
                    <a:pt x="178112" y="730406"/>
                  </a:lnTo>
                  <a:lnTo>
                    <a:pt x="175291" y="730361"/>
                  </a:lnTo>
                  <a:lnTo>
                    <a:pt x="169053" y="725598"/>
                  </a:lnTo>
                  <a:lnTo>
                    <a:pt x="163827" y="722783"/>
                  </a:lnTo>
                  <a:lnTo>
                    <a:pt x="157680" y="720214"/>
                  </a:lnTo>
                  <a:lnTo>
                    <a:pt x="146805" y="717793"/>
                  </a:lnTo>
                  <a:lnTo>
                    <a:pt x="135367" y="717095"/>
                  </a:lnTo>
                  <a:lnTo>
                    <a:pt x="132597" y="709508"/>
                  </a:lnTo>
                  <a:lnTo>
                    <a:pt x="130262" y="707119"/>
                  </a:lnTo>
                  <a:lnTo>
                    <a:pt x="128344" y="705351"/>
                  </a:lnTo>
                  <a:lnTo>
                    <a:pt x="125392" y="704877"/>
                  </a:lnTo>
                  <a:lnTo>
                    <a:pt x="124286" y="702141"/>
                  </a:lnTo>
                  <a:lnTo>
                    <a:pt x="129489" y="693344"/>
                  </a:lnTo>
                  <a:lnTo>
                    <a:pt x="129330" y="689791"/>
                  </a:lnTo>
                  <a:lnTo>
                    <a:pt x="128669" y="688955"/>
                  </a:lnTo>
                  <a:lnTo>
                    <a:pt x="132107" y="678890"/>
                  </a:lnTo>
                  <a:lnTo>
                    <a:pt x="128764" y="673867"/>
                  </a:lnTo>
                  <a:lnTo>
                    <a:pt x="131572" y="668107"/>
                  </a:lnTo>
                  <a:lnTo>
                    <a:pt x="133860" y="663412"/>
                  </a:lnTo>
                  <a:lnTo>
                    <a:pt x="135015" y="659581"/>
                  </a:lnTo>
                  <a:lnTo>
                    <a:pt x="135463" y="655557"/>
                  </a:lnTo>
                  <a:lnTo>
                    <a:pt x="133297" y="652347"/>
                  </a:lnTo>
                  <a:lnTo>
                    <a:pt x="131023" y="649683"/>
                  </a:lnTo>
                  <a:lnTo>
                    <a:pt x="127806" y="650283"/>
                  </a:lnTo>
                  <a:lnTo>
                    <a:pt x="122369" y="644894"/>
                  </a:lnTo>
                  <a:lnTo>
                    <a:pt x="119741" y="640263"/>
                  </a:lnTo>
                  <a:lnTo>
                    <a:pt x="121847" y="636581"/>
                  </a:lnTo>
                  <a:lnTo>
                    <a:pt x="124367" y="631157"/>
                  </a:lnTo>
                  <a:lnTo>
                    <a:pt x="124166" y="624777"/>
                  </a:lnTo>
                  <a:lnTo>
                    <a:pt x="119708" y="621488"/>
                  </a:lnTo>
                  <a:lnTo>
                    <a:pt x="117827" y="620625"/>
                  </a:lnTo>
                  <a:lnTo>
                    <a:pt x="116559" y="620043"/>
                  </a:lnTo>
                  <a:lnTo>
                    <a:pt x="111103" y="608507"/>
                  </a:lnTo>
                  <a:lnTo>
                    <a:pt x="108755" y="602087"/>
                  </a:lnTo>
                  <a:lnTo>
                    <a:pt x="102101" y="597495"/>
                  </a:lnTo>
                  <a:lnTo>
                    <a:pt x="100126" y="592723"/>
                  </a:lnTo>
                  <a:lnTo>
                    <a:pt x="100311" y="586396"/>
                  </a:lnTo>
                  <a:lnTo>
                    <a:pt x="99551" y="585093"/>
                  </a:lnTo>
                  <a:lnTo>
                    <a:pt x="96444" y="579760"/>
                  </a:lnTo>
                  <a:lnTo>
                    <a:pt x="93470" y="575229"/>
                  </a:lnTo>
                  <a:lnTo>
                    <a:pt x="93558" y="567507"/>
                  </a:lnTo>
                  <a:lnTo>
                    <a:pt x="91328" y="562892"/>
                  </a:lnTo>
                  <a:lnTo>
                    <a:pt x="88621" y="561187"/>
                  </a:lnTo>
                  <a:lnTo>
                    <a:pt x="86910" y="553914"/>
                  </a:lnTo>
                  <a:lnTo>
                    <a:pt x="84299" y="547167"/>
                  </a:lnTo>
                  <a:lnTo>
                    <a:pt x="78766" y="540047"/>
                  </a:lnTo>
                  <a:lnTo>
                    <a:pt x="75889" y="537950"/>
                  </a:lnTo>
                  <a:lnTo>
                    <a:pt x="72929" y="531570"/>
                  </a:lnTo>
                  <a:lnTo>
                    <a:pt x="73830" y="523495"/>
                  </a:lnTo>
                  <a:lnTo>
                    <a:pt x="73151" y="514882"/>
                  </a:lnTo>
                  <a:lnTo>
                    <a:pt x="73240" y="506002"/>
                  </a:lnTo>
                  <a:lnTo>
                    <a:pt x="77493" y="502407"/>
                  </a:lnTo>
                  <a:lnTo>
                    <a:pt x="81293" y="505582"/>
                  </a:lnTo>
                  <a:lnTo>
                    <a:pt x="85930" y="500262"/>
                  </a:lnTo>
                  <a:lnTo>
                    <a:pt x="89113" y="492446"/>
                  </a:lnTo>
                  <a:lnTo>
                    <a:pt x="90262" y="489307"/>
                  </a:lnTo>
                  <a:lnTo>
                    <a:pt x="89560" y="485923"/>
                  </a:lnTo>
                  <a:lnTo>
                    <a:pt x="87929" y="478013"/>
                  </a:lnTo>
                  <a:lnTo>
                    <a:pt x="85733" y="473990"/>
                  </a:lnTo>
                  <a:lnTo>
                    <a:pt x="82734" y="472946"/>
                  </a:lnTo>
                  <a:lnTo>
                    <a:pt x="77206" y="473302"/>
                  </a:lnTo>
                  <a:lnTo>
                    <a:pt x="71989" y="471436"/>
                  </a:lnTo>
                  <a:lnTo>
                    <a:pt x="66473" y="464599"/>
                  </a:lnTo>
                  <a:lnTo>
                    <a:pt x="64075" y="458558"/>
                  </a:lnTo>
                  <a:lnTo>
                    <a:pt x="63062" y="455597"/>
                  </a:lnTo>
                  <a:lnTo>
                    <a:pt x="62500" y="455130"/>
                  </a:lnTo>
                  <a:lnTo>
                    <a:pt x="60795" y="453710"/>
                  </a:lnTo>
                  <a:lnTo>
                    <a:pt x="59998" y="450858"/>
                  </a:lnTo>
                  <a:lnTo>
                    <a:pt x="57369" y="446164"/>
                  </a:lnTo>
                  <a:lnTo>
                    <a:pt x="57264" y="440505"/>
                  </a:lnTo>
                  <a:lnTo>
                    <a:pt x="60338" y="433229"/>
                  </a:lnTo>
                  <a:lnTo>
                    <a:pt x="60629" y="429836"/>
                  </a:lnTo>
                  <a:lnTo>
                    <a:pt x="59657" y="423946"/>
                  </a:lnTo>
                  <a:lnTo>
                    <a:pt x="60062" y="421705"/>
                  </a:lnTo>
                  <a:lnTo>
                    <a:pt x="57539" y="418168"/>
                  </a:lnTo>
                  <a:lnTo>
                    <a:pt x="56644" y="415251"/>
                  </a:lnTo>
                  <a:lnTo>
                    <a:pt x="57753" y="410522"/>
                  </a:lnTo>
                  <a:lnTo>
                    <a:pt x="59965" y="407832"/>
                  </a:lnTo>
                  <a:lnTo>
                    <a:pt x="61139" y="403242"/>
                  </a:lnTo>
                  <a:lnTo>
                    <a:pt x="61596" y="401456"/>
                  </a:lnTo>
                  <a:lnTo>
                    <a:pt x="61813" y="399521"/>
                  </a:lnTo>
                  <a:lnTo>
                    <a:pt x="62446" y="393903"/>
                  </a:lnTo>
                  <a:lnTo>
                    <a:pt x="66201" y="392219"/>
                  </a:lnTo>
                  <a:lnTo>
                    <a:pt x="70784" y="393063"/>
                  </a:lnTo>
                  <a:lnTo>
                    <a:pt x="71311" y="394580"/>
                  </a:lnTo>
                  <a:lnTo>
                    <a:pt x="70760" y="399222"/>
                  </a:lnTo>
                  <a:lnTo>
                    <a:pt x="71873" y="400365"/>
                  </a:lnTo>
                  <a:lnTo>
                    <a:pt x="71226" y="401517"/>
                  </a:lnTo>
                  <a:lnTo>
                    <a:pt x="69208" y="401569"/>
                  </a:lnTo>
                  <a:lnTo>
                    <a:pt x="68966" y="401575"/>
                  </a:lnTo>
                  <a:lnTo>
                    <a:pt x="68654" y="412062"/>
                  </a:lnTo>
                  <a:lnTo>
                    <a:pt x="75650" y="417159"/>
                  </a:lnTo>
                  <a:lnTo>
                    <a:pt x="79561" y="423198"/>
                  </a:lnTo>
                  <a:lnTo>
                    <a:pt x="82559" y="422445"/>
                  </a:lnTo>
                  <a:lnTo>
                    <a:pt x="83872" y="422115"/>
                  </a:lnTo>
                  <a:lnTo>
                    <a:pt x="82848" y="416966"/>
                  </a:lnTo>
                  <a:lnTo>
                    <a:pt x="83552" y="411751"/>
                  </a:lnTo>
                  <a:lnTo>
                    <a:pt x="83462" y="409231"/>
                  </a:lnTo>
                  <a:lnTo>
                    <a:pt x="80742" y="405655"/>
                  </a:lnTo>
                  <a:lnTo>
                    <a:pt x="78940" y="402611"/>
                  </a:lnTo>
                  <a:lnTo>
                    <a:pt x="79388" y="400096"/>
                  </a:lnTo>
                  <a:lnTo>
                    <a:pt x="75836" y="397078"/>
                  </a:lnTo>
                  <a:lnTo>
                    <a:pt x="75165" y="393900"/>
                  </a:lnTo>
                  <a:lnTo>
                    <a:pt x="77591" y="392709"/>
                  </a:lnTo>
                  <a:lnTo>
                    <a:pt x="77335" y="386779"/>
                  </a:lnTo>
                  <a:lnTo>
                    <a:pt x="77275" y="385387"/>
                  </a:lnTo>
                  <a:lnTo>
                    <a:pt x="74258" y="384878"/>
                  </a:lnTo>
                  <a:lnTo>
                    <a:pt x="72273" y="379681"/>
                  </a:lnTo>
                  <a:lnTo>
                    <a:pt x="76598" y="378820"/>
                  </a:lnTo>
                  <a:lnTo>
                    <a:pt x="77165" y="376240"/>
                  </a:lnTo>
                  <a:lnTo>
                    <a:pt x="80350" y="376909"/>
                  </a:lnTo>
                  <a:lnTo>
                    <a:pt x="85157" y="374461"/>
                  </a:lnTo>
                  <a:lnTo>
                    <a:pt x="84923" y="373578"/>
                  </a:lnTo>
                  <a:lnTo>
                    <a:pt x="83748" y="369136"/>
                  </a:lnTo>
                  <a:lnTo>
                    <a:pt x="78505" y="364153"/>
                  </a:lnTo>
                  <a:lnTo>
                    <a:pt x="78209" y="364203"/>
                  </a:lnTo>
                  <a:lnTo>
                    <a:pt x="71458" y="365340"/>
                  </a:lnTo>
                  <a:lnTo>
                    <a:pt x="71252" y="365375"/>
                  </a:lnTo>
                  <a:lnTo>
                    <a:pt x="69032" y="371737"/>
                  </a:lnTo>
                  <a:lnTo>
                    <a:pt x="71322" y="375691"/>
                  </a:lnTo>
                  <a:lnTo>
                    <a:pt x="68305" y="377555"/>
                  </a:lnTo>
                  <a:lnTo>
                    <a:pt x="67469" y="381445"/>
                  </a:lnTo>
                  <a:lnTo>
                    <a:pt x="69365" y="384595"/>
                  </a:lnTo>
                  <a:lnTo>
                    <a:pt x="70463" y="388643"/>
                  </a:lnTo>
                  <a:lnTo>
                    <a:pt x="65566" y="389664"/>
                  </a:lnTo>
                  <a:lnTo>
                    <a:pt x="62066" y="388351"/>
                  </a:lnTo>
                  <a:lnTo>
                    <a:pt x="58800" y="383310"/>
                  </a:lnTo>
                  <a:lnTo>
                    <a:pt x="54370" y="379162"/>
                  </a:lnTo>
                  <a:lnTo>
                    <a:pt x="52481" y="379805"/>
                  </a:lnTo>
                  <a:lnTo>
                    <a:pt x="49960" y="375249"/>
                  </a:lnTo>
                  <a:lnTo>
                    <a:pt x="48039" y="370915"/>
                  </a:lnTo>
                  <a:lnTo>
                    <a:pt x="45014" y="366362"/>
                  </a:lnTo>
                  <a:lnTo>
                    <a:pt x="39849" y="363485"/>
                  </a:lnTo>
                  <a:lnTo>
                    <a:pt x="36664" y="366211"/>
                  </a:lnTo>
                  <a:lnTo>
                    <a:pt x="34452" y="364560"/>
                  </a:lnTo>
                  <a:lnTo>
                    <a:pt x="40274" y="356135"/>
                  </a:lnTo>
                  <a:lnTo>
                    <a:pt x="42169" y="350898"/>
                  </a:lnTo>
                  <a:lnTo>
                    <a:pt x="41354" y="344959"/>
                  </a:lnTo>
                  <a:lnTo>
                    <a:pt x="42215" y="341921"/>
                  </a:lnTo>
                  <a:lnTo>
                    <a:pt x="41615" y="339670"/>
                  </a:lnTo>
                  <a:lnTo>
                    <a:pt x="41581" y="339539"/>
                  </a:lnTo>
                  <a:lnTo>
                    <a:pt x="38379" y="338398"/>
                  </a:lnTo>
                  <a:lnTo>
                    <a:pt x="38209" y="335044"/>
                  </a:lnTo>
                  <a:lnTo>
                    <a:pt x="38339" y="329978"/>
                  </a:lnTo>
                  <a:lnTo>
                    <a:pt x="34948" y="321205"/>
                  </a:lnTo>
                  <a:lnTo>
                    <a:pt x="30300" y="316520"/>
                  </a:lnTo>
                  <a:lnTo>
                    <a:pt x="26167" y="310279"/>
                  </a:lnTo>
                  <a:lnTo>
                    <a:pt x="25727" y="307262"/>
                  </a:lnTo>
                  <a:lnTo>
                    <a:pt x="22077" y="296676"/>
                  </a:lnTo>
                  <a:lnTo>
                    <a:pt x="18285" y="291654"/>
                  </a:lnTo>
                  <a:lnTo>
                    <a:pt x="17177" y="288951"/>
                  </a:lnTo>
                  <a:lnTo>
                    <a:pt x="15861" y="285737"/>
                  </a:lnTo>
                  <a:lnTo>
                    <a:pt x="12583" y="280538"/>
                  </a:lnTo>
                  <a:lnTo>
                    <a:pt x="11873" y="277674"/>
                  </a:lnTo>
                  <a:lnTo>
                    <a:pt x="9527" y="273208"/>
                  </a:lnTo>
                  <a:lnTo>
                    <a:pt x="9057" y="269201"/>
                  </a:lnTo>
                  <a:lnTo>
                    <a:pt x="13362" y="264348"/>
                  </a:lnTo>
                  <a:lnTo>
                    <a:pt x="13820" y="254852"/>
                  </a:lnTo>
                  <a:lnTo>
                    <a:pt x="12558" y="248147"/>
                  </a:lnTo>
                  <a:lnTo>
                    <a:pt x="12257" y="240859"/>
                  </a:lnTo>
                  <a:lnTo>
                    <a:pt x="12682" y="232698"/>
                  </a:lnTo>
                  <a:lnTo>
                    <a:pt x="15412" y="225575"/>
                  </a:lnTo>
                  <a:lnTo>
                    <a:pt x="21056" y="217423"/>
                  </a:lnTo>
                  <a:lnTo>
                    <a:pt x="21673" y="211244"/>
                  </a:lnTo>
                  <a:lnTo>
                    <a:pt x="22503" y="205689"/>
                  </a:lnTo>
                  <a:lnTo>
                    <a:pt x="21063" y="201646"/>
                  </a:lnTo>
                  <a:lnTo>
                    <a:pt x="22252" y="191902"/>
                  </a:lnTo>
                  <a:lnTo>
                    <a:pt x="19407" y="188169"/>
                  </a:lnTo>
                  <a:lnTo>
                    <a:pt x="17807" y="182180"/>
                  </a:lnTo>
                  <a:lnTo>
                    <a:pt x="15220" y="174071"/>
                  </a:lnTo>
                  <a:lnTo>
                    <a:pt x="14827" y="172836"/>
                  </a:lnTo>
                  <a:lnTo>
                    <a:pt x="12911" y="171510"/>
                  </a:lnTo>
                  <a:lnTo>
                    <a:pt x="13138" y="166276"/>
                  </a:lnTo>
                  <a:lnTo>
                    <a:pt x="10687" y="162007"/>
                  </a:lnTo>
                  <a:lnTo>
                    <a:pt x="7977" y="159858"/>
                  </a:lnTo>
                  <a:lnTo>
                    <a:pt x="4797" y="153889"/>
                  </a:lnTo>
                  <a:lnTo>
                    <a:pt x="875" y="147130"/>
                  </a:lnTo>
                  <a:lnTo>
                    <a:pt x="0" y="145280"/>
                  </a:lnTo>
                  <a:lnTo>
                    <a:pt x="2392" y="139469"/>
                  </a:lnTo>
                  <a:lnTo>
                    <a:pt x="2687" y="135522"/>
                  </a:lnTo>
                  <a:lnTo>
                    <a:pt x="1445" y="1292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015028" y="2826241"/>
              <a:ext cx="8270" cy="14150"/>
            </a:xfrm>
            <a:custGeom>
              <a:avLst/>
              <a:pathLst>
                <a:path w="8270" h="14150">
                  <a:moveTo>
                    <a:pt x="349" y="3515"/>
                  </a:moveTo>
                  <a:lnTo>
                    <a:pt x="5920" y="0"/>
                  </a:lnTo>
                  <a:lnTo>
                    <a:pt x="8270" y="2948"/>
                  </a:lnTo>
                  <a:lnTo>
                    <a:pt x="5366" y="8784"/>
                  </a:lnTo>
                  <a:lnTo>
                    <a:pt x="4236" y="14150"/>
                  </a:lnTo>
                  <a:lnTo>
                    <a:pt x="0" y="97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64519" y="2718479"/>
              <a:ext cx="16450" cy="12859"/>
            </a:xfrm>
            <a:custGeom>
              <a:avLst/>
              <a:pathLst>
                <a:path w="16450" h="12859">
                  <a:moveTo>
                    <a:pt x="0" y="3534"/>
                  </a:moveTo>
                  <a:lnTo>
                    <a:pt x="2065" y="2249"/>
                  </a:lnTo>
                  <a:lnTo>
                    <a:pt x="7211" y="0"/>
                  </a:lnTo>
                  <a:lnTo>
                    <a:pt x="12718" y="919"/>
                  </a:lnTo>
                  <a:lnTo>
                    <a:pt x="13880" y="2524"/>
                  </a:lnTo>
                  <a:lnTo>
                    <a:pt x="16450" y="7189"/>
                  </a:lnTo>
                  <a:lnTo>
                    <a:pt x="15981" y="9530"/>
                  </a:lnTo>
                  <a:lnTo>
                    <a:pt x="14700" y="11476"/>
                  </a:lnTo>
                  <a:lnTo>
                    <a:pt x="9544" y="12859"/>
                  </a:lnTo>
                  <a:lnTo>
                    <a:pt x="6509" y="8838"/>
                  </a:lnTo>
                  <a:lnTo>
                    <a:pt x="4265" y="6505"/>
                  </a:lnTo>
                  <a:lnTo>
                    <a:pt x="757" y="539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49539" y="2724983"/>
              <a:ext cx="365882" cy="391607"/>
            </a:xfrm>
            <a:custGeom>
              <a:avLst/>
              <a:pathLst>
                <a:path w="365882" h="391607">
                  <a:moveTo>
                    <a:pt x="35" y="131010"/>
                  </a:moveTo>
                  <a:lnTo>
                    <a:pt x="522" y="124688"/>
                  </a:lnTo>
                  <a:lnTo>
                    <a:pt x="2181" y="123279"/>
                  </a:lnTo>
                  <a:lnTo>
                    <a:pt x="3024" y="122563"/>
                  </a:lnTo>
                  <a:lnTo>
                    <a:pt x="5629" y="117609"/>
                  </a:lnTo>
                  <a:lnTo>
                    <a:pt x="6309" y="113537"/>
                  </a:lnTo>
                  <a:lnTo>
                    <a:pt x="8261" y="109073"/>
                  </a:lnTo>
                  <a:lnTo>
                    <a:pt x="11895" y="105147"/>
                  </a:lnTo>
                  <a:lnTo>
                    <a:pt x="16320" y="102811"/>
                  </a:lnTo>
                  <a:lnTo>
                    <a:pt x="18248" y="100520"/>
                  </a:lnTo>
                  <a:lnTo>
                    <a:pt x="22662" y="99858"/>
                  </a:lnTo>
                  <a:lnTo>
                    <a:pt x="23826" y="97155"/>
                  </a:lnTo>
                  <a:lnTo>
                    <a:pt x="27144" y="95312"/>
                  </a:lnTo>
                  <a:lnTo>
                    <a:pt x="29664" y="95414"/>
                  </a:lnTo>
                  <a:lnTo>
                    <a:pt x="30179" y="92137"/>
                  </a:lnTo>
                  <a:lnTo>
                    <a:pt x="32675" y="89930"/>
                  </a:lnTo>
                  <a:lnTo>
                    <a:pt x="31984" y="82654"/>
                  </a:lnTo>
                  <a:lnTo>
                    <a:pt x="31260" y="75046"/>
                  </a:lnTo>
                  <a:lnTo>
                    <a:pt x="29838" y="59852"/>
                  </a:lnTo>
                  <a:lnTo>
                    <a:pt x="29193" y="52976"/>
                  </a:lnTo>
                  <a:lnTo>
                    <a:pt x="27772" y="38271"/>
                  </a:lnTo>
                  <a:lnTo>
                    <a:pt x="32967" y="37635"/>
                  </a:lnTo>
                  <a:lnTo>
                    <a:pt x="34048" y="34829"/>
                  </a:lnTo>
                  <a:lnTo>
                    <a:pt x="36117" y="31408"/>
                  </a:lnTo>
                  <a:lnTo>
                    <a:pt x="38676" y="30903"/>
                  </a:lnTo>
                  <a:lnTo>
                    <a:pt x="41852" y="32708"/>
                  </a:lnTo>
                  <a:lnTo>
                    <a:pt x="44019" y="32850"/>
                  </a:lnTo>
                  <a:lnTo>
                    <a:pt x="47436" y="34628"/>
                  </a:lnTo>
                  <a:lnTo>
                    <a:pt x="51863" y="33501"/>
                  </a:lnTo>
                  <a:lnTo>
                    <a:pt x="55879" y="33095"/>
                  </a:lnTo>
                  <a:lnTo>
                    <a:pt x="65935" y="28108"/>
                  </a:lnTo>
                  <a:lnTo>
                    <a:pt x="69990" y="25666"/>
                  </a:lnTo>
                  <a:lnTo>
                    <a:pt x="71364" y="25522"/>
                  </a:lnTo>
                  <a:lnTo>
                    <a:pt x="73776" y="25268"/>
                  </a:lnTo>
                  <a:lnTo>
                    <a:pt x="79414" y="21813"/>
                  </a:lnTo>
                  <a:lnTo>
                    <a:pt x="82384" y="20739"/>
                  </a:lnTo>
                  <a:lnTo>
                    <a:pt x="84859" y="17928"/>
                  </a:lnTo>
                  <a:lnTo>
                    <a:pt x="88235" y="16667"/>
                  </a:lnTo>
                  <a:lnTo>
                    <a:pt x="90636" y="13749"/>
                  </a:lnTo>
                  <a:lnTo>
                    <a:pt x="93484" y="15391"/>
                  </a:lnTo>
                  <a:lnTo>
                    <a:pt x="95454" y="12934"/>
                  </a:lnTo>
                  <a:lnTo>
                    <a:pt x="97935" y="11818"/>
                  </a:lnTo>
                  <a:lnTo>
                    <a:pt x="100855" y="9399"/>
                  </a:lnTo>
                  <a:lnTo>
                    <a:pt x="103607" y="7089"/>
                  </a:lnTo>
                  <a:lnTo>
                    <a:pt x="102755" y="2158"/>
                  </a:lnTo>
                  <a:lnTo>
                    <a:pt x="106444" y="0"/>
                  </a:lnTo>
                  <a:lnTo>
                    <a:pt x="111090" y="2959"/>
                  </a:lnTo>
                  <a:lnTo>
                    <a:pt x="114108" y="4725"/>
                  </a:lnTo>
                  <a:lnTo>
                    <a:pt x="118201" y="8200"/>
                  </a:lnTo>
                  <a:lnTo>
                    <a:pt x="115728" y="14797"/>
                  </a:lnTo>
                  <a:lnTo>
                    <a:pt x="112601" y="20260"/>
                  </a:lnTo>
                  <a:lnTo>
                    <a:pt x="111677" y="22643"/>
                  </a:lnTo>
                  <a:lnTo>
                    <a:pt x="113770" y="25987"/>
                  </a:lnTo>
                  <a:lnTo>
                    <a:pt x="110445" y="30019"/>
                  </a:lnTo>
                  <a:lnTo>
                    <a:pt x="109811" y="33739"/>
                  </a:lnTo>
                  <a:lnTo>
                    <a:pt x="108678" y="36067"/>
                  </a:lnTo>
                  <a:lnTo>
                    <a:pt x="110554" y="36299"/>
                  </a:lnTo>
                  <a:lnTo>
                    <a:pt x="112215" y="36504"/>
                  </a:lnTo>
                  <a:lnTo>
                    <a:pt x="116037" y="33138"/>
                  </a:lnTo>
                  <a:lnTo>
                    <a:pt x="118001" y="32124"/>
                  </a:lnTo>
                  <a:lnTo>
                    <a:pt x="120150" y="29982"/>
                  </a:lnTo>
                  <a:lnTo>
                    <a:pt x="120758" y="25830"/>
                  </a:lnTo>
                  <a:lnTo>
                    <a:pt x="125674" y="29424"/>
                  </a:lnTo>
                  <a:lnTo>
                    <a:pt x="132161" y="34027"/>
                  </a:lnTo>
                  <a:lnTo>
                    <a:pt x="133165" y="33789"/>
                  </a:lnTo>
                  <a:lnTo>
                    <a:pt x="135689" y="33190"/>
                  </a:lnTo>
                  <a:lnTo>
                    <a:pt x="140083" y="35163"/>
                  </a:lnTo>
                  <a:lnTo>
                    <a:pt x="141201" y="34620"/>
                  </a:lnTo>
                  <a:lnTo>
                    <a:pt x="143400" y="37236"/>
                  </a:lnTo>
                  <a:lnTo>
                    <a:pt x="146512" y="35118"/>
                  </a:lnTo>
                  <a:lnTo>
                    <a:pt x="149652" y="37796"/>
                  </a:lnTo>
                  <a:lnTo>
                    <a:pt x="154108" y="38931"/>
                  </a:lnTo>
                  <a:lnTo>
                    <a:pt x="158372" y="45467"/>
                  </a:lnTo>
                  <a:lnTo>
                    <a:pt x="161554" y="52505"/>
                  </a:lnTo>
                  <a:lnTo>
                    <a:pt x="173483" y="54298"/>
                  </a:lnTo>
                  <a:lnTo>
                    <a:pt x="191626" y="56968"/>
                  </a:lnTo>
                  <a:lnTo>
                    <a:pt x="225816" y="61785"/>
                  </a:lnTo>
                  <a:lnTo>
                    <a:pt x="232378" y="64622"/>
                  </a:lnTo>
                  <a:lnTo>
                    <a:pt x="236201" y="66269"/>
                  </a:lnTo>
                  <a:lnTo>
                    <a:pt x="244113" y="69665"/>
                  </a:lnTo>
                  <a:lnTo>
                    <a:pt x="248387" y="68556"/>
                  </a:lnTo>
                  <a:lnTo>
                    <a:pt x="251973" y="69193"/>
                  </a:lnTo>
                  <a:lnTo>
                    <a:pt x="252232" y="69239"/>
                  </a:lnTo>
                  <a:lnTo>
                    <a:pt x="253825" y="71175"/>
                  </a:lnTo>
                  <a:lnTo>
                    <a:pt x="256508" y="70673"/>
                  </a:lnTo>
                  <a:lnTo>
                    <a:pt x="257361" y="68367"/>
                  </a:lnTo>
                  <a:lnTo>
                    <a:pt x="261344" y="67289"/>
                  </a:lnTo>
                  <a:lnTo>
                    <a:pt x="268917" y="69862"/>
                  </a:lnTo>
                  <a:lnTo>
                    <a:pt x="270556" y="68556"/>
                  </a:lnTo>
                  <a:lnTo>
                    <a:pt x="275235" y="70752"/>
                  </a:lnTo>
                  <a:lnTo>
                    <a:pt x="279006" y="69876"/>
                  </a:lnTo>
                  <a:lnTo>
                    <a:pt x="283335" y="70652"/>
                  </a:lnTo>
                  <a:lnTo>
                    <a:pt x="287443" y="72263"/>
                  </a:lnTo>
                  <a:lnTo>
                    <a:pt x="290554" y="75959"/>
                  </a:lnTo>
                  <a:lnTo>
                    <a:pt x="287560" y="81215"/>
                  </a:lnTo>
                  <a:lnTo>
                    <a:pt x="289646" y="82944"/>
                  </a:lnTo>
                  <a:lnTo>
                    <a:pt x="292763" y="83716"/>
                  </a:lnTo>
                  <a:lnTo>
                    <a:pt x="293310" y="83850"/>
                  </a:lnTo>
                  <a:lnTo>
                    <a:pt x="296327" y="82247"/>
                  </a:lnTo>
                  <a:lnTo>
                    <a:pt x="298490" y="84726"/>
                  </a:lnTo>
                  <a:lnTo>
                    <a:pt x="303889" y="84728"/>
                  </a:lnTo>
                  <a:lnTo>
                    <a:pt x="307148" y="87097"/>
                  </a:lnTo>
                  <a:lnTo>
                    <a:pt x="309099" y="88513"/>
                  </a:lnTo>
                  <a:lnTo>
                    <a:pt x="310953" y="90875"/>
                  </a:lnTo>
                  <a:lnTo>
                    <a:pt x="308582" y="93088"/>
                  </a:lnTo>
                  <a:lnTo>
                    <a:pt x="312020" y="96492"/>
                  </a:lnTo>
                  <a:lnTo>
                    <a:pt x="311894" y="99574"/>
                  </a:lnTo>
                  <a:lnTo>
                    <a:pt x="311536" y="104115"/>
                  </a:lnTo>
                  <a:lnTo>
                    <a:pt x="312126" y="108627"/>
                  </a:lnTo>
                  <a:lnTo>
                    <a:pt x="309976" y="111540"/>
                  </a:lnTo>
                  <a:lnTo>
                    <a:pt x="310079" y="116085"/>
                  </a:lnTo>
                  <a:lnTo>
                    <a:pt x="310203" y="119645"/>
                  </a:lnTo>
                  <a:lnTo>
                    <a:pt x="314039" y="119008"/>
                  </a:lnTo>
                  <a:lnTo>
                    <a:pt x="317040" y="118421"/>
                  </a:lnTo>
                  <a:lnTo>
                    <a:pt x="319347" y="115496"/>
                  </a:lnTo>
                  <a:lnTo>
                    <a:pt x="322560" y="116347"/>
                  </a:lnTo>
                  <a:lnTo>
                    <a:pt x="322650" y="121013"/>
                  </a:lnTo>
                  <a:lnTo>
                    <a:pt x="320914" y="127634"/>
                  </a:lnTo>
                  <a:lnTo>
                    <a:pt x="319704" y="132122"/>
                  </a:lnTo>
                  <a:lnTo>
                    <a:pt x="323184" y="135743"/>
                  </a:lnTo>
                  <a:lnTo>
                    <a:pt x="326643" y="139154"/>
                  </a:lnTo>
                  <a:lnTo>
                    <a:pt x="330342" y="139573"/>
                  </a:lnTo>
                  <a:lnTo>
                    <a:pt x="328839" y="144282"/>
                  </a:lnTo>
                  <a:lnTo>
                    <a:pt x="329476" y="150284"/>
                  </a:lnTo>
                  <a:lnTo>
                    <a:pt x="325450" y="151140"/>
                  </a:lnTo>
                  <a:lnTo>
                    <a:pt x="321542" y="152765"/>
                  </a:lnTo>
                  <a:lnTo>
                    <a:pt x="318566" y="153999"/>
                  </a:lnTo>
                  <a:lnTo>
                    <a:pt x="317087" y="156872"/>
                  </a:lnTo>
                  <a:lnTo>
                    <a:pt x="318062" y="161221"/>
                  </a:lnTo>
                  <a:lnTo>
                    <a:pt x="317272" y="162789"/>
                  </a:lnTo>
                  <a:lnTo>
                    <a:pt x="314719" y="166661"/>
                  </a:lnTo>
                  <a:lnTo>
                    <a:pt x="313259" y="172472"/>
                  </a:lnTo>
                  <a:lnTo>
                    <a:pt x="311134" y="175995"/>
                  </a:lnTo>
                  <a:lnTo>
                    <a:pt x="310816" y="179838"/>
                  </a:lnTo>
                  <a:lnTo>
                    <a:pt x="310714" y="181070"/>
                  </a:lnTo>
                  <a:lnTo>
                    <a:pt x="311632" y="185818"/>
                  </a:lnTo>
                  <a:lnTo>
                    <a:pt x="309479" y="189415"/>
                  </a:lnTo>
                  <a:lnTo>
                    <a:pt x="312118" y="191999"/>
                  </a:lnTo>
                  <a:lnTo>
                    <a:pt x="316060" y="192258"/>
                  </a:lnTo>
                  <a:lnTo>
                    <a:pt x="318260" y="187960"/>
                  </a:lnTo>
                  <a:lnTo>
                    <a:pt x="319790" y="184667"/>
                  </a:lnTo>
                  <a:lnTo>
                    <a:pt x="325050" y="181114"/>
                  </a:lnTo>
                  <a:lnTo>
                    <a:pt x="325715" y="179725"/>
                  </a:lnTo>
                  <a:lnTo>
                    <a:pt x="326333" y="178432"/>
                  </a:lnTo>
                  <a:lnTo>
                    <a:pt x="326871" y="177466"/>
                  </a:lnTo>
                  <a:lnTo>
                    <a:pt x="327754" y="175881"/>
                  </a:lnTo>
                  <a:lnTo>
                    <a:pt x="327270" y="173160"/>
                  </a:lnTo>
                  <a:lnTo>
                    <a:pt x="330877" y="165979"/>
                  </a:lnTo>
                  <a:lnTo>
                    <a:pt x="334165" y="160731"/>
                  </a:lnTo>
                  <a:lnTo>
                    <a:pt x="337181" y="159758"/>
                  </a:lnTo>
                  <a:lnTo>
                    <a:pt x="337992" y="158545"/>
                  </a:lnTo>
                  <a:lnTo>
                    <a:pt x="341987" y="156445"/>
                  </a:lnTo>
                  <a:lnTo>
                    <a:pt x="344588" y="151720"/>
                  </a:lnTo>
                  <a:lnTo>
                    <a:pt x="346996" y="144266"/>
                  </a:lnTo>
                  <a:lnTo>
                    <a:pt x="350445" y="137654"/>
                  </a:lnTo>
                  <a:lnTo>
                    <a:pt x="350886" y="129903"/>
                  </a:lnTo>
                  <a:lnTo>
                    <a:pt x="354663" y="128780"/>
                  </a:lnTo>
                  <a:lnTo>
                    <a:pt x="357414" y="125052"/>
                  </a:lnTo>
                  <a:lnTo>
                    <a:pt x="357537" y="120809"/>
                  </a:lnTo>
                  <a:lnTo>
                    <a:pt x="360150" y="117181"/>
                  </a:lnTo>
                  <a:lnTo>
                    <a:pt x="362532" y="116220"/>
                  </a:lnTo>
                  <a:lnTo>
                    <a:pt x="365045" y="116577"/>
                  </a:lnTo>
                  <a:lnTo>
                    <a:pt x="365882" y="122109"/>
                  </a:lnTo>
                  <a:lnTo>
                    <a:pt x="362461" y="126279"/>
                  </a:lnTo>
                  <a:lnTo>
                    <a:pt x="363096" y="130824"/>
                  </a:lnTo>
                  <a:lnTo>
                    <a:pt x="362814" y="135850"/>
                  </a:lnTo>
                  <a:lnTo>
                    <a:pt x="359083" y="142423"/>
                  </a:lnTo>
                  <a:lnTo>
                    <a:pt x="356977" y="148528"/>
                  </a:lnTo>
                  <a:lnTo>
                    <a:pt x="356740" y="154123"/>
                  </a:lnTo>
                  <a:lnTo>
                    <a:pt x="353184" y="159407"/>
                  </a:lnTo>
                  <a:lnTo>
                    <a:pt x="351392" y="165220"/>
                  </a:lnTo>
                  <a:lnTo>
                    <a:pt x="349222" y="174128"/>
                  </a:lnTo>
                  <a:lnTo>
                    <a:pt x="348213" y="178248"/>
                  </a:lnTo>
                  <a:lnTo>
                    <a:pt x="346024" y="182606"/>
                  </a:lnTo>
                  <a:lnTo>
                    <a:pt x="344523" y="194063"/>
                  </a:lnTo>
                  <a:lnTo>
                    <a:pt x="343543" y="206113"/>
                  </a:lnTo>
                  <a:lnTo>
                    <a:pt x="343497" y="206668"/>
                  </a:lnTo>
                  <a:lnTo>
                    <a:pt x="345787" y="211800"/>
                  </a:lnTo>
                  <a:lnTo>
                    <a:pt x="347336" y="215950"/>
                  </a:lnTo>
                  <a:lnTo>
                    <a:pt x="345998" y="220724"/>
                  </a:lnTo>
                  <a:lnTo>
                    <a:pt x="342578" y="223755"/>
                  </a:lnTo>
                  <a:lnTo>
                    <a:pt x="339855" y="228622"/>
                  </a:lnTo>
                  <a:lnTo>
                    <a:pt x="338656" y="239161"/>
                  </a:lnTo>
                  <a:lnTo>
                    <a:pt x="337771" y="245879"/>
                  </a:lnTo>
                  <a:lnTo>
                    <a:pt x="337548" y="247564"/>
                  </a:lnTo>
                  <a:lnTo>
                    <a:pt x="338979" y="252996"/>
                  </a:lnTo>
                  <a:lnTo>
                    <a:pt x="341182" y="256507"/>
                  </a:lnTo>
                  <a:lnTo>
                    <a:pt x="341268" y="260463"/>
                  </a:lnTo>
                  <a:lnTo>
                    <a:pt x="341960" y="264229"/>
                  </a:lnTo>
                  <a:lnTo>
                    <a:pt x="338207" y="275200"/>
                  </a:lnTo>
                  <a:lnTo>
                    <a:pt x="338411" y="276957"/>
                  </a:lnTo>
                  <a:lnTo>
                    <a:pt x="338924" y="281364"/>
                  </a:lnTo>
                  <a:lnTo>
                    <a:pt x="336851" y="288114"/>
                  </a:lnTo>
                  <a:lnTo>
                    <a:pt x="335261" y="298440"/>
                  </a:lnTo>
                  <a:lnTo>
                    <a:pt x="336231" y="308159"/>
                  </a:lnTo>
                  <a:lnTo>
                    <a:pt x="336276" y="308596"/>
                  </a:lnTo>
                  <a:lnTo>
                    <a:pt x="336877" y="314416"/>
                  </a:lnTo>
                  <a:lnTo>
                    <a:pt x="339586" y="319497"/>
                  </a:lnTo>
                  <a:lnTo>
                    <a:pt x="338583" y="323985"/>
                  </a:lnTo>
                  <a:lnTo>
                    <a:pt x="340390" y="326408"/>
                  </a:lnTo>
                  <a:lnTo>
                    <a:pt x="342875" y="329738"/>
                  </a:lnTo>
                  <a:lnTo>
                    <a:pt x="344492" y="337294"/>
                  </a:lnTo>
                  <a:lnTo>
                    <a:pt x="345550" y="338424"/>
                  </a:lnTo>
                  <a:lnTo>
                    <a:pt x="349758" y="342909"/>
                  </a:lnTo>
                  <a:lnTo>
                    <a:pt x="349667" y="350427"/>
                  </a:lnTo>
                  <a:lnTo>
                    <a:pt x="349003" y="353428"/>
                  </a:lnTo>
                  <a:lnTo>
                    <a:pt x="348506" y="355671"/>
                  </a:lnTo>
                  <a:lnTo>
                    <a:pt x="349425" y="361315"/>
                  </a:lnTo>
                  <a:lnTo>
                    <a:pt x="351360" y="368814"/>
                  </a:lnTo>
                  <a:lnTo>
                    <a:pt x="325762" y="372266"/>
                  </a:lnTo>
                  <a:lnTo>
                    <a:pt x="324637" y="372415"/>
                  </a:lnTo>
                  <a:lnTo>
                    <a:pt x="319015" y="373258"/>
                  </a:lnTo>
                  <a:lnTo>
                    <a:pt x="308321" y="374844"/>
                  </a:lnTo>
                  <a:lnTo>
                    <a:pt x="306060" y="375176"/>
                  </a:lnTo>
                  <a:lnTo>
                    <a:pt x="293215" y="377097"/>
                  </a:lnTo>
                  <a:lnTo>
                    <a:pt x="288771" y="377665"/>
                  </a:lnTo>
                  <a:lnTo>
                    <a:pt x="278245" y="378995"/>
                  </a:lnTo>
                  <a:lnTo>
                    <a:pt x="271656" y="379817"/>
                  </a:lnTo>
                  <a:lnTo>
                    <a:pt x="270077" y="380005"/>
                  </a:lnTo>
                  <a:lnTo>
                    <a:pt x="250879" y="382246"/>
                  </a:lnTo>
                  <a:lnTo>
                    <a:pt x="248586" y="382509"/>
                  </a:lnTo>
                  <a:lnTo>
                    <a:pt x="242677" y="383181"/>
                  </a:lnTo>
                  <a:lnTo>
                    <a:pt x="220509" y="385700"/>
                  </a:lnTo>
                  <a:lnTo>
                    <a:pt x="214785" y="386335"/>
                  </a:lnTo>
                  <a:lnTo>
                    <a:pt x="195682" y="388492"/>
                  </a:lnTo>
                  <a:lnTo>
                    <a:pt x="182615" y="390100"/>
                  </a:lnTo>
                  <a:lnTo>
                    <a:pt x="181931" y="390183"/>
                  </a:lnTo>
                  <a:lnTo>
                    <a:pt x="168669" y="391607"/>
                  </a:lnTo>
                  <a:lnTo>
                    <a:pt x="166078" y="385861"/>
                  </a:lnTo>
                  <a:lnTo>
                    <a:pt x="163782" y="381702"/>
                  </a:lnTo>
                  <a:lnTo>
                    <a:pt x="160844" y="380341"/>
                  </a:lnTo>
                  <a:lnTo>
                    <a:pt x="153667" y="379445"/>
                  </a:lnTo>
                  <a:lnTo>
                    <a:pt x="150720" y="378933"/>
                  </a:lnTo>
                  <a:lnTo>
                    <a:pt x="147764" y="378419"/>
                  </a:lnTo>
                  <a:lnTo>
                    <a:pt x="142566" y="375827"/>
                  </a:lnTo>
                  <a:lnTo>
                    <a:pt x="138607" y="371304"/>
                  </a:lnTo>
                  <a:lnTo>
                    <a:pt x="135970" y="363709"/>
                  </a:lnTo>
                  <a:lnTo>
                    <a:pt x="133092" y="360534"/>
                  </a:lnTo>
                  <a:lnTo>
                    <a:pt x="131298" y="354346"/>
                  </a:lnTo>
                  <a:lnTo>
                    <a:pt x="130961" y="353345"/>
                  </a:lnTo>
                  <a:lnTo>
                    <a:pt x="129485" y="348963"/>
                  </a:lnTo>
                  <a:lnTo>
                    <a:pt x="129082" y="345324"/>
                  </a:lnTo>
                  <a:lnTo>
                    <a:pt x="128553" y="340558"/>
                  </a:lnTo>
                  <a:lnTo>
                    <a:pt x="130800" y="336789"/>
                  </a:lnTo>
                  <a:lnTo>
                    <a:pt x="133328" y="332302"/>
                  </a:lnTo>
                  <a:lnTo>
                    <a:pt x="134906" y="329284"/>
                  </a:lnTo>
                  <a:lnTo>
                    <a:pt x="131203" y="324399"/>
                  </a:lnTo>
                  <a:lnTo>
                    <a:pt x="127980" y="322873"/>
                  </a:lnTo>
                  <a:lnTo>
                    <a:pt x="124277" y="319833"/>
                  </a:lnTo>
                  <a:lnTo>
                    <a:pt x="124507" y="317204"/>
                  </a:lnTo>
                  <a:lnTo>
                    <a:pt x="123640" y="315843"/>
                  </a:lnTo>
                  <a:lnTo>
                    <a:pt x="121974" y="313230"/>
                  </a:lnTo>
                  <a:lnTo>
                    <a:pt x="122435" y="308783"/>
                  </a:lnTo>
                  <a:lnTo>
                    <a:pt x="120877" y="303251"/>
                  </a:lnTo>
                  <a:lnTo>
                    <a:pt x="119273" y="300275"/>
                  </a:lnTo>
                  <a:lnTo>
                    <a:pt x="117370" y="294606"/>
                  </a:lnTo>
                  <a:lnTo>
                    <a:pt x="117847" y="289321"/>
                  </a:lnTo>
                  <a:lnTo>
                    <a:pt x="118228" y="285079"/>
                  </a:lnTo>
                  <a:lnTo>
                    <a:pt x="114781" y="278888"/>
                  </a:lnTo>
                  <a:lnTo>
                    <a:pt x="114517" y="278414"/>
                  </a:lnTo>
                  <a:lnTo>
                    <a:pt x="109734" y="273209"/>
                  </a:lnTo>
                  <a:lnTo>
                    <a:pt x="104954" y="267773"/>
                  </a:lnTo>
                  <a:lnTo>
                    <a:pt x="103729" y="266378"/>
                  </a:lnTo>
                  <a:lnTo>
                    <a:pt x="96060" y="265171"/>
                  </a:lnTo>
                  <a:lnTo>
                    <a:pt x="95151" y="265027"/>
                  </a:lnTo>
                  <a:lnTo>
                    <a:pt x="90129" y="262251"/>
                  </a:lnTo>
                  <a:lnTo>
                    <a:pt x="85078" y="257034"/>
                  </a:lnTo>
                  <a:lnTo>
                    <a:pt x="78602" y="254559"/>
                  </a:lnTo>
                  <a:lnTo>
                    <a:pt x="75979" y="251901"/>
                  </a:lnTo>
                  <a:lnTo>
                    <a:pt x="73289" y="249171"/>
                  </a:lnTo>
                  <a:lnTo>
                    <a:pt x="71060" y="241689"/>
                  </a:lnTo>
                  <a:lnTo>
                    <a:pt x="67712" y="238124"/>
                  </a:lnTo>
                  <a:lnTo>
                    <a:pt x="59785" y="235142"/>
                  </a:lnTo>
                  <a:lnTo>
                    <a:pt x="58046" y="234486"/>
                  </a:lnTo>
                  <a:lnTo>
                    <a:pt x="50194" y="232459"/>
                  </a:lnTo>
                  <a:lnTo>
                    <a:pt x="49315" y="231763"/>
                  </a:lnTo>
                  <a:lnTo>
                    <a:pt x="46204" y="229297"/>
                  </a:lnTo>
                  <a:lnTo>
                    <a:pt x="44328" y="224824"/>
                  </a:lnTo>
                  <a:lnTo>
                    <a:pt x="44139" y="224730"/>
                  </a:lnTo>
                  <a:lnTo>
                    <a:pt x="41195" y="223269"/>
                  </a:lnTo>
                  <a:lnTo>
                    <a:pt x="38845" y="223548"/>
                  </a:lnTo>
                  <a:lnTo>
                    <a:pt x="29332" y="222716"/>
                  </a:lnTo>
                  <a:lnTo>
                    <a:pt x="24764" y="220023"/>
                  </a:lnTo>
                  <a:lnTo>
                    <a:pt x="19268" y="213748"/>
                  </a:lnTo>
                  <a:lnTo>
                    <a:pt x="16880" y="211709"/>
                  </a:lnTo>
                  <a:lnTo>
                    <a:pt x="12756" y="208181"/>
                  </a:lnTo>
                  <a:lnTo>
                    <a:pt x="11879" y="207429"/>
                  </a:lnTo>
                  <a:lnTo>
                    <a:pt x="13489" y="199677"/>
                  </a:lnTo>
                  <a:lnTo>
                    <a:pt x="13525" y="199001"/>
                  </a:lnTo>
                  <a:lnTo>
                    <a:pt x="13907" y="191925"/>
                  </a:lnTo>
                  <a:lnTo>
                    <a:pt x="12583" y="184887"/>
                  </a:lnTo>
                  <a:lnTo>
                    <a:pt x="9709" y="181346"/>
                  </a:lnTo>
                  <a:lnTo>
                    <a:pt x="10446" y="180382"/>
                  </a:lnTo>
                  <a:lnTo>
                    <a:pt x="13190" y="176788"/>
                  </a:lnTo>
                  <a:lnTo>
                    <a:pt x="10914" y="169764"/>
                  </a:lnTo>
                  <a:lnTo>
                    <a:pt x="10849" y="168450"/>
                  </a:lnTo>
                  <a:lnTo>
                    <a:pt x="10519" y="161852"/>
                  </a:lnTo>
                  <a:lnTo>
                    <a:pt x="11269" y="160801"/>
                  </a:lnTo>
                  <a:lnTo>
                    <a:pt x="13985" y="156989"/>
                  </a:lnTo>
                  <a:lnTo>
                    <a:pt x="15999" y="151525"/>
                  </a:lnTo>
                  <a:lnTo>
                    <a:pt x="16384" y="147785"/>
                  </a:lnTo>
                  <a:lnTo>
                    <a:pt x="13650" y="144995"/>
                  </a:lnTo>
                  <a:lnTo>
                    <a:pt x="10694" y="140540"/>
                  </a:lnTo>
                  <a:lnTo>
                    <a:pt x="8669" y="137905"/>
                  </a:lnTo>
                  <a:lnTo>
                    <a:pt x="5892" y="137681"/>
                  </a:lnTo>
                  <a:lnTo>
                    <a:pt x="927" y="137189"/>
                  </a:lnTo>
                  <a:lnTo>
                    <a:pt x="0" y="1314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17539" y="3353611"/>
              <a:ext cx="304896" cy="314907"/>
            </a:xfrm>
            <a:custGeom>
              <a:avLst/>
              <a:pathLst>
                <a:path w="304896" h="314907">
                  <a:moveTo>
                    <a:pt x="3443" y="242127"/>
                  </a:moveTo>
                  <a:lnTo>
                    <a:pt x="3720" y="238500"/>
                  </a:lnTo>
                  <a:lnTo>
                    <a:pt x="3777" y="237759"/>
                  </a:lnTo>
                  <a:lnTo>
                    <a:pt x="3290" y="231795"/>
                  </a:lnTo>
                  <a:lnTo>
                    <a:pt x="1032" y="229647"/>
                  </a:lnTo>
                  <a:lnTo>
                    <a:pt x="0" y="222922"/>
                  </a:lnTo>
                  <a:lnTo>
                    <a:pt x="2519" y="223961"/>
                  </a:lnTo>
                  <a:lnTo>
                    <a:pt x="5816" y="222322"/>
                  </a:lnTo>
                  <a:lnTo>
                    <a:pt x="9760" y="220358"/>
                  </a:lnTo>
                  <a:lnTo>
                    <a:pt x="14011" y="218735"/>
                  </a:lnTo>
                  <a:lnTo>
                    <a:pt x="17637" y="216639"/>
                  </a:lnTo>
                  <a:lnTo>
                    <a:pt x="18141" y="212276"/>
                  </a:lnTo>
                  <a:lnTo>
                    <a:pt x="17754" y="206576"/>
                  </a:lnTo>
                  <a:lnTo>
                    <a:pt x="18157" y="204718"/>
                  </a:lnTo>
                  <a:lnTo>
                    <a:pt x="18441" y="203407"/>
                  </a:lnTo>
                  <a:lnTo>
                    <a:pt x="22179" y="202771"/>
                  </a:lnTo>
                  <a:lnTo>
                    <a:pt x="24815" y="200673"/>
                  </a:lnTo>
                  <a:lnTo>
                    <a:pt x="23217" y="196402"/>
                  </a:lnTo>
                  <a:lnTo>
                    <a:pt x="20368" y="187910"/>
                  </a:lnTo>
                  <a:lnTo>
                    <a:pt x="19102" y="184361"/>
                  </a:lnTo>
                  <a:lnTo>
                    <a:pt x="21898" y="181760"/>
                  </a:lnTo>
                  <a:lnTo>
                    <a:pt x="22247" y="174359"/>
                  </a:lnTo>
                  <a:lnTo>
                    <a:pt x="23653" y="169045"/>
                  </a:lnTo>
                  <a:lnTo>
                    <a:pt x="24036" y="167594"/>
                  </a:lnTo>
                  <a:lnTo>
                    <a:pt x="26447" y="163268"/>
                  </a:lnTo>
                  <a:lnTo>
                    <a:pt x="28532" y="161746"/>
                  </a:lnTo>
                  <a:lnTo>
                    <a:pt x="33521" y="163921"/>
                  </a:lnTo>
                  <a:lnTo>
                    <a:pt x="37553" y="168790"/>
                  </a:lnTo>
                  <a:lnTo>
                    <a:pt x="41991" y="166320"/>
                  </a:lnTo>
                  <a:lnTo>
                    <a:pt x="44793" y="162535"/>
                  </a:lnTo>
                  <a:lnTo>
                    <a:pt x="42542" y="157640"/>
                  </a:lnTo>
                  <a:lnTo>
                    <a:pt x="40784" y="154082"/>
                  </a:lnTo>
                  <a:lnTo>
                    <a:pt x="44241" y="151487"/>
                  </a:lnTo>
                  <a:lnTo>
                    <a:pt x="44680" y="151157"/>
                  </a:lnTo>
                  <a:lnTo>
                    <a:pt x="42703" y="144856"/>
                  </a:lnTo>
                  <a:lnTo>
                    <a:pt x="42607" y="144548"/>
                  </a:lnTo>
                  <a:lnTo>
                    <a:pt x="44200" y="141806"/>
                  </a:lnTo>
                  <a:lnTo>
                    <a:pt x="44700" y="140944"/>
                  </a:lnTo>
                  <a:lnTo>
                    <a:pt x="45906" y="135728"/>
                  </a:lnTo>
                  <a:lnTo>
                    <a:pt x="50140" y="134623"/>
                  </a:lnTo>
                  <a:lnTo>
                    <a:pt x="53342" y="133818"/>
                  </a:lnTo>
                  <a:lnTo>
                    <a:pt x="52705" y="129012"/>
                  </a:lnTo>
                  <a:lnTo>
                    <a:pt x="55649" y="124487"/>
                  </a:lnTo>
                  <a:lnTo>
                    <a:pt x="58085" y="120659"/>
                  </a:lnTo>
                  <a:lnTo>
                    <a:pt x="61224" y="121268"/>
                  </a:lnTo>
                  <a:lnTo>
                    <a:pt x="63272" y="124690"/>
                  </a:lnTo>
                  <a:lnTo>
                    <a:pt x="64873" y="124594"/>
                  </a:lnTo>
                  <a:lnTo>
                    <a:pt x="66435" y="124499"/>
                  </a:lnTo>
                  <a:lnTo>
                    <a:pt x="72104" y="119171"/>
                  </a:lnTo>
                  <a:lnTo>
                    <a:pt x="75500" y="114682"/>
                  </a:lnTo>
                  <a:lnTo>
                    <a:pt x="78930" y="112187"/>
                  </a:lnTo>
                  <a:lnTo>
                    <a:pt x="79251" y="111356"/>
                  </a:lnTo>
                  <a:lnTo>
                    <a:pt x="81249" y="106167"/>
                  </a:lnTo>
                  <a:lnTo>
                    <a:pt x="83247" y="103117"/>
                  </a:lnTo>
                  <a:lnTo>
                    <a:pt x="88081" y="95717"/>
                  </a:lnTo>
                  <a:lnTo>
                    <a:pt x="92141" y="89679"/>
                  </a:lnTo>
                  <a:lnTo>
                    <a:pt x="93543" y="84881"/>
                  </a:lnTo>
                  <a:lnTo>
                    <a:pt x="93023" y="84330"/>
                  </a:lnTo>
                  <a:lnTo>
                    <a:pt x="89914" y="81041"/>
                  </a:lnTo>
                  <a:lnTo>
                    <a:pt x="92133" y="77099"/>
                  </a:lnTo>
                  <a:lnTo>
                    <a:pt x="91288" y="73110"/>
                  </a:lnTo>
                  <a:lnTo>
                    <a:pt x="91287" y="72849"/>
                  </a:lnTo>
                  <a:lnTo>
                    <a:pt x="91267" y="66601"/>
                  </a:lnTo>
                  <a:lnTo>
                    <a:pt x="93197" y="63275"/>
                  </a:lnTo>
                  <a:lnTo>
                    <a:pt x="94387" y="61121"/>
                  </a:lnTo>
                  <a:lnTo>
                    <a:pt x="93284" y="55644"/>
                  </a:lnTo>
                  <a:lnTo>
                    <a:pt x="92475" y="51634"/>
                  </a:lnTo>
                  <a:lnTo>
                    <a:pt x="93085" y="44978"/>
                  </a:lnTo>
                  <a:lnTo>
                    <a:pt x="93199" y="44446"/>
                  </a:lnTo>
                  <a:lnTo>
                    <a:pt x="93811" y="41579"/>
                  </a:lnTo>
                  <a:lnTo>
                    <a:pt x="95124" y="35413"/>
                  </a:lnTo>
                  <a:lnTo>
                    <a:pt x="96557" y="30277"/>
                  </a:lnTo>
                  <a:lnTo>
                    <a:pt x="93329" y="23627"/>
                  </a:lnTo>
                  <a:lnTo>
                    <a:pt x="93412" y="22723"/>
                  </a:lnTo>
                  <a:lnTo>
                    <a:pt x="93853" y="17927"/>
                  </a:lnTo>
                  <a:lnTo>
                    <a:pt x="91277" y="11826"/>
                  </a:lnTo>
                  <a:lnTo>
                    <a:pt x="87096" y="7189"/>
                  </a:lnTo>
                  <a:lnTo>
                    <a:pt x="88992" y="3322"/>
                  </a:lnTo>
                  <a:lnTo>
                    <a:pt x="91891" y="3022"/>
                  </a:lnTo>
                  <a:lnTo>
                    <a:pt x="95602" y="0"/>
                  </a:lnTo>
                  <a:lnTo>
                    <a:pt x="98804" y="13930"/>
                  </a:lnTo>
                  <a:lnTo>
                    <a:pt x="100343" y="20636"/>
                  </a:lnTo>
                  <a:lnTo>
                    <a:pt x="101481" y="25602"/>
                  </a:lnTo>
                  <a:lnTo>
                    <a:pt x="105083" y="41344"/>
                  </a:lnTo>
                  <a:lnTo>
                    <a:pt x="107904" y="53708"/>
                  </a:lnTo>
                  <a:lnTo>
                    <a:pt x="108969" y="58387"/>
                  </a:lnTo>
                  <a:lnTo>
                    <a:pt x="113688" y="79171"/>
                  </a:lnTo>
                  <a:lnTo>
                    <a:pt x="120102" y="77632"/>
                  </a:lnTo>
                  <a:lnTo>
                    <a:pt x="142686" y="72064"/>
                  </a:lnTo>
                  <a:lnTo>
                    <a:pt x="153139" y="69486"/>
                  </a:lnTo>
                  <a:lnTo>
                    <a:pt x="163084" y="67012"/>
                  </a:lnTo>
                  <a:lnTo>
                    <a:pt x="181807" y="62224"/>
                  </a:lnTo>
                  <a:lnTo>
                    <a:pt x="185340" y="78631"/>
                  </a:lnTo>
                  <a:lnTo>
                    <a:pt x="189062" y="94804"/>
                  </a:lnTo>
                  <a:lnTo>
                    <a:pt x="191736" y="106762"/>
                  </a:lnTo>
                  <a:lnTo>
                    <a:pt x="195383" y="103799"/>
                  </a:lnTo>
                  <a:lnTo>
                    <a:pt x="198994" y="98314"/>
                  </a:lnTo>
                  <a:lnTo>
                    <a:pt x="202933" y="94409"/>
                  </a:lnTo>
                  <a:lnTo>
                    <a:pt x="203987" y="92618"/>
                  </a:lnTo>
                  <a:lnTo>
                    <a:pt x="208713" y="84565"/>
                  </a:lnTo>
                  <a:lnTo>
                    <a:pt x="212132" y="77129"/>
                  </a:lnTo>
                  <a:lnTo>
                    <a:pt x="213685" y="76687"/>
                  </a:lnTo>
                  <a:lnTo>
                    <a:pt x="215753" y="76097"/>
                  </a:lnTo>
                  <a:lnTo>
                    <a:pt x="221602" y="77592"/>
                  </a:lnTo>
                  <a:lnTo>
                    <a:pt x="221695" y="73963"/>
                  </a:lnTo>
                  <a:lnTo>
                    <a:pt x="226096" y="65984"/>
                  </a:lnTo>
                  <a:lnTo>
                    <a:pt x="229505" y="57352"/>
                  </a:lnTo>
                  <a:lnTo>
                    <a:pt x="232207" y="59264"/>
                  </a:lnTo>
                  <a:lnTo>
                    <a:pt x="235439" y="63340"/>
                  </a:lnTo>
                  <a:lnTo>
                    <a:pt x="239077" y="63422"/>
                  </a:lnTo>
                  <a:lnTo>
                    <a:pt x="243576" y="63520"/>
                  </a:lnTo>
                  <a:lnTo>
                    <a:pt x="251634" y="61719"/>
                  </a:lnTo>
                  <a:lnTo>
                    <a:pt x="252116" y="61611"/>
                  </a:lnTo>
                  <a:lnTo>
                    <a:pt x="252787" y="57985"/>
                  </a:lnTo>
                  <a:lnTo>
                    <a:pt x="255106" y="51968"/>
                  </a:lnTo>
                  <a:lnTo>
                    <a:pt x="258230" y="50544"/>
                  </a:lnTo>
                  <a:lnTo>
                    <a:pt x="259460" y="49983"/>
                  </a:lnTo>
                  <a:lnTo>
                    <a:pt x="264565" y="46033"/>
                  </a:lnTo>
                  <a:lnTo>
                    <a:pt x="273565" y="42439"/>
                  </a:lnTo>
                  <a:lnTo>
                    <a:pt x="278224" y="45800"/>
                  </a:lnTo>
                  <a:lnTo>
                    <a:pt x="280007" y="47084"/>
                  </a:lnTo>
                  <a:lnTo>
                    <a:pt x="285109" y="45095"/>
                  </a:lnTo>
                  <a:lnTo>
                    <a:pt x="291803" y="45109"/>
                  </a:lnTo>
                  <a:lnTo>
                    <a:pt x="293561" y="50268"/>
                  </a:lnTo>
                  <a:lnTo>
                    <a:pt x="294954" y="52196"/>
                  </a:lnTo>
                  <a:lnTo>
                    <a:pt x="296339" y="54113"/>
                  </a:lnTo>
                  <a:lnTo>
                    <a:pt x="301771" y="59410"/>
                  </a:lnTo>
                  <a:lnTo>
                    <a:pt x="302465" y="63677"/>
                  </a:lnTo>
                  <a:lnTo>
                    <a:pt x="304896" y="65935"/>
                  </a:lnTo>
                  <a:lnTo>
                    <a:pt x="303125" y="74895"/>
                  </a:lnTo>
                  <a:lnTo>
                    <a:pt x="302445" y="80672"/>
                  </a:lnTo>
                  <a:lnTo>
                    <a:pt x="301992" y="84123"/>
                  </a:lnTo>
                  <a:lnTo>
                    <a:pt x="285698" y="76470"/>
                  </a:lnTo>
                  <a:lnTo>
                    <a:pt x="273464" y="70693"/>
                  </a:lnTo>
                  <a:lnTo>
                    <a:pt x="270159" y="69144"/>
                  </a:lnTo>
                  <a:lnTo>
                    <a:pt x="260832" y="64760"/>
                  </a:lnTo>
                  <a:lnTo>
                    <a:pt x="262714" y="69469"/>
                  </a:lnTo>
                  <a:lnTo>
                    <a:pt x="263703" y="74312"/>
                  </a:lnTo>
                  <a:lnTo>
                    <a:pt x="261357" y="81990"/>
                  </a:lnTo>
                  <a:lnTo>
                    <a:pt x="261986" y="85376"/>
                  </a:lnTo>
                  <a:lnTo>
                    <a:pt x="261529" y="90159"/>
                  </a:lnTo>
                  <a:lnTo>
                    <a:pt x="263115" y="92374"/>
                  </a:lnTo>
                  <a:lnTo>
                    <a:pt x="258443" y="100033"/>
                  </a:lnTo>
                  <a:lnTo>
                    <a:pt x="257628" y="103541"/>
                  </a:lnTo>
                  <a:lnTo>
                    <a:pt x="256630" y="107821"/>
                  </a:lnTo>
                  <a:lnTo>
                    <a:pt x="253334" y="111122"/>
                  </a:lnTo>
                  <a:lnTo>
                    <a:pt x="250519" y="117074"/>
                  </a:lnTo>
                  <a:lnTo>
                    <a:pt x="245198" y="121426"/>
                  </a:lnTo>
                  <a:lnTo>
                    <a:pt x="243334" y="127667"/>
                  </a:lnTo>
                  <a:lnTo>
                    <a:pt x="241589" y="134352"/>
                  </a:lnTo>
                  <a:lnTo>
                    <a:pt x="231418" y="129964"/>
                  </a:lnTo>
                  <a:lnTo>
                    <a:pt x="230696" y="133947"/>
                  </a:lnTo>
                  <a:lnTo>
                    <a:pt x="229212" y="137737"/>
                  </a:lnTo>
                  <a:lnTo>
                    <a:pt x="228657" y="144404"/>
                  </a:lnTo>
                  <a:lnTo>
                    <a:pt x="228967" y="147122"/>
                  </a:lnTo>
                  <a:lnTo>
                    <a:pt x="225999" y="152740"/>
                  </a:lnTo>
                  <a:lnTo>
                    <a:pt x="224500" y="160323"/>
                  </a:lnTo>
                  <a:lnTo>
                    <a:pt x="223700" y="164924"/>
                  </a:lnTo>
                  <a:lnTo>
                    <a:pt x="223604" y="165470"/>
                  </a:lnTo>
                  <a:lnTo>
                    <a:pt x="220393" y="171561"/>
                  </a:lnTo>
                  <a:lnTo>
                    <a:pt x="219452" y="171619"/>
                  </a:lnTo>
                  <a:lnTo>
                    <a:pt x="215352" y="171867"/>
                  </a:lnTo>
                  <a:lnTo>
                    <a:pt x="207676" y="171088"/>
                  </a:lnTo>
                  <a:lnTo>
                    <a:pt x="201353" y="163932"/>
                  </a:lnTo>
                  <a:lnTo>
                    <a:pt x="193511" y="162421"/>
                  </a:lnTo>
                  <a:lnTo>
                    <a:pt x="193803" y="169706"/>
                  </a:lnTo>
                  <a:lnTo>
                    <a:pt x="193290" y="174137"/>
                  </a:lnTo>
                  <a:lnTo>
                    <a:pt x="194033" y="176897"/>
                  </a:lnTo>
                  <a:lnTo>
                    <a:pt x="192539" y="184089"/>
                  </a:lnTo>
                  <a:lnTo>
                    <a:pt x="188762" y="188939"/>
                  </a:lnTo>
                  <a:lnTo>
                    <a:pt x="190675" y="192165"/>
                  </a:lnTo>
                  <a:lnTo>
                    <a:pt x="190163" y="192843"/>
                  </a:lnTo>
                  <a:lnTo>
                    <a:pt x="187280" y="196658"/>
                  </a:lnTo>
                  <a:lnTo>
                    <a:pt x="183851" y="201973"/>
                  </a:lnTo>
                  <a:lnTo>
                    <a:pt x="183765" y="208625"/>
                  </a:lnTo>
                  <a:lnTo>
                    <a:pt x="183170" y="213148"/>
                  </a:lnTo>
                  <a:lnTo>
                    <a:pt x="182931" y="214964"/>
                  </a:lnTo>
                  <a:lnTo>
                    <a:pt x="180074" y="222630"/>
                  </a:lnTo>
                  <a:lnTo>
                    <a:pt x="179075" y="224338"/>
                  </a:lnTo>
                  <a:lnTo>
                    <a:pt x="175183" y="230975"/>
                  </a:lnTo>
                  <a:lnTo>
                    <a:pt x="171838" y="237437"/>
                  </a:lnTo>
                  <a:lnTo>
                    <a:pt x="171418" y="241564"/>
                  </a:lnTo>
                  <a:lnTo>
                    <a:pt x="169968" y="247621"/>
                  </a:lnTo>
                  <a:lnTo>
                    <a:pt x="168484" y="251118"/>
                  </a:lnTo>
                  <a:lnTo>
                    <a:pt x="168381" y="251362"/>
                  </a:lnTo>
                  <a:lnTo>
                    <a:pt x="174192" y="255456"/>
                  </a:lnTo>
                  <a:lnTo>
                    <a:pt x="170934" y="259680"/>
                  </a:lnTo>
                  <a:lnTo>
                    <a:pt x="171254" y="264057"/>
                  </a:lnTo>
                  <a:lnTo>
                    <a:pt x="165359" y="272231"/>
                  </a:lnTo>
                  <a:lnTo>
                    <a:pt x="161654" y="276411"/>
                  </a:lnTo>
                  <a:lnTo>
                    <a:pt x="161278" y="276240"/>
                  </a:lnTo>
                  <a:lnTo>
                    <a:pt x="155316" y="273520"/>
                  </a:lnTo>
                  <a:lnTo>
                    <a:pt x="148324" y="280683"/>
                  </a:lnTo>
                  <a:lnTo>
                    <a:pt x="141984" y="285986"/>
                  </a:lnTo>
                  <a:lnTo>
                    <a:pt x="136513" y="282558"/>
                  </a:lnTo>
                  <a:lnTo>
                    <a:pt x="135104" y="283193"/>
                  </a:lnTo>
                  <a:lnTo>
                    <a:pt x="134649" y="283398"/>
                  </a:lnTo>
                  <a:lnTo>
                    <a:pt x="134092" y="286796"/>
                  </a:lnTo>
                  <a:lnTo>
                    <a:pt x="138248" y="290276"/>
                  </a:lnTo>
                  <a:lnTo>
                    <a:pt x="133092" y="294088"/>
                  </a:lnTo>
                  <a:lnTo>
                    <a:pt x="129007" y="295526"/>
                  </a:lnTo>
                  <a:lnTo>
                    <a:pt x="128000" y="295879"/>
                  </a:lnTo>
                  <a:lnTo>
                    <a:pt x="120463" y="299541"/>
                  </a:lnTo>
                  <a:lnTo>
                    <a:pt x="113608" y="305080"/>
                  </a:lnTo>
                  <a:lnTo>
                    <a:pt x="102415" y="298331"/>
                  </a:lnTo>
                  <a:lnTo>
                    <a:pt x="99145" y="305117"/>
                  </a:lnTo>
                  <a:lnTo>
                    <a:pt x="95726" y="307743"/>
                  </a:lnTo>
                  <a:lnTo>
                    <a:pt x="92841" y="310859"/>
                  </a:lnTo>
                  <a:lnTo>
                    <a:pt x="91263" y="312733"/>
                  </a:lnTo>
                  <a:lnTo>
                    <a:pt x="83294" y="314907"/>
                  </a:lnTo>
                  <a:lnTo>
                    <a:pt x="78514" y="312627"/>
                  </a:lnTo>
                  <a:lnTo>
                    <a:pt x="78123" y="312440"/>
                  </a:lnTo>
                  <a:lnTo>
                    <a:pt x="75455" y="310112"/>
                  </a:lnTo>
                  <a:lnTo>
                    <a:pt x="70146" y="310356"/>
                  </a:lnTo>
                  <a:lnTo>
                    <a:pt x="66184" y="307008"/>
                  </a:lnTo>
                  <a:lnTo>
                    <a:pt x="62616" y="302621"/>
                  </a:lnTo>
                  <a:lnTo>
                    <a:pt x="61848" y="300014"/>
                  </a:lnTo>
                  <a:lnTo>
                    <a:pt x="57982" y="297758"/>
                  </a:lnTo>
                  <a:lnTo>
                    <a:pt x="60546" y="291978"/>
                  </a:lnTo>
                  <a:lnTo>
                    <a:pt x="57643" y="290283"/>
                  </a:lnTo>
                  <a:lnTo>
                    <a:pt x="50995" y="291141"/>
                  </a:lnTo>
                  <a:lnTo>
                    <a:pt x="44869" y="287906"/>
                  </a:lnTo>
                  <a:lnTo>
                    <a:pt x="38119" y="284144"/>
                  </a:lnTo>
                  <a:lnTo>
                    <a:pt x="32794" y="282313"/>
                  </a:lnTo>
                  <a:lnTo>
                    <a:pt x="30093" y="277496"/>
                  </a:lnTo>
                  <a:lnTo>
                    <a:pt x="29359" y="276185"/>
                  </a:lnTo>
                  <a:lnTo>
                    <a:pt x="25787" y="273388"/>
                  </a:lnTo>
                  <a:lnTo>
                    <a:pt x="23143" y="270228"/>
                  </a:lnTo>
                  <a:lnTo>
                    <a:pt x="21268" y="267983"/>
                  </a:lnTo>
                  <a:lnTo>
                    <a:pt x="15838" y="265123"/>
                  </a:lnTo>
                  <a:lnTo>
                    <a:pt x="16018" y="263135"/>
                  </a:lnTo>
                  <a:lnTo>
                    <a:pt x="16335" y="259608"/>
                  </a:lnTo>
                  <a:lnTo>
                    <a:pt x="9147" y="253364"/>
                  </a:lnTo>
                  <a:lnTo>
                    <a:pt x="2733" y="2482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75598" y="2968274"/>
              <a:ext cx="479158" cy="392217"/>
            </a:xfrm>
            <a:custGeom>
              <a:avLst/>
              <a:pathLst>
                <a:path w="479158" h="392217">
                  <a:moveTo>
                    <a:pt x="44472" y="11666"/>
                  </a:moveTo>
                  <a:lnTo>
                    <a:pt x="46862" y="0"/>
                  </a:lnTo>
                  <a:lnTo>
                    <a:pt x="62834" y="2029"/>
                  </a:lnTo>
                  <a:lnTo>
                    <a:pt x="67619" y="3616"/>
                  </a:lnTo>
                  <a:lnTo>
                    <a:pt x="91152" y="6090"/>
                  </a:lnTo>
                  <a:lnTo>
                    <a:pt x="111496" y="8306"/>
                  </a:lnTo>
                  <a:lnTo>
                    <a:pt x="123613" y="9820"/>
                  </a:lnTo>
                  <a:lnTo>
                    <a:pt x="137437" y="11511"/>
                  </a:lnTo>
                  <a:lnTo>
                    <a:pt x="166532" y="14599"/>
                  </a:lnTo>
                  <a:lnTo>
                    <a:pt x="169013" y="15436"/>
                  </a:lnTo>
                  <a:lnTo>
                    <a:pt x="196244" y="18422"/>
                  </a:lnTo>
                  <a:lnTo>
                    <a:pt x="203711" y="19214"/>
                  </a:lnTo>
                  <a:lnTo>
                    <a:pt x="219309" y="20753"/>
                  </a:lnTo>
                  <a:lnTo>
                    <a:pt x="234852" y="22237"/>
                  </a:lnTo>
                  <a:lnTo>
                    <a:pt x="240162" y="22762"/>
                  </a:lnTo>
                  <a:lnTo>
                    <a:pt x="274827" y="26055"/>
                  </a:lnTo>
                  <a:lnTo>
                    <a:pt x="303443" y="29069"/>
                  </a:lnTo>
                  <a:lnTo>
                    <a:pt x="342183" y="32409"/>
                  </a:lnTo>
                  <a:lnTo>
                    <a:pt x="357014" y="33202"/>
                  </a:lnTo>
                  <a:lnTo>
                    <a:pt x="368001" y="33761"/>
                  </a:lnTo>
                  <a:lnTo>
                    <a:pt x="415880" y="37005"/>
                  </a:lnTo>
                  <a:lnTo>
                    <a:pt x="418261" y="37155"/>
                  </a:lnTo>
                  <a:lnTo>
                    <a:pt x="419067" y="37205"/>
                  </a:lnTo>
                  <a:lnTo>
                    <a:pt x="479158" y="40831"/>
                  </a:lnTo>
                  <a:lnTo>
                    <a:pt x="477930" y="67755"/>
                  </a:lnTo>
                  <a:lnTo>
                    <a:pt x="477410" y="78340"/>
                  </a:lnTo>
                  <a:lnTo>
                    <a:pt x="476026" y="106571"/>
                  </a:lnTo>
                  <a:lnTo>
                    <a:pt x="475721" y="112692"/>
                  </a:lnTo>
                  <a:lnTo>
                    <a:pt x="475550" y="116149"/>
                  </a:lnTo>
                  <a:lnTo>
                    <a:pt x="474295" y="141441"/>
                  </a:lnTo>
                  <a:lnTo>
                    <a:pt x="473047" y="167374"/>
                  </a:lnTo>
                  <a:lnTo>
                    <a:pt x="472824" y="172235"/>
                  </a:lnTo>
                  <a:lnTo>
                    <a:pt x="472720" y="174479"/>
                  </a:lnTo>
                  <a:lnTo>
                    <a:pt x="471962" y="191016"/>
                  </a:lnTo>
                  <a:lnTo>
                    <a:pt x="470768" y="216451"/>
                  </a:lnTo>
                  <a:lnTo>
                    <a:pt x="469222" y="248958"/>
                  </a:lnTo>
                  <a:lnTo>
                    <a:pt x="469135" y="250642"/>
                  </a:lnTo>
                  <a:lnTo>
                    <a:pt x="468630" y="260471"/>
                  </a:lnTo>
                  <a:lnTo>
                    <a:pt x="467588" y="282454"/>
                  </a:lnTo>
                  <a:lnTo>
                    <a:pt x="466603" y="302997"/>
                  </a:lnTo>
                  <a:lnTo>
                    <a:pt x="466539" y="304280"/>
                  </a:lnTo>
                  <a:lnTo>
                    <a:pt x="466030" y="314501"/>
                  </a:lnTo>
                  <a:lnTo>
                    <a:pt x="465253" y="330998"/>
                  </a:lnTo>
                  <a:lnTo>
                    <a:pt x="464905" y="338396"/>
                  </a:lnTo>
                  <a:lnTo>
                    <a:pt x="464703" y="342740"/>
                  </a:lnTo>
                  <a:lnTo>
                    <a:pt x="464008" y="357779"/>
                  </a:lnTo>
                  <a:lnTo>
                    <a:pt x="463516" y="367889"/>
                  </a:lnTo>
                  <a:lnTo>
                    <a:pt x="462786" y="382281"/>
                  </a:lnTo>
                  <a:lnTo>
                    <a:pt x="462307" y="392217"/>
                  </a:lnTo>
                  <a:lnTo>
                    <a:pt x="432858" y="390653"/>
                  </a:lnTo>
                  <a:lnTo>
                    <a:pt x="409076" y="389634"/>
                  </a:lnTo>
                  <a:lnTo>
                    <a:pt x="403233" y="389284"/>
                  </a:lnTo>
                  <a:lnTo>
                    <a:pt x="381099" y="387900"/>
                  </a:lnTo>
                  <a:lnTo>
                    <a:pt x="320561" y="383718"/>
                  </a:lnTo>
                  <a:lnTo>
                    <a:pt x="318771" y="383584"/>
                  </a:lnTo>
                  <a:lnTo>
                    <a:pt x="311912" y="383018"/>
                  </a:lnTo>
                  <a:lnTo>
                    <a:pt x="276229" y="379935"/>
                  </a:lnTo>
                  <a:lnTo>
                    <a:pt x="245979" y="377137"/>
                  </a:lnTo>
                  <a:lnTo>
                    <a:pt x="242697" y="376823"/>
                  </a:lnTo>
                  <a:lnTo>
                    <a:pt x="206255" y="373593"/>
                  </a:lnTo>
                  <a:lnTo>
                    <a:pt x="184293" y="371527"/>
                  </a:lnTo>
                  <a:lnTo>
                    <a:pt x="131522" y="365910"/>
                  </a:lnTo>
                  <a:lnTo>
                    <a:pt x="118289" y="364400"/>
                  </a:lnTo>
                  <a:lnTo>
                    <a:pt x="87628" y="361099"/>
                  </a:lnTo>
                  <a:lnTo>
                    <a:pt x="68822" y="358901"/>
                  </a:lnTo>
                  <a:lnTo>
                    <a:pt x="65675" y="358526"/>
                  </a:lnTo>
                  <a:lnTo>
                    <a:pt x="60855" y="357950"/>
                  </a:lnTo>
                  <a:lnTo>
                    <a:pt x="33319" y="354537"/>
                  </a:lnTo>
                  <a:lnTo>
                    <a:pt x="11477" y="351581"/>
                  </a:lnTo>
                  <a:lnTo>
                    <a:pt x="0" y="349992"/>
                  </a:lnTo>
                  <a:lnTo>
                    <a:pt x="2890" y="327814"/>
                  </a:lnTo>
                  <a:lnTo>
                    <a:pt x="4135" y="318279"/>
                  </a:lnTo>
                  <a:lnTo>
                    <a:pt x="6529" y="300373"/>
                  </a:lnTo>
                  <a:lnTo>
                    <a:pt x="6690" y="299124"/>
                  </a:lnTo>
                  <a:lnTo>
                    <a:pt x="11474" y="262244"/>
                  </a:lnTo>
                  <a:lnTo>
                    <a:pt x="15463" y="231826"/>
                  </a:lnTo>
                  <a:lnTo>
                    <a:pt x="17467" y="217457"/>
                  </a:lnTo>
                  <a:lnTo>
                    <a:pt x="20015" y="199225"/>
                  </a:lnTo>
                  <a:lnTo>
                    <a:pt x="22805" y="178078"/>
                  </a:lnTo>
                  <a:lnTo>
                    <a:pt x="23440" y="173272"/>
                  </a:lnTo>
                  <a:lnTo>
                    <a:pt x="24052" y="168641"/>
                  </a:lnTo>
                  <a:lnTo>
                    <a:pt x="26869" y="147360"/>
                  </a:lnTo>
                  <a:lnTo>
                    <a:pt x="28996" y="131149"/>
                  </a:lnTo>
                  <a:lnTo>
                    <a:pt x="31146" y="114811"/>
                  </a:lnTo>
                  <a:lnTo>
                    <a:pt x="33721" y="95528"/>
                  </a:lnTo>
                  <a:lnTo>
                    <a:pt x="34564" y="88960"/>
                  </a:lnTo>
                  <a:lnTo>
                    <a:pt x="36042" y="77461"/>
                  </a:lnTo>
                  <a:lnTo>
                    <a:pt x="39085" y="54717"/>
                  </a:lnTo>
                  <a:lnTo>
                    <a:pt x="40275" y="46051"/>
                  </a:lnTo>
                  <a:lnTo>
                    <a:pt x="41686" y="32811"/>
                  </a:lnTo>
                  <a:lnTo>
                    <a:pt x="42172" y="29196"/>
                  </a:lnTo>
                  <a:lnTo>
                    <a:pt x="42867" y="240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33958" y="3505127"/>
              <a:ext cx="499550" cy="383516"/>
            </a:xfrm>
            <a:custGeom>
              <a:avLst/>
              <a:pathLst>
                <a:path w="499550" h="383516">
                  <a:moveTo>
                    <a:pt x="12301" y="218938"/>
                  </a:moveTo>
                  <a:lnTo>
                    <a:pt x="18524" y="164183"/>
                  </a:lnTo>
                  <a:lnTo>
                    <a:pt x="20727" y="143117"/>
                  </a:lnTo>
                  <a:lnTo>
                    <a:pt x="21930" y="131640"/>
                  </a:lnTo>
                  <a:lnTo>
                    <a:pt x="23427" y="117389"/>
                  </a:lnTo>
                  <a:lnTo>
                    <a:pt x="25405" y="98604"/>
                  </a:lnTo>
                  <a:lnTo>
                    <a:pt x="28188" y="71809"/>
                  </a:lnTo>
                  <a:lnTo>
                    <a:pt x="28588" y="68149"/>
                  </a:lnTo>
                  <a:lnTo>
                    <a:pt x="32731" y="30417"/>
                  </a:lnTo>
                  <a:lnTo>
                    <a:pt x="32813" y="29629"/>
                  </a:lnTo>
                  <a:lnTo>
                    <a:pt x="34316" y="15306"/>
                  </a:lnTo>
                  <a:lnTo>
                    <a:pt x="35830" y="0"/>
                  </a:lnTo>
                  <a:lnTo>
                    <a:pt x="88602" y="5617"/>
                  </a:lnTo>
                  <a:lnTo>
                    <a:pt x="110563" y="7683"/>
                  </a:lnTo>
                  <a:lnTo>
                    <a:pt x="147005" y="10913"/>
                  </a:lnTo>
                  <a:lnTo>
                    <a:pt x="150287" y="11227"/>
                  </a:lnTo>
                  <a:lnTo>
                    <a:pt x="180537" y="14025"/>
                  </a:lnTo>
                  <a:lnTo>
                    <a:pt x="216220" y="17108"/>
                  </a:lnTo>
                  <a:lnTo>
                    <a:pt x="223079" y="17674"/>
                  </a:lnTo>
                  <a:lnTo>
                    <a:pt x="224869" y="17808"/>
                  </a:lnTo>
                  <a:lnTo>
                    <a:pt x="285426" y="21992"/>
                  </a:lnTo>
                  <a:lnTo>
                    <a:pt x="307541" y="23374"/>
                  </a:lnTo>
                  <a:lnTo>
                    <a:pt x="313384" y="23724"/>
                  </a:lnTo>
                  <a:lnTo>
                    <a:pt x="337166" y="24743"/>
                  </a:lnTo>
                  <a:lnTo>
                    <a:pt x="366615" y="26307"/>
                  </a:lnTo>
                  <a:lnTo>
                    <a:pt x="398445" y="27753"/>
                  </a:lnTo>
                  <a:lnTo>
                    <a:pt x="411146" y="28271"/>
                  </a:lnTo>
                  <a:lnTo>
                    <a:pt x="431465" y="29039"/>
                  </a:lnTo>
                  <a:lnTo>
                    <a:pt x="459565" y="30018"/>
                  </a:lnTo>
                  <a:lnTo>
                    <a:pt x="461720" y="30087"/>
                  </a:lnTo>
                  <a:lnTo>
                    <a:pt x="465987" y="30222"/>
                  </a:lnTo>
                  <a:lnTo>
                    <a:pt x="499550" y="31146"/>
                  </a:lnTo>
                  <a:lnTo>
                    <a:pt x="499039" y="53379"/>
                  </a:lnTo>
                  <a:lnTo>
                    <a:pt x="498930" y="57957"/>
                  </a:lnTo>
                  <a:lnTo>
                    <a:pt x="498389" y="80605"/>
                  </a:lnTo>
                  <a:lnTo>
                    <a:pt x="498198" y="88589"/>
                  </a:lnTo>
                  <a:lnTo>
                    <a:pt x="498176" y="89542"/>
                  </a:lnTo>
                  <a:lnTo>
                    <a:pt x="497447" y="119024"/>
                  </a:lnTo>
                  <a:lnTo>
                    <a:pt x="497098" y="135210"/>
                  </a:lnTo>
                  <a:lnTo>
                    <a:pt x="496676" y="156746"/>
                  </a:lnTo>
                  <a:lnTo>
                    <a:pt x="496666" y="157263"/>
                  </a:lnTo>
                  <a:lnTo>
                    <a:pt x="496333" y="174359"/>
                  </a:lnTo>
                  <a:lnTo>
                    <a:pt x="495959" y="195508"/>
                  </a:lnTo>
                  <a:lnTo>
                    <a:pt x="495825" y="203077"/>
                  </a:lnTo>
                  <a:lnTo>
                    <a:pt x="495171" y="233791"/>
                  </a:lnTo>
                  <a:lnTo>
                    <a:pt x="495017" y="241033"/>
                  </a:lnTo>
                  <a:lnTo>
                    <a:pt x="494588" y="261309"/>
                  </a:lnTo>
                  <a:lnTo>
                    <a:pt x="494374" y="271472"/>
                  </a:lnTo>
                  <a:lnTo>
                    <a:pt x="494363" y="272029"/>
                  </a:lnTo>
                  <a:lnTo>
                    <a:pt x="494087" y="285155"/>
                  </a:lnTo>
                  <a:lnTo>
                    <a:pt x="493494" y="318054"/>
                  </a:lnTo>
                  <a:lnTo>
                    <a:pt x="493471" y="319342"/>
                  </a:lnTo>
                  <a:lnTo>
                    <a:pt x="493311" y="326333"/>
                  </a:lnTo>
                  <a:lnTo>
                    <a:pt x="492798" y="348735"/>
                  </a:lnTo>
                  <a:lnTo>
                    <a:pt x="492536" y="360241"/>
                  </a:lnTo>
                  <a:lnTo>
                    <a:pt x="492233" y="373554"/>
                  </a:lnTo>
                  <a:lnTo>
                    <a:pt x="492096" y="379829"/>
                  </a:lnTo>
                  <a:lnTo>
                    <a:pt x="491990" y="383516"/>
                  </a:lnTo>
                  <a:lnTo>
                    <a:pt x="469940" y="382813"/>
                  </a:lnTo>
                  <a:lnTo>
                    <a:pt x="445793" y="382030"/>
                  </a:lnTo>
                  <a:lnTo>
                    <a:pt x="435674" y="381305"/>
                  </a:lnTo>
                  <a:lnTo>
                    <a:pt x="424394" y="380867"/>
                  </a:lnTo>
                  <a:lnTo>
                    <a:pt x="418485" y="380674"/>
                  </a:lnTo>
                  <a:lnTo>
                    <a:pt x="372921" y="378985"/>
                  </a:lnTo>
                  <a:lnTo>
                    <a:pt x="353587" y="378271"/>
                  </a:lnTo>
                  <a:lnTo>
                    <a:pt x="330286" y="377327"/>
                  </a:lnTo>
                  <a:lnTo>
                    <a:pt x="302624" y="375838"/>
                  </a:lnTo>
                  <a:lnTo>
                    <a:pt x="275294" y="374057"/>
                  </a:lnTo>
                  <a:lnTo>
                    <a:pt x="272886" y="373905"/>
                  </a:lnTo>
                  <a:lnTo>
                    <a:pt x="268284" y="373612"/>
                  </a:lnTo>
                  <a:lnTo>
                    <a:pt x="266119" y="373474"/>
                  </a:lnTo>
                  <a:lnTo>
                    <a:pt x="254310" y="372699"/>
                  </a:lnTo>
                  <a:lnTo>
                    <a:pt x="246254" y="372171"/>
                  </a:lnTo>
                  <a:lnTo>
                    <a:pt x="233424" y="371312"/>
                  </a:lnTo>
                  <a:lnTo>
                    <a:pt x="233284" y="371302"/>
                  </a:lnTo>
                  <a:lnTo>
                    <a:pt x="213678" y="369969"/>
                  </a:lnTo>
                  <a:lnTo>
                    <a:pt x="213056" y="369927"/>
                  </a:lnTo>
                  <a:lnTo>
                    <a:pt x="189391" y="368283"/>
                  </a:lnTo>
                  <a:lnTo>
                    <a:pt x="180042" y="367607"/>
                  </a:lnTo>
                  <a:lnTo>
                    <a:pt x="152404" y="365522"/>
                  </a:lnTo>
                  <a:lnTo>
                    <a:pt x="151930" y="364803"/>
                  </a:lnTo>
                  <a:lnTo>
                    <a:pt x="113791" y="361554"/>
                  </a:lnTo>
                  <a:lnTo>
                    <a:pt x="109526" y="361174"/>
                  </a:lnTo>
                  <a:lnTo>
                    <a:pt x="73152" y="357805"/>
                  </a:lnTo>
                  <a:lnTo>
                    <a:pt x="46619" y="355241"/>
                  </a:lnTo>
                  <a:lnTo>
                    <a:pt x="29741" y="353548"/>
                  </a:lnTo>
                  <a:lnTo>
                    <a:pt x="0" y="350417"/>
                  </a:lnTo>
                  <a:lnTo>
                    <a:pt x="4374" y="307924"/>
                  </a:lnTo>
                  <a:lnTo>
                    <a:pt x="7966" y="273250"/>
                  </a:lnTo>
                  <a:lnTo>
                    <a:pt x="10442" y="249452"/>
                  </a:lnTo>
                  <a:lnTo>
                    <a:pt x="10548" y="248431"/>
                  </a:lnTo>
                  <a:lnTo>
                    <a:pt x="10280" y="2385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13397" y="2904416"/>
              <a:ext cx="121193" cy="128066"/>
            </a:xfrm>
            <a:custGeom>
              <a:avLst/>
              <a:pathLst>
                <a:path w="121193" h="128066">
                  <a:moveTo>
                    <a:pt x="10964" y="119746"/>
                  </a:moveTo>
                  <a:lnTo>
                    <a:pt x="23145" y="105075"/>
                  </a:lnTo>
                  <a:lnTo>
                    <a:pt x="16674" y="99507"/>
                  </a:lnTo>
                  <a:lnTo>
                    <a:pt x="15167" y="93338"/>
                  </a:lnTo>
                  <a:lnTo>
                    <a:pt x="14949" y="92445"/>
                  </a:lnTo>
                  <a:lnTo>
                    <a:pt x="13582" y="86861"/>
                  </a:lnTo>
                  <a:lnTo>
                    <a:pt x="11690" y="79411"/>
                  </a:lnTo>
                  <a:lnTo>
                    <a:pt x="9650" y="71397"/>
                  </a:lnTo>
                  <a:lnTo>
                    <a:pt x="9176" y="69541"/>
                  </a:lnTo>
                  <a:lnTo>
                    <a:pt x="8609" y="67333"/>
                  </a:lnTo>
                  <a:lnTo>
                    <a:pt x="5109" y="53751"/>
                  </a:lnTo>
                  <a:lnTo>
                    <a:pt x="0" y="34242"/>
                  </a:lnTo>
                  <a:lnTo>
                    <a:pt x="15781" y="29245"/>
                  </a:lnTo>
                  <a:lnTo>
                    <a:pt x="22195" y="27284"/>
                  </a:lnTo>
                  <a:lnTo>
                    <a:pt x="26755" y="25884"/>
                  </a:lnTo>
                  <a:lnTo>
                    <a:pt x="30079" y="24860"/>
                  </a:lnTo>
                  <a:lnTo>
                    <a:pt x="38404" y="22087"/>
                  </a:lnTo>
                  <a:lnTo>
                    <a:pt x="39417" y="21749"/>
                  </a:lnTo>
                  <a:lnTo>
                    <a:pt x="42761" y="24215"/>
                  </a:lnTo>
                  <a:lnTo>
                    <a:pt x="44806" y="23133"/>
                  </a:lnTo>
                  <a:lnTo>
                    <a:pt x="45270" y="22887"/>
                  </a:lnTo>
                  <a:lnTo>
                    <a:pt x="46231" y="19391"/>
                  </a:lnTo>
                  <a:lnTo>
                    <a:pt x="54154" y="17111"/>
                  </a:lnTo>
                  <a:lnTo>
                    <a:pt x="58909" y="15086"/>
                  </a:lnTo>
                  <a:lnTo>
                    <a:pt x="71801" y="10692"/>
                  </a:lnTo>
                  <a:lnTo>
                    <a:pt x="78640" y="8387"/>
                  </a:lnTo>
                  <a:lnTo>
                    <a:pt x="82897" y="6946"/>
                  </a:lnTo>
                  <a:lnTo>
                    <a:pt x="91965" y="3863"/>
                  </a:lnTo>
                  <a:lnTo>
                    <a:pt x="100605" y="941"/>
                  </a:lnTo>
                  <a:lnTo>
                    <a:pt x="103376" y="0"/>
                  </a:lnTo>
                  <a:lnTo>
                    <a:pt x="103914" y="1275"/>
                  </a:lnTo>
                  <a:lnTo>
                    <a:pt x="110165" y="18080"/>
                  </a:lnTo>
                  <a:lnTo>
                    <a:pt x="112746" y="24947"/>
                  </a:lnTo>
                  <a:lnTo>
                    <a:pt x="116480" y="35723"/>
                  </a:lnTo>
                  <a:lnTo>
                    <a:pt x="118865" y="43500"/>
                  </a:lnTo>
                  <a:lnTo>
                    <a:pt x="121193" y="51102"/>
                  </a:lnTo>
                  <a:lnTo>
                    <a:pt x="118757" y="52430"/>
                  </a:lnTo>
                  <a:lnTo>
                    <a:pt x="120665" y="57255"/>
                  </a:lnTo>
                  <a:lnTo>
                    <a:pt x="120131" y="60648"/>
                  </a:lnTo>
                  <a:lnTo>
                    <a:pt x="118084" y="59861"/>
                  </a:lnTo>
                  <a:lnTo>
                    <a:pt x="113953" y="61988"/>
                  </a:lnTo>
                  <a:lnTo>
                    <a:pt x="110330" y="64541"/>
                  </a:lnTo>
                  <a:lnTo>
                    <a:pt x="105953" y="66381"/>
                  </a:lnTo>
                  <a:lnTo>
                    <a:pt x="103932" y="68511"/>
                  </a:lnTo>
                  <a:lnTo>
                    <a:pt x="99339" y="68624"/>
                  </a:lnTo>
                  <a:lnTo>
                    <a:pt x="97678" y="70670"/>
                  </a:lnTo>
                  <a:lnTo>
                    <a:pt x="97019" y="71337"/>
                  </a:lnTo>
                  <a:lnTo>
                    <a:pt x="94721" y="73661"/>
                  </a:lnTo>
                  <a:lnTo>
                    <a:pt x="91375" y="75107"/>
                  </a:lnTo>
                  <a:lnTo>
                    <a:pt x="89480" y="77266"/>
                  </a:lnTo>
                  <a:lnTo>
                    <a:pt x="87823" y="76288"/>
                  </a:lnTo>
                  <a:lnTo>
                    <a:pt x="83957" y="78452"/>
                  </a:lnTo>
                  <a:lnTo>
                    <a:pt x="80595" y="81187"/>
                  </a:lnTo>
                  <a:lnTo>
                    <a:pt x="79908" y="81746"/>
                  </a:lnTo>
                  <a:lnTo>
                    <a:pt x="76266" y="81318"/>
                  </a:lnTo>
                  <a:lnTo>
                    <a:pt x="72882" y="82806"/>
                  </a:lnTo>
                  <a:lnTo>
                    <a:pt x="71187" y="85193"/>
                  </a:lnTo>
                  <a:lnTo>
                    <a:pt x="67028" y="87176"/>
                  </a:lnTo>
                  <a:lnTo>
                    <a:pt x="64779" y="85742"/>
                  </a:lnTo>
                  <a:lnTo>
                    <a:pt x="59515" y="89685"/>
                  </a:lnTo>
                  <a:lnTo>
                    <a:pt x="57944" y="89613"/>
                  </a:lnTo>
                  <a:lnTo>
                    <a:pt x="55728" y="89510"/>
                  </a:lnTo>
                  <a:lnTo>
                    <a:pt x="54052" y="91720"/>
                  </a:lnTo>
                  <a:lnTo>
                    <a:pt x="53295" y="92717"/>
                  </a:lnTo>
                  <a:lnTo>
                    <a:pt x="51931" y="95748"/>
                  </a:lnTo>
                  <a:lnTo>
                    <a:pt x="48624" y="98066"/>
                  </a:lnTo>
                  <a:lnTo>
                    <a:pt x="48114" y="101097"/>
                  </a:lnTo>
                  <a:lnTo>
                    <a:pt x="47946" y="102099"/>
                  </a:lnTo>
                  <a:lnTo>
                    <a:pt x="46780" y="103155"/>
                  </a:lnTo>
                  <a:lnTo>
                    <a:pt x="43961" y="103505"/>
                  </a:lnTo>
                  <a:lnTo>
                    <a:pt x="41986" y="103749"/>
                  </a:lnTo>
                  <a:lnTo>
                    <a:pt x="39399" y="108466"/>
                  </a:lnTo>
                  <a:lnTo>
                    <a:pt x="38959" y="108694"/>
                  </a:lnTo>
                  <a:lnTo>
                    <a:pt x="37343" y="109534"/>
                  </a:lnTo>
                  <a:lnTo>
                    <a:pt x="35369" y="110558"/>
                  </a:lnTo>
                  <a:lnTo>
                    <a:pt x="32949" y="111951"/>
                  </a:lnTo>
                  <a:lnTo>
                    <a:pt x="34571" y="113125"/>
                  </a:lnTo>
                  <a:lnTo>
                    <a:pt x="33269" y="116149"/>
                  </a:lnTo>
                  <a:lnTo>
                    <a:pt x="31390" y="117798"/>
                  </a:lnTo>
                  <a:lnTo>
                    <a:pt x="28425" y="118455"/>
                  </a:lnTo>
                  <a:lnTo>
                    <a:pt x="25743" y="120556"/>
                  </a:lnTo>
                  <a:lnTo>
                    <a:pt x="23534" y="123370"/>
                  </a:lnTo>
                  <a:lnTo>
                    <a:pt x="21458" y="124151"/>
                  </a:lnTo>
                  <a:lnTo>
                    <a:pt x="18453" y="128066"/>
                  </a:lnTo>
                  <a:lnTo>
                    <a:pt x="17819" y="126509"/>
                  </a:lnTo>
                  <a:lnTo>
                    <a:pt x="17437" y="125339"/>
                  </a:lnTo>
                  <a:lnTo>
                    <a:pt x="13026" y="1215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69989" y="3405891"/>
              <a:ext cx="14692" cy="17435"/>
            </a:xfrm>
            <a:custGeom>
              <a:avLst/>
              <a:pathLst>
                <a:path w="14692" h="17435">
                  <a:moveTo>
                    <a:pt x="0" y="6723"/>
                  </a:moveTo>
                  <a:lnTo>
                    <a:pt x="3746" y="0"/>
                  </a:lnTo>
                  <a:lnTo>
                    <a:pt x="6944" y="1847"/>
                  </a:lnTo>
                  <a:lnTo>
                    <a:pt x="14692" y="6315"/>
                  </a:lnTo>
                  <a:lnTo>
                    <a:pt x="11370" y="12356"/>
                  </a:lnTo>
                  <a:lnTo>
                    <a:pt x="8529" y="17435"/>
                  </a:lnTo>
                  <a:lnTo>
                    <a:pt x="7395" y="13183"/>
                  </a:lnTo>
                  <a:lnTo>
                    <a:pt x="6780" y="10884"/>
                  </a:lnTo>
                  <a:lnTo>
                    <a:pt x="2617" y="87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78908" y="3277921"/>
              <a:ext cx="78955" cy="121143"/>
            </a:xfrm>
            <a:custGeom>
              <a:avLst/>
              <a:pathLst>
                <a:path w="78955" h="121143">
                  <a:moveTo>
                    <a:pt x="950" y="14922"/>
                  </a:moveTo>
                  <a:lnTo>
                    <a:pt x="1397" y="11461"/>
                  </a:lnTo>
                  <a:lnTo>
                    <a:pt x="2878" y="7817"/>
                  </a:lnTo>
                  <a:lnTo>
                    <a:pt x="5640" y="4262"/>
                  </a:lnTo>
                  <a:lnTo>
                    <a:pt x="9808" y="1720"/>
                  </a:lnTo>
                  <a:lnTo>
                    <a:pt x="10574" y="1252"/>
                  </a:lnTo>
                  <a:lnTo>
                    <a:pt x="11120" y="918"/>
                  </a:lnTo>
                  <a:lnTo>
                    <a:pt x="17076" y="0"/>
                  </a:lnTo>
                  <a:lnTo>
                    <a:pt x="21981" y="1009"/>
                  </a:lnTo>
                  <a:lnTo>
                    <a:pt x="20032" y="4974"/>
                  </a:lnTo>
                  <a:lnTo>
                    <a:pt x="20119" y="9672"/>
                  </a:lnTo>
                  <a:lnTo>
                    <a:pt x="18772" y="12778"/>
                  </a:lnTo>
                  <a:lnTo>
                    <a:pt x="18098" y="16603"/>
                  </a:lnTo>
                  <a:lnTo>
                    <a:pt x="16965" y="18572"/>
                  </a:lnTo>
                  <a:lnTo>
                    <a:pt x="18789" y="21150"/>
                  </a:lnTo>
                  <a:lnTo>
                    <a:pt x="21237" y="22065"/>
                  </a:lnTo>
                  <a:lnTo>
                    <a:pt x="21325" y="26009"/>
                  </a:lnTo>
                  <a:lnTo>
                    <a:pt x="22209" y="29190"/>
                  </a:lnTo>
                  <a:lnTo>
                    <a:pt x="18492" y="32099"/>
                  </a:lnTo>
                  <a:lnTo>
                    <a:pt x="20844" y="35116"/>
                  </a:lnTo>
                  <a:lnTo>
                    <a:pt x="25322" y="38472"/>
                  </a:lnTo>
                  <a:lnTo>
                    <a:pt x="26783" y="39644"/>
                  </a:lnTo>
                  <a:lnTo>
                    <a:pt x="30094" y="42296"/>
                  </a:lnTo>
                  <a:lnTo>
                    <a:pt x="35646" y="46719"/>
                  </a:lnTo>
                  <a:lnTo>
                    <a:pt x="38397" y="52961"/>
                  </a:lnTo>
                  <a:lnTo>
                    <a:pt x="38917" y="57881"/>
                  </a:lnTo>
                  <a:lnTo>
                    <a:pt x="41499" y="64127"/>
                  </a:lnTo>
                  <a:lnTo>
                    <a:pt x="46013" y="66248"/>
                  </a:lnTo>
                  <a:lnTo>
                    <a:pt x="50004" y="71727"/>
                  </a:lnTo>
                  <a:lnTo>
                    <a:pt x="50482" y="72383"/>
                  </a:lnTo>
                  <a:lnTo>
                    <a:pt x="51017" y="74619"/>
                  </a:lnTo>
                  <a:lnTo>
                    <a:pt x="57382" y="79039"/>
                  </a:lnTo>
                  <a:lnTo>
                    <a:pt x="63449" y="82167"/>
                  </a:lnTo>
                  <a:lnTo>
                    <a:pt x="66592" y="81849"/>
                  </a:lnTo>
                  <a:lnTo>
                    <a:pt x="67790" y="80150"/>
                  </a:lnTo>
                  <a:lnTo>
                    <a:pt x="71423" y="88379"/>
                  </a:lnTo>
                  <a:lnTo>
                    <a:pt x="76534" y="101682"/>
                  </a:lnTo>
                  <a:lnTo>
                    <a:pt x="78955" y="108831"/>
                  </a:lnTo>
                  <a:lnTo>
                    <a:pt x="70057" y="111648"/>
                  </a:lnTo>
                  <a:lnTo>
                    <a:pt x="59851" y="114698"/>
                  </a:lnTo>
                  <a:lnTo>
                    <a:pt x="50807" y="117384"/>
                  </a:lnTo>
                  <a:lnTo>
                    <a:pt x="36635" y="121143"/>
                  </a:lnTo>
                  <a:lnTo>
                    <a:pt x="34218" y="114218"/>
                  </a:lnTo>
                  <a:lnTo>
                    <a:pt x="33694" y="112706"/>
                  </a:lnTo>
                  <a:lnTo>
                    <a:pt x="31524" y="106446"/>
                  </a:lnTo>
                  <a:lnTo>
                    <a:pt x="25833" y="90144"/>
                  </a:lnTo>
                  <a:lnTo>
                    <a:pt x="16648" y="63876"/>
                  </a:lnTo>
                  <a:lnTo>
                    <a:pt x="13608" y="55194"/>
                  </a:lnTo>
                  <a:lnTo>
                    <a:pt x="12137" y="50994"/>
                  </a:lnTo>
                  <a:lnTo>
                    <a:pt x="9761" y="44214"/>
                  </a:lnTo>
                  <a:lnTo>
                    <a:pt x="0" y="152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18795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22395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22395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22395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22395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22395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407840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407840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407840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407840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407840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65857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65857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(2023)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2023: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3612687"/>
              <a:ext cx="2086271" cy="1948357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255302" y="2258735"/>
              <a:ext cx="3403916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2935711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2792283"/>
              <a:ext cx="52907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14.5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61637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7117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80705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(2023)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2023: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290071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435456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580842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2726227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499202" y="2258735"/>
              <a:ext cx="2249457" cy="2738221"/>
            </a:xfrm>
            <a:custGeom>
              <a:avLst/>
              <a:pathLst>
                <a:path w="2249457" h="2738221">
                  <a:moveTo>
                    <a:pt x="1122533" y="2738221"/>
                  </a:moveTo>
                  <a:lnTo>
                    <a:pt x="1122332" y="2732862"/>
                  </a:lnTo>
                  <a:lnTo>
                    <a:pt x="1122115" y="2727504"/>
                  </a:lnTo>
                  <a:lnTo>
                    <a:pt x="1121888" y="2722145"/>
                  </a:lnTo>
                  <a:lnTo>
                    <a:pt x="1121632" y="2716787"/>
                  </a:lnTo>
                  <a:lnTo>
                    <a:pt x="1121361" y="2711428"/>
                  </a:lnTo>
                  <a:lnTo>
                    <a:pt x="1121073" y="2706070"/>
                  </a:lnTo>
                  <a:lnTo>
                    <a:pt x="1120754" y="2700711"/>
                  </a:lnTo>
                  <a:lnTo>
                    <a:pt x="1120418" y="2695353"/>
                  </a:lnTo>
                  <a:lnTo>
                    <a:pt x="1120056" y="2689994"/>
                  </a:lnTo>
                  <a:lnTo>
                    <a:pt x="1119661" y="2684635"/>
                  </a:lnTo>
                  <a:lnTo>
                    <a:pt x="1119247" y="2679277"/>
                  </a:lnTo>
                  <a:lnTo>
                    <a:pt x="1118795" y="2673918"/>
                  </a:lnTo>
                  <a:lnTo>
                    <a:pt x="1118311" y="2668560"/>
                  </a:lnTo>
                  <a:lnTo>
                    <a:pt x="1117804" y="2663201"/>
                  </a:lnTo>
                  <a:lnTo>
                    <a:pt x="1117245" y="2657843"/>
                  </a:lnTo>
                  <a:lnTo>
                    <a:pt x="1116655" y="2652484"/>
                  </a:lnTo>
                  <a:lnTo>
                    <a:pt x="1116035" y="2647126"/>
                  </a:lnTo>
                  <a:lnTo>
                    <a:pt x="1115352" y="2641767"/>
                  </a:lnTo>
                  <a:lnTo>
                    <a:pt x="1114639" y="2636408"/>
                  </a:lnTo>
                  <a:lnTo>
                    <a:pt x="1113880" y="2631050"/>
                  </a:lnTo>
                  <a:lnTo>
                    <a:pt x="1113058" y="2625691"/>
                  </a:lnTo>
                  <a:lnTo>
                    <a:pt x="1112201" y="2620333"/>
                  </a:lnTo>
                  <a:lnTo>
                    <a:pt x="1111280" y="2614974"/>
                  </a:lnTo>
                  <a:lnTo>
                    <a:pt x="1110297" y="2609616"/>
                  </a:lnTo>
                  <a:lnTo>
                    <a:pt x="1109275" y="2604257"/>
                  </a:lnTo>
                  <a:lnTo>
                    <a:pt x="1108166" y="2598899"/>
                  </a:lnTo>
                  <a:lnTo>
                    <a:pt x="1107000" y="2593540"/>
                  </a:lnTo>
                  <a:lnTo>
                    <a:pt x="1105787" y="2588181"/>
                  </a:lnTo>
                  <a:lnTo>
                    <a:pt x="1104464" y="2582823"/>
                  </a:lnTo>
                  <a:lnTo>
                    <a:pt x="1103089" y="2577464"/>
                  </a:lnTo>
                  <a:lnTo>
                    <a:pt x="1101645" y="2572106"/>
                  </a:lnTo>
                  <a:lnTo>
                    <a:pt x="1100093" y="2566747"/>
                  </a:lnTo>
                  <a:lnTo>
                    <a:pt x="1098484" y="2561389"/>
                  </a:lnTo>
                  <a:lnTo>
                    <a:pt x="1096780" y="2556030"/>
                  </a:lnTo>
                  <a:lnTo>
                    <a:pt x="1094972" y="2550672"/>
                  </a:lnTo>
                  <a:lnTo>
                    <a:pt x="1093101" y="2545313"/>
                  </a:lnTo>
                  <a:lnTo>
                    <a:pt x="1091105" y="2539954"/>
                  </a:lnTo>
                  <a:lnTo>
                    <a:pt x="1089014" y="2534596"/>
                  </a:lnTo>
                  <a:lnTo>
                    <a:pt x="1086853" y="2529237"/>
                  </a:lnTo>
                  <a:lnTo>
                    <a:pt x="1084534" y="2523879"/>
                  </a:lnTo>
                  <a:lnTo>
                    <a:pt x="1082131" y="2518520"/>
                  </a:lnTo>
                  <a:lnTo>
                    <a:pt x="1079638" y="2513162"/>
                  </a:lnTo>
                  <a:lnTo>
                    <a:pt x="1076979" y="2507803"/>
                  </a:lnTo>
                  <a:lnTo>
                    <a:pt x="1074238" y="2502445"/>
                  </a:lnTo>
                  <a:lnTo>
                    <a:pt x="1071374" y="2497086"/>
                  </a:lnTo>
                  <a:lnTo>
                    <a:pt x="1068356" y="2491728"/>
                  </a:lnTo>
                  <a:lnTo>
                    <a:pt x="1065250" y="2486369"/>
                  </a:lnTo>
                  <a:lnTo>
                    <a:pt x="1061987" y="2481010"/>
                  </a:lnTo>
                  <a:lnTo>
                    <a:pt x="1058584" y="2475652"/>
                  </a:lnTo>
                  <a:lnTo>
                    <a:pt x="1055089" y="2470293"/>
                  </a:lnTo>
                  <a:lnTo>
                    <a:pt x="1051398" y="2464935"/>
                  </a:lnTo>
                  <a:lnTo>
                    <a:pt x="1047588" y="2459576"/>
                  </a:lnTo>
                  <a:lnTo>
                    <a:pt x="1043674" y="2454218"/>
                  </a:lnTo>
                  <a:lnTo>
                    <a:pt x="1039539" y="2448859"/>
                  </a:lnTo>
                  <a:lnTo>
                    <a:pt x="1035302" y="2443501"/>
                  </a:lnTo>
                  <a:lnTo>
                    <a:pt x="1030926" y="2438142"/>
                  </a:lnTo>
                  <a:lnTo>
                    <a:pt x="1026350" y="2432783"/>
                  </a:lnTo>
                  <a:lnTo>
                    <a:pt x="1021669" y="2427425"/>
                  </a:lnTo>
                  <a:lnTo>
                    <a:pt x="1016815" y="2422066"/>
                  </a:lnTo>
                  <a:lnTo>
                    <a:pt x="1011785" y="2416708"/>
                  </a:lnTo>
                  <a:lnTo>
                    <a:pt x="1006649" y="2411349"/>
                  </a:lnTo>
                  <a:lnTo>
                    <a:pt x="1001303" y="2405991"/>
                  </a:lnTo>
                  <a:lnTo>
                    <a:pt x="995812" y="2400632"/>
                  </a:lnTo>
                  <a:lnTo>
                    <a:pt x="990212" y="2395274"/>
                  </a:lnTo>
                  <a:lnTo>
                    <a:pt x="984369" y="2389915"/>
                  </a:lnTo>
                  <a:lnTo>
                    <a:pt x="978412" y="2384556"/>
                  </a:lnTo>
                  <a:lnTo>
                    <a:pt x="972322" y="2379198"/>
                  </a:lnTo>
                  <a:lnTo>
                    <a:pt x="966009" y="2373839"/>
                  </a:lnTo>
                  <a:lnTo>
                    <a:pt x="959588" y="2368481"/>
                  </a:lnTo>
                  <a:lnTo>
                    <a:pt x="953005" y="2363122"/>
                  </a:lnTo>
                  <a:lnTo>
                    <a:pt x="946234" y="2357764"/>
                  </a:lnTo>
                  <a:lnTo>
                    <a:pt x="939358" y="2352405"/>
                  </a:lnTo>
                  <a:lnTo>
                    <a:pt x="932293" y="2347047"/>
                  </a:lnTo>
                  <a:lnTo>
                    <a:pt x="925077" y="2341688"/>
                  </a:lnTo>
                  <a:lnTo>
                    <a:pt x="917759" y="2336329"/>
                  </a:lnTo>
                  <a:lnTo>
                    <a:pt x="910232" y="2330971"/>
                  </a:lnTo>
                  <a:lnTo>
                    <a:pt x="902588" y="2325612"/>
                  </a:lnTo>
                  <a:lnTo>
                    <a:pt x="894838" y="2320254"/>
                  </a:lnTo>
                  <a:lnTo>
                    <a:pt x="886882" y="2314895"/>
                  </a:lnTo>
                  <a:lnTo>
                    <a:pt x="878836" y="2309537"/>
                  </a:lnTo>
                  <a:lnTo>
                    <a:pt x="870663" y="2304178"/>
                  </a:lnTo>
                  <a:lnTo>
                    <a:pt x="862326" y="2298820"/>
                  </a:lnTo>
                  <a:lnTo>
                    <a:pt x="853904" y="2293461"/>
                  </a:lnTo>
                  <a:lnTo>
                    <a:pt x="845343" y="2288102"/>
                  </a:lnTo>
                  <a:lnTo>
                    <a:pt x="836656" y="2282744"/>
                  </a:lnTo>
                  <a:lnTo>
                    <a:pt x="827893" y="2277385"/>
                  </a:lnTo>
                  <a:lnTo>
                    <a:pt x="818984" y="2272027"/>
                  </a:lnTo>
                  <a:lnTo>
                    <a:pt x="809984" y="2266668"/>
                  </a:lnTo>
                  <a:lnTo>
                    <a:pt x="800916" y="2261310"/>
                  </a:lnTo>
                  <a:lnTo>
                    <a:pt x="791703" y="2255951"/>
                  </a:lnTo>
                  <a:lnTo>
                    <a:pt x="782429" y="2250593"/>
                  </a:lnTo>
                  <a:lnTo>
                    <a:pt x="773082" y="2245234"/>
                  </a:lnTo>
                  <a:lnTo>
                    <a:pt x="763626" y="2239875"/>
                  </a:lnTo>
                  <a:lnTo>
                    <a:pt x="754121" y="2234517"/>
                  </a:lnTo>
                  <a:lnTo>
                    <a:pt x="744541" y="2229158"/>
                  </a:lnTo>
                  <a:lnTo>
                    <a:pt x="734888" y="2223800"/>
                  </a:lnTo>
                  <a:lnTo>
                    <a:pt x="725195" y="2218441"/>
                  </a:lnTo>
                  <a:lnTo>
                    <a:pt x="715433" y="2213083"/>
                  </a:lnTo>
                  <a:lnTo>
                    <a:pt x="705626" y="2207724"/>
                  </a:lnTo>
                  <a:lnTo>
                    <a:pt x="695788" y="2202366"/>
                  </a:lnTo>
                  <a:lnTo>
                    <a:pt x="685895" y="2197007"/>
                  </a:lnTo>
                  <a:lnTo>
                    <a:pt x="675978" y="2191648"/>
                  </a:lnTo>
                  <a:lnTo>
                    <a:pt x="666038" y="2186290"/>
                  </a:lnTo>
                  <a:lnTo>
                    <a:pt x="656066" y="2180931"/>
                  </a:lnTo>
                  <a:lnTo>
                    <a:pt x="646083" y="2175573"/>
                  </a:lnTo>
                  <a:lnTo>
                    <a:pt x="636086" y="2170214"/>
                  </a:lnTo>
                  <a:lnTo>
                    <a:pt x="626081" y="2164856"/>
                  </a:lnTo>
                  <a:lnTo>
                    <a:pt x="616074" y="2159497"/>
                  </a:lnTo>
                  <a:lnTo>
                    <a:pt x="606068" y="2154139"/>
                  </a:lnTo>
                  <a:lnTo>
                    <a:pt x="596071" y="2148780"/>
                  </a:lnTo>
                  <a:lnTo>
                    <a:pt x="586081" y="2143421"/>
                  </a:lnTo>
                  <a:lnTo>
                    <a:pt x="576112" y="2138063"/>
                  </a:lnTo>
                  <a:lnTo>
                    <a:pt x="566161" y="2132704"/>
                  </a:lnTo>
                  <a:lnTo>
                    <a:pt x="556226" y="2127346"/>
                  </a:lnTo>
                  <a:lnTo>
                    <a:pt x="546336" y="2121987"/>
                  </a:lnTo>
                  <a:lnTo>
                    <a:pt x="536469" y="2116629"/>
                  </a:lnTo>
                  <a:lnTo>
                    <a:pt x="526633" y="2111270"/>
                  </a:lnTo>
                  <a:lnTo>
                    <a:pt x="516853" y="2105912"/>
                  </a:lnTo>
                  <a:lnTo>
                    <a:pt x="507104" y="2100553"/>
                  </a:lnTo>
                  <a:lnTo>
                    <a:pt x="497406" y="2095194"/>
                  </a:lnTo>
                  <a:lnTo>
                    <a:pt x="487769" y="2089836"/>
                  </a:lnTo>
                  <a:lnTo>
                    <a:pt x="478170" y="2084477"/>
                  </a:lnTo>
                  <a:lnTo>
                    <a:pt x="468645" y="2079119"/>
                  </a:lnTo>
                  <a:lnTo>
                    <a:pt x="459182" y="2073760"/>
                  </a:lnTo>
                  <a:lnTo>
                    <a:pt x="449762" y="2068402"/>
                  </a:lnTo>
                  <a:lnTo>
                    <a:pt x="440444" y="2063043"/>
                  </a:lnTo>
                  <a:lnTo>
                    <a:pt x="431181" y="2057685"/>
                  </a:lnTo>
                  <a:lnTo>
                    <a:pt x="421978" y="2052326"/>
                  </a:lnTo>
                  <a:lnTo>
                    <a:pt x="412888" y="2046967"/>
                  </a:lnTo>
                  <a:lnTo>
                    <a:pt x="403853" y="2041609"/>
                  </a:lnTo>
                  <a:lnTo>
                    <a:pt x="394901" y="2036250"/>
                  </a:lnTo>
                  <a:lnTo>
                    <a:pt x="386058" y="2030892"/>
                  </a:lnTo>
                  <a:lnTo>
                    <a:pt x="377276" y="2025533"/>
                  </a:lnTo>
                  <a:lnTo>
                    <a:pt x="368604" y="2020175"/>
                  </a:lnTo>
                  <a:lnTo>
                    <a:pt x="360032" y="2014816"/>
                  </a:lnTo>
                  <a:lnTo>
                    <a:pt x="351525" y="2009458"/>
                  </a:lnTo>
                  <a:lnTo>
                    <a:pt x="343158" y="2004099"/>
                  </a:lnTo>
                  <a:lnTo>
                    <a:pt x="334879" y="1998740"/>
                  </a:lnTo>
                  <a:lnTo>
                    <a:pt x="326674" y="1993382"/>
                  </a:lnTo>
                  <a:lnTo>
                    <a:pt x="318633" y="1988023"/>
                  </a:lnTo>
                  <a:lnTo>
                    <a:pt x="310667" y="1982665"/>
                  </a:lnTo>
                  <a:lnTo>
                    <a:pt x="302802" y="1977306"/>
                  </a:lnTo>
                  <a:lnTo>
                    <a:pt x="295090" y="1971948"/>
                  </a:lnTo>
                  <a:lnTo>
                    <a:pt x="287457" y="1966589"/>
                  </a:lnTo>
                  <a:lnTo>
                    <a:pt x="279955" y="1961231"/>
                  </a:lnTo>
                  <a:lnTo>
                    <a:pt x="272589" y="1955872"/>
                  </a:lnTo>
                  <a:lnTo>
                    <a:pt x="265305" y="1950513"/>
                  </a:lnTo>
                  <a:lnTo>
                    <a:pt x="258184" y="1945155"/>
                  </a:lnTo>
                  <a:lnTo>
                    <a:pt x="251180" y="1939796"/>
                  </a:lnTo>
                  <a:lnTo>
                    <a:pt x="244261" y="1934438"/>
                  </a:lnTo>
                  <a:lnTo>
                    <a:pt x="237536" y="1929079"/>
                  </a:lnTo>
                  <a:lnTo>
                    <a:pt x="230906" y="1923721"/>
                  </a:lnTo>
                  <a:lnTo>
                    <a:pt x="224384" y="1918362"/>
                  </a:lnTo>
                  <a:lnTo>
                    <a:pt x="218049" y="1913004"/>
                  </a:lnTo>
                  <a:lnTo>
                    <a:pt x="211803" y="1907645"/>
                  </a:lnTo>
                  <a:lnTo>
                    <a:pt x="205694" y="1902286"/>
                  </a:lnTo>
                  <a:lnTo>
                    <a:pt x="199748" y="1896928"/>
                  </a:lnTo>
                  <a:lnTo>
                    <a:pt x="193893" y="1891569"/>
                  </a:lnTo>
                  <a:lnTo>
                    <a:pt x="188202" y="1886211"/>
                  </a:lnTo>
                  <a:lnTo>
                    <a:pt x="182647" y="1880852"/>
                  </a:lnTo>
                  <a:lnTo>
                    <a:pt x="177184" y="1875494"/>
                  </a:lnTo>
                  <a:lnTo>
                    <a:pt x="171911" y="1870135"/>
                  </a:lnTo>
                  <a:lnTo>
                    <a:pt x="166746" y="1864777"/>
                  </a:lnTo>
                  <a:lnTo>
                    <a:pt x="161680" y="1859418"/>
                  </a:lnTo>
                  <a:lnTo>
                    <a:pt x="156810" y="1854059"/>
                  </a:lnTo>
                  <a:lnTo>
                    <a:pt x="152029" y="1848701"/>
                  </a:lnTo>
                  <a:lnTo>
                    <a:pt x="147368" y="1843342"/>
                  </a:lnTo>
                  <a:lnTo>
                    <a:pt x="142873" y="1837984"/>
                  </a:lnTo>
                  <a:lnTo>
                    <a:pt x="138462" y="1832625"/>
                  </a:lnTo>
                  <a:lnTo>
                    <a:pt x="134192" y="1827267"/>
                  </a:lnTo>
                  <a:lnTo>
                    <a:pt x="130054" y="1821908"/>
                  </a:lnTo>
                  <a:lnTo>
                    <a:pt x="125997" y="1816550"/>
                  </a:lnTo>
                  <a:lnTo>
                    <a:pt x="122095" y="1811191"/>
                  </a:lnTo>
                  <a:lnTo>
                    <a:pt x="118294" y="1805832"/>
                  </a:lnTo>
                  <a:lnTo>
                    <a:pt x="117690" y="1804964"/>
                  </a:lnTo>
                  <a:lnTo>
                    <a:pt x="114569" y="1800474"/>
                  </a:lnTo>
                  <a:lnTo>
                    <a:pt x="111007" y="1795115"/>
                  </a:lnTo>
                  <a:lnTo>
                    <a:pt x="107518" y="1789757"/>
                  </a:lnTo>
                  <a:lnTo>
                    <a:pt x="104115" y="1784398"/>
                  </a:lnTo>
                  <a:lnTo>
                    <a:pt x="100846" y="1779040"/>
                  </a:lnTo>
                  <a:lnTo>
                    <a:pt x="97639" y="1773681"/>
                  </a:lnTo>
                  <a:lnTo>
                    <a:pt x="94527" y="1768323"/>
                  </a:lnTo>
                  <a:lnTo>
                    <a:pt x="91516" y="1762964"/>
                  </a:lnTo>
                  <a:lnTo>
                    <a:pt x="88560" y="1757605"/>
                  </a:lnTo>
                  <a:lnTo>
                    <a:pt x="85703" y="1752247"/>
                  </a:lnTo>
                  <a:lnTo>
                    <a:pt x="82917" y="1746888"/>
                  </a:lnTo>
                  <a:lnTo>
                    <a:pt x="80180" y="1741530"/>
                  </a:lnTo>
                  <a:lnTo>
                    <a:pt x="77540" y="1736171"/>
                  </a:lnTo>
                  <a:lnTo>
                    <a:pt x="74947" y="1730813"/>
                  </a:lnTo>
                  <a:lnTo>
                    <a:pt x="72401" y="1725454"/>
                  </a:lnTo>
                  <a:lnTo>
                    <a:pt x="69936" y="1720096"/>
                  </a:lnTo>
                  <a:lnTo>
                    <a:pt x="67505" y="1714737"/>
                  </a:lnTo>
                  <a:lnTo>
                    <a:pt x="65122" y="1709378"/>
                  </a:lnTo>
                  <a:lnTo>
                    <a:pt x="62795" y="1704020"/>
                  </a:lnTo>
                  <a:lnTo>
                    <a:pt x="60497" y="1698661"/>
                  </a:lnTo>
                  <a:lnTo>
                    <a:pt x="58246" y="1693303"/>
                  </a:lnTo>
                  <a:lnTo>
                    <a:pt x="56033" y="1687944"/>
                  </a:lnTo>
                  <a:lnTo>
                    <a:pt x="53843" y="1682586"/>
                  </a:lnTo>
                  <a:lnTo>
                    <a:pt x="51697" y="1677227"/>
                  </a:lnTo>
                  <a:lnTo>
                    <a:pt x="49577" y="1671869"/>
                  </a:lnTo>
                  <a:lnTo>
                    <a:pt x="47477" y="1666510"/>
                  </a:lnTo>
                  <a:lnTo>
                    <a:pt x="45419" y="1661152"/>
                  </a:lnTo>
                  <a:lnTo>
                    <a:pt x="43378" y="1655793"/>
                  </a:lnTo>
                  <a:lnTo>
                    <a:pt x="41360" y="1650434"/>
                  </a:lnTo>
                  <a:lnTo>
                    <a:pt x="39375" y="1645076"/>
                  </a:lnTo>
                  <a:lnTo>
                    <a:pt x="37406" y="1639717"/>
                  </a:lnTo>
                  <a:lnTo>
                    <a:pt x="35464" y="1634359"/>
                  </a:lnTo>
                  <a:lnTo>
                    <a:pt x="33551" y="1629000"/>
                  </a:lnTo>
                  <a:lnTo>
                    <a:pt x="31656" y="1623642"/>
                  </a:lnTo>
                  <a:lnTo>
                    <a:pt x="29795" y="1618283"/>
                  </a:lnTo>
                  <a:lnTo>
                    <a:pt x="27962" y="1612925"/>
                  </a:lnTo>
                  <a:lnTo>
                    <a:pt x="26148" y="1607566"/>
                  </a:lnTo>
                  <a:lnTo>
                    <a:pt x="24381" y="1602207"/>
                  </a:lnTo>
                  <a:lnTo>
                    <a:pt x="22642" y="1596849"/>
                  </a:lnTo>
                  <a:lnTo>
                    <a:pt x="20930" y="1591490"/>
                  </a:lnTo>
                  <a:lnTo>
                    <a:pt x="19276" y="1586132"/>
                  </a:lnTo>
                  <a:lnTo>
                    <a:pt x="17652" y="1580773"/>
                  </a:lnTo>
                  <a:lnTo>
                    <a:pt x="16071" y="1575415"/>
                  </a:lnTo>
                  <a:lnTo>
                    <a:pt x="14553" y="1570056"/>
                  </a:lnTo>
                  <a:lnTo>
                    <a:pt x="13071" y="1564698"/>
                  </a:lnTo>
                  <a:lnTo>
                    <a:pt x="11655" y="1559339"/>
                  </a:lnTo>
                  <a:lnTo>
                    <a:pt x="10304" y="1553980"/>
                  </a:lnTo>
                  <a:lnTo>
                    <a:pt x="8996" y="1548622"/>
                  </a:lnTo>
                  <a:lnTo>
                    <a:pt x="7783" y="1543263"/>
                  </a:lnTo>
                  <a:lnTo>
                    <a:pt x="6634" y="1537905"/>
                  </a:lnTo>
                  <a:lnTo>
                    <a:pt x="5537" y="1532546"/>
                  </a:lnTo>
                  <a:lnTo>
                    <a:pt x="4567" y="1527188"/>
                  </a:lnTo>
                  <a:lnTo>
                    <a:pt x="3656" y="1521829"/>
                  </a:lnTo>
                  <a:lnTo>
                    <a:pt x="2825" y="1516471"/>
                  </a:lnTo>
                  <a:lnTo>
                    <a:pt x="2122" y="1511112"/>
                  </a:lnTo>
                  <a:lnTo>
                    <a:pt x="1487" y="1505753"/>
                  </a:lnTo>
                  <a:lnTo>
                    <a:pt x="964" y="1500395"/>
                  </a:lnTo>
                  <a:lnTo>
                    <a:pt x="564" y="1495036"/>
                  </a:lnTo>
                  <a:lnTo>
                    <a:pt x="239" y="1489678"/>
                  </a:lnTo>
                  <a:lnTo>
                    <a:pt x="63" y="1484319"/>
                  </a:lnTo>
                  <a:lnTo>
                    <a:pt x="0" y="1478961"/>
                  </a:lnTo>
                  <a:lnTo>
                    <a:pt x="18" y="1473602"/>
                  </a:lnTo>
                  <a:lnTo>
                    <a:pt x="223" y="1468244"/>
                  </a:lnTo>
                  <a:lnTo>
                    <a:pt x="272" y="1467391"/>
                  </a:lnTo>
                  <a:lnTo>
                    <a:pt x="526" y="1462885"/>
                  </a:lnTo>
                  <a:lnTo>
                    <a:pt x="933" y="1457526"/>
                  </a:lnTo>
                  <a:lnTo>
                    <a:pt x="1532" y="1452168"/>
                  </a:lnTo>
                  <a:lnTo>
                    <a:pt x="2224" y="1446809"/>
                  </a:lnTo>
                  <a:lnTo>
                    <a:pt x="3054" y="1441451"/>
                  </a:lnTo>
                  <a:lnTo>
                    <a:pt x="4058" y="1436092"/>
                  </a:lnTo>
                  <a:lnTo>
                    <a:pt x="5157" y="1430734"/>
                  </a:lnTo>
                  <a:lnTo>
                    <a:pt x="6428" y="1425375"/>
                  </a:lnTo>
                  <a:lnTo>
                    <a:pt x="7849" y="1420017"/>
                  </a:lnTo>
                  <a:lnTo>
                    <a:pt x="9367" y="1414658"/>
                  </a:lnTo>
                  <a:lnTo>
                    <a:pt x="11090" y="1409299"/>
                  </a:lnTo>
                  <a:lnTo>
                    <a:pt x="12933" y="1403941"/>
                  </a:lnTo>
                  <a:lnTo>
                    <a:pt x="14883" y="1398582"/>
                  </a:lnTo>
                  <a:lnTo>
                    <a:pt x="17051" y="1393224"/>
                  </a:lnTo>
                  <a:lnTo>
                    <a:pt x="19319" y="1387865"/>
                  </a:lnTo>
                  <a:lnTo>
                    <a:pt x="21719" y="1382507"/>
                  </a:lnTo>
                  <a:lnTo>
                    <a:pt x="24307" y="1377148"/>
                  </a:lnTo>
                  <a:lnTo>
                    <a:pt x="26991" y="1371790"/>
                  </a:lnTo>
                  <a:lnTo>
                    <a:pt x="29833" y="1366431"/>
                  </a:lnTo>
                  <a:lnTo>
                    <a:pt x="32830" y="1361072"/>
                  </a:lnTo>
                  <a:lnTo>
                    <a:pt x="35920" y="1355714"/>
                  </a:lnTo>
                  <a:lnTo>
                    <a:pt x="39189" y="1350355"/>
                  </a:lnTo>
                  <a:lnTo>
                    <a:pt x="42580" y="1344997"/>
                  </a:lnTo>
                  <a:lnTo>
                    <a:pt x="46061" y="1339638"/>
                  </a:lnTo>
                  <a:lnTo>
                    <a:pt x="49737" y="1334280"/>
                  </a:lnTo>
                  <a:lnTo>
                    <a:pt x="53503" y="1328921"/>
                  </a:lnTo>
                  <a:lnTo>
                    <a:pt x="57374" y="1323563"/>
                  </a:lnTo>
                  <a:lnTo>
                    <a:pt x="61414" y="1318204"/>
                  </a:lnTo>
                  <a:lnTo>
                    <a:pt x="65535" y="1312845"/>
                  </a:lnTo>
                  <a:lnTo>
                    <a:pt x="69777" y="1307487"/>
                  </a:lnTo>
                  <a:lnTo>
                    <a:pt x="74154" y="1302128"/>
                  </a:lnTo>
                  <a:lnTo>
                    <a:pt x="78607" y="1296770"/>
                  </a:lnTo>
                  <a:lnTo>
                    <a:pt x="83194" y="1291411"/>
                  </a:lnTo>
                  <a:lnTo>
                    <a:pt x="87885" y="1286053"/>
                  </a:lnTo>
                  <a:lnTo>
                    <a:pt x="92648" y="1280694"/>
                  </a:lnTo>
                  <a:lnTo>
                    <a:pt x="97553" y="1275336"/>
                  </a:lnTo>
                  <a:lnTo>
                    <a:pt x="102536" y="1269977"/>
                  </a:lnTo>
                  <a:lnTo>
                    <a:pt x="107591" y="1264618"/>
                  </a:lnTo>
                  <a:lnTo>
                    <a:pt x="112783" y="1259260"/>
                  </a:lnTo>
                  <a:lnTo>
                    <a:pt x="118035" y="1253901"/>
                  </a:lnTo>
                  <a:lnTo>
                    <a:pt x="123371" y="1248543"/>
                  </a:lnTo>
                  <a:lnTo>
                    <a:pt x="128815" y="1243184"/>
                  </a:lnTo>
                  <a:lnTo>
                    <a:pt x="134316" y="1237826"/>
                  </a:lnTo>
                  <a:lnTo>
                    <a:pt x="139909" y="1232467"/>
                  </a:lnTo>
                  <a:lnTo>
                    <a:pt x="145587" y="1227109"/>
                  </a:lnTo>
                  <a:lnTo>
                    <a:pt x="151317" y="1221750"/>
                  </a:lnTo>
                  <a:lnTo>
                    <a:pt x="157145" y="1216391"/>
                  </a:lnTo>
                  <a:lnTo>
                    <a:pt x="163038" y="1211033"/>
                  </a:lnTo>
                  <a:lnTo>
                    <a:pt x="168979" y="1205674"/>
                  </a:lnTo>
                  <a:lnTo>
                    <a:pt x="175024" y="1200316"/>
                  </a:lnTo>
                  <a:lnTo>
                    <a:pt x="181114" y="1194957"/>
                  </a:lnTo>
                  <a:lnTo>
                    <a:pt x="187260" y="1189599"/>
                  </a:lnTo>
                  <a:lnTo>
                    <a:pt x="193492" y="1184240"/>
                  </a:lnTo>
                  <a:lnTo>
                    <a:pt x="199765" y="1178882"/>
                  </a:lnTo>
                  <a:lnTo>
                    <a:pt x="206100" y="1173523"/>
                  </a:lnTo>
                  <a:lnTo>
                    <a:pt x="212502" y="1168164"/>
                  </a:lnTo>
                  <a:lnTo>
                    <a:pt x="217503" y="1164003"/>
                  </a:lnTo>
                  <a:lnTo>
                    <a:pt x="218941" y="1162806"/>
                  </a:lnTo>
                  <a:lnTo>
                    <a:pt x="225448" y="1157447"/>
                  </a:lnTo>
                  <a:lnTo>
                    <a:pt x="232005" y="1152089"/>
                  </a:lnTo>
                  <a:lnTo>
                    <a:pt x="238597" y="1146730"/>
                  </a:lnTo>
                  <a:lnTo>
                    <a:pt x="245259" y="1141372"/>
                  </a:lnTo>
                  <a:lnTo>
                    <a:pt x="251957" y="1136013"/>
                  </a:lnTo>
                  <a:lnTo>
                    <a:pt x="258690" y="1130655"/>
                  </a:lnTo>
                  <a:lnTo>
                    <a:pt x="265485" y="1125296"/>
                  </a:lnTo>
                  <a:lnTo>
                    <a:pt x="272308" y="1119937"/>
                  </a:lnTo>
                  <a:lnTo>
                    <a:pt x="279169" y="1114579"/>
                  </a:lnTo>
                  <a:lnTo>
                    <a:pt x="286077" y="1109220"/>
                  </a:lnTo>
                  <a:lnTo>
                    <a:pt x="293009" y="1103862"/>
                  </a:lnTo>
                  <a:lnTo>
                    <a:pt x="299979" y="1098503"/>
                  </a:lnTo>
                  <a:lnTo>
                    <a:pt x="306983" y="1093145"/>
                  </a:lnTo>
                  <a:lnTo>
                    <a:pt x="314006" y="1087786"/>
                  </a:lnTo>
                  <a:lnTo>
                    <a:pt x="321065" y="1082428"/>
                  </a:lnTo>
                  <a:lnTo>
                    <a:pt x="328146" y="1077069"/>
                  </a:lnTo>
                  <a:lnTo>
                    <a:pt x="335242" y="1071710"/>
                  </a:lnTo>
                  <a:lnTo>
                    <a:pt x="342368" y="1066352"/>
                  </a:lnTo>
                  <a:lnTo>
                    <a:pt x="349506" y="1060993"/>
                  </a:lnTo>
                  <a:lnTo>
                    <a:pt x="356657" y="1055635"/>
                  </a:lnTo>
                  <a:lnTo>
                    <a:pt x="363825" y="1050276"/>
                  </a:lnTo>
                  <a:lnTo>
                    <a:pt x="370999" y="1044918"/>
                  </a:lnTo>
                  <a:lnTo>
                    <a:pt x="378182" y="1039559"/>
                  </a:lnTo>
                  <a:lnTo>
                    <a:pt x="385370" y="1034201"/>
                  </a:lnTo>
                  <a:lnTo>
                    <a:pt x="392559" y="1028842"/>
                  </a:lnTo>
                  <a:lnTo>
                    <a:pt x="399748" y="1023483"/>
                  </a:lnTo>
                  <a:lnTo>
                    <a:pt x="406934" y="1018125"/>
                  </a:lnTo>
                  <a:lnTo>
                    <a:pt x="414116" y="1012766"/>
                  </a:lnTo>
                  <a:lnTo>
                    <a:pt x="421285" y="1007408"/>
                  </a:lnTo>
                  <a:lnTo>
                    <a:pt x="428446" y="1002049"/>
                  </a:lnTo>
                  <a:lnTo>
                    <a:pt x="435596" y="996691"/>
                  </a:lnTo>
                  <a:lnTo>
                    <a:pt x="442723" y="991332"/>
                  </a:lnTo>
                  <a:lnTo>
                    <a:pt x="449836" y="985974"/>
                  </a:lnTo>
                  <a:lnTo>
                    <a:pt x="456928" y="980615"/>
                  </a:lnTo>
                  <a:lnTo>
                    <a:pt x="463991" y="975256"/>
                  </a:lnTo>
                  <a:lnTo>
                    <a:pt x="471035" y="969898"/>
                  </a:lnTo>
                  <a:lnTo>
                    <a:pt x="478046" y="964539"/>
                  </a:lnTo>
                  <a:lnTo>
                    <a:pt x="485023" y="959181"/>
                  </a:lnTo>
                  <a:lnTo>
                    <a:pt x="491978" y="953822"/>
                  </a:lnTo>
                  <a:lnTo>
                    <a:pt x="498884" y="948464"/>
                  </a:lnTo>
                  <a:lnTo>
                    <a:pt x="505757" y="943105"/>
                  </a:lnTo>
                  <a:lnTo>
                    <a:pt x="512603" y="937747"/>
                  </a:lnTo>
                  <a:lnTo>
                    <a:pt x="519385" y="932388"/>
                  </a:lnTo>
                  <a:lnTo>
                    <a:pt x="526137" y="927029"/>
                  </a:lnTo>
                  <a:lnTo>
                    <a:pt x="532848" y="921671"/>
                  </a:lnTo>
                  <a:lnTo>
                    <a:pt x="539497" y="916312"/>
                  </a:lnTo>
                  <a:lnTo>
                    <a:pt x="546113" y="910954"/>
                  </a:lnTo>
                  <a:lnTo>
                    <a:pt x="552674" y="905595"/>
                  </a:lnTo>
                  <a:lnTo>
                    <a:pt x="559178" y="900237"/>
                  </a:lnTo>
                  <a:lnTo>
                    <a:pt x="565645" y="894878"/>
                  </a:lnTo>
                  <a:lnTo>
                    <a:pt x="572044" y="889520"/>
                  </a:lnTo>
                  <a:lnTo>
                    <a:pt x="578392" y="884161"/>
                  </a:lnTo>
                  <a:lnTo>
                    <a:pt x="584703" y="878802"/>
                  </a:lnTo>
                  <a:lnTo>
                    <a:pt x="590930" y="873444"/>
                  </a:lnTo>
                  <a:lnTo>
                    <a:pt x="597116" y="868085"/>
                  </a:lnTo>
                  <a:lnTo>
                    <a:pt x="603256" y="862727"/>
                  </a:lnTo>
                  <a:lnTo>
                    <a:pt x="609315" y="857368"/>
                  </a:lnTo>
                  <a:lnTo>
                    <a:pt x="615336" y="852010"/>
                  </a:lnTo>
                  <a:lnTo>
                    <a:pt x="621299" y="846651"/>
                  </a:lnTo>
                  <a:lnTo>
                    <a:pt x="627193" y="841293"/>
                  </a:lnTo>
                  <a:lnTo>
                    <a:pt x="633049" y="835934"/>
                  </a:lnTo>
                  <a:lnTo>
                    <a:pt x="638837" y="830576"/>
                  </a:lnTo>
                  <a:lnTo>
                    <a:pt x="644569" y="825217"/>
                  </a:lnTo>
                  <a:lnTo>
                    <a:pt x="650263" y="819858"/>
                  </a:lnTo>
                  <a:lnTo>
                    <a:pt x="655880" y="814500"/>
                  </a:lnTo>
                  <a:lnTo>
                    <a:pt x="661455" y="809141"/>
                  </a:lnTo>
                  <a:lnTo>
                    <a:pt x="666990" y="803783"/>
                  </a:lnTo>
                  <a:lnTo>
                    <a:pt x="672449" y="798424"/>
                  </a:lnTo>
                  <a:lnTo>
                    <a:pt x="677875" y="793066"/>
                  </a:lnTo>
                  <a:lnTo>
                    <a:pt x="683255" y="787707"/>
                  </a:lnTo>
                  <a:lnTo>
                    <a:pt x="688573" y="782349"/>
                  </a:lnTo>
                  <a:lnTo>
                    <a:pt x="693861" y="776990"/>
                  </a:lnTo>
                  <a:lnTo>
                    <a:pt x="699098" y="771631"/>
                  </a:lnTo>
                  <a:lnTo>
                    <a:pt x="704288" y="766273"/>
                  </a:lnTo>
                  <a:lnTo>
                    <a:pt x="709451" y="760914"/>
                  </a:lnTo>
                  <a:lnTo>
                    <a:pt x="714561" y="755556"/>
                  </a:lnTo>
                  <a:lnTo>
                    <a:pt x="719638" y="750197"/>
                  </a:lnTo>
                  <a:lnTo>
                    <a:pt x="724690" y="744839"/>
                  </a:lnTo>
                  <a:lnTo>
                    <a:pt x="729691" y="739480"/>
                  </a:lnTo>
                  <a:lnTo>
                    <a:pt x="734669" y="734122"/>
                  </a:lnTo>
                  <a:lnTo>
                    <a:pt x="739622" y="728763"/>
                  </a:lnTo>
                  <a:lnTo>
                    <a:pt x="744535" y="723404"/>
                  </a:lnTo>
                  <a:lnTo>
                    <a:pt x="749432" y="718046"/>
                  </a:lnTo>
                  <a:lnTo>
                    <a:pt x="754302" y="712687"/>
                  </a:lnTo>
                  <a:lnTo>
                    <a:pt x="759146" y="707329"/>
                  </a:lnTo>
                  <a:lnTo>
                    <a:pt x="763975" y="701970"/>
                  </a:lnTo>
                  <a:lnTo>
                    <a:pt x="768782" y="696612"/>
                  </a:lnTo>
                  <a:lnTo>
                    <a:pt x="773571" y="691253"/>
                  </a:lnTo>
                  <a:lnTo>
                    <a:pt x="778350" y="685895"/>
                  </a:lnTo>
                  <a:lnTo>
                    <a:pt x="783109" y="680536"/>
                  </a:lnTo>
                  <a:lnTo>
                    <a:pt x="787860" y="675177"/>
                  </a:lnTo>
                  <a:lnTo>
                    <a:pt x="792601" y="669819"/>
                  </a:lnTo>
                  <a:lnTo>
                    <a:pt x="797329" y="664460"/>
                  </a:lnTo>
                  <a:lnTo>
                    <a:pt x="802053" y="659102"/>
                  </a:lnTo>
                  <a:lnTo>
                    <a:pt x="806770" y="653743"/>
                  </a:lnTo>
                  <a:lnTo>
                    <a:pt x="811480" y="648385"/>
                  </a:lnTo>
                  <a:lnTo>
                    <a:pt x="816187" y="643026"/>
                  </a:lnTo>
                  <a:lnTo>
                    <a:pt x="820890" y="637668"/>
                  </a:lnTo>
                  <a:lnTo>
                    <a:pt x="825591" y="632309"/>
                  </a:lnTo>
                  <a:lnTo>
                    <a:pt x="830291" y="626950"/>
                  </a:lnTo>
                  <a:lnTo>
                    <a:pt x="834988" y="621592"/>
                  </a:lnTo>
                  <a:lnTo>
                    <a:pt x="839686" y="616233"/>
                  </a:lnTo>
                  <a:lnTo>
                    <a:pt x="844382" y="610875"/>
                  </a:lnTo>
                  <a:lnTo>
                    <a:pt x="849078" y="605516"/>
                  </a:lnTo>
                  <a:lnTo>
                    <a:pt x="853774" y="600158"/>
                  </a:lnTo>
                  <a:lnTo>
                    <a:pt x="858470" y="594799"/>
                  </a:lnTo>
                  <a:lnTo>
                    <a:pt x="863165" y="589441"/>
                  </a:lnTo>
                  <a:lnTo>
                    <a:pt x="867859" y="584082"/>
                  </a:lnTo>
                  <a:lnTo>
                    <a:pt x="872551" y="578723"/>
                  </a:lnTo>
                  <a:lnTo>
                    <a:pt x="877241" y="573365"/>
                  </a:lnTo>
                  <a:lnTo>
                    <a:pt x="881929" y="568006"/>
                  </a:lnTo>
                  <a:lnTo>
                    <a:pt x="886612" y="562648"/>
                  </a:lnTo>
                  <a:lnTo>
                    <a:pt x="891290" y="557289"/>
                  </a:lnTo>
                  <a:lnTo>
                    <a:pt x="895964" y="551931"/>
                  </a:lnTo>
                  <a:lnTo>
                    <a:pt x="900627" y="546572"/>
                  </a:lnTo>
                  <a:lnTo>
                    <a:pt x="905283" y="541214"/>
                  </a:lnTo>
                  <a:lnTo>
                    <a:pt x="909931" y="535855"/>
                  </a:lnTo>
                  <a:lnTo>
                    <a:pt x="914562" y="530496"/>
                  </a:lnTo>
                  <a:lnTo>
                    <a:pt x="919183" y="525138"/>
                  </a:lnTo>
                  <a:lnTo>
                    <a:pt x="923789" y="519779"/>
                  </a:lnTo>
                  <a:lnTo>
                    <a:pt x="928373" y="514421"/>
                  </a:lnTo>
                  <a:lnTo>
                    <a:pt x="932944" y="509062"/>
                  </a:lnTo>
                  <a:lnTo>
                    <a:pt x="937490" y="503704"/>
                  </a:lnTo>
                  <a:lnTo>
                    <a:pt x="942010" y="498345"/>
                  </a:lnTo>
                  <a:lnTo>
                    <a:pt x="946513" y="492987"/>
                  </a:lnTo>
                  <a:lnTo>
                    <a:pt x="950978" y="487628"/>
                  </a:lnTo>
                  <a:lnTo>
                    <a:pt x="955417" y="482269"/>
                  </a:lnTo>
                  <a:lnTo>
                    <a:pt x="959833" y="476911"/>
                  </a:lnTo>
                  <a:lnTo>
                    <a:pt x="964196" y="471552"/>
                  </a:lnTo>
                  <a:lnTo>
                    <a:pt x="968533" y="466194"/>
                  </a:lnTo>
                  <a:lnTo>
                    <a:pt x="972836" y="460835"/>
                  </a:lnTo>
                  <a:lnTo>
                    <a:pt x="977083" y="455477"/>
                  </a:lnTo>
                  <a:lnTo>
                    <a:pt x="981299" y="450118"/>
                  </a:lnTo>
                  <a:lnTo>
                    <a:pt x="985466" y="444760"/>
                  </a:lnTo>
                  <a:lnTo>
                    <a:pt x="989577" y="439401"/>
                  </a:lnTo>
                  <a:lnTo>
                    <a:pt x="993654" y="434042"/>
                  </a:lnTo>
                  <a:lnTo>
                    <a:pt x="997664" y="428684"/>
                  </a:lnTo>
                  <a:lnTo>
                    <a:pt x="1001621" y="423325"/>
                  </a:lnTo>
                  <a:lnTo>
                    <a:pt x="1005541" y="417967"/>
                  </a:lnTo>
                  <a:lnTo>
                    <a:pt x="1009374" y="412608"/>
                  </a:lnTo>
                  <a:lnTo>
                    <a:pt x="1013160" y="407250"/>
                  </a:lnTo>
                  <a:lnTo>
                    <a:pt x="1016898" y="401891"/>
                  </a:lnTo>
                  <a:lnTo>
                    <a:pt x="1020544" y="396533"/>
                  </a:lnTo>
                  <a:lnTo>
                    <a:pt x="1024146" y="391174"/>
                  </a:lnTo>
                  <a:lnTo>
                    <a:pt x="1027681" y="385815"/>
                  </a:lnTo>
                  <a:lnTo>
                    <a:pt x="1031132" y="380457"/>
                  </a:lnTo>
                  <a:lnTo>
                    <a:pt x="1034536" y="375098"/>
                  </a:lnTo>
                  <a:lnTo>
                    <a:pt x="1037855" y="369740"/>
                  </a:lnTo>
                  <a:lnTo>
                    <a:pt x="1041100" y="364381"/>
                  </a:lnTo>
                  <a:lnTo>
                    <a:pt x="1044296" y="359023"/>
                  </a:lnTo>
                  <a:lnTo>
                    <a:pt x="1047390" y="353664"/>
                  </a:lnTo>
                  <a:lnTo>
                    <a:pt x="1050422" y="348306"/>
                  </a:lnTo>
                  <a:lnTo>
                    <a:pt x="1053401" y="342947"/>
                  </a:lnTo>
                  <a:lnTo>
                    <a:pt x="1056266" y="337588"/>
                  </a:lnTo>
                  <a:lnTo>
                    <a:pt x="1059080" y="332230"/>
                  </a:lnTo>
                  <a:lnTo>
                    <a:pt x="1061824" y="326871"/>
                  </a:lnTo>
                  <a:lnTo>
                    <a:pt x="1064470" y="321513"/>
                  </a:lnTo>
                  <a:lnTo>
                    <a:pt x="1067063" y="316154"/>
                  </a:lnTo>
                  <a:lnTo>
                    <a:pt x="1069573" y="310796"/>
                  </a:lnTo>
                  <a:lnTo>
                    <a:pt x="1071999" y="305437"/>
                  </a:lnTo>
                  <a:lnTo>
                    <a:pt x="1074374" y="300079"/>
                  </a:lnTo>
                  <a:lnTo>
                    <a:pt x="1076651" y="294720"/>
                  </a:lnTo>
                  <a:lnTo>
                    <a:pt x="1078861" y="289361"/>
                  </a:lnTo>
                  <a:lnTo>
                    <a:pt x="1081020" y="284003"/>
                  </a:lnTo>
                  <a:lnTo>
                    <a:pt x="1083070" y="278644"/>
                  </a:lnTo>
                  <a:lnTo>
                    <a:pt x="1085069" y="273286"/>
                  </a:lnTo>
                  <a:lnTo>
                    <a:pt x="1087008" y="267927"/>
                  </a:lnTo>
                  <a:lnTo>
                    <a:pt x="1088850" y="262569"/>
                  </a:lnTo>
                  <a:lnTo>
                    <a:pt x="1090645" y="257210"/>
                  </a:lnTo>
                  <a:lnTo>
                    <a:pt x="1092371" y="251852"/>
                  </a:lnTo>
                  <a:lnTo>
                    <a:pt x="1094016" y="246493"/>
                  </a:lnTo>
                  <a:lnTo>
                    <a:pt x="1095618" y="241134"/>
                  </a:lnTo>
                  <a:lnTo>
                    <a:pt x="1097141" y="235776"/>
                  </a:lnTo>
                  <a:lnTo>
                    <a:pt x="1098601" y="230417"/>
                  </a:lnTo>
                  <a:lnTo>
                    <a:pt x="1100020" y="225059"/>
                  </a:lnTo>
                  <a:lnTo>
                    <a:pt x="1101353" y="219700"/>
                  </a:lnTo>
                  <a:lnTo>
                    <a:pt x="1102640" y="214342"/>
                  </a:lnTo>
                  <a:lnTo>
                    <a:pt x="1103884" y="208983"/>
                  </a:lnTo>
                  <a:lnTo>
                    <a:pt x="1105046" y="203625"/>
                  </a:lnTo>
                  <a:lnTo>
                    <a:pt x="1106172" y="198266"/>
                  </a:lnTo>
                  <a:lnTo>
                    <a:pt x="1107249" y="192907"/>
                  </a:lnTo>
                  <a:lnTo>
                    <a:pt x="1108260" y="187549"/>
                  </a:lnTo>
                  <a:lnTo>
                    <a:pt x="1109239" y="182190"/>
                  </a:lnTo>
                  <a:lnTo>
                    <a:pt x="1110163" y="176832"/>
                  </a:lnTo>
                  <a:lnTo>
                    <a:pt x="1111037" y="171473"/>
                  </a:lnTo>
                  <a:lnTo>
                    <a:pt x="1111881" y="166115"/>
                  </a:lnTo>
                  <a:lnTo>
                    <a:pt x="1112668" y="160756"/>
                  </a:lnTo>
                  <a:lnTo>
                    <a:pt x="1113419" y="155398"/>
                  </a:lnTo>
                  <a:lnTo>
                    <a:pt x="1114142" y="150039"/>
                  </a:lnTo>
                  <a:lnTo>
                    <a:pt x="1114807" y="144680"/>
                  </a:lnTo>
                  <a:lnTo>
                    <a:pt x="1115447" y="139322"/>
                  </a:lnTo>
                  <a:lnTo>
                    <a:pt x="1116056" y="133963"/>
                  </a:lnTo>
                  <a:lnTo>
                    <a:pt x="1116619" y="128605"/>
                  </a:lnTo>
                  <a:lnTo>
                    <a:pt x="1117160" y="123246"/>
                  </a:lnTo>
                  <a:lnTo>
                    <a:pt x="1117669" y="117888"/>
                  </a:lnTo>
                  <a:lnTo>
                    <a:pt x="1118143" y="112529"/>
                  </a:lnTo>
                  <a:lnTo>
                    <a:pt x="1118598" y="107171"/>
                  </a:lnTo>
                  <a:lnTo>
                    <a:pt x="1119019" y="101812"/>
                  </a:lnTo>
                  <a:lnTo>
                    <a:pt x="1119416" y="96453"/>
                  </a:lnTo>
                  <a:lnTo>
                    <a:pt x="1119795" y="91095"/>
                  </a:lnTo>
                  <a:lnTo>
                    <a:pt x="1120141" y="85736"/>
                  </a:lnTo>
                  <a:lnTo>
                    <a:pt x="1120471" y="80378"/>
                  </a:lnTo>
                  <a:lnTo>
                    <a:pt x="1120783" y="75019"/>
                  </a:lnTo>
                  <a:lnTo>
                    <a:pt x="1121067" y="69661"/>
                  </a:lnTo>
                  <a:lnTo>
                    <a:pt x="1121339" y="64302"/>
                  </a:lnTo>
                  <a:lnTo>
                    <a:pt x="1121593" y="58944"/>
                  </a:lnTo>
                  <a:lnTo>
                    <a:pt x="1121825" y="53585"/>
                  </a:lnTo>
                  <a:lnTo>
                    <a:pt x="1122048" y="48226"/>
                  </a:lnTo>
                  <a:lnTo>
                    <a:pt x="1122252" y="42868"/>
                  </a:lnTo>
                  <a:lnTo>
                    <a:pt x="1122442" y="37509"/>
                  </a:lnTo>
                  <a:lnTo>
                    <a:pt x="1122623" y="32151"/>
                  </a:lnTo>
                  <a:lnTo>
                    <a:pt x="1122786" y="26792"/>
                  </a:lnTo>
                  <a:lnTo>
                    <a:pt x="1122940" y="21434"/>
                  </a:lnTo>
                  <a:lnTo>
                    <a:pt x="1123085" y="16075"/>
                  </a:lnTo>
                  <a:lnTo>
                    <a:pt x="1123215" y="10717"/>
                  </a:lnTo>
                  <a:lnTo>
                    <a:pt x="1123338" y="5358"/>
                  </a:lnTo>
                  <a:lnTo>
                    <a:pt x="1123453" y="0"/>
                  </a:lnTo>
                  <a:lnTo>
                    <a:pt x="1126003" y="0"/>
                  </a:lnTo>
                  <a:lnTo>
                    <a:pt x="1126118" y="5358"/>
                  </a:lnTo>
                  <a:lnTo>
                    <a:pt x="1126242" y="10717"/>
                  </a:lnTo>
                  <a:lnTo>
                    <a:pt x="1126371" y="16075"/>
                  </a:lnTo>
                  <a:lnTo>
                    <a:pt x="1126517" y="21434"/>
                  </a:lnTo>
                  <a:lnTo>
                    <a:pt x="1126671" y="26792"/>
                  </a:lnTo>
                  <a:lnTo>
                    <a:pt x="1126834" y="32151"/>
                  </a:lnTo>
                  <a:lnTo>
                    <a:pt x="1127015" y="37509"/>
                  </a:lnTo>
                  <a:lnTo>
                    <a:pt x="1127204" y="42868"/>
                  </a:lnTo>
                  <a:lnTo>
                    <a:pt x="1127409" y="48226"/>
                  </a:lnTo>
                  <a:lnTo>
                    <a:pt x="1127631" y="53585"/>
                  </a:lnTo>
                  <a:lnTo>
                    <a:pt x="1127864" y="58944"/>
                  </a:lnTo>
                  <a:lnTo>
                    <a:pt x="1128118" y="64302"/>
                  </a:lnTo>
                  <a:lnTo>
                    <a:pt x="1128389" y="69661"/>
                  </a:lnTo>
                  <a:lnTo>
                    <a:pt x="1128673" y="75019"/>
                  </a:lnTo>
                  <a:lnTo>
                    <a:pt x="1128986" y="80378"/>
                  </a:lnTo>
                  <a:lnTo>
                    <a:pt x="1129315" y="85736"/>
                  </a:lnTo>
                  <a:lnTo>
                    <a:pt x="1129661" y="91095"/>
                  </a:lnTo>
                  <a:lnTo>
                    <a:pt x="1130041" y="96453"/>
                  </a:lnTo>
                  <a:lnTo>
                    <a:pt x="1130437" y="101812"/>
                  </a:lnTo>
                  <a:lnTo>
                    <a:pt x="1130859" y="107171"/>
                  </a:lnTo>
                  <a:lnTo>
                    <a:pt x="1131314" y="112529"/>
                  </a:lnTo>
                  <a:lnTo>
                    <a:pt x="1131788" y="117888"/>
                  </a:lnTo>
                  <a:lnTo>
                    <a:pt x="1132296" y="123246"/>
                  </a:lnTo>
                  <a:lnTo>
                    <a:pt x="1132838" y="128605"/>
                  </a:lnTo>
                  <a:lnTo>
                    <a:pt x="1133401" y="133963"/>
                  </a:lnTo>
                  <a:lnTo>
                    <a:pt x="1134010" y="139322"/>
                  </a:lnTo>
                  <a:lnTo>
                    <a:pt x="1134650" y="144680"/>
                  </a:lnTo>
                  <a:lnTo>
                    <a:pt x="1135315" y="150039"/>
                  </a:lnTo>
                  <a:lnTo>
                    <a:pt x="1136038" y="155398"/>
                  </a:lnTo>
                  <a:lnTo>
                    <a:pt x="1136788" y="160756"/>
                  </a:lnTo>
                  <a:lnTo>
                    <a:pt x="1137575" y="166115"/>
                  </a:lnTo>
                  <a:lnTo>
                    <a:pt x="1138419" y="171473"/>
                  </a:lnTo>
                  <a:lnTo>
                    <a:pt x="1139294" y="176832"/>
                  </a:lnTo>
                  <a:lnTo>
                    <a:pt x="1140218" y="182190"/>
                  </a:lnTo>
                  <a:lnTo>
                    <a:pt x="1141196" y="187549"/>
                  </a:lnTo>
                  <a:lnTo>
                    <a:pt x="1142208" y="192907"/>
                  </a:lnTo>
                  <a:lnTo>
                    <a:pt x="1143284" y="198266"/>
                  </a:lnTo>
                  <a:lnTo>
                    <a:pt x="1144410" y="203625"/>
                  </a:lnTo>
                  <a:lnTo>
                    <a:pt x="1145572" y="208983"/>
                  </a:lnTo>
                  <a:lnTo>
                    <a:pt x="1146817" y="214342"/>
                  </a:lnTo>
                  <a:lnTo>
                    <a:pt x="1148103" y="219700"/>
                  </a:lnTo>
                  <a:lnTo>
                    <a:pt x="1149437" y="225059"/>
                  </a:lnTo>
                  <a:lnTo>
                    <a:pt x="1150856" y="230417"/>
                  </a:lnTo>
                  <a:lnTo>
                    <a:pt x="1152316" y="235776"/>
                  </a:lnTo>
                  <a:lnTo>
                    <a:pt x="1153839" y="241134"/>
                  </a:lnTo>
                  <a:lnTo>
                    <a:pt x="1155440" y="246493"/>
                  </a:lnTo>
                  <a:lnTo>
                    <a:pt x="1157086" y="251852"/>
                  </a:lnTo>
                  <a:lnTo>
                    <a:pt x="1158811" y="257210"/>
                  </a:lnTo>
                  <a:lnTo>
                    <a:pt x="1160607" y="262569"/>
                  </a:lnTo>
                  <a:lnTo>
                    <a:pt x="1162448" y="267927"/>
                  </a:lnTo>
                  <a:lnTo>
                    <a:pt x="1164388" y="273286"/>
                  </a:lnTo>
                  <a:lnTo>
                    <a:pt x="1166386" y="278644"/>
                  </a:lnTo>
                  <a:lnTo>
                    <a:pt x="1168436" y="284003"/>
                  </a:lnTo>
                  <a:lnTo>
                    <a:pt x="1170596" y="289361"/>
                  </a:lnTo>
                  <a:lnTo>
                    <a:pt x="1172805" y="294720"/>
                  </a:lnTo>
                  <a:lnTo>
                    <a:pt x="1175083" y="300079"/>
                  </a:lnTo>
                  <a:lnTo>
                    <a:pt x="1177458" y="305437"/>
                  </a:lnTo>
                  <a:lnTo>
                    <a:pt x="1179883" y="310796"/>
                  </a:lnTo>
                  <a:lnTo>
                    <a:pt x="1182393" y="316154"/>
                  </a:lnTo>
                  <a:lnTo>
                    <a:pt x="1184987" y="321513"/>
                  </a:lnTo>
                  <a:lnTo>
                    <a:pt x="1187632" y="326871"/>
                  </a:lnTo>
                  <a:lnTo>
                    <a:pt x="1190377" y="332230"/>
                  </a:lnTo>
                  <a:lnTo>
                    <a:pt x="1193191" y="337588"/>
                  </a:lnTo>
                  <a:lnTo>
                    <a:pt x="1196056" y="342947"/>
                  </a:lnTo>
                  <a:lnTo>
                    <a:pt x="1199034" y="348306"/>
                  </a:lnTo>
                  <a:lnTo>
                    <a:pt x="1202066" y="353664"/>
                  </a:lnTo>
                  <a:lnTo>
                    <a:pt x="1205160" y="359023"/>
                  </a:lnTo>
                  <a:lnTo>
                    <a:pt x="1208356" y="364381"/>
                  </a:lnTo>
                  <a:lnTo>
                    <a:pt x="1211602" y="369740"/>
                  </a:lnTo>
                  <a:lnTo>
                    <a:pt x="1214921" y="375098"/>
                  </a:lnTo>
                  <a:lnTo>
                    <a:pt x="1218325" y="380457"/>
                  </a:lnTo>
                  <a:lnTo>
                    <a:pt x="1221776" y="385815"/>
                  </a:lnTo>
                  <a:lnTo>
                    <a:pt x="1225311" y="391174"/>
                  </a:lnTo>
                  <a:lnTo>
                    <a:pt x="1228912" y="396533"/>
                  </a:lnTo>
                  <a:lnTo>
                    <a:pt x="1232559" y="401891"/>
                  </a:lnTo>
                  <a:lnTo>
                    <a:pt x="1236296" y="407250"/>
                  </a:lnTo>
                  <a:lnTo>
                    <a:pt x="1240083" y="412608"/>
                  </a:lnTo>
                  <a:lnTo>
                    <a:pt x="1243916" y="417967"/>
                  </a:lnTo>
                  <a:lnTo>
                    <a:pt x="1247835" y="423325"/>
                  </a:lnTo>
                  <a:lnTo>
                    <a:pt x="1251793" y="428684"/>
                  </a:lnTo>
                  <a:lnTo>
                    <a:pt x="1255802" y="434042"/>
                  </a:lnTo>
                  <a:lnTo>
                    <a:pt x="1259879" y="439401"/>
                  </a:lnTo>
                  <a:lnTo>
                    <a:pt x="1263990" y="444760"/>
                  </a:lnTo>
                  <a:lnTo>
                    <a:pt x="1268157" y="450118"/>
                  </a:lnTo>
                  <a:lnTo>
                    <a:pt x="1272374" y="455477"/>
                  </a:lnTo>
                  <a:lnTo>
                    <a:pt x="1276620" y="460835"/>
                  </a:lnTo>
                  <a:lnTo>
                    <a:pt x="1280923" y="466194"/>
                  </a:lnTo>
                  <a:lnTo>
                    <a:pt x="1285260" y="471552"/>
                  </a:lnTo>
                  <a:lnTo>
                    <a:pt x="1289623" y="476911"/>
                  </a:lnTo>
                  <a:lnTo>
                    <a:pt x="1294040" y="482269"/>
                  </a:lnTo>
                  <a:lnTo>
                    <a:pt x="1298478" y="487628"/>
                  </a:lnTo>
                  <a:lnTo>
                    <a:pt x="1302943" y="492987"/>
                  </a:lnTo>
                  <a:lnTo>
                    <a:pt x="1307447" y="498345"/>
                  </a:lnTo>
                  <a:lnTo>
                    <a:pt x="1311967" y="503704"/>
                  </a:lnTo>
                  <a:lnTo>
                    <a:pt x="1316513" y="509062"/>
                  </a:lnTo>
                  <a:lnTo>
                    <a:pt x="1321084" y="514421"/>
                  </a:lnTo>
                  <a:lnTo>
                    <a:pt x="1325667" y="519779"/>
                  </a:lnTo>
                  <a:lnTo>
                    <a:pt x="1330274" y="525138"/>
                  </a:lnTo>
                  <a:lnTo>
                    <a:pt x="1334895" y="530496"/>
                  </a:lnTo>
                  <a:lnTo>
                    <a:pt x="1339525" y="535855"/>
                  </a:lnTo>
                  <a:lnTo>
                    <a:pt x="1344174" y="541214"/>
                  </a:lnTo>
                  <a:lnTo>
                    <a:pt x="1348830" y="546572"/>
                  </a:lnTo>
                  <a:lnTo>
                    <a:pt x="1353493" y="551931"/>
                  </a:lnTo>
                  <a:lnTo>
                    <a:pt x="1358167" y="557289"/>
                  </a:lnTo>
                  <a:lnTo>
                    <a:pt x="1362845" y="562648"/>
                  </a:lnTo>
                  <a:lnTo>
                    <a:pt x="1367528" y="568006"/>
                  </a:lnTo>
                  <a:lnTo>
                    <a:pt x="1372215" y="573365"/>
                  </a:lnTo>
                  <a:lnTo>
                    <a:pt x="1376905" y="578723"/>
                  </a:lnTo>
                  <a:lnTo>
                    <a:pt x="1381598" y="584082"/>
                  </a:lnTo>
                  <a:lnTo>
                    <a:pt x="1386292" y="589441"/>
                  </a:lnTo>
                  <a:lnTo>
                    <a:pt x="1390987" y="594799"/>
                  </a:lnTo>
                  <a:lnTo>
                    <a:pt x="1395682" y="600158"/>
                  </a:lnTo>
                  <a:lnTo>
                    <a:pt x="1400378" y="605516"/>
                  </a:lnTo>
                  <a:lnTo>
                    <a:pt x="1405074" y="610875"/>
                  </a:lnTo>
                  <a:lnTo>
                    <a:pt x="1409771" y="616233"/>
                  </a:lnTo>
                  <a:lnTo>
                    <a:pt x="1414468" y="621592"/>
                  </a:lnTo>
                  <a:lnTo>
                    <a:pt x="1419166" y="626950"/>
                  </a:lnTo>
                  <a:lnTo>
                    <a:pt x="1423865" y="632309"/>
                  </a:lnTo>
                  <a:lnTo>
                    <a:pt x="1428566" y="637668"/>
                  </a:lnTo>
                  <a:lnTo>
                    <a:pt x="1433269" y="643026"/>
                  </a:lnTo>
                  <a:lnTo>
                    <a:pt x="1437977" y="648385"/>
                  </a:lnTo>
                  <a:lnTo>
                    <a:pt x="1442687" y="653743"/>
                  </a:lnTo>
                  <a:lnTo>
                    <a:pt x="1447404" y="659102"/>
                  </a:lnTo>
                  <a:lnTo>
                    <a:pt x="1452127" y="664460"/>
                  </a:lnTo>
                  <a:lnTo>
                    <a:pt x="1456855" y="669819"/>
                  </a:lnTo>
                  <a:lnTo>
                    <a:pt x="1461597" y="675177"/>
                  </a:lnTo>
                  <a:lnTo>
                    <a:pt x="1466347" y="680536"/>
                  </a:lnTo>
                  <a:lnTo>
                    <a:pt x="1471106" y="685895"/>
                  </a:lnTo>
                  <a:lnTo>
                    <a:pt x="1475885" y="691253"/>
                  </a:lnTo>
                  <a:lnTo>
                    <a:pt x="1480675" y="696612"/>
                  </a:lnTo>
                  <a:lnTo>
                    <a:pt x="1485481" y="701970"/>
                  </a:lnTo>
                  <a:lnTo>
                    <a:pt x="1490311" y="707329"/>
                  </a:lnTo>
                  <a:lnTo>
                    <a:pt x="1495155" y="712687"/>
                  </a:lnTo>
                  <a:lnTo>
                    <a:pt x="1500025" y="718046"/>
                  </a:lnTo>
                  <a:lnTo>
                    <a:pt x="1504921" y="723404"/>
                  </a:lnTo>
                  <a:lnTo>
                    <a:pt x="1509835" y="728763"/>
                  </a:lnTo>
                  <a:lnTo>
                    <a:pt x="1514787" y="734122"/>
                  </a:lnTo>
                  <a:lnTo>
                    <a:pt x="1519766" y="739480"/>
                  </a:lnTo>
                  <a:lnTo>
                    <a:pt x="1524766" y="744839"/>
                  </a:lnTo>
                  <a:lnTo>
                    <a:pt x="1529818" y="750197"/>
                  </a:lnTo>
                  <a:lnTo>
                    <a:pt x="1534895" y="755556"/>
                  </a:lnTo>
                  <a:lnTo>
                    <a:pt x="1540006" y="760914"/>
                  </a:lnTo>
                  <a:lnTo>
                    <a:pt x="1545168" y="766273"/>
                  </a:lnTo>
                  <a:lnTo>
                    <a:pt x="1550359" y="771631"/>
                  </a:lnTo>
                  <a:lnTo>
                    <a:pt x="1555596" y="776990"/>
                  </a:lnTo>
                  <a:lnTo>
                    <a:pt x="1560884" y="782349"/>
                  </a:lnTo>
                  <a:lnTo>
                    <a:pt x="1566202" y="787707"/>
                  </a:lnTo>
                  <a:lnTo>
                    <a:pt x="1571582" y="793066"/>
                  </a:lnTo>
                  <a:lnTo>
                    <a:pt x="1577007" y="798424"/>
                  </a:lnTo>
                  <a:lnTo>
                    <a:pt x="1582466" y="803783"/>
                  </a:lnTo>
                  <a:lnTo>
                    <a:pt x="1588002" y="809141"/>
                  </a:lnTo>
                  <a:lnTo>
                    <a:pt x="1593576" y="814500"/>
                  </a:lnTo>
                  <a:lnTo>
                    <a:pt x="1599194" y="819858"/>
                  </a:lnTo>
                  <a:lnTo>
                    <a:pt x="1604888" y="825217"/>
                  </a:lnTo>
                  <a:lnTo>
                    <a:pt x="1610619" y="830576"/>
                  </a:lnTo>
                  <a:lnTo>
                    <a:pt x="1616407" y="835934"/>
                  </a:lnTo>
                  <a:lnTo>
                    <a:pt x="1622263" y="841293"/>
                  </a:lnTo>
                  <a:lnTo>
                    <a:pt x="1628157" y="846651"/>
                  </a:lnTo>
                  <a:lnTo>
                    <a:pt x="1634120" y="852010"/>
                  </a:lnTo>
                  <a:lnTo>
                    <a:pt x="1640141" y="857368"/>
                  </a:lnTo>
                  <a:lnTo>
                    <a:pt x="1646201" y="862727"/>
                  </a:lnTo>
                  <a:lnTo>
                    <a:pt x="1652341" y="868085"/>
                  </a:lnTo>
                  <a:lnTo>
                    <a:pt x="1658527" y="873444"/>
                  </a:lnTo>
                  <a:lnTo>
                    <a:pt x="1664754" y="878802"/>
                  </a:lnTo>
                  <a:lnTo>
                    <a:pt x="1671065" y="884161"/>
                  </a:lnTo>
                  <a:lnTo>
                    <a:pt x="1677413" y="889520"/>
                  </a:lnTo>
                  <a:lnTo>
                    <a:pt x="1683811" y="894878"/>
                  </a:lnTo>
                  <a:lnTo>
                    <a:pt x="1690279" y="900237"/>
                  </a:lnTo>
                  <a:lnTo>
                    <a:pt x="1696782" y="905595"/>
                  </a:lnTo>
                  <a:lnTo>
                    <a:pt x="1703343" y="910954"/>
                  </a:lnTo>
                  <a:lnTo>
                    <a:pt x="1709959" y="916312"/>
                  </a:lnTo>
                  <a:lnTo>
                    <a:pt x="1716608" y="921671"/>
                  </a:lnTo>
                  <a:lnTo>
                    <a:pt x="1723320" y="927029"/>
                  </a:lnTo>
                  <a:lnTo>
                    <a:pt x="1730071" y="932388"/>
                  </a:lnTo>
                  <a:lnTo>
                    <a:pt x="1736854" y="937747"/>
                  </a:lnTo>
                  <a:lnTo>
                    <a:pt x="1743699" y="943105"/>
                  </a:lnTo>
                  <a:lnTo>
                    <a:pt x="1750573" y="948464"/>
                  </a:lnTo>
                  <a:lnTo>
                    <a:pt x="1757478" y="953822"/>
                  </a:lnTo>
                  <a:lnTo>
                    <a:pt x="1764434" y="959181"/>
                  </a:lnTo>
                  <a:lnTo>
                    <a:pt x="1771411" y="964539"/>
                  </a:lnTo>
                  <a:lnTo>
                    <a:pt x="1778422" y="969898"/>
                  </a:lnTo>
                  <a:lnTo>
                    <a:pt x="1785466" y="975256"/>
                  </a:lnTo>
                  <a:lnTo>
                    <a:pt x="1792528" y="980615"/>
                  </a:lnTo>
                  <a:lnTo>
                    <a:pt x="1799621" y="985974"/>
                  </a:lnTo>
                  <a:lnTo>
                    <a:pt x="1806734" y="991332"/>
                  </a:lnTo>
                  <a:lnTo>
                    <a:pt x="1813861" y="996691"/>
                  </a:lnTo>
                  <a:lnTo>
                    <a:pt x="1821011" y="1002049"/>
                  </a:lnTo>
                  <a:lnTo>
                    <a:pt x="1828171" y="1007408"/>
                  </a:lnTo>
                  <a:lnTo>
                    <a:pt x="1835341" y="1012766"/>
                  </a:lnTo>
                  <a:lnTo>
                    <a:pt x="1842523" y="1018125"/>
                  </a:lnTo>
                  <a:lnTo>
                    <a:pt x="1849708" y="1023483"/>
                  </a:lnTo>
                  <a:lnTo>
                    <a:pt x="1856897" y="1028842"/>
                  </a:lnTo>
                  <a:lnTo>
                    <a:pt x="1864087" y="1034201"/>
                  </a:lnTo>
                  <a:lnTo>
                    <a:pt x="1871274" y="1039559"/>
                  </a:lnTo>
                  <a:lnTo>
                    <a:pt x="1878457" y="1044918"/>
                  </a:lnTo>
                  <a:lnTo>
                    <a:pt x="1885631" y="1050276"/>
                  </a:lnTo>
                  <a:lnTo>
                    <a:pt x="1892799" y="1055635"/>
                  </a:lnTo>
                  <a:lnTo>
                    <a:pt x="1899951" y="1060993"/>
                  </a:lnTo>
                  <a:lnTo>
                    <a:pt x="1907088" y="1066352"/>
                  </a:lnTo>
                  <a:lnTo>
                    <a:pt x="1914215" y="1071710"/>
                  </a:lnTo>
                  <a:lnTo>
                    <a:pt x="1921311" y="1077069"/>
                  </a:lnTo>
                  <a:lnTo>
                    <a:pt x="1928391" y="1082428"/>
                  </a:lnTo>
                  <a:lnTo>
                    <a:pt x="1935451" y="1087786"/>
                  </a:lnTo>
                  <a:lnTo>
                    <a:pt x="1942474" y="1093145"/>
                  </a:lnTo>
                  <a:lnTo>
                    <a:pt x="1949477" y="1098503"/>
                  </a:lnTo>
                  <a:lnTo>
                    <a:pt x="1956448" y="1103862"/>
                  </a:lnTo>
                  <a:lnTo>
                    <a:pt x="1963380" y="1109220"/>
                  </a:lnTo>
                  <a:lnTo>
                    <a:pt x="1970287" y="1114579"/>
                  </a:lnTo>
                  <a:lnTo>
                    <a:pt x="1977149" y="1119937"/>
                  </a:lnTo>
                  <a:lnTo>
                    <a:pt x="1983971" y="1125296"/>
                  </a:lnTo>
                  <a:lnTo>
                    <a:pt x="1990767" y="1130655"/>
                  </a:lnTo>
                  <a:lnTo>
                    <a:pt x="1997500" y="1136013"/>
                  </a:lnTo>
                  <a:lnTo>
                    <a:pt x="2004198" y="1141372"/>
                  </a:lnTo>
                  <a:lnTo>
                    <a:pt x="2010859" y="1146730"/>
                  </a:lnTo>
                  <a:lnTo>
                    <a:pt x="2017451" y="1152089"/>
                  </a:lnTo>
                  <a:lnTo>
                    <a:pt x="2024008" y="1157447"/>
                  </a:lnTo>
                  <a:lnTo>
                    <a:pt x="2030515" y="1162806"/>
                  </a:lnTo>
                  <a:lnTo>
                    <a:pt x="2031954" y="1164003"/>
                  </a:lnTo>
                  <a:lnTo>
                    <a:pt x="2036955" y="1168164"/>
                  </a:lnTo>
                  <a:lnTo>
                    <a:pt x="2043357" y="1173523"/>
                  </a:lnTo>
                  <a:lnTo>
                    <a:pt x="2049692" y="1178882"/>
                  </a:lnTo>
                  <a:lnTo>
                    <a:pt x="2055965" y="1184240"/>
                  </a:lnTo>
                  <a:lnTo>
                    <a:pt x="2062196" y="1189599"/>
                  </a:lnTo>
                  <a:lnTo>
                    <a:pt x="2068342" y="1194957"/>
                  </a:lnTo>
                  <a:lnTo>
                    <a:pt x="2074433" y="1200316"/>
                  </a:lnTo>
                  <a:lnTo>
                    <a:pt x="2080478" y="1205674"/>
                  </a:lnTo>
                  <a:lnTo>
                    <a:pt x="2086419" y="1211033"/>
                  </a:lnTo>
                  <a:lnTo>
                    <a:pt x="2092311" y="1216391"/>
                  </a:lnTo>
                  <a:lnTo>
                    <a:pt x="2098140" y="1221750"/>
                  </a:lnTo>
                  <a:lnTo>
                    <a:pt x="2103870" y="1227109"/>
                  </a:lnTo>
                  <a:lnTo>
                    <a:pt x="2109548" y="1232467"/>
                  </a:lnTo>
                  <a:lnTo>
                    <a:pt x="2115141" y="1237826"/>
                  </a:lnTo>
                  <a:lnTo>
                    <a:pt x="2120641" y="1243184"/>
                  </a:lnTo>
                  <a:lnTo>
                    <a:pt x="2126086" y="1248543"/>
                  </a:lnTo>
                  <a:lnTo>
                    <a:pt x="2131422" y="1253901"/>
                  </a:lnTo>
                  <a:lnTo>
                    <a:pt x="2136674" y="1259260"/>
                  </a:lnTo>
                  <a:lnTo>
                    <a:pt x="2141866" y="1264618"/>
                  </a:lnTo>
                  <a:lnTo>
                    <a:pt x="2146921" y="1269977"/>
                  </a:lnTo>
                  <a:lnTo>
                    <a:pt x="2151904" y="1275336"/>
                  </a:lnTo>
                  <a:lnTo>
                    <a:pt x="2156809" y="1280694"/>
                  </a:lnTo>
                  <a:lnTo>
                    <a:pt x="2161571" y="1286053"/>
                  </a:lnTo>
                  <a:lnTo>
                    <a:pt x="2166263" y="1291411"/>
                  </a:lnTo>
                  <a:lnTo>
                    <a:pt x="2170849" y="1296770"/>
                  </a:lnTo>
                  <a:lnTo>
                    <a:pt x="2175302" y="1302128"/>
                  </a:lnTo>
                  <a:lnTo>
                    <a:pt x="2179680" y="1307487"/>
                  </a:lnTo>
                  <a:lnTo>
                    <a:pt x="2183922" y="1312845"/>
                  </a:lnTo>
                  <a:lnTo>
                    <a:pt x="2188042" y="1318204"/>
                  </a:lnTo>
                  <a:lnTo>
                    <a:pt x="2192083" y="1323563"/>
                  </a:lnTo>
                  <a:lnTo>
                    <a:pt x="2195954" y="1328921"/>
                  </a:lnTo>
                  <a:lnTo>
                    <a:pt x="2199720" y="1334280"/>
                  </a:lnTo>
                  <a:lnTo>
                    <a:pt x="2203396" y="1339638"/>
                  </a:lnTo>
                  <a:lnTo>
                    <a:pt x="2206876" y="1344997"/>
                  </a:lnTo>
                  <a:lnTo>
                    <a:pt x="2210267" y="1350355"/>
                  </a:lnTo>
                  <a:lnTo>
                    <a:pt x="2213536" y="1355714"/>
                  </a:lnTo>
                  <a:lnTo>
                    <a:pt x="2216627" y="1361072"/>
                  </a:lnTo>
                  <a:lnTo>
                    <a:pt x="2219623" y="1366431"/>
                  </a:lnTo>
                  <a:lnTo>
                    <a:pt x="2222465" y="1371790"/>
                  </a:lnTo>
                  <a:lnTo>
                    <a:pt x="2225150" y="1377148"/>
                  </a:lnTo>
                  <a:lnTo>
                    <a:pt x="2227738" y="1382507"/>
                  </a:lnTo>
                  <a:lnTo>
                    <a:pt x="2230138" y="1387865"/>
                  </a:lnTo>
                  <a:lnTo>
                    <a:pt x="2232405" y="1393224"/>
                  </a:lnTo>
                  <a:lnTo>
                    <a:pt x="2234574" y="1398582"/>
                  </a:lnTo>
                  <a:lnTo>
                    <a:pt x="2236523" y="1403941"/>
                  </a:lnTo>
                  <a:lnTo>
                    <a:pt x="2238367" y="1409299"/>
                  </a:lnTo>
                  <a:lnTo>
                    <a:pt x="2240089" y="1414658"/>
                  </a:lnTo>
                  <a:lnTo>
                    <a:pt x="2241608" y="1420017"/>
                  </a:lnTo>
                  <a:lnTo>
                    <a:pt x="2243028" y="1425375"/>
                  </a:lnTo>
                  <a:lnTo>
                    <a:pt x="2244300" y="1430734"/>
                  </a:lnTo>
                  <a:lnTo>
                    <a:pt x="2245399" y="1436092"/>
                  </a:lnTo>
                  <a:lnTo>
                    <a:pt x="2246402" y="1441451"/>
                  </a:lnTo>
                  <a:lnTo>
                    <a:pt x="2247233" y="1446809"/>
                  </a:lnTo>
                  <a:lnTo>
                    <a:pt x="2247924" y="1452168"/>
                  </a:lnTo>
                  <a:lnTo>
                    <a:pt x="2248523" y="1457526"/>
                  </a:lnTo>
                  <a:lnTo>
                    <a:pt x="2248931" y="1462885"/>
                  </a:lnTo>
                  <a:lnTo>
                    <a:pt x="2249185" y="1467391"/>
                  </a:lnTo>
                  <a:lnTo>
                    <a:pt x="2249233" y="1468244"/>
                  </a:lnTo>
                  <a:lnTo>
                    <a:pt x="2249438" y="1473602"/>
                  </a:lnTo>
                  <a:lnTo>
                    <a:pt x="2249457" y="1478961"/>
                  </a:lnTo>
                  <a:lnTo>
                    <a:pt x="2249394" y="1484319"/>
                  </a:lnTo>
                  <a:lnTo>
                    <a:pt x="2249217" y="1489678"/>
                  </a:lnTo>
                  <a:lnTo>
                    <a:pt x="2248893" y="1495036"/>
                  </a:lnTo>
                  <a:lnTo>
                    <a:pt x="2248493" y="1500395"/>
                  </a:lnTo>
                  <a:lnTo>
                    <a:pt x="2247969" y="1505753"/>
                  </a:lnTo>
                  <a:lnTo>
                    <a:pt x="2247334" y="1511112"/>
                  </a:lnTo>
                  <a:lnTo>
                    <a:pt x="2246631" y="1516471"/>
                  </a:lnTo>
                  <a:lnTo>
                    <a:pt x="2245800" y="1521829"/>
                  </a:lnTo>
                  <a:lnTo>
                    <a:pt x="2244890" y="1527188"/>
                  </a:lnTo>
                  <a:lnTo>
                    <a:pt x="2243919" y="1532546"/>
                  </a:lnTo>
                  <a:lnTo>
                    <a:pt x="2242823" y="1537905"/>
                  </a:lnTo>
                  <a:lnTo>
                    <a:pt x="2241674" y="1543263"/>
                  </a:lnTo>
                  <a:lnTo>
                    <a:pt x="2240460" y="1548622"/>
                  </a:lnTo>
                  <a:lnTo>
                    <a:pt x="2239153" y="1553980"/>
                  </a:lnTo>
                  <a:lnTo>
                    <a:pt x="2237802" y="1559339"/>
                  </a:lnTo>
                  <a:lnTo>
                    <a:pt x="2236386" y="1564698"/>
                  </a:lnTo>
                  <a:lnTo>
                    <a:pt x="2234904" y="1570056"/>
                  </a:lnTo>
                  <a:lnTo>
                    <a:pt x="2233386" y="1575415"/>
                  </a:lnTo>
                  <a:lnTo>
                    <a:pt x="2231805" y="1580773"/>
                  </a:lnTo>
                  <a:lnTo>
                    <a:pt x="2230181" y="1586132"/>
                  </a:lnTo>
                  <a:lnTo>
                    <a:pt x="2228527" y="1591490"/>
                  </a:lnTo>
                  <a:lnTo>
                    <a:pt x="2226815" y="1596849"/>
                  </a:lnTo>
                  <a:lnTo>
                    <a:pt x="2225075" y="1602207"/>
                  </a:lnTo>
                  <a:lnTo>
                    <a:pt x="2223308" y="1607566"/>
                  </a:lnTo>
                  <a:lnTo>
                    <a:pt x="2221495" y="1612925"/>
                  </a:lnTo>
                  <a:lnTo>
                    <a:pt x="2219662" y="1618283"/>
                  </a:lnTo>
                  <a:lnTo>
                    <a:pt x="2217800" y="1623642"/>
                  </a:lnTo>
                  <a:lnTo>
                    <a:pt x="2215905" y="1629000"/>
                  </a:lnTo>
                  <a:lnTo>
                    <a:pt x="2213993" y="1634359"/>
                  </a:lnTo>
                  <a:lnTo>
                    <a:pt x="2212050" y="1639717"/>
                  </a:lnTo>
                  <a:lnTo>
                    <a:pt x="2210082" y="1645076"/>
                  </a:lnTo>
                  <a:lnTo>
                    <a:pt x="2208097" y="1650434"/>
                  </a:lnTo>
                  <a:lnTo>
                    <a:pt x="2206078" y="1655793"/>
                  </a:lnTo>
                  <a:lnTo>
                    <a:pt x="2204038" y="1661152"/>
                  </a:lnTo>
                  <a:lnTo>
                    <a:pt x="2201979" y="1666510"/>
                  </a:lnTo>
                  <a:lnTo>
                    <a:pt x="2199879" y="1671869"/>
                  </a:lnTo>
                  <a:lnTo>
                    <a:pt x="2197759" y="1677227"/>
                  </a:lnTo>
                  <a:lnTo>
                    <a:pt x="2195614" y="1682586"/>
                  </a:lnTo>
                  <a:lnTo>
                    <a:pt x="2193424" y="1687944"/>
                  </a:lnTo>
                  <a:lnTo>
                    <a:pt x="2191211" y="1693303"/>
                  </a:lnTo>
                  <a:lnTo>
                    <a:pt x="2188959" y="1698661"/>
                  </a:lnTo>
                  <a:lnTo>
                    <a:pt x="2186661" y="1704020"/>
                  </a:lnTo>
                  <a:lnTo>
                    <a:pt x="2184335" y="1709378"/>
                  </a:lnTo>
                  <a:lnTo>
                    <a:pt x="2181952" y="1714737"/>
                  </a:lnTo>
                  <a:lnTo>
                    <a:pt x="2179521" y="1720096"/>
                  </a:lnTo>
                  <a:lnTo>
                    <a:pt x="2177056" y="1725454"/>
                  </a:lnTo>
                  <a:lnTo>
                    <a:pt x="2174509" y="1730813"/>
                  </a:lnTo>
                  <a:lnTo>
                    <a:pt x="2171917" y="1736171"/>
                  </a:lnTo>
                  <a:lnTo>
                    <a:pt x="2169276" y="1741530"/>
                  </a:lnTo>
                  <a:lnTo>
                    <a:pt x="2166539" y="1746888"/>
                  </a:lnTo>
                  <a:lnTo>
                    <a:pt x="2163754" y="1752247"/>
                  </a:lnTo>
                  <a:lnTo>
                    <a:pt x="2160896" y="1757605"/>
                  </a:lnTo>
                  <a:lnTo>
                    <a:pt x="2157941" y="1762964"/>
                  </a:lnTo>
                  <a:lnTo>
                    <a:pt x="2154930" y="1768323"/>
                  </a:lnTo>
                  <a:lnTo>
                    <a:pt x="2151818" y="1773681"/>
                  </a:lnTo>
                  <a:lnTo>
                    <a:pt x="2148611" y="1779040"/>
                  </a:lnTo>
                  <a:lnTo>
                    <a:pt x="2145342" y="1784398"/>
                  </a:lnTo>
                  <a:lnTo>
                    <a:pt x="2141939" y="1789757"/>
                  </a:lnTo>
                  <a:lnTo>
                    <a:pt x="2138449" y="1795115"/>
                  </a:lnTo>
                  <a:lnTo>
                    <a:pt x="2134888" y="1800474"/>
                  </a:lnTo>
                  <a:lnTo>
                    <a:pt x="2131767" y="1804964"/>
                  </a:lnTo>
                  <a:lnTo>
                    <a:pt x="2131163" y="1805832"/>
                  </a:lnTo>
                  <a:lnTo>
                    <a:pt x="2127362" y="1811191"/>
                  </a:lnTo>
                  <a:lnTo>
                    <a:pt x="2123460" y="1816550"/>
                  </a:lnTo>
                  <a:lnTo>
                    <a:pt x="2119403" y="1821908"/>
                  </a:lnTo>
                  <a:lnTo>
                    <a:pt x="2115265" y="1827267"/>
                  </a:lnTo>
                  <a:lnTo>
                    <a:pt x="2110994" y="1832625"/>
                  </a:lnTo>
                  <a:lnTo>
                    <a:pt x="2106584" y="1837984"/>
                  </a:lnTo>
                  <a:lnTo>
                    <a:pt x="2102088" y="1843342"/>
                  </a:lnTo>
                  <a:lnTo>
                    <a:pt x="2097428" y="1848701"/>
                  </a:lnTo>
                  <a:lnTo>
                    <a:pt x="2092646" y="1854059"/>
                  </a:lnTo>
                  <a:lnTo>
                    <a:pt x="2087777" y="1859418"/>
                  </a:lnTo>
                  <a:lnTo>
                    <a:pt x="2082710" y="1864777"/>
                  </a:lnTo>
                  <a:lnTo>
                    <a:pt x="2077546" y="1870135"/>
                  </a:lnTo>
                  <a:lnTo>
                    <a:pt x="2072272" y="1875494"/>
                  </a:lnTo>
                  <a:lnTo>
                    <a:pt x="2066809" y="1880852"/>
                  </a:lnTo>
                  <a:lnTo>
                    <a:pt x="2061255" y="1886211"/>
                  </a:lnTo>
                  <a:lnTo>
                    <a:pt x="2055564" y="1891569"/>
                  </a:lnTo>
                  <a:lnTo>
                    <a:pt x="2049709" y="1896928"/>
                  </a:lnTo>
                  <a:lnTo>
                    <a:pt x="2043762" y="1902286"/>
                  </a:lnTo>
                  <a:lnTo>
                    <a:pt x="2037653" y="1907645"/>
                  </a:lnTo>
                  <a:lnTo>
                    <a:pt x="2031408" y="1913004"/>
                  </a:lnTo>
                  <a:lnTo>
                    <a:pt x="2025072" y="1918362"/>
                  </a:lnTo>
                  <a:lnTo>
                    <a:pt x="2018550" y="1923721"/>
                  </a:lnTo>
                  <a:lnTo>
                    <a:pt x="2011921" y="1929079"/>
                  </a:lnTo>
                  <a:lnTo>
                    <a:pt x="2005195" y="1934438"/>
                  </a:lnTo>
                  <a:lnTo>
                    <a:pt x="1998277" y="1939796"/>
                  </a:lnTo>
                  <a:lnTo>
                    <a:pt x="1991273" y="1945155"/>
                  </a:lnTo>
                  <a:lnTo>
                    <a:pt x="1984151" y="1950513"/>
                  </a:lnTo>
                  <a:lnTo>
                    <a:pt x="1976868" y="1955872"/>
                  </a:lnTo>
                  <a:lnTo>
                    <a:pt x="1969502" y="1961231"/>
                  </a:lnTo>
                  <a:lnTo>
                    <a:pt x="1962000" y="1966589"/>
                  </a:lnTo>
                  <a:lnTo>
                    <a:pt x="1954367" y="1971948"/>
                  </a:lnTo>
                  <a:lnTo>
                    <a:pt x="1946654" y="1977306"/>
                  </a:lnTo>
                  <a:lnTo>
                    <a:pt x="1938790" y="1982665"/>
                  </a:lnTo>
                  <a:lnTo>
                    <a:pt x="1930824" y="1988023"/>
                  </a:lnTo>
                  <a:lnTo>
                    <a:pt x="1922783" y="1993382"/>
                  </a:lnTo>
                  <a:lnTo>
                    <a:pt x="1914578" y="1998740"/>
                  </a:lnTo>
                  <a:lnTo>
                    <a:pt x="1906298" y="2004099"/>
                  </a:lnTo>
                  <a:lnTo>
                    <a:pt x="1897931" y="2009458"/>
                  </a:lnTo>
                  <a:lnTo>
                    <a:pt x="1889425" y="2014816"/>
                  </a:lnTo>
                  <a:lnTo>
                    <a:pt x="1880853" y="2020175"/>
                  </a:lnTo>
                  <a:lnTo>
                    <a:pt x="1872180" y="2025533"/>
                  </a:lnTo>
                  <a:lnTo>
                    <a:pt x="1863398" y="2030892"/>
                  </a:lnTo>
                  <a:lnTo>
                    <a:pt x="1854555" y="2036250"/>
                  </a:lnTo>
                  <a:lnTo>
                    <a:pt x="1845603" y="2041609"/>
                  </a:lnTo>
                  <a:lnTo>
                    <a:pt x="1836569" y="2046967"/>
                  </a:lnTo>
                  <a:lnTo>
                    <a:pt x="1827478" y="2052326"/>
                  </a:lnTo>
                  <a:lnTo>
                    <a:pt x="1818275" y="2057685"/>
                  </a:lnTo>
                  <a:lnTo>
                    <a:pt x="1809013" y="2063043"/>
                  </a:lnTo>
                  <a:lnTo>
                    <a:pt x="1799695" y="2068402"/>
                  </a:lnTo>
                  <a:lnTo>
                    <a:pt x="1790275" y="2073760"/>
                  </a:lnTo>
                  <a:lnTo>
                    <a:pt x="1780811" y="2079119"/>
                  </a:lnTo>
                  <a:lnTo>
                    <a:pt x="1771287" y="2084477"/>
                  </a:lnTo>
                  <a:lnTo>
                    <a:pt x="1761687" y="2089836"/>
                  </a:lnTo>
                  <a:lnTo>
                    <a:pt x="1752050" y="2095194"/>
                  </a:lnTo>
                  <a:lnTo>
                    <a:pt x="1742352" y="2100553"/>
                  </a:lnTo>
                  <a:lnTo>
                    <a:pt x="1732603" y="2105912"/>
                  </a:lnTo>
                  <a:lnTo>
                    <a:pt x="1722823" y="2111270"/>
                  </a:lnTo>
                  <a:lnTo>
                    <a:pt x="1712988" y="2116629"/>
                  </a:lnTo>
                  <a:lnTo>
                    <a:pt x="1703121" y="2121987"/>
                  </a:lnTo>
                  <a:lnTo>
                    <a:pt x="1693230" y="2127346"/>
                  </a:lnTo>
                  <a:lnTo>
                    <a:pt x="1683295" y="2132704"/>
                  </a:lnTo>
                  <a:lnTo>
                    <a:pt x="1673345" y="2138063"/>
                  </a:lnTo>
                  <a:lnTo>
                    <a:pt x="1663376" y="2143421"/>
                  </a:lnTo>
                  <a:lnTo>
                    <a:pt x="1653385" y="2148780"/>
                  </a:lnTo>
                  <a:lnTo>
                    <a:pt x="1643388" y="2154139"/>
                  </a:lnTo>
                  <a:lnTo>
                    <a:pt x="1633382" y="2159497"/>
                  </a:lnTo>
                  <a:lnTo>
                    <a:pt x="1623376" y="2164856"/>
                  </a:lnTo>
                  <a:lnTo>
                    <a:pt x="1613370" y="2170214"/>
                  </a:lnTo>
                  <a:lnTo>
                    <a:pt x="1603374" y="2175573"/>
                  </a:lnTo>
                  <a:lnTo>
                    <a:pt x="1593391" y="2180931"/>
                  </a:lnTo>
                  <a:lnTo>
                    <a:pt x="1583418" y="2186290"/>
                  </a:lnTo>
                  <a:lnTo>
                    <a:pt x="1573478" y="2191648"/>
                  </a:lnTo>
                  <a:lnTo>
                    <a:pt x="1563562" y="2197007"/>
                  </a:lnTo>
                  <a:lnTo>
                    <a:pt x="1553669" y="2202366"/>
                  </a:lnTo>
                  <a:lnTo>
                    <a:pt x="1543831" y="2207724"/>
                  </a:lnTo>
                  <a:lnTo>
                    <a:pt x="1534024" y="2213083"/>
                  </a:lnTo>
                  <a:lnTo>
                    <a:pt x="1524262" y="2218441"/>
                  </a:lnTo>
                  <a:lnTo>
                    <a:pt x="1514569" y="2223800"/>
                  </a:lnTo>
                  <a:lnTo>
                    <a:pt x="1504915" y="2229158"/>
                  </a:lnTo>
                  <a:lnTo>
                    <a:pt x="1495335" y="2234517"/>
                  </a:lnTo>
                  <a:lnTo>
                    <a:pt x="1485830" y="2239875"/>
                  </a:lnTo>
                  <a:lnTo>
                    <a:pt x="1476375" y="2245234"/>
                  </a:lnTo>
                  <a:lnTo>
                    <a:pt x="1467027" y="2250593"/>
                  </a:lnTo>
                  <a:lnTo>
                    <a:pt x="1457754" y="2255951"/>
                  </a:lnTo>
                  <a:lnTo>
                    <a:pt x="1448541" y="2261310"/>
                  </a:lnTo>
                  <a:lnTo>
                    <a:pt x="1439472" y="2266668"/>
                  </a:lnTo>
                  <a:lnTo>
                    <a:pt x="1430473" y="2272027"/>
                  </a:lnTo>
                  <a:lnTo>
                    <a:pt x="1421564" y="2277385"/>
                  </a:lnTo>
                  <a:lnTo>
                    <a:pt x="1412800" y="2282744"/>
                  </a:lnTo>
                  <a:lnTo>
                    <a:pt x="1404114" y="2288102"/>
                  </a:lnTo>
                  <a:lnTo>
                    <a:pt x="1395553" y="2293461"/>
                  </a:lnTo>
                  <a:lnTo>
                    <a:pt x="1387131" y="2298820"/>
                  </a:lnTo>
                  <a:lnTo>
                    <a:pt x="1378794" y="2304178"/>
                  </a:lnTo>
                  <a:lnTo>
                    <a:pt x="1370621" y="2309537"/>
                  </a:lnTo>
                  <a:lnTo>
                    <a:pt x="1362574" y="2314895"/>
                  </a:lnTo>
                  <a:lnTo>
                    <a:pt x="1354618" y="2320254"/>
                  </a:lnTo>
                  <a:lnTo>
                    <a:pt x="1346868" y="2325612"/>
                  </a:lnTo>
                  <a:lnTo>
                    <a:pt x="1339225" y="2330971"/>
                  </a:lnTo>
                  <a:lnTo>
                    <a:pt x="1331697" y="2336329"/>
                  </a:lnTo>
                  <a:lnTo>
                    <a:pt x="1324379" y="2341688"/>
                  </a:lnTo>
                  <a:lnTo>
                    <a:pt x="1317163" y="2347047"/>
                  </a:lnTo>
                  <a:lnTo>
                    <a:pt x="1310098" y="2352405"/>
                  </a:lnTo>
                  <a:lnTo>
                    <a:pt x="1303223" y="2357764"/>
                  </a:lnTo>
                  <a:lnTo>
                    <a:pt x="1296452" y="2363122"/>
                  </a:lnTo>
                  <a:lnTo>
                    <a:pt x="1289868" y="2368481"/>
                  </a:lnTo>
                  <a:lnTo>
                    <a:pt x="1283448" y="2373839"/>
                  </a:lnTo>
                  <a:lnTo>
                    <a:pt x="1277135" y="2379198"/>
                  </a:lnTo>
                  <a:lnTo>
                    <a:pt x="1271044" y="2384556"/>
                  </a:lnTo>
                  <a:lnTo>
                    <a:pt x="1265087" y="2389915"/>
                  </a:lnTo>
                  <a:lnTo>
                    <a:pt x="1259245" y="2395274"/>
                  </a:lnTo>
                  <a:lnTo>
                    <a:pt x="1253645" y="2400632"/>
                  </a:lnTo>
                  <a:lnTo>
                    <a:pt x="1248153" y="2405991"/>
                  </a:lnTo>
                  <a:lnTo>
                    <a:pt x="1242808" y="2411349"/>
                  </a:lnTo>
                  <a:lnTo>
                    <a:pt x="1237671" y="2416708"/>
                  </a:lnTo>
                  <a:lnTo>
                    <a:pt x="1232642" y="2422066"/>
                  </a:lnTo>
                  <a:lnTo>
                    <a:pt x="1227787" y="2427425"/>
                  </a:lnTo>
                  <a:lnTo>
                    <a:pt x="1223106" y="2432783"/>
                  </a:lnTo>
                  <a:lnTo>
                    <a:pt x="1218531" y="2438142"/>
                  </a:lnTo>
                  <a:lnTo>
                    <a:pt x="1214155" y="2443501"/>
                  </a:lnTo>
                  <a:lnTo>
                    <a:pt x="1209918" y="2448859"/>
                  </a:lnTo>
                  <a:lnTo>
                    <a:pt x="1205782" y="2454218"/>
                  </a:lnTo>
                  <a:lnTo>
                    <a:pt x="1201869" y="2459576"/>
                  </a:lnTo>
                  <a:lnTo>
                    <a:pt x="1198059" y="2464935"/>
                  </a:lnTo>
                  <a:lnTo>
                    <a:pt x="1194368" y="2470293"/>
                  </a:lnTo>
                  <a:lnTo>
                    <a:pt x="1190872" y="2475652"/>
                  </a:lnTo>
                  <a:lnTo>
                    <a:pt x="1187470" y="2481010"/>
                  </a:lnTo>
                  <a:lnTo>
                    <a:pt x="1184206" y="2486369"/>
                  </a:lnTo>
                  <a:lnTo>
                    <a:pt x="1181100" y="2491728"/>
                  </a:lnTo>
                  <a:lnTo>
                    <a:pt x="1178082" y="2497086"/>
                  </a:lnTo>
                  <a:lnTo>
                    <a:pt x="1175219" y="2502445"/>
                  </a:lnTo>
                  <a:lnTo>
                    <a:pt x="1172478" y="2507803"/>
                  </a:lnTo>
                  <a:lnTo>
                    <a:pt x="1169819" y="2513162"/>
                  </a:lnTo>
                  <a:lnTo>
                    <a:pt x="1167325" y="2518520"/>
                  </a:lnTo>
                  <a:lnTo>
                    <a:pt x="1164923" y="2523879"/>
                  </a:lnTo>
                  <a:lnTo>
                    <a:pt x="1162604" y="2529237"/>
                  </a:lnTo>
                  <a:lnTo>
                    <a:pt x="1160443" y="2534596"/>
                  </a:lnTo>
                  <a:lnTo>
                    <a:pt x="1158352" y="2539954"/>
                  </a:lnTo>
                  <a:lnTo>
                    <a:pt x="1156356" y="2545313"/>
                  </a:lnTo>
                  <a:lnTo>
                    <a:pt x="1154485" y="2550672"/>
                  </a:lnTo>
                  <a:lnTo>
                    <a:pt x="1152677" y="2556030"/>
                  </a:lnTo>
                  <a:lnTo>
                    <a:pt x="1150973" y="2561389"/>
                  </a:lnTo>
                  <a:lnTo>
                    <a:pt x="1149363" y="2566747"/>
                  </a:lnTo>
                  <a:lnTo>
                    <a:pt x="1147811" y="2572106"/>
                  </a:lnTo>
                  <a:lnTo>
                    <a:pt x="1146368" y="2577464"/>
                  </a:lnTo>
                  <a:lnTo>
                    <a:pt x="1144993" y="2582823"/>
                  </a:lnTo>
                  <a:lnTo>
                    <a:pt x="1143670" y="2588181"/>
                  </a:lnTo>
                  <a:lnTo>
                    <a:pt x="1142457" y="2593540"/>
                  </a:lnTo>
                  <a:lnTo>
                    <a:pt x="1141291" y="2598899"/>
                  </a:lnTo>
                  <a:lnTo>
                    <a:pt x="1140182" y="2604257"/>
                  </a:lnTo>
                  <a:lnTo>
                    <a:pt x="1139159" y="2609616"/>
                  </a:lnTo>
                  <a:lnTo>
                    <a:pt x="1138177" y="2614974"/>
                  </a:lnTo>
                  <a:lnTo>
                    <a:pt x="1137256" y="2620333"/>
                  </a:lnTo>
                  <a:lnTo>
                    <a:pt x="1136399" y="2625691"/>
                  </a:lnTo>
                  <a:lnTo>
                    <a:pt x="1135577" y="2631050"/>
                  </a:lnTo>
                  <a:lnTo>
                    <a:pt x="1134818" y="2636408"/>
                  </a:lnTo>
                  <a:lnTo>
                    <a:pt x="1134104" y="2641767"/>
                  </a:lnTo>
                  <a:lnTo>
                    <a:pt x="1133422" y="2647126"/>
                  </a:lnTo>
                  <a:lnTo>
                    <a:pt x="1132801" y="2652484"/>
                  </a:lnTo>
                  <a:lnTo>
                    <a:pt x="1132212" y="2657843"/>
                  </a:lnTo>
                  <a:lnTo>
                    <a:pt x="1131652" y="2663201"/>
                  </a:lnTo>
                  <a:lnTo>
                    <a:pt x="1131145" y="2668560"/>
                  </a:lnTo>
                  <a:lnTo>
                    <a:pt x="1130661" y="2673918"/>
                  </a:lnTo>
                  <a:lnTo>
                    <a:pt x="1130209" y="2679277"/>
                  </a:lnTo>
                  <a:lnTo>
                    <a:pt x="1129795" y="2684635"/>
                  </a:lnTo>
                  <a:lnTo>
                    <a:pt x="1129401" y="2689994"/>
                  </a:lnTo>
                  <a:lnTo>
                    <a:pt x="1129039" y="2695353"/>
                  </a:lnTo>
                  <a:lnTo>
                    <a:pt x="1128703" y="2700711"/>
                  </a:lnTo>
                  <a:lnTo>
                    <a:pt x="1128384" y="2706070"/>
                  </a:lnTo>
                  <a:lnTo>
                    <a:pt x="1128095" y="2711428"/>
                  </a:lnTo>
                  <a:lnTo>
                    <a:pt x="1127825" y="2716787"/>
                  </a:lnTo>
                  <a:lnTo>
                    <a:pt x="1127569" y="2722145"/>
                  </a:lnTo>
                  <a:lnTo>
                    <a:pt x="1127341" y="2727504"/>
                  </a:lnTo>
                  <a:lnTo>
                    <a:pt x="1127125" y="2732862"/>
                  </a:lnTo>
                  <a:lnTo>
                    <a:pt x="1126923" y="2738221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4224320" y="3036392"/>
              <a:ext cx="2618819" cy="2524652"/>
            </a:xfrm>
            <a:custGeom>
              <a:avLst/>
              <a:pathLst>
                <a:path w="2618819" h="2524652">
                  <a:moveTo>
                    <a:pt x="1306028" y="2524652"/>
                  </a:moveTo>
                  <a:lnTo>
                    <a:pt x="1305755" y="2519711"/>
                  </a:lnTo>
                  <a:lnTo>
                    <a:pt x="1305457" y="2514771"/>
                  </a:lnTo>
                  <a:lnTo>
                    <a:pt x="1305137" y="2509830"/>
                  </a:lnTo>
                  <a:lnTo>
                    <a:pt x="1304803" y="2504889"/>
                  </a:lnTo>
                  <a:lnTo>
                    <a:pt x="1304430" y="2499949"/>
                  </a:lnTo>
                  <a:lnTo>
                    <a:pt x="1304041" y="2495008"/>
                  </a:lnTo>
                  <a:lnTo>
                    <a:pt x="1303623" y="2490068"/>
                  </a:lnTo>
                  <a:lnTo>
                    <a:pt x="1303171" y="2485127"/>
                  </a:lnTo>
                  <a:lnTo>
                    <a:pt x="1302701" y="2480186"/>
                  </a:lnTo>
                  <a:lnTo>
                    <a:pt x="1302180" y="2475246"/>
                  </a:lnTo>
                  <a:lnTo>
                    <a:pt x="1301635" y="2470305"/>
                  </a:lnTo>
                  <a:lnTo>
                    <a:pt x="1301056" y="2465365"/>
                  </a:lnTo>
                  <a:lnTo>
                    <a:pt x="1300427" y="2460424"/>
                  </a:lnTo>
                  <a:lnTo>
                    <a:pt x="1299774" y="2455483"/>
                  </a:lnTo>
                  <a:lnTo>
                    <a:pt x="1299061" y="2450543"/>
                  </a:lnTo>
                  <a:lnTo>
                    <a:pt x="1298309" y="2445602"/>
                  </a:lnTo>
                  <a:lnTo>
                    <a:pt x="1297520" y="2440662"/>
                  </a:lnTo>
                  <a:lnTo>
                    <a:pt x="1296659" y="2435721"/>
                  </a:lnTo>
                  <a:lnTo>
                    <a:pt x="1295766" y="2430780"/>
                  </a:lnTo>
                  <a:lnTo>
                    <a:pt x="1294803" y="2425840"/>
                  </a:lnTo>
                  <a:lnTo>
                    <a:pt x="1293783" y="2420899"/>
                  </a:lnTo>
                  <a:lnTo>
                    <a:pt x="1292723" y="2415958"/>
                  </a:lnTo>
                  <a:lnTo>
                    <a:pt x="1291563" y="2411018"/>
                  </a:lnTo>
                  <a:lnTo>
                    <a:pt x="1290362" y="2406077"/>
                  </a:lnTo>
                  <a:lnTo>
                    <a:pt x="1289083" y="2401137"/>
                  </a:lnTo>
                  <a:lnTo>
                    <a:pt x="1287721" y="2396196"/>
                  </a:lnTo>
                  <a:lnTo>
                    <a:pt x="1286314" y="2391255"/>
                  </a:lnTo>
                  <a:lnTo>
                    <a:pt x="1284781" y="2386315"/>
                  </a:lnTo>
                  <a:lnTo>
                    <a:pt x="1283191" y="2381374"/>
                  </a:lnTo>
                  <a:lnTo>
                    <a:pt x="1281517" y="2376434"/>
                  </a:lnTo>
                  <a:lnTo>
                    <a:pt x="1279728" y="2371493"/>
                  </a:lnTo>
                  <a:lnTo>
                    <a:pt x="1277883" y="2366552"/>
                  </a:lnTo>
                  <a:lnTo>
                    <a:pt x="1275896" y="2361612"/>
                  </a:lnTo>
                  <a:lnTo>
                    <a:pt x="1273827" y="2356671"/>
                  </a:lnTo>
                  <a:lnTo>
                    <a:pt x="1271669" y="2351731"/>
                  </a:lnTo>
                  <a:lnTo>
                    <a:pt x="1269356" y="2346790"/>
                  </a:lnTo>
                  <a:lnTo>
                    <a:pt x="1266976" y="2341849"/>
                  </a:lnTo>
                  <a:lnTo>
                    <a:pt x="1264442" y="2336909"/>
                  </a:lnTo>
                  <a:lnTo>
                    <a:pt x="1261791" y="2331968"/>
                  </a:lnTo>
                  <a:lnTo>
                    <a:pt x="1259053" y="2327027"/>
                  </a:lnTo>
                  <a:lnTo>
                    <a:pt x="1256114" y="2322087"/>
                  </a:lnTo>
                  <a:lnTo>
                    <a:pt x="1253093" y="2317146"/>
                  </a:lnTo>
                  <a:lnTo>
                    <a:pt x="1249911" y="2312206"/>
                  </a:lnTo>
                  <a:lnTo>
                    <a:pt x="1246573" y="2307265"/>
                  </a:lnTo>
                  <a:lnTo>
                    <a:pt x="1243149" y="2302324"/>
                  </a:lnTo>
                  <a:lnTo>
                    <a:pt x="1239478" y="2297384"/>
                  </a:lnTo>
                  <a:lnTo>
                    <a:pt x="1235709" y="2292443"/>
                  </a:lnTo>
                  <a:lnTo>
                    <a:pt x="1231777" y="2287503"/>
                  </a:lnTo>
                  <a:lnTo>
                    <a:pt x="1227643" y="2282562"/>
                  </a:lnTo>
                  <a:lnTo>
                    <a:pt x="1223410" y="2277621"/>
                  </a:lnTo>
                  <a:lnTo>
                    <a:pt x="1218922" y="2272681"/>
                  </a:lnTo>
                  <a:lnTo>
                    <a:pt x="1214297" y="2267740"/>
                  </a:lnTo>
                  <a:lnTo>
                    <a:pt x="1209516" y="2262799"/>
                  </a:lnTo>
                  <a:lnTo>
                    <a:pt x="1204483" y="2257859"/>
                  </a:lnTo>
                  <a:lnTo>
                    <a:pt x="1199339" y="2252918"/>
                  </a:lnTo>
                  <a:lnTo>
                    <a:pt x="1193940" y="2247978"/>
                  </a:lnTo>
                  <a:lnTo>
                    <a:pt x="1188364" y="2243037"/>
                  </a:lnTo>
                  <a:lnTo>
                    <a:pt x="1182643" y="2238096"/>
                  </a:lnTo>
                  <a:lnTo>
                    <a:pt x="1176621" y="2233156"/>
                  </a:lnTo>
                  <a:lnTo>
                    <a:pt x="1170478" y="2228215"/>
                  </a:lnTo>
                  <a:lnTo>
                    <a:pt x="1164089" y="2223275"/>
                  </a:lnTo>
                  <a:lnTo>
                    <a:pt x="1157482" y="2218334"/>
                  </a:lnTo>
                  <a:lnTo>
                    <a:pt x="1150750" y="2213393"/>
                  </a:lnTo>
                  <a:lnTo>
                    <a:pt x="1143671" y="2208453"/>
                  </a:lnTo>
                  <a:lnTo>
                    <a:pt x="1136464" y="2203512"/>
                  </a:lnTo>
                  <a:lnTo>
                    <a:pt x="1129030" y="2198572"/>
                  </a:lnTo>
                  <a:lnTo>
                    <a:pt x="1121340" y="2193631"/>
                  </a:lnTo>
                  <a:lnTo>
                    <a:pt x="1113522" y="2188690"/>
                  </a:lnTo>
                  <a:lnTo>
                    <a:pt x="1105377" y="2183750"/>
                  </a:lnTo>
                  <a:lnTo>
                    <a:pt x="1097073" y="2178809"/>
                  </a:lnTo>
                  <a:lnTo>
                    <a:pt x="1088571" y="2173868"/>
                  </a:lnTo>
                  <a:lnTo>
                    <a:pt x="1079783" y="2168928"/>
                  </a:lnTo>
                  <a:lnTo>
                    <a:pt x="1070867" y="2163987"/>
                  </a:lnTo>
                  <a:lnTo>
                    <a:pt x="1061658" y="2159047"/>
                  </a:lnTo>
                  <a:lnTo>
                    <a:pt x="1052267" y="2154106"/>
                  </a:lnTo>
                  <a:lnTo>
                    <a:pt x="1042712" y="2149165"/>
                  </a:lnTo>
                  <a:lnTo>
                    <a:pt x="1032855" y="2144225"/>
                  </a:lnTo>
                  <a:lnTo>
                    <a:pt x="1022877" y="2139284"/>
                  </a:lnTo>
                  <a:lnTo>
                    <a:pt x="1012652" y="2134344"/>
                  </a:lnTo>
                  <a:lnTo>
                    <a:pt x="1002230" y="2129403"/>
                  </a:lnTo>
                  <a:lnTo>
                    <a:pt x="991685" y="2124462"/>
                  </a:lnTo>
                  <a:lnTo>
                    <a:pt x="980840" y="2119522"/>
                  </a:lnTo>
                  <a:lnTo>
                    <a:pt x="969889" y="2114581"/>
                  </a:lnTo>
                  <a:lnTo>
                    <a:pt x="958743" y="2109641"/>
                  </a:lnTo>
                  <a:lnTo>
                    <a:pt x="947404" y="2104700"/>
                  </a:lnTo>
                  <a:lnTo>
                    <a:pt x="935967" y="2099759"/>
                  </a:lnTo>
                  <a:lnTo>
                    <a:pt x="924287" y="2094819"/>
                  </a:lnTo>
                  <a:lnTo>
                    <a:pt x="912507" y="2089878"/>
                  </a:lnTo>
                  <a:lnTo>
                    <a:pt x="900589" y="2084937"/>
                  </a:lnTo>
                  <a:lnTo>
                    <a:pt x="888503" y="2079997"/>
                  </a:lnTo>
                  <a:lnTo>
                    <a:pt x="876342" y="2075056"/>
                  </a:lnTo>
                  <a:lnTo>
                    <a:pt x="864018" y="2070116"/>
                  </a:lnTo>
                  <a:lnTo>
                    <a:pt x="851611" y="2065175"/>
                  </a:lnTo>
                  <a:lnTo>
                    <a:pt x="839121" y="2060234"/>
                  </a:lnTo>
                  <a:lnTo>
                    <a:pt x="826513" y="2055294"/>
                  </a:lnTo>
                  <a:lnTo>
                    <a:pt x="813861" y="2050353"/>
                  </a:lnTo>
                  <a:lnTo>
                    <a:pt x="801126" y="2045413"/>
                  </a:lnTo>
                  <a:lnTo>
                    <a:pt x="788344" y="2040472"/>
                  </a:lnTo>
                  <a:lnTo>
                    <a:pt x="775531" y="2035531"/>
                  </a:lnTo>
                  <a:lnTo>
                    <a:pt x="762674" y="2030591"/>
                  </a:lnTo>
                  <a:lnTo>
                    <a:pt x="749811" y="2025650"/>
                  </a:lnTo>
                  <a:lnTo>
                    <a:pt x="736939" y="2020710"/>
                  </a:lnTo>
                  <a:lnTo>
                    <a:pt x="724082" y="2015769"/>
                  </a:lnTo>
                  <a:lnTo>
                    <a:pt x="711233" y="2010828"/>
                  </a:lnTo>
                  <a:lnTo>
                    <a:pt x="698439" y="2005888"/>
                  </a:lnTo>
                  <a:lnTo>
                    <a:pt x="685681" y="2000947"/>
                  </a:lnTo>
                  <a:lnTo>
                    <a:pt x="672978" y="1996006"/>
                  </a:lnTo>
                  <a:lnTo>
                    <a:pt x="660373" y="1991066"/>
                  </a:lnTo>
                  <a:lnTo>
                    <a:pt x="647818" y="1986125"/>
                  </a:lnTo>
                  <a:lnTo>
                    <a:pt x="635406" y="1981185"/>
                  </a:lnTo>
                  <a:lnTo>
                    <a:pt x="623092" y="1976244"/>
                  </a:lnTo>
                  <a:lnTo>
                    <a:pt x="610881" y="1971303"/>
                  </a:lnTo>
                  <a:lnTo>
                    <a:pt x="598869" y="1966363"/>
                  </a:lnTo>
                  <a:lnTo>
                    <a:pt x="586951" y="1961422"/>
                  </a:lnTo>
                  <a:lnTo>
                    <a:pt x="575246" y="1956482"/>
                  </a:lnTo>
                  <a:lnTo>
                    <a:pt x="563717" y="1951541"/>
                  </a:lnTo>
                  <a:lnTo>
                    <a:pt x="552319" y="1946600"/>
                  </a:lnTo>
                  <a:lnTo>
                    <a:pt x="541238" y="1941660"/>
                  </a:lnTo>
                  <a:lnTo>
                    <a:pt x="530290" y="1936719"/>
                  </a:lnTo>
                  <a:lnTo>
                    <a:pt x="519605" y="1931779"/>
                  </a:lnTo>
                  <a:lnTo>
                    <a:pt x="509185" y="1926838"/>
                  </a:lnTo>
                  <a:lnTo>
                    <a:pt x="498912" y="1921897"/>
                  </a:lnTo>
                  <a:lnTo>
                    <a:pt x="489065" y="1916957"/>
                  </a:lnTo>
                  <a:lnTo>
                    <a:pt x="479393" y="1912016"/>
                  </a:lnTo>
                  <a:lnTo>
                    <a:pt x="470008" y="1907075"/>
                  </a:lnTo>
                  <a:lnTo>
                    <a:pt x="460985" y="1902135"/>
                  </a:lnTo>
                  <a:lnTo>
                    <a:pt x="452141" y="1897194"/>
                  </a:lnTo>
                  <a:lnTo>
                    <a:pt x="443755" y="1892254"/>
                  </a:lnTo>
                  <a:lnTo>
                    <a:pt x="435618" y="1887313"/>
                  </a:lnTo>
                  <a:lnTo>
                    <a:pt x="427767" y="1882372"/>
                  </a:lnTo>
                  <a:lnTo>
                    <a:pt x="420372" y="1877432"/>
                  </a:lnTo>
                  <a:lnTo>
                    <a:pt x="413180" y="1872491"/>
                  </a:lnTo>
                  <a:lnTo>
                    <a:pt x="406450" y="1867551"/>
                  </a:lnTo>
                  <a:lnTo>
                    <a:pt x="400041" y="1862610"/>
                  </a:lnTo>
                  <a:lnTo>
                    <a:pt x="393893" y="1857669"/>
                  </a:lnTo>
                  <a:lnTo>
                    <a:pt x="388288" y="1852729"/>
                  </a:lnTo>
                  <a:lnTo>
                    <a:pt x="382899" y="1847788"/>
                  </a:lnTo>
                  <a:lnTo>
                    <a:pt x="377947" y="1842848"/>
                  </a:lnTo>
                  <a:lnTo>
                    <a:pt x="373381" y="1837907"/>
                  </a:lnTo>
                  <a:lnTo>
                    <a:pt x="369036" y="1832966"/>
                  </a:lnTo>
                  <a:lnTo>
                    <a:pt x="365298" y="1828026"/>
                  </a:lnTo>
                  <a:lnTo>
                    <a:pt x="361780" y="1823085"/>
                  </a:lnTo>
                  <a:lnTo>
                    <a:pt x="358652" y="1818144"/>
                  </a:lnTo>
                  <a:lnTo>
                    <a:pt x="355959" y="1813204"/>
                  </a:lnTo>
                  <a:lnTo>
                    <a:pt x="353484" y="1808263"/>
                  </a:lnTo>
                  <a:lnTo>
                    <a:pt x="351556" y="1803323"/>
                  </a:lnTo>
                  <a:lnTo>
                    <a:pt x="349890" y="1798382"/>
                  </a:lnTo>
                  <a:lnTo>
                    <a:pt x="348549" y="1793441"/>
                  </a:lnTo>
                  <a:lnTo>
                    <a:pt x="347672" y="1788501"/>
                  </a:lnTo>
                  <a:lnTo>
                    <a:pt x="347000" y="1783560"/>
                  </a:lnTo>
                  <a:lnTo>
                    <a:pt x="346793" y="1778620"/>
                  </a:lnTo>
                  <a:lnTo>
                    <a:pt x="346872" y="1773679"/>
                  </a:lnTo>
                  <a:lnTo>
                    <a:pt x="347206" y="1768738"/>
                  </a:lnTo>
                  <a:lnTo>
                    <a:pt x="348003" y="1763798"/>
                  </a:lnTo>
                  <a:lnTo>
                    <a:pt x="348305" y="1762275"/>
                  </a:lnTo>
                  <a:lnTo>
                    <a:pt x="348983" y="1758857"/>
                  </a:lnTo>
                  <a:lnTo>
                    <a:pt x="350333" y="1753917"/>
                  </a:lnTo>
                  <a:lnTo>
                    <a:pt x="351973" y="1748976"/>
                  </a:lnTo>
                  <a:lnTo>
                    <a:pt x="353795" y="1744035"/>
                  </a:lnTo>
                  <a:lnTo>
                    <a:pt x="356051" y="1739095"/>
                  </a:lnTo>
                  <a:lnTo>
                    <a:pt x="358457" y="1734154"/>
                  </a:lnTo>
                  <a:lnTo>
                    <a:pt x="361137" y="1729213"/>
                  </a:lnTo>
                  <a:lnTo>
                    <a:pt x="364086" y="1724273"/>
                  </a:lnTo>
                  <a:lnTo>
                    <a:pt x="367171" y="1719332"/>
                  </a:lnTo>
                  <a:lnTo>
                    <a:pt x="370584" y="1714392"/>
                  </a:lnTo>
                  <a:lnTo>
                    <a:pt x="374132" y="1709451"/>
                  </a:lnTo>
                  <a:lnTo>
                    <a:pt x="377862" y="1704510"/>
                  </a:lnTo>
                  <a:lnTo>
                    <a:pt x="381812" y="1699570"/>
                  </a:lnTo>
                  <a:lnTo>
                    <a:pt x="385859" y="1694629"/>
                  </a:lnTo>
                  <a:lnTo>
                    <a:pt x="390114" y="1689689"/>
                  </a:lnTo>
                  <a:lnTo>
                    <a:pt x="394474" y="1684748"/>
                  </a:lnTo>
                  <a:lnTo>
                    <a:pt x="398936" y="1679807"/>
                  </a:lnTo>
                  <a:lnTo>
                    <a:pt x="403545" y="1674867"/>
                  </a:lnTo>
                  <a:lnTo>
                    <a:pt x="408206" y="1669926"/>
                  </a:lnTo>
                  <a:lnTo>
                    <a:pt x="412968" y="1664986"/>
                  </a:lnTo>
                  <a:lnTo>
                    <a:pt x="417785" y="1660045"/>
                  </a:lnTo>
                  <a:lnTo>
                    <a:pt x="422639" y="1655104"/>
                  </a:lnTo>
                  <a:lnTo>
                    <a:pt x="427544" y="1650164"/>
                  </a:lnTo>
                  <a:lnTo>
                    <a:pt x="432456" y="1645223"/>
                  </a:lnTo>
                  <a:lnTo>
                    <a:pt x="437378" y="1640282"/>
                  </a:lnTo>
                  <a:lnTo>
                    <a:pt x="442285" y="1635342"/>
                  </a:lnTo>
                  <a:lnTo>
                    <a:pt x="447181" y="1630401"/>
                  </a:lnTo>
                  <a:lnTo>
                    <a:pt x="452019" y="1625461"/>
                  </a:lnTo>
                  <a:lnTo>
                    <a:pt x="456817" y="1620520"/>
                  </a:lnTo>
                  <a:lnTo>
                    <a:pt x="461557" y="1615579"/>
                  </a:lnTo>
                  <a:lnTo>
                    <a:pt x="466193" y="1610639"/>
                  </a:lnTo>
                  <a:lnTo>
                    <a:pt x="470776" y="1605698"/>
                  </a:lnTo>
                  <a:lnTo>
                    <a:pt x="475209" y="1600758"/>
                  </a:lnTo>
                  <a:lnTo>
                    <a:pt x="479543" y="1595817"/>
                  </a:lnTo>
                  <a:lnTo>
                    <a:pt x="483771" y="1590876"/>
                  </a:lnTo>
                  <a:lnTo>
                    <a:pt x="487796" y="1585936"/>
                  </a:lnTo>
                  <a:lnTo>
                    <a:pt x="491728" y="1580995"/>
                  </a:lnTo>
                  <a:lnTo>
                    <a:pt x="495446" y="1576055"/>
                  </a:lnTo>
                  <a:lnTo>
                    <a:pt x="498991" y="1571114"/>
                  </a:lnTo>
                  <a:lnTo>
                    <a:pt x="502407" y="1566173"/>
                  </a:lnTo>
                  <a:lnTo>
                    <a:pt x="505513" y="1561233"/>
                  </a:lnTo>
                  <a:lnTo>
                    <a:pt x="508491" y="1556292"/>
                  </a:lnTo>
                  <a:lnTo>
                    <a:pt x="511216" y="1551351"/>
                  </a:lnTo>
                  <a:lnTo>
                    <a:pt x="513687" y="1546411"/>
                  </a:lnTo>
                  <a:lnTo>
                    <a:pt x="516019" y="1541470"/>
                  </a:lnTo>
                  <a:lnTo>
                    <a:pt x="517948" y="1536530"/>
                  </a:lnTo>
                  <a:lnTo>
                    <a:pt x="519713" y="1531589"/>
                  </a:lnTo>
                  <a:lnTo>
                    <a:pt x="521210" y="1526648"/>
                  </a:lnTo>
                  <a:lnTo>
                    <a:pt x="522370" y="1521708"/>
                  </a:lnTo>
                  <a:lnTo>
                    <a:pt x="523364" y="1516767"/>
                  </a:lnTo>
                  <a:lnTo>
                    <a:pt x="523936" y="1511827"/>
                  </a:lnTo>
                  <a:lnTo>
                    <a:pt x="524280" y="1506886"/>
                  </a:lnTo>
                  <a:lnTo>
                    <a:pt x="524364" y="1501945"/>
                  </a:lnTo>
                  <a:lnTo>
                    <a:pt x="524031" y="1497005"/>
                  </a:lnTo>
                  <a:lnTo>
                    <a:pt x="523514" y="1492064"/>
                  </a:lnTo>
                  <a:lnTo>
                    <a:pt x="522580" y="1487124"/>
                  </a:lnTo>
                  <a:lnTo>
                    <a:pt x="521356" y="1482183"/>
                  </a:lnTo>
                  <a:lnTo>
                    <a:pt x="519898" y="1477242"/>
                  </a:lnTo>
                  <a:lnTo>
                    <a:pt x="517953" y="1472302"/>
                  </a:lnTo>
                  <a:lnTo>
                    <a:pt x="515814" y="1467361"/>
                  </a:lnTo>
                  <a:lnTo>
                    <a:pt x="513286" y="1462420"/>
                  </a:lnTo>
                  <a:lnTo>
                    <a:pt x="510415" y="1457480"/>
                  </a:lnTo>
                  <a:lnTo>
                    <a:pt x="507347" y="1452539"/>
                  </a:lnTo>
                  <a:lnTo>
                    <a:pt x="503740" y="1447599"/>
                  </a:lnTo>
                  <a:lnTo>
                    <a:pt x="499939" y="1442658"/>
                  </a:lnTo>
                  <a:lnTo>
                    <a:pt x="495795" y="1437717"/>
                  </a:lnTo>
                  <a:lnTo>
                    <a:pt x="491265" y="1432777"/>
                  </a:lnTo>
                  <a:lnTo>
                    <a:pt x="486544" y="1427836"/>
                  </a:lnTo>
                  <a:lnTo>
                    <a:pt x="481343" y="1422896"/>
                  </a:lnTo>
                  <a:lnTo>
                    <a:pt x="475913" y="1417955"/>
                  </a:lnTo>
                  <a:lnTo>
                    <a:pt x="470198" y="1413014"/>
                  </a:lnTo>
                  <a:lnTo>
                    <a:pt x="464078" y="1408074"/>
                  </a:lnTo>
                  <a:lnTo>
                    <a:pt x="457779" y="1403133"/>
                  </a:lnTo>
                  <a:lnTo>
                    <a:pt x="451078" y="1398193"/>
                  </a:lnTo>
                  <a:lnTo>
                    <a:pt x="444129" y="1393252"/>
                  </a:lnTo>
                  <a:lnTo>
                    <a:pt x="436961" y="1388311"/>
                  </a:lnTo>
                  <a:lnTo>
                    <a:pt x="429394" y="1383371"/>
                  </a:lnTo>
                  <a:lnTo>
                    <a:pt x="421673" y="1378430"/>
                  </a:lnTo>
                  <a:lnTo>
                    <a:pt x="413637" y="1373489"/>
                  </a:lnTo>
                  <a:lnTo>
                    <a:pt x="405356" y="1368549"/>
                  </a:lnTo>
                  <a:lnTo>
                    <a:pt x="396924" y="1363608"/>
                  </a:lnTo>
                  <a:lnTo>
                    <a:pt x="388132" y="1358668"/>
                  </a:lnTo>
                  <a:lnTo>
                    <a:pt x="379218" y="1353727"/>
                  </a:lnTo>
                  <a:lnTo>
                    <a:pt x="370083" y="1348786"/>
                  </a:lnTo>
                  <a:lnTo>
                    <a:pt x="360734" y="1343846"/>
                  </a:lnTo>
                  <a:lnTo>
                    <a:pt x="351278" y="1338905"/>
                  </a:lnTo>
                  <a:lnTo>
                    <a:pt x="341572" y="1333965"/>
                  </a:lnTo>
                  <a:lnTo>
                    <a:pt x="331769" y="1329024"/>
                  </a:lnTo>
                  <a:lnTo>
                    <a:pt x="321833" y="1324083"/>
                  </a:lnTo>
                  <a:lnTo>
                    <a:pt x="311747" y="1319143"/>
                  </a:lnTo>
                  <a:lnTo>
                    <a:pt x="301599" y="1314202"/>
                  </a:lnTo>
                  <a:lnTo>
                    <a:pt x="291325" y="1309262"/>
                  </a:lnTo>
                  <a:lnTo>
                    <a:pt x="280996" y="1304321"/>
                  </a:lnTo>
                  <a:lnTo>
                    <a:pt x="270616" y="1299380"/>
                  </a:lnTo>
                  <a:lnTo>
                    <a:pt x="260182" y="1294440"/>
                  </a:lnTo>
                  <a:lnTo>
                    <a:pt x="249737" y="1289499"/>
                  </a:lnTo>
                  <a:lnTo>
                    <a:pt x="239279" y="1284558"/>
                  </a:lnTo>
                  <a:lnTo>
                    <a:pt x="228839" y="1279618"/>
                  </a:lnTo>
                  <a:lnTo>
                    <a:pt x="218412" y="1274677"/>
                  </a:lnTo>
                  <a:lnTo>
                    <a:pt x="208059" y="1269737"/>
                  </a:lnTo>
                  <a:lnTo>
                    <a:pt x="197750" y="1264796"/>
                  </a:lnTo>
                  <a:lnTo>
                    <a:pt x="187526" y="1259855"/>
                  </a:lnTo>
                  <a:lnTo>
                    <a:pt x="177420" y="1254915"/>
                  </a:lnTo>
                  <a:lnTo>
                    <a:pt x="167378" y="1249974"/>
                  </a:lnTo>
                  <a:lnTo>
                    <a:pt x="157549" y="1245034"/>
                  </a:lnTo>
                  <a:lnTo>
                    <a:pt x="147828" y="1240093"/>
                  </a:lnTo>
                  <a:lnTo>
                    <a:pt x="138267" y="1235152"/>
                  </a:lnTo>
                  <a:lnTo>
                    <a:pt x="128948" y="1230212"/>
                  </a:lnTo>
                  <a:lnTo>
                    <a:pt x="125092" y="1228141"/>
                  </a:lnTo>
                  <a:lnTo>
                    <a:pt x="119749" y="1225271"/>
                  </a:lnTo>
                  <a:lnTo>
                    <a:pt x="110865" y="1220331"/>
                  </a:lnTo>
                  <a:lnTo>
                    <a:pt x="102181" y="1215390"/>
                  </a:lnTo>
                  <a:lnTo>
                    <a:pt x="93704" y="1210449"/>
                  </a:lnTo>
                  <a:lnTo>
                    <a:pt x="85610" y="1205509"/>
                  </a:lnTo>
                  <a:lnTo>
                    <a:pt x="77687" y="1200568"/>
                  </a:lnTo>
                  <a:lnTo>
                    <a:pt x="70152" y="1195627"/>
                  </a:lnTo>
                  <a:lnTo>
                    <a:pt x="62923" y="1190687"/>
                  </a:lnTo>
                  <a:lnTo>
                    <a:pt x="55919" y="1185746"/>
                  </a:lnTo>
                  <a:lnTo>
                    <a:pt x="49449" y="1180806"/>
                  </a:lnTo>
                  <a:lnTo>
                    <a:pt x="43195" y="1175865"/>
                  </a:lnTo>
                  <a:lnTo>
                    <a:pt x="37365" y="1170924"/>
                  </a:lnTo>
                  <a:lnTo>
                    <a:pt x="31956" y="1165984"/>
                  </a:lnTo>
                  <a:lnTo>
                    <a:pt x="26778" y="1161043"/>
                  </a:lnTo>
                  <a:lnTo>
                    <a:pt x="22252" y="1156103"/>
                  </a:lnTo>
                  <a:lnTo>
                    <a:pt x="17992" y="1151162"/>
                  </a:lnTo>
                  <a:lnTo>
                    <a:pt x="14159" y="1146221"/>
                  </a:lnTo>
                  <a:lnTo>
                    <a:pt x="10860" y="1141281"/>
                  </a:lnTo>
                  <a:lnTo>
                    <a:pt x="7822" y="1136340"/>
                  </a:lnTo>
                  <a:lnTo>
                    <a:pt x="5443" y="1131399"/>
                  </a:lnTo>
                  <a:lnTo>
                    <a:pt x="3416" y="1126459"/>
                  </a:lnTo>
                  <a:lnTo>
                    <a:pt x="1789" y="1121518"/>
                  </a:lnTo>
                  <a:lnTo>
                    <a:pt x="798" y="1116578"/>
                  </a:lnTo>
                  <a:lnTo>
                    <a:pt x="86" y="1111637"/>
                  </a:lnTo>
                  <a:lnTo>
                    <a:pt x="0" y="1106696"/>
                  </a:lnTo>
                  <a:lnTo>
                    <a:pt x="346" y="1101756"/>
                  </a:lnTo>
                  <a:lnTo>
                    <a:pt x="1040" y="1096815"/>
                  </a:lnTo>
                  <a:lnTo>
                    <a:pt x="2451" y="1091875"/>
                  </a:lnTo>
                  <a:lnTo>
                    <a:pt x="4145" y="1086934"/>
                  </a:lnTo>
                  <a:lnTo>
                    <a:pt x="6402" y="1081993"/>
                  </a:lnTo>
                  <a:lnTo>
                    <a:pt x="9155" y="1077053"/>
                  </a:lnTo>
                  <a:lnTo>
                    <a:pt x="12188" y="1072112"/>
                  </a:lnTo>
                  <a:lnTo>
                    <a:pt x="13783" y="1070037"/>
                  </a:lnTo>
                  <a:lnTo>
                    <a:pt x="15986" y="1067172"/>
                  </a:lnTo>
                  <a:lnTo>
                    <a:pt x="20057" y="1062231"/>
                  </a:lnTo>
                  <a:lnTo>
                    <a:pt x="24608" y="1057290"/>
                  </a:lnTo>
                  <a:lnTo>
                    <a:pt x="29693" y="1052350"/>
                  </a:lnTo>
                  <a:lnTo>
                    <a:pt x="35044" y="1047409"/>
                  </a:lnTo>
                  <a:lnTo>
                    <a:pt x="41050" y="1042468"/>
                  </a:lnTo>
                  <a:lnTo>
                    <a:pt x="47368" y="1037528"/>
                  </a:lnTo>
                  <a:lnTo>
                    <a:pt x="54070" y="1032587"/>
                  </a:lnTo>
                  <a:lnTo>
                    <a:pt x="61315" y="1027647"/>
                  </a:lnTo>
                  <a:lnTo>
                    <a:pt x="68798" y="1022706"/>
                  </a:lnTo>
                  <a:lnTo>
                    <a:pt x="76813" y="1017765"/>
                  </a:lnTo>
                  <a:lnTo>
                    <a:pt x="85155" y="1012825"/>
                  </a:lnTo>
                  <a:lnTo>
                    <a:pt x="93783" y="1007884"/>
                  </a:lnTo>
                  <a:lnTo>
                    <a:pt x="102930" y="1002944"/>
                  </a:lnTo>
                  <a:lnTo>
                    <a:pt x="112278" y="998003"/>
                  </a:lnTo>
                  <a:lnTo>
                    <a:pt x="122032" y="993062"/>
                  </a:lnTo>
                  <a:lnTo>
                    <a:pt x="132101" y="988122"/>
                  </a:lnTo>
                  <a:lnTo>
                    <a:pt x="142365" y="983181"/>
                  </a:lnTo>
                  <a:lnTo>
                    <a:pt x="153091" y="978241"/>
                  </a:lnTo>
                  <a:lnTo>
                    <a:pt x="163975" y="973300"/>
                  </a:lnTo>
                  <a:lnTo>
                    <a:pt x="175145" y="968359"/>
                  </a:lnTo>
                  <a:lnTo>
                    <a:pt x="186592" y="963419"/>
                  </a:lnTo>
                  <a:lnTo>
                    <a:pt x="198179" y="958478"/>
                  </a:lnTo>
                  <a:lnTo>
                    <a:pt x="210097" y="953537"/>
                  </a:lnTo>
                  <a:lnTo>
                    <a:pt x="222149" y="948597"/>
                  </a:lnTo>
                  <a:lnTo>
                    <a:pt x="234382" y="943656"/>
                  </a:lnTo>
                  <a:lnTo>
                    <a:pt x="246830" y="938716"/>
                  </a:lnTo>
                  <a:lnTo>
                    <a:pt x="259371" y="933775"/>
                  </a:lnTo>
                  <a:lnTo>
                    <a:pt x="272111" y="928834"/>
                  </a:lnTo>
                  <a:lnTo>
                    <a:pt x="284950" y="923894"/>
                  </a:lnTo>
                  <a:lnTo>
                    <a:pt x="297884" y="918953"/>
                  </a:lnTo>
                  <a:lnTo>
                    <a:pt x="310953" y="914013"/>
                  </a:lnTo>
                  <a:lnTo>
                    <a:pt x="324070" y="909072"/>
                  </a:lnTo>
                  <a:lnTo>
                    <a:pt x="337276" y="904131"/>
                  </a:lnTo>
                  <a:lnTo>
                    <a:pt x="350531" y="899191"/>
                  </a:lnTo>
                  <a:lnTo>
                    <a:pt x="363818" y="894250"/>
                  </a:lnTo>
                  <a:lnTo>
                    <a:pt x="377148" y="889310"/>
                  </a:lnTo>
                  <a:lnTo>
                    <a:pt x="390484" y="884369"/>
                  </a:lnTo>
                  <a:lnTo>
                    <a:pt x="403828" y="879428"/>
                  </a:lnTo>
                  <a:lnTo>
                    <a:pt x="417157" y="874488"/>
                  </a:lnTo>
                  <a:lnTo>
                    <a:pt x="430478" y="869547"/>
                  </a:lnTo>
                  <a:lnTo>
                    <a:pt x="443749" y="864606"/>
                  </a:lnTo>
                  <a:lnTo>
                    <a:pt x="456988" y="859666"/>
                  </a:lnTo>
                  <a:lnTo>
                    <a:pt x="470180" y="854725"/>
                  </a:lnTo>
                  <a:lnTo>
                    <a:pt x="483291" y="849785"/>
                  </a:lnTo>
                  <a:lnTo>
                    <a:pt x="496360" y="844844"/>
                  </a:lnTo>
                  <a:lnTo>
                    <a:pt x="509316" y="839903"/>
                  </a:lnTo>
                  <a:lnTo>
                    <a:pt x="522197" y="834963"/>
                  </a:lnTo>
                  <a:lnTo>
                    <a:pt x="535001" y="830022"/>
                  </a:lnTo>
                  <a:lnTo>
                    <a:pt x="547657" y="825082"/>
                  </a:lnTo>
                  <a:lnTo>
                    <a:pt x="560248" y="820141"/>
                  </a:lnTo>
                  <a:lnTo>
                    <a:pt x="572689" y="815200"/>
                  </a:lnTo>
                  <a:lnTo>
                    <a:pt x="585012" y="810260"/>
                  </a:lnTo>
                  <a:lnTo>
                    <a:pt x="597247" y="805319"/>
                  </a:lnTo>
                  <a:lnTo>
                    <a:pt x="609278" y="800379"/>
                  </a:lnTo>
                  <a:lnTo>
                    <a:pt x="621226" y="795438"/>
                  </a:lnTo>
                  <a:lnTo>
                    <a:pt x="633013" y="790497"/>
                  </a:lnTo>
                  <a:lnTo>
                    <a:pt x="644641" y="785557"/>
                  </a:lnTo>
                  <a:lnTo>
                    <a:pt x="656183" y="780616"/>
                  </a:lnTo>
                  <a:lnTo>
                    <a:pt x="667484" y="775675"/>
                  </a:lnTo>
                  <a:lnTo>
                    <a:pt x="678688" y="770735"/>
                  </a:lnTo>
                  <a:lnTo>
                    <a:pt x="689738" y="765794"/>
                  </a:lnTo>
                  <a:lnTo>
                    <a:pt x="700596" y="760854"/>
                  </a:lnTo>
                  <a:lnTo>
                    <a:pt x="711363" y="755913"/>
                  </a:lnTo>
                  <a:lnTo>
                    <a:pt x="721900" y="750972"/>
                  </a:lnTo>
                  <a:lnTo>
                    <a:pt x="732316" y="746032"/>
                  </a:lnTo>
                  <a:lnTo>
                    <a:pt x="742596" y="741091"/>
                  </a:lnTo>
                  <a:lnTo>
                    <a:pt x="752663" y="736151"/>
                  </a:lnTo>
                  <a:lnTo>
                    <a:pt x="762637" y="731210"/>
                  </a:lnTo>
                  <a:lnTo>
                    <a:pt x="772407" y="726269"/>
                  </a:lnTo>
                  <a:lnTo>
                    <a:pt x="782039" y="721329"/>
                  </a:lnTo>
                  <a:lnTo>
                    <a:pt x="791559" y="716388"/>
                  </a:lnTo>
                  <a:lnTo>
                    <a:pt x="800855" y="711448"/>
                  </a:lnTo>
                  <a:lnTo>
                    <a:pt x="810063" y="706507"/>
                  </a:lnTo>
                  <a:lnTo>
                    <a:pt x="819099" y="701566"/>
                  </a:lnTo>
                  <a:lnTo>
                    <a:pt x="827985" y="696626"/>
                  </a:lnTo>
                  <a:lnTo>
                    <a:pt x="836787" y="691685"/>
                  </a:lnTo>
                  <a:lnTo>
                    <a:pt x="845363" y="686744"/>
                  </a:lnTo>
                  <a:lnTo>
                    <a:pt x="853860" y="681804"/>
                  </a:lnTo>
                  <a:lnTo>
                    <a:pt x="862217" y="676863"/>
                  </a:lnTo>
                  <a:lnTo>
                    <a:pt x="870422" y="671923"/>
                  </a:lnTo>
                  <a:lnTo>
                    <a:pt x="878551" y="666982"/>
                  </a:lnTo>
                  <a:lnTo>
                    <a:pt x="886495" y="662041"/>
                  </a:lnTo>
                  <a:lnTo>
                    <a:pt x="894352" y="657101"/>
                  </a:lnTo>
                  <a:lnTo>
                    <a:pt x="902102" y="652160"/>
                  </a:lnTo>
                  <a:lnTo>
                    <a:pt x="909701" y="647220"/>
                  </a:lnTo>
                  <a:lnTo>
                    <a:pt x="917233" y="642279"/>
                  </a:lnTo>
                  <a:lnTo>
                    <a:pt x="924619" y="637338"/>
                  </a:lnTo>
                  <a:lnTo>
                    <a:pt x="931913" y="632398"/>
                  </a:lnTo>
                  <a:lnTo>
                    <a:pt x="939129" y="627457"/>
                  </a:lnTo>
                  <a:lnTo>
                    <a:pt x="946199" y="622517"/>
                  </a:lnTo>
                  <a:lnTo>
                    <a:pt x="953212" y="617576"/>
                  </a:lnTo>
                  <a:lnTo>
                    <a:pt x="960110" y="612635"/>
                  </a:lnTo>
                  <a:lnTo>
                    <a:pt x="966916" y="607695"/>
                  </a:lnTo>
                  <a:lnTo>
                    <a:pt x="973666" y="602754"/>
                  </a:lnTo>
                  <a:lnTo>
                    <a:pt x="980278" y="597813"/>
                  </a:lnTo>
                  <a:lnTo>
                    <a:pt x="986840" y="592873"/>
                  </a:lnTo>
                  <a:lnTo>
                    <a:pt x="993314" y="587932"/>
                  </a:lnTo>
                  <a:lnTo>
                    <a:pt x="999696" y="582992"/>
                  </a:lnTo>
                  <a:lnTo>
                    <a:pt x="1006032" y="578051"/>
                  </a:lnTo>
                  <a:lnTo>
                    <a:pt x="1012251" y="573110"/>
                  </a:lnTo>
                  <a:lnTo>
                    <a:pt x="1018419" y="568170"/>
                  </a:lnTo>
                  <a:lnTo>
                    <a:pt x="1024519" y="563229"/>
                  </a:lnTo>
                  <a:lnTo>
                    <a:pt x="1030526" y="558289"/>
                  </a:lnTo>
                  <a:lnTo>
                    <a:pt x="1036492" y="553348"/>
                  </a:lnTo>
                  <a:lnTo>
                    <a:pt x="1042362" y="548407"/>
                  </a:lnTo>
                  <a:lnTo>
                    <a:pt x="1048176" y="543467"/>
                  </a:lnTo>
                  <a:lnTo>
                    <a:pt x="1053936" y="538526"/>
                  </a:lnTo>
                  <a:lnTo>
                    <a:pt x="1059602" y="533586"/>
                  </a:lnTo>
                  <a:lnTo>
                    <a:pt x="1065229" y="528645"/>
                  </a:lnTo>
                  <a:lnTo>
                    <a:pt x="1070775" y="523704"/>
                  </a:lnTo>
                  <a:lnTo>
                    <a:pt x="1076258" y="518764"/>
                  </a:lnTo>
                  <a:lnTo>
                    <a:pt x="1081700" y="513823"/>
                  </a:lnTo>
                  <a:lnTo>
                    <a:pt x="1087041" y="508882"/>
                  </a:lnTo>
                  <a:lnTo>
                    <a:pt x="1092345" y="503942"/>
                  </a:lnTo>
                  <a:lnTo>
                    <a:pt x="1097578" y="499001"/>
                  </a:lnTo>
                  <a:lnTo>
                    <a:pt x="1102741" y="494061"/>
                  </a:lnTo>
                  <a:lnTo>
                    <a:pt x="1107866" y="489120"/>
                  </a:lnTo>
                  <a:lnTo>
                    <a:pt x="1112891" y="484179"/>
                  </a:lnTo>
                  <a:lnTo>
                    <a:pt x="1117874" y="479239"/>
                  </a:lnTo>
                  <a:lnTo>
                    <a:pt x="1122795" y="474298"/>
                  </a:lnTo>
                  <a:lnTo>
                    <a:pt x="1127635" y="469358"/>
                  </a:lnTo>
                  <a:lnTo>
                    <a:pt x="1132436" y="464417"/>
                  </a:lnTo>
                  <a:lnTo>
                    <a:pt x="1137144" y="459476"/>
                  </a:lnTo>
                  <a:lnTo>
                    <a:pt x="1141800" y="454536"/>
                  </a:lnTo>
                  <a:lnTo>
                    <a:pt x="1146400" y="449595"/>
                  </a:lnTo>
                  <a:lnTo>
                    <a:pt x="1150907" y="444655"/>
                  </a:lnTo>
                  <a:lnTo>
                    <a:pt x="1155374" y="439714"/>
                  </a:lnTo>
                  <a:lnTo>
                    <a:pt x="1159754" y="434773"/>
                  </a:lnTo>
                  <a:lnTo>
                    <a:pt x="1164069" y="429833"/>
                  </a:lnTo>
                  <a:lnTo>
                    <a:pt x="1168337" y="424892"/>
                  </a:lnTo>
                  <a:lnTo>
                    <a:pt x="1172497" y="419951"/>
                  </a:lnTo>
                  <a:lnTo>
                    <a:pt x="1176617" y="415011"/>
                  </a:lnTo>
                  <a:lnTo>
                    <a:pt x="1180655" y="410070"/>
                  </a:lnTo>
                  <a:lnTo>
                    <a:pt x="1184617" y="405130"/>
                  </a:lnTo>
                  <a:lnTo>
                    <a:pt x="1188536" y="400189"/>
                  </a:lnTo>
                  <a:lnTo>
                    <a:pt x="1192340" y="395248"/>
                  </a:lnTo>
                  <a:lnTo>
                    <a:pt x="1196098" y="390308"/>
                  </a:lnTo>
                  <a:lnTo>
                    <a:pt x="1199784" y="385367"/>
                  </a:lnTo>
                  <a:lnTo>
                    <a:pt x="1203380" y="380427"/>
                  </a:lnTo>
                  <a:lnTo>
                    <a:pt x="1206933" y="375486"/>
                  </a:lnTo>
                  <a:lnTo>
                    <a:pt x="1210378" y="370545"/>
                  </a:lnTo>
                  <a:lnTo>
                    <a:pt x="1213767" y="365605"/>
                  </a:lnTo>
                  <a:lnTo>
                    <a:pt x="1217092" y="360664"/>
                  </a:lnTo>
                  <a:lnTo>
                    <a:pt x="1220316" y="355724"/>
                  </a:lnTo>
                  <a:lnTo>
                    <a:pt x="1223496" y="350783"/>
                  </a:lnTo>
                  <a:lnTo>
                    <a:pt x="1226579" y="345842"/>
                  </a:lnTo>
                  <a:lnTo>
                    <a:pt x="1229595" y="340902"/>
                  </a:lnTo>
                  <a:lnTo>
                    <a:pt x="1232557" y="335961"/>
                  </a:lnTo>
                  <a:lnTo>
                    <a:pt x="1235409" y="331020"/>
                  </a:lnTo>
                  <a:lnTo>
                    <a:pt x="1238218" y="326080"/>
                  </a:lnTo>
                  <a:lnTo>
                    <a:pt x="1240941" y="321139"/>
                  </a:lnTo>
                  <a:lnTo>
                    <a:pt x="1243588" y="316199"/>
                  </a:lnTo>
                  <a:lnTo>
                    <a:pt x="1246192" y="311258"/>
                  </a:lnTo>
                  <a:lnTo>
                    <a:pt x="1248680" y="306317"/>
                  </a:lnTo>
                  <a:lnTo>
                    <a:pt x="1251126" y="301377"/>
                  </a:lnTo>
                  <a:lnTo>
                    <a:pt x="1253499" y="296436"/>
                  </a:lnTo>
                  <a:lnTo>
                    <a:pt x="1255789" y="291496"/>
                  </a:lnTo>
                  <a:lnTo>
                    <a:pt x="1258038" y="286555"/>
                  </a:lnTo>
                  <a:lnTo>
                    <a:pt x="1260186" y="281614"/>
                  </a:lnTo>
                  <a:lnTo>
                    <a:pt x="1262284" y="276674"/>
                  </a:lnTo>
                  <a:lnTo>
                    <a:pt x="1264323" y="271733"/>
                  </a:lnTo>
                  <a:lnTo>
                    <a:pt x="1266275" y="266793"/>
                  </a:lnTo>
                  <a:lnTo>
                    <a:pt x="1268188" y="261852"/>
                  </a:lnTo>
                  <a:lnTo>
                    <a:pt x="1270016" y="256911"/>
                  </a:lnTo>
                  <a:lnTo>
                    <a:pt x="1271790" y="251971"/>
                  </a:lnTo>
                  <a:lnTo>
                    <a:pt x="1273516" y="247030"/>
                  </a:lnTo>
                  <a:lnTo>
                    <a:pt x="1275154" y="242089"/>
                  </a:lnTo>
                  <a:lnTo>
                    <a:pt x="1276758" y="237149"/>
                  </a:lnTo>
                  <a:lnTo>
                    <a:pt x="1278291" y="232208"/>
                  </a:lnTo>
                  <a:lnTo>
                    <a:pt x="1279767" y="227268"/>
                  </a:lnTo>
                  <a:lnTo>
                    <a:pt x="1281208" y="222327"/>
                  </a:lnTo>
                  <a:lnTo>
                    <a:pt x="1282562" y="217386"/>
                  </a:lnTo>
                  <a:lnTo>
                    <a:pt x="1283885" y="212446"/>
                  </a:lnTo>
                  <a:lnTo>
                    <a:pt x="1285152" y="207505"/>
                  </a:lnTo>
                  <a:lnTo>
                    <a:pt x="1286361" y="202565"/>
                  </a:lnTo>
                  <a:lnTo>
                    <a:pt x="1287540" y="197624"/>
                  </a:lnTo>
                  <a:lnTo>
                    <a:pt x="1288647" y="192683"/>
                  </a:lnTo>
                  <a:lnTo>
                    <a:pt x="1289721" y="187743"/>
                  </a:lnTo>
                  <a:lnTo>
                    <a:pt x="1290753" y="182802"/>
                  </a:lnTo>
                  <a:lnTo>
                    <a:pt x="1291728" y="177862"/>
                  </a:lnTo>
                  <a:lnTo>
                    <a:pt x="1292678" y="172921"/>
                  </a:lnTo>
                  <a:lnTo>
                    <a:pt x="1293570" y="167980"/>
                  </a:lnTo>
                  <a:lnTo>
                    <a:pt x="1294428" y="163040"/>
                  </a:lnTo>
                  <a:lnTo>
                    <a:pt x="1295256" y="158099"/>
                  </a:lnTo>
                  <a:lnTo>
                    <a:pt x="1296029" y="153158"/>
                  </a:lnTo>
                  <a:lnTo>
                    <a:pt x="1296782" y="148218"/>
                  </a:lnTo>
                  <a:lnTo>
                    <a:pt x="1297490" y="143277"/>
                  </a:lnTo>
                  <a:lnTo>
                    <a:pt x="1298166" y="138337"/>
                  </a:lnTo>
                  <a:lnTo>
                    <a:pt x="1298819" y="133396"/>
                  </a:lnTo>
                  <a:lnTo>
                    <a:pt x="1299424" y="128455"/>
                  </a:lnTo>
                  <a:lnTo>
                    <a:pt x="1300010" y="123515"/>
                  </a:lnTo>
                  <a:lnTo>
                    <a:pt x="1300564" y="118574"/>
                  </a:lnTo>
                  <a:lnTo>
                    <a:pt x="1301087" y="113634"/>
                  </a:lnTo>
                  <a:lnTo>
                    <a:pt x="1301594" y="108693"/>
                  </a:lnTo>
                  <a:lnTo>
                    <a:pt x="1302060" y="103752"/>
                  </a:lnTo>
                  <a:lnTo>
                    <a:pt x="1302510" y="98812"/>
                  </a:lnTo>
                  <a:lnTo>
                    <a:pt x="1302937" y="93871"/>
                  </a:lnTo>
                  <a:lnTo>
                    <a:pt x="1303335" y="88931"/>
                  </a:lnTo>
                  <a:lnTo>
                    <a:pt x="1303721" y="83990"/>
                  </a:lnTo>
                  <a:lnTo>
                    <a:pt x="1304076" y="79049"/>
                  </a:lnTo>
                  <a:lnTo>
                    <a:pt x="1304416" y="74109"/>
                  </a:lnTo>
                  <a:lnTo>
                    <a:pt x="1304740" y="69168"/>
                  </a:lnTo>
                  <a:lnTo>
                    <a:pt x="1305039" y="64227"/>
                  </a:lnTo>
                  <a:lnTo>
                    <a:pt x="1305327" y="59287"/>
                  </a:lnTo>
                  <a:lnTo>
                    <a:pt x="1305594" y="54346"/>
                  </a:lnTo>
                  <a:lnTo>
                    <a:pt x="1305847" y="49406"/>
                  </a:lnTo>
                  <a:lnTo>
                    <a:pt x="1306088" y="44465"/>
                  </a:lnTo>
                  <a:lnTo>
                    <a:pt x="1306309" y="39524"/>
                  </a:lnTo>
                  <a:lnTo>
                    <a:pt x="1306521" y="34584"/>
                  </a:lnTo>
                  <a:lnTo>
                    <a:pt x="1306719" y="29643"/>
                  </a:lnTo>
                  <a:lnTo>
                    <a:pt x="1306903" y="24703"/>
                  </a:lnTo>
                  <a:lnTo>
                    <a:pt x="1307081" y="19762"/>
                  </a:lnTo>
                  <a:lnTo>
                    <a:pt x="1307241" y="14821"/>
                  </a:lnTo>
                  <a:lnTo>
                    <a:pt x="1307395" y="9881"/>
                  </a:lnTo>
                  <a:lnTo>
                    <a:pt x="1307539" y="4940"/>
                  </a:lnTo>
                  <a:lnTo>
                    <a:pt x="1307672" y="0"/>
                  </a:lnTo>
                  <a:lnTo>
                    <a:pt x="1311147" y="0"/>
                  </a:lnTo>
                  <a:lnTo>
                    <a:pt x="1311280" y="4940"/>
                  </a:lnTo>
                  <a:lnTo>
                    <a:pt x="1311424" y="9881"/>
                  </a:lnTo>
                  <a:lnTo>
                    <a:pt x="1311578" y="14821"/>
                  </a:lnTo>
                  <a:lnTo>
                    <a:pt x="1311738" y="19762"/>
                  </a:lnTo>
                  <a:lnTo>
                    <a:pt x="1311916" y="24703"/>
                  </a:lnTo>
                  <a:lnTo>
                    <a:pt x="1312100" y="29643"/>
                  </a:lnTo>
                  <a:lnTo>
                    <a:pt x="1312298" y="34584"/>
                  </a:lnTo>
                  <a:lnTo>
                    <a:pt x="1312510" y="39524"/>
                  </a:lnTo>
                  <a:lnTo>
                    <a:pt x="1312730" y="44465"/>
                  </a:lnTo>
                  <a:lnTo>
                    <a:pt x="1312972" y="49406"/>
                  </a:lnTo>
                  <a:lnTo>
                    <a:pt x="1313225" y="54346"/>
                  </a:lnTo>
                  <a:lnTo>
                    <a:pt x="1313492" y="59287"/>
                  </a:lnTo>
                  <a:lnTo>
                    <a:pt x="1313780" y="64227"/>
                  </a:lnTo>
                  <a:lnTo>
                    <a:pt x="1314079" y="69168"/>
                  </a:lnTo>
                  <a:lnTo>
                    <a:pt x="1314403" y="74109"/>
                  </a:lnTo>
                  <a:lnTo>
                    <a:pt x="1314742" y="79049"/>
                  </a:lnTo>
                  <a:lnTo>
                    <a:pt x="1315098" y="83990"/>
                  </a:lnTo>
                  <a:lnTo>
                    <a:pt x="1315483" y="88931"/>
                  </a:lnTo>
                  <a:lnTo>
                    <a:pt x="1315882" y="93871"/>
                  </a:lnTo>
                  <a:lnTo>
                    <a:pt x="1316309" y="98812"/>
                  </a:lnTo>
                  <a:lnTo>
                    <a:pt x="1316759" y="103752"/>
                  </a:lnTo>
                  <a:lnTo>
                    <a:pt x="1317225" y="108693"/>
                  </a:lnTo>
                  <a:lnTo>
                    <a:pt x="1317732" y="113634"/>
                  </a:lnTo>
                  <a:lnTo>
                    <a:pt x="1318255" y="118574"/>
                  </a:lnTo>
                  <a:lnTo>
                    <a:pt x="1318809" y="123515"/>
                  </a:lnTo>
                  <a:lnTo>
                    <a:pt x="1319395" y="128455"/>
                  </a:lnTo>
                  <a:lnTo>
                    <a:pt x="1319999" y="133396"/>
                  </a:lnTo>
                  <a:lnTo>
                    <a:pt x="1320653" y="138337"/>
                  </a:lnTo>
                  <a:lnTo>
                    <a:pt x="1321329" y="143277"/>
                  </a:lnTo>
                  <a:lnTo>
                    <a:pt x="1322037" y="148218"/>
                  </a:lnTo>
                  <a:lnTo>
                    <a:pt x="1322789" y="153158"/>
                  </a:lnTo>
                  <a:lnTo>
                    <a:pt x="1323563" y="158099"/>
                  </a:lnTo>
                  <a:lnTo>
                    <a:pt x="1324390" y="163040"/>
                  </a:lnTo>
                  <a:lnTo>
                    <a:pt x="1325249" y="167980"/>
                  </a:lnTo>
                  <a:lnTo>
                    <a:pt x="1326141" y="172921"/>
                  </a:lnTo>
                  <a:lnTo>
                    <a:pt x="1327091" y="177862"/>
                  </a:lnTo>
                  <a:lnTo>
                    <a:pt x="1328066" y="182802"/>
                  </a:lnTo>
                  <a:lnTo>
                    <a:pt x="1329097" y="187743"/>
                  </a:lnTo>
                  <a:lnTo>
                    <a:pt x="1330172" y="192683"/>
                  </a:lnTo>
                  <a:lnTo>
                    <a:pt x="1331278" y="197624"/>
                  </a:lnTo>
                  <a:lnTo>
                    <a:pt x="1332458" y="202565"/>
                  </a:lnTo>
                  <a:lnTo>
                    <a:pt x="1333667" y="207505"/>
                  </a:lnTo>
                  <a:lnTo>
                    <a:pt x="1334934" y="212446"/>
                  </a:lnTo>
                  <a:lnTo>
                    <a:pt x="1336257" y="217386"/>
                  </a:lnTo>
                  <a:lnTo>
                    <a:pt x="1337611" y="222327"/>
                  </a:lnTo>
                  <a:lnTo>
                    <a:pt x="1339052" y="227268"/>
                  </a:lnTo>
                  <a:lnTo>
                    <a:pt x="1340528" y="232208"/>
                  </a:lnTo>
                  <a:lnTo>
                    <a:pt x="1342061" y="237149"/>
                  </a:lnTo>
                  <a:lnTo>
                    <a:pt x="1343664" y="242089"/>
                  </a:lnTo>
                  <a:lnTo>
                    <a:pt x="1345303" y="247030"/>
                  </a:lnTo>
                  <a:lnTo>
                    <a:pt x="1347029" y="251971"/>
                  </a:lnTo>
                  <a:lnTo>
                    <a:pt x="1348803" y="256911"/>
                  </a:lnTo>
                  <a:lnTo>
                    <a:pt x="1350630" y="261852"/>
                  </a:lnTo>
                  <a:lnTo>
                    <a:pt x="1352544" y="266793"/>
                  </a:lnTo>
                  <a:lnTo>
                    <a:pt x="1354496" y="271733"/>
                  </a:lnTo>
                  <a:lnTo>
                    <a:pt x="1356535" y="276674"/>
                  </a:lnTo>
                  <a:lnTo>
                    <a:pt x="1358633" y="281614"/>
                  </a:lnTo>
                  <a:lnTo>
                    <a:pt x="1360781" y="286555"/>
                  </a:lnTo>
                  <a:lnTo>
                    <a:pt x="1363030" y="291496"/>
                  </a:lnTo>
                  <a:lnTo>
                    <a:pt x="1365320" y="296436"/>
                  </a:lnTo>
                  <a:lnTo>
                    <a:pt x="1367693" y="301377"/>
                  </a:lnTo>
                  <a:lnTo>
                    <a:pt x="1370139" y="306317"/>
                  </a:lnTo>
                  <a:lnTo>
                    <a:pt x="1372626" y="311258"/>
                  </a:lnTo>
                  <a:lnTo>
                    <a:pt x="1375231" y="316199"/>
                  </a:lnTo>
                  <a:lnTo>
                    <a:pt x="1377878" y="321139"/>
                  </a:lnTo>
                  <a:lnTo>
                    <a:pt x="1380601" y="326080"/>
                  </a:lnTo>
                  <a:lnTo>
                    <a:pt x="1383410" y="331020"/>
                  </a:lnTo>
                  <a:lnTo>
                    <a:pt x="1386262" y="335961"/>
                  </a:lnTo>
                  <a:lnTo>
                    <a:pt x="1389224" y="340902"/>
                  </a:lnTo>
                  <a:lnTo>
                    <a:pt x="1392240" y="345842"/>
                  </a:lnTo>
                  <a:lnTo>
                    <a:pt x="1395323" y="350783"/>
                  </a:lnTo>
                  <a:lnTo>
                    <a:pt x="1398503" y="355724"/>
                  </a:lnTo>
                  <a:lnTo>
                    <a:pt x="1401727" y="360664"/>
                  </a:lnTo>
                  <a:lnTo>
                    <a:pt x="1405052" y="365605"/>
                  </a:lnTo>
                  <a:lnTo>
                    <a:pt x="1408440" y="370545"/>
                  </a:lnTo>
                  <a:lnTo>
                    <a:pt x="1411886" y="375486"/>
                  </a:lnTo>
                  <a:lnTo>
                    <a:pt x="1415439" y="380427"/>
                  </a:lnTo>
                  <a:lnTo>
                    <a:pt x="1419035" y="385367"/>
                  </a:lnTo>
                  <a:lnTo>
                    <a:pt x="1422720" y="390308"/>
                  </a:lnTo>
                  <a:lnTo>
                    <a:pt x="1426479" y="395248"/>
                  </a:lnTo>
                  <a:lnTo>
                    <a:pt x="1430283" y="400189"/>
                  </a:lnTo>
                  <a:lnTo>
                    <a:pt x="1434202" y="405130"/>
                  </a:lnTo>
                  <a:lnTo>
                    <a:pt x="1438164" y="410070"/>
                  </a:lnTo>
                  <a:lnTo>
                    <a:pt x="1442202" y="415011"/>
                  </a:lnTo>
                  <a:lnTo>
                    <a:pt x="1446321" y="419951"/>
                  </a:lnTo>
                  <a:lnTo>
                    <a:pt x="1450482" y="424892"/>
                  </a:lnTo>
                  <a:lnTo>
                    <a:pt x="1454750" y="429833"/>
                  </a:lnTo>
                  <a:lnTo>
                    <a:pt x="1459065" y="434773"/>
                  </a:lnTo>
                  <a:lnTo>
                    <a:pt x="1463445" y="439714"/>
                  </a:lnTo>
                  <a:lnTo>
                    <a:pt x="1467912" y="444655"/>
                  </a:lnTo>
                  <a:lnTo>
                    <a:pt x="1472419" y="449595"/>
                  </a:lnTo>
                  <a:lnTo>
                    <a:pt x="1477019" y="454536"/>
                  </a:lnTo>
                  <a:lnTo>
                    <a:pt x="1481674" y="459476"/>
                  </a:lnTo>
                  <a:lnTo>
                    <a:pt x="1486383" y="464417"/>
                  </a:lnTo>
                  <a:lnTo>
                    <a:pt x="1491184" y="469358"/>
                  </a:lnTo>
                  <a:lnTo>
                    <a:pt x="1496024" y="474298"/>
                  </a:lnTo>
                  <a:lnTo>
                    <a:pt x="1500945" y="479239"/>
                  </a:lnTo>
                  <a:lnTo>
                    <a:pt x="1505927" y="484179"/>
                  </a:lnTo>
                  <a:lnTo>
                    <a:pt x="1510953" y="489120"/>
                  </a:lnTo>
                  <a:lnTo>
                    <a:pt x="1516078" y="494061"/>
                  </a:lnTo>
                  <a:lnTo>
                    <a:pt x="1521241" y="499001"/>
                  </a:lnTo>
                  <a:lnTo>
                    <a:pt x="1526474" y="503942"/>
                  </a:lnTo>
                  <a:lnTo>
                    <a:pt x="1531778" y="508882"/>
                  </a:lnTo>
                  <a:lnTo>
                    <a:pt x="1537119" y="513823"/>
                  </a:lnTo>
                  <a:lnTo>
                    <a:pt x="1542560" y="518764"/>
                  </a:lnTo>
                  <a:lnTo>
                    <a:pt x="1548044" y="523704"/>
                  </a:lnTo>
                  <a:lnTo>
                    <a:pt x="1553590" y="528645"/>
                  </a:lnTo>
                  <a:lnTo>
                    <a:pt x="1559217" y="533586"/>
                  </a:lnTo>
                  <a:lnTo>
                    <a:pt x="1564883" y="538526"/>
                  </a:lnTo>
                  <a:lnTo>
                    <a:pt x="1570643" y="543467"/>
                  </a:lnTo>
                  <a:lnTo>
                    <a:pt x="1576457" y="548407"/>
                  </a:lnTo>
                  <a:lnTo>
                    <a:pt x="1582327" y="553348"/>
                  </a:lnTo>
                  <a:lnTo>
                    <a:pt x="1588293" y="558289"/>
                  </a:lnTo>
                  <a:lnTo>
                    <a:pt x="1594300" y="563229"/>
                  </a:lnTo>
                  <a:lnTo>
                    <a:pt x="1600399" y="568170"/>
                  </a:lnTo>
                  <a:lnTo>
                    <a:pt x="1606567" y="573110"/>
                  </a:lnTo>
                  <a:lnTo>
                    <a:pt x="1612787" y="578051"/>
                  </a:lnTo>
                  <a:lnTo>
                    <a:pt x="1619122" y="582992"/>
                  </a:lnTo>
                  <a:lnTo>
                    <a:pt x="1625505" y="587932"/>
                  </a:lnTo>
                  <a:lnTo>
                    <a:pt x="1631978" y="592873"/>
                  </a:lnTo>
                  <a:lnTo>
                    <a:pt x="1638541" y="597813"/>
                  </a:lnTo>
                  <a:lnTo>
                    <a:pt x="1645152" y="602754"/>
                  </a:lnTo>
                  <a:lnTo>
                    <a:pt x="1651903" y="607695"/>
                  </a:lnTo>
                  <a:lnTo>
                    <a:pt x="1658709" y="612635"/>
                  </a:lnTo>
                  <a:lnTo>
                    <a:pt x="1665607" y="617576"/>
                  </a:lnTo>
                  <a:lnTo>
                    <a:pt x="1672620" y="622517"/>
                  </a:lnTo>
                  <a:lnTo>
                    <a:pt x="1679690" y="627457"/>
                  </a:lnTo>
                  <a:lnTo>
                    <a:pt x="1686905" y="632398"/>
                  </a:lnTo>
                  <a:lnTo>
                    <a:pt x="1694200" y="637338"/>
                  </a:lnTo>
                  <a:lnTo>
                    <a:pt x="1701585" y="642279"/>
                  </a:lnTo>
                  <a:lnTo>
                    <a:pt x="1709118" y="647220"/>
                  </a:lnTo>
                  <a:lnTo>
                    <a:pt x="1716717" y="652160"/>
                  </a:lnTo>
                  <a:lnTo>
                    <a:pt x="1724467" y="657101"/>
                  </a:lnTo>
                  <a:lnTo>
                    <a:pt x="1732323" y="662041"/>
                  </a:lnTo>
                  <a:lnTo>
                    <a:pt x="1740268" y="666982"/>
                  </a:lnTo>
                  <a:lnTo>
                    <a:pt x="1748397" y="671923"/>
                  </a:lnTo>
                  <a:lnTo>
                    <a:pt x="1756601" y="676863"/>
                  </a:lnTo>
                  <a:lnTo>
                    <a:pt x="1764959" y="681804"/>
                  </a:lnTo>
                  <a:lnTo>
                    <a:pt x="1773456" y="686744"/>
                  </a:lnTo>
                  <a:lnTo>
                    <a:pt x="1782032" y="691685"/>
                  </a:lnTo>
                  <a:lnTo>
                    <a:pt x="1790834" y="696626"/>
                  </a:lnTo>
                  <a:lnTo>
                    <a:pt x="1799720" y="701566"/>
                  </a:lnTo>
                  <a:lnTo>
                    <a:pt x="1808756" y="706507"/>
                  </a:lnTo>
                  <a:lnTo>
                    <a:pt x="1817964" y="711448"/>
                  </a:lnTo>
                  <a:lnTo>
                    <a:pt x="1827260" y="716388"/>
                  </a:lnTo>
                  <a:lnTo>
                    <a:pt x="1836780" y="721329"/>
                  </a:lnTo>
                  <a:lnTo>
                    <a:pt x="1846411" y="726269"/>
                  </a:lnTo>
                  <a:lnTo>
                    <a:pt x="1856182" y="731210"/>
                  </a:lnTo>
                  <a:lnTo>
                    <a:pt x="1866156" y="736151"/>
                  </a:lnTo>
                  <a:lnTo>
                    <a:pt x="1876223" y="741091"/>
                  </a:lnTo>
                  <a:lnTo>
                    <a:pt x="1886503" y="746032"/>
                  </a:lnTo>
                  <a:lnTo>
                    <a:pt x="1896919" y="750972"/>
                  </a:lnTo>
                  <a:lnTo>
                    <a:pt x="1907456" y="755913"/>
                  </a:lnTo>
                  <a:lnTo>
                    <a:pt x="1918222" y="760854"/>
                  </a:lnTo>
                  <a:lnTo>
                    <a:pt x="1929081" y="765794"/>
                  </a:lnTo>
                  <a:lnTo>
                    <a:pt x="1940131" y="770735"/>
                  </a:lnTo>
                  <a:lnTo>
                    <a:pt x="1951335" y="775675"/>
                  </a:lnTo>
                  <a:lnTo>
                    <a:pt x="1962636" y="780616"/>
                  </a:lnTo>
                  <a:lnTo>
                    <a:pt x="1974178" y="785557"/>
                  </a:lnTo>
                  <a:lnTo>
                    <a:pt x="1985806" y="790497"/>
                  </a:lnTo>
                  <a:lnTo>
                    <a:pt x="1997593" y="795438"/>
                  </a:lnTo>
                  <a:lnTo>
                    <a:pt x="2009541" y="800379"/>
                  </a:lnTo>
                  <a:lnTo>
                    <a:pt x="2021571" y="805319"/>
                  </a:lnTo>
                  <a:lnTo>
                    <a:pt x="2033807" y="810260"/>
                  </a:lnTo>
                  <a:lnTo>
                    <a:pt x="2046130" y="815200"/>
                  </a:lnTo>
                  <a:lnTo>
                    <a:pt x="2058571" y="820141"/>
                  </a:lnTo>
                  <a:lnTo>
                    <a:pt x="2071162" y="825082"/>
                  </a:lnTo>
                  <a:lnTo>
                    <a:pt x="2083818" y="830022"/>
                  </a:lnTo>
                  <a:lnTo>
                    <a:pt x="2096622" y="834963"/>
                  </a:lnTo>
                  <a:lnTo>
                    <a:pt x="2109503" y="839903"/>
                  </a:lnTo>
                  <a:lnTo>
                    <a:pt x="2122459" y="844844"/>
                  </a:lnTo>
                  <a:lnTo>
                    <a:pt x="2135528" y="849785"/>
                  </a:lnTo>
                  <a:lnTo>
                    <a:pt x="2148638" y="854725"/>
                  </a:lnTo>
                  <a:lnTo>
                    <a:pt x="2161830" y="859666"/>
                  </a:lnTo>
                  <a:lnTo>
                    <a:pt x="2175070" y="864606"/>
                  </a:lnTo>
                  <a:lnTo>
                    <a:pt x="2188341" y="869547"/>
                  </a:lnTo>
                  <a:lnTo>
                    <a:pt x="2201662" y="874488"/>
                  </a:lnTo>
                  <a:lnTo>
                    <a:pt x="2214991" y="879428"/>
                  </a:lnTo>
                  <a:lnTo>
                    <a:pt x="2228335" y="884369"/>
                  </a:lnTo>
                  <a:lnTo>
                    <a:pt x="2241670" y="889310"/>
                  </a:lnTo>
                  <a:lnTo>
                    <a:pt x="2255001" y="894250"/>
                  </a:lnTo>
                  <a:lnTo>
                    <a:pt x="2268288" y="899191"/>
                  </a:lnTo>
                  <a:lnTo>
                    <a:pt x="2281542" y="904131"/>
                  </a:lnTo>
                  <a:lnTo>
                    <a:pt x="2294749" y="909072"/>
                  </a:lnTo>
                  <a:lnTo>
                    <a:pt x="2307866" y="914013"/>
                  </a:lnTo>
                  <a:lnTo>
                    <a:pt x="2320935" y="918953"/>
                  </a:lnTo>
                  <a:lnTo>
                    <a:pt x="2333869" y="923894"/>
                  </a:lnTo>
                  <a:lnTo>
                    <a:pt x="2346708" y="928834"/>
                  </a:lnTo>
                  <a:lnTo>
                    <a:pt x="2359448" y="933775"/>
                  </a:lnTo>
                  <a:lnTo>
                    <a:pt x="2371989" y="938716"/>
                  </a:lnTo>
                  <a:lnTo>
                    <a:pt x="2384437" y="943656"/>
                  </a:lnTo>
                  <a:lnTo>
                    <a:pt x="2396670" y="948597"/>
                  </a:lnTo>
                  <a:lnTo>
                    <a:pt x="2408722" y="953537"/>
                  </a:lnTo>
                  <a:lnTo>
                    <a:pt x="2420640" y="958478"/>
                  </a:lnTo>
                  <a:lnTo>
                    <a:pt x="2432227" y="963419"/>
                  </a:lnTo>
                  <a:lnTo>
                    <a:pt x="2443674" y="968359"/>
                  </a:lnTo>
                  <a:lnTo>
                    <a:pt x="2454844" y="973300"/>
                  </a:lnTo>
                  <a:lnTo>
                    <a:pt x="2465728" y="978241"/>
                  </a:lnTo>
                  <a:lnTo>
                    <a:pt x="2476454" y="983181"/>
                  </a:lnTo>
                  <a:lnTo>
                    <a:pt x="2486718" y="988122"/>
                  </a:lnTo>
                  <a:lnTo>
                    <a:pt x="2496787" y="993062"/>
                  </a:lnTo>
                  <a:lnTo>
                    <a:pt x="2506541" y="998003"/>
                  </a:lnTo>
                  <a:lnTo>
                    <a:pt x="2515889" y="1002944"/>
                  </a:lnTo>
                  <a:lnTo>
                    <a:pt x="2525036" y="1007884"/>
                  </a:lnTo>
                  <a:lnTo>
                    <a:pt x="2533664" y="1012825"/>
                  </a:lnTo>
                  <a:lnTo>
                    <a:pt x="2542005" y="1017765"/>
                  </a:lnTo>
                  <a:lnTo>
                    <a:pt x="2550021" y="1022706"/>
                  </a:lnTo>
                  <a:lnTo>
                    <a:pt x="2557504" y="1027647"/>
                  </a:lnTo>
                  <a:lnTo>
                    <a:pt x="2564749" y="1032587"/>
                  </a:lnTo>
                  <a:lnTo>
                    <a:pt x="2571451" y="1037528"/>
                  </a:lnTo>
                  <a:lnTo>
                    <a:pt x="2577769" y="1042468"/>
                  </a:lnTo>
                  <a:lnTo>
                    <a:pt x="2583775" y="1047409"/>
                  </a:lnTo>
                  <a:lnTo>
                    <a:pt x="2589125" y="1052350"/>
                  </a:lnTo>
                  <a:lnTo>
                    <a:pt x="2594211" y="1057290"/>
                  </a:lnTo>
                  <a:lnTo>
                    <a:pt x="2598762" y="1062231"/>
                  </a:lnTo>
                  <a:lnTo>
                    <a:pt x="2602833" y="1067172"/>
                  </a:lnTo>
                  <a:lnTo>
                    <a:pt x="2605036" y="1070037"/>
                  </a:lnTo>
                  <a:lnTo>
                    <a:pt x="2606631" y="1072112"/>
                  </a:lnTo>
                  <a:lnTo>
                    <a:pt x="2609664" y="1077053"/>
                  </a:lnTo>
                  <a:lnTo>
                    <a:pt x="2612417" y="1081993"/>
                  </a:lnTo>
                  <a:lnTo>
                    <a:pt x="2614674" y="1086934"/>
                  </a:lnTo>
                  <a:lnTo>
                    <a:pt x="2616368" y="1091875"/>
                  </a:lnTo>
                  <a:lnTo>
                    <a:pt x="2617778" y="1096815"/>
                  </a:lnTo>
                  <a:lnTo>
                    <a:pt x="2618473" y="1101756"/>
                  </a:lnTo>
                  <a:lnTo>
                    <a:pt x="2618819" y="1106696"/>
                  </a:lnTo>
                  <a:lnTo>
                    <a:pt x="2618733" y="1111637"/>
                  </a:lnTo>
                  <a:lnTo>
                    <a:pt x="2618021" y="1116578"/>
                  </a:lnTo>
                  <a:lnTo>
                    <a:pt x="2617030" y="1121518"/>
                  </a:lnTo>
                  <a:lnTo>
                    <a:pt x="2615403" y="1126459"/>
                  </a:lnTo>
                  <a:lnTo>
                    <a:pt x="2613376" y="1131399"/>
                  </a:lnTo>
                  <a:lnTo>
                    <a:pt x="2610996" y="1136340"/>
                  </a:lnTo>
                  <a:lnTo>
                    <a:pt x="2607959" y="1141281"/>
                  </a:lnTo>
                  <a:lnTo>
                    <a:pt x="2604660" y="1146221"/>
                  </a:lnTo>
                  <a:lnTo>
                    <a:pt x="2600827" y="1151162"/>
                  </a:lnTo>
                  <a:lnTo>
                    <a:pt x="2596567" y="1156103"/>
                  </a:lnTo>
                  <a:lnTo>
                    <a:pt x="2592041" y="1161043"/>
                  </a:lnTo>
                  <a:lnTo>
                    <a:pt x="2586863" y="1165984"/>
                  </a:lnTo>
                  <a:lnTo>
                    <a:pt x="2581453" y="1170924"/>
                  </a:lnTo>
                  <a:lnTo>
                    <a:pt x="2575624" y="1175865"/>
                  </a:lnTo>
                  <a:lnTo>
                    <a:pt x="2569370" y="1180806"/>
                  </a:lnTo>
                  <a:lnTo>
                    <a:pt x="2562900" y="1185746"/>
                  </a:lnTo>
                  <a:lnTo>
                    <a:pt x="2555896" y="1190687"/>
                  </a:lnTo>
                  <a:lnTo>
                    <a:pt x="2548667" y="1195627"/>
                  </a:lnTo>
                  <a:lnTo>
                    <a:pt x="2541131" y="1200568"/>
                  </a:lnTo>
                  <a:lnTo>
                    <a:pt x="2533209" y="1205509"/>
                  </a:lnTo>
                  <a:lnTo>
                    <a:pt x="2525115" y="1210449"/>
                  </a:lnTo>
                  <a:lnTo>
                    <a:pt x="2516638" y="1215390"/>
                  </a:lnTo>
                  <a:lnTo>
                    <a:pt x="2507954" y="1220331"/>
                  </a:lnTo>
                  <a:lnTo>
                    <a:pt x="2499070" y="1225271"/>
                  </a:lnTo>
                  <a:lnTo>
                    <a:pt x="2493726" y="1228141"/>
                  </a:lnTo>
                  <a:lnTo>
                    <a:pt x="2489871" y="1230212"/>
                  </a:lnTo>
                  <a:lnTo>
                    <a:pt x="2480552" y="1235152"/>
                  </a:lnTo>
                  <a:lnTo>
                    <a:pt x="2470991" y="1240093"/>
                  </a:lnTo>
                  <a:lnTo>
                    <a:pt x="2461270" y="1245034"/>
                  </a:lnTo>
                  <a:lnTo>
                    <a:pt x="2451440" y="1249974"/>
                  </a:lnTo>
                  <a:lnTo>
                    <a:pt x="2441399" y="1254915"/>
                  </a:lnTo>
                  <a:lnTo>
                    <a:pt x="2431293" y="1259855"/>
                  </a:lnTo>
                  <a:lnTo>
                    <a:pt x="2421069" y="1264796"/>
                  </a:lnTo>
                  <a:lnTo>
                    <a:pt x="2410760" y="1269737"/>
                  </a:lnTo>
                  <a:lnTo>
                    <a:pt x="2400407" y="1274677"/>
                  </a:lnTo>
                  <a:lnTo>
                    <a:pt x="2389980" y="1279618"/>
                  </a:lnTo>
                  <a:lnTo>
                    <a:pt x="2379540" y="1284558"/>
                  </a:lnTo>
                  <a:lnTo>
                    <a:pt x="2369082" y="1289499"/>
                  </a:lnTo>
                  <a:lnTo>
                    <a:pt x="2358637" y="1294440"/>
                  </a:lnTo>
                  <a:lnTo>
                    <a:pt x="2348203" y="1299380"/>
                  </a:lnTo>
                  <a:lnTo>
                    <a:pt x="2337822" y="1304321"/>
                  </a:lnTo>
                  <a:lnTo>
                    <a:pt x="2327494" y="1309262"/>
                  </a:lnTo>
                  <a:lnTo>
                    <a:pt x="2317219" y="1314202"/>
                  </a:lnTo>
                  <a:lnTo>
                    <a:pt x="2307071" y="1319143"/>
                  </a:lnTo>
                  <a:lnTo>
                    <a:pt x="2296986" y="1324083"/>
                  </a:lnTo>
                  <a:lnTo>
                    <a:pt x="2287050" y="1329024"/>
                  </a:lnTo>
                  <a:lnTo>
                    <a:pt x="2277246" y="1333965"/>
                  </a:lnTo>
                  <a:lnTo>
                    <a:pt x="2267540" y="1338905"/>
                  </a:lnTo>
                  <a:lnTo>
                    <a:pt x="2258085" y="1343846"/>
                  </a:lnTo>
                  <a:lnTo>
                    <a:pt x="2248736" y="1348786"/>
                  </a:lnTo>
                  <a:lnTo>
                    <a:pt x="2239600" y="1353727"/>
                  </a:lnTo>
                  <a:lnTo>
                    <a:pt x="2230686" y="1358668"/>
                  </a:lnTo>
                  <a:lnTo>
                    <a:pt x="2221895" y="1363608"/>
                  </a:lnTo>
                  <a:lnTo>
                    <a:pt x="2213463" y="1368549"/>
                  </a:lnTo>
                  <a:lnTo>
                    <a:pt x="2205182" y="1373489"/>
                  </a:lnTo>
                  <a:lnTo>
                    <a:pt x="2197146" y="1378430"/>
                  </a:lnTo>
                  <a:lnTo>
                    <a:pt x="2189425" y="1383371"/>
                  </a:lnTo>
                  <a:lnTo>
                    <a:pt x="2181858" y="1388311"/>
                  </a:lnTo>
                  <a:lnTo>
                    <a:pt x="2174690" y="1393252"/>
                  </a:lnTo>
                  <a:lnTo>
                    <a:pt x="2167741" y="1398193"/>
                  </a:lnTo>
                  <a:lnTo>
                    <a:pt x="2161039" y="1403133"/>
                  </a:lnTo>
                  <a:lnTo>
                    <a:pt x="2154741" y="1408074"/>
                  </a:lnTo>
                  <a:lnTo>
                    <a:pt x="2148621" y="1413014"/>
                  </a:lnTo>
                  <a:lnTo>
                    <a:pt x="2142906" y="1417955"/>
                  </a:lnTo>
                  <a:lnTo>
                    <a:pt x="2137475" y="1422896"/>
                  </a:lnTo>
                  <a:lnTo>
                    <a:pt x="2132274" y="1427836"/>
                  </a:lnTo>
                  <a:lnTo>
                    <a:pt x="2127553" y="1432777"/>
                  </a:lnTo>
                  <a:lnTo>
                    <a:pt x="2123024" y="1437717"/>
                  </a:lnTo>
                  <a:lnTo>
                    <a:pt x="2118880" y="1442658"/>
                  </a:lnTo>
                  <a:lnTo>
                    <a:pt x="2115078" y="1447599"/>
                  </a:lnTo>
                  <a:lnTo>
                    <a:pt x="2111472" y="1452539"/>
                  </a:lnTo>
                  <a:lnTo>
                    <a:pt x="2108404" y="1457480"/>
                  </a:lnTo>
                  <a:lnTo>
                    <a:pt x="2105532" y="1462420"/>
                  </a:lnTo>
                  <a:lnTo>
                    <a:pt x="2103005" y="1467361"/>
                  </a:lnTo>
                  <a:lnTo>
                    <a:pt x="2100866" y="1472302"/>
                  </a:lnTo>
                  <a:lnTo>
                    <a:pt x="2098921" y="1477242"/>
                  </a:lnTo>
                  <a:lnTo>
                    <a:pt x="2097463" y="1482183"/>
                  </a:lnTo>
                  <a:lnTo>
                    <a:pt x="2096239" y="1487124"/>
                  </a:lnTo>
                  <a:lnTo>
                    <a:pt x="2095305" y="1492064"/>
                  </a:lnTo>
                  <a:lnTo>
                    <a:pt x="2094788" y="1497005"/>
                  </a:lnTo>
                  <a:lnTo>
                    <a:pt x="2094455" y="1501945"/>
                  </a:lnTo>
                  <a:lnTo>
                    <a:pt x="2094539" y="1506886"/>
                  </a:lnTo>
                  <a:lnTo>
                    <a:pt x="2094883" y="1511827"/>
                  </a:lnTo>
                  <a:lnTo>
                    <a:pt x="2095455" y="1516767"/>
                  </a:lnTo>
                  <a:lnTo>
                    <a:pt x="2096449" y="1521708"/>
                  </a:lnTo>
                  <a:lnTo>
                    <a:pt x="2097609" y="1526648"/>
                  </a:lnTo>
                  <a:lnTo>
                    <a:pt x="2099106" y="1531589"/>
                  </a:lnTo>
                  <a:lnTo>
                    <a:pt x="2100870" y="1536530"/>
                  </a:lnTo>
                  <a:lnTo>
                    <a:pt x="2102800" y="1541470"/>
                  </a:lnTo>
                  <a:lnTo>
                    <a:pt x="2105131" y="1546411"/>
                  </a:lnTo>
                  <a:lnTo>
                    <a:pt x="2107603" y="1551351"/>
                  </a:lnTo>
                  <a:lnTo>
                    <a:pt x="2110328" y="1556292"/>
                  </a:lnTo>
                  <a:lnTo>
                    <a:pt x="2113306" y="1561233"/>
                  </a:lnTo>
                  <a:lnTo>
                    <a:pt x="2116412" y="1566173"/>
                  </a:lnTo>
                  <a:lnTo>
                    <a:pt x="2119828" y="1571114"/>
                  </a:lnTo>
                  <a:lnTo>
                    <a:pt x="2123373" y="1576055"/>
                  </a:lnTo>
                  <a:lnTo>
                    <a:pt x="2127091" y="1580995"/>
                  </a:lnTo>
                  <a:lnTo>
                    <a:pt x="2131023" y="1585936"/>
                  </a:lnTo>
                  <a:lnTo>
                    <a:pt x="2135048" y="1590876"/>
                  </a:lnTo>
                  <a:lnTo>
                    <a:pt x="2139276" y="1595817"/>
                  </a:lnTo>
                  <a:lnTo>
                    <a:pt x="2143610" y="1600758"/>
                  </a:lnTo>
                  <a:lnTo>
                    <a:pt x="2148043" y="1605698"/>
                  </a:lnTo>
                  <a:lnTo>
                    <a:pt x="2152626" y="1610639"/>
                  </a:lnTo>
                  <a:lnTo>
                    <a:pt x="2157262" y="1615579"/>
                  </a:lnTo>
                  <a:lnTo>
                    <a:pt x="2162001" y="1620520"/>
                  </a:lnTo>
                  <a:lnTo>
                    <a:pt x="2166800" y="1625461"/>
                  </a:lnTo>
                  <a:lnTo>
                    <a:pt x="2171637" y="1630401"/>
                  </a:lnTo>
                  <a:lnTo>
                    <a:pt x="2176534" y="1635342"/>
                  </a:lnTo>
                  <a:lnTo>
                    <a:pt x="2181440" y="1640282"/>
                  </a:lnTo>
                  <a:lnTo>
                    <a:pt x="2186363" y="1645223"/>
                  </a:lnTo>
                  <a:lnTo>
                    <a:pt x="2191275" y="1650164"/>
                  </a:lnTo>
                  <a:lnTo>
                    <a:pt x="2196180" y="1655104"/>
                  </a:lnTo>
                  <a:lnTo>
                    <a:pt x="2201034" y="1660045"/>
                  </a:lnTo>
                  <a:lnTo>
                    <a:pt x="2205851" y="1664986"/>
                  </a:lnTo>
                  <a:lnTo>
                    <a:pt x="2210612" y="1669926"/>
                  </a:lnTo>
                  <a:lnTo>
                    <a:pt x="2215274" y="1674867"/>
                  </a:lnTo>
                  <a:lnTo>
                    <a:pt x="2219883" y="1679807"/>
                  </a:lnTo>
                  <a:lnTo>
                    <a:pt x="2224345" y="1684748"/>
                  </a:lnTo>
                  <a:lnTo>
                    <a:pt x="2228705" y="1689689"/>
                  </a:lnTo>
                  <a:lnTo>
                    <a:pt x="2232960" y="1694629"/>
                  </a:lnTo>
                  <a:lnTo>
                    <a:pt x="2237006" y="1699570"/>
                  </a:lnTo>
                  <a:lnTo>
                    <a:pt x="2240957" y="1704510"/>
                  </a:lnTo>
                  <a:lnTo>
                    <a:pt x="2244687" y="1709451"/>
                  </a:lnTo>
                  <a:lnTo>
                    <a:pt x="2248234" y="1714392"/>
                  </a:lnTo>
                  <a:lnTo>
                    <a:pt x="2251648" y="1719332"/>
                  </a:lnTo>
                  <a:lnTo>
                    <a:pt x="2254733" y="1724273"/>
                  </a:lnTo>
                  <a:lnTo>
                    <a:pt x="2257682" y="1729213"/>
                  </a:lnTo>
                  <a:lnTo>
                    <a:pt x="2260362" y="1734154"/>
                  </a:lnTo>
                  <a:lnTo>
                    <a:pt x="2262768" y="1739095"/>
                  </a:lnTo>
                  <a:lnTo>
                    <a:pt x="2265023" y="1744035"/>
                  </a:lnTo>
                  <a:lnTo>
                    <a:pt x="2266845" y="1748976"/>
                  </a:lnTo>
                  <a:lnTo>
                    <a:pt x="2268486" y="1753917"/>
                  </a:lnTo>
                  <a:lnTo>
                    <a:pt x="2269836" y="1758857"/>
                  </a:lnTo>
                  <a:lnTo>
                    <a:pt x="2270514" y="1762275"/>
                  </a:lnTo>
                  <a:lnTo>
                    <a:pt x="2270816" y="1763798"/>
                  </a:lnTo>
                  <a:lnTo>
                    <a:pt x="2271613" y="1768738"/>
                  </a:lnTo>
                  <a:lnTo>
                    <a:pt x="2271946" y="1773679"/>
                  </a:lnTo>
                  <a:lnTo>
                    <a:pt x="2272026" y="1778620"/>
                  </a:lnTo>
                  <a:lnTo>
                    <a:pt x="2271819" y="1783560"/>
                  </a:lnTo>
                  <a:lnTo>
                    <a:pt x="2271147" y="1788501"/>
                  </a:lnTo>
                  <a:lnTo>
                    <a:pt x="2270269" y="1793441"/>
                  </a:lnTo>
                  <a:lnTo>
                    <a:pt x="2268929" y="1798382"/>
                  </a:lnTo>
                  <a:lnTo>
                    <a:pt x="2267262" y="1803323"/>
                  </a:lnTo>
                  <a:lnTo>
                    <a:pt x="2265335" y="1808263"/>
                  </a:lnTo>
                  <a:lnTo>
                    <a:pt x="2262860" y="1813204"/>
                  </a:lnTo>
                  <a:lnTo>
                    <a:pt x="2260167" y="1818144"/>
                  </a:lnTo>
                  <a:lnTo>
                    <a:pt x="2257039" y="1823085"/>
                  </a:lnTo>
                  <a:lnTo>
                    <a:pt x="2253521" y="1828026"/>
                  </a:lnTo>
                  <a:lnTo>
                    <a:pt x="2249783" y="1832966"/>
                  </a:lnTo>
                  <a:lnTo>
                    <a:pt x="2245438" y="1837907"/>
                  </a:lnTo>
                  <a:lnTo>
                    <a:pt x="2240872" y="1842848"/>
                  </a:lnTo>
                  <a:lnTo>
                    <a:pt x="2235920" y="1847788"/>
                  </a:lnTo>
                  <a:lnTo>
                    <a:pt x="2230531" y="1852729"/>
                  </a:lnTo>
                  <a:lnTo>
                    <a:pt x="2224925" y="1857669"/>
                  </a:lnTo>
                  <a:lnTo>
                    <a:pt x="2218778" y="1862610"/>
                  </a:lnTo>
                  <a:lnTo>
                    <a:pt x="2212369" y="1867551"/>
                  </a:lnTo>
                  <a:lnTo>
                    <a:pt x="2205639" y="1872491"/>
                  </a:lnTo>
                  <a:lnTo>
                    <a:pt x="2198447" y="1877432"/>
                  </a:lnTo>
                  <a:lnTo>
                    <a:pt x="2191052" y="1882372"/>
                  </a:lnTo>
                  <a:lnTo>
                    <a:pt x="2183200" y="1887313"/>
                  </a:lnTo>
                  <a:lnTo>
                    <a:pt x="2175063" y="1892254"/>
                  </a:lnTo>
                  <a:lnTo>
                    <a:pt x="2166678" y="1897194"/>
                  </a:lnTo>
                  <a:lnTo>
                    <a:pt x="2157834" y="1902135"/>
                  </a:lnTo>
                  <a:lnTo>
                    <a:pt x="2148811" y="1907075"/>
                  </a:lnTo>
                  <a:lnTo>
                    <a:pt x="2139426" y="1912016"/>
                  </a:lnTo>
                  <a:lnTo>
                    <a:pt x="2129754" y="1916957"/>
                  </a:lnTo>
                  <a:lnTo>
                    <a:pt x="2119907" y="1921897"/>
                  </a:lnTo>
                  <a:lnTo>
                    <a:pt x="2109634" y="1926838"/>
                  </a:lnTo>
                  <a:lnTo>
                    <a:pt x="2099214" y="1931779"/>
                  </a:lnTo>
                  <a:lnTo>
                    <a:pt x="2088529" y="1936719"/>
                  </a:lnTo>
                  <a:lnTo>
                    <a:pt x="2077581" y="1941660"/>
                  </a:lnTo>
                  <a:lnTo>
                    <a:pt x="2066500" y="1946600"/>
                  </a:lnTo>
                  <a:lnTo>
                    <a:pt x="2055102" y="1951541"/>
                  </a:lnTo>
                  <a:lnTo>
                    <a:pt x="2043572" y="1956482"/>
                  </a:lnTo>
                  <a:lnTo>
                    <a:pt x="2031868" y="1961422"/>
                  </a:lnTo>
                  <a:lnTo>
                    <a:pt x="2019950" y="1966363"/>
                  </a:lnTo>
                  <a:lnTo>
                    <a:pt x="2007938" y="1971303"/>
                  </a:lnTo>
                  <a:lnTo>
                    <a:pt x="1995727" y="1976244"/>
                  </a:lnTo>
                  <a:lnTo>
                    <a:pt x="1983412" y="1981185"/>
                  </a:lnTo>
                  <a:lnTo>
                    <a:pt x="1971001" y="1986125"/>
                  </a:lnTo>
                  <a:lnTo>
                    <a:pt x="1958446" y="1991066"/>
                  </a:lnTo>
                  <a:lnTo>
                    <a:pt x="1945841" y="1996006"/>
                  </a:lnTo>
                  <a:lnTo>
                    <a:pt x="1933138" y="2000947"/>
                  </a:lnTo>
                  <a:lnTo>
                    <a:pt x="1920380" y="2005888"/>
                  </a:lnTo>
                  <a:lnTo>
                    <a:pt x="1907586" y="2010828"/>
                  </a:lnTo>
                  <a:lnTo>
                    <a:pt x="1894737" y="2015769"/>
                  </a:lnTo>
                  <a:lnTo>
                    <a:pt x="1881880" y="2020710"/>
                  </a:lnTo>
                  <a:lnTo>
                    <a:pt x="1869008" y="2025650"/>
                  </a:lnTo>
                  <a:lnTo>
                    <a:pt x="1856145" y="2030591"/>
                  </a:lnTo>
                  <a:lnTo>
                    <a:pt x="1843288" y="2035531"/>
                  </a:lnTo>
                  <a:lnTo>
                    <a:pt x="1830475" y="2040472"/>
                  </a:lnTo>
                  <a:lnTo>
                    <a:pt x="1817693" y="2045413"/>
                  </a:lnTo>
                  <a:lnTo>
                    <a:pt x="1804958" y="2050353"/>
                  </a:lnTo>
                  <a:lnTo>
                    <a:pt x="1792306" y="2055294"/>
                  </a:lnTo>
                  <a:lnTo>
                    <a:pt x="1779697" y="2060234"/>
                  </a:lnTo>
                  <a:lnTo>
                    <a:pt x="1767208" y="2065175"/>
                  </a:lnTo>
                  <a:lnTo>
                    <a:pt x="1754801" y="2070116"/>
                  </a:lnTo>
                  <a:lnTo>
                    <a:pt x="1742477" y="2075056"/>
                  </a:lnTo>
                  <a:lnTo>
                    <a:pt x="1730316" y="2079997"/>
                  </a:lnTo>
                  <a:lnTo>
                    <a:pt x="1718230" y="2084937"/>
                  </a:lnTo>
                  <a:lnTo>
                    <a:pt x="1706312" y="2089878"/>
                  </a:lnTo>
                  <a:lnTo>
                    <a:pt x="1694532" y="2094819"/>
                  </a:lnTo>
                  <a:lnTo>
                    <a:pt x="1682852" y="2099759"/>
                  </a:lnTo>
                  <a:lnTo>
                    <a:pt x="1671414" y="2104700"/>
                  </a:lnTo>
                  <a:lnTo>
                    <a:pt x="1660076" y="2109641"/>
                  </a:lnTo>
                  <a:lnTo>
                    <a:pt x="1648930" y="2114581"/>
                  </a:lnTo>
                  <a:lnTo>
                    <a:pt x="1637979" y="2119522"/>
                  </a:lnTo>
                  <a:lnTo>
                    <a:pt x="1627134" y="2124462"/>
                  </a:lnTo>
                  <a:lnTo>
                    <a:pt x="1616588" y="2129403"/>
                  </a:lnTo>
                  <a:lnTo>
                    <a:pt x="1606167" y="2134344"/>
                  </a:lnTo>
                  <a:lnTo>
                    <a:pt x="1595942" y="2139284"/>
                  </a:lnTo>
                  <a:lnTo>
                    <a:pt x="1585964" y="2144225"/>
                  </a:lnTo>
                  <a:lnTo>
                    <a:pt x="1576107" y="2149165"/>
                  </a:lnTo>
                  <a:lnTo>
                    <a:pt x="1566552" y="2154106"/>
                  </a:lnTo>
                  <a:lnTo>
                    <a:pt x="1557160" y="2159047"/>
                  </a:lnTo>
                  <a:lnTo>
                    <a:pt x="1547952" y="2163987"/>
                  </a:lnTo>
                  <a:lnTo>
                    <a:pt x="1539036" y="2168928"/>
                  </a:lnTo>
                  <a:lnTo>
                    <a:pt x="1530248" y="2173868"/>
                  </a:lnTo>
                  <a:lnTo>
                    <a:pt x="1521746" y="2178809"/>
                  </a:lnTo>
                  <a:lnTo>
                    <a:pt x="1513442" y="2183750"/>
                  </a:lnTo>
                  <a:lnTo>
                    <a:pt x="1505296" y="2188690"/>
                  </a:lnTo>
                  <a:lnTo>
                    <a:pt x="1497478" y="2193631"/>
                  </a:lnTo>
                  <a:lnTo>
                    <a:pt x="1489789" y="2198572"/>
                  </a:lnTo>
                  <a:lnTo>
                    <a:pt x="1482355" y="2203512"/>
                  </a:lnTo>
                  <a:lnTo>
                    <a:pt x="1475148" y="2208453"/>
                  </a:lnTo>
                  <a:lnTo>
                    <a:pt x="1468069" y="2213393"/>
                  </a:lnTo>
                  <a:lnTo>
                    <a:pt x="1461336" y="2218334"/>
                  </a:lnTo>
                  <a:lnTo>
                    <a:pt x="1454730" y="2223275"/>
                  </a:lnTo>
                  <a:lnTo>
                    <a:pt x="1448341" y="2228215"/>
                  </a:lnTo>
                  <a:lnTo>
                    <a:pt x="1442198" y="2233156"/>
                  </a:lnTo>
                  <a:lnTo>
                    <a:pt x="1436176" y="2238096"/>
                  </a:lnTo>
                  <a:lnTo>
                    <a:pt x="1430455" y="2243037"/>
                  </a:lnTo>
                  <a:lnTo>
                    <a:pt x="1424879" y="2247978"/>
                  </a:lnTo>
                  <a:lnTo>
                    <a:pt x="1419480" y="2252918"/>
                  </a:lnTo>
                  <a:lnTo>
                    <a:pt x="1414336" y="2257859"/>
                  </a:lnTo>
                  <a:lnTo>
                    <a:pt x="1409303" y="2262799"/>
                  </a:lnTo>
                  <a:lnTo>
                    <a:pt x="1404521" y="2267740"/>
                  </a:lnTo>
                  <a:lnTo>
                    <a:pt x="1399897" y="2272681"/>
                  </a:lnTo>
                  <a:lnTo>
                    <a:pt x="1395409" y="2277621"/>
                  </a:lnTo>
                  <a:lnTo>
                    <a:pt x="1391176" y="2282562"/>
                  </a:lnTo>
                  <a:lnTo>
                    <a:pt x="1387042" y="2287503"/>
                  </a:lnTo>
                  <a:lnTo>
                    <a:pt x="1383110" y="2292443"/>
                  </a:lnTo>
                  <a:lnTo>
                    <a:pt x="1379341" y="2297384"/>
                  </a:lnTo>
                  <a:lnTo>
                    <a:pt x="1375670" y="2302324"/>
                  </a:lnTo>
                  <a:lnTo>
                    <a:pt x="1372246" y="2307265"/>
                  </a:lnTo>
                  <a:lnTo>
                    <a:pt x="1368908" y="2312206"/>
                  </a:lnTo>
                  <a:lnTo>
                    <a:pt x="1365726" y="2317146"/>
                  </a:lnTo>
                  <a:lnTo>
                    <a:pt x="1362705" y="2322087"/>
                  </a:lnTo>
                  <a:lnTo>
                    <a:pt x="1359766" y="2327027"/>
                  </a:lnTo>
                  <a:lnTo>
                    <a:pt x="1357027" y="2331968"/>
                  </a:lnTo>
                  <a:lnTo>
                    <a:pt x="1354377" y="2336909"/>
                  </a:lnTo>
                  <a:lnTo>
                    <a:pt x="1351843" y="2341849"/>
                  </a:lnTo>
                  <a:lnTo>
                    <a:pt x="1349463" y="2346790"/>
                  </a:lnTo>
                  <a:lnTo>
                    <a:pt x="1347150" y="2351731"/>
                  </a:lnTo>
                  <a:lnTo>
                    <a:pt x="1344992" y="2356671"/>
                  </a:lnTo>
                  <a:lnTo>
                    <a:pt x="1342923" y="2361612"/>
                  </a:lnTo>
                  <a:lnTo>
                    <a:pt x="1340936" y="2366552"/>
                  </a:lnTo>
                  <a:lnTo>
                    <a:pt x="1339091" y="2371493"/>
                  </a:lnTo>
                  <a:lnTo>
                    <a:pt x="1337302" y="2376434"/>
                  </a:lnTo>
                  <a:lnTo>
                    <a:pt x="1335628" y="2381374"/>
                  </a:lnTo>
                  <a:lnTo>
                    <a:pt x="1334038" y="2386315"/>
                  </a:lnTo>
                  <a:lnTo>
                    <a:pt x="1332505" y="2391255"/>
                  </a:lnTo>
                  <a:lnTo>
                    <a:pt x="1331098" y="2396196"/>
                  </a:lnTo>
                  <a:lnTo>
                    <a:pt x="1329736" y="2401137"/>
                  </a:lnTo>
                  <a:lnTo>
                    <a:pt x="1328457" y="2406077"/>
                  </a:lnTo>
                  <a:lnTo>
                    <a:pt x="1327256" y="2411018"/>
                  </a:lnTo>
                  <a:lnTo>
                    <a:pt x="1326095" y="2415958"/>
                  </a:lnTo>
                  <a:lnTo>
                    <a:pt x="1325036" y="2420899"/>
                  </a:lnTo>
                  <a:lnTo>
                    <a:pt x="1324016" y="2425840"/>
                  </a:lnTo>
                  <a:lnTo>
                    <a:pt x="1323053" y="2430780"/>
                  </a:lnTo>
                  <a:lnTo>
                    <a:pt x="1322160" y="2435721"/>
                  </a:lnTo>
                  <a:lnTo>
                    <a:pt x="1321299" y="2440662"/>
                  </a:lnTo>
                  <a:lnTo>
                    <a:pt x="1320510" y="2445602"/>
                  </a:lnTo>
                  <a:lnTo>
                    <a:pt x="1319758" y="2450543"/>
                  </a:lnTo>
                  <a:lnTo>
                    <a:pt x="1319045" y="2455483"/>
                  </a:lnTo>
                  <a:lnTo>
                    <a:pt x="1318392" y="2460424"/>
                  </a:lnTo>
                  <a:lnTo>
                    <a:pt x="1317763" y="2465365"/>
                  </a:lnTo>
                  <a:lnTo>
                    <a:pt x="1317184" y="2470305"/>
                  </a:lnTo>
                  <a:lnTo>
                    <a:pt x="1316639" y="2475246"/>
                  </a:lnTo>
                  <a:lnTo>
                    <a:pt x="1316118" y="2480186"/>
                  </a:lnTo>
                  <a:lnTo>
                    <a:pt x="1315648" y="2485127"/>
                  </a:lnTo>
                  <a:lnTo>
                    <a:pt x="1315196" y="2490068"/>
                  </a:lnTo>
                  <a:lnTo>
                    <a:pt x="1314777" y="2495008"/>
                  </a:lnTo>
                  <a:lnTo>
                    <a:pt x="1314388" y="2499949"/>
                  </a:lnTo>
                  <a:lnTo>
                    <a:pt x="1314015" y="2504889"/>
                  </a:lnTo>
                  <a:lnTo>
                    <a:pt x="1313681" y="2509830"/>
                  </a:lnTo>
                  <a:lnTo>
                    <a:pt x="1313361" y="2514771"/>
                  </a:lnTo>
                  <a:lnTo>
                    <a:pt x="1313064" y="2519711"/>
                  </a:lnTo>
                  <a:lnTo>
                    <a:pt x="1312790" y="2524652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623931" y="2837327"/>
              <a:ext cx="0" cy="585410"/>
            </a:xfrm>
            <a:custGeom>
              <a:avLst/>
              <a:pathLst>
                <a:path w="0" h="585410">
                  <a:moveTo>
                    <a:pt x="0" y="5854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4063699"/>
              <a:ext cx="0" cy="354665"/>
            </a:xfrm>
            <a:custGeom>
              <a:avLst/>
              <a:pathLst>
                <a:path w="0" h="354665">
                  <a:moveTo>
                    <a:pt x="0" y="0"/>
                  </a:moveTo>
                  <a:lnTo>
                    <a:pt x="0" y="35466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332951" y="3422738"/>
              <a:ext cx="581959" cy="640960"/>
            </a:xfrm>
            <a:custGeom>
              <a:avLst/>
              <a:pathLst>
                <a:path w="581959" h="640960">
                  <a:moveTo>
                    <a:pt x="0" y="0"/>
                  </a:moveTo>
                  <a:lnTo>
                    <a:pt x="0" y="640960"/>
                  </a:lnTo>
                  <a:lnTo>
                    <a:pt x="581959" y="640960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332951" y="3726126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533730" y="3640665"/>
              <a:ext cx="0" cy="465764"/>
            </a:xfrm>
            <a:custGeom>
              <a:avLst/>
              <a:pathLst>
                <a:path w="0" h="465764">
                  <a:moveTo>
                    <a:pt x="0" y="46576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4798668"/>
              <a:ext cx="0" cy="158103"/>
            </a:xfrm>
            <a:custGeom>
              <a:avLst/>
              <a:pathLst>
                <a:path w="0" h="158103">
                  <a:moveTo>
                    <a:pt x="0" y="0"/>
                  </a:moveTo>
                  <a:lnTo>
                    <a:pt x="0" y="15810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5242750" y="4106430"/>
              <a:ext cx="581959" cy="692237"/>
            </a:xfrm>
            <a:custGeom>
              <a:avLst/>
              <a:pathLst>
                <a:path w="581959" h="692237">
                  <a:moveTo>
                    <a:pt x="0" y="0"/>
                  </a:moveTo>
                  <a:lnTo>
                    <a:pt x="0" y="692237"/>
                  </a:lnTo>
                  <a:lnTo>
                    <a:pt x="581959" y="692237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5242750" y="4264533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585554" y="4379987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5495354" y="491839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585554" y="3687750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5495354" y="4226157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85554" y="2798951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495354" y="3602288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351380" y="4327838"/>
              <a:ext cx="18251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261180" y="4866246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351380" y="3635601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IN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61180" y="4174008"/>
              <a:ext cx="17556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351380" y="2746802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61180" y="3550139"/>
              <a:ext cx="17556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NV</a:t>
              </a:r>
            </a:p>
          </p:txBody>
        </p:sp>
        <p:sp>
          <p:nvSpPr>
            <p:cNvPr id="32" name="pt31"/>
            <p:cNvSpPr/>
            <p:nvPr/>
          </p:nvSpPr>
          <p:spPr>
            <a:xfrm>
              <a:off x="2578779" y="3685110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488578" y="4324634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878051" y="4050024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753241" y="5250066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1062" y="439545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354083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268622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(2023)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2024: Gun-Law Strictness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18791" y="1600200"/>
              <a:ext cx="7706417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658189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763119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729078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728682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717850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717074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685562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589304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569979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547593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323627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286524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233282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193966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697936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660211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637754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642605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616980" y="4127837"/>
              <a:ext cx="463831" cy="1603655"/>
            </a:xfrm>
            <a:custGeom>
              <a:avLst/>
              <a:pathLst>
                <a:path w="463831" h="1603655">
                  <a:moveTo>
                    <a:pt x="457199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582826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561927" y="4082907"/>
              <a:ext cx="467522" cy="1602933"/>
            </a:xfrm>
            <a:custGeom>
              <a:avLst/>
              <a:pathLst>
                <a:path w="467522" h="1602933">
                  <a:moveTo>
                    <a:pt x="457199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470780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449134" y="4167769"/>
              <a:ext cx="480874" cy="1613371"/>
            </a:xfrm>
            <a:custGeom>
              <a:avLst/>
              <a:pathLst>
                <a:path w="480874" h="1613371">
                  <a:moveTo>
                    <a:pt x="457199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436018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430298" y="4174356"/>
              <a:ext cx="460421" cy="1604041"/>
            </a:xfrm>
            <a:custGeom>
              <a:avLst/>
              <a:pathLst>
                <a:path w="460421" h="1604041">
                  <a:moveTo>
                    <a:pt x="457200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421124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383674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289454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273812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251151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212847" y="4284708"/>
              <a:ext cx="517487" cy="1606498"/>
            </a:xfrm>
            <a:custGeom>
              <a:avLst/>
              <a:pathLst>
                <a:path w="517487" h="1606498">
                  <a:moveTo>
                    <a:pt x="457199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275156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159178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158130" y="4057255"/>
              <a:ext cx="468498" cy="1607811"/>
            </a:xfrm>
            <a:custGeom>
              <a:avLst/>
              <a:pathLst>
                <a:path w="468498" h="1607811">
                  <a:moveTo>
                    <a:pt x="457200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128152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142830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104865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086865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161819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040229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096023" y="3769195"/>
              <a:ext cx="476552" cy="1632364"/>
            </a:xfrm>
            <a:custGeom>
              <a:avLst/>
              <a:pathLst>
                <a:path w="476552" h="1632364">
                  <a:moveTo>
                    <a:pt x="457200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944229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883459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858818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842097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814550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817799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801565" y="4333291"/>
              <a:ext cx="467121" cy="1604633"/>
            </a:xfrm>
            <a:custGeom>
              <a:avLst/>
              <a:pathLst>
                <a:path w="467121" h="1604633">
                  <a:moveTo>
                    <a:pt x="457199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1886769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3976182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517093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506752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412784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398839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354146" y="2533229"/>
              <a:ext cx="493142" cy="1628267"/>
            </a:xfrm>
            <a:custGeom>
              <a:avLst/>
              <a:pathLst>
                <a:path w="493142" h="1628267">
                  <a:moveTo>
                    <a:pt x="457200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170921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556020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5848671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715928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618977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noFill/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509773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487512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467480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764870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4900729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2989230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2893414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2902932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2852017" y="3679057"/>
              <a:ext cx="487716" cy="1623618"/>
            </a:xfrm>
            <a:custGeom>
              <a:avLst/>
              <a:pathLst>
                <a:path w="487716" h="1623618">
                  <a:moveTo>
                    <a:pt x="457199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822914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706780" y="3581395"/>
              <a:ext cx="527801" cy="1646854"/>
            </a:xfrm>
            <a:custGeom>
              <a:avLst/>
              <a:pathLst>
                <a:path w="527801" h="1646854">
                  <a:moveTo>
                    <a:pt x="457200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523354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473273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1919082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242855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606742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745397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241470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480851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063557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137951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5898829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748224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387728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140011" y="1388429"/>
              <a:ext cx="486239" cy="1605374"/>
            </a:xfrm>
            <a:custGeom>
              <a:avLst/>
              <a:pathLst>
                <a:path w="486239" h="1605374">
                  <a:moveTo>
                    <a:pt x="457200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090193" y="1401808"/>
              <a:ext cx="490334" cy="1611953"/>
            </a:xfrm>
            <a:custGeom>
              <a:avLst/>
              <a:pathLst>
                <a:path w="490334" h="1611953">
                  <a:moveTo>
                    <a:pt x="457200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829960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758579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670108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647742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653306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332518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254016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663252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332461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3837095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138030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057298" y="1902406"/>
              <a:ext cx="1284097" cy="1747848"/>
            </a:xfrm>
            <a:custGeom>
              <a:avLst/>
              <a:pathLst>
                <a:path w="1284097" h="1747848">
                  <a:moveTo>
                    <a:pt x="457199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533035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5880424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738555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476368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5991050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276515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028358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106730" y="922835"/>
              <a:ext cx="1084672" cy="1988899"/>
            </a:xfrm>
            <a:custGeom>
              <a:avLst/>
              <a:pathLst>
                <a:path w="1084672" h="1988899">
                  <a:moveTo>
                    <a:pt x="457199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014794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4891267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136890" y="2457685"/>
              <a:ext cx="1330666" cy="1966872"/>
            </a:xfrm>
            <a:custGeom>
              <a:avLst/>
              <a:pathLst>
                <a:path w="1330666" h="1966872">
                  <a:moveTo>
                    <a:pt x="457199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239736" y="1362253"/>
              <a:ext cx="1234800" cy="1876668"/>
            </a:xfrm>
            <a:custGeom>
              <a:avLst/>
              <a:pathLst>
                <a:path w="1234800" h="1876668">
                  <a:moveTo>
                    <a:pt x="457199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248066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029041" y="1449842"/>
              <a:ext cx="467635" cy="1601414"/>
            </a:xfrm>
            <a:custGeom>
              <a:avLst/>
              <a:pathLst>
                <a:path w="467635" h="1601414">
                  <a:moveTo>
                    <a:pt x="457200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002910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131932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080431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425938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734143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057704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758479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774679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063900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562202" y="693577"/>
              <a:ext cx="494883" cy="1641018"/>
            </a:xfrm>
            <a:custGeom>
              <a:avLst/>
              <a:pathLst>
                <a:path w="494883" h="1641018">
                  <a:moveTo>
                    <a:pt x="457199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435194" y="692661"/>
              <a:ext cx="1081908" cy="2059404"/>
            </a:xfrm>
            <a:custGeom>
              <a:avLst/>
              <a:pathLst>
                <a:path w="1081908" h="2059404">
                  <a:moveTo>
                    <a:pt x="457199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125472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571400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216968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054566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466274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065861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135" name="rc134"/>
            <p:cNvSpPr/>
            <p:nvPr/>
          </p:nvSpPr>
          <p:spPr>
            <a:xfrm>
              <a:off x="7073061" y="3633190"/>
              <a:ext cx="205056" cy="2050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5"/>
            <p:cNvSpPr/>
            <p:nvPr/>
          </p:nvSpPr>
          <p:spPr>
            <a:xfrm>
              <a:off x="7073061" y="3852646"/>
              <a:ext cx="205056" cy="205056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6"/>
            <p:cNvSpPr/>
            <p:nvPr/>
          </p:nvSpPr>
          <p:spPr>
            <a:xfrm>
              <a:off x="7073061" y="4072102"/>
              <a:ext cx="205056" cy="20505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7"/>
            <p:cNvSpPr/>
            <p:nvPr/>
          </p:nvSpPr>
          <p:spPr>
            <a:xfrm>
              <a:off x="7073061" y="4291558"/>
              <a:ext cx="205056" cy="205056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8"/>
            <p:cNvSpPr/>
            <p:nvPr/>
          </p:nvSpPr>
          <p:spPr>
            <a:xfrm>
              <a:off x="7073061" y="4511014"/>
              <a:ext cx="205056" cy="2050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tx139"/>
            <p:cNvSpPr/>
            <p:nvPr/>
          </p:nvSpPr>
          <p:spPr>
            <a:xfrm>
              <a:off x="7354906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0"/>
            <p:cNvSpPr/>
            <p:nvPr/>
          </p:nvSpPr>
          <p:spPr>
            <a:xfrm>
              <a:off x="7354906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tx141"/>
            <p:cNvSpPr/>
            <p:nvPr/>
          </p:nvSpPr>
          <p:spPr>
            <a:xfrm>
              <a:off x="7354906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3" name="tx142"/>
            <p:cNvSpPr/>
            <p:nvPr/>
          </p:nvSpPr>
          <p:spPr>
            <a:xfrm>
              <a:off x="7354906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44" name="tx143"/>
            <p:cNvSpPr/>
            <p:nvPr/>
          </p:nvSpPr>
          <p:spPr>
            <a:xfrm>
              <a:off x="7354906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45" name="tx144"/>
            <p:cNvSpPr/>
            <p:nvPr/>
          </p:nvSpPr>
          <p:spPr>
            <a:xfrm>
              <a:off x="718791" y="1894551"/>
              <a:ext cx="485454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Colorblind-safe palette (A&lt;U+2192&gt;F) &lt;U+2022&gt; Mortality source: FA_Deaths</a:t>
              </a:r>
            </a:p>
          </p:txBody>
        </p:sp>
        <p:sp>
          <p:nvSpPr>
            <p:cNvPr id="146" name="tx145"/>
            <p:cNvSpPr/>
            <p:nvPr/>
          </p:nvSpPr>
          <p:spPr>
            <a:xfrm>
              <a:off x="718791" y="1669789"/>
              <a:ext cx="361736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Gun Law Strictness Map (A blue -&gt; F red) (2024)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2024: Firearm Mortality Heat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85715" y="1600200"/>
              <a:ext cx="7372569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h5"/>
            <p:cNvSpPr/>
            <p:nvPr/>
          </p:nvSpPr>
          <p:spPr>
            <a:xfrm>
              <a:off x="4825113" y="2972901"/>
              <a:ext cx="836941" cy="1795238"/>
            </a:xfrm>
            <a:custGeom>
              <a:avLst/>
              <a:pathLst>
                <a:path w="836941" h="1795238">
                  <a:moveTo>
                    <a:pt x="457200" y="1600200"/>
                  </a:moveTo>
                  <a:lnTo>
                    <a:pt x="456628" y="1595365"/>
                  </a:lnTo>
                  <a:lnTo>
                    <a:pt x="456261" y="1558616"/>
                  </a:lnTo>
                  <a:lnTo>
                    <a:pt x="456231" y="1555807"/>
                  </a:lnTo>
                  <a:lnTo>
                    <a:pt x="456100" y="1548508"/>
                  </a:lnTo>
                  <a:lnTo>
                    <a:pt x="455473" y="1514905"/>
                  </a:lnTo>
                  <a:lnTo>
                    <a:pt x="455146" y="1498229"/>
                  </a:lnTo>
                  <a:lnTo>
                    <a:pt x="454595" y="1471134"/>
                  </a:lnTo>
                  <a:lnTo>
                    <a:pt x="454432" y="1463370"/>
                  </a:lnTo>
                  <a:lnTo>
                    <a:pt x="453914" y="1439309"/>
                  </a:lnTo>
                  <a:lnTo>
                    <a:pt x="453655" y="1426304"/>
                  </a:lnTo>
                  <a:lnTo>
                    <a:pt x="453021" y="1395636"/>
                  </a:lnTo>
                  <a:lnTo>
                    <a:pt x="452577" y="1375065"/>
                  </a:lnTo>
                  <a:lnTo>
                    <a:pt x="452495" y="1369300"/>
                  </a:lnTo>
                  <a:lnTo>
                    <a:pt x="451903" y="1330123"/>
                  </a:lnTo>
                  <a:lnTo>
                    <a:pt x="451841" y="1326599"/>
                  </a:lnTo>
                  <a:lnTo>
                    <a:pt x="451308" y="1297288"/>
                  </a:lnTo>
                  <a:lnTo>
                    <a:pt x="450969" y="1279539"/>
                  </a:lnTo>
                  <a:lnTo>
                    <a:pt x="450677" y="1264705"/>
                  </a:lnTo>
                  <a:lnTo>
                    <a:pt x="450574" y="1259584"/>
                  </a:lnTo>
                  <a:lnTo>
                    <a:pt x="450026" y="1225864"/>
                  </a:lnTo>
                  <a:lnTo>
                    <a:pt x="443813" y="1222958"/>
                  </a:lnTo>
                  <a:lnTo>
                    <a:pt x="438071" y="1214584"/>
                  </a:lnTo>
                  <a:lnTo>
                    <a:pt x="437584" y="1213098"/>
                  </a:lnTo>
                  <a:lnTo>
                    <a:pt x="458115" y="1210445"/>
                  </a:lnTo>
                  <a:lnTo>
                    <a:pt x="459642" y="1210229"/>
                  </a:lnTo>
                  <a:lnTo>
                    <a:pt x="473079" y="1208323"/>
                  </a:lnTo>
                  <a:lnTo>
                    <a:pt x="496009" y="1205207"/>
                  </a:lnTo>
                  <a:lnTo>
                    <a:pt x="497923" y="1204951"/>
                  </a:lnTo>
                  <a:lnTo>
                    <a:pt x="516237" y="1202474"/>
                  </a:lnTo>
                  <a:lnTo>
                    <a:pt x="536532" y="1199683"/>
                  </a:lnTo>
                  <a:lnTo>
                    <a:pt x="537277" y="1199579"/>
                  </a:lnTo>
                  <a:lnTo>
                    <a:pt x="537876" y="1199500"/>
                  </a:lnTo>
                  <a:lnTo>
                    <a:pt x="575727" y="1194411"/>
                  </a:lnTo>
                  <a:lnTo>
                    <a:pt x="581047" y="1193682"/>
                  </a:lnTo>
                  <a:lnTo>
                    <a:pt x="612875" y="1188742"/>
                  </a:lnTo>
                  <a:lnTo>
                    <a:pt x="627869" y="1186251"/>
                  </a:lnTo>
                  <a:lnTo>
                    <a:pt x="628622" y="1186125"/>
                  </a:lnTo>
                  <a:lnTo>
                    <a:pt x="672774" y="1179269"/>
                  </a:lnTo>
                  <a:lnTo>
                    <a:pt x="699740" y="1174964"/>
                  </a:lnTo>
                  <a:lnTo>
                    <a:pt x="701900" y="1182223"/>
                  </a:lnTo>
                  <a:lnTo>
                    <a:pt x="704358" y="1189837"/>
                  </a:lnTo>
                  <a:lnTo>
                    <a:pt x="708618" y="1203020"/>
                  </a:lnTo>
                  <a:lnTo>
                    <a:pt x="713751" y="1218059"/>
                  </a:lnTo>
                  <a:lnTo>
                    <a:pt x="715179" y="1222239"/>
                  </a:lnTo>
                  <a:lnTo>
                    <a:pt x="717813" y="1229947"/>
                  </a:lnTo>
                  <a:lnTo>
                    <a:pt x="719824" y="1235830"/>
                  </a:lnTo>
                  <a:lnTo>
                    <a:pt x="727396" y="1258265"/>
                  </a:lnTo>
                  <a:lnTo>
                    <a:pt x="733880" y="1277450"/>
                  </a:lnTo>
                  <a:lnTo>
                    <a:pt x="735579" y="1282737"/>
                  </a:lnTo>
                  <a:lnTo>
                    <a:pt x="740060" y="1296668"/>
                  </a:lnTo>
                  <a:lnTo>
                    <a:pt x="742491" y="1304114"/>
                  </a:lnTo>
                  <a:lnTo>
                    <a:pt x="747701" y="1320065"/>
                  </a:lnTo>
                  <a:lnTo>
                    <a:pt x="752175" y="1333760"/>
                  </a:lnTo>
                  <a:lnTo>
                    <a:pt x="756981" y="1348462"/>
                  </a:lnTo>
                  <a:lnTo>
                    <a:pt x="758808" y="1354073"/>
                  </a:lnTo>
                  <a:lnTo>
                    <a:pt x="760934" y="1360603"/>
                  </a:lnTo>
                  <a:lnTo>
                    <a:pt x="772532" y="1396180"/>
                  </a:lnTo>
                  <a:lnTo>
                    <a:pt x="773367" y="1398739"/>
                  </a:lnTo>
                  <a:lnTo>
                    <a:pt x="782655" y="1427086"/>
                  </a:lnTo>
                  <a:lnTo>
                    <a:pt x="782999" y="1428137"/>
                  </a:lnTo>
                  <a:lnTo>
                    <a:pt x="786074" y="1431960"/>
                  </a:lnTo>
                  <a:lnTo>
                    <a:pt x="791260" y="1440500"/>
                  </a:lnTo>
                  <a:lnTo>
                    <a:pt x="792725" y="1442910"/>
                  </a:lnTo>
                  <a:lnTo>
                    <a:pt x="796761" y="1451329"/>
                  </a:lnTo>
                  <a:lnTo>
                    <a:pt x="798999" y="1457218"/>
                  </a:lnTo>
                  <a:lnTo>
                    <a:pt x="800118" y="1460160"/>
                  </a:lnTo>
                  <a:lnTo>
                    <a:pt x="807741" y="1466274"/>
                  </a:lnTo>
                  <a:lnTo>
                    <a:pt x="808620" y="1467846"/>
                  </a:lnTo>
                  <a:lnTo>
                    <a:pt x="808819" y="1468200"/>
                  </a:lnTo>
                  <a:lnTo>
                    <a:pt x="812941" y="1475557"/>
                  </a:lnTo>
                  <a:lnTo>
                    <a:pt x="813194" y="1483551"/>
                  </a:lnTo>
                  <a:lnTo>
                    <a:pt x="813256" y="1485537"/>
                  </a:lnTo>
                  <a:lnTo>
                    <a:pt x="811207" y="1489242"/>
                  </a:lnTo>
                  <a:lnTo>
                    <a:pt x="817229" y="1492045"/>
                  </a:lnTo>
                  <a:lnTo>
                    <a:pt x="824670" y="1496071"/>
                  </a:lnTo>
                  <a:lnTo>
                    <a:pt x="822375" y="1500583"/>
                  </a:lnTo>
                  <a:lnTo>
                    <a:pt x="821543" y="1502218"/>
                  </a:lnTo>
                  <a:lnTo>
                    <a:pt x="815156" y="1507590"/>
                  </a:lnTo>
                  <a:lnTo>
                    <a:pt x="809752" y="1514774"/>
                  </a:lnTo>
                  <a:lnTo>
                    <a:pt x="811887" y="1520519"/>
                  </a:lnTo>
                  <a:lnTo>
                    <a:pt x="811910" y="1523680"/>
                  </a:lnTo>
                  <a:lnTo>
                    <a:pt x="811970" y="1532534"/>
                  </a:lnTo>
                  <a:lnTo>
                    <a:pt x="811990" y="1535615"/>
                  </a:lnTo>
                  <a:lnTo>
                    <a:pt x="808563" y="1545535"/>
                  </a:lnTo>
                  <a:lnTo>
                    <a:pt x="806675" y="1552676"/>
                  </a:lnTo>
                  <a:lnTo>
                    <a:pt x="809102" y="1559673"/>
                  </a:lnTo>
                  <a:lnTo>
                    <a:pt x="809815" y="1561726"/>
                  </a:lnTo>
                  <a:lnTo>
                    <a:pt x="811062" y="1565321"/>
                  </a:lnTo>
                  <a:lnTo>
                    <a:pt x="811076" y="1570062"/>
                  </a:lnTo>
                  <a:lnTo>
                    <a:pt x="819522" y="1577979"/>
                  </a:lnTo>
                  <a:lnTo>
                    <a:pt x="820469" y="1584027"/>
                  </a:lnTo>
                  <a:lnTo>
                    <a:pt x="822643" y="1586935"/>
                  </a:lnTo>
                  <a:lnTo>
                    <a:pt x="822087" y="1590197"/>
                  </a:lnTo>
                  <a:lnTo>
                    <a:pt x="820954" y="1596834"/>
                  </a:lnTo>
                  <a:lnTo>
                    <a:pt x="822234" y="1601266"/>
                  </a:lnTo>
                  <a:lnTo>
                    <a:pt x="820732" y="1610147"/>
                  </a:lnTo>
                  <a:lnTo>
                    <a:pt x="821978" y="1615115"/>
                  </a:lnTo>
                  <a:lnTo>
                    <a:pt x="822125" y="1616724"/>
                  </a:lnTo>
                  <a:lnTo>
                    <a:pt x="822280" y="1618410"/>
                  </a:lnTo>
                  <a:lnTo>
                    <a:pt x="821021" y="1623215"/>
                  </a:lnTo>
                  <a:lnTo>
                    <a:pt x="822430" y="1632040"/>
                  </a:lnTo>
                  <a:lnTo>
                    <a:pt x="831452" y="1640295"/>
                  </a:lnTo>
                  <a:lnTo>
                    <a:pt x="833588" y="1644034"/>
                  </a:lnTo>
                  <a:lnTo>
                    <a:pt x="835020" y="1646538"/>
                  </a:lnTo>
                  <a:lnTo>
                    <a:pt x="836941" y="1652848"/>
                  </a:lnTo>
                  <a:lnTo>
                    <a:pt x="833907" y="1653388"/>
                  </a:lnTo>
                  <a:lnTo>
                    <a:pt x="821815" y="1655507"/>
                  </a:lnTo>
                  <a:lnTo>
                    <a:pt x="802074" y="1659083"/>
                  </a:lnTo>
                  <a:lnTo>
                    <a:pt x="785748" y="1662087"/>
                  </a:lnTo>
                  <a:lnTo>
                    <a:pt x="784726" y="1662274"/>
                  </a:lnTo>
                  <a:lnTo>
                    <a:pt x="758196" y="1667088"/>
                  </a:lnTo>
                  <a:lnTo>
                    <a:pt x="743025" y="1669848"/>
                  </a:lnTo>
                  <a:lnTo>
                    <a:pt x="728077" y="1672278"/>
                  </a:lnTo>
                  <a:lnTo>
                    <a:pt x="717749" y="1673943"/>
                  </a:lnTo>
                  <a:lnTo>
                    <a:pt x="711982" y="1674867"/>
                  </a:lnTo>
                  <a:lnTo>
                    <a:pt x="693182" y="1677853"/>
                  </a:lnTo>
                  <a:lnTo>
                    <a:pt x="690677" y="1678243"/>
                  </a:lnTo>
                  <a:lnTo>
                    <a:pt x="672167" y="1681099"/>
                  </a:lnTo>
                  <a:lnTo>
                    <a:pt x="658949" y="1683050"/>
                  </a:lnTo>
                  <a:lnTo>
                    <a:pt x="648621" y="1684561"/>
                  </a:lnTo>
                  <a:lnTo>
                    <a:pt x="643714" y="1685274"/>
                  </a:lnTo>
                  <a:lnTo>
                    <a:pt x="633557" y="1686798"/>
                  </a:lnTo>
                  <a:lnTo>
                    <a:pt x="608560" y="1690430"/>
                  </a:lnTo>
                  <a:lnTo>
                    <a:pt x="592827" y="1692862"/>
                  </a:lnTo>
                  <a:lnTo>
                    <a:pt x="580793" y="1694688"/>
                  </a:lnTo>
                  <a:lnTo>
                    <a:pt x="570862" y="1696210"/>
                  </a:lnTo>
                  <a:lnTo>
                    <a:pt x="562444" y="1697454"/>
                  </a:lnTo>
                  <a:lnTo>
                    <a:pt x="563880" y="1702991"/>
                  </a:lnTo>
                  <a:lnTo>
                    <a:pt x="560642" y="1714162"/>
                  </a:lnTo>
                  <a:lnTo>
                    <a:pt x="572001" y="1724808"/>
                  </a:lnTo>
                  <a:lnTo>
                    <a:pt x="574434" y="1728103"/>
                  </a:lnTo>
                  <a:lnTo>
                    <a:pt x="583790" y="1732435"/>
                  </a:lnTo>
                  <a:lnTo>
                    <a:pt x="588821" y="1736127"/>
                  </a:lnTo>
                  <a:lnTo>
                    <a:pt x="589535" y="1742625"/>
                  </a:lnTo>
                  <a:lnTo>
                    <a:pt x="587150" y="1749743"/>
                  </a:lnTo>
                  <a:lnTo>
                    <a:pt x="586397" y="1755200"/>
                  </a:lnTo>
                  <a:lnTo>
                    <a:pt x="590376" y="1760889"/>
                  </a:lnTo>
                  <a:lnTo>
                    <a:pt x="595826" y="1762666"/>
                  </a:lnTo>
                  <a:lnTo>
                    <a:pt x="589388" y="1767795"/>
                  </a:lnTo>
                  <a:lnTo>
                    <a:pt x="588110" y="1775368"/>
                  </a:lnTo>
                  <a:lnTo>
                    <a:pt x="582029" y="1784212"/>
                  </a:lnTo>
                  <a:lnTo>
                    <a:pt x="567677" y="1790131"/>
                  </a:lnTo>
                  <a:lnTo>
                    <a:pt x="550664" y="1795238"/>
                  </a:lnTo>
                  <a:lnTo>
                    <a:pt x="542545" y="1795026"/>
                  </a:lnTo>
                  <a:lnTo>
                    <a:pt x="551223" y="1788731"/>
                  </a:lnTo>
                  <a:lnTo>
                    <a:pt x="551601" y="1783133"/>
                  </a:lnTo>
                  <a:lnTo>
                    <a:pt x="543416" y="1776898"/>
                  </a:lnTo>
                  <a:lnTo>
                    <a:pt x="537236" y="1769944"/>
                  </a:lnTo>
                  <a:lnTo>
                    <a:pt x="534572" y="1765174"/>
                  </a:lnTo>
                  <a:lnTo>
                    <a:pt x="537004" y="1756898"/>
                  </a:lnTo>
                  <a:lnTo>
                    <a:pt x="535070" y="1752799"/>
                  </a:lnTo>
                  <a:lnTo>
                    <a:pt x="532358" y="1744840"/>
                  </a:lnTo>
                  <a:lnTo>
                    <a:pt x="523541" y="1742148"/>
                  </a:lnTo>
                  <a:lnTo>
                    <a:pt x="518521" y="1747756"/>
                  </a:lnTo>
                  <a:lnTo>
                    <a:pt x="519044" y="1754750"/>
                  </a:lnTo>
                  <a:lnTo>
                    <a:pt x="517877" y="1760152"/>
                  </a:lnTo>
                  <a:lnTo>
                    <a:pt x="516179" y="1766058"/>
                  </a:lnTo>
                  <a:lnTo>
                    <a:pt x="517420" y="1778246"/>
                  </a:lnTo>
                  <a:lnTo>
                    <a:pt x="515344" y="1788660"/>
                  </a:lnTo>
                  <a:lnTo>
                    <a:pt x="508971" y="1789476"/>
                  </a:lnTo>
                  <a:lnTo>
                    <a:pt x="502359" y="1790673"/>
                  </a:lnTo>
                  <a:lnTo>
                    <a:pt x="495879" y="1785324"/>
                  </a:lnTo>
                  <a:lnTo>
                    <a:pt x="489999" y="1783742"/>
                  </a:lnTo>
                  <a:lnTo>
                    <a:pt x="486947" y="1786474"/>
                  </a:lnTo>
                  <a:lnTo>
                    <a:pt x="483515" y="1765241"/>
                  </a:lnTo>
                  <a:lnTo>
                    <a:pt x="479932" y="1742219"/>
                  </a:lnTo>
                  <a:lnTo>
                    <a:pt x="479856" y="1741751"/>
                  </a:lnTo>
                  <a:lnTo>
                    <a:pt x="478865" y="1735646"/>
                  </a:lnTo>
                  <a:lnTo>
                    <a:pt x="474647" y="1709674"/>
                  </a:lnTo>
                  <a:lnTo>
                    <a:pt x="472344" y="1695504"/>
                  </a:lnTo>
                  <a:lnTo>
                    <a:pt x="466155" y="1658014"/>
                  </a:lnTo>
                  <a:lnTo>
                    <a:pt x="465862" y="1656236"/>
                  </a:lnTo>
                  <a:lnTo>
                    <a:pt x="462116" y="1633537"/>
                  </a:lnTo>
                  <a:lnTo>
                    <a:pt x="460573" y="1624217"/>
                  </a:lnTo>
                  <a:lnTo>
                    <a:pt x="458697" y="1612881"/>
                  </a:lnTo>
                  <a:close/>
                </a:path>
              </a:pathLst>
            </a:custGeom>
            <a:solidFill>
              <a:srgbClr val="DF626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h6"/>
            <p:cNvSpPr/>
            <p:nvPr/>
          </p:nvSpPr>
          <p:spPr>
            <a:xfrm>
              <a:off x="930043" y="4271583"/>
              <a:ext cx="467131" cy="1608913"/>
            </a:xfrm>
            <a:custGeom>
              <a:avLst/>
              <a:pathLst>
                <a:path w="467131" h="1608913">
                  <a:moveTo>
                    <a:pt x="457200" y="1600200"/>
                  </a:moveTo>
                  <a:lnTo>
                    <a:pt x="461164" y="1598722"/>
                  </a:lnTo>
                  <a:lnTo>
                    <a:pt x="463111" y="1598799"/>
                  </a:lnTo>
                  <a:lnTo>
                    <a:pt x="467131" y="1604065"/>
                  </a:lnTo>
                  <a:lnTo>
                    <a:pt x="465376" y="1607554"/>
                  </a:lnTo>
                  <a:lnTo>
                    <a:pt x="461723" y="1608913"/>
                  </a:lnTo>
                  <a:lnTo>
                    <a:pt x="458305" y="1606488"/>
                  </a:lnTo>
                  <a:lnTo>
                    <a:pt x="456659" y="160377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h7"/>
            <p:cNvSpPr/>
            <p:nvPr/>
          </p:nvSpPr>
          <p:spPr>
            <a:xfrm>
              <a:off x="896001" y="4281432"/>
              <a:ext cx="483925" cy="1630398"/>
            </a:xfrm>
            <a:custGeom>
              <a:avLst/>
              <a:pathLst>
                <a:path w="483925" h="1630398">
                  <a:moveTo>
                    <a:pt x="457200" y="1600200"/>
                  </a:moveTo>
                  <a:lnTo>
                    <a:pt x="459606" y="1599156"/>
                  </a:lnTo>
                  <a:lnTo>
                    <a:pt x="467928" y="1606410"/>
                  </a:lnTo>
                  <a:lnTo>
                    <a:pt x="475426" y="1619377"/>
                  </a:lnTo>
                  <a:lnTo>
                    <a:pt x="478193" y="1624476"/>
                  </a:lnTo>
                  <a:lnTo>
                    <a:pt x="482389" y="1626198"/>
                  </a:lnTo>
                  <a:lnTo>
                    <a:pt x="483925" y="1630398"/>
                  </a:lnTo>
                  <a:lnTo>
                    <a:pt x="475749" y="1629316"/>
                  </a:lnTo>
                  <a:lnTo>
                    <a:pt x="469446" y="1619147"/>
                  </a:lnTo>
                  <a:lnTo>
                    <a:pt x="466939" y="1612612"/>
                  </a:lnTo>
                  <a:lnTo>
                    <a:pt x="465177" y="1610076"/>
                  </a:lnTo>
                  <a:lnTo>
                    <a:pt x="461817" y="1609026"/>
                  </a:lnTo>
                  <a:lnTo>
                    <a:pt x="456853" y="160282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8"/>
            <p:cNvSpPr/>
            <p:nvPr/>
          </p:nvSpPr>
          <p:spPr>
            <a:xfrm>
              <a:off x="895606" y="4257921"/>
              <a:ext cx="461090" cy="1606711"/>
            </a:xfrm>
            <a:custGeom>
              <a:avLst/>
              <a:pathLst>
                <a:path w="461090" h="1606711">
                  <a:moveTo>
                    <a:pt x="457200" y="1600200"/>
                  </a:moveTo>
                  <a:lnTo>
                    <a:pt x="460043" y="1602260"/>
                  </a:lnTo>
                  <a:lnTo>
                    <a:pt x="461090" y="1604155"/>
                  </a:lnTo>
                  <a:lnTo>
                    <a:pt x="458682" y="1606711"/>
                  </a:lnTo>
                  <a:lnTo>
                    <a:pt x="457382" y="1606469"/>
                  </a:lnTo>
                  <a:lnTo>
                    <a:pt x="455861" y="160125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9"/>
            <p:cNvSpPr/>
            <p:nvPr/>
          </p:nvSpPr>
          <p:spPr>
            <a:xfrm>
              <a:off x="884774" y="4264794"/>
              <a:ext cx="462599" cy="1607846"/>
            </a:xfrm>
            <a:custGeom>
              <a:avLst/>
              <a:pathLst>
                <a:path w="462599" h="1607846">
                  <a:moveTo>
                    <a:pt x="457200" y="1600200"/>
                  </a:moveTo>
                  <a:lnTo>
                    <a:pt x="461530" y="1601456"/>
                  </a:lnTo>
                  <a:lnTo>
                    <a:pt x="462599" y="1604972"/>
                  </a:lnTo>
                  <a:lnTo>
                    <a:pt x="461886" y="1607846"/>
                  </a:lnTo>
                  <a:lnTo>
                    <a:pt x="458601" y="160536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0"/>
            <p:cNvSpPr/>
            <p:nvPr/>
          </p:nvSpPr>
          <p:spPr>
            <a:xfrm>
              <a:off x="883998" y="4248695"/>
              <a:ext cx="460517" cy="1605787"/>
            </a:xfrm>
            <a:custGeom>
              <a:avLst/>
              <a:pathLst>
                <a:path w="460517" h="1605787">
                  <a:moveTo>
                    <a:pt x="457200" y="1600200"/>
                  </a:moveTo>
                  <a:lnTo>
                    <a:pt x="459344" y="1600594"/>
                  </a:lnTo>
                  <a:lnTo>
                    <a:pt x="460517" y="1603158"/>
                  </a:lnTo>
                  <a:lnTo>
                    <a:pt x="459969" y="1605787"/>
                  </a:lnTo>
                  <a:lnTo>
                    <a:pt x="457078" y="1605659"/>
                  </a:lnTo>
                  <a:lnTo>
                    <a:pt x="456228" y="160237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1"/>
            <p:cNvSpPr/>
            <p:nvPr/>
          </p:nvSpPr>
          <p:spPr>
            <a:xfrm>
              <a:off x="852486" y="4245601"/>
              <a:ext cx="475151" cy="1607707"/>
            </a:xfrm>
            <a:custGeom>
              <a:avLst/>
              <a:pathLst>
                <a:path w="475151" h="1607707">
                  <a:moveTo>
                    <a:pt x="457200" y="1600200"/>
                  </a:moveTo>
                  <a:lnTo>
                    <a:pt x="460669" y="1600704"/>
                  </a:lnTo>
                  <a:lnTo>
                    <a:pt x="463061" y="1599192"/>
                  </a:lnTo>
                  <a:lnTo>
                    <a:pt x="466632" y="1598420"/>
                  </a:lnTo>
                  <a:lnTo>
                    <a:pt x="469543" y="1595116"/>
                  </a:lnTo>
                  <a:lnTo>
                    <a:pt x="472702" y="1590597"/>
                  </a:lnTo>
                  <a:lnTo>
                    <a:pt x="474769" y="1592420"/>
                  </a:lnTo>
                  <a:lnTo>
                    <a:pt x="475151" y="1595313"/>
                  </a:lnTo>
                  <a:lnTo>
                    <a:pt x="472027" y="1598560"/>
                  </a:lnTo>
                  <a:lnTo>
                    <a:pt x="470413" y="1599800"/>
                  </a:lnTo>
                  <a:lnTo>
                    <a:pt x="471041" y="1603658"/>
                  </a:lnTo>
                  <a:lnTo>
                    <a:pt x="470294" y="1605378"/>
                  </a:lnTo>
                  <a:lnTo>
                    <a:pt x="466861" y="1604012"/>
                  </a:lnTo>
                  <a:lnTo>
                    <a:pt x="463958" y="1602215"/>
                  </a:lnTo>
                  <a:lnTo>
                    <a:pt x="462268" y="1603573"/>
                  </a:lnTo>
                  <a:lnTo>
                    <a:pt x="460531" y="1605357"/>
                  </a:lnTo>
                  <a:lnTo>
                    <a:pt x="459206" y="1607707"/>
                  </a:lnTo>
                  <a:lnTo>
                    <a:pt x="458034" y="1604685"/>
                  </a:lnTo>
                  <a:lnTo>
                    <a:pt x="455467" y="160240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2"/>
            <p:cNvSpPr/>
            <p:nvPr/>
          </p:nvSpPr>
          <p:spPr>
            <a:xfrm>
              <a:off x="756227" y="4139508"/>
              <a:ext cx="465337" cy="1610391"/>
            </a:xfrm>
            <a:custGeom>
              <a:avLst/>
              <a:pathLst>
                <a:path w="465337" h="1610391">
                  <a:moveTo>
                    <a:pt x="457200" y="1600200"/>
                  </a:moveTo>
                  <a:lnTo>
                    <a:pt x="463116" y="1605646"/>
                  </a:lnTo>
                  <a:lnTo>
                    <a:pt x="465337" y="1607232"/>
                  </a:lnTo>
                  <a:lnTo>
                    <a:pt x="465146" y="1610391"/>
                  </a:lnTo>
                  <a:lnTo>
                    <a:pt x="459281" y="1607424"/>
                  </a:lnTo>
                  <a:lnTo>
                    <a:pt x="455185" y="160158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3"/>
            <p:cNvSpPr/>
            <p:nvPr/>
          </p:nvSpPr>
          <p:spPr>
            <a:xfrm>
              <a:off x="736902" y="4153398"/>
              <a:ext cx="468651" cy="1612142"/>
            </a:xfrm>
            <a:custGeom>
              <a:avLst/>
              <a:pathLst>
                <a:path w="468651" h="1612142">
                  <a:moveTo>
                    <a:pt x="457200" y="1600200"/>
                  </a:moveTo>
                  <a:lnTo>
                    <a:pt x="461118" y="1601509"/>
                  </a:lnTo>
                  <a:lnTo>
                    <a:pt x="464557" y="1599957"/>
                  </a:lnTo>
                  <a:lnTo>
                    <a:pt x="468651" y="1603033"/>
                  </a:lnTo>
                  <a:lnTo>
                    <a:pt x="465064" y="1606735"/>
                  </a:lnTo>
                  <a:lnTo>
                    <a:pt x="465814" y="1610203"/>
                  </a:lnTo>
                  <a:lnTo>
                    <a:pt x="464462" y="1612142"/>
                  </a:lnTo>
                  <a:lnTo>
                    <a:pt x="462049" y="1610962"/>
                  </a:lnTo>
                  <a:lnTo>
                    <a:pt x="459207" y="1606896"/>
                  </a:lnTo>
                  <a:lnTo>
                    <a:pt x="456930" y="1607515"/>
                  </a:lnTo>
                  <a:lnTo>
                    <a:pt x="452327" y="160202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4"/>
            <p:cNvSpPr/>
            <p:nvPr/>
          </p:nvSpPr>
          <p:spPr>
            <a:xfrm>
              <a:off x="714517" y="4106262"/>
              <a:ext cx="486241" cy="1624084"/>
            </a:xfrm>
            <a:custGeom>
              <a:avLst/>
              <a:pathLst>
                <a:path w="486241" h="1624084">
                  <a:moveTo>
                    <a:pt x="457200" y="1600200"/>
                  </a:moveTo>
                  <a:lnTo>
                    <a:pt x="463960" y="1600043"/>
                  </a:lnTo>
                  <a:lnTo>
                    <a:pt x="468746" y="1602285"/>
                  </a:lnTo>
                  <a:lnTo>
                    <a:pt x="478817" y="1608838"/>
                  </a:lnTo>
                  <a:lnTo>
                    <a:pt x="482079" y="1613885"/>
                  </a:lnTo>
                  <a:lnTo>
                    <a:pt x="486241" y="1621571"/>
                  </a:lnTo>
                  <a:lnTo>
                    <a:pt x="485481" y="1624084"/>
                  </a:lnTo>
                  <a:lnTo>
                    <a:pt x="481022" y="1621888"/>
                  </a:lnTo>
                  <a:lnTo>
                    <a:pt x="478871" y="1619253"/>
                  </a:lnTo>
                  <a:lnTo>
                    <a:pt x="476686" y="1622076"/>
                  </a:lnTo>
                  <a:lnTo>
                    <a:pt x="474282" y="1621466"/>
                  </a:lnTo>
                  <a:lnTo>
                    <a:pt x="470743" y="1619330"/>
                  </a:lnTo>
                  <a:lnTo>
                    <a:pt x="467692" y="1619916"/>
                  </a:lnTo>
                  <a:lnTo>
                    <a:pt x="465205" y="1616593"/>
                  </a:lnTo>
                  <a:lnTo>
                    <a:pt x="464380" y="1613632"/>
                  </a:lnTo>
                  <a:lnTo>
                    <a:pt x="465088" y="1610036"/>
                  </a:lnTo>
                  <a:lnTo>
                    <a:pt x="463082" y="1606367"/>
                  </a:lnTo>
                  <a:lnTo>
                    <a:pt x="460556" y="1604426"/>
                  </a:lnTo>
                  <a:lnTo>
                    <a:pt x="456428" y="160454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5"/>
            <p:cNvSpPr/>
            <p:nvPr/>
          </p:nvSpPr>
          <p:spPr>
            <a:xfrm>
              <a:off x="2490550" y="3936723"/>
              <a:ext cx="548593" cy="1655801"/>
            </a:xfrm>
            <a:custGeom>
              <a:avLst/>
              <a:pathLst>
                <a:path w="548593" h="1655801">
                  <a:moveTo>
                    <a:pt x="457200" y="1600200"/>
                  </a:moveTo>
                  <a:lnTo>
                    <a:pt x="459831" y="1596020"/>
                  </a:lnTo>
                  <a:lnTo>
                    <a:pt x="460872" y="1591052"/>
                  </a:lnTo>
                  <a:lnTo>
                    <a:pt x="461752" y="1586840"/>
                  </a:lnTo>
                  <a:lnTo>
                    <a:pt x="461141" y="1584063"/>
                  </a:lnTo>
                  <a:lnTo>
                    <a:pt x="457910" y="1578912"/>
                  </a:lnTo>
                  <a:lnTo>
                    <a:pt x="456933" y="1575287"/>
                  </a:lnTo>
                  <a:lnTo>
                    <a:pt x="455817" y="1572614"/>
                  </a:lnTo>
                  <a:lnTo>
                    <a:pt x="457475" y="1570092"/>
                  </a:lnTo>
                  <a:lnTo>
                    <a:pt x="463030" y="1569004"/>
                  </a:lnTo>
                  <a:lnTo>
                    <a:pt x="469827" y="1565856"/>
                  </a:lnTo>
                  <a:lnTo>
                    <a:pt x="471480" y="1566372"/>
                  </a:lnTo>
                  <a:lnTo>
                    <a:pt x="475655" y="1569196"/>
                  </a:lnTo>
                  <a:lnTo>
                    <a:pt x="477034" y="1569105"/>
                  </a:lnTo>
                  <a:lnTo>
                    <a:pt x="479656" y="1568928"/>
                  </a:lnTo>
                  <a:lnTo>
                    <a:pt x="483405" y="1570780"/>
                  </a:lnTo>
                  <a:lnTo>
                    <a:pt x="486818" y="1574019"/>
                  </a:lnTo>
                  <a:lnTo>
                    <a:pt x="484989" y="1575154"/>
                  </a:lnTo>
                  <a:lnTo>
                    <a:pt x="487317" y="1577356"/>
                  </a:lnTo>
                  <a:lnTo>
                    <a:pt x="488727" y="1578687"/>
                  </a:lnTo>
                  <a:lnTo>
                    <a:pt x="498403" y="1582069"/>
                  </a:lnTo>
                  <a:lnTo>
                    <a:pt x="506319" y="1587401"/>
                  </a:lnTo>
                  <a:lnTo>
                    <a:pt x="509371" y="1593542"/>
                  </a:lnTo>
                  <a:lnTo>
                    <a:pt x="512086" y="1592860"/>
                  </a:lnTo>
                  <a:lnTo>
                    <a:pt x="517595" y="1598264"/>
                  </a:lnTo>
                  <a:lnTo>
                    <a:pt x="524965" y="1601282"/>
                  </a:lnTo>
                  <a:lnTo>
                    <a:pt x="522453" y="1605405"/>
                  </a:lnTo>
                  <a:lnTo>
                    <a:pt x="529923" y="1610804"/>
                  </a:lnTo>
                  <a:lnTo>
                    <a:pt x="533075" y="1610229"/>
                  </a:lnTo>
                  <a:lnTo>
                    <a:pt x="537432" y="1614752"/>
                  </a:lnTo>
                  <a:lnTo>
                    <a:pt x="537864" y="1619897"/>
                  </a:lnTo>
                  <a:lnTo>
                    <a:pt x="541241" y="1623661"/>
                  </a:lnTo>
                  <a:lnTo>
                    <a:pt x="544721" y="1631128"/>
                  </a:lnTo>
                  <a:lnTo>
                    <a:pt x="548347" y="1636868"/>
                  </a:lnTo>
                  <a:lnTo>
                    <a:pt x="548593" y="1640912"/>
                  </a:lnTo>
                  <a:lnTo>
                    <a:pt x="548448" y="1643142"/>
                  </a:lnTo>
                  <a:lnTo>
                    <a:pt x="544324" y="1645617"/>
                  </a:lnTo>
                  <a:lnTo>
                    <a:pt x="541497" y="1644783"/>
                  </a:lnTo>
                  <a:lnTo>
                    <a:pt x="539127" y="1646363"/>
                  </a:lnTo>
                  <a:lnTo>
                    <a:pt x="536414" y="1645374"/>
                  </a:lnTo>
                  <a:lnTo>
                    <a:pt x="534357" y="1644008"/>
                  </a:lnTo>
                  <a:lnTo>
                    <a:pt x="531074" y="1645792"/>
                  </a:lnTo>
                  <a:lnTo>
                    <a:pt x="527671" y="1649353"/>
                  </a:lnTo>
                  <a:lnTo>
                    <a:pt x="528587" y="1654422"/>
                  </a:lnTo>
                  <a:lnTo>
                    <a:pt x="526108" y="1655681"/>
                  </a:lnTo>
                  <a:lnTo>
                    <a:pt x="521781" y="1655801"/>
                  </a:lnTo>
                  <a:lnTo>
                    <a:pt x="520056" y="1652873"/>
                  </a:lnTo>
                  <a:lnTo>
                    <a:pt x="517969" y="1651783"/>
                  </a:lnTo>
                  <a:lnTo>
                    <a:pt x="514705" y="1650660"/>
                  </a:lnTo>
                  <a:lnTo>
                    <a:pt x="508733" y="1646577"/>
                  </a:lnTo>
                  <a:lnTo>
                    <a:pt x="505160" y="1644182"/>
                  </a:lnTo>
                  <a:lnTo>
                    <a:pt x="502672" y="1641385"/>
                  </a:lnTo>
                  <a:lnTo>
                    <a:pt x="499836" y="1638571"/>
                  </a:lnTo>
                  <a:lnTo>
                    <a:pt x="499486" y="1635632"/>
                  </a:lnTo>
                  <a:lnTo>
                    <a:pt x="497359" y="1632287"/>
                  </a:lnTo>
                  <a:lnTo>
                    <a:pt x="495328" y="1631942"/>
                  </a:lnTo>
                  <a:lnTo>
                    <a:pt x="493740" y="1633462"/>
                  </a:lnTo>
                  <a:lnTo>
                    <a:pt x="491502" y="1633834"/>
                  </a:lnTo>
                  <a:lnTo>
                    <a:pt x="488545" y="1632912"/>
                  </a:lnTo>
                  <a:lnTo>
                    <a:pt x="487802" y="1630872"/>
                  </a:lnTo>
                  <a:lnTo>
                    <a:pt x="483374" y="1630989"/>
                  </a:lnTo>
                  <a:lnTo>
                    <a:pt x="485328" y="1636408"/>
                  </a:lnTo>
                  <a:lnTo>
                    <a:pt x="483012" y="1636447"/>
                  </a:lnTo>
                  <a:lnTo>
                    <a:pt x="480207" y="1632722"/>
                  </a:lnTo>
                  <a:lnTo>
                    <a:pt x="480590" y="1628593"/>
                  </a:lnTo>
                  <a:lnTo>
                    <a:pt x="479282" y="1625371"/>
                  </a:lnTo>
                  <a:lnTo>
                    <a:pt x="476203" y="1624069"/>
                  </a:lnTo>
                  <a:lnTo>
                    <a:pt x="473249" y="1625176"/>
                  </a:lnTo>
                  <a:lnTo>
                    <a:pt x="472238" y="1619627"/>
                  </a:lnTo>
                  <a:lnTo>
                    <a:pt x="471786" y="1616435"/>
                  </a:lnTo>
                  <a:lnTo>
                    <a:pt x="470489" y="1612354"/>
                  </a:lnTo>
                  <a:lnTo>
                    <a:pt x="471073" y="1607309"/>
                  </a:lnTo>
                  <a:lnTo>
                    <a:pt x="467865" y="1604849"/>
                  </a:lnTo>
                  <a:lnTo>
                    <a:pt x="466587" y="1601791"/>
                  </a:lnTo>
                  <a:lnTo>
                    <a:pt x="461285" y="1603368"/>
                  </a:lnTo>
                  <a:lnTo>
                    <a:pt x="459151" y="160352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6"/>
            <p:cNvSpPr/>
            <p:nvPr/>
          </p:nvSpPr>
          <p:spPr>
            <a:xfrm>
              <a:off x="2453448" y="3887657"/>
              <a:ext cx="518129" cy="1660810"/>
            </a:xfrm>
            <a:custGeom>
              <a:avLst/>
              <a:pathLst>
                <a:path w="518129" h="1660810">
                  <a:moveTo>
                    <a:pt x="457200" y="1600200"/>
                  </a:moveTo>
                  <a:lnTo>
                    <a:pt x="459226" y="1594386"/>
                  </a:lnTo>
                  <a:lnTo>
                    <a:pt x="461613" y="1593480"/>
                  </a:lnTo>
                  <a:lnTo>
                    <a:pt x="462470" y="1591487"/>
                  </a:lnTo>
                  <a:lnTo>
                    <a:pt x="466318" y="1592149"/>
                  </a:lnTo>
                  <a:lnTo>
                    <a:pt x="469305" y="1595781"/>
                  </a:lnTo>
                  <a:lnTo>
                    <a:pt x="472370" y="1597618"/>
                  </a:lnTo>
                  <a:lnTo>
                    <a:pt x="473641" y="1594255"/>
                  </a:lnTo>
                  <a:lnTo>
                    <a:pt x="469228" y="1588197"/>
                  </a:lnTo>
                  <a:lnTo>
                    <a:pt x="463700" y="1585945"/>
                  </a:lnTo>
                  <a:lnTo>
                    <a:pt x="463827" y="1582747"/>
                  </a:lnTo>
                  <a:lnTo>
                    <a:pt x="466931" y="1579771"/>
                  </a:lnTo>
                  <a:lnTo>
                    <a:pt x="472055" y="1579270"/>
                  </a:lnTo>
                  <a:lnTo>
                    <a:pt x="479032" y="1578476"/>
                  </a:lnTo>
                  <a:lnTo>
                    <a:pt x="486047" y="1577835"/>
                  </a:lnTo>
                  <a:lnTo>
                    <a:pt x="486538" y="1577597"/>
                  </a:lnTo>
                  <a:lnTo>
                    <a:pt x="492919" y="1574487"/>
                  </a:lnTo>
                  <a:lnTo>
                    <a:pt x="498609" y="1577338"/>
                  </a:lnTo>
                  <a:lnTo>
                    <a:pt x="504090" y="1583444"/>
                  </a:lnTo>
                  <a:lnTo>
                    <a:pt x="508001" y="1583500"/>
                  </a:lnTo>
                  <a:lnTo>
                    <a:pt x="511223" y="1586418"/>
                  </a:lnTo>
                  <a:lnTo>
                    <a:pt x="516339" y="1587738"/>
                  </a:lnTo>
                  <a:lnTo>
                    <a:pt x="518129" y="1591154"/>
                  </a:lnTo>
                  <a:lnTo>
                    <a:pt x="517750" y="1595298"/>
                  </a:lnTo>
                  <a:lnTo>
                    <a:pt x="514556" y="1599401"/>
                  </a:lnTo>
                  <a:lnTo>
                    <a:pt x="510272" y="1600212"/>
                  </a:lnTo>
                  <a:lnTo>
                    <a:pt x="507042" y="1601963"/>
                  </a:lnTo>
                  <a:lnTo>
                    <a:pt x="504305" y="1607679"/>
                  </a:lnTo>
                  <a:lnTo>
                    <a:pt x="500509" y="1608843"/>
                  </a:lnTo>
                  <a:lnTo>
                    <a:pt x="497138" y="1610779"/>
                  </a:lnTo>
                  <a:lnTo>
                    <a:pt x="495796" y="1611548"/>
                  </a:lnTo>
                  <a:lnTo>
                    <a:pt x="490097" y="1614933"/>
                  </a:lnTo>
                  <a:lnTo>
                    <a:pt x="486226" y="1620179"/>
                  </a:lnTo>
                  <a:lnTo>
                    <a:pt x="487593" y="1624553"/>
                  </a:lnTo>
                  <a:lnTo>
                    <a:pt x="487372" y="1627698"/>
                  </a:lnTo>
                  <a:lnTo>
                    <a:pt x="488528" y="1630840"/>
                  </a:lnTo>
                  <a:lnTo>
                    <a:pt x="487701" y="1634198"/>
                  </a:lnTo>
                  <a:lnTo>
                    <a:pt x="488983" y="1635998"/>
                  </a:lnTo>
                  <a:lnTo>
                    <a:pt x="489306" y="1639642"/>
                  </a:lnTo>
                  <a:lnTo>
                    <a:pt x="487595" y="1640620"/>
                  </a:lnTo>
                  <a:lnTo>
                    <a:pt x="485270" y="1641179"/>
                  </a:lnTo>
                  <a:lnTo>
                    <a:pt x="485790" y="1645458"/>
                  </a:lnTo>
                  <a:lnTo>
                    <a:pt x="487599" y="1647832"/>
                  </a:lnTo>
                  <a:lnTo>
                    <a:pt x="488732" y="1652151"/>
                  </a:lnTo>
                  <a:lnTo>
                    <a:pt x="486840" y="1655613"/>
                  </a:lnTo>
                  <a:lnTo>
                    <a:pt x="486157" y="1658137"/>
                  </a:lnTo>
                  <a:lnTo>
                    <a:pt x="485170" y="1660810"/>
                  </a:lnTo>
                  <a:lnTo>
                    <a:pt x="483309" y="1659268"/>
                  </a:lnTo>
                  <a:lnTo>
                    <a:pt x="480360" y="1654866"/>
                  </a:lnTo>
                  <a:lnTo>
                    <a:pt x="483017" y="1653861"/>
                  </a:lnTo>
                  <a:lnTo>
                    <a:pt x="483158" y="1646251"/>
                  </a:lnTo>
                  <a:lnTo>
                    <a:pt x="478946" y="1641223"/>
                  </a:lnTo>
                  <a:lnTo>
                    <a:pt x="475322" y="1634475"/>
                  </a:lnTo>
                  <a:lnTo>
                    <a:pt x="472969" y="1629889"/>
                  </a:lnTo>
                  <a:lnTo>
                    <a:pt x="473111" y="1625680"/>
                  </a:lnTo>
                  <a:lnTo>
                    <a:pt x="471656" y="1622940"/>
                  </a:lnTo>
                  <a:lnTo>
                    <a:pt x="471223" y="1617142"/>
                  </a:lnTo>
                  <a:lnTo>
                    <a:pt x="469275" y="1616298"/>
                  </a:lnTo>
                  <a:lnTo>
                    <a:pt x="466893" y="1617412"/>
                  </a:lnTo>
                  <a:lnTo>
                    <a:pt x="465888" y="1613294"/>
                  </a:lnTo>
                  <a:lnTo>
                    <a:pt x="462415" y="1611466"/>
                  </a:lnTo>
                  <a:lnTo>
                    <a:pt x="457425" y="160300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7"/>
            <p:cNvSpPr/>
            <p:nvPr/>
          </p:nvSpPr>
          <p:spPr>
            <a:xfrm>
              <a:off x="2400205" y="3804226"/>
              <a:ext cx="518043" cy="1676539"/>
            </a:xfrm>
            <a:custGeom>
              <a:avLst/>
              <a:pathLst>
                <a:path w="518043" h="1676539">
                  <a:moveTo>
                    <a:pt x="457200" y="1600200"/>
                  </a:moveTo>
                  <a:lnTo>
                    <a:pt x="461083" y="1601761"/>
                  </a:lnTo>
                  <a:lnTo>
                    <a:pt x="464923" y="1604831"/>
                  </a:lnTo>
                  <a:lnTo>
                    <a:pt x="467743" y="1607387"/>
                  </a:lnTo>
                  <a:lnTo>
                    <a:pt x="468625" y="1608621"/>
                  </a:lnTo>
                  <a:lnTo>
                    <a:pt x="470508" y="1611249"/>
                  </a:lnTo>
                  <a:lnTo>
                    <a:pt x="472964" y="1609501"/>
                  </a:lnTo>
                  <a:lnTo>
                    <a:pt x="477604" y="1608363"/>
                  </a:lnTo>
                  <a:lnTo>
                    <a:pt x="482075" y="1608111"/>
                  </a:lnTo>
                  <a:lnTo>
                    <a:pt x="483866" y="1606712"/>
                  </a:lnTo>
                  <a:lnTo>
                    <a:pt x="484020" y="1606592"/>
                  </a:lnTo>
                  <a:lnTo>
                    <a:pt x="486901" y="1606688"/>
                  </a:lnTo>
                  <a:lnTo>
                    <a:pt x="487757" y="1609632"/>
                  </a:lnTo>
                  <a:lnTo>
                    <a:pt x="489829" y="1610817"/>
                  </a:lnTo>
                  <a:lnTo>
                    <a:pt x="492537" y="1613135"/>
                  </a:lnTo>
                  <a:lnTo>
                    <a:pt x="497089" y="1616791"/>
                  </a:lnTo>
                  <a:lnTo>
                    <a:pt x="502494" y="1621849"/>
                  </a:lnTo>
                  <a:lnTo>
                    <a:pt x="505671" y="1628888"/>
                  </a:lnTo>
                  <a:lnTo>
                    <a:pt x="510151" y="1632168"/>
                  </a:lnTo>
                  <a:lnTo>
                    <a:pt x="510872" y="1634707"/>
                  </a:lnTo>
                  <a:lnTo>
                    <a:pt x="511293" y="1640354"/>
                  </a:lnTo>
                  <a:lnTo>
                    <a:pt x="514249" y="1647104"/>
                  </a:lnTo>
                  <a:lnTo>
                    <a:pt x="518043" y="1649328"/>
                  </a:lnTo>
                  <a:lnTo>
                    <a:pt x="517383" y="1652425"/>
                  </a:lnTo>
                  <a:lnTo>
                    <a:pt x="516418" y="1653092"/>
                  </a:lnTo>
                  <a:lnTo>
                    <a:pt x="512312" y="1652463"/>
                  </a:lnTo>
                  <a:lnTo>
                    <a:pt x="509674" y="1656153"/>
                  </a:lnTo>
                  <a:lnTo>
                    <a:pt x="508806" y="1662167"/>
                  </a:lnTo>
                  <a:lnTo>
                    <a:pt x="506659" y="1666446"/>
                  </a:lnTo>
                  <a:lnTo>
                    <a:pt x="504879" y="1668709"/>
                  </a:lnTo>
                  <a:lnTo>
                    <a:pt x="505307" y="1670433"/>
                  </a:lnTo>
                  <a:lnTo>
                    <a:pt x="504152" y="1672669"/>
                  </a:lnTo>
                  <a:lnTo>
                    <a:pt x="503253" y="1675207"/>
                  </a:lnTo>
                  <a:lnTo>
                    <a:pt x="501360" y="1676539"/>
                  </a:lnTo>
                  <a:lnTo>
                    <a:pt x="497217" y="1672374"/>
                  </a:lnTo>
                  <a:lnTo>
                    <a:pt x="493965" y="1664795"/>
                  </a:lnTo>
                  <a:lnTo>
                    <a:pt x="492554" y="1653832"/>
                  </a:lnTo>
                  <a:lnTo>
                    <a:pt x="488489" y="1648288"/>
                  </a:lnTo>
                  <a:lnTo>
                    <a:pt x="481791" y="1639267"/>
                  </a:lnTo>
                  <a:lnTo>
                    <a:pt x="479151" y="1633832"/>
                  </a:lnTo>
                  <a:lnTo>
                    <a:pt x="474147" y="1625039"/>
                  </a:lnTo>
                  <a:lnTo>
                    <a:pt x="469871" y="1616978"/>
                  </a:lnTo>
                  <a:lnTo>
                    <a:pt x="465202" y="1612193"/>
                  </a:lnTo>
                  <a:lnTo>
                    <a:pt x="459152" y="160500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8"/>
            <p:cNvSpPr/>
            <p:nvPr/>
          </p:nvSpPr>
          <p:spPr>
            <a:xfrm>
              <a:off x="2360890" y="3845528"/>
              <a:ext cx="557822" cy="1687051"/>
            </a:xfrm>
            <a:custGeom>
              <a:avLst/>
              <a:pathLst>
                <a:path w="557822" h="1687051">
                  <a:moveTo>
                    <a:pt x="457200" y="1600200"/>
                  </a:moveTo>
                  <a:lnTo>
                    <a:pt x="456654" y="1596421"/>
                  </a:lnTo>
                  <a:lnTo>
                    <a:pt x="458992" y="1594156"/>
                  </a:lnTo>
                  <a:lnTo>
                    <a:pt x="460621" y="1591080"/>
                  </a:lnTo>
                  <a:lnTo>
                    <a:pt x="457701" y="1585157"/>
                  </a:lnTo>
                  <a:lnTo>
                    <a:pt x="460594" y="1584051"/>
                  </a:lnTo>
                  <a:lnTo>
                    <a:pt x="463685" y="1581901"/>
                  </a:lnTo>
                  <a:lnTo>
                    <a:pt x="467667" y="1579506"/>
                  </a:lnTo>
                  <a:lnTo>
                    <a:pt x="472680" y="1578635"/>
                  </a:lnTo>
                  <a:lnTo>
                    <a:pt x="474869" y="1575904"/>
                  </a:lnTo>
                  <a:lnTo>
                    <a:pt x="478206" y="1578302"/>
                  </a:lnTo>
                  <a:lnTo>
                    <a:pt x="485998" y="1579428"/>
                  </a:lnTo>
                  <a:lnTo>
                    <a:pt x="494235" y="1580951"/>
                  </a:lnTo>
                  <a:lnTo>
                    <a:pt x="499396" y="1579397"/>
                  </a:lnTo>
                  <a:lnTo>
                    <a:pt x="505277" y="1580452"/>
                  </a:lnTo>
                  <a:lnTo>
                    <a:pt x="508676" y="1586942"/>
                  </a:lnTo>
                  <a:lnTo>
                    <a:pt x="507204" y="1590151"/>
                  </a:lnTo>
                  <a:lnTo>
                    <a:pt x="511258" y="1595539"/>
                  </a:lnTo>
                  <a:lnTo>
                    <a:pt x="511953" y="1596461"/>
                  </a:lnTo>
                  <a:lnTo>
                    <a:pt x="521565" y="1610547"/>
                  </a:lnTo>
                  <a:lnTo>
                    <a:pt x="524547" y="1618099"/>
                  </a:lnTo>
                  <a:lnTo>
                    <a:pt x="526182" y="1624808"/>
                  </a:lnTo>
                  <a:lnTo>
                    <a:pt x="536554" y="1640322"/>
                  </a:lnTo>
                  <a:lnTo>
                    <a:pt x="539630" y="1644178"/>
                  </a:lnTo>
                  <a:lnTo>
                    <a:pt x="542904" y="1649409"/>
                  </a:lnTo>
                  <a:lnTo>
                    <a:pt x="546206" y="1654556"/>
                  </a:lnTo>
                  <a:lnTo>
                    <a:pt x="548355" y="1658627"/>
                  </a:lnTo>
                  <a:lnTo>
                    <a:pt x="550011" y="1663677"/>
                  </a:lnTo>
                  <a:lnTo>
                    <a:pt x="549400" y="1665995"/>
                  </a:lnTo>
                  <a:lnTo>
                    <a:pt x="552146" y="1670247"/>
                  </a:lnTo>
                  <a:lnTo>
                    <a:pt x="554761" y="1676043"/>
                  </a:lnTo>
                  <a:lnTo>
                    <a:pt x="556673" y="1680711"/>
                  </a:lnTo>
                  <a:lnTo>
                    <a:pt x="557696" y="1684931"/>
                  </a:lnTo>
                  <a:lnTo>
                    <a:pt x="557822" y="1687051"/>
                  </a:lnTo>
                  <a:lnTo>
                    <a:pt x="553994" y="1685697"/>
                  </a:lnTo>
                  <a:lnTo>
                    <a:pt x="551716" y="1684283"/>
                  </a:lnTo>
                  <a:lnTo>
                    <a:pt x="549270" y="1680881"/>
                  </a:lnTo>
                  <a:lnTo>
                    <a:pt x="545678" y="1678885"/>
                  </a:lnTo>
                  <a:lnTo>
                    <a:pt x="541961" y="1675173"/>
                  </a:lnTo>
                  <a:lnTo>
                    <a:pt x="537271" y="1670807"/>
                  </a:lnTo>
                  <a:lnTo>
                    <a:pt x="533529" y="1667331"/>
                  </a:lnTo>
                  <a:lnTo>
                    <a:pt x="530149" y="1663585"/>
                  </a:lnTo>
                  <a:lnTo>
                    <a:pt x="529210" y="1664844"/>
                  </a:lnTo>
                  <a:lnTo>
                    <a:pt x="525032" y="1662394"/>
                  </a:lnTo>
                  <a:lnTo>
                    <a:pt x="522517" y="1661218"/>
                  </a:lnTo>
                  <a:lnTo>
                    <a:pt x="518991" y="1661817"/>
                  </a:lnTo>
                  <a:lnTo>
                    <a:pt x="514804" y="1658754"/>
                  </a:lnTo>
                  <a:lnTo>
                    <a:pt x="515580" y="1656730"/>
                  </a:lnTo>
                  <a:lnTo>
                    <a:pt x="515919" y="1654852"/>
                  </a:lnTo>
                  <a:lnTo>
                    <a:pt x="515794" y="1651387"/>
                  </a:lnTo>
                  <a:lnTo>
                    <a:pt x="516695" y="1645606"/>
                  </a:lnTo>
                  <a:lnTo>
                    <a:pt x="512362" y="1644023"/>
                  </a:lnTo>
                  <a:lnTo>
                    <a:pt x="508072" y="1643358"/>
                  </a:lnTo>
                  <a:lnTo>
                    <a:pt x="508438" y="1647322"/>
                  </a:lnTo>
                  <a:lnTo>
                    <a:pt x="508275" y="1649861"/>
                  </a:lnTo>
                  <a:lnTo>
                    <a:pt x="502967" y="1653475"/>
                  </a:lnTo>
                  <a:lnTo>
                    <a:pt x="501883" y="1653465"/>
                  </a:lnTo>
                  <a:lnTo>
                    <a:pt x="500228" y="1648105"/>
                  </a:lnTo>
                  <a:lnTo>
                    <a:pt x="502046" y="1644585"/>
                  </a:lnTo>
                  <a:lnTo>
                    <a:pt x="501103" y="1642006"/>
                  </a:lnTo>
                  <a:lnTo>
                    <a:pt x="498622" y="1642783"/>
                  </a:lnTo>
                  <a:lnTo>
                    <a:pt x="496294" y="1640234"/>
                  </a:lnTo>
                  <a:lnTo>
                    <a:pt x="495921" y="1636239"/>
                  </a:lnTo>
                  <a:lnTo>
                    <a:pt x="494406" y="1634161"/>
                  </a:lnTo>
                  <a:lnTo>
                    <a:pt x="491409" y="1629435"/>
                  </a:lnTo>
                  <a:lnTo>
                    <a:pt x="488695" y="1627059"/>
                  </a:lnTo>
                  <a:lnTo>
                    <a:pt x="484310" y="1625067"/>
                  </a:lnTo>
                  <a:lnTo>
                    <a:pt x="482151" y="1623093"/>
                  </a:lnTo>
                  <a:lnTo>
                    <a:pt x="479801" y="1623796"/>
                  </a:lnTo>
                  <a:lnTo>
                    <a:pt x="476029" y="1620713"/>
                  </a:lnTo>
                  <a:lnTo>
                    <a:pt x="474336" y="1617362"/>
                  </a:lnTo>
                  <a:lnTo>
                    <a:pt x="470796" y="1612876"/>
                  </a:lnTo>
                  <a:lnTo>
                    <a:pt x="467394" y="1610021"/>
                  </a:lnTo>
                  <a:lnTo>
                    <a:pt x="464323" y="1609784"/>
                  </a:lnTo>
                  <a:lnTo>
                    <a:pt x="462610" y="1607535"/>
                  </a:lnTo>
                  <a:lnTo>
                    <a:pt x="459268" y="160678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19"/>
            <p:cNvSpPr/>
            <p:nvPr/>
          </p:nvSpPr>
          <p:spPr>
            <a:xfrm>
              <a:off x="1864860" y="3818061"/>
              <a:ext cx="463197" cy="1605161"/>
            </a:xfrm>
            <a:custGeom>
              <a:avLst/>
              <a:pathLst>
                <a:path w="463197" h="1605161">
                  <a:moveTo>
                    <a:pt x="457200" y="1600200"/>
                  </a:moveTo>
                  <a:lnTo>
                    <a:pt x="459711" y="1593742"/>
                  </a:lnTo>
                  <a:lnTo>
                    <a:pt x="463197" y="1594899"/>
                  </a:lnTo>
                  <a:lnTo>
                    <a:pt x="462040" y="1598049"/>
                  </a:lnTo>
                  <a:lnTo>
                    <a:pt x="460731" y="1602966"/>
                  </a:lnTo>
                  <a:lnTo>
                    <a:pt x="457332" y="1605161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0"/>
            <p:cNvSpPr/>
            <p:nvPr/>
          </p:nvSpPr>
          <p:spPr>
            <a:xfrm>
              <a:off x="1827135" y="3890094"/>
              <a:ext cx="464765" cy="1604201"/>
            </a:xfrm>
            <a:custGeom>
              <a:avLst/>
              <a:pathLst>
                <a:path w="464765" h="1604201">
                  <a:moveTo>
                    <a:pt x="457200" y="1600200"/>
                  </a:moveTo>
                  <a:lnTo>
                    <a:pt x="460256" y="1598004"/>
                  </a:lnTo>
                  <a:lnTo>
                    <a:pt x="462554" y="1597758"/>
                  </a:lnTo>
                  <a:lnTo>
                    <a:pt x="464765" y="1599943"/>
                  </a:lnTo>
                  <a:lnTo>
                    <a:pt x="463929" y="1603133"/>
                  </a:lnTo>
                  <a:lnTo>
                    <a:pt x="460135" y="1604201"/>
                  </a:lnTo>
                  <a:lnTo>
                    <a:pt x="459115" y="160362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1"/>
            <p:cNvSpPr/>
            <p:nvPr/>
          </p:nvSpPr>
          <p:spPr>
            <a:xfrm>
              <a:off x="1804678" y="4024778"/>
              <a:ext cx="544184" cy="1642522"/>
            </a:xfrm>
            <a:custGeom>
              <a:avLst/>
              <a:pathLst>
                <a:path w="544184" h="1642522">
                  <a:moveTo>
                    <a:pt x="457200" y="1600200"/>
                  </a:moveTo>
                  <a:lnTo>
                    <a:pt x="459386" y="1594765"/>
                  </a:lnTo>
                  <a:lnTo>
                    <a:pt x="461268" y="1590068"/>
                  </a:lnTo>
                  <a:lnTo>
                    <a:pt x="463884" y="1585696"/>
                  </a:lnTo>
                  <a:lnTo>
                    <a:pt x="467236" y="1584009"/>
                  </a:lnTo>
                  <a:lnTo>
                    <a:pt x="470662" y="1580662"/>
                  </a:lnTo>
                  <a:lnTo>
                    <a:pt x="473528" y="1579029"/>
                  </a:lnTo>
                  <a:lnTo>
                    <a:pt x="479973" y="1578857"/>
                  </a:lnTo>
                  <a:lnTo>
                    <a:pt x="481700" y="1576057"/>
                  </a:lnTo>
                  <a:lnTo>
                    <a:pt x="480670" y="1568548"/>
                  </a:lnTo>
                  <a:lnTo>
                    <a:pt x="485022" y="1563921"/>
                  </a:lnTo>
                  <a:lnTo>
                    <a:pt x="486803" y="1562794"/>
                  </a:lnTo>
                  <a:lnTo>
                    <a:pt x="489153" y="1563221"/>
                  </a:lnTo>
                  <a:lnTo>
                    <a:pt x="493215" y="1560856"/>
                  </a:lnTo>
                  <a:lnTo>
                    <a:pt x="492303" y="1558865"/>
                  </a:lnTo>
                  <a:lnTo>
                    <a:pt x="493548" y="1556403"/>
                  </a:lnTo>
                  <a:lnTo>
                    <a:pt x="496934" y="1558633"/>
                  </a:lnTo>
                  <a:lnTo>
                    <a:pt x="499280" y="1555140"/>
                  </a:lnTo>
                  <a:lnTo>
                    <a:pt x="496778" y="1551930"/>
                  </a:lnTo>
                  <a:lnTo>
                    <a:pt x="494924" y="1550795"/>
                  </a:lnTo>
                  <a:lnTo>
                    <a:pt x="496348" y="1547539"/>
                  </a:lnTo>
                  <a:lnTo>
                    <a:pt x="497522" y="1545199"/>
                  </a:lnTo>
                  <a:lnTo>
                    <a:pt x="500227" y="1543456"/>
                  </a:lnTo>
                  <a:lnTo>
                    <a:pt x="500512" y="1540409"/>
                  </a:lnTo>
                  <a:lnTo>
                    <a:pt x="503250" y="1536814"/>
                  </a:lnTo>
                  <a:lnTo>
                    <a:pt x="504647" y="1533472"/>
                  </a:lnTo>
                  <a:lnTo>
                    <a:pt x="508055" y="1530870"/>
                  </a:lnTo>
                  <a:lnTo>
                    <a:pt x="508876" y="1526786"/>
                  </a:lnTo>
                  <a:lnTo>
                    <a:pt x="511732" y="1525718"/>
                  </a:lnTo>
                  <a:lnTo>
                    <a:pt x="512992" y="1522325"/>
                  </a:lnTo>
                  <a:lnTo>
                    <a:pt x="515801" y="1521366"/>
                  </a:lnTo>
                  <a:lnTo>
                    <a:pt x="514390" y="1516678"/>
                  </a:lnTo>
                  <a:lnTo>
                    <a:pt x="515455" y="1512755"/>
                  </a:lnTo>
                  <a:lnTo>
                    <a:pt x="517026" y="1511385"/>
                  </a:lnTo>
                  <a:lnTo>
                    <a:pt x="520301" y="1511040"/>
                  </a:lnTo>
                  <a:lnTo>
                    <a:pt x="523176" y="1509368"/>
                  </a:lnTo>
                  <a:lnTo>
                    <a:pt x="524130" y="1512469"/>
                  </a:lnTo>
                  <a:lnTo>
                    <a:pt x="523142" y="1516942"/>
                  </a:lnTo>
                  <a:lnTo>
                    <a:pt x="521081" y="1520246"/>
                  </a:lnTo>
                  <a:lnTo>
                    <a:pt x="520099" y="1523604"/>
                  </a:lnTo>
                  <a:lnTo>
                    <a:pt x="520996" y="1527095"/>
                  </a:lnTo>
                  <a:lnTo>
                    <a:pt x="523190" y="1527933"/>
                  </a:lnTo>
                  <a:lnTo>
                    <a:pt x="524541" y="1527475"/>
                  </a:lnTo>
                  <a:lnTo>
                    <a:pt x="525579" y="1525230"/>
                  </a:lnTo>
                  <a:lnTo>
                    <a:pt x="524960" y="1523223"/>
                  </a:lnTo>
                  <a:lnTo>
                    <a:pt x="526593" y="1522664"/>
                  </a:lnTo>
                  <a:lnTo>
                    <a:pt x="529326" y="1525729"/>
                  </a:lnTo>
                  <a:lnTo>
                    <a:pt x="532198" y="1524030"/>
                  </a:lnTo>
                  <a:lnTo>
                    <a:pt x="533686" y="1525715"/>
                  </a:lnTo>
                  <a:lnTo>
                    <a:pt x="537183" y="1526525"/>
                  </a:lnTo>
                  <a:lnTo>
                    <a:pt x="543042" y="1531253"/>
                  </a:lnTo>
                  <a:lnTo>
                    <a:pt x="544184" y="1534527"/>
                  </a:lnTo>
                  <a:lnTo>
                    <a:pt x="542505" y="1537575"/>
                  </a:lnTo>
                  <a:lnTo>
                    <a:pt x="537028" y="1537323"/>
                  </a:lnTo>
                  <a:lnTo>
                    <a:pt x="534915" y="1539922"/>
                  </a:lnTo>
                  <a:lnTo>
                    <a:pt x="530272" y="1541393"/>
                  </a:lnTo>
                  <a:lnTo>
                    <a:pt x="527008" y="1542859"/>
                  </a:lnTo>
                  <a:lnTo>
                    <a:pt x="523553" y="1542671"/>
                  </a:lnTo>
                  <a:lnTo>
                    <a:pt x="522418" y="1545183"/>
                  </a:lnTo>
                  <a:lnTo>
                    <a:pt x="518714" y="1547807"/>
                  </a:lnTo>
                  <a:lnTo>
                    <a:pt x="515549" y="1550254"/>
                  </a:lnTo>
                  <a:lnTo>
                    <a:pt x="517286" y="1552823"/>
                  </a:lnTo>
                  <a:lnTo>
                    <a:pt x="516820" y="1556417"/>
                  </a:lnTo>
                  <a:lnTo>
                    <a:pt x="515455" y="1558839"/>
                  </a:lnTo>
                  <a:lnTo>
                    <a:pt x="516259" y="1561434"/>
                  </a:lnTo>
                  <a:lnTo>
                    <a:pt x="517613" y="1562810"/>
                  </a:lnTo>
                  <a:lnTo>
                    <a:pt x="519528" y="1559862"/>
                  </a:lnTo>
                  <a:lnTo>
                    <a:pt x="520596" y="1556909"/>
                  </a:lnTo>
                  <a:lnTo>
                    <a:pt x="524058" y="1556810"/>
                  </a:lnTo>
                  <a:lnTo>
                    <a:pt x="526444" y="1552380"/>
                  </a:lnTo>
                  <a:lnTo>
                    <a:pt x="526996" y="1554102"/>
                  </a:lnTo>
                  <a:lnTo>
                    <a:pt x="530359" y="1555758"/>
                  </a:lnTo>
                  <a:lnTo>
                    <a:pt x="530234" y="1561144"/>
                  </a:lnTo>
                  <a:lnTo>
                    <a:pt x="534981" y="1563347"/>
                  </a:lnTo>
                  <a:lnTo>
                    <a:pt x="532669" y="1566646"/>
                  </a:lnTo>
                  <a:lnTo>
                    <a:pt x="528392" y="1568483"/>
                  </a:lnTo>
                  <a:lnTo>
                    <a:pt x="530593" y="1572043"/>
                  </a:lnTo>
                  <a:lnTo>
                    <a:pt x="533171" y="1573764"/>
                  </a:lnTo>
                  <a:lnTo>
                    <a:pt x="538096" y="1573955"/>
                  </a:lnTo>
                  <a:lnTo>
                    <a:pt x="538427" y="1575856"/>
                  </a:lnTo>
                  <a:lnTo>
                    <a:pt x="535873" y="1580567"/>
                  </a:lnTo>
                  <a:lnTo>
                    <a:pt x="534382" y="1584661"/>
                  </a:lnTo>
                  <a:lnTo>
                    <a:pt x="537368" y="1589757"/>
                  </a:lnTo>
                  <a:lnTo>
                    <a:pt x="535518" y="1592723"/>
                  </a:lnTo>
                  <a:lnTo>
                    <a:pt x="529891" y="1587471"/>
                  </a:lnTo>
                  <a:lnTo>
                    <a:pt x="526727" y="1586924"/>
                  </a:lnTo>
                  <a:lnTo>
                    <a:pt x="526345" y="1591353"/>
                  </a:lnTo>
                  <a:lnTo>
                    <a:pt x="525940" y="1595310"/>
                  </a:lnTo>
                  <a:lnTo>
                    <a:pt x="524228" y="1598245"/>
                  </a:lnTo>
                  <a:lnTo>
                    <a:pt x="520465" y="1599776"/>
                  </a:lnTo>
                  <a:lnTo>
                    <a:pt x="516544" y="1600825"/>
                  </a:lnTo>
                  <a:lnTo>
                    <a:pt x="516957" y="1605339"/>
                  </a:lnTo>
                  <a:lnTo>
                    <a:pt x="519358" y="1606514"/>
                  </a:lnTo>
                  <a:lnTo>
                    <a:pt x="518997" y="1608707"/>
                  </a:lnTo>
                  <a:lnTo>
                    <a:pt x="514000" y="1611189"/>
                  </a:lnTo>
                  <a:lnTo>
                    <a:pt x="510173" y="1615710"/>
                  </a:lnTo>
                  <a:lnTo>
                    <a:pt x="508395" y="1618707"/>
                  </a:lnTo>
                  <a:lnTo>
                    <a:pt x="506122" y="1620083"/>
                  </a:lnTo>
                  <a:lnTo>
                    <a:pt x="503308" y="1614013"/>
                  </a:lnTo>
                  <a:lnTo>
                    <a:pt x="500627" y="1613975"/>
                  </a:lnTo>
                  <a:lnTo>
                    <a:pt x="497906" y="1616709"/>
                  </a:lnTo>
                  <a:lnTo>
                    <a:pt x="499548" y="1620046"/>
                  </a:lnTo>
                  <a:lnTo>
                    <a:pt x="500497" y="1626976"/>
                  </a:lnTo>
                  <a:lnTo>
                    <a:pt x="498500" y="1627244"/>
                  </a:lnTo>
                  <a:lnTo>
                    <a:pt x="495675" y="1629664"/>
                  </a:lnTo>
                  <a:lnTo>
                    <a:pt x="493394" y="1631567"/>
                  </a:lnTo>
                  <a:lnTo>
                    <a:pt x="491421" y="1632328"/>
                  </a:lnTo>
                  <a:lnTo>
                    <a:pt x="489812" y="1635844"/>
                  </a:lnTo>
                  <a:lnTo>
                    <a:pt x="487772" y="1637797"/>
                  </a:lnTo>
                  <a:lnTo>
                    <a:pt x="486751" y="1641551"/>
                  </a:lnTo>
                  <a:lnTo>
                    <a:pt x="482402" y="1642522"/>
                  </a:lnTo>
                  <a:lnTo>
                    <a:pt x="482708" y="1638525"/>
                  </a:lnTo>
                  <a:lnTo>
                    <a:pt x="476187" y="1632353"/>
                  </a:lnTo>
                  <a:lnTo>
                    <a:pt x="475408" y="1627728"/>
                  </a:lnTo>
                  <a:lnTo>
                    <a:pt x="471988" y="1624825"/>
                  </a:lnTo>
                  <a:lnTo>
                    <a:pt x="467848" y="1623045"/>
                  </a:lnTo>
                  <a:lnTo>
                    <a:pt x="467076" y="1614785"/>
                  </a:lnTo>
                  <a:lnTo>
                    <a:pt x="463859" y="1606711"/>
                  </a:lnTo>
                  <a:lnTo>
                    <a:pt x="460576" y="1605265"/>
                  </a:lnTo>
                  <a:lnTo>
                    <a:pt x="457290" y="160526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2"/>
            <p:cNvSpPr/>
            <p:nvPr/>
          </p:nvSpPr>
          <p:spPr>
            <a:xfrm>
              <a:off x="1809529" y="4086310"/>
              <a:ext cx="487382" cy="1601097"/>
            </a:xfrm>
            <a:custGeom>
              <a:avLst/>
              <a:pathLst>
                <a:path w="487382" h="1601097">
                  <a:moveTo>
                    <a:pt x="457200" y="1600200"/>
                  </a:moveTo>
                  <a:lnTo>
                    <a:pt x="460824" y="1593229"/>
                  </a:lnTo>
                  <a:lnTo>
                    <a:pt x="466444" y="1587240"/>
                  </a:lnTo>
                  <a:lnTo>
                    <a:pt x="476262" y="1585849"/>
                  </a:lnTo>
                  <a:lnTo>
                    <a:pt x="479915" y="1584925"/>
                  </a:lnTo>
                  <a:lnTo>
                    <a:pt x="482575" y="1587602"/>
                  </a:lnTo>
                  <a:lnTo>
                    <a:pt x="487382" y="1587501"/>
                  </a:lnTo>
                  <a:lnTo>
                    <a:pt x="487355" y="1589620"/>
                  </a:lnTo>
                  <a:lnTo>
                    <a:pt x="483438" y="1593440"/>
                  </a:lnTo>
                  <a:lnTo>
                    <a:pt x="475332" y="1593376"/>
                  </a:lnTo>
                  <a:lnTo>
                    <a:pt x="466714" y="1593859"/>
                  </a:lnTo>
                  <a:lnTo>
                    <a:pt x="463836" y="1595950"/>
                  </a:lnTo>
                  <a:lnTo>
                    <a:pt x="460522" y="1601097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3"/>
            <p:cNvSpPr/>
            <p:nvPr/>
          </p:nvSpPr>
          <p:spPr>
            <a:xfrm>
              <a:off x="1783903" y="4127837"/>
              <a:ext cx="463831" cy="1603655"/>
            </a:xfrm>
            <a:custGeom>
              <a:avLst/>
              <a:pathLst>
                <a:path w="463831" h="1603655">
                  <a:moveTo>
                    <a:pt x="457200" y="1600200"/>
                  </a:moveTo>
                  <a:lnTo>
                    <a:pt x="458951" y="1597233"/>
                  </a:lnTo>
                  <a:lnTo>
                    <a:pt x="461242" y="1592848"/>
                  </a:lnTo>
                  <a:lnTo>
                    <a:pt x="463831" y="1593713"/>
                  </a:lnTo>
                  <a:lnTo>
                    <a:pt x="463514" y="1598049"/>
                  </a:lnTo>
                  <a:lnTo>
                    <a:pt x="463519" y="1601782"/>
                  </a:lnTo>
                  <a:lnTo>
                    <a:pt x="462897" y="1603655"/>
                  </a:lnTo>
                  <a:lnTo>
                    <a:pt x="458586" y="160332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4"/>
            <p:cNvSpPr/>
            <p:nvPr/>
          </p:nvSpPr>
          <p:spPr>
            <a:xfrm>
              <a:off x="1749750" y="4113640"/>
              <a:ext cx="461365" cy="1605507"/>
            </a:xfrm>
            <a:custGeom>
              <a:avLst/>
              <a:pathLst>
                <a:path w="461365" h="1605507">
                  <a:moveTo>
                    <a:pt x="457200" y="1600200"/>
                  </a:moveTo>
                  <a:lnTo>
                    <a:pt x="458739" y="1598707"/>
                  </a:lnTo>
                  <a:lnTo>
                    <a:pt x="461190" y="1600744"/>
                  </a:lnTo>
                  <a:lnTo>
                    <a:pt x="461365" y="1603836"/>
                  </a:lnTo>
                  <a:lnTo>
                    <a:pt x="459408" y="1605507"/>
                  </a:lnTo>
                  <a:lnTo>
                    <a:pt x="457473" y="160378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5"/>
            <p:cNvSpPr/>
            <p:nvPr/>
          </p:nvSpPr>
          <p:spPr>
            <a:xfrm>
              <a:off x="1728851" y="4082907"/>
              <a:ext cx="467522" cy="1602933"/>
            </a:xfrm>
            <a:custGeom>
              <a:avLst/>
              <a:pathLst>
                <a:path w="467522" h="1602933">
                  <a:moveTo>
                    <a:pt x="457200" y="1600200"/>
                  </a:moveTo>
                  <a:lnTo>
                    <a:pt x="460822" y="1597898"/>
                  </a:lnTo>
                  <a:lnTo>
                    <a:pt x="463541" y="1598849"/>
                  </a:lnTo>
                  <a:lnTo>
                    <a:pt x="467522" y="1601277"/>
                  </a:lnTo>
                  <a:lnTo>
                    <a:pt x="465304" y="1602755"/>
                  </a:lnTo>
                  <a:lnTo>
                    <a:pt x="461290" y="1602316"/>
                  </a:lnTo>
                  <a:lnTo>
                    <a:pt x="456198" y="16029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6"/>
            <p:cNvSpPr/>
            <p:nvPr/>
          </p:nvSpPr>
          <p:spPr>
            <a:xfrm>
              <a:off x="1637704" y="4194256"/>
              <a:ext cx="492766" cy="1603414"/>
            </a:xfrm>
            <a:custGeom>
              <a:avLst/>
              <a:pathLst>
                <a:path w="492766" h="1603414">
                  <a:moveTo>
                    <a:pt x="457200" y="1600200"/>
                  </a:moveTo>
                  <a:lnTo>
                    <a:pt x="458808" y="1591988"/>
                  </a:lnTo>
                  <a:lnTo>
                    <a:pt x="458686" y="1586727"/>
                  </a:lnTo>
                  <a:lnTo>
                    <a:pt x="460188" y="1583220"/>
                  </a:lnTo>
                  <a:lnTo>
                    <a:pt x="463837" y="1581051"/>
                  </a:lnTo>
                  <a:lnTo>
                    <a:pt x="468739" y="1575667"/>
                  </a:lnTo>
                  <a:lnTo>
                    <a:pt x="469768" y="1577980"/>
                  </a:lnTo>
                  <a:lnTo>
                    <a:pt x="470960" y="1582638"/>
                  </a:lnTo>
                  <a:lnTo>
                    <a:pt x="475863" y="1582266"/>
                  </a:lnTo>
                  <a:lnTo>
                    <a:pt x="480600" y="1577507"/>
                  </a:lnTo>
                  <a:lnTo>
                    <a:pt x="481948" y="1581712"/>
                  </a:lnTo>
                  <a:lnTo>
                    <a:pt x="487611" y="1590893"/>
                  </a:lnTo>
                  <a:lnTo>
                    <a:pt x="492766" y="1599396"/>
                  </a:lnTo>
                  <a:lnTo>
                    <a:pt x="490646" y="1602775"/>
                  </a:lnTo>
                  <a:lnTo>
                    <a:pt x="489372" y="1602704"/>
                  </a:lnTo>
                  <a:lnTo>
                    <a:pt x="484355" y="1597879"/>
                  </a:lnTo>
                  <a:lnTo>
                    <a:pt x="482084" y="1592298"/>
                  </a:lnTo>
                  <a:lnTo>
                    <a:pt x="477623" y="1591742"/>
                  </a:lnTo>
                  <a:lnTo>
                    <a:pt x="473538" y="1589931"/>
                  </a:lnTo>
                  <a:lnTo>
                    <a:pt x="471633" y="1592502"/>
                  </a:lnTo>
                  <a:lnTo>
                    <a:pt x="464446" y="1593047"/>
                  </a:lnTo>
                  <a:lnTo>
                    <a:pt x="462216" y="1596886"/>
                  </a:lnTo>
                  <a:lnTo>
                    <a:pt x="458250" y="160341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7"/>
            <p:cNvSpPr/>
            <p:nvPr/>
          </p:nvSpPr>
          <p:spPr>
            <a:xfrm>
              <a:off x="1616058" y="4167769"/>
              <a:ext cx="480874" cy="1613371"/>
            </a:xfrm>
            <a:custGeom>
              <a:avLst/>
              <a:pathLst>
                <a:path w="480874" h="1613371">
                  <a:moveTo>
                    <a:pt x="457200" y="1600200"/>
                  </a:moveTo>
                  <a:lnTo>
                    <a:pt x="458651" y="1596811"/>
                  </a:lnTo>
                  <a:lnTo>
                    <a:pt x="462623" y="1594702"/>
                  </a:lnTo>
                  <a:lnTo>
                    <a:pt x="468378" y="1596182"/>
                  </a:lnTo>
                  <a:lnTo>
                    <a:pt x="474354" y="1592368"/>
                  </a:lnTo>
                  <a:lnTo>
                    <a:pt x="476703" y="1590594"/>
                  </a:lnTo>
                  <a:lnTo>
                    <a:pt x="480874" y="1591404"/>
                  </a:lnTo>
                  <a:lnTo>
                    <a:pt x="480553" y="1596209"/>
                  </a:lnTo>
                  <a:lnTo>
                    <a:pt x="475690" y="1601128"/>
                  </a:lnTo>
                  <a:lnTo>
                    <a:pt x="474697" y="1604514"/>
                  </a:lnTo>
                  <a:lnTo>
                    <a:pt x="470311" y="1602108"/>
                  </a:lnTo>
                  <a:lnTo>
                    <a:pt x="468422" y="1604254"/>
                  </a:lnTo>
                  <a:lnTo>
                    <a:pt x="470041" y="1609130"/>
                  </a:lnTo>
                  <a:lnTo>
                    <a:pt x="468905" y="1612554"/>
                  </a:lnTo>
                  <a:lnTo>
                    <a:pt x="464420" y="1610578"/>
                  </a:lnTo>
                  <a:lnTo>
                    <a:pt x="461776" y="1611172"/>
                  </a:lnTo>
                  <a:lnTo>
                    <a:pt x="458965" y="1613371"/>
                  </a:lnTo>
                  <a:lnTo>
                    <a:pt x="458020" y="1607687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8"/>
            <p:cNvSpPr/>
            <p:nvPr/>
          </p:nvSpPr>
          <p:spPr>
            <a:xfrm>
              <a:off x="1602942" y="3949707"/>
              <a:ext cx="469259" cy="1605835"/>
            </a:xfrm>
            <a:custGeom>
              <a:avLst/>
              <a:pathLst>
                <a:path w="469259" h="1605835">
                  <a:moveTo>
                    <a:pt x="457200" y="1600200"/>
                  </a:moveTo>
                  <a:lnTo>
                    <a:pt x="457817" y="1595828"/>
                  </a:lnTo>
                  <a:lnTo>
                    <a:pt x="461993" y="1592948"/>
                  </a:lnTo>
                  <a:lnTo>
                    <a:pt x="468571" y="1588395"/>
                  </a:lnTo>
                  <a:lnTo>
                    <a:pt x="469259" y="1590844"/>
                  </a:lnTo>
                  <a:lnTo>
                    <a:pt x="463312" y="1603854"/>
                  </a:lnTo>
                  <a:lnTo>
                    <a:pt x="460858" y="1605636"/>
                  </a:lnTo>
                  <a:lnTo>
                    <a:pt x="457357" y="160583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29"/>
            <p:cNvSpPr/>
            <p:nvPr/>
          </p:nvSpPr>
          <p:spPr>
            <a:xfrm>
              <a:off x="1597222" y="4174356"/>
              <a:ext cx="460421" cy="1604041"/>
            </a:xfrm>
            <a:custGeom>
              <a:avLst/>
              <a:pathLst>
                <a:path w="460421" h="1604041">
                  <a:moveTo>
                    <a:pt x="457199" y="1600200"/>
                  </a:moveTo>
                  <a:lnTo>
                    <a:pt x="459515" y="1599913"/>
                  </a:lnTo>
                  <a:lnTo>
                    <a:pt x="460421" y="1600043"/>
                  </a:lnTo>
                  <a:lnTo>
                    <a:pt x="460092" y="1604041"/>
                  </a:lnTo>
                  <a:lnTo>
                    <a:pt x="456442" y="160272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0"/>
            <p:cNvSpPr/>
            <p:nvPr/>
          </p:nvSpPr>
          <p:spPr>
            <a:xfrm>
              <a:off x="1588048" y="4172099"/>
              <a:ext cx="462975" cy="1603533"/>
            </a:xfrm>
            <a:custGeom>
              <a:avLst/>
              <a:pathLst>
                <a:path w="462975" h="1603533">
                  <a:moveTo>
                    <a:pt x="457200" y="1600200"/>
                  </a:moveTo>
                  <a:lnTo>
                    <a:pt x="462975" y="1598799"/>
                  </a:lnTo>
                  <a:lnTo>
                    <a:pt x="461888" y="1603031"/>
                  </a:lnTo>
                  <a:lnTo>
                    <a:pt x="457496" y="16035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1"/>
            <p:cNvSpPr/>
            <p:nvPr/>
          </p:nvSpPr>
          <p:spPr>
            <a:xfrm>
              <a:off x="1550598" y="4219772"/>
              <a:ext cx="474476" cy="1611609"/>
            </a:xfrm>
            <a:custGeom>
              <a:avLst/>
              <a:pathLst>
                <a:path w="474476" h="1611609">
                  <a:moveTo>
                    <a:pt x="457200" y="1600200"/>
                  </a:moveTo>
                  <a:lnTo>
                    <a:pt x="466155" y="1604574"/>
                  </a:lnTo>
                  <a:lnTo>
                    <a:pt x="474476" y="1607853"/>
                  </a:lnTo>
                  <a:lnTo>
                    <a:pt x="473040" y="1610035"/>
                  </a:lnTo>
                  <a:lnTo>
                    <a:pt x="470410" y="1611609"/>
                  </a:lnTo>
                  <a:lnTo>
                    <a:pt x="465503" y="1609740"/>
                  </a:lnTo>
                  <a:lnTo>
                    <a:pt x="460303" y="1609388"/>
                  </a:lnTo>
                  <a:lnTo>
                    <a:pt x="456742" y="160581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2"/>
            <p:cNvSpPr/>
            <p:nvPr/>
          </p:nvSpPr>
          <p:spPr>
            <a:xfrm>
              <a:off x="1456378" y="4245180"/>
              <a:ext cx="485941" cy="1601759"/>
            </a:xfrm>
            <a:custGeom>
              <a:avLst/>
              <a:pathLst>
                <a:path w="485941" h="1601759">
                  <a:moveTo>
                    <a:pt x="457200" y="1600200"/>
                  </a:moveTo>
                  <a:lnTo>
                    <a:pt x="461820" y="1598289"/>
                  </a:lnTo>
                  <a:lnTo>
                    <a:pt x="468270" y="1596398"/>
                  </a:lnTo>
                  <a:lnTo>
                    <a:pt x="473073" y="1595725"/>
                  </a:lnTo>
                  <a:lnTo>
                    <a:pt x="477641" y="1595790"/>
                  </a:lnTo>
                  <a:lnTo>
                    <a:pt x="481925" y="1592039"/>
                  </a:lnTo>
                  <a:lnTo>
                    <a:pt x="483868" y="1590297"/>
                  </a:lnTo>
                  <a:lnTo>
                    <a:pt x="485941" y="1590589"/>
                  </a:lnTo>
                  <a:lnTo>
                    <a:pt x="484146" y="1594720"/>
                  </a:lnTo>
                  <a:lnTo>
                    <a:pt x="479418" y="1600791"/>
                  </a:lnTo>
                  <a:lnTo>
                    <a:pt x="474874" y="1599719"/>
                  </a:lnTo>
                  <a:lnTo>
                    <a:pt x="468012" y="1601480"/>
                  </a:lnTo>
                  <a:lnTo>
                    <a:pt x="458786" y="160175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3"/>
            <p:cNvSpPr/>
            <p:nvPr/>
          </p:nvSpPr>
          <p:spPr>
            <a:xfrm>
              <a:off x="1440736" y="4234634"/>
              <a:ext cx="480412" cy="1610566"/>
            </a:xfrm>
            <a:custGeom>
              <a:avLst/>
              <a:pathLst>
                <a:path w="480412" h="1610566">
                  <a:moveTo>
                    <a:pt x="457200" y="1600200"/>
                  </a:moveTo>
                  <a:lnTo>
                    <a:pt x="460716" y="1598132"/>
                  </a:lnTo>
                  <a:lnTo>
                    <a:pt x="463842" y="1598801"/>
                  </a:lnTo>
                  <a:lnTo>
                    <a:pt x="472200" y="1593932"/>
                  </a:lnTo>
                  <a:lnTo>
                    <a:pt x="477222" y="1594569"/>
                  </a:lnTo>
                  <a:lnTo>
                    <a:pt x="480412" y="1601327"/>
                  </a:lnTo>
                  <a:lnTo>
                    <a:pt x="474698" y="1606470"/>
                  </a:lnTo>
                  <a:lnTo>
                    <a:pt x="466598" y="1608645"/>
                  </a:lnTo>
                  <a:lnTo>
                    <a:pt x="463458" y="1610566"/>
                  </a:lnTo>
                  <a:lnTo>
                    <a:pt x="462568" y="1608743"/>
                  </a:lnTo>
                  <a:lnTo>
                    <a:pt x="457581" y="1609551"/>
                  </a:lnTo>
                  <a:lnTo>
                    <a:pt x="455400" y="1604179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4"/>
            <p:cNvSpPr/>
            <p:nvPr/>
          </p:nvSpPr>
          <p:spPr>
            <a:xfrm>
              <a:off x="1418074" y="3832710"/>
              <a:ext cx="510987" cy="1634116"/>
            </a:xfrm>
            <a:custGeom>
              <a:avLst/>
              <a:pathLst>
                <a:path w="510987" h="1634116">
                  <a:moveTo>
                    <a:pt x="457200" y="1600200"/>
                  </a:moveTo>
                  <a:lnTo>
                    <a:pt x="460649" y="1598355"/>
                  </a:lnTo>
                  <a:lnTo>
                    <a:pt x="466538" y="1599132"/>
                  </a:lnTo>
                  <a:lnTo>
                    <a:pt x="471460" y="1600879"/>
                  </a:lnTo>
                  <a:lnTo>
                    <a:pt x="474205" y="1601505"/>
                  </a:lnTo>
                  <a:lnTo>
                    <a:pt x="475261" y="1599016"/>
                  </a:lnTo>
                  <a:lnTo>
                    <a:pt x="474709" y="1597682"/>
                  </a:lnTo>
                  <a:lnTo>
                    <a:pt x="478533" y="1594247"/>
                  </a:lnTo>
                  <a:lnTo>
                    <a:pt x="481276" y="1595122"/>
                  </a:lnTo>
                  <a:lnTo>
                    <a:pt x="483447" y="1592541"/>
                  </a:lnTo>
                  <a:lnTo>
                    <a:pt x="485258" y="1590917"/>
                  </a:lnTo>
                  <a:lnTo>
                    <a:pt x="488487" y="1593581"/>
                  </a:lnTo>
                  <a:lnTo>
                    <a:pt x="492409" y="1591791"/>
                  </a:lnTo>
                  <a:lnTo>
                    <a:pt x="495258" y="1588927"/>
                  </a:lnTo>
                  <a:lnTo>
                    <a:pt x="496262" y="1593656"/>
                  </a:lnTo>
                  <a:lnTo>
                    <a:pt x="497936" y="1597025"/>
                  </a:lnTo>
                  <a:lnTo>
                    <a:pt x="502484" y="1595928"/>
                  </a:lnTo>
                  <a:lnTo>
                    <a:pt x="508114" y="1599907"/>
                  </a:lnTo>
                  <a:lnTo>
                    <a:pt x="506643" y="1603473"/>
                  </a:lnTo>
                  <a:lnTo>
                    <a:pt x="507607" y="1606107"/>
                  </a:lnTo>
                  <a:lnTo>
                    <a:pt x="506305" y="1608266"/>
                  </a:lnTo>
                  <a:lnTo>
                    <a:pt x="507785" y="1611044"/>
                  </a:lnTo>
                  <a:lnTo>
                    <a:pt x="506307" y="1614766"/>
                  </a:lnTo>
                  <a:lnTo>
                    <a:pt x="508305" y="1618053"/>
                  </a:lnTo>
                  <a:lnTo>
                    <a:pt x="510987" y="1622718"/>
                  </a:lnTo>
                  <a:lnTo>
                    <a:pt x="509359" y="1625556"/>
                  </a:lnTo>
                  <a:lnTo>
                    <a:pt x="505631" y="1626818"/>
                  </a:lnTo>
                  <a:lnTo>
                    <a:pt x="503854" y="1625510"/>
                  </a:lnTo>
                  <a:lnTo>
                    <a:pt x="501187" y="1627277"/>
                  </a:lnTo>
                  <a:lnTo>
                    <a:pt x="497531" y="1626762"/>
                  </a:lnTo>
                  <a:lnTo>
                    <a:pt x="494393" y="1628550"/>
                  </a:lnTo>
                  <a:lnTo>
                    <a:pt x="494136" y="1632750"/>
                  </a:lnTo>
                  <a:lnTo>
                    <a:pt x="490916" y="1634116"/>
                  </a:lnTo>
                  <a:lnTo>
                    <a:pt x="488798" y="1629806"/>
                  </a:lnTo>
                  <a:lnTo>
                    <a:pt x="486295" y="1627716"/>
                  </a:lnTo>
                  <a:lnTo>
                    <a:pt x="481935" y="1626692"/>
                  </a:lnTo>
                  <a:lnTo>
                    <a:pt x="477637" y="1624070"/>
                  </a:lnTo>
                  <a:lnTo>
                    <a:pt x="474038" y="1621301"/>
                  </a:lnTo>
                  <a:lnTo>
                    <a:pt x="470112" y="1617329"/>
                  </a:lnTo>
                  <a:lnTo>
                    <a:pt x="466570" y="1615383"/>
                  </a:lnTo>
                  <a:lnTo>
                    <a:pt x="462225" y="1611291"/>
                  </a:lnTo>
                  <a:lnTo>
                    <a:pt x="459259" y="1609182"/>
                  </a:lnTo>
                  <a:lnTo>
                    <a:pt x="459302" y="160520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5"/>
            <p:cNvSpPr/>
            <p:nvPr/>
          </p:nvSpPr>
          <p:spPr>
            <a:xfrm>
              <a:off x="1379770" y="4284708"/>
              <a:ext cx="517487" cy="1606498"/>
            </a:xfrm>
            <a:custGeom>
              <a:avLst/>
              <a:pathLst>
                <a:path w="517487" h="1606498">
                  <a:moveTo>
                    <a:pt x="457200" y="1600200"/>
                  </a:moveTo>
                  <a:lnTo>
                    <a:pt x="460658" y="1597113"/>
                  </a:lnTo>
                  <a:lnTo>
                    <a:pt x="464259" y="1597168"/>
                  </a:lnTo>
                  <a:lnTo>
                    <a:pt x="469001" y="1594416"/>
                  </a:lnTo>
                  <a:lnTo>
                    <a:pt x="472057" y="1594229"/>
                  </a:lnTo>
                  <a:lnTo>
                    <a:pt x="475264" y="1592724"/>
                  </a:lnTo>
                  <a:lnTo>
                    <a:pt x="478489" y="1590051"/>
                  </a:lnTo>
                  <a:lnTo>
                    <a:pt x="480347" y="1588447"/>
                  </a:lnTo>
                  <a:lnTo>
                    <a:pt x="479535" y="1584739"/>
                  </a:lnTo>
                  <a:lnTo>
                    <a:pt x="481441" y="1583140"/>
                  </a:lnTo>
                  <a:lnTo>
                    <a:pt x="482739" y="1581121"/>
                  </a:lnTo>
                  <a:lnTo>
                    <a:pt x="483862" y="1578431"/>
                  </a:lnTo>
                  <a:lnTo>
                    <a:pt x="485162" y="1575417"/>
                  </a:lnTo>
                  <a:lnTo>
                    <a:pt x="482049" y="1572143"/>
                  </a:lnTo>
                  <a:lnTo>
                    <a:pt x="480585" y="1570203"/>
                  </a:lnTo>
                  <a:lnTo>
                    <a:pt x="480688" y="1567574"/>
                  </a:lnTo>
                  <a:lnTo>
                    <a:pt x="484597" y="1562786"/>
                  </a:lnTo>
                  <a:lnTo>
                    <a:pt x="489879" y="1560447"/>
                  </a:lnTo>
                  <a:lnTo>
                    <a:pt x="494618" y="1559149"/>
                  </a:lnTo>
                  <a:lnTo>
                    <a:pt x="497978" y="1559546"/>
                  </a:lnTo>
                  <a:lnTo>
                    <a:pt x="499868" y="1563348"/>
                  </a:lnTo>
                  <a:lnTo>
                    <a:pt x="502539" y="1565978"/>
                  </a:lnTo>
                  <a:lnTo>
                    <a:pt x="505030" y="1564115"/>
                  </a:lnTo>
                  <a:lnTo>
                    <a:pt x="507833" y="1561285"/>
                  </a:lnTo>
                  <a:lnTo>
                    <a:pt x="510988" y="1563214"/>
                  </a:lnTo>
                  <a:lnTo>
                    <a:pt x="512333" y="1562761"/>
                  </a:lnTo>
                  <a:lnTo>
                    <a:pt x="514176" y="1562139"/>
                  </a:lnTo>
                  <a:lnTo>
                    <a:pt x="517487" y="1564319"/>
                  </a:lnTo>
                  <a:lnTo>
                    <a:pt x="514509" y="1566301"/>
                  </a:lnTo>
                  <a:lnTo>
                    <a:pt x="512777" y="1567451"/>
                  </a:lnTo>
                  <a:lnTo>
                    <a:pt x="511351" y="1569907"/>
                  </a:lnTo>
                  <a:lnTo>
                    <a:pt x="508963" y="1570176"/>
                  </a:lnTo>
                  <a:lnTo>
                    <a:pt x="505971" y="1573882"/>
                  </a:lnTo>
                  <a:lnTo>
                    <a:pt x="508300" y="1575568"/>
                  </a:lnTo>
                  <a:lnTo>
                    <a:pt x="513112" y="1572760"/>
                  </a:lnTo>
                  <a:lnTo>
                    <a:pt x="516085" y="1571857"/>
                  </a:lnTo>
                  <a:lnTo>
                    <a:pt x="516597" y="1573672"/>
                  </a:lnTo>
                  <a:lnTo>
                    <a:pt x="515097" y="1579878"/>
                  </a:lnTo>
                  <a:lnTo>
                    <a:pt x="511432" y="1580902"/>
                  </a:lnTo>
                  <a:lnTo>
                    <a:pt x="508760" y="1583071"/>
                  </a:lnTo>
                  <a:lnTo>
                    <a:pt x="504409" y="1584898"/>
                  </a:lnTo>
                  <a:lnTo>
                    <a:pt x="502129" y="1588446"/>
                  </a:lnTo>
                  <a:lnTo>
                    <a:pt x="499571" y="1591736"/>
                  </a:lnTo>
                  <a:lnTo>
                    <a:pt x="496910" y="1594349"/>
                  </a:lnTo>
                  <a:lnTo>
                    <a:pt x="493625" y="1597088"/>
                  </a:lnTo>
                  <a:lnTo>
                    <a:pt x="489124" y="1597378"/>
                  </a:lnTo>
                  <a:lnTo>
                    <a:pt x="485079" y="1597016"/>
                  </a:lnTo>
                  <a:lnTo>
                    <a:pt x="482253" y="1597007"/>
                  </a:lnTo>
                  <a:lnTo>
                    <a:pt x="479070" y="1597484"/>
                  </a:lnTo>
                  <a:lnTo>
                    <a:pt x="474627" y="1600240"/>
                  </a:lnTo>
                  <a:lnTo>
                    <a:pt x="474012" y="1602148"/>
                  </a:lnTo>
                  <a:lnTo>
                    <a:pt x="470186" y="1602032"/>
                  </a:lnTo>
                  <a:lnTo>
                    <a:pt x="467626" y="1605777"/>
                  </a:lnTo>
                  <a:lnTo>
                    <a:pt x="465861" y="1605003"/>
                  </a:lnTo>
                  <a:lnTo>
                    <a:pt x="462919" y="1606498"/>
                  </a:lnTo>
                  <a:lnTo>
                    <a:pt x="458582" y="1604468"/>
                  </a:lnTo>
                  <a:lnTo>
                    <a:pt x="455036" y="160173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6"/>
            <p:cNvSpPr/>
            <p:nvPr/>
          </p:nvSpPr>
          <p:spPr>
            <a:xfrm>
              <a:off x="1442080" y="3470425"/>
              <a:ext cx="1645378" cy="2354475"/>
            </a:xfrm>
            <a:custGeom>
              <a:avLst/>
              <a:pathLst>
                <a:path w="1645378" h="2354475">
                  <a:moveTo>
                    <a:pt x="457200" y="1600200"/>
                  </a:moveTo>
                  <a:lnTo>
                    <a:pt x="461422" y="1596047"/>
                  </a:lnTo>
                  <a:lnTo>
                    <a:pt x="469852" y="1592871"/>
                  </a:lnTo>
                  <a:lnTo>
                    <a:pt x="479443" y="1587551"/>
                  </a:lnTo>
                  <a:lnTo>
                    <a:pt x="493024" y="1578103"/>
                  </a:lnTo>
                  <a:lnTo>
                    <a:pt x="511782" y="1567259"/>
                  </a:lnTo>
                  <a:lnTo>
                    <a:pt x="527635" y="1559191"/>
                  </a:lnTo>
                  <a:lnTo>
                    <a:pt x="542105" y="1553898"/>
                  </a:lnTo>
                  <a:lnTo>
                    <a:pt x="552216" y="1551239"/>
                  </a:lnTo>
                  <a:lnTo>
                    <a:pt x="565518" y="1551841"/>
                  </a:lnTo>
                  <a:lnTo>
                    <a:pt x="570419" y="1554510"/>
                  </a:lnTo>
                  <a:lnTo>
                    <a:pt x="567171" y="1558168"/>
                  </a:lnTo>
                  <a:lnTo>
                    <a:pt x="565158" y="1562075"/>
                  </a:lnTo>
                  <a:lnTo>
                    <a:pt x="563129" y="1565063"/>
                  </a:lnTo>
                  <a:lnTo>
                    <a:pt x="563193" y="1570466"/>
                  </a:lnTo>
                  <a:lnTo>
                    <a:pt x="563046" y="1573621"/>
                  </a:lnTo>
                  <a:lnTo>
                    <a:pt x="560908" y="1575732"/>
                  </a:lnTo>
                  <a:lnTo>
                    <a:pt x="560900" y="1578025"/>
                  </a:lnTo>
                  <a:lnTo>
                    <a:pt x="563022" y="1584217"/>
                  </a:lnTo>
                  <a:lnTo>
                    <a:pt x="565344" y="1587110"/>
                  </a:lnTo>
                  <a:lnTo>
                    <a:pt x="570213" y="1585818"/>
                  </a:lnTo>
                  <a:lnTo>
                    <a:pt x="573140" y="1586086"/>
                  </a:lnTo>
                  <a:lnTo>
                    <a:pt x="578340" y="1588195"/>
                  </a:lnTo>
                  <a:lnTo>
                    <a:pt x="581967" y="1587325"/>
                  </a:lnTo>
                  <a:lnTo>
                    <a:pt x="587883" y="1586878"/>
                  </a:lnTo>
                  <a:lnTo>
                    <a:pt x="590685" y="1590421"/>
                  </a:lnTo>
                  <a:lnTo>
                    <a:pt x="595446" y="1590115"/>
                  </a:lnTo>
                  <a:lnTo>
                    <a:pt x="597564" y="1591412"/>
                  </a:lnTo>
                  <a:lnTo>
                    <a:pt x="602379" y="1588597"/>
                  </a:lnTo>
                  <a:lnTo>
                    <a:pt x="609266" y="1592685"/>
                  </a:lnTo>
                  <a:lnTo>
                    <a:pt x="610958" y="1589402"/>
                  </a:lnTo>
                  <a:lnTo>
                    <a:pt x="615198" y="1582834"/>
                  </a:lnTo>
                  <a:lnTo>
                    <a:pt x="616993" y="1578757"/>
                  </a:lnTo>
                  <a:lnTo>
                    <a:pt x="618589" y="1577352"/>
                  </a:lnTo>
                  <a:lnTo>
                    <a:pt x="621947" y="1577995"/>
                  </a:lnTo>
                  <a:lnTo>
                    <a:pt x="622314" y="1580088"/>
                  </a:lnTo>
                  <a:lnTo>
                    <a:pt x="625152" y="1581049"/>
                  </a:lnTo>
                  <a:lnTo>
                    <a:pt x="630085" y="1579709"/>
                  </a:lnTo>
                  <a:lnTo>
                    <a:pt x="628111" y="1574313"/>
                  </a:lnTo>
                  <a:lnTo>
                    <a:pt x="622817" y="1570559"/>
                  </a:lnTo>
                  <a:lnTo>
                    <a:pt x="616974" y="1568411"/>
                  </a:lnTo>
                  <a:lnTo>
                    <a:pt x="614177" y="1568307"/>
                  </a:lnTo>
                  <a:lnTo>
                    <a:pt x="608769" y="1571089"/>
                  </a:lnTo>
                  <a:lnTo>
                    <a:pt x="610475" y="1563927"/>
                  </a:lnTo>
                  <a:lnTo>
                    <a:pt x="610437" y="1560496"/>
                  </a:lnTo>
                  <a:lnTo>
                    <a:pt x="605557" y="1552872"/>
                  </a:lnTo>
                  <a:lnTo>
                    <a:pt x="604242" y="1548485"/>
                  </a:lnTo>
                  <a:lnTo>
                    <a:pt x="600392" y="1545666"/>
                  </a:lnTo>
                  <a:lnTo>
                    <a:pt x="596965" y="1544391"/>
                  </a:lnTo>
                  <a:lnTo>
                    <a:pt x="594680" y="1536493"/>
                  </a:lnTo>
                  <a:lnTo>
                    <a:pt x="595920" y="1533625"/>
                  </a:lnTo>
                  <a:lnTo>
                    <a:pt x="598825" y="1530741"/>
                  </a:lnTo>
                  <a:lnTo>
                    <a:pt x="598937" y="1528793"/>
                  </a:lnTo>
                  <a:lnTo>
                    <a:pt x="595211" y="1527351"/>
                  </a:lnTo>
                  <a:lnTo>
                    <a:pt x="590430" y="1527476"/>
                  </a:lnTo>
                  <a:lnTo>
                    <a:pt x="586794" y="1524656"/>
                  </a:lnTo>
                  <a:lnTo>
                    <a:pt x="580426" y="1522069"/>
                  </a:lnTo>
                  <a:lnTo>
                    <a:pt x="573984" y="1519412"/>
                  </a:lnTo>
                  <a:lnTo>
                    <a:pt x="571577" y="1518066"/>
                  </a:lnTo>
                  <a:lnTo>
                    <a:pt x="571346" y="1511374"/>
                  </a:lnTo>
                  <a:lnTo>
                    <a:pt x="569606" y="1497533"/>
                  </a:lnTo>
                  <a:lnTo>
                    <a:pt x="566788" y="1487285"/>
                  </a:lnTo>
                  <a:lnTo>
                    <a:pt x="562839" y="1481218"/>
                  </a:lnTo>
                  <a:lnTo>
                    <a:pt x="557260" y="1475707"/>
                  </a:lnTo>
                  <a:lnTo>
                    <a:pt x="546597" y="1460746"/>
                  </a:lnTo>
                  <a:lnTo>
                    <a:pt x="541814" y="1453899"/>
                  </a:lnTo>
                  <a:lnTo>
                    <a:pt x="540881" y="1453190"/>
                  </a:lnTo>
                  <a:lnTo>
                    <a:pt x="535052" y="1448722"/>
                  </a:lnTo>
                  <a:lnTo>
                    <a:pt x="531255" y="1446901"/>
                  </a:lnTo>
                  <a:lnTo>
                    <a:pt x="529318" y="1444574"/>
                  </a:lnTo>
                  <a:lnTo>
                    <a:pt x="527597" y="1438960"/>
                  </a:lnTo>
                  <a:lnTo>
                    <a:pt x="523446" y="1433829"/>
                  </a:lnTo>
                  <a:lnTo>
                    <a:pt x="517737" y="1430010"/>
                  </a:lnTo>
                  <a:lnTo>
                    <a:pt x="512704" y="1429005"/>
                  </a:lnTo>
                  <a:lnTo>
                    <a:pt x="518639" y="1425326"/>
                  </a:lnTo>
                  <a:lnTo>
                    <a:pt x="524587" y="1423746"/>
                  </a:lnTo>
                  <a:lnTo>
                    <a:pt x="526309" y="1418709"/>
                  </a:lnTo>
                  <a:lnTo>
                    <a:pt x="528328" y="1412807"/>
                  </a:lnTo>
                  <a:lnTo>
                    <a:pt x="530182" y="1405520"/>
                  </a:lnTo>
                  <a:lnTo>
                    <a:pt x="530965" y="1395827"/>
                  </a:lnTo>
                  <a:lnTo>
                    <a:pt x="537179" y="1397028"/>
                  </a:lnTo>
                  <a:lnTo>
                    <a:pt x="545440" y="1398988"/>
                  </a:lnTo>
                  <a:lnTo>
                    <a:pt x="557277" y="1398675"/>
                  </a:lnTo>
                  <a:lnTo>
                    <a:pt x="566784" y="1397470"/>
                  </a:lnTo>
                  <a:lnTo>
                    <a:pt x="572614" y="1397251"/>
                  </a:lnTo>
                  <a:lnTo>
                    <a:pt x="579974" y="1393388"/>
                  </a:lnTo>
                  <a:lnTo>
                    <a:pt x="588254" y="1386035"/>
                  </a:lnTo>
                  <a:lnTo>
                    <a:pt x="596401" y="1374738"/>
                  </a:lnTo>
                  <a:lnTo>
                    <a:pt x="599213" y="1366767"/>
                  </a:lnTo>
                  <a:lnTo>
                    <a:pt x="600533" y="1354808"/>
                  </a:lnTo>
                  <a:lnTo>
                    <a:pt x="603052" y="1346759"/>
                  </a:lnTo>
                  <a:lnTo>
                    <a:pt x="605360" y="1341162"/>
                  </a:lnTo>
                  <a:lnTo>
                    <a:pt x="610145" y="1334706"/>
                  </a:lnTo>
                  <a:lnTo>
                    <a:pt x="617033" y="1323949"/>
                  </a:lnTo>
                  <a:lnTo>
                    <a:pt x="621744" y="1317460"/>
                  </a:lnTo>
                  <a:lnTo>
                    <a:pt x="630939" y="1309882"/>
                  </a:lnTo>
                  <a:lnTo>
                    <a:pt x="636644" y="1312007"/>
                  </a:lnTo>
                  <a:lnTo>
                    <a:pt x="642416" y="1312768"/>
                  </a:lnTo>
                  <a:lnTo>
                    <a:pt x="652264" y="1308050"/>
                  </a:lnTo>
                  <a:lnTo>
                    <a:pt x="664974" y="1296644"/>
                  </a:lnTo>
                  <a:lnTo>
                    <a:pt x="672439" y="1287255"/>
                  </a:lnTo>
                  <a:lnTo>
                    <a:pt x="677137" y="1281640"/>
                  </a:lnTo>
                  <a:lnTo>
                    <a:pt x="686715" y="1276610"/>
                  </a:lnTo>
                  <a:lnTo>
                    <a:pt x="687578" y="1280412"/>
                  </a:lnTo>
                  <a:lnTo>
                    <a:pt x="692555" y="1282152"/>
                  </a:lnTo>
                  <a:lnTo>
                    <a:pt x="697994" y="1282065"/>
                  </a:lnTo>
                  <a:lnTo>
                    <a:pt x="702111" y="1280489"/>
                  </a:lnTo>
                  <a:lnTo>
                    <a:pt x="708633" y="1279708"/>
                  </a:lnTo>
                  <a:lnTo>
                    <a:pt x="713880" y="1276865"/>
                  </a:lnTo>
                  <a:lnTo>
                    <a:pt x="720867" y="1270239"/>
                  </a:lnTo>
                  <a:lnTo>
                    <a:pt x="725868" y="1262439"/>
                  </a:lnTo>
                  <a:lnTo>
                    <a:pt x="731353" y="1252963"/>
                  </a:lnTo>
                  <a:lnTo>
                    <a:pt x="733291" y="1249848"/>
                  </a:lnTo>
                  <a:lnTo>
                    <a:pt x="737997" y="1245476"/>
                  </a:lnTo>
                  <a:lnTo>
                    <a:pt x="738604" y="1249130"/>
                  </a:lnTo>
                  <a:lnTo>
                    <a:pt x="742752" y="1251410"/>
                  </a:lnTo>
                  <a:lnTo>
                    <a:pt x="747216" y="1252421"/>
                  </a:lnTo>
                  <a:lnTo>
                    <a:pt x="747708" y="1256173"/>
                  </a:lnTo>
                  <a:lnTo>
                    <a:pt x="750580" y="1255482"/>
                  </a:lnTo>
                  <a:lnTo>
                    <a:pt x="756442" y="1256664"/>
                  </a:lnTo>
                  <a:lnTo>
                    <a:pt x="757671" y="1261182"/>
                  </a:lnTo>
                  <a:lnTo>
                    <a:pt x="757402" y="1263459"/>
                  </a:lnTo>
                  <a:lnTo>
                    <a:pt x="754045" y="1266684"/>
                  </a:lnTo>
                  <a:lnTo>
                    <a:pt x="752921" y="1268974"/>
                  </a:lnTo>
                  <a:lnTo>
                    <a:pt x="749226" y="1270457"/>
                  </a:lnTo>
                  <a:lnTo>
                    <a:pt x="748649" y="1273495"/>
                  </a:lnTo>
                  <a:lnTo>
                    <a:pt x="749634" y="1277752"/>
                  </a:lnTo>
                  <a:lnTo>
                    <a:pt x="753374" y="1279026"/>
                  </a:lnTo>
                  <a:lnTo>
                    <a:pt x="757062" y="1277840"/>
                  </a:lnTo>
                  <a:lnTo>
                    <a:pt x="758197" y="1275270"/>
                  </a:lnTo>
                  <a:lnTo>
                    <a:pt x="757700" y="1271728"/>
                  </a:lnTo>
                  <a:lnTo>
                    <a:pt x="760619" y="1268114"/>
                  </a:lnTo>
                  <a:lnTo>
                    <a:pt x="762622" y="1262493"/>
                  </a:lnTo>
                  <a:lnTo>
                    <a:pt x="766528" y="1257998"/>
                  </a:lnTo>
                  <a:lnTo>
                    <a:pt x="768787" y="1259136"/>
                  </a:lnTo>
                  <a:lnTo>
                    <a:pt x="775759" y="1266509"/>
                  </a:lnTo>
                  <a:lnTo>
                    <a:pt x="775246" y="1270764"/>
                  </a:lnTo>
                  <a:lnTo>
                    <a:pt x="775974" y="1278305"/>
                  </a:lnTo>
                  <a:lnTo>
                    <a:pt x="778746" y="1277797"/>
                  </a:lnTo>
                  <a:lnTo>
                    <a:pt x="781481" y="1278267"/>
                  </a:lnTo>
                  <a:lnTo>
                    <a:pt x="784691" y="1280885"/>
                  </a:lnTo>
                  <a:lnTo>
                    <a:pt x="789224" y="1273582"/>
                  </a:lnTo>
                  <a:lnTo>
                    <a:pt x="793588" y="1273423"/>
                  </a:lnTo>
                  <a:lnTo>
                    <a:pt x="798253" y="1272640"/>
                  </a:lnTo>
                  <a:lnTo>
                    <a:pt x="801857" y="1270256"/>
                  </a:lnTo>
                  <a:lnTo>
                    <a:pt x="805551" y="1270565"/>
                  </a:lnTo>
                  <a:lnTo>
                    <a:pt x="808425" y="1272223"/>
                  </a:lnTo>
                  <a:lnTo>
                    <a:pt x="812467" y="1271987"/>
                  </a:lnTo>
                  <a:lnTo>
                    <a:pt x="817845" y="1273015"/>
                  </a:lnTo>
                  <a:lnTo>
                    <a:pt x="821842" y="1274851"/>
                  </a:lnTo>
                  <a:lnTo>
                    <a:pt x="822515" y="1276691"/>
                  </a:lnTo>
                  <a:lnTo>
                    <a:pt x="819591" y="1280284"/>
                  </a:lnTo>
                  <a:lnTo>
                    <a:pt x="819633" y="1283309"/>
                  </a:lnTo>
                  <a:lnTo>
                    <a:pt x="817286" y="1284450"/>
                  </a:lnTo>
                  <a:lnTo>
                    <a:pt x="818228" y="1288702"/>
                  </a:lnTo>
                  <a:lnTo>
                    <a:pt x="820971" y="1289392"/>
                  </a:lnTo>
                  <a:lnTo>
                    <a:pt x="825326" y="1290119"/>
                  </a:lnTo>
                  <a:lnTo>
                    <a:pt x="827422" y="1291291"/>
                  </a:lnTo>
                  <a:lnTo>
                    <a:pt x="832982" y="1291715"/>
                  </a:lnTo>
                  <a:lnTo>
                    <a:pt x="832389" y="1294656"/>
                  </a:lnTo>
                  <a:lnTo>
                    <a:pt x="832495" y="1299021"/>
                  </a:lnTo>
                  <a:lnTo>
                    <a:pt x="837199" y="1298842"/>
                  </a:lnTo>
                  <a:lnTo>
                    <a:pt x="841428" y="1300340"/>
                  </a:lnTo>
                  <a:lnTo>
                    <a:pt x="843964" y="1301686"/>
                  </a:lnTo>
                  <a:lnTo>
                    <a:pt x="846825" y="1297558"/>
                  </a:lnTo>
                  <a:lnTo>
                    <a:pt x="849039" y="1295531"/>
                  </a:lnTo>
                  <a:lnTo>
                    <a:pt x="851364" y="1295094"/>
                  </a:lnTo>
                  <a:lnTo>
                    <a:pt x="855835" y="1293341"/>
                  </a:lnTo>
                  <a:lnTo>
                    <a:pt x="858774" y="1294393"/>
                  </a:lnTo>
                  <a:lnTo>
                    <a:pt x="861207" y="1296763"/>
                  </a:lnTo>
                  <a:lnTo>
                    <a:pt x="865629" y="1294811"/>
                  </a:lnTo>
                  <a:lnTo>
                    <a:pt x="869406" y="1289647"/>
                  </a:lnTo>
                  <a:lnTo>
                    <a:pt x="871979" y="1290109"/>
                  </a:lnTo>
                  <a:lnTo>
                    <a:pt x="877395" y="1288026"/>
                  </a:lnTo>
                  <a:lnTo>
                    <a:pt x="883178" y="1289291"/>
                  </a:lnTo>
                  <a:lnTo>
                    <a:pt x="888489" y="1292314"/>
                  </a:lnTo>
                  <a:lnTo>
                    <a:pt x="893681" y="1291288"/>
                  </a:lnTo>
                  <a:lnTo>
                    <a:pt x="897911" y="1295233"/>
                  </a:lnTo>
                  <a:lnTo>
                    <a:pt x="898419" y="1298111"/>
                  </a:lnTo>
                  <a:lnTo>
                    <a:pt x="900773" y="1298322"/>
                  </a:lnTo>
                  <a:lnTo>
                    <a:pt x="903442" y="1295030"/>
                  </a:lnTo>
                  <a:lnTo>
                    <a:pt x="908505" y="1296388"/>
                  </a:lnTo>
                  <a:lnTo>
                    <a:pt x="910605" y="1297388"/>
                  </a:lnTo>
                  <a:lnTo>
                    <a:pt x="913100" y="1301745"/>
                  </a:lnTo>
                  <a:lnTo>
                    <a:pt x="920025" y="1302533"/>
                  </a:lnTo>
                  <a:lnTo>
                    <a:pt x="923865" y="1300612"/>
                  </a:lnTo>
                  <a:lnTo>
                    <a:pt x="925705" y="1303661"/>
                  </a:lnTo>
                  <a:lnTo>
                    <a:pt x="929198" y="1303530"/>
                  </a:lnTo>
                  <a:lnTo>
                    <a:pt x="931013" y="1300688"/>
                  </a:lnTo>
                  <a:lnTo>
                    <a:pt x="938596" y="1299216"/>
                  </a:lnTo>
                  <a:lnTo>
                    <a:pt x="946430" y="1299422"/>
                  </a:lnTo>
                  <a:lnTo>
                    <a:pt x="949068" y="1300096"/>
                  </a:lnTo>
                  <a:lnTo>
                    <a:pt x="951817" y="1297858"/>
                  </a:lnTo>
                  <a:lnTo>
                    <a:pt x="957283" y="1302047"/>
                  </a:lnTo>
                  <a:lnTo>
                    <a:pt x="961524" y="1304241"/>
                  </a:lnTo>
                  <a:lnTo>
                    <a:pt x="967203" y="1305971"/>
                  </a:lnTo>
                  <a:lnTo>
                    <a:pt x="972987" y="1306469"/>
                  </a:lnTo>
                  <a:lnTo>
                    <a:pt x="975054" y="1305003"/>
                  </a:lnTo>
                  <a:lnTo>
                    <a:pt x="977617" y="1305268"/>
                  </a:lnTo>
                  <a:lnTo>
                    <a:pt x="981297" y="1299945"/>
                  </a:lnTo>
                  <a:lnTo>
                    <a:pt x="984793" y="1298248"/>
                  </a:lnTo>
                  <a:lnTo>
                    <a:pt x="991329" y="1292306"/>
                  </a:lnTo>
                  <a:lnTo>
                    <a:pt x="999035" y="1288938"/>
                  </a:lnTo>
                  <a:lnTo>
                    <a:pt x="1001030" y="1289328"/>
                  </a:lnTo>
                  <a:lnTo>
                    <a:pt x="1003603" y="1286971"/>
                  </a:lnTo>
                  <a:lnTo>
                    <a:pt x="1009973" y="1289477"/>
                  </a:lnTo>
                  <a:lnTo>
                    <a:pt x="1015587" y="1291036"/>
                  </a:lnTo>
                  <a:lnTo>
                    <a:pt x="1022514" y="1294765"/>
                  </a:lnTo>
                  <a:lnTo>
                    <a:pt x="1024002" y="1297107"/>
                  </a:lnTo>
                  <a:lnTo>
                    <a:pt x="1027568" y="1297463"/>
                  </a:lnTo>
                  <a:lnTo>
                    <a:pt x="1032835" y="1299894"/>
                  </a:lnTo>
                  <a:lnTo>
                    <a:pt x="1039576" y="1301229"/>
                  </a:lnTo>
                  <a:lnTo>
                    <a:pt x="1046548" y="1305492"/>
                  </a:lnTo>
                  <a:lnTo>
                    <a:pt x="1051176" y="1304894"/>
                  </a:lnTo>
                  <a:lnTo>
                    <a:pt x="1055929" y="1306070"/>
                  </a:lnTo>
                  <a:lnTo>
                    <a:pt x="1071896" y="1377279"/>
                  </a:lnTo>
                  <a:lnTo>
                    <a:pt x="1110958" y="1542098"/>
                  </a:lnTo>
                  <a:lnTo>
                    <a:pt x="1173981" y="1785286"/>
                  </a:lnTo>
                  <a:lnTo>
                    <a:pt x="1199830" y="1878445"/>
                  </a:lnTo>
                  <a:lnTo>
                    <a:pt x="1201320" y="1883711"/>
                  </a:lnTo>
                  <a:lnTo>
                    <a:pt x="1216111" y="1884490"/>
                  </a:lnTo>
                  <a:lnTo>
                    <a:pt x="1216363" y="1878612"/>
                  </a:lnTo>
                  <a:lnTo>
                    <a:pt x="1232429" y="1881771"/>
                  </a:lnTo>
                  <a:lnTo>
                    <a:pt x="1237863" y="1869516"/>
                  </a:lnTo>
                  <a:lnTo>
                    <a:pt x="1254906" y="1862536"/>
                  </a:lnTo>
                  <a:lnTo>
                    <a:pt x="1255674" y="1864552"/>
                  </a:lnTo>
                  <a:lnTo>
                    <a:pt x="1256742" y="1879908"/>
                  </a:lnTo>
                  <a:lnTo>
                    <a:pt x="1262912" y="1884008"/>
                  </a:lnTo>
                  <a:lnTo>
                    <a:pt x="1274480" y="1885887"/>
                  </a:lnTo>
                  <a:lnTo>
                    <a:pt x="1278464" y="1892433"/>
                  </a:lnTo>
                  <a:lnTo>
                    <a:pt x="1280936" y="1894262"/>
                  </a:lnTo>
                  <a:lnTo>
                    <a:pt x="1319582" y="1914675"/>
                  </a:lnTo>
                  <a:lnTo>
                    <a:pt x="1327980" y="1928948"/>
                  </a:lnTo>
                  <a:lnTo>
                    <a:pt x="1328833" y="1934056"/>
                  </a:lnTo>
                  <a:lnTo>
                    <a:pt x="1331089" y="1933024"/>
                  </a:lnTo>
                  <a:lnTo>
                    <a:pt x="1334498" y="1925415"/>
                  </a:lnTo>
                  <a:lnTo>
                    <a:pt x="1343318" y="1912759"/>
                  </a:lnTo>
                  <a:lnTo>
                    <a:pt x="1343978" y="1911146"/>
                  </a:lnTo>
                  <a:lnTo>
                    <a:pt x="1350962" y="1907980"/>
                  </a:lnTo>
                  <a:lnTo>
                    <a:pt x="1351567" y="1901246"/>
                  </a:lnTo>
                  <a:lnTo>
                    <a:pt x="1351719" y="1899537"/>
                  </a:lnTo>
                  <a:lnTo>
                    <a:pt x="1347632" y="1888860"/>
                  </a:lnTo>
                  <a:lnTo>
                    <a:pt x="1351297" y="1888417"/>
                  </a:lnTo>
                  <a:lnTo>
                    <a:pt x="1353240" y="1882530"/>
                  </a:lnTo>
                  <a:lnTo>
                    <a:pt x="1352415" y="1880535"/>
                  </a:lnTo>
                  <a:lnTo>
                    <a:pt x="1348291" y="1879394"/>
                  </a:lnTo>
                  <a:lnTo>
                    <a:pt x="1352006" y="1875155"/>
                  </a:lnTo>
                  <a:lnTo>
                    <a:pt x="1358472" y="1870936"/>
                  </a:lnTo>
                  <a:lnTo>
                    <a:pt x="1363410" y="1864525"/>
                  </a:lnTo>
                  <a:lnTo>
                    <a:pt x="1368821" y="1857445"/>
                  </a:lnTo>
                  <a:lnTo>
                    <a:pt x="1378101" y="1860653"/>
                  </a:lnTo>
                  <a:lnTo>
                    <a:pt x="1379315" y="1862404"/>
                  </a:lnTo>
                  <a:lnTo>
                    <a:pt x="1383075" y="1863654"/>
                  </a:lnTo>
                  <a:lnTo>
                    <a:pt x="1386905" y="1866160"/>
                  </a:lnTo>
                  <a:lnTo>
                    <a:pt x="1388952" y="1871422"/>
                  </a:lnTo>
                  <a:lnTo>
                    <a:pt x="1388973" y="1875040"/>
                  </a:lnTo>
                  <a:lnTo>
                    <a:pt x="1391534" y="1876758"/>
                  </a:lnTo>
                  <a:lnTo>
                    <a:pt x="1391798" y="1879116"/>
                  </a:lnTo>
                  <a:lnTo>
                    <a:pt x="1395206" y="1882157"/>
                  </a:lnTo>
                  <a:lnTo>
                    <a:pt x="1403408" y="1880939"/>
                  </a:lnTo>
                  <a:lnTo>
                    <a:pt x="1406043" y="1884411"/>
                  </a:lnTo>
                  <a:lnTo>
                    <a:pt x="1410067" y="1886342"/>
                  </a:lnTo>
                  <a:lnTo>
                    <a:pt x="1412533" y="1885304"/>
                  </a:lnTo>
                  <a:lnTo>
                    <a:pt x="1417622" y="1889541"/>
                  </a:lnTo>
                  <a:lnTo>
                    <a:pt x="1418376" y="1893267"/>
                  </a:lnTo>
                  <a:lnTo>
                    <a:pt x="1420811" y="1893178"/>
                  </a:lnTo>
                  <a:lnTo>
                    <a:pt x="1421783" y="1895708"/>
                  </a:lnTo>
                  <a:lnTo>
                    <a:pt x="1425495" y="1898352"/>
                  </a:lnTo>
                  <a:lnTo>
                    <a:pt x="1440463" y="1900813"/>
                  </a:lnTo>
                  <a:lnTo>
                    <a:pt x="1447433" y="1906092"/>
                  </a:lnTo>
                  <a:lnTo>
                    <a:pt x="1461086" y="1912443"/>
                  </a:lnTo>
                  <a:lnTo>
                    <a:pt x="1459731" y="1915989"/>
                  </a:lnTo>
                  <a:lnTo>
                    <a:pt x="1465963" y="1921146"/>
                  </a:lnTo>
                  <a:lnTo>
                    <a:pt x="1473825" y="1925986"/>
                  </a:lnTo>
                  <a:lnTo>
                    <a:pt x="1480468" y="1933424"/>
                  </a:lnTo>
                  <a:lnTo>
                    <a:pt x="1490467" y="1939768"/>
                  </a:lnTo>
                  <a:lnTo>
                    <a:pt x="1497236" y="1946256"/>
                  </a:lnTo>
                  <a:lnTo>
                    <a:pt x="1502841" y="1950870"/>
                  </a:lnTo>
                  <a:lnTo>
                    <a:pt x="1508162" y="1955223"/>
                  </a:lnTo>
                  <a:lnTo>
                    <a:pt x="1517795" y="1961566"/>
                  </a:lnTo>
                  <a:lnTo>
                    <a:pt x="1524649" y="1967643"/>
                  </a:lnTo>
                  <a:lnTo>
                    <a:pt x="1524147" y="1976294"/>
                  </a:lnTo>
                  <a:lnTo>
                    <a:pt x="1534903" y="1974304"/>
                  </a:lnTo>
                  <a:lnTo>
                    <a:pt x="1536977" y="1984512"/>
                  </a:lnTo>
                  <a:lnTo>
                    <a:pt x="1537191" y="1985568"/>
                  </a:lnTo>
                  <a:lnTo>
                    <a:pt x="1546672" y="1985941"/>
                  </a:lnTo>
                  <a:lnTo>
                    <a:pt x="1547108" y="1989362"/>
                  </a:lnTo>
                  <a:lnTo>
                    <a:pt x="1553062" y="1997120"/>
                  </a:lnTo>
                  <a:lnTo>
                    <a:pt x="1560465" y="1992755"/>
                  </a:lnTo>
                  <a:lnTo>
                    <a:pt x="1565805" y="1994759"/>
                  </a:lnTo>
                  <a:lnTo>
                    <a:pt x="1577359" y="1996116"/>
                  </a:lnTo>
                  <a:lnTo>
                    <a:pt x="1580970" y="1997284"/>
                  </a:lnTo>
                  <a:lnTo>
                    <a:pt x="1590272" y="1995180"/>
                  </a:lnTo>
                  <a:lnTo>
                    <a:pt x="1593157" y="1995726"/>
                  </a:lnTo>
                  <a:lnTo>
                    <a:pt x="1598772" y="1998214"/>
                  </a:lnTo>
                  <a:lnTo>
                    <a:pt x="1604266" y="1997443"/>
                  </a:lnTo>
                  <a:lnTo>
                    <a:pt x="1608221" y="2002456"/>
                  </a:lnTo>
                  <a:lnTo>
                    <a:pt x="1611083" y="2001965"/>
                  </a:lnTo>
                  <a:lnTo>
                    <a:pt x="1614902" y="2002172"/>
                  </a:lnTo>
                  <a:lnTo>
                    <a:pt x="1618705" y="1998831"/>
                  </a:lnTo>
                  <a:lnTo>
                    <a:pt x="1625103" y="2004300"/>
                  </a:lnTo>
                  <a:lnTo>
                    <a:pt x="1626957" y="2008810"/>
                  </a:lnTo>
                  <a:lnTo>
                    <a:pt x="1627326" y="2015172"/>
                  </a:lnTo>
                  <a:lnTo>
                    <a:pt x="1626592" y="2016749"/>
                  </a:lnTo>
                  <a:lnTo>
                    <a:pt x="1627360" y="2019476"/>
                  </a:lnTo>
                  <a:lnTo>
                    <a:pt x="1627987" y="2021702"/>
                  </a:lnTo>
                  <a:lnTo>
                    <a:pt x="1630410" y="2023658"/>
                  </a:lnTo>
                  <a:lnTo>
                    <a:pt x="1633414" y="2030497"/>
                  </a:lnTo>
                  <a:lnTo>
                    <a:pt x="1636488" y="2034058"/>
                  </a:lnTo>
                  <a:lnTo>
                    <a:pt x="1639615" y="2036860"/>
                  </a:lnTo>
                  <a:lnTo>
                    <a:pt x="1642652" y="2041770"/>
                  </a:lnTo>
                  <a:lnTo>
                    <a:pt x="1644935" y="2043164"/>
                  </a:lnTo>
                  <a:lnTo>
                    <a:pt x="1645378" y="2045600"/>
                  </a:lnTo>
                  <a:lnTo>
                    <a:pt x="1644276" y="2051529"/>
                  </a:lnTo>
                  <a:lnTo>
                    <a:pt x="1644584" y="2057298"/>
                  </a:lnTo>
                  <a:lnTo>
                    <a:pt x="1645156" y="2062639"/>
                  </a:lnTo>
                  <a:lnTo>
                    <a:pt x="1644359" y="2070462"/>
                  </a:lnTo>
                  <a:lnTo>
                    <a:pt x="1641448" y="2079764"/>
                  </a:lnTo>
                  <a:lnTo>
                    <a:pt x="1638955" y="2083319"/>
                  </a:lnTo>
                  <a:lnTo>
                    <a:pt x="1640303" y="2085407"/>
                  </a:lnTo>
                  <a:lnTo>
                    <a:pt x="1639086" y="2087608"/>
                  </a:lnTo>
                  <a:lnTo>
                    <a:pt x="1636463" y="2086335"/>
                  </a:lnTo>
                  <a:lnTo>
                    <a:pt x="1633882" y="2085421"/>
                  </a:lnTo>
                  <a:lnTo>
                    <a:pt x="1632760" y="2087325"/>
                  </a:lnTo>
                  <a:lnTo>
                    <a:pt x="1631953" y="2087498"/>
                  </a:lnTo>
                  <a:lnTo>
                    <a:pt x="1628850" y="2086372"/>
                  </a:lnTo>
                  <a:lnTo>
                    <a:pt x="1626208" y="2082053"/>
                  </a:lnTo>
                  <a:lnTo>
                    <a:pt x="1624519" y="2079579"/>
                  </a:lnTo>
                  <a:lnTo>
                    <a:pt x="1622940" y="2077458"/>
                  </a:lnTo>
                  <a:lnTo>
                    <a:pt x="1621196" y="2076816"/>
                  </a:lnTo>
                  <a:lnTo>
                    <a:pt x="1620364" y="2073840"/>
                  </a:lnTo>
                  <a:lnTo>
                    <a:pt x="1618614" y="2071476"/>
                  </a:lnTo>
                  <a:lnTo>
                    <a:pt x="1616628" y="2070479"/>
                  </a:lnTo>
                  <a:lnTo>
                    <a:pt x="1614311" y="2068462"/>
                  </a:lnTo>
                  <a:lnTo>
                    <a:pt x="1613349" y="2066942"/>
                  </a:lnTo>
                  <a:lnTo>
                    <a:pt x="1611096" y="2067623"/>
                  </a:lnTo>
                  <a:lnTo>
                    <a:pt x="1612565" y="2073205"/>
                  </a:lnTo>
                  <a:lnTo>
                    <a:pt x="1614333" y="2076904"/>
                  </a:lnTo>
                  <a:lnTo>
                    <a:pt x="1614019" y="2080839"/>
                  </a:lnTo>
                  <a:lnTo>
                    <a:pt x="1615343" y="2083645"/>
                  </a:lnTo>
                  <a:lnTo>
                    <a:pt x="1617503" y="2084040"/>
                  </a:lnTo>
                  <a:lnTo>
                    <a:pt x="1617090" y="2087980"/>
                  </a:lnTo>
                  <a:lnTo>
                    <a:pt x="1614962" y="2089568"/>
                  </a:lnTo>
                  <a:lnTo>
                    <a:pt x="1610613" y="2089066"/>
                  </a:lnTo>
                  <a:lnTo>
                    <a:pt x="1607873" y="2088023"/>
                  </a:lnTo>
                  <a:lnTo>
                    <a:pt x="1604600" y="2089568"/>
                  </a:lnTo>
                  <a:lnTo>
                    <a:pt x="1603324" y="2089105"/>
                  </a:lnTo>
                  <a:lnTo>
                    <a:pt x="1602687" y="2086901"/>
                  </a:lnTo>
                  <a:lnTo>
                    <a:pt x="1602292" y="2085536"/>
                  </a:lnTo>
                  <a:lnTo>
                    <a:pt x="1600181" y="2084370"/>
                  </a:lnTo>
                  <a:lnTo>
                    <a:pt x="1600549" y="2080438"/>
                  </a:lnTo>
                  <a:lnTo>
                    <a:pt x="1599555" y="2079620"/>
                  </a:lnTo>
                  <a:lnTo>
                    <a:pt x="1596765" y="2080155"/>
                  </a:lnTo>
                  <a:lnTo>
                    <a:pt x="1594493" y="2080588"/>
                  </a:lnTo>
                  <a:lnTo>
                    <a:pt x="1590123" y="2077788"/>
                  </a:lnTo>
                  <a:lnTo>
                    <a:pt x="1586662" y="2073079"/>
                  </a:lnTo>
                  <a:lnTo>
                    <a:pt x="1583429" y="2065382"/>
                  </a:lnTo>
                  <a:lnTo>
                    <a:pt x="1582805" y="2063178"/>
                  </a:lnTo>
                  <a:lnTo>
                    <a:pt x="1577726" y="2062702"/>
                  </a:lnTo>
                  <a:lnTo>
                    <a:pt x="1571895" y="2061817"/>
                  </a:lnTo>
                  <a:lnTo>
                    <a:pt x="1568777" y="2060673"/>
                  </a:lnTo>
                  <a:lnTo>
                    <a:pt x="1567052" y="2058253"/>
                  </a:lnTo>
                  <a:lnTo>
                    <a:pt x="1564540" y="2054723"/>
                  </a:lnTo>
                  <a:lnTo>
                    <a:pt x="1561698" y="2051839"/>
                  </a:lnTo>
                  <a:lnTo>
                    <a:pt x="1564597" y="2047014"/>
                  </a:lnTo>
                  <a:lnTo>
                    <a:pt x="1564888" y="2042414"/>
                  </a:lnTo>
                  <a:lnTo>
                    <a:pt x="1560558" y="2041381"/>
                  </a:lnTo>
                  <a:lnTo>
                    <a:pt x="1557016" y="2042666"/>
                  </a:lnTo>
                  <a:lnTo>
                    <a:pt x="1557566" y="2047513"/>
                  </a:lnTo>
                  <a:lnTo>
                    <a:pt x="1554571" y="2047037"/>
                  </a:lnTo>
                  <a:lnTo>
                    <a:pt x="1550948" y="2043333"/>
                  </a:lnTo>
                  <a:lnTo>
                    <a:pt x="1546782" y="2037579"/>
                  </a:lnTo>
                  <a:lnTo>
                    <a:pt x="1544792" y="2041626"/>
                  </a:lnTo>
                  <a:lnTo>
                    <a:pt x="1538945" y="2038046"/>
                  </a:lnTo>
                  <a:lnTo>
                    <a:pt x="1535954" y="2032065"/>
                  </a:lnTo>
                  <a:lnTo>
                    <a:pt x="1531552" y="2032624"/>
                  </a:lnTo>
                  <a:lnTo>
                    <a:pt x="1530474" y="2033025"/>
                  </a:lnTo>
                  <a:lnTo>
                    <a:pt x="1528304" y="2032223"/>
                  </a:lnTo>
                  <a:lnTo>
                    <a:pt x="1526488" y="2030968"/>
                  </a:lnTo>
                  <a:lnTo>
                    <a:pt x="1523883" y="2030804"/>
                  </a:lnTo>
                  <a:lnTo>
                    <a:pt x="1522257" y="2030487"/>
                  </a:lnTo>
                  <a:lnTo>
                    <a:pt x="1521884" y="2029588"/>
                  </a:lnTo>
                  <a:lnTo>
                    <a:pt x="1521865" y="2028757"/>
                  </a:lnTo>
                  <a:lnTo>
                    <a:pt x="1522370" y="2022860"/>
                  </a:lnTo>
                  <a:lnTo>
                    <a:pt x="1524386" y="2020656"/>
                  </a:lnTo>
                  <a:lnTo>
                    <a:pt x="1527810" y="2019689"/>
                  </a:lnTo>
                  <a:lnTo>
                    <a:pt x="1532492" y="2016559"/>
                  </a:lnTo>
                  <a:lnTo>
                    <a:pt x="1533821" y="2011302"/>
                  </a:lnTo>
                  <a:lnTo>
                    <a:pt x="1535306" y="2008174"/>
                  </a:lnTo>
                  <a:lnTo>
                    <a:pt x="1531034" y="2005011"/>
                  </a:lnTo>
                  <a:lnTo>
                    <a:pt x="1528983" y="2001504"/>
                  </a:lnTo>
                  <a:lnTo>
                    <a:pt x="1528595" y="2000866"/>
                  </a:lnTo>
                  <a:lnTo>
                    <a:pt x="1527153" y="1998494"/>
                  </a:lnTo>
                  <a:lnTo>
                    <a:pt x="1517506" y="1996069"/>
                  </a:lnTo>
                  <a:lnTo>
                    <a:pt x="1511023" y="1989518"/>
                  </a:lnTo>
                  <a:lnTo>
                    <a:pt x="1508271" y="1986929"/>
                  </a:lnTo>
                  <a:lnTo>
                    <a:pt x="1500561" y="1987811"/>
                  </a:lnTo>
                  <a:lnTo>
                    <a:pt x="1496711" y="1986045"/>
                  </a:lnTo>
                  <a:lnTo>
                    <a:pt x="1495044" y="1988473"/>
                  </a:lnTo>
                  <a:lnTo>
                    <a:pt x="1489527" y="1987721"/>
                  </a:lnTo>
                  <a:lnTo>
                    <a:pt x="1485132" y="1983916"/>
                  </a:lnTo>
                  <a:lnTo>
                    <a:pt x="1485253" y="1979514"/>
                  </a:lnTo>
                  <a:lnTo>
                    <a:pt x="1484227" y="1975569"/>
                  </a:lnTo>
                  <a:lnTo>
                    <a:pt x="1480372" y="1970030"/>
                  </a:lnTo>
                  <a:lnTo>
                    <a:pt x="1478830" y="1966740"/>
                  </a:lnTo>
                  <a:lnTo>
                    <a:pt x="1474628" y="1965273"/>
                  </a:lnTo>
                  <a:lnTo>
                    <a:pt x="1471837" y="1963308"/>
                  </a:lnTo>
                  <a:lnTo>
                    <a:pt x="1470340" y="1957838"/>
                  </a:lnTo>
                  <a:lnTo>
                    <a:pt x="1467264" y="1954212"/>
                  </a:lnTo>
                  <a:lnTo>
                    <a:pt x="1466990" y="1953888"/>
                  </a:lnTo>
                  <a:lnTo>
                    <a:pt x="1459203" y="1947409"/>
                  </a:lnTo>
                  <a:lnTo>
                    <a:pt x="1450221" y="1942596"/>
                  </a:lnTo>
                  <a:lnTo>
                    <a:pt x="1447230" y="1937678"/>
                  </a:lnTo>
                  <a:lnTo>
                    <a:pt x="1444090" y="1935796"/>
                  </a:lnTo>
                  <a:lnTo>
                    <a:pt x="1441542" y="1937032"/>
                  </a:lnTo>
                  <a:lnTo>
                    <a:pt x="1437111" y="1938157"/>
                  </a:lnTo>
                  <a:lnTo>
                    <a:pt x="1434043" y="1938189"/>
                  </a:lnTo>
                  <a:lnTo>
                    <a:pt x="1428658" y="1939113"/>
                  </a:lnTo>
                  <a:lnTo>
                    <a:pt x="1421785" y="1932110"/>
                  </a:lnTo>
                  <a:lnTo>
                    <a:pt x="1414781" y="1930532"/>
                  </a:lnTo>
                  <a:lnTo>
                    <a:pt x="1411219" y="1932454"/>
                  </a:lnTo>
                  <a:lnTo>
                    <a:pt x="1410044" y="1933087"/>
                  </a:lnTo>
                  <a:lnTo>
                    <a:pt x="1412827" y="1937087"/>
                  </a:lnTo>
                  <a:lnTo>
                    <a:pt x="1414890" y="1940684"/>
                  </a:lnTo>
                  <a:lnTo>
                    <a:pt x="1413733" y="1942317"/>
                  </a:lnTo>
                  <a:lnTo>
                    <a:pt x="1416255" y="1947625"/>
                  </a:lnTo>
                  <a:lnTo>
                    <a:pt x="1411268" y="1947178"/>
                  </a:lnTo>
                  <a:lnTo>
                    <a:pt x="1408799" y="1947792"/>
                  </a:lnTo>
                  <a:lnTo>
                    <a:pt x="1403516" y="1943106"/>
                  </a:lnTo>
                  <a:lnTo>
                    <a:pt x="1402367" y="1943851"/>
                  </a:lnTo>
                  <a:lnTo>
                    <a:pt x="1399781" y="1945523"/>
                  </a:lnTo>
                  <a:lnTo>
                    <a:pt x="1396784" y="1947145"/>
                  </a:lnTo>
                  <a:lnTo>
                    <a:pt x="1392841" y="1943780"/>
                  </a:lnTo>
                  <a:lnTo>
                    <a:pt x="1387581" y="1947003"/>
                  </a:lnTo>
                  <a:lnTo>
                    <a:pt x="1383938" y="1948547"/>
                  </a:lnTo>
                  <a:lnTo>
                    <a:pt x="1382696" y="1951624"/>
                  </a:lnTo>
                  <a:lnTo>
                    <a:pt x="1378748" y="1955123"/>
                  </a:lnTo>
                  <a:lnTo>
                    <a:pt x="1373927" y="1957866"/>
                  </a:lnTo>
                  <a:lnTo>
                    <a:pt x="1370406" y="1958266"/>
                  </a:lnTo>
                  <a:lnTo>
                    <a:pt x="1370298" y="1960954"/>
                  </a:lnTo>
                  <a:lnTo>
                    <a:pt x="1371276" y="1962810"/>
                  </a:lnTo>
                  <a:lnTo>
                    <a:pt x="1371157" y="1964720"/>
                  </a:lnTo>
                  <a:lnTo>
                    <a:pt x="1367864" y="1965909"/>
                  </a:lnTo>
                  <a:lnTo>
                    <a:pt x="1366218" y="1962859"/>
                  </a:lnTo>
                  <a:lnTo>
                    <a:pt x="1361109" y="1961928"/>
                  </a:lnTo>
                  <a:lnTo>
                    <a:pt x="1358339" y="1959327"/>
                  </a:lnTo>
                  <a:lnTo>
                    <a:pt x="1355395" y="1958162"/>
                  </a:lnTo>
                  <a:lnTo>
                    <a:pt x="1352810" y="1959608"/>
                  </a:lnTo>
                  <a:lnTo>
                    <a:pt x="1346834" y="1958106"/>
                  </a:lnTo>
                  <a:lnTo>
                    <a:pt x="1342561" y="1957064"/>
                  </a:lnTo>
                  <a:lnTo>
                    <a:pt x="1334240" y="1953705"/>
                  </a:lnTo>
                  <a:lnTo>
                    <a:pt x="1331283" y="1953433"/>
                  </a:lnTo>
                  <a:lnTo>
                    <a:pt x="1329456" y="1950846"/>
                  </a:lnTo>
                  <a:lnTo>
                    <a:pt x="1323117" y="1947426"/>
                  </a:lnTo>
                  <a:lnTo>
                    <a:pt x="1318921" y="1945398"/>
                  </a:lnTo>
                  <a:lnTo>
                    <a:pt x="1318753" y="1944352"/>
                  </a:lnTo>
                  <a:lnTo>
                    <a:pt x="1318411" y="1942219"/>
                  </a:lnTo>
                  <a:lnTo>
                    <a:pt x="1316742" y="1939977"/>
                  </a:lnTo>
                  <a:lnTo>
                    <a:pt x="1311927" y="1936925"/>
                  </a:lnTo>
                  <a:lnTo>
                    <a:pt x="1305764" y="1934086"/>
                  </a:lnTo>
                  <a:lnTo>
                    <a:pt x="1301096" y="1933261"/>
                  </a:lnTo>
                  <a:lnTo>
                    <a:pt x="1291700" y="1932495"/>
                  </a:lnTo>
                  <a:lnTo>
                    <a:pt x="1285162" y="1929530"/>
                  </a:lnTo>
                  <a:lnTo>
                    <a:pt x="1281089" y="1928280"/>
                  </a:lnTo>
                  <a:lnTo>
                    <a:pt x="1275900" y="1927490"/>
                  </a:lnTo>
                  <a:lnTo>
                    <a:pt x="1269097" y="1926460"/>
                  </a:lnTo>
                  <a:lnTo>
                    <a:pt x="1263930" y="1925384"/>
                  </a:lnTo>
                  <a:lnTo>
                    <a:pt x="1256201" y="1922619"/>
                  </a:lnTo>
                  <a:lnTo>
                    <a:pt x="1247919" y="1919569"/>
                  </a:lnTo>
                  <a:lnTo>
                    <a:pt x="1249925" y="1913696"/>
                  </a:lnTo>
                  <a:lnTo>
                    <a:pt x="1254121" y="1911002"/>
                  </a:lnTo>
                  <a:lnTo>
                    <a:pt x="1252787" y="1906994"/>
                  </a:lnTo>
                  <a:lnTo>
                    <a:pt x="1250092" y="1900295"/>
                  </a:lnTo>
                  <a:lnTo>
                    <a:pt x="1245014" y="1901210"/>
                  </a:lnTo>
                  <a:lnTo>
                    <a:pt x="1242869" y="1904032"/>
                  </a:lnTo>
                  <a:lnTo>
                    <a:pt x="1237673" y="1908878"/>
                  </a:lnTo>
                  <a:lnTo>
                    <a:pt x="1235272" y="1911039"/>
                  </a:lnTo>
                  <a:lnTo>
                    <a:pt x="1234228" y="1914616"/>
                  </a:lnTo>
                  <a:lnTo>
                    <a:pt x="1229098" y="1915504"/>
                  </a:lnTo>
                  <a:lnTo>
                    <a:pt x="1217524" y="1917297"/>
                  </a:lnTo>
                  <a:lnTo>
                    <a:pt x="1213334" y="1917080"/>
                  </a:lnTo>
                  <a:lnTo>
                    <a:pt x="1205457" y="1915414"/>
                  </a:lnTo>
                  <a:lnTo>
                    <a:pt x="1197623" y="1914070"/>
                  </a:lnTo>
                  <a:lnTo>
                    <a:pt x="1194000" y="1911505"/>
                  </a:lnTo>
                  <a:lnTo>
                    <a:pt x="1190181" y="1910207"/>
                  </a:lnTo>
                  <a:lnTo>
                    <a:pt x="1186105" y="1911448"/>
                  </a:lnTo>
                  <a:lnTo>
                    <a:pt x="1180207" y="1910026"/>
                  </a:lnTo>
                  <a:lnTo>
                    <a:pt x="1175629" y="1910459"/>
                  </a:lnTo>
                  <a:lnTo>
                    <a:pt x="1164322" y="1910631"/>
                  </a:lnTo>
                  <a:lnTo>
                    <a:pt x="1154746" y="1911858"/>
                  </a:lnTo>
                  <a:lnTo>
                    <a:pt x="1150063" y="1913445"/>
                  </a:lnTo>
                  <a:lnTo>
                    <a:pt x="1145780" y="1916100"/>
                  </a:lnTo>
                  <a:lnTo>
                    <a:pt x="1140166" y="1918329"/>
                  </a:lnTo>
                  <a:lnTo>
                    <a:pt x="1130158" y="1922501"/>
                  </a:lnTo>
                  <a:lnTo>
                    <a:pt x="1125992" y="1925416"/>
                  </a:lnTo>
                  <a:lnTo>
                    <a:pt x="1123006" y="1927840"/>
                  </a:lnTo>
                  <a:lnTo>
                    <a:pt x="1119432" y="1926994"/>
                  </a:lnTo>
                  <a:lnTo>
                    <a:pt x="1117645" y="1925556"/>
                  </a:lnTo>
                  <a:lnTo>
                    <a:pt x="1115115" y="1922425"/>
                  </a:lnTo>
                  <a:lnTo>
                    <a:pt x="1112629" y="1921881"/>
                  </a:lnTo>
                  <a:lnTo>
                    <a:pt x="1108302" y="1924721"/>
                  </a:lnTo>
                  <a:lnTo>
                    <a:pt x="1105139" y="1921767"/>
                  </a:lnTo>
                  <a:lnTo>
                    <a:pt x="1101048" y="1920797"/>
                  </a:lnTo>
                  <a:lnTo>
                    <a:pt x="1097775" y="1919880"/>
                  </a:lnTo>
                  <a:lnTo>
                    <a:pt x="1089492" y="1920417"/>
                  </a:lnTo>
                  <a:lnTo>
                    <a:pt x="1087823" y="1916863"/>
                  </a:lnTo>
                  <a:lnTo>
                    <a:pt x="1083581" y="1915803"/>
                  </a:lnTo>
                  <a:lnTo>
                    <a:pt x="1082536" y="1917636"/>
                  </a:lnTo>
                  <a:lnTo>
                    <a:pt x="1078912" y="1917515"/>
                  </a:lnTo>
                  <a:lnTo>
                    <a:pt x="1074721" y="1915793"/>
                  </a:lnTo>
                  <a:lnTo>
                    <a:pt x="1071411" y="1918875"/>
                  </a:lnTo>
                  <a:lnTo>
                    <a:pt x="1067916" y="1920789"/>
                  </a:lnTo>
                  <a:lnTo>
                    <a:pt x="1061713" y="1919056"/>
                  </a:lnTo>
                  <a:lnTo>
                    <a:pt x="1056674" y="1917775"/>
                  </a:lnTo>
                  <a:lnTo>
                    <a:pt x="1054088" y="1919855"/>
                  </a:lnTo>
                  <a:lnTo>
                    <a:pt x="1051149" y="1921631"/>
                  </a:lnTo>
                  <a:lnTo>
                    <a:pt x="1050245" y="1922461"/>
                  </a:lnTo>
                  <a:lnTo>
                    <a:pt x="1045740" y="1924232"/>
                  </a:lnTo>
                  <a:lnTo>
                    <a:pt x="1043328" y="1926923"/>
                  </a:lnTo>
                  <a:lnTo>
                    <a:pt x="1040617" y="1931076"/>
                  </a:lnTo>
                  <a:lnTo>
                    <a:pt x="1039340" y="1931240"/>
                  </a:lnTo>
                  <a:lnTo>
                    <a:pt x="1037624" y="1929200"/>
                  </a:lnTo>
                  <a:lnTo>
                    <a:pt x="1031023" y="1929891"/>
                  </a:lnTo>
                  <a:lnTo>
                    <a:pt x="1029418" y="1933596"/>
                  </a:lnTo>
                  <a:lnTo>
                    <a:pt x="1025841" y="1938899"/>
                  </a:lnTo>
                  <a:lnTo>
                    <a:pt x="1023330" y="1943617"/>
                  </a:lnTo>
                  <a:lnTo>
                    <a:pt x="1020973" y="1950161"/>
                  </a:lnTo>
                  <a:lnTo>
                    <a:pt x="1022703" y="1953365"/>
                  </a:lnTo>
                  <a:lnTo>
                    <a:pt x="1019501" y="1954569"/>
                  </a:lnTo>
                  <a:lnTo>
                    <a:pt x="1019542" y="1957679"/>
                  </a:lnTo>
                  <a:lnTo>
                    <a:pt x="1022199" y="1959034"/>
                  </a:lnTo>
                  <a:lnTo>
                    <a:pt x="1019205" y="1962021"/>
                  </a:lnTo>
                  <a:lnTo>
                    <a:pt x="1015436" y="1964391"/>
                  </a:lnTo>
                  <a:lnTo>
                    <a:pt x="1012184" y="1966499"/>
                  </a:lnTo>
                  <a:lnTo>
                    <a:pt x="1009275" y="1969203"/>
                  </a:lnTo>
                  <a:lnTo>
                    <a:pt x="1007482" y="1968247"/>
                  </a:lnTo>
                  <a:lnTo>
                    <a:pt x="1007326" y="1964766"/>
                  </a:lnTo>
                  <a:lnTo>
                    <a:pt x="1008634" y="1962213"/>
                  </a:lnTo>
                  <a:lnTo>
                    <a:pt x="1004620" y="1957255"/>
                  </a:lnTo>
                  <a:lnTo>
                    <a:pt x="1000451" y="1958520"/>
                  </a:lnTo>
                  <a:lnTo>
                    <a:pt x="996192" y="1960704"/>
                  </a:lnTo>
                  <a:lnTo>
                    <a:pt x="996675" y="1957712"/>
                  </a:lnTo>
                  <a:lnTo>
                    <a:pt x="993281" y="1954586"/>
                  </a:lnTo>
                  <a:lnTo>
                    <a:pt x="991337" y="1958651"/>
                  </a:lnTo>
                  <a:lnTo>
                    <a:pt x="989539" y="1961764"/>
                  </a:lnTo>
                  <a:lnTo>
                    <a:pt x="985173" y="1963915"/>
                  </a:lnTo>
                  <a:lnTo>
                    <a:pt x="984652" y="1963500"/>
                  </a:lnTo>
                  <a:lnTo>
                    <a:pt x="983243" y="1962374"/>
                  </a:lnTo>
                  <a:lnTo>
                    <a:pt x="979863" y="1962474"/>
                  </a:lnTo>
                  <a:lnTo>
                    <a:pt x="978459" y="1964603"/>
                  </a:lnTo>
                  <a:lnTo>
                    <a:pt x="975882" y="1963169"/>
                  </a:lnTo>
                  <a:lnTo>
                    <a:pt x="973058" y="1964430"/>
                  </a:lnTo>
                  <a:lnTo>
                    <a:pt x="970221" y="1963207"/>
                  </a:lnTo>
                  <a:lnTo>
                    <a:pt x="967658" y="1965629"/>
                  </a:lnTo>
                  <a:lnTo>
                    <a:pt x="966900" y="1970150"/>
                  </a:lnTo>
                  <a:lnTo>
                    <a:pt x="964150" y="1973019"/>
                  </a:lnTo>
                  <a:lnTo>
                    <a:pt x="960622" y="1969182"/>
                  </a:lnTo>
                  <a:lnTo>
                    <a:pt x="958185" y="1972985"/>
                  </a:lnTo>
                  <a:lnTo>
                    <a:pt x="958073" y="1976593"/>
                  </a:lnTo>
                  <a:lnTo>
                    <a:pt x="960977" y="1977848"/>
                  </a:lnTo>
                  <a:lnTo>
                    <a:pt x="961019" y="1982054"/>
                  </a:lnTo>
                  <a:lnTo>
                    <a:pt x="957812" y="1980800"/>
                  </a:lnTo>
                  <a:lnTo>
                    <a:pt x="954962" y="1983108"/>
                  </a:lnTo>
                  <a:lnTo>
                    <a:pt x="955246" y="1987607"/>
                  </a:lnTo>
                  <a:lnTo>
                    <a:pt x="951732" y="1984019"/>
                  </a:lnTo>
                  <a:lnTo>
                    <a:pt x="949548" y="1985011"/>
                  </a:lnTo>
                  <a:lnTo>
                    <a:pt x="947700" y="1989347"/>
                  </a:lnTo>
                  <a:lnTo>
                    <a:pt x="944521" y="1994724"/>
                  </a:lnTo>
                  <a:lnTo>
                    <a:pt x="941019" y="2001209"/>
                  </a:lnTo>
                  <a:lnTo>
                    <a:pt x="940947" y="2003985"/>
                  </a:lnTo>
                  <a:lnTo>
                    <a:pt x="939340" y="2005893"/>
                  </a:lnTo>
                  <a:lnTo>
                    <a:pt x="939116" y="2009721"/>
                  </a:lnTo>
                  <a:lnTo>
                    <a:pt x="937758" y="2009849"/>
                  </a:lnTo>
                  <a:lnTo>
                    <a:pt x="935565" y="2005028"/>
                  </a:lnTo>
                  <a:lnTo>
                    <a:pt x="934600" y="2002937"/>
                  </a:lnTo>
                  <a:lnTo>
                    <a:pt x="932244" y="2004038"/>
                  </a:lnTo>
                  <a:lnTo>
                    <a:pt x="931962" y="2007952"/>
                  </a:lnTo>
                  <a:lnTo>
                    <a:pt x="930595" y="2013480"/>
                  </a:lnTo>
                  <a:lnTo>
                    <a:pt x="929492" y="2014528"/>
                  </a:lnTo>
                  <a:lnTo>
                    <a:pt x="926090" y="2012518"/>
                  </a:lnTo>
                  <a:lnTo>
                    <a:pt x="923624" y="2014575"/>
                  </a:lnTo>
                  <a:lnTo>
                    <a:pt x="924727" y="2016854"/>
                  </a:lnTo>
                  <a:lnTo>
                    <a:pt x="923416" y="2019339"/>
                  </a:lnTo>
                  <a:lnTo>
                    <a:pt x="921723" y="2020187"/>
                  </a:lnTo>
                  <a:lnTo>
                    <a:pt x="918085" y="2021670"/>
                  </a:lnTo>
                  <a:lnTo>
                    <a:pt x="913128" y="2021784"/>
                  </a:lnTo>
                  <a:lnTo>
                    <a:pt x="911480" y="2021841"/>
                  </a:lnTo>
                  <a:lnTo>
                    <a:pt x="907408" y="2021094"/>
                  </a:lnTo>
                  <a:lnTo>
                    <a:pt x="909492" y="2027821"/>
                  </a:lnTo>
                  <a:lnTo>
                    <a:pt x="902974" y="2031759"/>
                  </a:lnTo>
                  <a:lnTo>
                    <a:pt x="896576" y="2029078"/>
                  </a:lnTo>
                  <a:lnTo>
                    <a:pt x="894123" y="2023951"/>
                  </a:lnTo>
                  <a:lnTo>
                    <a:pt x="891626" y="2020935"/>
                  </a:lnTo>
                  <a:lnTo>
                    <a:pt x="891696" y="2016579"/>
                  </a:lnTo>
                  <a:lnTo>
                    <a:pt x="893353" y="2011363"/>
                  </a:lnTo>
                  <a:lnTo>
                    <a:pt x="897253" y="2007726"/>
                  </a:lnTo>
                  <a:lnTo>
                    <a:pt x="903553" y="2003215"/>
                  </a:lnTo>
                  <a:lnTo>
                    <a:pt x="908748" y="1999217"/>
                  </a:lnTo>
                  <a:lnTo>
                    <a:pt x="911884" y="1995002"/>
                  </a:lnTo>
                  <a:lnTo>
                    <a:pt x="908570" y="1991119"/>
                  </a:lnTo>
                  <a:lnTo>
                    <a:pt x="904482" y="1994904"/>
                  </a:lnTo>
                  <a:lnTo>
                    <a:pt x="898703" y="1995802"/>
                  </a:lnTo>
                  <a:lnTo>
                    <a:pt x="895279" y="1993703"/>
                  </a:lnTo>
                  <a:lnTo>
                    <a:pt x="890938" y="1988860"/>
                  </a:lnTo>
                  <a:lnTo>
                    <a:pt x="891968" y="1983791"/>
                  </a:lnTo>
                  <a:lnTo>
                    <a:pt x="893011" y="1978839"/>
                  </a:lnTo>
                  <a:lnTo>
                    <a:pt x="893416" y="1972760"/>
                  </a:lnTo>
                  <a:lnTo>
                    <a:pt x="895932" y="1966503"/>
                  </a:lnTo>
                  <a:lnTo>
                    <a:pt x="900408" y="1958437"/>
                  </a:lnTo>
                  <a:lnTo>
                    <a:pt x="900856" y="1952863"/>
                  </a:lnTo>
                  <a:lnTo>
                    <a:pt x="900654" y="1947926"/>
                  </a:lnTo>
                  <a:lnTo>
                    <a:pt x="902301" y="1946733"/>
                  </a:lnTo>
                  <a:lnTo>
                    <a:pt x="902082" y="1939629"/>
                  </a:lnTo>
                  <a:lnTo>
                    <a:pt x="900911" y="1935515"/>
                  </a:lnTo>
                  <a:lnTo>
                    <a:pt x="898934" y="1930987"/>
                  </a:lnTo>
                  <a:lnTo>
                    <a:pt x="896563" y="1926315"/>
                  </a:lnTo>
                  <a:lnTo>
                    <a:pt x="897523" y="1924701"/>
                  </a:lnTo>
                  <a:lnTo>
                    <a:pt x="900367" y="1921920"/>
                  </a:lnTo>
                  <a:lnTo>
                    <a:pt x="905938" y="1919958"/>
                  </a:lnTo>
                  <a:lnTo>
                    <a:pt x="910174" y="1915020"/>
                  </a:lnTo>
                  <a:lnTo>
                    <a:pt x="914875" y="1908761"/>
                  </a:lnTo>
                  <a:lnTo>
                    <a:pt x="920084" y="1903358"/>
                  </a:lnTo>
                  <a:lnTo>
                    <a:pt x="922687" y="1901097"/>
                  </a:lnTo>
                  <a:lnTo>
                    <a:pt x="924512" y="1901600"/>
                  </a:lnTo>
                  <a:lnTo>
                    <a:pt x="929857" y="1908813"/>
                  </a:lnTo>
                  <a:lnTo>
                    <a:pt x="932391" y="1909126"/>
                  </a:lnTo>
                  <a:lnTo>
                    <a:pt x="936047" y="1909273"/>
                  </a:lnTo>
                  <a:lnTo>
                    <a:pt x="937910" y="1904961"/>
                  </a:lnTo>
                  <a:lnTo>
                    <a:pt x="938978" y="1902988"/>
                  </a:lnTo>
                  <a:lnTo>
                    <a:pt x="941660" y="1900318"/>
                  </a:lnTo>
                  <a:lnTo>
                    <a:pt x="942457" y="1899523"/>
                  </a:lnTo>
                  <a:lnTo>
                    <a:pt x="938565" y="1895912"/>
                  </a:lnTo>
                  <a:lnTo>
                    <a:pt x="933053" y="1892725"/>
                  </a:lnTo>
                  <a:lnTo>
                    <a:pt x="931214" y="1892201"/>
                  </a:lnTo>
                  <a:lnTo>
                    <a:pt x="925737" y="1894636"/>
                  </a:lnTo>
                  <a:lnTo>
                    <a:pt x="926472" y="1892208"/>
                  </a:lnTo>
                  <a:lnTo>
                    <a:pt x="926408" y="1890211"/>
                  </a:lnTo>
                  <a:lnTo>
                    <a:pt x="926269" y="1885877"/>
                  </a:lnTo>
                  <a:lnTo>
                    <a:pt x="920157" y="1887758"/>
                  </a:lnTo>
                  <a:lnTo>
                    <a:pt x="916797" y="1886691"/>
                  </a:lnTo>
                  <a:lnTo>
                    <a:pt x="912753" y="1887560"/>
                  </a:lnTo>
                  <a:lnTo>
                    <a:pt x="908896" y="1890599"/>
                  </a:lnTo>
                  <a:lnTo>
                    <a:pt x="905871" y="1892233"/>
                  </a:lnTo>
                  <a:lnTo>
                    <a:pt x="905018" y="1893397"/>
                  </a:lnTo>
                  <a:lnTo>
                    <a:pt x="903204" y="1895864"/>
                  </a:lnTo>
                  <a:lnTo>
                    <a:pt x="901744" y="1901146"/>
                  </a:lnTo>
                  <a:lnTo>
                    <a:pt x="900773" y="1903723"/>
                  </a:lnTo>
                  <a:lnTo>
                    <a:pt x="898377" y="1904489"/>
                  </a:lnTo>
                  <a:lnTo>
                    <a:pt x="895863" y="1906810"/>
                  </a:lnTo>
                  <a:lnTo>
                    <a:pt x="892103" y="1907277"/>
                  </a:lnTo>
                  <a:lnTo>
                    <a:pt x="889039" y="1910670"/>
                  </a:lnTo>
                  <a:lnTo>
                    <a:pt x="886067" y="1915094"/>
                  </a:lnTo>
                  <a:lnTo>
                    <a:pt x="884185" y="1918664"/>
                  </a:lnTo>
                  <a:lnTo>
                    <a:pt x="885186" y="1921362"/>
                  </a:lnTo>
                  <a:lnTo>
                    <a:pt x="887924" y="1926111"/>
                  </a:lnTo>
                  <a:lnTo>
                    <a:pt x="887736" y="1927576"/>
                  </a:lnTo>
                  <a:lnTo>
                    <a:pt x="882409" y="1927548"/>
                  </a:lnTo>
                  <a:lnTo>
                    <a:pt x="878801" y="1932036"/>
                  </a:lnTo>
                  <a:lnTo>
                    <a:pt x="876633" y="1937695"/>
                  </a:lnTo>
                  <a:lnTo>
                    <a:pt x="873306" y="1940759"/>
                  </a:lnTo>
                  <a:lnTo>
                    <a:pt x="871768" y="1945195"/>
                  </a:lnTo>
                  <a:lnTo>
                    <a:pt x="873074" y="1948910"/>
                  </a:lnTo>
                  <a:lnTo>
                    <a:pt x="875204" y="1949978"/>
                  </a:lnTo>
                  <a:lnTo>
                    <a:pt x="871416" y="1953623"/>
                  </a:lnTo>
                  <a:lnTo>
                    <a:pt x="870846" y="1957479"/>
                  </a:lnTo>
                  <a:lnTo>
                    <a:pt x="867433" y="1960933"/>
                  </a:lnTo>
                  <a:lnTo>
                    <a:pt x="866668" y="1963334"/>
                  </a:lnTo>
                  <a:lnTo>
                    <a:pt x="866831" y="1965712"/>
                  </a:lnTo>
                  <a:lnTo>
                    <a:pt x="868093" y="1969236"/>
                  </a:lnTo>
                  <a:lnTo>
                    <a:pt x="867853" y="1973556"/>
                  </a:lnTo>
                  <a:lnTo>
                    <a:pt x="865383" y="1979116"/>
                  </a:lnTo>
                  <a:lnTo>
                    <a:pt x="865109" y="1982279"/>
                  </a:lnTo>
                  <a:lnTo>
                    <a:pt x="860711" y="1985776"/>
                  </a:lnTo>
                  <a:lnTo>
                    <a:pt x="857513" y="1985731"/>
                  </a:lnTo>
                  <a:lnTo>
                    <a:pt x="856646" y="1989165"/>
                  </a:lnTo>
                  <a:lnTo>
                    <a:pt x="857011" y="1994333"/>
                  </a:lnTo>
                  <a:lnTo>
                    <a:pt x="856400" y="1998308"/>
                  </a:lnTo>
                  <a:lnTo>
                    <a:pt x="853589" y="2001072"/>
                  </a:lnTo>
                  <a:lnTo>
                    <a:pt x="851213" y="2002780"/>
                  </a:lnTo>
                  <a:lnTo>
                    <a:pt x="849208" y="2003447"/>
                  </a:lnTo>
                  <a:lnTo>
                    <a:pt x="846132" y="2003095"/>
                  </a:lnTo>
                  <a:lnTo>
                    <a:pt x="842205" y="2003924"/>
                  </a:lnTo>
                  <a:lnTo>
                    <a:pt x="842116" y="2006109"/>
                  </a:lnTo>
                  <a:lnTo>
                    <a:pt x="841663" y="2008848"/>
                  </a:lnTo>
                  <a:lnTo>
                    <a:pt x="838482" y="2009394"/>
                  </a:lnTo>
                  <a:lnTo>
                    <a:pt x="836257" y="2010249"/>
                  </a:lnTo>
                  <a:lnTo>
                    <a:pt x="838672" y="2015223"/>
                  </a:lnTo>
                  <a:lnTo>
                    <a:pt x="837459" y="2017575"/>
                  </a:lnTo>
                  <a:lnTo>
                    <a:pt x="834045" y="2018296"/>
                  </a:lnTo>
                  <a:lnTo>
                    <a:pt x="832277" y="2019715"/>
                  </a:lnTo>
                  <a:lnTo>
                    <a:pt x="830214" y="2021271"/>
                  </a:lnTo>
                  <a:lnTo>
                    <a:pt x="829626" y="2025110"/>
                  </a:lnTo>
                  <a:lnTo>
                    <a:pt x="827119" y="2027945"/>
                  </a:lnTo>
                  <a:lnTo>
                    <a:pt x="827029" y="2032607"/>
                  </a:lnTo>
                  <a:lnTo>
                    <a:pt x="826361" y="2035563"/>
                  </a:lnTo>
                  <a:lnTo>
                    <a:pt x="826452" y="2038782"/>
                  </a:lnTo>
                  <a:lnTo>
                    <a:pt x="830346" y="2041738"/>
                  </a:lnTo>
                  <a:lnTo>
                    <a:pt x="834374" y="2041945"/>
                  </a:lnTo>
                  <a:lnTo>
                    <a:pt x="838525" y="2040937"/>
                  </a:lnTo>
                  <a:lnTo>
                    <a:pt x="841488" y="2040451"/>
                  </a:lnTo>
                  <a:lnTo>
                    <a:pt x="845025" y="2044903"/>
                  </a:lnTo>
                  <a:lnTo>
                    <a:pt x="848602" y="2044829"/>
                  </a:lnTo>
                  <a:lnTo>
                    <a:pt x="851567" y="2047392"/>
                  </a:lnTo>
                  <a:lnTo>
                    <a:pt x="854028" y="2049947"/>
                  </a:lnTo>
                  <a:lnTo>
                    <a:pt x="856023" y="2052381"/>
                  </a:lnTo>
                  <a:lnTo>
                    <a:pt x="855290" y="2053264"/>
                  </a:lnTo>
                  <a:lnTo>
                    <a:pt x="853256" y="2055711"/>
                  </a:lnTo>
                  <a:lnTo>
                    <a:pt x="852833" y="2060914"/>
                  </a:lnTo>
                  <a:lnTo>
                    <a:pt x="851779" y="2063216"/>
                  </a:lnTo>
                  <a:lnTo>
                    <a:pt x="848644" y="2065018"/>
                  </a:lnTo>
                  <a:lnTo>
                    <a:pt x="847795" y="2068199"/>
                  </a:lnTo>
                  <a:lnTo>
                    <a:pt x="843747" y="2070731"/>
                  </a:lnTo>
                  <a:lnTo>
                    <a:pt x="840021" y="2070893"/>
                  </a:lnTo>
                  <a:lnTo>
                    <a:pt x="838582" y="2074365"/>
                  </a:lnTo>
                  <a:lnTo>
                    <a:pt x="838406" y="2078560"/>
                  </a:lnTo>
                  <a:lnTo>
                    <a:pt x="836240" y="2079124"/>
                  </a:lnTo>
                  <a:lnTo>
                    <a:pt x="834489" y="2082735"/>
                  </a:lnTo>
                  <a:lnTo>
                    <a:pt x="837472" y="2085645"/>
                  </a:lnTo>
                  <a:lnTo>
                    <a:pt x="834999" y="2088407"/>
                  </a:lnTo>
                  <a:lnTo>
                    <a:pt x="834607" y="2093199"/>
                  </a:lnTo>
                  <a:lnTo>
                    <a:pt x="833799" y="2097820"/>
                  </a:lnTo>
                  <a:lnTo>
                    <a:pt x="831953" y="2103144"/>
                  </a:lnTo>
                  <a:lnTo>
                    <a:pt x="828569" y="2106215"/>
                  </a:lnTo>
                  <a:lnTo>
                    <a:pt x="824545" y="2109138"/>
                  </a:lnTo>
                  <a:lnTo>
                    <a:pt x="821537" y="2111598"/>
                  </a:lnTo>
                  <a:lnTo>
                    <a:pt x="815898" y="2113153"/>
                  </a:lnTo>
                  <a:lnTo>
                    <a:pt x="812261" y="2111915"/>
                  </a:lnTo>
                  <a:lnTo>
                    <a:pt x="807766" y="2114181"/>
                  </a:lnTo>
                  <a:lnTo>
                    <a:pt x="805167" y="2117383"/>
                  </a:lnTo>
                  <a:lnTo>
                    <a:pt x="807267" y="2120448"/>
                  </a:lnTo>
                  <a:lnTo>
                    <a:pt x="806411" y="2123078"/>
                  </a:lnTo>
                  <a:lnTo>
                    <a:pt x="801153" y="2126244"/>
                  </a:lnTo>
                  <a:lnTo>
                    <a:pt x="801176" y="2130518"/>
                  </a:lnTo>
                  <a:lnTo>
                    <a:pt x="799288" y="2133526"/>
                  </a:lnTo>
                  <a:lnTo>
                    <a:pt x="794198" y="2130952"/>
                  </a:lnTo>
                  <a:lnTo>
                    <a:pt x="790860" y="2130125"/>
                  </a:lnTo>
                  <a:lnTo>
                    <a:pt x="791220" y="2135969"/>
                  </a:lnTo>
                  <a:lnTo>
                    <a:pt x="790949" y="2138067"/>
                  </a:lnTo>
                  <a:lnTo>
                    <a:pt x="788112" y="2139794"/>
                  </a:lnTo>
                  <a:lnTo>
                    <a:pt x="788345" y="2145261"/>
                  </a:lnTo>
                  <a:lnTo>
                    <a:pt x="782652" y="2146642"/>
                  </a:lnTo>
                  <a:lnTo>
                    <a:pt x="778541" y="2147577"/>
                  </a:lnTo>
                  <a:lnTo>
                    <a:pt x="780052" y="2152336"/>
                  </a:lnTo>
                  <a:lnTo>
                    <a:pt x="777616" y="2153272"/>
                  </a:lnTo>
                  <a:lnTo>
                    <a:pt x="773506" y="2153209"/>
                  </a:lnTo>
                  <a:lnTo>
                    <a:pt x="769249" y="2156441"/>
                  </a:lnTo>
                  <a:lnTo>
                    <a:pt x="770426" y="2160579"/>
                  </a:lnTo>
                  <a:lnTo>
                    <a:pt x="770718" y="2166327"/>
                  </a:lnTo>
                  <a:lnTo>
                    <a:pt x="771366" y="2170590"/>
                  </a:lnTo>
                  <a:lnTo>
                    <a:pt x="771146" y="2170897"/>
                  </a:lnTo>
                  <a:lnTo>
                    <a:pt x="768248" y="2174917"/>
                  </a:lnTo>
                  <a:lnTo>
                    <a:pt x="767380" y="2178327"/>
                  </a:lnTo>
                  <a:lnTo>
                    <a:pt x="765561" y="2183938"/>
                  </a:lnTo>
                  <a:lnTo>
                    <a:pt x="762702" y="2183517"/>
                  </a:lnTo>
                  <a:lnTo>
                    <a:pt x="760606" y="2184100"/>
                  </a:lnTo>
                  <a:lnTo>
                    <a:pt x="757176" y="2190174"/>
                  </a:lnTo>
                  <a:lnTo>
                    <a:pt x="753523" y="2188929"/>
                  </a:lnTo>
                  <a:lnTo>
                    <a:pt x="750522" y="2191440"/>
                  </a:lnTo>
                  <a:lnTo>
                    <a:pt x="749513" y="2194522"/>
                  </a:lnTo>
                  <a:lnTo>
                    <a:pt x="746317" y="2199245"/>
                  </a:lnTo>
                  <a:lnTo>
                    <a:pt x="742678" y="2197112"/>
                  </a:lnTo>
                  <a:lnTo>
                    <a:pt x="738902" y="2199042"/>
                  </a:lnTo>
                  <a:lnTo>
                    <a:pt x="735167" y="2200846"/>
                  </a:lnTo>
                  <a:lnTo>
                    <a:pt x="734346" y="2204187"/>
                  </a:lnTo>
                  <a:lnTo>
                    <a:pt x="738265" y="2207931"/>
                  </a:lnTo>
                  <a:lnTo>
                    <a:pt x="736958" y="2209724"/>
                  </a:lnTo>
                  <a:lnTo>
                    <a:pt x="733407" y="2209615"/>
                  </a:lnTo>
                  <a:lnTo>
                    <a:pt x="731213" y="2210497"/>
                  </a:lnTo>
                  <a:lnTo>
                    <a:pt x="729559" y="2207721"/>
                  </a:lnTo>
                  <a:lnTo>
                    <a:pt x="727115" y="2206683"/>
                  </a:lnTo>
                  <a:lnTo>
                    <a:pt x="723135" y="2208670"/>
                  </a:lnTo>
                  <a:lnTo>
                    <a:pt x="725073" y="2213584"/>
                  </a:lnTo>
                  <a:lnTo>
                    <a:pt x="727017" y="2216943"/>
                  </a:lnTo>
                  <a:lnTo>
                    <a:pt x="725622" y="2220783"/>
                  </a:lnTo>
                  <a:lnTo>
                    <a:pt x="722184" y="2219619"/>
                  </a:lnTo>
                  <a:lnTo>
                    <a:pt x="717182" y="2220878"/>
                  </a:lnTo>
                  <a:lnTo>
                    <a:pt x="713290" y="2220688"/>
                  </a:lnTo>
                  <a:lnTo>
                    <a:pt x="711967" y="2219759"/>
                  </a:lnTo>
                  <a:lnTo>
                    <a:pt x="709185" y="2220767"/>
                  </a:lnTo>
                  <a:lnTo>
                    <a:pt x="707191" y="2223454"/>
                  </a:lnTo>
                  <a:lnTo>
                    <a:pt x="705890" y="2229113"/>
                  </a:lnTo>
                  <a:lnTo>
                    <a:pt x="708349" y="2229392"/>
                  </a:lnTo>
                  <a:lnTo>
                    <a:pt x="712583" y="2230550"/>
                  </a:lnTo>
                  <a:lnTo>
                    <a:pt x="715332" y="2231865"/>
                  </a:lnTo>
                  <a:lnTo>
                    <a:pt x="718562" y="2235900"/>
                  </a:lnTo>
                  <a:lnTo>
                    <a:pt x="713402" y="2239883"/>
                  </a:lnTo>
                  <a:lnTo>
                    <a:pt x="710584" y="2242530"/>
                  </a:lnTo>
                  <a:lnTo>
                    <a:pt x="710222" y="2247119"/>
                  </a:lnTo>
                  <a:lnTo>
                    <a:pt x="709337" y="2251759"/>
                  </a:lnTo>
                  <a:lnTo>
                    <a:pt x="706818" y="2252826"/>
                  </a:lnTo>
                  <a:lnTo>
                    <a:pt x="702516" y="2251988"/>
                  </a:lnTo>
                  <a:lnTo>
                    <a:pt x="702178" y="2254368"/>
                  </a:lnTo>
                  <a:lnTo>
                    <a:pt x="699027" y="2254425"/>
                  </a:lnTo>
                  <a:lnTo>
                    <a:pt x="694124" y="2255125"/>
                  </a:lnTo>
                  <a:lnTo>
                    <a:pt x="687730" y="2257688"/>
                  </a:lnTo>
                  <a:lnTo>
                    <a:pt x="688383" y="2262908"/>
                  </a:lnTo>
                  <a:lnTo>
                    <a:pt x="678631" y="2271016"/>
                  </a:lnTo>
                  <a:lnTo>
                    <a:pt x="674188" y="2273638"/>
                  </a:lnTo>
                  <a:lnTo>
                    <a:pt x="673367" y="2275984"/>
                  </a:lnTo>
                  <a:lnTo>
                    <a:pt x="673062" y="2276858"/>
                  </a:lnTo>
                  <a:lnTo>
                    <a:pt x="669115" y="2280499"/>
                  </a:lnTo>
                  <a:lnTo>
                    <a:pt x="667887" y="2280739"/>
                  </a:lnTo>
                  <a:lnTo>
                    <a:pt x="666841" y="2277791"/>
                  </a:lnTo>
                  <a:lnTo>
                    <a:pt x="669394" y="2275077"/>
                  </a:lnTo>
                  <a:lnTo>
                    <a:pt x="669249" y="2268844"/>
                  </a:lnTo>
                  <a:lnTo>
                    <a:pt x="670575" y="2265390"/>
                  </a:lnTo>
                  <a:lnTo>
                    <a:pt x="668715" y="2263094"/>
                  </a:lnTo>
                  <a:lnTo>
                    <a:pt x="665672" y="2262253"/>
                  </a:lnTo>
                  <a:lnTo>
                    <a:pt x="663293" y="2265558"/>
                  </a:lnTo>
                  <a:lnTo>
                    <a:pt x="660318" y="2265548"/>
                  </a:lnTo>
                  <a:lnTo>
                    <a:pt x="657400" y="2266307"/>
                  </a:lnTo>
                  <a:lnTo>
                    <a:pt x="656565" y="2270946"/>
                  </a:lnTo>
                  <a:lnTo>
                    <a:pt x="654306" y="2273616"/>
                  </a:lnTo>
                  <a:lnTo>
                    <a:pt x="649469" y="2276287"/>
                  </a:lnTo>
                  <a:lnTo>
                    <a:pt x="645838" y="2278846"/>
                  </a:lnTo>
                  <a:lnTo>
                    <a:pt x="643661" y="2283421"/>
                  </a:lnTo>
                  <a:lnTo>
                    <a:pt x="643794" y="2285165"/>
                  </a:lnTo>
                  <a:lnTo>
                    <a:pt x="641937" y="2287290"/>
                  </a:lnTo>
                  <a:lnTo>
                    <a:pt x="637393" y="2284798"/>
                  </a:lnTo>
                  <a:lnTo>
                    <a:pt x="637119" y="2288266"/>
                  </a:lnTo>
                  <a:lnTo>
                    <a:pt x="633318" y="2288794"/>
                  </a:lnTo>
                  <a:lnTo>
                    <a:pt x="631411" y="2287391"/>
                  </a:lnTo>
                  <a:lnTo>
                    <a:pt x="626745" y="2287406"/>
                  </a:lnTo>
                  <a:lnTo>
                    <a:pt x="623438" y="2291610"/>
                  </a:lnTo>
                  <a:lnTo>
                    <a:pt x="617770" y="2295028"/>
                  </a:lnTo>
                  <a:lnTo>
                    <a:pt x="609994" y="2294726"/>
                  </a:lnTo>
                  <a:lnTo>
                    <a:pt x="608996" y="2293011"/>
                  </a:lnTo>
                  <a:lnTo>
                    <a:pt x="610073" y="2289388"/>
                  </a:lnTo>
                  <a:lnTo>
                    <a:pt x="610250" y="2285695"/>
                  </a:lnTo>
                  <a:lnTo>
                    <a:pt x="613191" y="2280935"/>
                  </a:lnTo>
                  <a:lnTo>
                    <a:pt x="612513" y="2277090"/>
                  </a:lnTo>
                  <a:lnTo>
                    <a:pt x="609529" y="2276676"/>
                  </a:lnTo>
                  <a:lnTo>
                    <a:pt x="606070" y="2277543"/>
                  </a:lnTo>
                  <a:lnTo>
                    <a:pt x="603822" y="2281427"/>
                  </a:lnTo>
                  <a:lnTo>
                    <a:pt x="602521" y="2284433"/>
                  </a:lnTo>
                  <a:lnTo>
                    <a:pt x="603190" y="2291432"/>
                  </a:lnTo>
                  <a:lnTo>
                    <a:pt x="600310" y="2296555"/>
                  </a:lnTo>
                  <a:lnTo>
                    <a:pt x="597557" y="2300607"/>
                  </a:lnTo>
                  <a:lnTo>
                    <a:pt x="599288" y="2306583"/>
                  </a:lnTo>
                  <a:lnTo>
                    <a:pt x="602651" y="2308106"/>
                  </a:lnTo>
                  <a:lnTo>
                    <a:pt x="607541" y="2311481"/>
                  </a:lnTo>
                  <a:lnTo>
                    <a:pt x="608516" y="2313995"/>
                  </a:lnTo>
                  <a:lnTo>
                    <a:pt x="603769" y="2313094"/>
                  </a:lnTo>
                  <a:lnTo>
                    <a:pt x="600391" y="2314765"/>
                  </a:lnTo>
                  <a:lnTo>
                    <a:pt x="596445" y="2311541"/>
                  </a:lnTo>
                  <a:lnTo>
                    <a:pt x="594733" y="2310730"/>
                  </a:lnTo>
                  <a:lnTo>
                    <a:pt x="591553" y="2313162"/>
                  </a:lnTo>
                  <a:lnTo>
                    <a:pt x="589294" y="2311227"/>
                  </a:lnTo>
                  <a:lnTo>
                    <a:pt x="586950" y="2313537"/>
                  </a:lnTo>
                  <a:lnTo>
                    <a:pt x="586042" y="2316014"/>
                  </a:lnTo>
                  <a:lnTo>
                    <a:pt x="585612" y="2320367"/>
                  </a:lnTo>
                  <a:lnTo>
                    <a:pt x="585724" y="2325693"/>
                  </a:lnTo>
                  <a:lnTo>
                    <a:pt x="584238" y="2328315"/>
                  </a:lnTo>
                  <a:lnTo>
                    <a:pt x="581999" y="2328600"/>
                  </a:lnTo>
                  <a:lnTo>
                    <a:pt x="579224" y="2324624"/>
                  </a:lnTo>
                  <a:lnTo>
                    <a:pt x="578922" y="2322393"/>
                  </a:lnTo>
                  <a:lnTo>
                    <a:pt x="579484" y="2315351"/>
                  </a:lnTo>
                  <a:lnTo>
                    <a:pt x="577510" y="2314286"/>
                  </a:lnTo>
                  <a:lnTo>
                    <a:pt x="574284" y="2317307"/>
                  </a:lnTo>
                  <a:lnTo>
                    <a:pt x="573704" y="2319434"/>
                  </a:lnTo>
                  <a:lnTo>
                    <a:pt x="569658" y="2320200"/>
                  </a:lnTo>
                  <a:lnTo>
                    <a:pt x="565455" y="2322144"/>
                  </a:lnTo>
                  <a:lnTo>
                    <a:pt x="562742" y="2320509"/>
                  </a:lnTo>
                  <a:lnTo>
                    <a:pt x="561053" y="2317602"/>
                  </a:lnTo>
                  <a:lnTo>
                    <a:pt x="557643" y="2321910"/>
                  </a:lnTo>
                  <a:lnTo>
                    <a:pt x="554852" y="2324453"/>
                  </a:lnTo>
                  <a:lnTo>
                    <a:pt x="551352" y="2327407"/>
                  </a:lnTo>
                  <a:lnTo>
                    <a:pt x="548050" y="2329162"/>
                  </a:lnTo>
                  <a:lnTo>
                    <a:pt x="550509" y="2331466"/>
                  </a:lnTo>
                  <a:lnTo>
                    <a:pt x="553800" y="2331718"/>
                  </a:lnTo>
                  <a:lnTo>
                    <a:pt x="557787" y="2335970"/>
                  </a:lnTo>
                  <a:lnTo>
                    <a:pt x="558930" y="2340329"/>
                  </a:lnTo>
                  <a:lnTo>
                    <a:pt x="552593" y="2338121"/>
                  </a:lnTo>
                  <a:lnTo>
                    <a:pt x="546871" y="2339098"/>
                  </a:lnTo>
                  <a:lnTo>
                    <a:pt x="540780" y="2341154"/>
                  </a:lnTo>
                  <a:lnTo>
                    <a:pt x="532913" y="2339906"/>
                  </a:lnTo>
                  <a:lnTo>
                    <a:pt x="524947" y="2340273"/>
                  </a:lnTo>
                  <a:lnTo>
                    <a:pt x="517515" y="2343287"/>
                  </a:lnTo>
                  <a:lnTo>
                    <a:pt x="514809" y="2346325"/>
                  </a:lnTo>
                  <a:lnTo>
                    <a:pt x="514309" y="2350202"/>
                  </a:lnTo>
                  <a:lnTo>
                    <a:pt x="510780" y="2352970"/>
                  </a:lnTo>
                  <a:lnTo>
                    <a:pt x="504508" y="2354475"/>
                  </a:lnTo>
                  <a:lnTo>
                    <a:pt x="500975" y="2354047"/>
                  </a:lnTo>
                  <a:lnTo>
                    <a:pt x="496970" y="2351332"/>
                  </a:lnTo>
                  <a:lnTo>
                    <a:pt x="495530" y="2346757"/>
                  </a:lnTo>
                  <a:lnTo>
                    <a:pt x="494159" y="2344438"/>
                  </a:lnTo>
                  <a:lnTo>
                    <a:pt x="494030" y="2341328"/>
                  </a:lnTo>
                  <a:lnTo>
                    <a:pt x="496907" y="2338865"/>
                  </a:lnTo>
                  <a:lnTo>
                    <a:pt x="501067" y="2337477"/>
                  </a:lnTo>
                  <a:lnTo>
                    <a:pt x="503344" y="2333855"/>
                  </a:lnTo>
                  <a:lnTo>
                    <a:pt x="506670" y="2326022"/>
                  </a:lnTo>
                  <a:lnTo>
                    <a:pt x="506700" y="2321354"/>
                  </a:lnTo>
                  <a:lnTo>
                    <a:pt x="511454" y="2319160"/>
                  </a:lnTo>
                  <a:lnTo>
                    <a:pt x="514545" y="2321919"/>
                  </a:lnTo>
                  <a:lnTo>
                    <a:pt x="519214" y="2319747"/>
                  </a:lnTo>
                  <a:lnTo>
                    <a:pt x="522094" y="2317393"/>
                  </a:lnTo>
                  <a:lnTo>
                    <a:pt x="526299" y="2316709"/>
                  </a:lnTo>
                  <a:lnTo>
                    <a:pt x="529627" y="2313208"/>
                  </a:lnTo>
                  <a:lnTo>
                    <a:pt x="533674" y="2312319"/>
                  </a:lnTo>
                  <a:lnTo>
                    <a:pt x="541987" y="2313702"/>
                  </a:lnTo>
                  <a:lnTo>
                    <a:pt x="545336" y="2319525"/>
                  </a:lnTo>
                  <a:lnTo>
                    <a:pt x="548212" y="2318354"/>
                  </a:lnTo>
                  <a:lnTo>
                    <a:pt x="550282" y="2314588"/>
                  </a:lnTo>
                  <a:lnTo>
                    <a:pt x="549063" y="2308389"/>
                  </a:lnTo>
                  <a:lnTo>
                    <a:pt x="555145" y="2305129"/>
                  </a:lnTo>
                  <a:lnTo>
                    <a:pt x="558499" y="2305752"/>
                  </a:lnTo>
                  <a:lnTo>
                    <a:pt x="564197" y="2304236"/>
                  </a:lnTo>
                  <a:lnTo>
                    <a:pt x="562845" y="2300626"/>
                  </a:lnTo>
                  <a:lnTo>
                    <a:pt x="565697" y="2297634"/>
                  </a:lnTo>
                  <a:lnTo>
                    <a:pt x="571320" y="2291694"/>
                  </a:lnTo>
                  <a:lnTo>
                    <a:pt x="573769" y="2286884"/>
                  </a:lnTo>
                  <a:lnTo>
                    <a:pt x="580239" y="2278013"/>
                  </a:lnTo>
                  <a:lnTo>
                    <a:pt x="584930" y="2271148"/>
                  </a:lnTo>
                  <a:lnTo>
                    <a:pt x="588140" y="2268715"/>
                  </a:lnTo>
                  <a:lnTo>
                    <a:pt x="590401" y="2266019"/>
                  </a:lnTo>
                  <a:lnTo>
                    <a:pt x="595346" y="2263328"/>
                  </a:lnTo>
                  <a:lnTo>
                    <a:pt x="598256" y="2259540"/>
                  </a:lnTo>
                  <a:lnTo>
                    <a:pt x="601386" y="2258791"/>
                  </a:lnTo>
                  <a:lnTo>
                    <a:pt x="609923" y="2255620"/>
                  </a:lnTo>
                  <a:lnTo>
                    <a:pt x="619469" y="2251931"/>
                  </a:lnTo>
                  <a:lnTo>
                    <a:pt x="625764" y="2251216"/>
                  </a:lnTo>
                  <a:lnTo>
                    <a:pt x="630950" y="2251221"/>
                  </a:lnTo>
                  <a:lnTo>
                    <a:pt x="631012" y="2256261"/>
                  </a:lnTo>
                  <a:lnTo>
                    <a:pt x="631756" y="2260286"/>
                  </a:lnTo>
                  <a:lnTo>
                    <a:pt x="639388" y="2261744"/>
                  </a:lnTo>
                  <a:lnTo>
                    <a:pt x="641210" y="2261368"/>
                  </a:lnTo>
                  <a:lnTo>
                    <a:pt x="642767" y="2258221"/>
                  </a:lnTo>
                  <a:lnTo>
                    <a:pt x="640124" y="2255425"/>
                  </a:lnTo>
                  <a:lnTo>
                    <a:pt x="638219" y="2253912"/>
                  </a:lnTo>
                  <a:lnTo>
                    <a:pt x="641283" y="2247724"/>
                  </a:lnTo>
                  <a:lnTo>
                    <a:pt x="643645" y="2239134"/>
                  </a:lnTo>
                  <a:lnTo>
                    <a:pt x="644103" y="2234421"/>
                  </a:lnTo>
                  <a:lnTo>
                    <a:pt x="649245" y="2229986"/>
                  </a:lnTo>
                  <a:lnTo>
                    <a:pt x="651594" y="2226470"/>
                  </a:lnTo>
                  <a:lnTo>
                    <a:pt x="656684" y="2223172"/>
                  </a:lnTo>
                  <a:lnTo>
                    <a:pt x="661527" y="2216936"/>
                  </a:lnTo>
                  <a:lnTo>
                    <a:pt x="670778" y="2211379"/>
                  </a:lnTo>
                  <a:lnTo>
                    <a:pt x="680597" y="2203772"/>
                  </a:lnTo>
                  <a:lnTo>
                    <a:pt x="688216" y="2196858"/>
                  </a:lnTo>
                  <a:lnTo>
                    <a:pt x="690891" y="2198939"/>
                  </a:lnTo>
                  <a:lnTo>
                    <a:pt x="692253" y="2199996"/>
                  </a:lnTo>
                  <a:lnTo>
                    <a:pt x="695756" y="2199730"/>
                  </a:lnTo>
                  <a:lnTo>
                    <a:pt x="698545" y="2198667"/>
                  </a:lnTo>
                  <a:lnTo>
                    <a:pt x="698708" y="2196237"/>
                  </a:lnTo>
                  <a:lnTo>
                    <a:pt x="697190" y="2192051"/>
                  </a:lnTo>
                  <a:lnTo>
                    <a:pt x="697117" y="2186999"/>
                  </a:lnTo>
                  <a:lnTo>
                    <a:pt x="701312" y="2177455"/>
                  </a:lnTo>
                  <a:lnTo>
                    <a:pt x="707473" y="2167449"/>
                  </a:lnTo>
                  <a:lnTo>
                    <a:pt x="710191" y="2164729"/>
                  </a:lnTo>
                  <a:lnTo>
                    <a:pt x="714696" y="2162219"/>
                  </a:lnTo>
                  <a:lnTo>
                    <a:pt x="719035" y="2154241"/>
                  </a:lnTo>
                  <a:lnTo>
                    <a:pt x="723776" y="2149393"/>
                  </a:lnTo>
                  <a:lnTo>
                    <a:pt x="726666" y="2148160"/>
                  </a:lnTo>
                  <a:lnTo>
                    <a:pt x="726295" y="2145156"/>
                  </a:lnTo>
                  <a:lnTo>
                    <a:pt x="725304" y="2142088"/>
                  </a:lnTo>
                  <a:lnTo>
                    <a:pt x="725706" y="2135762"/>
                  </a:lnTo>
                  <a:lnTo>
                    <a:pt x="726510" y="2128183"/>
                  </a:lnTo>
                  <a:lnTo>
                    <a:pt x="727014" y="2113747"/>
                  </a:lnTo>
                  <a:lnTo>
                    <a:pt x="728013" y="2109783"/>
                  </a:lnTo>
                  <a:lnTo>
                    <a:pt x="730102" y="2105170"/>
                  </a:lnTo>
                  <a:lnTo>
                    <a:pt x="727770" y="2101333"/>
                  </a:lnTo>
                  <a:lnTo>
                    <a:pt x="727554" y="2094803"/>
                  </a:lnTo>
                  <a:lnTo>
                    <a:pt x="728974" y="2087957"/>
                  </a:lnTo>
                  <a:lnTo>
                    <a:pt x="733801" y="2082205"/>
                  </a:lnTo>
                  <a:lnTo>
                    <a:pt x="735990" y="2078764"/>
                  </a:lnTo>
                  <a:lnTo>
                    <a:pt x="738772" y="2074375"/>
                  </a:lnTo>
                  <a:lnTo>
                    <a:pt x="740777" y="2070375"/>
                  </a:lnTo>
                  <a:lnTo>
                    <a:pt x="742462" y="2063955"/>
                  </a:lnTo>
                  <a:lnTo>
                    <a:pt x="741660" y="2062248"/>
                  </a:lnTo>
                  <a:lnTo>
                    <a:pt x="739228" y="2062166"/>
                  </a:lnTo>
                  <a:lnTo>
                    <a:pt x="738568" y="2062143"/>
                  </a:lnTo>
                  <a:lnTo>
                    <a:pt x="736220" y="2063452"/>
                  </a:lnTo>
                  <a:lnTo>
                    <a:pt x="730523" y="2066611"/>
                  </a:lnTo>
                  <a:lnTo>
                    <a:pt x="725113" y="2070428"/>
                  </a:lnTo>
                  <a:lnTo>
                    <a:pt x="719002" y="2073801"/>
                  </a:lnTo>
                  <a:lnTo>
                    <a:pt x="708198" y="2079992"/>
                  </a:lnTo>
                  <a:lnTo>
                    <a:pt x="705357" y="2079767"/>
                  </a:lnTo>
                  <a:lnTo>
                    <a:pt x="702146" y="2076892"/>
                  </a:lnTo>
                  <a:lnTo>
                    <a:pt x="700513" y="2071516"/>
                  </a:lnTo>
                  <a:lnTo>
                    <a:pt x="699010" y="2070131"/>
                  </a:lnTo>
                  <a:lnTo>
                    <a:pt x="694603" y="2068098"/>
                  </a:lnTo>
                  <a:lnTo>
                    <a:pt x="695802" y="2064498"/>
                  </a:lnTo>
                  <a:lnTo>
                    <a:pt x="692620" y="2061044"/>
                  </a:lnTo>
                  <a:lnTo>
                    <a:pt x="688239" y="2064218"/>
                  </a:lnTo>
                  <a:lnTo>
                    <a:pt x="687711" y="2068137"/>
                  </a:lnTo>
                  <a:lnTo>
                    <a:pt x="688163" y="2071467"/>
                  </a:lnTo>
                  <a:lnTo>
                    <a:pt x="685842" y="2075338"/>
                  </a:lnTo>
                  <a:lnTo>
                    <a:pt x="687055" y="2079847"/>
                  </a:lnTo>
                  <a:lnTo>
                    <a:pt x="691276" y="2089171"/>
                  </a:lnTo>
                  <a:lnTo>
                    <a:pt x="688682" y="2094136"/>
                  </a:lnTo>
                  <a:lnTo>
                    <a:pt x="686088" y="2095336"/>
                  </a:lnTo>
                  <a:lnTo>
                    <a:pt x="680365" y="2093325"/>
                  </a:lnTo>
                  <a:lnTo>
                    <a:pt x="674823" y="2081618"/>
                  </a:lnTo>
                  <a:lnTo>
                    <a:pt x="668874" y="2070507"/>
                  </a:lnTo>
                  <a:lnTo>
                    <a:pt x="665007" y="2066612"/>
                  </a:lnTo>
                  <a:lnTo>
                    <a:pt x="661595" y="2065891"/>
                  </a:lnTo>
                  <a:lnTo>
                    <a:pt x="662786" y="2063281"/>
                  </a:lnTo>
                  <a:lnTo>
                    <a:pt x="662262" y="2060204"/>
                  </a:lnTo>
                  <a:lnTo>
                    <a:pt x="659348" y="2060365"/>
                  </a:lnTo>
                  <a:lnTo>
                    <a:pt x="658350" y="2063894"/>
                  </a:lnTo>
                  <a:lnTo>
                    <a:pt x="657082" y="2067306"/>
                  </a:lnTo>
                  <a:lnTo>
                    <a:pt x="653639" y="2070216"/>
                  </a:lnTo>
                  <a:lnTo>
                    <a:pt x="651381" y="2066569"/>
                  </a:lnTo>
                  <a:lnTo>
                    <a:pt x="646120" y="2064568"/>
                  </a:lnTo>
                  <a:lnTo>
                    <a:pt x="643567" y="2062260"/>
                  </a:lnTo>
                  <a:lnTo>
                    <a:pt x="640759" y="2058781"/>
                  </a:lnTo>
                  <a:lnTo>
                    <a:pt x="642718" y="2056125"/>
                  </a:lnTo>
                  <a:lnTo>
                    <a:pt x="640768" y="2051124"/>
                  </a:lnTo>
                  <a:lnTo>
                    <a:pt x="634824" y="2054982"/>
                  </a:lnTo>
                  <a:lnTo>
                    <a:pt x="628408" y="2060842"/>
                  </a:lnTo>
                  <a:lnTo>
                    <a:pt x="625680" y="2066862"/>
                  </a:lnTo>
                  <a:lnTo>
                    <a:pt x="624162" y="2063598"/>
                  </a:lnTo>
                  <a:lnTo>
                    <a:pt x="620259" y="2065435"/>
                  </a:lnTo>
                  <a:lnTo>
                    <a:pt x="619343" y="2066071"/>
                  </a:lnTo>
                  <a:lnTo>
                    <a:pt x="618066" y="2066956"/>
                  </a:lnTo>
                  <a:lnTo>
                    <a:pt x="613583" y="2070053"/>
                  </a:lnTo>
                  <a:lnTo>
                    <a:pt x="610065" y="2072274"/>
                  </a:lnTo>
                  <a:lnTo>
                    <a:pt x="610018" y="2072508"/>
                  </a:lnTo>
                  <a:lnTo>
                    <a:pt x="609056" y="2077301"/>
                  </a:lnTo>
                  <a:lnTo>
                    <a:pt x="603629" y="2080798"/>
                  </a:lnTo>
                  <a:lnTo>
                    <a:pt x="597478" y="2084543"/>
                  </a:lnTo>
                  <a:lnTo>
                    <a:pt x="595930" y="2080519"/>
                  </a:lnTo>
                  <a:lnTo>
                    <a:pt x="589042" y="2080656"/>
                  </a:lnTo>
                  <a:lnTo>
                    <a:pt x="584634" y="2077781"/>
                  </a:lnTo>
                  <a:lnTo>
                    <a:pt x="590045" y="2075303"/>
                  </a:lnTo>
                  <a:lnTo>
                    <a:pt x="595246" y="2072452"/>
                  </a:lnTo>
                  <a:lnTo>
                    <a:pt x="597043" y="2065151"/>
                  </a:lnTo>
                  <a:lnTo>
                    <a:pt x="595853" y="2055538"/>
                  </a:lnTo>
                  <a:lnTo>
                    <a:pt x="592658" y="2048737"/>
                  </a:lnTo>
                  <a:lnTo>
                    <a:pt x="590071" y="2043341"/>
                  </a:lnTo>
                  <a:lnTo>
                    <a:pt x="588547" y="2038016"/>
                  </a:lnTo>
                  <a:lnTo>
                    <a:pt x="590251" y="2032527"/>
                  </a:lnTo>
                  <a:lnTo>
                    <a:pt x="594589" y="2026473"/>
                  </a:lnTo>
                  <a:lnTo>
                    <a:pt x="596350" y="2024177"/>
                  </a:lnTo>
                  <a:lnTo>
                    <a:pt x="598976" y="2022762"/>
                  </a:lnTo>
                  <a:lnTo>
                    <a:pt x="596901" y="2017738"/>
                  </a:lnTo>
                  <a:lnTo>
                    <a:pt x="593936" y="2012159"/>
                  </a:lnTo>
                  <a:lnTo>
                    <a:pt x="593618" y="2008928"/>
                  </a:lnTo>
                  <a:lnTo>
                    <a:pt x="588957" y="1998795"/>
                  </a:lnTo>
                  <a:lnTo>
                    <a:pt x="587181" y="1994087"/>
                  </a:lnTo>
                  <a:lnTo>
                    <a:pt x="586216" y="1990926"/>
                  </a:lnTo>
                  <a:lnTo>
                    <a:pt x="583800" y="1984976"/>
                  </a:lnTo>
                  <a:lnTo>
                    <a:pt x="579721" y="1977505"/>
                  </a:lnTo>
                  <a:lnTo>
                    <a:pt x="577425" y="1976917"/>
                  </a:lnTo>
                  <a:lnTo>
                    <a:pt x="576115" y="1979766"/>
                  </a:lnTo>
                  <a:lnTo>
                    <a:pt x="576007" y="1983146"/>
                  </a:lnTo>
                  <a:lnTo>
                    <a:pt x="576175" y="1986508"/>
                  </a:lnTo>
                  <a:lnTo>
                    <a:pt x="575301" y="1989891"/>
                  </a:lnTo>
                  <a:lnTo>
                    <a:pt x="572148" y="1990033"/>
                  </a:lnTo>
                  <a:lnTo>
                    <a:pt x="568779" y="1989840"/>
                  </a:lnTo>
                  <a:lnTo>
                    <a:pt x="566638" y="1992261"/>
                  </a:lnTo>
                  <a:lnTo>
                    <a:pt x="563056" y="1993784"/>
                  </a:lnTo>
                  <a:lnTo>
                    <a:pt x="555793" y="1997545"/>
                  </a:lnTo>
                  <a:lnTo>
                    <a:pt x="547328" y="1999361"/>
                  </a:lnTo>
                  <a:lnTo>
                    <a:pt x="538054" y="1999710"/>
                  </a:lnTo>
                  <a:lnTo>
                    <a:pt x="533409" y="1998847"/>
                  </a:lnTo>
                  <a:lnTo>
                    <a:pt x="527563" y="1995663"/>
                  </a:lnTo>
                  <a:lnTo>
                    <a:pt x="525601" y="1989637"/>
                  </a:lnTo>
                  <a:lnTo>
                    <a:pt x="526546" y="1987898"/>
                  </a:lnTo>
                  <a:lnTo>
                    <a:pt x="527997" y="1986063"/>
                  </a:lnTo>
                  <a:lnTo>
                    <a:pt x="524035" y="1982121"/>
                  </a:lnTo>
                  <a:lnTo>
                    <a:pt x="520160" y="1978409"/>
                  </a:lnTo>
                  <a:lnTo>
                    <a:pt x="517377" y="1971439"/>
                  </a:lnTo>
                  <a:lnTo>
                    <a:pt x="514539" y="1968855"/>
                  </a:lnTo>
                  <a:lnTo>
                    <a:pt x="512447" y="1964612"/>
                  </a:lnTo>
                  <a:lnTo>
                    <a:pt x="510174" y="1964579"/>
                  </a:lnTo>
                  <a:lnTo>
                    <a:pt x="504390" y="1960344"/>
                  </a:lnTo>
                  <a:lnTo>
                    <a:pt x="500534" y="1954430"/>
                  </a:lnTo>
                  <a:lnTo>
                    <a:pt x="502355" y="1952796"/>
                  </a:lnTo>
                  <a:lnTo>
                    <a:pt x="503962" y="1952246"/>
                  </a:lnTo>
                  <a:lnTo>
                    <a:pt x="505850" y="1948676"/>
                  </a:lnTo>
                  <a:lnTo>
                    <a:pt x="505041" y="1947636"/>
                  </a:lnTo>
                  <a:lnTo>
                    <a:pt x="501933" y="1948047"/>
                  </a:lnTo>
                  <a:lnTo>
                    <a:pt x="499033" y="1950021"/>
                  </a:lnTo>
                  <a:lnTo>
                    <a:pt x="496615" y="1949721"/>
                  </a:lnTo>
                  <a:lnTo>
                    <a:pt x="494121" y="1948957"/>
                  </a:lnTo>
                  <a:lnTo>
                    <a:pt x="492660" y="1945902"/>
                  </a:lnTo>
                  <a:lnTo>
                    <a:pt x="494294" y="1944040"/>
                  </a:lnTo>
                  <a:lnTo>
                    <a:pt x="499024" y="1942570"/>
                  </a:lnTo>
                  <a:lnTo>
                    <a:pt x="503128" y="1938049"/>
                  </a:lnTo>
                  <a:lnTo>
                    <a:pt x="505508" y="1937300"/>
                  </a:lnTo>
                  <a:lnTo>
                    <a:pt x="505153" y="1934218"/>
                  </a:lnTo>
                  <a:lnTo>
                    <a:pt x="504398" y="1932299"/>
                  </a:lnTo>
                  <a:lnTo>
                    <a:pt x="504963" y="1928012"/>
                  </a:lnTo>
                  <a:lnTo>
                    <a:pt x="503713" y="1922869"/>
                  </a:lnTo>
                  <a:lnTo>
                    <a:pt x="503103" y="1921961"/>
                  </a:lnTo>
                  <a:lnTo>
                    <a:pt x="500856" y="1918603"/>
                  </a:lnTo>
                  <a:lnTo>
                    <a:pt x="502737" y="1916305"/>
                  </a:lnTo>
                  <a:lnTo>
                    <a:pt x="505087" y="1913310"/>
                  </a:lnTo>
                  <a:lnTo>
                    <a:pt x="502929" y="1910900"/>
                  </a:lnTo>
                  <a:lnTo>
                    <a:pt x="501366" y="1906937"/>
                  </a:lnTo>
                  <a:lnTo>
                    <a:pt x="498030" y="1905347"/>
                  </a:lnTo>
                  <a:lnTo>
                    <a:pt x="495945" y="1911099"/>
                  </a:lnTo>
                  <a:lnTo>
                    <a:pt x="493885" y="1910634"/>
                  </a:lnTo>
                  <a:lnTo>
                    <a:pt x="491230" y="1909745"/>
                  </a:lnTo>
                  <a:lnTo>
                    <a:pt x="489051" y="1906499"/>
                  </a:lnTo>
                  <a:lnTo>
                    <a:pt x="489687" y="1900589"/>
                  </a:lnTo>
                  <a:lnTo>
                    <a:pt x="490196" y="1897288"/>
                  </a:lnTo>
                  <a:lnTo>
                    <a:pt x="485768" y="1894708"/>
                  </a:lnTo>
                  <a:lnTo>
                    <a:pt x="484526" y="1894795"/>
                  </a:lnTo>
                  <a:lnTo>
                    <a:pt x="482513" y="1888160"/>
                  </a:lnTo>
                  <a:lnTo>
                    <a:pt x="483883" y="1886445"/>
                  </a:lnTo>
                  <a:lnTo>
                    <a:pt x="486368" y="1885474"/>
                  </a:lnTo>
                  <a:lnTo>
                    <a:pt x="487809" y="1883007"/>
                  </a:lnTo>
                  <a:lnTo>
                    <a:pt x="484736" y="1879625"/>
                  </a:lnTo>
                  <a:lnTo>
                    <a:pt x="483550" y="1878085"/>
                  </a:lnTo>
                  <a:lnTo>
                    <a:pt x="481054" y="1878900"/>
                  </a:lnTo>
                  <a:lnTo>
                    <a:pt x="478704" y="1881743"/>
                  </a:lnTo>
                  <a:lnTo>
                    <a:pt x="476759" y="1880166"/>
                  </a:lnTo>
                  <a:lnTo>
                    <a:pt x="475560" y="1873692"/>
                  </a:lnTo>
                  <a:lnTo>
                    <a:pt x="478077" y="1866261"/>
                  </a:lnTo>
                  <a:lnTo>
                    <a:pt x="480860" y="1863764"/>
                  </a:lnTo>
                  <a:lnTo>
                    <a:pt x="479931" y="1860515"/>
                  </a:lnTo>
                  <a:lnTo>
                    <a:pt x="484331" y="1858676"/>
                  </a:lnTo>
                  <a:lnTo>
                    <a:pt x="487958" y="1860641"/>
                  </a:lnTo>
                  <a:lnTo>
                    <a:pt x="492581" y="1859730"/>
                  </a:lnTo>
                  <a:lnTo>
                    <a:pt x="492431" y="1857908"/>
                  </a:lnTo>
                  <a:lnTo>
                    <a:pt x="490339" y="1851798"/>
                  </a:lnTo>
                  <a:lnTo>
                    <a:pt x="490545" y="1845604"/>
                  </a:lnTo>
                  <a:lnTo>
                    <a:pt x="493232" y="1840315"/>
                  </a:lnTo>
                  <a:lnTo>
                    <a:pt x="499777" y="1831514"/>
                  </a:lnTo>
                  <a:lnTo>
                    <a:pt x="505634" y="1822521"/>
                  </a:lnTo>
                  <a:lnTo>
                    <a:pt x="510774" y="1816726"/>
                  </a:lnTo>
                  <a:lnTo>
                    <a:pt x="512335" y="1811849"/>
                  </a:lnTo>
                  <a:lnTo>
                    <a:pt x="515039" y="1808130"/>
                  </a:lnTo>
                  <a:lnTo>
                    <a:pt x="518507" y="1806675"/>
                  </a:lnTo>
                  <a:lnTo>
                    <a:pt x="518125" y="1802204"/>
                  </a:lnTo>
                  <a:lnTo>
                    <a:pt x="518096" y="1798600"/>
                  </a:lnTo>
                  <a:lnTo>
                    <a:pt x="520249" y="1792324"/>
                  </a:lnTo>
                  <a:lnTo>
                    <a:pt x="524221" y="1784853"/>
                  </a:lnTo>
                  <a:lnTo>
                    <a:pt x="526723" y="1779068"/>
                  </a:lnTo>
                  <a:lnTo>
                    <a:pt x="531504" y="1773554"/>
                  </a:lnTo>
                  <a:lnTo>
                    <a:pt x="537852" y="1770885"/>
                  </a:lnTo>
                  <a:lnTo>
                    <a:pt x="541641" y="1770495"/>
                  </a:lnTo>
                  <a:lnTo>
                    <a:pt x="546243" y="1773526"/>
                  </a:lnTo>
                  <a:lnTo>
                    <a:pt x="550213" y="1774444"/>
                  </a:lnTo>
                  <a:lnTo>
                    <a:pt x="552983" y="1779429"/>
                  </a:lnTo>
                  <a:lnTo>
                    <a:pt x="555238" y="1779984"/>
                  </a:lnTo>
                  <a:lnTo>
                    <a:pt x="560516" y="1786829"/>
                  </a:lnTo>
                  <a:lnTo>
                    <a:pt x="567539" y="1785948"/>
                  </a:lnTo>
                  <a:lnTo>
                    <a:pt x="571306" y="1782106"/>
                  </a:lnTo>
                  <a:lnTo>
                    <a:pt x="573408" y="1779989"/>
                  </a:lnTo>
                  <a:lnTo>
                    <a:pt x="574199" y="1776642"/>
                  </a:lnTo>
                  <a:lnTo>
                    <a:pt x="576788" y="1776205"/>
                  </a:lnTo>
                  <a:lnTo>
                    <a:pt x="580184" y="1772275"/>
                  </a:lnTo>
                  <a:lnTo>
                    <a:pt x="582316" y="1769798"/>
                  </a:lnTo>
                  <a:lnTo>
                    <a:pt x="585362" y="1763866"/>
                  </a:lnTo>
                  <a:lnTo>
                    <a:pt x="587315" y="1760999"/>
                  </a:lnTo>
                  <a:lnTo>
                    <a:pt x="582098" y="1755219"/>
                  </a:lnTo>
                  <a:lnTo>
                    <a:pt x="578441" y="1752323"/>
                  </a:lnTo>
                  <a:lnTo>
                    <a:pt x="581727" y="1749384"/>
                  </a:lnTo>
                  <a:lnTo>
                    <a:pt x="586603" y="1749056"/>
                  </a:lnTo>
                  <a:lnTo>
                    <a:pt x="590192" y="1755367"/>
                  </a:lnTo>
                  <a:lnTo>
                    <a:pt x="594792" y="1757452"/>
                  </a:lnTo>
                  <a:lnTo>
                    <a:pt x="596986" y="1762010"/>
                  </a:lnTo>
                  <a:lnTo>
                    <a:pt x="605043" y="1761145"/>
                  </a:lnTo>
                  <a:lnTo>
                    <a:pt x="611728" y="1761737"/>
                  </a:lnTo>
                  <a:lnTo>
                    <a:pt x="617818" y="1759987"/>
                  </a:lnTo>
                  <a:lnTo>
                    <a:pt x="621037" y="1755378"/>
                  </a:lnTo>
                  <a:lnTo>
                    <a:pt x="628958" y="1743033"/>
                  </a:lnTo>
                  <a:lnTo>
                    <a:pt x="629553" y="1738060"/>
                  </a:lnTo>
                  <a:lnTo>
                    <a:pt x="626394" y="1726802"/>
                  </a:lnTo>
                  <a:lnTo>
                    <a:pt x="625489" y="1722298"/>
                  </a:lnTo>
                  <a:lnTo>
                    <a:pt x="625285" y="1712136"/>
                  </a:lnTo>
                  <a:lnTo>
                    <a:pt x="620076" y="1703856"/>
                  </a:lnTo>
                  <a:lnTo>
                    <a:pt x="618035" y="1700180"/>
                  </a:lnTo>
                  <a:lnTo>
                    <a:pt x="611985" y="1698290"/>
                  </a:lnTo>
                  <a:lnTo>
                    <a:pt x="613127" y="1692836"/>
                  </a:lnTo>
                  <a:lnTo>
                    <a:pt x="615241" y="1690206"/>
                  </a:lnTo>
                  <a:lnTo>
                    <a:pt x="619947" y="1693767"/>
                  </a:lnTo>
                  <a:lnTo>
                    <a:pt x="625240" y="1691017"/>
                  </a:lnTo>
                  <a:lnTo>
                    <a:pt x="630453" y="1686053"/>
                  </a:lnTo>
                  <a:lnTo>
                    <a:pt x="630927" y="1679628"/>
                  </a:lnTo>
                  <a:lnTo>
                    <a:pt x="627361" y="1672584"/>
                  </a:lnTo>
                  <a:lnTo>
                    <a:pt x="623895" y="1669353"/>
                  </a:lnTo>
                  <a:lnTo>
                    <a:pt x="622643" y="1667418"/>
                  </a:lnTo>
                  <a:lnTo>
                    <a:pt x="620592" y="1668319"/>
                  </a:lnTo>
                  <a:lnTo>
                    <a:pt x="617595" y="1671722"/>
                  </a:lnTo>
                  <a:lnTo>
                    <a:pt x="616203" y="1675406"/>
                  </a:lnTo>
                  <a:lnTo>
                    <a:pt x="612612" y="1676555"/>
                  </a:lnTo>
                  <a:lnTo>
                    <a:pt x="609500" y="1674883"/>
                  </a:lnTo>
                  <a:lnTo>
                    <a:pt x="606227" y="1676519"/>
                  </a:lnTo>
                  <a:lnTo>
                    <a:pt x="603459" y="1679005"/>
                  </a:lnTo>
                  <a:lnTo>
                    <a:pt x="598846" y="1679859"/>
                  </a:lnTo>
                  <a:lnTo>
                    <a:pt x="595571" y="1681030"/>
                  </a:lnTo>
                  <a:lnTo>
                    <a:pt x="594218" y="1684456"/>
                  </a:lnTo>
                  <a:lnTo>
                    <a:pt x="586209" y="1689819"/>
                  </a:lnTo>
                  <a:lnTo>
                    <a:pt x="584419" y="1693079"/>
                  </a:lnTo>
                  <a:lnTo>
                    <a:pt x="583324" y="1699232"/>
                  </a:lnTo>
                  <a:lnTo>
                    <a:pt x="579673" y="1702448"/>
                  </a:lnTo>
                  <a:lnTo>
                    <a:pt x="578363" y="1695541"/>
                  </a:lnTo>
                  <a:lnTo>
                    <a:pt x="578091" y="1691352"/>
                  </a:lnTo>
                  <a:lnTo>
                    <a:pt x="576175" y="1688402"/>
                  </a:lnTo>
                  <a:lnTo>
                    <a:pt x="573752" y="1689761"/>
                  </a:lnTo>
                  <a:lnTo>
                    <a:pt x="573728" y="1692495"/>
                  </a:lnTo>
                  <a:lnTo>
                    <a:pt x="571935" y="1695027"/>
                  </a:lnTo>
                  <a:lnTo>
                    <a:pt x="570642" y="1698632"/>
                  </a:lnTo>
                  <a:lnTo>
                    <a:pt x="568043" y="1693520"/>
                  </a:lnTo>
                  <a:lnTo>
                    <a:pt x="564235" y="1688680"/>
                  </a:lnTo>
                  <a:lnTo>
                    <a:pt x="557583" y="1685245"/>
                  </a:lnTo>
                  <a:lnTo>
                    <a:pt x="554022" y="1684537"/>
                  </a:lnTo>
                  <a:lnTo>
                    <a:pt x="550278" y="1685777"/>
                  </a:lnTo>
                  <a:lnTo>
                    <a:pt x="546022" y="1684523"/>
                  </a:lnTo>
                  <a:lnTo>
                    <a:pt x="541995" y="1684354"/>
                  </a:lnTo>
                  <a:lnTo>
                    <a:pt x="535710" y="1686722"/>
                  </a:lnTo>
                  <a:lnTo>
                    <a:pt x="528815" y="1690502"/>
                  </a:lnTo>
                  <a:lnTo>
                    <a:pt x="523849" y="1691015"/>
                  </a:lnTo>
                  <a:lnTo>
                    <a:pt x="516881" y="1687142"/>
                  </a:lnTo>
                  <a:lnTo>
                    <a:pt x="504088" y="1681692"/>
                  </a:lnTo>
                  <a:lnTo>
                    <a:pt x="494007" y="1677534"/>
                  </a:lnTo>
                  <a:lnTo>
                    <a:pt x="490116" y="1672504"/>
                  </a:lnTo>
                  <a:lnTo>
                    <a:pt x="489203" y="1665440"/>
                  </a:lnTo>
                  <a:lnTo>
                    <a:pt x="489615" y="1662693"/>
                  </a:lnTo>
                  <a:lnTo>
                    <a:pt x="491800" y="1659294"/>
                  </a:lnTo>
                  <a:lnTo>
                    <a:pt x="491424" y="1657180"/>
                  </a:lnTo>
                  <a:lnTo>
                    <a:pt x="488215" y="1651895"/>
                  </a:lnTo>
                  <a:lnTo>
                    <a:pt x="485763" y="1649182"/>
                  </a:lnTo>
                  <a:lnTo>
                    <a:pt x="485090" y="1646657"/>
                  </a:lnTo>
                  <a:lnTo>
                    <a:pt x="481639" y="1639578"/>
                  </a:lnTo>
                  <a:lnTo>
                    <a:pt x="482358" y="1638825"/>
                  </a:lnTo>
                  <a:lnTo>
                    <a:pt x="488382" y="1640537"/>
                  </a:lnTo>
                  <a:lnTo>
                    <a:pt x="492466" y="1638331"/>
                  </a:lnTo>
                  <a:lnTo>
                    <a:pt x="493693" y="1633890"/>
                  </a:lnTo>
                  <a:lnTo>
                    <a:pt x="496539" y="1631589"/>
                  </a:lnTo>
                  <a:lnTo>
                    <a:pt x="494646" y="1628479"/>
                  </a:lnTo>
                  <a:lnTo>
                    <a:pt x="490980" y="1626826"/>
                  </a:lnTo>
                  <a:lnTo>
                    <a:pt x="487247" y="1626508"/>
                  </a:lnTo>
                  <a:lnTo>
                    <a:pt x="483886" y="1624188"/>
                  </a:lnTo>
                  <a:lnTo>
                    <a:pt x="480051" y="1621988"/>
                  </a:lnTo>
                  <a:lnTo>
                    <a:pt x="473413" y="1620133"/>
                  </a:lnTo>
                  <a:lnTo>
                    <a:pt x="470540" y="1618693"/>
                  </a:lnTo>
                  <a:lnTo>
                    <a:pt x="466199" y="1612884"/>
                  </a:lnTo>
                  <a:lnTo>
                    <a:pt x="462675" y="1609015"/>
                  </a:lnTo>
                  <a:lnTo>
                    <a:pt x="458295" y="160621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7"/>
            <p:cNvSpPr/>
            <p:nvPr/>
          </p:nvSpPr>
          <p:spPr>
            <a:xfrm>
              <a:off x="1326102" y="4314429"/>
              <a:ext cx="511306" cy="1602296"/>
            </a:xfrm>
            <a:custGeom>
              <a:avLst/>
              <a:pathLst>
                <a:path w="511306" h="1602296">
                  <a:moveTo>
                    <a:pt x="457200" y="1600200"/>
                  </a:moveTo>
                  <a:lnTo>
                    <a:pt x="466010" y="1594156"/>
                  </a:lnTo>
                  <a:lnTo>
                    <a:pt x="469109" y="1591730"/>
                  </a:lnTo>
                  <a:lnTo>
                    <a:pt x="472773" y="1586926"/>
                  </a:lnTo>
                  <a:lnTo>
                    <a:pt x="475502" y="1585384"/>
                  </a:lnTo>
                  <a:lnTo>
                    <a:pt x="475018" y="1580334"/>
                  </a:lnTo>
                  <a:lnTo>
                    <a:pt x="476640" y="1576374"/>
                  </a:lnTo>
                  <a:lnTo>
                    <a:pt x="483236" y="1570344"/>
                  </a:lnTo>
                  <a:lnTo>
                    <a:pt x="487941" y="1572356"/>
                  </a:lnTo>
                  <a:lnTo>
                    <a:pt x="488940" y="1568668"/>
                  </a:lnTo>
                  <a:lnTo>
                    <a:pt x="490005" y="1563818"/>
                  </a:lnTo>
                  <a:lnTo>
                    <a:pt x="492050" y="1558879"/>
                  </a:lnTo>
                  <a:lnTo>
                    <a:pt x="495760" y="1556293"/>
                  </a:lnTo>
                  <a:lnTo>
                    <a:pt x="503169" y="1554488"/>
                  </a:lnTo>
                  <a:lnTo>
                    <a:pt x="506966" y="1557600"/>
                  </a:lnTo>
                  <a:lnTo>
                    <a:pt x="511306" y="1558334"/>
                  </a:lnTo>
                  <a:lnTo>
                    <a:pt x="510554" y="1561263"/>
                  </a:lnTo>
                  <a:lnTo>
                    <a:pt x="508768" y="1564058"/>
                  </a:lnTo>
                  <a:lnTo>
                    <a:pt x="509184" y="1566901"/>
                  </a:lnTo>
                  <a:lnTo>
                    <a:pt x="505029" y="1569379"/>
                  </a:lnTo>
                  <a:lnTo>
                    <a:pt x="500286" y="1572363"/>
                  </a:lnTo>
                  <a:lnTo>
                    <a:pt x="493032" y="1575527"/>
                  </a:lnTo>
                  <a:lnTo>
                    <a:pt x="491264" y="1579072"/>
                  </a:lnTo>
                  <a:lnTo>
                    <a:pt x="488696" y="1582726"/>
                  </a:lnTo>
                  <a:lnTo>
                    <a:pt x="487006" y="1586156"/>
                  </a:lnTo>
                  <a:lnTo>
                    <a:pt x="481400" y="1588566"/>
                  </a:lnTo>
                  <a:lnTo>
                    <a:pt x="478684" y="1591030"/>
                  </a:lnTo>
                  <a:lnTo>
                    <a:pt x="476182" y="1594617"/>
                  </a:lnTo>
                  <a:lnTo>
                    <a:pt x="472834" y="1594138"/>
                  </a:lnTo>
                  <a:lnTo>
                    <a:pt x="467217" y="1598573"/>
                  </a:lnTo>
                  <a:lnTo>
                    <a:pt x="461258" y="1601304"/>
                  </a:lnTo>
                  <a:lnTo>
                    <a:pt x="457982" y="160229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8"/>
            <p:cNvSpPr/>
            <p:nvPr/>
          </p:nvSpPr>
          <p:spPr>
            <a:xfrm>
              <a:off x="1325054" y="4057255"/>
              <a:ext cx="468498" cy="1607811"/>
            </a:xfrm>
            <a:custGeom>
              <a:avLst/>
              <a:pathLst>
                <a:path w="468498" h="1607811">
                  <a:moveTo>
                    <a:pt x="457199" y="1600200"/>
                  </a:moveTo>
                  <a:lnTo>
                    <a:pt x="463632" y="1601980"/>
                  </a:lnTo>
                  <a:lnTo>
                    <a:pt x="468071" y="1602530"/>
                  </a:lnTo>
                  <a:lnTo>
                    <a:pt x="468498" y="1605370"/>
                  </a:lnTo>
                  <a:lnTo>
                    <a:pt x="464142" y="1607811"/>
                  </a:lnTo>
                  <a:lnTo>
                    <a:pt x="460873" y="1607096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39"/>
            <p:cNvSpPr/>
            <p:nvPr/>
          </p:nvSpPr>
          <p:spPr>
            <a:xfrm>
              <a:off x="1295076" y="4309801"/>
              <a:ext cx="475581" cy="1605023"/>
            </a:xfrm>
            <a:custGeom>
              <a:avLst/>
              <a:pathLst>
                <a:path w="475581" h="1605023">
                  <a:moveTo>
                    <a:pt x="457200" y="1600200"/>
                  </a:moveTo>
                  <a:lnTo>
                    <a:pt x="460445" y="1591734"/>
                  </a:lnTo>
                  <a:lnTo>
                    <a:pt x="462841" y="1590403"/>
                  </a:lnTo>
                  <a:lnTo>
                    <a:pt x="468608" y="1593714"/>
                  </a:lnTo>
                  <a:lnTo>
                    <a:pt x="472165" y="1589615"/>
                  </a:lnTo>
                  <a:lnTo>
                    <a:pt x="470474" y="1583443"/>
                  </a:lnTo>
                  <a:lnTo>
                    <a:pt x="473102" y="1582079"/>
                  </a:lnTo>
                  <a:lnTo>
                    <a:pt x="475249" y="1586275"/>
                  </a:lnTo>
                  <a:lnTo>
                    <a:pt x="475581" y="1591878"/>
                  </a:lnTo>
                  <a:lnTo>
                    <a:pt x="475144" y="1597638"/>
                  </a:lnTo>
                  <a:lnTo>
                    <a:pt x="473545" y="1603214"/>
                  </a:lnTo>
                  <a:lnTo>
                    <a:pt x="469569" y="1601657"/>
                  </a:lnTo>
                  <a:lnTo>
                    <a:pt x="464896" y="1601145"/>
                  </a:lnTo>
                  <a:lnTo>
                    <a:pt x="460225" y="1604975"/>
                  </a:lnTo>
                  <a:lnTo>
                    <a:pt x="455613" y="160502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0"/>
            <p:cNvSpPr/>
            <p:nvPr/>
          </p:nvSpPr>
          <p:spPr>
            <a:xfrm>
              <a:off x="1309753" y="4015718"/>
              <a:ext cx="465992" cy="1606539"/>
            </a:xfrm>
            <a:custGeom>
              <a:avLst/>
              <a:pathLst>
                <a:path w="465992" h="1606539">
                  <a:moveTo>
                    <a:pt x="457200" y="1600200"/>
                  </a:moveTo>
                  <a:lnTo>
                    <a:pt x="461007" y="1599190"/>
                  </a:lnTo>
                  <a:lnTo>
                    <a:pt x="465992" y="1599745"/>
                  </a:lnTo>
                  <a:lnTo>
                    <a:pt x="465912" y="1603861"/>
                  </a:lnTo>
                  <a:lnTo>
                    <a:pt x="460811" y="1606539"/>
                  </a:lnTo>
                  <a:lnTo>
                    <a:pt x="456798" y="1603605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1"/>
            <p:cNvSpPr/>
            <p:nvPr/>
          </p:nvSpPr>
          <p:spPr>
            <a:xfrm>
              <a:off x="1271789" y="4315941"/>
              <a:ext cx="467408" cy="1606726"/>
            </a:xfrm>
            <a:custGeom>
              <a:avLst/>
              <a:pathLst>
                <a:path w="467408" h="1606726">
                  <a:moveTo>
                    <a:pt x="457200" y="1600200"/>
                  </a:moveTo>
                  <a:lnTo>
                    <a:pt x="462591" y="1596969"/>
                  </a:lnTo>
                  <a:lnTo>
                    <a:pt x="467408" y="1598972"/>
                  </a:lnTo>
                  <a:lnTo>
                    <a:pt x="465186" y="1604807"/>
                  </a:lnTo>
                  <a:lnTo>
                    <a:pt x="461612" y="1604616"/>
                  </a:lnTo>
                  <a:lnTo>
                    <a:pt x="457838" y="1606726"/>
                  </a:lnTo>
                  <a:lnTo>
                    <a:pt x="456032" y="160522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2"/>
            <p:cNvSpPr/>
            <p:nvPr/>
          </p:nvSpPr>
          <p:spPr>
            <a:xfrm>
              <a:off x="1253788" y="4322383"/>
              <a:ext cx="461331" cy="1604651"/>
            </a:xfrm>
            <a:custGeom>
              <a:avLst/>
              <a:pathLst>
                <a:path w="461331" h="1604651">
                  <a:moveTo>
                    <a:pt x="457200" y="1600200"/>
                  </a:moveTo>
                  <a:lnTo>
                    <a:pt x="459322" y="1598226"/>
                  </a:lnTo>
                  <a:lnTo>
                    <a:pt x="461331" y="1600485"/>
                  </a:lnTo>
                  <a:lnTo>
                    <a:pt x="459960" y="1604651"/>
                  </a:lnTo>
                  <a:lnTo>
                    <a:pt x="457302" y="16031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3"/>
            <p:cNvSpPr/>
            <p:nvPr/>
          </p:nvSpPr>
          <p:spPr>
            <a:xfrm>
              <a:off x="1328743" y="3589426"/>
              <a:ext cx="534857" cy="1653194"/>
            </a:xfrm>
            <a:custGeom>
              <a:avLst/>
              <a:pathLst>
                <a:path w="534857" h="1653194">
                  <a:moveTo>
                    <a:pt x="457200" y="1600200"/>
                  </a:moveTo>
                  <a:lnTo>
                    <a:pt x="458993" y="1596810"/>
                  </a:lnTo>
                  <a:lnTo>
                    <a:pt x="459858" y="1590472"/>
                  </a:lnTo>
                  <a:lnTo>
                    <a:pt x="462141" y="1586456"/>
                  </a:lnTo>
                  <a:lnTo>
                    <a:pt x="465425" y="1587069"/>
                  </a:lnTo>
                  <a:lnTo>
                    <a:pt x="465363" y="1591796"/>
                  </a:lnTo>
                  <a:lnTo>
                    <a:pt x="465545" y="1595200"/>
                  </a:lnTo>
                  <a:lnTo>
                    <a:pt x="471157" y="1599540"/>
                  </a:lnTo>
                  <a:lnTo>
                    <a:pt x="479644" y="1604863"/>
                  </a:lnTo>
                  <a:lnTo>
                    <a:pt x="482159" y="1604220"/>
                  </a:lnTo>
                  <a:lnTo>
                    <a:pt x="489479" y="1599975"/>
                  </a:lnTo>
                  <a:lnTo>
                    <a:pt x="492719" y="1599020"/>
                  </a:lnTo>
                  <a:lnTo>
                    <a:pt x="496314" y="1599926"/>
                  </a:lnTo>
                  <a:lnTo>
                    <a:pt x="498076" y="1601532"/>
                  </a:lnTo>
                  <a:lnTo>
                    <a:pt x="499857" y="1605301"/>
                  </a:lnTo>
                  <a:lnTo>
                    <a:pt x="501769" y="1606548"/>
                  </a:lnTo>
                  <a:lnTo>
                    <a:pt x="502193" y="1611694"/>
                  </a:lnTo>
                  <a:lnTo>
                    <a:pt x="502602" y="1616008"/>
                  </a:lnTo>
                  <a:lnTo>
                    <a:pt x="506118" y="1618956"/>
                  </a:lnTo>
                  <a:lnTo>
                    <a:pt x="511130" y="1620730"/>
                  </a:lnTo>
                  <a:lnTo>
                    <a:pt x="513032" y="1623872"/>
                  </a:lnTo>
                  <a:lnTo>
                    <a:pt x="515424" y="1626227"/>
                  </a:lnTo>
                  <a:lnTo>
                    <a:pt x="524876" y="1629262"/>
                  </a:lnTo>
                  <a:lnTo>
                    <a:pt x="528686" y="1630417"/>
                  </a:lnTo>
                  <a:lnTo>
                    <a:pt x="534857" y="1633999"/>
                  </a:lnTo>
                  <a:lnTo>
                    <a:pt x="532449" y="1638870"/>
                  </a:lnTo>
                  <a:lnTo>
                    <a:pt x="529547" y="1642688"/>
                  </a:lnTo>
                  <a:lnTo>
                    <a:pt x="526874" y="1643314"/>
                  </a:lnTo>
                  <a:lnTo>
                    <a:pt x="523715" y="1640061"/>
                  </a:lnTo>
                  <a:lnTo>
                    <a:pt x="519647" y="1639653"/>
                  </a:lnTo>
                  <a:lnTo>
                    <a:pt x="513754" y="1642586"/>
                  </a:lnTo>
                  <a:lnTo>
                    <a:pt x="510838" y="1644695"/>
                  </a:lnTo>
                  <a:lnTo>
                    <a:pt x="509301" y="1647606"/>
                  </a:lnTo>
                  <a:lnTo>
                    <a:pt x="509060" y="1650947"/>
                  </a:lnTo>
                  <a:lnTo>
                    <a:pt x="506858" y="1653194"/>
                  </a:lnTo>
                  <a:lnTo>
                    <a:pt x="503977" y="1651128"/>
                  </a:lnTo>
                  <a:lnTo>
                    <a:pt x="503965" y="1645520"/>
                  </a:lnTo>
                  <a:lnTo>
                    <a:pt x="502174" y="1640930"/>
                  </a:lnTo>
                  <a:lnTo>
                    <a:pt x="498394" y="1636304"/>
                  </a:lnTo>
                  <a:lnTo>
                    <a:pt x="495049" y="1634409"/>
                  </a:lnTo>
                  <a:lnTo>
                    <a:pt x="493052" y="1634178"/>
                  </a:lnTo>
                  <a:lnTo>
                    <a:pt x="492617" y="1630057"/>
                  </a:lnTo>
                  <a:lnTo>
                    <a:pt x="490140" y="1624431"/>
                  </a:lnTo>
                  <a:lnTo>
                    <a:pt x="484838" y="1619144"/>
                  </a:lnTo>
                  <a:lnTo>
                    <a:pt x="479357" y="1615159"/>
                  </a:lnTo>
                  <a:lnTo>
                    <a:pt x="475068" y="1613772"/>
                  </a:lnTo>
                  <a:lnTo>
                    <a:pt x="470703" y="1614825"/>
                  </a:lnTo>
                  <a:lnTo>
                    <a:pt x="468877" y="1616373"/>
                  </a:lnTo>
                  <a:lnTo>
                    <a:pt x="464443" y="1619398"/>
                  </a:lnTo>
                  <a:lnTo>
                    <a:pt x="462226" y="1617718"/>
                  </a:lnTo>
                  <a:lnTo>
                    <a:pt x="459048" y="1614868"/>
                  </a:lnTo>
                  <a:lnTo>
                    <a:pt x="456981" y="1612657"/>
                  </a:lnTo>
                  <a:lnTo>
                    <a:pt x="455921" y="160535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4"/>
            <p:cNvSpPr/>
            <p:nvPr/>
          </p:nvSpPr>
          <p:spPr>
            <a:xfrm>
              <a:off x="1207152" y="4326092"/>
              <a:ext cx="468257" cy="1604264"/>
            </a:xfrm>
            <a:custGeom>
              <a:avLst/>
              <a:pathLst>
                <a:path w="468257" h="1604264">
                  <a:moveTo>
                    <a:pt x="457200" y="1600200"/>
                  </a:moveTo>
                  <a:lnTo>
                    <a:pt x="459840" y="1597298"/>
                  </a:lnTo>
                  <a:lnTo>
                    <a:pt x="463428" y="1595755"/>
                  </a:lnTo>
                  <a:lnTo>
                    <a:pt x="467570" y="1598249"/>
                  </a:lnTo>
                  <a:lnTo>
                    <a:pt x="468257" y="1600836"/>
                  </a:lnTo>
                  <a:lnTo>
                    <a:pt x="463999" y="1603576"/>
                  </a:lnTo>
                  <a:lnTo>
                    <a:pt x="459875" y="1604264"/>
                  </a:lnTo>
                  <a:lnTo>
                    <a:pt x="455883" y="160410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5"/>
            <p:cNvSpPr/>
            <p:nvPr/>
          </p:nvSpPr>
          <p:spPr>
            <a:xfrm>
              <a:off x="1262947" y="3769195"/>
              <a:ext cx="476552" cy="1632364"/>
            </a:xfrm>
            <a:custGeom>
              <a:avLst/>
              <a:pathLst>
                <a:path w="476552" h="1632364">
                  <a:moveTo>
                    <a:pt x="457199" y="1600200"/>
                  </a:moveTo>
                  <a:lnTo>
                    <a:pt x="460571" y="1607893"/>
                  </a:lnTo>
                  <a:lnTo>
                    <a:pt x="461429" y="1614069"/>
                  </a:lnTo>
                  <a:lnTo>
                    <a:pt x="468725" y="1622929"/>
                  </a:lnTo>
                  <a:lnTo>
                    <a:pt x="473039" y="1625936"/>
                  </a:lnTo>
                  <a:lnTo>
                    <a:pt x="476552" y="1629881"/>
                  </a:lnTo>
                  <a:lnTo>
                    <a:pt x="475716" y="1632364"/>
                  </a:lnTo>
                  <a:lnTo>
                    <a:pt x="471328" y="1630204"/>
                  </a:lnTo>
                  <a:lnTo>
                    <a:pt x="465542" y="1627456"/>
                  </a:lnTo>
                  <a:lnTo>
                    <a:pt x="459350" y="1618089"/>
                  </a:lnTo>
                  <a:lnTo>
                    <a:pt x="455243" y="1613540"/>
                  </a:lnTo>
                  <a:lnTo>
                    <a:pt x="455553" y="1602921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6"/>
            <p:cNvSpPr/>
            <p:nvPr/>
          </p:nvSpPr>
          <p:spPr>
            <a:xfrm>
              <a:off x="1111153" y="4321332"/>
              <a:ext cx="540265" cy="1618370"/>
            </a:xfrm>
            <a:custGeom>
              <a:avLst/>
              <a:pathLst>
                <a:path w="540265" h="1618370">
                  <a:moveTo>
                    <a:pt x="457200" y="1600200"/>
                  </a:moveTo>
                  <a:lnTo>
                    <a:pt x="466936" y="1600151"/>
                  </a:lnTo>
                  <a:lnTo>
                    <a:pt x="472245" y="1598979"/>
                  </a:lnTo>
                  <a:lnTo>
                    <a:pt x="478258" y="1600522"/>
                  </a:lnTo>
                  <a:lnTo>
                    <a:pt x="484116" y="1599686"/>
                  </a:lnTo>
                  <a:lnTo>
                    <a:pt x="487697" y="1596971"/>
                  </a:lnTo>
                  <a:lnTo>
                    <a:pt x="488654" y="1590379"/>
                  </a:lnTo>
                  <a:lnTo>
                    <a:pt x="493478" y="1587461"/>
                  </a:lnTo>
                  <a:lnTo>
                    <a:pt x="498822" y="1585713"/>
                  </a:lnTo>
                  <a:lnTo>
                    <a:pt x="502716" y="1588469"/>
                  </a:lnTo>
                  <a:lnTo>
                    <a:pt x="505125" y="1593937"/>
                  </a:lnTo>
                  <a:lnTo>
                    <a:pt x="502417" y="1598819"/>
                  </a:lnTo>
                  <a:lnTo>
                    <a:pt x="502589" y="1605791"/>
                  </a:lnTo>
                  <a:lnTo>
                    <a:pt x="506938" y="1606354"/>
                  </a:lnTo>
                  <a:lnTo>
                    <a:pt x="515608" y="1607863"/>
                  </a:lnTo>
                  <a:lnTo>
                    <a:pt x="520067" y="1607951"/>
                  </a:lnTo>
                  <a:lnTo>
                    <a:pt x="525199" y="1612510"/>
                  </a:lnTo>
                  <a:lnTo>
                    <a:pt x="532383" y="1612823"/>
                  </a:lnTo>
                  <a:lnTo>
                    <a:pt x="540265" y="1615742"/>
                  </a:lnTo>
                  <a:lnTo>
                    <a:pt x="538875" y="1618370"/>
                  </a:lnTo>
                  <a:lnTo>
                    <a:pt x="532072" y="1618310"/>
                  </a:lnTo>
                  <a:lnTo>
                    <a:pt x="524059" y="1617628"/>
                  </a:lnTo>
                  <a:lnTo>
                    <a:pt x="519836" y="1616943"/>
                  </a:lnTo>
                  <a:lnTo>
                    <a:pt x="513596" y="1613552"/>
                  </a:lnTo>
                  <a:lnTo>
                    <a:pt x="509104" y="1613366"/>
                  </a:lnTo>
                  <a:lnTo>
                    <a:pt x="506312" y="1612327"/>
                  </a:lnTo>
                  <a:lnTo>
                    <a:pt x="499468" y="1609245"/>
                  </a:lnTo>
                  <a:lnTo>
                    <a:pt x="493315" y="1606650"/>
                  </a:lnTo>
                  <a:lnTo>
                    <a:pt x="489596" y="1606312"/>
                  </a:lnTo>
                  <a:lnTo>
                    <a:pt x="488208" y="1610647"/>
                  </a:lnTo>
                  <a:lnTo>
                    <a:pt x="483187" y="1607842"/>
                  </a:lnTo>
                  <a:lnTo>
                    <a:pt x="476646" y="1608272"/>
                  </a:lnTo>
                  <a:lnTo>
                    <a:pt x="471270" y="1606129"/>
                  </a:lnTo>
                  <a:lnTo>
                    <a:pt x="466879" y="1605913"/>
                  </a:lnTo>
                  <a:lnTo>
                    <a:pt x="461974" y="1604391"/>
                  </a:lnTo>
                  <a:lnTo>
                    <a:pt x="456069" y="1603184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7"/>
            <p:cNvSpPr/>
            <p:nvPr/>
          </p:nvSpPr>
          <p:spPr>
            <a:xfrm>
              <a:off x="1050383" y="4330201"/>
              <a:ext cx="513011" cy="1606886"/>
            </a:xfrm>
            <a:custGeom>
              <a:avLst/>
              <a:pathLst>
                <a:path w="513011" h="1606886">
                  <a:moveTo>
                    <a:pt x="457200" y="1600200"/>
                  </a:moveTo>
                  <a:lnTo>
                    <a:pt x="459334" y="1593257"/>
                  </a:lnTo>
                  <a:lnTo>
                    <a:pt x="464371" y="1592260"/>
                  </a:lnTo>
                  <a:lnTo>
                    <a:pt x="465361" y="1590110"/>
                  </a:lnTo>
                  <a:lnTo>
                    <a:pt x="464212" y="1585736"/>
                  </a:lnTo>
                  <a:lnTo>
                    <a:pt x="465825" y="1583536"/>
                  </a:lnTo>
                  <a:lnTo>
                    <a:pt x="468433" y="1584366"/>
                  </a:lnTo>
                  <a:lnTo>
                    <a:pt x="472912" y="1582963"/>
                  </a:lnTo>
                  <a:lnTo>
                    <a:pt x="473572" y="1586405"/>
                  </a:lnTo>
                  <a:lnTo>
                    <a:pt x="472982" y="1589366"/>
                  </a:lnTo>
                  <a:lnTo>
                    <a:pt x="471640" y="1593611"/>
                  </a:lnTo>
                  <a:lnTo>
                    <a:pt x="476862" y="1593759"/>
                  </a:lnTo>
                  <a:lnTo>
                    <a:pt x="481158" y="1594160"/>
                  </a:lnTo>
                  <a:lnTo>
                    <a:pt x="486060" y="1594803"/>
                  </a:lnTo>
                  <a:lnTo>
                    <a:pt x="486789" y="1590527"/>
                  </a:lnTo>
                  <a:lnTo>
                    <a:pt x="486713" y="1587035"/>
                  </a:lnTo>
                  <a:lnTo>
                    <a:pt x="486285" y="1582430"/>
                  </a:lnTo>
                  <a:lnTo>
                    <a:pt x="488879" y="1579523"/>
                  </a:lnTo>
                  <a:lnTo>
                    <a:pt x="492067" y="1580932"/>
                  </a:lnTo>
                  <a:lnTo>
                    <a:pt x="493393" y="1584234"/>
                  </a:lnTo>
                  <a:lnTo>
                    <a:pt x="497001" y="1590035"/>
                  </a:lnTo>
                  <a:lnTo>
                    <a:pt x="499742" y="1591129"/>
                  </a:lnTo>
                  <a:lnTo>
                    <a:pt x="504797" y="1592160"/>
                  </a:lnTo>
                  <a:lnTo>
                    <a:pt x="512427" y="1592838"/>
                  </a:lnTo>
                  <a:lnTo>
                    <a:pt x="513011" y="1595734"/>
                  </a:lnTo>
                  <a:lnTo>
                    <a:pt x="505180" y="1596357"/>
                  </a:lnTo>
                  <a:lnTo>
                    <a:pt x="499832" y="1595942"/>
                  </a:lnTo>
                  <a:lnTo>
                    <a:pt x="493149" y="1599161"/>
                  </a:lnTo>
                  <a:lnTo>
                    <a:pt x="491544" y="1601782"/>
                  </a:lnTo>
                  <a:lnTo>
                    <a:pt x="485672" y="1602442"/>
                  </a:lnTo>
                  <a:lnTo>
                    <a:pt x="480823" y="1602992"/>
                  </a:lnTo>
                  <a:lnTo>
                    <a:pt x="474481" y="1602289"/>
                  </a:lnTo>
                  <a:lnTo>
                    <a:pt x="471546" y="1603391"/>
                  </a:lnTo>
                  <a:lnTo>
                    <a:pt x="467268" y="1604968"/>
                  </a:lnTo>
                  <a:lnTo>
                    <a:pt x="464855" y="1606886"/>
                  </a:lnTo>
                  <a:lnTo>
                    <a:pt x="461532" y="1606243"/>
                  </a:lnTo>
                  <a:lnTo>
                    <a:pt x="456749" y="1606622"/>
                  </a:lnTo>
                  <a:lnTo>
                    <a:pt x="455188" y="160509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8"/>
            <p:cNvSpPr/>
            <p:nvPr/>
          </p:nvSpPr>
          <p:spPr>
            <a:xfrm>
              <a:off x="1025741" y="4319140"/>
              <a:ext cx="480421" cy="1608403"/>
            </a:xfrm>
            <a:custGeom>
              <a:avLst/>
              <a:pathLst>
                <a:path w="480421" h="1608403">
                  <a:moveTo>
                    <a:pt x="457200" y="1600200"/>
                  </a:moveTo>
                  <a:lnTo>
                    <a:pt x="463659" y="1600269"/>
                  </a:lnTo>
                  <a:lnTo>
                    <a:pt x="469975" y="1601579"/>
                  </a:lnTo>
                  <a:lnTo>
                    <a:pt x="473175" y="1600757"/>
                  </a:lnTo>
                  <a:lnTo>
                    <a:pt x="475150" y="1594033"/>
                  </a:lnTo>
                  <a:lnTo>
                    <a:pt x="476089" y="1592047"/>
                  </a:lnTo>
                  <a:lnTo>
                    <a:pt x="478877" y="1593336"/>
                  </a:lnTo>
                  <a:lnTo>
                    <a:pt x="480421" y="1596349"/>
                  </a:lnTo>
                  <a:lnTo>
                    <a:pt x="477929" y="1600357"/>
                  </a:lnTo>
                  <a:lnTo>
                    <a:pt x="476704" y="1607561"/>
                  </a:lnTo>
                  <a:lnTo>
                    <a:pt x="473539" y="1608165"/>
                  </a:lnTo>
                  <a:lnTo>
                    <a:pt x="470408" y="1608403"/>
                  </a:lnTo>
                  <a:lnTo>
                    <a:pt x="468005" y="1606607"/>
                  </a:lnTo>
                  <a:lnTo>
                    <a:pt x="463122" y="1606151"/>
                  </a:lnTo>
                  <a:lnTo>
                    <a:pt x="457003" y="1606306"/>
                  </a:lnTo>
                  <a:lnTo>
                    <a:pt x="455504" y="160244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49"/>
            <p:cNvSpPr/>
            <p:nvPr/>
          </p:nvSpPr>
          <p:spPr>
            <a:xfrm>
              <a:off x="1009021" y="4302898"/>
              <a:ext cx="476891" cy="1623592"/>
            </a:xfrm>
            <a:custGeom>
              <a:avLst/>
              <a:pathLst>
                <a:path w="476891" h="1623592">
                  <a:moveTo>
                    <a:pt x="457200" y="1600200"/>
                  </a:moveTo>
                  <a:lnTo>
                    <a:pt x="461025" y="1600423"/>
                  </a:lnTo>
                  <a:lnTo>
                    <a:pt x="465785" y="1602162"/>
                  </a:lnTo>
                  <a:lnTo>
                    <a:pt x="467395" y="1607087"/>
                  </a:lnTo>
                  <a:lnTo>
                    <a:pt x="471874" y="1608706"/>
                  </a:lnTo>
                  <a:lnTo>
                    <a:pt x="476891" y="1609657"/>
                  </a:lnTo>
                  <a:lnTo>
                    <a:pt x="475202" y="1612809"/>
                  </a:lnTo>
                  <a:lnTo>
                    <a:pt x="471244" y="1613617"/>
                  </a:lnTo>
                  <a:lnTo>
                    <a:pt x="468134" y="1616855"/>
                  </a:lnTo>
                  <a:lnTo>
                    <a:pt x="466409" y="1618583"/>
                  </a:lnTo>
                  <a:lnTo>
                    <a:pt x="464174" y="1623592"/>
                  </a:lnTo>
                  <a:lnTo>
                    <a:pt x="459733" y="1619943"/>
                  </a:lnTo>
                  <a:lnTo>
                    <a:pt x="457684" y="1616027"/>
                  </a:lnTo>
                  <a:lnTo>
                    <a:pt x="460145" y="1614929"/>
                  </a:lnTo>
                  <a:lnTo>
                    <a:pt x="462799" y="1614994"/>
                  </a:lnTo>
                  <a:lnTo>
                    <a:pt x="462969" y="1610510"/>
                  </a:lnTo>
                  <a:lnTo>
                    <a:pt x="460076" y="1607798"/>
                  </a:lnTo>
                  <a:lnTo>
                    <a:pt x="455854" y="1602578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0"/>
            <p:cNvSpPr/>
            <p:nvPr/>
          </p:nvSpPr>
          <p:spPr>
            <a:xfrm>
              <a:off x="981474" y="4317380"/>
              <a:ext cx="469366" cy="1604020"/>
            </a:xfrm>
            <a:custGeom>
              <a:avLst/>
              <a:pathLst>
                <a:path w="469366" h="1604020">
                  <a:moveTo>
                    <a:pt x="457200" y="1600200"/>
                  </a:moveTo>
                  <a:lnTo>
                    <a:pt x="465121" y="1598900"/>
                  </a:lnTo>
                  <a:lnTo>
                    <a:pt x="469366" y="1601341"/>
                  </a:lnTo>
                  <a:lnTo>
                    <a:pt x="467735" y="1604020"/>
                  </a:lnTo>
                  <a:lnTo>
                    <a:pt x="462296" y="1603774"/>
                  </a:lnTo>
                  <a:lnTo>
                    <a:pt x="459163" y="1602440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1"/>
            <p:cNvSpPr/>
            <p:nvPr/>
          </p:nvSpPr>
          <p:spPr>
            <a:xfrm>
              <a:off x="984723" y="4299936"/>
              <a:ext cx="461594" cy="1607180"/>
            </a:xfrm>
            <a:custGeom>
              <a:avLst/>
              <a:pathLst>
                <a:path w="461594" h="1607180">
                  <a:moveTo>
                    <a:pt x="457200" y="1600200"/>
                  </a:moveTo>
                  <a:lnTo>
                    <a:pt x="460702" y="1600390"/>
                  </a:lnTo>
                  <a:lnTo>
                    <a:pt x="461594" y="1605348"/>
                  </a:lnTo>
                  <a:lnTo>
                    <a:pt x="459153" y="1607180"/>
                  </a:lnTo>
                  <a:lnTo>
                    <a:pt x="455916" y="1603842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2"/>
            <p:cNvSpPr/>
            <p:nvPr/>
          </p:nvSpPr>
          <p:spPr>
            <a:xfrm>
              <a:off x="968488" y="4333291"/>
              <a:ext cx="467121" cy="1604633"/>
            </a:xfrm>
            <a:custGeom>
              <a:avLst/>
              <a:pathLst>
                <a:path w="467121" h="1604633">
                  <a:moveTo>
                    <a:pt x="457200" y="1600200"/>
                  </a:moveTo>
                  <a:lnTo>
                    <a:pt x="464857" y="1593335"/>
                  </a:lnTo>
                  <a:lnTo>
                    <a:pt x="466936" y="1596140"/>
                  </a:lnTo>
                  <a:lnTo>
                    <a:pt x="467121" y="1599174"/>
                  </a:lnTo>
                  <a:lnTo>
                    <a:pt x="460474" y="1603212"/>
                  </a:lnTo>
                  <a:lnTo>
                    <a:pt x="458241" y="1604633"/>
                  </a:lnTo>
                  <a:close/>
                </a:path>
              </a:pathLst>
            </a:custGeom>
            <a:solidFill>
              <a:srgbClr val="E46B5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3"/>
            <p:cNvSpPr/>
            <p:nvPr/>
          </p:nvSpPr>
          <p:spPr>
            <a:xfrm>
              <a:off x="2053693" y="2833960"/>
              <a:ext cx="1109071" cy="1839829"/>
            </a:xfrm>
            <a:custGeom>
              <a:avLst/>
              <a:pathLst>
                <a:path w="1109071" h="1839829">
                  <a:moveTo>
                    <a:pt x="457200" y="1600199"/>
                  </a:moveTo>
                  <a:lnTo>
                    <a:pt x="456639" y="1597141"/>
                  </a:lnTo>
                  <a:lnTo>
                    <a:pt x="461844" y="1593990"/>
                  </a:lnTo>
                  <a:lnTo>
                    <a:pt x="467834" y="1586302"/>
                  </a:lnTo>
                  <a:lnTo>
                    <a:pt x="469701" y="1583754"/>
                  </a:lnTo>
                  <a:lnTo>
                    <a:pt x="473512" y="1585345"/>
                  </a:lnTo>
                  <a:lnTo>
                    <a:pt x="478993" y="1585410"/>
                  </a:lnTo>
                  <a:lnTo>
                    <a:pt x="483762" y="1585464"/>
                  </a:lnTo>
                  <a:lnTo>
                    <a:pt x="487415" y="1582644"/>
                  </a:lnTo>
                  <a:lnTo>
                    <a:pt x="488437" y="1581855"/>
                  </a:lnTo>
                  <a:lnTo>
                    <a:pt x="496082" y="1575284"/>
                  </a:lnTo>
                  <a:lnTo>
                    <a:pt x="497737" y="1568427"/>
                  </a:lnTo>
                  <a:lnTo>
                    <a:pt x="496747" y="1565519"/>
                  </a:lnTo>
                  <a:lnTo>
                    <a:pt x="497164" y="1559493"/>
                  </a:lnTo>
                  <a:lnTo>
                    <a:pt x="495027" y="1552654"/>
                  </a:lnTo>
                  <a:lnTo>
                    <a:pt x="494417" y="1552390"/>
                  </a:lnTo>
                  <a:lnTo>
                    <a:pt x="488700" y="1549912"/>
                  </a:lnTo>
                  <a:lnTo>
                    <a:pt x="483127" y="1549635"/>
                  </a:lnTo>
                  <a:lnTo>
                    <a:pt x="478881" y="1548022"/>
                  </a:lnTo>
                  <a:lnTo>
                    <a:pt x="476514" y="1539124"/>
                  </a:lnTo>
                  <a:lnTo>
                    <a:pt x="480295" y="1532958"/>
                  </a:lnTo>
                  <a:lnTo>
                    <a:pt x="481763" y="1524296"/>
                  </a:lnTo>
                  <a:lnTo>
                    <a:pt x="482612" y="1521257"/>
                  </a:lnTo>
                  <a:lnTo>
                    <a:pt x="478223" y="1516395"/>
                  </a:lnTo>
                  <a:lnTo>
                    <a:pt x="480463" y="1512334"/>
                  </a:lnTo>
                  <a:lnTo>
                    <a:pt x="481537" y="1505817"/>
                  </a:lnTo>
                  <a:lnTo>
                    <a:pt x="480240" y="1502007"/>
                  </a:lnTo>
                  <a:lnTo>
                    <a:pt x="485755" y="1501303"/>
                  </a:lnTo>
                  <a:lnTo>
                    <a:pt x="489805" y="1501452"/>
                  </a:lnTo>
                  <a:lnTo>
                    <a:pt x="490628" y="1500232"/>
                  </a:lnTo>
                  <a:lnTo>
                    <a:pt x="494971" y="1493792"/>
                  </a:lnTo>
                  <a:lnTo>
                    <a:pt x="503571" y="1487525"/>
                  </a:lnTo>
                  <a:lnTo>
                    <a:pt x="504126" y="1480765"/>
                  </a:lnTo>
                  <a:lnTo>
                    <a:pt x="505569" y="1474092"/>
                  </a:lnTo>
                  <a:lnTo>
                    <a:pt x="508226" y="1470591"/>
                  </a:lnTo>
                  <a:lnTo>
                    <a:pt x="509579" y="1467532"/>
                  </a:lnTo>
                  <a:lnTo>
                    <a:pt x="509510" y="1462314"/>
                  </a:lnTo>
                  <a:lnTo>
                    <a:pt x="509190" y="1453775"/>
                  </a:lnTo>
                  <a:lnTo>
                    <a:pt x="511391" y="1449556"/>
                  </a:lnTo>
                  <a:lnTo>
                    <a:pt x="511765" y="1445038"/>
                  </a:lnTo>
                  <a:lnTo>
                    <a:pt x="509616" y="1441154"/>
                  </a:lnTo>
                  <a:lnTo>
                    <a:pt x="512749" y="1438071"/>
                  </a:lnTo>
                  <a:lnTo>
                    <a:pt x="519336" y="1432442"/>
                  </a:lnTo>
                  <a:lnTo>
                    <a:pt x="521896" y="1428895"/>
                  </a:lnTo>
                  <a:lnTo>
                    <a:pt x="523132" y="1424530"/>
                  </a:lnTo>
                  <a:lnTo>
                    <a:pt x="523603" y="1422865"/>
                  </a:lnTo>
                  <a:lnTo>
                    <a:pt x="526201" y="1420949"/>
                  </a:lnTo>
                  <a:lnTo>
                    <a:pt x="532513" y="1419145"/>
                  </a:lnTo>
                  <a:lnTo>
                    <a:pt x="538730" y="1416143"/>
                  </a:lnTo>
                  <a:lnTo>
                    <a:pt x="545515" y="1414753"/>
                  </a:lnTo>
                  <a:lnTo>
                    <a:pt x="551747" y="1409128"/>
                  </a:lnTo>
                  <a:lnTo>
                    <a:pt x="556068" y="1407394"/>
                  </a:lnTo>
                  <a:lnTo>
                    <a:pt x="556697" y="1402009"/>
                  </a:lnTo>
                  <a:lnTo>
                    <a:pt x="556738" y="1401664"/>
                  </a:lnTo>
                  <a:lnTo>
                    <a:pt x="554227" y="1396319"/>
                  </a:lnTo>
                  <a:lnTo>
                    <a:pt x="546012" y="1387822"/>
                  </a:lnTo>
                  <a:lnTo>
                    <a:pt x="539735" y="1380608"/>
                  </a:lnTo>
                  <a:lnTo>
                    <a:pt x="535342" y="1379811"/>
                  </a:lnTo>
                  <a:lnTo>
                    <a:pt x="536657" y="1371698"/>
                  </a:lnTo>
                  <a:lnTo>
                    <a:pt x="533412" y="1363045"/>
                  </a:lnTo>
                  <a:lnTo>
                    <a:pt x="531191" y="1348727"/>
                  </a:lnTo>
                  <a:lnTo>
                    <a:pt x="529241" y="1344145"/>
                  </a:lnTo>
                  <a:lnTo>
                    <a:pt x="522370" y="1331536"/>
                  </a:lnTo>
                  <a:lnTo>
                    <a:pt x="517655" y="1323443"/>
                  </a:lnTo>
                  <a:lnTo>
                    <a:pt x="519478" y="1314910"/>
                  </a:lnTo>
                  <a:lnTo>
                    <a:pt x="520246" y="1307621"/>
                  </a:lnTo>
                  <a:lnTo>
                    <a:pt x="522384" y="1299588"/>
                  </a:lnTo>
                  <a:lnTo>
                    <a:pt x="523934" y="1293150"/>
                  </a:lnTo>
                  <a:lnTo>
                    <a:pt x="526006" y="1293587"/>
                  </a:lnTo>
                  <a:lnTo>
                    <a:pt x="528992" y="1291879"/>
                  </a:lnTo>
                  <a:lnTo>
                    <a:pt x="529951" y="1276440"/>
                  </a:lnTo>
                  <a:lnTo>
                    <a:pt x="528818" y="1257666"/>
                  </a:lnTo>
                  <a:lnTo>
                    <a:pt x="525871" y="1252097"/>
                  </a:lnTo>
                  <a:lnTo>
                    <a:pt x="527480" y="1242910"/>
                  </a:lnTo>
                  <a:lnTo>
                    <a:pt x="529437" y="1235235"/>
                  </a:lnTo>
                  <a:lnTo>
                    <a:pt x="530140" y="1232480"/>
                  </a:lnTo>
                  <a:lnTo>
                    <a:pt x="527355" y="1226857"/>
                  </a:lnTo>
                  <a:lnTo>
                    <a:pt x="528190" y="1216612"/>
                  </a:lnTo>
                  <a:lnTo>
                    <a:pt x="529151" y="1206562"/>
                  </a:lnTo>
                  <a:lnTo>
                    <a:pt x="533525" y="1200957"/>
                  </a:lnTo>
                  <a:lnTo>
                    <a:pt x="531215" y="1195913"/>
                  </a:lnTo>
                  <a:lnTo>
                    <a:pt x="528988" y="1190193"/>
                  </a:lnTo>
                  <a:lnTo>
                    <a:pt x="529148" y="1181875"/>
                  </a:lnTo>
                  <a:lnTo>
                    <a:pt x="530209" y="1174990"/>
                  </a:lnTo>
                  <a:lnTo>
                    <a:pt x="530296" y="1174424"/>
                  </a:lnTo>
                  <a:lnTo>
                    <a:pt x="531679" y="1170395"/>
                  </a:lnTo>
                  <a:lnTo>
                    <a:pt x="538822" y="1170022"/>
                  </a:lnTo>
                  <a:lnTo>
                    <a:pt x="543114" y="1167790"/>
                  </a:lnTo>
                  <a:lnTo>
                    <a:pt x="548842" y="1167460"/>
                  </a:lnTo>
                  <a:lnTo>
                    <a:pt x="554792" y="1168587"/>
                  </a:lnTo>
                  <a:lnTo>
                    <a:pt x="556812" y="1171663"/>
                  </a:lnTo>
                  <a:lnTo>
                    <a:pt x="560550" y="1172693"/>
                  </a:lnTo>
                  <a:lnTo>
                    <a:pt x="564063" y="1170860"/>
                  </a:lnTo>
                  <a:lnTo>
                    <a:pt x="568447" y="1171956"/>
                  </a:lnTo>
                  <a:lnTo>
                    <a:pt x="571214" y="1176866"/>
                  </a:lnTo>
                  <a:lnTo>
                    <a:pt x="572441" y="1182747"/>
                  </a:lnTo>
                  <a:lnTo>
                    <a:pt x="576418" y="1186890"/>
                  </a:lnTo>
                  <a:lnTo>
                    <a:pt x="581677" y="1190330"/>
                  </a:lnTo>
                  <a:lnTo>
                    <a:pt x="587991" y="1190280"/>
                  </a:lnTo>
                  <a:lnTo>
                    <a:pt x="589877" y="1186992"/>
                  </a:lnTo>
                  <a:lnTo>
                    <a:pt x="594979" y="1179218"/>
                  </a:lnTo>
                  <a:lnTo>
                    <a:pt x="601605" y="1171205"/>
                  </a:lnTo>
                  <a:lnTo>
                    <a:pt x="602889" y="1161984"/>
                  </a:lnTo>
                  <a:lnTo>
                    <a:pt x="604030" y="1155023"/>
                  </a:lnTo>
                  <a:lnTo>
                    <a:pt x="609152" y="1120748"/>
                  </a:lnTo>
                  <a:lnTo>
                    <a:pt x="613664" y="1091336"/>
                  </a:lnTo>
                  <a:lnTo>
                    <a:pt x="616641" y="1071989"/>
                  </a:lnTo>
                  <a:lnTo>
                    <a:pt x="624922" y="1073439"/>
                  </a:lnTo>
                  <a:lnTo>
                    <a:pt x="722852" y="1089350"/>
                  </a:lnTo>
                  <a:lnTo>
                    <a:pt x="729454" y="1090370"/>
                  </a:lnTo>
                  <a:lnTo>
                    <a:pt x="736294" y="1091421"/>
                  </a:lnTo>
                  <a:lnTo>
                    <a:pt x="764217" y="1095651"/>
                  </a:lnTo>
                  <a:lnTo>
                    <a:pt x="764858" y="1095747"/>
                  </a:lnTo>
                  <a:lnTo>
                    <a:pt x="782627" y="1098379"/>
                  </a:lnTo>
                  <a:lnTo>
                    <a:pt x="875525" y="1111621"/>
                  </a:lnTo>
                  <a:lnTo>
                    <a:pt x="876229" y="1111717"/>
                  </a:lnTo>
                  <a:lnTo>
                    <a:pt x="888772" y="1113557"/>
                  </a:lnTo>
                  <a:lnTo>
                    <a:pt x="891486" y="1113893"/>
                  </a:lnTo>
                  <a:lnTo>
                    <a:pt x="909658" y="1116122"/>
                  </a:lnTo>
                  <a:lnTo>
                    <a:pt x="940784" y="1120103"/>
                  </a:lnTo>
                  <a:lnTo>
                    <a:pt x="968361" y="1124271"/>
                  </a:lnTo>
                  <a:lnTo>
                    <a:pt x="1014680" y="1129968"/>
                  </a:lnTo>
                  <a:lnTo>
                    <a:pt x="1064592" y="1135664"/>
                  </a:lnTo>
                  <a:lnTo>
                    <a:pt x="1109071" y="1140612"/>
                  </a:lnTo>
                  <a:lnTo>
                    <a:pt x="1107509" y="1155999"/>
                  </a:lnTo>
                  <a:lnTo>
                    <a:pt x="1098167" y="1249622"/>
                  </a:lnTo>
                  <a:lnTo>
                    <a:pt x="1096757" y="1263747"/>
                  </a:lnTo>
                  <a:lnTo>
                    <a:pt x="1095244" y="1278930"/>
                  </a:lnTo>
                  <a:lnTo>
                    <a:pt x="1091990" y="1311733"/>
                  </a:lnTo>
                  <a:lnTo>
                    <a:pt x="1088906" y="1342687"/>
                  </a:lnTo>
                  <a:lnTo>
                    <a:pt x="1086683" y="1365923"/>
                  </a:lnTo>
                  <a:lnTo>
                    <a:pt x="1084140" y="1392576"/>
                  </a:lnTo>
                  <a:lnTo>
                    <a:pt x="1079560" y="1439542"/>
                  </a:lnTo>
                  <a:lnTo>
                    <a:pt x="1078877" y="1446566"/>
                  </a:lnTo>
                  <a:lnTo>
                    <a:pt x="1071179" y="1526456"/>
                  </a:lnTo>
                  <a:lnTo>
                    <a:pt x="1070010" y="1538502"/>
                  </a:lnTo>
                  <a:lnTo>
                    <a:pt x="1065624" y="1583847"/>
                  </a:lnTo>
                  <a:lnTo>
                    <a:pt x="1063283" y="1608624"/>
                  </a:lnTo>
                  <a:lnTo>
                    <a:pt x="1058283" y="1661812"/>
                  </a:lnTo>
                  <a:lnTo>
                    <a:pt x="1054177" y="1705098"/>
                  </a:lnTo>
                  <a:lnTo>
                    <a:pt x="1050177" y="1747271"/>
                  </a:lnTo>
                  <a:lnTo>
                    <a:pt x="1046799" y="1782686"/>
                  </a:lnTo>
                  <a:lnTo>
                    <a:pt x="1041445" y="1839829"/>
                  </a:lnTo>
                  <a:lnTo>
                    <a:pt x="994241" y="1834607"/>
                  </a:lnTo>
                  <a:lnTo>
                    <a:pt x="958663" y="1830506"/>
                  </a:lnTo>
                  <a:lnTo>
                    <a:pt x="891815" y="1822690"/>
                  </a:lnTo>
                  <a:lnTo>
                    <a:pt x="826626" y="1814586"/>
                  </a:lnTo>
                  <a:lnTo>
                    <a:pt x="797028" y="1799148"/>
                  </a:lnTo>
                  <a:lnTo>
                    <a:pt x="696485" y="1745602"/>
                  </a:lnTo>
                  <a:lnTo>
                    <a:pt x="599776" y="1693488"/>
                  </a:lnTo>
                  <a:lnTo>
                    <a:pt x="558448" y="1670719"/>
                  </a:lnTo>
                  <a:lnTo>
                    <a:pt x="453883" y="1612129"/>
                  </a:lnTo>
                  <a:lnTo>
                    <a:pt x="454637" y="1608665"/>
                  </a:lnTo>
                  <a:lnTo>
                    <a:pt x="456814" y="1605505"/>
                  </a:lnTo>
                  <a:lnTo>
                    <a:pt x="455154" y="1603472"/>
                  </a:lnTo>
                  <a:close/>
                </a:path>
              </a:pathLst>
            </a:custGeom>
            <a:solidFill>
              <a:srgbClr val="BE398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4"/>
            <p:cNvSpPr/>
            <p:nvPr/>
          </p:nvSpPr>
          <p:spPr>
            <a:xfrm>
              <a:off x="4143106" y="2467596"/>
              <a:ext cx="961188" cy="2026792"/>
            </a:xfrm>
            <a:custGeom>
              <a:avLst/>
              <a:pathLst>
                <a:path w="961188" h="2026792">
                  <a:moveTo>
                    <a:pt x="457200" y="1600200"/>
                  </a:moveTo>
                  <a:lnTo>
                    <a:pt x="482865" y="1598492"/>
                  </a:lnTo>
                  <a:lnTo>
                    <a:pt x="511270" y="1596613"/>
                  </a:lnTo>
                  <a:lnTo>
                    <a:pt x="523054" y="1595805"/>
                  </a:lnTo>
                  <a:lnTo>
                    <a:pt x="532296" y="1595116"/>
                  </a:lnTo>
                  <a:lnTo>
                    <a:pt x="548931" y="1593850"/>
                  </a:lnTo>
                  <a:lnTo>
                    <a:pt x="560512" y="1593002"/>
                  </a:lnTo>
                  <a:lnTo>
                    <a:pt x="576223" y="1591824"/>
                  </a:lnTo>
                  <a:lnTo>
                    <a:pt x="587377" y="1590977"/>
                  </a:lnTo>
                  <a:lnTo>
                    <a:pt x="589600" y="1590806"/>
                  </a:lnTo>
                  <a:lnTo>
                    <a:pt x="606288" y="1589505"/>
                  </a:lnTo>
                  <a:lnTo>
                    <a:pt x="633434" y="1587214"/>
                  </a:lnTo>
                  <a:lnTo>
                    <a:pt x="634944" y="1587084"/>
                  </a:lnTo>
                  <a:lnTo>
                    <a:pt x="641585" y="1586507"/>
                  </a:lnTo>
                  <a:lnTo>
                    <a:pt x="662347" y="1584671"/>
                  </a:lnTo>
                  <a:lnTo>
                    <a:pt x="665850" y="1584369"/>
                  </a:lnTo>
                  <a:lnTo>
                    <a:pt x="683695" y="1582806"/>
                  </a:lnTo>
                  <a:lnTo>
                    <a:pt x="703634" y="1580917"/>
                  </a:lnTo>
                  <a:lnTo>
                    <a:pt x="706616" y="1580630"/>
                  </a:lnTo>
                  <a:lnTo>
                    <a:pt x="720032" y="1579327"/>
                  </a:lnTo>
                  <a:lnTo>
                    <a:pt x="751265" y="1576176"/>
                  </a:lnTo>
                  <a:lnTo>
                    <a:pt x="754228" y="1575871"/>
                  </a:lnTo>
                  <a:lnTo>
                    <a:pt x="773433" y="1574154"/>
                  </a:lnTo>
                  <a:lnTo>
                    <a:pt x="777736" y="1573764"/>
                  </a:lnTo>
                  <a:lnTo>
                    <a:pt x="777931" y="1573746"/>
                  </a:lnTo>
                  <a:lnTo>
                    <a:pt x="805645" y="1570768"/>
                  </a:lnTo>
                  <a:lnTo>
                    <a:pt x="816450" y="1569581"/>
                  </a:lnTo>
                  <a:lnTo>
                    <a:pt x="839729" y="1566997"/>
                  </a:lnTo>
                  <a:lnTo>
                    <a:pt x="841555" y="1566792"/>
                  </a:lnTo>
                  <a:lnTo>
                    <a:pt x="860409" y="1564699"/>
                  </a:lnTo>
                  <a:lnTo>
                    <a:pt x="868526" y="1563784"/>
                  </a:lnTo>
                  <a:lnTo>
                    <a:pt x="895787" y="1560941"/>
                  </a:lnTo>
                  <a:lnTo>
                    <a:pt x="902444" y="1560233"/>
                  </a:lnTo>
                  <a:lnTo>
                    <a:pt x="904158" y="1564468"/>
                  </a:lnTo>
                  <a:lnTo>
                    <a:pt x="905789" y="1569880"/>
                  </a:lnTo>
                  <a:lnTo>
                    <a:pt x="912635" y="1572670"/>
                  </a:lnTo>
                  <a:lnTo>
                    <a:pt x="913291" y="1576265"/>
                  </a:lnTo>
                  <a:lnTo>
                    <a:pt x="913971" y="1582923"/>
                  </a:lnTo>
                  <a:lnTo>
                    <a:pt x="909396" y="1588149"/>
                  </a:lnTo>
                  <a:lnTo>
                    <a:pt x="905993" y="1594994"/>
                  </a:lnTo>
                  <a:lnTo>
                    <a:pt x="902883" y="1597245"/>
                  </a:lnTo>
                  <a:lnTo>
                    <a:pt x="899945" y="1599369"/>
                  </a:lnTo>
                  <a:lnTo>
                    <a:pt x="899029" y="1605139"/>
                  </a:lnTo>
                  <a:lnTo>
                    <a:pt x="893491" y="1609099"/>
                  </a:lnTo>
                  <a:lnTo>
                    <a:pt x="889867" y="1617749"/>
                  </a:lnTo>
                  <a:lnTo>
                    <a:pt x="887595" y="1624423"/>
                  </a:lnTo>
                  <a:lnTo>
                    <a:pt x="895559" y="1623416"/>
                  </a:lnTo>
                  <a:lnTo>
                    <a:pt x="914077" y="1621043"/>
                  </a:lnTo>
                  <a:lnTo>
                    <a:pt x="928520" y="1619214"/>
                  </a:lnTo>
                  <a:lnTo>
                    <a:pt x="934337" y="1618470"/>
                  </a:lnTo>
                  <a:lnTo>
                    <a:pt x="951132" y="1616270"/>
                  </a:lnTo>
                  <a:lnTo>
                    <a:pt x="956484" y="1622230"/>
                  </a:lnTo>
                  <a:lnTo>
                    <a:pt x="960316" y="1625043"/>
                  </a:lnTo>
                  <a:lnTo>
                    <a:pt x="960866" y="1627070"/>
                  </a:lnTo>
                  <a:lnTo>
                    <a:pt x="961188" y="1628256"/>
                  </a:lnTo>
                  <a:lnTo>
                    <a:pt x="953934" y="1631803"/>
                  </a:lnTo>
                  <a:lnTo>
                    <a:pt x="953605" y="1635108"/>
                  </a:lnTo>
                  <a:lnTo>
                    <a:pt x="954744" y="1639754"/>
                  </a:lnTo>
                  <a:lnTo>
                    <a:pt x="947729" y="1643956"/>
                  </a:lnTo>
                  <a:lnTo>
                    <a:pt x="941503" y="1649097"/>
                  </a:lnTo>
                  <a:lnTo>
                    <a:pt x="936223" y="1648818"/>
                  </a:lnTo>
                  <a:lnTo>
                    <a:pt x="932899" y="1656650"/>
                  </a:lnTo>
                  <a:lnTo>
                    <a:pt x="939297" y="1661456"/>
                  </a:lnTo>
                  <a:lnTo>
                    <a:pt x="941874" y="1664178"/>
                  </a:lnTo>
                  <a:lnTo>
                    <a:pt x="936502" y="1667175"/>
                  </a:lnTo>
                  <a:lnTo>
                    <a:pt x="935910" y="1673192"/>
                  </a:lnTo>
                  <a:lnTo>
                    <a:pt x="934777" y="1675654"/>
                  </a:lnTo>
                  <a:lnTo>
                    <a:pt x="926698" y="1675539"/>
                  </a:lnTo>
                  <a:lnTo>
                    <a:pt x="926590" y="1682278"/>
                  </a:lnTo>
                  <a:lnTo>
                    <a:pt x="929504" y="1686827"/>
                  </a:lnTo>
                  <a:lnTo>
                    <a:pt x="927720" y="1692281"/>
                  </a:lnTo>
                  <a:lnTo>
                    <a:pt x="925070" y="1691613"/>
                  </a:lnTo>
                  <a:lnTo>
                    <a:pt x="921013" y="1693735"/>
                  </a:lnTo>
                  <a:lnTo>
                    <a:pt x="924115" y="1699229"/>
                  </a:lnTo>
                  <a:lnTo>
                    <a:pt x="921461" y="1706882"/>
                  </a:lnTo>
                  <a:lnTo>
                    <a:pt x="917336" y="1711109"/>
                  </a:lnTo>
                  <a:lnTo>
                    <a:pt x="924597" y="1713330"/>
                  </a:lnTo>
                  <a:lnTo>
                    <a:pt x="925685" y="1719039"/>
                  </a:lnTo>
                  <a:lnTo>
                    <a:pt x="925540" y="1723905"/>
                  </a:lnTo>
                  <a:lnTo>
                    <a:pt x="927076" y="1729496"/>
                  </a:lnTo>
                  <a:lnTo>
                    <a:pt x="919906" y="1729021"/>
                  </a:lnTo>
                  <a:lnTo>
                    <a:pt x="918235" y="1733893"/>
                  </a:lnTo>
                  <a:lnTo>
                    <a:pt x="917169" y="1739099"/>
                  </a:lnTo>
                  <a:lnTo>
                    <a:pt x="910396" y="1741190"/>
                  </a:lnTo>
                  <a:lnTo>
                    <a:pt x="906955" y="1743024"/>
                  </a:lnTo>
                  <a:lnTo>
                    <a:pt x="906509" y="1747209"/>
                  </a:lnTo>
                  <a:lnTo>
                    <a:pt x="913836" y="1753619"/>
                  </a:lnTo>
                  <a:lnTo>
                    <a:pt x="913657" y="1757422"/>
                  </a:lnTo>
                  <a:lnTo>
                    <a:pt x="907869" y="1762397"/>
                  </a:lnTo>
                  <a:lnTo>
                    <a:pt x="907678" y="1762561"/>
                  </a:lnTo>
                  <a:lnTo>
                    <a:pt x="899182" y="1768079"/>
                  </a:lnTo>
                  <a:lnTo>
                    <a:pt x="898537" y="1768158"/>
                  </a:lnTo>
                  <a:lnTo>
                    <a:pt x="892866" y="1768845"/>
                  </a:lnTo>
                  <a:lnTo>
                    <a:pt x="892457" y="1774645"/>
                  </a:lnTo>
                  <a:lnTo>
                    <a:pt x="889509" y="1778008"/>
                  </a:lnTo>
                  <a:lnTo>
                    <a:pt x="886162" y="1786185"/>
                  </a:lnTo>
                  <a:lnTo>
                    <a:pt x="886226" y="1791000"/>
                  </a:lnTo>
                  <a:lnTo>
                    <a:pt x="884104" y="1795205"/>
                  </a:lnTo>
                  <a:lnTo>
                    <a:pt x="883040" y="1797311"/>
                  </a:lnTo>
                  <a:lnTo>
                    <a:pt x="887507" y="1802756"/>
                  </a:lnTo>
                  <a:lnTo>
                    <a:pt x="885988" y="1808387"/>
                  </a:lnTo>
                  <a:lnTo>
                    <a:pt x="885344" y="1816635"/>
                  </a:lnTo>
                  <a:lnTo>
                    <a:pt x="886742" y="1821929"/>
                  </a:lnTo>
                  <a:lnTo>
                    <a:pt x="880372" y="1826542"/>
                  </a:lnTo>
                  <a:lnTo>
                    <a:pt x="879017" y="1832694"/>
                  </a:lnTo>
                  <a:lnTo>
                    <a:pt x="871635" y="1829959"/>
                  </a:lnTo>
                  <a:lnTo>
                    <a:pt x="868205" y="1833003"/>
                  </a:lnTo>
                  <a:lnTo>
                    <a:pt x="870134" y="1839472"/>
                  </a:lnTo>
                  <a:lnTo>
                    <a:pt x="864090" y="1841357"/>
                  </a:lnTo>
                  <a:lnTo>
                    <a:pt x="861828" y="1847006"/>
                  </a:lnTo>
                  <a:lnTo>
                    <a:pt x="856372" y="1849060"/>
                  </a:lnTo>
                  <a:lnTo>
                    <a:pt x="858066" y="1853867"/>
                  </a:lnTo>
                  <a:lnTo>
                    <a:pt x="857146" y="1856885"/>
                  </a:lnTo>
                  <a:lnTo>
                    <a:pt x="852808" y="1858873"/>
                  </a:lnTo>
                  <a:lnTo>
                    <a:pt x="852530" y="1862479"/>
                  </a:lnTo>
                  <a:lnTo>
                    <a:pt x="852495" y="1862937"/>
                  </a:lnTo>
                  <a:lnTo>
                    <a:pt x="852426" y="1863823"/>
                  </a:lnTo>
                  <a:lnTo>
                    <a:pt x="857243" y="1865140"/>
                  </a:lnTo>
                  <a:lnTo>
                    <a:pt x="860245" y="1867638"/>
                  </a:lnTo>
                  <a:lnTo>
                    <a:pt x="858946" y="1873411"/>
                  </a:lnTo>
                  <a:lnTo>
                    <a:pt x="853884" y="1875053"/>
                  </a:lnTo>
                  <a:lnTo>
                    <a:pt x="850261" y="1877677"/>
                  </a:lnTo>
                  <a:lnTo>
                    <a:pt x="847957" y="1880801"/>
                  </a:lnTo>
                  <a:lnTo>
                    <a:pt x="843398" y="1880279"/>
                  </a:lnTo>
                  <a:lnTo>
                    <a:pt x="839525" y="1883648"/>
                  </a:lnTo>
                  <a:lnTo>
                    <a:pt x="845158" y="1885243"/>
                  </a:lnTo>
                  <a:lnTo>
                    <a:pt x="846563" y="1889554"/>
                  </a:lnTo>
                  <a:lnTo>
                    <a:pt x="843327" y="1893695"/>
                  </a:lnTo>
                  <a:lnTo>
                    <a:pt x="844817" y="1900183"/>
                  </a:lnTo>
                  <a:lnTo>
                    <a:pt x="847881" y="1902130"/>
                  </a:lnTo>
                  <a:lnTo>
                    <a:pt x="848209" y="1907369"/>
                  </a:lnTo>
                  <a:lnTo>
                    <a:pt x="842001" y="1906433"/>
                  </a:lnTo>
                  <a:lnTo>
                    <a:pt x="839341" y="1906942"/>
                  </a:lnTo>
                  <a:lnTo>
                    <a:pt x="836377" y="1910670"/>
                  </a:lnTo>
                  <a:lnTo>
                    <a:pt x="843765" y="1913974"/>
                  </a:lnTo>
                  <a:lnTo>
                    <a:pt x="841745" y="1920897"/>
                  </a:lnTo>
                  <a:lnTo>
                    <a:pt x="833863" y="1922897"/>
                  </a:lnTo>
                  <a:lnTo>
                    <a:pt x="839225" y="1927344"/>
                  </a:lnTo>
                  <a:lnTo>
                    <a:pt x="833620" y="1932251"/>
                  </a:lnTo>
                  <a:lnTo>
                    <a:pt x="832161" y="1936214"/>
                  </a:lnTo>
                  <a:lnTo>
                    <a:pt x="831389" y="1938314"/>
                  </a:lnTo>
                  <a:lnTo>
                    <a:pt x="834526" y="1942523"/>
                  </a:lnTo>
                  <a:lnTo>
                    <a:pt x="836696" y="1946117"/>
                  </a:lnTo>
                  <a:lnTo>
                    <a:pt x="839599" y="1950195"/>
                  </a:lnTo>
                  <a:lnTo>
                    <a:pt x="843504" y="1954028"/>
                  </a:lnTo>
                  <a:lnTo>
                    <a:pt x="841059" y="1959781"/>
                  </a:lnTo>
                  <a:lnTo>
                    <a:pt x="843577" y="1968079"/>
                  </a:lnTo>
                  <a:lnTo>
                    <a:pt x="847744" y="1968465"/>
                  </a:lnTo>
                  <a:lnTo>
                    <a:pt x="850022" y="1973297"/>
                  </a:lnTo>
                  <a:lnTo>
                    <a:pt x="848994" y="1979891"/>
                  </a:lnTo>
                  <a:lnTo>
                    <a:pt x="847485" y="1986184"/>
                  </a:lnTo>
                  <a:lnTo>
                    <a:pt x="842380" y="1986282"/>
                  </a:lnTo>
                  <a:lnTo>
                    <a:pt x="839903" y="1991113"/>
                  </a:lnTo>
                  <a:lnTo>
                    <a:pt x="846695" y="1995864"/>
                  </a:lnTo>
                  <a:lnTo>
                    <a:pt x="843103" y="2001628"/>
                  </a:lnTo>
                  <a:lnTo>
                    <a:pt x="842510" y="2002578"/>
                  </a:lnTo>
                  <a:lnTo>
                    <a:pt x="832241" y="2003561"/>
                  </a:lnTo>
                  <a:lnTo>
                    <a:pt x="814370" y="2005242"/>
                  </a:lnTo>
                  <a:lnTo>
                    <a:pt x="811821" y="2005478"/>
                  </a:lnTo>
                  <a:lnTo>
                    <a:pt x="808817" y="2005757"/>
                  </a:lnTo>
                  <a:lnTo>
                    <a:pt x="768562" y="2009501"/>
                  </a:lnTo>
                  <a:lnTo>
                    <a:pt x="748332" y="2011315"/>
                  </a:lnTo>
                  <a:lnTo>
                    <a:pt x="732280" y="2012722"/>
                  </a:lnTo>
                  <a:lnTo>
                    <a:pt x="703182" y="2014950"/>
                  </a:lnTo>
                  <a:lnTo>
                    <a:pt x="679847" y="2016703"/>
                  </a:lnTo>
                  <a:lnTo>
                    <a:pt x="654096" y="2018511"/>
                  </a:lnTo>
                  <a:lnTo>
                    <a:pt x="652254" y="2018656"/>
                  </a:lnTo>
                  <a:lnTo>
                    <a:pt x="630460" y="2020336"/>
                  </a:lnTo>
                  <a:lnTo>
                    <a:pt x="626151" y="2020671"/>
                  </a:lnTo>
                  <a:lnTo>
                    <a:pt x="611683" y="2021780"/>
                  </a:lnTo>
                  <a:lnTo>
                    <a:pt x="599830" y="2022643"/>
                  </a:lnTo>
                  <a:lnTo>
                    <a:pt x="596649" y="2022872"/>
                  </a:lnTo>
                  <a:lnTo>
                    <a:pt x="575506" y="2024365"/>
                  </a:lnTo>
                  <a:lnTo>
                    <a:pt x="566743" y="2025014"/>
                  </a:lnTo>
                  <a:lnTo>
                    <a:pt x="565962" y="2025071"/>
                  </a:lnTo>
                  <a:lnTo>
                    <a:pt x="542093" y="2026792"/>
                  </a:lnTo>
                  <a:lnTo>
                    <a:pt x="541037" y="2009363"/>
                  </a:lnTo>
                  <a:lnTo>
                    <a:pt x="540162" y="1995657"/>
                  </a:lnTo>
                  <a:lnTo>
                    <a:pt x="539693" y="1988336"/>
                  </a:lnTo>
                  <a:lnTo>
                    <a:pt x="538890" y="1975321"/>
                  </a:lnTo>
                  <a:lnTo>
                    <a:pt x="537952" y="1961038"/>
                  </a:lnTo>
                  <a:lnTo>
                    <a:pt x="534755" y="1958679"/>
                  </a:lnTo>
                  <a:lnTo>
                    <a:pt x="527409" y="1958506"/>
                  </a:lnTo>
                  <a:lnTo>
                    <a:pt x="523108" y="1957003"/>
                  </a:lnTo>
                  <a:lnTo>
                    <a:pt x="520133" y="1959886"/>
                  </a:lnTo>
                  <a:lnTo>
                    <a:pt x="517464" y="1959310"/>
                  </a:lnTo>
                  <a:lnTo>
                    <a:pt x="510818" y="1961276"/>
                  </a:lnTo>
                  <a:lnTo>
                    <a:pt x="507197" y="1961195"/>
                  </a:lnTo>
                  <a:lnTo>
                    <a:pt x="505640" y="1962618"/>
                  </a:lnTo>
                  <a:lnTo>
                    <a:pt x="502054" y="1961731"/>
                  </a:lnTo>
                  <a:lnTo>
                    <a:pt x="498748" y="1960496"/>
                  </a:lnTo>
                  <a:lnTo>
                    <a:pt x="491374" y="1953451"/>
                  </a:lnTo>
                  <a:lnTo>
                    <a:pt x="490709" y="1934740"/>
                  </a:lnTo>
                  <a:lnTo>
                    <a:pt x="490089" y="1915938"/>
                  </a:lnTo>
                  <a:lnTo>
                    <a:pt x="489766" y="1906175"/>
                  </a:lnTo>
                  <a:lnTo>
                    <a:pt x="489023" y="1885056"/>
                  </a:lnTo>
                  <a:lnTo>
                    <a:pt x="488279" y="1864078"/>
                  </a:lnTo>
                  <a:lnTo>
                    <a:pt x="487639" y="1845754"/>
                  </a:lnTo>
                  <a:lnTo>
                    <a:pt x="487084" y="1829958"/>
                  </a:lnTo>
                  <a:lnTo>
                    <a:pt x="486714" y="1818309"/>
                  </a:lnTo>
                  <a:lnTo>
                    <a:pt x="486072" y="1798277"/>
                  </a:lnTo>
                  <a:lnTo>
                    <a:pt x="485911" y="1792882"/>
                  </a:lnTo>
                  <a:lnTo>
                    <a:pt x="484736" y="1754119"/>
                  </a:lnTo>
                  <a:lnTo>
                    <a:pt x="484625" y="1750500"/>
                  </a:lnTo>
                  <a:lnTo>
                    <a:pt x="484315" y="1738878"/>
                  </a:lnTo>
                  <a:lnTo>
                    <a:pt x="483923" y="1736681"/>
                  </a:lnTo>
                  <a:lnTo>
                    <a:pt x="483810" y="1736049"/>
                  </a:lnTo>
                  <a:lnTo>
                    <a:pt x="481527" y="1723263"/>
                  </a:lnTo>
                  <a:lnTo>
                    <a:pt x="478103" y="1705862"/>
                  </a:lnTo>
                  <a:lnTo>
                    <a:pt x="475194" y="1691051"/>
                  </a:lnTo>
                  <a:lnTo>
                    <a:pt x="474976" y="1689939"/>
                  </a:lnTo>
                  <a:lnTo>
                    <a:pt x="469571" y="1663001"/>
                  </a:lnTo>
                  <a:lnTo>
                    <a:pt x="466736" y="1648980"/>
                  </a:lnTo>
                  <a:lnTo>
                    <a:pt x="465252" y="1641636"/>
                  </a:lnTo>
                  <a:lnTo>
                    <a:pt x="461837" y="1624700"/>
                  </a:lnTo>
                  <a:close/>
                </a:path>
              </a:pathLst>
            </a:custGeom>
            <a:solidFill>
              <a:srgbClr val="CF4E7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5"/>
            <p:cNvSpPr/>
            <p:nvPr/>
          </p:nvSpPr>
          <p:spPr>
            <a:xfrm>
              <a:off x="1684016" y="2649538"/>
              <a:ext cx="485628" cy="1626780"/>
            </a:xfrm>
            <a:custGeom>
              <a:avLst/>
              <a:pathLst>
                <a:path w="485628" h="1626780">
                  <a:moveTo>
                    <a:pt x="457200" y="1600200"/>
                  </a:moveTo>
                  <a:lnTo>
                    <a:pt x="468739" y="1600190"/>
                  </a:lnTo>
                  <a:lnTo>
                    <a:pt x="478471" y="1612311"/>
                  </a:lnTo>
                  <a:lnTo>
                    <a:pt x="485628" y="1621252"/>
                  </a:lnTo>
                  <a:lnTo>
                    <a:pt x="480434" y="1626780"/>
                  </a:lnTo>
                  <a:lnTo>
                    <a:pt x="475904" y="1623107"/>
                  </a:lnTo>
                  <a:lnTo>
                    <a:pt x="466853" y="1620339"/>
                  </a:lnTo>
                  <a:lnTo>
                    <a:pt x="466150" y="1614595"/>
                  </a:lnTo>
                  <a:lnTo>
                    <a:pt x="459502" y="1604897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6"/>
            <p:cNvSpPr/>
            <p:nvPr/>
          </p:nvSpPr>
          <p:spPr>
            <a:xfrm>
              <a:off x="1673676" y="2702181"/>
              <a:ext cx="476655" cy="1632747"/>
            </a:xfrm>
            <a:custGeom>
              <a:avLst/>
              <a:pathLst>
                <a:path w="476655" h="1632747">
                  <a:moveTo>
                    <a:pt x="457200" y="1600199"/>
                  </a:moveTo>
                  <a:lnTo>
                    <a:pt x="461383" y="1608141"/>
                  </a:lnTo>
                  <a:lnTo>
                    <a:pt x="468866" y="1620693"/>
                  </a:lnTo>
                  <a:lnTo>
                    <a:pt x="476655" y="1631764"/>
                  </a:lnTo>
                  <a:lnTo>
                    <a:pt x="468786" y="1632747"/>
                  </a:lnTo>
                  <a:lnTo>
                    <a:pt x="463467" y="1625968"/>
                  </a:lnTo>
                  <a:lnTo>
                    <a:pt x="455988" y="1613213"/>
                  </a:lnTo>
                  <a:lnTo>
                    <a:pt x="451910" y="1601414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7"/>
            <p:cNvSpPr/>
            <p:nvPr/>
          </p:nvSpPr>
          <p:spPr>
            <a:xfrm>
              <a:off x="1579708" y="2649610"/>
              <a:ext cx="472237" cy="1610626"/>
            </a:xfrm>
            <a:custGeom>
              <a:avLst/>
              <a:pathLst>
                <a:path w="472237" h="1610626">
                  <a:moveTo>
                    <a:pt x="457200" y="1600199"/>
                  </a:moveTo>
                  <a:lnTo>
                    <a:pt x="464844" y="1598341"/>
                  </a:lnTo>
                  <a:lnTo>
                    <a:pt x="472237" y="1605349"/>
                  </a:lnTo>
                  <a:lnTo>
                    <a:pt x="471048" y="1609908"/>
                  </a:lnTo>
                  <a:lnTo>
                    <a:pt x="467168" y="1610626"/>
                  </a:lnTo>
                  <a:lnTo>
                    <a:pt x="459405" y="1606502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8"/>
            <p:cNvSpPr/>
            <p:nvPr/>
          </p:nvSpPr>
          <p:spPr>
            <a:xfrm>
              <a:off x="1565762" y="2546477"/>
              <a:ext cx="512267" cy="1620476"/>
            </a:xfrm>
            <a:custGeom>
              <a:avLst/>
              <a:pathLst>
                <a:path w="512267" h="1620476">
                  <a:moveTo>
                    <a:pt x="457200" y="1600200"/>
                  </a:moveTo>
                  <a:lnTo>
                    <a:pt x="463428" y="1600043"/>
                  </a:lnTo>
                  <a:lnTo>
                    <a:pt x="474648" y="1605553"/>
                  </a:lnTo>
                  <a:lnTo>
                    <a:pt x="492051" y="1609166"/>
                  </a:lnTo>
                  <a:lnTo>
                    <a:pt x="501676" y="1611371"/>
                  </a:lnTo>
                  <a:lnTo>
                    <a:pt x="504493" y="1612015"/>
                  </a:lnTo>
                  <a:lnTo>
                    <a:pt x="512267" y="1614271"/>
                  </a:lnTo>
                  <a:lnTo>
                    <a:pt x="511113" y="1620426"/>
                  </a:lnTo>
                  <a:lnTo>
                    <a:pt x="508103" y="1620476"/>
                  </a:lnTo>
                  <a:lnTo>
                    <a:pt x="498513" y="1617979"/>
                  </a:lnTo>
                  <a:lnTo>
                    <a:pt x="491856" y="1616239"/>
                  </a:lnTo>
                  <a:lnTo>
                    <a:pt x="480693" y="1615115"/>
                  </a:lnTo>
                  <a:lnTo>
                    <a:pt x="474168" y="1616926"/>
                  </a:lnTo>
                  <a:lnTo>
                    <a:pt x="466767" y="1614726"/>
                  </a:lnTo>
                  <a:lnTo>
                    <a:pt x="459464" y="1610736"/>
                  </a:lnTo>
                  <a:lnTo>
                    <a:pt x="460227" y="1605392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59"/>
            <p:cNvSpPr/>
            <p:nvPr/>
          </p:nvSpPr>
          <p:spPr>
            <a:xfrm>
              <a:off x="1521070" y="2533229"/>
              <a:ext cx="493142" cy="1628267"/>
            </a:xfrm>
            <a:custGeom>
              <a:avLst/>
              <a:pathLst>
                <a:path w="493142" h="1628267">
                  <a:moveTo>
                    <a:pt x="457199" y="1600200"/>
                  </a:moveTo>
                  <a:lnTo>
                    <a:pt x="469250" y="1605646"/>
                  </a:lnTo>
                  <a:lnTo>
                    <a:pt x="479087" y="1612043"/>
                  </a:lnTo>
                  <a:lnTo>
                    <a:pt x="487465" y="1612594"/>
                  </a:lnTo>
                  <a:lnTo>
                    <a:pt x="493142" y="1620865"/>
                  </a:lnTo>
                  <a:lnTo>
                    <a:pt x="493126" y="1626175"/>
                  </a:lnTo>
                  <a:lnTo>
                    <a:pt x="484788" y="1627730"/>
                  </a:lnTo>
                  <a:lnTo>
                    <a:pt x="477071" y="1628267"/>
                  </a:lnTo>
                  <a:lnTo>
                    <a:pt x="472188" y="1622935"/>
                  </a:lnTo>
                  <a:lnTo>
                    <a:pt x="470844" y="1618898"/>
                  </a:lnTo>
                  <a:lnTo>
                    <a:pt x="455292" y="1610596"/>
                  </a:lnTo>
                  <a:lnTo>
                    <a:pt x="447339" y="1603965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0"/>
            <p:cNvSpPr/>
            <p:nvPr/>
          </p:nvSpPr>
          <p:spPr>
            <a:xfrm>
              <a:off x="1337845" y="1648072"/>
              <a:ext cx="1272586" cy="2772190"/>
            </a:xfrm>
            <a:custGeom>
              <a:avLst/>
              <a:pathLst>
                <a:path w="1272586" h="2772190">
                  <a:moveTo>
                    <a:pt x="457200" y="1600200"/>
                  </a:moveTo>
                  <a:lnTo>
                    <a:pt x="470269" y="1583921"/>
                  </a:lnTo>
                  <a:lnTo>
                    <a:pt x="487810" y="1565165"/>
                  </a:lnTo>
                  <a:lnTo>
                    <a:pt x="498100" y="1549203"/>
                  </a:lnTo>
                  <a:lnTo>
                    <a:pt x="499517" y="1541859"/>
                  </a:lnTo>
                  <a:lnTo>
                    <a:pt x="498286" y="1536405"/>
                  </a:lnTo>
                  <a:lnTo>
                    <a:pt x="499247" y="1529934"/>
                  </a:lnTo>
                  <a:lnTo>
                    <a:pt x="504694" y="1524905"/>
                  </a:lnTo>
                  <a:lnTo>
                    <a:pt x="510811" y="1513919"/>
                  </a:lnTo>
                  <a:lnTo>
                    <a:pt x="518704" y="1496397"/>
                  </a:lnTo>
                  <a:lnTo>
                    <a:pt x="519196" y="1493244"/>
                  </a:lnTo>
                  <a:lnTo>
                    <a:pt x="520825" y="1482841"/>
                  </a:lnTo>
                  <a:lnTo>
                    <a:pt x="520673" y="1472143"/>
                  </a:lnTo>
                  <a:lnTo>
                    <a:pt x="521090" y="1461703"/>
                  </a:lnTo>
                  <a:lnTo>
                    <a:pt x="520832" y="1459059"/>
                  </a:lnTo>
                  <a:lnTo>
                    <a:pt x="517857" y="1457184"/>
                  </a:lnTo>
                  <a:lnTo>
                    <a:pt x="515107" y="1448942"/>
                  </a:lnTo>
                  <a:lnTo>
                    <a:pt x="519254" y="1443111"/>
                  </a:lnTo>
                  <a:lnTo>
                    <a:pt x="524020" y="1432159"/>
                  </a:lnTo>
                  <a:lnTo>
                    <a:pt x="525340" y="1425009"/>
                  </a:lnTo>
                  <a:lnTo>
                    <a:pt x="543665" y="1430963"/>
                  </a:lnTo>
                  <a:lnTo>
                    <a:pt x="559333" y="1435819"/>
                  </a:lnTo>
                  <a:lnTo>
                    <a:pt x="573779" y="1440262"/>
                  </a:lnTo>
                  <a:lnTo>
                    <a:pt x="586010" y="1443414"/>
                  </a:lnTo>
                  <a:lnTo>
                    <a:pt x="593494" y="1445332"/>
                  </a:lnTo>
                  <a:lnTo>
                    <a:pt x="601061" y="1447921"/>
                  </a:lnTo>
                  <a:lnTo>
                    <a:pt x="611496" y="1450251"/>
                  </a:lnTo>
                  <a:lnTo>
                    <a:pt x="619111" y="1451941"/>
                  </a:lnTo>
                  <a:lnTo>
                    <a:pt x="627751" y="1455293"/>
                  </a:lnTo>
                  <a:lnTo>
                    <a:pt x="649348" y="1461461"/>
                  </a:lnTo>
                  <a:lnTo>
                    <a:pt x="675816" y="1468510"/>
                  </a:lnTo>
                  <a:lnTo>
                    <a:pt x="694445" y="1473900"/>
                  </a:lnTo>
                  <a:lnTo>
                    <a:pt x="710932" y="1478805"/>
                  </a:lnTo>
                  <a:lnTo>
                    <a:pt x="733383" y="1485412"/>
                  </a:lnTo>
                  <a:lnTo>
                    <a:pt x="748445" y="1489918"/>
                  </a:lnTo>
                  <a:lnTo>
                    <a:pt x="768500" y="1495804"/>
                  </a:lnTo>
                  <a:lnTo>
                    <a:pt x="769198" y="1496008"/>
                  </a:lnTo>
                  <a:lnTo>
                    <a:pt x="785908" y="1500456"/>
                  </a:lnTo>
                  <a:lnTo>
                    <a:pt x="804912" y="1506087"/>
                  </a:lnTo>
                  <a:lnTo>
                    <a:pt x="818690" y="1509714"/>
                  </a:lnTo>
                  <a:lnTo>
                    <a:pt x="835358" y="1514063"/>
                  </a:lnTo>
                  <a:lnTo>
                    <a:pt x="852341" y="1518462"/>
                  </a:lnTo>
                  <a:lnTo>
                    <a:pt x="880776" y="1525650"/>
                  </a:lnTo>
                  <a:lnTo>
                    <a:pt x="897009" y="1529763"/>
                  </a:lnTo>
                  <a:lnTo>
                    <a:pt x="893491" y="1544324"/>
                  </a:lnTo>
                  <a:lnTo>
                    <a:pt x="886087" y="1575524"/>
                  </a:lnTo>
                  <a:lnTo>
                    <a:pt x="873285" y="1628422"/>
                  </a:lnTo>
                  <a:lnTo>
                    <a:pt x="864129" y="1667166"/>
                  </a:lnTo>
                  <a:lnTo>
                    <a:pt x="860099" y="1684850"/>
                  </a:lnTo>
                  <a:lnTo>
                    <a:pt x="848728" y="1733563"/>
                  </a:lnTo>
                  <a:lnTo>
                    <a:pt x="843058" y="1757277"/>
                  </a:lnTo>
                  <a:lnTo>
                    <a:pt x="838159" y="1777955"/>
                  </a:lnTo>
                  <a:lnTo>
                    <a:pt x="831278" y="1806417"/>
                  </a:lnTo>
                  <a:lnTo>
                    <a:pt x="825897" y="1828735"/>
                  </a:lnTo>
                  <a:lnTo>
                    <a:pt x="823118" y="1840132"/>
                  </a:lnTo>
                  <a:lnTo>
                    <a:pt x="819314" y="1855754"/>
                  </a:lnTo>
                  <a:lnTo>
                    <a:pt x="818569" y="1858818"/>
                  </a:lnTo>
                  <a:lnTo>
                    <a:pt x="815185" y="1874164"/>
                  </a:lnTo>
                  <a:lnTo>
                    <a:pt x="813762" y="1880630"/>
                  </a:lnTo>
                  <a:lnTo>
                    <a:pt x="812547" y="1886151"/>
                  </a:lnTo>
                  <a:lnTo>
                    <a:pt x="810724" y="1894448"/>
                  </a:lnTo>
                  <a:lnTo>
                    <a:pt x="817893" y="1904757"/>
                  </a:lnTo>
                  <a:lnTo>
                    <a:pt x="841484" y="1938660"/>
                  </a:lnTo>
                  <a:lnTo>
                    <a:pt x="841654" y="1938905"/>
                  </a:lnTo>
                  <a:lnTo>
                    <a:pt x="860794" y="1966344"/>
                  </a:lnTo>
                  <a:lnTo>
                    <a:pt x="864648" y="1971836"/>
                  </a:lnTo>
                  <a:lnTo>
                    <a:pt x="873971" y="1985157"/>
                  </a:lnTo>
                  <a:lnTo>
                    <a:pt x="889624" y="2007374"/>
                  </a:lnTo>
                  <a:lnTo>
                    <a:pt x="923916" y="2056275"/>
                  </a:lnTo>
                  <a:lnTo>
                    <a:pt x="929520" y="2064305"/>
                  </a:lnTo>
                  <a:lnTo>
                    <a:pt x="960931" y="2108884"/>
                  </a:lnTo>
                  <a:lnTo>
                    <a:pt x="975648" y="2129698"/>
                  </a:lnTo>
                  <a:lnTo>
                    <a:pt x="987639" y="2146541"/>
                  </a:lnTo>
                  <a:lnTo>
                    <a:pt x="1022005" y="2195075"/>
                  </a:lnTo>
                  <a:lnTo>
                    <a:pt x="1028269" y="2203910"/>
                  </a:lnTo>
                  <a:lnTo>
                    <a:pt x="1041426" y="2222375"/>
                  </a:lnTo>
                  <a:lnTo>
                    <a:pt x="1082602" y="2280173"/>
                  </a:lnTo>
                  <a:lnTo>
                    <a:pt x="1091685" y="2292975"/>
                  </a:lnTo>
                  <a:lnTo>
                    <a:pt x="1114662" y="2325009"/>
                  </a:lnTo>
                  <a:lnTo>
                    <a:pt x="1131078" y="2347949"/>
                  </a:lnTo>
                  <a:lnTo>
                    <a:pt x="1134927" y="2353303"/>
                  </a:lnTo>
                  <a:lnTo>
                    <a:pt x="1151288" y="2375954"/>
                  </a:lnTo>
                  <a:lnTo>
                    <a:pt x="1171414" y="2404002"/>
                  </a:lnTo>
                  <a:lnTo>
                    <a:pt x="1179804" y="2415601"/>
                  </a:lnTo>
                  <a:lnTo>
                    <a:pt x="1191790" y="2432229"/>
                  </a:lnTo>
                  <a:lnTo>
                    <a:pt x="1201532" y="2445645"/>
                  </a:lnTo>
                  <a:lnTo>
                    <a:pt x="1209553" y="2456797"/>
                  </a:lnTo>
                  <a:lnTo>
                    <a:pt x="1221666" y="2473557"/>
                  </a:lnTo>
                  <a:lnTo>
                    <a:pt x="1236094" y="2493509"/>
                  </a:lnTo>
                  <a:lnTo>
                    <a:pt x="1235326" y="2500798"/>
                  </a:lnTo>
                  <a:lnTo>
                    <a:pt x="1233503" y="2509331"/>
                  </a:lnTo>
                  <a:lnTo>
                    <a:pt x="1238218" y="2517424"/>
                  </a:lnTo>
                  <a:lnTo>
                    <a:pt x="1245089" y="2530033"/>
                  </a:lnTo>
                  <a:lnTo>
                    <a:pt x="1247039" y="2534615"/>
                  </a:lnTo>
                  <a:lnTo>
                    <a:pt x="1249260" y="2548933"/>
                  </a:lnTo>
                  <a:lnTo>
                    <a:pt x="1252505" y="2557586"/>
                  </a:lnTo>
                  <a:lnTo>
                    <a:pt x="1251190" y="2565699"/>
                  </a:lnTo>
                  <a:lnTo>
                    <a:pt x="1255583" y="2566496"/>
                  </a:lnTo>
                  <a:lnTo>
                    <a:pt x="1261860" y="2573709"/>
                  </a:lnTo>
                  <a:lnTo>
                    <a:pt x="1270075" y="2582207"/>
                  </a:lnTo>
                  <a:lnTo>
                    <a:pt x="1272586" y="2587552"/>
                  </a:lnTo>
                  <a:lnTo>
                    <a:pt x="1272545" y="2587897"/>
                  </a:lnTo>
                  <a:lnTo>
                    <a:pt x="1271916" y="2593282"/>
                  </a:lnTo>
                  <a:lnTo>
                    <a:pt x="1267595" y="2595016"/>
                  </a:lnTo>
                  <a:lnTo>
                    <a:pt x="1261363" y="2600641"/>
                  </a:lnTo>
                  <a:lnTo>
                    <a:pt x="1254578" y="2602031"/>
                  </a:lnTo>
                  <a:lnTo>
                    <a:pt x="1248361" y="2605033"/>
                  </a:lnTo>
                  <a:lnTo>
                    <a:pt x="1242049" y="2606837"/>
                  </a:lnTo>
                  <a:lnTo>
                    <a:pt x="1239451" y="2608753"/>
                  </a:lnTo>
                  <a:lnTo>
                    <a:pt x="1238980" y="2610418"/>
                  </a:lnTo>
                  <a:lnTo>
                    <a:pt x="1237744" y="2614783"/>
                  </a:lnTo>
                  <a:lnTo>
                    <a:pt x="1235184" y="2618330"/>
                  </a:lnTo>
                  <a:lnTo>
                    <a:pt x="1228597" y="2623959"/>
                  </a:lnTo>
                  <a:lnTo>
                    <a:pt x="1225464" y="2627042"/>
                  </a:lnTo>
                  <a:lnTo>
                    <a:pt x="1227613" y="2630926"/>
                  </a:lnTo>
                  <a:lnTo>
                    <a:pt x="1227239" y="2635444"/>
                  </a:lnTo>
                  <a:lnTo>
                    <a:pt x="1225038" y="2639663"/>
                  </a:lnTo>
                  <a:lnTo>
                    <a:pt x="1225358" y="2648202"/>
                  </a:lnTo>
                  <a:lnTo>
                    <a:pt x="1225427" y="2653419"/>
                  </a:lnTo>
                  <a:lnTo>
                    <a:pt x="1224074" y="2656478"/>
                  </a:lnTo>
                  <a:lnTo>
                    <a:pt x="1221417" y="2659980"/>
                  </a:lnTo>
                  <a:lnTo>
                    <a:pt x="1219974" y="2666652"/>
                  </a:lnTo>
                  <a:lnTo>
                    <a:pt x="1219419" y="2673413"/>
                  </a:lnTo>
                  <a:lnTo>
                    <a:pt x="1210819" y="2679680"/>
                  </a:lnTo>
                  <a:lnTo>
                    <a:pt x="1206476" y="2686120"/>
                  </a:lnTo>
                  <a:lnTo>
                    <a:pt x="1205653" y="2687340"/>
                  </a:lnTo>
                  <a:lnTo>
                    <a:pt x="1201603" y="2687191"/>
                  </a:lnTo>
                  <a:lnTo>
                    <a:pt x="1196088" y="2687895"/>
                  </a:lnTo>
                  <a:lnTo>
                    <a:pt x="1197385" y="2691704"/>
                  </a:lnTo>
                  <a:lnTo>
                    <a:pt x="1196311" y="2698222"/>
                  </a:lnTo>
                  <a:lnTo>
                    <a:pt x="1194071" y="2702283"/>
                  </a:lnTo>
                  <a:lnTo>
                    <a:pt x="1198460" y="2707145"/>
                  </a:lnTo>
                  <a:lnTo>
                    <a:pt x="1197611" y="2710184"/>
                  </a:lnTo>
                  <a:lnTo>
                    <a:pt x="1196143" y="2718846"/>
                  </a:lnTo>
                  <a:lnTo>
                    <a:pt x="1192362" y="2725011"/>
                  </a:lnTo>
                  <a:lnTo>
                    <a:pt x="1194729" y="2733910"/>
                  </a:lnTo>
                  <a:lnTo>
                    <a:pt x="1198975" y="2735523"/>
                  </a:lnTo>
                  <a:lnTo>
                    <a:pt x="1204548" y="2735799"/>
                  </a:lnTo>
                  <a:lnTo>
                    <a:pt x="1210265" y="2738278"/>
                  </a:lnTo>
                  <a:lnTo>
                    <a:pt x="1210875" y="2738542"/>
                  </a:lnTo>
                  <a:lnTo>
                    <a:pt x="1213012" y="2745381"/>
                  </a:lnTo>
                  <a:lnTo>
                    <a:pt x="1212595" y="2751407"/>
                  </a:lnTo>
                  <a:lnTo>
                    <a:pt x="1213585" y="2754315"/>
                  </a:lnTo>
                  <a:lnTo>
                    <a:pt x="1211930" y="2761172"/>
                  </a:lnTo>
                  <a:lnTo>
                    <a:pt x="1204285" y="2767742"/>
                  </a:lnTo>
                  <a:lnTo>
                    <a:pt x="1203263" y="2768532"/>
                  </a:lnTo>
                  <a:lnTo>
                    <a:pt x="1199610" y="2771352"/>
                  </a:lnTo>
                  <a:lnTo>
                    <a:pt x="1194841" y="2771298"/>
                  </a:lnTo>
                  <a:lnTo>
                    <a:pt x="1189360" y="2771233"/>
                  </a:lnTo>
                  <a:lnTo>
                    <a:pt x="1185549" y="2769642"/>
                  </a:lnTo>
                  <a:lnTo>
                    <a:pt x="1183682" y="2772190"/>
                  </a:lnTo>
                  <a:lnTo>
                    <a:pt x="1154275" y="2769403"/>
                  </a:lnTo>
                  <a:lnTo>
                    <a:pt x="1105702" y="2764714"/>
                  </a:lnTo>
                  <a:lnTo>
                    <a:pt x="1044850" y="2758826"/>
                  </a:lnTo>
                  <a:lnTo>
                    <a:pt x="1038613" y="2758235"/>
                  </a:lnTo>
                  <a:lnTo>
                    <a:pt x="993122" y="2753791"/>
                  </a:lnTo>
                  <a:lnTo>
                    <a:pt x="984064" y="2752947"/>
                  </a:lnTo>
                  <a:lnTo>
                    <a:pt x="960391" y="2750559"/>
                  </a:lnTo>
                  <a:lnTo>
                    <a:pt x="959972" y="2750516"/>
                  </a:lnTo>
                  <a:lnTo>
                    <a:pt x="931918" y="2747780"/>
                  </a:lnTo>
                  <a:lnTo>
                    <a:pt x="932303" y="2741338"/>
                  </a:lnTo>
                  <a:lnTo>
                    <a:pt x="932551" y="2737186"/>
                  </a:lnTo>
                  <a:lnTo>
                    <a:pt x="930408" y="2730003"/>
                  </a:lnTo>
                  <a:lnTo>
                    <a:pt x="927913" y="2727348"/>
                  </a:lnTo>
                  <a:lnTo>
                    <a:pt x="922423" y="2728690"/>
                  </a:lnTo>
                  <a:lnTo>
                    <a:pt x="922165" y="2724744"/>
                  </a:lnTo>
                  <a:lnTo>
                    <a:pt x="924102" y="2714123"/>
                  </a:lnTo>
                  <a:lnTo>
                    <a:pt x="922217" y="2709256"/>
                  </a:lnTo>
                  <a:lnTo>
                    <a:pt x="922476" y="2707115"/>
                  </a:lnTo>
                  <a:lnTo>
                    <a:pt x="923590" y="2705836"/>
                  </a:lnTo>
                  <a:lnTo>
                    <a:pt x="924667" y="2706324"/>
                  </a:lnTo>
                  <a:lnTo>
                    <a:pt x="925580" y="2705232"/>
                  </a:lnTo>
                  <a:lnTo>
                    <a:pt x="926654" y="2700291"/>
                  </a:lnTo>
                  <a:lnTo>
                    <a:pt x="926580" y="2695278"/>
                  </a:lnTo>
                  <a:lnTo>
                    <a:pt x="926448" y="2686014"/>
                  </a:lnTo>
                  <a:lnTo>
                    <a:pt x="924726" y="2675359"/>
                  </a:lnTo>
                  <a:lnTo>
                    <a:pt x="921571" y="2665193"/>
                  </a:lnTo>
                  <a:lnTo>
                    <a:pt x="915354" y="2651190"/>
                  </a:lnTo>
                  <a:lnTo>
                    <a:pt x="907151" y="2637152"/>
                  </a:lnTo>
                  <a:lnTo>
                    <a:pt x="902708" y="2633487"/>
                  </a:lnTo>
                  <a:lnTo>
                    <a:pt x="898914" y="2625853"/>
                  </a:lnTo>
                  <a:lnTo>
                    <a:pt x="892283" y="2621925"/>
                  </a:lnTo>
                  <a:lnTo>
                    <a:pt x="891677" y="2618888"/>
                  </a:lnTo>
                  <a:lnTo>
                    <a:pt x="890625" y="2617408"/>
                  </a:lnTo>
                  <a:lnTo>
                    <a:pt x="884364" y="2608580"/>
                  </a:lnTo>
                  <a:lnTo>
                    <a:pt x="882211" y="2605409"/>
                  </a:lnTo>
                  <a:lnTo>
                    <a:pt x="874160" y="2599608"/>
                  </a:lnTo>
                  <a:lnTo>
                    <a:pt x="867857" y="2592037"/>
                  </a:lnTo>
                  <a:lnTo>
                    <a:pt x="860697" y="2580872"/>
                  </a:lnTo>
                  <a:lnTo>
                    <a:pt x="858380" y="2578587"/>
                  </a:lnTo>
                  <a:lnTo>
                    <a:pt x="856822" y="2577048"/>
                  </a:lnTo>
                  <a:lnTo>
                    <a:pt x="851267" y="2578011"/>
                  </a:lnTo>
                  <a:lnTo>
                    <a:pt x="845903" y="2579486"/>
                  </a:lnTo>
                  <a:lnTo>
                    <a:pt x="842925" y="2580303"/>
                  </a:lnTo>
                  <a:lnTo>
                    <a:pt x="837230" y="2577893"/>
                  </a:lnTo>
                  <a:lnTo>
                    <a:pt x="835804" y="2576512"/>
                  </a:lnTo>
                  <a:lnTo>
                    <a:pt x="833907" y="2574674"/>
                  </a:lnTo>
                  <a:lnTo>
                    <a:pt x="829763" y="2573298"/>
                  </a:lnTo>
                  <a:lnTo>
                    <a:pt x="827483" y="2567847"/>
                  </a:lnTo>
                  <a:lnTo>
                    <a:pt x="831631" y="2564996"/>
                  </a:lnTo>
                  <a:lnTo>
                    <a:pt x="831682" y="2554863"/>
                  </a:lnTo>
                  <a:lnTo>
                    <a:pt x="828906" y="2543385"/>
                  </a:lnTo>
                  <a:lnTo>
                    <a:pt x="824562" y="2535252"/>
                  </a:lnTo>
                  <a:lnTo>
                    <a:pt x="824390" y="2534931"/>
                  </a:lnTo>
                  <a:lnTo>
                    <a:pt x="816222" y="2531628"/>
                  </a:lnTo>
                  <a:lnTo>
                    <a:pt x="808466" y="2530621"/>
                  </a:lnTo>
                  <a:lnTo>
                    <a:pt x="801849" y="2529273"/>
                  </a:lnTo>
                  <a:lnTo>
                    <a:pt x="795050" y="2531669"/>
                  </a:lnTo>
                  <a:lnTo>
                    <a:pt x="790884" y="2526512"/>
                  </a:lnTo>
                  <a:lnTo>
                    <a:pt x="782176" y="2522924"/>
                  </a:lnTo>
                  <a:lnTo>
                    <a:pt x="781184" y="2522514"/>
                  </a:lnTo>
                  <a:lnTo>
                    <a:pt x="770675" y="2514694"/>
                  </a:lnTo>
                  <a:lnTo>
                    <a:pt x="766785" y="2513273"/>
                  </a:lnTo>
                  <a:lnTo>
                    <a:pt x="756651" y="2502337"/>
                  </a:lnTo>
                  <a:lnTo>
                    <a:pt x="755017" y="2495363"/>
                  </a:lnTo>
                  <a:lnTo>
                    <a:pt x="754838" y="2492405"/>
                  </a:lnTo>
                  <a:lnTo>
                    <a:pt x="754706" y="2490226"/>
                  </a:lnTo>
                  <a:lnTo>
                    <a:pt x="750994" y="2486445"/>
                  </a:lnTo>
                  <a:lnTo>
                    <a:pt x="745878" y="2479435"/>
                  </a:lnTo>
                  <a:lnTo>
                    <a:pt x="738718" y="2470974"/>
                  </a:lnTo>
                  <a:lnTo>
                    <a:pt x="737153" y="2469994"/>
                  </a:lnTo>
                  <a:lnTo>
                    <a:pt x="731694" y="2466570"/>
                  </a:lnTo>
                  <a:lnTo>
                    <a:pt x="724386" y="2461569"/>
                  </a:lnTo>
                  <a:lnTo>
                    <a:pt x="717302" y="2461506"/>
                  </a:lnTo>
                  <a:lnTo>
                    <a:pt x="714537" y="2462497"/>
                  </a:lnTo>
                  <a:lnTo>
                    <a:pt x="707421" y="2458152"/>
                  </a:lnTo>
                  <a:lnTo>
                    <a:pt x="702446" y="2456981"/>
                  </a:lnTo>
                  <a:lnTo>
                    <a:pt x="698460" y="2456917"/>
                  </a:lnTo>
                  <a:lnTo>
                    <a:pt x="689646" y="2450188"/>
                  </a:lnTo>
                  <a:lnTo>
                    <a:pt x="682263" y="2446211"/>
                  </a:lnTo>
                  <a:lnTo>
                    <a:pt x="673578" y="2442582"/>
                  </a:lnTo>
                  <a:lnTo>
                    <a:pt x="658214" y="2439160"/>
                  </a:lnTo>
                  <a:lnTo>
                    <a:pt x="642052" y="2438175"/>
                  </a:lnTo>
                  <a:lnTo>
                    <a:pt x="638140" y="2427454"/>
                  </a:lnTo>
                  <a:lnTo>
                    <a:pt x="634840" y="2424080"/>
                  </a:lnTo>
                  <a:lnTo>
                    <a:pt x="632131" y="2421581"/>
                  </a:lnTo>
                  <a:lnTo>
                    <a:pt x="627959" y="2420912"/>
                  </a:lnTo>
                  <a:lnTo>
                    <a:pt x="626398" y="2417046"/>
                  </a:lnTo>
                  <a:lnTo>
                    <a:pt x="633748" y="2404618"/>
                  </a:lnTo>
                  <a:lnTo>
                    <a:pt x="633524" y="2399597"/>
                  </a:lnTo>
                  <a:lnTo>
                    <a:pt x="632590" y="2398416"/>
                  </a:lnTo>
                  <a:lnTo>
                    <a:pt x="637447" y="2384195"/>
                  </a:lnTo>
                  <a:lnTo>
                    <a:pt x="632724" y="2377098"/>
                  </a:lnTo>
                  <a:lnTo>
                    <a:pt x="636691" y="2368961"/>
                  </a:lnTo>
                  <a:lnTo>
                    <a:pt x="639924" y="2362327"/>
                  </a:lnTo>
                  <a:lnTo>
                    <a:pt x="641555" y="2356914"/>
                  </a:lnTo>
                  <a:lnTo>
                    <a:pt x="642189" y="2351229"/>
                  </a:lnTo>
                  <a:lnTo>
                    <a:pt x="639129" y="2346693"/>
                  </a:lnTo>
                  <a:lnTo>
                    <a:pt x="635915" y="2342929"/>
                  </a:lnTo>
                  <a:lnTo>
                    <a:pt x="631370" y="2343777"/>
                  </a:lnTo>
                  <a:lnTo>
                    <a:pt x="623688" y="2336163"/>
                  </a:lnTo>
                  <a:lnTo>
                    <a:pt x="619976" y="2329621"/>
                  </a:lnTo>
                  <a:lnTo>
                    <a:pt x="622952" y="2324418"/>
                  </a:lnTo>
                  <a:lnTo>
                    <a:pt x="626511" y="2316754"/>
                  </a:lnTo>
                  <a:lnTo>
                    <a:pt x="626228" y="2307740"/>
                  </a:lnTo>
                  <a:lnTo>
                    <a:pt x="619929" y="2303093"/>
                  </a:lnTo>
                  <a:lnTo>
                    <a:pt x="617272" y="2301874"/>
                  </a:lnTo>
                  <a:lnTo>
                    <a:pt x="615480" y="2301052"/>
                  </a:lnTo>
                  <a:lnTo>
                    <a:pt x="607771" y="2284753"/>
                  </a:lnTo>
                  <a:lnTo>
                    <a:pt x="604454" y="2275682"/>
                  </a:lnTo>
                  <a:lnTo>
                    <a:pt x="595052" y="2269195"/>
                  </a:lnTo>
                  <a:lnTo>
                    <a:pt x="592262" y="2262452"/>
                  </a:lnTo>
                  <a:lnTo>
                    <a:pt x="592523" y="2253513"/>
                  </a:lnTo>
                  <a:lnTo>
                    <a:pt x="591449" y="2251672"/>
                  </a:lnTo>
                  <a:lnTo>
                    <a:pt x="587060" y="2244137"/>
                  </a:lnTo>
                  <a:lnTo>
                    <a:pt x="582858" y="2237736"/>
                  </a:lnTo>
                  <a:lnTo>
                    <a:pt x="582982" y="2226826"/>
                  </a:lnTo>
                  <a:lnTo>
                    <a:pt x="579831" y="2220305"/>
                  </a:lnTo>
                  <a:lnTo>
                    <a:pt x="576007" y="2217896"/>
                  </a:lnTo>
                  <a:lnTo>
                    <a:pt x="573589" y="2207620"/>
                  </a:lnTo>
                  <a:lnTo>
                    <a:pt x="569901" y="2198088"/>
                  </a:lnTo>
                  <a:lnTo>
                    <a:pt x="562084" y="2188028"/>
                  </a:lnTo>
                  <a:lnTo>
                    <a:pt x="558018" y="2185065"/>
                  </a:lnTo>
                  <a:lnTo>
                    <a:pt x="553836" y="2176050"/>
                  </a:lnTo>
                  <a:lnTo>
                    <a:pt x="555110" y="2164643"/>
                  </a:lnTo>
                  <a:lnTo>
                    <a:pt x="554150" y="2152472"/>
                  </a:lnTo>
                  <a:lnTo>
                    <a:pt x="554276" y="2139926"/>
                  </a:lnTo>
                  <a:lnTo>
                    <a:pt x="560284" y="2134848"/>
                  </a:lnTo>
                  <a:lnTo>
                    <a:pt x="565653" y="2139333"/>
                  </a:lnTo>
                  <a:lnTo>
                    <a:pt x="572205" y="2131817"/>
                  </a:lnTo>
                  <a:lnTo>
                    <a:pt x="576702" y="2120773"/>
                  </a:lnTo>
                  <a:lnTo>
                    <a:pt x="578325" y="2116338"/>
                  </a:lnTo>
                  <a:lnTo>
                    <a:pt x="577334" y="2111558"/>
                  </a:lnTo>
                  <a:lnTo>
                    <a:pt x="575029" y="2100382"/>
                  </a:lnTo>
                  <a:lnTo>
                    <a:pt x="571927" y="2094698"/>
                  </a:lnTo>
                  <a:lnTo>
                    <a:pt x="567690" y="2093223"/>
                  </a:lnTo>
                  <a:lnTo>
                    <a:pt x="559878" y="2093726"/>
                  </a:lnTo>
                  <a:lnTo>
                    <a:pt x="552508" y="2091089"/>
                  </a:lnTo>
                  <a:lnTo>
                    <a:pt x="544714" y="2081429"/>
                  </a:lnTo>
                  <a:lnTo>
                    <a:pt x="541326" y="2072894"/>
                  </a:lnTo>
                  <a:lnTo>
                    <a:pt x="539895" y="2068710"/>
                  </a:lnTo>
                  <a:lnTo>
                    <a:pt x="539102" y="2068051"/>
                  </a:lnTo>
                  <a:lnTo>
                    <a:pt x="536692" y="2066045"/>
                  </a:lnTo>
                  <a:lnTo>
                    <a:pt x="535567" y="2062016"/>
                  </a:lnTo>
                  <a:lnTo>
                    <a:pt x="531852" y="2055383"/>
                  </a:lnTo>
                  <a:lnTo>
                    <a:pt x="531704" y="2047387"/>
                  </a:lnTo>
                  <a:lnTo>
                    <a:pt x="536047" y="2037107"/>
                  </a:lnTo>
                  <a:lnTo>
                    <a:pt x="536458" y="2032314"/>
                  </a:lnTo>
                  <a:lnTo>
                    <a:pt x="535085" y="2023991"/>
                  </a:lnTo>
                  <a:lnTo>
                    <a:pt x="535657" y="2020826"/>
                  </a:lnTo>
                  <a:lnTo>
                    <a:pt x="532092" y="2015829"/>
                  </a:lnTo>
                  <a:lnTo>
                    <a:pt x="530827" y="2011707"/>
                  </a:lnTo>
                  <a:lnTo>
                    <a:pt x="532394" y="2005026"/>
                  </a:lnTo>
                  <a:lnTo>
                    <a:pt x="535519" y="2001224"/>
                  </a:lnTo>
                  <a:lnTo>
                    <a:pt x="537178" y="1994739"/>
                  </a:lnTo>
                  <a:lnTo>
                    <a:pt x="537824" y="1992216"/>
                  </a:lnTo>
                  <a:lnTo>
                    <a:pt x="538131" y="1989482"/>
                  </a:lnTo>
                  <a:lnTo>
                    <a:pt x="539024" y="1981546"/>
                  </a:lnTo>
                  <a:lnTo>
                    <a:pt x="544331" y="1979166"/>
                  </a:lnTo>
                  <a:lnTo>
                    <a:pt x="550805" y="1980358"/>
                  </a:lnTo>
                  <a:lnTo>
                    <a:pt x="551549" y="1982502"/>
                  </a:lnTo>
                  <a:lnTo>
                    <a:pt x="550771" y="1989061"/>
                  </a:lnTo>
                  <a:lnTo>
                    <a:pt x="552345" y="1990675"/>
                  </a:lnTo>
                  <a:lnTo>
                    <a:pt x="551430" y="1992302"/>
                  </a:lnTo>
                  <a:lnTo>
                    <a:pt x="548578" y="1992376"/>
                  </a:lnTo>
                  <a:lnTo>
                    <a:pt x="548237" y="1992384"/>
                  </a:lnTo>
                  <a:lnTo>
                    <a:pt x="547796" y="2007201"/>
                  </a:lnTo>
                  <a:lnTo>
                    <a:pt x="557680" y="2014403"/>
                  </a:lnTo>
                  <a:lnTo>
                    <a:pt x="563206" y="2022935"/>
                  </a:lnTo>
                  <a:lnTo>
                    <a:pt x="567442" y="2021872"/>
                  </a:lnTo>
                  <a:lnTo>
                    <a:pt x="569298" y="2021405"/>
                  </a:lnTo>
                  <a:lnTo>
                    <a:pt x="567851" y="2014130"/>
                  </a:lnTo>
                  <a:lnTo>
                    <a:pt x="568845" y="2006761"/>
                  </a:lnTo>
                  <a:lnTo>
                    <a:pt x="568718" y="2003202"/>
                  </a:lnTo>
                  <a:lnTo>
                    <a:pt x="564875" y="1998149"/>
                  </a:lnTo>
                  <a:lnTo>
                    <a:pt x="562328" y="1993848"/>
                  </a:lnTo>
                  <a:lnTo>
                    <a:pt x="562962" y="1990295"/>
                  </a:lnTo>
                  <a:lnTo>
                    <a:pt x="557943" y="1986031"/>
                  </a:lnTo>
                  <a:lnTo>
                    <a:pt x="556995" y="1981541"/>
                  </a:lnTo>
                  <a:lnTo>
                    <a:pt x="560423" y="1979858"/>
                  </a:lnTo>
                  <a:lnTo>
                    <a:pt x="560061" y="1971479"/>
                  </a:lnTo>
                  <a:lnTo>
                    <a:pt x="559976" y="1969513"/>
                  </a:lnTo>
                  <a:lnTo>
                    <a:pt x="555714" y="1968793"/>
                  </a:lnTo>
                  <a:lnTo>
                    <a:pt x="552909" y="1961452"/>
                  </a:lnTo>
                  <a:lnTo>
                    <a:pt x="559020" y="1960235"/>
                  </a:lnTo>
                  <a:lnTo>
                    <a:pt x="559821" y="1956589"/>
                  </a:lnTo>
                  <a:lnTo>
                    <a:pt x="564320" y="1957535"/>
                  </a:lnTo>
                  <a:lnTo>
                    <a:pt x="571113" y="1954076"/>
                  </a:lnTo>
                  <a:lnTo>
                    <a:pt x="570782" y="1952828"/>
                  </a:lnTo>
                  <a:lnTo>
                    <a:pt x="569122" y="1946553"/>
                  </a:lnTo>
                  <a:lnTo>
                    <a:pt x="561714" y="1939512"/>
                  </a:lnTo>
                  <a:lnTo>
                    <a:pt x="561295" y="1939582"/>
                  </a:lnTo>
                  <a:lnTo>
                    <a:pt x="551758" y="1941190"/>
                  </a:lnTo>
                  <a:lnTo>
                    <a:pt x="551466" y="1941239"/>
                  </a:lnTo>
                  <a:lnTo>
                    <a:pt x="548330" y="1950228"/>
                  </a:lnTo>
                  <a:lnTo>
                    <a:pt x="551566" y="1955814"/>
                  </a:lnTo>
                  <a:lnTo>
                    <a:pt x="547303" y="1958447"/>
                  </a:lnTo>
                  <a:lnTo>
                    <a:pt x="546121" y="1963943"/>
                  </a:lnTo>
                  <a:lnTo>
                    <a:pt x="548801" y="1968393"/>
                  </a:lnTo>
                  <a:lnTo>
                    <a:pt x="550352" y="1974114"/>
                  </a:lnTo>
                  <a:lnTo>
                    <a:pt x="543433" y="1975556"/>
                  </a:lnTo>
                  <a:lnTo>
                    <a:pt x="538488" y="1973701"/>
                  </a:lnTo>
                  <a:lnTo>
                    <a:pt x="533873" y="1966579"/>
                  </a:lnTo>
                  <a:lnTo>
                    <a:pt x="527615" y="1960718"/>
                  </a:lnTo>
                  <a:lnTo>
                    <a:pt x="524946" y="1961626"/>
                  </a:lnTo>
                  <a:lnTo>
                    <a:pt x="521384" y="1955190"/>
                  </a:lnTo>
                  <a:lnTo>
                    <a:pt x="518670" y="1949066"/>
                  </a:lnTo>
                  <a:lnTo>
                    <a:pt x="514396" y="1942634"/>
                  </a:lnTo>
                  <a:lnTo>
                    <a:pt x="507099" y="1938569"/>
                  </a:lnTo>
                  <a:lnTo>
                    <a:pt x="502598" y="1942419"/>
                  </a:lnTo>
                  <a:lnTo>
                    <a:pt x="499473" y="1940088"/>
                  </a:lnTo>
                  <a:lnTo>
                    <a:pt x="507699" y="1928184"/>
                  </a:lnTo>
                  <a:lnTo>
                    <a:pt x="510376" y="1920784"/>
                  </a:lnTo>
                  <a:lnTo>
                    <a:pt x="509224" y="1912393"/>
                  </a:lnTo>
                  <a:lnTo>
                    <a:pt x="510441" y="1908101"/>
                  </a:lnTo>
                  <a:lnTo>
                    <a:pt x="509594" y="1904921"/>
                  </a:lnTo>
                  <a:lnTo>
                    <a:pt x="509545" y="1904736"/>
                  </a:lnTo>
                  <a:lnTo>
                    <a:pt x="505021" y="1903123"/>
                  </a:lnTo>
                  <a:lnTo>
                    <a:pt x="504781" y="1898385"/>
                  </a:lnTo>
                  <a:lnTo>
                    <a:pt x="504965" y="1891227"/>
                  </a:lnTo>
                  <a:lnTo>
                    <a:pt x="500174" y="1878831"/>
                  </a:lnTo>
                  <a:lnTo>
                    <a:pt x="493606" y="1872212"/>
                  </a:lnTo>
                  <a:lnTo>
                    <a:pt x="487767" y="1863395"/>
                  </a:lnTo>
                  <a:lnTo>
                    <a:pt x="487146" y="1859132"/>
                  </a:lnTo>
                  <a:lnTo>
                    <a:pt x="481988" y="1844176"/>
                  </a:lnTo>
                  <a:lnTo>
                    <a:pt x="476631" y="1837081"/>
                  </a:lnTo>
                  <a:lnTo>
                    <a:pt x="475065" y="1833261"/>
                  </a:lnTo>
                  <a:lnTo>
                    <a:pt x="473207" y="1828720"/>
                  </a:lnTo>
                  <a:lnTo>
                    <a:pt x="468574" y="1821375"/>
                  </a:lnTo>
                  <a:lnTo>
                    <a:pt x="467571" y="1817329"/>
                  </a:lnTo>
                  <a:lnTo>
                    <a:pt x="464258" y="1811018"/>
                  </a:lnTo>
                  <a:lnTo>
                    <a:pt x="463593" y="1805357"/>
                  </a:lnTo>
                  <a:lnTo>
                    <a:pt x="469676" y="1798501"/>
                  </a:lnTo>
                  <a:lnTo>
                    <a:pt x="470322" y="1785084"/>
                  </a:lnTo>
                  <a:lnTo>
                    <a:pt x="468539" y="1775610"/>
                  </a:lnTo>
                  <a:lnTo>
                    <a:pt x="468115" y="1765314"/>
                  </a:lnTo>
                  <a:lnTo>
                    <a:pt x="468715" y="1753783"/>
                  </a:lnTo>
                  <a:lnTo>
                    <a:pt x="472572" y="1743719"/>
                  </a:lnTo>
                  <a:lnTo>
                    <a:pt x="480546" y="1732202"/>
                  </a:lnTo>
                  <a:lnTo>
                    <a:pt x="481418" y="1723471"/>
                  </a:lnTo>
                  <a:lnTo>
                    <a:pt x="482591" y="1715623"/>
                  </a:lnTo>
                  <a:lnTo>
                    <a:pt x="480556" y="1709910"/>
                  </a:lnTo>
                  <a:lnTo>
                    <a:pt x="482236" y="1696143"/>
                  </a:lnTo>
                  <a:lnTo>
                    <a:pt x="478217" y="1690869"/>
                  </a:lnTo>
                  <a:lnTo>
                    <a:pt x="475956" y="1682407"/>
                  </a:lnTo>
                  <a:lnTo>
                    <a:pt x="472301" y="1670950"/>
                  </a:lnTo>
                  <a:lnTo>
                    <a:pt x="471746" y="1669205"/>
                  </a:lnTo>
                  <a:lnTo>
                    <a:pt x="469038" y="1667332"/>
                  </a:lnTo>
                  <a:lnTo>
                    <a:pt x="469360" y="1659937"/>
                  </a:lnTo>
                  <a:lnTo>
                    <a:pt x="465896" y="1653905"/>
                  </a:lnTo>
                  <a:lnTo>
                    <a:pt x="462067" y="1650869"/>
                  </a:lnTo>
                  <a:lnTo>
                    <a:pt x="457574" y="1642435"/>
                  </a:lnTo>
                  <a:lnTo>
                    <a:pt x="452032" y="1632886"/>
                  </a:lnTo>
                  <a:lnTo>
                    <a:pt x="450796" y="1630272"/>
                  </a:lnTo>
                  <a:lnTo>
                    <a:pt x="454176" y="1622062"/>
                  </a:lnTo>
                  <a:lnTo>
                    <a:pt x="454593" y="1616486"/>
                  </a:lnTo>
                  <a:lnTo>
                    <a:pt x="452838" y="1607635"/>
                  </a:lnTo>
                  <a:close/>
                </a:path>
              </a:pathLst>
            </a:custGeom>
            <a:solidFill>
              <a:srgbClr val="6401A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1"/>
            <p:cNvSpPr/>
            <p:nvPr/>
          </p:nvSpPr>
          <p:spPr>
            <a:xfrm>
              <a:off x="2722944" y="2188608"/>
              <a:ext cx="1145621" cy="1832727"/>
            </a:xfrm>
            <a:custGeom>
              <a:avLst/>
              <a:pathLst>
                <a:path w="1145621" h="1832727">
                  <a:moveTo>
                    <a:pt x="457200" y="1600200"/>
                  </a:moveTo>
                  <a:lnTo>
                    <a:pt x="465993" y="1522837"/>
                  </a:lnTo>
                  <a:lnTo>
                    <a:pt x="469104" y="1493074"/>
                  </a:lnTo>
                  <a:lnTo>
                    <a:pt x="470804" y="1476858"/>
                  </a:lnTo>
                  <a:lnTo>
                    <a:pt x="472919" y="1456724"/>
                  </a:lnTo>
                  <a:lnTo>
                    <a:pt x="475714" y="1430183"/>
                  </a:lnTo>
                  <a:lnTo>
                    <a:pt x="479646" y="1392326"/>
                  </a:lnTo>
                  <a:lnTo>
                    <a:pt x="480212" y="1387154"/>
                  </a:lnTo>
                  <a:lnTo>
                    <a:pt x="486065" y="1333843"/>
                  </a:lnTo>
                  <a:lnTo>
                    <a:pt x="486181" y="1332729"/>
                  </a:lnTo>
                  <a:lnTo>
                    <a:pt x="488304" y="1312493"/>
                  </a:lnTo>
                  <a:lnTo>
                    <a:pt x="490444" y="1290867"/>
                  </a:lnTo>
                  <a:lnTo>
                    <a:pt x="565003" y="1298804"/>
                  </a:lnTo>
                  <a:lnTo>
                    <a:pt x="596031" y="1301723"/>
                  </a:lnTo>
                  <a:lnTo>
                    <a:pt x="647520" y="1306286"/>
                  </a:lnTo>
                  <a:lnTo>
                    <a:pt x="652157" y="1306730"/>
                  </a:lnTo>
                  <a:lnTo>
                    <a:pt x="694896" y="1310684"/>
                  </a:lnTo>
                  <a:lnTo>
                    <a:pt x="745312" y="1315040"/>
                  </a:lnTo>
                  <a:lnTo>
                    <a:pt x="755003" y="1315839"/>
                  </a:lnTo>
                  <a:lnTo>
                    <a:pt x="757531" y="1316028"/>
                  </a:lnTo>
                  <a:lnTo>
                    <a:pt x="843091" y="1321939"/>
                  </a:lnTo>
                  <a:lnTo>
                    <a:pt x="874336" y="1323892"/>
                  </a:lnTo>
                  <a:lnTo>
                    <a:pt x="882592" y="1324387"/>
                  </a:lnTo>
                  <a:lnTo>
                    <a:pt x="916193" y="1325827"/>
                  </a:lnTo>
                  <a:lnTo>
                    <a:pt x="957801" y="1328037"/>
                  </a:lnTo>
                  <a:lnTo>
                    <a:pt x="1002772" y="1330080"/>
                  </a:lnTo>
                  <a:lnTo>
                    <a:pt x="1020718" y="1330812"/>
                  </a:lnTo>
                  <a:lnTo>
                    <a:pt x="1049425" y="1331896"/>
                  </a:lnTo>
                  <a:lnTo>
                    <a:pt x="1089127" y="1333280"/>
                  </a:lnTo>
                  <a:lnTo>
                    <a:pt x="1092171" y="1333378"/>
                  </a:lnTo>
                  <a:lnTo>
                    <a:pt x="1098201" y="1333568"/>
                  </a:lnTo>
                  <a:lnTo>
                    <a:pt x="1145621" y="1334873"/>
                  </a:lnTo>
                  <a:lnTo>
                    <a:pt x="1144899" y="1366286"/>
                  </a:lnTo>
                  <a:lnTo>
                    <a:pt x="1144744" y="1372753"/>
                  </a:lnTo>
                  <a:lnTo>
                    <a:pt x="1143980" y="1404753"/>
                  </a:lnTo>
                  <a:lnTo>
                    <a:pt x="1143711" y="1416032"/>
                  </a:lnTo>
                  <a:lnTo>
                    <a:pt x="1143679" y="1417379"/>
                  </a:lnTo>
                  <a:lnTo>
                    <a:pt x="1142650" y="1459034"/>
                  </a:lnTo>
                  <a:lnTo>
                    <a:pt x="1142156" y="1481903"/>
                  </a:lnTo>
                  <a:lnTo>
                    <a:pt x="1141560" y="1512330"/>
                  </a:lnTo>
                  <a:lnTo>
                    <a:pt x="1141546" y="1513060"/>
                  </a:lnTo>
                  <a:lnTo>
                    <a:pt x="1141076" y="1537216"/>
                  </a:lnTo>
                  <a:lnTo>
                    <a:pt x="1140547" y="1567095"/>
                  </a:lnTo>
                  <a:lnTo>
                    <a:pt x="1140358" y="1577790"/>
                  </a:lnTo>
                  <a:lnTo>
                    <a:pt x="1139434" y="1621185"/>
                  </a:lnTo>
                  <a:lnTo>
                    <a:pt x="1139217" y="1631417"/>
                  </a:lnTo>
                  <a:lnTo>
                    <a:pt x="1138610" y="1660064"/>
                  </a:lnTo>
                  <a:lnTo>
                    <a:pt x="1138308" y="1674424"/>
                  </a:lnTo>
                  <a:lnTo>
                    <a:pt x="1138292" y="1675210"/>
                  </a:lnTo>
                  <a:lnTo>
                    <a:pt x="1137903" y="1693756"/>
                  </a:lnTo>
                  <a:lnTo>
                    <a:pt x="1137064" y="1740237"/>
                  </a:lnTo>
                  <a:lnTo>
                    <a:pt x="1137032" y="1742057"/>
                  </a:lnTo>
                  <a:lnTo>
                    <a:pt x="1136805" y="1751935"/>
                  </a:lnTo>
                  <a:lnTo>
                    <a:pt x="1136081" y="1783587"/>
                  </a:lnTo>
                  <a:lnTo>
                    <a:pt x="1135710" y="1799843"/>
                  </a:lnTo>
                  <a:lnTo>
                    <a:pt x="1135283" y="1818652"/>
                  </a:lnTo>
                  <a:lnTo>
                    <a:pt x="1135089" y="1827518"/>
                  </a:lnTo>
                  <a:lnTo>
                    <a:pt x="1134940" y="1832727"/>
                  </a:lnTo>
                  <a:lnTo>
                    <a:pt x="1103786" y="1831734"/>
                  </a:lnTo>
                  <a:lnTo>
                    <a:pt x="1069668" y="1830627"/>
                  </a:lnTo>
                  <a:lnTo>
                    <a:pt x="1055372" y="1829603"/>
                  </a:lnTo>
                  <a:lnTo>
                    <a:pt x="1039435" y="1828985"/>
                  </a:lnTo>
                  <a:lnTo>
                    <a:pt x="1031087" y="1828712"/>
                  </a:lnTo>
                  <a:lnTo>
                    <a:pt x="966710" y="1826325"/>
                  </a:lnTo>
                  <a:lnTo>
                    <a:pt x="939393" y="1825317"/>
                  </a:lnTo>
                  <a:lnTo>
                    <a:pt x="906472" y="1823983"/>
                  </a:lnTo>
                  <a:lnTo>
                    <a:pt x="867390" y="1821879"/>
                  </a:lnTo>
                  <a:lnTo>
                    <a:pt x="828775" y="1819363"/>
                  </a:lnTo>
                  <a:lnTo>
                    <a:pt x="825373" y="1819148"/>
                  </a:lnTo>
                  <a:lnTo>
                    <a:pt x="818871" y="1818735"/>
                  </a:lnTo>
                  <a:lnTo>
                    <a:pt x="815813" y="1818539"/>
                  </a:lnTo>
                  <a:lnTo>
                    <a:pt x="799127" y="1817445"/>
                  </a:lnTo>
                  <a:lnTo>
                    <a:pt x="787745" y="1816698"/>
                  </a:lnTo>
                  <a:lnTo>
                    <a:pt x="769619" y="1815484"/>
                  </a:lnTo>
                  <a:lnTo>
                    <a:pt x="769420" y="1815471"/>
                  </a:lnTo>
                  <a:lnTo>
                    <a:pt x="741720" y="1813586"/>
                  </a:lnTo>
                  <a:lnTo>
                    <a:pt x="740842" y="1813527"/>
                  </a:lnTo>
                  <a:lnTo>
                    <a:pt x="707406" y="1811205"/>
                  </a:lnTo>
                  <a:lnTo>
                    <a:pt x="694197" y="1810250"/>
                  </a:lnTo>
                  <a:lnTo>
                    <a:pt x="655148" y="1807304"/>
                  </a:lnTo>
                  <a:lnTo>
                    <a:pt x="654478" y="1806288"/>
                  </a:lnTo>
                  <a:lnTo>
                    <a:pt x="600593" y="1801698"/>
                  </a:lnTo>
                  <a:lnTo>
                    <a:pt x="594566" y="1801161"/>
                  </a:lnTo>
                  <a:lnTo>
                    <a:pt x="543174" y="1796401"/>
                  </a:lnTo>
                  <a:lnTo>
                    <a:pt x="505687" y="1792779"/>
                  </a:lnTo>
                  <a:lnTo>
                    <a:pt x="481840" y="1790386"/>
                  </a:lnTo>
                  <a:lnTo>
                    <a:pt x="439819" y="1785963"/>
                  </a:lnTo>
                  <a:lnTo>
                    <a:pt x="446001" y="1725925"/>
                  </a:lnTo>
                  <a:lnTo>
                    <a:pt x="451075" y="1676936"/>
                  </a:lnTo>
                  <a:lnTo>
                    <a:pt x="454574" y="1643311"/>
                  </a:lnTo>
                  <a:lnTo>
                    <a:pt x="454724" y="1641870"/>
                  </a:lnTo>
                  <a:lnTo>
                    <a:pt x="454345" y="1627972"/>
                  </a:lnTo>
                  <a:close/>
                </a:path>
              </a:pathLst>
            </a:custGeom>
            <a:solidFill>
              <a:srgbClr val="B42D8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2"/>
            <p:cNvSpPr/>
            <p:nvPr/>
          </p:nvSpPr>
          <p:spPr>
            <a:xfrm>
              <a:off x="6015595" y="1522324"/>
              <a:ext cx="612938" cy="1611956"/>
            </a:xfrm>
            <a:custGeom>
              <a:avLst/>
              <a:pathLst>
                <a:path w="612938" h="1611956">
                  <a:moveTo>
                    <a:pt x="457200" y="1600199"/>
                  </a:moveTo>
                  <a:lnTo>
                    <a:pt x="474410" y="1579471"/>
                  </a:lnTo>
                  <a:lnTo>
                    <a:pt x="465267" y="1571605"/>
                  </a:lnTo>
                  <a:lnTo>
                    <a:pt x="463138" y="1562888"/>
                  </a:lnTo>
                  <a:lnTo>
                    <a:pt x="462829" y="1561627"/>
                  </a:lnTo>
                  <a:lnTo>
                    <a:pt x="460898" y="1553737"/>
                  </a:lnTo>
                  <a:lnTo>
                    <a:pt x="458224" y="1543211"/>
                  </a:lnTo>
                  <a:lnTo>
                    <a:pt x="455342" y="1531889"/>
                  </a:lnTo>
                  <a:lnTo>
                    <a:pt x="454673" y="1529266"/>
                  </a:lnTo>
                  <a:lnTo>
                    <a:pt x="453871" y="1526147"/>
                  </a:lnTo>
                  <a:lnTo>
                    <a:pt x="448927" y="1506958"/>
                  </a:lnTo>
                  <a:lnTo>
                    <a:pt x="441707" y="1479393"/>
                  </a:lnTo>
                  <a:lnTo>
                    <a:pt x="464005" y="1472333"/>
                  </a:lnTo>
                  <a:lnTo>
                    <a:pt x="473067" y="1469562"/>
                  </a:lnTo>
                  <a:lnTo>
                    <a:pt x="479509" y="1467584"/>
                  </a:lnTo>
                  <a:lnTo>
                    <a:pt x="484207" y="1466138"/>
                  </a:lnTo>
                  <a:lnTo>
                    <a:pt x="495968" y="1462221"/>
                  </a:lnTo>
                  <a:lnTo>
                    <a:pt x="497400" y="1461742"/>
                  </a:lnTo>
                  <a:lnTo>
                    <a:pt x="502124" y="1465227"/>
                  </a:lnTo>
                  <a:lnTo>
                    <a:pt x="505013" y="1463698"/>
                  </a:lnTo>
                  <a:lnTo>
                    <a:pt x="505669" y="1463351"/>
                  </a:lnTo>
                  <a:lnTo>
                    <a:pt x="507027" y="1458411"/>
                  </a:lnTo>
                  <a:lnTo>
                    <a:pt x="518221" y="1455189"/>
                  </a:lnTo>
                  <a:lnTo>
                    <a:pt x="524939" y="1452328"/>
                  </a:lnTo>
                  <a:lnTo>
                    <a:pt x="543155" y="1446121"/>
                  </a:lnTo>
                  <a:lnTo>
                    <a:pt x="552816" y="1442864"/>
                  </a:lnTo>
                  <a:lnTo>
                    <a:pt x="558830" y="1440828"/>
                  </a:lnTo>
                  <a:lnTo>
                    <a:pt x="571643" y="1436472"/>
                  </a:lnTo>
                  <a:lnTo>
                    <a:pt x="583850" y="1432343"/>
                  </a:lnTo>
                  <a:lnTo>
                    <a:pt x="587766" y="1431013"/>
                  </a:lnTo>
                  <a:lnTo>
                    <a:pt x="588525" y="1432815"/>
                  </a:lnTo>
                  <a:lnTo>
                    <a:pt x="597358" y="1456559"/>
                  </a:lnTo>
                  <a:lnTo>
                    <a:pt x="601004" y="1466261"/>
                  </a:lnTo>
                  <a:lnTo>
                    <a:pt x="606280" y="1481486"/>
                  </a:lnTo>
                  <a:lnTo>
                    <a:pt x="609650" y="1492474"/>
                  </a:lnTo>
                  <a:lnTo>
                    <a:pt x="612938" y="1503215"/>
                  </a:lnTo>
                  <a:lnTo>
                    <a:pt x="609497" y="1505090"/>
                  </a:lnTo>
                  <a:lnTo>
                    <a:pt x="612192" y="1511908"/>
                  </a:lnTo>
                  <a:lnTo>
                    <a:pt x="611438" y="1516701"/>
                  </a:lnTo>
                  <a:lnTo>
                    <a:pt x="608546" y="1515591"/>
                  </a:lnTo>
                  <a:lnTo>
                    <a:pt x="602709" y="1518595"/>
                  </a:lnTo>
                  <a:lnTo>
                    <a:pt x="597590" y="1522202"/>
                  </a:lnTo>
                  <a:lnTo>
                    <a:pt x="591406" y="1524802"/>
                  </a:lnTo>
                  <a:lnTo>
                    <a:pt x="588551" y="1527811"/>
                  </a:lnTo>
                  <a:lnTo>
                    <a:pt x="582061" y="1527971"/>
                  </a:lnTo>
                  <a:lnTo>
                    <a:pt x="579715" y="1530862"/>
                  </a:lnTo>
                  <a:lnTo>
                    <a:pt x="578784" y="1531804"/>
                  </a:lnTo>
                  <a:lnTo>
                    <a:pt x="575537" y="1535088"/>
                  </a:lnTo>
                  <a:lnTo>
                    <a:pt x="570809" y="1537131"/>
                  </a:lnTo>
                  <a:lnTo>
                    <a:pt x="568132" y="1540181"/>
                  </a:lnTo>
                  <a:lnTo>
                    <a:pt x="565790" y="1538799"/>
                  </a:lnTo>
                  <a:lnTo>
                    <a:pt x="560328" y="1541856"/>
                  </a:lnTo>
                  <a:lnTo>
                    <a:pt x="555579" y="1545721"/>
                  </a:lnTo>
                  <a:lnTo>
                    <a:pt x="554608" y="1546510"/>
                  </a:lnTo>
                  <a:lnTo>
                    <a:pt x="549463" y="1545905"/>
                  </a:lnTo>
                  <a:lnTo>
                    <a:pt x="544681" y="1548008"/>
                  </a:lnTo>
                  <a:lnTo>
                    <a:pt x="542286" y="1551381"/>
                  </a:lnTo>
                  <a:lnTo>
                    <a:pt x="536410" y="1554182"/>
                  </a:lnTo>
                  <a:lnTo>
                    <a:pt x="533232" y="1552157"/>
                  </a:lnTo>
                  <a:lnTo>
                    <a:pt x="525796" y="1557727"/>
                  </a:lnTo>
                  <a:lnTo>
                    <a:pt x="523575" y="1557625"/>
                  </a:lnTo>
                  <a:lnTo>
                    <a:pt x="520444" y="1557480"/>
                  </a:lnTo>
                  <a:lnTo>
                    <a:pt x="518077" y="1560602"/>
                  </a:lnTo>
                  <a:lnTo>
                    <a:pt x="517007" y="1562012"/>
                  </a:lnTo>
                  <a:lnTo>
                    <a:pt x="515080" y="1566294"/>
                  </a:lnTo>
                  <a:lnTo>
                    <a:pt x="510408" y="1569568"/>
                  </a:lnTo>
                  <a:lnTo>
                    <a:pt x="509688" y="1573852"/>
                  </a:lnTo>
                  <a:lnTo>
                    <a:pt x="509449" y="1575267"/>
                  </a:lnTo>
                  <a:lnTo>
                    <a:pt x="507803" y="1576759"/>
                  </a:lnTo>
                  <a:lnTo>
                    <a:pt x="503819" y="1577254"/>
                  </a:lnTo>
                  <a:lnTo>
                    <a:pt x="501030" y="1577599"/>
                  </a:lnTo>
                  <a:lnTo>
                    <a:pt x="497374" y="1584262"/>
                  </a:lnTo>
                  <a:lnTo>
                    <a:pt x="496753" y="1584585"/>
                  </a:lnTo>
                  <a:lnTo>
                    <a:pt x="494469" y="1585771"/>
                  </a:lnTo>
                  <a:lnTo>
                    <a:pt x="491680" y="1587219"/>
                  </a:lnTo>
                  <a:lnTo>
                    <a:pt x="488261" y="1589187"/>
                  </a:lnTo>
                  <a:lnTo>
                    <a:pt x="490553" y="1590845"/>
                  </a:lnTo>
                  <a:lnTo>
                    <a:pt x="488713" y="1595118"/>
                  </a:lnTo>
                  <a:lnTo>
                    <a:pt x="486058" y="1597447"/>
                  </a:lnTo>
                  <a:lnTo>
                    <a:pt x="481869" y="1598376"/>
                  </a:lnTo>
                  <a:lnTo>
                    <a:pt x="478079" y="1601344"/>
                  </a:lnTo>
                  <a:lnTo>
                    <a:pt x="474959" y="1605320"/>
                  </a:lnTo>
                  <a:lnTo>
                    <a:pt x="472025" y="1606423"/>
                  </a:lnTo>
                  <a:lnTo>
                    <a:pt x="467780" y="1611956"/>
                  </a:lnTo>
                  <a:lnTo>
                    <a:pt x="466885" y="1609755"/>
                  </a:lnTo>
                  <a:lnTo>
                    <a:pt x="466344" y="1608103"/>
                  </a:lnTo>
                  <a:lnTo>
                    <a:pt x="460112" y="1602719"/>
                  </a:lnTo>
                  <a:close/>
                </a:path>
              </a:pathLst>
            </a:custGeom>
            <a:solidFill>
              <a:srgbClr val="5A02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3"/>
            <p:cNvSpPr/>
            <p:nvPr/>
          </p:nvSpPr>
          <p:spPr>
            <a:xfrm>
              <a:off x="5882852" y="1746948"/>
              <a:ext cx="567411" cy="1750277"/>
            </a:xfrm>
            <a:custGeom>
              <a:avLst/>
              <a:pathLst>
                <a:path w="567411" h="1750277">
                  <a:moveTo>
                    <a:pt x="457200" y="1600199"/>
                  </a:moveTo>
                  <a:lnTo>
                    <a:pt x="457831" y="1595310"/>
                  </a:lnTo>
                  <a:lnTo>
                    <a:pt x="459924" y="1590160"/>
                  </a:lnTo>
                  <a:lnTo>
                    <a:pt x="463825" y="1585139"/>
                  </a:lnTo>
                  <a:lnTo>
                    <a:pt x="469568" y="1581636"/>
                  </a:lnTo>
                  <a:lnTo>
                    <a:pt x="469715" y="1581546"/>
                  </a:lnTo>
                  <a:lnTo>
                    <a:pt x="470797" y="1580885"/>
                  </a:lnTo>
                  <a:lnTo>
                    <a:pt x="471568" y="1580414"/>
                  </a:lnTo>
                  <a:lnTo>
                    <a:pt x="479983" y="1579116"/>
                  </a:lnTo>
                  <a:lnTo>
                    <a:pt x="486914" y="1580542"/>
                  </a:lnTo>
                  <a:lnTo>
                    <a:pt x="484161" y="1586145"/>
                  </a:lnTo>
                  <a:lnTo>
                    <a:pt x="484283" y="1592782"/>
                  </a:lnTo>
                  <a:lnTo>
                    <a:pt x="482380" y="1597170"/>
                  </a:lnTo>
                  <a:lnTo>
                    <a:pt x="481428" y="1602575"/>
                  </a:lnTo>
                  <a:lnTo>
                    <a:pt x="479827" y="1605356"/>
                  </a:lnTo>
                  <a:lnTo>
                    <a:pt x="482403" y="1608999"/>
                  </a:lnTo>
                  <a:lnTo>
                    <a:pt x="485862" y="1610291"/>
                  </a:lnTo>
                  <a:lnTo>
                    <a:pt x="485986" y="1615864"/>
                  </a:lnTo>
                  <a:lnTo>
                    <a:pt x="487236" y="1620357"/>
                  </a:lnTo>
                  <a:lnTo>
                    <a:pt x="481984" y="1624468"/>
                  </a:lnTo>
                  <a:lnTo>
                    <a:pt x="485307" y="1628731"/>
                  </a:lnTo>
                  <a:lnTo>
                    <a:pt x="491634" y="1633473"/>
                  </a:lnTo>
                  <a:lnTo>
                    <a:pt x="493699" y="1635129"/>
                  </a:lnTo>
                  <a:lnTo>
                    <a:pt x="498376" y="1638876"/>
                  </a:lnTo>
                  <a:lnTo>
                    <a:pt x="506221" y="1645124"/>
                  </a:lnTo>
                  <a:lnTo>
                    <a:pt x="510107" y="1653944"/>
                  </a:lnTo>
                  <a:lnTo>
                    <a:pt x="510842" y="1660894"/>
                  </a:lnTo>
                  <a:lnTo>
                    <a:pt x="514490" y="1669720"/>
                  </a:lnTo>
                  <a:lnTo>
                    <a:pt x="520868" y="1672716"/>
                  </a:lnTo>
                  <a:lnTo>
                    <a:pt x="526507" y="1680457"/>
                  </a:lnTo>
                  <a:lnTo>
                    <a:pt x="527182" y="1681384"/>
                  </a:lnTo>
                  <a:lnTo>
                    <a:pt x="527938" y="1684543"/>
                  </a:lnTo>
                  <a:lnTo>
                    <a:pt x="536930" y="1690788"/>
                  </a:lnTo>
                  <a:lnTo>
                    <a:pt x="545503" y="1695208"/>
                  </a:lnTo>
                  <a:lnTo>
                    <a:pt x="549943" y="1694758"/>
                  </a:lnTo>
                  <a:lnTo>
                    <a:pt x="551636" y="1692359"/>
                  </a:lnTo>
                  <a:lnTo>
                    <a:pt x="556769" y="1703985"/>
                  </a:lnTo>
                  <a:lnTo>
                    <a:pt x="563990" y="1722780"/>
                  </a:lnTo>
                  <a:lnTo>
                    <a:pt x="567411" y="1732880"/>
                  </a:lnTo>
                  <a:lnTo>
                    <a:pt x="554839" y="1736860"/>
                  </a:lnTo>
                  <a:lnTo>
                    <a:pt x="540419" y="1741171"/>
                  </a:lnTo>
                  <a:lnTo>
                    <a:pt x="527641" y="1744965"/>
                  </a:lnTo>
                  <a:lnTo>
                    <a:pt x="507619" y="1750277"/>
                  </a:lnTo>
                  <a:lnTo>
                    <a:pt x="504202" y="1740492"/>
                  </a:lnTo>
                  <a:lnTo>
                    <a:pt x="503462" y="1738355"/>
                  </a:lnTo>
                  <a:lnTo>
                    <a:pt x="500397" y="1729511"/>
                  </a:lnTo>
                  <a:lnTo>
                    <a:pt x="492356" y="1706478"/>
                  </a:lnTo>
                  <a:lnTo>
                    <a:pt x="479379" y="1669365"/>
                  </a:lnTo>
                  <a:lnTo>
                    <a:pt x="475084" y="1657099"/>
                  </a:lnTo>
                  <a:lnTo>
                    <a:pt x="473005" y="1651164"/>
                  </a:lnTo>
                  <a:lnTo>
                    <a:pt x="469648" y="1641586"/>
                  </a:lnTo>
                  <a:lnTo>
                    <a:pt x="455857" y="1600611"/>
                  </a:lnTo>
                  <a:close/>
                </a:path>
              </a:pathLst>
            </a:custGeom>
            <a:solidFill>
              <a:srgbClr val="9016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4"/>
            <p:cNvSpPr/>
            <p:nvPr/>
          </p:nvSpPr>
          <p:spPr>
            <a:xfrm>
              <a:off x="5785901" y="1878735"/>
              <a:ext cx="477958" cy="1615333"/>
            </a:xfrm>
            <a:custGeom>
              <a:avLst/>
              <a:pathLst>
                <a:path w="477958" h="1615333">
                  <a:moveTo>
                    <a:pt x="457200" y="1600199"/>
                  </a:moveTo>
                  <a:lnTo>
                    <a:pt x="462493" y="1590699"/>
                  </a:lnTo>
                  <a:lnTo>
                    <a:pt x="467011" y="1593310"/>
                  </a:lnTo>
                  <a:lnTo>
                    <a:pt x="477958" y="1599622"/>
                  </a:lnTo>
                  <a:lnTo>
                    <a:pt x="473264" y="1608158"/>
                  </a:lnTo>
                  <a:lnTo>
                    <a:pt x="469251" y="1615333"/>
                  </a:lnTo>
                  <a:lnTo>
                    <a:pt x="467648" y="1609326"/>
                  </a:lnTo>
                  <a:lnTo>
                    <a:pt x="466780" y="1606077"/>
                  </a:lnTo>
                  <a:lnTo>
                    <a:pt x="460898" y="1603064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5"/>
            <p:cNvSpPr/>
            <p:nvPr/>
          </p:nvSpPr>
          <p:spPr>
            <a:xfrm>
              <a:off x="5676697" y="3742849"/>
              <a:ext cx="518647" cy="1603045"/>
            </a:xfrm>
            <a:custGeom>
              <a:avLst/>
              <a:pathLst>
                <a:path w="518647" h="1603045">
                  <a:moveTo>
                    <a:pt x="457200" y="1600200"/>
                  </a:moveTo>
                  <a:lnTo>
                    <a:pt x="462265" y="1588488"/>
                  </a:lnTo>
                  <a:lnTo>
                    <a:pt x="470167" y="1581044"/>
                  </a:lnTo>
                  <a:lnTo>
                    <a:pt x="479222" y="1574453"/>
                  </a:lnTo>
                  <a:lnTo>
                    <a:pt x="480325" y="1571747"/>
                  </a:lnTo>
                  <a:lnTo>
                    <a:pt x="493415" y="1561786"/>
                  </a:lnTo>
                  <a:lnTo>
                    <a:pt x="510067" y="1565526"/>
                  </a:lnTo>
                  <a:lnTo>
                    <a:pt x="518647" y="1573888"/>
                  </a:lnTo>
                  <a:lnTo>
                    <a:pt x="508335" y="1580670"/>
                  </a:lnTo>
                  <a:lnTo>
                    <a:pt x="501953" y="1583830"/>
                  </a:lnTo>
                  <a:lnTo>
                    <a:pt x="496863" y="1582514"/>
                  </a:lnTo>
                  <a:lnTo>
                    <a:pt x="489081" y="1586871"/>
                  </a:lnTo>
                  <a:lnTo>
                    <a:pt x="480933" y="1592138"/>
                  </a:lnTo>
                  <a:lnTo>
                    <a:pt x="471563" y="1598446"/>
                  </a:lnTo>
                  <a:lnTo>
                    <a:pt x="457570" y="1603045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6"/>
            <p:cNvSpPr/>
            <p:nvPr/>
          </p:nvSpPr>
          <p:spPr>
            <a:xfrm>
              <a:off x="5654435" y="3750706"/>
              <a:ext cx="472767" cy="1605891"/>
            </a:xfrm>
            <a:custGeom>
              <a:avLst/>
              <a:pathLst>
                <a:path w="472767" h="1605891">
                  <a:moveTo>
                    <a:pt x="457200" y="1600200"/>
                  </a:moveTo>
                  <a:lnTo>
                    <a:pt x="459930" y="1594913"/>
                  </a:lnTo>
                  <a:lnTo>
                    <a:pt x="472767" y="1591811"/>
                  </a:lnTo>
                  <a:lnTo>
                    <a:pt x="468858" y="1603422"/>
                  </a:lnTo>
                  <a:lnTo>
                    <a:pt x="456597" y="1605891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7"/>
            <p:cNvSpPr/>
            <p:nvPr/>
          </p:nvSpPr>
          <p:spPr>
            <a:xfrm>
              <a:off x="5634404" y="3750861"/>
              <a:ext cx="468263" cy="1605495"/>
            </a:xfrm>
            <a:custGeom>
              <a:avLst/>
              <a:pathLst>
                <a:path w="468263" h="1605495">
                  <a:moveTo>
                    <a:pt x="457200" y="1600200"/>
                  </a:moveTo>
                  <a:lnTo>
                    <a:pt x="461187" y="1593386"/>
                  </a:lnTo>
                  <a:lnTo>
                    <a:pt x="468263" y="1595998"/>
                  </a:lnTo>
                  <a:lnTo>
                    <a:pt x="467798" y="1603219"/>
                  </a:lnTo>
                  <a:lnTo>
                    <a:pt x="459047" y="1605495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8"/>
            <p:cNvSpPr/>
            <p:nvPr/>
          </p:nvSpPr>
          <p:spPr>
            <a:xfrm>
              <a:off x="4931793" y="3075693"/>
              <a:ext cx="1366861" cy="2238201"/>
            </a:xfrm>
            <a:custGeom>
              <a:avLst/>
              <a:pathLst>
                <a:path w="1366861" h="2238201">
                  <a:moveTo>
                    <a:pt x="457200" y="1600200"/>
                  </a:moveTo>
                  <a:lnTo>
                    <a:pt x="455775" y="1594660"/>
                  </a:lnTo>
                  <a:lnTo>
                    <a:pt x="464181" y="1593418"/>
                  </a:lnTo>
                  <a:lnTo>
                    <a:pt x="474112" y="1591896"/>
                  </a:lnTo>
                  <a:lnTo>
                    <a:pt x="486146" y="1590070"/>
                  </a:lnTo>
                  <a:lnTo>
                    <a:pt x="501985" y="1587621"/>
                  </a:lnTo>
                  <a:lnTo>
                    <a:pt x="526877" y="1584006"/>
                  </a:lnTo>
                  <a:lnTo>
                    <a:pt x="537033" y="1582482"/>
                  </a:lnTo>
                  <a:lnTo>
                    <a:pt x="541940" y="1581769"/>
                  </a:lnTo>
                  <a:lnTo>
                    <a:pt x="552268" y="1580258"/>
                  </a:lnTo>
                  <a:lnTo>
                    <a:pt x="565487" y="1578307"/>
                  </a:lnTo>
                  <a:lnTo>
                    <a:pt x="583996" y="1575451"/>
                  </a:lnTo>
                  <a:lnTo>
                    <a:pt x="586501" y="1575061"/>
                  </a:lnTo>
                  <a:lnTo>
                    <a:pt x="605302" y="1572075"/>
                  </a:lnTo>
                  <a:lnTo>
                    <a:pt x="611068" y="1571151"/>
                  </a:lnTo>
                  <a:lnTo>
                    <a:pt x="621397" y="1569487"/>
                  </a:lnTo>
                  <a:lnTo>
                    <a:pt x="636344" y="1567056"/>
                  </a:lnTo>
                  <a:lnTo>
                    <a:pt x="651515" y="1564296"/>
                  </a:lnTo>
                  <a:lnTo>
                    <a:pt x="678045" y="1559483"/>
                  </a:lnTo>
                  <a:lnTo>
                    <a:pt x="679068" y="1559295"/>
                  </a:lnTo>
                  <a:lnTo>
                    <a:pt x="695393" y="1556291"/>
                  </a:lnTo>
                  <a:lnTo>
                    <a:pt x="715134" y="1552715"/>
                  </a:lnTo>
                  <a:lnTo>
                    <a:pt x="727226" y="1550596"/>
                  </a:lnTo>
                  <a:lnTo>
                    <a:pt x="730260" y="1550056"/>
                  </a:lnTo>
                  <a:lnTo>
                    <a:pt x="730325" y="1553018"/>
                  </a:lnTo>
                  <a:lnTo>
                    <a:pt x="733422" y="1557508"/>
                  </a:lnTo>
                  <a:lnTo>
                    <a:pt x="739579" y="1563747"/>
                  </a:lnTo>
                  <a:lnTo>
                    <a:pt x="740562" y="1569190"/>
                  </a:lnTo>
                  <a:lnTo>
                    <a:pt x="743421" y="1576474"/>
                  </a:lnTo>
                  <a:lnTo>
                    <a:pt x="750202" y="1582881"/>
                  </a:lnTo>
                  <a:lnTo>
                    <a:pt x="750332" y="1582864"/>
                  </a:lnTo>
                  <a:lnTo>
                    <a:pt x="755703" y="1582137"/>
                  </a:lnTo>
                  <a:lnTo>
                    <a:pt x="791796" y="1577730"/>
                  </a:lnTo>
                  <a:lnTo>
                    <a:pt x="801778" y="1576397"/>
                  </a:lnTo>
                  <a:lnTo>
                    <a:pt x="811915" y="1575030"/>
                  </a:lnTo>
                  <a:lnTo>
                    <a:pt x="828997" y="1572702"/>
                  </a:lnTo>
                  <a:lnTo>
                    <a:pt x="833391" y="1572142"/>
                  </a:lnTo>
                  <a:lnTo>
                    <a:pt x="841521" y="1571100"/>
                  </a:lnTo>
                  <a:lnTo>
                    <a:pt x="861388" y="1568523"/>
                  </a:lnTo>
                  <a:lnTo>
                    <a:pt x="869619" y="1567461"/>
                  </a:lnTo>
                  <a:lnTo>
                    <a:pt x="883684" y="1565630"/>
                  </a:lnTo>
                  <a:lnTo>
                    <a:pt x="895588" y="1564062"/>
                  </a:lnTo>
                  <a:lnTo>
                    <a:pt x="910757" y="1562169"/>
                  </a:lnTo>
                  <a:lnTo>
                    <a:pt x="915914" y="1561520"/>
                  </a:lnTo>
                  <a:lnTo>
                    <a:pt x="934329" y="1559176"/>
                  </a:lnTo>
                  <a:lnTo>
                    <a:pt x="934882" y="1559105"/>
                  </a:lnTo>
                  <a:lnTo>
                    <a:pt x="961952" y="1555505"/>
                  </a:lnTo>
                  <a:lnTo>
                    <a:pt x="981956" y="1552837"/>
                  </a:lnTo>
                  <a:lnTo>
                    <a:pt x="993195" y="1551319"/>
                  </a:lnTo>
                  <a:lnTo>
                    <a:pt x="1006445" y="1549510"/>
                  </a:lnTo>
                  <a:lnTo>
                    <a:pt x="1010788" y="1549031"/>
                  </a:lnTo>
                  <a:lnTo>
                    <a:pt x="1032220" y="1546635"/>
                  </a:lnTo>
                  <a:lnTo>
                    <a:pt x="1032036" y="1552194"/>
                  </a:lnTo>
                  <a:lnTo>
                    <a:pt x="1036045" y="1557224"/>
                  </a:lnTo>
                  <a:lnTo>
                    <a:pt x="1036151" y="1563516"/>
                  </a:lnTo>
                  <a:lnTo>
                    <a:pt x="1040563" y="1569674"/>
                  </a:lnTo>
                  <a:lnTo>
                    <a:pt x="1044549" y="1569495"/>
                  </a:lnTo>
                  <a:lnTo>
                    <a:pt x="1049727" y="1568730"/>
                  </a:lnTo>
                  <a:lnTo>
                    <a:pt x="1054166" y="1566824"/>
                  </a:lnTo>
                  <a:lnTo>
                    <a:pt x="1055203" y="1566379"/>
                  </a:lnTo>
                  <a:lnTo>
                    <a:pt x="1054342" y="1562367"/>
                  </a:lnTo>
                  <a:lnTo>
                    <a:pt x="1054818" y="1556673"/>
                  </a:lnTo>
                  <a:lnTo>
                    <a:pt x="1054002" y="1546228"/>
                  </a:lnTo>
                  <a:lnTo>
                    <a:pt x="1052719" y="1537564"/>
                  </a:lnTo>
                  <a:lnTo>
                    <a:pt x="1047977" y="1531749"/>
                  </a:lnTo>
                  <a:lnTo>
                    <a:pt x="1047969" y="1527082"/>
                  </a:lnTo>
                  <a:lnTo>
                    <a:pt x="1047637" y="1519762"/>
                  </a:lnTo>
                  <a:lnTo>
                    <a:pt x="1050800" y="1514599"/>
                  </a:lnTo>
                  <a:lnTo>
                    <a:pt x="1055305" y="1508390"/>
                  </a:lnTo>
                  <a:lnTo>
                    <a:pt x="1059337" y="1508289"/>
                  </a:lnTo>
                  <a:lnTo>
                    <a:pt x="1059730" y="1508280"/>
                  </a:lnTo>
                  <a:lnTo>
                    <a:pt x="1063891" y="1510944"/>
                  </a:lnTo>
                  <a:lnTo>
                    <a:pt x="1070246" y="1509921"/>
                  </a:lnTo>
                  <a:lnTo>
                    <a:pt x="1075340" y="1510874"/>
                  </a:lnTo>
                  <a:lnTo>
                    <a:pt x="1079148" y="1513118"/>
                  </a:lnTo>
                  <a:lnTo>
                    <a:pt x="1085961" y="1512271"/>
                  </a:lnTo>
                  <a:lnTo>
                    <a:pt x="1089969" y="1513306"/>
                  </a:lnTo>
                  <a:lnTo>
                    <a:pt x="1097783" y="1513376"/>
                  </a:lnTo>
                  <a:lnTo>
                    <a:pt x="1101108" y="1511662"/>
                  </a:lnTo>
                  <a:lnTo>
                    <a:pt x="1103323" y="1511229"/>
                  </a:lnTo>
                  <a:lnTo>
                    <a:pt x="1110233" y="1511387"/>
                  </a:lnTo>
                  <a:lnTo>
                    <a:pt x="1112250" y="1512428"/>
                  </a:lnTo>
                  <a:lnTo>
                    <a:pt x="1112829" y="1524628"/>
                  </a:lnTo>
                  <a:lnTo>
                    <a:pt x="1115568" y="1533975"/>
                  </a:lnTo>
                  <a:lnTo>
                    <a:pt x="1116479" y="1535855"/>
                  </a:lnTo>
                  <a:lnTo>
                    <a:pt x="1117004" y="1536938"/>
                  </a:lnTo>
                  <a:lnTo>
                    <a:pt x="1118935" y="1538379"/>
                  </a:lnTo>
                  <a:lnTo>
                    <a:pt x="1121679" y="1548173"/>
                  </a:lnTo>
                  <a:lnTo>
                    <a:pt x="1123691" y="1555357"/>
                  </a:lnTo>
                  <a:lnTo>
                    <a:pt x="1127996" y="1565465"/>
                  </a:lnTo>
                  <a:lnTo>
                    <a:pt x="1144702" y="1604640"/>
                  </a:lnTo>
                  <a:lnTo>
                    <a:pt x="1147388" y="1608115"/>
                  </a:lnTo>
                  <a:lnTo>
                    <a:pt x="1149677" y="1615346"/>
                  </a:lnTo>
                  <a:lnTo>
                    <a:pt x="1151081" y="1619785"/>
                  </a:lnTo>
                  <a:lnTo>
                    <a:pt x="1158579" y="1632594"/>
                  </a:lnTo>
                  <a:lnTo>
                    <a:pt x="1166169" y="1645542"/>
                  </a:lnTo>
                  <a:lnTo>
                    <a:pt x="1175524" y="1659736"/>
                  </a:lnTo>
                  <a:lnTo>
                    <a:pt x="1184221" y="1672909"/>
                  </a:lnTo>
                  <a:lnTo>
                    <a:pt x="1191996" y="1684085"/>
                  </a:lnTo>
                  <a:lnTo>
                    <a:pt x="1196436" y="1690459"/>
                  </a:lnTo>
                  <a:lnTo>
                    <a:pt x="1204623" y="1699238"/>
                  </a:lnTo>
                  <a:lnTo>
                    <a:pt x="1221777" y="1719346"/>
                  </a:lnTo>
                  <a:lnTo>
                    <a:pt x="1230063" y="1728135"/>
                  </a:lnTo>
                  <a:lnTo>
                    <a:pt x="1241242" y="1739972"/>
                  </a:lnTo>
                  <a:lnTo>
                    <a:pt x="1249871" y="1748177"/>
                  </a:lnTo>
                  <a:lnTo>
                    <a:pt x="1259357" y="1763552"/>
                  </a:lnTo>
                  <a:lnTo>
                    <a:pt x="1253755" y="1771004"/>
                  </a:lnTo>
                  <a:lnTo>
                    <a:pt x="1253419" y="1780518"/>
                  </a:lnTo>
                  <a:lnTo>
                    <a:pt x="1255510" y="1790032"/>
                  </a:lnTo>
                  <a:lnTo>
                    <a:pt x="1258866" y="1799382"/>
                  </a:lnTo>
                  <a:lnTo>
                    <a:pt x="1266372" y="1814054"/>
                  </a:lnTo>
                  <a:lnTo>
                    <a:pt x="1281456" y="1834479"/>
                  </a:lnTo>
                  <a:lnTo>
                    <a:pt x="1291121" y="1847537"/>
                  </a:lnTo>
                  <a:lnTo>
                    <a:pt x="1300087" y="1863544"/>
                  </a:lnTo>
                  <a:lnTo>
                    <a:pt x="1302552" y="1868074"/>
                  </a:lnTo>
                  <a:lnTo>
                    <a:pt x="1313445" y="1888073"/>
                  </a:lnTo>
                  <a:lnTo>
                    <a:pt x="1322155" y="1900863"/>
                  </a:lnTo>
                  <a:lnTo>
                    <a:pt x="1329149" y="1911121"/>
                  </a:lnTo>
                  <a:lnTo>
                    <a:pt x="1332079" y="1917768"/>
                  </a:lnTo>
                  <a:lnTo>
                    <a:pt x="1335348" y="1921968"/>
                  </a:lnTo>
                  <a:lnTo>
                    <a:pt x="1341349" y="1933486"/>
                  </a:lnTo>
                  <a:lnTo>
                    <a:pt x="1347909" y="1946067"/>
                  </a:lnTo>
                  <a:lnTo>
                    <a:pt x="1351400" y="1956182"/>
                  </a:lnTo>
                  <a:lnTo>
                    <a:pt x="1351461" y="1956358"/>
                  </a:lnTo>
                  <a:lnTo>
                    <a:pt x="1351516" y="1956716"/>
                  </a:lnTo>
                  <a:lnTo>
                    <a:pt x="1353252" y="1968045"/>
                  </a:lnTo>
                  <a:lnTo>
                    <a:pt x="1354752" y="1975768"/>
                  </a:lnTo>
                  <a:lnTo>
                    <a:pt x="1355353" y="1981078"/>
                  </a:lnTo>
                  <a:lnTo>
                    <a:pt x="1355462" y="1988630"/>
                  </a:lnTo>
                  <a:lnTo>
                    <a:pt x="1356126" y="1999010"/>
                  </a:lnTo>
                  <a:lnTo>
                    <a:pt x="1356962" y="2012179"/>
                  </a:lnTo>
                  <a:lnTo>
                    <a:pt x="1357525" y="2021124"/>
                  </a:lnTo>
                  <a:lnTo>
                    <a:pt x="1358517" y="2040642"/>
                  </a:lnTo>
                  <a:lnTo>
                    <a:pt x="1358555" y="2041409"/>
                  </a:lnTo>
                  <a:lnTo>
                    <a:pt x="1360476" y="2055120"/>
                  </a:lnTo>
                  <a:lnTo>
                    <a:pt x="1361496" y="2062421"/>
                  </a:lnTo>
                  <a:lnTo>
                    <a:pt x="1364559" y="2074052"/>
                  </a:lnTo>
                  <a:lnTo>
                    <a:pt x="1364277" y="2081138"/>
                  </a:lnTo>
                  <a:lnTo>
                    <a:pt x="1364063" y="2083288"/>
                  </a:lnTo>
                  <a:lnTo>
                    <a:pt x="1363018" y="2093735"/>
                  </a:lnTo>
                  <a:lnTo>
                    <a:pt x="1360163" y="2091918"/>
                  </a:lnTo>
                  <a:lnTo>
                    <a:pt x="1353355" y="2087485"/>
                  </a:lnTo>
                  <a:lnTo>
                    <a:pt x="1350948" y="2097412"/>
                  </a:lnTo>
                  <a:lnTo>
                    <a:pt x="1348021" y="2103782"/>
                  </a:lnTo>
                  <a:lnTo>
                    <a:pt x="1348285" y="2113092"/>
                  </a:lnTo>
                  <a:lnTo>
                    <a:pt x="1348202" y="2113938"/>
                  </a:lnTo>
                  <a:lnTo>
                    <a:pt x="1347350" y="2122595"/>
                  </a:lnTo>
                  <a:lnTo>
                    <a:pt x="1351971" y="2131132"/>
                  </a:lnTo>
                  <a:lnTo>
                    <a:pt x="1359608" y="2125306"/>
                  </a:lnTo>
                  <a:lnTo>
                    <a:pt x="1363909" y="2111782"/>
                  </a:lnTo>
                  <a:lnTo>
                    <a:pt x="1366861" y="2119817"/>
                  </a:lnTo>
                  <a:lnTo>
                    <a:pt x="1361980" y="2134852"/>
                  </a:lnTo>
                  <a:lnTo>
                    <a:pt x="1361300" y="2136942"/>
                  </a:lnTo>
                  <a:lnTo>
                    <a:pt x="1351862" y="2161028"/>
                  </a:lnTo>
                  <a:lnTo>
                    <a:pt x="1339828" y="2183185"/>
                  </a:lnTo>
                  <a:lnTo>
                    <a:pt x="1325523" y="2203203"/>
                  </a:lnTo>
                  <a:lnTo>
                    <a:pt x="1293769" y="2230192"/>
                  </a:lnTo>
                  <a:lnTo>
                    <a:pt x="1279265" y="2238201"/>
                  </a:lnTo>
                  <a:lnTo>
                    <a:pt x="1273349" y="2234327"/>
                  </a:lnTo>
                  <a:lnTo>
                    <a:pt x="1284306" y="2224115"/>
                  </a:lnTo>
                  <a:lnTo>
                    <a:pt x="1303976" y="2209812"/>
                  </a:lnTo>
                  <a:lnTo>
                    <a:pt x="1326985" y="2185109"/>
                  </a:lnTo>
                  <a:lnTo>
                    <a:pt x="1335548" y="2172020"/>
                  </a:lnTo>
                  <a:lnTo>
                    <a:pt x="1336003" y="2164191"/>
                  </a:lnTo>
                  <a:lnTo>
                    <a:pt x="1335634" y="2158829"/>
                  </a:lnTo>
                  <a:lnTo>
                    <a:pt x="1330281" y="2159209"/>
                  </a:lnTo>
                  <a:lnTo>
                    <a:pt x="1318661" y="2164003"/>
                  </a:lnTo>
                  <a:lnTo>
                    <a:pt x="1312781" y="2169932"/>
                  </a:lnTo>
                  <a:lnTo>
                    <a:pt x="1308768" y="2171470"/>
                  </a:lnTo>
                  <a:lnTo>
                    <a:pt x="1300795" y="2168376"/>
                  </a:lnTo>
                  <a:lnTo>
                    <a:pt x="1295866" y="2170544"/>
                  </a:lnTo>
                  <a:lnTo>
                    <a:pt x="1294015" y="2171358"/>
                  </a:lnTo>
                  <a:lnTo>
                    <a:pt x="1290223" y="2176359"/>
                  </a:lnTo>
                  <a:lnTo>
                    <a:pt x="1280152" y="2180582"/>
                  </a:lnTo>
                  <a:lnTo>
                    <a:pt x="1272482" y="2183096"/>
                  </a:lnTo>
                  <a:lnTo>
                    <a:pt x="1264196" y="2176818"/>
                  </a:lnTo>
                  <a:lnTo>
                    <a:pt x="1259697" y="2169880"/>
                  </a:lnTo>
                  <a:lnTo>
                    <a:pt x="1260401" y="2158772"/>
                  </a:lnTo>
                  <a:lnTo>
                    <a:pt x="1258974" y="2149659"/>
                  </a:lnTo>
                  <a:lnTo>
                    <a:pt x="1250115" y="2139321"/>
                  </a:lnTo>
                  <a:lnTo>
                    <a:pt x="1244556" y="2128674"/>
                  </a:lnTo>
                  <a:lnTo>
                    <a:pt x="1237525" y="2120809"/>
                  </a:lnTo>
                  <a:lnTo>
                    <a:pt x="1229586" y="2118751"/>
                  </a:lnTo>
                  <a:lnTo>
                    <a:pt x="1224974" y="2110519"/>
                  </a:lnTo>
                  <a:lnTo>
                    <a:pt x="1217953" y="2108683"/>
                  </a:lnTo>
                  <a:lnTo>
                    <a:pt x="1214361" y="2107742"/>
                  </a:lnTo>
                  <a:lnTo>
                    <a:pt x="1197013" y="2101748"/>
                  </a:lnTo>
                  <a:lnTo>
                    <a:pt x="1194537" y="2104346"/>
                  </a:lnTo>
                  <a:lnTo>
                    <a:pt x="1191389" y="2107645"/>
                  </a:lnTo>
                  <a:lnTo>
                    <a:pt x="1184327" y="2102777"/>
                  </a:lnTo>
                  <a:lnTo>
                    <a:pt x="1181748" y="2097591"/>
                  </a:lnTo>
                  <a:lnTo>
                    <a:pt x="1179050" y="2092162"/>
                  </a:lnTo>
                  <a:lnTo>
                    <a:pt x="1170248" y="2074894"/>
                  </a:lnTo>
                  <a:lnTo>
                    <a:pt x="1162690" y="2054387"/>
                  </a:lnTo>
                  <a:lnTo>
                    <a:pt x="1162422" y="2054108"/>
                  </a:lnTo>
                  <a:lnTo>
                    <a:pt x="1151744" y="2042965"/>
                  </a:lnTo>
                  <a:lnTo>
                    <a:pt x="1147792" y="2041817"/>
                  </a:lnTo>
                  <a:lnTo>
                    <a:pt x="1141498" y="2043172"/>
                  </a:lnTo>
                  <a:lnTo>
                    <a:pt x="1135392" y="2048223"/>
                  </a:lnTo>
                  <a:lnTo>
                    <a:pt x="1129419" y="2047674"/>
                  </a:lnTo>
                  <a:lnTo>
                    <a:pt x="1122660" y="2044041"/>
                  </a:lnTo>
                  <a:lnTo>
                    <a:pt x="1113011" y="2030319"/>
                  </a:lnTo>
                  <a:lnTo>
                    <a:pt x="1108950" y="2018894"/>
                  </a:lnTo>
                  <a:lnTo>
                    <a:pt x="1107726" y="2011801"/>
                  </a:lnTo>
                  <a:lnTo>
                    <a:pt x="1105326" y="2008207"/>
                  </a:lnTo>
                  <a:lnTo>
                    <a:pt x="1100222" y="2000560"/>
                  </a:lnTo>
                  <a:lnTo>
                    <a:pt x="1092422" y="1991119"/>
                  </a:lnTo>
                  <a:lnTo>
                    <a:pt x="1080582" y="1976760"/>
                  </a:lnTo>
                  <a:lnTo>
                    <a:pt x="1067525" y="1957389"/>
                  </a:lnTo>
                  <a:lnTo>
                    <a:pt x="1057880" y="1947449"/>
                  </a:lnTo>
                  <a:lnTo>
                    <a:pt x="1052954" y="1943296"/>
                  </a:lnTo>
                  <a:lnTo>
                    <a:pt x="1047237" y="1938470"/>
                  </a:lnTo>
                  <a:lnTo>
                    <a:pt x="1039768" y="1928156"/>
                  </a:lnTo>
                  <a:lnTo>
                    <a:pt x="1042335" y="1927910"/>
                  </a:lnTo>
                  <a:lnTo>
                    <a:pt x="1049983" y="1927099"/>
                  </a:lnTo>
                  <a:lnTo>
                    <a:pt x="1055701" y="1916757"/>
                  </a:lnTo>
                  <a:lnTo>
                    <a:pt x="1058149" y="1910033"/>
                  </a:lnTo>
                  <a:lnTo>
                    <a:pt x="1058776" y="1908307"/>
                  </a:lnTo>
                  <a:lnTo>
                    <a:pt x="1061120" y="1901849"/>
                  </a:lnTo>
                  <a:lnTo>
                    <a:pt x="1064743" y="1898914"/>
                  </a:lnTo>
                  <a:lnTo>
                    <a:pt x="1068776" y="1892404"/>
                  </a:lnTo>
                  <a:lnTo>
                    <a:pt x="1066090" y="1887668"/>
                  </a:lnTo>
                  <a:lnTo>
                    <a:pt x="1061375" y="1887048"/>
                  </a:lnTo>
                  <a:lnTo>
                    <a:pt x="1053890" y="1885317"/>
                  </a:lnTo>
                  <a:lnTo>
                    <a:pt x="1052788" y="1887070"/>
                  </a:lnTo>
                  <a:lnTo>
                    <a:pt x="1051003" y="1889907"/>
                  </a:lnTo>
                  <a:lnTo>
                    <a:pt x="1047822" y="1895195"/>
                  </a:lnTo>
                  <a:lnTo>
                    <a:pt x="1048532" y="1900993"/>
                  </a:lnTo>
                  <a:lnTo>
                    <a:pt x="1046200" y="1905547"/>
                  </a:lnTo>
                  <a:lnTo>
                    <a:pt x="1044204" y="1910452"/>
                  </a:lnTo>
                  <a:lnTo>
                    <a:pt x="1042008" y="1915840"/>
                  </a:lnTo>
                  <a:lnTo>
                    <a:pt x="1039203" y="1917959"/>
                  </a:lnTo>
                  <a:lnTo>
                    <a:pt x="1037295" y="1910091"/>
                  </a:lnTo>
                  <a:lnTo>
                    <a:pt x="1035386" y="1903825"/>
                  </a:lnTo>
                  <a:lnTo>
                    <a:pt x="1029389" y="1897437"/>
                  </a:lnTo>
                  <a:lnTo>
                    <a:pt x="1022011" y="1891020"/>
                  </a:lnTo>
                  <a:lnTo>
                    <a:pt x="1020956" y="1880796"/>
                  </a:lnTo>
                  <a:lnTo>
                    <a:pt x="1020661" y="1870404"/>
                  </a:lnTo>
                  <a:lnTo>
                    <a:pt x="1016537" y="1860861"/>
                  </a:lnTo>
                  <a:lnTo>
                    <a:pt x="1014208" y="1852543"/>
                  </a:lnTo>
                  <a:lnTo>
                    <a:pt x="1014143" y="1852310"/>
                  </a:lnTo>
                  <a:lnTo>
                    <a:pt x="1023051" y="1841672"/>
                  </a:lnTo>
                  <a:lnTo>
                    <a:pt x="1024932" y="1831116"/>
                  </a:lnTo>
                  <a:lnTo>
                    <a:pt x="1026660" y="1818778"/>
                  </a:lnTo>
                  <a:lnTo>
                    <a:pt x="1027104" y="1817031"/>
                  </a:lnTo>
                  <a:lnTo>
                    <a:pt x="1028832" y="1810232"/>
                  </a:lnTo>
                  <a:lnTo>
                    <a:pt x="1028490" y="1802686"/>
                  </a:lnTo>
                  <a:lnTo>
                    <a:pt x="1025658" y="1793474"/>
                  </a:lnTo>
                  <a:lnTo>
                    <a:pt x="1024120" y="1784745"/>
                  </a:lnTo>
                  <a:lnTo>
                    <a:pt x="1024086" y="1784553"/>
                  </a:lnTo>
                  <a:lnTo>
                    <a:pt x="1018871" y="1782424"/>
                  </a:lnTo>
                  <a:lnTo>
                    <a:pt x="1017155" y="1772760"/>
                  </a:lnTo>
                  <a:lnTo>
                    <a:pt x="1014287" y="1767049"/>
                  </a:lnTo>
                  <a:lnTo>
                    <a:pt x="1017584" y="1759383"/>
                  </a:lnTo>
                  <a:lnTo>
                    <a:pt x="1012839" y="1754302"/>
                  </a:lnTo>
                  <a:lnTo>
                    <a:pt x="1008458" y="1749206"/>
                  </a:lnTo>
                  <a:lnTo>
                    <a:pt x="1007933" y="1748594"/>
                  </a:lnTo>
                  <a:lnTo>
                    <a:pt x="1006915" y="1742797"/>
                  </a:lnTo>
                  <a:lnTo>
                    <a:pt x="999141" y="1738726"/>
                  </a:lnTo>
                  <a:lnTo>
                    <a:pt x="1001474" y="1736286"/>
                  </a:lnTo>
                  <a:lnTo>
                    <a:pt x="997549" y="1731536"/>
                  </a:lnTo>
                  <a:lnTo>
                    <a:pt x="986625" y="1732411"/>
                  </a:lnTo>
                  <a:lnTo>
                    <a:pt x="979045" y="1732771"/>
                  </a:lnTo>
                  <a:lnTo>
                    <a:pt x="977968" y="1739633"/>
                  </a:lnTo>
                  <a:lnTo>
                    <a:pt x="973896" y="1739754"/>
                  </a:lnTo>
                  <a:lnTo>
                    <a:pt x="969791" y="1732234"/>
                  </a:lnTo>
                  <a:lnTo>
                    <a:pt x="969208" y="1725915"/>
                  </a:lnTo>
                  <a:lnTo>
                    <a:pt x="965279" y="1724057"/>
                  </a:lnTo>
                  <a:lnTo>
                    <a:pt x="958658" y="1722837"/>
                  </a:lnTo>
                  <a:lnTo>
                    <a:pt x="958199" y="1722752"/>
                  </a:lnTo>
                  <a:lnTo>
                    <a:pt x="956462" y="1716244"/>
                  </a:lnTo>
                  <a:lnTo>
                    <a:pt x="952576" y="1710740"/>
                  </a:lnTo>
                  <a:lnTo>
                    <a:pt x="947724" y="1706810"/>
                  </a:lnTo>
                  <a:lnTo>
                    <a:pt x="941834" y="1707369"/>
                  </a:lnTo>
                  <a:lnTo>
                    <a:pt x="939812" y="1703866"/>
                  </a:lnTo>
                  <a:lnTo>
                    <a:pt x="928709" y="1699175"/>
                  </a:lnTo>
                  <a:lnTo>
                    <a:pt x="926882" y="1690420"/>
                  </a:lnTo>
                  <a:lnTo>
                    <a:pt x="924496" y="1681983"/>
                  </a:lnTo>
                  <a:lnTo>
                    <a:pt x="924349" y="1681463"/>
                  </a:lnTo>
                  <a:lnTo>
                    <a:pt x="916446" y="1679471"/>
                  </a:lnTo>
                  <a:lnTo>
                    <a:pt x="910192" y="1677593"/>
                  </a:lnTo>
                  <a:lnTo>
                    <a:pt x="904073" y="1670678"/>
                  </a:lnTo>
                  <a:lnTo>
                    <a:pt x="898216" y="1663037"/>
                  </a:lnTo>
                  <a:lnTo>
                    <a:pt x="891224" y="1656615"/>
                  </a:lnTo>
                  <a:lnTo>
                    <a:pt x="878419" y="1651698"/>
                  </a:lnTo>
                  <a:lnTo>
                    <a:pt x="862016" y="1646990"/>
                  </a:lnTo>
                  <a:lnTo>
                    <a:pt x="854571" y="1642072"/>
                  </a:lnTo>
                  <a:lnTo>
                    <a:pt x="853543" y="1641391"/>
                  </a:lnTo>
                  <a:lnTo>
                    <a:pt x="846825" y="1642002"/>
                  </a:lnTo>
                  <a:lnTo>
                    <a:pt x="845473" y="1642544"/>
                  </a:lnTo>
                  <a:lnTo>
                    <a:pt x="840455" y="1644551"/>
                  </a:lnTo>
                  <a:lnTo>
                    <a:pt x="835024" y="1647755"/>
                  </a:lnTo>
                  <a:lnTo>
                    <a:pt x="831731" y="1646909"/>
                  </a:lnTo>
                  <a:lnTo>
                    <a:pt x="823571" y="1651891"/>
                  </a:lnTo>
                  <a:lnTo>
                    <a:pt x="816370" y="1659324"/>
                  </a:lnTo>
                  <a:lnTo>
                    <a:pt x="819312" y="1663679"/>
                  </a:lnTo>
                  <a:lnTo>
                    <a:pt x="819883" y="1664523"/>
                  </a:lnTo>
                  <a:lnTo>
                    <a:pt x="821437" y="1669079"/>
                  </a:lnTo>
                  <a:lnTo>
                    <a:pt x="820317" y="1672670"/>
                  </a:lnTo>
                  <a:lnTo>
                    <a:pt x="812229" y="1673375"/>
                  </a:lnTo>
                  <a:lnTo>
                    <a:pt x="806866" y="1671647"/>
                  </a:lnTo>
                  <a:lnTo>
                    <a:pt x="800150" y="1674684"/>
                  </a:lnTo>
                  <a:lnTo>
                    <a:pt x="796135" y="1678211"/>
                  </a:lnTo>
                  <a:lnTo>
                    <a:pt x="798922" y="1687468"/>
                  </a:lnTo>
                  <a:lnTo>
                    <a:pt x="795207" y="1691177"/>
                  </a:lnTo>
                  <a:lnTo>
                    <a:pt x="786169" y="1695692"/>
                  </a:lnTo>
                  <a:lnTo>
                    <a:pt x="778466" y="1705972"/>
                  </a:lnTo>
                  <a:lnTo>
                    <a:pt x="768460" y="1712327"/>
                  </a:lnTo>
                  <a:lnTo>
                    <a:pt x="751684" y="1723916"/>
                  </a:lnTo>
                  <a:lnTo>
                    <a:pt x="738651" y="1719173"/>
                  </a:lnTo>
                  <a:lnTo>
                    <a:pt x="731498" y="1717456"/>
                  </a:lnTo>
                  <a:lnTo>
                    <a:pt x="726993" y="1716372"/>
                  </a:lnTo>
                  <a:lnTo>
                    <a:pt x="717425" y="1720716"/>
                  </a:lnTo>
                  <a:lnTo>
                    <a:pt x="710291" y="1709519"/>
                  </a:lnTo>
                  <a:lnTo>
                    <a:pt x="707337" y="1699505"/>
                  </a:lnTo>
                  <a:lnTo>
                    <a:pt x="709347" y="1689335"/>
                  </a:lnTo>
                  <a:lnTo>
                    <a:pt x="708818" y="1689035"/>
                  </a:lnTo>
                  <a:lnTo>
                    <a:pt x="704429" y="1686545"/>
                  </a:lnTo>
                  <a:lnTo>
                    <a:pt x="697625" y="1686281"/>
                  </a:lnTo>
                  <a:lnTo>
                    <a:pt x="687489" y="1679819"/>
                  </a:lnTo>
                  <a:lnTo>
                    <a:pt x="683839" y="1676685"/>
                  </a:lnTo>
                  <a:lnTo>
                    <a:pt x="672922" y="1673435"/>
                  </a:lnTo>
                  <a:lnTo>
                    <a:pt x="659300" y="1665497"/>
                  </a:lnTo>
                  <a:lnTo>
                    <a:pt x="638046" y="1657662"/>
                  </a:lnTo>
                  <a:lnTo>
                    <a:pt x="637587" y="1657492"/>
                  </a:lnTo>
                  <a:lnTo>
                    <a:pt x="627433" y="1655043"/>
                  </a:lnTo>
                  <a:lnTo>
                    <a:pt x="617408" y="1653277"/>
                  </a:lnTo>
                  <a:lnTo>
                    <a:pt x="612626" y="1652431"/>
                  </a:lnTo>
                  <a:lnTo>
                    <a:pt x="593431" y="1651261"/>
                  </a:lnTo>
                  <a:lnTo>
                    <a:pt x="591818" y="1651161"/>
                  </a:lnTo>
                  <a:lnTo>
                    <a:pt x="568019" y="1652920"/>
                  </a:lnTo>
                  <a:lnTo>
                    <a:pt x="550451" y="1657122"/>
                  </a:lnTo>
                  <a:lnTo>
                    <a:pt x="545064" y="1658403"/>
                  </a:lnTo>
                  <a:lnTo>
                    <a:pt x="537976" y="1660982"/>
                  </a:lnTo>
                  <a:lnTo>
                    <a:pt x="513391" y="1669875"/>
                  </a:lnTo>
                  <a:lnTo>
                    <a:pt x="505672" y="1672034"/>
                  </a:lnTo>
                  <a:lnTo>
                    <a:pt x="501576" y="1673176"/>
                  </a:lnTo>
                  <a:lnTo>
                    <a:pt x="496018" y="1673710"/>
                  </a:lnTo>
                  <a:lnTo>
                    <a:pt x="485617" y="1677830"/>
                  </a:lnTo>
                  <a:lnTo>
                    <a:pt x="475348" y="1681420"/>
                  </a:lnTo>
                  <a:lnTo>
                    <a:pt x="481429" y="1672576"/>
                  </a:lnTo>
                  <a:lnTo>
                    <a:pt x="482707" y="1665003"/>
                  </a:lnTo>
                  <a:lnTo>
                    <a:pt x="489145" y="1659874"/>
                  </a:lnTo>
                  <a:lnTo>
                    <a:pt x="483696" y="1658097"/>
                  </a:lnTo>
                  <a:lnTo>
                    <a:pt x="479716" y="1652408"/>
                  </a:lnTo>
                  <a:lnTo>
                    <a:pt x="480470" y="1646952"/>
                  </a:lnTo>
                  <a:lnTo>
                    <a:pt x="482854" y="1639834"/>
                  </a:lnTo>
                  <a:lnTo>
                    <a:pt x="482140" y="1633336"/>
                  </a:lnTo>
                  <a:lnTo>
                    <a:pt x="477110" y="1629643"/>
                  </a:lnTo>
                  <a:lnTo>
                    <a:pt x="467753" y="1625311"/>
                  </a:lnTo>
                  <a:lnTo>
                    <a:pt x="465320" y="1622016"/>
                  </a:lnTo>
                  <a:lnTo>
                    <a:pt x="453961" y="1611370"/>
                  </a:lnTo>
                  <a:close/>
                </a:path>
              </a:pathLst>
            </a:custGeom>
            <a:solidFill>
              <a:srgbClr val="A22196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69"/>
            <p:cNvSpPr/>
            <p:nvPr/>
          </p:nvSpPr>
          <p:spPr>
            <a:xfrm>
              <a:off x="5067653" y="2547665"/>
              <a:ext cx="1006130" cy="2110909"/>
            </a:xfrm>
            <a:custGeom>
              <a:avLst/>
              <a:pathLst>
                <a:path w="1006130" h="2110909">
                  <a:moveTo>
                    <a:pt x="457200" y="1600200"/>
                  </a:moveTo>
                  <a:lnTo>
                    <a:pt x="470360" y="1598043"/>
                  </a:lnTo>
                  <a:lnTo>
                    <a:pt x="479348" y="1596558"/>
                  </a:lnTo>
                  <a:lnTo>
                    <a:pt x="481454" y="1596139"/>
                  </a:lnTo>
                  <a:lnTo>
                    <a:pt x="490093" y="1594415"/>
                  </a:lnTo>
                  <a:lnTo>
                    <a:pt x="491346" y="1594181"/>
                  </a:lnTo>
                  <a:lnTo>
                    <a:pt x="513374" y="1590026"/>
                  </a:lnTo>
                  <a:lnTo>
                    <a:pt x="519921" y="1588806"/>
                  </a:lnTo>
                  <a:lnTo>
                    <a:pt x="520209" y="1588753"/>
                  </a:lnTo>
                  <a:lnTo>
                    <a:pt x="531797" y="1586581"/>
                  </a:lnTo>
                  <a:lnTo>
                    <a:pt x="536892" y="1585641"/>
                  </a:lnTo>
                  <a:lnTo>
                    <a:pt x="540363" y="1584999"/>
                  </a:lnTo>
                  <a:lnTo>
                    <a:pt x="545214" y="1584100"/>
                  </a:lnTo>
                  <a:lnTo>
                    <a:pt x="555825" y="1582105"/>
                  </a:lnTo>
                  <a:lnTo>
                    <a:pt x="567096" y="1580051"/>
                  </a:lnTo>
                  <a:lnTo>
                    <a:pt x="585834" y="1576490"/>
                  </a:lnTo>
                  <a:lnTo>
                    <a:pt x="605104" y="1572890"/>
                  </a:lnTo>
                  <a:lnTo>
                    <a:pt x="617527" y="1570544"/>
                  </a:lnTo>
                  <a:lnTo>
                    <a:pt x="624423" y="1569234"/>
                  </a:lnTo>
                  <a:lnTo>
                    <a:pt x="656077" y="1563160"/>
                  </a:lnTo>
                  <a:lnTo>
                    <a:pt x="663103" y="1561489"/>
                  </a:lnTo>
                  <a:lnTo>
                    <a:pt x="669681" y="1559918"/>
                  </a:lnTo>
                  <a:lnTo>
                    <a:pt x="685558" y="1556105"/>
                  </a:lnTo>
                  <a:lnTo>
                    <a:pt x="706823" y="1551190"/>
                  </a:lnTo>
                  <a:lnTo>
                    <a:pt x="706266" y="1557072"/>
                  </a:lnTo>
                  <a:lnTo>
                    <a:pt x="705322" y="1561116"/>
                  </a:lnTo>
                  <a:lnTo>
                    <a:pt x="700169" y="1567274"/>
                  </a:lnTo>
                  <a:lnTo>
                    <a:pt x="695722" y="1572131"/>
                  </a:lnTo>
                  <a:lnTo>
                    <a:pt x="693172" y="1576509"/>
                  </a:lnTo>
                  <a:lnTo>
                    <a:pt x="690000" y="1581378"/>
                  </a:lnTo>
                  <a:lnTo>
                    <a:pt x="691044" y="1584987"/>
                  </a:lnTo>
                  <a:lnTo>
                    <a:pt x="688402" y="1589447"/>
                  </a:lnTo>
                  <a:lnTo>
                    <a:pt x="689022" y="1590799"/>
                  </a:lnTo>
                  <a:lnTo>
                    <a:pt x="690655" y="1594365"/>
                  </a:lnTo>
                  <a:lnTo>
                    <a:pt x="690885" y="1594867"/>
                  </a:lnTo>
                  <a:lnTo>
                    <a:pt x="697792" y="1598192"/>
                  </a:lnTo>
                  <a:lnTo>
                    <a:pt x="704235" y="1601322"/>
                  </a:lnTo>
                  <a:lnTo>
                    <a:pt x="711420" y="1602628"/>
                  </a:lnTo>
                  <a:lnTo>
                    <a:pt x="717736" y="1607789"/>
                  </a:lnTo>
                  <a:lnTo>
                    <a:pt x="718471" y="1608389"/>
                  </a:lnTo>
                  <a:lnTo>
                    <a:pt x="723929" y="1611906"/>
                  </a:lnTo>
                  <a:lnTo>
                    <a:pt x="724199" y="1612080"/>
                  </a:lnTo>
                  <a:lnTo>
                    <a:pt x="730004" y="1613530"/>
                  </a:lnTo>
                  <a:lnTo>
                    <a:pt x="730365" y="1613393"/>
                  </a:lnTo>
                  <a:lnTo>
                    <a:pt x="736756" y="1610960"/>
                  </a:lnTo>
                  <a:lnTo>
                    <a:pt x="742201" y="1611146"/>
                  </a:lnTo>
                  <a:lnTo>
                    <a:pt x="747014" y="1619265"/>
                  </a:lnTo>
                  <a:lnTo>
                    <a:pt x="749802" y="1623884"/>
                  </a:lnTo>
                  <a:lnTo>
                    <a:pt x="755540" y="1630593"/>
                  </a:lnTo>
                  <a:lnTo>
                    <a:pt x="756299" y="1631494"/>
                  </a:lnTo>
                  <a:lnTo>
                    <a:pt x="760265" y="1636198"/>
                  </a:lnTo>
                  <a:lnTo>
                    <a:pt x="761836" y="1639607"/>
                  </a:lnTo>
                  <a:lnTo>
                    <a:pt x="765432" y="1647409"/>
                  </a:lnTo>
                  <a:lnTo>
                    <a:pt x="774261" y="1654062"/>
                  </a:lnTo>
                  <a:lnTo>
                    <a:pt x="780618" y="1661347"/>
                  </a:lnTo>
                  <a:lnTo>
                    <a:pt x="781040" y="1661831"/>
                  </a:lnTo>
                  <a:lnTo>
                    <a:pt x="785145" y="1667637"/>
                  </a:lnTo>
                  <a:lnTo>
                    <a:pt x="786022" y="1668876"/>
                  </a:lnTo>
                  <a:lnTo>
                    <a:pt x="790644" y="1668971"/>
                  </a:lnTo>
                  <a:lnTo>
                    <a:pt x="800502" y="1675779"/>
                  </a:lnTo>
                  <a:lnTo>
                    <a:pt x="812359" y="1679243"/>
                  </a:lnTo>
                  <a:lnTo>
                    <a:pt x="823046" y="1688303"/>
                  </a:lnTo>
                  <a:lnTo>
                    <a:pt x="826384" y="1693072"/>
                  </a:lnTo>
                  <a:lnTo>
                    <a:pt x="828719" y="1696406"/>
                  </a:lnTo>
                  <a:lnTo>
                    <a:pt x="833636" y="1701326"/>
                  </a:lnTo>
                  <a:lnTo>
                    <a:pt x="838718" y="1701855"/>
                  </a:lnTo>
                  <a:lnTo>
                    <a:pt x="839622" y="1701949"/>
                  </a:lnTo>
                  <a:lnTo>
                    <a:pt x="848702" y="1706441"/>
                  </a:lnTo>
                  <a:lnTo>
                    <a:pt x="850252" y="1708121"/>
                  </a:lnTo>
                  <a:lnTo>
                    <a:pt x="853663" y="1711818"/>
                  </a:lnTo>
                  <a:lnTo>
                    <a:pt x="860944" y="1714221"/>
                  </a:lnTo>
                  <a:lnTo>
                    <a:pt x="862793" y="1720460"/>
                  </a:lnTo>
                  <a:lnTo>
                    <a:pt x="863082" y="1728949"/>
                  </a:lnTo>
                  <a:lnTo>
                    <a:pt x="872805" y="1731885"/>
                  </a:lnTo>
                  <a:lnTo>
                    <a:pt x="874093" y="1738806"/>
                  </a:lnTo>
                  <a:lnTo>
                    <a:pt x="874218" y="1739479"/>
                  </a:lnTo>
                  <a:lnTo>
                    <a:pt x="883550" y="1742288"/>
                  </a:lnTo>
                  <a:lnTo>
                    <a:pt x="883804" y="1743044"/>
                  </a:lnTo>
                  <a:lnTo>
                    <a:pt x="885627" y="1748464"/>
                  </a:lnTo>
                  <a:lnTo>
                    <a:pt x="896606" y="1752212"/>
                  </a:lnTo>
                  <a:lnTo>
                    <a:pt x="901256" y="1752945"/>
                  </a:lnTo>
                  <a:lnTo>
                    <a:pt x="902821" y="1753191"/>
                  </a:lnTo>
                  <a:lnTo>
                    <a:pt x="909647" y="1756810"/>
                  </a:lnTo>
                  <a:lnTo>
                    <a:pt x="914613" y="1759438"/>
                  </a:lnTo>
                  <a:lnTo>
                    <a:pt x="916558" y="1768097"/>
                  </a:lnTo>
                  <a:lnTo>
                    <a:pt x="921267" y="1772897"/>
                  </a:lnTo>
                  <a:lnTo>
                    <a:pt x="927281" y="1780038"/>
                  </a:lnTo>
                  <a:lnTo>
                    <a:pt x="930114" y="1790481"/>
                  </a:lnTo>
                  <a:lnTo>
                    <a:pt x="930283" y="1791103"/>
                  </a:lnTo>
                  <a:lnTo>
                    <a:pt x="934242" y="1801119"/>
                  </a:lnTo>
                  <a:lnTo>
                    <a:pt x="935043" y="1807041"/>
                  </a:lnTo>
                  <a:lnTo>
                    <a:pt x="936244" y="1807616"/>
                  </a:lnTo>
                  <a:lnTo>
                    <a:pt x="943092" y="1810891"/>
                  </a:lnTo>
                  <a:lnTo>
                    <a:pt x="947984" y="1811592"/>
                  </a:lnTo>
                  <a:lnTo>
                    <a:pt x="949008" y="1811738"/>
                  </a:lnTo>
                  <a:lnTo>
                    <a:pt x="959099" y="1819540"/>
                  </a:lnTo>
                  <a:lnTo>
                    <a:pt x="960370" y="1826081"/>
                  </a:lnTo>
                  <a:lnTo>
                    <a:pt x="963205" y="1828829"/>
                  </a:lnTo>
                  <a:lnTo>
                    <a:pt x="968552" y="1834004"/>
                  </a:lnTo>
                  <a:lnTo>
                    <a:pt x="970465" y="1841024"/>
                  </a:lnTo>
                  <a:lnTo>
                    <a:pt x="968770" y="1846326"/>
                  </a:lnTo>
                  <a:lnTo>
                    <a:pt x="969631" y="1847471"/>
                  </a:lnTo>
                  <a:lnTo>
                    <a:pt x="973727" y="1852917"/>
                  </a:lnTo>
                  <a:lnTo>
                    <a:pt x="975874" y="1860576"/>
                  </a:lnTo>
                  <a:lnTo>
                    <a:pt x="984283" y="1862331"/>
                  </a:lnTo>
                  <a:lnTo>
                    <a:pt x="987125" y="1859559"/>
                  </a:lnTo>
                  <a:lnTo>
                    <a:pt x="994700" y="1863354"/>
                  </a:lnTo>
                  <a:lnTo>
                    <a:pt x="1001196" y="1864829"/>
                  </a:lnTo>
                  <a:lnTo>
                    <a:pt x="1005808" y="1865094"/>
                  </a:lnTo>
                  <a:lnTo>
                    <a:pt x="1006130" y="1869602"/>
                  </a:lnTo>
                  <a:lnTo>
                    <a:pt x="1000741" y="1876509"/>
                  </a:lnTo>
                  <a:lnTo>
                    <a:pt x="998375" y="1880972"/>
                  </a:lnTo>
                  <a:lnTo>
                    <a:pt x="993644" y="1889214"/>
                  </a:lnTo>
                  <a:lnTo>
                    <a:pt x="990924" y="1895438"/>
                  </a:lnTo>
                  <a:lnTo>
                    <a:pt x="988002" y="1902654"/>
                  </a:lnTo>
                  <a:lnTo>
                    <a:pt x="983382" y="1908607"/>
                  </a:lnTo>
                  <a:lnTo>
                    <a:pt x="983187" y="1910195"/>
                  </a:lnTo>
                  <a:lnTo>
                    <a:pt x="983016" y="1911589"/>
                  </a:lnTo>
                  <a:lnTo>
                    <a:pt x="985439" y="1920789"/>
                  </a:lnTo>
                  <a:lnTo>
                    <a:pt x="982933" y="1929936"/>
                  </a:lnTo>
                  <a:lnTo>
                    <a:pt x="983136" y="1931966"/>
                  </a:lnTo>
                  <a:lnTo>
                    <a:pt x="983416" y="1934769"/>
                  </a:lnTo>
                  <a:lnTo>
                    <a:pt x="980936" y="1942229"/>
                  </a:lnTo>
                  <a:lnTo>
                    <a:pt x="977624" y="1950399"/>
                  </a:lnTo>
                  <a:lnTo>
                    <a:pt x="976719" y="1957380"/>
                  </a:lnTo>
                  <a:lnTo>
                    <a:pt x="979732" y="1962712"/>
                  </a:lnTo>
                  <a:lnTo>
                    <a:pt x="979594" y="1963926"/>
                  </a:lnTo>
                  <a:lnTo>
                    <a:pt x="978848" y="1970485"/>
                  </a:lnTo>
                  <a:lnTo>
                    <a:pt x="977436" y="1975652"/>
                  </a:lnTo>
                  <a:lnTo>
                    <a:pt x="972465" y="1985610"/>
                  </a:lnTo>
                  <a:lnTo>
                    <a:pt x="969197" y="1987751"/>
                  </a:lnTo>
                  <a:lnTo>
                    <a:pt x="970499" y="1994148"/>
                  </a:lnTo>
                  <a:lnTo>
                    <a:pt x="969790" y="2001430"/>
                  </a:lnTo>
                  <a:lnTo>
                    <a:pt x="971217" y="2004402"/>
                  </a:lnTo>
                  <a:lnTo>
                    <a:pt x="971940" y="2005908"/>
                  </a:lnTo>
                  <a:lnTo>
                    <a:pt x="973890" y="2014309"/>
                  </a:lnTo>
                  <a:lnTo>
                    <a:pt x="972231" y="2025706"/>
                  </a:lnTo>
                  <a:lnTo>
                    <a:pt x="971326" y="2032441"/>
                  </a:lnTo>
                  <a:lnTo>
                    <a:pt x="974373" y="2039415"/>
                  </a:lnTo>
                  <a:lnTo>
                    <a:pt x="967464" y="2039257"/>
                  </a:lnTo>
                  <a:lnTo>
                    <a:pt x="965248" y="2039689"/>
                  </a:lnTo>
                  <a:lnTo>
                    <a:pt x="961924" y="2041404"/>
                  </a:lnTo>
                  <a:lnTo>
                    <a:pt x="954109" y="2041334"/>
                  </a:lnTo>
                  <a:lnTo>
                    <a:pt x="950101" y="2040298"/>
                  </a:lnTo>
                  <a:lnTo>
                    <a:pt x="943289" y="2041145"/>
                  </a:lnTo>
                  <a:lnTo>
                    <a:pt x="939481" y="2038902"/>
                  </a:lnTo>
                  <a:lnTo>
                    <a:pt x="934386" y="2037949"/>
                  </a:lnTo>
                  <a:lnTo>
                    <a:pt x="928032" y="2038972"/>
                  </a:lnTo>
                  <a:lnTo>
                    <a:pt x="923870" y="2036307"/>
                  </a:lnTo>
                  <a:lnTo>
                    <a:pt x="923478" y="2036317"/>
                  </a:lnTo>
                  <a:lnTo>
                    <a:pt x="919446" y="2036417"/>
                  </a:lnTo>
                  <a:lnTo>
                    <a:pt x="914941" y="2042627"/>
                  </a:lnTo>
                  <a:lnTo>
                    <a:pt x="911778" y="2047790"/>
                  </a:lnTo>
                  <a:lnTo>
                    <a:pt x="912109" y="2055109"/>
                  </a:lnTo>
                  <a:lnTo>
                    <a:pt x="912118" y="2059776"/>
                  </a:lnTo>
                  <a:lnTo>
                    <a:pt x="916860" y="2065591"/>
                  </a:lnTo>
                  <a:lnTo>
                    <a:pt x="918142" y="2074256"/>
                  </a:lnTo>
                  <a:lnTo>
                    <a:pt x="918959" y="2084701"/>
                  </a:lnTo>
                  <a:lnTo>
                    <a:pt x="918482" y="2090394"/>
                  </a:lnTo>
                  <a:lnTo>
                    <a:pt x="919343" y="2094406"/>
                  </a:lnTo>
                  <a:lnTo>
                    <a:pt x="918306" y="2094852"/>
                  </a:lnTo>
                  <a:lnTo>
                    <a:pt x="913867" y="2096757"/>
                  </a:lnTo>
                  <a:lnTo>
                    <a:pt x="908690" y="2097522"/>
                  </a:lnTo>
                  <a:lnTo>
                    <a:pt x="904704" y="2097701"/>
                  </a:lnTo>
                  <a:lnTo>
                    <a:pt x="900291" y="2091543"/>
                  </a:lnTo>
                  <a:lnTo>
                    <a:pt x="900186" y="2085252"/>
                  </a:lnTo>
                  <a:lnTo>
                    <a:pt x="896176" y="2080221"/>
                  </a:lnTo>
                  <a:lnTo>
                    <a:pt x="896361" y="2074662"/>
                  </a:lnTo>
                  <a:lnTo>
                    <a:pt x="874928" y="2077058"/>
                  </a:lnTo>
                  <a:lnTo>
                    <a:pt x="870563" y="2077541"/>
                  </a:lnTo>
                  <a:lnTo>
                    <a:pt x="857336" y="2079346"/>
                  </a:lnTo>
                  <a:lnTo>
                    <a:pt x="846097" y="2080865"/>
                  </a:lnTo>
                  <a:lnTo>
                    <a:pt x="826093" y="2083532"/>
                  </a:lnTo>
                  <a:lnTo>
                    <a:pt x="799023" y="2087132"/>
                  </a:lnTo>
                  <a:lnTo>
                    <a:pt x="798470" y="2087203"/>
                  </a:lnTo>
                  <a:lnTo>
                    <a:pt x="780055" y="2089547"/>
                  </a:lnTo>
                  <a:lnTo>
                    <a:pt x="774897" y="2090197"/>
                  </a:lnTo>
                  <a:lnTo>
                    <a:pt x="759729" y="2092090"/>
                  </a:lnTo>
                  <a:lnTo>
                    <a:pt x="747825" y="2093657"/>
                  </a:lnTo>
                  <a:lnTo>
                    <a:pt x="733759" y="2095489"/>
                  </a:lnTo>
                  <a:lnTo>
                    <a:pt x="725529" y="2096550"/>
                  </a:lnTo>
                  <a:lnTo>
                    <a:pt x="705662" y="2099127"/>
                  </a:lnTo>
                  <a:lnTo>
                    <a:pt x="697532" y="2100169"/>
                  </a:lnTo>
                  <a:lnTo>
                    <a:pt x="693137" y="2100729"/>
                  </a:lnTo>
                  <a:lnTo>
                    <a:pt x="676055" y="2103058"/>
                  </a:lnTo>
                  <a:lnTo>
                    <a:pt x="665918" y="2104424"/>
                  </a:lnTo>
                  <a:lnTo>
                    <a:pt x="655937" y="2105758"/>
                  </a:lnTo>
                  <a:lnTo>
                    <a:pt x="619843" y="2110165"/>
                  </a:lnTo>
                  <a:lnTo>
                    <a:pt x="614473" y="2110891"/>
                  </a:lnTo>
                  <a:lnTo>
                    <a:pt x="614342" y="2110909"/>
                  </a:lnTo>
                  <a:lnTo>
                    <a:pt x="607562" y="2104501"/>
                  </a:lnTo>
                  <a:lnTo>
                    <a:pt x="604702" y="2097218"/>
                  </a:lnTo>
                  <a:lnTo>
                    <a:pt x="603720" y="2091774"/>
                  </a:lnTo>
                  <a:lnTo>
                    <a:pt x="597563" y="2085535"/>
                  </a:lnTo>
                  <a:lnTo>
                    <a:pt x="594465" y="2081045"/>
                  </a:lnTo>
                  <a:lnTo>
                    <a:pt x="594401" y="2078083"/>
                  </a:lnTo>
                  <a:lnTo>
                    <a:pt x="592480" y="2071774"/>
                  </a:lnTo>
                  <a:lnTo>
                    <a:pt x="591048" y="2069270"/>
                  </a:lnTo>
                  <a:lnTo>
                    <a:pt x="588911" y="2065531"/>
                  </a:lnTo>
                  <a:lnTo>
                    <a:pt x="579890" y="2057276"/>
                  </a:lnTo>
                  <a:lnTo>
                    <a:pt x="578481" y="2048450"/>
                  </a:lnTo>
                  <a:lnTo>
                    <a:pt x="579739" y="2043646"/>
                  </a:lnTo>
                  <a:lnTo>
                    <a:pt x="579585" y="2041960"/>
                  </a:lnTo>
                  <a:lnTo>
                    <a:pt x="579438" y="2040350"/>
                  </a:lnTo>
                  <a:lnTo>
                    <a:pt x="578192" y="2035382"/>
                  </a:lnTo>
                  <a:lnTo>
                    <a:pt x="579694" y="2026502"/>
                  </a:lnTo>
                  <a:lnTo>
                    <a:pt x="578414" y="2022070"/>
                  </a:lnTo>
                  <a:lnTo>
                    <a:pt x="579547" y="2015433"/>
                  </a:lnTo>
                  <a:lnTo>
                    <a:pt x="580103" y="2012170"/>
                  </a:lnTo>
                  <a:lnTo>
                    <a:pt x="577929" y="2009263"/>
                  </a:lnTo>
                  <a:lnTo>
                    <a:pt x="576982" y="2003215"/>
                  </a:lnTo>
                  <a:lnTo>
                    <a:pt x="568536" y="1995298"/>
                  </a:lnTo>
                  <a:lnTo>
                    <a:pt x="568522" y="1990556"/>
                  </a:lnTo>
                  <a:lnTo>
                    <a:pt x="567274" y="1986962"/>
                  </a:lnTo>
                  <a:lnTo>
                    <a:pt x="566562" y="1984908"/>
                  </a:lnTo>
                  <a:lnTo>
                    <a:pt x="564135" y="1977912"/>
                  </a:lnTo>
                  <a:lnTo>
                    <a:pt x="566023" y="1970770"/>
                  </a:lnTo>
                  <a:lnTo>
                    <a:pt x="569450" y="1960850"/>
                  </a:lnTo>
                  <a:lnTo>
                    <a:pt x="569430" y="1957769"/>
                  </a:lnTo>
                  <a:lnTo>
                    <a:pt x="569369" y="1948916"/>
                  </a:lnTo>
                  <a:lnTo>
                    <a:pt x="569347" y="1945755"/>
                  </a:lnTo>
                  <a:lnTo>
                    <a:pt x="567212" y="1940009"/>
                  </a:lnTo>
                  <a:lnTo>
                    <a:pt x="572615" y="1932825"/>
                  </a:lnTo>
                  <a:lnTo>
                    <a:pt x="579003" y="1927453"/>
                  </a:lnTo>
                  <a:lnTo>
                    <a:pt x="579835" y="1925818"/>
                  </a:lnTo>
                  <a:lnTo>
                    <a:pt x="582130" y="1921306"/>
                  </a:lnTo>
                  <a:lnTo>
                    <a:pt x="574689" y="1917281"/>
                  </a:lnTo>
                  <a:lnTo>
                    <a:pt x="568666" y="1914477"/>
                  </a:lnTo>
                  <a:lnTo>
                    <a:pt x="570716" y="1910773"/>
                  </a:lnTo>
                  <a:lnTo>
                    <a:pt x="570654" y="1908787"/>
                  </a:lnTo>
                  <a:lnTo>
                    <a:pt x="570401" y="1900793"/>
                  </a:lnTo>
                  <a:lnTo>
                    <a:pt x="566278" y="1893435"/>
                  </a:lnTo>
                  <a:lnTo>
                    <a:pt x="566080" y="1893081"/>
                  </a:lnTo>
                  <a:lnTo>
                    <a:pt x="565200" y="1891510"/>
                  </a:lnTo>
                  <a:lnTo>
                    <a:pt x="557577" y="1885395"/>
                  </a:lnTo>
                  <a:lnTo>
                    <a:pt x="556459" y="1882454"/>
                  </a:lnTo>
                  <a:lnTo>
                    <a:pt x="554221" y="1876564"/>
                  </a:lnTo>
                  <a:lnTo>
                    <a:pt x="550185" y="1868145"/>
                  </a:lnTo>
                  <a:lnTo>
                    <a:pt x="548720" y="1865735"/>
                  </a:lnTo>
                  <a:lnTo>
                    <a:pt x="543534" y="1857196"/>
                  </a:lnTo>
                  <a:lnTo>
                    <a:pt x="540459" y="1853373"/>
                  </a:lnTo>
                  <a:lnTo>
                    <a:pt x="540114" y="1852322"/>
                  </a:lnTo>
                  <a:lnTo>
                    <a:pt x="530827" y="1823975"/>
                  </a:lnTo>
                  <a:lnTo>
                    <a:pt x="529992" y="1821416"/>
                  </a:lnTo>
                  <a:lnTo>
                    <a:pt x="518394" y="1785838"/>
                  </a:lnTo>
                  <a:lnTo>
                    <a:pt x="516267" y="1779308"/>
                  </a:lnTo>
                  <a:lnTo>
                    <a:pt x="514441" y="1773698"/>
                  </a:lnTo>
                  <a:lnTo>
                    <a:pt x="509635" y="1758996"/>
                  </a:lnTo>
                  <a:lnTo>
                    <a:pt x="505161" y="1745301"/>
                  </a:lnTo>
                  <a:lnTo>
                    <a:pt x="499950" y="1729350"/>
                  </a:lnTo>
                  <a:lnTo>
                    <a:pt x="497520" y="1721903"/>
                  </a:lnTo>
                  <a:lnTo>
                    <a:pt x="493039" y="1707972"/>
                  </a:lnTo>
                  <a:lnTo>
                    <a:pt x="491339" y="1702685"/>
                  </a:lnTo>
                  <a:lnTo>
                    <a:pt x="484856" y="1683500"/>
                  </a:lnTo>
                  <a:lnTo>
                    <a:pt x="477284" y="1661066"/>
                  </a:lnTo>
                  <a:lnTo>
                    <a:pt x="475272" y="1655182"/>
                  </a:lnTo>
                  <a:lnTo>
                    <a:pt x="472639" y="1647474"/>
                  </a:lnTo>
                  <a:lnTo>
                    <a:pt x="471211" y="1643294"/>
                  </a:lnTo>
                  <a:lnTo>
                    <a:pt x="466077" y="1628255"/>
                  </a:lnTo>
                  <a:lnTo>
                    <a:pt x="461818" y="1615073"/>
                  </a:lnTo>
                  <a:lnTo>
                    <a:pt x="459359" y="1607459"/>
                  </a:lnTo>
                  <a:close/>
                </a:path>
              </a:pathLst>
            </a:custGeom>
            <a:solidFill>
              <a:srgbClr val="BE3A8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0"/>
            <p:cNvSpPr/>
            <p:nvPr/>
          </p:nvSpPr>
          <p:spPr>
            <a:xfrm>
              <a:off x="3156153" y="3830706"/>
              <a:ext cx="607170" cy="1711251"/>
            </a:xfrm>
            <a:custGeom>
              <a:avLst/>
              <a:pathLst>
                <a:path w="607170" h="1711251">
                  <a:moveTo>
                    <a:pt x="457200" y="1600200"/>
                  </a:moveTo>
                  <a:lnTo>
                    <a:pt x="461574" y="1595863"/>
                  </a:lnTo>
                  <a:lnTo>
                    <a:pt x="464417" y="1591946"/>
                  </a:lnTo>
                  <a:lnTo>
                    <a:pt x="467497" y="1591335"/>
                  </a:lnTo>
                  <a:lnTo>
                    <a:pt x="470856" y="1587804"/>
                  </a:lnTo>
                  <a:lnTo>
                    <a:pt x="472712" y="1582315"/>
                  </a:lnTo>
                  <a:lnTo>
                    <a:pt x="476221" y="1577966"/>
                  </a:lnTo>
                  <a:lnTo>
                    <a:pt x="478836" y="1576402"/>
                  </a:lnTo>
                  <a:lnTo>
                    <a:pt x="478784" y="1571022"/>
                  </a:lnTo>
                  <a:lnTo>
                    <a:pt x="475195" y="1566239"/>
                  </a:lnTo>
                  <a:lnTo>
                    <a:pt x="469366" y="1558257"/>
                  </a:lnTo>
                  <a:lnTo>
                    <a:pt x="466963" y="1551435"/>
                  </a:lnTo>
                  <a:lnTo>
                    <a:pt x="466936" y="1541691"/>
                  </a:lnTo>
                  <a:lnTo>
                    <a:pt x="470987" y="1539922"/>
                  </a:lnTo>
                  <a:lnTo>
                    <a:pt x="477642" y="1542522"/>
                  </a:lnTo>
                  <a:lnTo>
                    <a:pt x="485429" y="1546920"/>
                  </a:lnTo>
                  <a:lnTo>
                    <a:pt x="489814" y="1551066"/>
                  </a:lnTo>
                  <a:lnTo>
                    <a:pt x="498330" y="1556406"/>
                  </a:lnTo>
                  <a:lnTo>
                    <a:pt x="503462" y="1560269"/>
                  </a:lnTo>
                  <a:lnTo>
                    <a:pt x="507888" y="1559660"/>
                  </a:lnTo>
                  <a:lnTo>
                    <a:pt x="514791" y="1562239"/>
                  </a:lnTo>
                  <a:lnTo>
                    <a:pt x="529100" y="1568928"/>
                  </a:lnTo>
                  <a:lnTo>
                    <a:pt x="543798" y="1576303"/>
                  </a:lnTo>
                  <a:lnTo>
                    <a:pt x="557396" y="1586582"/>
                  </a:lnTo>
                  <a:lnTo>
                    <a:pt x="563099" y="1591937"/>
                  </a:lnTo>
                  <a:lnTo>
                    <a:pt x="568397" y="1597427"/>
                  </a:lnTo>
                  <a:lnTo>
                    <a:pt x="569386" y="1607309"/>
                  </a:lnTo>
                  <a:lnTo>
                    <a:pt x="570823" y="1613397"/>
                  </a:lnTo>
                  <a:lnTo>
                    <a:pt x="575475" y="1612168"/>
                  </a:lnTo>
                  <a:lnTo>
                    <a:pt x="580046" y="1612468"/>
                  </a:lnTo>
                  <a:lnTo>
                    <a:pt x="583981" y="1618709"/>
                  </a:lnTo>
                  <a:lnTo>
                    <a:pt x="585923" y="1625953"/>
                  </a:lnTo>
                  <a:lnTo>
                    <a:pt x="589685" y="1629663"/>
                  </a:lnTo>
                  <a:lnTo>
                    <a:pt x="601889" y="1637176"/>
                  </a:lnTo>
                  <a:lnTo>
                    <a:pt x="606758" y="1639779"/>
                  </a:lnTo>
                  <a:lnTo>
                    <a:pt x="607170" y="1643457"/>
                  </a:lnTo>
                  <a:lnTo>
                    <a:pt x="601430" y="1651561"/>
                  </a:lnTo>
                  <a:lnTo>
                    <a:pt x="594542" y="1657611"/>
                  </a:lnTo>
                  <a:lnTo>
                    <a:pt x="586601" y="1663500"/>
                  </a:lnTo>
                  <a:lnTo>
                    <a:pt x="576531" y="1668052"/>
                  </a:lnTo>
                  <a:lnTo>
                    <a:pt x="571532" y="1670560"/>
                  </a:lnTo>
                  <a:lnTo>
                    <a:pt x="566246" y="1671215"/>
                  </a:lnTo>
                  <a:lnTo>
                    <a:pt x="559074" y="1669187"/>
                  </a:lnTo>
                  <a:lnTo>
                    <a:pt x="553818" y="1671829"/>
                  </a:lnTo>
                  <a:lnTo>
                    <a:pt x="549103" y="1676765"/>
                  </a:lnTo>
                  <a:lnTo>
                    <a:pt x="545723" y="1677546"/>
                  </a:lnTo>
                  <a:lnTo>
                    <a:pt x="539325" y="1683311"/>
                  </a:lnTo>
                  <a:lnTo>
                    <a:pt x="533518" y="1684734"/>
                  </a:lnTo>
                  <a:lnTo>
                    <a:pt x="529005" y="1692993"/>
                  </a:lnTo>
                  <a:lnTo>
                    <a:pt x="526082" y="1700491"/>
                  </a:lnTo>
                  <a:lnTo>
                    <a:pt x="524092" y="1705007"/>
                  </a:lnTo>
                  <a:lnTo>
                    <a:pt x="521832" y="1708440"/>
                  </a:lnTo>
                  <a:lnTo>
                    <a:pt x="518321" y="1711251"/>
                  </a:lnTo>
                  <a:lnTo>
                    <a:pt x="510909" y="1704370"/>
                  </a:lnTo>
                  <a:lnTo>
                    <a:pt x="500591" y="1698232"/>
                  </a:lnTo>
                  <a:lnTo>
                    <a:pt x="491259" y="1694854"/>
                  </a:lnTo>
                  <a:lnTo>
                    <a:pt x="486181" y="1686779"/>
                  </a:lnTo>
                  <a:lnTo>
                    <a:pt x="484862" y="1676761"/>
                  </a:lnTo>
                  <a:lnTo>
                    <a:pt x="484427" y="1666876"/>
                  </a:lnTo>
                  <a:lnTo>
                    <a:pt x="485015" y="1661881"/>
                  </a:lnTo>
                  <a:lnTo>
                    <a:pt x="484310" y="1655730"/>
                  </a:lnTo>
                  <a:lnTo>
                    <a:pt x="480611" y="1647116"/>
                  </a:lnTo>
                  <a:lnTo>
                    <a:pt x="478034" y="1642172"/>
                  </a:lnTo>
                  <a:lnTo>
                    <a:pt x="474267" y="1637863"/>
                  </a:lnTo>
                  <a:lnTo>
                    <a:pt x="470846" y="1629022"/>
                  </a:lnTo>
                  <a:lnTo>
                    <a:pt x="468814" y="1622398"/>
                  </a:lnTo>
                  <a:lnTo>
                    <a:pt x="465870" y="1617896"/>
                  </a:lnTo>
                  <a:lnTo>
                    <a:pt x="462073" y="1616744"/>
                  </a:lnTo>
                  <a:lnTo>
                    <a:pt x="461203" y="1614306"/>
                  </a:lnTo>
                  <a:lnTo>
                    <a:pt x="456412" y="1606333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1"/>
            <p:cNvSpPr/>
            <p:nvPr/>
          </p:nvSpPr>
          <p:spPr>
            <a:xfrm>
              <a:off x="3060338" y="3681539"/>
              <a:ext cx="542929" cy="1646232"/>
            </a:xfrm>
            <a:custGeom>
              <a:avLst/>
              <a:pathLst>
                <a:path w="542929" h="1646232">
                  <a:moveTo>
                    <a:pt x="457200" y="1600200"/>
                  </a:moveTo>
                  <a:lnTo>
                    <a:pt x="458398" y="1592840"/>
                  </a:lnTo>
                  <a:lnTo>
                    <a:pt x="464689" y="1587394"/>
                  </a:lnTo>
                  <a:lnTo>
                    <a:pt x="471445" y="1589373"/>
                  </a:lnTo>
                  <a:lnTo>
                    <a:pt x="477570" y="1597533"/>
                  </a:lnTo>
                  <a:lnTo>
                    <a:pt x="482879" y="1604993"/>
                  </a:lnTo>
                  <a:lnTo>
                    <a:pt x="491571" y="1603446"/>
                  </a:lnTo>
                  <a:lnTo>
                    <a:pt x="499199" y="1600187"/>
                  </a:lnTo>
                  <a:lnTo>
                    <a:pt x="509784" y="1602038"/>
                  </a:lnTo>
                  <a:lnTo>
                    <a:pt x="516109" y="1608224"/>
                  </a:lnTo>
                  <a:lnTo>
                    <a:pt x="523819" y="1612595"/>
                  </a:lnTo>
                  <a:lnTo>
                    <a:pt x="533145" y="1619596"/>
                  </a:lnTo>
                  <a:lnTo>
                    <a:pt x="539924" y="1621936"/>
                  </a:lnTo>
                  <a:lnTo>
                    <a:pt x="542929" y="1628545"/>
                  </a:lnTo>
                  <a:lnTo>
                    <a:pt x="541839" y="1634234"/>
                  </a:lnTo>
                  <a:lnTo>
                    <a:pt x="537567" y="1638081"/>
                  </a:lnTo>
                  <a:lnTo>
                    <a:pt x="528241" y="1642099"/>
                  </a:lnTo>
                  <a:lnTo>
                    <a:pt x="518903" y="1641317"/>
                  </a:lnTo>
                  <a:lnTo>
                    <a:pt x="510866" y="1644740"/>
                  </a:lnTo>
                  <a:lnTo>
                    <a:pt x="500366" y="1646232"/>
                  </a:lnTo>
                  <a:lnTo>
                    <a:pt x="493731" y="1643282"/>
                  </a:lnTo>
                  <a:lnTo>
                    <a:pt x="491359" y="1635880"/>
                  </a:lnTo>
                  <a:lnTo>
                    <a:pt x="488257" y="1625576"/>
                  </a:lnTo>
                  <a:lnTo>
                    <a:pt x="487519" y="1623363"/>
                  </a:lnTo>
                  <a:lnTo>
                    <a:pt x="485578" y="1618620"/>
                  </a:lnTo>
                  <a:lnTo>
                    <a:pt x="481671" y="1617237"/>
                  </a:lnTo>
                  <a:lnTo>
                    <a:pt x="478357" y="1619615"/>
                  </a:lnTo>
                  <a:lnTo>
                    <a:pt x="476274" y="1618495"/>
                  </a:lnTo>
                  <a:lnTo>
                    <a:pt x="466746" y="1613369"/>
                  </a:lnTo>
                  <a:lnTo>
                    <a:pt x="459097" y="1604088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2"/>
            <p:cNvSpPr/>
            <p:nvPr/>
          </p:nvSpPr>
          <p:spPr>
            <a:xfrm>
              <a:off x="3069856" y="3727348"/>
              <a:ext cx="472934" cy="1607176"/>
            </a:xfrm>
            <a:custGeom>
              <a:avLst/>
              <a:pathLst>
                <a:path w="472934" h="1607176">
                  <a:moveTo>
                    <a:pt x="457200" y="1600200"/>
                  </a:moveTo>
                  <a:lnTo>
                    <a:pt x="463545" y="1596461"/>
                  </a:lnTo>
                  <a:lnTo>
                    <a:pt x="468409" y="1595443"/>
                  </a:lnTo>
                  <a:lnTo>
                    <a:pt x="471632" y="1598782"/>
                  </a:lnTo>
                  <a:lnTo>
                    <a:pt x="472934" y="1605430"/>
                  </a:lnTo>
                  <a:lnTo>
                    <a:pt x="467803" y="1607031"/>
                  </a:lnTo>
                  <a:lnTo>
                    <a:pt x="458341" y="1607176"/>
                  </a:lnTo>
                  <a:lnTo>
                    <a:pt x="453983" y="1603378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3"/>
            <p:cNvSpPr/>
            <p:nvPr/>
          </p:nvSpPr>
          <p:spPr>
            <a:xfrm>
              <a:off x="3018941" y="3679057"/>
              <a:ext cx="487716" cy="1623618"/>
            </a:xfrm>
            <a:custGeom>
              <a:avLst/>
              <a:pathLst>
                <a:path w="487716" h="1623618">
                  <a:moveTo>
                    <a:pt x="457200" y="1600200"/>
                  </a:moveTo>
                  <a:lnTo>
                    <a:pt x="462608" y="1598610"/>
                  </a:lnTo>
                  <a:lnTo>
                    <a:pt x="471055" y="1599873"/>
                  </a:lnTo>
                  <a:lnTo>
                    <a:pt x="479004" y="1604350"/>
                  </a:lnTo>
                  <a:lnTo>
                    <a:pt x="483691" y="1608619"/>
                  </a:lnTo>
                  <a:lnTo>
                    <a:pt x="487716" y="1614341"/>
                  </a:lnTo>
                  <a:lnTo>
                    <a:pt x="485196" y="1621114"/>
                  </a:lnTo>
                  <a:lnTo>
                    <a:pt x="479510" y="1623118"/>
                  </a:lnTo>
                  <a:lnTo>
                    <a:pt x="477424" y="1623613"/>
                  </a:lnTo>
                  <a:lnTo>
                    <a:pt x="470691" y="1623618"/>
                  </a:lnTo>
                  <a:lnTo>
                    <a:pt x="467376" y="1618242"/>
                  </a:lnTo>
                  <a:lnTo>
                    <a:pt x="466404" y="1611823"/>
                  </a:lnTo>
                  <a:lnTo>
                    <a:pt x="463739" y="1608117"/>
                  </a:lnTo>
                  <a:lnTo>
                    <a:pt x="457608" y="1603832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4"/>
            <p:cNvSpPr/>
            <p:nvPr/>
          </p:nvSpPr>
          <p:spPr>
            <a:xfrm>
              <a:off x="2989838" y="3645887"/>
              <a:ext cx="522691" cy="1617940"/>
            </a:xfrm>
            <a:custGeom>
              <a:avLst/>
              <a:pathLst>
                <a:path w="522691" h="1617940">
                  <a:moveTo>
                    <a:pt x="457200" y="1600200"/>
                  </a:moveTo>
                  <a:lnTo>
                    <a:pt x="459961" y="1597192"/>
                  </a:lnTo>
                  <a:lnTo>
                    <a:pt x="458043" y="1591855"/>
                  </a:lnTo>
                  <a:lnTo>
                    <a:pt x="464889" y="1593257"/>
                  </a:lnTo>
                  <a:lnTo>
                    <a:pt x="473687" y="1596252"/>
                  </a:lnTo>
                  <a:lnTo>
                    <a:pt x="484022" y="1598462"/>
                  </a:lnTo>
                  <a:lnTo>
                    <a:pt x="486829" y="1597476"/>
                  </a:lnTo>
                  <a:lnTo>
                    <a:pt x="490128" y="1596315"/>
                  </a:lnTo>
                  <a:lnTo>
                    <a:pt x="492570" y="1596529"/>
                  </a:lnTo>
                  <a:lnTo>
                    <a:pt x="498076" y="1602378"/>
                  </a:lnTo>
                  <a:lnTo>
                    <a:pt x="498451" y="1602415"/>
                  </a:lnTo>
                  <a:lnTo>
                    <a:pt x="507262" y="1603280"/>
                  </a:lnTo>
                  <a:lnTo>
                    <a:pt x="518583" y="1603165"/>
                  </a:lnTo>
                  <a:lnTo>
                    <a:pt x="522691" y="1605692"/>
                  </a:lnTo>
                  <a:lnTo>
                    <a:pt x="519981" y="1611392"/>
                  </a:lnTo>
                  <a:lnTo>
                    <a:pt x="513455" y="1616398"/>
                  </a:lnTo>
                  <a:lnTo>
                    <a:pt x="505097" y="1617940"/>
                  </a:lnTo>
                  <a:lnTo>
                    <a:pt x="495967" y="1615080"/>
                  </a:lnTo>
                  <a:lnTo>
                    <a:pt x="487254" y="1611485"/>
                  </a:lnTo>
                  <a:lnTo>
                    <a:pt x="480760" y="1609312"/>
                  </a:lnTo>
                  <a:lnTo>
                    <a:pt x="470452" y="1609836"/>
                  </a:lnTo>
                  <a:lnTo>
                    <a:pt x="461167" y="1609406"/>
                  </a:lnTo>
                  <a:lnTo>
                    <a:pt x="454233" y="1607047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5"/>
            <p:cNvSpPr/>
            <p:nvPr/>
          </p:nvSpPr>
          <p:spPr>
            <a:xfrm>
              <a:off x="2873704" y="3581395"/>
              <a:ext cx="527801" cy="1646854"/>
            </a:xfrm>
            <a:custGeom>
              <a:avLst/>
              <a:pathLst>
                <a:path w="527801" h="1646854">
                  <a:moveTo>
                    <a:pt x="457199" y="1600200"/>
                  </a:moveTo>
                  <a:lnTo>
                    <a:pt x="469372" y="1601089"/>
                  </a:lnTo>
                  <a:lnTo>
                    <a:pt x="474018" y="1596373"/>
                  </a:lnTo>
                  <a:lnTo>
                    <a:pt x="476745" y="1591240"/>
                  </a:lnTo>
                  <a:lnTo>
                    <a:pt x="482904" y="1587248"/>
                  </a:lnTo>
                  <a:lnTo>
                    <a:pt x="485547" y="1586924"/>
                  </a:lnTo>
                  <a:lnTo>
                    <a:pt x="491479" y="1595238"/>
                  </a:lnTo>
                  <a:lnTo>
                    <a:pt x="498000" y="1605408"/>
                  </a:lnTo>
                  <a:lnTo>
                    <a:pt x="503300" y="1611616"/>
                  </a:lnTo>
                  <a:lnTo>
                    <a:pt x="503253" y="1619536"/>
                  </a:lnTo>
                  <a:lnTo>
                    <a:pt x="507273" y="1623244"/>
                  </a:lnTo>
                  <a:lnTo>
                    <a:pt x="512624" y="1621126"/>
                  </a:lnTo>
                  <a:lnTo>
                    <a:pt x="517485" y="1621860"/>
                  </a:lnTo>
                  <a:lnTo>
                    <a:pt x="518114" y="1628929"/>
                  </a:lnTo>
                  <a:lnTo>
                    <a:pt x="520366" y="1634761"/>
                  </a:lnTo>
                  <a:lnTo>
                    <a:pt x="527801" y="1641056"/>
                  </a:lnTo>
                  <a:lnTo>
                    <a:pt x="527499" y="1641593"/>
                  </a:lnTo>
                  <a:lnTo>
                    <a:pt x="525807" y="1644590"/>
                  </a:lnTo>
                  <a:lnTo>
                    <a:pt x="523004" y="1646854"/>
                  </a:lnTo>
                  <a:lnTo>
                    <a:pt x="516224" y="1644452"/>
                  </a:lnTo>
                  <a:lnTo>
                    <a:pt x="513800" y="1645817"/>
                  </a:lnTo>
                  <a:lnTo>
                    <a:pt x="510503" y="1646445"/>
                  </a:lnTo>
                  <a:lnTo>
                    <a:pt x="505332" y="1642581"/>
                  </a:lnTo>
                  <a:lnTo>
                    <a:pt x="500523" y="1639358"/>
                  </a:lnTo>
                  <a:lnTo>
                    <a:pt x="493452" y="1637909"/>
                  </a:lnTo>
                  <a:lnTo>
                    <a:pt x="489862" y="1637128"/>
                  </a:lnTo>
                  <a:lnTo>
                    <a:pt x="485020" y="1637472"/>
                  </a:lnTo>
                  <a:lnTo>
                    <a:pt x="478028" y="1638052"/>
                  </a:lnTo>
                  <a:lnTo>
                    <a:pt x="477842" y="1638068"/>
                  </a:lnTo>
                  <a:lnTo>
                    <a:pt x="476132" y="1638008"/>
                  </a:lnTo>
                  <a:lnTo>
                    <a:pt x="472447" y="1631751"/>
                  </a:lnTo>
                  <a:lnTo>
                    <a:pt x="470768" y="1627945"/>
                  </a:lnTo>
                  <a:lnTo>
                    <a:pt x="465857" y="1623618"/>
                  </a:lnTo>
                  <a:lnTo>
                    <a:pt x="465088" y="1620306"/>
                  </a:lnTo>
                  <a:lnTo>
                    <a:pt x="458482" y="1612406"/>
                  </a:lnTo>
                  <a:lnTo>
                    <a:pt x="458172" y="1607824"/>
                  </a:lnTo>
                  <a:lnTo>
                    <a:pt x="452058" y="1600292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6"/>
            <p:cNvSpPr/>
            <p:nvPr/>
          </p:nvSpPr>
          <p:spPr>
            <a:xfrm>
              <a:off x="2690277" y="3499509"/>
              <a:ext cx="512317" cy="1630096"/>
            </a:xfrm>
            <a:custGeom>
              <a:avLst/>
              <a:pathLst>
                <a:path w="512317" h="1630096">
                  <a:moveTo>
                    <a:pt x="457200" y="1600200"/>
                  </a:moveTo>
                  <a:lnTo>
                    <a:pt x="461190" y="1596604"/>
                  </a:lnTo>
                  <a:lnTo>
                    <a:pt x="462357" y="1591404"/>
                  </a:lnTo>
                  <a:lnTo>
                    <a:pt x="464970" y="1589298"/>
                  </a:lnTo>
                  <a:lnTo>
                    <a:pt x="475137" y="1585294"/>
                  </a:lnTo>
                  <a:lnTo>
                    <a:pt x="478349" y="1582916"/>
                  </a:lnTo>
                  <a:lnTo>
                    <a:pt x="482589" y="1583678"/>
                  </a:lnTo>
                  <a:lnTo>
                    <a:pt x="486575" y="1586467"/>
                  </a:lnTo>
                  <a:lnTo>
                    <a:pt x="488856" y="1583480"/>
                  </a:lnTo>
                  <a:lnTo>
                    <a:pt x="495359" y="1585489"/>
                  </a:lnTo>
                  <a:lnTo>
                    <a:pt x="498529" y="1584297"/>
                  </a:lnTo>
                  <a:lnTo>
                    <a:pt x="503409" y="1587233"/>
                  </a:lnTo>
                  <a:lnTo>
                    <a:pt x="509383" y="1591874"/>
                  </a:lnTo>
                  <a:lnTo>
                    <a:pt x="512317" y="1599805"/>
                  </a:lnTo>
                  <a:lnTo>
                    <a:pt x="510205" y="1607298"/>
                  </a:lnTo>
                  <a:lnTo>
                    <a:pt x="508605" y="1609585"/>
                  </a:lnTo>
                  <a:lnTo>
                    <a:pt x="509352" y="1615008"/>
                  </a:lnTo>
                  <a:lnTo>
                    <a:pt x="509372" y="1621076"/>
                  </a:lnTo>
                  <a:lnTo>
                    <a:pt x="504433" y="1625349"/>
                  </a:lnTo>
                  <a:lnTo>
                    <a:pt x="498187" y="1630096"/>
                  </a:lnTo>
                  <a:lnTo>
                    <a:pt x="488642" y="1626992"/>
                  </a:lnTo>
                  <a:lnTo>
                    <a:pt x="483106" y="1625177"/>
                  </a:lnTo>
                  <a:lnTo>
                    <a:pt x="479835" y="1624837"/>
                  </a:lnTo>
                  <a:lnTo>
                    <a:pt x="474029" y="1618864"/>
                  </a:lnTo>
                  <a:lnTo>
                    <a:pt x="467087" y="1614532"/>
                  </a:lnTo>
                  <a:lnTo>
                    <a:pt x="461536" y="1611738"/>
                  </a:lnTo>
                  <a:lnTo>
                    <a:pt x="457413" y="1606037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7"/>
            <p:cNvSpPr/>
            <p:nvPr/>
          </p:nvSpPr>
          <p:spPr>
            <a:xfrm>
              <a:off x="2640197" y="3524369"/>
              <a:ext cx="477855" cy="1605419"/>
            </a:xfrm>
            <a:custGeom>
              <a:avLst/>
              <a:pathLst>
                <a:path w="477855" h="1605419">
                  <a:moveTo>
                    <a:pt x="457200" y="1600200"/>
                  </a:moveTo>
                  <a:lnTo>
                    <a:pt x="458689" y="1591075"/>
                  </a:lnTo>
                  <a:lnTo>
                    <a:pt x="462287" y="1587366"/>
                  </a:lnTo>
                  <a:lnTo>
                    <a:pt x="468458" y="1584886"/>
                  </a:lnTo>
                  <a:lnTo>
                    <a:pt x="469974" y="1583293"/>
                  </a:lnTo>
                  <a:lnTo>
                    <a:pt x="470681" y="1579306"/>
                  </a:lnTo>
                  <a:lnTo>
                    <a:pt x="475207" y="1578891"/>
                  </a:lnTo>
                  <a:lnTo>
                    <a:pt x="476832" y="1579985"/>
                  </a:lnTo>
                  <a:lnTo>
                    <a:pt x="477855" y="1582052"/>
                  </a:lnTo>
                  <a:lnTo>
                    <a:pt x="475875" y="1583946"/>
                  </a:lnTo>
                  <a:lnTo>
                    <a:pt x="474540" y="1588389"/>
                  </a:lnTo>
                  <a:lnTo>
                    <a:pt x="475672" y="1592475"/>
                  </a:lnTo>
                  <a:lnTo>
                    <a:pt x="470751" y="1594251"/>
                  </a:lnTo>
                  <a:lnTo>
                    <a:pt x="467233" y="1594896"/>
                  </a:lnTo>
                  <a:lnTo>
                    <a:pt x="465349" y="1597292"/>
                  </a:lnTo>
                  <a:lnTo>
                    <a:pt x="463929" y="1600186"/>
                  </a:lnTo>
                  <a:lnTo>
                    <a:pt x="462603" y="1605419"/>
                  </a:lnTo>
                  <a:lnTo>
                    <a:pt x="459689" y="1603747"/>
                  </a:lnTo>
                  <a:close/>
                </a:path>
              </a:pathLst>
            </a:custGeom>
            <a:solidFill>
              <a:srgbClr val="44059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8"/>
            <p:cNvSpPr/>
            <p:nvPr/>
          </p:nvSpPr>
          <p:spPr>
            <a:xfrm>
              <a:off x="2086006" y="1342026"/>
              <a:ext cx="998462" cy="1990983"/>
            </a:xfrm>
            <a:custGeom>
              <a:avLst/>
              <a:pathLst>
                <a:path w="998462" h="1990983">
                  <a:moveTo>
                    <a:pt x="457200" y="1600200"/>
                  </a:moveTo>
                  <a:lnTo>
                    <a:pt x="460559" y="1596299"/>
                  </a:lnTo>
                  <a:lnTo>
                    <a:pt x="460988" y="1589709"/>
                  </a:lnTo>
                  <a:lnTo>
                    <a:pt x="467203" y="1585422"/>
                  </a:lnTo>
                  <a:lnTo>
                    <a:pt x="470175" y="1581741"/>
                  </a:lnTo>
                  <a:lnTo>
                    <a:pt x="476771" y="1571042"/>
                  </a:lnTo>
                  <a:lnTo>
                    <a:pt x="481536" y="1562459"/>
                  </a:lnTo>
                  <a:lnTo>
                    <a:pt x="486471" y="1559723"/>
                  </a:lnTo>
                  <a:lnTo>
                    <a:pt x="494297" y="1557521"/>
                  </a:lnTo>
                  <a:lnTo>
                    <a:pt x="499322" y="1551773"/>
                  </a:lnTo>
                  <a:lnTo>
                    <a:pt x="502151" y="1548532"/>
                  </a:lnTo>
                  <a:lnTo>
                    <a:pt x="506371" y="1541968"/>
                  </a:lnTo>
                  <a:lnTo>
                    <a:pt x="505539" y="1535428"/>
                  </a:lnTo>
                  <a:lnTo>
                    <a:pt x="508337" y="1529357"/>
                  </a:lnTo>
                  <a:lnTo>
                    <a:pt x="514516" y="1524688"/>
                  </a:lnTo>
                  <a:lnTo>
                    <a:pt x="517880" y="1520767"/>
                  </a:lnTo>
                  <a:lnTo>
                    <a:pt x="526487" y="1504607"/>
                  </a:lnTo>
                  <a:lnTo>
                    <a:pt x="527291" y="1502949"/>
                  </a:lnTo>
                  <a:lnTo>
                    <a:pt x="529838" y="1497691"/>
                  </a:lnTo>
                  <a:lnTo>
                    <a:pt x="540477" y="1483504"/>
                  </a:lnTo>
                  <a:lnTo>
                    <a:pt x="550879" y="1469884"/>
                  </a:lnTo>
                  <a:lnTo>
                    <a:pt x="555455" y="1464559"/>
                  </a:lnTo>
                  <a:lnTo>
                    <a:pt x="551642" y="1455374"/>
                  </a:lnTo>
                  <a:lnTo>
                    <a:pt x="552360" y="1448787"/>
                  </a:lnTo>
                  <a:lnTo>
                    <a:pt x="548652" y="1442348"/>
                  </a:lnTo>
                  <a:lnTo>
                    <a:pt x="542634" y="1440638"/>
                  </a:lnTo>
                  <a:lnTo>
                    <a:pt x="537790" y="1433966"/>
                  </a:lnTo>
                  <a:lnTo>
                    <a:pt x="533832" y="1431332"/>
                  </a:lnTo>
                  <a:lnTo>
                    <a:pt x="533129" y="1429796"/>
                  </a:lnTo>
                  <a:lnTo>
                    <a:pt x="529489" y="1421832"/>
                  </a:lnTo>
                  <a:lnTo>
                    <a:pt x="528554" y="1415065"/>
                  </a:lnTo>
                  <a:lnTo>
                    <a:pt x="527068" y="1410040"/>
                  </a:lnTo>
                  <a:lnTo>
                    <a:pt x="526549" y="1401540"/>
                  </a:lnTo>
                  <a:lnTo>
                    <a:pt x="523880" y="1397906"/>
                  </a:lnTo>
                  <a:lnTo>
                    <a:pt x="529291" y="1391713"/>
                  </a:lnTo>
                  <a:lnTo>
                    <a:pt x="531003" y="1388440"/>
                  </a:lnTo>
                  <a:lnTo>
                    <a:pt x="528494" y="1384221"/>
                  </a:lnTo>
                  <a:lnTo>
                    <a:pt x="529788" y="1377643"/>
                  </a:lnTo>
                  <a:lnTo>
                    <a:pt x="528357" y="1370954"/>
                  </a:lnTo>
                  <a:lnTo>
                    <a:pt x="524227" y="1363602"/>
                  </a:lnTo>
                  <a:lnTo>
                    <a:pt x="527992" y="1357203"/>
                  </a:lnTo>
                  <a:lnTo>
                    <a:pt x="528327" y="1355217"/>
                  </a:lnTo>
                  <a:lnTo>
                    <a:pt x="529278" y="1349579"/>
                  </a:lnTo>
                  <a:lnTo>
                    <a:pt x="531135" y="1341033"/>
                  </a:lnTo>
                  <a:lnTo>
                    <a:pt x="546747" y="1269494"/>
                  </a:lnTo>
                  <a:lnTo>
                    <a:pt x="547482" y="1266139"/>
                  </a:lnTo>
                  <a:lnTo>
                    <a:pt x="550256" y="1253365"/>
                  </a:lnTo>
                  <a:lnTo>
                    <a:pt x="553093" y="1240321"/>
                  </a:lnTo>
                  <a:lnTo>
                    <a:pt x="562935" y="1195207"/>
                  </a:lnTo>
                  <a:lnTo>
                    <a:pt x="569502" y="1165649"/>
                  </a:lnTo>
                  <a:lnTo>
                    <a:pt x="571350" y="1157349"/>
                  </a:lnTo>
                  <a:lnTo>
                    <a:pt x="573510" y="1147654"/>
                  </a:lnTo>
                  <a:lnTo>
                    <a:pt x="582062" y="1111406"/>
                  </a:lnTo>
                  <a:lnTo>
                    <a:pt x="588566" y="1082860"/>
                  </a:lnTo>
                  <a:lnTo>
                    <a:pt x="593803" y="1059720"/>
                  </a:lnTo>
                  <a:lnTo>
                    <a:pt x="598020" y="1041124"/>
                  </a:lnTo>
                  <a:lnTo>
                    <a:pt x="619864" y="1045776"/>
                  </a:lnTo>
                  <a:lnTo>
                    <a:pt x="646845" y="1051510"/>
                  </a:lnTo>
                  <a:lnTo>
                    <a:pt x="676148" y="1057515"/>
                  </a:lnTo>
                  <a:lnTo>
                    <a:pt x="663316" y="1118510"/>
                  </a:lnTo>
                  <a:lnTo>
                    <a:pt x="662783" y="1121053"/>
                  </a:lnTo>
                  <a:lnTo>
                    <a:pt x="658409" y="1142018"/>
                  </a:lnTo>
                  <a:lnTo>
                    <a:pt x="656014" y="1153481"/>
                  </a:lnTo>
                  <a:lnTo>
                    <a:pt x="653686" y="1164636"/>
                  </a:lnTo>
                  <a:lnTo>
                    <a:pt x="650477" y="1179923"/>
                  </a:lnTo>
                  <a:lnTo>
                    <a:pt x="650947" y="1181970"/>
                  </a:lnTo>
                  <a:lnTo>
                    <a:pt x="651293" y="1183480"/>
                  </a:lnTo>
                  <a:lnTo>
                    <a:pt x="655137" y="1193857"/>
                  </a:lnTo>
                  <a:lnTo>
                    <a:pt x="658547" y="1201574"/>
                  </a:lnTo>
                  <a:lnTo>
                    <a:pt x="662358" y="1205928"/>
                  </a:lnTo>
                  <a:lnTo>
                    <a:pt x="661826" y="1212705"/>
                  </a:lnTo>
                  <a:lnTo>
                    <a:pt x="669330" y="1222408"/>
                  </a:lnTo>
                  <a:lnTo>
                    <a:pt x="667265" y="1227335"/>
                  </a:lnTo>
                  <a:lnTo>
                    <a:pt x="669921" y="1231855"/>
                  </a:lnTo>
                  <a:lnTo>
                    <a:pt x="666547" y="1237186"/>
                  </a:lnTo>
                  <a:lnTo>
                    <a:pt x="665806" y="1242597"/>
                  </a:lnTo>
                  <a:lnTo>
                    <a:pt x="671297" y="1250182"/>
                  </a:lnTo>
                  <a:lnTo>
                    <a:pt x="665911" y="1252232"/>
                  </a:lnTo>
                  <a:lnTo>
                    <a:pt x="663504" y="1256777"/>
                  </a:lnTo>
                  <a:lnTo>
                    <a:pt x="673078" y="1265153"/>
                  </a:lnTo>
                  <a:lnTo>
                    <a:pt x="675620" y="1272391"/>
                  </a:lnTo>
                  <a:lnTo>
                    <a:pt x="679932" y="1276966"/>
                  </a:lnTo>
                  <a:lnTo>
                    <a:pt x="687627" y="1280977"/>
                  </a:lnTo>
                  <a:lnTo>
                    <a:pt x="691107" y="1282840"/>
                  </a:lnTo>
                  <a:lnTo>
                    <a:pt x="692869" y="1289043"/>
                  </a:lnTo>
                  <a:lnTo>
                    <a:pt x="695025" y="1293933"/>
                  </a:lnTo>
                  <a:lnTo>
                    <a:pt x="699464" y="1300350"/>
                  </a:lnTo>
                  <a:lnTo>
                    <a:pt x="703475" y="1309999"/>
                  </a:lnTo>
                  <a:lnTo>
                    <a:pt x="706663" y="1315589"/>
                  </a:lnTo>
                  <a:lnTo>
                    <a:pt x="708754" y="1322414"/>
                  </a:lnTo>
                  <a:lnTo>
                    <a:pt x="713677" y="1328265"/>
                  </a:lnTo>
                  <a:lnTo>
                    <a:pt x="716063" y="1331096"/>
                  </a:lnTo>
                  <a:lnTo>
                    <a:pt x="713663" y="1336515"/>
                  </a:lnTo>
                  <a:lnTo>
                    <a:pt x="717570" y="1344394"/>
                  </a:lnTo>
                  <a:lnTo>
                    <a:pt x="724347" y="1349869"/>
                  </a:lnTo>
                  <a:lnTo>
                    <a:pt x="725331" y="1355123"/>
                  </a:lnTo>
                  <a:lnTo>
                    <a:pt x="731051" y="1356013"/>
                  </a:lnTo>
                  <a:lnTo>
                    <a:pt x="732710" y="1357386"/>
                  </a:lnTo>
                  <a:lnTo>
                    <a:pt x="736461" y="1360489"/>
                  </a:lnTo>
                  <a:lnTo>
                    <a:pt x="735644" y="1367290"/>
                  </a:lnTo>
                  <a:lnTo>
                    <a:pt x="738055" y="1368446"/>
                  </a:lnTo>
                  <a:lnTo>
                    <a:pt x="741534" y="1370111"/>
                  </a:lnTo>
                  <a:lnTo>
                    <a:pt x="749512" y="1370968"/>
                  </a:lnTo>
                  <a:lnTo>
                    <a:pt x="757698" y="1369948"/>
                  </a:lnTo>
                  <a:lnTo>
                    <a:pt x="759478" y="1372020"/>
                  </a:lnTo>
                  <a:lnTo>
                    <a:pt x="760552" y="1373269"/>
                  </a:lnTo>
                  <a:lnTo>
                    <a:pt x="758110" y="1381605"/>
                  </a:lnTo>
                  <a:lnTo>
                    <a:pt x="754847" y="1389852"/>
                  </a:lnTo>
                  <a:lnTo>
                    <a:pt x="750326" y="1390229"/>
                  </a:lnTo>
                  <a:lnTo>
                    <a:pt x="749909" y="1401180"/>
                  </a:lnTo>
                  <a:lnTo>
                    <a:pt x="746186" y="1403635"/>
                  </a:lnTo>
                  <a:lnTo>
                    <a:pt x="743692" y="1412871"/>
                  </a:lnTo>
                  <a:lnTo>
                    <a:pt x="742052" y="1417261"/>
                  </a:lnTo>
                  <a:lnTo>
                    <a:pt x="740512" y="1421635"/>
                  </a:lnTo>
                  <a:lnTo>
                    <a:pt x="739421" y="1429456"/>
                  </a:lnTo>
                  <a:lnTo>
                    <a:pt x="733477" y="1429157"/>
                  </a:lnTo>
                  <a:lnTo>
                    <a:pt x="731964" y="1434267"/>
                  </a:lnTo>
                  <a:lnTo>
                    <a:pt x="736504" y="1438675"/>
                  </a:lnTo>
                  <a:lnTo>
                    <a:pt x="733297" y="1446565"/>
                  </a:lnTo>
                  <a:lnTo>
                    <a:pt x="735664" y="1452312"/>
                  </a:lnTo>
                  <a:lnTo>
                    <a:pt x="738358" y="1456224"/>
                  </a:lnTo>
                  <a:lnTo>
                    <a:pt x="736317" y="1462199"/>
                  </a:lnTo>
                  <a:lnTo>
                    <a:pt x="737782" y="1466163"/>
                  </a:lnTo>
                  <a:lnTo>
                    <a:pt x="734234" y="1468939"/>
                  </a:lnTo>
                  <a:lnTo>
                    <a:pt x="725805" y="1469863"/>
                  </a:lnTo>
                  <a:lnTo>
                    <a:pt x="720691" y="1476043"/>
                  </a:lnTo>
                  <a:lnTo>
                    <a:pt x="724294" y="1484034"/>
                  </a:lnTo>
                  <a:lnTo>
                    <a:pt x="723549" y="1490643"/>
                  </a:lnTo>
                  <a:lnTo>
                    <a:pt x="720059" y="1492343"/>
                  </a:lnTo>
                  <a:lnTo>
                    <a:pt x="718876" y="1497684"/>
                  </a:lnTo>
                  <a:lnTo>
                    <a:pt x="719618" y="1500550"/>
                  </a:lnTo>
                  <a:lnTo>
                    <a:pt x="720521" y="1504029"/>
                  </a:lnTo>
                  <a:lnTo>
                    <a:pt x="724411" y="1506672"/>
                  </a:lnTo>
                  <a:lnTo>
                    <a:pt x="730809" y="1514338"/>
                  </a:lnTo>
                  <a:lnTo>
                    <a:pt x="738175" y="1517200"/>
                  </a:lnTo>
                  <a:lnTo>
                    <a:pt x="741773" y="1510591"/>
                  </a:lnTo>
                  <a:lnTo>
                    <a:pt x="747525" y="1510640"/>
                  </a:lnTo>
                  <a:lnTo>
                    <a:pt x="757622" y="1505023"/>
                  </a:lnTo>
                  <a:lnTo>
                    <a:pt x="764523" y="1499903"/>
                  </a:lnTo>
                  <a:lnTo>
                    <a:pt x="765379" y="1494715"/>
                  </a:lnTo>
                  <a:lnTo>
                    <a:pt x="769232" y="1494822"/>
                  </a:lnTo>
                  <a:lnTo>
                    <a:pt x="770824" y="1497391"/>
                  </a:lnTo>
                  <a:lnTo>
                    <a:pt x="774215" y="1502852"/>
                  </a:lnTo>
                  <a:lnTo>
                    <a:pt x="776975" y="1505932"/>
                  </a:lnTo>
                  <a:lnTo>
                    <a:pt x="781185" y="1509390"/>
                  </a:lnTo>
                  <a:lnTo>
                    <a:pt x="779835" y="1519162"/>
                  </a:lnTo>
                  <a:lnTo>
                    <a:pt x="782602" y="1525016"/>
                  </a:lnTo>
                  <a:lnTo>
                    <a:pt x="781189" y="1531485"/>
                  </a:lnTo>
                  <a:lnTo>
                    <a:pt x="782942" y="1537193"/>
                  </a:lnTo>
                  <a:lnTo>
                    <a:pt x="781403" y="1544500"/>
                  </a:lnTo>
                  <a:lnTo>
                    <a:pt x="786848" y="1556904"/>
                  </a:lnTo>
                  <a:lnTo>
                    <a:pt x="791120" y="1571092"/>
                  </a:lnTo>
                  <a:lnTo>
                    <a:pt x="796033" y="1575535"/>
                  </a:lnTo>
                  <a:lnTo>
                    <a:pt x="800272" y="1581397"/>
                  </a:lnTo>
                  <a:lnTo>
                    <a:pt x="800425" y="1588039"/>
                  </a:lnTo>
                  <a:lnTo>
                    <a:pt x="798354" y="1594450"/>
                  </a:lnTo>
                  <a:lnTo>
                    <a:pt x="795259" y="1599332"/>
                  </a:lnTo>
                  <a:lnTo>
                    <a:pt x="798376" y="1608494"/>
                  </a:lnTo>
                  <a:lnTo>
                    <a:pt x="802138" y="1610104"/>
                  </a:lnTo>
                  <a:lnTo>
                    <a:pt x="807967" y="1615616"/>
                  </a:lnTo>
                  <a:lnTo>
                    <a:pt x="813167" y="1613448"/>
                  </a:lnTo>
                  <a:lnTo>
                    <a:pt x="822044" y="1622274"/>
                  </a:lnTo>
                  <a:lnTo>
                    <a:pt x="823547" y="1629621"/>
                  </a:lnTo>
                  <a:lnTo>
                    <a:pt x="826475" y="1640112"/>
                  </a:lnTo>
                  <a:lnTo>
                    <a:pt x="824418" y="1646357"/>
                  </a:lnTo>
                  <a:lnTo>
                    <a:pt x="827980" y="1654381"/>
                  </a:lnTo>
                  <a:lnTo>
                    <a:pt x="827054" y="1660136"/>
                  </a:lnTo>
                  <a:lnTo>
                    <a:pt x="830834" y="1667702"/>
                  </a:lnTo>
                  <a:lnTo>
                    <a:pt x="836188" y="1673162"/>
                  </a:lnTo>
                  <a:lnTo>
                    <a:pt x="841480" y="1670867"/>
                  </a:lnTo>
                  <a:lnTo>
                    <a:pt x="841955" y="1670661"/>
                  </a:lnTo>
                  <a:lnTo>
                    <a:pt x="842087" y="1666256"/>
                  </a:lnTo>
                  <a:lnTo>
                    <a:pt x="851325" y="1660568"/>
                  </a:lnTo>
                  <a:lnTo>
                    <a:pt x="853781" y="1660470"/>
                  </a:lnTo>
                  <a:lnTo>
                    <a:pt x="862806" y="1663412"/>
                  </a:lnTo>
                  <a:lnTo>
                    <a:pt x="873842" y="1666525"/>
                  </a:lnTo>
                  <a:lnTo>
                    <a:pt x="880743" y="1671630"/>
                  </a:lnTo>
                  <a:lnTo>
                    <a:pt x="884753" y="1662053"/>
                  </a:lnTo>
                  <a:lnTo>
                    <a:pt x="891850" y="1658144"/>
                  </a:lnTo>
                  <a:lnTo>
                    <a:pt x="897018" y="1662082"/>
                  </a:lnTo>
                  <a:lnTo>
                    <a:pt x="905183" y="1665213"/>
                  </a:lnTo>
                  <a:lnTo>
                    <a:pt x="913305" y="1665277"/>
                  </a:lnTo>
                  <a:lnTo>
                    <a:pt x="928090" y="1664161"/>
                  </a:lnTo>
                  <a:lnTo>
                    <a:pt x="932621" y="1671424"/>
                  </a:lnTo>
                  <a:lnTo>
                    <a:pt x="942561" y="1666769"/>
                  </a:lnTo>
                  <a:lnTo>
                    <a:pt x="950126" y="1668256"/>
                  </a:lnTo>
                  <a:lnTo>
                    <a:pt x="954842" y="1669179"/>
                  </a:lnTo>
                  <a:lnTo>
                    <a:pt x="959151" y="1666308"/>
                  </a:lnTo>
                  <a:lnTo>
                    <a:pt x="965237" y="1655035"/>
                  </a:lnTo>
                  <a:lnTo>
                    <a:pt x="966560" y="1653171"/>
                  </a:lnTo>
                  <a:lnTo>
                    <a:pt x="968580" y="1650322"/>
                  </a:lnTo>
                  <a:lnTo>
                    <a:pt x="973875" y="1646721"/>
                  </a:lnTo>
                  <a:lnTo>
                    <a:pt x="974493" y="1647303"/>
                  </a:lnTo>
                  <a:lnTo>
                    <a:pt x="978696" y="1651262"/>
                  </a:lnTo>
                  <a:lnTo>
                    <a:pt x="982523" y="1658876"/>
                  </a:lnTo>
                  <a:lnTo>
                    <a:pt x="985651" y="1664963"/>
                  </a:lnTo>
                  <a:lnTo>
                    <a:pt x="986822" y="1671131"/>
                  </a:lnTo>
                  <a:lnTo>
                    <a:pt x="991212" y="1676771"/>
                  </a:lnTo>
                  <a:lnTo>
                    <a:pt x="992331" y="1682221"/>
                  </a:lnTo>
                  <a:lnTo>
                    <a:pt x="998462" y="1685531"/>
                  </a:lnTo>
                  <a:lnTo>
                    <a:pt x="996780" y="1697775"/>
                  </a:lnTo>
                  <a:lnTo>
                    <a:pt x="992481" y="1729909"/>
                  </a:lnTo>
                  <a:lnTo>
                    <a:pt x="990393" y="1746155"/>
                  </a:lnTo>
                  <a:lnTo>
                    <a:pt x="989202" y="1755435"/>
                  </a:lnTo>
                  <a:lnTo>
                    <a:pt x="985563" y="1782680"/>
                  </a:lnTo>
                  <a:lnTo>
                    <a:pt x="982526" y="1805764"/>
                  </a:lnTo>
                  <a:lnTo>
                    <a:pt x="979520" y="1828667"/>
                  </a:lnTo>
                  <a:lnTo>
                    <a:pt x="975541" y="1858735"/>
                  </a:lnTo>
                  <a:lnTo>
                    <a:pt x="974676" y="1865278"/>
                  </a:lnTo>
                  <a:lnTo>
                    <a:pt x="973779" y="1872068"/>
                  </a:lnTo>
                  <a:lnTo>
                    <a:pt x="969837" y="1901946"/>
                  </a:lnTo>
                  <a:lnTo>
                    <a:pt x="966236" y="1927705"/>
                  </a:lnTo>
                  <a:lnTo>
                    <a:pt x="963405" y="1948007"/>
                  </a:lnTo>
                  <a:lnTo>
                    <a:pt x="957770" y="1990983"/>
                  </a:lnTo>
                  <a:lnTo>
                    <a:pt x="927838" y="1986939"/>
                  </a:lnTo>
                  <a:lnTo>
                    <a:pt x="918935" y="1985832"/>
                  </a:lnTo>
                  <a:lnTo>
                    <a:pt x="915607" y="1985368"/>
                  </a:lnTo>
                  <a:lnTo>
                    <a:pt x="893419" y="1982235"/>
                  </a:lnTo>
                  <a:lnTo>
                    <a:pt x="860656" y="1977637"/>
                  </a:lnTo>
                  <a:lnTo>
                    <a:pt x="856147" y="1976826"/>
                  </a:lnTo>
                  <a:lnTo>
                    <a:pt x="846546" y="1975089"/>
                  </a:lnTo>
                  <a:lnTo>
                    <a:pt x="811624" y="1969810"/>
                  </a:lnTo>
                  <a:lnTo>
                    <a:pt x="779462" y="1964981"/>
                  </a:lnTo>
                  <a:lnTo>
                    <a:pt x="756828" y="1961566"/>
                  </a:lnTo>
                  <a:lnTo>
                    <a:pt x="734275" y="1958205"/>
                  </a:lnTo>
                  <a:lnTo>
                    <a:pt x="704972" y="1953854"/>
                  </a:lnTo>
                  <a:lnTo>
                    <a:pt x="684758" y="1949718"/>
                  </a:lnTo>
                  <a:lnTo>
                    <a:pt x="662977" y="1945836"/>
                  </a:lnTo>
                  <a:lnTo>
                    <a:pt x="634291" y="1940667"/>
                  </a:lnTo>
                  <a:lnTo>
                    <a:pt x="607143" y="1935017"/>
                  </a:lnTo>
                  <a:lnTo>
                    <a:pt x="594539" y="1932838"/>
                  </a:lnTo>
                  <a:lnTo>
                    <a:pt x="569528" y="1928448"/>
                  </a:lnTo>
                  <a:lnTo>
                    <a:pt x="541346" y="1922866"/>
                  </a:lnTo>
                  <a:lnTo>
                    <a:pt x="519264" y="1918626"/>
                  </a:lnTo>
                  <a:lnTo>
                    <a:pt x="477532" y="1910199"/>
                  </a:lnTo>
                  <a:lnTo>
                    <a:pt x="451108" y="1904763"/>
                  </a:lnTo>
                  <a:lnTo>
                    <a:pt x="415852" y="1897055"/>
                  </a:lnTo>
                  <a:lnTo>
                    <a:pt x="415134" y="1896896"/>
                  </a:lnTo>
                  <a:lnTo>
                    <a:pt x="424601" y="1850528"/>
                  </a:lnTo>
                  <a:lnTo>
                    <a:pt x="435446" y="1798031"/>
                  </a:lnTo>
                  <a:lnTo>
                    <a:pt x="440925" y="1771378"/>
                  </a:lnTo>
                  <a:lnTo>
                    <a:pt x="455444" y="1701501"/>
                  </a:lnTo>
                  <a:lnTo>
                    <a:pt x="457707" y="1691213"/>
                  </a:lnTo>
                  <a:lnTo>
                    <a:pt x="461565" y="1673690"/>
                  </a:lnTo>
                  <a:lnTo>
                    <a:pt x="466353" y="1667379"/>
                  </a:lnTo>
                  <a:lnTo>
                    <a:pt x="467551" y="1665799"/>
                  </a:lnTo>
                  <a:lnTo>
                    <a:pt x="471194" y="1655407"/>
                  </a:lnTo>
                  <a:lnTo>
                    <a:pt x="474343" y="1650141"/>
                  </a:lnTo>
                  <a:lnTo>
                    <a:pt x="472299" y="1642547"/>
                  </a:lnTo>
                  <a:lnTo>
                    <a:pt x="480927" y="1635784"/>
                  </a:lnTo>
                  <a:lnTo>
                    <a:pt x="481136" y="1635620"/>
                  </a:lnTo>
                  <a:lnTo>
                    <a:pt x="481188" y="1632413"/>
                  </a:lnTo>
                  <a:lnTo>
                    <a:pt x="476119" y="1629458"/>
                  </a:lnTo>
                  <a:lnTo>
                    <a:pt x="476626" y="1624255"/>
                  </a:lnTo>
                  <a:lnTo>
                    <a:pt x="469093" y="1622439"/>
                  </a:lnTo>
                  <a:lnTo>
                    <a:pt x="464794" y="1616353"/>
                  </a:lnTo>
                  <a:lnTo>
                    <a:pt x="460040" y="1617717"/>
                  </a:lnTo>
                  <a:lnTo>
                    <a:pt x="456771" y="1613238"/>
                  </a:lnTo>
                  <a:lnTo>
                    <a:pt x="457413" y="1612342"/>
                  </a:lnTo>
                  <a:lnTo>
                    <a:pt x="459964" y="1608778"/>
                  </a:lnTo>
                  <a:lnTo>
                    <a:pt x="458651" y="1604458"/>
                  </a:lnTo>
                  <a:close/>
                </a:path>
              </a:pathLst>
            </a:custGeom>
            <a:solidFill>
              <a:srgbClr val="B6318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79"/>
            <p:cNvSpPr/>
            <p:nvPr/>
          </p:nvSpPr>
          <p:spPr>
            <a:xfrm>
              <a:off x="4409779" y="1983956"/>
              <a:ext cx="859944" cy="1971227"/>
            </a:xfrm>
            <a:custGeom>
              <a:avLst/>
              <a:pathLst>
                <a:path w="859944" h="1971227">
                  <a:moveTo>
                    <a:pt x="457200" y="1600199"/>
                  </a:moveTo>
                  <a:lnTo>
                    <a:pt x="457485" y="1594097"/>
                  </a:lnTo>
                  <a:lnTo>
                    <a:pt x="457610" y="1591430"/>
                  </a:lnTo>
                  <a:lnTo>
                    <a:pt x="459158" y="1584705"/>
                  </a:lnTo>
                  <a:lnTo>
                    <a:pt x="463203" y="1577296"/>
                  </a:lnTo>
                  <a:lnTo>
                    <a:pt x="467324" y="1574257"/>
                  </a:lnTo>
                  <a:lnTo>
                    <a:pt x="466008" y="1567764"/>
                  </a:lnTo>
                  <a:lnTo>
                    <a:pt x="466413" y="1560418"/>
                  </a:lnTo>
                  <a:lnTo>
                    <a:pt x="463615" y="1557701"/>
                  </a:lnTo>
                  <a:lnTo>
                    <a:pt x="464916" y="1551553"/>
                  </a:lnTo>
                  <a:lnTo>
                    <a:pt x="467772" y="1547386"/>
                  </a:lnTo>
                  <a:lnTo>
                    <a:pt x="476076" y="1543389"/>
                  </a:lnTo>
                  <a:lnTo>
                    <a:pt x="481799" y="1542914"/>
                  </a:lnTo>
                  <a:lnTo>
                    <a:pt x="481931" y="1542797"/>
                  </a:lnTo>
                  <a:lnTo>
                    <a:pt x="487547" y="1537853"/>
                  </a:lnTo>
                  <a:lnTo>
                    <a:pt x="487447" y="1534514"/>
                  </a:lnTo>
                  <a:lnTo>
                    <a:pt x="487351" y="1531316"/>
                  </a:lnTo>
                  <a:lnTo>
                    <a:pt x="488898" y="1524320"/>
                  </a:lnTo>
                  <a:lnTo>
                    <a:pt x="488243" y="1519212"/>
                  </a:lnTo>
                  <a:lnTo>
                    <a:pt x="492149" y="1512868"/>
                  </a:lnTo>
                  <a:lnTo>
                    <a:pt x="497106" y="1506842"/>
                  </a:lnTo>
                  <a:lnTo>
                    <a:pt x="499657" y="1501313"/>
                  </a:lnTo>
                  <a:lnTo>
                    <a:pt x="499444" y="1493167"/>
                  </a:lnTo>
                  <a:lnTo>
                    <a:pt x="498167" y="1486973"/>
                  </a:lnTo>
                  <a:lnTo>
                    <a:pt x="498095" y="1486622"/>
                  </a:lnTo>
                  <a:lnTo>
                    <a:pt x="497126" y="1481926"/>
                  </a:lnTo>
                  <a:lnTo>
                    <a:pt x="492668" y="1475971"/>
                  </a:lnTo>
                  <a:lnTo>
                    <a:pt x="488565" y="1475973"/>
                  </a:lnTo>
                  <a:lnTo>
                    <a:pt x="484226" y="1470400"/>
                  </a:lnTo>
                  <a:lnTo>
                    <a:pt x="480723" y="1466324"/>
                  </a:lnTo>
                  <a:lnTo>
                    <a:pt x="483350" y="1455483"/>
                  </a:lnTo>
                  <a:lnTo>
                    <a:pt x="483515" y="1454798"/>
                  </a:lnTo>
                  <a:lnTo>
                    <a:pt x="483733" y="1451086"/>
                  </a:lnTo>
                  <a:lnTo>
                    <a:pt x="486474" y="1443961"/>
                  </a:lnTo>
                  <a:lnTo>
                    <a:pt x="492049" y="1442539"/>
                  </a:lnTo>
                  <a:lnTo>
                    <a:pt x="496063" y="1442996"/>
                  </a:lnTo>
                  <a:lnTo>
                    <a:pt x="501008" y="1439269"/>
                  </a:lnTo>
                  <a:lnTo>
                    <a:pt x="508441" y="1437849"/>
                  </a:lnTo>
                  <a:lnTo>
                    <a:pt x="516292" y="1436728"/>
                  </a:lnTo>
                  <a:lnTo>
                    <a:pt x="523519" y="1432106"/>
                  </a:lnTo>
                  <a:lnTo>
                    <a:pt x="527470" y="1427728"/>
                  </a:lnTo>
                  <a:lnTo>
                    <a:pt x="532785" y="1426712"/>
                  </a:lnTo>
                  <a:lnTo>
                    <a:pt x="537505" y="1425660"/>
                  </a:lnTo>
                  <a:lnTo>
                    <a:pt x="541165" y="1420292"/>
                  </a:lnTo>
                  <a:lnTo>
                    <a:pt x="545702" y="1417665"/>
                  </a:lnTo>
                  <a:lnTo>
                    <a:pt x="547703" y="1415046"/>
                  </a:lnTo>
                  <a:lnTo>
                    <a:pt x="547028" y="1406862"/>
                  </a:lnTo>
                  <a:lnTo>
                    <a:pt x="548629" y="1402873"/>
                  </a:lnTo>
                  <a:lnTo>
                    <a:pt x="548411" y="1398673"/>
                  </a:lnTo>
                  <a:lnTo>
                    <a:pt x="548322" y="1396968"/>
                  </a:lnTo>
                  <a:lnTo>
                    <a:pt x="553497" y="1391637"/>
                  </a:lnTo>
                  <a:lnTo>
                    <a:pt x="554030" y="1391201"/>
                  </a:lnTo>
                  <a:lnTo>
                    <a:pt x="559285" y="1386906"/>
                  </a:lnTo>
                  <a:lnTo>
                    <a:pt x="558744" y="1382874"/>
                  </a:lnTo>
                  <a:lnTo>
                    <a:pt x="559679" y="1377853"/>
                  </a:lnTo>
                  <a:lnTo>
                    <a:pt x="559647" y="1372078"/>
                  </a:lnTo>
                  <a:lnTo>
                    <a:pt x="559641" y="1371033"/>
                  </a:lnTo>
                  <a:lnTo>
                    <a:pt x="560295" y="1363700"/>
                  </a:lnTo>
                  <a:lnTo>
                    <a:pt x="558011" y="1359324"/>
                  </a:lnTo>
                  <a:lnTo>
                    <a:pt x="557560" y="1358460"/>
                  </a:lnTo>
                  <a:lnTo>
                    <a:pt x="556813" y="1350275"/>
                  </a:lnTo>
                  <a:lnTo>
                    <a:pt x="551963" y="1345498"/>
                  </a:lnTo>
                  <a:lnTo>
                    <a:pt x="545962" y="1343033"/>
                  </a:lnTo>
                  <a:lnTo>
                    <a:pt x="541477" y="1341157"/>
                  </a:lnTo>
                  <a:lnTo>
                    <a:pt x="539236" y="1340219"/>
                  </a:lnTo>
                  <a:lnTo>
                    <a:pt x="533018" y="1336443"/>
                  </a:lnTo>
                  <a:lnTo>
                    <a:pt x="529706" y="1331951"/>
                  </a:lnTo>
                  <a:lnTo>
                    <a:pt x="530371" y="1326642"/>
                  </a:lnTo>
                  <a:lnTo>
                    <a:pt x="527184" y="1322364"/>
                  </a:lnTo>
                  <a:lnTo>
                    <a:pt x="523372" y="1319732"/>
                  </a:lnTo>
                  <a:lnTo>
                    <a:pt x="520049" y="1317434"/>
                  </a:lnTo>
                  <a:lnTo>
                    <a:pt x="515201" y="1313519"/>
                  </a:lnTo>
                  <a:lnTo>
                    <a:pt x="512788" y="1312701"/>
                  </a:lnTo>
                  <a:lnTo>
                    <a:pt x="507323" y="1310271"/>
                  </a:lnTo>
                  <a:lnTo>
                    <a:pt x="507169" y="1305703"/>
                  </a:lnTo>
                  <a:lnTo>
                    <a:pt x="525906" y="1303691"/>
                  </a:lnTo>
                  <a:lnTo>
                    <a:pt x="526872" y="1303573"/>
                  </a:lnTo>
                  <a:lnTo>
                    <a:pt x="545335" y="1301303"/>
                  </a:lnTo>
                  <a:lnTo>
                    <a:pt x="572326" y="1298254"/>
                  </a:lnTo>
                  <a:lnTo>
                    <a:pt x="580411" y="1297357"/>
                  </a:lnTo>
                  <a:lnTo>
                    <a:pt x="611733" y="1293799"/>
                  </a:lnTo>
                  <a:lnTo>
                    <a:pt x="620082" y="1292849"/>
                  </a:lnTo>
                  <a:lnTo>
                    <a:pt x="623321" y="1292477"/>
                  </a:lnTo>
                  <a:lnTo>
                    <a:pt x="650445" y="1289311"/>
                  </a:lnTo>
                  <a:lnTo>
                    <a:pt x="652676" y="1289046"/>
                  </a:lnTo>
                  <a:lnTo>
                    <a:pt x="661986" y="1287885"/>
                  </a:lnTo>
                  <a:lnTo>
                    <a:pt x="676857" y="1286005"/>
                  </a:lnTo>
                  <a:lnTo>
                    <a:pt x="683140" y="1285202"/>
                  </a:lnTo>
                  <a:lnTo>
                    <a:pt x="701284" y="1282489"/>
                  </a:lnTo>
                  <a:lnTo>
                    <a:pt x="704479" y="1282019"/>
                  </a:lnTo>
                  <a:lnTo>
                    <a:pt x="719588" y="1279778"/>
                  </a:lnTo>
                  <a:lnTo>
                    <a:pt x="727532" y="1278587"/>
                  </a:lnTo>
                  <a:lnTo>
                    <a:pt x="729120" y="1278377"/>
                  </a:lnTo>
                  <a:lnTo>
                    <a:pt x="765288" y="1273500"/>
                  </a:lnTo>
                  <a:lnTo>
                    <a:pt x="766314" y="1282335"/>
                  </a:lnTo>
                  <a:lnTo>
                    <a:pt x="765794" y="1289856"/>
                  </a:lnTo>
                  <a:lnTo>
                    <a:pt x="765614" y="1297455"/>
                  </a:lnTo>
                  <a:lnTo>
                    <a:pt x="765807" y="1297898"/>
                  </a:lnTo>
                  <a:lnTo>
                    <a:pt x="770366" y="1308330"/>
                  </a:lnTo>
                  <a:lnTo>
                    <a:pt x="770447" y="1308515"/>
                  </a:lnTo>
                  <a:lnTo>
                    <a:pt x="775164" y="1314835"/>
                  </a:lnTo>
                  <a:lnTo>
                    <a:pt x="777230" y="1317586"/>
                  </a:lnTo>
                  <a:lnTo>
                    <a:pt x="782657" y="1322423"/>
                  </a:lnTo>
                  <a:lnTo>
                    <a:pt x="782805" y="1322555"/>
                  </a:lnTo>
                  <a:lnTo>
                    <a:pt x="783546" y="1323214"/>
                  </a:lnTo>
                  <a:lnTo>
                    <a:pt x="785610" y="1328775"/>
                  </a:lnTo>
                  <a:lnTo>
                    <a:pt x="789399" y="1337576"/>
                  </a:lnTo>
                  <a:lnTo>
                    <a:pt x="791977" y="1343557"/>
                  </a:lnTo>
                  <a:lnTo>
                    <a:pt x="792757" y="1344280"/>
                  </a:lnTo>
                  <a:lnTo>
                    <a:pt x="793249" y="1344737"/>
                  </a:lnTo>
                  <a:lnTo>
                    <a:pt x="793295" y="1345846"/>
                  </a:lnTo>
                  <a:lnTo>
                    <a:pt x="793291" y="1347556"/>
                  </a:lnTo>
                  <a:lnTo>
                    <a:pt x="794062" y="1349724"/>
                  </a:lnTo>
                  <a:lnTo>
                    <a:pt x="794384" y="1350629"/>
                  </a:lnTo>
                  <a:lnTo>
                    <a:pt x="796492" y="1353875"/>
                  </a:lnTo>
                  <a:lnTo>
                    <a:pt x="800289" y="1359714"/>
                  </a:lnTo>
                  <a:lnTo>
                    <a:pt x="803350" y="1361489"/>
                  </a:lnTo>
                  <a:lnTo>
                    <a:pt x="804093" y="1363546"/>
                  </a:lnTo>
                  <a:lnTo>
                    <a:pt x="804397" y="1364386"/>
                  </a:lnTo>
                  <a:lnTo>
                    <a:pt x="804692" y="1366315"/>
                  </a:lnTo>
                  <a:lnTo>
                    <a:pt x="807872" y="1388352"/>
                  </a:lnTo>
                  <a:lnTo>
                    <a:pt x="808913" y="1395690"/>
                  </a:lnTo>
                  <a:lnTo>
                    <a:pt x="811923" y="1416948"/>
                  </a:lnTo>
                  <a:lnTo>
                    <a:pt x="814331" y="1433219"/>
                  </a:lnTo>
                  <a:lnTo>
                    <a:pt x="816903" y="1450636"/>
                  </a:lnTo>
                  <a:lnTo>
                    <a:pt x="817171" y="1452423"/>
                  </a:lnTo>
                  <a:lnTo>
                    <a:pt x="819289" y="1466568"/>
                  </a:lnTo>
                  <a:lnTo>
                    <a:pt x="822143" y="1486139"/>
                  </a:lnTo>
                  <a:lnTo>
                    <a:pt x="825758" y="1510985"/>
                  </a:lnTo>
                  <a:lnTo>
                    <a:pt x="826497" y="1516442"/>
                  </a:lnTo>
                  <a:lnTo>
                    <a:pt x="826738" y="1518213"/>
                  </a:lnTo>
                  <a:lnTo>
                    <a:pt x="830516" y="1546150"/>
                  </a:lnTo>
                  <a:lnTo>
                    <a:pt x="832262" y="1558819"/>
                  </a:lnTo>
                  <a:lnTo>
                    <a:pt x="833777" y="1569835"/>
                  </a:lnTo>
                  <a:lnTo>
                    <a:pt x="834578" y="1575663"/>
                  </a:lnTo>
                  <a:lnTo>
                    <a:pt x="836857" y="1591520"/>
                  </a:lnTo>
                  <a:lnTo>
                    <a:pt x="840712" y="1618419"/>
                  </a:lnTo>
                  <a:lnTo>
                    <a:pt x="841764" y="1625512"/>
                  </a:lnTo>
                  <a:lnTo>
                    <a:pt x="844140" y="1641554"/>
                  </a:lnTo>
                  <a:lnTo>
                    <a:pt x="844280" y="1642507"/>
                  </a:lnTo>
                  <a:lnTo>
                    <a:pt x="846428" y="1657487"/>
                  </a:lnTo>
                  <a:lnTo>
                    <a:pt x="842128" y="1659089"/>
                  </a:lnTo>
                  <a:lnTo>
                    <a:pt x="840514" y="1662789"/>
                  </a:lnTo>
                  <a:lnTo>
                    <a:pt x="841991" y="1669307"/>
                  </a:lnTo>
                  <a:lnTo>
                    <a:pt x="842321" y="1670760"/>
                  </a:lnTo>
                  <a:lnTo>
                    <a:pt x="844525" y="1675003"/>
                  </a:lnTo>
                  <a:lnTo>
                    <a:pt x="839267" y="1681388"/>
                  </a:lnTo>
                  <a:lnTo>
                    <a:pt x="839620" y="1682457"/>
                  </a:lnTo>
                  <a:lnTo>
                    <a:pt x="841836" y="1689177"/>
                  </a:lnTo>
                  <a:lnTo>
                    <a:pt x="847649" y="1693906"/>
                  </a:lnTo>
                  <a:lnTo>
                    <a:pt x="848002" y="1700865"/>
                  </a:lnTo>
                  <a:lnTo>
                    <a:pt x="853260" y="1703807"/>
                  </a:lnTo>
                  <a:lnTo>
                    <a:pt x="854565" y="1711700"/>
                  </a:lnTo>
                  <a:lnTo>
                    <a:pt x="854494" y="1711930"/>
                  </a:lnTo>
                  <a:lnTo>
                    <a:pt x="853243" y="1715940"/>
                  </a:lnTo>
                  <a:lnTo>
                    <a:pt x="854807" y="1718615"/>
                  </a:lnTo>
                  <a:lnTo>
                    <a:pt x="856560" y="1721613"/>
                  </a:lnTo>
                  <a:lnTo>
                    <a:pt x="859944" y="1729764"/>
                  </a:lnTo>
                  <a:lnTo>
                    <a:pt x="856885" y="1740323"/>
                  </a:lnTo>
                  <a:lnTo>
                    <a:pt x="850395" y="1746102"/>
                  </a:lnTo>
                  <a:lnTo>
                    <a:pt x="849586" y="1752641"/>
                  </a:lnTo>
                  <a:lnTo>
                    <a:pt x="848947" y="1755492"/>
                  </a:lnTo>
                  <a:lnTo>
                    <a:pt x="848199" y="1758819"/>
                  </a:lnTo>
                  <a:lnTo>
                    <a:pt x="849335" y="1762322"/>
                  </a:lnTo>
                  <a:lnTo>
                    <a:pt x="844128" y="1767132"/>
                  </a:lnTo>
                  <a:lnTo>
                    <a:pt x="842291" y="1772981"/>
                  </a:lnTo>
                  <a:lnTo>
                    <a:pt x="841609" y="1775188"/>
                  </a:lnTo>
                  <a:lnTo>
                    <a:pt x="839647" y="1781520"/>
                  </a:lnTo>
                  <a:lnTo>
                    <a:pt x="835719" y="1790104"/>
                  </a:lnTo>
                  <a:lnTo>
                    <a:pt x="828984" y="1795957"/>
                  </a:lnTo>
                  <a:lnTo>
                    <a:pt x="823673" y="1800657"/>
                  </a:lnTo>
                  <a:lnTo>
                    <a:pt x="823674" y="1801552"/>
                  </a:lnTo>
                  <a:lnTo>
                    <a:pt x="823675" y="1805631"/>
                  </a:lnTo>
                  <a:lnTo>
                    <a:pt x="829120" y="1810608"/>
                  </a:lnTo>
                  <a:lnTo>
                    <a:pt x="826629" y="1817498"/>
                  </a:lnTo>
                  <a:lnTo>
                    <a:pt x="824802" y="1823355"/>
                  </a:lnTo>
                  <a:lnTo>
                    <a:pt x="821137" y="1827016"/>
                  </a:lnTo>
                  <a:lnTo>
                    <a:pt x="823700" y="1835337"/>
                  </a:lnTo>
                  <a:lnTo>
                    <a:pt x="822478" y="1844291"/>
                  </a:lnTo>
                  <a:lnTo>
                    <a:pt x="821087" y="1847645"/>
                  </a:lnTo>
                  <a:lnTo>
                    <a:pt x="820496" y="1849068"/>
                  </a:lnTo>
                  <a:lnTo>
                    <a:pt x="825260" y="1855523"/>
                  </a:lnTo>
                  <a:lnTo>
                    <a:pt x="823129" y="1862948"/>
                  </a:lnTo>
                  <a:lnTo>
                    <a:pt x="816796" y="1869574"/>
                  </a:lnTo>
                  <a:lnTo>
                    <a:pt x="814797" y="1875240"/>
                  </a:lnTo>
                  <a:lnTo>
                    <a:pt x="818786" y="1884603"/>
                  </a:lnTo>
                  <a:lnTo>
                    <a:pt x="818903" y="1884878"/>
                  </a:lnTo>
                  <a:lnTo>
                    <a:pt x="825422" y="1889489"/>
                  </a:lnTo>
                  <a:lnTo>
                    <a:pt x="826414" y="1892450"/>
                  </a:lnTo>
                  <a:lnTo>
                    <a:pt x="827068" y="1894403"/>
                  </a:lnTo>
                  <a:lnTo>
                    <a:pt x="818154" y="1898309"/>
                  </a:lnTo>
                  <a:lnTo>
                    <a:pt x="806210" y="1901809"/>
                  </a:lnTo>
                  <a:lnTo>
                    <a:pt x="799467" y="1908753"/>
                  </a:lnTo>
                  <a:lnTo>
                    <a:pt x="793564" y="1907519"/>
                  </a:lnTo>
                  <a:lnTo>
                    <a:pt x="793312" y="1907466"/>
                  </a:lnTo>
                  <a:lnTo>
                    <a:pt x="789029" y="1910755"/>
                  </a:lnTo>
                  <a:lnTo>
                    <a:pt x="787932" y="1918561"/>
                  </a:lnTo>
                  <a:lnTo>
                    <a:pt x="785986" y="1924938"/>
                  </a:lnTo>
                  <a:lnTo>
                    <a:pt x="791314" y="1933087"/>
                  </a:lnTo>
                  <a:lnTo>
                    <a:pt x="797038" y="1941111"/>
                  </a:lnTo>
                  <a:lnTo>
                    <a:pt x="795905" y="1947710"/>
                  </a:lnTo>
                  <a:lnTo>
                    <a:pt x="793287" y="1951887"/>
                  </a:lnTo>
                  <a:lnTo>
                    <a:pt x="792534" y="1952010"/>
                  </a:lnTo>
                  <a:lnTo>
                    <a:pt x="791880" y="1952116"/>
                  </a:lnTo>
                  <a:lnTo>
                    <a:pt x="787851" y="1952769"/>
                  </a:lnTo>
                  <a:lnTo>
                    <a:pt x="784689" y="1951095"/>
                  </a:lnTo>
                  <a:lnTo>
                    <a:pt x="779287" y="1948230"/>
                  </a:lnTo>
                  <a:lnTo>
                    <a:pt x="770733" y="1945833"/>
                  </a:lnTo>
                  <a:lnTo>
                    <a:pt x="764718" y="1944950"/>
                  </a:lnTo>
                  <a:lnTo>
                    <a:pt x="756022" y="1940881"/>
                  </a:lnTo>
                  <a:lnTo>
                    <a:pt x="746449" y="1938416"/>
                  </a:lnTo>
                  <a:lnTo>
                    <a:pt x="746052" y="1938313"/>
                  </a:lnTo>
                  <a:lnTo>
                    <a:pt x="745880" y="1938346"/>
                  </a:lnTo>
                  <a:lnTo>
                    <a:pt x="739303" y="1939610"/>
                  </a:lnTo>
                  <a:lnTo>
                    <a:pt x="734234" y="1944748"/>
                  </a:lnTo>
                  <a:lnTo>
                    <a:pt x="730919" y="1951177"/>
                  </a:lnTo>
                  <a:lnTo>
                    <a:pt x="725122" y="1960304"/>
                  </a:lnTo>
                  <a:lnTo>
                    <a:pt x="725297" y="1960545"/>
                  </a:lnTo>
                  <a:lnTo>
                    <a:pt x="729818" y="1966750"/>
                  </a:lnTo>
                  <a:lnTo>
                    <a:pt x="729956" y="1971227"/>
                  </a:lnTo>
                  <a:lnTo>
                    <a:pt x="723718" y="1971073"/>
                  </a:lnTo>
                  <a:lnTo>
                    <a:pt x="717173" y="1968696"/>
                  </a:lnTo>
                  <a:lnTo>
                    <a:pt x="711995" y="1967676"/>
                  </a:lnTo>
                  <a:lnTo>
                    <a:pt x="706741" y="1966639"/>
                  </a:lnTo>
                  <a:lnTo>
                    <a:pt x="703423" y="1959461"/>
                  </a:lnTo>
                  <a:lnTo>
                    <a:pt x="695113" y="1949885"/>
                  </a:lnTo>
                  <a:lnTo>
                    <a:pt x="692752" y="1942010"/>
                  </a:lnTo>
                  <a:lnTo>
                    <a:pt x="691427" y="1941226"/>
                  </a:lnTo>
                  <a:lnTo>
                    <a:pt x="687770" y="1939060"/>
                  </a:lnTo>
                  <a:lnTo>
                    <a:pt x="689299" y="1933495"/>
                  </a:lnTo>
                  <a:lnTo>
                    <a:pt x="691193" y="1932039"/>
                  </a:lnTo>
                  <a:lnTo>
                    <a:pt x="695416" y="1928789"/>
                  </a:lnTo>
                  <a:lnTo>
                    <a:pt x="694889" y="1922425"/>
                  </a:lnTo>
                  <a:lnTo>
                    <a:pt x="689596" y="1915703"/>
                  </a:lnTo>
                  <a:lnTo>
                    <a:pt x="684643" y="1908392"/>
                  </a:lnTo>
                  <a:lnTo>
                    <a:pt x="685260" y="1904669"/>
                  </a:lnTo>
                  <a:lnTo>
                    <a:pt x="685495" y="1903249"/>
                  </a:lnTo>
                  <a:lnTo>
                    <a:pt x="685709" y="1901953"/>
                  </a:lnTo>
                  <a:lnTo>
                    <a:pt x="683834" y="1896558"/>
                  </a:lnTo>
                  <a:lnTo>
                    <a:pt x="681295" y="1887927"/>
                  </a:lnTo>
                  <a:lnTo>
                    <a:pt x="674133" y="1885429"/>
                  </a:lnTo>
                  <a:lnTo>
                    <a:pt x="666130" y="1881931"/>
                  </a:lnTo>
                  <a:lnTo>
                    <a:pt x="663725" y="1877601"/>
                  </a:lnTo>
                  <a:lnTo>
                    <a:pt x="662559" y="1875502"/>
                  </a:lnTo>
                  <a:lnTo>
                    <a:pt x="653646" y="1871499"/>
                  </a:lnTo>
                  <a:lnTo>
                    <a:pt x="646229" y="1866284"/>
                  </a:lnTo>
                  <a:lnTo>
                    <a:pt x="639667" y="1871257"/>
                  </a:lnTo>
                  <a:lnTo>
                    <a:pt x="638569" y="1870209"/>
                  </a:lnTo>
                  <a:lnTo>
                    <a:pt x="634016" y="1865861"/>
                  </a:lnTo>
                  <a:lnTo>
                    <a:pt x="635236" y="1859773"/>
                  </a:lnTo>
                  <a:lnTo>
                    <a:pt x="629984" y="1859965"/>
                  </a:lnTo>
                  <a:lnTo>
                    <a:pt x="622290" y="1855222"/>
                  </a:lnTo>
                  <a:lnTo>
                    <a:pt x="617424" y="1851402"/>
                  </a:lnTo>
                  <a:lnTo>
                    <a:pt x="609346" y="1847753"/>
                  </a:lnTo>
                  <a:lnTo>
                    <a:pt x="607810" y="1847058"/>
                  </a:lnTo>
                  <a:lnTo>
                    <a:pt x="604047" y="1843318"/>
                  </a:lnTo>
                  <a:lnTo>
                    <a:pt x="596557" y="1837458"/>
                  </a:lnTo>
                  <a:lnTo>
                    <a:pt x="591783" y="1831158"/>
                  </a:lnTo>
                  <a:lnTo>
                    <a:pt x="589780" y="1820500"/>
                  </a:lnTo>
                  <a:lnTo>
                    <a:pt x="591256" y="1813536"/>
                  </a:lnTo>
                  <a:lnTo>
                    <a:pt x="592047" y="1812256"/>
                  </a:lnTo>
                  <a:lnTo>
                    <a:pt x="596330" y="1805324"/>
                  </a:lnTo>
                  <a:lnTo>
                    <a:pt x="597238" y="1798005"/>
                  </a:lnTo>
                  <a:lnTo>
                    <a:pt x="597923" y="1795143"/>
                  </a:lnTo>
                  <a:lnTo>
                    <a:pt x="598311" y="1793519"/>
                  </a:lnTo>
                  <a:lnTo>
                    <a:pt x="598738" y="1791730"/>
                  </a:lnTo>
                  <a:lnTo>
                    <a:pt x="604040" y="1782737"/>
                  </a:lnTo>
                  <a:lnTo>
                    <a:pt x="603678" y="1776710"/>
                  </a:lnTo>
                  <a:lnTo>
                    <a:pt x="601961" y="1773464"/>
                  </a:lnTo>
                  <a:lnTo>
                    <a:pt x="600015" y="1768873"/>
                  </a:lnTo>
                  <a:lnTo>
                    <a:pt x="603561" y="1762614"/>
                  </a:lnTo>
                  <a:lnTo>
                    <a:pt x="607789" y="1757964"/>
                  </a:lnTo>
                  <a:lnTo>
                    <a:pt x="607604" y="1752529"/>
                  </a:lnTo>
                  <a:lnTo>
                    <a:pt x="599550" y="1748356"/>
                  </a:lnTo>
                  <a:lnTo>
                    <a:pt x="595506" y="1746257"/>
                  </a:lnTo>
                  <a:lnTo>
                    <a:pt x="590957" y="1745734"/>
                  </a:lnTo>
                  <a:lnTo>
                    <a:pt x="588765" y="1745481"/>
                  </a:lnTo>
                  <a:lnTo>
                    <a:pt x="578938" y="1742040"/>
                  </a:lnTo>
                  <a:lnTo>
                    <a:pt x="573623" y="1742487"/>
                  </a:lnTo>
                  <a:lnTo>
                    <a:pt x="572002" y="1742622"/>
                  </a:lnTo>
                  <a:lnTo>
                    <a:pt x="569585" y="1749336"/>
                  </a:lnTo>
                  <a:lnTo>
                    <a:pt x="564769" y="1754849"/>
                  </a:lnTo>
                  <a:lnTo>
                    <a:pt x="560898" y="1754756"/>
                  </a:lnTo>
                  <a:lnTo>
                    <a:pt x="554348" y="1749838"/>
                  </a:lnTo>
                  <a:lnTo>
                    <a:pt x="553742" y="1748100"/>
                  </a:lnTo>
                  <a:lnTo>
                    <a:pt x="551668" y="1742152"/>
                  </a:lnTo>
                  <a:lnTo>
                    <a:pt x="547176" y="1733911"/>
                  </a:lnTo>
                  <a:lnTo>
                    <a:pt x="549685" y="1727793"/>
                  </a:lnTo>
                  <a:lnTo>
                    <a:pt x="546453" y="1721865"/>
                  </a:lnTo>
                  <a:lnTo>
                    <a:pt x="544018" y="1712970"/>
                  </a:lnTo>
                  <a:lnTo>
                    <a:pt x="542961" y="1709109"/>
                  </a:lnTo>
                  <a:lnTo>
                    <a:pt x="531324" y="1699826"/>
                  </a:lnTo>
                  <a:lnTo>
                    <a:pt x="521467" y="1693526"/>
                  </a:lnTo>
                  <a:lnTo>
                    <a:pt x="521246" y="1693384"/>
                  </a:lnTo>
                  <a:lnTo>
                    <a:pt x="511008" y="1688542"/>
                  </a:lnTo>
                  <a:lnTo>
                    <a:pt x="507936" y="1683093"/>
                  </a:lnTo>
                  <a:lnTo>
                    <a:pt x="503944" y="1678013"/>
                  </a:lnTo>
                  <a:lnTo>
                    <a:pt x="499281" y="1677626"/>
                  </a:lnTo>
                  <a:lnTo>
                    <a:pt x="496227" y="1672176"/>
                  </a:lnTo>
                  <a:lnTo>
                    <a:pt x="495325" y="1671490"/>
                  </a:lnTo>
                  <a:lnTo>
                    <a:pt x="485600" y="1664077"/>
                  </a:lnTo>
                  <a:lnTo>
                    <a:pt x="482527" y="1661842"/>
                  </a:lnTo>
                  <a:lnTo>
                    <a:pt x="476101" y="1657162"/>
                  </a:lnTo>
                  <a:lnTo>
                    <a:pt x="476034" y="1653456"/>
                  </a:lnTo>
                  <a:lnTo>
                    <a:pt x="475968" y="1649857"/>
                  </a:lnTo>
                  <a:lnTo>
                    <a:pt x="472108" y="1646061"/>
                  </a:lnTo>
                  <a:lnTo>
                    <a:pt x="468181" y="1643419"/>
                  </a:lnTo>
                  <a:lnTo>
                    <a:pt x="468093" y="1635647"/>
                  </a:lnTo>
                  <a:lnTo>
                    <a:pt x="466885" y="1631080"/>
                  </a:lnTo>
                  <a:lnTo>
                    <a:pt x="466847" y="1630937"/>
                  </a:lnTo>
                  <a:lnTo>
                    <a:pt x="461505" y="1622371"/>
                  </a:lnTo>
                  <a:lnTo>
                    <a:pt x="459499" y="1615209"/>
                  </a:lnTo>
                  <a:lnTo>
                    <a:pt x="457024" y="1603934"/>
                  </a:lnTo>
                  <a:close/>
                </a:path>
              </a:pathLst>
            </a:custGeom>
            <a:solidFill>
              <a:srgbClr val="9519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0"/>
            <p:cNvSpPr/>
            <p:nvPr/>
          </p:nvSpPr>
          <p:spPr>
            <a:xfrm>
              <a:off x="4773666" y="2231401"/>
              <a:ext cx="752316" cy="1609404"/>
            </a:xfrm>
            <a:custGeom>
              <a:avLst/>
              <a:pathLst>
                <a:path w="752316" h="1609404">
                  <a:moveTo>
                    <a:pt x="457200" y="1600199"/>
                  </a:moveTo>
                  <a:lnTo>
                    <a:pt x="458591" y="1596845"/>
                  </a:lnTo>
                  <a:lnTo>
                    <a:pt x="459813" y="1587892"/>
                  </a:lnTo>
                  <a:lnTo>
                    <a:pt x="457250" y="1579570"/>
                  </a:lnTo>
                  <a:lnTo>
                    <a:pt x="460915" y="1575910"/>
                  </a:lnTo>
                  <a:lnTo>
                    <a:pt x="462742" y="1570052"/>
                  </a:lnTo>
                  <a:lnTo>
                    <a:pt x="465232" y="1563162"/>
                  </a:lnTo>
                  <a:lnTo>
                    <a:pt x="459787" y="1558186"/>
                  </a:lnTo>
                  <a:lnTo>
                    <a:pt x="459786" y="1554106"/>
                  </a:lnTo>
                  <a:lnTo>
                    <a:pt x="459786" y="1553211"/>
                  </a:lnTo>
                  <a:lnTo>
                    <a:pt x="465096" y="1548512"/>
                  </a:lnTo>
                  <a:lnTo>
                    <a:pt x="471831" y="1542658"/>
                  </a:lnTo>
                  <a:lnTo>
                    <a:pt x="475759" y="1534075"/>
                  </a:lnTo>
                  <a:lnTo>
                    <a:pt x="477721" y="1527742"/>
                  </a:lnTo>
                  <a:lnTo>
                    <a:pt x="478404" y="1525536"/>
                  </a:lnTo>
                  <a:lnTo>
                    <a:pt x="480241" y="1519686"/>
                  </a:lnTo>
                  <a:lnTo>
                    <a:pt x="485448" y="1514876"/>
                  </a:lnTo>
                  <a:lnTo>
                    <a:pt x="484312" y="1511373"/>
                  </a:lnTo>
                  <a:lnTo>
                    <a:pt x="485059" y="1508046"/>
                  </a:lnTo>
                  <a:lnTo>
                    <a:pt x="485699" y="1505196"/>
                  </a:lnTo>
                  <a:lnTo>
                    <a:pt x="486507" y="1498656"/>
                  </a:lnTo>
                  <a:lnTo>
                    <a:pt x="492997" y="1492877"/>
                  </a:lnTo>
                  <a:lnTo>
                    <a:pt x="496057" y="1482318"/>
                  </a:lnTo>
                  <a:lnTo>
                    <a:pt x="492673" y="1474167"/>
                  </a:lnTo>
                  <a:lnTo>
                    <a:pt x="490919" y="1471169"/>
                  </a:lnTo>
                  <a:lnTo>
                    <a:pt x="489355" y="1468494"/>
                  </a:lnTo>
                  <a:lnTo>
                    <a:pt x="490606" y="1464485"/>
                  </a:lnTo>
                  <a:lnTo>
                    <a:pt x="490678" y="1464254"/>
                  </a:lnTo>
                  <a:lnTo>
                    <a:pt x="489372" y="1456362"/>
                  </a:lnTo>
                  <a:lnTo>
                    <a:pt x="484115" y="1453419"/>
                  </a:lnTo>
                  <a:lnTo>
                    <a:pt x="483761" y="1446461"/>
                  </a:lnTo>
                  <a:lnTo>
                    <a:pt x="477949" y="1441731"/>
                  </a:lnTo>
                  <a:lnTo>
                    <a:pt x="475733" y="1435012"/>
                  </a:lnTo>
                  <a:lnTo>
                    <a:pt x="475380" y="1433942"/>
                  </a:lnTo>
                  <a:lnTo>
                    <a:pt x="480637" y="1427557"/>
                  </a:lnTo>
                  <a:lnTo>
                    <a:pt x="478434" y="1423315"/>
                  </a:lnTo>
                  <a:lnTo>
                    <a:pt x="478104" y="1421862"/>
                  </a:lnTo>
                  <a:lnTo>
                    <a:pt x="476627" y="1415344"/>
                  </a:lnTo>
                  <a:lnTo>
                    <a:pt x="478240" y="1411644"/>
                  </a:lnTo>
                  <a:lnTo>
                    <a:pt x="482540" y="1410041"/>
                  </a:lnTo>
                  <a:lnTo>
                    <a:pt x="480393" y="1395062"/>
                  </a:lnTo>
                  <a:lnTo>
                    <a:pt x="480252" y="1394109"/>
                  </a:lnTo>
                  <a:lnTo>
                    <a:pt x="477877" y="1378067"/>
                  </a:lnTo>
                  <a:lnTo>
                    <a:pt x="476825" y="1370974"/>
                  </a:lnTo>
                  <a:lnTo>
                    <a:pt x="472970" y="1344075"/>
                  </a:lnTo>
                  <a:lnTo>
                    <a:pt x="470691" y="1328217"/>
                  </a:lnTo>
                  <a:lnTo>
                    <a:pt x="469890" y="1322389"/>
                  </a:lnTo>
                  <a:lnTo>
                    <a:pt x="468375" y="1311374"/>
                  </a:lnTo>
                  <a:lnTo>
                    <a:pt x="466629" y="1298704"/>
                  </a:lnTo>
                  <a:lnTo>
                    <a:pt x="462850" y="1270768"/>
                  </a:lnTo>
                  <a:lnTo>
                    <a:pt x="462610" y="1268997"/>
                  </a:lnTo>
                  <a:lnTo>
                    <a:pt x="461870" y="1263540"/>
                  </a:lnTo>
                  <a:lnTo>
                    <a:pt x="458256" y="1238693"/>
                  </a:lnTo>
                  <a:lnTo>
                    <a:pt x="455401" y="1219122"/>
                  </a:lnTo>
                  <a:lnTo>
                    <a:pt x="453284" y="1204978"/>
                  </a:lnTo>
                  <a:lnTo>
                    <a:pt x="453016" y="1203190"/>
                  </a:lnTo>
                  <a:lnTo>
                    <a:pt x="450443" y="1185774"/>
                  </a:lnTo>
                  <a:lnTo>
                    <a:pt x="448033" y="1169487"/>
                  </a:lnTo>
                  <a:lnTo>
                    <a:pt x="445026" y="1148245"/>
                  </a:lnTo>
                  <a:lnTo>
                    <a:pt x="443985" y="1140906"/>
                  </a:lnTo>
                  <a:lnTo>
                    <a:pt x="440805" y="1118870"/>
                  </a:lnTo>
                  <a:lnTo>
                    <a:pt x="446336" y="1122495"/>
                  </a:lnTo>
                  <a:lnTo>
                    <a:pt x="451084" y="1119825"/>
                  </a:lnTo>
                  <a:lnTo>
                    <a:pt x="456781" y="1126339"/>
                  </a:lnTo>
                  <a:lnTo>
                    <a:pt x="466472" y="1125985"/>
                  </a:lnTo>
                  <a:lnTo>
                    <a:pt x="469861" y="1124372"/>
                  </a:lnTo>
                  <a:lnTo>
                    <a:pt x="478339" y="1120330"/>
                  </a:lnTo>
                  <a:lnTo>
                    <a:pt x="486842" y="1115899"/>
                  </a:lnTo>
                  <a:lnTo>
                    <a:pt x="494735" y="1109348"/>
                  </a:lnTo>
                  <a:lnTo>
                    <a:pt x="496703" y="1107712"/>
                  </a:lnTo>
                  <a:lnTo>
                    <a:pt x="503763" y="1102361"/>
                  </a:lnTo>
                  <a:lnTo>
                    <a:pt x="515197" y="1100541"/>
                  </a:lnTo>
                  <a:lnTo>
                    <a:pt x="520645" y="1099668"/>
                  </a:lnTo>
                  <a:lnTo>
                    <a:pt x="531218" y="1097929"/>
                  </a:lnTo>
                  <a:lnTo>
                    <a:pt x="533267" y="1097590"/>
                  </a:lnTo>
                  <a:lnTo>
                    <a:pt x="558406" y="1093297"/>
                  </a:lnTo>
                  <a:lnTo>
                    <a:pt x="573319" y="1090789"/>
                  </a:lnTo>
                  <a:lnTo>
                    <a:pt x="598044" y="1086562"/>
                  </a:lnTo>
                  <a:lnTo>
                    <a:pt x="610023" y="1084423"/>
                  </a:lnTo>
                  <a:lnTo>
                    <a:pt x="643462" y="1078345"/>
                  </a:lnTo>
                  <a:lnTo>
                    <a:pt x="648857" y="1077350"/>
                  </a:lnTo>
                  <a:lnTo>
                    <a:pt x="652136" y="1076745"/>
                  </a:lnTo>
                  <a:lnTo>
                    <a:pt x="685905" y="1070430"/>
                  </a:lnTo>
                  <a:lnTo>
                    <a:pt x="687653" y="1070099"/>
                  </a:lnTo>
                  <a:lnTo>
                    <a:pt x="689062" y="1077979"/>
                  </a:lnTo>
                  <a:lnTo>
                    <a:pt x="692853" y="1098344"/>
                  </a:lnTo>
                  <a:lnTo>
                    <a:pt x="695226" y="1111117"/>
                  </a:lnTo>
                  <a:lnTo>
                    <a:pt x="695631" y="1113296"/>
                  </a:lnTo>
                  <a:lnTo>
                    <a:pt x="698712" y="1130161"/>
                  </a:lnTo>
                  <a:lnTo>
                    <a:pt x="699123" y="1132417"/>
                  </a:lnTo>
                  <a:lnTo>
                    <a:pt x="702059" y="1148519"/>
                  </a:lnTo>
                  <a:lnTo>
                    <a:pt x="705006" y="1164732"/>
                  </a:lnTo>
                  <a:lnTo>
                    <a:pt x="706495" y="1172935"/>
                  </a:lnTo>
                  <a:lnTo>
                    <a:pt x="710820" y="1196808"/>
                  </a:lnTo>
                  <a:lnTo>
                    <a:pt x="714213" y="1215968"/>
                  </a:lnTo>
                  <a:lnTo>
                    <a:pt x="715743" y="1224619"/>
                  </a:lnTo>
                  <a:lnTo>
                    <a:pt x="718855" y="1242955"/>
                  </a:lnTo>
                  <a:lnTo>
                    <a:pt x="719713" y="1248210"/>
                  </a:lnTo>
                  <a:lnTo>
                    <a:pt x="722320" y="1264212"/>
                  </a:lnTo>
                  <a:lnTo>
                    <a:pt x="723781" y="1273198"/>
                  </a:lnTo>
                  <a:lnTo>
                    <a:pt x="725866" y="1285772"/>
                  </a:lnTo>
                  <a:lnTo>
                    <a:pt x="727662" y="1296623"/>
                  </a:lnTo>
                  <a:lnTo>
                    <a:pt x="731532" y="1320055"/>
                  </a:lnTo>
                  <a:lnTo>
                    <a:pt x="734815" y="1339594"/>
                  </a:lnTo>
                  <a:lnTo>
                    <a:pt x="735759" y="1345223"/>
                  </a:lnTo>
                  <a:lnTo>
                    <a:pt x="738443" y="1361241"/>
                  </a:lnTo>
                  <a:lnTo>
                    <a:pt x="740171" y="1371906"/>
                  </a:lnTo>
                  <a:lnTo>
                    <a:pt x="741724" y="1381500"/>
                  </a:lnTo>
                  <a:lnTo>
                    <a:pt x="744335" y="1396455"/>
                  </a:lnTo>
                  <a:lnTo>
                    <a:pt x="741084" y="1400526"/>
                  </a:lnTo>
                  <a:lnTo>
                    <a:pt x="738177" y="1404327"/>
                  </a:lnTo>
                  <a:lnTo>
                    <a:pt x="740485" y="1406581"/>
                  </a:lnTo>
                  <a:lnTo>
                    <a:pt x="743798" y="1409815"/>
                  </a:lnTo>
                  <a:lnTo>
                    <a:pt x="746237" y="1414366"/>
                  </a:lnTo>
                  <a:lnTo>
                    <a:pt x="742830" y="1420210"/>
                  </a:lnTo>
                  <a:lnTo>
                    <a:pt x="744245" y="1420780"/>
                  </a:lnTo>
                  <a:lnTo>
                    <a:pt x="747812" y="1422215"/>
                  </a:lnTo>
                  <a:lnTo>
                    <a:pt x="752316" y="1423285"/>
                  </a:lnTo>
                  <a:lnTo>
                    <a:pt x="751641" y="1426326"/>
                  </a:lnTo>
                  <a:lnTo>
                    <a:pt x="751391" y="1427451"/>
                  </a:lnTo>
                  <a:lnTo>
                    <a:pt x="751856" y="1435561"/>
                  </a:lnTo>
                  <a:lnTo>
                    <a:pt x="747582" y="1435829"/>
                  </a:lnTo>
                  <a:lnTo>
                    <a:pt x="737793" y="1439181"/>
                  </a:lnTo>
                  <a:lnTo>
                    <a:pt x="732636" y="1442599"/>
                  </a:lnTo>
                  <a:lnTo>
                    <a:pt x="728149" y="1445569"/>
                  </a:lnTo>
                  <a:lnTo>
                    <a:pt x="721976" y="1452538"/>
                  </a:lnTo>
                  <a:lnTo>
                    <a:pt x="718287" y="1454196"/>
                  </a:lnTo>
                  <a:lnTo>
                    <a:pt x="716702" y="1453238"/>
                  </a:lnTo>
                  <a:lnTo>
                    <a:pt x="712666" y="1450793"/>
                  </a:lnTo>
                  <a:lnTo>
                    <a:pt x="708774" y="1449129"/>
                  </a:lnTo>
                  <a:lnTo>
                    <a:pt x="703456" y="1450888"/>
                  </a:lnTo>
                  <a:lnTo>
                    <a:pt x="702683" y="1451144"/>
                  </a:lnTo>
                  <a:lnTo>
                    <a:pt x="696967" y="1451901"/>
                  </a:lnTo>
                  <a:lnTo>
                    <a:pt x="692818" y="1455502"/>
                  </a:lnTo>
                  <a:lnTo>
                    <a:pt x="694887" y="1461975"/>
                  </a:lnTo>
                  <a:lnTo>
                    <a:pt x="696379" y="1469434"/>
                  </a:lnTo>
                  <a:lnTo>
                    <a:pt x="697078" y="1470830"/>
                  </a:lnTo>
                  <a:lnTo>
                    <a:pt x="699405" y="1475472"/>
                  </a:lnTo>
                  <a:lnTo>
                    <a:pt x="698186" y="1478527"/>
                  </a:lnTo>
                  <a:lnTo>
                    <a:pt x="694649" y="1481666"/>
                  </a:lnTo>
                  <a:lnTo>
                    <a:pt x="693031" y="1486486"/>
                  </a:lnTo>
                  <a:lnTo>
                    <a:pt x="684880" y="1490168"/>
                  </a:lnTo>
                  <a:lnTo>
                    <a:pt x="682309" y="1494845"/>
                  </a:lnTo>
                  <a:lnTo>
                    <a:pt x="681858" y="1499818"/>
                  </a:lnTo>
                  <a:lnTo>
                    <a:pt x="681442" y="1504379"/>
                  </a:lnTo>
                  <a:lnTo>
                    <a:pt x="678806" y="1510840"/>
                  </a:lnTo>
                  <a:lnTo>
                    <a:pt x="672884" y="1515360"/>
                  </a:lnTo>
                  <a:lnTo>
                    <a:pt x="668503" y="1514844"/>
                  </a:lnTo>
                  <a:lnTo>
                    <a:pt x="666323" y="1514586"/>
                  </a:lnTo>
                  <a:lnTo>
                    <a:pt x="664919" y="1520290"/>
                  </a:lnTo>
                  <a:lnTo>
                    <a:pt x="660631" y="1527511"/>
                  </a:lnTo>
                  <a:lnTo>
                    <a:pt x="660689" y="1528582"/>
                  </a:lnTo>
                  <a:lnTo>
                    <a:pt x="661150" y="1537204"/>
                  </a:lnTo>
                  <a:lnTo>
                    <a:pt x="661104" y="1547623"/>
                  </a:lnTo>
                  <a:lnTo>
                    <a:pt x="658543" y="1549797"/>
                  </a:lnTo>
                  <a:lnTo>
                    <a:pt x="656421" y="1551597"/>
                  </a:lnTo>
                  <a:lnTo>
                    <a:pt x="654604" y="1553464"/>
                  </a:lnTo>
                  <a:lnTo>
                    <a:pt x="651531" y="1556620"/>
                  </a:lnTo>
                  <a:lnTo>
                    <a:pt x="644765" y="1552896"/>
                  </a:lnTo>
                  <a:lnTo>
                    <a:pt x="633836" y="1553101"/>
                  </a:lnTo>
                  <a:lnTo>
                    <a:pt x="625405" y="1544834"/>
                  </a:lnTo>
                  <a:lnTo>
                    <a:pt x="620364" y="1539499"/>
                  </a:lnTo>
                  <a:lnTo>
                    <a:pt x="614442" y="1543357"/>
                  </a:lnTo>
                  <a:lnTo>
                    <a:pt x="610642" y="1548764"/>
                  </a:lnTo>
                  <a:lnTo>
                    <a:pt x="607753" y="1554356"/>
                  </a:lnTo>
                  <a:lnTo>
                    <a:pt x="606242" y="1554926"/>
                  </a:lnTo>
                  <a:lnTo>
                    <a:pt x="603082" y="1556118"/>
                  </a:lnTo>
                  <a:lnTo>
                    <a:pt x="604071" y="1564800"/>
                  </a:lnTo>
                  <a:lnTo>
                    <a:pt x="606822" y="1572594"/>
                  </a:lnTo>
                  <a:lnTo>
                    <a:pt x="597997" y="1573546"/>
                  </a:lnTo>
                  <a:lnTo>
                    <a:pt x="597510" y="1580423"/>
                  </a:lnTo>
                  <a:lnTo>
                    <a:pt x="594237" y="1579433"/>
                  </a:lnTo>
                  <a:lnTo>
                    <a:pt x="593025" y="1579066"/>
                  </a:lnTo>
                  <a:lnTo>
                    <a:pt x="586412" y="1577199"/>
                  </a:lnTo>
                  <a:lnTo>
                    <a:pt x="579650" y="1570232"/>
                  </a:lnTo>
                  <a:lnTo>
                    <a:pt x="575915" y="1565708"/>
                  </a:lnTo>
                  <a:lnTo>
                    <a:pt x="575677" y="1565882"/>
                  </a:lnTo>
                  <a:lnTo>
                    <a:pt x="570115" y="1569959"/>
                  </a:lnTo>
                  <a:lnTo>
                    <a:pt x="565748" y="1575167"/>
                  </a:lnTo>
                  <a:lnTo>
                    <a:pt x="561076" y="1577073"/>
                  </a:lnTo>
                  <a:lnTo>
                    <a:pt x="558031" y="1578313"/>
                  </a:lnTo>
                  <a:lnTo>
                    <a:pt x="555663" y="1584308"/>
                  </a:lnTo>
                  <a:lnTo>
                    <a:pt x="555084" y="1590395"/>
                  </a:lnTo>
                  <a:lnTo>
                    <a:pt x="551520" y="1598490"/>
                  </a:lnTo>
                  <a:lnTo>
                    <a:pt x="547719" y="1594090"/>
                  </a:lnTo>
                  <a:lnTo>
                    <a:pt x="542984" y="1590530"/>
                  </a:lnTo>
                  <a:lnTo>
                    <a:pt x="535233" y="1588462"/>
                  </a:lnTo>
                  <a:lnTo>
                    <a:pt x="533622" y="1587690"/>
                  </a:lnTo>
                  <a:lnTo>
                    <a:pt x="530041" y="1585974"/>
                  </a:lnTo>
                  <a:lnTo>
                    <a:pt x="527095" y="1584560"/>
                  </a:lnTo>
                  <a:lnTo>
                    <a:pt x="518042" y="1581348"/>
                  </a:lnTo>
                  <a:lnTo>
                    <a:pt x="515314" y="1583136"/>
                  </a:lnTo>
                  <a:lnTo>
                    <a:pt x="511903" y="1585371"/>
                  </a:lnTo>
                  <a:lnTo>
                    <a:pt x="505518" y="1585681"/>
                  </a:lnTo>
                  <a:lnTo>
                    <a:pt x="500431" y="1589797"/>
                  </a:lnTo>
                  <a:lnTo>
                    <a:pt x="499550" y="1595828"/>
                  </a:lnTo>
                  <a:lnTo>
                    <a:pt x="494068" y="1596144"/>
                  </a:lnTo>
                  <a:lnTo>
                    <a:pt x="490545" y="1593256"/>
                  </a:lnTo>
                  <a:lnTo>
                    <a:pt x="489375" y="1592295"/>
                  </a:lnTo>
                  <a:lnTo>
                    <a:pt x="481473" y="1595587"/>
                  </a:lnTo>
                  <a:lnTo>
                    <a:pt x="474438" y="1590861"/>
                  </a:lnTo>
                  <a:lnTo>
                    <a:pt x="469884" y="1593177"/>
                  </a:lnTo>
                  <a:lnTo>
                    <a:pt x="469669" y="1594251"/>
                  </a:lnTo>
                  <a:lnTo>
                    <a:pt x="468918" y="1598000"/>
                  </a:lnTo>
                  <a:lnTo>
                    <a:pt x="473137" y="1604034"/>
                  </a:lnTo>
                  <a:lnTo>
                    <a:pt x="470492" y="1607949"/>
                  </a:lnTo>
                  <a:lnTo>
                    <a:pt x="467278" y="1609404"/>
                  </a:lnTo>
                  <a:lnTo>
                    <a:pt x="461373" y="1608077"/>
                  </a:lnTo>
                  <a:lnTo>
                    <a:pt x="456609" y="1601622"/>
                  </a:lnTo>
                  <a:close/>
                </a:path>
              </a:pathLst>
            </a:custGeom>
            <a:solidFill>
              <a:srgbClr val="BA368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1"/>
            <p:cNvSpPr/>
            <p:nvPr/>
          </p:nvSpPr>
          <p:spPr>
            <a:xfrm>
              <a:off x="3912321" y="1698405"/>
              <a:ext cx="1057753" cy="1869066"/>
            </a:xfrm>
            <a:custGeom>
              <a:avLst/>
              <a:pathLst>
                <a:path w="1057753" h="1869066">
                  <a:moveTo>
                    <a:pt x="457200" y="1600199"/>
                  </a:moveTo>
                  <a:lnTo>
                    <a:pt x="460960" y="1594019"/>
                  </a:lnTo>
                  <a:lnTo>
                    <a:pt x="464350" y="1587549"/>
                  </a:lnTo>
                  <a:lnTo>
                    <a:pt x="463956" y="1583816"/>
                  </a:lnTo>
                  <a:lnTo>
                    <a:pt x="463773" y="1582083"/>
                  </a:lnTo>
                  <a:lnTo>
                    <a:pt x="467346" y="1577348"/>
                  </a:lnTo>
                  <a:lnTo>
                    <a:pt x="465438" y="1575157"/>
                  </a:lnTo>
                  <a:lnTo>
                    <a:pt x="467799" y="1571640"/>
                  </a:lnTo>
                  <a:lnTo>
                    <a:pt x="465899" y="1567384"/>
                  </a:lnTo>
                  <a:lnTo>
                    <a:pt x="470602" y="1563742"/>
                  </a:lnTo>
                  <a:lnTo>
                    <a:pt x="471076" y="1561854"/>
                  </a:lnTo>
                  <a:lnTo>
                    <a:pt x="472067" y="1557906"/>
                  </a:lnTo>
                  <a:lnTo>
                    <a:pt x="470141" y="1554325"/>
                  </a:lnTo>
                  <a:lnTo>
                    <a:pt x="468215" y="1544735"/>
                  </a:lnTo>
                  <a:lnTo>
                    <a:pt x="464005" y="1544927"/>
                  </a:lnTo>
                  <a:lnTo>
                    <a:pt x="461073" y="1541775"/>
                  </a:lnTo>
                  <a:lnTo>
                    <a:pt x="460471" y="1540521"/>
                  </a:lnTo>
                  <a:lnTo>
                    <a:pt x="458508" y="1536428"/>
                  </a:lnTo>
                  <a:lnTo>
                    <a:pt x="462841" y="1535132"/>
                  </a:lnTo>
                  <a:lnTo>
                    <a:pt x="463147" y="1529246"/>
                  </a:lnTo>
                  <a:lnTo>
                    <a:pt x="463192" y="1524460"/>
                  </a:lnTo>
                  <a:lnTo>
                    <a:pt x="456381" y="1518708"/>
                  </a:lnTo>
                  <a:lnTo>
                    <a:pt x="457069" y="1514265"/>
                  </a:lnTo>
                  <a:lnTo>
                    <a:pt x="455620" y="1510485"/>
                  </a:lnTo>
                  <a:lnTo>
                    <a:pt x="468747" y="1509934"/>
                  </a:lnTo>
                  <a:lnTo>
                    <a:pt x="491704" y="1508905"/>
                  </a:lnTo>
                  <a:lnTo>
                    <a:pt x="504797" y="1508301"/>
                  </a:lnTo>
                  <a:lnTo>
                    <a:pt x="522113" y="1507466"/>
                  </a:lnTo>
                  <a:lnTo>
                    <a:pt x="524503" y="1507347"/>
                  </a:lnTo>
                  <a:lnTo>
                    <a:pt x="555807" y="1505644"/>
                  </a:lnTo>
                  <a:lnTo>
                    <a:pt x="558721" y="1505473"/>
                  </a:lnTo>
                  <a:lnTo>
                    <a:pt x="564721" y="1505116"/>
                  </a:lnTo>
                  <a:lnTo>
                    <a:pt x="580280" y="1504167"/>
                  </a:lnTo>
                  <a:lnTo>
                    <a:pt x="607315" y="1502564"/>
                  </a:lnTo>
                  <a:lnTo>
                    <a:pt x="610949" y="1502341"/>
                  </a:lnTo>
                  <a:lnTo>
                    <a:pt x="612720" y="1502230"/>
                  </a:lnTo>
                  <a:lnTo>
                    <a:pt x="649764" y="1499803"/>
                  </a:lnTo>
                  <a:lnTo>
                    <a:pt x="654465" y="1499481"/>
                  </a:lnTo>
                  <a:lnTo>
                    <a:pt x="667296" y="1498622"/>
                  </a:lnTo>
                  <a:lnTo>
                    <a:pt x="692229" y="1496887"/>
                  </a:lnTo>
                  <a:lnTo>
                    <a:pt x="721196" y="1494690"/>
                  </a:lnTo>
                  <a:lnTo>
                    <a:pt x="727650" y="1494185"/>
                  </a:lnTo>
                  <a:lnTo>
                    <a:pt x="734783" y="1493617"/>
                  </a:lnTo>
                  <a:lnTo>
                    <a:pt x="758906" y="1491642"/>
                  </a:lnTo>
                  <a:lnTo>
                    <a:pt x="775044" y="1490281"/>
                  </a:lnTo>
                  <a:lnTo>
                    <a:pt x="777275" y="1490090"/>
                  </a:lnTo>
                  <a:lnTo>
                    <a:pt x="791111" y="1488889"/>
                  </a:lnTo>
                  <a:lnTo>
                    <a:pt x="819573" y="1486241"/>
                  </a:lnTo>
                  <a:lnTo>
                    <a:pt x="828921" y="1485363"/>
                  </a:lnTo>
                  <a:lnTo>
                    <a:pt x="853149" y="1483032"/>
                  </a:lnTo>
                  <a:lnTo>
                    <a:pt x="862034" y="1482171"/>
                  </a:lnTo>
                  <a:lnTo>
                    <a:pt x="884896" y="1479906"/>
                  </a:lnTo>
                  <a:lnTo>
                    <a:pt x="893379" y="1479045"/>
                  </a:lnTo>
                  <a:lnTo>
                    <a:pt x="904080" y="1477946"/>
                  </a:lnTo>
                  <a:lnTo>
                    <a:pt x="914815" y="1476827"/>
                  </a:lnTo>
                  <a:lnTo>
                    <a:pt x="939304" y="1474233"/>
                  </a:lnTo>
                  <a:lnTo>
                    <a:pt x="938652" y="1480516"/>
                  </a:lnTo>
                  <a:lnTo>
                    <a:pt x="941005" y="1484208"/>
                  </a:lnTo>
                  <a:lnTo>
                    <a:pt x="942232" y="1486131"/>
                  </a:lnTo>
                  <a:lnTo>
                    <a:pt x="941905" y="1489846"/>
                  </a:lnTo>
                  <a:lnTo>
                    <a:pt x="947138" y="1494141"/>
                  </a:lnTo>
                  <a:lnTo>
                    <a:pt x="951692" y="1496297"/>
                  </a:lnTo>
                  <a:lnTo>
                    <a:pt x="956923" y="1503199"/>
                  </a:lnTo>
                  <a:lnTo>
                    <a:pt x="954695" y="1507463"/>
                  </a:lnTo>
                  <a:lnTo>
                    <a:pt x="951122" y="1513803"/>
                  </a:lnTo>
                  <a:lnTo>
                    <a:pt x="947948" y="1519127"/>
                  </a:lnTo>
                  <a:lnTo>
                    <a:pt x="948694" y="1525861"/>
                  </a:lnTo>
                  <a:lnTo>
                    <a:pt x="949264" y="1531003"/>
                  </a:lnTo>
                  <a:lnTo>
                    <a:pt x="951349" y="1537194"/>
                  </a:lnTo>
                  <a:lnTo>
                    <a:pt x="951826" y="1538609"/>
                  </a:lnTo>
                  <a:lnTo>
                    <a:pt x="954360" y="1547352"/>
                  </a:lnTo>
                  <a:lnTo>
                    <a:pt x="958426" y="1551837"/>
                  </a:lnTo>
                  <a:lnTo>
                    <a:pt x="962152" y="1562567"/>
                  </a:lnTo>
                  <a:lnTo>
                    <a:pt x="967746" y="1568959"/>
                  </a:lnTo>
                  <a:lnTo>
                    <a:pt x="975090" y="1572620"/>
                  </a:lnTo>
                  <a:lnTo>
                    <a:pt x="979266" y="1573347"/>
                  </a:lnTo>
                  <a:lnTo>
                    <a:pt x="983431" y="1574070"/>
                  </a:lnTo>
                  <a:lnTo>
                    <a:pt x="993571" y="1575336"/>
                  </a:lnTo>
                  <a:lnTo>
                    <a:pt x="997721" y="1577258"/>
                  </a:lnTo>
                  <a:lnTo>
                    <a:pt x="1000966" y="1583135"/>
                  </a:lnTo>
                  <a:lnTo>
                    <a:pt x="1004627" y="1591254"/>
                  </a:lnTo>
                  <a:lnTo>
                    <a:pt x="1004781" y="1595821"/>
                  </a:lnTo>
                  <a:lnTo>
                    <a:pt x="1010246" y="1598251"/>
                  </a:lnTo>
                  <a:lnTo>
                    <a:pt x="1012659" y="1599069"/>
                  </a:lnTo>
                  <a:lnTo>
                    <a:pt x="1017506" y="1602984"/>
                  </a:lnTo>
                  <a:lnTo>
                    <a:pt x="1020830" y="1605282"/>
                  </a:lnTo>
                  <a:lnTo>
                    <a:pt x="1024642" y="1607914"/>
                  </a:lnTo>
                  <a:lnTo>
                    <a:pt x="1027829" y="1612192"/>
                  </a:lnTo>
                  <a:lnTo>
                    <a:pt x="1027164" y="1617501"/>
                  </a:lnTo>
                  <a:lnTo>
                    <a:pt x="1030475" y="1621994"/>
                  </a:lnTo>
                  <a:lnTo>
                    <a:pt x="1036694" y="1625769"/>
                  </a:lnTo>
                  <a:lnTo>
                    <a:pt x="1038935" y="1626707"/>
                  </a:lnTo>
                  <a:lnTo>
                    <a:pt x="1043420" y="1628583"/>
                  </a:lnTo>
                  <a:lnTo>
                    <a:pt x="1049421" y="1631048"/>
                  </a:lnTo>
                  <a:lnTo>
                    <a:pt x="1054270" y="1635825"/>
                  </a:lnTo>
                  <a:lnTo>
                    <a:pt x="1055018" y="1644010"/>
                  </a:lnTo>
                  <a:lnTo>
                    <a:pt x="1055468" y="1644874"/>
                  </a:lnTo>
                  <a:lnTo>
                    <a:pt x="1057753" y="1649250"/>
                  </a:lnTo>
                  <a:lnTo>
                    <a:pt x="1057098" y="1656583"/>
                  </a:lnTo>
                  <a:lnTo>
                    <a:pt x="1057104" y="1657628"/>
                  </a:lnTo>
                  <a:lnTo>
                    <a:pt x="1057137" y="1663403"/>
                  </a:lnTo>
                  <a:lnTo>
                    <a:pt x="1056202" y="1668424"/>
                  </a:lnTo>
                  <a:lnTo>
                    <a:pt x="1056742" y="1672457"/>
                  </a:lnTo>
                  <a:lnTo>
                    <a:pt x="1051488" y="1676751"/>
                  </a:lnTo>
                  <a:lnTo>
                    <a:pt x="1050954" y="1677187"/>
                  </a:lnTo>
                  <a:lnTo>
                    <a:pt x="1045780" y="1682518"/>
                  </a:lnTo>
                  <a:lnTo>
                    <a:pt x="1045868" y="1684223"/>
                  </a:lnTo>
                  <a:lnTo>
                    <a:pt x="1046087" y="1688423"/>
                  </a:lnTo>
                  <a:lnTo>
                    <a:pt x="1044486" y="1692412"/>
                  </a:lnTo>
                  <a:lnTo>
                    <a:pt x="1045161" y="1700596"/>
                  </a:lnTo>
                  <a:lnTo>
                    <a:pt x="1043160" y="1703215"/>
                  </a:lnTo>
                  <a:lnTo>
                    <a:pt x="1038623" y="1705843"/>
                  </a:lnTo>
                  <a:lnTo>
                    <a:pt x="1034963" y="1711210"/>
                  </a:lnTo>
                  <a:lnTo>
                    <a:pt x="1030242" y="1712262"/>
                  </a:lnTo>
                  <a:lnTo>
                    <a:pt x="1024928" y="1713278"/>
                  </a:lnTo>
                  <a:lnTo>
                    <a:pt x="1020977" y="1717656"/>
                  </a:lnTo>
                  <a:lnTo>
                    <a:pt x="1013749" y="1722278"/>
                  </a:lnTo>
                  <a:lnTo>
                    <a:pt x="1005899" y="1723399"/>
                  </a:lnTo>
                  <a:lnTo>
                    <a:pt x="998466" y="1724819"/>
                  </a:lnTo>
                  <a:lnTo>
                    <a:pt x="993521" y="1728546"/>
                  </a:lnTo>
                  <a:lnTo>
                    <a:pt x="989507" y="1728089"/>
                  </a:lnTo>
                  <a:lnTo>
                    <a:pt x="983932" y="1729511"/>
                  </a:lnTo>
                  <a:lnTo>
                    <a:pt x="981191" y="1736636"/>
                  </a:lnTo>
                  <a:lnTo>
                    <a:pt x="980973" y="1740348"/>
                  </a:lnTo>
                  <a:lnTo>
                    <a:pt x="980786" y="1741122"/>
                  </a:lnTo>
                  <a:lnTo>
                    <a:pt x="978180" y="1751874"/>
                  </a:lnTo>
                  <a:lnTo>
                    <a:pt x="981684" y="1755950"/>
                  </a:lnTo>
                  <a:lnTo>
                    <a:pt x="986022" y="1761523"/>
                  </a:lnTo>
                  <a:lnTo>
                    <a:pt x="990126" y="1761521"/>
                  </a:lnTo>
                  <a:lnTo>
                    <a:pt x="994584" y="1767476"/>
                  </a:lnTo>
                  <a:lnTo>
                    <a:pt x="995552" y="1772173"/>
                  </a:lnTo>
                  <a:lnTo>
                    <a:pt x="995624" y="1772523"/>
                  </a:lnTo>
                  <a:lnTo>
                    <a:pt x="996902" y="1778717"/>
                  </a:lnTo>
                  <a:lnTo>
                    <a:pt x="997115" y="1786863"/>
                  </a:lnTo>
                  <a:lnTo>
                    <a:pt x="994564" y="1792392"/>
                  </a:lnTo>
                  <a:lnTo>
                    <a:pt x="989607" y="1798418"/>
                  </a:lnTo>
                  <a:lnTo>
                    <a:pt x="985701" y="1804762"/>
                  </a:lnTo>
                  <a:lnTo>
                    <a:pt x="986355" y="1809870"/>
                  </a:lnTo>
                  <a:lnTo>
                    <a:pt x="984808" y="1816866"/>
                  </a:lnTo>
                  <a:lnTo>
                    <a:pt x="984905" y="1820064"/>
                  </a:lnTo>
                  <a:lnTo>
                    <a:pt x="985005" y="1823403"/>
                  </a:lnTo>
                  <a:lnTo>
                    <a:pt x="979389" y="1828347"/>
                  </a:lnTo>
                  <a:lnTo>
                    <a:pt x="979256" y="1828464"/>
                  </a:lnTo>
                  <a:lnTo>
                    <a:pt x="973534" y="1828939"/>
                  </a:lnTo>
                  <a:lnTo>
                    <a:pt x="965229" y="1832936"/>
                  </a:lnTo>
                  <a:lnTo>
                    <a:pt x="962374" y="1837103"/>
                  </a:lnTo>
                  <a:lnTo>
                    <a:pt x="961072" y="1843251"/>
                  </a:lnTo>
                  <a:lnTo>
                    <a:pt x="963871" y="1845968"/>
                  </a:lnTo>
                  <a:lnTo>
                    <a:pt x="963466" y="1853314"/>
                  </a:lnTo>
                  <a:lnTo>
                    <a:pt x="964782" y="1859807"/>
                  </a:lnTo>
                  <a:lnTo>
                    <a:pt x="960661" y="1862846"/>
                  </a:lnTo>
                  <a:lnTo>
                    <a:pt x="952962" y="1860686"/>
                  </a:lnTo>
                  <a:lnTo>
                    <a:pt x="950603" y="1857065"/>
                  </a:lnTo>
                  <a:lnTo>
                    <a:pt x="946052" y="1854010"/>
                  </a:lnTo>
                  <a:lnTo>
                    <a:pt x="941392" y="1849603"/>
                  </a:lnTo>
                  <a:lnTo>
                    <a:pt x="939919" y="1844870"/>
                  </a:lnTo>
                  <a:lnTo>
                    <a:pt x="934890" y="1843899"/>
                  </a:lnTo>
                  <a:lnTo>
                    <a:pt x="933202" y="1840573"/>
                  </a:lnTo>
                  <a:lnTo>
                    <a:pt x="929967" y="1837793"/>
                  </a:lnTo>
                  <a:lnTo>
                    <a:pt x="928679" y="1836684"/>
                  </a:lnTo>
                  <a:lnTo>
                    <a:pt x="909029" y="1839574"/>
                  </a:lnTo>
                  <a:lnTo>
                    <a:pt x="908671" y="1839620"/>
                  </a:lnTo>
                  <a:lnTo>
                    <a:pt x="886500" y="1842453"/>
                  </a:lnTo>
                  <a:lnTo>
                    <a:pt x="870463" y="1844370"/>
                  </a:lnTo>
                  <a:lnTo>
                    <a:pt x="860808" y="1845508"/>
                  </a:lnTo>
                  <a:lnTo>
                    <a:pt x="843538" y="1847615"/>
                  </a:lnTo>
                  <a:lnTo>
                    <a:pt x="838962" y="1848166"/>
                  </a:lnTo>
                  <a:lnTo>
                    <a:pt x="836340" y="1848427"/>
                  </a:lnTo>
                  <a:lnTo>
                    <a:pt x="815005" y="1850517"/>
                  </a:lnTo>
                  <a:lnTo>
                    <a:pt x="800394" y="1852245"/>
                  </a:lnTo>
                  <a:lnTo>
                    <a:pt x="796779" y="1852669"/>
                  </a:lnTo>
                  <a:lnTo>
                    <a:pt x="777068" y="1854579"/>
                  </a:lnTo>
                  <a:lnTo>
                    <a:pt x="774344" y="1854813"/>
                  </a:lnTo>
                  <a:lnTo>
                    <a:pt x="757167" y="1856269"/>
                  </a:lnTo>
                  <a:lnTo>
                    <a:pt x="753358" y="1856586"/>
                  </a:lnTo>
                  <a:lnTo>
                    <a:pt x="736706" y="1858108"/>
                  </a:lnTo>
                  <a:lnTo>
                    <a:pt x="730440" y="1858671"/>
                  </a:lnTo>
                  <a:lnTo>
                    <a:pt x="714018" y="1860220"/>
                  </a:lnTo>
                  <a:lnTo>
                    <a:pt x="706905" y="1860881"/>
                  </a:lnTo>
                  <a:lnTo>
                    <a:pt x="693609" y="1861933"/>
                  </a:lnTo>
                  <a:lnTo>
                    <a:pt x="686216" y="1862508"/>
                  </a:lnTo>
                  <a:lnTo>
                    <a:pt x="671092" y="1863607"/>
                  </a:lnTo>
                  <a:lnTo>
                    <a:pt x="665185" y="1864029"/>
                  </a:lnTo>
                  <a:lnTo>
                    <a:pt x="655923" y="1864510"/>
                  </a:lnTo>
                  <a:lnTo>
                    <a:pt x="638185" y="1865402"/>
                  </a:lnTo>
                  <a:lnTo>
                    <a:pt x="629225" y="1865809"/>
                  </a:lnTo>
                  <a:lnTo>
                    <a:pt x="614684" y="1866448"/>
                  </a:lnTo>
                  <a:lnTo>
                    <a:pt x="602095" y="1867004"/>
                  </a:lnTo>
                  <a:lnTo>
                    <a:pt x="589508" y="1867540"/>
                  </a:lnTo>
                  <a:lnTo>
                    <a:pt x="585888" y="1867687"/>
                  </a:lnTo>
                  <a:lnTo>
                    <a:pt x="570851" y="1868277"/>
                  </a:lnTo>
                  <a:lnTo>
                    <a:pt x="548897" y="1869066"/>
                  </a:lnTo>
                  <a:lnTo>
                    <a:pt x="550392" y="1866730"/>
                  </a:lnTo>
                  <a:lnTo>
                    <a:pt x="546948" y="1860693"/>
                  </a:lnTo>
                  <a:lnTo>
                    <a:pt x="540726" y="1857358"/>
                  </a:lnTo>
                  <a:lnTo>
                    <a:pt x="536387" y="1850893"/>
                  </a:lnTo>
                  <a:lnTo>
                    <a:pt x="541227" y="1844738"/>
                  </a:lnTo>
                  <a:lnTo>
                    <a:pt x="540190" y="1837095"/>
                  </a:lnTo>
                  <a:lnTo>
                    <a:pt x="542816" y="1831848"/>
                  </a:lnTo>
                  <a:lnTo>
                    <a:pt x="541995" y="1830487"/>
                  </a:lnTo>
                  <a:lnTo>
                    <a:pt x="540044" y="1827254"/>
                  </a:lnTo>
                  <a:lnTo>
                    <a:pt x="540642" y="1821290"/>
                  </a:lnTo>
                  <a:lnTo>
                    <a:pt x="536849" y="1815876"/>
                  </a:lnTo>
                  <a:lnTo>
                    <a:pt x="536739" y="1811469"/>
                  </a:lnTo>
                  <a:lnTo>
                    <a:pt x="536643" y="1807657"/>
                  </a:lnTo>
                  <a:lnTo>
                    <a:pt x="535941" y="1802564"/>
                  </a:lnTo>
                  <a:lnTo>
                    <a:pt x="536362" y="1798111"/>
                  </a:lnTo>
                  <a:lnTo>
                    <a:pt x="536678" y="1794759"/>
                  </a:lnTo>
                  <a:lnTo>
                    <a:pt x="531748" y="1795342"/>
                  </a:lnTo>
                  <a:lnTo>
                    <a:pt x="531685" y="1794470"/>
                  </a:lnTo>
                  <a:lnTo>
                    <a:pt x="531269" y="1788693"/>
                  </a:lnTo>
                  <a:lnTo>
                    <a:pt x="533012" y="1783587"/>
                  </a:lnTo>
                  <a:lnTo>
                    <a:pt x="529433" y="1778301"/>
                  </a:lnTo>
                  <a:lnTo>
                    <a:pt x="528859" y="1772367"/>
                  </a:lnTo>
                  <a:lnTo>
                    <a:pt x="528876" y="1769889"/>
                  </a:lnTo>
                  <a:lnTo>
                    <a:pt x="528932" y="1761697"/>
                  </a:lnTo>
                  <a:lnTo>
                    <a:pt x="523223" y="1760234"/>
                  </a:lnTo>
                  <a:lnTo>
                    <a:pt x="521976" y="1755674"/>
                  </a:lnTo>
                  <a:lnTo>
                    <a:pt x="520730" y="1751114"/>
                  </a:lnTo>
                  <a:lnTo>
                    <a:pt x="513808" y="1753415"/>
                  </a:lnTo>
                  <a:lnTo>
                    <a:pt x="512566" y="1749381"/>
                  </a:lnTo>
                  <a:lnTo>
                    <a:pt x="509824" y="1742986"/>
                  </a:lnTo>
                  <a:lnTo>
                    <a:pt x="510125" y="1736118"/>
                  </a:lnTo>
                  <a:lnTo>
                    <a:pt x="510409" y="1735114"/>
                  </a:lnTo>
                  <a:lnTo>
                    <a:pt x="512034" y="1729351"/>
                  </a:lnTo>
                  <a:lnTo>
                    <a:pt x="513763" y="1720451"/>
                  </a:lnTo>
                  <a:lnTo>
                    <a:pt x="509475" y="1714762"/>
                  </a:lnTo>
                  <a:lnTo>
                    <a:pt x="507578" y="1711646"/>
                  </a:lnTo>
                  <a:lnTo>
                    <a:pt x="504343" y="1706325"/>
                  </a:lnTo>
                  <a:lnTo>
                    <a:pt x="506431" y="1698188"/>
                  </a:lnTo>
                  <a:lnTo>
                    <a:pt x="497751" y="1692613"/>
                  </a:lnTo>
                  <a:lnTo>
                    <a:pt x="493069" y="1689767"/>
                  </a:lnTo>
                  <a:lnTo>
                    <a:pt x="493071" y="1681507"/>
                  </a:lnTo>
                  <a:lnTo>
                    <a:pt x="485516" y="1675222"/>
                  </a:lnTo>
                  <a:lnTo>
                    <a:pt x="486226" y="1669210"/>
                  </a:lnTo>
                  <a:lnTo>
                    <a:pt x="486286" y="1668700"/>
                  </a:lnTo>
                  <a:lnTo>
                    <a:pt x="486067" y="1662998"/>
                  </a:lnTo>
                  <a:lnTo>
                    <a:pt x="484513" y="1661064"/>
                  </a:lnTo>
                  <a:lnTo>
                    <a:pt x="479061" y="1654270"/>
                  </a:lnTo>
                  <a:lnTo>
                    <a:pt x="478321" y="1645155"/>
                  </a:lnTo>
                  <a:lnTo>
                    <a:pt x="480846" y="1638720"/>
                  </a:lnTo>
                  <a:lnTo>
                    <a:pt x="474809" y="1635382"/>
                  </a:lnTo>
                  <a:lnTo>
                    <a:pt x="471783" y="1633153"/>
                  </a:lnTo>
                  <a:lnTo>
                    <a:pt x="470322" y="1632258"/>
                  </a:lnTo>
                  <a:lnTo>
                    <a:pt x="471586" y="1627374"/>
                  </a:lnTo>
                  <a:lnTo>
                    <a:pt x="471277" y="1626734"/>
                  </a:lnTo>
                  <a:lnTo>
                    <a:pt x="466587" y="1616993"/>
                  </a:lnTo>
                  <a:lnTo>
                    <a:pt x="460423" y="1611415"/>
                  </a:lnTo>
                  <a:lnTo>
                    <a:pt x="457212" y="1606891"/>
                  </a:lnTo>
                  <a:close/>
                </a:path>
              </a:pathLst>
            </a:custGeom>
            <a:solidFill>
              <a:srgbClr val="92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2"/>
            <p:cNvSpPr/>
            <p:nvPr/>
          </p:nvSpPr>
          <p:spPr>
            <a:xfrm>
              <a:off x="3408394" y="2047443"/>
              <a:ext cx="1188238" cy="1975413"/>
            </a:xfrm>
            <a:custGeom>
              <a:avLst/>
              <a:pathLst>
                <a:path w="1188238" h="1975413">
                  <a:moveTo>
                    <a:pt x="457200" y="1600199"/>
                  </a:moveTo>
                  <a:lnTo>
                    <a:pt x="478130" y="1600708"/>
                  </a:lnTo>
                  <a:lnTo>
                    <a:pt x="505765" y="1601312"/>
                  </a:lnTo>
                  <a:lnTo>
                    <a:pt x="518278" y="1601538"/>
                  </a:lnTo>
                  <a:lnTo>
                    <a:pt x="526571" y="1601677"/>
                  </a:lnTo>
                  <a:lnTo>
                    <a:pt x="529436" y="1601723"/>
                  </a:lnTo>
                  <a:lnTo>
                    <a:pt x="551715" y="1602071"/>
                  </a:lnTo>
                  <a:lnTo>
                    <a:pt x="580462" y="1602387"/>
                  </a:lnTo>
                  <a:lnTo>
                    <a:pt x="582369" y="1602409"/>
                  </a:lnTo>
                  <a:lnTo>
                    <a:pt x="607333" y="1602656"/>
                  </a:lnTo>
                  <a:lnTo>
                    <a:pt x="634360" y="1602788"/>
                  </a:lnTo>
                  <a:lnTo>
                    <a:pt x="635866" y="1602792"/>
                  </a:lnTo>
                  <a:lnTo>
                    <a:pt x="670614" y="1602811"/>
                  </a:lnTo>
                  <a:lnTo>
                    <a:pt x="688268" y="1602705"/>
                  </a:lnTo>
                  <a:lnTo>
                    <a:pt x="688548" y="1602703"/>
                  </a:lnTo>
                  <a:lnTo>
                    <a:pt x="700327" y="1602610"/>
                  </a:lnTo>
                  <a:lnTo>
                    <a:pt x="731094" y="1602355"/>
                  </a:lnTo>
                  <a:lnTo>
                    <a:pt x="740012" y="1602258"/>
                  </a:lnTo>
                  <a:lnTo>
                    <a:pt x="741784" y="1602237"/>
                  </a:lnTo>
                  <a:lnTo>
                    <a:pt x="774263" y="1601781"/>
                  </a:lnTo>
                  <a:lnTo>
                    <a:pt x="785000" y="1601600"/>
                  </a:lnTo>
                  <a:lnTo>
                    <a:pt x="795420" y="1601422"/>
                  </a:lnTo>
                  <a:lnTo>
                    <a:pt x="817389" y="1601000"/>
                  </a:lnTo>
                  <a:lnTo>
                    <a:pt x="836262" y="1600588"/>
                  </a:lnTo>
                  <a:lnTo>
                    <a:pt x="850009" y="1600265"/>
                  </a:lnTo>
                  <a:lnTo>
                    <a:pt x="860525" y="1600001"/>
                  </a:lnTo>
                  <a:lnTo>
                    <a:pt x="864752" y="1599892"/>
                  </a:lnTo>
                  <a:lnTo>
                    <a:pt x="899189" y="1598913"/>
                  </a:lnTo>
                  <a:lnTo>
                    <a:pt x="903633" y="1598780"/>
                  </a:lnTo>
                  <a:lnTo>
                    <a:pt x="937943" y="1597675"/>
                  </a:lnTo>
                  <a:lnTo>
                    <a:pt x="946780" y="1597351"/>
                  </a:lnTo>
                  <a:lnTo>
                    <a:pt x="950839" y="1597200"/>
                  </a:lnTo>
                  <a:lnTo>
                    <a:pt x="957322" y="1596962"/>
                  </a:lnTo>
                  <a:lnTo>
                    <a:pt x="989314" y="1595713"/>
                  </a:lnTo>
                  <a:lnTo>
                    <a:pt x="989908" y="1595688"/>
                  </a:lnTo>
                  <a:lnTo>
                    <a:pt x="1011296" y="1594778"/>
                  </a:lnTo>
                  <a:lnTo>
                    <a:pt x="1019373" y="1594432"/>
                  </a:lnTo>
                  <a:lnTo>
                    <a:pt x="1031778" y="1593817"/>
                  </a:lnTo>
                  <a:lnTo>
                    <a:pt x="1033055" y="1593758"/>
                  </a:lnTo>
                  <a:lnTo>
                    <a:pt x="1054248" y="1592737"/>
                  </a:lnTo>
                  <a:lnTo>
                    <a:pt x="1054585" y="1592720"/>
                  </a:lnTo>
                  <a:lnTo>
                    <a:pt x="1096916" y="1590503"/>
                  </a:lnTo>
                  <a:lnTo>
                    <a:pt x="1099924" y="1590336"/>
                  </a:lnTo>
                  <a:lnTo>
                    <a:pt x="1107653" y="1596893"/>
                  </a:lnTo>
                  <a:lnTo>
                    <a:pt x="1116434" y="1602404"/>
                  </a:lnTo>
                  <a:lnTo>
                    <a:pt x="1122476" y="1606243"/>
                  </a:lnTo>
                  <a:lnTo>
                    <a:pt x="1128209" y="1601460"/>
                  </a:lnTo>
                  <a:lnTo>
                    <a:pt x="1130618" y="1601166"/>
                  </a:lnTo>
                  <a:lnTo>
                    <a:pt x="1134590" y="1600680"/>
                  </a:lnTo>
                  <a:lnTo>
                    <a:pt x="1136964" y="1603547"/>
                  </a:lnTo>
                  <a:lnTo>
                    <a:pt x="1142074" y="1609437"/>
                  </a:lnTo>
                  <a:lnTo>
                    <a:pt x="1142195" y="1610154"/>
                  </a:lnTo>
                  <a:lnTo>
                    <a:pt x="1143185" y="1616034"/>
                  </a:lnTo>
                  <a:lnTo>
                    <a:pt x="1144386" y="1618882"/>
                  </a:lnTo>
                  <a:lnTo>
                    <a:pt x="1140852" y="1622275"/>
                  </a:lnTo>
                  <a:lnTo>
                    <a:pt x="1134003" y="1622805"/>
                  </a:lnTo>
                  <a:lnTo>
                    <a:pt x="1134244" y="1627365"/>
                  </a:lnTo>
                  <a:lnTo>
                    <a:pt x="1128158" y="1631904"/>
                  </a:lnTo>
                  <a:lnTo>
                    <a:pt x="1127805" y="1636811"/>
                  </a:lnTo>
                  <a:lnTo>
                    <a:pt x="1127638" y="1639130"/>
                  </a:lnTo>
                  <a:lnTo>
                    <a:pt x="1124940" y="1641576"/>
                  </a:lnTo>
                  <a:lnTo>
                    <a:pt x="1121568" y="1644617"/>
                  </a:lnTo>
                  <a:lnTo>
                    <a:pt x="1123833" y="1647059"/>
                  </a:lnTo>
                  <a:lnTo>
                    <a:pt x="1128090" y="1651641"/>
                  </a:lnTo>
                  <a:lnTo>
                    <a:pt x="1134965" y="1657934"/>
                  </a:lnTo>
                  <a:lnTo>
                    <a:pt x="1136673" y="1660180"/>
                  </a:lnTo>
                  <a:lnTo>
                    <a:pt x="1138662" y="1662794"/>
                  </a:lnTo>
                  <a:lnTo>
                    <a:pt x="1144253" y="1663358"/>
                  </a:lnTo>
                  <a:lnTo>
                    <a:pt x="1142917" y="1672002"/>
                  </a:lnTo>
                  <a:lnTo>
                    <a:pt x="1148181" y="1677883"/>
                  </a:lnTo>
                  <a:lnTo>
                    <a:pt x="1151437" y="1681677"/>
                  </a:lnTo>
                  <a:lnTo>
                    <a:pt x="1154201" y="1685950"/>
                  </a:lnTo>
                  <a:lnTo>
                    <a:pt x="1154974" y="1686494"/>
                  </a:lnTo>
                  <a:lnTo>
                    <a:pt x="1160024" y="1690043"/>
                  </a:lnTo>
                  <a:lnTo>
                    <a:pt x="1165850" y="1687916"/>
                  </a:lnTo>
                  <a:lnTo>
                    <a:pt x="1171491" y="1691001"/>
                  </a:lnTo>
                  <a:lnTo>
                    <a:pt x="1173618" y="1691000"/>
                  </a:lnTo>
                  <a:lnTo>
                    <a:pt x="1174585" y="1691000"/>
                  </a:lnTo>
                  <a:lnTo>
                    <a:pt x="1173417" y="1696251"/>
                  </a:lnTo>
                  <a:lnTo>
                    <a:pt x="1173580" y="1699187"/>
                  </a:lnTo>
                  <a:lnTo>
                    <a:pt x="1173896" y="1704857"/>
                  </a:lnTo>
                  <a:lnTo>
                    <a:pt x="1174325" y="1712584"/>
                  </a:lnTo>
                  <a:lnTo>
                    <a:pt x="1175288" y="1729282"/>
                  </a:lnTo>
                  <a:lnTo>
                    <a:pt x="1176048" y="1742494"/>
                  </a:lnTo>
                  <a:lnTo>
                    <a:pt x="1176065" y="1742816"/>
                  </a:lnTo>
                  <a:lnTo>
                    <a:pt x="1177708" y="1775146"/>
                  </a:lnTo>
                  <a:lnTo>
                    <a:pt x="1178387" y="1786163"/>
                  </a:lnTo>
                  <a:lnTo>
                    <a:pt x="1179539" y="1804879"/>
                  </a:lnTo>
                  <a:lnTo>
                    <a:pt x="1180745" y="1826921"/>
                  </a:lnTo>
                  <a:lnTo>
                    <a:pt x="1180901" y="1829773"/>
                  </a:lnTo>
                  <a:lnTo>
                    <a:pt x="1181234" y="1835882"/>
                  </a:lnTo>
                  <a:lnTo>
                    <a:pt x="1183181" y="1873785"/>
                  </a:lnTo>
                  <a:lnTo>
                    <a:pt x="1183250" y="1874914"/>
                  </a:lnTo>
                  <a:lnTo>
                    <a:pt x="1183398" y="1877335"/>
                  </a:lnTo>
                  <a:lnTo>
                    <a:pt x="1185235" y="1907410"/>
                  </a:lnTo>
                  <a:lnTo>
                    <a:pt x="1185567" y="1913204"/>
                  </a:lnTo>
                  <a:lnTo>
                    <a:pt x="1185749" y="1916396"/>
                  </a:lnTo>
                  <a:lnTo>
                    <a:pt x="1187009" y="1938484"/>
                  </a:lnTo>
                  <a:lnTo>
                    <a:pt x="1187797" y="1951298"/>
                  </a:lnTo>
                  <a:lnTo>
                    <a:pt x="1188238" y="1958470"/>
                  </a:lnTo>
                  <a:lnTo>
                    <a:pt x="1178823" y="1959083"/>
                  </a:lnTo>
                  <a:lnTo>
                    <a:pt x="1150753" y="1960716"/>
                  </a:lnTo>
                  <a:lnTo>
                    <a:pt x="1149529" y="1960790"/>
                  </a:lnTo>
                  <a:lnTo>
                    <a:pt x="1142983" y="1961182"/>
                  </a:lnTo>
                  <a:lnTo>
                    <a:pt x="1118236" y="1962616"/>
                  </a:lnTo>
                  <a:lnTo>
                    <a:pt x="1109772" y="1963086"/>
                  </a:lnTo>
                  <a:lnTo>
                    <a:pt x="1098375" y="1963705"/>
                  </a:lnTo>
                  <a:lnTo>
                    <a:pt x="1093287" y="1963976"/>
                  </a:lnTo>
                  <a:lnTo>
                    <a:pt x="1072098" y="1965073"/>
                  </a:lnTo>
                  <a:lnTo>
                    <a:pt x="1058045" y="1965770"/>
                  </a:lnTo>
                  <a:lnTo>
                    <a:pt x="1054451" y="1965947"/>
                  </a:lnTo>
                  <a:lnTo>
                    <a:pt x="1050818" y="1966124"/>
                  </a:lnTo>
                  <a:lnTo>
                    <a:pt x="1029265" y="1967140"/>
                  </a:lnTo>
                  <a:lnTo>
                    <a:pt x="1001151" y="1968413"/>
                  </a:lnTo>
                  <a:lnTo>
                    <a:pt x="998635" y="1968514"/>
                  </a:lnTo>
                  <a:lnTo>
                    <a:pt x="976327" y="1969369"/>
                  </a:lnTo>
                  <a:lnTo>
                    <a:pt x="941427" y="1970647"/>
                  </a:lnTo>
                  <a:lnTo>
                    <a:pt x="936744" y="1970811"/>
                  </a:lnTo>
                  <a:lnTo>
                    <a:pt x="913142" y="1971596"/>
                  </a:lnTo>
                  <a:lnTo>
                    <a:pt x="905438" y="1971834"/>
                  </a:lnTo>
                  <a:lnTo>
                    <a:pt x="874951" y="1972710"/>
                  </a:lnTo>
                  <a:lnTo>
                    <a:pt x="871606" y="1972805"/>
                  </a:lnTo>
                  <a:lnTo>
                    <a:pt x="847418" y="1973449"/>
                  </a:lnTo>
                  <a:lnTo>
                    <a:pt x="840785" y="1973611"/>
                  </a:lnTo>
                  <a:lnTo>
                    <a:pt x="817378" y="1974139"/>
                  </a:lnTo>
                  <a:lnTo>
                    <a:pt x="816688" y="1974153"/>
                  </a:lnTo>
                  <a:lnTo>
                    <a:pt x="797715" y="1974434"/>
                  </a:lnTo>
                  <a:lnTo>
                    <a:pt x="773097" y="1974734"/>
                  </a:lnTo>
                  <a:lnTo>
                    <a:pt x="752353" y="1974994"/>
                  </a:lnTo>
                  <a:lnTo>
                    <a:pt x="739495" y="1975129"/>
                  </a:lnTo>
                  <a:lnTo>
                    <a:pt x="711860" y="1975351"/>
                  </a:lnTo>
                  <a:lnTo>
                    <a:pt x="706963" y="1975369"/>
                  </a:lnTo>
                  <a:lnTo>
                    <a:pt x="698509" y="1975393"/>
                  </a:lnTo>
                  <a:lnTo>
                    <a:pt x="686905" y="1975413"/>
                  </a:lnTo>
                  <a:lnTo>
                    <a:pt x="653298" y="1975304"/>
                  </a:lnTo>
                  <a:lnTo>
                    <a:pt x="652564" y="1975306"/>
                  </a:lnTo>
                  <a:lnTo>
                    <a:pt x="643911" y="1975318"/>
                  </a:lnTo>
                  <a:lnTo>
                    <a:pt x="597793" y="1975235"/>
                  </a:lnTo>
                  <a:lnTo>
                    <a:pt x="589764" y="1975247"/>
                  </a:lnTo>
                  <a:lnTo>
                    <a:pt x="567629" y="1975243"/>
                  </a:lnTo>
                  <a:lnTo>
                    <a:pt x="558685" y="1975194"/>
                  </a:lnTo>
                  <a:lnTo>
                    <a:pt x="546639" y="1975113"/>
                  </a:lnTo>
                  <a:lnTo>
                    <a:pt x="532199" y="1974993"/>
                  </a:lnTo>
                  <a:lnTo>
                    <a:pt x="504934" y="1974743"/>
                  </a:lnTo>
                  <a:lnTo>
                    <a:pt x="497971" y="1974657"/>
                  </a:lnTo>
                  <a:lnTo>
                    <a:pt x="463407" y="1974142"/>
                  </a:lnTo>
                  <a:lnTo>
                    <a:pt x="450887" y="1973918"/>
                  </a:lnTo>
                  <a:lnTo>
                    <a:pt x="449489" y="1973892"/>
                  </a:lnTo>
                  <a:lnTo>
                    <a:pt x="449639" y="1968683"/>
                  </a:lnTo>
                  <a:lnTo>
                    <a:pt x="449833" y="1959817"/>
                  </a:lnTo>
                  <a:lnTo>
                    <a:pt x="450260" y="1941008"/>
                  </a:lnTo>
                  <a:lnTo>
                    <a:pt x="450631" y="1924752"/>
                  </a:lnTo>
                  <a:lnTo>
                    <a:pt x="451355" y="1893100"/>
                  </a:lnTo>
                  <a:lnTo>
                    <a:pt x="451582" y="1883223"/>
                  </a:lnTo>
                  <a:lnTo>
                    <a:pt x="451614" y="1881402"/>
                  </a:lnTo>
                  <a:lnTo>
                    <a:pt x="452453" y="1834921"/>
                  </a:lnTo>
                  <a:lnTo>
                    <a:pt x="452842" y="1816376"/>
                  </a:lnTo>
                  <a:lnTo>
                    <a:pt x="452858" y="1815589"/>
                  </a:lnTo>
                  <a:lnTo>
                    <a:pt x="453160" y="1801229"/>
                  </a:lnTo>
                  <a:lnTo>
                    <a:pt x="453766" y="1772582"/>
                  </a:lnTo>
                  <a:lnTo>
                    <a:pt x="453984" y="1762351"/>
                  </a:lnTo>
                  <a:lnTo>
                    <a:pt x="454908" y="1718955"/>
                  </a:lnTo>
                  <a:lnTo>
                    <a:pt x="455097" y="1708261"/>
                  </a:lnTo>
                  <a:lnTo>
                    <a:pt x="455625" y="1678381"/>
                  </a:lnTo>
                  <a:lnTo>
                    <a:pt x="456096" y="1654225"/>
                  </a:lnTo>
                  <a:lnTo>
                    <a:pt x="456110" y="1653495"/>
                  </a:lnTo>
                  <a:lnTo>
                    <a:pt x="456706" y="1623068"/>
                  </a:lnTo>
                  <a:close/>
                </a:path>
              </a:pathLst>
            </a:custGeom>
            <a:solidFill>
              <a:srgbClr val="AB269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3"/>
            <p:cNvSpPr/>
            <p:nvPr/>
          </p:nvSpPr>
          <p:spPr>
            <a:xfrm>
              <a:off x="4647775" y="2410496"/>
              <a:ext cx="1178398" cy="1609588"/>
            </a:xfrm>
            <a:custGeom>
              <a:avLst/>
              <a:pathLst>
                <a:path w="1178398" h="1609588">
                  <a:moveTo>
                    <a:pt x="457200" y="1600199"/>
                  </a:moveTo>
                  <a:lnTo>
                    <a:pt x="463773" y="1600407"/>
                  </a:lnTo>
                  <a:lnTo>
                    <a:pt x="470916" y="1599992"/>
                  </a:lnTo>
                  <a:lnTo>
                    <a:pt x="472946" y="1592225"/>
                  </a:lnTo>
                  <a:lnTo>
                    <a:pt x="478013" y="1591370"/>
                  </a:lnTo>
                  <a:lnTo>
                    <a:pt x="478276" y="1591326"/>
                  </a:lnTo>
                  <a:lnTo>
                    <a:pt x="483482" y="1596462"/>
                  </a:lnTo>
                  <a:lnTo>
                    <a:pt x="488721" y="1596830"/>
                  </a:lnTo>
                  <a:lnTo>
                    <a:pt x="490688" y="1589524"/>
                  </a:lnTo>
                  <a:lnTo>
                    <a:pt x="492636" y="1586054"/>
                  </a:lnTo>
                  <a:lnTo>
                    <a:pt x="493478" y="1584553"/>
                  </a:lnTo>
                  <a:lnTo>
                    <a:pt x="489015" y="1578341"/>
                  </a:lnTo>
                  <a:lnTo>
                    <a:pt x="492937" y="1572899"/>
                  </a:lnTo>
                  <a:lnTo>
                    <a:pt x="492587" y="1569144"/>
                  </a:lnTo>
                  <a:lnTo>
                    <a:pt x="492555" y="1568793"/>
                  </a:lnTo>
                  <a:lnTo>
                    <a:pt x="492507" y="1561527"/>
                  </a:lnTo>
                  <a:lnTo>
                    <a:pt x="494528" y="1555654"/>
                  </a:lnTo>
                  <a:lnTo>
                    <a:pt x="495451" y="1548905"/>
                  </a:lnTo>
                  <a:lnTo>
                    <a:pt x="495679" y="1547235"/>
                  </a:lnTo>
                  <a:lnTo>
                    <a:pt x="491960" y="1544687"/>
                  </a:lnTo>
                  <a:lnTo>
                    <a:pt x="491822" y="1540210"/>
                  </a:lnTo>
                  <a:lnTo>
                    <a:pt x="487301" y="1534005"/>
                  </a:lnTo>
                  <a:lnTo>
                    <a:pt x="487125" y="1533764"/>
                  </a:lnTo>
                  <a:lnTo>
                    <a:pt x="492923" y="1524637"/>
                  </a:lnTo>
                  <a:lnTo>
                    <a:pt x="496238" y="1518208"/>
                  </a:lnTo>
                  <a:lnTo>
                    <a:pt x="501307" y="1513070"/>
                  </a:lnTo>
                  <a:lnTo>
                    <a:pt x="507884" y="1511806"/>
                  </a:lnTo>
                  <a:lnTo>
                    <a:pt x="508056" y="1511773"/>
                  </a:lnTo>
                  <a:lnTo>
                    <a:pt x="508453" y="1511875"/>
                  </a:lnTo>
                  <a:lnTo>
                    <a:pt x="518026" y="1514341"/>
                  </a:lnTo>
                  <a:lnTo>
                    <a:pt x="526722" y="1518410"/>
                  </a:lnTo>
                  <a:lnTo>
                    <a:pt x="532737" y="1519293"/>
                  </a:lnTo>
                  <a:lnTo>
                    <a:pt x="541291" y="1521690"/>
                  </a:lnTo>
                  <a:lnTo>
                    <a:pt x="546693" y="1524554"/>
                  </a:lnTo>
                  <a:lnTo>
                    <a:pt x="549855" y="1526229"/>
                  </a:lnTo>
                  <a:lnTo>
                    <a:pt x="553884" y="1525576"/>
                  </a:lnTo>
                  <a:lnTo>
                    <a:pt x="554538" y="1525469"/>
                  </a:lnTo>
                  <a:lnTo>
                    <a:pt x="555291" y="1525347"/>
                  </a:lnTo>
                  <a:lnTo>
                    <a:pt x="557908" y="1521170"/>
                  </a:lnTo>
                  <a:lnTo>
                    <a:pt x="559042" y="1514571"/>
                  </a:lnTo>
                  <a:lnTo>
                    <a:pt x="553317" y="1506547"/>
                  </a:lnTo>
                  <a:lnTo>
                    <a:pt x="547990" y="1498398"/>
                  </a:lnTo>
                  <a:lnTo>
                    <a:pt x="549936" y="1492020"/>
                  </a:lnTo>
                  <a:lnTo>
                    <a:pt x="551033" y="1484215"/>
                  </a:lnTo>
                  <a:lnTo>
                    <a:pt x="555316" y="1480926"/>
                  </a:lnTo>
                  <a:lnTo>
                    <a:pt x="555568" y="1480978"/>
                  </a:lnTo>
                  <a:lnTo>
                    <a:pt x="561475" y="1482214"/>
                  </a:lnTo>
                  <a:lnTo>
                    <a:pt x="568214" y="1475268"/>
                  </a:lnTo>
                  <a:lnTo>
                    <a:pt x="580158" y="1471769"/>
                  </a:lnTo>
                  <a:lnTo>
                    <a:pt x="589072" y="1467863"/>
                  </a:lnTo>
                  <a:lnTo>
                    <a:pt x="588418" y="1465909"/>
                  </a:lnTo>
                  <a:lnTo>
                    <a:pt x="587426" y="1462948"/>
                  </a:lnTo>
                  <a:lnTo>
                    <a:pt x="580907" y="1458337"/>
                  </a:lnTo>
                  <a:lnTo>
                    <a:pt x="580790" y="1458063"/>
                  </a:lnTo>
                  <a:lnTo>
                    <a:pt x="576801" y="1448700"/>
                  </a:lnTo>
                  <a:lnTo>
                    <a:pt x="578800" y="1443034"/>
                  </a:lnTo>
                  <a:lnTo>
                    <a:pt x="585133" y="1436408"/>
                  </a:lnTo>
                  <a:lnTo>
                    <a:pt x="587264" y="1428983"/>
                  </a:lnTo>
                  <a:lnTo>
                    <a:pt x="593169" y="1430309"/>
                  </a:lnTo>
                  <a:lnTo>
                    <a:pt x="596383" y="1428855"/>
                  </a:lnTo>
                  <a:lnTo>
                    <a:pt x="599029" y="1424940"/>
                  </a:lnTo>
                  <a:lnTo>
                    <a:pt x="594809" y="1418905"/>
                  </a:lnTo>
                  <a:lnTo>
                    <a:pt x="595561" y="1415156"/>
                  </a:lnTo>
                  <a:lnTo>
                    <a:pt x="595776" y="1414082"/>
                  </a:lnTo>
                  <a:lnTo>
                    <a:pt x="600330" y="1411766"/>
                  </a:lnTo>
                  <a:lnTo>
                    <a:pt x="607364" y="1416492"/>
                  </a:lnTo>
                  <a:lnTo>
                    <a:pt x="615266" y="1413201"/>
                  </a:lnTo>
                  <a:lnTo>
                    <a:pt x="616437" y="1414161"/>
                  </a:lnTo>
                  <a:lnTo>
                    <a:pt x="619959" y="1417049"/>
                  </a:lnTo>
                  <a:lnTo>
                    <a:pt x="625442" y="1416733"/>
                  </a:lnTo>
                  <a:lnTo>
                    <a:pt x="626322" y="1410702"/>
                  </a:lnTo>
                  <a:lnTo>
                    <a:pt x="631410" y="1406587"/>
                  </a:lnTo>
                  <a:lnTo>
                    <a:pt x="637794" y="1406276"/>
                  </a:lnTo>
                  <a:lnTo>
                    <a:pt x="641205" y="1404042"/>
                  </a:lnTo>
                  <a:lnTo>
                    <a:pt x="643933" y="1402253"/>
                  </a:lnTo>
                  <a:lnTo>
                    <a:pt x="652986" y="1405466"/>
                  </a:lnTo>
                  <a:lnTo>
                    <a:pt x="655932" y="1406879"/>
                  </a:lnTo>
                  <a:lnTo>
                    <a:pt x="659514" y="1408596"/>
                  </a:lnTo>
                  <a:lnTo>
                    <a:pt x="661124" y="1409367"/>
                  </a:lnTo>
                  <a:lnTo>
                    <a:pt x="668875" y="1411435"/>
                  </a:lnTo>
                  <a:lnTo>
                    <a:pt x="673610" y="1414995"/>
                  </a:lnTo>
                  <a:lnTo>
                    <a:pt x="677411" y="1419395"/>
                  </a:lnTo>
                  <a:lnTo>
                    <a:pt x="680976" y="1411300"/>
                  </a:lnTo>
                  <a:lnTo>
                    <a:pt x="681555" y="1405213"/>
                  </a:lnTo>
                  <a:lnTo>
                    <a:pt x="683922" y="1399218"/>
                  </a:lnTo>
                  <a:lnTo>
                    <a:pt x="686967" y="1397978"/>
                  </a:lnTo>
                  <a:lnTo>
                    <a:pt x="691639" y="1396072"/>
                  </a:lnTo>
                  <a:lnTo>
                    <a:pt x="696007" y="1390864"/>
                  </a:lnTo>
                  <a:lnTo>
                    <a:pt x="701568" y="1386788"/>
                  </a:lnTo>
                  <a:lnTo>
                    <a:pt x="701806" y="1386613"/>
                  </a:lnTo>
                  <a:lnTo>
                    <a:pt x="705541" y="1391137"/>
                  </a:lnTo>
                  <a:lnTo>
                    <a:pt x="712304" y="1398104"/>
                  </a:lnTo>
                  <a:lnTo>
                    <a:pt x="718917" y="1399972"/>
                  </a:lnTo>
                  <a:lnTo>
                    <a:pt x="720129" y="1400339"/>
                  </a:lnTo>
                  <a:lnTo>
                    <a:pt x="723402" y="1401328"/>
                  </a:lnTo>
                  <a:lnTo>
                    <a:pt x="723888" y="1394451"/>
                  </a:lnTo>
                  <a:lnTo>
                    <a:pt x="732713" y="1393499"/>
                  </a:lnTo>
                  <a:lnTo>
                    <a:pt x="729962" y="1385705"/>
                  </a:lnTo>
                  <a:lnTo>
                    <a:pt x="728973" y="1377023"/>
                  </a:lnTo>
                  <a:lnTo>
                    <a:pt x="732133" y="1375832"/>
                  </a:lnTo>
                  <a:lnTo>
                    <a:pt x="733644" y="1375261"/>
                  </a:lnTo>
                  <a:lnTo>
                    <a:pt x="736572" y="1369614"/>
                  </a:lnTo>
                  <a:lnTo>
                    <a:pt x="740333" y="1364262"/>
                  </a:lnTo>
                  <a:lnTo>
                    <a:pt x="746256" y="1360404"/>
                  </a:lnTo>
                  <a:lnTo>
                    <a:pt x="751296" y="1365740"/>
                  </a:lnTo>
                  <a:lnTo>
                    <a:pt x="759728" y="1374006"/>
                  </a:lnTo>
                  <a:lnTo>
                    <a:pt x="770656" y="1373802"/>
                  </a:lnTo>
                  <a:lnTo>
                    <a:pt x="777423" y="1377525"/>
                  </a:lnTo>
                  <a:lnTo>
                    <a:pt x="780495" y="1374370"/>
                  </a:lnTo>
                  <a:lnTo>
                    <a:pt x="782313" y="1372502"/>
                  </a:lnTo>
                  <a:lnTo>
                    <a:pt x="784435" y="1370702"/>
                  </a:lnTo>
                  <a:lnTo>
                    <a:pt x="786995" y="1368528"/>
                  </a:lnTo>
                  <a:lnTo>
                    <a:pt x="787041" y="1358109"/>
                  </a:lnTo>
                  <a:lnTo>
                    <a:pt x="786580" y="1349487"/>
                  </a:lnTo>
                  <a:lnTo>
                    <a:pt x="786523" y="1348416"/>
                  </a:lnTo>
                  <a:lnTo>
                    <a:pt x="790810" y="1341195"/>
                  </a:lnTo>
                  <a:lnTo>
                    <a:pt x="792214" y="1335492"/>
                  </a:lnTo>
                  <a:lnTo>
                    <a:pt x="794394" y="1335749"/>
                  </a:lnTo>
                  <a:lnTo>
                    <a:pt x="798776" y="1336265"/>
                  </a:lnTo>
                  <a:lnTo>
                    <a:pt x="804698" y="1331745"/>
                  </a:lnTo>
                  <a:lnTo>
                    <a:pt x="807333" y="1325284"/>
                  </a:lnTo>
                  <a:lnTo>
                    <a:pt x="807749" y="1320724"/>
                  </a:lnTo>
                  <a:lnTo>
                    <a:pt x="808200" y="1315751"/>
                  </a:lnTo>
                  <a:lnTo>
                    <a:pt x="810772" y="1311074"/>
                  </a:lnTo>
                  <a:lnTo>
                    <a:pt x="818922" y="1307392"/>
                  </a:lnTo>
                  <a:lnTo>
                    <a:pt x="820540" y="1302571"/>
                  </a:lnTo>
                  <a:lnTo>
                    <a:pt x="824088" y="1299405"/>
                  </a:lnTo>
                  <a:lnTo>
                    <a:pt x="825296" y="1296377"/>
                  </a:lnTo>
                  <a:lnTo>
                    <a:pt x="822969" y="1291735"/>
                  </a:lnTo>
                  <a:lnTo>
                    <a:pt x="822270" y="1290340"/>
                  </a:lnTo>
                  <a:lnTo>
                    <a:pt x="820779" y="1282880"/>
                  </a:lnTo>
                  <a:lnTo>
                    <a:pt x="818709" y="1276407"/>
                  </a:lnTo>
                  <a:lnTo>
                    <a:pt x="822859" y="1272806"/>
                  </a:lnTo>
                  <a:lnTo>
                    <a:pt x="828575" y="1272049"/>
                  </a:lnTo>
                  <a:lnTo>
                    <a:pt x="829348" y="1271794"/>
                  </a:lnTo>
                  <a:lnTo>
                    <a:pt x="834665" y="1270034"/>
                  </a:lnTo>
                  <a:lnTo>
                    <a:pt x="838557" y="1271699"/>
                  </a:lnTo>
                  <a:lnTo>
                    <a:pt x="842593" y="1274143"/>
                  </a:lnTo>
                  <a:lnTo>
                    <a:pt x="844178" y="1275102"/>
                  </a:lnTo>
                  <a:lnTo>
                    <a:pt x="847867" y="1273443"/>
                  </a:lnTo>
                  <a:lnTo>
                    <a:pt x="854041" y="1266474"/>
                  </a:lnTo>
                  <a:lnTo>
                    <a:pt x="858528" y="1263505"/>
                  </a:lnTo>
                  <a:lnTo>
                    <a:pt x="863685" y="1260086"/>
                  </a:lnTo>
                  <a:lnTo>
                    <a:pt x="873473" y="1256735"/>
                  </a:lnTo>
                  <a:lnTo>
                    <a:pt x="877747" y="1256466"/>
                  </a:lnTo>
                  <a:lnTo>
                    <a:pt x="877282" y="1248356"/>
                  </a:lnTo>
                  <a:lnTo>
                    <a:pt x="877532" y="1247232"/>
                  </a:lnTo>
                  <a:lnTo>
                    <a:pt x="878208" y="1244190"/>
                  </a:lnTo>
                  <a:lnTo>
                    <a:pt x="873703" y="1243121"/>
                  </a:lnTo>
                  <a:lnTo>
                    <a:pt x="870136" y="1241685"/>
                  </a:lnTo>
                  <a:lnTo>
                    <a:pt x="868721" y="1241115"/>
                  </a:lnTo>
                  <a:lnTo>
                    <a:pt x="872128" y="1235272"/>
                  </a:lnTo>
                  <a:lnTo>
                    <a:pt x="869689" y="1230720"/>
                  </a:lnTo>
                  <a:lnTo>
                    <a:pt x="866376" y="1227487"/>
                  </a:lnTo>
                  <a:lnTo>
                    <a:pt x="864069" y="1225233"/>
                  </a:lnTo>
                  <a:lnTo>
                    <a:pt x="866975" y="1221432"/>
                  </a:lnTo>
                  <a:lnTo>
                    <a:pt x="870227" y="1217361"/>
                  </a:lnTo>
                  <a:lnTo>
                    <a:pt x="875893" y="1210993"/>
                  </a:lnTo>
                  <a:lnTo>
                    <a:pt x="879681" y="1212149"/>
                  </a:lnTo>
                  <a:lnTo>
                    <a:pt x="879924" y="1212354"/>
                  </a:lnTo>
                  <a:lnTo>
                    <a:pt x="883905" y="1215721"/>
                  </a:lnTo>
                  <a:lnTo>
                    <a:pt x="889559" y="1217185"/>
                  </a:lnTo>
                  <a:lnTo>
                    <a:pt x="891006" y="1217559"/>
                  </a:lnTo>
                  <a:lnTo>
                    <a:pt x="895838" y="1213331"/>
                  </a:lnTo>
                  <a:lnTo>
                    <a:pt x="899977" y="1212240"/>
                  </a:lnTo>
                  <a:lnTo>
                    <a:pt x="901170" y="1211926"/>
                  </a:lnTo>
                  <a:lnTo>
                    <a:pt x="902067" y="1209940"/>
                  </a:lnTo>
                  <a:lnTo>
                    <a:pt x="903744" y="1208986"/>
                  </a:lnTo>
                  <a:lnTo>
                    <a:pt x="905492" y="1209579"/>
                  </a:lnTo>
                  <a:lnTo>
                    <a:pt x="907325" y="1213102"/>
                  </a:lnTo>
                  <a:lnTo>
                    <a:pt x="911178" y="1217139"/>
                  </a:lnTo>
                  <a:lnTo>
                    <a:pt x="918634" y="1218110"/>
                  </a:lnTo>
                  <a:lnTo>
                    <a:pt x="919290" y="1218857"/>
                  </a:lnTo>
                  <a:lnTo>
                    <a:pt x="922240" y="1222213"/>
                  </a:lnTo>
                  <a:lnTo>
                    <a:pt x="923851" y="1226209"/>
                  </a:lnTo>
                  <a:lnTo>
                    <a:pt x="930829" y="1234427"/>
                  </a:lnTo>
                  <a:lnTo>
                    <a:pt x="930941" y="1235139"/>
                  </a:lnTo>
                  <a:lnTo>
                    <a:pt x="931560" y="1239089"/>
                  </a:lnTo>
                  <a:lnTo>
                    <a:pt x="932521" y="1240542"/>
                  </a:lnTo>
                  <a:lnTo>
                    <a:pt x="934311" y="1243252"/>
                  </a:lnTo>
                  <a:lnTo>
                    <a:pt x="942056" y="1243811"/>
                  </a:lnTo>
                  <a:lnTo>
                    <a:pt x="950379" y="1244486"/>
                  </a:lnTo>
                  <a:lnTo>
                    <a:pt x="956936" y="1241206"/>
                  </a:lnTo>
                  <a:lnTo>
                    <a:pt x="961996" y="1241802"/>
                  </a:lnTo>
                  <a:lnTo>
                    <a:pt x="964445" y="1242247"/>
                  </a:lnTo>
                  <a:lnTo>
                    <a:pt x="969764" y="1243211"/>
                  </a:lnTo>
                  <a:lnTo>
                    <a:pt x="972282" y="1247216"/>
                  </a:lnTo>
                  <a:lnTo>
                    <a:pt x="977528" y="1248765"/>
                  </a:lnTo>
                  <a:lnTo>
                    <a:pt x="979470" y="1253146"/>
                  </a:lnTo>
                  <a:lnTo>
                    <a:pt x="986226" y="1254358"/>
                  </a:lnTo>
                  <a:lnTo>
                    <a:pt x="988914" y="1254838"/>
                  </a:lnTo>
                  <a:lnTo>
                    <a:pt x="991732" y="1252773"/>
                  </a:lnTo>
                  <a:lnTo>
                    <a:pt x="992076" y="1252521"/>
                  </a:lnTo>
                  <a:lnTo>
                    <a:pt x="992773" y="1247786"/>
                  </a:lnTo>
                  <a:lnTo>
                    <a:pt x="1001129" y="1243212"/>
                  </a:lnTo>
                  <a:lnTo>
                    <a:pt x="1010703" y="1245440"/>
                  </a:lnTo>
                  <a:lnTo>
                    <a:pt x="1016967" y="1245169"/>
                  </a:lnTo>
                  <a:lnTo>
                    <a:pt x="1023164" y="1248838"/>
                  </a:lnTo>
                  <a:lnTo>
                    <a:pt x="1026941" y="1251054"/>
                  </a:lnTo>
                  <a:lnTo>
                    <a:pt x="1028727" y="1248918"/>
                  </a:lnTo>
                  <a:lnTo>
                    <a:pt x="1030713" y="1246541"/>
                  </a:lnTo>
                  <a:lnTo>
                    <a:pt x="1037252" y="1246255"/>
                  </a:lnTo>
                  <a:lnTo>
                    <a:pt x="1040923" y="1242950"/>
                  </a:lnTo>
                  <a:lnTo>
                    <a:pt x="1041752" y="1238770"/>
                  </a:lnTo>
                  <a:lnTo>
                    <a:pt x="1047517" y="1232903"/>
                  </a:lnTo>
                  <a:lnTo>
                    <a:pt x="1048450" y="1231619"/>
                  </a:lnTo>
                  <a:lnTo>
                    <a:pt x="1049889" y="1229638"/>
                  </a:lnTo>
                  <a:lnTo>
                    <a:pt x="1056072" y="1226659"/>
                  </a:lnTo>
                  <a:lnTo>
                    <a:pt x="1060869" y="1224020"/>
                  </a:lnTo>
                  <a:lnTo>
                    <a:pt x="1063478" y="1228278"/>
                  </a:lnTo>
                  <a:lnTo>
                    <a:pt x="1064595" y="1233169"/>
                  </a:lnTo>
                  <a:lnTo>
                    <a:pt x="1068101" y="1241848"/>
                  </a:lnTo>
                  <a:lnTo>
                    <a:pt x="1072639" y="1244967"/>
                  </a:lnTo>
                  <a:lnTo>
                    <a:pt x="1073944" y="1245863"/>
                  </a:lnTo>
                  <a:lnTo>
                    <a:pt x="1081216" y="1245035"/>
                  </a:lnTo>
                  <a:lnTo>
                    <a:pt x="1086893" y="1249199"/>
                  </a:lnTo>
                  <a:lnTo>
                    <a:pt x="1088183" y="1249917"/>
                  </a:lnTo>
                  <a:lnTo>
                    <a:pt x="1093257" y="1252743"/>
                  </a:lnTo>
                  <a:lnTo>
                    <a:pt x="1096955" y="1259007"/>
                  </a:lnTo>
                  <a:lnTo>
                    <a:pt x="1098414" y="1268508"/>
                  </a:lnTo>
                  <a:lnTo>
                    <a:pt x="1101604" y="1271543"/>
                  </a:lnTo>
                  <a:lnTo>
                    <a:pt x="1102292" y="1279969"/>
                  </a:lnTo>
                  <a:lnTo>
                    <a:pt x="1102212" y="1281017"/>
                  </a:lnTo>
                  <a:lnTo>
                    <a:pt x="1101820" y="1286141"/>
                  </a:lnTo>
                  <a:lnTo>
                    <a:pt x="1100817" y="1294797"/>
                  </a:lnTo>
                  <a:lnTo>
                    <a:pt x="1109879" y="1302018"/>
                  </a:lnTo>
                  <a:lnTo>
                    <a:pt x="1120035" y="1310839"/>
                  </a:lnTo>
                  <a:lnTo>
                    <a:pt x="1119587" y="1315823"/>
                  </a:lnTo>
                  <a:lnTo>
                    <a:pt x="1119333" y="1318632"/>
                  </a:lnTo>
                  <a:lnTo>
                    <a:pt x="1127005" y="1322673"/>
                  </a:lnTo>
                  <a:lnTo>
                    <a:pt x="1129654" y="1325844"/>
                  </a:lnTo>
                  <a:lnTo>
                    <a:pt x="1133389" y="1330309"/>
                  </a:lnTo>
                  <a:lnTo>
                    <a:pt x="1138436" y="1334261"/>
                  </a:lnTo>
                  <a:lnTo>
                    <a:pt x="1139473" y="1336113"/>
                  </a:lnTo>
                  <a:lnTo>
                    <a:pt x="1143289" y="1342918"/>
                  </a:lnTo>
                  <a:lnTo>
                    <a:pt x="1150813" y="1345506"/>
                  </a:lnTo>
                  <a:lnTo>
                    <a:pt x="1160350" y="1350821"/>
                  </a:lnTo>
                  <a:lnTo>
                    <a:pt x="1169004" y="1355392"/>
                  </a:lnTo>
                  <a:lnTo>
                    <a:pt x="1178398" y="1354180"/>
                  </a:lnTo>
                  <a:lnTo>
                    <a:pt x="1159968" y="1379002"/>
                  </a:lnTo>
                  <a:lnTo>
                    <a:pt x="1151424" y="1390435"/>
                  </a:lnTo>
                  <a:lnTo>
                    <a:pt x="1151037" y="1390998"/>
                  </a:lnTo>
                  <a:lnTo>
                    <a:pt x="1147839" y="1395656"/>
                  </a:lnTo>
                  <a:lnTo>
                    <a:pt x="1139299" y="1400212"/>
                  </a:lnTo>
                  <a:lnTo>
                    <a:pt x="1130228" y="1407565"/>
                  </a:lnTo>
                  <a:lnTo>
                    <a:pt x="1129834" y="1407885"/>
                  </a:lnTo>
                  <a:lnTo>
                    <a:pt x="1129236" y="1408484"/>
                  </a:lnTo>
                  <a:lnTo>
                    <a:pt x="1115661" y="1422073"/>
                  </a:lnTo>
                  <a:lnTo>
                    <a:pt x="1117328" y="1428590"/>
                  </a:lnTo>
                  <a:lnTo>
                    <a:pt x="1115369" y="1433314"/>
                  </a:lnTo>
                  <a:lnTo>
                    <a:pt x="1109462" y="1436709"/>
                  </a:lnTo>
                  <a:lnTo>
                    <a:pt x="1105053" y="1441836"/>
                  </a:lnTo>
                  <a:lnTo>
                    <a:pt x="1106687" y="1448277"/>
                  </a:lnTo>
                  <a:lnTo>
                    <a:pt x="1105441" y="1451566"/>
                  </a:lnTo>
                  <a:lnTo>
                    <a:pt x="1104655" y="1453638"/>
                  </a:lnTo>
                  <a:lnTo>
                    <a:pt x="1094079" y="1460272"/>
                  </a:lnTo>
                  <a:lnTo>
                    <a:pt x="1087875" y="1461133"/>
                  </a:lnTo>
                  <a:lnTo>
                    <a:pt x="1085326" y="1468592"/>
                  </a:lnTo>
                  <a:lnTo>
                    <a:pt x="1084432" y="1475519"/>
                  </a:lnTo>
                  <a:lnTo>
                    <a:pt x="1075057" y="1479498"/>
                  </a:lnTo>
                  <a:lnTo>
                    <a:pt x="1061372" y="1487399"/>
                  </a:lnTo>
                  <a:lnTo>
                    <a:pt x="1056913" y="1490892"/>
                  </a:lnTo>
                  <a:lnTo>
                    <a:pt x="1054527" y="1491378"/>
                  </a:lnTo>
                  <a:lnTo>
                    <a:pt x="1048071" y="1492692"/>
                  </a:lnTo>
                  <a:lnTo>
                    <a:pt x="1040249" y="1498319"/>
                  </a:lnTo>
                  <a:lnTo>
                    <a:pt x="1035033" y="1503568"/>
                  </a:lnTo>
                  <a:lnTo>
                    <a:pt x="1033941" y="1506100"/>
                  </a:lnTo>
                  <a:lnTo>
                    <a:pt x="1013926" y="1509543"/>
                  </a:lnTo>
                  <a:lnTo>
                    <a:pt x="1010343" y="1510089"/>
                  </a:lnTo>
                  <a:lnTo>
                    <a:pt x="1004714" y="1510942"/>
                  </a:lnTo>
                  <a:lnTo>
                    <a:pt x="981209" y="1515146"/>
                  </a:lnTo>
                  <a:lnTo>
                    <a:pt x="977867" y="1515714"/>
                  </a:lnTo>
                  <a:lnTo>
                    <a:pt x="954403" y="1519658"/>
                  </a:lnTo>
                  <a:lnTo>
                    <a:pt x="926958" y="1523938"/>
                  </a:lnTo>
                  <a:lnTo>
                    <a:pt x="926273" y="1524043"/>
                  </a:lnTo>
                  <a:lnTo>
                    <a:pt x="910531" y="1525764"/>
                  </a:lnTo>
                  <a:lnTo>
                    <a:pt x="907456" y="1526069"/>
                  </a:lnTo>
                  <a:lnTo>
                    <a:pt x="895396" y="1527254"/>
                  </a:lnTo>
                  <a:lnTo>
                    <a:pt x="877637" y="1529973"/>
                  </a:lnTo>
                  <a:lnTo>
                    <a:pt x="876224" y="1530188"/>
                  </a:lnTo>
                  <a:lnTo>
                    <a:pt x="875721" y="1530315"/>
                  </a:lnTo>
                  <a:lnTo>
                    <a:pt x="862075" y="1533760"/>
                  </a:lnTo>
                  <a:lnTo>
                    <a:pt x="857031" y="1535027"/>
                  </a:lnTo>
                  <a:lnTo>
                    <a:pt x="832993" y="1538521"/>
                  </a:lnTo>
                  <a:lnTo>
                    <a:pt x="827395" y="1539323"/>
                  </a:lnTo>
                  <a:lnTo>
                    <a:pt x="818970" y="1540521"/>
                  </a:lnTo>
                  <a:lnTo>
                    <a:pt x="808857" y="1541610"/>
                  </a:lnTo>
                  <a:lnTo>
                    <a:pt x="798309" y="1542732"/>
                  </a:lnTo>
                  <a:lnTo>
                    <a:pt x="786045" y="1544103"/>
                  </a:lnTo>
                  <a:lnTo>
                    <a:pt x="765611" y="1546345"/>
                  </a:lnTo>
                  <a:lnTo>
                    <a:pt x="756056" y="1547376"/>
                  </a:lnTo>
                  <a:lnTo>
                    <a:pt x="752036" y="1549852"/>
                  </a:lnTo>
                  <a:lnTo>
                    <a:pt x="750924" y="1549685"/>
                  </a:lnTo>
                  <a:lnTo>
                    <a:pt x="746352" y="1548993"/>
                  </a:lnTo>
                  <a:lnTo>
                    <a:pt x="730959" y="1551891"/>
                  </a:lnTo>
                  <a:lnTo>
                    <a:pt x="726078" y="1552804"/>
                  </a:lnTo>
                  <a:lnTo>
                    <a:pt x="701707" y="1557004"/>
                  </a:lnTo>
                  <a:lnTo>
                    <a:pt x="696377" y="1557912"/>
                  </a:lnTo>
                  <a:lnTo>
                    <a:pt x="674627" y="1561582"/>
                  </a:lnTo>
                  <a:lnTo>
                    <a:pt x="673464" y="1561776"/>
                  </a:lnTo>
                  <a:lnTo>
                    <a:pt x="644570" y="1566555"/>
                  </a:lnTo>
                  <a:lnTo>
                    <a:pt x="639354" y="1567479"/>
                  </a:lnTo>
                  <a:lnTo>
                    <a:pt x="623709" y="1570232"/>
                  </a:lnTo>
                  <a:lnTo>
                    <a:pt x="623565" y="1566427"/>
                  </a:lnTo>
                  <a:lnTo>
                    <a:pt x="607327" y="1567110"/>
                  </a:lnTo>
                  <a:lnTo>
                    <a:pt x="601508" y="1567810"/>
                  </a:lnTo>
                  <a:lnTo>
                    <a:pt x="603744" y="1573473"/>
                  </a:lnTo>
                  <a:lnTo>
                    <a:pt x="607194" y="1582867"/>
                  </a:lnTo>
                  <a:lnTo>
                    <a:pt x="606384" y="1589475"/>
                  </a:lnTo>
                  <a:lnTo>
                    <a:pt x="606100" y="1589523"/>
                  </a:lnTo>
                  <a:lnTo>
                    <a:pt x="598794" y="1590751"/>
                  </a:lnTo>
                  <a:lnTo>
                    <a:pt x="562923" y="1595445"/>
                  </a:lnTo>
                  <a:lnTo>
                    <a:pt x="560657" y="1595736"/>
                  </a:lnTo>
                  <a:lnTo>
                    <a:pt x="560217" y="1595796"/>
                  </a:lnTo>
                  <a:lnTo>
                    <a:pt x="530432" y="1599787"/>
                  </a:lnTo>
                  <a:lnTo>
                    <a:pt x="529399" y="1599924"/>
                  </a:lnTo>
                  <a:lnTo>
                    <a:pt x="528664" y="1600021"/>
                  </a:lnTo>
                  <a:lnTo>
                    <a:pt x="515781" y="1601710"/>
                  </a:lnTo>
                  <a:lnTo>
                    <a:pt x="491233" y="1604493"/>
                  </a:lnTo>
                  <a:lnTo>
                    <a:pt x="478019" y="1606729"/>
                  </a:lnTo>
                  <a:lnTo>
                    <a:pt x="470895" y="1607925"/>
                  </a:lnTo>
                  <a:lnTo>
                    <a:pt x="458805" y="1609588"/>
                  </a:lnTo>
                  <a:lnTo>
                    <a:pt x="455033" y="1605032"/>
                  </a:lnTo>
                  <a:close/>
                </a:path>
              </a:pathLst>
            </a:custGeom>
            <a:solidFill>
              <a:srgbClr val="C6437E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4"/>
            <p:cNvSpPr/>
            <p:nvPr/>
          </p:nvSpPr>
          <p:spPr>
            <a:xfrm>
              <a:off x="4230481" y="2934477"/>
              <a:ext cx="1031326" cy="2019440"/>
            </a:xfrm>
            <a:custGeom>
              <a:avLst/>
              <a:pathLst>
                <a:path w="1031326" h="2019440">
                  <a:moveTo>
                    <a:pt x="457200" y="1600200"/>
                  </a:moveTo>
                  <a:lnTo>
                    <a:pt x="456406" y="1587300"/>
                  </a:lnTo>
                  <a:lnTo>
                    <a:pt x="455770" y="1576973"/>
                  </a:lnTo>
                  <a:lnTo>
                    <a:pt x="454718" y="1559911"/>
                  </a:lnTo>
                  <a:lnTo>
                    <a:pt x="478587" y="1558191"/>
                  </a:lnTo>
                  <a:lnTo>
                    <a:pt x="479368" y="1558133"/>
                  </a:lnTo>
                  <a:lnTo>
                    <a:pt x="488131" y="1557485"/>
                  </a:lnTo>
                  <a:lnTo>
                    <a:pt x="509274" y="1555992"/>
                  </a:lnTo>
                  <a:lnTo>
                    <a:pt x="512455" y="1555763"/>
                  </a:lnTo>
                  <a:lnTo>
                    <a:pt x="524308" y="1554899"/>
                  </a:lnTo>
                  <a:lnTo>
                    <a:pt x="538776" y="1553790"/>
                  </a:lnTo>
                  <a:lnTo>
                    <a:pt x="543085" y="1553455"/>
                  </a:lnTo>
                  <a:lnTo>
                    <a:pt x="564879" y="1551775"/>
                  </a:lnTo>
                  <a:lnTo>
                    <a:pt x="566721" y="1551631"/>
                  </a:lnTo>
                  <a:lnTo>
                    <a:pt x="592597" y="1549814"/>
                  </a:lnTo>
                  <a:lnTo>
                    <a:pt x="615807" y="1548070"/>
                  </a:lnTo>
                  <a:lnTo>
                    <a:pt x="644905" y="1545842"/>
                  </a:lnTo>
                  <a:lnTo>
                    <a:pt x="660966" y="1544434"/>
                  </a:lnTo>
                  <a:lnTo>
                    <a:pt x="681186" y="1542620"/>
                  </a:lnTo>
                  <a:lnTo>
                    <a:pt x="721442" y="1538876"/>
                  </a:lnTo>
                  <a:lnTo>
                    <a:pt x="724446" y="1538598"/>
                  </a:lnTo>
                  <a:lnTo>
                    <a:pt x="726995" y="1538361"/>
                  </a:lnTo>
                  <a:lnTo>
                    <a:pt x="744866" y="1536680"/>
                  </a:lnTo>
                  <a:lnTo>
                    <a:pt x="755135" y="1535698"/>
                  </a:lnTo>
                  <a:lnTo>
                    <a:pt x="758702" y="1538261"/>
                  </a:lnTo>
                  <a:lnTo>
                    <a:pt x="765687" y="1542847"/>
                  </a:lnTo>
                  <a:lnTo>
                    <a:pt x="766404" y="1548895"/>
                  </a:lnTo>
                  <a:lnTo>
                    <a:pt x="759835" y="1554522"/>
                  </a:lnTo>
                  <a:lnTo>
                    <a:pt x="757766" y="1559283"/>
                  </a:lnTo>
                  <a:lnTo>
                    <a:pt x="758602" y="1563731"/>
                  </a:lnTo>
                  <a:lnTo>
                    <a:pt x="763605" y="1567699"/>
                  </a:lnTo>
                  <a:lnTo>
                    <a:pt x="769690" y="1568853"/>
                  </a:lnTo>
                  <a:lnTo>
                    <a:pt x="765783" y="1574278"/>
                  </a:lnTo>
                  <a:lnTo>
                    <a:pt x="768761" y="1584498"/>
                  </a:lnTo>
                  <a:lnTo>
                    <a:pt x="771530" y="1586895"/>
                  </a:lnTo>
                  <a:lnTo>
                    <a:pt x="772298" y="1587598"/>
                  </a:lnTo>
                  <a:lnTo>
                    <a:pt x="776867" y="1594112"/>
                  </a:lnTo>
                  <a:lnTo>
                    <a:pt x="771756" y="1595177"/>
                  </a:lnTo>
                  <a:lnTo>
                    <a:pt x="773395" y="1604205"/>
                  </a:lnTo>
                  <a:lnTo>
                    <a:pt x="782668" y="1604924"/>
                  </a:lnTo>
                  <a:lnTo>
                    <a:pt x="781335" y="1614157"/>
                  </a:lnTo>
                  <a:lnTo>
                    <a:pt x="788324" y="1614621"/>
                  </a:lnTo>
                  <a:lnTo>
                    <a:pt x="786198" y="1622139"/>
                  </a:lnTo>
                  <a:lnTo>
                    <a:pt x="782425" y="1631103"/>
                  </a:lnTo>
                  <a:lnTo>
                    <a:pt x="770163" y="1633200"/>
                  </a:lnTo>
                  <a:lnTo>
                    <a:pt x="778562" y="1644786"/>
                  </a:lnTo>
                  <a:lnTo>
                    <a:pt x="779142" y="1645585"/>
                  </a:lnTo>
                  <a:lnTo>
                    <a:pt x="775039" y="1652335"/>
                  </a:lnTo>
                  <a:lnTo>
                    <a:pt x="775162" y="1655655"/>
                  </a:lnTo>
                  <a:lnTo>
                    <a:pt x="771712" y="1660543"/>
                  </a:lnTo>
                  <a:lnTo>
                    <a:pt x="765537" y="1662899"/>
                  </a:lnTo>
                  <a:lnTo>
                    <a:pt x="765738" y="1669495"/>
                  </a:lnTo>
                  <a:lnTo>
                    <a:pt x="760537" y="1675401"/>
                  </a:lnTo>
                  <a:lnTo>
                    <a:pt x="759653" y="1676379"/>
                  </a:lnTo>
                  <a:lnTo>
                    <a:pt x="755177" y="1681322"/>
                  </a:lnTo>
                  <a:lnTo>
                    <a:pt x="749202" y="1680784"/>
                  </a:lnTo>
                  <a:lnTo>
                    <a:pt x="748216" y="1686292"/>
                  </a:lnTo>
                  <a:lnTo>
                    <a:pt x="752909" y="1692226"/>
                  </a:lnTo>
                  <a:lnTo>
                    <a:pt x="753136" y="1692512"/>
                  </a:lnTo>
                  <a:lnTo>
                    <a:pt x="746679" y="1694763"/>
                  </a:lnTo>
                  <a:lnTo>
                    <a:pt x="746067" y="1705800"/>
                  </a:lnTo>
                  <a:lnTo>
                    <a:pt x="739106" y="1709455"/>
                  </a:lnTo>
                  <a:lnTo>
                    <a:pt x="740126" y="1713429"/>
                  </a:lnTo>
                  <a:lnTo>
                    <a:pt x="742680" y="1718319"/>
                  </a:lnTo>
                  <a:lnTo>
                    <a:pt x="737290" y="1720335"/>
                  </a:lnTo>
                  <a:lnTo>
                    <a:pt x="734752" y="1725044"/>
                  </a:lnTo>
                  <a:lnTo>
                    <a:pt x="736103" y="1732298"/>
                  </a:lnTo>
                  <a:lnTo>
                    <a:pt x="734284" y="1738523"/>
                  </a:lnTo>
                  <a:lnTo>
                    <a:pt x="734437" y="1744957"/>
                  </a:lnTo>
                  <a:lnTo>
                    <a:pt x="737825" y="1750425"/>
                  </a:lnTo>
                  <a:lnTo>
                    <a:pt x="732253" y="1754703"/>
                  </a:lnTo>
                  <a:lnTo>
                    <a:pt x="726103" y="1754538"/>
                  </a:lnTo>
                  <a:lnTo>
                    <a:pt x="724002" y="1758891"/>
                  </a:lnTo>
                  <a:lnTo>
                    <a:pt x="730212" y="1763341"/>
                  </a:lnTo>
                  <a:lnTo>
                    <a:pt x="730129" y="1763560"/>
                  </a:lnTo>
                  <a:lnTo>
                    <a:pt x="727436" y="1770670"/>
                  </a:lnTo>
                  <a:lnTo>
                    <a:pt x="730787" y="1775983"/>
                  </a:lnTo>
                  <a:lnTo>
                    <a:pt x="734888" y="1780788"/>
                  </a:lnTo>
                  <a:lnTo>
                    <a:pt x="728105" y="1786967"/>
                  </a:lnTo>
                  <a:lnTo>
                    <a:pt x="727237" y="1787757"/>
                  </a:lnTo>
                  <a:lnTo>
                    <a:pt x="771316" y="1783385"/>
                  </a:lnTo>
                  <a:lnTo>
                    <a:pt x="776430" y="1782856"/>
                  </a:lnTo>
                  <a:lnTo>
                    <a:pt x="788809" y="1781562"/>
                  </a:lnTo>
                  <a:lnTo>
                    <a:pt x="813801" y="1778898"/>
                  </a:lnTo>
                  <a:lnTo>
                    <a:pt x="820952" y="1778123"/>
                  </a:lnTo>
                  <a:lnTo>
                    <a:pt x="841377" y="1775854"/>
                  </a:lnTo>
                  <a:lnTo>
                    <a:pt x="843469" y="1775619"/>
                  </a:lnTo>
                  <a:lnTo>
                    <a:pt x="864812" y="1773194"/>
                  </a:lnTo>
                  <a:lnTo>
                    <a:pt x="864951" y="1773178"/>
                  </a:lnTo>
                  <a:lnTo>
                    <a:pt x="874161" y="1772099"/>
                  </a:lnTo>
                  <a:lnTo>
                    <a:pt x="912714" y="1767478"/>
                  </a:lnTo>
                  <a:lnTo>
                    <a:pt x="919273" y="1766679"/>
                  </a:lnTo>
                  <a:lnTo>
                    <a:pt x="930741" y="1765284"/>
                  </a:lnTo>
                  <a:lnTo>
                    <a:pt x="929546" y="1776557"/>
                  </a:lnTo>
                  <a:lnTo>
                    <a:pt x="926274" y="1788469"/>
                  </a:lnTo>
                  <a:lnTo>
                    <a:pt x="922688" y="1800495"/>
                  </a:lnTo>
                  <a:lnTo>
                    <a:pt x="924505" y="1807544"/>
                  </a:lnTo>
                  <a:lnTo>
                    <a:pt x="925278" y="1810539"/>
                  </a:lnTo>
                  <a:lnTo>
                    <a:pt x="929671" y="1821529"/>
                  </a:lnTo>
                  <a:lnTo>
                    <a:pt x="939082" y="1829616"/>
                  </a:lnTo>
                  <a:lnTo>
                    <a:pt x="940724" y="1832340"/>
                  </a:lnTo>
                  <a:lnTo>
                    <a:pt x="943527" y="1836985"/>
                  </a:lnTo>
                  <a:lnTo>
                    <a:pt x="949621" y="1849413"/>
                  </a:lnTo>
                  <a:lnTo>
                    <a:pt x="953631" y="1860272"/>
                  </a:lnTo>
                  <a:lnTo>
                    <a:pt x="963028" y="1863654"/>
                  </a:lnTo>
                  <a:lnTo>
                    <a:pt x="954852" y="1869368"/>
                  </a:lnTo>
                  <a:lnTo>
                    <a:pt x="949581" y="1873042"/>
                  </a:lnTo>
                  <a:lnTo>
                    <a:pt x="947240" y="1878593"/>
                  </a:lnTo>
                  <a:lnTo>
                    <a:pt x="936988" y="1883628"/>
                  </a:lnTo>
                  <a:lnTo>
                    <a:pt x="930590" y="1887739"/>
                  </a:lnTo>
                  <a:lnTo>
                    <a:pt x="930590" y="1887991"/>
                  </a:lnTo>
                  <a:lnTo>
                    <a:pt x="930593" y="1895907"/>
                  </a:lnTo>
                  <a:lnTo>
                    <a:pt x="936927" y="1897485"/>
                  </a:lnTo>
                  <a:lnTo>
                    <a:pt x="942704" y="1898833"/>
                  </a:lnTo>
                  <a:lnTo>
                    <a:pt x="947837" y="1903637"/>
                  </a:lnTo>
                  <a:lnTo>
                    <a:pt x="953864" y="1904218"/>
                  </a:lnTo>
                  <a:lnTo>
                    <a:pt x="958916" y="1901396"/>
                  </a:lnTo>
                  <a:lnTo>
                    <a:pt x="960173" y="1888515"/>
                  </a:lnTo>
                  <a:lnTo>
                    <a:pt x="968093" y="1880430"/>
                  </a:lnTo>
                  <a:lnTo>
                    <a:pt x="973156" y="1877323"/>
                  </a:lnTo>
                  <a:lnTo>
                    <a:pt x="984200" y="1876183"/>
                  </a:lnTo>
                  <a:lnTo>
                    <a:pt x="987986" y="1871680"/>
                  </a:lnTo>
                  <a:lnTo>
                    <a:pt x="994926" y="1865412"/>
                  </a:lnTo>
                  <a:lnTo>
                    <a:pt x="1000098" y="1862971"/>
                  </a:lnTo>
                  <a:lnTo>
                    <a:pt x="1000953" y="1873497"/>
                  </a:lnTo>
                  <a:lnTo>
                    <a:pt x="998667" y="1882550"/>
                  </a:lnTo>
                  <a:lnTo>
                    <a:pt x="997892" y="1891117"/>
                  </a:lnTo>
                  <a:lnTo>
                    <a:pt x="997974" y="1897131"/>
                  </a:lnTo>
                  <a:lnTo>
                    <a:pt x="992800" y="1906989"/>
                  </a:lnTo>
                  <a:lnTo>
                    <a:pt x="995805" y="1912426"/>
                  </a:lnTo>
                  <a:lnTo>
                    <a:pt x="981794" y="1912390"/>
                  </a:lnTo>
                  <a:lnTo>
                    <a:pt x="982418" y="1923358"/>
                  </a:lnTo>
                  <a:lnTo>
                    <a:pt x="976146" y="1927868"/>
                  </a:lnTo>
                  <a:lnTo>
                    <a:pt x="972552" y="1930580"/>
                  </a:lnTo>
                  <a:lnTo>
                    <a:pt x="972169" y="1930869"/>
                  </a:lnTo>
                  <a:lnTo>
                    <a:pt x="968659" y="1929175"/>
                  </a:lnTo>
                  <a:lnTo>
                    <a:pt x="961909" y="1934751"/>
                  </a:lnTo>
                  <a:lnTo>
                    <a:pt x="966804" y="1942429"/>
                  </a:lnTo>
                  <a:lnTo>
                    <a:pt x="966891" y="1948603"/>
                  </a:lnTo>
                  <a:lnTo>
                    <a:pt x="971698" y="1955415"/>
                  </a:lnTo>
                  <a:lnTo>
                    <a:pt x="977457" y="1958239"/>
                  </a:lnTo>
                  <a:lnTo>
                    <a:pt x="988730" y="1958653"/>
                  </a:lnTo>
                  <a:lnTo>
                    <a:pt x="996138" y="1958203"/>
                  </a:lnTo>
                  <a:lnTo>
                    <a:pt x="1002678" y="1963754"/>
                  </a:lnTo>
                  <a:lnTo>
                    <a:pt x="1008809" y="1962050"/>
                  </a:lnTo>
                  <a:lnTo>
                    <a:pt x="1016820" y="1969139"/>
                  </a:lnTo>
                  <a:lnTo>
                    <a:pt x="1019521" y="1976237"/>
                  </a:lnTo>
                  <a:lnTo>
                    <a:pt x="1029420" y="1975528"/>
                  </a:lnTo>
                  <a:lnTo>
                    <a:pt x="1031326" y="1981287"/>
                  </a:lnTo>
                  <a:lnTo>
                    <a:pt x="1026643" y="1991359"/>
                  </a:lnTo>
                  <a:lnTo>
                    <a:pt x="1021435" y="1994084"/>
                  </a:lnTo>
                  <a:lnTo>
                    <a:pt x="1018506" y="1999977"/>
                  </a:lnTo>
                  <a:lnTo>
                    <a:pt x="1019645" y="2004565"/>
                  </a:lnTo>
                  <a:lnTo>
                    <a:pt x="1010997" y="2001807"/>
                  </a:lnTo>
                  <a:lnTo>
                    <a:pt x="1006110" y="1997960"/>
                  </a:lnTo>
                  <a:lnTo>
                    <a:pt x="999911" y="2004709"/>
                  </a:lnTo>
                  <a:lnTo>
                    <a:pt x="992288" y="2015148"/>
                  </a:lnTo>
                  <a:lnTo>
                    <a:pt x="990954" y="2004977"/>
                  </a:lnTo>
                  <a:lnTo>
                    <a:pt x="994872" y="1997674"/>
                  </a:lnTo>
                  <a:lnTo>
                    <a:pt x="991014" y="1991718"/>
                  </a:lnTo>
                  <a:lnTo>
                    <a:pt x="986080" y="1989160"/>
                  </a:lnTo>
                  <a:lnTo>
                    <a:pt x="979822" y="1981716"/>
                  </a:lnTo>
                  <a:lnTo>
                    <a:pt x="970602" y="1979420"/>
                  </a:lnTo>
                  <a:lnTo>
                    <a:pt x="965912" y="1978806"/>
                  </a:lnTo>
                  <a:lnTo>
                    <a:pt x="961847" y="1974509"/>
                  </a:lnTo>
                  <a:lnTo>
                    <a:pt x="952290" y="1973972"/>
                  </a:lnTo>
                  <a:lnTo>
                    <a:pt x="939465" y="1973651"/>
                  </a:lnTo>
                  <a:lnTo>
                    <a:pt x="935176" y="1975611"/>
                  </a:lnTo>
                  <a:lnTo>
                    <a:pt x="933258" y="1977583"/>
                  </a:lnTo>
                  <a:lnTo>
                    <a:pt x="927895" y="1983089"/>
                  </a:lnTo>
                  <a:lnTo>
                    <a:pt x="917644" y="1992975"/>
                  </a:lnTo>
                  <a:lnTo>
                    <a:pt x="914466" y="1995726"/>
                  </a:lnTo>
                  <a:lnTo>
                    <a:pt x="911125" y="1998615"/>
                  </a:lnTo>
                  <a:lnTo>
                    <a:pt x="900847" y="2007134"/>
                  </a:lnTo>
                  <a:lnTo>
                    <a:pt x="888967" y="2011109"/>
                  </a:lnTo>
                  <a:lnTo>
                    <a:pt x="880893" y="2012674"/>
                  </a:lnTo>
                  <a:lnTo>
                    <a:pt x="877312" y="2013365"/>
                  </a:lnTo>
                  <a:lnTo>
                    <a:pt x="872335" y="2013578"/>
                  </a:lnTo>
                  <a:lnTo>
                    <a:pt x="854473" y="2015653"/>
                  </a:lnTo>
                  <a:lnTo>
                    <a:pt x="844176" y="2018950"/>
                  </a:lnTo>
                  <a:lnTo>
                    <a:pt x="837155" y="2019440"/>
                  </a:lnTo>
                  <a:lnTo>
                    <a:pt x="830972" y="2018367"/>
                  </a:lnTo>
                  <a:lnTo>
                    <a:pt x="829377" y="2012481"/>
                  </a:lnTo>
                  <a:lnTo>
                    <a:pt x="821745" y="2006154"/>
                  </a:lnTo>
                  <a:lnTo>
                    <a:pt x="815326" y="2005942"/>
                  </a:lnTo>
                  <a:lnTo>
                    <a:pt x="804900" y="2004760"/>
                  </a:lnTo>
                  <a:lnTo>
                    <a:pt x="797592" y="2001742"/>
                  </a:lnTo>
                  <a:lnTo>
                    <a:pt x="784143" y="1999428"/>
                  </a:lnTo>
                  <a:lnTo>
                    <a:pt x="777503" y="1993773"/>
                  </a:lnTo>
                  <a:lnTo>
                    <a:pt x="783514" y="1989320"/>
                  </a:lnTo>
                  <a:lnTo>
                    <a:pt x="784306" y="1985330"/>
                  </a:lnTo>
                  <a:lnTo>
                    <a:pt x="776626" y="1982363"/>
                  </a:lnTo>
                  <a:lnTo>
                    <a:pt x="773070" y="1979107"/>
                  </a:lnTo>
                  <a:lnTo>
                    <a:pt x="774610" y="1976005"/>
                  </a:lnTo>
                  <a:lnTo>
                    <a:pt x="768978" y="1970036"/>
                  </a:lnTo>
                  <a:lnTo>
                    <a:pt x="762020" y="1974093"/>
                  </a:lnTo>
                  <a:lnTo>
                    <a:pt x="759044" y="1970772"/>
                  </a:lnTo>
                  <a:lnTo>
                    <a:pt x="753778" y="1967269"/>
                  </a:lnTo>
                  <a:lnTo>
                    <a:pt x="752729" y="1963115"/>
                  </a:lnTo>
                  <a:lnTo>
                    <a:pt x="751946" y="1959663"/>
                  </a:lnTo>
                  <a:lnTo>
                    <a:pt x="745257" y="1955753"/>
                  </a:lnTo>
                  <a:lnTo>
                    <a:pt x="740528" y="1956277"/>
                  </a:lnTo>
                  <a:lnTo>
                    <a:pt x="742001" y="1947629"/>
                  </a:lnTo>
                  <a:lnTo>
                    <a:pt x="736837" y="1942353"/>
                  </a:lnTo>
                  <a:lnTo>
                    <a:pt x="729204" y="1942647"/>
                  </a:lnTo>
                  <a:lnTo>
                    <a:pt x="721765" y="1946364"/>
                  </a:lnTo>
                  <a:lnTo>
                    <a:pt x="717115" y="1949550"/>
                  </a:lnTo>
                  <a:lnTo>
                    <a:pt x="716437" y="1954018"/>
                  </a:lnTo>
                  <a:lnTo>
                    <a:pt x="715671" y="1959062"/>
                  </a:lnTo>
                  <a:lnTo>
                    <a:pt x="723526" y="1962202"/>
                  </a:lnTo>
                  <a:lnTo>
                    <a:pt x="733848" y="1964518"/>
                  </a:lnTo>
                  <a:lnTo>
                    <a:pt x="728427" y="1974821"/>
                  </a:lnTo>
                  <a:lnTo>
                    <a:pt x="722796" y="1977392"/>
                  </a:lnTo>
                  <a:lnTo>
                    <a:pt x="712172" y="1972866"/>
                  </a:lnTo>
                  <a:lnTo>
                    <a:pt x="699170" y="1967363"/>
                  </a:lnTo>
                  <a:lnTo>
                    <a:pt x="697743" y="1966899"/>
                  </a:lnTo>
                  <a:lnTo>
                    <a:pt x="695317" y="1966108"/>
                  </a:lnTo>
                  <a:lnTo>
                    <a:pt x="685136" y="1967538"/>
                  </a:lnTo>
                  <a:lnTo>
                    <a:pt x="675406" y="1973649"/>
                  </a:lnTo>
                  <a:lnTo>
                    <a:pt x="667698" y="1975309"/>
                  </a:lnTo>
                  <a:lnTo>
                    <a:pt x="658161" y="1974171"/>
                  </a:lnTo>
                  <a:lnTo>
                    <a:pt x="651112" y="1973102"/>
                  </a:lnTo>
                  <a:lnTo>
                    <a:pt x="640701" y="1971982"/>
                  </a:lnTo>
                  <a:lnTo>
                    <a:pt x="635378" y="1971028"/>
                  </a:lnTo>
                  <a:lnTo>
                    <a:pt x="627802" y="1969664"/>
                  </a:lnTo>
                  <a:lnTo>
                    <a:pt x="605910" y="1962171"/>
                  </a:lnTo>
                  <a:lnTo>
                    <a:pt x="593256" y="1957813"/>
                  </a:lnTo>
                  <a:lnTo>
                    <a:pt x="582726" y="1955531"/>
                  </a:lnTo>
                  <a:lnTo>
                    <a:pt x="572918" y="1953666"/>
                  </a:lnTo>
                  <a:lnTo>
                    <a:pt x="560007" y="1954108"/>
                  </a:lnTo>
                  <a:lnTo>
                    <a:pt x="547533" y="1956020"/>
                  </a:lnTo>
                  <a:lnTo>
                    <a:pt x="533740" y="1957562"/>
                  </a:lnTo>
                  <a:lnTo>
                    <a:pt x="511853" y="1962504"/>
                  </a:lnTo>
                  <a:lnTo>
                    <a:pt x="505788" y="1965547"/>
                  </a:lnTo>
                  <a:lnTo>
                    <a:pt x="501766" y="1968881"/>
                  </a:lnTo>
                  <a:lnTo>
                    <a:pt x="498774" y="1964959"/>
                  </a:lnTo>
                  <a:lnTo>
                    <a:pt x="495495" y="1960540"/>
                  </a:lnTo>
                  <a:lnTo>
                    <a:pt x="491022" y="1955751"/>
                  </a:lnTo>
                  <a:lnTo>
                    <a:pt x="496821" y="1949320"/>
                  </a:lnTo>
                  <a:lnTo>
                    <a:pt x="498852" y="1946648"/>
                  </a:lnTo>
                  <a:lnTo>
                    <a:pt x="501064" y="1943737"/>
                  </a:lnTo>
                  <a:lnTo>
                    <a:pt x="503056" y="1936150"/>
                  </a:lnTo>
                  <a:lnTo>
                    <a:pt x="509775" y="1927376"/>
                  </a:lnTo>
                  <a:lnTo>
                    <a:pt x="513317" y="1923316"/>
                  </a:lnTo>
                  <a:lnTo>
                    <a:pt x="513544" y="1923055"/>
                  </a:lnTo>
                  <a:lnTo>
                    <a:pt x="513258" y="1915847"/>
                  </a:lnTo>
                  <a:lnTo>
                    <a:pt x="512643" y="1908317"/>
                  </a:lnTo>
                  <a:lnTo>
                    <a:pt x="511211" y="1902071"/>
                  </a:lnTo>
                  <a:lnTo>
                    <a:pt x="511315" y="1899748"/>
                  </a:lnTo>
                  <a:lnTo>
                    <a:pt x="511490" y="1895832"/>
                  </a:lnTo>
                  <a:lnTo>
                    <a:pt x="505338" y="1889546"/>
                  </a:lnTo>
                  <a:lnTo>
                    <a:pt x="506440" y="1881162"/>
                  </a:lnTo>
                  <a:lnTo>
                    <a:pt x="507170" y="1880426"/>
                  </a:lnTo>
                  <a:lnTo>
                    <a:pt x="510785" y="1876771"/>
                  </a:lnTo>
                  <a:lnTo>
                    <a:pt x="509391" y="1867410"/>
                  </a:lnTo>
                  <a:lnTo>
                    <a:pt x="507040" y="1862823"/>
                  </a:lnTo>
                  <a:lnTo>
                    <a:pt x="511497" y="1856588"/>
                  </a:lnTo>
                  <a:lnTo>
                    <a:pt x="511158" y="1852575"/>
                  </a:lnTo>
                  <a:lnTo>
                    <a:pt x="516664" y="1845393"/>
                  </a:lnTo>
                  <a:lnTo>
                    <a:pt x="517515" y="1838082"/>
                  </a:lnTo>
                  <a:lnTo>
                    <a:pt x="522197" y="1829747"/>
                  </a:lnTo>
                  <a:lnTo>
                    <a:pt x="522814" y="1821471"/>
                  </a:lnTo>
                  <a:lnTo>
                    <a:pt x="523183" y="1820447"/>
                  </a:lnTo>
                  <a:lnTo>
                    <a:pt x="525339" y="1814456"/>
                  </a:lnTo>
                  <a:lnTo>
                    <a:pt x="522973" y="1809359"/>
                  </a:lnTo>
                  <a:lnTo>
                    <a:pt x="523746" y="1804176"/>
                  </a:lnTo>
                  <a:lnTo>
                    <a:pt x="524288" y="1798786"/>
                  </a:lnTo>
                  <a:lnTo>
                    <a:pt x="522699" y="1789343"/>
                  </a:lnTo>
                  <a:lnTo>
                    <a:pt x="522796" y="1782305"/>
                  </a:lnTo>
                  <a:lnTo>
                    <a:pt x="520944" y="1782543"/>
                  </a:lnTo>
                  <a:lnTo>
                    <a:pt x="515823" y="1783197"/>
                  </a:lnTo>
                  <a:lnTo>
                    <a:pt x="515627" y="1783222"/>
                  </a:lnTo>
                  <a:lnTo>
                    <a:pt x="513788" y="1773840"/>
                  </a:lnTo>
                  <a:lnTo>
                    <a:pt x="506896" y="1769188"/>
                  </a:lnTo>
                  <a:lnTo>
                    <a:pt x="507088" y="1759997"/>
                  </a:lnTo>
                  <a:lnTo>
                    <a:pt x="503529" y="1753654"/>
                  </a:lnTo>
                  <a:lnTo>
                    <a:pt x="497688" y="1749090"/>
                  </a:lnTo>
                  <a:lnTo>
                    <a:pt x="499917" y="1744541"/>
                  </a:lnTo>
                  <a:lnTo>
                    <a:pt x="493163" y="1742151"/>
                  </a:lnTo>
                  <a:lnTo>
                    <a:pt x="487682" y="1735252"/>
                  </a:lnTo>
                  <a:lnTo>
                    <a:pt x="489323" y="1730636"/>
                  </a:lnTo>
                  <a:lnTo>
                    <a:pt x="490141" y="1720889"/>
                  </a:lnTo>
                  <a:lnTo>
                    <a:pt x="484025" y="1708343"/>
                  </a:lnTo>
                  <a:lnTo>
                    <a:pt x="481088" y="1703743"/>
                  </a:lnTo>
                  <a:lnTo>
                    <a:pt x="477394" y="1697950"/>
                  </a:lnTo>
                  <a:lnTo>
                    <a:pt x="469946" y="1694352"/>
                  </a:lnTo>
                  <a:lnTo>
                    <a:pt x="464040" y="1688163"/>
                  </a:lnTo>
                  <a:lnTo>
                    <a:pt x="462631" y="1686685"/>
                  </a:lnTo>
                  <a:lnTo>
                    <a:pt x="461445" y="1668727"/>
                  </a:lnTo>
                  <a:lnTo>
                    <a:pt x="461005" y="1661555"/>
                  </a:lnTo>
                  <a:lnTo>
                    <a:pt x="459734" y="1640878"/>
                  </a:lnTo>
                  <a:lnTo>
                    <a:pt x="459511" y="1637333"/>
                  </a:lnTo>
                  <a:lnTo>
                    <a:pt x="458176" y="1616101"/>
                  </a:lnTo>
                  <a:close/>
                </a:path>
              </a:pathLst>
            </a:custGeom>
            <a:solidFill>
              <a:srgbClr val="D95A6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5"/>
            <p:cNvSpPr/>
            <p:nvPr/>
          </p:nvSpPr>
          <p:spPr>
            <a:xfrm>
              <a:off x="6304875" y="1038838"/>
              <a:ext cx="464961" cy="1608598"/>
            </a:xfrm>
            <a:custGeom>
              <a:avLst/>
              <a:pathLst>
                <a:path w="464961" h="1608598">
                  <a:moveTo>
                    <a:pt x="457200" y="1600200"/>
                  </a:moveTo>
                  <a:lnTo>
                    <a:pt x="460309" y="1596264"/>
                  </a:lnTo>
                  <a:lnTo>
                    <a:pt x="464961" y="1601844"/>
                  </a:lnTo>
                  <a:lnTo>
                    <a:pt x="463885" y="1608598"/>
                  </a:lnTo>
                  <a:lnTo>
                    <a:pt x="457860" y="1606781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6"/>
            <p:cNvSpPr/>
            <p:nvPr/>
          </p:nvSpPr>
          <p:spPr>
            <a:xfrm>
              <a:off x="6065752" y="941199"/>
              <a:ext cx="809801" cy="1854086"/>
            </a:xfrm>
            <a:custGeom>
              <a:avLst/>
              <a:pathLst>
                <a:path w="809801" h="1854086">
                  <a:moveTo>
                    <a:pt x="457200" y="1600200"/>
                  </a:moveTo>
                  <a:lnTo>
                    <a:pt x="460591" y="1598020"/>
                  </a:lnTo>
                  <a:lnTo>
                    <a:pt x="461187" y="1593348"/>
                  </a:lnTo>
                  <a:lnTo>
                    <a:pt x="466865" y="1592947"/>
                  </a:lnTo>
                  <a:lnTo>
                    <a:pt x="471424" y="1595968"/>
                  </a:lnTo>
                  <a:lnTo>
                    <a:pt x="475502" y="1602109"/>
                  </a:lnTo>
                  <a:lnTo>
                    <a:pt x="479601" y="1601152"/>
                  </a:lnTo>
                  <a:lnTo>
                    <a:pt x="478783" y="1596421"/>
                  </a:lnTo>
                  <a:lnTo>
                    <a:pt x="478450" y="1594499"/>
                  </a:lnTo>
                  <a:lnTo>
                    <a:pt x="479055" y="1590923"/>
                  </a:lnTo>
                  <a:lnTo>
                    <a:pt x="476856" y="1587736"/>
                  </a:lnTo>
                  <a:lnTo>
                    <a:pt x="476355" y="1583174"/>
                  </a:lnTo>
                  <a:lnTo>
                    <a:pt x="473745" y="1580971"/>
                  </a:lnTo>
                  <a:lnTo>
                    <a:pt x="475908" y="1575950"/>
                  </a:lnTo>
                  <a:lnTo>
                    <a:pt x="478108" y="1575473"/>
                  </a:lnTo>
                  <a:lnTo>
                    <a:pt x="481453" y="1578100"/>
                  </a:lnTo>
                  <a:lnTo>
                    <a:pt x="485841" y="1577065"/>
                  </a:lnTo>
                  <a:lnTo>
                    <a:pt x="489793" y="1576978"/>
                  </a:lnTo>
                  <a:lnTo>
                    <a:pt x="487746" y="1571783"/>
                  </a:lnTo>
                  <a:lnTo>
                    <a:pt x="483492" y="1570114"/>
                  </a:lnTo>
                  <a:lnTo>
                    <a:pt x="477019" y="1564779"/>
                  </a:lnTo>
                  <a:lnTo>
                    <a:pt x="477432" y="1557353"/>
                  </a:lnTo>
                  <a:lnTo>
                    <a:pt x="478985" y="1552113"/>
                  </a:lnTo>
                  <a:lnTo>
                    <a:pt x="482179" y="1546465"/>
                  </a:lnTo>
                  <a:lnTo>
                    <a:pt x="483567" y="1540861"/>
                  </a:lnTo>
                  <a:lnTo>
                    <a:pt x="490360" y="1533269"/>
                  </a:lnTo>
                  <a:lnTo>
                    <a:pt x="494000" y="1527643"/>
                  </a:lnTo>
                  <a:lnTo>
                    <a:pt x="489123" y="1522605"/>
                  </a:lnTo>
                  <a:lnTo>
                    <a:pt x="489624" y="1519373"/>
                  </a:lnTo>
                  <a:lnTo>
                    <a:pt x="492869" y="1511930"/>
                  </a:lnTo>
                  <a:lnTo>
                    <a:pt x="496780" y="1505350"/>
                  </a:lnTo>
                  <a:lnTo>
                    <a:pt x="495366" y="1500144"/>
                  </a:lnTo>
                  <a:lnTo>
                    <a:pt x="493000" y="1497072"/>
                  </a:lnTo>
                  <a:lnTo>
                    <a:pt x="489277" y="1498667"/>
                  </a:lnTo>
                  <a:lnTo>
                    <a:pt x="488370" y="1493980"/>
                  </a:lnTo>
                  <a:lnTo>
                    <a:pt x="486300" y="1492070"/>
                  </a:lnTo>
                  <a:lnTo>
                    <a:pt x="485232" y="1486748"/>
                  </a:lnTo>
                  <a:lnTo>
                    <a:pt x="486607" y="1480809"/>
                  </a:lnTo>
                  <a:lnTo>
                    <a:pt x="486807" y="1475048"/>
                  </a:lnTo>
                  <a:lnTo>
                    <a:pt x="480794" y="1471585"/>
                  </a:lnTo>
                  <a:lnTo>
                    <a:pt x="480805" y="1463337"/>
                  </a:lnTo>
                  <a:lnTo>
                    <a:pt x="480856" y="1458149"/>
                  </a:lnTo>
                  <a:lnTo>
                    <a:pt x="482266" y="1455485"/>
                  </a:lnTo>
                  <a:lnTo>
                    <a:pt x="480688" y="1451836"/>
                  </a:lnTo>
                  <a:lnTo>
                    <a:pt x="482938" y="1446898"/>
                  </a:lnTo>
                  <a:lnTo>
                    <a:pt x="485217" y="1442819"/>
                  </a:lnTo>
                  <a:lnTo>
                    <a:pt x="487004" y="1438520"/>
                  </a:lnTo>
                  <a:lnTo>
                    <a:pt x="488218" y="1435484"/>
                  </a:lnTo>
                  <a:lnTo>
                    <a:pt x="483942" y="1417551"/>
                  </a:lnTo>
                  <a:lnTo>
                    <a:pt x="480314" y="1402422"/>
                  </a:lnTo>
                  <a:lnTo>
                    <a:pt x="485790" y="1375678"/>
                  </a:lnTo>
                  <a:lnTo>
                    <a:pt x="493489" y="1338374"/>
                  </a:lnTo>
                  <a:lnTo>
                    <a:pt x="497326" y="1319691"/>
                  </a:lnTo>
                  <a:lnTo>
                    <a:pt x="504186" y="1288467"/>
                  </a:lnTo>
                  <a:lnTo>
                    <a:pt x="509356" y="1287146"/>
                  </a:lnTo>
                  <a:lnTo>
                    <a:pt x="513738" y="1287396"/>
                  </a:lnTo>
                  <a:lnTo>
                    <a:pt x="519652" y="1286789"/>
                  </a:lnTo>
                  <a:lnTo>
                    <a:pt x="520679" y="1292437"/>
                  </a:lnTo>
                  <a:lnTo>
                    <a:pt x="528129" y="1307530"/>
                  </a:lnTo>
                  <a:lnTo>
                    <a:pt x="535337" y="1308946"/>
                  </a:lnTo>
                  <a:lnTo>
                    <a:pt x="541998" y="1310834"/>
                  </a:lnTo>
                  <a:lnTo>
                    <a:pt x="547633" y="1303296"/>
                  </a:lnTo>
                  <a:lnTo>
                    <a:pt x="556087" y="1296049"/>
                  </a:lnTo>
                  <a:lnTo>
                    <a:pt x="561180" y="1292943"/>
                  </a:lnTo>
                  <a:lnTo>
                    <a:pt x="560828" y="1288647"/>
                  </a:lnTo>
                  <a:lnTo>
                    <a:pt x="566291" y="1284255"/>
                  </a:lnTo>
                  <a:lnTo>
                    <a:pt x="570417" y="1283942"/>
                  </a:lnTo>
                  <a:lnTo>
                    <a:pt x="576540" y="1280454"/>
                  </a:lnTo>
                  <a:lnTo>
                    <a:pt x="574174" y="1276693"/>
                  </a:lnTo>
                  <a:lnTo>
                    <a:pt x="574489" y="1272605"/>
                  </a:lnTo>
                  <a:lnTo>
                    <a:pt x="581558" y="1269811"/>
                  </a:lnTo>
                  <a:lnTo>
                    <a:pt x="587221" y="1269291"/>
                  </a:lnTo>
                  <a:lnTo>
                    <a:pt x="592349" y="1270613"/>
                  </a:lnTo>
                  <a:lnTo>
                    <a:pt x="599802" y="1273189"/>
                  </a:lnTo>
                  <a:lnTo>
                    <a:pt x="608929" y="1276682"/>
                  </a:lnTo>
                  <a:lnTo>
                    <a:pt x="613498" y="1277685"/>
                  </a:lnTo>
                  <a:lnTo>
                    <a:pt x="622155" y="1284594"/>
                  </a:lnTo>
                  <a:lnTo>
                    <a:pt x="632368" y="1287448"/>
                  </a:lnTo>
                  <a:lnTo>
                    <a:pt x="645884" y="1318993"/>
                  </a:lnTo>
                  <a:lnTo>
                    <a:pt x="655601" y="1341441"/>
                  </a:lnTo>
                  <a:lnTo>
                    <a:pt x="672086" y="1378809"/>
                  </a:lnTo>
                  <a:lnTo>
                    <a:pt x="684134" y="1406850"/>
                  </a:lnTo>
                  <a:lnTo>
                    <a:pt x="689120" y="1418534"/>
                  </a:lnTo>
                  <a:lnTo>
                    <a:pt x="692420" y="1419892"/>
                  </a:lnTo>
                  <a:lnTo>
                    <a:pt x="690666" y="1427367"/>
                  </a:lnTo>
                  <a:lnTo>
                    <a:pt x="695703" y="1430610"/>
                  </a:lnTo>
                  <a:lnTo>
                    <a:pt x="694990" y="1437607"/>
                  </a:lnTo>
                  <a:lnTo>
                    <a:pt x="699169" y="1442752"/>
                  </a:lnTo>
                  <a:lnTo>
                    <a:pt x="700098" y="1449569"/>
                  </a:lnTo>
                  <a:lnTo>
                    <a:pt x="700116" y="1449705"/>
                  </a:lnTo>
                  <a:lnTo>
                    <a:pt x="707301" y="1446357"/>
                  </a:lnTo>
                  <a:lnTo>
                    <a:pt x="712428" y="1450806"/>
                  </a:lnTo>
                  <a:lnTo>
                    <a:pt x="716312" y="1450422"/>
                  </a:lnTo>
                  <a:lnTo>
                    <a:pt x="725168" y="1450121"/>
                  </a:lnTo>
                  <a:lnTo>
                    <a:pt x="730924" y="1446301"/>
                  </a:lnTo>
                  <a:lnTo>
                    <a:pt x="735019" y="1448994"/>
                  </a:lnTo>
                  <a:lnTo>
                    <a:pt x="738988" y="1456959"/>
                  </a:lnTo>
                  <a:lnTo>
                    <a:pt x="734571" y="1459568"/>
                  </a:lnTo>
                  <a:lnTo>
                    <a:pt x="736228" y="1465108"/>
                  </a:lnTo>
                  <a:lnTo>
                    <a:pt x="744577" y="1472260"/>
                  </a:lnTo>
                  <a:lnTo>
                    <a:pt x="745589" y="1481966"/>
                  </a:lnTo>
                  <a:lnTo>
                    <a:pt x="745631" y="1486405"/>
                  </a:lnTo>
                  <a:lnTo>
                    <a:pt x="749074" y="1488632"/>
                  </a:lnTo>
                  <a:lnTo>
                    <a:pt x="758324" y="1496597"/>
                  </a:lnTo>
                  <a:lnTo>
                    <a:pt x="763728" y="1498156"/>
                  </a:lnTo>
                  <a:lnTo>
                    <a:pt x="765964" y="1494244"/>
                  </a:lnTo>
                  <a:lnTo>
                    <a:pt x="765895" y="1488118"/>
                  </a:lnTo>
                  <a:lnTo>
                    <a:pt x="772152" y="1488064"/>
                  </a:lnTo>
                  <a:lnTo>
                    <a:pt x="775932" y="1487563"/>
                  </a:lnTo>
                  <a:lnTo>
                    <a:pt x="782289" y="1491741"/>
                  </a:lnTo>
                  <a:lnTo>
                    <a:pt x="786163" y="1496062"/>
                  </a:lnTo>
                  <a:lnTo>
                    <a:pt x="788798" y="1500313"/>
                  </a:lnTo>
                  <a:lnTo>
                    <a:pt x="797097" y="1509051"/>
                  </a:lnTo>
                  <a:lnTo>
                    <a:pt x="802861" y="1511558"/>
                  </a:lnTo>
                  <a:lnTo>
                    <a:pt x="804816" y="1518194"/>
                  </a:lnTo>
                  <a:lnTo>
                    <a:pt x="809801" y="1520370"/>
                  </a:lnTo>
                  <a:lnTo>
                    <a:pt x="806225" y="1528807"/>
                  </a:lnTo>
                  <a:lnTo>
                    <a:pt x="803787" y="1533538"/>
                  </a:lnTo>
                  <a:lnTo>
                    <a:pt x="802135" y="1539249"/>
                  </a:lnTo>
                  <a:lnTo>
                    <a:pt x="800102" y="1546256"/>
                  </a:lnTo>
                  <a:lnTo>
                    <a:pt x="796219" y="1551433"/>
                  </a:lnTo>
                  <a:lnTo>
                    <a:pt x="793391" y="1557942"/>
                  </a:lnTo>
                  <a:lnTo>
                    <a:pt x="786189" y="1557606"/>
                  </a:lnTo>
                  <a:lnTo>
                    <a:pt x="784828" y="1561258"/>
                  </a:lnTo>
                  <a:lnTo>
                    <a:pt x="781001" y="1563263"/>
                  </a:lnTo>
                  <a:lnTo>
                    <a:pt x="779722" y="1569940"/>
                  </a:lnTo>
                  <a:lnTo>
                    <a:pt x="779636" y="1576369"/>
                  </a:lnTo>
                  <a:lnTo>
                    <a:pt x="782681" y="1579596"/>
                  </a:lnTo>
                  <a:lnTo>
                    <a:pt x="778903" y="1587859"/>
                  </a:lnTo>
                  <a:lnTo>
                    <a:pt x="771682" y="1583011"/>
                  </a:lnTo>
                  <a:lnTo>
                    <a:pt x="768332" y="1579117"/>
                  </a:lnTo>
                  <a:lnTo>
                    <a:pt x="765216" y="1583770"/>
                  </a:lnTo>
                  <a:lnTo>
                    <a:pt x="758620" y="1587632"/>
                  </a:lnTo>
                  <a:lnTo>
                    <a:pt x="756531" y="1592694"/>
                  </a:lnTo>
                  <a:lnTo>
                    <a:pt x="757344" y="1598583"/>
                  </a:lnTo>
                  <a:lnTo>
                    <a:pt x="755006" y="1603092"/>
                  </a:lnTo>
                  <a:lnTo>
                    <a:pt x="751219" y="1602369"/>
                  </a:lnTo>
                  <a:lnTo>
                    <a:pt x="750834" y="1603110"/>
                  </a:lnTo>
                  <a:lnTo>
                    <a:pt x="748988" y="1606661"/>
                  </a:lnTo>
                  <a:lnTo>
                    <a:pt x="746017" y="1607497"/>
                  </a:lnTo>
                  <a:lnTo>
                    <a:pt x="746038" y="1615689"/>
                  </a:lnTo>
                  <a:lnTo>
                    <a:pt x="740055" y="1613626"/>
                  </a:lnTo>
                  <a:lnTo>
                    <a:pt x="737209" y="1611711"/>
                  </a:lnTo>
                  <a:lnTo>
                    <a:pt x="732744" y="1615453"/>
                  </a:lnTo>
                  <a:lnTo>
                    <a:pt x="736165" y="1620244"/>
                  </a:lnTo>
                  <a:lnTo>
                    <a:pt x="735730" y="1623419"/>
                  </a:lnTo>
                  <a:lnTo>
                    <a:pt x="734604" y="1629371"/>
                  </a:lnTo>
                  <a:lnTo>
                    <a:pt x="741002" y="1632281"/>
                  </a:lnTo>
                  <a:lnTo>
                    <a:pt x="729927" y="1635777"/>
                  </a:lnTo>
                  <a:lnTo>
                    <a:pt x="731051" y="1640479"/>
                  </a:lnTo>
                  <a:lnTo>
                    <a:pt x="733992" y="1651544"/>
                  </a:lnTo>
                  <a:lnTo>
                    <a:pt x="724899" y="1654218"/>
                  </a:lnTo>
                  <a:lnTo>
                    <a:pt x="720466" y="1658351"/>
                  </a:lnTo>
                  <a:lnTo>
                    <a:pt x="718628" y="1660482"/>
                  </a:lnTo>
                  <a:lnTo>
                    <a:pt x="715223" y="1664423"/>
                  </a:lnTo>
                  <a:lnTo>
                    <a:pt x="715440" y="1672768"/>
                  </a:lnTo>
                  <a:lnTo>
                    <a:pt x="712495" y="1674865"/>
                  </a:lnTo>
                  <a:lnTo>
                    <a:pt x="708091" y="1666764"/>
                  </a:lnTo>
                  <a:lnTo>
                    <a:pt x="700023" y="1672691"/>
                  </a:lnTo>
                  <a:lnTo>
                    <a:pt x="693867" y="1679696"/>
                  </a:lnTo>
                  <a:lnTo>
                    <a:pt x="688932" y="1674629"/>
                  </a:lnTo>
                  <a:lnTo>
                    <a:pt x="684010" y="1669412"/>
                  </a:lnTo>
                  <a:lnTo>
                    <a:pt x="686438" y="1664408"/>
                  </a:lnTo>
                  <a:lnTo>
                    <a:pt x="683719" y="1662745"/>
                  </a:lnTo>
                  <a:lnTo>
                    <a:pt x="678553" y="1659583"/>
                  </a:lnTo>
                  <a:lnTo>
                    <a:pt x="672406" y="1660529"/>
                  </a:lnTo>
                  <a:lnTo>
                    <a:pt x="670707" y="1660789"/>
                  </a:lnTo>
                  <a:lnTo>
                    <a:pt x="672429" y="1668578"/>
                  </a:lnTo>
                  <a:lnTo>
                    <a:pt x="672644" y="1674174"/>
                  </a:lnTo>
                  <a:lnTo>
                    <a:pt x="678562" y="1678698"/>
                  </a:lnTo>
                  <a:lnTo>
                    <a:pt x="677438" y="1684535"/>
                  </a:lnTo>
                  <a:lnTo>
                    <a:pt x="680955" y="1687655"/>
                  </a:lnTo>
                  <a:lnTo>
                    <a:pt x="679774" y="1692613"/>
                  </a:lnTo>
                  <a:lnTo>
                    <a:pt x="675224" y="1694156"/>
                  </a:lnTo>
                  <a:lnTo>
                    <a:pt x="671647" y="1695511"/>
                  </a:lnTo>
                  <a:lnTo>
                    <a:pt x="671114" y="1703321"/>
                  </a:lnTo>
                  <a:lnTo>
                    <a:pt x="668797" y="1704625"/>
                  </a:lnTo>
                  <a:lnTo>
                    <a:pt x="667572" y="1710486"/>
                  </a:lnTo>
                  <a:lnTo>
                    <a:pt x="665265" y="1714553"/>
                  </a:lnTo>
                  <a:lnTo>
                    <a:pt x="659727" y="1708480"/>
                  </a:lnTo>
                  <a:lnTo>
                    <a:pt x="656427" y="1706295"/>
                  </a:lnTo>
                  <a:lnTo>
                    <a:pt x="654797" y="1705215"/>
                  </a:lnTo>
                  <a:lnTo>
                    <a:pt x="653977" y="1710104"/>
                  </a:lnTo>
                  <a:lnTo>
                    <a:pt x="653287" y="1712228"/>
                  </a:lnTo>
                  <a:lnTo>
                    <a:pt x="651235" y="1722865"/>
                  </a:lnTo>
                  <a:lnTo>
                    <a:pt x="647033" y="1724068"/>
                  </a:lnTo>
                  <a:lnTo>
                    <a:pt x="645731" y="1727053"/>
                  </a:lnTo>
                  <a:lnTo>
                    <a:pt x="640697" y="1731749"/>
                  </a:lnTo>
                  <a:lnTo>
                    <a:pt x="637359" y="1734147"/>
                  </a:lnTo>
                  <a:lnTo>
                    <a:pt x="635782" y="1735280"/>
                  </a:lnTo>
                  <a:lnTo>
                    <a:pt x="634939" y="1742228"/>
                  </a:lnTo>
                  <a:lnTo>
                    <a:pt x="631277" y="1745846"/>
                  </a:lnTo>
                  <a:lnTo>
                    <a:pt x="630339" y="1749869"/>
                  </a:lnTo>
                  <a:lnTo>
                    <a:pt x="628407" y="1750170"/>
                  </a:lnTo>
                  <a:lnTo>
                    <a:pt x="625387" y="1744003"/>
                  </a:lnTo>
                  <a:lnTo>
                    <a:pt x="622970" y="1743931"/>
                  </a:lnTo>
                  <a:lnTo>
                    <a:pt x="620273" y="1743850"/>
                  </a:lnTo>
                  <a:lnTo>
                    <a:pt x="616057" y="1749708"/>
                  </a:lnTo>
                  <a:lnTo>
                    <a:pt x="616134" y="1754300"/>
                  </a:lnTo>
                  <a:lnTo>
                    <a:pt x="610222" y="1756190"/>
                  </a:lnTo>
                  <a:lnTo>
                    <a:pt x="610038" y="1761900"/>
                  </a:lnTo>
                  <a:lnTo>
                    <a:pt x="603964" y="1763916"/>
                  </a:lnTo>
                  <a:lnTo>
                    <a:pt x="603426" y="1768141"/>
                  </a:lnTo>
                  <a:lnTo>
                    <a:pt x="603420" y="1774776"/>
                  </a:lnTo>
                  <a:lnTo>
                    <a:pt x="606061" y="1779040"/>
                  </a:lnTo>
                  <a:lnTo>
                    <a:pt x="603606" y="1782450"/>
                  </a:lnTo>
                  <a:lnTo>
                    <a:pt x="597903" y="1786371"/>
                  </a:lnTo>
                  <a:lnTo>
                    <a:pt x="596409" y="1786842"/>
                  </a:lnTo>
                  <a:lnTo>
                    <a:pt x="594502" y="1787443"/>
                  </a:lnTo>
                  <a:lnTo>
                    <a:pt x="594343" y="1793222"/>
                  </a:lnTo>
                  <a:lnTo>
                    <a:pt x="600428" y="1794703"/>
                  </a:lnTo>
                  <a:lnTo>
                    <a:pt x="597743" y="1801935"/>
                  </a:lnTo>
                  <a:lnTo>
                    <a:pt x="597326" y="1809114"/>
                  </a:lnTo>
                  <a:lnTo>
                    <a:pt x="594118" y="1813187"/>
                  </a:lnTo>
                  <a:lnTo>
                    <a:pt x="589657" y="1814412"/>
                  </a:lnTo>
                  <a:lnTo>
                    <a:pt x="587623" y="1818203"/>
                  </a:lnTo>
                  <a:lnTo>
                    <a:pt x="587281" y="1825345"/>
                  </a:lnTo>
                  <a:lnTo>
                    <a:pt x="590170" y="1830757"/>
                  </a:lnTo>
                  <a:lnTo>
                    <a:pt x="591018" y="1838332"/>
                  </a:lnTo>
                  <a:lnTo>
                    <a:pt x="590082" y="1842605"/>
                  </a:lnTo>
                  <a:lnTo>
                    <a:pt x="588993" y="1850920"/>
                  </a:lnTo>
                  <a:lnTo>
                    <a:pt x="586543" y="1854086"/>
                  </a:lnTo>
                  <a:lnTo>
                    <a:pt x="581276" y="1853390"/>
                  </a:lnTo>
                  <a:lnTo>
                    <a:pt x="574129" y="1850294"/>
                  </a:lnTo>
                  <a:lnTo>
                    <a:pt x="573161" y="1849874"/>
                  </a:lnTo>
                  <a:lnTo>
                    <a:pt x="571248" y="1843770"/>
                  </a:lnTo>
                  <a:lnTo>
                    <a:pt x="570596" y="1838942"/>
                  </a:lnTo>
                  <a:lnTo>
                    <a:pt x="563350" y="1834576"/>
                  </a:lnTo>
                  <a:lnTo>
                    <a:pt x="556710" y="1829741"/>
                  </a:lnTo>
                  <a:lnTo>
                    <a:pt x="549464" y="1825575"/>
                  </a:lnTo>
                  <a:lnTo>
                    <a:pt x="548517" y="1818774"/>
                  </a:lnTo>
                  <a:lnTo>
                    <a:pt x="546166" y="1808795"/>
                  </a:lnTo>
                  <a:lnTo>
                    <a:pt x="544100" y="1805477"/>
                  </a:lnTo>
                  <a:lnTo>
                    <a:pt x="542060" y="1802200"/>
                  </a:lnTo>
                  <a:lnTo>
                    <a:pt x="535636" y="1787000"/>
                  </a:lnTo>
                  <a:lnTo>
                    <a:pt x="531207" y="1776263"/>
                  </a:lnTo>
                  <a:lnTo>
                    <a:pt x="528979" y="1770864"/>
                  </a:lnTo>
                  <a:lnTo>
                    <a:pt x="517012" y="1741166"/>
                  </a:lnTo>
                  <a:lnTo>
                    <a:pt x="509181" y="1721747"/>
                  </a:lnTo>
                  <a:lnTo>
                    <a:pt x="507919" y="1718708"/>
                  </a:lnTo>
                  <a:lnTo>
                    <a:pt x="507097" y="1716731"/>
                  </a:lnTo>
                  <a:lnTo>
                    <a:pt x="497484" y="1693626"/>
                  </a:lnTo>
                  <a:lnTo>
                    <a:pt x="486019" y="1666062"/>
                  </a:lnTo>
                  <a:lnTo>
                    <a:pt x="472739" y="1635527"/>
                  </a:lnTo>
                  <a:close/>
                </a:path>
              </a:pathLst>
            </a:custGeom>
            <a:solidFill>
              <a:srgbClr val="991B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7"/>
            <p:cNvSpPr/>
            <p:nvPr/>
          </p:nvSpPr>
          <p:spPr>
            <a:xfrm>
              <a:off x="5915148" y="1959430"/>
              <a:ext cx="465840" cy="1609036"/>
            </a:xfrm>
            <a:custGeom>
              <a:avLst/>
              <a:pathLst>
                <a:path w="465840" h="1609036">
                  <a:moveTo>
                    <a:pt x="457200" y="1600200"/>
                  </a:moveTo>
                  <a:lnTo>
                    <a:pt x="460449" y="1597761"/>
                  </a:lnTo>
                  <a:lnTo>
                    <a:pt x="464044" y="1600841"/>
                  </a:lnTo>
                  <a:lnTo>
                    <a:pt x="465840" y="1609036"/>
                  </a:lnTo>
                  <a:lnTo>
                    <a:pt x="459557" y="1608903"/>
                  </a:lnTo>
                  <a:close/>
                </a:path>
              </a:pathLst>
            </a:custGeom>
            <a:solidFill>
              <a:srgbClr val="8D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8"/>
            <p:cNvSpPr/>
            <p:nvPr/>
          </p:nvSpPr>
          <p:spPr>
            <a:xfrm>
              <a:off x="5554652" y="1888289"/>
              <a:ext cx="896646" cy="1680160"/>
            </a:xfrm>
            <a:custGeom>
              <a:avLst/>
              <a:pathLst>
                <a:path w="896646" h="1680160">
                  <a:moveTo>
                    <a:pt x="457200" y="1600199"/>
                  </a:moveTo>
                  <a:lnTo>
                    <a:pt x="451941" y="1577348"/>
                  </a:lnTo>
                  <a:lnTo>
                    <a:pt x="446949" y="1554168"/>
                  </a:lnTo>
                  <a:lnTo>
                    <a:pt x="454693" y="1552133"/>
                  </a:lnTo>
                  <a:lnTo>
                    <a:pt x="486569" y="1543665"/>
                  </a:lnTo>
                  <a:lnTo>
                    <a:pt x="497338" y="1540827"/>
                  </a:lnTo>
                  <a:lnTo>
                    <a:pt x="508373" y="1537900"/>
                  </a:lnTo>
                  <a:lnTo>
                    <a:pt x="516153" y="1535827"/>
                  </a:lnTo>
                  <a:lnTo>
                    <a:pt x="547654" y="1527420"/>
                  </a:lnTo>
                  <a:lnTo>
                    <a:pt x="551129" y="1526484"/>
                  </a:lnTo>
                  <a:lnTo>
                    <a:pt x="573463" y="1520410"/>
                  </a:lnTo>
                  <a:lnTo>
                    <a:pt x="575580" y="1519831"/>
                  </a:lnTo>
                  <a:lnTo>
                    <a:pt x="603730" y="1512148"/>
                  </a:lnTo>
                  <a:lnTo>
                    <a:pt x="631152" y="1504606"/>
                  </a:lnTo>
                  <a:lnTo>
                    <a:pt x="632066" y="1504347"/>
                  </a:lnTo>
                  <a:lnTo>
                    <a:pt x="652081" y="1498644"/>
                  </a:lnTo>
                  <a:lnTo>
                    <a:pt x="654174" y="1498046"/>
                  </a:lnTo>
                  <a:lnTo>
                    <a:pt x="674038" y="1492341"/>
                  </a:lnTo>
                  <a:lnTo>
                    <a:pt x="674791" y="1492123"/>
                  </a:lnTo>
                  <a:lnTo>
                    <a:pt x="693347" y="1486591"/>
                  </a:lnTo>
                  <a:lnTo>
                    <a:pt x="699831" y="1484645"/>
                  </a:lnTo>
                  <a:lnTo>
                    <a:pt x="701480" y="1484159"/>
                  </a:lnTo>
                  <a:lnTo>
                    <a:pt x="713149" y="1480712"/>
                  </a:lnTo>
                  <a:lnTo>
                    <a:pt x="726835" y="1476643"/>
                  </a:lnTo>
                  <a:lnTo>
                    <a:pt x="743129" y="1471757"/>
                  </a:lnTo>
                  <a:lnTo>
                    <a:pt x="743711" y="1471582"/>
                  </a:lnTo>
                  <a:lnTo>
                    <a:pt x="752572" y="1468899"/>
                  </a:lnTo>
                  <a:lnTo>
                    <a:pt x="784056" y="1459270"/>
                  </a:lnTo>
                  <a:lnTo>
                    <a:pt x="797854" y="1500262"/>
                  </a:lnTo>
                  <a:lnTo>
                    <a:pt x="801204" y="1509822"/>
                  </a:lnTo>
                  <a:lnTo>
                    <a:pt x="803283" y="1515757"/>
                  </a:lnTo>
                  <a:lnTo>
                    <a:pt x="807578" y="1528024"/>
                  </a:lnTo>
                  <a:lnTo>
                    <a:pt x="820556" y="1565136"/>
                  </a:lnTo>
                  <a:lnTo>
                    <a:pt x="828598" y="1588175"/>
                  </a:lnTo>
                  <a:lnTo>
                    <a:pt x="831662" y="1597014"/>
                  </a:lnTo>
                  <a:lnTo>
                    <a:pt x="832402" y="1599150"/>
                  </a:lnTo>
                  <a:lnTo>
                    <a:pt x="835818" y="1608935"/>
                  </a:lnTo>
                  <a:lnTo>
                    <a:pt x="855841" y="1603623"/>
                  </a:lnTo>
                  <a:lnTo>
                    <a:pt x="868618" y="1599829"/>
                  </a:lnTo>
                  <a:lnTo>
                    <a:pt x="883038" y="1595519"/>
                  </a:lnTo>
                  <a:lnTo>
                    <a:pt x="895610" y="1591539"/>
                  </a:lnTo>
                  <a:lnTo>
                    <a:pt x="896646" y="1607908"/>
                  </a:lnTo>
                  <a:lnTo>
                    <a:pt x="895478" y="1609950"/>
                  </a:lnTo>
                  <a:lnTo>
                    <a:pt x="894904" y="1622094"/>
                  </a:lnTo>
                  <a:lnTo>
                    <a:pt x="894862" y="1633992"/>
                  </a:lnTo>
                  <a:lnTo>
                    <a:pt x="894512" y="1638567"/>
                  </a:lnTo>
                  <a:lnTo>
                    <a:pt x="892381" y="1648267"/>
                  </a:lnTo>
                  <a:lnTo>
                    <a:pt x="858009" y="1663213"/>
                  </a:lnTo>
                  <a:lnTo>
                    <a:pt x="855251" y="1669746"/>
                  </a:lnTo>
                  <a:lnTo>
                    <a:pt x="849632" y="1668773"/>
                  </a:lnTo>
                  <a:lnTo>
                    <a:pt x="843896" y="1670351"/>
                  </a:lnTo>
                  <a:lnTo>
                    <a:pt x="838548" y="1679082"/>
                  </a:lnTo>
                  <a:lnTo>
                    <a:pt x="835618" y="1680160"/>
                  </a:lnTo>
                  <a:lnTo>
                    <a:pt x="833110" y="1673370"/>
                  </a:lnTo>
                  <a:lnTo>
                    <a:pt x="834821" y="1664439"/>
                  </a:lnTo>
                  <a:lnTo>
                    <a:pt x="833978" y="1661898"/>
                  </a:lnTo>
                  <a:lnTo>
                    <a:pt x="832153" y="1657105"/>
                  </a:lnTo>
                  <a:lnTo>
                    <a:pt x="824564" y="1656359"/>
                  </a:lnTo>
                  <a:lnTo>
                    <a:pt x="821973" y="1648914"/>
                  </a:lnTo>
                  <a:lnTo>
                    <a:pt x="828779" y="1645048"/>
                  </a:lnTo>
                  <a:lnTo>
                    <a:pt x="827094" y="1643090"/>
                  </a:lnTo>
                  <a:lnTo>
                    <a:pt x="825154" y="1640835"/>
                  </a:lnTo>
                  <a:lnTo>
                    <a:pt x="821721" y="1641238"/>
                  </a:lnTo>
                  <a:lnTo>
                    <a:pt x="819701" y="1641474"/>
                  </a:lnTo>
                  <a:lnTo>
                    <a:pt x="810744" y="1643417"/>
                  </a:lnTo>
                  <a:lnTo>
                    <a:pt x="813637" y="1651381"/>
                  </a:lnTo>
                  <a:lnTo>
                    <a:pt x="817674" y="1658698"/>
                  </a:lnTo>
                  <a:lnTo>
                    <a:pt x="819732" y="1663972"/>
                  </a:lnTo>
                  <a:lnTo>
                    <a:pt x="815433" y="1664015"/>
                  </a:lnTo>
                  <a:lnTo>
                    <a:pt x="809798" y="1660684"/>
                  </a:lnTo>
                  <a:lnTo>
                    <a:pt x="808199" y="1652331"/>
                  </a:lnTo>
                  <a:lnTo>
                    <a:pt x="802532" y="1648858"/>
                  </a:lnTo>
                  <a:lnTo>
                    <a:pt x="792473" y="1642254"/>
                  </a:lnTo>
                  <a:lnTo>
                    <a:pt x="788121" y="1641046"/>
                  </a:lnTo>
                  <a:lnTo>
                    <a:pt x="787594" y="1636306"/>
                  </a:lnTo>
                  <a:lnTo>
                    <a:pt x="783411" y="1632214"/>
                  </a:lnTo>
                  <a:lnTo>
                    <a:pt x="775296" y="1622981"/>
                  </a:lnTo>
                  <a:lnTo>
                    <a:pt x="779107" y="1615361"/>
                  </a:lnTo>
                  <a:lnTo>
                    <a:pt x="777039" y="1612407"/>
                  </a:lnTo>
                  <a:lnTo>
                    <a:pt x="776668" y="1607240"/>
                  </a:lnTo>
                  <a:lnTo>
                    <a:pt x="780992" y="1605362"/>
                  </a:lnTo>
                  <a:lnTo>
                    <a:pt x="783700" y="1604980"/>
                  </a:lnTo>
                  <a:lnTo>
                    <a:pt x="787194" y="1604005"/>
                  </a:lnTo>
                  <a:lnTo>
                    <a:pt x="785737" y="1600433"/>
                  </a:lnTo>
                  <a:lnTo>
                    <a:pt x="784196" y="1596656"/>
                  </a:lnTo>
                  <a:lnTo>
                    <a:pt x="781954" y="1597650"/>
                  </a:lnTo>
                  <a:lnTo>
                    <a:pt x="777011" y="1593625"/>
                  </a:lnTo>
                  <a:lnTo>
                    <a:pt x="773666" y="1594640"/>
                  </a:lnTo>
                  <a:lnTo>
                    <a:pt x="770398" y="1599983"/>
                  </a:lnTo>
                  <a:lnTo>
                    <a:pt x="767806" y="1599847"/>
                  </a:lnTo>
                  <a:lnTo>
                    <a:pt x="767034" y="1594311"/>
                  </a:lnTo>
                  <a:lnTo>
                    <a:pt x="761555" y="1592453"/>
                  </a:lnTo>
                  <a:lnTo>
                    <a:pt x="761498" y="1588377"/>
                  </a:lnTo>
                  <a:lnTo>
                    <a:pt x="767639" y="1585435"/>
                  </a:lnTo>
                  <a:lnTo>
                    <a:pt x="769361" y="1577738"/>
                  </a:lnTo>
                  <a:lnTo>
                    <a:pt x="775486" y="1581062"/>
                  </a:lnTo>
                  <a:lnTo>
                    <a:pt x="777510" y="1578194"/>
                  </a:lnTo>
                  <a:lnTo>
                    <a:pt x="776107" y="1575201"/>
                  </a:lnTo>
                  <a:lnTo>
                    <a:pt x="774118" y="1570958"/>
                  </a:lnTo>
                  <a:lnTo>
                    <a:pt x="773058" y="1566610"/>
                  </a:lnTo>
                  <a:lnTo>
                    <a:pt x="768719" y="1567926"/>
                  </a:lnTo>
                  <a:lnTo>
                    <a:pt x="763111" y="1571815"/>
                  </a:lnTo>
                  <a:lnTo>
                    <a:pt x="763328" y="1578429"/>
                  </a:lnTo>
                  <a:lnTo>
                    <a:pt x="759766" y="1580767"/>
                  </a:lnTo>
                  <a:lnTo>
                    <a:pt x="758157" y="1569646"/>
                  </a:lnTo>
                  <a:lnTo>
                    <a:pt x="759549" y="1560444"/>
                  </a:lnTo>
                  <a:lnTo>
                    <a:pt x="760320" y="1555862"/>
                  </a:lnTo>
                  <a:lnTo>
                    <a:pt x="764071" y="1556194"/>
                  </a:lnTo>
                  <a:lnTo>
                    <a:pt x="767462" y="1556492"/>
                  </a:lnTo>
                  <a:lnTo>
                    <a:pt x="764870" y="1547734"/>
                  </a:lnTo>
                  <a:lnTo>
                    <a:pt x="762732" y="1544683"/>
                  </a:lnTo>
                  <a:lnTo>
                    <a:pt x="758919" y="1542399"/>
                  </a:lnTo>
                  <a:lnTo>
                    <a:pt x="759898" y="1533261"/>
                  </a:lnTo>
                  <a:lnTo>
                    <a:pt x="760926" y="1525565"/>
                  </a:lnTo>
                  <a:lnTo>
                    <a:pt x="763024" y="1521153"/>
                  </a:lnTo>
                  <a:lnTo>
                    <a:pt x="763420" y="1516163"/>
                  </a:lnTo>
                  <a:lnTo>
                    <a:pt x="766684" y="1510421"/>
                  </a:lnTo>
                  <a:lnTo>
                    <a:pt x="770636" y="1507199"/>
                  </a:lnTo>
                  <a:lnTo>
                    <a:pt x="772290" y="1505849"/>
                  </a:lnTo>
                  <a:lnTo>
                    <a:pt x="774711" y="1502457"/>
                  </a:lnTo>
                  <a:lnTo>
                    <a:pt x="772907" y="1497948"/>
                  </a:lnTo>
                  <a:lnTo>
                    <a:pt x="770614" y="1498704"/>
                  </a:lnTo>
                  <a:lnTo>
                    <a:pt x="768506" y="1499399"/>
                  </a:lnTo>
                  <a:lnTo>
                    <a:pt x="762297" y="1507414"/>
                  </a:lnTo>
                  <a:lnTo>
                    <a:pt x="756960" y="1515895"/>
                  </a:lnTo>
                  <a:lnTo>
                    <a:pt x="752068" y="1524117"/>
                  </a:lnTo>
                  <a:lnTo>
                    <a:pt x="750376" y="1528316"/>
                  </a:lnTo>
                  <a:lnTo>
                    <a:pt x="748930" y="1531898"/>
                  </a:lnTo>
                  <a:lnTo>
                    <a:pt x="746214" y="1534396"/>
                  </a:lnTo>
                  <a:lnTo>
                    <a:pt x="745331" y="1535208"/>
                  </a:lnTo>
                  <a:lnTo>
                    <a:pt x="743467" y="1539161"/>
                  </a:lnTo>
                  <a:lnTo>
                    <a:pt x="739959" y="1540176"/>
                  </a:lnTo>
                  <a:lnTo>
                    <a:pt x="736795" y="1541256"/>
                  </a:lnTo>
                  <a:lnTo>
                    <a:pt x="736462" y="1542076"/>
                  </a:lnTo>
                  <a:lnTo>
                    <a:pt x="735173" y="1545252"/>
                  </a:lnTo>
                  <a:lnTo>
                    <a:pt x="745613" y="1548199"/>
                  </a:lnTo>
                  <a:lnTo>
                    <a:pt x="747908" y="1554090"/>
                  </a:lnTo>
                  <a:lnTo>
                    <a:pt x="749349" y="1558810"/>
                  </a:lnTo>
                  <a:lnTo>
                    <a:pt x="752787" y="1561810"/>
                  </a:lnTo>
                  <a:lnTo>
                    <a:pt x="748683" y="1566754"/>
                  </a:lnTo>
                  <a:lnTo>
                    <a:pt x="747502" y="1570541"/>
                  </a:lnTo>
                  <a:lnTo>
                    <a:pt x="749944" y="1571831"/>
                  </a:lnTo>
                  <a:lnTo>
                    <a:pt x="749292" y="1576402"/>
                  </a:lnTo>
                  <a:lnTo>
                    <a:pt x="749031" y="1577122"/>
                  </a:lnTo>
                  <a:lnTo>
                    <a:pt x="748083" y="1579739"/>
                  </a:lnTo>
                  <a:lnTo>
                    <a:pt x="746772" y="1584524"/>
                  </a:lnTo>
                  <a:lnTo>
                    <a:pt x="749677" y="1585291"/>
                  </a:lnTo>
                  <a:lnTo>
                    <a:pt x="747957" y="1592554"/>
                  </a:lnTo>
                  <a:lnTo>
                    <a:pt x="746033" y="1597126"/>
                  </a:lnTo>
                  <a:lnTo>
                    <a:pt x="750045" y="1600114"/>
                  </a:lnTo>
                  <a:lnTo>
                    <a:pt x="750388" y="1601538"/>
                  </a:lnTo>
                  <a:lnTo>
                    <a:pt x="751824" y="1607498"/>
                  </a:lnTo>
                  <a:lnTo>
                    <a:pt x="755037" y="1612839"/>
                  </a:lnTo>
                  <a:lnTo>
                    <a:pt x="756974" y="1622273"/>
                  </a:lnTo>
                  <a:lnTo>
                    <a:pt x="761119" y="1628405"/>
                  </a:lnTo>
                  <a:lnTo>
                    <a:pt x="766317" y="1632151"/>
                  </a:lnTo>
                  <a:lnTo>
                    <a:pt x="773396" y="1636974"/>
                  </a:lnTo>
                  <a:lnTo>
                    <a:pt x="774916" y="1640210"/>
                  </a:lnTo>
                  <a:lnTo>
                    <a:pt x="775051" y="1645578"/>
                  </a:lnTo>
                  <a:lnTo>
                    <a:pt x="775079" y="1646677"/>
                  </a:lnTo>
                  <a:lnTo>
                    <a:pt x="778213" y="1647715"/>
                  </a:lnTo>
                  <a:lnTo>
                    <a:pt x="778384" y="1655071"/>
                  </a:lnTo>
                  <a:lnTo>
                    <a:pt x="784047" y="1661432"/>
                  </a:lnTo>
                  <a:lnTo>
                    <a:pt x="788461" y="1665322"/>
                  </a:lnTo>
                  <a:lnTo>
                    <a:pt x="788750" y="1670334"/>
                  </a:lnTo>
                  <a:lnTo>
                    <a:pt x="791624" y="1677690"/>
                  </a:lnTo>
                  <a:lnTo>
                    <a:pt x="785579" y="1673856"/>
                  </a:lnTo>
                  <a:lnTo>
                    <a:pt x="778811" y="1670656"/>
                  </a:lnTo>
                  <a:lnTo>
                    <a:pt x="774210" y="1672471"/>
                  </a:lnTo>
                  <a:lnTo>
                    <a:pt x="767469" y="1669608"/>
                  </a:lnTo>
                  <a:lnTo>
                    <a:pt x="760795" y="1663576"/>
                  </a:lnTo>
                  <a:lnTo>
                    <a:pt x="752428" y="1663390"/>
                  </a:lnTo>
                  <a:lnTo>
                    <a:pt x="746199" y="1665099"/>
                  </a:lnTo>
                  <a:lnTo>
                    <a:pt x="739511" y="1664821"/>
                  </a:lnTo>
                  <a:lnTo>
                    <a:pt x="737353" y="1664661"/>
                  </a:lnTo>
                  <a:lnTo>
                    <a:pt x="733540" y="1664379"/>
                  </a:lnTo>
                  <a:lnTo>
                    <a:pt x="726786" y="1660805"/>
                  </a:lnTo>
                  <a:lnTo>
                    <a:pt x="720668" y="1657880"/>
                  </a:lnTo>
                  <a:lnTo>
                    <a:pt x="715842" y="1649545"/>
                  </a:lnTo>
                  <a:lnTo>
                    <a:pt x="713715" y="1647079"/>
                  </a:lnTo>
                  <a:lnTo>
                    <a:pt x="708886" y="1651185"/>
                  </a:lnTo>
                  <a:lnTo>
                    <a:pt x="704885" y="1654163"/>
                  </a:lnTo>
                  <a:lnTo>
                    <a:pt x="697660" y="1660131"/>
                  </a:lnTo>
                  <a:lnTo>
                    <a:pt x="691368" y="1654742"/>
                  </a:lnTo>
                  <a:lnTo>
                    <a:pt x="689358" y="1641967"/>
                  </a:lnTo>
                  <a:lnTo>
                    <a:pt x="693206" y="1632750"/>
                  </a:lnTo>
                  <a:lnTo>
                    <a:pt x="697844" y="1629643"/>
                  </a:lnTo>
                  <a:lnTo>
                    <a:pt x="697080" y="1627171"/>
                  </a:lnTo>
                  <a:lnTo>
                    <a:pt x="695625" y="1622533"/>
                  </a:lnTo>
                  <a:lnTo>
                    <a:pt x="698946" y="1617481"/>
                  </a:lnTo>
                  <a:lnTo>
                    <a:pt x="699392" y="1616801"/>
                  </a:lnTo>
                  <a:lnTo>
                    <a:pt x="701815" y="1616053"/>
                  </a:lnTo>
                  <a:lnTo>
                    <a:pt x="702045" y="1612338"/>
                  </a:lnTo>
                  <a:lnTo>
                    <a:pt x="701792" y="1611266"/>
                  </a:lnTo>
                  <a:lnTo>
                    <a:pt x="700682" y="1606549"/>
                  </a:lnTo>
                  <a:lnTo>
                    <a:pt x="700500" y="1605779"/>
                  </a:lnTo>
                  <a:lnTo>
                    <a:pt x="704513" y="1598603"/>
                  </a:lnTo>
                  <a:lnTo>
                    <a:pt x="709207" y="1590068"/>
                  </a:lnTo>
                  <a:lnTo>
                    <a:pt x="698260" y="1583756"/>
                  </a:lnTo>
                  <a:lnTo>
                    <a:pt x="693742" y="1581145"/>
                  </a:lnTo>
                  <a:lnTo>
                    <a:pt x="688445" y="1590642"/>
                  </a:lnTo>
                  <a:lnTo>
                    <a:pt x="685011" y="1587739"/>
                  </a:lnTo>
                  <a:lnTo>
                    <a:pt x="681854" y="1588355"/>
                  </a:lnTo>
                  <a:lnTo>
                    <a:pt x="679733" y="1588768"/>
                  </a:lnTo>
                  <a:lnTo>
                    <a:pt x="674790" y="1587835"/>
                  </a:lnTo>
                  <a:lnTo>
                    <a:pt x="673608" y="1582832"/>
                  </a:lnTo>
                  <a:lnTo>
                    <a:pt x="667059" y="1581429"/>
                  </a:lnTo>
                  <a:lnTo>
                    <a:pt x="665150" y="1581459"/>
                  </a:lnTo>
                  <a:lnTo>
                    <a:pt x="663871" y="1581478"/>
                  </a:lnTo>
                  <a:lnTo>
                    <a:pt x="662221" y="1581503"/>
                  </a:lnTo>
                  <a:lnTo>
                    <a:pt x="652274" y="1582466"/>
                  </a:lnTo>
                  <a:lnTo>
                    <a:pt x="649619" y="1579388"/>
                  </a:lnTo>
                  <a:lnTo>
                    <a:pt x="645571" y="1578543"/>
                  </a:lnTo>
                  <a:lnTo>
                    <a:pt x="644180" y="1573713"/>
                  </a:lnTo>
                  <a:lnTo>
                    <a:pt x="646648" y="1569814"/>
                  </a:lnTo>
                  <a:lnTo>
                    <a:pt x="647980" y="1565120"/>
                  </a:lnTo>
                  <a:lnTo>
                    <a:pt x="643593" y="1562168"/>
                  </a:lnTo>
                  <a:lnTo>
                    <a:pt x="637498" y="1560213"/>
                  </a:lnTo>
                  <a:lnTo>
                    <a:pt x="633548" y="1558373"/>
                  </a:lnTo>
                  <a:lnTo>
                    <a:pt x="625906" y="1558559"/>
                  </a:lnTo>
                  <a:lnTo>
                    <a:pt x="624812" y="1558744"/>
                  </a:lnTo>
                  <a:lnTo>
                    <a:pt x="620858" y="1559411"/>
                  </a:lnTo>
                  <a:lnTo>
                    <a:pt x="617424" y="1556221"/>
                  </a:lnTo>
                  <a:lnTo>
                    <a:pt x="616442" y="1550192"/>
                  </a:lnTo>
                  <a:lnTo>
                    <a:pt x="608767" y="1542707"/>
                  </a:lnTo>
                  <a:lnTo>
                    <a:pt x="606811" y="1539999"/>
                  </a:lnTo>
                  <a:lnTo>
                    <a:pt x="604843" y="1537275"/>
                  </a:lnTo>
                  <a:lnTo>
                    <a:pt x="602359" y="1529987"/>
                  </a:lnTo>
                  <a:lnTo>
                    <a:pt x="592901" y="1529966"/>
                  </a:lnTo>
                  <a:lnTo>
                    <a:pt x="585693" y="1532777"/>
                  </a:lnTo>
                  <a:lnTo>
                    <a:pt x="583173" y="1530962"/>
                  </a:lnTo>
                  <a:lnTo>
                    <a:pt x="576591" y="1526213"/>
                  </a:lnTo>
                  <a:lnTo>
                    <a:pt x="563875" y="1531291"/>
                  </a:lnTo>
                  <a:lnTo>
                    <a:pt x="556663" y="1536873"/>
                  </a:lnTo>
                  <a:lnTo>
                    <a:pt x="554925" y="1537666"/>
                  </a:lnTo>
                  <a:lnTo>
                    <a:pt x="550510" y="1539678"/>
                  </a:lnTo>
                  <a:lnTo>
                    <a:pt x="547234" y="1548179"/>
                  </a:lnTo>
                  <a:lnTo>
                    <a:pt x="546286" y="1553302"/>
                  </a:lnTo>
                  <a:lnTo>
                    <a:pt x="545605" y="1553455"/>
                  </a:lnTo>
                  <a:lnTo>
                    <a:pt x="534220" y="1555999"/>
                  </a:lnTo>
                  <a:lnTo>
                    <a:pt x="527863" y="1555860"/>
                  </a:lnTo>
                  <a:lnTo>
                    <a:pt x="522723" y="1555744"/>
                  </a:lnTo>
                  <a:lnTo>
                    <a:pt x="518158" y="1549985"/>
                  </a:lnTo>
                  <a:lnTo>
                    <a:pt x="514340" y="1547284"/>
                  </a:lnTo>
                  <a:lnTo>
                    <a:pt x="509524" y="1559481"/>
                  </a:lnTo>
                  <a:lnTo>
                    <a:pt x="503305" y="1570754"/>
                  </a:lnTo>
                  <a:lnTo>
                    <a:pt x="503174" y="1575880"/>
                  </a:lnTo>
                  <a:lnTo>
                    <a:pt x="494909" y="1573768"/>
                  </a:lnTo>
                  <a:lnTo>
                    <a:pt x="491988" y="1574601"/>
                  </a:lnTo>
                  <a:lnTo>
                    <a:pt x="489795" y="1575226"/>
                  </a:lnTo>
                  <a:lnTo>
                    <a:pt x="484963" y="1585732"/>
                  </a:lnTo>
                  <a:lnTo>
                    <a:pt x="478286" y="1597111"/>
                  </a:lnTo>
                  <a:lnTo>
                    <a:pt x="476797" y="1599641"/>
                  </a:lnTo>
                  <a:lnTo>
                    <a:pt x="471232" y="1605158"/>
                  </a:lnTo>
                  <a:lnTo>
                    <a:pt x="466130" y="1612908"/>
                  </a:lnTo>
                  <a:lnTo>
                    <a:pt x="460977" y="1617094"/>
                  </a:lnTo>
                  <a:close/>
                </a:path>
              </a:pathLst>
            </a:custGeom>
            <a:solidFill>
              <a:srgbClr val="8D14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89"/>
            <p:cNvSpPr/>
            <p:nvPr/>
          </p:nvSpPr>
          <p:spPr>
            <a:xfrm>
              <a:off x="6306934" y="1388429"/>
              <a:ext cx="486239" cy="1605374"/>
            </a:xfrm>
            <a:custGeom>
              <a:avLst/>
              <a:pathLst>
                <a:path w="486239" h="1605374">
                  <a:moveTo>
                    <a:pt x="457199" y="1600200"/>
                  </a:moveTo>
                  <a:lnTo>
                    <a:pt x="464078" y="1597069"/>
                  </a:lnTo>
                  <a:lnTo>
                    <a:pt x="473658" y="1592546"/>
                  </a:lnTo>
                  <a:lnTo>
                    <a:pt x="473107" y="1582978"/>
                  </a:lnTo>
                  <a:lnTo>
                    <a:pt x="480030" y="1584714"/>
                  </a:lnTo>
                  <a:lnTo>
                    <a:pt x="486239" y="1595051"/>
                  </a:lnTo>
                  <a:lnTo>
                    <a:pt x="482671" y="1600059"/>
                  </a:lnTo>
                  <a:lnTo>
                    <a:pt x="475529" y="1602469"/>
                  </a:lnTo>
                  <a:lnTo>
                    <a:pt x="465354" y="1605374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0"/>
            <p:cNvSpPr/>
            <p:nvPr/>
          </p:nvSpPr>
          <p:spPr>
            <a:xfrm>
              <a:off x="6257116" y="1401808"/>
              <a:ext cx="490334" cy="1611953"/>
            </a:xfrm>
            <a:custGeom>
              <a:avLst/>
              <a:pathLst>
                <a:path w="490334" h="1611953">
                  <a:moveTo>
                    <a:pt x="457199" y="1600200"/>
                  </a:moveTo>
                  <a:lnTo>
                    <a:pt x="463218" y="1596242"/>
                  </a:lnTo>
                  <a:lnTo>
                    <a:pt x="466105" y="1584928"/>
                  </a:lnTo>
                  <a:lnTo>
                    <a:pt x="471509" y="1577310"/>
                  </a:lnTo>
                  <a:lnTo>
                    <a:pt x="477077" y="1579143"/>
                  </a:lnTo>
                  <a:lnTo>
                    <a:pt x="483172" y="1580584"/>
                  </a:lnTo>
                  <a:lnTo>
                    <a:pt x="486195" y="1580195"/>
                  </a:lnTo>
                  <a:lnTo>
                    <a:pt x="490334" y="1587450"/>
                  </a:lnTo>
                  <a:lnTo>
                    <a:pt x="479427" y="1592263"/>
                  </a:lnTo>
                  <a:lnTo>
                    <a:pt x="469707" y="1596848"/>
                  </a:lnTo>
                  <a:lnTo>
                    <a:pt x="464905" y="1603965"/>
                  </a:lnTo>
                  <a:lnTo>
                    <a:pt x="462599" y="1611953"/>
                  </a:lnTo>
                  <a:lnTo>
                    <a:pt x="458780" y="1604536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1"/>
            <p:cNvSpPr/>
            <p:nvPr/>
          </p:nvSpPr>
          <p:spPr>
            <a:xfrm>
              <a:off x="5996884" y="1397751"/>
              <a:ext cx="783414" cy="1603967"/>
            </a:xfrm>
            <a:custGeom>
              <a:avLst/>
              <a:pathLst>
                <a:path w="783414" h="1603967">
                  <a:moveTo>
                    <a:pt x="457200" y="1600200"/>
                  </a:moveTo>
                  <a:lnTo>
                    <a:pt x="454042" y="1544895"/>
                  </a:lnTo>
                  <a:lnTo>
                    <a:pt x="452235" y="1514093"/>
                  </a:lnTo>
                  <a:lnTo>
                    <a:pt x="473043" y="1507495"/>
                  </a:lnTo>
                  <a:lnTo>
                    <a:pt x="481028" y="1504944"/>
                  </a:lnTo>
                  <a:lnTo>
                    <a:pt x="486682" y="1503131"/>
                  </a:lnTo>
                  <a:lnTo>
                    <a:pt x="491420" y="1501607"/>
                  </a:lnTo>
                  <a:lnTo>
                    <a:pt x="521604" y="1492151"/>
                  </a:lnTo>
                  <a:lnTo>
                    <a:pt x="536692" y="1487363"/>
                  </a:lnTo>
                  <a:lnTo>
                    <a:pt x="550311" y="1483009"/>
                  </a:lnTo>
                  <a:lnTo>
                    <a:pt x="551467" y="1482638"/>
                  </a:lnTo>
                  <a:lnTo>
                    <a:pt x="567091" y="1477595"/>
                  </a:lnTo>
                  <a:lnTo>
                    <a:pt x="569687" y="1476753"/>
                  </a:lnTo>
                  <a:lnTo>
                    <a:pt x="582803" y="1472482"/>
                  </a:lnTo>
                  <a:lnTo>
                    <a:pt x="592171" y="1469335"/>
                  </a:lnTo>
                  <a:lnTo>
                    <a:pt x="616471" y="1461170"/>
                  </a:lnTo>
                  <a:lnTo>
                    <a:pt x="621387" y="1459479"/>
                  </a:lnTo>
                  <a:lnTo>
                    <a:pt x="623015" y="1453556"/>
                  </a:lnTo>
                  <a:lnTo>
                    <a:pt x="623828" y="1453228"/>
                  </a:lnTo>
                  <a:lnTo>
                    <a:pt x="629142" y="1451082"/>
                  </a:lnTo>
                  <a:lnTo>
                    <a:pt x="626522" y="1444914"/>
                  </a:lnTo>
                  <a:lnTo>
                    <a:pt x="628530" y="1440810"/>
                  </a:lnTo>
                  <a:lnTo>
                    <a:pt x="631487" y="1440173"/>
                  </a:lnTo>
                  <a:lnTo>
                    <a:pt x="636115" y="1439174"/>
                  </a:lnTo>
                  <a:lnTo>
                    <a:pt x="636358" y="1435738"/>
                  </a:lnTo>
                  <a:lnTo>
                    <a:pt x="636631" y="1431852"/>
                  </a:lnTo>
                  <a:lnTo>
                    <a:pt x="641641" y="1428607"/>
                  </a:lnTo>
                  <a:lnTo>
                    <a:pt x="643969" y="1425612"/>
                  </a:lnTo>
                  <a:lnTo>
                    <a:pt x="650127" y="1425191"/>
                  </a:lnTo>
                  <a:lnTo>
                    <a:pt x="654021" y="1423423"/>
                  </a:lnTo>
                  <a:lnTo>
                    <a:pt x="658935" y="1433766"/>
                  </a:lnTo>
                  <a:lnTo>
                    <a:pt x="664752" y="1441091"/>
                  </a:lnTo>
                  <a:lnTo>
                    <a:pt x="670109" y="1444635"/>
                  </a:lnTo>
                  <a:lnTo>
                    <a:pt x="674479" y="1443933"/>
                  </a:lnTo>
                  <a:lnTo>
                    <a:pt x="676378" y="1439539"/>
                  </a:lnTo>
                  <a:lnTo>
                    <a:pt x="680466" y="1439544"/>
                  </a:lnTo>
                  <a:lnTo>
                    <a:pt x="683027" y="1444326"/>
                  </a:lnTo>
                  <a:lnTo>
                    <a:pt x="680200" y="1452559"/>
                  </a:lnTo>
                  <a:lnTo>
                    <a:pt x="676716" y="1454557"/>
                  </a:lnTo>
                  <a:lnTo>
                    <a:pt x="668502" y="1459848"/>
                  </a:lnTo>
                  <a:lnTo>
                    <a:pt x="665246" y="1462635"/>
                  </a:lnTo>
                  <a:lnTo>
                    <a:pt x="668861" y="1469314"/>
                  </a:lnTo>
                  <a:lnTo>
                    <a:pt x="665464" y="1473355"/>
                  </a:lnTo>
                  <a:lnTo>
                    <a:pt x="665024" y="1479260"/>
                  </a:lnTo>
                  <a:lnTo>
                    <a:pt x="661565" y="1480880"/>
                  </a:lnTo>
                  <a:lnTo>
                    <a:pt x="659277" y="1481950"/>
                  </a:lnTo>
                  <a:lnTo>
                    <a:pt x="659476" y="1482383"/>
                  </a:lnTo>
                  <a:lnTo>
                    <a:pt x="662867" y="1489780"/>
                  </a:lnTo>
                  <a:lnTo>
                    <a:pt x="662846" y="1489991"/>
                  </a:lnTo>
                  <a:lnTo>
                    <a:pt x="662699" y="1491514"/>
                  </a:lnTo>
                  <a:lnTo>
                    <a:pt x="662397" y="1494632"/>
                  </a:lnTo>
                  <a:lnTo>
                    <a:pt x="663156" y="1495465"/>
                  </a:lnTo>
                  <a:lnTo>
                    <a:pt x="667239" y="1499947"/>
                  </a:lnTo>
                  <a:lnTo>
                    <a:pt x="668234" y="1497653"/>
                  </a:lnTo>
                  <a:lnTo>
                    <a:pt x="669868" y="1493882"/>
                  </a:lnTo>
                  <a:lnTo>
                    <a:pt x="673155" y="1493306"/>
                  </a:lnTo>
                  <a:lnTo>
                    <a:pt x="677093" y="1496175"/>
                  </a:lnTo>
                  <a:lnTo>
                    <a:pt x="678535" y="1496097"/>
                  </a:lnTo>
                  <a:lnTo>
                    <a:pt x="682994" y="1495855"/>
                  </a:lnTo>
                  <a:lnTo>
                    <a:pt x="683826" y="1496250"/>
                  </a:lnTo>
                  <a:lnTo>
                    <a:pt x="689766" y="1499064"/>
                  </a:lnTo>
                  <a:lnTo>
                    <a:pt x="696945" y="1506834"/>
                  </a:lnTo>
                  <a:lnTo>
                    <a:pt x="703129" y="1511407"/>
                  </a:lnTo>
                  <a:lnTo>
                    <a:pt x="704162" y="1515832"/>
                  </a:lnTo>
                  <a:lnTo>
                    <a:pt x="702963" y="1521751"/>
                  </a:lnTo>
                  <a:lnTo>
                    <a:pt x="706275" y="1526547"/>
                  </a:lnTo>
                  <a:lnTo>
                    <a:pt x="711750" y="1527128"/>
                  </a:lnTo>
                  <a:lnTo>
                    <a:pt x="713444" y="1525217"/>
                  </a:lnTo>
                  <a:lnTo>
                    <a:pt x="718037" y="1527941"/>
                  </a:lnTo>
                  <a:lnTo>
                    <a:pt x="722303" y="1534138"/>
                  </a:lnTo>
                  <a:lnTo>
                    <a:pt x="722830" y="1539746"/>
                  </a:lnTo>
                  <a:lnTo>
                    <a:pt x="723401" y="1540082"/>
                  </a:lnTo>
                  <a:lnTo>
                    <a:pt x="728634" y="1543165"/>
                  </a:lnTo>
                  <a:lnTo>
                    <a:pt x="734000" y="1543926"/>
                  </a:lnTo>
                  <a:lnTo>
                    <a:pt x="744781" y="1542018"/>
                  </a:lnTo>
                  <a:lnTo>
                    <a:pt x="749810" y="1542051"/>
                  </a:lnTo>
                  <a:lnTo>
                    <a:pt x="753665" y="1537616"/>
                  </a:lnTo>
                  <a:lnTo>
                    <a:pt x="760990" y="1532598"/>
                  </a:lnTo>
                  <a:lnTo>
                    <a:pt x="768021" y="1525967"/>
                  </a:lnTo>
                  <a:lnTo>
                    <a:pt x="768874" y="1522762"/>
                  </a:lnTo>
                  <a:lnTo>
                    <a:pt x="766765" y="1517642"/>
                  </a:lnTo>
                  <a:lnTo>
                    <a:pt x="760003" y="1515894"/>
                  </a:lnTo>
                  <a:lnTo>
                    <a:pt x="757234" y="1509698"/>
                  </a:lnTo>
                  <a:lnTo>
                    <a:pt x="753201" y="1501332"/>
                  </a:lnTo>
                  <a:lnTo>
                    <a:pt x="746890" y="1501842"/>
                  </a:lnTo>
                  <a:lnTo>
                    <a:pt x="743778" y="1503949"/>
                  </a:lnTo>
                  <a:lnTo>
                    <a:pt x="737252" y="1500581"/>
                  </a:lnTo>
                  <a:lnTo>
                    <a:pt x="741194" y="1496517"/>
                  </a:lnTo>
                  <a:lnTo>
                    <a:pt x="744998" y="1493592"/>
                  </a:lnTo>
                  <a:lnTo>
                    <a:pt x="753813" y="1493951"/>
                  </a:lnTo>
                  <a:lnTo>
                    <a:pt x="761356" y="1499853"/>
                  </a:lnTo>
                  <a:lnTo>
                    <a:pt x="766244" y="1507984"/>
                  </a:lnTo>
                  <a:lnTo>
                    <a:pt x="774604" y="1520378"/>
                  </a:lnTo>
                  <a:lnTo>
                    <a:pt x="780407" y="1534058"/>
                  </a:lnTo>
                  <a:lnTo>
                    <a:pt x="783180" y="1542330"/>
                  </a:lnTo>
                  <a:lnTo>
                    <a:pt x="783414" y="1551943"/>
                  </a:lnTo>
                  <a:lnTo>
                    <a:pt x="779779" y="1554349"/>
                  </a:lnTo>
                  <a:lnTo>
                    <a:pt x="776414" y="1545387"/>
                  </a:lnTo>
                  <a:lnTo>
                    <a:pt x="774579" y="1539087"/>
                  </a:lnTo>
                  <a:lnTo>
                    <a:pt x="770739" y="1541511"/>
                  </a:lnTo>
                  <a:lnTo>
                    <a:pt x="762574" y="1546667"/>
                  </a:lnTo>
                  <a:lnTo>
                    <a:pt x="754508" y="1554243"/>
                  </a:lnTo>
                  <a:lnTo>
                    <a:pt x="749525" y="1554459"/>
                  </a:lnTo>
                  <a:lnTo>
                    <a:pt x="743814" y="1559942"/>
                  </a:lnTo>
                  <a:lnTo>
                    <a:pt x="740616" y="1563151"/>
                  </a:lnTo>
                  <a:lnTo>
                    <a:pt x="739395" y="1568128"/>
                  </a:lnTo>
                  <a:lnTo>
                    <a:pt x="732687" y="1572092"/>
                  </a:lnTo>
                  <a:lnTo>
                    <a:pt x="725846" y="1578682"/>
                  </a:lnTo>
                  <a:lnTo>
                    <a:pt x="724823" y="1579898"/>
                  </a:lnTo>
                  <a:lnTo>
                    <a:pt x="720355" y="1585200"/>
                  </a:lnTo>
                  <a:lnTo>
                    <a:pt x="717245" y="1591787"/>
                  </a:lnTo>
                  <a:lnTo>
                    <a:pt x="712334" y="1596434"/>
                  </a:lnTo>
                  <a:lnTo>
                    <a:pt x="705214" y="1601373"/>
                  </a:lnTo>
                  <a:lnTo>
                    <a:pt x="704454" y="1595526"/>
                  </a:lnTo>
                  <a:lnTo>
                    <a:pt x="713650" y="1586243"/>
                  </a:lnTo>
                  <a:lnTo>
                    <a:pt x="718643" y="1578173"/>
                  </a:lnTo>
                  <a:lnTo>
                    <a:pt x="720364" y="1575386"/>
                  </a:lnTo>
                  <a:lnTo>
                    <a:pt x="718751" y="1570124"/>
                  </a:lnTo>
                  <a:lnTo>
                    <a:pt x="716500" y="1569438"/>
                  </a:lnTo>
                  <a:lnTo>
                    <a:pt x="711091" y="1567787"/>
                  </a:lnTo>
                  <a:lnTo>
                    <a:pt x="709494" y="1573804"/>
                  </a:lnTo>
                  <a:lnTo>
                    <a:pt x="708747" y="1576609"/>
                  </a:lnTo>
                  <a:lnTo>
                    <a:pt x="705881" y="1577097"/>
                  </a:lnTo>
                  <a:lnTo>
                    <a:pt x="701422" y="1580176"/>
                  </a:lnTo>
                  <a:lnTo>
                    <a:pt x="700268" y="1585597"/>
                  </a:lnTo>
                  <a:lnTo>
                    <a:pt x="698105" y="1590469"/>
                  </a:lnTo>
                  <a:lnTo>
                    <a:pt x="693945" y="1593529"/>
                  </a:lnTo>
                  <a:lnTo>
                    <a:pt x="689203" y="1593939"/>
                  </a:lnTo>
                  <a:lnTo>
                    <a:pt x="686698" y="1596479"/>
                  </a:lnTo>
                  <a:lnTo>
                    <a:pt x="680837" y="1584529"/>
                  </a:lnTo>
                  <a:lnTo>
                    <a:pt x="680177" y="1582241"/>
                  </a:lnTo>
                  <a:lnTo>
                    <a:pt x="678818" y="1577539"/>
                  </a:lnTo>
                  <a:lnTo>
                    <a:pt x="672806" y="1577783"/>
                  </a:lnTo>
                  <a:lnTo>
                    <a:pt x="671057" y="1576391"/>
                  </a:lnTo>
                  <a:lnTo>
                    <a:pt x="663935" y="1570719"/>
                  </a:lnTo>
                  <a:lnTo>
                    <a:pt x="658090" y="1569550"/>
                  </a:lnTo>
                  <a:lnTo>
                    <a:pt x="656839" y="1569299"/>
                  </a:lnTo>
                  <a:lnTo>
                    <a:pt x="653902" y="1563750"/>
                  </a:lnTo>
                  <a:lnTo>
                    <a:pt x="651361" y="1556438"/>
                  </a:lnTo>
                  <a:lnTo>
                    <a:pt x="647741" y="1557818"/>
                  </a:lnTo>
                  <a:lnTo>
                    <a:pt x="645300" y="1550800"/>
                  </a:lnTo>
                  <a:lnTo>
                    <a:pt x="643925" y="1546880"/>
                  </a:lnTo>
                  <a:lnTo>
                    <a:pt x="642518" y="1542870"/>
                  </a:lnTo>
                  <a:lnTo>
                    <a:pt x="632661" y="1546939"/>
                  </a:lnTo>
                  <a:lnTo>
                    <a:pt x="627492" y="1549065"/>
                  </a:lnTo>
                  <a:lnTo>
                    <a:pt x="624820" y="1550168"/>
                  </a:lnTo>
                  <a:lnTo>
                    <a:pt x="623503" y="1550710"/>
                  </a:lnTo>
                  <a:lnTo>
                    <a:pt x="607236" y="1557389"/>
                  </a:lnTo>
                  <a:lnTo>
                    <a:pt x="606477" y="1555587"/>
                  </a:lnTo>
                  <a:lnTo>
                    <a:pt x="602561" y="1556917"/>
                  </a:lnTo>
                  <a:lnTo>
                    <a:pt x="590354" y="1561046"/>
                  </a:lnTo>
                  <a:lnTo>
                    <a:pt x="577542" y="1565402"/>
                  </a:lnTo>
                  <a:lnTo>
                    <a:pt x="571527" y="1567438"/>
                  </a:lnTo>
                  <a:lnTo>
                    <a:pt x="561866" y="1570694"/>
                  </a:lnTo>
                  <a:lnTo>
                    <a:pt x="543650" y="1576902"/>
                  </a:lnTo>
                  <a:lnTo>
                    <a:pt x="536932" y="1579763"/>
                  </a:lnTo>
                  <a:lnTo>
                    <a:pt x="525738" y="1582984"/>
                  </a:lnTo>
                  <a:lnTo>
                    <a:pt x="524380" y="1587925"/>
                  </a:lnTo>
                  <a:lnTo>
                    <a:pt x="523724" y="1588272"/>
                  </a:lnTo>
                  <a:lnTo>
                    <a:pt x="520835" y="1589800"/>
                  </a:lnTo>
                  <a:lnTo>
                    <a:pt x="516111" y="1586316"/>
                  </a:lnTo>
                  <a:lnTo>
                    <a:pt x="514679" y="1586794"/>
                  </a:lnTo>
                  <a:lnTo>
                    <a:pt x="502918" y="1590712"/>
                  </a:lnTo>
                  <a:lnTo>
                    <a:pt x="498221" y="1592158"/>
                  </a:lnTo>
                  <a:lnTo>
                    <a:pt x="491779" y="1594136"/>
                  </a:lnTo>
                  <a:lnTo>
                    <a:pt x="482716" y="1596907"/>
                  </a:lnTo>
                  <a:lnTo>
                    <a:pt x="460419" y="1603967"/>
                  </a:lnTo>
                  <a:lnTo>
                    <a:pt x="460053" y="1603539"/>
                  </a:lnTo>
                  <a:close/>
                </a:path>
              </a:pathLst>
            </a:custGeom>
            <a:solidFill>
              <a:srgbClr val="46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2"/>
            <p:cNvSpPr/>
            <p:nvPr/>
          </p:nvSpPr>
          <p:spPr>
            <a:xfrm>
              <a:off x="4925503" y="1190655"/>
              <a:ext cx="482166" cy="1618096"/>
            </a:xfrm>
            <a:custGeom>
              <a:avLst/>
              <a:pathLst>
                <a:path w="482166" h="1618096">
                  <a:moveTo>
                    <a:pt x="457200" y="1600200"/>
                  </a:moveTo>
                  <a:lnTo>
                    <a:pt x="467094" y="1606661"/>
                  </a:lnTo>
                  <a:lnTo>
                    <a:pt x="476099" y="1608550"/>
                  </a:lnTo>
                  <a:lnTo>
                    <a:pt x="482166" y="1610909"/>
                  </a:lnTo>
                  <a:lnTo>
                    <a:pt x="480012" y="1616973"/>
                  </a:lnTo>
                  <a:lnTo>
                    <a:pt x="472299" y="1618096"/>
                  </a:lnTo>
                  <a:lnTo>
                    <a:pt x="461715" y="1610491"/>
                  </a:lnTo>
                  <a:lnTo>
                    <a:pt x="455113" y="1605092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3"/>
            <p:cNvSpPr/>
            <p:nvPr/>
          </p:nvSpPr>
          <p:spPr>
            <a:xfrm>
              <a:off x="4837031" y="1227338"/>
              <a:ext cx="484349" cy="1618178"/>
            </a:xfrm>
            <a:custGeom>
              <a:avLst/>
              <a:pathLst>
                <a:path w="484349" h="1618178">
                  <a:moveTo>
                    <a:pt x="457200" y="1600200"/>
                  </a:moveTo>
                  <a:lnTo>
                    <a:pt x="461294" y="1598571"/>
                  </a:lnTo>
                  <a:lnTo>
                    <a:pt x="470193" y="1585959"/>
                  </a:lnTo>
                  <a:lnTo>
                    <a:pt x="484349" y="1584915"/>
                  </a:lnTo>
                  <a:lnTo>
                    <a:pt x="484073" y="1591129"/>
                  </a:lnTo>
                  <a:lnTo>
                    <a:pt x="476704" y="1614385"/>
                  </a:lnTo>
                  <a:lnTo>
                    <a:pt x="472779" y="1618178"/>
                  </a:lnTo>
                  <a:lnTo>
                    <a:pt x="467259" y="1617427"/>
                  </a:lnTo>
                  <a:lnTo>
                    <a:pt x="458479" y="1604901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4"/>
            <p:cNvSpPr/>
            <p:nvPr/>
          </p:nvSpPr>
          <p:spPr>
            <a:xfrm>
              <a:off x="4814666" y="1319161"/>
              <a:ext cx="471433" cy="1605860"/>
            </a:xfrm>
            <a:custGeom>
              <a:avLst/>
              <a:pathLst>
                <a:path w="471433" h="1605860">
                  <a:moveTo>
                    <a:pt x="457200" y="1600200"/>
                  </a:moveTo>
                  <a:lnTo>
                    <a:pt x="462785" y="1584458"/>
                  </a:lnTo>
                  <a:lnTo>
                    <a:pt x="467702" y="1584673"/>
                  </a:lnTo>
                  <a:lnTo>
                    <a:pt x="471433" y="1588046"/>
                  </a:lnTo>
                  <a:lnTo>
                    <a:pt x="470681" y="1595355"/>
                  </a:lnTo>
                  <a:lnTo>
                    <a:pt x="463211" y="1605860"/>
                  </a:lnTo>
                  <a:lnTo>
                    <a:pt x="456618" y="1605450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5"/>
            <p:cNvSpPr/>
            <p:nvPr/>
          </p:nvSpPr>
          <p:spPr>
            <a:xfrm>
              <a:off x="4820230" y="1733563"/>
              <a:ext cx="826843" cy="1600200"/>
            </a:xfrm>
            <a:custGeom>
              <a:avLst/>
              <a:pathLst>
                <a:path w="826843" h="1600200">
                  <a:moveTo>
                    <a:pt x="457200" y="1600200"/>
                  </a:moveTo>
                  <a:lnTo>
                    <a:pt x="467744" y="1588978"/>
                  </a:lnTo>
                  <a:lnTo>
                    <a:pt x="474807" y="1577336"/>
                  </a:lnTo>
                  <a:lnTo>
                    <a:pt x="478780" y="1561487"/>
                  </a:lnTo>
                  <a:lnTo>
                    <a:pt x="480297" y="1555402"/>
                  </a:lnTo>
                  <a:lnTo>
                    <a:pt x="482485" y="1548730"/>
                  </a:lnTo>
                  <a:lnTo>
                    <a:pt x="489356" y="1533825"/>
                  </a:lnTo>
                  <a:lnTo>
                    <a:pt x="490053" y="1532308"/>
                  </a:lnTo>
                  <a:lnTo>
                    <a:pt x="493701" y="1513925"/>
                  </a:lnTo>
                  <a:lnTo>
                    <a:pt x="493872" y="1510765"/>
                  </a:lnTo>
                  <a:lnTo>
                    <a:pt x="494693" y="1495350"/>
                  </a:lnTo>
                  <a:lnTo>
                    <a:pt x="493810" y="1482221"/>
                  </a:lnTo>
                  <a:lnTo>
                    <a:pt x="493043" y="1467432"/>
                  </a:lnTo>
                  <a:lnTo>
                    <a:pt x="492925" y="1466851"/>
                  </a:lnTo>
                  <a:lnTo>
                    <a:pt x="490044" y="1452658"/>
                  </a:lnTo>
                  <a:lnTo>
                    <a:pt x="490002" y="1452497"/>
                  </a:lnTo>
                  <a:lnTo>
                    <a:pt x="486805" y="1439955"/>
                  </a:lnTo>
                  <a:lnTo>
                    <a:pt x="482321" y="1428680"/>
                  </a:lnTo>
                  <a:lnTo>
                    <a:pt x="479884" y="1424670"/>
                  </a:lnTo>
                  <a:lnTo>
                    <a:pt x="474538" y="1415867"/>
                  </a:lnTo>
                  <a:lnTo>
                    <a:pt x="470689" y="1410223"/>
                  </a:lnTo>
                  <a:lnTo>
                    <a:pt x="463464" y="1399607"/>
                  </a:lnTo>
                  <a:lnTo>
                    <a:pt x="457926" y="1388701"/>
                  </a:lnTo>
                  <a:lnTo>
                    <a:pt x="455795" y="1383958"/>
                  </a:lnTo>
                  <a:lnTo>
                    <a:pt x="453524" y="1378899"/>
                  </a:lnTo>
                  <a:lnTo>
                    <a:pt x="447490" y="1370028"/>
                  </a:lnTo>
                  <a:lnTo>
                    <a:pt x="445456" y="1363900"/>
                  </a:lnTo>
                  <a:lnTo>
                    <a:pt x="447055" y="1356796"/>
                  </a:lnTo>
                  <a:lnTo>
                    <a:pt x="451327" y="1346846"/>
                  </a:lnTo>
                  <a:lnTo>
                    <a:pt x="451199" y="1340810"/>
                  </a:lnTo>
                  <a:lnTo>
                    <a:pt x="451142" y="1338126"/>
                  </a:lnTo>
                  <a:lnTo>
                    <a:pt x="448086" y="1328851"/>
                  </a:lnTo>
                  <a:lnTo>
                    <a:pt x="445665" y="1322567"/>
                  </a:lnTo>
                  <a:lnTo>
                    <a:pt x="441230" y="1316869"/>
                  </a:lnTo>
                  <a:lnTo>
                    <a:pt x="439352" y="1312604"/>
                  </a:lnTo>
                  <a:lnTo>
                    <a:pt x="445537" y="1303756"/>
                  </a:lnTo>
                  <a:lnTo>
                    <a:pt x="448010" y="1295879"/>
                  </a:lnTo>
                  <a:lnTo>
                    <a:pt x="450132" y="1289096"/>
                  </a:lnTo>
                  <a:lnTo>
                    <a:pt x="454977" y="1273593"/>
                  </a:lnTo>
                  <a:lnTo>
                    <a:pt x="455281" y="1266492"/>
                  </a:lnTo>
                  <a:lnTo>
                    <a:pt x="453830" y="1256355"/>
                  </a:lnTo>
                  <a:lnTo>
                    <a:pt x="454127" y="1251834"/>
                  </a:lnTo>
                  <a:lnTo>
                    <a:pt x="454533" y="1245629"/>
                  </a:lnTo>
                  <a:lnTo>
                    <a:pt x="449936" y="1236120"/>
                  </a:lnTo>
                  <a:lnTo>
                    <a:pt x="449343" y="1229768"/>
                  </a:lnTo>
                  <a:lnTo>
                    <a:pt x="456384" y="1224860"/>
                  </a:lnTo>
                  <a:lnTo>
                    <a:pt x="462268" y="1222151"/>
                  </a:lnTo>
                  <a:lnTo>
                    <a:pt x="462412" y="1217459"/>
                  </a:lnTo>
                  <a:lnTo>
                    <a:pt x="462578" y="1211958"/>
                  </a:lnTo>
                  <a:lnTo>
                    <a:pt x="461287" y="1200844"/>
                  </a:lnTo>
                  <a:lnTo>
                    <a:pt x="468189" y="1200252"/>
                  </a:lnTo>
                  <a:lnTo>
                    <a:pt x="471043" y="1191808"/>
                  </a:lnTo>
                  <a:lnTo>
                    <a:pt x="478378" y="1194394"/>
                  </a:lnTo>
                  <a:lnTo>
                    <a:pt x="483890" y="1188368"/>
                  </a:lnTo>
                  <a:lnTo>
                    <a:pt x="485223" y="1178835"/>
                  </a:lnTo>
                  <a:lnTo>
                    <a:pt x="489943" y="1172729"/>
                  </a:lnTo>
                  <a:lnTo>
                    <a:pt x="492350" y="1162374"/>
                  </a:lnTo>
                  <a:lnTo>
                    <a:pt x="498518" y="1156202"/>
                  </a:lnTo>
                  <a:lnTo>
                    <a:pt x="500945" y="1160011"/>
                  </a:lnTo>
                  <a:lnTo>
                    <a:pt x="500923" y="1176970"/>
                  </a:lnTo>
                  <a:lnTo>
                    <a:pt x="502236" y="1178838"/>
                  </a:lnTo>
                  <a:lnTo>
                    <a:pt x="506436" y="1184806"/>
                  </a:lnTo>
                  <a:lnTo>
                    <a:pt x="509922" y="1182006"/>
                  </a:lnTo>
                  <a:lnTo>
                    <a:pt x="513125" y="1178172"/>
                  </a:lnTo>
                  <a:lnTo>
                    <a:pt x="516832" y="1173726"/>
                  </a:lnTo>
                  <a:lnTo>
                    <a:pt x="516791" y="1166716"/>
                  </a:lnTo>
                  <a:lnTo>
                    <a:pt x="513834" y="1157194"/>
                  </a:lnTo>
                  <a:lnTo>
                    <a:pt x="513460" y="1153864"/>
                  </a:lnTo>
                  <a:lnTo>
                    <a:pt x="512575" y="1146004"/>
                  </a:lnTo>
                  <a:lnTo>
                    <a:pt x="518124" y="1139193"/>
                  </a:lnTo>
                  <a:lnTo>
                    <a:pt x="525522" y="1132201"/>
                  </a:lnTo>
                  <a:lnTo>
                    <a:pt x="534075" y="1130290"/>
                  </a:lnTo>
                  <a:lnTo>
                    <a:pt x="537580" y="1129504"/>
                  </a:lnTo>
                  <a:lnTo>
                    <a:pt x="545486" y="1126501"/>
                  </a:lnTo>
                  <a:lnTo>
                    <a:pt x="548647" y="1121603"/>
                  </a:lnTo>
                  <a:lnTo>
                    <a:pt x="542386" y="1120299"/>
                  </a:lnTo>
                  <a:lnTo>
                    <a:pt x="537095" y="1120368"/>
                  </a:lnTo>
                  <a:lnTo>
                    <a:pt x="529313" y="1111039"/>
                  </a:lnTo>
                  <a:lnTo>
                    <a:pt x="527332" y="1105387"/>
                  </a:lnTo>
                  <a:lnTo>
                    <a:pt x="530671" y="1095803"/>
                  </a:lnTo>
                  <a:lnTo>
                    <a:pt x="537287" y="1088601"/>
                  </a:lnTo>
                  <a:lnTo>
                    <a:pt x="531872" y="1080220"/>
                  </a:lnTo>
                  <a:lnTo>
                    <a:pt x="544587" y="1078854"/>
                  </a:lnTo>
                  <a:lnTo>
                    <a:pt x="551705" y="1072754"/>
                  </a:lnTo>
                  <a:lnTo>
                    <a:pt x="555349" y="1073173"/>
                  </a:lnTo>
                  <a:lnTo>
                    <a:pt x="556548" y="1073310"/>
                  </a:lnTo>
                  <a:lnTo>
                    <a:pt x="572472" y="1080278"/>
                  </a:lnTo>
                  <a:lnTo>
                    <a:pt x="581354" y="1084416"/>
                  </a:lnTo>
                  <a:lnTo>
                    <a:pt x="585024" y="1081527"/>
                  </a:lnTo>
                  <a:lnTo>
                    <a:pt x="592284" y="1080737"/>
                  </a:lnTo>
                  <a:lnTo>
                    <a:pt x="603280" y="1083411"/>
                  </a:lnTo>
                  <a:lnTo>
                    <a:pt x="604657" y="1083745"/>
                  </a:lnTo>
                  <a:lnTo>
                    <a:pt x="612144" y="1090509"/>
                  </a:lnTo>
                  <a:lnTo>
                    <a:pt x="616200" y="1097255"/>
                  </a:lnTo>
                  <a:lnTo>
                    <a:pt x="624648" y="1096335"/>
                  </a:lnTo>
                  <a:lnTo>
                    <a:pt x="632338" y="1095461"/>
                  </a:lnTo>
                  <a:lnTo>
                    <a:pt x="639369" y="1100468"/>
                  </a:lnTo>
                  <a:lnTo>
                    <a:pt x="652617" y="1102733"/>
                  </a:lnTo>
                  <a:lnTo>
                    <a:pt x="662061" y="1106355"/>
                  </a:lnTo>
                  <a:lnTo>
                    <a:pt x="671379" y="1103994"/>
                  </a:lnTo>
                  <a:lnTo>
                    <a:pt x="682290" y="1112140"/>
                  </a:lnTo>
                  <a:lnTo>
                    <a:pt x="681714" y="1118270"/>
                  </a:lnTo>
                  <a:lnTo>
                    <a:pt x="683991" y="1120353"/>
                  </a:lnTo>
                  <a:lnTo>
                    <a:pt x="691617" y="1127322"/>
                  </a:lnTo>
                  <a:lnTo>
                    <a:pt x="698788" y="1140265"/>
                  </a:lnTo>
                  <a:lnTo>
                    <a:pt x="692051" y="1139808"/>
                  </a:lnTo>
                  <a:lnTo>
                    <a:pt x="686271" y="1137341"/>
                  </a:lnTo>
                  <a:lnTo>
                    <a:pt x="683100" y="1140471"/>
                  </a:lnTo>
                  <a:lnTo>
                    <a:pt x="684926" y="1146608"/>
                  </a:lnTo>
                  <a:lnTo>
                    <a:pt x="686165" y="1153905"/>
                  </a:lnTo>
                  <a:lnTo>
                    <a:pt x="694930" y="1159052"/>
                  </a:lnTo>
                  <a:lnTo>
                    <a:pt x="697845" y="1159153"/>
                  </a:lnTo>
                  <a:lnTo>
                    <a:pt x="698768" y="1161767"/>
                  </a:lnTo>
                  <a:lnTo>
                    <a:pt x="702975" y="1173668"/>
                  </a:lnTo>
                  <a:lnTo>
                    <a:pt x="706468" y="1181765"/>
                  </a:lnTo>
                  <a:lnTo>
                    <a:pt x="705273" y="1192318"/>
                  </a:lnTo>
                  <a:lnTo>
                    <a:pt x="707524" y="1204241"/>
                  </a:lnTo>
                  <a:lnTo>
                    <a:pt x="708117" y="1207390"/>
                  </a:lnTo>
                  <a:lnTo>
                    <a:pt x="710316" y="1226489"/>
                  </a:lnTo>
                  <a:lnTo>
                    <a:pt x="705482" y="1231471"/>
                  </a:lnTo>
                  <a:lnTo>
                    <a:pt x="702851" y="1236677"/>
                  </a:lnTo>
                  <a:lnTo>
                    <a:pt x="695824" y="1238624"/>
                  </a:lnTo>
                  <a:lnTo>
                    <a:pt x="694807" y="1251347"/>
                  </a:lnTo>
                  <a:lnTo>
                    <a:pt x="694727" y="1252336"/>
                  </a:lnTo>
                  <a:lnTo>
                    <a:pt x="695767" y="1264775"/>
                  </a:lnTo>
                  <a:lnTo>
                    <a:pt x="687944" y="1268985"/>
                  </a:lnTo>
                  <a:lnTo>
                    <a:pt x="687934" y="1275059"/>
                  </a:lnTo>
                  <a:lnTo>
                    <a:pt x="679762" y="1277173"/>
                  </a:lnTo>
                  <a:lnTo>
                    <a:pt x="673243" y="1281629"/>
                  </a:lnTo>
                  <a:lnTo>
                    <a:pt x="671725" y="1288602"/>
                  </a:lnTo>
                  <a:lnTo>
                    <a:pt x="671282" y="1290630"/>
                  </a:lnTo>
                  <a:lnTo>
                    <a:pt x="672454" y="1305196"/>
                  </a:lnTo>
                  <a:lnTo>
                    <a:pt x="671858" y="1310660"/>
                  </a:lnTo>
                  <a:lnTo>
                    <a:pt x="676726" y="1317651"/>
                  </a:lnTo>
                  <a:lnTo>
                    <a:pt x="684735" y="1315882"/>
                  </a:lnTo>
                  <a:lnTo>
                    <a:pt x="693590" y="1320510"/>
                  </a:lnTo>
                  <a:lnTo>
                    <a:pt x="696895" y="1322606"/>
                  </a:lnTo>
                  <a:lnTo>
                    <a:pt x="698577" y="1323672"/>
                  </a:lnTo>
                  <a:lnTo>
                    <a:pt x="710045" y="1303049"/>
                  </a:lnTo>
                  <a:lnTo>
                    <a:pt x="710309" y="1301535"/>
                  </a:lnTo>
                  <a:lnTo>
                    <a:pt x="711426" y="1295117"/>
                  </a:lnTo>
                  <a:lnTo>
                    <a:pt x="713245" y="1283040"/>
                  </a:lnTo>
                  <a:lnTo>
                    <a:pt x="714604" y="1278347"/>
                  </a:lnTo>
                  <a:lnTo>
                    <a:pt x="725036" y="1273836"/>
                  </a:lnTo>
                  <a:lnTo>
                    <a:pt x="725951" y="1269110"/>
                  </a:lnTo>
                  <a:lnTo>
                    <a:pt x="736486" y="1264376"/>
                  </a:lnTo>
                  <a:lnTo>
                    <a:pt x="743596" y="1259979"/>
                  </a:lnTo>
                  <a:lnTo>
                    <a:pt x="744752" y="1255966"/>
                  </a:lnTo>
                  <a:lnTo>
                    <a:pt x="752451" y="1251219"/>
                  </a:lnTo>
                  <a:lnTo>
                    <a:pt x="765437" y="1254318"/>
                  </a:lnTo>
                  <a:lnTo>
                    <a:pt x="774641" y="1261918"/>
                  </a:lnTo>
                  <a:lnTo>
                    <a:pt x="784332" y="1274778"/>
                  </a:lnTo>
                  <a:lnTo>
                    <a:pt x="788592" y="1285552"/>
                  </a:lnTo>
                  <a:lnTo>
                    <a:pt x="790384" y="1291474"/>
                  </a:lnTo>
                  <a:lnTo>
                    <a:pt x="794342" y="1304558"/>
                  </a:lnTo>
                  <a:lnTo>
                    <a:pt x="803220" y="1322977"/>
                  </a:lnTo>
                  <a:lnTo>
                    <a:pt x="809848" y="1346744"/>
                  </a:lnTo>
                  <a:lnTo>
                    <a:pt x="812825" y="1353327"/>
                  </a:lnTo>
                  <a:lnTo>
                    <a:pt x="816321" y="1361052"/>
                  </a:lnTo>
                  <a:lnTo>
                    <a:pt x="825045" y="1371541"/>
                  </a:lnTo>
                  <a:lnTo>
                    <a:pt x="825327" y="1378336"/>
                  </a:lnTo>
                  <a:lnTo>
                    <a:pt x="823357" y="1387033"/>
                  </a:lnTo>
                  <a:lnTo>
                    <a:pt x="826843" y="1402340"/>
                  </a:lnTo>
                  <a:lnTo>
                    <a:pt x="826310" y="1418408"/>
                  </a:lnTo>
                  <a:lnTo>
                    <a:pt x="821872" y="1430031"/>
                  </a:lnTo>
                  <a:lnTo>
                    <a:pt x="814222" y="1435767"/>
                  </a:lnTo>
                  <a:lnTo>
                    <a:pt x="809255" y="1424193"/>
                  </a:lnTo>
                  <a:lnTo>
                    <a:pt x="814155" y="1417997"/>
                  </a:lnTo>
                  <a:lnTo>
                    <a:pt x="807726" y="1417568"/>
                  </a:lnTo>
                  <a:lnTo>
                    <a:pt x="800616" y="1424979"/>
                  </a:lnTo>
                  <a:lnTo>
                    <a:pt x="804486" y="1427917"/>
                  </a:lnTo>
                  <a:lnTo>
                    <a:pt x="806293" y="1432084"/>
                  </a:lnTo>
                  <a:lnTo>
                    <a:pt x="797652" y="1436817"/>
                  </a:lnTo>
                  <a:lnTo>
                    <a:pt x="798976" y="1448172"/>
                  </a:lnTo>
                  <a:lnTo>
                    <a:pt x="796681" y="1461292"/>
                  </a:lnTo>
                  <a:lnTo>
                    <a:pt x="791391" y="1464927"/>
                  </a:lnTo>
                  <a:lnTo>
                    <a:pt x="782788" y="1472153"/>
                  </a:lnTo>
                  <a:lnTo>
                    <a:pt x="782417" y="1483637"/>
                  </a:lnTo>
                  <a:lnTo>
                    <a:pt x="782306" y="1486992"/>
                  </a:lnTo>
                  <a:lnTo>
                    <a:pt x="784494" y="1497589"/>
                  </a:lnTo>
                  <a:lnTo>
                    <a:pt x="780706" y="1502969"/>
                  </a:lnTo>
                  <a:lnTo>
                    <a:pt x="780331" y="1505490"/>
                  </a:lnTo>
                  <a:lnTo>
                    <a:pt x="779455" y="1511360"/>
                  </a:lnTo>
                  <a:lnTo>
                    <a:pt x="775932" y="1518417"/>
                  </a:lnTo>
                  <a:lnTo>
                    <a:pt x="771183" y="1521202"/>
                  </a:lnTo>
                  <a:lnTo>
                    <a:pt x="770882" y="1527007"/>
                  </a:lnTo>
                  <a:lnTo>
                    <a:pt x="766605" y="1531336"/>
                  </a:lnTo>
                  <a:lnTo>
                    <a:pt x="763577" y="1537615"/>
                  </a:lnTo>
                  <a:lnTo>
                    <a:pt x="766816" y="1545608"/>
                  </a:lnTo>
                  <a:lnTo>
                    <a:pt x="764320" y="1547155"/>
                  </a:lnTo>
                  <a:lnTo>
                    <a:pt x="736529" y="1553980"/>
                  </a:lnTo>
                  <a:lnTo>
                    <a:pt x="725983" y="1556528"/>
                  </a:lnTo>
                  <a:lnTo>
                    <a:pt x="703118" y="1561996"/>
                  </a:lnTo>
                  <a:lnTo>
                    <a:pt x="682745" y="1566740"/>
                  </a:lnTo>
                  <a:lnTo>
                    <a:pt x="679216" y="1567556"/>
                  </a:lnTo>
                  <a:lnTo>
                    <a:pt x="675741" y="1568357"/>
                  </a:lnTo>
                  <a:lnTo>
                    <a:pt x="642499" y="1575817"/>
                  </a:lnTo>
                  <a:lnTo>
                    <a:pt x="641089" y="1567937"/>
                  </a:lnTo>
                  <a:lnTo>
                    <a:pt x="639341" y="1568269"/>
                  </a:lnTo>
                  <a:lnTo>
                    <a:pt x="605572" y="1574584"/>
                  </a:lnTo>
                  <a:lnTo>
                    <a:pt x="602294" y="1575188"/>
                  </a:lnTo>
                  <a:lnTo>
                    <a:pt x="596898" y="1576184"/>
                  </a:lnTo>
                  <a:lnTo>
                    <a:pt x="563459" y="1582262"/>
                  </a:lnTo>
                  <a:lnTo>
                    <a:pt x="551478" y="1584401"/>
                  </a:lnTo>
                  <a:lnTo>
                    <a:pt x="526756" y="1588627"/>
                  </a:lnTo>
                  <a:lnTo>
                    <a:pt x="511840" y="1591136"/>
                  </a:lnTo>
                  <a:lnTo>
                    <a:pt x="486703" y="1595429"/>
                  </a:lnTo>
                  <a:lnTo>
                    <a:pt x="484654" y="1595767"/>
                  </a:lnTo>
                  <a:lnTo>
                    <a:pt x="474081" y="1597507"/>
                  </a:lnTo>
                  <a:lnTo>
                    <a:pt x="468634" y="1598380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6"/>
            <p:cNvSpPr/>
            <p:nvPr/>
          </p:nvSpPr>
          <p:spPr>
            <a:xfrm>
              <a:off x="4499442" y="1006471"/>
              <a:ext cx="517830" cy="1609858"/>
            </a:xfrm>
            <a:custGeom>
              <a:avLst/>
              <a:pathLst>
                <a:path w="517830" h="1609858">
                  <a:moveTo>
                    <a:pt x="457200" y="1600199"/>
                  </a:moveTo>
                  <a:lnTo>
                    <a:pt x="460213" y="1596398"/>
                  </a:lnTo>
                  <a:lnTo>
                    <a:pt x="472458" y="1587480"/>
                  </a:lnTo>
                  <a:lnTo>
                    <a:pt x="478350" y="1583254"/>
                  </a:lnTo>
                  <a:lnTo>
                    <a:pt x="481961" y="1580838"/>
                  </a:lnTo>
                  <a:lnTo>
                    <a:pt x="487943" y="1577197"/>
                  </a:lnTo>
                  <a:lnTo>
                    <a:pt x="494354" y="1570634"/>
                  </a:lnTo>
                  <a:lnTo>
                    <a:pt x="501412" y="1563782"/>
                  </a:lnTo>
                  <a:lnTo>
                    <a:pt x="507882" y="1559500"/>
                  </a:lnTo>
                  <a:lnTo>
                    <a:pt x="517200" y="1553638"/>
                  </a:lnTo>
                  <a:lnTo>
                    <a:pt x="517830" y="1559075"/>
                  </a:lnTo>
                  <a:lnTo>
                    <a:pt x="508931" y="1568515"/>
                  </a:lnTo>
                  <a:lnTo>
                    <a:pt x="507691" y="1576421"/>
                  </a:lnTo>
                  <a:lnTo>
                    <a:pt x="497063" y="1583691"/>
                  </a:lnTo>
                  <a:lnTo>
                    <a:pt x="486544" y="1588934"/>
                  </a:lnTo>
                  <a:lnTo>
                    <a:pt x="483895" y="1597442"/>
                  </a:lnTo>
                  <a:lnTo>
                    <a:pt x="472689" y="1604656"/>
                  </a:lnTo>
                  <a:lnTo>
                    <a:pt x="463890" y="1609858"/>
                  </a:lnTo>
                  <a:lnTo>
                    <a:pt x="459801" y="1607118"/>
                  </a:lnTo>
                  <a:lnTo>
                    <a:pt x="454953" y="1604525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7"/>
            <p:cNvSpPr/>
            <p:nvPr/>
          </p:nvSpPr>
          <p:spPr>
            <a:xfrm>
              <a:off x="4420940" y="1185082"/>
              <a:ext cx="1055048" cy="1748485"/>
            </a:xfrm>
            <a:custGeom>
              <a:avLst/>
              <a:pathLst>
                <a:path w="1055048" h="1748485">
                  <a:moveTo>
                    <a:pt x="457200" y="1600200"/>
                  </a:moveTo>
                  <a:lnTo>
                    <a:pt x="464239" y="1594124"/>
                  </a:lnTo>
                  <a:lnTo>
                    <a:pt x="471605" y="1591127"/>
                  </a:lnTo>
                  <a:lnTo>
                    <a:pt x="487184" y="1583705"/>
                  </a:lnTo>
                  <a:lnTo>
                    <a:pt x="496776" y="1573452"/>
                  </a:lnTo>
                  <a:lnTo>
                    <a:pt x="499259" y="1569979"/>
                  </a:lnTo>
                  <a:lnTo>
                    <a:pt x="503061" y="1564649"/>
                  </a:lnTo>
                  <a:lnTo>
                    <a:pt x="512047" y="1560185"/>
                  </a:lnTo>
                  <a:lnTo>
                    <a:pt x="518701" y="1559961"/>
                  </a:lnTo>
                  <a:lnTo>
                    <a:pt x="524695" y="1558361"/>
                  </a:lnTo>
                  <a:lnTo>
                    <a:pt x="530489" y="1556373"/>
                  </a:lnTo>
                  <a:lnTo>
                    <a:pt x="537513" y="1555146"/>
                  </a:lnTo>
                  <a:lnTo>
                    <a:pt x="552099" y="1544516"/>
                  </a:lnTo>
                  <a:lnTo>
                    <a:pt x="558040" y="1534665"/>
                  </a:lnTo>
                  <a:lnTo>
                    <a:pt x="567292" y="1531347"/>
                  </a:lnTo>
                  <a:lnTo>
                    <a:pt x="572992" y="1529632"/>
                  </a:lnTo>
                  <a:lnTo>
                    <a:pt x="574737" y="1526230"/>
                  </a:lnTo>
                  <a:lnTo>
                    <a:pt x="575332" y="1525071"/>
                  </a:lnTo>
                  <a:lnTo>
                    <a:pt x="577271" y="1517447"/>
                  </a:lnTo>
                  <a:lnTo>
                    <a:pt x="582768" y="1511538"/>
                  </a:lnTo>
                  <a:lnTo>
                    <a:pt x="591263" y="1502349"/>
                  </a:lnTo>
                  <a:lnTo>
                    <a:pt x="600163" y="1496350"/>
                  </a:lnTo>
                  <a:lnTo>
                    <a:pt x="605370" y="1490088"/>
                  </a:lnTo>
                  <a:lnTo>
                    <a:pt x="606249" y="1489029"/>
                  </a:lnTo>
                  <a:lnTo>
                    <a:pt x="611666" y="1478454"/>
                  </a:lnTo>
                  <a:lnTo>
                    <a:pt x="621814" y="1470511"/>
                  </a:lnTo>
                  <a:lnTo>
                    <a:pt x="626917" y="1466434"/>
                  </a:lnTo>
                  <a:lnTo>
                    <a:pt x="637535" y="1462296"/>
                  </a:lnTo>
                  <a:lnTo>
                    <a:pt x="650281" y="1459134"/>
                  </a:lnTo>
                  <a:lnTo>
                    <a:pt x="660999" y="1458177"/>
                  </a:lnTo>
                  <a:lnTo>
                    <a:pt x="671376" y="1458792"/>
                  </a:lnTo>
                  <a:lnTo>
                    <a:pt x="679333" y="1461535"/>
                  </a:lnTo>
                  <a:lnTo>
                    <a:pt x="678933" y="1466077"/>
                  </a:lnTo>
                  <a:lnTo>
                    <a:pt x="662637" y="1468164"/>
                  </a:lnTo>
                  <a:lnTo>
                    <a:pt x="650947" y="1470216"/>
                  </a:lnTo>
                  <a:lnTo>
                    <a:pt x="651833" y="1476914"/>
                  </a:lnTo>
                  <a:lnTo>
                    <a:pt x="646317" y="1481487"/>
                  </a:lnTo>
                  <a:lnTo>
                    <a:pt x="640475" y="1488032"/>
                  </a:lnTo>
                  <a:lnTo>
                    <a:pt x="633338" y="1495668"/>
                  </a:lnTo>
                  <a:lnTo>
                    <a:pt x="632996" y="1496920"/>
                  </a:lnTo>
                  <a:lnTo>
                    <a:pt x="630824" y="1504841"/>
                  </a:lnTo>
                  <a:lnTo>
                    <a:pt x="623544" y="1513343"/>
                  </a:lnTo>
                  <a:lnTo>
                    <a:pt x="621124" y="1523271"/>
                  </a:lnTo>
                  <a:lnTo>
                    <a:pt x="617760" y="1531642"/>
                  </a:lnTo>
                  <a:lnTo>
                    <a:pt x="616754" y="1534139"/>
                  </a:lnTo>
                  <a:lnTo>
                    <a:pt x="616181" y="1543389"/>
                  </a:lnTo>
                  <a:lnTo>
                    <a:pt x="624621" y="1539423"/>
                  </a:lnTo>
                  <a:lnTo>
                    <a:pt x="634323" y="1530770"/>
                  </a:lnTo>
                  <a:lnTo>
                    <a:pt x="642075" y="1524947"/>
                  </a:lnTo>
                  <a:lnTo>
                    <a:pt x="649548" y="1529892"/>
                  </a:lnTo>
                  <a:lnTo>
                    <a:pt x="651300" y="1529769"/>
                  </a:lnTo>
                  <a:lnTo>
                    <a:pt x="663525" y="1528896"/>
                  </a:lnTo>
                  <a:lnTo>
                    <a:pt x="674493" y="1531374"/>
                  </a:lnTo>
                  <a:lnTo>
                    <a:pt x="682689" y="1534522"/>
                  </a:lnTo>
                  <a:lnTo>
                    <a:pt x="691532" y="1540566"/>
                  </a:lnTo>
                  <a:lnTo>
                    <a:pt x="694602" y="1547973"/>
                  </a:lnTo>
                  <a:lnTo>
                    <a:pt x="701923" y="1556037"/>
                  </a:lnTo>
                  <a:lnTo>
                    <a:pt x="713459" y="1562730"/>
                  </a:lnTo>
                  <a:lnTo>
                    <a:pt x="716148" y="1571492"/>
                  </a:lnTo>
                  <a:lnTo>
                    <a:pt x="732496" y="1570104"/>
                  </a:lnTo>
                  <a:lnTo>
                    <a:pt x="737268" y="1568244"/>
                  </a:lnTo>
                  <a:lnTo>
                    <a:pt x="748593" y="1563813"/>
                  </a:lnTo>
                  <a:lnTo>
                    <a:pt x="755990" y="1570239"/>
                  </a:lnTo>
                  <a:lnTo>
                    <a:pt x="764144" y="1570972"/>
                  </a:lnTo>
                  <a:lnTo>
                    <a:pt x="768658" y="1566495"/>
                  </a:lnTo>
                  <a:lnTo>
                    <a:pt x="771670" y="1556386"/>
                  </a:lnTo>
                  <a:lnTo>
                    <a:pt x="777853" y="1558043"/>
                  </a:lnTo>
                  <a:lnTo>
                    <a:pt x="784680" y="1562745"/>
                  </a:lnTo>
                  <a:lnTo>
                    <a:pt x="791544" y="1553413"/>
                  </a:lnTo>
                  <a:lnTo>
                    <a:pt x="812176" y="1536922"/>
                  </a:lnTo>
                  <a:lnTo>
                    <a:pt x="815933" y="1533867"/>
                  </a:lnTo>
                  <a:lnTo>
                    <a:pt x="827912" y="1531664"/>
                  </a:lnTo>
                  <a:lnTo>
                    <a:pt x="838545" y="1528138"/>
                  </a:lnTo>
                  <a:lnTo>
                    <a:pt x="840464" y="1527500"/>
                  </a:lnTo>
                  <a:lnTo>
                    <a:pt x="870671" y="1523095"/>
                  </a:lnTo>
                  <a:lnTo>
                    <a:pt x="887809" y="1510657"/>
                  </a:lnTo>
                  <a:lnTo>
                    <a:pt x="889339" y="1510076"/>
                  </a:lnTo>
                  <a:lnTo>
                    <a:pt x="894562" y="1508090"/>
                  </a:lnTo>
                  <a:lnTo>
                    <a:pt x="911716" y="1503673"/>
                  </a:lnTo>
                  <a:lnTo>
                    <a:pt x="908702" y="1516669"/>
                  </a:lnTo>
                  <a:lnTo>
                    <a:pt x="911618" y="1531545"/>
                  </a:lnTo>
                  <a:lnTo>
                    <a:pt x="918279" y="1540128"/>
                  </a:lnTo>
                  <a:lnTo>
                    <a:pt x="928685" y="1540180"/>
                  </a:lnTo>
                  <a:lnTo>
                    <a:pt x="942379" y="1534045"/>
                  </a:lnTo>
                  <a:lnTo>
                    <a:pt x="949019" y="1536692"/>
                  </a:lnTo>
                  <a:lnTo>
                    <a:pt x="959004" y="1536829"/>
                  </a:lnTo>
                  <a:lnTo>
                    <a:pt x="961011" y="1533092"/>
                  </a:lnTo>
                  <a:lnTo>
                    <a:pt x="963649" y="1528177"/>
                  </a:lnTo>
                  <a:lnTo>
                    <a:pt x="974488" y="1527080"/>
                  </a:lnTo>
                  <a:lnTo>
                    <a:pt x="981624" y="1519650"/>
                  </a:lnTo>
                  <a:lnTo>
                    <a:pt x="988504" y="1521109"/>
                  </a:lnTo>
                  <a:lnTo>
                    <a:pt x="989086" y="1527044"/>
                  </a:lnTo>
                  <a:lnTo>
                    <a:pt x="990346" y="1539272"/>
                  </a:lnTo>
                  <a:lnTo>
                    <a:pt x="996653" y="1552751"/>
                  </a:lnTo>
                  <a:lnTo>
                    <a:pt x="996164" y="1554797"/>
                  </a:lnTo>
                  <a:lnTo>
                    <a:pt x="997245" y="1563135"/>
                  </a:lnTo>
                  <a:lnTo>
                    <a:pt x="1005726" y="1566837"/>
                  </a:lnTo>
                  <a:lnTo>
                    <a:pt x="1011387" y="1572078"/>
                  </a:lnTo>
                  <a:lnTo>
                    <a:pt x="1020088" y="1575342"/>
                  </a:lnTo>
                  <a:lnTo>
                    <a:pt x="1024014" y="1566059"/>
                  </a:lnTo>
                  <a:lnTo>
                    <a:pt x="1032274" y="1565316"/>
                  </a:lnTo>
                  <a:lnTo>
                    <a:pt x="1042733" y="1564546"/>
                  </a:lnTo>
                  <a:lnTo>
                    <a:pt x="1055048" y="1573968"/>
                  </a:lnTo>
                  <a:lnTo>
                    <a:pt x="1053180" y="1584260"/>
                  </a:lnTo>
                  <a:lnTo>
                    <a:pt x="1048470" y="1585589"/>
                  </a:lnTo>
                  <a:lnTo>
                    <a:pt x="1041434" y="1583278"/>
                  </a:lnTo>
                  <a:lnTo>
                    <a:pt x="1029549" y="1586734"/>
                  </a:lnTo>
                  <a:lnTo>
                    <a:pt x="1019592" y="1585194"/>
                  </a:lnTo>
                  <a:lnTo>
                    <a:pt x="1005195" y="1587448"/>
                  </a:lnTo>
                  <a:lnTo>
                    <a:pt x="1002354" y="1588392"/>
                  </a:lnTo>
                  <a:lnTo>
                    <a:pt x="990803" y="1592213"/>
                  </a:lnTo>
                  <a:lnTo>
                    <a:pt x="981132" y="1597202"/>
                  </a:lnTo>
                  <a:lnTo>
                    <a:pt x="971244" y="1593317"/>
                  </a:lnTo>
                  <a:lnTo>
                    <a:pt x="964612" y="1598442"/>
                  </a:lnTo>
                  <a:lnTo>
                    <a:pt x="959011" y="1599112"/>
                  </a:lnTo>
                  <a:lnTo>
                    <a:pt x="951502" y="1606161"/>
                  </a:lnTo>
                  <a:lnTo>
                    <a:pt x="955220" y="1612870"/>
                  </a:lnTo>
                  <a:lnTo>
                    <a:pt x="947668" y="1613048"/>
                  </a:lnTo>
                  <a:lnTo>
                    <a:pt x="935423" y="1606237"/>
                  </a:lnTo>
                  <a:lnTo>
                    <a:pt x="926383" y="1598360"/>
                  </a:lnTo>
                  <a:lnTo>
                    <a:pt x="912809" y="1595251"/>
                  </a:lnTo>
                  <a:lnTo>
                    <a:pt x="902802" y="1595208"/>
                  </a:lnTo>
                  <a:lnTo>
                    <a:pt x="892715" y="1595011"/>
                  </a:lnTo>
                  <a:lnTo>
                    <a:pt x="879294" y="1597787"/>
                  </a:lnTo>
                  <a:lnTo>
                    <a:pt x="872321" y="1611222"/>
                  </a:lnTo>
                  <a:lnTo>
                    <a:pt x="868724" y="1614858"/>
                  </a:lnTo>
                  <a:lnTo>
                    <a:pt x="858687" y="1614132"/>
                  </a:lnTo>
                  <a:lnTo>
                    <a:pt x="854704" y="1618967"/>
                  </a:lnTo>
                  <a:lnTo>
                    <a:pt x="851253" y="1623147"/>
                  </a:lnTo>
                  <a:lnTo>
                    <a:pt x="836826" y="1619878"/>
                  </a:lnTo>
                  <a:lnTo>
                    <a:pt x="819845" y="1625781"/>
                  </a:lnTo>
                  <a:lnTo>
                    <a:pt x="816085" y="1640093"/>
                  </a:lnTo>
                  <a:lnTo>
                    <a:pt x="809922" y="1650453"/>
                  </a:lnTo>
                  <a:lnTo>
                    <a:pt x="808418" y="1652032"/>
                  </a:lnTo>
                  <a:lnTo>
                    <a:pt x="802341" y="1658394"/>
                  </a:lnTo>
                  <a:lnTo>
                    <a:pt x="797703" y="1670253"/>
                  </a:lnTo>
                  <a:lnTo>
                    <a:pt x="797619" y="1680204"/>
                  </a:lnTo>
                  <a:lnTo>
                    <a:pt x="789748" y="1672806"/>
                  </a:lnTo>
                  <a:lnTo>
                    <a:pt x="788717" y="1662862"/>
                  </a:lnTo>
                  <a:lnTo>
                    <a:pt x="792797" y="1656900"/>
                  </a:lnTo>
                  <a:lnTo>
                    <a:pt x="780437" y="1649000"/>
                  </a:lnTo>
                  <a:lnTo>
                    <a:pt x="776670" y="1660891"/>
                  </a:lnTo>
                  <a:lnTo>
                    <a:pt x="766949" y="1668755"/>
                  </a:lnTo>
                  <a:lnTo>
                    <a:pt x="756952" y="1664567"/>
                  </a:lnTo>
                  <a:lnTo>
                    <a:pt x="749383" y="1672993"/>
                  </a:lnTo>
                  <a:lnTo>
                    <a:pt x="744633" y="1687865"/>
                  </a:lnTo>
                  <a:lnTo>
                    <a:pt x="742559" y="1694324"/>
                  </a:lnTo>
                  <a:lnTo>
                    <a:pt x="739057" y="1706737"/>
                  </a:lnTo>
                  <a:lnTo>
                    <a:pt x="731816" y="1724850"/>
                  </a:lnTo>
                  <a:lnTo>
                    <a:pt x="726159" y="1736057"/>
                  </a:lnTo>
                  <a:lnTo>
                    <a:pt x="724432" y="1748485"/>
                  </a:lnTo>
                  <a:lnTo>
                    <a:pt x="719205" y="1747892"/>
                  </a:lnTo>
                  <a:lnTo>
                    <a:pt x="714318" y="1743074"/>
                  </a:lnTo>
                  <a:lnTo>
                    <a:pt x="709401" y="1737958"/>
                  </a:lnTo>
                  <a:lnTo>
                    <a:pt x="711111" y="1731617"/>
                  </a:lnTo>
                  <a:lnTo>
                    <a:pt x="713564" y="1722262"/>
                  </a:lnTo>
                  <a:lnTo>
                    <a:pt x="713437" y="1715669"/>
                  </a:lnTo>
                  <a:lnTo>
                    <a:pt x="708897" y="1714467"/>
                  </a:lnTo>
                  <a:lnTo>
                    <a:pt x="705638" y="1718600"/>
                  </a:lnTo>
                  <a:lnTo>
                    <a:pt x="701397" y="1719429"/>
                  </a:lnTo>
                  <a:lnTo>
                    <a:pt x="695978" y="1720329"/>
                  </a:lnTo>
                  <a:lnTo>
                    <a:pt x="695803" y="1715298"/>
                  </a:lnTo>
                  <a:lnTo>
                    <a:pt x="695656" y="1708878"/>
                  </a:lnTo>
                  <a:lnTo>
                    <a:pt x="698695" y="1704761"/>
                  </a:lnTo>
                  <a:lnTo>
                    <a:pt x="697861" y="1698386"/>
                  </a:lnTo>
                  <a:lnTo>
                    <a:pt x="698367" y="1691972"/>
                  </a:lnTo>
                  <a:lnTo>
                    <a:pt x="698545" y="1687617"/>
                  </a:lnTo>
                  <a:lnTo>
                    <a:pt x="693687" y="1682807"/>
                  </a:lnTo>
                  <a:lnTo>
                    <a:pt x="697037" y="1679680"/>
                  </a:lnTo>
                  <a:lnTo>
                    <a:pt x="694417" y="1676344"/>
                  </a:lnTo>
                  <a:lnTo>
                    <a:pt x="691661" y="1674343"/>
                  </a:lnTo>
                  <a:lnTo>
                    <a:pt x="687057" y="1670995"/>
                  </a:lnTo>
                  <a:lnTo>
                    <a:pt x="679429" y="1670992"/>
                  </a:lnTo>
                  <a:lnTo>
                    <a:pt x="676372" y="1667491"/>
                  </a:lnTo>
                  <a:lnTo>
                    <a:pt x="672109" y="1669756"/>
                  </a:lnTo>
                  <a:lnTo>
                    <a:pt x="671338" y="1669565"/>
                  </a:lnTo>
                  <a:lnTo>
                    <a:pt x="666933" y="1668475"/>
                  </a:lnTo>
                  <a:lnTo>
                    <a:pt x="663986" y="1666033"/>
                  </a:lnTo>
                  <a:lnTo>
                    <a:pt x="668215" y="1658606"/>
                  </a:lnTo>
                  <a:lnTo>
                    <a:pt x="663821" y="1653384"/>
                  </a:lnTo>
                  <a:lnTo>
                    <a:pt x="663681" y="1653330"/>
                  </a:lnTo>
                  <a:lnTo>
                    <a:pt x="658016" y="1651108"/>
                  </a:lnTo>
                  <a:lnTo>
                    <a:pt x="651900" y="1650011"/>
                  </a:lnTo>
                  <a:lnTo>
                    <a:pt x="646573" y="1651250"/>
                  </a:lnTo>
                  <a:lnTo>
                    <a:pt x="639961" y="1648147"/>
                  </a:lnTo>
                  <a:lnTo>
                    <a:pt x="637645" y="1649992"/>
                  </a:lnTo>
                  <a:lnTo>
                    <a:pt x="626946" y="1646356"/>
                  </a:lnTo>
                  <a:lnTo>
                    <a:pt x="621318" y="1647880"/>
                  </a:lnTo>
                  <a:lnTo>
                    <a:pt x="620113" y="1651138"/>
                  </a:lnTo>
                  <a:lnTo>
                    <a:pt x="616322" y="1651846"/>
                  </a:lnTo>
                  <a:lnTo>
                    <a:pt x="614072" y="1649112"/>
                  </a:lnTo>
                  <a:lnTo>
                    <a:pt x="613706" y="1649047"/>
                  </a:lnTo>
                  <a:lnTo>
                    <a:pt x="608639" y="1648147"/>
                  </a:lnTo>
                  <a:lnTo>
                    <a:pt x="602600" y="1649714"/>
                  </a:lnTo>
                  <a:lnTo>
                    <a:pt x="591423" y="1644916"/>
                  </a:lnTo>
                  <a:lnTo>
                    <a:pt x="586021" y="1642588"/>
                  </a:lnTo>
                  <a:lnTo>
                    <a:pt x="576749" y="1638581"/>
                  </a:lnTo>
                  <a:lnTo>
                    <a:pt x="528444" y="1631775"/>
                  </a:lnTo>
                  <a:lnTo>
                    <a:pt x="502810" y="1628002"/>
                  </a:lnTo>
                  <a:lnTo>
                    <a:pt x="485955" y="1625468"/>
                  </a:lnTo>
                  <a:lnTo>
                    <a:pt x="481460" y="1615524"/>
                  </a:lnTo>
                  <a:lnTo>
                    <a:pt x="475435" y="1606290"/>
                  </a:lnTo>
                  <a:lnTo>
                    <a:pt x="469139" y="1604686"/>
                  </a:lnTo>
                  <a:lnTo>
                    <a:pt x="464702" y="1600903"/>
                  </a:lnTo>
                  <a:lnTo>
                    <a:pt x="460306" y="1603895"/>
                  </a:lnTo>
                  <a:close/>
                </a:path>
              </a:pathLst>
            </a:custGeom>
            <a:solidFill>
              <a:srgbClr val="93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8"/>
            <p:cNvSpPr/>
            <p:nvPr/>
          </p:nvSpPr>
          <p:spPr>
            <a:xfrm>
              <a:off x="3830175" y="927201"/>
              <a:ext cx="1102594" cy="2281138"/>
            </a:xfrm>
            <a:custGeom>
              <a:avLst/>
              <a:pathLst>
                <a:path w="1102594" h="2281138">
                  <a:moveTo>
                    <a:pt x="457200" y="1600200"/>
                  </a:moveTo>
                  <a:lnTo>
                    <a:pt x="481517" y="1599395"/>
                  </a:lnTo>
                  <a:lnTo>
                    <a:pt x="524376" y="1597600"/>
                  </a:lnTo>
                  <a:lnTo>
                    <a:pt x="559432" y="1595921"/>
                  </a:lnTo>
                  <a:lnTo>
                    <a:pt x="611139" y="1593252"/>
                  </a:lnTo>
                  <a:lnTo>
                    <a:pt x="612856" y="1593149"/>
                  </a:lnTo>
                  <a:lnTo>
                    <a:pt x="626391" y="1592320"/>
                  </a:lnTo>
                  <a:lnTo>
                    <a:pt x="624955" y="1569249"/>
                  </a:lnTo>
                  <a:lnTo>
                    <a:pt x="623977" y="1553811"/>
                  </a:lnTo>
                  <a:lnTo>
                    <a:pt x="623389" y="1544495"/>
                  </a:lnTo>
                  <a:lnTo>
                    <a:pt x="631310" y="1547892"/>
                  </a:lnTo>
                  <a:lnTo>
                    <a:pt x="636802" y="1545588"/>
                  </a:lnTo>
                  <a:lnTo>
                    <a:pt x="639779" y="1545427"/>
                  </a:lnTo>
                  <a:lnTo>
                    <a:pt x="646027" y="1549448"/>
                  </a:lnTo>
                  <a:lnTo>
                    <a:pt x="651164" y="1550635"/>
                  </a:lnTo>
                  <a:lnTo>
                    <a:pt x="653598" y="1563773"/>
                  </a:lnTo>
                  <a:lnTo>
                    <a:pt x="656218" y="1574728"/>
                  </a:lnTo>
                  <a:lnTo>
                    <a:pt x="658382" y="1577730"/>
                  </a:lnTo>
                  <a:lnTo>
                    <a:pt x="661788" y="1589929"/>
                  </a:lnTo>
                  <a:lnTo>
                    <a:pt x="665702" y="1604134"/>
                  </a:lnTo>
                  <a:lnTo>
                    <a:pt x="665864" y="1609584"/>
                  </a:lnTo>
                  <a:lnTo>
                    <a:pt x="665593" y="1615930"/>
                  </a:lnTo>
                  <a:lnTo>
                    <a:pt x="672199" y="1621966"/>
                  </a:lnTo>
                  <a:lnTo>
                    <a:pt x="681538" y="1625942"/>
                  </a:lnTo>
                  <a:lnTo>
                    <a:pt x="686702" y="1626513"/>
                  </a:lnTo>
                  <a:lnTo>
                    <a:pt x="687997" y="1625748"/>
                  </a:lnTo>
                  <a:lnTo>
                    <a:pt x="691260" y="1623819"/>
                  </a:lnTo>
                  <a:lnTo>
                    <a:pt x="700083" y="1624025"/>
                  </a:lnTo>
                  <a:lnTo>
                    <a:pt x="702790" y="1626541"/>
                  </a:lnTo>
                  <a:lnTo>
                    <a:pt x="703122" y="1629908"/>
                  </a:lnTo>
                  <a:lnTo>
                    <a:pt x="716262" y="1630523"/>
                  </a:lnTo>
                  <a:lnTo>
                    <a:pt x="729839" y="1631053"/>
                  </a:lnTo>
                  <a:lnTo>
                    <a:pt x="736657" y="1630756"/>
                  </a:lnTo>
                  <a:lnTo>
                    <a:pt x="740418" y="1637838"/>
                  </a:lnTo>
                  <a:lnTo>
                    <a:pt x="740040" y="1643332"/>
                  </a:lnTo>
                  <a:lnTo>
                    <a:pt x="751685" y="1643690"/>
                  </a:lnTo>
                  <a:lnTo>
                    <a:pt x="760790" y="1641387"/>
                  </a:lnTo>
                  <a:lnTo>
                    <a:pt x="768374" y="1638676"/>
                  </a:lnTo>
                  <a:lnTo>
                    <a:pt x="768152" y="1632935"/>
                  </a:lnTo>
                  <a:lnTo>
                    <a:pt x="775644" y="1630655"/>
                  </a:lnTo>
                  <a:lnTo>
                    <a:pt x="777349" y="1627824"/>
                  </a:lnTo>
                  <a:lnTo>
                    <a:pt x="788650" y="1624889"/>
                  </a:lnTo>
                  <a:lnTo>
                    <a:pt x="794160" y="1626607"/>
                  </a:lnTo>
                  <a:lnTo>
                    <a:pt x="798549" y="1625991"/>
                  </a:lnTo>
                  <a:lnTo>
                    <a:pt x="809437" y="1624450"/>
                  </a:lnTo>
                  <a:lnTo>
                    <a:pt x="814779" y="1628543"/>
                  </a:lnTo>
                  <a:lnTo>
                    <a:pt x="829071" y="1634200"/>
                  </a:lnTo>
                  <a:lnTo>
                    <a:pt x="836659" y="1633053"/>
                  </a:lnTo>
                  <a:lnTo>
                    <a:pt x="837381" y="1637313"/>
                  </a:lnTo>
                  <a:lnTo>
                    <a:pt x="835737" y="1642632"/>
                  </a:lnTo>
                  <a:lnTo>
                    <a:pt x="842732" y="1645242"/>
                  </a:lnTo>
                  <a:lnTo>
                    <a:pt x="847627" y="1643847"/>
                  </a:lnTo>
                  <a:lnTo>
                    <a:pt x="852847" y="1647618"/>
                  </a:lnTo>
                  <a:lnTo>
                    <a:pt x="852480" y="1655449"/>
                  </a:lnTo>
                  <a:lnTo>
                    <a:pt x="857576" y="1662013"/>
                  </a:lnTo>
                  <a:lnTo>
                    <a:pt x="862370" y="1670956"/>
                  </a:lnTo>
                  <a:lnTo>
                    <a:pt x="866614" y="1668014"/>
                  </a:lnTo>
                  <a:lnTo>
                    <a:pt x="867716" y="1663206"/>
                  </a:lnTo>
                  <a:lnTo>
                    <a:pt x="867172" y="1657527"/>
                  </a:lnTo>
                  <a:lnTo>
                    <a:pt x="869514" y="1653426"/>
                  </a:lnTo>
                  <a:lnTo>
                    <a:pt x="877637" y="1651586"/>
                  </a:lnTo>
                  <a:lnTo>
                    <a:pt x="886474" y="1651217"/>
                  </a:lnTo>
                  <a:lnTo>
                    <a:pt x="891485" y="1655450"/>
                  </a:lnTo>
                  <a:lnTo>
                    <a:pt x="894019" y="1664397"/>
                  </a:lnTo>
                  <a:lnTo>
                    <a:pt x="901337" y="1664918"/>
                  </a:lnTo>
                  <a:lnTo>
                    <a:pt x="909670" y="1668056"/>
                  </a:lnTo>
                  <a:lnTo>
                    <a:pt x="911069" y="1668582"/>
                  </a:lnTo>
                  <a:lnTo>
                    <a:pt x="916544" y="1668176"/>
                  </a:lnTo>
                  <a:lnTo>
                    <a:pt x="919460" y="1677860"/>
                  </a:lnTo>
                  <a:lnTo>
                    <a:pt x="930587" y="1678073"/>
                  </a:lnTo>
                  <a:lnTo>
                    <a:pt x="932711" y="1684733"/>
                  </a:lnTo>
                  <a:lnTo>
                    <a:pt x="938886" y="1682382"/>
                  </a:lnTo>
                  <a:lnTo>
                    <a:pt x="949487" y="1680877"/>
                  </a:lnTo>
                  <a:lnTo>
                    <a:pt x="956420" y="1678306"/>
                  </a:lnTo>
                  <a:lnTo>
                    <a:pt x="963378" y="1670471"/>
                  </a:lnTo>
                  <a:lnTo>
                    <a:pt x="972608" y="1663299"/>
                  </a:lnTo>
                  <a:lnTo>
                    <a:pt x="972831" y="1663138"/>
                  </a:lnTo>
                  <a:lnTo>
                    <a:pt x="982503" y="1656172"/>
                  </a:lnTo>
                  <a:lnTo>
                    <a:pt x="987607" y="1654803"/>
                  </a:lnTo>
                  <a:lnTo>
                    <a:pt x="991811" y="1662559"/>
                  </a:lnTo>
                  <a:lnTo>
                    <a:pt x="994953" y="1669165"/>
                  </a:lnTo>
                  <a:lnTo>
                    <a:pt x="1001292" y="1671713"/>
                  </a:lnTo>
                  <a:lnTo>
                    <a:pt x="1012226" y="1667086"/>
                  </a:lnTo>
                  <a:lnTo>
                    <a:pt x="1020305" y="1668195"/>
                  </a:lnTo>
                  <a:lnTo>
                    <a:pt x="1033000" y="1666944"/>
                  </a:lnTo>
                  <a:lnTo>
                    <a:pt x="1047768" y="1664077"/>
                  </a:lnTo>
                  <a:lnTo>
                    <a:pt x="1056924" y="1666014"/>
                  </a:lnTo>
                  <a:lnTo>
                    <a:pt x="1062622" y="1673737"/>
                  </a:lnTo>
                  <a:lnTo>
                    <a:pt x="1071787" y="1676397"/>
                  </a:lnTo>
                  <a:lnTo>
                    <a:pt x="1081035" y="1671009"/>
                  </a:lnTo>
                  <a:lnTo>
                    <a:pt x="1091459" y="1671138"/>
                  </a:lnTo>
                  <a:lnTo>
                    <a:pt x="1102594" y="1669292"/>
                  </a:lnTo>
                  <a:lnTo>
                    <a:pt x="1097838" y="1674908"/>
                  </a:lnTo>
                  <a:lnTo>
                    <a:pt x="1089525" y="1678966"/>
                  </a:lnTo>
                  <a:lnTo>
                    <a:pt x="1083722" y="1683870"/>
                  </a:lnTo>
                  <a:lnTo>
                    <a:pt x="1079536" y="1687780"/>
                  </a:lnTo>
                  <a:lnTo>
                    <a:pt x="1069262" y="1692773"/>
                  </a:lnTo>
                  <a:lnTo>
                    <a:pt x="1065579" y="1697201"/>
                  </a:lnTo>
                  <a:lnTo>
                    <a:pt x="1057803" y="1700615"/>
                  </a:lnTo>
                  <a:lnTo>
                    <a:pt x="1048750" y="1705880"/>
                  </a:lnTo>
                  <a:lnTo>
                    <a:pt x="1037877" y="1710271"/>
                  </a:lnTo>
                  <a:lnTo>
                    <a:pt x="1030043" y="1713557"/>
                  </a:lnTo>
                  <a:lnTo>
                    <a:pt x="1020929" y="1718675"/>
                  </a:lnTo>
                  <a:lnTo>
                    <a:pt x="1012435" y="1725560"/>
                  </a:lnTo>
                  <a:lnTo>
                    <a:pt x="1005584" y="1730354"/>
                  </a:lnTo>
                  <a:lnTo>
                    <a:pt x="995556" y="1739969"/>
                  </a:lnTo>
                  <a:lnTo>
                    <a:pt x="983967" y="1752810"/>
                  </a:lnTo>
                  <a:lnTo>
                    <a:pt x="974803" y="1764300"/>
                  </a:lnTo>
                  <a:lnTo>
                    <a:pt x="966554" y="1778012"/>
                  </a:lnTo>
                  <a:lnTo>
                    <a:pt x="957374" y="1790534"/>
                  </a:lnTo>
                  <a:lnTo>
                    <a:pt x="952152" y="1797124"/>
                  </a:lnTo>
                  <a:lnTo>
                    <a:pt x="942988" y="1804265"/>
                  </a:lnTo>
                  <a:lnTo>
                    <a:pt x="937872" y="1812744"/>
                  </a:lnTo>
                  <a:lnTo>
                    <a:pt x="930647" y="1818959"/>
                  </a:lnTo>
                  <a:lnTo>
                    <a:pt x="926340" y="1824451"/>
                  </a:lnTo>
                  <a:lnTo>
                    <a:pt x="925399" y="1825648"/>
                  </a:lnTo>
                  <a:lnTo>
                    <a:pt x="917532" y="1831768"/>
                  </a:lnTo>
                  <a:lnTo>
                    <a:pt x="909222" y="1839800"/>
                  </a:lnTo>
                  <a:lnTo>
                    <a:pt x="905475" y="1843888"/>
                  </a:lnTo>
                  <a:lnTo>
                    <a:pt x="910657" y="1855581"/>
                  </a:lnTo>
                  <a:lnTo>
                    <a:pt x="907595" y="1855379"/>
                  </a:lnTo>
                  <a:lnTo>
                    <a:pt x="903108" y="1852830"/>
                  </a:lnTo>
                  <a:lnTo>
                    <a:pt x="899493" y="1853542"/>
                  </a:lnTo>
                  <a:lnTo>
                    <a:pt x="896570" y="1858377"/>
                  </a:lnTo>
                  <a:lnTo>
                    <a:pt x="895042" y="1862341"/>
                  </a:lnTo>
                  <a:lnTo>
                    <a:pt x="887703" y="1863239"/>
                  </a:lnTo>
                  <a:lnTo>
                    <a:pt x="889711" y="1884016"/>
                  </a:lnTo>
                  <a:lnTo>
                    <a:pt x="890621" y="1893730"/>
                  </a:lnTo>
                  <a:lnTo>
                    <a:pt x="892630" y="1915197"/>
                  </a:lnTo>
                  <a:lnTo>
                    <a:pt x="893653" y="1925946"/>
                  </a:lnTo>
                  <a:lnTo>
                    <a:pt x="894630" y="1936227"/>
                  </a:lnTo>
                  <a:lnTo>
                    <a:pt x="891103" y="1939345"/>
                  </a:lnTo>
                  <a:lnTo>
                    <a:pt x="890376" y="1943975"/>
                  </a:lnTo>
                  <a:lnTo>
                    <a:pt x="886816" y="1943831"/>
                  </a:lnTo>
                  <a:lnTo>
                    <a:pt x="882127" y="1946435"/>
                  </a:lnTo>
                  <a:lnTo>
                    <a:pt x="880483" y="1950254"/>
                  </a:lnTo>
                  <a:lnTo>
                    <a:pt x="874247" y="1951190"/>
                  </a:lnTo>
                  <a:lnTo>
                    <a:pt x="871522" y="1954426"/>
                  </a:lnTo>
                  <a:lnTo>
                    <a:pt x="865271" y="1957727"/>
                  </a:lnTo>
                  <a:lnTo>
                    <a:pt x="860135" y="1963274"/>
                  </a:lnTo>
                  <a:lnTo>
                    <a:pt x="857378" y="1969581"/>
                  </a:lnTo>
                  <a:lnTo>
                    <a:pt x="856417" y="1975333"/>
                  </a:lnTo>
                  <a:lnTo>
                    <a:pt x="852737" y="1982332"/>
                  </a:lnTo>
                  <a:lnTo>
                    <a:pt x="851545" y="1983345"/>
                  </a:lnTo>
                  <a:lnTo>
                    <a:pt x="849202" y="1985335"/>
                  </a:lnTo>
                  <a:lnTo>
                    <a:pt x="848514" y="1994268"/>
                  </a:lnTo>
                  <a:lnTo>
                    <a:pt x="848463" y="1994915"/>
                  </a:lnTo>
                  <a:lnTo>
                    <a:pt x="849773" y="2002997"/>
                  </a:lnTo>
                  <a:lnTo>
                    <a:pt x="856789" y="2003693"/>
                  </a:lnTo>
                  <a:lnTo>
                    <a:pt x="860713" y="2004010"/>
                  </a:lnTo>
                  <a:lnTo>
                    <a:pt x="863573" y="2007733"/>
                  </a:lnTo>
                  <a:lnTo>
                    <a:pt x="867750" y="2014027"/>
                  </a:lnTo>
                  <a:lnTo>
                    <a:pt x="871612" y="2017969"/>
                  </a:lnTo>
                  <a:lnTo>
                    <a:pt x="871069" y="2023253"/>
                  </a:lnTo>
                  <a:lnTo>
                    <a:pt x="868223" y="2030972"/>
                  </a:lnTo>
                  <a:lnTo>
                    <a:pt x="864385" y="2036358"/>
                  </a:lnTo>
                  <a:lnTo>
                    <a:pt x="863326" y="2037844"/>
                  </a:lnTo>
                  <a:lnTo>
                    <a:pt x="863792" y="2047166"/>
                  </a:lnTo>
                  <a:lnTo>
                    <a:pt x="863884" y="2049021"/>
                  </a:lnTo>
                  <a:lnTo>
                    <a:pt x="867100" y="2058946"/>
                  </a:lnTo>
                  <a:lnTo>
                    <a:pt x="863222" y="2064024"/>
                  </a:lnTo>
                  <a:lnTo>
                    <a:pt x="862181" y="2065386"/>
                  </a:lnTo>
                  <a:lnTo>
                    <a:pt x="866242" y="2070389"/>
                  </a:lnTo>
                  <a:lnTo>
                    <a:pt x="868113" y="2080333"/>
                  </a:lnTo>
                  <a:lnTo>
                    <a:pt x="867571" y="2090388"/>
                  </a:lnTo>
                  <a:lnTo>
                    <a:pt x="867522" y="2091285"/>
                  </a:lnTo>
                  <a:lnTo>
                    <a:pt x="865248" y="2102238"/>
                  </a:lnTo>
                  <a:lnTo>
                    <a:pt x="866487" y="2103300"/>
                  </a:lnTo>
                  <a:lnTo>
                    <a:pt x="872314" y="2108285"/>
                  </a:lnTo>
                  <a:lnTo>
                    <a:pt x="875687" y="2111166"/>
                  </a:lnTo>
                  <a:lnTo>
                    <a:pt x="883452" y="2120032"/>
                  </a:lnTo>
                  <a:lnTo>
                    <a:pt x="889906" y="2123836"/>
                  </a:lnTo>
                  <a:lnTo>
                    <a:pt x="903348" y="2125012"/>
                  </a:lnTo>
                  <a:lnTo>
                    <a:pt x="906668" y="2124618"/>
                  </a:lnTo>
                  <a:lnTo>
                    <a:pt x="910827" y="2126682"/>
                  </a:lnTo>
                  <a:lnTo>
                    <a:pt x="911094" y="2126815"/>
                  </a:lnTo>
                  <a:lnTo>
                    <a:pt x="913745" y="2133135"/>
                  </a:lnTo>
                  <a:lnTo>
                    <a:pt x="918140" y="2136618"/>
                  </a:lnTo>
                  <a:lnTo>
                    <a:pt x="919382" y="2137602"/>
                  </a:lnTo>
                  <a:lnTo>
                    <a:pt x="930476" y="2140466"/>
                  </a:lnTo>
                  <a:lnTo>
                    <a:pt x="932933" y="2141393"/>
                  </a:lnTo>
                  <a:lnTo>
                    <a:pt x="944133" y="2145606"/>
                  </a:lnTo>
                  <a:lnTo>
                    <a:pt x="948863" y="2150643"/>
                  </a:lnTo>
                  <a:lnTo>
                    <a:pt x="952012" y="2161213"/>
                  </a:lnTo>
                  <a:lnTo>
                    <a:pt x="955813" y="2165071"/>
                  </a:lnTo>
                  <a:lnTo>
                    <a:pt x="959519" y="2168826"/>
                  </a:lnTo>
                  <a:lnTo>
                    <a:pt x="968668" y="2172323"/>
                  </a:lnTo>
                  <a:lnTo>
                    <a:pt x="975805" y="2179695"/>
                  </a:lnTo>
                  <a:lnTo>
                    <a:pt x="982901" y="2183617"/>
                  </a:lnTo>
                  <a:lnTo>
                    <a:pt x="984185" y="2183820"/>
                  </a:lnTo>
                  <a:lnTo>
                    <a:pt x="995020" y="2185525"/>
                  </a:lnTo>
                  <a:lnTo>
                    <a:pt x="996751" y="2187496"/>
                  </a:lnTo>
                  <a:lnTo>
                    <a:pt x="1003505" y="2195177"/>
                  </a:lnTo>
                  <a:lnTo>
                    <a:pt x="1010262" y="2202531"/>
                  </a:lnTo>
                  <a:lnTo>
                    <a:pt x="1010635" y="2203201"/>
                  </a:lnTo>
                  <a:lnTo>
                    <a:pt x="1015505" y="2211947"/>
                  </a:lnTo>
                  <a:lnTo>
                    <a:pt x="1014967" y="2217941"/>
                  </a:lnTo>
                  <a:lnTo>
                    <a:pt x="1014293" y="2225408"/>
                  </a:lnTo>
                  <a:lnTo>
                    <a:pt x="1016981" y="2233418"/>
                  </a:lnTo>
                  <a:lnTo>
                    <a:pt x="1019249" y="2237622"/>
                  </a:lnTo>
                  <a:lnTo>
                    <a:pt x="1021449" y="2245438"/>
                  </a:lnTo>
                  <a:lnTo>
                    <a:pt x="996961" y="2248032"/>
                  </a:lnTo>
                  <a:lnTo>
                    <a:pt x="986225" y="2249151"/>
                  </a:lnTo>
                  <a:lnTo>
                    <a:pt x="975525" y="2250250"/>
                  </a:lnTo>
                  <a:lnTo>
                    <a:pt x="967042" y="2251110"/>
                  </a:lnTo>
                  <a:lnTo>
                    <a:pt x="944180" y="2253375"/>
                  </a:lnTo>
                  <a:lnTo>
                    <a:pt x="935295" y="2254236"/>
                  </a:lnTo>
                  <a:lnTo>
                    <a:pt x="911067" y="2256568"/>
                  </a:lnTo>
                  <a:lnTo>
                    <a:pt x="901716" y="2257446"/>
                  </a:lnTo>
                  <a:lnTo>
                    <a:pt x="873257" y="2260094"/>
                  </a:lnTo>
                  <a:lnTo>
                    <a:pt x="859421" y="2261294"/>
                  </a:lnTo>
                  <a:lnTo>
                    <a:pt x="857190" y="2261485"/>
                  </a:lnTo>
                  <a:lnTo>
                    <a:pt x="841052" y="2262847"/>
                  </a:lnTo>
                  <a:lnTo>
                    <a:pt x="816929" y="2264821"/>
                  </a:lnTo>
                  <a:lnTo>
                    <a:pt x="809796" y="2265390"/>
                  </a:lnTo>
                  <a:lnTo>
                    <a:pt x="803342" y="2265895"/>
                  </a:lnTo>
                  <a:lnTo>
                    <a:pt x="774375" y="2268092"/>
                  </a:lnTo>
                  <a:lnTo>
                    <a:pt x="749442" y="2269827"/>
                  </a:lnTo>
                  <a:lnTo>
                    <a:pt x="736610" y="2270686"/>
                  </a:lnTo>
                  <a:lnTo>
                    <a:pt x="731910" y="2271007"/>
                  </a:lnTo>
                  <a:lnTo>
                    <a:pt x="694866" y="2273434"/>
                  </a:lnTo>
                  <a:lnTo>
                    <a:pt x="693095" y="2273546"/>
                  </a:lnTo>
                  <a:lnTo>
                    <a:pt x="689461" y="2273769"/>
                  </a:lnTo>
                  <a:lnTo>
                    <a:pt x="662426" y="2275372"/>
                  </a:lnTo>
                  <a:lnTo>
                    <a:pt x="646867" y="2276320"/>
                  </a:lnTo>
                  <a:lnTo>
                    <a:pt x="640867" y="2276677"/>
                  </a:lnTo>
                  <a:lnTo>
                    <a:pt x="637953" y="2276849"/>
                  </a:lnTo>
                  <a:lnTo>
                    <a:pt x="606648" y="2278552"/>
                  </a:lnTo>
                  <a:lnTo>
                    <a:pt x="604259" y="2278670"/>
                  </a:lnTo>
                  <a:lnTo>
                    <a:pt x="586943" y="2279506"/>
                  </a:lnTo>
                  <a:lnTo>
                    <a:pt x="573850" y="2280110"/>
                  </a:lnTo>
                  <a:lnTo>
                    <a:pt x="550893" y="2281138"/>
                  </a:lnTo>
                  <a:lnTo>
                    <a:pt x="550611" y="2274688"/>
                  </a:lnTo>
                  <a:lnTo>
                    <a:pt x="549057" y="2237750"/>
                  </a:lnTo>
                  <a:lnTo>
                    <a:pt x="547233" y="2194587"/>
                  </a:lnTo>
                  <a:lnTo>
                    <a:pt x="546372" y="2174286"/>
                  </a:lnTo>
                  <a:lnTo>
                    <a:pt x="545285" y="2151486"/>
                  </a:lnTo>
                  <a:lnTo>
                    <a:pt x="544765" y="2140589"/>
                  </a:lnTo>
                  <a:lnTo>
                    <a:pt x="543730" y="2118941"/>
                  </a:lnTo>
                  <a:lnTo>
                    <a:pt x="542708" y="2097594"/>
                  </a:lnTo>
                  <a:lnTo>
                    <a:pt x="540970" y="2061367"/>
                  </a:lnTo>
                  <a:lnTo>
                    <a:pt x="540739" y="2056557"/>
                  </a:lnTo>
                  <a:lnTo>
                    <a:pt x="539560" y="2054219"/>
                  </a:lnTo>
                  <a:lnTo>
                    <a:pt x="538365" y="2051846"/>
                  </a:lnTo>
                  <a:lnTo>
                    <a:pt x="534782" y="2048344"/>
                  </a:lnTo>
                  <a:lnTo>
                    <a:pt x="531205" y="2047197"/>
                  </a:lnTo>
                  <a:lnTo>
                    <a:pt x="526241" y="2044667"/>
                  </a:lnTo>
                  <a:lnTo>
                    <a:pt x="521196" y="2044612"/>
                  </a:lnTo>
                  <a:lnTo>
                    <a:pt x="517978" y="2041417"/>
                  </a:lnTo>
                  <a:lnTo>
                    <a:pt x="515002" y="2036335"/>
                  </a:lnTo>
                  <a:lnTo>
                    <a:pt x="511361" y="2029354"/>
                  </a:lnTo>
                  <a:lnTo>
                    <a:pt x="506383" y="2023307"/>
                  </a:lnTo>
                  <a:lnTo>
                    <a:pt x="505602" y="2022357"/>
                  </a:lnTo>
                  <a:lnTo>
                    <a:pt x="504812" y="2019225"/>
                  </a:lnTo>
                  <a:lnTo>
                    <a:pt x="506854" y="2014819"/>
                  </a:lnTo>
                  <a:lnTo>
                    <a:pt x="513656" y="2008645"/>
                  </a:lnTo>
                  <a:lnTo>
                    <a:pt x="519781" y="2004566"/>
                  </a:lnTo>
                  <a:lnTo>
                    <a:pt x="523182" y="1998347"/>
                  </a:lnTo>
                  <a:lnTo>
                    <a:pt x="526757" y="1993803"/>
                  </a:lnTo>
                  <a:lnTo>
                    <a:pt x="527780" y="1986862"/>
                  </a:lnTo>
                  <a:lnTo>
                    <a:pt x="528151" y="1978952"/>
                  </a:lnTo>
                  <a:lnTo>
                    <a:pt x="526803" y="1968888"/>
                  </a:lnTo>
                  <a:lnTo>
                    <a:pt x="526909" y="1968217"/>
                  </a:lnTo>
                  <a:lnTo>
                    <a:pt x="528146" y="1960435"/>
                  </a:lnTo>
                  <a:lnTo>
                    <a:pt x="523878" y="1943699"/>
                  </a:lnTo>
                  <a:lnTo>
                    <a:pt x="522888" y="1931328"/>
                  </a:lnTo>
                  <a:lnTo>
                    <a:pt x="518715" y="1926655"/>
                  </a:lnTo>
                  <a:lnTo>
                    <a:pt x="513022" y="1917329"/>
                  </a:lnTo>
                  <a:lnTo>
                    <a:pt x="509330" y="1901213"/>
                  </a:lnTo>
                  <a:lnTo>
                    <a:pt x="505477" y="1893447"/>
                  </a:lnTo>
                  <a:lnTo>
                    <a:pt x="505105" y="1892696"/>
                  </a:lnTo>
                  <a:lnTo>
                    <a:pt x="505036" y="1892558"/>
                  </a:lnTo>
                  <a:lnTo>
                    <a:pt x="505068" y="1885595"/>
                  </a:lnTo>
                  <a:lnTo>
                    <a:pt x="504474" y="1875066"/>
                  </a:lnTo>
                  <a:lnTo>
                    <a:pt x="505901" y="1858213"/>
                  </a:lnTo>
                  <a:lnTo>
                    <a:pt x="499513" y="1846319"/>
                  </a:lnTo>
                  <a:lnTo>
                    <a:pt x="500379" y="1837442"/>
                  </a:lnTo>
                  <a:lnTo>
                    <a:pt x="499398" y="1828844"/>
                  </a:lnTo>
                  <a:lnTo>
                    <a:pt x="498163" y="1818009"/>
                  </a:lnTo>
                  <a:lnTo>
                    <a:pt x="497613" y="1813177"/>
                  </a:lnTo>
                  <a:lnTo>
                    <a:pt x="495346" y="1792919"/>
                  </a:lnTo>
                  <a:lnTo>
                    <a:pt x="495181" y="1785618"/>
                  </a:lnTo>
                  <a:lnTo>
                    <a:pt x="494976" y="1776561"/>
                  </a:lnTo>
                  <a:lnTo>
                    <a:pt x="492222" y="1767083"/>
                  </a:lnTo>
                  <a:lnTo>
                    <a:pt x="491177" y="1764249"/>
                  </a:lnTo>
                  <a:lnTo>
                    <a:pt x="487892" y="1755321"/>
                  </a:lnTo>
                  <a:lnTo>
                    <a:pt x="481746" y="1743171"/>
                  </a:lnTo>
                  <a:lnTo>
                    <a:pt x="477907" y="1732254"/>
                  </a:lnTo>
                  <a:lnTo>
                    <a:pt x="474838" y="1720796"/>
                  </a:lnTo>
                  <a:lnTo>
                    <a:pt x="471492" y="1712818"/>
                  </a:lnTo>
                  <a:lnTo>
                    <a:pt x="467726" y="1703349"/>
                  </a:lnTo>
                  <a:lnTo>
                    <a:pt x="467779" y="1702766"/>
                  </a:lnTo>
                  <a:lnTo>
                    <a:pt x="468013" y="1700211"/>
                  </a:lnTo>
                  <a:lnTo>
                    <a:pt x="468743" y="1692207"/>
                  </a:lnTo>
                  <a:lnTo>
                    <a:pt x="467653" y="1681450"/>
                  </a:lnTo>
                  <a:lnTo>
                    <a:pt x="467154" y="1670776"/>
                  </a:lnTo>
                  <a:lnTo>
                    <a:pt x="465868" y="1658160"/>
                  </a:lnTo>
                  <a:lnTo>
                    <a:pt x="465913" y="1657108"/>
                  </a:lnTo>
                  <a:lnTo>
                    <a:pt x="465930" y="1656716"/>
                  </a:lnTo>
                  <a:lnTo>
                    <a:pt x="466143" y="1651752"/>
                  </a:lnTo>
                  <a:lnTo>
                    <a:pt x="469279" y="1641164"/>
                  </a:lnTo>
                  <a:lnTo>
                    <a:pt x="467324" y="1635554"/>
                  </a:lnTo>
                  <a:lnTo>
                    <a:pt x="464483" y="1628315"/>
                  </a:lnTo>
                  <a:lnTo>
                    <a:pt x="461203" y="1616614"/>
                  </a:lnTo>
                  <a:lnTo>
                    <a:pt x="457541" y="1607007"/>
                  </a:lnTo>
                  <a:close/>
                </a:path>
              </a:pathLst>
            </a:custGeom>
            <a:solidFill>
              <a:srgbClr val="800BA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99"/>
            <p:cNvSpPr/>
            <p:nvPr/>
          </p:nvSpPr>
          <p:spPr>
            <a:xfrm>
              <a:off x="4499384" y="3088816"/>
              <a:ext cx="812676" cy="1709315"/>
            </a:xfrm>
            <a:custGeom>
              <a:avLst/>
              <a:pathLst>
                <a:path w="812676" h="1709315">
                  <a:moveTo>
                    <a:pt x="457200" y="1600199"/>
                  </a:moveTo>
                  <a:lnTo>
                    <a:pt x="463350" y="1600364"/>
                  </a:lnTo>
                  <a:lnTo>
                    <a:pt x="468922" y="1596086"/>
                  </a:lnTo>
                  <a:lnTo>
                    <a:pt x="465534" y="1590619"/>
                  </a:lnTo>
                  <a:lnTo>
                    <a:pt x="465381" y="1584184"/>
                  </a:lnTo>
                  <a:lnTo>
                    <a:pt x="467200" y="1577959"/>
                  </a:lnTo>
                  <a:lnTo>
                    <a:pt x="465848" y="1570705"/>
                  </a:lnTo>
                  <a:lnTo>
                    <a:pt x="468387" y="1565996"/>
                  </a:lnTo>
                  <a:lnTo>
                    <a:pt x="473777" y="1563980"/>
                  </a:lnTo>
                  <a:lnTo>
                    <a:pt x="471222" y="1559090"/>
                  </a:lnTo>
                  <a:lnTo>
                    <a:pt x="470203" y="1555116"/>
                  </a:lnTo>
                  <a:lnTo>
                    <a:pt x="477164" y="1551461"/>
                  </a:lnTo>
                  <a:lnTo>
                    <a:pt x="477857" y="1540396"/>
                  </a:lnTo>
                  <a:lnTo>
                    <a:pt x="484233" y="1538174"/>
                  </a:lnTo>
                  <a:lnTo>
                    <a:pt x="484006" y="1537888"/>
                  </a:lnTo>
                  <a:lnTo>
                    <a:pt x="479313" y="1531953"/>
                  </a:lnTo>
                  <a:lnTo>
                    <a:pt x="480299" y="1526445"/>
                  </a:lnTo>
                  <a:lnTo>
                    <a:pt x="486273" y="1526983"/>
                  </a:lnTo>
                  <a:lnTo>
                    <a:pt x="490750" y="1522040"/>
                  </a:lnTo>
                  <a:lnTo>
                    <a:pt x="491634" y="1521063"/>
                  </a:lnTo>
                  <a:lnTo>
                    <a:pt x="496835" y="1515156"/>
                  </a:lnTo>
                  <a:lnTo>
                    <a:pt x="496634" y="1508560"/>
                  </a:lnTo>
                  <a:lnTo>
                    <a:pt x="502808" y="1506204"/>
                  </a:lnTo>
                  <a:lnTo>
                    <a:pt x="506259" y="1501317"/>
                  </a:lnTo>
                  <a:lnTo>
                    <a:pt x="506136" y="1497996"/>
                  </a:lnTo>
                  <a:lnTo>
                    <a:pt x="510239" y="1491246"/>
                  </a:lnTo>
                  <a:lnTo>
                    <a:pt x="509659" y="1490447"/>
                  </a:lnTo>
                  <a:lnTo>
                    <a:pt x="501260" y="1478861"/>
                  </a:lnTo>
                  <a:lnTo>
                    <a:pt x="513522" y="1476764"/>
                  </a:lnTo>
                  <a:lnTo>
                    <a:pt x="517295" y="1467800"/>
                  </a:lnTo>
                  <a:lnTo>
                    <a:pt x="519421" y="1460282"/>
                  </a:lnTo>
                  <a:lnTo>
                    <a:pt x="512432" y="1459818"/>
                  </a:lnTo>
                  <a:lnTo>
                    <a:pt x="513765" y="1450585"/>
                  </a:lnTo>
                  <a:lnTo>
                    <a:pt x="504492" y="1449866"/>
                  </a:lnTo>
                  <a:lnTo>
                    <a:pt x="502852" y="1440838"/>
                  </a:lnTo>
                  <a:lnTo>
                    <a:pt x="507964" y="1439773"/>
                  </a:lnTo>
                  <a:lnTo>
                    <a:pt x="503327" y="1433163"/>
                  </a:lnTo>
                  <a:lnTo>
                    <a:pt x="502627" y="1432557"/>
                  </a:lnTo>
                  <a:lnTo>
                    <a:pt x="499858" y="1430159"/>
                  </a:lnTo>
                  <a:lnTo>
                    <a:pt x="496880" y="1419939"/>
                  </a:lnTo>
                  <a:lnTo>
                    <a:pt x="500787" y="1414514"/>
                  </a:lnTo>
                  <a:lnTo>
                    <a:pt x="494702" y="1413360"/>
                  </a:lnTo>
                  <a:lnTo>
                    <a:pt x="489699" y="1409392"/>
                  </a:lnTo>
                  <a:lnTo>
                    <a:pt x="488863" y="1404944"/>
                  </a:lnTo>
                  <a:lnTo>
                    <a:pt x="490932" y="1400184"/>
                  </a:lnTo>
                  <a:lnTo>
                    <a:pt x="497501" y="1394556"/>
                  </a:lnTo>
                  <a:lnTo>
                    <a:pt x="496784" y="1388508"/>
                  </a:lnTo>
                  <a:lnTo>
                    <a:pt x="489798" y="1383923"/>
                  </a:lnTo>
                  <a:lnTo>
                    <a:pt x="486232" y="1381359"/>
                  </a:lnTo>
                  <a:lnTo>
                    <a:pt x="486824" y="1380409"/>
                  </a:lnTo>
                  <a:lnTo>
                    <a:pt x="490417" y="1374644"/>
                  </a:lnTo>
                  <a:lnTo>
                    <a:pt x="483625" y="1369893"/>
                  </a:lnTo>
                  <a:lnTo>
                    <a:pt x="486102" y="1365062"/>
                  </a:lnTo>
                  <a:lnTo>
                    <a:pt x="491207" y="1364965"/>
                  </a:lnTo>
                  <a:lnTo>
                    <a:pt x="492716" y="1358672"/>
                  </a:lnTo>
                  <a:lnTo>
                    <a:pt x="493744" y="1352077"/>
                  </a:lnTo>
                  <a:lnTo>
                    <a:pt x="491466" y="1347245"/>
                  </a:lnTo>
                  <a:lnTo>
                    <a:pt x="487299" y="1346860"/>
                  </a:lnTo>
                  <a:lnTo>
                    <a:pt x="484781" y="1338562"/>
                  </a:lnTo>
                  <a:lnTo>
                    <a:pt x="487226" y="1332809"/>
                  </a:lnTo>
                  <a:lnTo>
                    <a:pt x="483321" y="1328976"/>
                  </a:lnTo>
                  <a:lnTo>
                    <a:pt x="480418" y="1324898"/>
                  </a:lnTo>
                  <a:lnTo>
                    <a:pt x="478247" y="1321304"/>
                  </a:lnTo>
                  <a:lnTo>
                    <a:pt x="475110" y="1317093"/>
                  </a:lnTo>
                  <a:lnTo>
                    <a:pt x="475883" y="1314995"/>
                  </a:lnTo>
                  <a:lnTo>
                    <a:pt x="477342" y="1311032"/>
                  </a:lnTo>
                  <a:lnTo>
                    <a:pt x="482947" y="1306125"/>
                  </a:lnTo>
                  <a:lnTo>
                    <a:pt x="477584" y="1301678"/>
                  </a:lnTo>
                  <a:lnTo>
                    <a:pt x="485467" y="1299677"/>
                  </a:lnTo>
                  <a:lnTo>
                    <a:pt x="487487" y="1292755"/>
                  </a:lnTo>
                  <a:lnTo>
                    <a:pt x="480099" y="1289451"/>
                  </a:lnTo>
                  <a:lnTo>
                    <a:pt x="483063" y="1285723"/>
                  </a:lnTo>
                  <a:lnTo>
                    <a:pt x="485723" y="1285214"/>
                  </a:lnTo>
                  <a:lnTo>
                    <a:pt x="491931" y="1286149"/>
                  </a:lnTo>
                  <a:lnTo>
                    <a:pt x="491603" y="1280911"/>
                  </a:lnTo>
                  <a:lnTo>
                    <a:pt x="488539" y="1278963"/>
                  </a:lnTo>
                  <a:lnTo>
                    <a:pt x="487049" y="1272475"/>
                  </a:lnTo>
                  <a:lnTo>
                    <a:pt x="490285" y="1268335"/>
                  </a:lnTo>
                  <a:lnTo>
                    <a:pt x="488880" y="1264024"/>
                  </a:lnTo>
                  <a:lnTo>
                    <a:pt x="483246" y="1262428"/>
                  </a:lnTo>
                  <a:lnTo>
                    <a:pt x="487120" y="1259060"/>
                  </a:lnTo>
                  <a:lnTo>
                    <a:pt x="491679" y="1259582"/>
                  </a:lnTo>
                  <a:lnTo>
                    <a:pt x="493983" y="1256458"/>
                  </a:lnTo>
                  <a:lnTo>
                    <a:pt x="497606" y="1253834"/>
                  </a:lnTo>
                  <a:lnTo>
                    <a:pt x="502667" y="1252192"/>
                  </a:lnTo>
                  <a:lnTo>
                    <a:pt x="503967" y="1246418"/>
                  </a:lnTo>
                  <a:lnTo>
                    <a:pt x="500965" y="1243921"/>
                  </a:lnTo>
                  <a:lnTo>
                    <a:pt x="496148" y="1242604"/>
                  </a:lnTo>
                  <a:lnTo>
                    <a:pt x="496217" y="1241718"/>
                  </a:lnTo>
                  <a:lnTo>
                    <a:pt x="496252" y="1241260"/>
                  </a:lnTo>
                  <a:lnTo>
                    <a:pt x="496530" y="1237653"/>
                  </a:lnTo>
                  <a:lnTo>
                    <a:pt x="500868" y="1235666"/>
                  </a:lnTo>
                  <a:lnTo>
                    <a:pt x="501788" y="1232647"/>
                  </a:lnTo>
                  <a:lnTo>
                    <a:pt x="500094" y="1227840"/>
                  </a:lnTo>
                  <a:lnTo>
                    <a:pt x="505550" y="1225787"/>
                  </a:lnTo>
                  <a:lnTo>
                    <a:pt x="507812" y="1220138"/>
                  </a:lnTo>
                  <a:lnTo>
                    <a:pt x="513856" y="1218253"/>
                  </a:lnTo>
                  <a:lnTo>
                    <a:pt x="511927" y="1211784"/>
                  </a:lnTo>
                  <a:lnTo>
                    <a:pt x="515356" y="1208740"/>
                  </a:lnTo>
                  <a:lnTo>
                    <a:pt x="522739" y="1211475"/>
                  </a:lnTo>
                  <a:lnTo>
                    <a:pt x="524093" y="1205322"/>
                  </a:lnTo>
                  <a:lnTo>
                    <a:pt x="530464" y="1200710"/>
                  </a:lnTo>
                  <a:lnTo>
                    <a:pt x="529066" y="1195416"/>
                  </a:lnTo>
                  <a:lnTo>
                    <a:pt x="529715" y="1187102"/>
                  </a:lnTo>
                  <a:lnTo>
                    <a:pt x="531229" y="1181537"/>
                  </a:lnTo>
                  <a:lnTo>
                    <a:pt x="526762" y="1176092"/>
                  </a:lnTo>
                  <a:lnTo>
                    <a:pt x="527826" y="1173986"/>
                  </a:lnTo>
                  <a:lnTo>
                    <a:pt x="529947" y="1169780"/>
                  </a:lnTo>
                  <a:lnTo>
                    <a:pt x="529884" y="1164966"/>
                  </a:lnTo>
                  <a:lnTo>
                    <a:pt x="533231" y="1156788"/>
                  </a:lnTo>
                  <a:lnTo>
                    <a:pt x="536179" y="1153426"/>
                  </a:lnTo>
                  <a:lnTo>
                    <a:pt x="536588" y="1147625"/>
                  </a:lnTo>
                  <a:lnTo>
                    <a:pt x="542258" y="1146938"/>
                  </a:lnTo>
                  <a:lnTo>
                    <a:pt x="542904" y="1146860"/>
                  </a:lnTo>
                  <a:lnTo>
                    <a:pt x="551399" y="1141342"/>
                  </a:lnTo>
                  <a:lnTo>
                    <a:pt x="551591" y="1141178"/>
                  </a:lnTo>
                  <a:lnTo>
                    <a:pt x="557379" y="1136202"/>
                  </a:lnTo>
                  <a:lnTo>
                    <a:pt x="557558" y="1132400"/>
                  </a:lnTo>
                  <a:lnTo>
                    <a:pt x="550231" y="1125990"/>
                  </a:lnTo>
                  <a:lnTo>
                    <a:pt x="602381" y="1119995"/>
                  </a:lnTo>
                  <a:lnTo>
                    <a:pt x="609565" y="1119133"/>
                  </a:lnTo>
                  <a:lnTo>
                    <a:pt x="611361" y="1118916"/>
                  </a:lnTo>
                  <a:lnTo>
                    <a:pt x="617701" y="1118149"/>
                  </a:lnTo>
                  <a:lnTo>
                    <a:pt x="638890" y="1115551"/>
                  </a:lnTo>
                  <a:lnTo>
                    <a:pt x="647219" y="1114469"/>
                  </a:lnTo>
                  <a:lnTo>
                    <a:pt x="662847" y="1112417"/>
                  </a:lnTo>
                  <a:lnTo>
                    <a:pt x="680226" y="1110099"/>
                  </a:lnTo>
                  <a:lnTo>
                    <a:pt x="681178" y="1109973"/>
                  </a:lnTo>
                  <a:lnTo>
                    <a:pt x="700814" y="1107351"/>
                  </a:lnTo>
                  <a:lnTo>
                    <a:pt x="704500" y="1106853"/>
                  </a:lnTo>
                  <a:lnTo>
                    <a:pt x="736521" y="1102414"/>
                  </a:lnTo>
                  <a:lnTo>
                    <a:pt x="745561" y="1101197"/>
                  </a:lnTo>
                  <a:lnTo>
                    <a:pt x="747276" y="1100964"/>
                  </a:lnTo>
                  <a:lnTo>
                    <a:pt x="757936" y="1099514"/>
                  </a:lnTo>
                  <a:lnTo>
                    <a:pt x="763799" y="1098669"/>
                  </a:lnTo>
                  <a:lnTo>
                    <a:pt x="769541" y="1107043"/>
                  </a:lnTo>
                  <a:lnTo>
                    <a:pt x="775755" y="1109949"/>
                  </a:lnTo>
                  <a:lnTo>
                    <a:pt x="776302" y="1143669"/>
                  </a:lnTo>
                  <a:lnTo>
                    <a:pt x="776405" y="1148790"/>
                  </a:lnTo>
                  <a:lnTo>
                    <a:pt x="776697" y="1163624"/>
                  </a:lnTo>
                  <a:lnTo>
                    <a:pt x="777036" y="1181373"/>
                  </a:lnTo>
                  <a:lnTo>
                    <a:pt x="777569" y="1210684"/>
                  </a:lnTo>
                  <a:lnTo>
                    <a:pt x="777631" y="1214208"/>
                  </a:lnTo>
                  <a:lnTo>
                    <a:pt x="778223" y="1253385"/>
                  </a:lnTo>
                  <a:lnTo>
                    <a:pt x="778305" y="1259150"/>
                  </a:lnTo>
                  <a:lnTo>
                    <a:pt x="778749" y="1279721"/>
                  </a:lnTo>
                  <a:lnTo>
                    <a:pt x="779383" y="1310389"/>
                  </a:lnTo>
                  <a:lnTo>
                    <a:pt x="779642" y="1323394"/>
                  </a:lnTo>
                  <a:lnTo>
                    <a:pt x="780160" y="1347455"/>
                  </a:lnTo>
                  <a:lnTo>
                    <a:pt x="780323" y="1355219"/>
                  </a:lnTo>
                  <a:lnTo>
                    <a:pt x="780875" y="1382314"/>
                  </a:lnTo>
                  <a:lnTo>
                    <a:pt x="781201" y="1398990"/>
                  </a:lnTo>
                  <a:lnTo>
                    <a:pt x="781829" y="1432592"/>
                  </a:lnTo>
                  <a:lnTo>
                    <a:pt x="781960" y="1439892"/>
                  </a:lnTo>
                  <a:lnTo>
                    <a:pt x="781990" y="1442701"/>
                  </a:lnTo>
                  <a:lnTo>
                    <a:pt x="782356" y="1479450"/>
                  </a:lnTo>
                  <a:lnTo>
                    <a:pt x="782928" y="1484284"/>
                  </a:lnTo>
                  <a:lnTo>
                    <a:pt x="784425" y="1496966"/>
                  </a:lnTo>
                  <a:lnTo>
                    <a:pt x="786301" y="1508302"/>
                  </a:lnTo>
                  <a:lnTo>
                    <a:pt x="787844" y="1517622"/>
                  </a:lnTo>
                  <a:lnTo>
                    <a:pt x="791590" y="1540321"/>
                  </a:lnTo>
                  <a:lnTo>
                    <a:pt x="791884" y="1542099"/>
                  </a:lnTo>
                  <a:lnTo>
                    <a:pt x="798072" y="1579589"/>
                  </a:lnTo>
                  <a:lnTo>
                    <a:pt x="800375" y="1593759"/>
                  </a:lnTo>
                  <a:lnTo>
                    <a:pt x="804593" y="1619730"/>
                  </a:lnTo>
                  <a:lnTo>
                    <a:pt x="805584" y="1625836"/>
                  </a:lnTo>
                  <a:lnTo>
                    <a:pt x="805660" y="1626304"/>
                  </a:lnTo>
                  <a:lnTo>
                    <a:pt x="809243" y="1649326"/>
                  </a:lnTo>
                  <a:lnTo>
                    <a:pt x="812676" y="1670559"/>
                  </a:lnTo>
                  <a:lnTo>
                    <a:pt x="811469" y="1674128"/>
                  </a:lnTo>
                  <a:lnTo>
                    <a:pt x="807476" y="1673964"/>
                  </a:lnTo>
                  <a:lnTo>
                    <a:pt x="805151" y="1677736"/>
                  </a:lnTo>
                  <a:lnTo>
                    <a:pt x="799449" y="1675998"/>
                  </a:lnTo>
                  <a:lnTo>
                    <a:pt x="793212" y="1677956"/>
                  </a:lnTo>
                  <a:lnTo>
                    <a:pt x="789564" y="1675586"/>
                  </a:lnTo>
                  <a:lnTo>
                    <a:pt x="784011" y="1675308"/>
                  </a:lnTo>
                  <a:lnTo>
                    <a:pt x="780330" y="1678089"/>
                  </a:lnTo>
                  <a:lnTo>
                    <a:pt x="775311" y="1678259"/>
                  </a:lnTo>
                  <a:lnTo>
                    <a:pt x="769460" y="1677823"/>
                  </a:lnTo>
                  <a:lnTo>
                    <a:pt x="767442" y="1677672"/>
                  </a:lnTo>
                  <a:lnTo>
                    <a:pt x="758944" y="1674687"/>
                  </a:lnTo>
                  <a:lnTo>
                    <a:pt x="750703" y="1676074"/>
                  </a:lnTo>
                  <a:lnTo>
                    <a:pt x="739012" y="1680398"/>
                  </a:lnTo>
                  <a:lnTo>
                    <a:pt x="728402" y="1686338"/>
                  </a:lnTo>
                  <a:lnTo>
                    <a:pt x="717176" y="1690684"/>
                  </a:lnTo>
                  <a:lnTo>
                    <a:pt x="715874" y="1691294"/>
                  </a:lnTo>
                  <a:lnTo>
                    <a:pt x="711969" y="1693124"/>
                  </a:lnTo>
                  <a:lnTo>
                    <a:pt x="704019" y="1700058"/>
                  </a:lnTo>
                  <a:lnTo>
                    <a:pt x="702088" y="1705311"/>
                  </a:lnTo>
                  <a:lnTo>
                    <a:pt x="699216" y="1707348"/>
                  </a:lnTo>
                  <a:lnTo>
                    <a:pt x="694125" y="1709315"/>
                  </a:lnTo>
                  <a:lnTo>
                    <a:pt x="684728" y="1705934"/>
                  </a:lnTo>
                  <a:lnTo>
                    <a:pt x="680718" y="1695074"/>
                  </a:lnTo>
                  <a:lnTo>
                    <a:pt x="674624" y="1682646"/>
                  </a:lnTo>
                  <a:lnTo>
                    <a:pt x="671821" y="1678001"/>
                  </a:lnTo>
                  <a:lnTo>
                    <a:pt x="670179" y="1675277"/>
                  </a:lnTo>
                  <a:lnTo>
                    <a:pt x="660768" y="1667190"/>
                  </a:lnTo>
                  <a:lnTo>
                    <a:pt x="656374" y="1656200"/>
                  </a:lnTo>
                  <a:lnTo>
                    <a:pt x="655602" y="1653206"/>
                  </a:lnTo>
                  <a:lnTo>
                    <a:pt x="653784" y="1646156"/>
                  </a:lnTo>
                  <a:lnTo>
                    <a:pt x="657371" y="1634130"/>
                  </a:lnTo>
                  <a:lnTo>
                    <a:pt x="660643" y="1622218"/>
                  </a:lnTo>
                  <a:lnTo>
                    <a:pt x="661840" y="1610931"/>
                  </a:lnTo>
                  <a:lnTo>
                    <a:pt x="650370" y="1612340"/>
                  </a:lnTo>
                  <a:lnTo>
                    <a:pt x="643811" y="1613140"/>
                  </a:lnTo>
                  <a:lnTo>
                    <a:pt x="605257" y="1617760"/>
                  </a:lnTo>
                  <a:lnTo>
                    <a:pt x="596048" y="1618839"/>
                  </a:lnTo>
                  <a:lnTo>
                    <a:pt x="595909" y="1618855"/>
                  </a:lnTo>
                  <a:lnTo>
                    <a:pt x="574565" y="1621281"/>
                  </a:lnTo>
                  <a:lnTo>
                    <a:pt x="572474" y="1621516"/>
                  </a:lnTo>
                  <a:lnTo>
                    <a:pt x="552049" y="1623784"/>
                  </a:lnTo>
                  <a:lnTo>
                    <a:pt x="544898" y="1624559"/>
                  </a:lnTo>
                  <a:lnTo>
                    <a:pt x="519905" y="1627223"/>
                  </a:lnTo>
                  <a:lnTo>
                    <a:pt x="507527" y="1628517"/>
                  </a:lnTo>
                  <a:lnTo>
                    <a:pt x="502413" y="1629046"/>
                  </a:lnTo>
                  <a:lnTo>
                    <a:pt x="458333" y="1633418"/>
                  </a:lnTo>
                  <a:lnTo>
                    <a:pt x="459202" y="1632628"/>
                  </a:lnTo>
                  <a:lnTo>
                    <a:pt x="465985" y="1626449"/>
                  </a:lnTo>
                  <a:lnTo>
                    <a:pt x="461884" y="1621644"/>
                  </a:lnTo>
                  <a:lnTo>
                    <a:pt x="458533" y="1616331"/>
                  </a:lnTo>
                  <a:lnTo>
                    <a:pt x="461226" y="1609221"/>
                  </a:lnTo>
                  <a:lnTo>
                    <a:pt x="461309" y="1609002"/>
                  </a:lnTo>
                  <a:lnTo>
                    <a:pt x="455099" y="1604552"/>
                  </a:lnTo>
                  <a:close/>
                </a:path>
              </a:pathLst>
            </a:custGeom>
            <a:solidFill>
              <a:srgbClr val="EE8352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0"/>
            <p:cNvSpPr/>
            <p:nvPr/>
          </p:nvSpPr>
          <p:spPr>
            <a:xfrm>
              <a:off x="4004019" y="1967272"/>
              <a:ext cx="1139435" cy="2124747"/>
            </a:xfrm>
            <a:custGeom>
              <a:avLst/>
              <a:pathLst>
                <a:path w="1139435" h="2124747">
                  <a:moveTo>
                    <a:pt x="457200" y="1600200"/>
                  </a:moveTo>
                  <a:lnTo>
                    <a:pt x="479153" y="1599410"/>
                  </a:lnTo>
                  <a:lnTo>
                    <a:pt x="494191" y="1598820"/>
                  </a:lnTo>
                  <a:lnTo>
                    <a:pt x="497810" y="1598673"/>
                  </a:lnTo>
                  <a:lnTo>
                    <a:pt x="510397" y="1598138"/>
                  </a:lnTo>
                  <a:lnTo>
                    <a:pt x="522986" y="1597581"/>
                  </a:lnTo>
                  <a:lnTo>
                    <a:pt x="537527" y="1596942"/>
                  </a:lnTo>
                  <a:lnTo>
                    <a:pt x="546487" y="1596535"/>
                  </a:lnTo>
                  <a:lnTo>
                    <a:pt x="564225" y="1595643"/>
                  </a:lnTo>
                  <a:lnTo>
                    <a:pt x="573487" y="1595162"/>
                  </a:lnTo>
                  <a:lnTo>
                    <a:pt x="579394" y="1594741"/>
                  </a:lnTo>
                  <a:lnTo>
                    <a:pt x="594518" y="1593641"/>
                  </a:lnTo>
                  <a:lnTo>
                    <a:pt x="601911" y="1593066"/>
                  </a:lnTo>
                  <a:lnTo>
                    <a:pt x="615207" y="1592014"/>
                  </a:lnTo>
                  <a:lnTo>
                    <a:pt x="622320" y="1591354"/>
                  </a:lnTo>
                  <a:lnTo>
                    <a:pt x="638743" y="1589804"/>
                  </a:lnTo>
                  <a:lnTo>
                    <a:pt x="645008" y="1589241"/>
                  </a:lnTo>
                  <a:lnTo>
                    <a:pt x="661660" y="1587719"/>
                  </a:lnTo>
                  <a:lnTo>
                    <a:pt x="665469" y="1587402"/>
                  </a:lnTo>
                  <a:lnTo>
                    <a:pt x="682647" y="1585947"/>
                  </a:lnTo>
                  <a:lnTo>
                    <a:pt x="685370" y="1585712"/>
                  </a:lnTo>
                  <a:lnTo>
                    <a:pt x="705081" y="1583802"/>
                  </a:lnTo>
                  <a:lnTo>
                    <a:pt x="708696" y="1583378"/>
                  </a:lnTo>
                  <a:lnTo>
                    <a:pt x="723307" y="1581650"/>
                  </a:lnTo>
                  <a:lnTo>
                    <a:pt x="744642" y="1579560"/>
                  </a:lnTo>
                  <a:lnTo>
                    <a:pt x="747264" y="1579299"/>
                  </a:lnTo>
                  <a:lnTo>
                    <a:pt x="751840" y="1578748"/>
                  </a:lnTo>
                  <a:lnTo>
                    <a:pt x="769110" y="1576642"/>
                  </a:lnTo>
                  <a:lnTo>
                    <a:pt x="778765" y="1575504"/>
                  </a:lnTo>
                  <a:lnTo>
                    <a:pt x="794802" y="1573586"/>
                  </a:lnTo>
                  <a:lnTo>
                    <a:pt x="816973" y="1570753"/>
                  </a:lnTo>
                  <a:lnTo>
                    <a:pt x="817331" y="1570707"/>
                  </a:lnTo>
                  <a:lnTo>
                    <a:pt x="836981" y="1567818"/>
                  </a:lnTo>
                  <a:lnTo>
                    <a:pt x="838269" y="1568926"/>
                  </a:lnTo>
                  <a:lnTo>
                    <a:pt x="841504" y="1571707"/>
                  </a:lnTo>
                  <a:lnTo>
                    <a:pt x="843192" y="1575032"/>
                  </a:lnTo>
                  <a:lnTo>
                    <a:pt x="848221" y="1576003"/>
                  </a:lnTo>
                  <a:lnTo>
                    <a:pt x="849694" y="1580736"/>
                  </a:lnTo>
                  <a:lnTo>
                    <a:pt x="854354" y="1585144"/>
                  </a:lnTo>
                  <a:lnTo>
                    <a:pt x="858905" y="1588198"/>
                  </a:lnTo>
                  <a:lnTo>
                    <a:pt x="861264" y="1591819"/>
                  </a:lnTo>
                  <a:lnTo>
                    <a:pt x="868963" y="1593980"/>
                  </a:lnTo>
                  <a:lnTo>
                    <a:pt x="864918" y="1601388"/>
                  </a:lnTo>
                  <a:lnTo>
                    <a:pt x="863369" y="1608114"/>
                  </a:lnTo>
                  <a:lnTo>
                    <a:pt x="863245" y="1610781"/>
                  </a:lnTo>
                  <a:lnTo>
                    <a:pt x="862959" y="1616883"/>
                  </a:lnTo>
                  <a:lnTo>
                    <a:pt x="862784" y="1620617"/>
                  </a:lnTo>
                  <a:lnTo>
                    <a:pt x="865259" y="1631892"/>
                  </a:lnTo>
                  <a:lnTo>
                    <a:pt x="867264" y="1639055"/>
                  </a:lnTo>
                  <a:lnTo>
                    <a:pt x="872607" y="1647620"/>
                  </a:lnTo>
                  <a:lnTo>
                    <a:pt x="872645" y="1647763"/>
                  </a:lnTo>
                  <a:lnTo>
                    <a:pt x="873852" y="1652330"/>
                  </a:lnTo>
                  <a:lnTo>
                    <a:pt x="873941" y="1660103"/>
                  </a:lnTo>
                  <a:lnTo>
                    <a:pt x="877867" y="1662744"/>
                  </a:lnTo>
                  <a:lnTo>
                    <a:pt x="881728" y="1666540"/>
                  </a:lnTo>
                  <a:lnTo>
                    <a:pt x="881793" y="1670139"/>
                  </a:lnTo>
                  <a:lnTo>
                    <a:pt x="881861" y="1673845"/>
                  </a:lnTo>
                  <a:lnTo>
                    <a:pt x="888287" y="1678525"/>
                  </a:lnTo>
                  <a:lnTo>
                    <a:pt x="891360" y="1680760"/>
                  </a:lnTo>
                  <a:lnTo>
                    <a:pt x="901084" y="1688173"/>
                  </a:lnTo>
                  <a:lnTo>
                    <a:pt x="901986" y="1688860"/>
                  </a:lnTo>
                  <a:lnTo>
                    <a:pt x="905041" y="1694309"/>
                  </a:lnTo>
                  <a:lnTo>
                    <a:pt x="909704" y="1694696"/>
                  </a:lnTo>
                  <a:lnTo>
                    <a:pt x="913696" y="1699777"/>
                  </a:lnTo>
                  <a:lnTo>
                    <a:pt x="916767" y="1705225"/>
                  </a:lnTo>
                  <a:lnTo>
                    <a:pt x="927006" y="1710067"/>
                  </a:lnTo>
                  <a:lnTo>
                    <a:pt x="927227" y="1710209"/>
                  </a:lnTo>
                  <a:lnTo>
                    <a:pt x="937084" y="1716510"/>
                  </a:lnTo>
                  <a:lnTo>
                    <a:pt x="948721" y="1725793"/>
                  </a:lnTo>
                  <a:lnTo>
                    <a:pt x="949777" y="1729654"/>
                  </a:lnTo>
                  <a:lnTo>
                    <a:pt x="952213" y="1738548"/>
                  </a:lnTo>
                  <a:lnTo>
                    <a:pt x="955445" y="1744477"/>
                  </a:lnTo>
                  <a:lnTo>
                    <a:pt x="952936" y="1750594"/>
                  </a:lnTo>
                  <a:lnTo>
                    <a:pt x="957428" y="1758835"/>
                  </a:lnTo>
                  <a:lnTo>
                    <a:pt x="959501" y="1764784"/>
                  </a:lnTo>
                  <a:lnTo>
                    <a:pt x="960108" y="1766522"/>
                  </a:lnTo>
                  <a:lnTo>
                    <a:pt x="966658" y="1771439"/>
                  </a:lnTo>
                  <a:lnTo>
                    <a:pt x="970529" y="1771532"/>
                  </a:lnTo>
                  <a:lnTo>
                    <a:pt x="975345" y="1766019"/>
                  </a:lnTo>
                  <a:lnTo>
                    <a:pt x="977762" y="1759305"/>
                  </a:lnTo>
                  <a:lnTo>
                    <a:pt x="979382" y="1759170"/>
                  </a:lnTo>
                  <a:lnTo>
                    <a:pt x="984698" y="1758724"/>
                  </a:lnTo>
                  <a:lnTo>
                    <a:pt x="994524" y="1762165"/>
                  </a:lnTo>
                  <a:lnTo>
                    <a:pt x="996717" y="1762417"/>
                  </a:lnTo>
                  <a:lnTo>
                    <a:pt x="1001266" y="1762940"/>
                  </a:lnTo>
                  <a:lnTo>
                    <a:pt x="1005310" y="1765039"/>
                  </a:lnTo>
                  <a:lnTo>
                    <a:pt x="1013364" y="1769212"/>
                  </a:lnTo>
                  <a:lnTo>
                    <a:pt x="1013549" y="1774647"/>
                  </a:lnTo>
                  <a:lnTo>
                    <a:pt x="1009293" y="1779348"/>
                  </a:lnTo>
                  <a:lnTo>
                    <a:pt x="1005775" y="1785556"/>
                  </a:lnTo>
                  <a:lnTo>
                    <a:pt x="1007721" y="1790147"/>
                  </a:lnTo>
                  <a:lnTo>
                    <a:pt x="1009466" y="1793448"/>
                  </a:lnTo>
                  <a:lnTo>
                    <a:pt x="1009800" y="1799420"/>
                  </a:lnTo>
                  <a:lnTo>
                    <a:pt x="1004498" y="1808413"/>
                  </a:lnTo>
                  <a:lnTo>
                    <a:pt x="1004071" y="1810202"/>
                  </a:lnTo>
                  <a:lnTo>
                    <a:pt x="1003683" y="1811826"/>
                  </a:lnTo>
                  <a:lnTo>
                    <a:pt x="1002998" y="1814688"/>
                  </a:lnTo>
                  <a:lnTo>
                    <a:pt x="1002089" y="1822008"/>
                  </a:lnTo>
                  <a:lnTo>
                    <a:pt x="997807" y="1828939"/>
                  </a:lnTo>
                  <a:lnTo>
                    <a:pt x="997015" y="1830219"/>
                  </a:lnTo>
                  <a:lnTo>
                    <a:pt x="995540" y="1837183"/>
                  </a:lnTo>
                  <a:lnTo>
                    <a:pt x="997543" y="1847841"/>
                  </a:lnTo>
                  <a:lnTo>
                    <a:pt x="1002316" y="1854141"/>
                  </a:lnTo>
                  <a:lnTo>
                    <a:pt x="1009835" y="1860023"/>
                  </a:lnTo>
                  <a:lnTo>
                    <a:pt x="1013570" y="1863741"/>
                  </a:lnTo>
                  <a:lnTo>
                    <a:pt x="1015106" y="1864436"/>
                  </a:lnTo>
                  <a:lnTo>
                    <a:pt x="1023184" y="1868085"/>
                  </a:lnTo>
                  <a:lnTo>
                    <a:pt x="1028050" y="1871905"/>
                  </a:lnTo>
                  <a:lnTo>
                    <a:pt x="1035743" y="1876648"/>
                  </a:lnTo>
                  <a:lnTo>
                    <a:pt x="1040995" y="1876456"/>
                  </a:lnTo>
                  <a:lnTo>
                    <a:pt x="1039776" y="1882545"/>
                  </a:lnTo>
                  <a:lnTo>
                    <a:pt x="1044329" y="1886893"/>
                  </a:lnTo>
                  <a:lnTo>
                    <a:pt x="1045427" y="1887940"/>
                  </a:lnTo>
                  <a:lnTo>
                    <a:pt x="1051989" y="1882968"/>
                  </a:lnTo>
                  <a:lnTo>
                    <a:pt x="1059405" y="1888182"/>
                  </a:lnTo>
                  <a:lnTo>
                    <a:pt x="1068319" y="1892185"/>
                  </a:lnTo>
                  <a:lnTo>
                    <a:pt x="1069485" y="1894285"/>
                  </a:lnTo>
                  <a:lnTo>
                    <a:pt x="1071890" y="1898615"/>
                  </a:lnTo>
                  <a:lnTo>
                    <a:pt x="1079893" y="1902113"/>
                  </a:lnTo>
                  <a:lnTo>
                    <a:pt x="1087055" y="1904610"/>
                  </a:lnTo>
                  <a:lnTo>
                    <a:pt x="1089594" y="1913241"/>
                  </a:lnTo>
                  <a:lnTo>
                    <a:pt x="1091469" y="1918636"/>
                  </a:lnTo>
                  <a:lnTo>
                    <a:pt x="1091255" y="1919932"/>
                  </a:lnTo>
                  <a:lnTo>
                    <a:pt x="1091020" y="1921352"/>
                  </a:lnTo>
                  <a:lnTo>
                    <a:pt x="1090403" y="1925075"/>
                  </a:lnTo>
                  <a:lnTo>
                    <a:pt x="1095356" y="1932386"/>
                  </a:lnTo>
                  <a:lnTo>
                    <a:pt x="1100649" y="1939108"/>
                  </a:lnTo>
                  <a:lnTo>
                    <a:pt x="1101176" y="1945472"/>
                  </a:lnTo>
                  <a:lnTo>
                    <a:pt x="1096952" y="1948722"/>
                  </a:lnTo>
                  <a:lnTo>
                    <a:pt x="1095059" y="1950178"/>
                  </a:lnTo>
                  <a:lnTo>
                    <a:pt x="1093530" y="1955744"/>
                  </a:lnTo>
                  <a:lnTo>
                    <a:pt x="1097187" y="1957909"/>
                  </a:lnTo>
                  <a:lnTo>
                    <a:pt x="1098511" y="1958693"/>
                  </a:lnTo>
                  <a:lnTo>
                    <a:pt x="1100873" y="1966568"/>
                  </a:lnTo>
                  <a:lnTo>
                    <a:pt x="1109182" y="1976144"/>
                  </a:lnTo>
                  <a:lnTo>
                    <a:pt x="1112500" y="1983322"/>
                  </a:lnTo>
                  <a:lnTo>
                    <a:pt x="1117755" y="1984360"/>
                  </a:lnTo>
                  <a:lnTo>
                    <a:pt x="1122932" y="1985379"/>
                  </a:lnTo>
                  <a:lnTo>
                    <a:pt x="1129478" y="1987756"/>
                  </a:lnTo>
                  <a:lnTo>
                    <a:pt x="1135715" y="1987910"/>
                  </a:lnTo>
                  <a:lnTo>
                    <a:pt x="1139435" y="1990458"/>
                  </a:lnTo>
                  <a:lnTo>
                    <a:pt x="1139207" y="1992129"/>
                  </a:lnTo>
                  <a:lnTo>
                    <a:pt x="1138284" y="1998877"/>
                  </a:lnTo>
                  <a:lnTo>
                    <a:pt x="1136263" y="2004750"/>
                  </a:lnTo>
                  <a:lnTo>
                    <a:pt x="1136311" y="2012017"/>
                  </a:lnTo>
                  <a:lnTo>
                    <a:pt x="1136343" y="2012368"/>
                  </a:lnTo>
                  <a:lnTo>
                    <a:pt x="1136692" y="2016123"/>
                  </a:lnTo>
                  <a:lnTo>
                    <a:pt x="1132771" y="2021564"/>
                  </a:lnTo>
                  <a:lnTo>
                    <a:pt x="1137234" y="2027776"/>
                  </a:lnTo>
                  <a:lnTo>
                    <a:pt x="1136391" y="2029278"/>
                  </a:lnTo>
                  <a:lnTo>
                    <a:pt x="1134443" y="2032747"/>
                  </a:lnTo>
                  <a:lnTo>
                    <a:pt x="1132476" y="2040054"/>
                  </a:lnTo>
                  <a:lnTo>
                    <a:pt x="1127238" y="2039686"/>
                  </a:lnTo>
                  <a:lnTo>
                    <a:pt x="1122031" y="2034549"/>
                  </a:lnTo>
                  <a:lnTo>
                    <a:pt x="1121769" y="2034594"/>
                  </a:lnTo>
                  <a:lnTo>
                    <a:pt x="1116702" y="2035448"/>
                  </a:lnTo>
                  <a:lnTo>
                    <a:pt x="1114671" y="2043216"/>
                  </a:lnTo>
                  <a:lnTo>
                    <a:pt x="1107529" y="2043630"/>
                  </a:lnTo>
                  <a:lnTo>
                    <a:pt x="1100955" y="2043423"/>
                  </a:lnTo>
                  <a:lnTo>
                    <a:pt x="1098789" y="2048255"/>
                  </a:lnTo>
                  <a:lnTo>
                    <a:pt x="1102560" y="2052811"/>
                  </a:lnTo>
                  <a:lnTo>
                    <a:pt x="1104881" y="2057028"/>
                  </a:lnTo>
                  <a:lnTo>
                    <a:pt x="1103357" y="2062457"/>
                  </a:lnTo>
                  <a:lnTo>
                    <a:pt x="1107128" y="2067211"/>
                  </a:lnTo>
                  <a:lnTo>
                    <a:pt x="1106380" y="2071508"/>
                  </a:lnTo>
                  <a:lnTo>
                    <a:pt x="1104165" y="2071851"/>
                  </a:lnTo>
                  <a:lnTo>
                    <a:pt x="1098659" y="2072700"/>
                  </a:lnTo>
                  <a:lnTo>
                    <a:pt x="1098014" y="2077023"/>
                  </a:lnTo>
                  <a:lnTo>
                    <a:pt x="1104185" y="2080177"/>
                  </a:lnTo>
                  <a:lnTo>
                    <a:pt x="1099954" y="2085668"/>
                  </a:lnTo>
                  <a:lnTo>
                    <a:pt x="1092270" y="2085345"/>
                  </a:lnTo>
                  <a:lnTo>
                    <a:pt x="1091142" y="2088404"/>
                  </a:lnTo>
                  <a:lnTo>
                    <a:pt x="1098174" y="2092479"/>
                  </a:lnTo>
                  <a:lnTo>
                    <a:pt x="1098590" y="2092720"/>
                  </a:lnTo>
                  <a:lnTo>
                    <a:pt x="1102420" y="2098188"/>
                  </a:lnTo>
                  <a:lnTo>
                    <a:pt x="1097786" y="2102770"/>
                  </a:lnTo>
                  <a:lnTo>
                    <a:pt x="1094385" y="2105834"/>
                  </a:lnTo>
                  <a:lnTo>
                    <a:pt x="1094008" y="2113638"/>
                  </a:lnTo>
                  <a:lnTo>
                    <a:pt x="1090219" y="2116594"/>
                  </a:lnTo>
                  <a:lnTo>
                    <a:pt x="1073424" y="2118794"/>
                  </a:lnTo>
                  <a:lnTo>
                    <a:pt x="1067607" y="2119538"/>
                  </a:lnTo>
                  <a:lnTo>
                    <a:pt x="1053164" y="2121367"/>
                  </a:lnTo>
                  <a:lnTo>
                    <a:pt x="1034646" y="2123740"/>
                  </a:lnTo>
                  <a:lnTo>
                    <a:pt x="1026682" y="2124747"/>
                  </a:lnTo>
                  <a:lnTo>
                    <a:pt x="1028954" y="2118073"/>
                  </a:lnTo>
                  <a:lnTo>
                    <a:pt x="1032578" y="2109424"/>
                  </a:lnTo>
                  <a:lnTo>
                    <a:pt x="1038116" y="2105463"/>
                  </a:lnTo>
                  <a:lnTo>
                    <a:pt x="1039032" y="2099693"/>
                  </a:lnTo>
                  <a:lnTo>
                    <a:pt x="1041970" y="2097569"/>
                  </a:lnTo>
                  <a:lnTo>
                    <a:pt x="1045080" y="2095318"/>
                  </a:lnTo>
                  <a:lnTo>
                    <a:pt x="1048483" y="2088473"/>
                  </a:lnTo>
                  <a:lnTo>
                    <a:pt x="1053058" y="2083247"/>
                  </a:lnTo>
                  <a:lnTo>
                    <a:pt x="1052378" y="2076589"/>
                  </a:lnTo>
                  <a:lnTo>
                    <a:pt x="1051722" y="2072994"/>
                  </a:lnTo>
                  <a:lnTo>
                    <a:pt x="1044876" y="2070204"/>
                  </a:lnTo>
                  <a:lnTo>
                    <a:pt x="1043245" y="2064792"/>
                  </a:lnTo>
                  <a:lnTo>
                    <a:pt x="1041531" y="2060557"/>
                  </a:lnTo>
                  <a:lnTo>
                    <a:pt x="1034874" y="2061265"/>
                  </a:lnTo>
                  <a:lnTo>
                    <a:pt x="1007613" y="2064108"/>
                  </a:lnTo>
                  <a:lnTo>
                    <a:pt x="999496" y="2065023"/>
                  </a:lnTo>
                  <a:lnTo>
                    <a:pt x="980642" y="2067116"/>
                  </a:lnTo>
                  <a:lnTo>
                    <a:pt x="978816" y="2067322"/>
                  </a:lnTo>
                  <a:lnTo>
                    <a:pt x="955537" y="2069905"/>
                  </a:lnTo>
                  <a:lnTo>
                    <a:pt x="944732" y="2071092"/>
                  </a:lnTo>
                  <a:lnTo>
                    <a:pt x="917018" y="2074070"/>
                  </a:lnTo>
                  <a:lnTo>
                    <a:pt x="916823" y="2074088"/>
                  </a:lnTo>
                  <a:lnTo>
                    <a:pt x="912520" y="2074478"/>
                  </a:lnTo>
                  <a:lnTo>
                    <a:pt x="893315" y="2076195"/>
                  </a:lnTo>
                  <a:lnTo>
                    <a:pt x="890352" y="2076500"/>
                  </a:lnTo>
                  <a:lnTo>
                    <a:pt x="859119" y="2079651"/>
                  </a:lnTo>
                  <a:lnTo>
                    <a:pt x="845703" y="2080954"/>
                  </a:lnTo>
                  <a:lnTo>
                    <a:pt x="842721" y="2081241"/>
                  </a:lnTo>
                  <a:lnTo>
                    <a:pt x="822782" y="2083130"/>
                  </a:lnTo>
                  <a:lnTo>
                    <a:pt x="804937" y="2084693"/>
                  </a:lnTo>
                  <a:lnTo>
                    <a:pt x="801434" y="2084995"/>
                  </a:lnTo>
                  <a:lnTo>
                    <a:pt x="780672" y="2086831"/>
                  </a:lnTo>
                  <a:lnTo>
                    <a:pt x="774031" y="2087408"/>
                  </a:lnTo>
                  <a:lnTo>
                    <a:pt x="772521" y="2087538"/>
                  </a:lnTo>
                  <a:lnTo>
                    <a:pt x="745375" y="2089829"/>
                  </a:lnTo>
                  <a:lnTo>
                    <a:pt x="728687" y="2091130"/>
                  </a:lnTo>
                  <a:lnTo>
                    <a:pt x="726464" y="2091301"/>
                  </a:lnTo>
                  <a:lnTo>
                    <a:pt x="715310" y="2092148"/>
                  </a:lnTo>
                  <a:lnTo>
                    <a:pt x="699599" y="2093326"/>
                  </a:lnTo>
                  <a:lnTo>
                    <a:pt x="688018" y="2094174"/>
                  </a:lnTo>
                  <a:lnTo>
                    <a:pt x="671383" y="2095440"/>
                  </a:lnTo>
                  <a:lnTo>
                    <a:pt x="662141" y="2096129"/>
                  </a:lnTo>
                  <a:lnTo>
                    <a:pt x="650357" y="2096937"/>
                  </a:lnTo>
                  <a:lnTo>
                    <a:pt x="621952" y="2098816"/>
                  </a:lnTo>
                  <a:lnTo>
                    <a:pt x="596287" y="2100524"/>
                  </a:lnTo>
                  <a:lnTo>
                    <a:pt x="595468" y="2086501"/>
                  </a:lnTo>
                  <a:lnTo>
                    <a:pt x="595045" y="2079649"/>
                  </a:lnTo>
                  <a:lnTo>
                    <a:pt x="594289" y="2067431"/>
                  </a:lnTo>
                  <a:lnTo>
                    <a:pt x="592613" y="2038641"/>
                  </a:lnTo>
                  <a:lnTo>
                    <a:pt x="592172" y="2031468"/>
                  </a:lnTo>
                  <a:lnTo>
                    <a:pt x="591384" y="2018655"/>
                  </a:lnTo>
                  <a:lnTo>
                    <a:pt x="590124" y="1996567"/>
                  </a:lnTo>
                  <a:lnTo>
                    <a:pt x="589942" y="1993375"/>
                  </a:lnTo>
                  <a:lnTo>
                    <a:pt x="589610" y="1987581"/>
                  </a:lnTo>
                  <a:lnTo>
                    <a:pt x="587773" y="1957505"/>
                  </a:lnTo>
                  <a:lnTo>
                    <a:pt x="587625" y="1955084"/>
                  </a:lnTo>
                  <a:lnTo>
                    <a:pt x="587556" y="1953956"/>
                  </a:lnTo>
                  <a:lnTo>
                    <a:pt x="585609" y="1916053"/>
                  </a:lnTo>
                  <a:lnTo>
                    <a:pt x="585276" y="1909944"/>
                  </a:lnTo>
                  <a:lnTo>
                    <a:pt x="585120" y="1907092"/>
                  </a:lnTo>
                  <a:lnTo>
                    <a:pt x="583914" y="1885050"/>
                  </a:lnTo>
                  <a:lnTo>
                    <a:pt x="582762" y="1866334"/>
                  </a:lnTo>
                  <a:lnTo>
                    <a:pt x="582082" y="1855313"/>
                  </a:lnTo>
                  <a:lnTo>
                    <a:pt x="580440" y="1822987"/>
                  </a:lnTo>
                  <a:lnTo>
                    <a:pt x="580423" y="1822665"/>
                  </a:lnTo>
                  <a:lnTo>
                    <a:pt x="579663" y="1809452"/>
                  </a:lnTo>
                  <a:lnTo>
                    <a:pt x="578700" y="1792755"/>
                  </a:lnTo>
                  <a:lnTo>
                    <a:pt x="578271" y="1785028"/>
                  </a:lnTo>
                  <a:lnTo>
                    <a:pt x="577956" y="1779358"/>
                  </a:lnTo>
                  <a:lnTo>
                    <a:pt x="577792" y="1776422"/>
                  </a:lnTo>
                  <a:lnTo>
                    <a:pt x="578960" y="1771170"/>
                  </a:lnTo>
                  <a:lnTo>
                    <a:pt x="577993" y="1771171"/>
                  </a:lnTo>
                  <a:lnTo>
                    <a:pt x="575866" y="1771172"/>
                  </a:lnTo>
                  <a:lnTo>
                    <a:pt x="570225" y="1768086"/>
                  </a:lnTo>
                  <a:lnTo>
                    <a:pt x="564399" y="1770214"/>
                  </a:lnTo>
                  <a:lnTo>
                    <a:pt x="559349" y="1766665"/>
                  </a:lnTo>
                  <a:lnTo>
                    <a:pt x="558576" y="1766121"/>
                  </a:lnTo>
                  <a:lnTo>
                    <a:pt x="555812" y="1761848"/>
                  </a:lnTo>
                  <a:lnTo>
                    <a:pt x="552556" y="1758054"/>
                  </a:lnTo>
                  <a:lnTo>
                    <a:pt x="547292" y="1752173"/>
                  </a:lnTo>
                  <a:lnTo>
                    <a:pt x="548628" y="1743529"/>
                  </a:lnTo>
                  <a:lnTo>
                    <a:pt x="543037" y="1742964"/>
                  </a:lnTo>
                  <a:lnTo>
                    <a:pt x="541048" y="1740351"/>
                  </a:lnTo>
                  <a:lnTo>
                    <a:pt x="539340" y="1738105"/>
                  </a:lnTo>
                  <a:lnTo>
                    <a:pt x="532465" y="1731812"/>
                  </a:lnTo>
                  <a:lnTo>
                    <a:pt x="528208" y="1727229"/>
                  </a:lnTo>
                  <a:lnTo>
                    <a:pt x="525943" y="1724788"/>
                  </a:lnTo>
                  <a:lnTo>
                    <a:pt x="529315" y="1721747"/>
                  </a:lnTo>
                  <a:lnTo>
                    <a:pt x="532013" y="1719301"/>
                  </a:lnTo>
                  <a:lnTo>
                    <a:pt x="532180" y="1716981"/>
                  </a:lnTo>
                  <a:lnTo>
                    <a:pt x="532533" y="1712075"/>
                  </a:lnTo>
                  <a:lnTo>
                    <a:pt x="538619" y="1707536"/>
                  </a:lnTo>
                  <a:lnTo>
                    <a:pt x="538378" y="1702976"/>
                  </a:lnTo>
                  <a:lnTo>
                    <a:pt x="545227" y="1702445"/>
                  </a:lnTo>
                  <a:lnTo>
                    <a:pt x="548761" y="1699053"/>
                  </a:lnTo>
                  <a:lnTo>
                    <a:pt x="547560" y="1696205"/>
                  </a:lnTo>
                  <a:lnTo>
                    <a:pt x="546570" y="1690325"/>
                  </a:lnTo>
                  <a:lnTo>
                    <a:pt x="546449" y="1689608"/>
                  </a:lnTo>
                  <a:lnTo>
                    <a:pt x="541339" y="1683718"/>
                  </a:lnTo>
                  <a:lnTo>
                    <a:pt x="538965" y="1680851"/>
                  </a:lnTo>
                  <a:lnTo>
                    <a:pt x="534993" y="1681337"/>
                  </a:lnTo>
                  <a:lnTo>
                    <a:pt x="532584" y="1681631"/>
                  </a:lnTo>
                  <a:lnTo>
                    <a:pt x="526851" y="1686414"/>
                  </a:lnTo>
                  <a:lnTo>
                    <a:pt x="520809" y="1682575"/>
                  </a:lnTo>
                  <a:lnTo>
                    <a:pt x="512028" y="1677064"/>
                  </a:lnTo>
                  <a:lnTo>
                    <a:pt x="504300" y="1670507"/>
                  </a:lnTo>
                  <a:lnTo>
                    <a:pt x="500251" y="1667088"/>
                  </a:lnTo>
                  <a:lnTo>
                    <a:pt x="497014" y="1667542"/>
                  </a:lnTo>
                  <a:lnTo>
                    <a:pt x="493710" y="1662409"/>
                  </a:lnTo>
                  <a:lnTo>
                    <a:pt x="495407" y="1657528"/>
                  </a:lnTo>
                  <a:lnTo>
                    <a:pt x="491586" y="1653662"/>
                  </a:lnTo>
                  <a:lnTo>
                    <a:pt x="486637" y="1648021"/>
                  </a:lnTo>
                  <a:lnTo>
                    <a:pt x="487132" y="1642073"/>
                  </a:lnTo>
                  <a:lnTo>
                    <a:pt x="479908" y="1639604"/>
                  </a:lnTo>
                  <a:lnTo>
                    <a:pt x="479817" y="1639146"/>
                  </a:lnTo>
                  <a:lnTo>
                    <a:pt x="479777" y="1638945"/>
                  </a:lnTo>
                  <a:lnTo>
                    <a:pt x="479121" y="1635652"/>
                  </a:lnTo>
                  <a:lnTo>
                    <a:pt x="474704" y="1633566"/>
                  </a:lnTo>
                  <a:lnTo>
                    <a:pt x="469406" y="1632257"/>
                  </a:lnTo>
                  <a:lnTo>
                    <a:pt x="470334" y="1626754"/>
                  </a:lnTo>
                  <a:lnTo>
                    <a:pt x="469353" y="1623102"/>
                  </a:lnTo>
                  <a:lnTo>
                    <a:pt x="465628" y="1614930"/>
                  </a:lnTo>
                  <a:lnTo>
                    <a:pt x="464461" y="1611227"/>
                  </a:lnTo>
                  <a:lnTo>
                    <a:pt x="462616" y="1607570"/>
                  </a:lnTo>
                  <a:lnTo>
                    <a:pt x="462404" y="1607151"/>
                  </a:lnTo>
                  <a:lnTo>
                    <a:pt x="458368" y="1607511"/>
                  </a:lnTo>
                  <a:close/>
                </a:path>
              </a:pathLst>
            </a:custGeom>
            <a:solidFill>
              <a:srgbClr val="CA487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1"/>
            <p:cNvSpPr/>
            <p:nvPr/>
          </p:nvSpPr>
          <p:spPr>
            <a:xfrm>
              <a:off x="2304954" y="799341"/>
              <a:ext cx="1425899" cy="2228215"/>
            </a:xfrm>
            <a:custGeom>
              <a:avLst/>
              <a:pathLst>
                <a:path w="1425899" h="2228215">
                  <a:moveTo>
                    <a:pt x="457200" y="1600200"/>
                  </a:moveTo>
                  <a:lnTo>
                    <a:pt x="500840" y="1609057"/>
                  </a:lnTo>
                  <a:lnTo>
                    <a:pt x="524172" y="1613834"/>
                  </a:lnTo>
                  <a:lnTo>
                    <a:pt x="562588" y="1621021"/>
                  </a:lnTo>
                  <a:lnTo>
                    <a:pt x="566493" y="1621737"/>
                  </a:lnTo>
                  <a:lnTo>
                    <a:pt x="590665" y="1626142"/>
                  </a:lnTo>
                  <a:lnTo>
                    <a:pt x="606285" y="1629206"/>
                  </a:lnTo>
                  <a:lnTo>
                    <a:pt x="615242" y="1630866"/>
                  </a:lnTo>
                  <a:lnTo>
                    <a:pt x="628095" y="1633224"/>
                  </a:lnTo>
                  <a:lnTo>
                    <a:pt x="645249" y="1636401"/>
                  </a:lnTo>
                  <a:lnTo>
                    <a:pt x="670684" y="1640673"/>
                  </a:lnTo>
                  <a:lnTo>
                    <a:pt x="691505" y="1644201"/>
                  </a:lnTo>
                  <a:lnTo>
                    <a:pt x="765666" y="1656093"/>
                  </a:lnTo>
                  <a:lnTo>
                    <a:pt x="769659" y="1656708"/>
                  </a:lnTo>
                  <a:lnTo>
                    <a:pt x="792955" y="1660368"/>
                  </a:lnTo>
                  <a:lnTo>
                    <a:pt x="821386" y="1664724"/>
                  </a:lnTo>
                  <a:lnTo>
                    <a:pt x="840004" y="1667382"/>
                  </a:lnTo>
                  <a:lnTo>
                    <a:pt x="861455" y="1670375"/>
                  </a:lnTo>
                  <a:lnTo>
                    <a:pt x="882511" y="1673219"/>
                  </a:lnTo>
                  <a:lnTo>
                    <a:pt x="899586" y="1675474"/>
                  </a:lnTo>
                  <a:lnTo>
                    <a:pt x="907147" y="1676378"/>
                  </a:lnTo>
                  <a:lnTo>
                    <a:pt x="928681" y="1679181"/>
                  </a:lnTo>
                  <a:lnTo>
                    <a:pt x="982942" y="1685790"/>
                  </a:lnTo>
                  <a:lnTo>
                    <a:pt x="983847" y="1685901"/>
                  </a:lnTo>
                  <a:lnTo>
                    <a:pt x="1003169" y="1688243"/>
                  </a:lnTo>
                  <a:lnTo>
                    <a:pt x="1023400" y="1690675"/>
                  </a:lnTo>
                  <a:lnTo>
                    <a:pt x="1060469" y="1694767"/>
                  </a:lnTo>
                  <a:lnTo>
                    <a:pt x="1085346" y="1697380"/>
                  </a:lnTo>
                  <a:lnTo>
                    <a:pt x="1128482" y="1701682"/>
                  </a:lnTo>
                  <a:lnTo>
                    <a:pt x="1149880" y="1703790"/>
                  </a:lnTo>
                  <a:lnTo>
                    <a:pt x="1156175" y="1704296"/>
                  </a:lnTo>
                  <a:lnTo>
                    <a:pt x="1171098" y="1705678"/>
                  </a:lnTo>
                  <a:lnTo>
                    <a:pt x="1216782" y="1709692"/>
                  </a:lnTo>
                  <a:lnTo>
                    <a:pt x="1247965" y="1712237"/>
                  </a:lnTo>
                  <a:lnTo>
                    <a:pt x="1257880" y="1713026"/>
                  </a:lnTo>
                  <a:lnTo>
                    <a:pt x="1262884" y="1713418"/>
                  </a:lnTo>
                  <a:lnTo>
                    <a:pt x="1285240" y="1715030"/>
                  </a:lnTo>
                  <a:lnTo>
                    <a:pt x="1319414" y="1717459"/>
                  </a:lnTo>
                  <a:lnTo>
                    <a:pt x="1326799" y="1717935"/>
                  </a:lnTo>
                  <a:lnTo>
                    <a:pt x="1343697" y="1719066"/>
                  </a:lnTo>
                  <a:lnTo>
                    <a:pt x="1358527" y="1720023"/>
                  </a:lnTo>
                  <a:lnTo>
                    <a:pt x="1385567" y="1721556"/>
                  </a:lnTo>
                  <a:lnTo>
                    <a:pt x="1425899" y="1723694"/>
                  </a:lnTo>
                  <a:lnTo>
                    <a:pt x="1424890" y="1742627"/>
                  </a:lnTo>
                  <a:lnTo>
                    <a:pt x="1423567" y="1769138"/>
                  </a:lnTo>
                  <a:lnTo>
                    <a:pt x="1422702" y="1786497"/>
                  </a:lnTo>
                  <a:lnTo>
                    <a:pt x="1422086" y="1799520"/>
                  </a:lnTo>
                  <a:lnTo>
                    <a:pt x="1421218" y="1817890"/>
                  </a:lnTo>
                  <a:lnTo>
                    <a:pt x="1419766" y="1848366"/>
                  </a:lnTo>
                  <a:lnTo>
                    <a:pt x="1419621" y="1851418"/>
                  </a:lnTo>
                  <a:lnTo>
                    <a:pt x="1418667" y="1872323"/>
                  </a:lnTo>
                  <a:lnTo>
                    <a:pt x="1417255" y="1897162"/>
                  </a:lnTo>
                  <a:lnTo>
                    <a:pt x="1415844" y="1922766"/>
                  </a:lnTo>
                  <a:lnTo>
                    <a:pt x="1415400" y="1930852"/>
                  </a:lnTo>
                  <a:lnTo>
                    <a:pt x="1415388" y="1931078"/>
                  </a:lnTo>
                  <a:lnTo>
                    <a:pt x="1414138" y="1956261"/>
                  </a:lnTo>
                  <a:lnTo>
                    <a:pt x="1412841" y="1980301"/>
                  </a:lnTo>
                  <a:lnTo>
                    <a:pt x="1411440" y="2007632"/>
                  </a:lnTo>
                  <a:lnTo>
                    <a:pt x="1410997" y="2016624"/>
                  </a:lnTo>
                  <a:lnTo>
                    <a:pt x="1410381" y="2029129"/>
                  </a:lnTo>
                  <a:lnTo>
                    <a:pt x="1410191" y="2032990"/>
                  </a:lnTo>
                  <a:lnTo>
                    <a:pt x="1408984" y="2056002"/>
                  </a:lnTo>
                  <a:lnTo>
                    <a:pt x="1408703" y="2061526"/>
                  </a:lnTo>
                  <a:lnTo>
                    <a:pt x="1406597" y="2103120"/>
                  </a:lnTo>
                  <a:lnTo>
                    <a:pt x="1406312" y="2110994"/>
                  </a:lnTo>
                  <a:lnTo>
                    <a:pt x="1406235" y="2113141"/>
                  </a:lnTo>
                  <a:lnTo>
                    <a:pt x="1405618" y="2127399"/>
                  </a:lnTo>
                  <a:lnTo>
                    <a:pt x="1404473" y="2151268"/>
                  </a:lnTo>
                  <a:lnTo>
                    <a:pt x="1404069" y="2159609"/>
                  </a:lnTo>
                  <a:lnTo>
                    <a:pt x="1403226" y="2178854"/>
                  </a:lnTo>
                  <a:lnTo>
                    <a:pt x="1402480" y="2194145"/>
                  </a:lnTo>
                  <a:lnTo>
                    <a:pt x="1401948" y="2205068"/>
                  </a:lnTo>
                  <a:lnTo>
                    <a:pt x="1401237" y="2220786"/>
                  </a:lnTo>
                  <a:lnTo>
                    <a:pt x="1399600" y="2220840"/>
                  </a:lnTo>
                  <a:lnTo>
                    <a:pt x="1314699" y="2215717"/>
                  </a:lnTo>
                  <a:lnTo>
                    <a:pt x="1313560" y="2215646"/>
                  </a:lnTo>
                  <a:lnTo>
                    <a:pt x="1310196" y="2215435"/>
                  </a:lnTo>
                  <a:lnTo>
                    <a:pt x="1242548" y="2210851"/>
                  </a:lnTo>
                  <a:lnTo>
                    <a:pt x="1227025" y="2210061"/>
                  </a:lnTo>
                  <a:lnTo>
                    <a:pt x="1206061" y="2208940"/>
                  </a:lnTo>
                  <a:lnTo>
                    <a:pt x="1151336" y="2204221"/>
                  </a:lnTo>
                  <a:lnTo>
                    <a:pt x="1110905" y="2199963"/>
                  </a:lnTo>
                  <a:lnTo>
                    <a:pt x="1061928" y="2195311"/>
                  </a:lnTo>
                  <a:lnTo>
                    <a:pt x="1054427" y="2194568"/>
                  </a:lnTo>
                  <a:lnTo>
                    <a:pt x="1032466" y="2192472"/>
                  </a:lnTo>
                  <a:lnTo>
                    <a:pt x="1010428" y="2190298"/>
                  </a:lnTo>
                  <a:lnTo>
                    <a:pt x="999878" y="2189178"/>
                  </a:lnTo>
                  <a:lnTo>
                    <a:pt x="961405" y="2184960"/>
                  </a:lnTo>
                  <a:lnTo>
                    <a:pt x="957899" y="2183777"/>
                  </a:lnTo>
                  <a:lnTo>
                    <a:pt x="916791" y="2179415"/>
                  </a:lnTo>
                  <a:lnTo>
                    <a:pt x="897260" y="2177025"/>
                  </a:lnTo>
                  <a:lnTo>
                    <a:pt x="880140" y="2174885"/>
                  </a:lnTo>
                  <a:lnTo>
                    <a:pt x="851396" y="2171755"/>
                  </a:lnTo>
                  <a:lnTo>
                    <a:pt x="818147" y="2168259"/>
                  </a:lnTo>
                  <a:lnTo>
                    <a:pt x="811387" y="2166018"/>
                  </a:lnTo>
                  <a:lnTo>
                    <a:pt x="788808" y="2163207"/>
                  </a:lnTo>
                  <a:lnTo>
                    <a:pt x="785443" y="2179633"/>
                  </a:lnTo>
                  <a:lnTo>
                    <a:pt x="783175" y="2197102"/>
                  </a:lnTo>
                  <a:lnTo>
                    <a:pt x="782194" y="2204401"/>
                  </a:lnTo>
                  <a:lnTo>
                    <a:pt x="781507" y="2209508"/>
                  </a:lnTo>
                  <a:lnTo>
                    <a:pt x="779514" y="2228215"/>
                  </a:lnTo>
                  <a:lnTo>
                    <a:pt x="773383" y="2224905"/>
                  </a:lnTo>
                  <a:lnTo>
                    <a:pt x="772264" y="2219455"/>
                  </a:lnTo>
                  <a:lnTo>
                    <a:pt x="767874" y="2213815"/>
                  </a:lnTo>
                  <a:lnTo>
                    <a:pt x="766703" y="2207647"/>
                  </a:lnTo>
                  <a:lnTo>
                    <a:pt x="763575" y="2201560"/>
                  </a:lnTo>
                  <a:lnTo>
                    <a:pt x="759747" y="2193947"/>
                  </a:lnTo>
                  <a:lnTo>
                    <a:pt x="755545" y="2189988"/>
                  </a:lnTo>
                  <a:lnTo>
                    <a:pt x="754927" y="2189405"/>
                  </a:lnTo>
                  <a:lnTo>
                    <a:pt x="749632" y="2193007"/>
                  </a:lnTo>
                  <a:lnTo>
                    <a:pt x="747612" y="2195855"/>
                  </a:lnTo>
                  <a:lnTo>
                    <a:pt x="746289" y="2197720"/>
                  </a:lnTo>
                  <a:lnTo>
                    <a:pt x="740203" y="2208992"/>
                  </a:lnTo>
                  <a:lnTo>
                    <a:pt x="735894" y="2211863"/>
                  </a:lnTo>
                  <a:lnTo>
                    <a:pt x="731178" y="2210940"/>
                  </a:lnTo>
                  <a:lnTo>
                    <a:pt x="723613" y="2209454"/>
                  </a:lnTo>
                  <a:lnTo>
                    <a:pt x="713673" y="2214108"/>
                  </a:lnTo>
                  <a:lnTo>
                    <a:pt x="709141" y="2206846"/>
                  </a:lnTo>
                  <a:lnTo>
                    <a:pt x="694357" y="2207961"/>
                  </a:lnTo>
                  <a:lnTo>
                    <a:pt x="686235" y="2207897"/>
                  </a:lnTo>
                  <a:lnTo>
                    <a:pt x="678070" y="2204766"/>
                  </a:lnTo>
                  <a:lnTo>
                    <a:pt x="672902" y="2200828"/>
                  </a:lnTo>
                  <a:lnTo>
                    <a:pt x="665805" y="2204738"/>
                  </a:lnTo>
                  <a:lnTo>
                    <a:pt x="661795" y="2214314"/>
                  </a:lnTo>
                  <a:lnTo>
                    <a:pt x="654894" y="2209210"/>
                  </a:lnTo>
                  <a:lnTo>
                    <a:pt x="643858" y="2206096"/>
                  </a:lnTo>
                  <a:lnTo>
                    <a:pt x="634833" y="2203155"/>
                  </a:lnTo>
                  <a:lnTo>
                    <a:pt x="632377" y="2203253"/>
                  </a:lnTo>
                  <a:lnTo>
                    <a:pt x="623139" y="2208940"/>
                  </a:lnTo>
                  <a:lnTo>
                    <a:pt x="623007" y="2213345"/>
                  </a:lnTo>
                  <a:lnTo>
                    <a:pt x="622532" y="2213551"/>
                  </a:lnTo>
                  <a:lnTo>
                    <a:pt x="617240" y="2215847"/>
                  </a:lnTo>
                  <a:lnTo>
                    <a:pt x="611886" y="2210386"/>
                  </a:lnTo>
                  <a:lnTo>
                    <a:pt x="608105" y="2202820"/>
                  </a:lnTo>
                  <a:lnTo>
                    <a:pt x="609032" y="2197065"/>
                  </a:lnTo>
                  <a:lnTo>
                    <a:pt x="605470" y="2189041"/>
                  </a:lnTo>
                  <a:lnTo>
                    <a:pt x="607527" y="2182797"/>
                  </a:lnTo>
                  <a:lnTo>
                    <a:pt x="604598" y="2172306"/>
                  </a:lnTo>
                  <a:lnTo>
                    <a:pt x="603095" y="2164958"/>
                  </a:lnTo>
                  <a:lnTo>
                    <a:pt x="594219" y="2156132"/>
                  </a:lnTo>
                  <a:lnTo>
                    <a:pt x="589019" y="2158300"/>
                  </a:lnTo>
                  <a:lnTo>
                    <a:pt x="583190" y="2152788"/>
                  </a:lnTo>
                  <a:lnTo>
                    <a:pt x="579428" y="2151178"/>
                  </a:lnTo>
                  <a:lnTo>
                    <a:pt x="576311" y="2142016"/>
                  </a:lnTo>
                  <a:lnTo>
                    <a:pt x="579406" y="2137135"/>
                  </a:lnTo>
                  <a:lnTo>
                    <a:pt x="581477" y="2130723"/>
                  </a:lnTo>
                  <a:lnTo>
                    <a:pt x="581323" y="2124081"/>
                  </a:lnTo>
                  <a:lnTo>
                    <a:pt x="577085" y="2118219"/>
                  </a:lnTo>
                  <a:lnTo>
                    <a:pt x="572172" y="2113776"/>
                  </a:lnTo>
                  <a:lnTo>
                    <a:pt x="567900" y="2099588"/>
                  </a:lnTo>
                  <a:lnTo>
                    <a:pt x="562455" y="2087185"/>
                  </a:lnTo>
                  <a:lnTo>
                    <a:pt x="563994" y="2079877"/>
                  </a:lnTo>
                  <a:lnTo>
                    <a:pt x="562241" y="2074169"/>
                  </a:lnTo>
                  <a:lnTo>
                    <a:pt x="563654" y="2067700"/>
                  </a:lnTo>
                  <a:lnTo>
                    <a:pt x="560887" y="2061847"/>
                  </a:lnTo>
                  <a:lnTo>
                    <a:pt x="562237" y="2052075"/>
                  </a:lnTo>
                  <a:lnTo>
                    <a:pt x="558027" y="2048617"/>
                  </a:lnTo>
                  <a:lnTo>
                    <a:pt x="555267" y="2045537"/>
                  </a:lnTo>
                  <a:lnTo>
                    <a:pt x="551876" y="2040075"/>
                  </a:lnTo>
                  <a:lnTo>
                    <a:pt x="550284" y="2037507"/>
                  </a:lnTo>
                  <a:lnTo>
                    <a:pt x="546431" y="2037400"/>
                  </a:lnTo>
                  <a:lnTo>
                    <a:pt x="545575" y="2042588"/>
                  </a:lnTo>
                  <a:lnTo>
                    <a:pt x="538674" y="2047708"/>
                  </a:lnTo>
                  <a:lnTo>
                    <a:pt x="528577" y="2053324"/>
                  </a:lnTo>
                  <a:lnTo>
                    <a:pt x="522824" y="2053275"/>
                  </a:lnTo>
                  <a:lnTo>
                    <a:pt x="519227" y="2059884"/>
                  </a:lnTo>
                  <a:lnTo>
                    <a:pt x="511861" y="2057022"/>
                  </a:lnTo>
                  <a:lnTo>
                    <a:pt x="505463" y="2049356"/>
                  </a:lnTo>
                  <a:lnTo>
                    <a:pt x="501572" y="2046713"/>
                  </a:lnTo>
                  <a:lnTo>
                    <a:pt x="500670" y="2043234"/>
                  </a:lnTo>
                  <a:lnTo>
                    <a:pt x="499928" y="2040368"/>
                  </a:lnTo>
                  <a:lnTo>
                    <a:pt x="501111" y="2035027"/>
                  </a:lnTo>
                  <a:lnTo>
                    <a:pt x="504601" y="2033327"/>
                  </a:lnTo>
                  <a:lnTo>
                    <a:pt x="505346" y="2026718"/>
                  </a:lnTo>
                  <a:lnTo>
                    <a:pt x="501743" y="2018727"/>
                  </a:lnTo>
                  <a:lnTo>
                    <a:pt x="506857" y="2012547"/>
                  </a:lnTo>
                  <a:lnTo>
                    <a:pt x="515286" y="2011624"/>
                  </a:lnTo>
                  <a:lnTo>
                    <a:pt x="518834" y="2008847"/>
                  </a:lnTo>
                  <a:lnTo>
                    <a:pt x="517369" y="2004883"/>
                  </a:lnTo>
                  <a:lnTo>
                    <a:pt x="519410" y="1998908"/>
                  </a:lnTo>
                  <a:lnTo>
                    <a:pt x="516716" y="1994996"/>
                  </a:lnTo>
                  <a:lnTo>
                    <a:pt x="514349" y="1989250"/>
                  </a:lnTo>
                  <a:lnTo>
                    <a:pt x="517556" y="1981359"/>
                  </a:lnTo>
                  <a:lnTo>
                    <a:pt x="513016" y="1976951"/>
                  </a:lnTo>
                  <a:lnTo>
                    <a:pt x="514529" y="1971842"/>
                  </a:lnTo>
                  <a:lnTo>
                    <a:pt x="520473" y="1972140"/>
                  </a:lnTo>
                  <a:lnTo>
                    <a:pt x="521564" y="1964320"/>
                  </a:lnTo>
                  <a:lnTo>
                    <a:pt x="523104" y="1959945"/>
                  </a:lnTo>
                  <a:lnTo>
                    <a:pt x="524744" y="1955555"/>
                  </a:lnTo>
                  <a:lnTo>
                    <a:pt x="527237" y="1946319"/>
                  </a:lnTo>
                  <a:lnTo>
                    <a:pt x="530960" y="1943864"/>
                  </a:lnTo>
                  <a:lnTo>
                    <a:pt x="531377" y="1932913"/>
                  </a:lnTo>
                  <a:lnTo>
                    <a:pt x="535899" y="1932536"/>
                  </a:lnTo>
                  <a:lnTo>
                    <a:pt x="539162" y="1924289"/>
                  </a:lnTo>
                  <a:lnTo>
                    <a:pt x="541604" y="1915953"/>
                  </a:lnTo>
                  <a:lnTo>
                    <a:pt x="540530" y="1914704"/>
                  </a:lnTo>
                  <a:lnTo>
                    <a:pt x="538749" y="1912632"/>
                  </a:lnTo>
                  <a:lnTo>
                    <a:pt x="530564" y="1913652"/>
                  </a:lnTo>
                  <a:lnTo>
                    <a:pt x="522586" y="1912795"/>
                  </a:lnTo>
                  <a:lnTo>
                    <a:pt x="519107" y="1911130"/>
                  </a:lnTo>
                  <a:lnTo>
                    <a:pt x="516696" y="1909974"/>
                  </a:lnTo>
                  <a:lnTo>
                    <a:pt x="517513" y="1903173"/>
                  </a:lnTo>
                  <a:lnTo>
                    <a:pt x="513762" y="1900071"/>
                  </a:lnTo>
                  <a:lnTo>
                    <a:pt x="512103" y="1898697"/>
                  </a:lnTo>
                  <a:lnTo>
                    <a:pt x="506383" y="1897807"/>
                  </a:lnTo>
                  <a:lnTo>
                    <a:pt x="505399" y="1892554"/>
                  </a:lnTo>
                  <a:lnTo>
                    <a:pt x="498622" y="1887078"/>
                  </a:lnTo>
                  <a:lnTo>
                    <a:pt x="494715" y="1879200"/>
                  </a:lnTo>
                  <a:lnTo>
                    <a:pt x="497115" y="1873780"/>
                  </a:lnTo>
                  <a:lnTo>
                    <a:pt x="494729" y="1870949"/>
                  </a:lnTo>
                  <a:lnTo>
                    <a:pt x="489806" y="1865099"/>
                  </a:lnTo>
                  <a:lnTo>
                    <a:pt x="487715" y="1858274"/>
                  </a:lnTo>
                  <a:lnTo>
                    <a:pt x="484527" y="1852683"/>
                  </a:lnTo>
                  <a:lnTo>
                    <a:pt x="480515" y="1843034"/>
                  </a:lnTo>
                  <a:lnTo>
                    <a:pt x="476077" y="1836617"/>
                  </a:lnTo>
                  <a:lnTo>
                    <a:pt x="473921" y="1831728"/>
                  </a:lnTo>
                  <a:lnTo>
                    <a:pt x="472159" y="1825525"/>
                  </a:lnTo>
                  <a:lnTo>
                    <a:pt x="468679" y="1823662"/>
                  </a:lnTo>
                  <a:lnTo>
                    <a:pt x="460984" y="1819650"/>
                  </a:lnTo>
                  <a:lnTo>
                    <a:pt x="456672" y="1815075"/>
                  </a:lnTo>
                  <a:lnTo>
                    <a:pt x="454130" y="1807837"/>
                  </a:lnTo>
                  <a:lnTo>
                    <a:pt x="444556" y="1799462"/>
                  </a:lnTo>
                  <a:lnTo>
                    <a:pt x="446963" y="1794916"/>
                  </a:lnTo>
                  <a:lnTo>
                    <a:pt x="452349" y="1792866"/>
                  </a:lnTo>
                  <a:lnTo>
                    <a:pt x="446857" y="1785281"/>
                  </a:lnTo>
                  <a:lnTo>
                    <a:pt x="447598" y="1779870"/>
                  </a:lnTo>
                  <a:lnTo>
                    <a:pt x="450973" y="1774539"/>
                  </a:lnTo>
                  <a:lnTo>
                    <a:pt x="448317" y="1770019"/>
                  </a:lnTo>
                  <a:lnTo>
                    <a:pt x="450382" y="1765093"/>
                  </a:lnTo>
                  <a:lnTo>
                    <a:pt x="442878" y="1755389"/>
                  </a:lnTo>
                  <a:lnTo>
                    <a:pt x="443409" y="1748612"/>
                  </a:lnTo>
                  <a:lnTo>
                    <a:pt x="439599" y="1744258"/>
                  </a:lnTo>
                  <a:lnTo>
                    <a:pt x="436189" y="1736542"/>
                  </a:lnTo>
                  <a:lnTo>
                    <a:pt x="432345" y="1726165"/>
                  </a:lnTo>
                  <a:lnTo>
                    <a:pt x="431998" y="1724654"/>
                  </a:lnTo>
                  <a:lnTo>
                    <a:pt x="431529" y="1722608"/>
                  </a:lnTo>
                  <a:lnTo>
                    <a:pt x="434738" y="1707320"/>
                  </a:lnTo>
                  <a:lnTo>
                    <a:pt x="437066" y="1696165"/>
                  </a:lnTo>
                  <a:lnTo>
                    <a:pt x="439461" y="1684702"/>
                  </a:lnTo>
                  <a:lnTo>
                    <a:pt x="443835" y="1663737"/>
                  </a:lnTo>
                  <a:lnTo>
                    <a:pt x="444368" y="1661194"/>
                  </a:lnTo>
                  <a:close/>
                </a:path>
              </a:pathLst>
            </a:custGeom>
            <a:solidFill>
              <a:srgbClr val="D5557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2"/>
            <p:cNvSpPr/>
            <p:nvPr/>
          </p:nvSpPr>
          <p:spPr>
            <a:xfrm>
              <a:off x="3224222" y="1902406"/>
              <a:ext cx="1284097" cy="1747848"/>
            </a:xfrm>
            <a:custGeom>
              <a:avLst/>
              <a:pathLst>
                <a:path w="1284097" h="1747848">
                  <a:moveTo>
                    <a:pt x="457200" y="1600200"/>
                  </a:moveTo>
                  <a:lnTo>
                    <a:pt x="458231" y="1579866"/>
                  </a:lnTo>
                  <a:lnTo>
                    <a:pt x="458928" y="1565570"/>
                  </a:lnTo>
                  <a:lnTo>
                    <a:pt x="459909" y="1544333"/>
                  </a:lnTo>
                  <a:lnTo>
                    <a:pt x="460193" y="1538197"/>
                  </a:lnTo>
                  <a:lnTo>
                    <a:pt x="460685" y="1527744"/>
                  </a:lnTo>
                  <a:lnTo>
                    <a:pt x="461784" y="1504435"/>
                  </a:lnTo>
                  <a:lnTo>
                    <a:pt x="462502" y="1489994"/>
                  </a:lnTo>
                  <a:lnTo>
                    <a:pt x="462593" y="1488182"/>
                  </a:lnTo>
                  <a:lnTo>
                    <a:pt x="463985" y="1459158"/>
                  </a:lnTo>
                  <a:lnTo>
                    <a:pt x="465457" y="1428099"/>
                  </a:lnTo>
                  <a:lnTo>
                    <a:pt x="466171" y="1414211"/>
                  </a:lnTo>
                  <a:lnTo>
                    <a:pt x="466293" y="1411832"/>
                  </a:lnTo>
                  <a:lnTo>
                    <a:pt x="468477" y="1365903"/>
                  </a:lnTo>
                  <a:lnTo>
                    <a:pt x="518264" y="1368186"/>
                  </a:lnTo>
                  <a:lnTo>
                    <a:pt x="520896" y="1368297"/>
                  </a:lnTo>
                  <a:lnTo>
                    <a:pt x="564109" y="1370074"/>
                  </a:lnTo>
                  <a:lnTo>
                    <a:pt x="583060" y="1370774"/>
                  </a:lnTo>
                  <a:lnTo>
                    <a:pt x="617920" y="1371934"/>
                  </a:lnTo>
                  <a:lnTo>
                    <a:pt x="647574" y="1372810"/>
                  </a:lnTo>
                  <a:lnTo>
                    <a:pt x="725283" y="1374542"/>
                  </a:lnTo>
                  <a:lnTo>
                    <a:pt x="745984" y="1374866"/>
                  </a:lnTo>
                  <a:lnTo>
                    <a:pt x="818942" y="1375346"/>
                  </a:lnTo>
                  <a:lnTo>
                    <a:pt x="850634" y="1375331"/>
                  </a:lnTo>
                  <a:lnTo>
                    <a:pt x="879379" y="1375219"/>
                  </a:lnTo>
                  <a:lnTo>
                    <a:pt x="904814" y="1375028"/>
                  </a:lnTo>
                  <a:lnTo>
                    <a:pt x="941787" y="1374594"/>
                  </a:lnTo>
                  <a:lnTo>
                    <a:pt x="973571" y="1374040"/>
                  </a:lnTo>
                  <a:lnTo>
                    <a:pt x="975436" y="1378362"/>
                  </a:lnTo>
                  <a:lnTo>
                    <a:pt x="979558" y="1382552"/>
                  </a:lnTo>
                  <a:lnTo>
                    <a:pt x="983960" y="1383812"/>
                  </a:lnTo>
                  <a:lnTo>
                    <a:pt x="991167" y="1387636"/>
                  </a:lnTo>
                  <a:lnTo>
                    <a:pt x="993764" y="1389011"/>
                  </a:lnTo>
                  <a:lnTo>
                    <a:pt x="998183" y="1390641"/>
                  </a:lnTo>
                  <a:lnTo>
                    <a:pt x="1005469" y="1392966"/>
                  </a:lnTo>
                  <a:lnTo>
                    <a:pt x="1005885" y="1393098"/>
                  </a:lnTo>
                  <a:lnTo>
                    <a:pt x="1009927" y="1396928"/>
                  </a:lnTo>
                  <a:lnTo>
                    <a:pt x="1016412" y="1402282"/>
                  </a:lnTo>
                  <a:lnTo>
                    <a:pt x="1024145" y="1401419"/>
                  </a:lnTo>
                  <a:lnTo>
                    <a:pt x="1028174" y="1397678"/>
                  </a:lnTo>
                  <a:lnTo>
                    <a:pt x="1030569" y="1390925"/>
                  </a:lnTo>
                  <a:lnTo>
                    <a:pt x="1032254" y="1389334"/>
                  </a:lnTo>
                  <a:lnTo>
                    <a:pt x="1037437" y="1390079"/>
                  </a:lnTo>
                  <a:lnTo>
                    <a:pt x="1046628" y="1391593"/>
                  </a:lnTo>
                  <a:lnTo>
                    <a:pt x="1052578" y="1390427"/>
                  </a:lnTo>
                  <a:lnTo>
                    <a:pt x="1055860" y="1389781"/>
                  </a:lnTo>
                  <a:lnTo>
                    <a:pt x="1063462" y="1389862"/>
                  </a:lnTo>
                  <a:lnTo>
                    <a:pt x="1066304" y="1390242"/>
                  </a:lnTo>
                  <a:lnTo>
                    <a:pt x="1069303" y="1390641"/>
                  </a:lnTo>
                  <a:lnTo>
                    <a:pt x="1072426" y="1388071"/>
                  </a:lnTo>
                  <a:lnTo>
                    <a:pt x="1079380" y="1389097"/>
                  </a:lnTo>
                  <a:lnTo>
                    <a:pt x="1082904" y="1387764"/>
                  </a:lnTo>
                  <a:lnTo>
                    <a:pt x="1088805" y="1389125"/>
                  </a:lnTo>
                  <a:lnTo>
                    <a:pt x="1091121" y="1393153"/>
                  </a:lnTo>
                  <a:lnTo>
                    <a:pt x="1095699" y="1396545"/>
                  </a:lnTo>
                  <a:lnTo>
                    <a:pt x="1098860" y="1398885"/>
                  </a:lnTo>
                  <a:lnTo>
                    <a:pt x="1108617" y="1399718"/>
                  </a:lnTo>
                  <a:lnTo>
                    <a:pt x="1109485" y="1400421"/>
                  </a:lnTo>
                  <a:lnTo>
                    <a:pt x="1114188" y="1404230"/>
                  </a:lnTo>
                  <a:lnTo>
                    <a:pt x="1119521" y="1402877"/>
                  </a:lnTo>
                  <a:lnTo>
                    <a:pt x="1128754" y="1406644"/>
                  </a:lnTo>
                  <a:lnTo>
                    <a:pt x="1129285" y="1406860"/>
                  </a:lnTo>
                  <a:lnTo>
                    <a:pt x="1131600" y="1411223"/>
                  </a:lnTo>
                  <a:lnTo>
                    <a:pt x="1138979" y="1411408"/>
                  </a:lnTo>
                  <a:lnTo>
                    <a:pt x="1138185" y="1418334"/>
                  </a:lnTo>
                  <a:lnTo>
                    <a:pt x="1142993" y="1422785"/>
                  </a:lnTo>
                  <a:lnTo>
                    <a:pt x="1146010" y="1427557"/>
                  </a:lnTo>
                  <a:lnTo>
                    <a:pt x="1147622" y="1430105"/>
                  </a:lnTo>
                  <a:lnTo>
                    <a:pt x="1155511" y="1429259"/>
                  </a:lnTo>
                  <a:lnTo>
                    <a:pt x="1157835" y="1432581"/>
                  </a:lnTo>
                  <a:lnTo>
                    <a:pt x="1162908" y="1431381"/>
                  </a:lnTo>
                  <a:lnTo>
                    <a:pt x="1168945" y="1434719"/>
                  </a:lnTo>
                  <a:lnTo>
                    <a:pt x="1166420" y="1441154"/>
                  </a:lnTo>
                  <a:lnTo>
                    <a:pt x="1167161" y="1450270"/>
                  </a:lnTo>
                  <a:lnTo>
                    <a:pt x="1172613" y="1457064"/>
                  </a:lnTo>
                  <a:lnTo>
                    <a:pt x="1174167" y="1458997"/>
                  </a:lnTo>
                  <a:lnTo>
                    <a:pt x="1174386" y="1464700"/>
                  </a:lnTo>
                  <a:lnTo>
                    <a:pt x="1174326" y="1465209"/>
                  </a:lnTo>
                  <a:lnTo>
                    <a:pt x="1173615" y="1471222"/>
                  </a:lnTo>
                  <a:lnTo>
                    <a:pt x="1181170" y="1477506"/>
                  </a:lnTo>
                  <a:lnTo>
                    <a:pt x="1181168" y="1485766"/>
                  </a:lnTo>
                  <a:lnTo>
                    <a:pt x="1185851" y="1488613"/>
                  </a:lnTo>
                  <a:lnTo>
                    <a:pt x="1194530" y="1494187"/>
                  </a:lnTo>
                  <a:lnTo>
                    <a:pt x="1192442" y="1502324"/>
                  </a:lnTo>
                  <a:lnTo>
                    <a:pt x="1195677" y="1507645"/>
                  </a:lnTo>
                  <a:lnTo>
                    <a:pt x="1197574" y="1510762"/>
                  </a:lnTo>
                  <a:lnTo>
                    <a:pt x="1201862" y="1516451"/>
                  </a:lnTo>
                  <a:lnTo>
                    <a:pt x="1200133" y="1525350"/>
                  </a:lnTo>
                  <a:lnTo>
                    <a:pt x="1198508" y="1531113"/>
                  </a:lnTo>
                  <a:lnTo>
                    <a:pt x="1198225" y="1532118"/>
                  </a:lnTo>
                  <a:lnTo>
                    <a:pt x="1197923" y="1538986"/>
                  </a:lnTo>
                  <a:lnTo>
                    <a:pt x="1200665" y="1545380"/>
                  </a:lnTo>
                  <a:lnTo>
                    <a:pt x="1201907" y="1549415"/>
                  </a:lnTo>
                  <a:lnTo>
                    <a:pt x="1208829" y="1547114"/>
                  </a:lnTo>
                  <a:lnTo>
                    <a:pt x="1210075" y="1551674"/>
                  </a:lnTo>
                  <a:lnTo>
                    <a:pt x="1211322" y="1556233"/>
                  </a:lnTo>
                  <a:lnTo>
                    <a:pt x="1217031" y="1557696"/>
                  </a:lnTo>
                  <a:lnTo>
                    <a:pt x="1216975" y="1565889"/>
                  </a:lnTo>
                  <a:lnTo>
                    <a:pt x="1216958" y="1568366"/>
                  </a:lnTo>
                  <a:lnTo>
                    <a:pt x="1217532" y="1574301"/>
                  </a:lnTo>
                  <a:lnTo>
                    <a:pt x="1221111" y="1579587"/>
                  </a:lnTo>
                  <a:lnTo>
                    <a:pt x="1219369" y="1584692"/>
                  </a:lnTo>
                  <a:lnTo>
                    <a:pt x="1219785" y="1590470"/>
                  </a:lnTo>
                  <a:lnTo>
                    <a:pt x="1219847" y="1591341"/>
                  </a:lnTo>
                  <a:lnTo>
                    <a:pt x="1224777" y="1590758"/>
                  </a:lnTo>
                  <a:lnTo>
                    <a:pt x="1224461" y="1594110"/>
                  </a:lnTo>
                  <a:lnTo>
                    <a:pt x="1224040" y="1598564"/>
                  </a:lnTo>
                  <a:lnTo>
                    <a:pt x="1224742" y="1603656"/>
                  </a:lnTo>
                  <a:lnTo>
                    <a:pt x="1224838" y="1607469"/>
                  </a:lnTo>
                  <a:lnTo>
                    <a:pt x="1224949" y="1611875"/>
                  </a:lnTo>
                  <a:lnTo>
                    <a:pt x="1228742" y="1617289"/>
                  </a:lnTo>
                  <a:lnTo>
                    <a:pt x="1228144" y="1623253"/>
                  </a:lnTo>
                  <a:lnTo>
                    <a:pt x="1230094" y="1626487"/>
                  </a:lnTo>
                  <a:lnTo>
                    <a:pt x="1230916" y="1627847"/>
                  </a:lnTo>
                  <a:lnTo>
                    <a:pt x="1228289" y="1633094"/>
                  </a:lnTo>
                  <a:lnTo>
                    <a:pt x="1229339" y="1640832"/>
                  </a:lnTo>
                  <a:lnTo>
                    <a:pt x="1224486" y="1646892"/>
                  </a:lnTo>
                  <a:lnTo>
                    <a:pt x="1228826" y="1653357"/>
                  </a:lnTo>
                  <a:lnTo>
                    <a:pt x="1235047" y="1656693"/>
                  </a:lnTo>
                  <a:lnTo>
                    <a:pt x="1238491" y="1662730"/>
                  </a:lnTo>
                  <a:lnTo>
                    <a:pt x="1236997" y="1665066"/>
                  </a:lnTo>
                  <a:lnTo>
                    <a:pt x="1238165" y="1672377"/>
                  </a:lnTo>
                  <a:lnTo>
                    <a:pt x="1242202" y="1672017"/>
                  </a:lnTo>
                  <a:lnTo>
                    <a:pt x="1242413" y="1672436"/>
                  </a:lnTo>
                  <a:lnTo>
                    <a:pt x="1244258" y="1676093"/>
                  </a:lnTo>
                  <a:lnTo>
                    <a:pt x="1245426" y="1679796"/>
                  </a:lnTo>
                  <a:lnTo>
                    <a:pt x="1249151" y="1687968"/>
                  </a:lnTo>
                  <a:lnTo>
                    <a:pt x="1250131" y="1691620"/>
                  </a:lnTo>
                  <a:lnTo>
                    <a:pt x="1249203" y="1697123"/>
                  </a:lnTo>
                  <a:lnTo>
                    <a:pt x="1254501" y="1698433"/>
                  </a:lnTo>
                  <a:lnTo>
                    <a:pt x="1258919" y="1700518"/>
                  </a:lnTo>
                  <a:lnTo>
                    <a:pt x="1259574" y="1703812"/>
                  </a:lnTo>
                  <a:lnTo>
                    <a:pt x="1259614" y="1704013"/>
                  </a:lnTo>
                  <a:lnTo>
                    <a:pt x="1259705" y="1704470"/>
                  </a:lnTo>
                  <a:lnTo>
                    <a:pt x="1266929" y="1706940"/>
                  </a:lnTo>
                  <a:lnTo>
                    <a:pt x="1266435" y="1712887"/>
                  </a:lnTo>
                  <a:lnTo>
                    <a:pt x="1271383" y="1718528"/>
                  </a:lnTo>
                  <a:lnTo>
                    <a:pt x="1275204" y="1722395"/>
                  </a:lnTo>
                  <a:lnTo>
                    <a:pt x="1273507" y="1727275"/>
                  </a:lnTo>
                  <a:lnTo>
                    <a:pt x="1276811" y="1732408"/>
                  </a:lnTo>
                  <a:lnTo>
                    <a:pt x="1280048" y="1731954"/>
                  </a:lnTo>
                  <a:lnTo>
                    <a:pt x="1284097" y="1735373"/>
                  </a:lnTo>
                  <a:lnTo>
                    <a:pt x="1281089" y="1735540"/>
                  </a:lnTo>
                  <a:lnTo>
                    <a:pt x="1238757" y="1737757"/>
                  </a:lnTo>
                  <a:lnTo>
                    <a:pt x="1238420" y="1737774"/>
                  </a:lnTo>
                  <a:lnTo>
                    <a:pt x="1217227" y="1738795"/>
                  </a:lnTo>
                  <a:lnTo>
                    <a:pt x="1215950" y="1738854"/>
                  </a:lnTo>
                  <a:lnTo>
                    <a:pt x="1203546" y="1739469"/>
                  </a:lnTo>
                  <a:lnTo>
                    <a:pt x="1195465" y="1739816"/>
                  </a:lnTo>
                  <a:lnTo>
                    <a:pt x="1174081" y="1740725"/>
                  </a:lnTo>
                  <a:lnTo>
                    <a:pt x="1173487" y="1740750"/>
                  </a:lnTo>
                  <a:lnTo>
                    <a:pt x="1141494" y="1741999"/>
                  </a:lnTo>
                  <a:lnTo>
                    <a:pt x="1135011" y="1742237"/>
                  </a:lnTo>
                  <a:lnTo>
                    <a:pt x="1130953" y="1742388"/>
                  </a:lnTo>
                  <a:lnTo>
                    <a:pt x="1122115" y="1742712"/>
                  </a:lnTo>
                  <a:lnTo>
                    <a:pt x="1087806" y="1743817"/>
                  </a:lnTo>
                  <a:lnTo>
                    <a:pt x="1083361" y="1743950"/>
                  </a:lnTo>
                  <a:lnTo>
                    <a:pt x="1048924" y="1744929"/>
                  </a:lnTo>
                  <a:lnTo>
                    <a:pt x="1044697" y="1745038"/>
                  </a:lnTo>
                  <a:lnTo>
                    <a:pt x="1034181" y="1745302"/>
                  </a:lnTo>
                  <a:lnTo>
                    <a:pt x="1020435" y="1745625"/>
                  </a:lnTo>
                  <a:lnTo>
                    <a:pt x="1001561" y="1746037"/>
                  </a:lnTo>
                  <a:lnTo>
                    <a:pt x="979593" y="1746459"/>
                  </a:lnTo>
                  <a:lnTo>
                    <a:pt x="969172" y="1746637"/>
                  </a:lnTo>
                  <a:lnTo>
                    <a:pt x="958435" y="1746818"/>
                  </a:lnTo>
                  <a:lnTo>
                    <a:pt x="925956" y="1747274"/>
                  </a:lnTo>
                  <a:lnTo>
                    <a:pt x="924185" y="1747295"/>
                  </a:lnTo>
                  <a:lnTo>
                    <a:pt x="915266" y="1747392"/>
                  </a:lnTo>
                  <a:lnTo>
                    <a:pt x="884499" y="1747647"/>
                  </a:lnTo>
                  <a:lnTo>
                    <a:pt x="872720" y="1747740"/>
                  </a:lnTo>
                  <a:lnTo>
                    <a:pt x="872441" y="1747742"/>
                  </a:lnTo>
                  <a:lnTo>
                    <a:pt x="854786" y="1747848"/>
                  </a:lnTo>
                  <a:lnTo>
                    <a:pt x="820038" y="1747829"/>
                  </a:lnTo>
                  <a:lnTo>
                    <a:pt x="818532" y="1747825"/>
                  </a:lnTo>
                  <a:lnTo>
                    <a:pt x="791505" y="1747693"/>
                  </a:lnTo>
                  <a:lnTo>
                    <a:pt x="766541" y="1747446"/>
                  </a:lnTo>
                  <a:lnTo>
                    <a:pt x="764634" y="1747424"/>
                  </a:lnTo>
                  <a:lnTo>
                    <a:pt x="735887" y="1747108"/>
                  </a:lnTo>
                  <a:lnTo>
                    <a:pt x="713608" y="1746760"/>
                  </a:lnTo>
                  <a:lnTo>
                    <a:pt x="710744" y="1746714"/>
                  </a:lnTo>
                  <a:lnTo>
                    <a:pt x="702450" y="1746575"/>
                  </a:lnTo>
                  <a:lnTo>
                    <a:pt x="689937" y="1746349"/>
                  </a:lnTo>
                  <a:lnTo>
                    <a:pt x="662303" y="1745745"/>
                  </a:lnTo>
                  <a:lnTo>
                    <a:pt x="641372" y="1745237"/>
                  </a:lnTo>
                  <a:lnTo>
                    <a:pt x="642401" y="1703581"/>
                  </a:lnTo>
                  <a:lnTo>
                    <a:pt x="642433" y="1702235"/>
                  </a:lnTo>
                  <a:lnTo>
                    <a:pt x="642702" y="1690955"/>
                  </a:lnTo>
                  <a:lnTo>
                    <a:pt x="643466" y="1658955"/>
                  </a:lnTo>
                  <a:lnTo>
                    <a:pt x="643621" y="1652488"/>
                  </a:lnTo>
                  <a:lnTo>
                    <a:pt x="644333" y="1621075"/>
                  </a:lnTo>
                  <a:lnTo>
                    <a:pt x="596923" y="1619770"/>
                  </a:lnTo>
                  <a:lnTo>
                    <a:pt x="590893" y="1619580"/>
                  </a:lnTo>
                  <a:lnTo>
                    <a:pt x="587850" y="1619482"/>
                  </a:lnTo>
                  <a:lnTo>
                    <a:pt x="548147" y="1618099"/>
                  </a:lnTo>
                  <a:lnTo>
                    <a:pt x="519440" y="1617014"/>
                  </a:lnTo>
                  <a:lnTo>
                    <a:pt x="501424" y="1616279"/>
                  </a:lnTo>
                  <a:lnTo>
                    <a:pt x="456523" y="1614239"/>
                  </a:lnTo>
                  <a:close/>
                </a:path>
              </a:pathLst>
            </a:custGeom>
            <a:solidFill>
              <a:srgbClr val="88119F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3"/>
            <p:cNvSpPr/>
            <p:nvPr/>
          </p:nvSpPr>
          <p:spPr>
            <a:xfrm>
              <a:off x="1699959" y="1903626"/>
              <a:ext cx="1070805" cy="2237955"/>
            </a:xfrm>
            <a:custGeom>
              <a:avLst/>
              <a:pathLst>
                <a:path w="1070805" h="2237955">
                  <a:moveTo>
                    <a:pt x="457200" y="1600200"/>
                  </a:moveTo>
                  <a:lnTo>
                    <a:pt x="461003" y="1584578"/>
                  </a:lnTo>
                  <a:lnTo>
                    <a:pt x="463782" y="1573180"/>
                  </a:lnTo>
                  <a:lnTo>
                    <a:pt x="469163" y="1550862"/>
                  </a:lnTo>
                  <a:lnTo>
                    <a:pt x="476044" y="1522400"/>
                  </a:lnTo>
                  <a:lnTo>
                    <a:pt x="480944" y="1501723"/>
                  </a:lnTo>
                  <a:lnTo>
                    <a:pt x="486614" y="1478009"/>
                  </a:lnTo>
                  <a:lnTo>
                    <a:pt x="497985" y="1429296"/>
                  </a:lnTo>
                  <a:lnTo>
                    <a:pt x="502014" y="1411611"/>
                  </a:lnTo>
                  <a:lnTo>
                    <a:pt x="511170" y="1372868"/>
                  </a:lnTo>
                  <a:lnTo>
                    <a:pt x="523972" y="1319970"/>
                  </a:lnTo>
                  <a:lnTo>
                    <a:pt x="531376" y="1288770"/>
                  </a:lnTo>
                  <a:lnTo>
                    <a:pt x="534895" y="1274209"/>
                  </a:lnTo>
                  <a:lnTo>
                    <a:pt x="559305" y="1280085"/>
                  </a:lnTo>
                  <a:lnTo>
                    <a:pt x="591851" y="1288365"/>
                  </a:lnTo>
                  <a:lnTo>
                    <a:pt x="595053" y="1289171"/>
                  </a:lnTo>
                  <a:lnTo>
                    <a:pt x="605382" y="1291760"/>
                  </a:lnTo>
                  <a:lnTo>
                    <a:pt x="623916" y="1296126"/>
                  </a:lnTo>
                  <a:lnTo>
                    <a:pt x="644017" y="1301030"/>
                  </a:lnTo>
                  <a:lnTo>
                    <a:pt x="668690" y="1306441"/>
                  </a:lnTo>
                  <a:lnTo>
                    <a:pt x="695948" y="1312506"/>
                  </a:lnTo>
                  <a:lnTo>
                    <a:pt x="725013" y="1318893"/>
                  </a:lnTo>
                  <a:lnTo>
                    <a:pt x="747433" y="1323851"/>
                  </a:lnTo>
                  <a:lnTo>
                    <a:pt x="767228" y="1328076"/>
                  </a:lnTo>
                  <a:lnTo>
                    <a:pt x="785757" y="1331939"/>
                  </a:lnTo>
                  <a:lnTo>
                    <a:pt x="801181" y="1335295"/>
                  </a:lnTo>
                  <a:lnTo>
                    <a:pt x="801899" y="1335454"/>
                  </a:lnTo>
                  <a:lnTo>
                    <a:pt x="837155" y="1343162"/>
                  </a:lnTo>
                  <a:lnTo>
                    <a:pt x="863579" y="1348598"/>
                  </a:lnTo>
                  <a:lnTo>
                    <a:pt x="905311" y="1357025"/>
                  </a:lnTo>
                  <a:lnTo>
                    <a:pt x="927393" y="1361265"/>
                  </a:lnTo>
                  <a:lnTo>
                    <a:pt x="955575" y="1366848"/>
                  </a:lnTo>
                  <a:lnTo>
                    <a:pt x="980585" y="1371237"/>
                  </a:lnTo>
                  <a:lnTo>
                    <a:pt x="993189" y="1373416"/>
                  </a:lnTo>
                  <a:lnTo>
                    <a:pt x="1020337" y="1379066"/>
                  </a:lnTo>
                  <a:lnTo>
                    <a:pt x="1049028" y="1384237"/>
                  </a:lnTo>
                  <a:lnTo>
                    <a:pt x="1070805" y="1388118"/>
                  </a:lnTo>
                  <a:lnTo>
                    <a:pt x="1066023" y="1417670"/>
                  </a:lnTo>
                  <a:lnTo>
                    <a:pt x="1060608" y="1449915"/>
                  </a:lnTo>
                  <a:lnTo>
                    <a:pt x="1054684" y="1484834"/>
                  </a:lnTo>
                  <a:lnTo>
                    <a:pt x="1050380" y="1510399"/>
                  </a:lnTo>
                  <a:lnTo>
                    <a:pt x="1044690" y="1544045"/>
                  </a:lnTo>
                  <a:lnTo>
                    <a:pt x="1039827" y="1572374"/>
                  </a:lnTo>
                  <a:lnTo>
                    <a:pt x="1037800" y="1584361"/>
                  </a:lnTo>
                  <a:lnTo>
                    <a:pt x="1032108" y="1618981"/>
                  </a:lnTo>
                  <a:lnTo>
                    <a:pt x="1031724" y="1621323"/>
                  </a:lnTo>
                  <a:lnTo>
                    <a:pt x="1027787" y="1644910"/>
                  </a:lnTo>
                  <a:lnTo>
                    <a:pt x="1025494" y="1658675"/>
                  </a:lnTo>
                  <a:lnTo>
                    <a:pt x="1020523" y="1689620"/>
                  </a:lnTo>
                  <a:lnTo>
                    <a:pt x="1019679" y="1694888"/>
                  </a:lnTo>
                  <a:lnTo>
                    <a:pt x="1009658" y="1755691"/>
                  </a:lnTo>
                  <a:lnTo>
                    <a:pt x="1007248" y="1771311"/>
                  </a:lnTo>
                  <a:lnTo>
                    <a:pt x="1003141" y="1796059"/>
                  </a:lnTo>
                  <a:lnTo>
                    <a:pt x="1001015" y="1808896"/>
                  </a:lnTo>
                  <a:lnTo>
                    <a:pt x="997708" y="1829613"/>
                  </a:lnTo>
                  <a:lnTo>
                    <a:pt x="994674" y="1848629"/>
                  </a:lnTo>
                  <a:lnTo>
                    <a:pt x="992712" y="1861102"/>
                  </a:lnTo>
                  <a:lnTo>
                    <a:pt x="987519" y="1893980"/>
                  </a:lnTo>
                  <a:lnTo>
                    <a:pt x="984684" y="1910597"/>
                  </a:lnTo>
                  <a:lnTo>
                    <a:pt x="981868" y="1927956"/>
                  </a:lnTo>
                  <a:lnTo>
                    <a:pt x="979659" y="1941822"/>
                  </a:lnTo>
                  <a:lnTo>
                    <a:pt x="975716" y="1967357"/>
                  </a:lnTo>
                  <a:lnTo>
                    <a:pt x="971957" y="1991476"/>
                  </a:lnTo>
                  <a:lnTo>
                    <a:pt x="970375" y="2002322"/>
                  </a:lnTo>
                  <a:lnTo>
                    <a:pt x="967398" y="2021669"/>
                  </a:lnTo>
                  <a:lnTo>
                    <a:pt x="962886" y="2051081"/>
                  </a:lnTo>
                  <a:lnTo>
                    <a:pt x="957764" y="2085357"/>
                  </a:lnTo>
                  <a:lnTo>
                    <a:pt x="956622" y="2092318"/>
                  </a:lnTo>
                  <a:lnTo>
                    <a:pt x="955338" y="2101539"/>
                  </a:lnTo>
                  <a:lnTo>
                    <a:pt x="948712" y="2109552"/>
                  </a:lnTo>
                  <a:lnTo>
                    <a:pt x="943610" y="2117326"/>
                  </a:lnTo>
                  <a:lnTo>
                    <a:pt x="941724" y="2120613"/>
                  </a:lnTo>
                  <a:lnTo>
                    <a:pt x="935410" y="2120664"/>
                  </a:lnTo>
                  <a:lnTo>
                    <a:pt x="930151" y="2117223"/>
                  </a:lnTo>
                  <a:lnTo>
                    <a:pt x="926175" y="2113081"/>
                  </a:lnTo>
                  <a:lnTo>
                    <a:pt x="924948" y="2107199"/>
                  </a:lnTo>
                  <a:lnTo>
                    <a:pt x="922181" y="2102289"/>
                  </a:lnTo>
                  <a:lnTo>
                    <a:pt x="917797" y="2101194"/>
                  </a:lnTo>
                  <a:lnTo>
                    <a:pt x="914283" y="2103026"/>
                  </a:lnTo>
                  <a:lnTo>
                    <a:pt x="910545" y="2101997"/>
                  </a:lnTo>
                  <a:lnTo>
                    <a:pt x="908526" y="2098920"/>
                  </a:lnTo>
                  <a:lnTo>
                    <a:pt x="902576" y="2097794"/>
                  </a:lnTo>
                  <a:lnTo>
                    <a:pt x="896848" y="2098124"/>
                  </a:lnTo>
                  <a:lnTo>
                    <a:pt x="892555" y="2100356"/>
                  </a:lnTo>
                  <a:lnTo>
                    <a:pt x="885413" y="2100728"/>
                  </a:lnTo>
                  <a:lnTo>
                    <a:pt x="884030" y="2104758"/>
                  </a:lnTo>
                  <a:lnTo>
                    <a:pt x="883943" y="2105324"/>
                  </a:lnTo>
                  <a:lnTo>
                    <a:pt x="882882" y="2112208"/>
                  </a:lnTo>
                  <a:lnTo>
                    <a:pt x="882722" y="2120526"/>
                  </a:lnTo>
                  <a:lnTo>
                    <a:pt x="884949" y="2126246"/>
                  </a:lnTo>
                  <a:lnTo>
                    <a:pt x="887258" y="2131290"/>
                  </a:lnTo>
                  <a:lnTo>
                    <a:pt x="882884" y="2136896"/>
                  </a:lnTo>
                  <a:lnTo>
                    <a:pt x="881923" y="2146946"/>
                  </a:lnTo>
                  <a:lnTo>
                    <a:pt x="881088" y="2157191"/>
                  </a:lnTo>
                  <a:lnTo>
                    <a:pt x="883873" y="2162814"/>
                  </a:lnTo>
                  <a:lnTo>
                    <a:pt x="883171" y="2165568"/>
                  </a:lnTo>
                  <a:lnTo>
                    <a:pt x="881214" y="2173243"/>
                  </a:lnTo>
                  <a:lnTo>
                    <a:pt x="879605" y="2182430"/>
                  </a:lnTo>
                  <a:lnTo>
                    <a:pt x="882552" y="2187999"/>
                  </a:lnTo>
                  <a:lnTo>
                    <a:pt x="883684" y="2206773"/>
                  </a:lnTo>
                  <a:lnTo>
                    <a:pt x="882725" y="2222213"/>
                  </a:lnTo>
                  <a:lnTo>
                    <a:pt x="879740" y="2223921"/>
                  </a:lnTo>
                  <a:lnTo>
                    <a:pt x="877668" y="2223484"/>
                  </a:lnTo>
                  <a:lnTo>
                    <a:pt x="876117" y="2229921"/>
                  </a:lnTo>
                  <a:lnTo>
                    <a:pt x="873979" y="2237955"/>
                  </a:lnTo>
                  <a:lnTo>
                    <a:pt x="859551" y="2218002"/>
                  </a:lnTo>
                  <a:lnTo>
                    <a:pt x="847439" y="2201243"/>
                  </a:lnTo>
                  <a:lnTo>
                    <a:pt x="839417" y="2190091"/>
                  </a:lnTo>
                  <a:lnTo>
                    <a:pt x="829676" y="2176674"/>
                  </a:lnTo>
                  <a:lnTo>
                    <a:pt x="817690" y="2160047"/>
                  </a:lnTo>
                  <a:lnTo>
                    <a:pt x="809300" y="2148448"/>
                  </a:lnTo>
                  <a:lnTo>
                    <a:pt x="789144" y="2120360"/>
                  </a:lnTo>
                  <a:lnTo>
                    <a:pt x="772813" y="2097749"/>
                  </a:lnTo>
                  <a:lnTo>
                    <a:pt x="768964" y="2092395"/>
                  </a:lnTo>
                  <a:lnTo>
                    <a:pt x="752548" y="2069454"/>
                  </a:lnTo>
                  <a:lnTo>
                    <a:pt x="729571" y="2037421"/>
                  </a:lnTo>
                  <a:lnTo>
                    <a:pt x="720487" y="2024618"/>
                  </a:lnTo>
                  <a:lnTo>
                    <a:pt x="679311" y="1966820"/>
                  </a:lnTo>
                  <a:lnTo>
                    <a:pt x="666155" y="1948356"/>
                  </a:lnTo>
                  <a:lnTo>
                    <a:pt x="659891" y="1939521"/>
                  </a:lnTo>
                  <a:lnTo>
                    <a:pt x="625525" y="1890987"/>
                  </a:lnTo>
                  <a:lnTo>
                    <a:pt x="613534" y="1874144"/>
                  </a:lnTo>
                  <a:lnTo>
                    <a:pt x="598817" y="1853329"/>
                  </a:lnTo>
                  <a:lnTo>
                    <a:pt x="567406" y="1808751"/>
                  </a:lnTo>
                  <a:lnTo>
                    <a:pt x="561802" y="1800721"/>
                  </a:lnTo>
                  <a:lnTo>
                    <a:pt x="527509" y="1751819"/>
                  </a:lnTo>
                  <a:lnTo>
                    <a:pt x="511857" y="1729603"/>
                  </a:lnTo>
                  <a:lnTo>
                    <a:pt x="502534" y="1716282"/>
                  </a:lnTo>
                  <a:lnTo>
                    <a:pt x="498679" y="1710790"/>
                  </a:lnTo>
                  <a:lnTo>
                    <a:pt x="479539" y="1683351"/>
                  </a:lnTo>
                  <a:lnTo>
                    <a:pt x="479370" y="1683106"/>
                  </a:lnTo>
                  <a:lnTo>
                    <a:pt x="455779" y="1649202"/>
                  </a:lnTo>
                  <a:lnTo>
                    <a:pt x="448609" y="1638894"/>
                  </a:lnTo>
                  <a:lnTo>
                    <a:pt x="450433" y="1630597"/>
                  </a:lnTo>
                  <a:lnTo>
                    <a:pt x="451647" y="1625076"/>
                  </a:lnTo>
                  <a:lnTo>
                    <a:pt x="453071" y="1618610"/>
                  </a:lnTo>
                  <a:lnTo>
                    <a:pt x="456454" y="1603263"/>
                  </a:lnTo>
                  <a:close/>
                </a:path>
              </a:pathLst>
            </a:custGeom>
            <a:solidFill>
              <a:srgbClr val="C03C8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4"/>
            <p:cNvSpPr/>
            <p:nvPr/>
          </p:nvSpPr>
          <p:spPr>
            <a:xfrm>
              <a:off x="6047348" y="1276044"/>
              <a:ext cx="604947" cy="1613857"/>
            </a:xfrm>
            <a:custGeom>
              <a:avLst/>
              <a:pathLst>
                <a:path w="604947" h="1613857">
                  <a:moveTo>
                    <a:pt x="457200" y="1600200"/>
                  </a:moveTo>
                  <a:lnTo>
                    <a:pt x="458000" y="1595672"/>
                  </a:lnTo>
                  <a:lnTo>
                    <a:pt x="455622" y="1588897"/>
                  </a:lnTo>
                  <a:lnTo>
                    <a:pt x="458453" y="1586182"/>
                  </a:lnTo>
                  <a:lnTo>
                    <a:pt x="460979" y="1580353"/>
                  </a:lnTo>
                  <a:lnTo>
                    <a:pt x="457896" y="1576133"/>
                  </a:lnTo>
                  <a:lnTo>
                    <a:pt x="458447" y="1570257"/>
                  </a:lnTo>
                  <a:lnTo>
                    <a:pt x="454313" y="1562792"/>
                  </a:lnTo>
                  <a:lnTo>
                    <a:pt x="454115" y="1561828"/>
                  </a:lnTo>
                  <a:lnTo>
                    <a:pt x="452732" y="1555090"/>
                  </a:lnTo>
                  <a:lnTo>
                    <a:pt x="452595" y="1552781"/>
                  </a:lnTo>
                  <a:lnTo>
                    <a:pt x="452355" y="1548772"/>
                  </a:lnTo>
                  <a:lnTo>
                    <a:pt x="451621" y="1541411"/>
                  </a:lnTo>
                  <a:lnTo>
                    <a:pt x="448971" y="1536692"/>
                  </a:lnTo>
                  <a:lnTo>
                    <a:pt x="446341" y="1520154"/>
                  </a:lnTo>
                  <a:lnTo>
                    <a:pt x="443139" y="1510501"/>
                  </a:lnTo>
                  <a:lnTo>
                    <a:pt x="445671" y="1505360"/>
                  </a:lnTo>
                  <a:lnTo>
                    <a:pt x="445896" y="1504903"/>
                  </a:lnTo>
                  <a:lnTo>
                    <a:pt x="444995" y="1490219"/>
                  </a:lnTo>
                  <a:lnTo>
                    <a:pt x="448585" y="1483619"/>
                  </a:lnTo>
                  <a:lnTo>
                    <a:pt x="448917" y="1481726"/>
                  </a:lnTo>
                  <a:lnTo>
                    <a:pt x="449798" y="1476691"/>
                  </a:lnTo>
                  <a:lnTo>
                    <a:pt x="448207" y="1468516"/>
                  </a:lnTo>
                  <a:lnTo>
                    <a:pt x="450341" y="1457542"/>
                  </a:lnTo>
                  <a:lnTo>
                    <a:pt x="447662" y="1452806"/>
                  </a:lnTo>
                  <a:lnTo>
                    <a:pt x="449291" y="1446481"/>
                  </a:lnTo>
                  <a:lnTo>
                    <a:pt x="449611" y="1437162"/>
                  </a:lnTo>
                  <a:lnTo>
                    <a:pt x="445821" y="1430925"/>
                  </a:lnTo>
                  <a:lnTo>
                    <a:pt x="444152" y="1428177"/>
                  </a:lnTo>
                  <a:lnTo>
                    <a:pt x="442154" y="1420586"/>
                  </a:lnTo>
                  <a:lnTo>
                    <a:pt x="440892" y="1414997"/>
                  </a:lnTo>
                  <a:lnTo>
                    <a:pt x="443130" y="1409755"/>
                  </a:lnTo>
                  <a:lnTo>
                    <a:pt x="447291" y="1406489"/>
                  </a:lnTo>
                  <a:lnTo>
                    <a:pt x="453009" y="1404424"/>
                  </a:lnTo>
                  <a:lnTo>
                    <a:pt x="455696" y="1402032"/>
                  </a:lnTo>
                  <a:lnTo>
                    <a:pt x="457038" y="1400835"/>
                  </a:lnTo>
                  <a:lnTo>
                    <a:pt x="458352" y="1394042"/>
                  </a:lnTo>
                  <a:lnTo>
                    <a:pt x="459458" y="1393124"/>
                  </a:lnTo>
                  <a:lnTo>
                    <a:pt x="464637" y="1388815"/>
                  </a:lnTo>
                  <a:lnTo>
                    <a:pt x="466240" y="1381801"/>
                  </a:lnTo>
                  <a:lnTo>
                    <a:pt x="470284" y="1375853"/>
                  </a:lnTo>
                  <a:lnTo>
                    <a:pt x="467645" y="1370636"/>
                  </a:lnTo>
                  <a:lnTo>
                    <a:pt x="469824" y="1365582"/>
                  </a:lnTo>
                  <a:lnTo>
                    <a:pt x="467191" y="1360060"/>
                  </a:lnTo>
                  <a:lnTo>
                    <a:pt x="462885" y="1356590"/>
                  </a:lnTo>
                  <a:lnTo>
                    <a:pt x="455914" y="1348174"/>
                  </a:lnTo>
                  <a:lnTo>
                    <a:pt x="458021" y="1339560"/>
                  </a:lnTo>
                  <a:lnTo>
                    <a:pt x="458670" y="1329134"/>
                  </a:lnTo>
                  <a:lnTo>
                    <a:pt x="459603" y="1324599"/>
                  </a:lnTo>
                  <a:lnTo>
                    <a:pt x="453808" y="1318129"/>
                  </a:lnTo>
                  <a:lnTo>
                    <a:pt x="454668" y="1312768"/>
                  </a:lnTo>
                  <a:lnTo>
                    <a:pt x="452450" y="1306019"/>
                  </a:lnTo>
                  <a:lnTo>
                    <a:pt x="454768" y="1299832"/>
                  </a:lnTo>
                  <a:lnTo>
                    <a:pt x="454491" y="1291641"/>
                  </a:lnTo>
                  <a:lnTo>
                    <a:pt x="454373" y="1287954"/>
                  </a:lnTo>
                  <a:lnTo>
                    <a:pt x="449937" y="1284120"/>
                  </a:lnTo>
                  <a:lnTo>
                    <a:pt x="454877" y="1278086"/>
                  </a:lnTo>
                  <a:lnTo>
                    <a:pt x="459677" y="1271919"/>
                  </a:lnTo>
                  <a:lnTo>
                    <a:pt x="464315" y="1274721"/>
                  </a:lnTo>
                  <a:lnTo>
                    <a:pt x="470491" y="1276018"/>
                  </a:lnTo>
                  <a:lnTo>
                    <a:pt x="473886" y="1274463"/>
                  </a:lnTo>
                  <a:lnTo>
                    <a:pt x="474581" y="1268888"/>
                  </a:lnTo>
                  <a:lnTo>
                    <a:pt x="475604" y="1265354"/>
                  </a:lnTo>
                  <a:lnTo>
                    <a:pt x="491144" y="1300682"/>
                  </a:lnTo>
                  <a:lnTo>
                    <a:pt x="504423" y="1331216"/>
                  </a:lnTo>
                  <a:lnTo>
                    <a:pt x="515888" y="1358781"/>
                  </a:lnTo>
                  <a:lnTo>
                    <a:pt x="525502" y="1381886"/>
                  </a:lnTo>
                  <a:lnTo>
                    <a:pt x="526323" y="1383863"/>
                  </a:lnTo>
                  <a:lnTo>
                    <a:pt x="527585" y="1386902"/>
                  </a:lnTo>
                  <a:lnTo>
                    <a:pt x="535417" y="1406321"/>
                  </a:lnTo>
                  <a:lnTo>
                    <a:pt x="547384" y="1436019"/>
                  </a:lnTo>
                  <a:lnTo>
                    <a:pt x="549612" y="1441418"/>
                  </a:lnTo>
                  <a:lnTo>
                    <a:pt x="554040" y="1452155"/>
                  </a:lnTo>
                  <a:lnTo>
                    <a:pt x="560465" y="1467355"/>
                  </a:lnTo>
                  <a:lnTo>
                    <a:pt x="562505" y="1470631"/>
                  </a:lnTo>
                  <a:lnTo>
                    <a:pt x="564571" y="1473950"/>
                  </a:lnTo>
                  <a:lnTo>
                    <a:pt x="566922" y="1483928"/>
                  </a:lnTo>
                  <a:lnTo>
                    <a:pt x="567869" y="1490730"/>
                  </a:lnTo>
                  <a:lnTo>
                    <a:pt x="575114" y="1494896"/>
                  </a:lnTo>
                  <a:lnTo>
                    <a:pt x="581754" y="1499730"/>
                  </a:lnTo>
                  <a:lnTo>
                    <a:pt x="589001" y="1504097"/>
                  </a:lnTo>
                  <a:lnTo>
                    <a:pt x="589653" y="1508925"/>
                  </a:lnTo>
                  <a:lnTo>
                    <a:pt x="591566" y="1515029"/>
                  </a:lnTo>
                  <a:lnTo>
                    <a:pt x="592533" y="1515448"/>
                  </a:lnTo>
                  <a:lnTo>
                    <a:pt x="599680" y="1518545"/>
                  </a:lnTo>
                  <a:lnTo>
                    <a:pt x="604947" y="1519241"/>
                  </a:lnTo>
                  <a:lnTo>
                    <a:pt x="604365" y="1525906"/>
                  </a:lnTo>
                  <a:lnTo>
                    <a:pt x="603471" y="1531233"/>
                  </a:lnTo>
                  <a:lnTo>
                    <a:pt x="602878" y="1538363"/>
                  </a:lnTo>
                  <a:lnTo>
                    <a:pt x="602982" y="1539394"/>
                  </a:lnTo>
                  <a:lnTo>
                    <a:pt x="603280" y="1542358"/>
                  </a:lnTo>
                  <a:lnTo>
                    <a:pt x="603557" y="1545129"/>
                  </a:lnTo>
                  <a:lnTo>
                    <a:pt x="599663" y="1546897"/>
                  </a:lnTo>
                  <a:lnTo>
                    <a:pt x="593504" y="1547318"/>
                  </a:lnTo>
                  <a:lnTo>
                    <a:pt x="591177" y="1550313"/>
                  </a:lnTo>
                  <a:lnTo>
                    <a:pt x="586167" y="1553558"/>
                  </a:lnTo>
                  <a:lnTo>
                    <a:pt x="585894" y="1557444"/>
                  </a:lnTo>
                  <a:lnTo>
                    <a:pt x="585651" y="1560880"/>
                  </a:lnTo>
                  <a:lnTo>
                    <a:pt x="581023" y="1561879"/>
                  </a:lnTo>
                  <a:lnTo>
                    <a:pt x="578066" y="1562516"/>
                  </a:lnTo>
                  <a:lnTo>
                    <a:pt x="576058" y="1566620"/>
                  </a:lnTo>
                  <a:lnTo>
                    <a:pt x="578678" y="1572788"/>
                  </a:lnTo>
                  <a:lnTo>
                    <a:pt x="573364" y="1574934"/>
                  </a:lnTo>
                  <a:lnTo>
                    <a:pt x="572509" y="1575279"/>
                  </a:lnTo>
                  <a:lnTo>
                    <a:pt x="570923" y="1581185"/>
                  </a:lnTo>
                  <a:lnTo>
                    <a:pt x="566007" y="1582876"/>
                  </a:lnTo>
                  <a:lnTo>
                    <a:pt x="541706" y="1591041"/>
                  </a:lnTo>
                  <a:lnTo>
                    <a:pt x="532339" y="1594189"/>
                  </a:lnTo>
                  <a:lnTo>
                    <a:pt x="519223" y="1598459"/>
                  </a:lnTo>
                  <a:lnTo>
                    <a:pt x="516627" y="1599301"/>
                  </a:lnTo>
                  <a:lnTo>
                    <a:pt x="501003" y="1604344"/>
                  </a:lnTo>
                  <a:lnTo>
                    <a:pt x="499846" y="1604715"/>
                  </a:lnTo>
                  <a:lnTo>
                    <a:pt x="486228" y="1609069"/>
                  </a:lnTo>
                  <a:lnTo>
                    <a:pt x="471139" y="1613857"/>
                  </a:lnTo>
                  <a:lnTo>
                    <a:pt x="468121" y="1610337"/>
                  </a:lnTo>
                  <a:lnTo>
                    <a:pt x="461092" y="1607024"/>
                  </a:lnTo>
                  <a:close/>
                </a:path>
              </a:pathLst>
            </a:custGeom>
            <a:solidFill>
              <a:srgbClr val="8610A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5"/>
            <p:cNvSpPr/>
            <p:nvPr/>
          </p:nvSpPr>
          <p:spPr>
            <a:xfrm>
              <a:off x="5905479" y="1752104"/>
              <a:ext cx="584350" cy="1667256"/>
            </a:xfrm>
            <a:custGeom>
              <a:avLst/>
              <a:pathLst>
                <a:path w="584350" h="1667256">
                  <a:moveTo>
                    <a:pt x="457200" y="1600200"/>
                  </a:moveTo>
                  <a:lnTo>
                    <a:pt x="458800" y="1597418"/>
                  </a:lnTo>
                  <a:lnTo>
                    <a:pt x="459752" y="1592013"/>
                  </a:lnTo>
                  <a:lnTo>
                    <a:pt x="461655" y="1587626"/>
                  </a:lnTo>
                  <a:lnTo>
                    <a:pt x="461533" y="1580988"/>
                  </a:lnTo>
                  <a:lnTo>
                    <a:pt x="464286" y="1575386"/>
                  </a:lnTo>
                  <a:lnTo>
                    <a:pt x="464603" y="1574925"/>
                  </a:lnTo>
                  <a:lnTo>
                    <a:pt x="469364" y="1567994"/>
                  </a:lnTo>
                  <a:lnTo>
                    <a:pt x="473639" y="1566300"/>
                  </a:lnTo>
                  <a:lnTo>
                    <a:pt x="476681" y="1564535"/>
                  </a:lnTo>
                  <a:lnTo>
                    <a:pt x="479735" y="1562763"/>
                  </a:lnTo>
                  <a:lnTo>
                    <a:pt x="480418" y="1561851"/>
                  </a:lnTo>
                  <a:lnTo>
                    <a:pt x="482427" y="1559165"/>
                  </a:lnTo>
                  <a:lnTo>
                    <a:pt x="485807" y="1556507"/>
                  </a:lnTo>
                  <a:lnTo>
                    <a:pt x="486398" y="1556043"/>
                  </a:lnTo>
                  <a:lnTo>
                    <a:pt x="485659" y="1553813"/>
                  </a:lnTo>
                  <a:lnTo>
                    <a:pt x="484539" y="1550431"/>
                  </a:lnTo>
                  <a:lnTo>
                    <a:pt x="484389" y="1549978"/>
                  </a:lnTo>
                  <a:lnTo>
                    <a:pt x="485227" y="1547304"/>
                  </a:lnTo>
                  <a:lnTo>
                    <a:pt x="489556" y="1542468"/>
                  </a:lnTo>
                  <a:lnTo>
                    <a:pt x="489685" y="1542324"/>
                  </a:lnTo>
                  <a:lnTo>
                    <a:pt x="494305" y="1534956"/>
                  </a:lnTo>
                  <a:lnTo>
                    <a:pt x="495488" y="1533391"/>
                  </a:lnTo>
                  <a:lnTo>
                    <a:pt x="498380" y="1529560"/>
                  </a:lnTo>
                  <a:lnTo>
                    <a:pt x="504028" y="1525937"/>
                  </a:lnTo>
                  <a:lnTo>
                    <a:pt x="505933" y="1519829"/>
                  </a:lnTo>
                  <a:lnTo>
                    <a:pt x="510804" y="1517575"/>
                  </a:lnTo>
                  <a:lnTo>
                    <a:pt x="514081" y="1513388"/>
                  </a:lnTo>
                  <a:lnTo>
                    <a:pt x="514207" y="1513227"/>
                  </a:lnTo>
                  <a:lnTo>
                    <a:pt x="510676" y="1510261"/>
                  </a:lnTo>
                  <a:lnTo>
                    <a:pt x="509087" y="1508925"/>
                  </a:lnTo>
                  <a:lnTo>
                    <a:pt x="501884" y="1505620"/>
                  </a:lnTo>
                  <a:lnTo>
                    <a:pt x="497674" y="1502236"/>
                  </a:lnTo>
                  <a:lnTo>
                    <a:pt x="492114" y="1498979"/>
                  </a:lnTo>
                  <a:lnTo>
                    <a:pt x="489026" y="1496773"/>
                  </a:lnTo>
                  <a:lnTo>
                    <a:pt x="486798" y="1495181"/>
                  </a:lnTo>
                  <a:lnTo>
                    <a:pt x="483167" y="1490743"/>
                  </a:lnTo>
                  <a:lnTo>
                    <a:pt x="478103" y="1491870"/>
                  </a:lnTo>
                  <a:lnTo>
                    <a:pt x="474852" y="1491242"/>
                  </a:lnTo>
                  <a:lnTo>
                    <a:pt x="472161" y="1486946"/>
                  </a:lnTo>
                  <a:lnTo>
                    <a:pt x="471969" y="1483552"/>
                  </a:lnTo>
                  <a:lnTo>
                    <a:pt x="468123" y="1475959"/>
                  </a:lnTo>
                  <a:lnTo>
                    <a:pt x="461946" y="1474304"/>
                  </a:lnTo>
                  <a:lnTo>
                    <a:pt x="457713" y="1476477"/>
                  </a:lnTo>
                  <a:lnTo>
                    <a:pt x="456755" y="1473724"/>
                  </a:lnTo>
                  <a:lnTo>
                    <a:pt x="456076" y="1471773"/>
                  </a:lnTo>
                  <a:lnTo>
                    <a:pt x="454883" y="1468343"/>
                  </a:lnTo>
                  <a:lnTo>
                    <a:pt x="451965" y="1459006"/>
                  </a:lnTo>
                  <a:lnTo>
                    <a:pt x="451585" y="1452759"/>
                  </a:lnTo>
                  <a:lnTo>
                    <a:pt x="456755" y="1447580"/>
                  </a:lnTo>
                  <a:lnTo>
                    <a:pt x="456229" y="1440092"/>
                  </a:lnTo>
                  <a:lnTo>
                    <a:pt x="457183" y="1434979"/>
                  </a:lnTo>
                  <a:lnTo>
                    <a:pt x="452845" y="1430955"/>
                  </a:lnTo>
                  <a:lnTo>
                    <a:pt x="449194" y="1427026"/>
                  </a:lnTo>
                  <a:lnTo>
                    <a:pt x="447788" y="1425512"/>
                  </a:lnTo>
                  <a:lnTo>
                    <a:pt x="451946" y="1419124"/>
                  </a:lnTo>
                  <a:lnTo>
                    <a:pt x="455300" y="1412439"/>
                  </a:lnTo>
                  <a:lnTo>
                    <a:pt x="456174" y="1407965"/>
                  </a:lnTo>
                  <a:lnTo>
                    <a:pt x="456530" y="1406138"/>
                  </a:lnTo>
                  <a:lnTo>
                    <a:pt x="456650" y="1405518"/>
                  </a:lnTo>
                  <a:lnTo>
                    <a:pt x="461599" y="1397964"/>
                  </a:lnTo>
                  <a:lnTo>
                    <a:pt x="462091" y="1391291"/>
                  </a:lnTo>
                  <a:lnTo>
                    <a:pt x="462316" y="1388220"/>
                  </a:lnTo>
                  <a:lnTo>
                    <a:pt x="464376" y="1378531"/>
                  </a:lnTo>
                  <a:lnTo>
                    <a:pt x="467633" y="1371646"/>
                  </a:lnTo>
                  <a:lnTo>
                    <a:pt x="472757" y="1367729"/>
                  </a:lnTo>
                  <a:lnTo>
                    <a:pt x="497647" y="1374050"/>
                  </a:lnTo>
                  <a:lnTo>
                    <a:pt x="507242" y="1376723"/>
                  </a:lnTo>
                  <a:lnTo>
                    <a:pt x="514139" y="1378636"/>
                  </a:lnTo>
                  <a:lnTo>
                    <a:pt x="521186" y="1380242"/>
                  </a:lnTo>
                  <a:lnTo>
                    <a:pt x="523566" y="1380766"/>
                  </a:lnTo>
                  <a:lnTo>
                    <a:pt x="541341" y="1384651"/>
                  </a:lnTo>
                  <a:lnTo>
                    <a:pt x="556616" y="1387749"/>
                  </a:lnTo>
                  <a:lnTo>
                    <a:pt x="557165" y="1393624"/>
                  </a:lnTo>
                  <a:lnTo>
                    <a:pt x="557240" y="1397964"/>
                  </a:lnTo>
                  <a:lnTo>
                    <a:pt x="557320" y="1402699"/>
                  </a:lnTo>
                  <a:lnTo>
                    <a:pt x="557337" y="1403747"/>
                  </a:lnTo>
                  <a:lnTo>
                    <a:pt x="557194" y="1405449"/>
                  </a:lnTo>
                  <a:lnTo>
                    <a:pt x="557024" y="1407462"/>
                  </a:lnTo>
                  <a:lnTo>
                    <a:pt x="556771" y="1410455"/>
                  </a:lnTo>
                  <a:lnTo>
                    <a:pt x="556715" y="1411111"/>
                  </a:lnTo>
                  <a:lnTo>
                    <a:pt x="556603" y="1411730"/>
                  </a:lnTo>
                  <a:lnTo>
                    <a:pt x="556124" y="1414376"/>
                  </a:lnTo>
                  <a:lnTo>
                    <a:pt x="555076" y="1420151"/>
                  </a:lnTo>
                  <a:lnTo>
                    <a:pt x="554992" y="1421675"/>
                  </a:lnTo>
                  <a:lnTo>
                    <a:pt x="554844" y="1424328"/>
                  </a:lnTo>
                  <a:lnTo>
                    <a:pt x="554579" y="1429077"/>
                  </a:lnTo>
                  <a:lnTo>
                    <a:pt x="553521" y="1432088"/>
                  </a:lnTo>
                  <a:lnTo>
                    <a:pt x="553346" y="1432586"/>
                  </a:lnTo>
                  <a:lnTo>
                    <a:pt x="552529" y="1434905"/>
                  </a:lnTo>
                  <a:lnTo>
                    <a:pt x="546233" y="1437722"/>
                  </a:lnTo>
                  <a:lnTo>
                    <a:pt x="545335" y="1438124"/>
                  </a:lnTo>
                  <a:lnTo>
                    <a:pt x="543211" y="1440605"/>
                  </a:lnTo>
                  <a:lnTo>
                    <a:pt x="543063" y="1440778"/>
                  </a:lnTo>
                  <a:lnTo>
                    <a:pt x="544351" y="1445410"/>
                  </a:lnTo>
                  <a:lnTo>
                    <a:pt x="544444" y="1449887"/>
                  </a:lnTo>
                  <a:lnTo>
                    <a:pt x="542070" y="1452463"/>
                  </a:lnTo>
                  <a:lnTo>
                    <a:pt x="542631" y="1457917"/>
                  </a:lnTo>
                  <a:lnTo>
                    <a:pt x="543910" y="1462487"/>
                  </a:lnTo>
                  <a:lnTo>
                    <a:pt x="547815" y="1463323"/>
                  </a:lnTo>
                  <a:lnTo>
                    <a:pt x="549752" y="1463737"/>
                  </a:lnTo>
                  <a:lnTo>
                    <a:pt x="553865" y="1461471"/>
                  </a:lnTo>
                  <a:lnTo>
                    <a:pt x="558345" y="1460489"/>
                  </a:lnTo>
                  <a:lnTo>
                    <a:pt x="564642" y="1461694"/>
                  </a:lnTo>
                  <a:lnTo>
                    <a:pt x="565232" y="1454568"/>
                  </a:lnTo>
                  <a:lnTo>
                    <a:pt x="566931" y="1453284"/>
                  </a:lnTo>
                  <a:lnTo>
                    <a:pt x="571334" y="1460846"/>
                  </a:lnTo>
                  <a:lnTo>
                    <a:pt x="574086" y="1467943"/>
                  </a:lnTo>
                  <a:lnTo>
                    <a:pt x="575722" y="1476483"/>
                  </a:lnTo>
                  <a:lnTo>
                    <a:pt x="576521" y="1487315"/>
                  </a:lnTo>
                  <a:lnTo>
                    <a:pt x="577207" y="1496724"/>
                  </a:lnTo>
                  <a:lnTo>
                    <a:pt x="577529" y="1499295"/>
                  </a:lnTo>
                  <a:lnTo>
                    <a:pt x="579483" y="1514984"/>
                  </a:lnTo>
                  <a:lnTo>
                    <a:pt x="580789" y="1523341"/>
                  </a:lnTo>
                  <a:lnTo>
                    <a:pt x="580823" y="1523561"/>
                  </a:lnTo>
                  <a:lnTo>
                    <a:pt x="583682" y="1537303"/>
                  </a:lnTo>
                  <a:lnTo>
                    <a:pt x="583776" y="1538080"/>
                  </a:lnTo>
                  <a:lnTo>
                    <a:pt x="584350" y="1542877"/>
                  </a:lnTo>
                  <a:lnTo>
                    <a:pt x="581096" y="1561280"/>
                  </a:lnTo>
                  <a:lnTo>
                    <a:pt x="576301" y="1578371"/>
                  </a:lnTo>
                  <a:lnTo>
                    <a:pt x="576419" y="1581754"/>
                  </a:lnTo>
                  <a:lnTo>
                    <a:pt x="576466" y="1583107"/>
                  </a:lnTo>
                  <a:lnTo>
                    <a:pt x="573317" y="1593305"/>
                  </a:lnTo>
                  <a:lnTo>
                    <a:pt x="570669" y="1599607"/>
                  </a:lnTo>
                  <a:lnTo>
                    <a:pt x="562473" y="1608469"/>
                  </a:lnTo>
                  <a:lnTo>
                    <a:pt x="561246" y="1610686"/>
                  </a:lnTo>
                  <a:lnTo>
                    <a:pt x="558644" y="1615379"/>
                  </a:lnTo>
                  <a:lnTo>
                    <a:pt x="554790" y="1624377"/>
                  </a:lnTo>
                  <a:lnTo>
                    <a:pt x="553681" y="1628979"/>
                  </a:lnTo>
                  <a:lnTo>
                    <a:pt x="551913" y="1637454"/>
                  </a:lnTo>
                  <a:lnTo>
                    <a:pt x="553284" y="1639238"/>
                  </a:lnTo>
                  <a:lnTo>
                    <a:pt x="549476" y="1650980"/>
                  </a:lnTo>
                  <a:lnTo>
                    <a:pt x="548131" y="1656300"/>
                  </a:lnTo>
                  <a:lnTo>
                    <a:pt x="544576" y="1663430"/>
                  </a:lnTo>
                  <a:lnTo>
                    <a:pt x="538679" y="1666869"/>
                  </a:lnTo>
                  <a:lnTo>
                    <a:pt x="535426" y="1667256"/>
                  </a:lnTo>
                  <a:lnTo>
                    <a:pt x="534129" y="1658737"/>
                  </a:lnTo>
                  <a:lnTo>
                    <a:pt x="535810" y="1646859"/>
                  </a:lnTo>
                  <a:lnTo>
                    <a:pt x="535443" y="1639577"/>
                  </a:lnTo>
                  <a:lnTo>
                    <a:pt x="532581" y="1636363"/>
                  </a:lnTo>
                  <a:lnTo>
                    <a:pt x="531611" y="1636441"/>
                  </a:lnTo>
                  <a:lnTo>
                    <a:pt x="523552" y="1637082"/>
                  </a:lnTo>
                  <a:lnTo>
                    <a:pt x="518111" y="1635649"/>
                  </a:lnTo>
                  <a:lnTo>
                    <a:pt x="514413" y="1637398"/>
                  </a:lnTo>
                  <a:lnTo>
                    <a:pt x="511247" y="1642200"/>
                  </a:lnTo>
                  <a:lnTo>
                    <a:pt x="507088" y="1638156"/>
                  </a:lnTo>
                  <a:lnTo>
                    <a:pt x="501507" y="1634626"/>
                  </a:lnTo>
                  <a:lnTo>
                    <a:pt x="497805" y="1632770"/>
                  </a:lnTo>
                  <a:lnTo>
                    <a:pt x="493847" y="1633153"/>
                  </a:lnTo>
                  <a:lnTo>
                    <a:pt x="488673" y="1629478"/>
                  </a:lnTo>
                  <a:lnTo>
                    <a:pt x="485517" y="1628446"/>
                  </a:lnTo>
                  <a:lnTo>
                    <a:pt x="480435" y="1625869"/>
                  </a:lnTo>
                  <a:lnTo>
                    <a:pt x="478487" y="1625237"/>
                  </a:lnTo>
                  <a:lnTo>
                    <a:pt x="475722" y="1624339"/>
                  </a:lnTo>
                  <a:lnTo>
                    <a:pt x="472376" y="1620566"/>
                  </a:lnTo>
                  <a:lnTo>
                    <a:pt x="465150" y="1619966"/>
                  </a:lnTo>
                  <a:lnTo>
                    <a:pt x="464608" y="1615201"/>
                  </a:lnTo>
                  <a:lnTo>
                    <a:pt x="463359" y="1610708"/>
                  </a:lnTo>
                  <a:lnTo>
                    <a:pt x="463234" y="1605135"/>
                  </a:lnTo>
                  <a:lnTo>
                    <a:pt x="459776" y="1603842"/>
                  </a:lnTo>
                  <a:close/>
                </a:path>
              </a:pathLst>
            </a:custGeom>
            <a:solidFill>
              <a:srgbClr val="4705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6"/>
            <p:cNvSpPr/>
            <p:nvPr/>
          </p:nvSpPr>
          <p:spPr>
            <a:xfrm>
              <a:off x="2643292" y="3016447"/>
              <a:ext cx="1119087" cy="1666242"/>
            </a:xfrm>
            <a:custGeom>
              <a:avLst/>
              <a:pathLst>
                <a:path w="1119087" h="1666242">
                  <a:moveTo>
                    <a:pt x="457200" y="1600200"/>
                  </a:moveTo>
                  <a:lnTo>
                    <a:pt x="460577" y="1564784"/>
                  </a:lnTo>
                  <a:lnTo>
                    <a:pt x="464578" y="1522611"/>
                  </a:lnTo>
                  <a:lnTo>
                    <a:pt x="468686" y="1479297"/>
                  </a:lnTo>
                  <a:lnTo>
                    <a:pt x="473684" y="1426129"/>
                  </a:lnTo>
                  <a:lnTo>
                    <a:pt x="476024" y="1401360"/>
                  </a:lnTo>
                  <a:lnTo>
                    <a:pt x="480410" y="1356016"/>
                  </a:lnTo>
                  <a:lnTo>
                    <a:pt x="481579" y="1343970"/>
                  </a:lnTo>
                  <a:lnTo>
                    <a:pt x="489277" y="1264079"/>
                  </a:lnTo>
                  <a:lnTo>
                    <a:pt x="489960" y="1257055"/>
                  </a:lnTo>
                  <a:lnTo>
                    <a:pt x="494542" y="1210077"/>
                  </a:lnTo>
                  <a:lnTo>
                    <a:pt x="497083" y="1183436"/>
                  </a:lnTo>
                  <a:lnTo>
                    <a:pt x="499307" y="1160200"/>
                  </a:lnTo>
                  <a:lnTo>
                    <a:pt x="502391" y="1129246"/>
                  </a:lnTo>
                  <a:lnTo>
                    <a:pt x="505645" y="1096443"/>
                  </a:lnTo>
                  <a:lnTo>
                    <a:pt x="507158" y="1081260"/>
                  </a:lnTo>
                  <a:lnTo>
                    <a:pt x="508568" y="1067135"/>
                  </a:lnTo>
                  <a:lnTo>
                    <a:pt x="517910" y="973512"/>
                  </a:lnTo>
                  <a:lnTo>
                    <a:pt x="519471" y="958125"/>
                  </a:lnTo>
                  <a:lnTo>
                    <a:pt x="561492" y="962547"/>
                  </a:lnTo>
                  <a:lnTo>
                    <a:pt x="585339" y="964941"/>
                  </a:lnTo>
                  <a:lnTo>
                    <a:pt x="622826" y="968562"/>
                  </a:lnTo>
                  <a:lnTo>
                    <a:pt x="674218" y="973322"/>
                  </a:lnTo>
                  <a:lnTo>
                    <a:pt x="680245" y="973859"/>
                  </a:lnTo>
                  <a:lnTo>
                    <a:pt x="734129" y="978449"/>
                  </a:lnTo>
                  <a:lnTo>
                    <a:pt x="734800" y="979465"/>
                  </a:lnTo>
                  <a:lnTo>
                    <a:pt x="773848" y="982412"/>
                  </a:lnTo>
                  <a:lnTo>
                    <a:pt x="787057" y="983367"/>
                  </a:lnTo>
                  <a:lnTo>
                    <a:pt x="820493" y="985689"/>
                  </a:lnTo>
                  <a:lnTo>
                    <a:pt x="821372" y="985748"/>
                  </a:lnTo>
                  <a:lnTo>
                    <a:pt x="849072" y="987632"/>
                  </a:lnTo>
                  <a:lnTo>
                    <a:pt x="849271" y="987646"/>
                  </a:lnTo>
                  <a:lnTo>
                    <a:pt x="867397" y="988860"/>
                  </a:lnTo>
                  <a:lnTo>
                    <a:pt x="878779" y="989606"/>
                  </a:lnTo>
                  <a:lnTo>
                    <a:pt x="895465" y="990700"/>
                  </a:lnTo>
                  <a:lnTo>
                    <a:pt x="898523" y="990896"/>
                  </a:lnTo>
                  <a:lnTo>
                    <a:pt x="905025" y="991310"/>
                  </a:lnTo>
                  <a:lnTo>
                    <a:pt x="908427" y="991524"/>
                  </a:lnTo>
                  <a:lnTo>
                    <a:pt x="947042" y="994041"/>
                  </a:lnTo>
                  <a:lnTo>
                    <a:pt x="986124" y="996144"/>
                  </a:lnTo>
                  <a:lnTo>
                    <a:pt x="1019045" y="997478"/>
                  </a:lnTo>
                  <a:lnTo>
                    <a:pt x="1046362" y="998487"/>
                  </a:lnTo>
                  <a:lnTo>
                    <a:pt x="1110739" y="1000874"/>
                  </a:lnTo>
                  <a:lnTo>
                    <a:pt x="1119087" y="1001147"/>
                  </a:lnTo>
                  <a:lnTo>
                    <a:pt x="1118738" y="1012375"/>
                  </a:lnTo>
                  <a:lnTo>
                    <a:pt x="1117721" y="1041438"/>
                  </a:lnTo>
                  <a:lnTo>
                    <a:pt x="1117458" y="1050425"/>
                  </a:lnTo>
                  <a:lnTo>
                    <a:pt x="1117015" y="1063110"/>
                  </a:lnTo>
                  <a:lnTo>
                    <a:pt x="1113060" y="1062962"/>
                  </a:lnTo>
                  <a:lnTo>
                    <a:pt x="1111336" y="1118155"/>
                  </a:lnTo>
                  <a:lnTo>
                    <a:pt x="1109988" y="1157290"/>
                  </a:lnTo>
                  <a:lnTo>
                    <a:pt x="1109491" y="1171781"/>
                  </a:lnTo>
                  <a:lnTo>
                    <a:pt x="1107597" y="1226205"/>
                  </a:lnTo>
                  <a:lnTo>
                    <a:pt x="1107432" y="1230963"/>
                  </a:lnTo>
                  <a:lnTo>
                    <a:pt x="1106658" y="1254569"/>
                  </a:lnTo>
                  <a:lnTo>
                    <a:pt x="1105822" y="1280177"/>
                  </a:lnTo>
                  <a:lnTo>
                    <a:pt x="1105278" y="1295973"/>
                  </a:lnTo>
                  <a:lnTo>
                    <a:pt x="1104225" y="1325710"/>
                  </a:lnTo>
                  <a:lnTo>
                    <a:pt x="1103968" y="1333980"/>
                  </a:lnTo>
                  <a:lnTo>
                    <a:pt x="1103929" y="1335231"/>
                  </a:lnTo>
                  <a:lnTo>
                    <a:pt x="1103071" y="1362867"/>
                  </a:lnTo>
                  <a:lnTo>
                    <a:pt x="1101662" y="1394372"/>
                  </a:lnTo>
                  <a:lnTo>
                    <a:pt x="1100107" y="1425791"/>
                  </a:lnTo>
                  <a:lnTo>
                    <a:pt x="1098982" y="1448309"/>
                  </a:lnTo>
                  <a:lnTo>
                    <a:pt x="1097937" y="1469221"/>
                  </a:lnTo>
                  <a:lnTo>
                    <a:pt x="1096560" y="1501374"/>
                  </a:lnTo>
                  <a:lnTo>
                    <a:pt x="1095980" y="1514938"/>
                  </a:lnTo>
                  <a:lnTo>
                    <a:pt x="1095506" y="1530070"/>
                  </a:lnTo>
                  <a:lnTo>
                    <a:pt x="1094969" y="1547248"/>
                  </a:lnTo>
                  <a:lnTo>
                    <a:pt x="1094718" y="1555380"/>
                  </a:lnTo>
                  <a:lnTo>
                    <a:pt x="1093279" y="1601990"/>
                  </a:lnTo>
                  <a:lnTo>
                    <a:pt x="1093054" y="1609150"/>
                  </a:lnTo>
                  <a:lnTo>
                    <a:pt x="1092719" y="1619840"/>
                  </a:lnTo>
                  <a:lnTo>
                    <a:pt x="1064922" y="1618824"/>
                  </a:lnTo>
                  <a:lnTo>
                    <a:pt x="1022889" y="1617123"/>
                  </a:lnTo>
                  <a:lnTo>
                    <a:pt x="995606" y="1615916"/>
                  </a:lnTo>
                  <a:lnTo>
                    <a:pt x="990909" y="1615699"/>
                  </a:lnTo>
                  <a:lnTo>
                    <a:pt x="925306" y="1612332"/>
                  </a:lnTo>
                  <a:lnTo>
                    <a:pt x="903669" y="1611132"/>
                  </a:lnTo>
                  <a:lnTo>
                    <a:pt x="896188" y="1610705"/>
                  </a:lnTo>
                  <a:lnTo>
                    <a:pt x="871228" y="1609236"/>
                  </a:lnTo>
                  <a:lnTo>
                    <a:pt x="808075" y="1605008"/>
                  </a:lnTo>
                  <a:lnTo>
                    <a:pt x="781883" y="1603241"/>
                  </a:lnTo>
                  <a:lnTo>
                    <a:pt x="760428" y="1601738"/>
                  </a:lnTo>
                  <a:lnTo>
                    <a:pt x="741753" y="1600434"/>
                  </a:lnTo>
                  <a:lnTo>
                    <a:pt x="727277" y="1599397"/>
                  </a:lnTo>
                  <a:lnTo>
                    <a:pt x="716222" y="1598590"/>
                  </a:lnTo>
                  <a:lnTo>
                    <a:pt x="714747" y="1602101"/>
                  </a:lnTo>
                  <a:lnTo>
                    <a:pt x="714974" y="1609216"/>
                  </a:lnTo>
                  <a:lnTo>
                    <a:pt x="713302" y="1614359"/>
                  </a:lnTo>
                  <a:lnTo>
                    <a:pt x="718601" y="1621912"/>
                  </a:lnTo>
                  <a:lnTo>
                    <a:pt x="723978" y="1626136"/>
                  </a:lnTo>
                  <a:lnTo>
                    <a:pt x="723614" y="1626014"/>
                  </a:lnTo>
                  <a:lnTo>
                    <a:pt x="674651" y="1622178"/>
                  </a:lnTo>
                  <a:lnTo>
                    <a:pt x="642514" y="1619506"/>
                  </a:lnTo>
                  <a:lnTo>
                    <a:pt x="629222" y="1618367"/>
                  </a:lnTo>
                  <a:lnTo>
                    <a:pt x="545981" y="1610768"/>
                  </a:lnTo>
                  <a:lnTo>
                    <a:pt x="543037" y="1645746"/>
                  </a:lnTo>
                  <a:lnTo>
                    <a:pt x="541330" y="1666242"/>
                  </a:lnTo>
                  <a:lnTo>
                    <a:pt x="488246" y="1661029"/>
                  </a:lnTo>
                  <a:lnTo>
                    <a:pt x="471932" y="1659465"/>
                  </a:lnTo>
                  <a:lnTo>
                    <a:pt x="451845" y="1657342"/>
                  </a:lnTo>
                  <a:close/>
                </a:path>
              </a:pathLst>
            </a:custGeom>
            <a:solidFill>
              <a:srgbClr val="EA7A57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7"/>
            <p:cNvSpPr/>
            <p:nvPr/>
          </p:nvSpPr>
          <p:spPr>
            <a:xfrm>
              <a:off x="6157974" y="1449329"/>
              <a:ext cx="466943" cy="1605385"/>
            </a:xfrm>
            <a:custGeom>
              <a:avLst/>
              <a:pathLst>
                <a:path w="466943" h="1605385">
                  <a:moveTo>
                    <a:pt x="457200" y="1600200"/>
                  </a:moveTo>
                  <a:lnTo>
                    <a:pt x="464541" y="1595385"/>
                  </a:lnTo>
                  <a:lnTo>
                    <a:pt x="466943" y="1599709"/>
                  </a:lnTo>
                  <a:lnTo>
                    <a:pt x="457416" y="1605385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8"/>
            <p:cNvSpPr/>
            <p:nvPr/>
          </p:nvSpPr>
          <p:spPr>
            <a:xfrm>
              <a:off x="5443439" y="1538759"/>
              <a:ext cx="1194125" cy="1671263"/>
            </a:xfrm>
            <a:custGeom>
              <a:avLst/>
              <a:pathLst>
                <a:path w="1194125" h="1671263">
                  <a:moveTo>
                    <a:pt x="457200" y="1600200"/>
                  </a:moveTo>
                  <a:lnTo>
                    <a:pt x="467458" y="1590482"/>
                  </a:lnTo>
                  <a:lnTo>
                    <a:pt x="480215" y="1575998"/>
                  </a:lnTo>
                  <a:lnTo>
                    <a:pt x="484847" y="1567631"/>
                  </a:lnTo>
                  <a:lnTo>
                    <a:pt x="492165" y="1559925"/>
                  </a:lnTo>
                  <a:lnTo>
                    <a:pt x="499033" y="1553632"/>
                  </a:lnTo>
                  <a:lnTo>
                    <a:pt x="503267" y="1550107"/>
                  </a:lnTo>
                  <a:lnTo>
                    <a:pt x="503352" y="1549473"/>
                  </a:lnTo>
                  <a:lnTo>
                    <a:pt x="504148" y="1543537"/>
                  </a:lnTo>
                  <a:lnTo>
                    <a:pt x="507355" y="1538617"/>
                  </a:lnTo>
                  <a:lnTo>
                    <a:pt x="507286" y="1532880"/>
                  </a:lnTo>
                  <a:lnTo>
                    <a:pt x="513156" y="1527838"/>
                  </a:lnTo>
                  <a:lnTo>
                    <a:pt x="518131" y="1522601"/>
                  </a:lnTo>
                  <a:lnTo>
                    <a:pt x="521383" y="1515809"/>
                  </a:lnTo>
                  <a:lnTo>
                    <a:pt x="520475" y="1514296"/>
                  </a:lnTo>
                  <a:lnTo>
                    <a:pt x="519035" y="1511897"/>
                  </a:lnTo>
                  <a:lnTo>
                    <a:pt x="516288" y="1507378"/>
                  </a:lnTo>
                  <a:lnTo>
                    <a:pt x="513071" y="1505736"/>
                  </a:lnTo>
                  <a:lnTo>
                    <a:pt x="511897" y="1499991"/>
                  </a:lnTo>
                  <a:lnTo>
                    <a:pt x="509640" y="1498044"/>
                  </a:lnTo>
                  <a:lnTo>
                    <a:pt x="506539" y="1498245"/>
                  </a:lnTo>
                  <a:lnTo>
                    <a:pt x="500306" y="1495109"/>
                  </a:lnTo>
                  <a:lnTo>
                    <a:pt x="499621" y="1487188"/>
                  </a:lnTo>
                  <a:lnTo>
                    <a:pt x="498107" y="1486416"/>
                  </a:lnTo>
                  <a:lnTo>
                    <a:pt x="492964" y="1486285"/>
                  </a:lnTo>
                  <a:lnTo>
                    <a:pt x="492743" y="1480257"/>
                  </a:lnTo>
                  <a:lnTo>
                    <a:pt x="492892" y="1479054"/>
                  </a:lnTo>
                  <a:lnTo>
                    <a:pt x="493216" y="1476440"/>
                  </a:lnTo>
                  <a:lnTo>
                    <a:pt x="490345" y="1468282"/>
                  </a:lnTo>
                  <a:lnTo>
                    <a:pt x="487554" y="1463785"/>
                  </a:lnTo>
                  <a:lnTo>
                    <a:pt x="506336" y="1451610"/>
                  </a:lnTo>
                  <a:lnTo>
                    <a:pt x="529507" y="1438573"/>
                  </a:lnTo>
                  <a:lnTo>
                    <a:pt x="536542" y="1436471"/>
                  </a:lnTo>
                  <a:lnTo>
                    <a:pt x="548242" y="1432957"/>
                  </a:lnTo>
                  <a:lnTo>
                    <a:pt x="564075" y="1428256"/>
                  </a:lnTo>
                  <a:lnTo>
                    <a:pt x="577391" y="1425865"/>
                  </a:lnTo>
                  <a:lnTo>
                    <a:pt x="593493" y="1424151"/>
                  </a:lnTo>
                  <a:lnTo>
                    <a:pt x="598430" y="1423063"/>
                  </a:lnTo>
                  <a:lnTo>
                    <a:pt x="608981" y="1427646"/>
                  </a:lnTo>
                  <a:lnTo>
                    <a:pt x="619996" y="1430659"/>
                  </a:lnTo>
                  <a:lnTo>
                    <a:pt x="623831" y="1427651"/>
                  </a:lnTo>
                  <a:lnTo>
                    <a:pt x="633805" y="1421684"/>
                  </a:lnTo>
                  <a:lnTo>
                    <a:pt x="636595" y="1420010"/>
                  </a:lnTo>
                  <a:lnTo>
                    <a:pt x="643334" y="1418484"/>
                  </a:lnTo>
                  <a:lnTo>
                    <a:pt x="654572" y="1414123"/>
                  </a:lnTo>
                  <a:lnTo>
                    <a:pt x="666311" y="1412531"/>
                  </a:lnTo>
                  <a:lnTo>
                    <a:pt x="670427" y="1411417"/>
                  </a:lnTo>
                  <a:lnTo>
                    <a:pt x="678734" y="1404415"/>
                  </a:lnTo>
                  <a:lnTo>
                    <a:pt x="684525" y="1400983"/>
                  </a:lnTo>
                  <a:lnTo>
                    <a:pt x="687900" y="1397471"/>
                  </a:lnTo>
                  <a:lnTo>
                    <a:pt x="690564" y="1394695"/>
                  </a:lnTo>
                  <a:lnTo>
                    <a:pt x="693107" y="1385996"/>
                  </a:lnTo>
                  <a:lnTo>
                    <a:pt x="694031" y="1384825"/>
                  </a:lnTo>
                  <a:lnTo>
                    <a:pt x="700925" y="1376069"/>
                  </a:lnTo>
                  <a:lnTo>
                    <a:pt x="707568" y="1367481"/>
                  </a:lnTo>
                  <a:lnTo>
                    <a:pt x="711572" y="1365670"/>
                  </a:lnTo>
                  <a:lnTo>
                    <a:pt x="716250" y="1366026"/>
                  </a:lnTo>
                  <a:lnTo>
                    <a:pt x="722811" y="1361795"/>
                  </a:lnTo>
                  <a:lnTo>
                    <a:pt x="723947" y="1355442"/>
                  </a:lnTo>
                  <a:lnTo>
                    <a:pt x="721869" y="1346254"/>
                  </a:lnTo>
                  <a:lnTo>
                    <a:pt x="720365" y="1342704"/>
                  </a:lnTo>
                  <a:lnTo>
                    <a:pt x="716756" y="1334189"/>
                  </a:lnTo>
                  <a:lnTo>
                    <a:pt x="713585" y="1328510"/>
                  </a:lnTo>
                  <a:lnTo>
                    <a:pt x="705966" y="1323885"/>
                  </a:lnTo>
                  <a:lnTo>
                    <a:pt x="699956" y="1323681"/>
                  </a:lnTo>
                  <a:lnTo>
                    <a:pt x="692728" y="1324527"/>
                  </a:lnTo>
                  <a:lnTo>
                    <a:pt x="693734" y="1318602"/>
                  </a:lnTo>
                  <a:lnTo>
                    <a:pt x="703334" y="1309534"/>
                  </a:lnTo>
                  <a:lnTo>
                    <a:pt x="699048" y="1303906"/>
                  </a:lnTo>
                  <a:lnTo>
                    <a:pt x="693077" y="1304905"/>
                  </a:lnTo>
                  <a:lnTo>
                    <a:pt x="692773" y="1299589"/>
                  </a:lnTo>
                  <a:lnTo>
                    <a:pt x="691034" y="1296472"/>
                  </a:lnTo>
                  <a:lnTo>
                    <a:pt x="691138" y="1292138"/>
                  </a:lnTo>
                  <a:lnTo>
                    <a:pt x="691791" y="1287778"/>
                  </a:lnTo>
                  <a:lnTo>
                    <a:pt x="694460" y="1281862"/>
                  </a:lnTo>
                  <a:lnTo>
                    <a:pt x="700805" y="1278502"/>
                  </a:lnTo>
                  <a:lnTo>
                    <a:pt x="703490" y="1274383"/>
                  </a:lnTo>
                  <a:lnTo>
                    <a:pt x="702214" y="1269364"/>
                  </a:lnTo>
                  <a:lnTo>
                    <a:pt x="706967" y="1265431"/>
                  </a:lnTo>
                  <a:lnTo>
                    <a:pt x="713337" y="1257148"/>
                  </a:lnTo>
                  <a:lnTo>
                    <a:pt x="717605" y="1255613"/>
                  </a:lnTo>
                  <a:lnTo>
                    <a:pt x="722973" y="1246567"/>
                  </a:lnTo>
                  <a:lnTo>
                    <a:pt x="724626" y="1243775"/>
                  </a:lnTo>
                  <a:lnTo>
                    <a:pt x="725035" y="1237166"/>
                  </a:lnTo>
                  <a:lnTo>
                    <a:pt x="726896" y="1230761"/>
                  </a:lnTo>
                  <a:lnTo>
                    <a:pt x="738246" y="1208354"/>
                  </a:lnTo>
                  <a:lnTo>
                    <a:pt x="746572" y="1192830"/>
                  </a:lnTo>
                  <a:lnTo>
                    <a:pt x="752202" y="1184423"/>
                  </a:lnTo>
                  <a:lnTo>
                    <a:pt x="756775" y="1176184"/>
                  </a:lnTo>
                  <a:lnTo>
                    <a:pt x="764506" y="1168065"/>
                  </a:lnTo>
                  <a:lnTo>
                    <a:pt x="769728" y="1162416"/>
                  </a:lnTo>
                  <a:lnTo>
                    <a:pt x="773714" y="1157388"/>
                  </a:lnTo>
                  <a:lnTo>
                    <a:pt x="774015" y="1154771"/>
                  </a:lnTo>
                  <a:lnTo>
                    <a:pt x="780802" y="1151775"/>
                  </a:lnTo>
                  <a:lnTo>
                    <a:pt x="785659" y="1146039"/>
                  </a:lnTo>
                  <a:lnTo>
                    <a:pt x="794020" y="1146485"/>
                  </a:lnTo>
                  <a:lnTo>
                    <a:pt x="795528" y="1145827"/>
                  </a:lnTo>
                  <a:lnTo>
                    <a:pt x="802020" y="1142991"/>
                  </a:lnTo>
                  <a:lnTo>
                    <a:pt x="804716" y="1141810"/>
                  </a:lnTo>
                  <a:lnTo>
                    <a:pt x="819195" y="1137399"/>
                  </a:lnTo>
                  <a:lnTo>
                    <a:pt x="836065" y="1132281"/>
                  </a:lnTo>
                  <a:lnTo>
                    <a:pt x="852876" y="1125904"/>
                  </a:lnTo>
                  <a:lnTo>
                    <a:pt x="865291" y="1121160"/>
                  </a:lnTo>
                  <a:lnTo>
                    <a:pt x="884495" y="1114263"/>
                  </a:lnTo>
                  <a:lnTo>
                    <a:pt x="908523" y="1104929"/>
                  </a:lnTo>
                  <a:lnTo>
                    <a:pt x="910027" y="1109791"/>
                  </a:lnTo>
                  <a:lnTo>
                    <a:pt x="912638" y="1115921"/>
                  </a:lnTo>
                  <a:lnTo>
                    <a:pt x="911737" y="1124327"/>
                  </a:lnTo>
                  <a:lnTo>
                    <a:pt x="914136" y="1127570"/>
                  </a:lnTo>
                  <a:lnTo>
                    <a:pt x="917686" y="1129567"/>
                  </a:lnTo>
                  <a:lnTo>
                    <a:pt x="917842" y="1136340"/>
                  </a:lnTo>
                  <a:lnTo>
                    <a:pt x="919240" y="1142618"/>
                  </a:lnTo>
                  <a:lnTo>
                    <a:pt x="920479" y="1152947"/>
                  </a:lnTo>
                  <a:lnTo>
                    <a:pt x="924450" y="1158508"/>
                  </a:lnTo>
                  <a:lnTo>
                    <a:pt x="924910" y="1158882"/>
                  </a:lnTo>
                  <a:lnTo>
                    <a:pt x="926905" y="1160504"/>
                  </a:lnTo>
                  <a:lnTo>
                    <a:pt x="931377" y="1164134"/>
                  </a:lnTo>
                  <a:lnTo>
                    <a:pt x="935659" y="1171535"/>
                  </a:lnTo>
                  <a:lnTo>
                    <a:pt x="935727" y="1179234"/>
                  </a:lnTo>
                  <a:lnTo>
                    <a:pt x="935631" y="1182708"/>
                  </a:lnTo>
                  <a:lnTo>
                    <a:pt x="938378" y="1187999"/>
                  </a:lnTo>
                  <a:lnTo>
                    <a:pt x="940810" y="1193354"/>
                  </a:lnTo>
                  <a:lnTo>
                    <a:pt x="941111" y="1194016"/>
                  </a:lnTo>
                  <a:lnTo>
                    <a:pt x="939448" y="1198252"/>
                  </a:lnTo>
                  <a:lnTo>
                    <a:pt x="938206" y="1207144"/>
                  </a:lnTo>
                  <a:lnTo>
                    <a:pt x="939164" y="1215808"/>
                  </a:lnTo>
                  <a:lnTo>
                    <a:pt x="939719" y="1223191"/>
                  </a:lnTo>
                  <a:lnTo>
                    <a:pt x="943539" y="1226010"/>
                  </a:lnTo>
                  <a:lnTo>
                    <a:pt x="944532" y="1230449"/>
                  </a:lnTo>
                  <a:lnTo>
                    <a:pt x="946649" y="1235807"/>
                  </a:lnTo>
                  <a:lnTo>
                    <a:pt x="951634" y="1241317"/>
                  </a:lnTo>
                  <a:lnTo>
                    <a:pt x="952595" y="1248740"/>
                  </a:lnTo>
                  <a:lnTo>
                    <a:pt x="953613" y="1249614"/>
                  </a:lnTo>
                  <a:lnTo>
                    <a:pt x="957782" y="1253191"/>
                  </a:lnTo>
                  <a:lnTo>
                    <a:pt x="957598" y="1255551"/>
                  </a:lnTo>
                  <a:lnTo>
                    <a:pt x="957015" y="1262955"/>
                  </a:lnTo>
                  <a:lnTo>
                    <a:pt x="956897" y="1268459"/>
                  </a:lnTo>
                  <a:lnTo>
                    <a:pt x="958381" y="1275863"/>
                  </a:lnTo>
                  <a:lnTo>
                    <a:pt x="962056" y="1278679"/>
                  </a:lnTo>
                  <a:lnTo>
                    <a:pt x="965476" y="1269785"/>
                  </a:lnTo>
                  <a:lnTo>
                    <a:pt x="970117" y="1273691"/>
                  </a:lnTo>
                  <a:lnTo>
                    <a:pt x="976304" y="1278146"/>
                  </a:lnTo>
                  <a:lnTo>
                    <a:pt x="982214" y="1298930"/>
                  </a:lnTo>
                  <a:lnTo>
                    <a:pt x="983950" y="1304853"/>
                  </a:lnTo>
                  <a:lnTo>
                    <a:pt x="993796" y="1338567"/>
                  </a:lnTo>
                  <a:lnTo>
                    <a:pt x="997108" y="1349717"/>
                  </a:lnTo>
                  <a:lnTo>
                    <a:pt x="1000908" y="1362536"/>
                  </a:lnTo>
                  <a:lnTo>
                    <a:pt x="1001056" y="1363034"/>
                  </a:lnTo>
                  <a:lnTo>
                    <a:pt x="1001255" y="1367161"/>
                  </a:lnTo>
                  <a:lnTo>
                    <a:pt x="1005680" y="1373084"/>
                  </a:lnTo>
                  <a:lnTo>
                    <a:pt x="1007487" y="1403887"/>
                  </a:lnTo>
                  <a:lnTo>
                    <a:pt x="1010644" y="1459191"/>
                  </a:lnTo>
                  <a:lnTo>
                    <a:pt x="1013498" y="1462531"/>
                  </a:lnTo>
                  <a:lnTo>
                    <a:pt x="1013863" y="1462958"/>
                  </a:lnTo>
                  <a:lnTo>
                    <a:pt x="1021083" y="1490523"/>
                  </a:lnTo>
                  <a:lnTo>
                    <a:pt x="1026027" y="1509713"/>
                  </a:lnTo>
                  <a:lnTo>
                    <a:pt x="1026829" y="1512832"/>
                  </a:lnTo>
                  <a:lnTo>
                    <a:pt x="1027498" y="1515454"/>
                  </a:lnTo>
                  <a:lnTo>
                    <a:pt x="1030381" y="1526777"/>
                  </a:lnTo>
                  <a:lnTo>
                    <a:pt x="1033054" y="1537303"/>
                  </a:lnTo>
                  <a:lnTo>
                    <a:pt x="1034985" y="1545192"/>
                  </a:lnTo>
                  <a:lnTo>
                    <a:pt x="1035294" y="1546454"/>
                  </a:lnTo>
                  <a:lnTo>
                    <a:pt x="1037423" y="1555171"/>
                  </a:lnTo>
                  <a:lnTo>
                    <a:pt x="1046566" y="1563037"/>
                  </a:lnTo>
                  <a:lnTo>
                    <a:pt x="1029356" y="1583765"/>
                  </a:lnTo>
                  <a:lnTo>
                    <a:pt x="1032268" y="1586284"/>
                  </a:lnTo>
                  <a:lnTo>
                    <a:pt x="1038500" y="1591668"/>
                  </a:lnTo>
                  <a:lnTo>
                    <a:pt x="1039041" y="1593320"/>
                  </a:lnTo>
                  <a:lnTo>
                    <a:pt x="1039936" y="1595521"/>
                  </a:lnTo>
                  <a:lnTo>
                    <a:pt x="1038091" y="1602194"/>
                  </a:lnTo>
                  <a:lnTo>
                    <a:pt x="1033935" y="1607179"/>
                  </a:lnTo>
                  <a:lnTo>
                    <a:pt x="1034289" y="1611239"/>
                  </a:lnTo>
                  <a:lnTo>
                    <a:pt x="1036698" y="1611123"/>
                  </a:lnTo>
                  <a:lnTo>
                    <a:pt x="1039342" y="1610995"/>
                  </a:lnTo>
                  <a:lnTo>
                    <a:pt x="1044261" y="1608257"/>
                  </a:lnTo>
                  <a:lnTo>
                    <a:pt x="1046754" y="1604797"/>
                  </a:lnTo>
                  <a:lnTo>
                    <a:pt x="1056335" y="1598849"/>
                  </a:lnTo>
                  <a:lnTo>
                    <a:pt x="1056371" y="1598170"/>
                  </a:lnTo>
                  <a:lnTo>
                    <a:pt x="1056538" y="1595029"/>
                  </a:lnTo>
                  <a:lnTo>
                    <a:pt x="1061260" y="1594945"/>
                  </a:lnTo>
                  <a:lnTo>
                    <a:pt x="1061753" y="1594342"/>
                  </a:lnTo>
                  <a:lnTo>
                    <a:pt x="1064328" y="1591185"/>
                  </a:lnTo>
                  <a:lnTo>
                    <a:pt x="1070720" y="1592410"/>
                  </a:lnTo>
                  <a:lnTo>
                    <a:pt x="1080633" y="1592256"/>
                  </a:lnTo>
                  <a:lnTo>
                    <a:pt x="1086766" y="1586975"/>
                  </a:lnTo>
                  <a:lnTo>
                    <a:pt x="1086102" y="1583618"/>
                  </a:lnTo>
                  <a:lnTo>
                    <a:pt x="1088488" y="1580650"/>
                  </a:lnTo>
                  <a:lnTo>
                    <a:pt x="1094910" y="1579412"/>
                  </a:lnTo>
                  <a:lnTo>
                    <a:pt x="1110680" y="1573700"/>
                  </a:lnTo>
                  <a:lnTo>
                    <a:pt x="1123508" y="1567625"/>
                  </a:lnTo>
                  <a:lnTo>
                    <a:pt x="1133466" y="1561473"/>
                  </a:lnTo>
                  <a:lnTo>
                    <a:pt x="1138734" y="1553496"/>
                  </a:lnTo>
                  <a:lnTo>
                    <a:pt x="1142189" y="1546550"/>
                  </a:lnTo>
                  <a:lnTo>
                    <a:pt x="1146140" y="1542175"/>
                  </a:lnTo>
                  <a:lnTo>
                    <a:pt x="1147987" y="1537283"/>
                  </a:lnTo>
                  <a:lnTo>
                    <a:pt x="1152838" y="1533416"/>
                  </a:lnTo>
                  <a:lnTo>
                    <a:pt x="1160198" y="1525729"/>
                  </a:lnTo>
                  <a:lnTo>
                    <a:pt x="1161429" y="1527320"/>
                  </a:lnTo>
                  <a:lnTo>
                    <a:pt x="1157813" y="1537652"/>
                  </a:lnTo>
                  <a:lnTo>
                    <a:pt x="1157060" y="1543671"/>
                  </a:lnTo>
                  <a:lnTo>
                    <a:pt x="1163873" y="1544871"/>
                  </a:lnTo>
                  <a:lnTo>
                    <a:pt x="1168126" y="1541657"/>
                  </a:lnTo>
                  <a:lnTo>
                    <a:pt x="1168787" y="1533126"/>
                  </a:lnTo>
                  <a:lnTo>
                    <a:pt x="1173035" y="1533414"/>
                  </a:lnTo>
                  <a:lnTo>
                    <a:pt x="1173947" y="1539444"/>
                  </a:lnTo>
                  <a:lnTo>
                    <a:pt x="1179113" y="1542063"/>
                  </a:lnTo>
                  <a:lnTo>
                    <a:pt x="1185105" y="1533094"/>
                  </a:lnTo>
                  <a:lnTo>
                    <a:pt x="1188228" y="1530714"/>
                  </a:lnTo>
                  <a:lnTo>
                    <a:pt x="1194125" y="1529893"/>
                  </a:lnTo>
                  <a:lnTo>
                    <a:pt x="1189709" y="1540142"/>
                  </a:lnTo>
                  <a:lnTo>
                    <a:pt x="1177632" y="1550849"/>
                  </a:lnTo>
                  <a:lnTo>
                    <a:pt x="1162277" y="1563829"/>
                  </a:lnTo>
                  <a:lnTo>
                    <a:pt x="1155233" y="1571224"/>
                  </a:lnTo>
                  <a:lnTo>
                    <a:pt x="1127585" y="1594666"/>
                  </a:lnTo>
                  <a:lnTo>
                    <a:pt x="1123745" y="1598091"/>
                  </a:lnTo>
                  <a:lnTo>
                    <a:pt x="1114981" y="1605888"/>
                  </a:lnTo>
                  <a:lnTo>
                    <a:pt x="1108423" y="1612650"/>
                  </a:lnTo>
                  <a:lnTo>
                    <a:pt x="1093034" y="1624464"/>
                  </a:lnTo>
                  <a:lnTo>
                    <a:pt x="1084775" y="1628650"/>
                  </a:lnTo>
                  <a:lnTo>
                    <a:pt x="1080422" y="1628847"/>
                  </a:lnTo>
                  <a:lnTo>
                    <a:pt x="1074664" y="1633113"/>
                  </a:lnTo>
                  <a:lnTo>
                    <a:pt x="1069845" y="1636676"/>
                  </a:lnTo>
                  <a:lnTo>
                    <a:pt x="1068062" y="1637993"/>
                  </a:lnTo>
                  <a:lnTo>
                    <a:pt x="1056645" y="1643270"/>
                  </a:lnTo>
                  <a:lnTo>
                    <a:pt x="1046685" y="1645769"/>
                  </a:lnTo>
                  <a:lnTo>
                    <a:pt x="1044478" y="1646320"/>
                  </a:lnTo>
                  <a:lnTo>
                    <a:pt x="1040548" y="1649578"/>
                  </a:lnTo>
                  <a:lnTo>
                    <a:pt x="1031590" y="1656983"/>
                  </a:lnTo>
                  <a:lnTo>
                    <a:pt x="1027974" y="1655810"/>
                  </a:lnTo>
                  <a:lnTo>
                    <a:pt x="1026062" y="1655189"/>
                  </a:lnTo>
                  <a:lnTo>
                    <a:pt x="1021357" y="1654286"/>
                  </a:lnTo>
                  <a:lnTo>
                    <a:pt x="1021210" y="1654258"/>
                  </a:lnTo>
                  <a:lnTo>
                    <a:pt x="1019197" y="1653871"/>
                  </a:lnTo>
                  <a:lnTo>
                    <a:pt x="1016151" y="1661494"/>
                  </a:lnTo>
                  <a:lnTo>
                    <a:pt x="1009723" y="1668368"/>
                  </a:lnTo>
                  <a:lnTo>
                    <a:pt x="1004672" y="1671263"/>
                  </a:lnTo>
                  <a:lnTo>
                    <a:pt x="1004110" y="1665808"/>
                  </a:lnTo>
                  <a:lnTo>
                    <a:pt x="1006485" y="1663232"/>
                  </a:lnTo>
                  <a:lnTo>
                    <a:pt x="1006374" y="1658692"/>
                  </a:lnTo>
                  <a:lnTo>
                    <a:pt x="1005103" y="1654123"/>
                  </a:lnTo>
                  <a:lnTo>
                    <a:pt x="1005251" y="1653951"/>
                  </a:lnTo>
                  <a:lnTo>
                    <a:pt x="1007375" y="1651469"/>
                  </a:lnTo>
                  <a:lnTo>
                    <a:pt x="1008274" y="1651067"/>
                  </a:lnTo>
                  <a:lnTo>
                    <a:pt x="1014570" y="1648250"/>
                  </a:lnTo>
                  <a:lnTo>
                    <a:pt x="1015386" y="1645931"/>
                  </a:lnTo>
                  <a:lnTo>
                    <a:pt x="1015561" y="1645434"/>
                  </a:lnTo>
                  <a:lnTo>
                    <a:pt x="1016623" y="1642349"/>
                  </a:lnTo>
                  <a:lnTo>
                    <a:pt x="1016885" y="1637673"/>
                  </a:lnTo>
                  <a:lnTo>
                    <a:pt x="1017032" y="1635020"/>
                  </a:lnTo>
                  <a:lnTo>
                    <a:pt x="1017116" y="1633496"/>
                  </a:lnTo>
                  <a:lnTo>
                    <a:pt x="1018165" y="1627721"/>
                  </a:lnTo>
                  <a:lnTo>
                    <a:pt x="1018644" y="1625076"/>
                  </a:lnTo>
                  <a:lnTo>
                    <a:pt x="1018756" y="1624457"/>
                  </a:lnTo>
                  <a:lnTo>
                    <a:pt x="1018820" y="1623692"/>
                  </a:lnTo>
                  <a:lnTo>
                    <a:pt x="1019065" y="1620807"/>
                  </a:lnTo>
                  <a:lnTo>
                    <a:pt x="1019235" y="1618794"/>
                  </a:lnTo>
                  <a:lnTo>
                    <a:pt x="1019378" y="1617092"/>
                  </a:lnTo>
                  <a:lnTo>
                    <a:pt x="1019361" y="1616044"/>
                  </a:lnTo>
                  <a:lnTo>
                    <a:pt x="1019281" y="1611309"/>
                  </a:lnTo>
                  <a:lnTo>
                    <a:pt x="1019206" y="1606969"/>
                  </a:lnTo>
                  <a:lnTo>
                    <a:pt x="1018656" y="1601095"/>
                  </a:lnTo>
                  <a:lnTo>
                    <a:pt x="1003382" y="1597996"/>
                  </a:lnTo>
                  <a:lnTo>
                    <a:pt x="985606" y="1594111"/>
                  </a:lnTo>
                  <a:lnTo>
                    <a:pt x="983224" y="1593587"/>
                  </a:lnTo>
                  <a:lnTo>
                    <a:pt x="976179" y="1591981"/>
                  </a:lnTo>
                  <a:lnTo>
                    <a:pt x="969282" y="1590068"/>
                  </a:lnTo>
                  <a:lnTo>
                    <a:pt x="959688" y="1587395"/>
                  </a:lnTo>
                  <a:lnTo>
                    <a:pt x="934797" y="1581074"/>
                  </a:lnTo>
                  <a:lnTo>
                    <a:pt x="928774" y="1573992"/>
                  </a:lnTo>
                  <a:lnTo>
                    <a:pt x="926830" y="1574382"/>
                  </a:lnTo>
                  <a:lnTo>
                    <a:pt x="922896" y="1575170"/>
                  </a:lnTo>
                  <a:lnTo>
                    <a:pt x="914041" y="1574851"/>
                  </a:lnTo>
                  <a:lnTo>
                    <a:pt x="904453" y="1572501"/>
                  </a:lnTo>
                  <a:lnTo>
                    <a:pt x="896204" y="1564769"/>
                  </a:lnTo>
                  <a:lnTo>
                    <a:pt x="894959" y="1561385"/>
                  </a:lnTo>
                  <a:lnTo>
                    <a:pt x="893304" y="1556889"/>
                  </a:lnTo>
                  <a:lnTo>
                    <a:pt x="888914" y="1543694"/>
                  </a:lnTo>
                  <a:lnTo>
                    <a:pt x="885271" y="1538309"/>
                  </a:lnTo>
                  <a:lnTo>
                    <a:pt x="880466" y="1534765"/>
                  </a:lnTo>
                  <a:lnTo>
                    <a:pt x="877348" y="1534567"/>
                  </a:lnTo>
                  <a:lnTo>
                    <a:pt x="872963" y="1534286"/>
                  </a:lnTo>
                  <a:lnTo>
                    <a:pt x="865781" y="1533581"/>
                  </a:lnTo>
                  <a:lnTo>
                    <a:pt x="861028" y="1526918"/>
                  </a:lnTo>
                  <a:lnTo>
                    <a:pt x="855069" y="1522785"/>
                  </a:lnTo>
                  <a:lnTo>
                    <a:pt x="853395" y="1523193"/>
                  </a:lnTo>
                  <a:lnTo>
                    <a:pt x="842959" y="1525727"/>
                  </a:lnTo>
                  <a:lnTo>
                    <a:pt x="842436" y="1525892"/>
                  </a:lnTo>
                  <a:lnTo>
                    <a:pt x="808592" y="1536505"/>
                  </a:lnTo>
                  <a:lnTo>
                    <a:pt x="788010" y="1542818"/>
                  </a:lnTo>
                  <a:lnTo>
                    <a:pt x="784535" y="1543877"/>
                  </a:lnTo>
                  <a:lnTo>
                    <a:pt x="756782" y="1552264"/>
                  </a:lnTo>
                  <a:lnTo>
                    <a:pt x="748321" y="1554640"/>
                  </a:lnTo>
                  <a:lnTo>
                    <a:pt x="715913" y="1564171"/>
                  </a:lnTo>
                  <a:lnTo>
                    <a:pt x="712495" y="1565167"/>
                  </a:lnTo>
                  <a:lnTo>
                    <a:pt x="708814" y="1566237"/>
                  </a:lnTo>
                  <a:lnTo>
                    <a:pt x="655835" y="1581745"/>
                  </a:lnTo>
                  <a:lnTo>
                    <a:pt x="643509" y="1585289"/>
                  </a:lnTo>
                  <a:lnTo>
                    <a:pt x="636273" y="1587359"/>
                  </a:lnTo>
                  <a:lnTo>
                    <a:pt x="618663" y="1592173"/>
                  </a:lnTo>
                  <a:lnTo>
                    <a:pt x="603193" y="1596506"/>
                  </a:lnTo>
                  <a:lnTo>
                    <a:pt x="597466" y="1598101"/>
                  </a:lnTo>
                  <a:lnTo>
                    <a:pt x="594197" y="1598987"/>
                  </a:lnTo>
                  <a:lnTo>
                    <a:pt x="568645" y="1605853"/>
                  </a:lnTo>
                  <a:lnTo>
                    <a:pt x="540120" y="1613616"/>
                  </a:lnTo>
                  <a:lnTo>
                    <a:pt x="534436" y="1615148"/>
                  </a:lnTo>
                  <a:lnTo>
                    <a:pt x="527505" y="1617000"/>
                  </a:lnTo>
                  <a:lnTo>
                    <a:pt x="491016" y="1626625"/>
                  </a:lnTo>
                  <a:lnTo>
                    <a:pt x="478711" y="1629765"/>
                  </a:lnTo>
                  <a:lnTo>
                    <a:pt x="465322" y="1633157"/>
                  </a:lnTo>
                  <a:lnTo>
                    <a:pt x="461313" y="1617064"/>
                  </a:lnTo>
                  <a:close/>
                </a:path>
              </a:pathLst>
            </a:custGeom>
            <a:solidFill>
              <a:srgbClr val="4B049A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09"/>
            <p:cNvSpPr/>
            <p:nvPr/>
          </p:nvSpPr>
          <p:spPr>
            <a:xfrm>
              <a:off x="5195282" y="2496632"/>
              <a:ext cx="1317706" cy="1636532"/>
            </a:xfrm>
            <a:custGeom>
              <a:avLst/>
              <a:pathLst>
                <a:path w="1317706" h="1636532">
                  <a:moveTo>
                    <a:pt x="457200" y="1600199"/>
                  </a:moveTo>
                  <a:lnTo>
                    <a:pt x="457101" y="1597582"/>
                  </a:lnTo>
                  <a:lnTo>
                    <a:pt x="462146" y="1591243"/>
                  </a:lnTo>
                  <a:lnTo>
                    <a:pt x="467252" y="1593868"/>
                  </a:lnTo>
                  <a:lnTo>
                    <a:pt x="475189" y="1591501"/>
                  </a:lnTo>
                  <a:lnTo>
                    <a:pt x="481058" y="1584705"/>
                  </a:lnTo>
                  <a:lnTo>
                    <a:pt x="481537" y="1584149"/>
                  </a:lnTo>
                  <a:lnTo>
                    <a:pt x="478967" y="1577982"/>
                  </a:lnTo>
                  <a:lnTo>
                    <a:pt x="481506" y="1574540"/>
                  </a:lnTo>
                  <a:lnTo>
                    <a:pt x="479331" y="1570428"/>
                  </a:lnTo>
                  <a:lnTo>
                    <a:pt x="483200" y="1563957"/>
                  </a:lnTo>
                  <a:lnTo>
                    <a:pt x="484503" y="1563031"/>
                  </a:lnTo>
                  <a:lnTo>
                    <a:pt x="485022" y="1562661"/>
                  </a:lnTo>
                  <a:lnTo>
                    <a:pt x="488351" y="1560293"/>
                  </a:lnTo>
                  <a:lnTo>
                    <a:pt x="494151" y="1553376"/>
                  </a:lnTo>
                  <a:lnTo>
                    <a:pt x="500842" y="1546632"/>
                  </a:lnTo>
                  <a:lnTo>
                    <a:pt x="511512" y="1543812"/>
                  </a:lnTo>
                  <a:lnTo>
                    <a:pt x="512468" y="1543559"/>
                  </a:lnTo>
                  <a:lnTo>
                    <a:pt x="518975" y="1542441"/>
                  </a:lnTo>
                  <a:lnTo>
                    <a:pt x="527935" y="1541164"/>
                  </a:lnTo>
                  <a:lnTo>
                    <a:pt x="531600" y="1535361"/>
                  </a:lnTo>
                  <a:lnTo>
                    <a:pt x="534473" y="1533736"/>
                  </a:lnTo>
                  <a:lnTo>
                    <a:pt x="540733" y="1526219"/>
                  </a:lnTo>
                  <a:lnTo>
                    <a:pt x="545751" y="1525552"/>
                  </a:lnTo>
                  <a:lnTo>
                    <a:pt x="547941" y="1519349"/>
                  </a:lnTo>
                  <a:lnTo>
                    <a:pt x="548521" y="1517702"/>
                  </a:lnTo>
                  <a:lnTo>
                    <a:pt x="548575" y="1517551"/>
                  </a:lnTo>
                  <a:lnTo>
                    <a:pt x="554008" y="1515270"/>
                  </a:lnTo>
                  <a:lnTo>
                    <a:pt x="556782" y="1509893"/>
                  </a:lnTo>
                  <a:lnTo>
                    <a:pt x="562848" y="1507038"/>
                  </a:lnTo>
                  <a:lnTo>
                    <a:pt x="567387" y="1504628"/>
                  </a:lnTo>
                  <a:lnTo>
                    <a:pt x="574422" y="1503827"/>
                  </a:lnTo>
                  <a:lnTo>
                    <a:pt x="575290" y="1502016"/>
                  </a:lnTo>
                  <a:lnTo>
                    <a:pt x="577441" y="1497518"/>
                  </a:lnTo>
                  <a:lnTo>
                    <a:pt x="580074" y="1490959"/>
                  </a:lnTo>
                  <a:lnTo>
                    <a:pt x="577798" y="1484774"/>
                  </a:lnTo>
                  <a:lnTo>
                    <a:pt x="579298" y="1483582"/>
                  </a:lnTo>
                  <a:lnTo>
                    <a:pt x="582237" y="1481245"/>
                  </a:lnTo>
                  <a:lnTo>
                    <a:pt x="587168" y="1483201"/>
                  </a:lnTo>
                  <a:lnTo>
                    <a:pt x="589337" y="1479162"/>
                  </a:lnTo>
                  <a:lnTo>
                    <a:pt x="589195" y="1474057"/>
                  </a:lnTo>
                  <a:lnTo>
                    <a:pt x="593940" y="1469794"/>
                  </a:lnTo>
                  <a:lnTo>
                    <a:pt x="602415" y="1462421"/>
                  </a:lnTo>
                  <a:lnTo>
                    <a:pt x="605224" y="1465000"/>
                  </a:lnTo>
                  <a:lnTo>
                    <a:pt x="606486" y="1466157"/>
                  </a:lnTo>
                  <a:lnTo>
                    <a:pt x="606185" y="1472788"/>
                  </a:lnTo>
                  <a:lnTo>
                    <a:pt x="611878" y="1474199"/>
                  </a:lnTo>
                  <a:lnTo>
                    <a:pt x="616119" y="1469719"/>
                  </a:lnTo>
                  <a:lnTo>
                    <a:pt x="619810" y="1465813"/>
                  </a:lnTo>
                  <a:lnTo>
                    <a:pt x="622912" y="1456684"/>
                  </a:lnTo>
                  <a:lnTo>
                    <a:pt x="623398" y="1455250"/>
                  </a:lnTo>
                  <a:lnTo>
                    <a:pt x="628782" y="1450044"/>
                  </a:lnTo>
                  <a:lnTo>
                    <a:pt x="633168" y="1446768"/>
                  </a:lnTo>
                  <a:lnTo>
                    <a:pt x="636441" y="1446814"/>
                  </a:lnTo>
                  <a:lnTo>
                    <a:pt x="640265" y="1442647"/>
                  </a:lnTo>
                  <a:lnTo>
                    <a:pt x="641022" y="1441821"/>
                  </a:lnTo>
                  <a:lnTo>
                    <a:pt x="648466" y="1443113"/>
                  </a:lnTo>
                  <a:lnTo>
                    <a:pt x="650575" y="1446710"/>
                  </a:lnTo>
                  <a:lnTo>
                    <a:pt x="655148" y="1445548"/>
                  </a:lnTo>
                  <a:lnTo>
                    <a:pt x="659733" y="1442173"/>
                  </a:lnTo>
                  <a:lnTo>
                    <a:pt x="663925" y="1428008"/>
                  </a:lnTo>
                  <a:lnTo>
                    <a:pt x="665547" y="1422982"/>
                  </a:lnTo>
                  <a:lnTo>
                    <a:pt x="666550" y="1419871"/>
                  </a:lnTo>
                  <a:lnTo>
                    <a:pt x="667198" y="1417857"/>
                  </a:lnTo>
                  <a:lnTo>
                    <a:pt x="673400" y="1410700"/>
                  </a:lnTo>
                  <a:lnTo>
                    <a:pt x="679821" y="1410079"/>
                  </a:lnTo>
                  <a:lnTo>
                    <a:pt x="686030" y="1409021"/>
                  </a:lnTo>
                  <a:lnTo>
                    <a:pt x="682869" y="1403180"/>
                  </a:lnTo>
                  <a:lnTo>
                    <a:pt x="681414" y="1400490"/>
                  </a:lnTo>
                  <a:lnTo>
                    <a:pt x="683860" y="1392973"/>
                  </a:lnTo>
                  <a:lnTo>
                    <a:pt x="681696" y="1384651"/>
                  </a:lnTo>
                  <a:lnTo>
                    <a:pt x="682601" y="1377895"/>
                  </a:lnTo>
                  <a:lnTo>
                    <a:pt x="700075" y="1375025"/>
                  </a:lnTo>
                  <a:lnTo>
                    <a:pt x="714405" y="1372231"/>
                  </a:lnTo>
                  <a:lnTo>
                    <a:pt x="731649" y="1368832"/>
                  </a:lnTo>
                  <a:lnTo>
                    <a:pt x="742919" y="1366857"/>
                  </a:lnTo>
                  <a:lnTo>
                    <a:pt x="758594" y="1363884"/>
                  </a:lnTo>
                  <a:lnTo>
                    <a:pt x="764547" y="1362467"/>
                  </a:lnTo>
                  <a:lnTo>
                    <a:pt x="777659" y="1359330"/>
                  </a:lnTo>
                  <a:lnTo>
                    <a:pt x="786743" y="1357704"/>
                  </a:lnTo>
                  <a:lnTo>
                    <a:pt x="803588" y="1354660"/>
                  </a:lnTo>
                  <a:lnTo>
                    <a:pt x="804444" y="1354504"/>
                  </a:lnTo>
                  <a:lnTo>
                    <a:pt x="817812" y="1352088"/>
                  </a:lnTo>
                  <a:lnTo>
                    <a:pt x="841240" y="1346561"/>
                  </a:lnTo>
                  <a:lnTo>
                    <a:pt x="843776" y="1345958"/>
                  </a:lnTo>
                  <a:lnTo>
                    <a:pt x="873998" y="1338624"/>
                  </a:lnTo>
                  <a:lnTo>
                    <a:pt x="893443" y="1333840"/>
                  </a:lnTo>
                  <a:lnTo>
                    <a:pt x="893733" y="1333769"/>
                  </a:lnTo>
                  <a:lnTo>
                    <a:pt x="897648" y="1332769"/>
                  </a:lnTo>
                  <a:lnTo>
                    <a:pt x="909886" y="1329630"/>
                  </a:lnTo>
                  <a:lnTo>
                    <a:pt x="921898" y="1326528"/>
                  </a:lnTo>
                  <a:lnTo>
                    <a:pt x="929616" y="1324525"/>
                  </a:lnTo>
                  <a:lnTo>
                    <a:pt x="948517" y="1319585"/>
                  </a:lnTo>
                  <a:lnTo>
                    <a:pt x="962558" y="1315975"/>
                  </a:lnTo>
                  <a:lnTo>
                    <a:pt x="968544" y="1314428"/>
                  </a:lnTo>
                  <a:lnTo>
                    <a:pt x="990121" y="1308809"/>
                  </a:lnTo>
                  <a:lnTo>
                    <a:pt x="995175" y="1307418"/>
                  </a:lnTo>
                  <a:lnTo>
                    <a:pt x="1007981" y="1303876"/>
                  </a:lnTo>
                  <a:lnTo>
                    <a:pt x="1026264" y="1298780"/>
                  </a:lnTo>
                  <a:lnTo>
                    <a:pt x="1034574" y="1296480"/>
                  </a:lnTo>
                  <a:lnTo>
                    <a:pt x="1048603" y="1292576"/>
                  </a:lnTo>
                  <a:lnTo>
                    <a:pt x="1061306" y="1289016"/>
                  </a:lnTo>
                  <a:lnTo>
                    <a:pt x="1062971" y="1288548"/>
                  </a:lnTo>
                  <a:lnTo>
                    <a:pt x="1106121" y="1276472"/>
                  </a:lnTo>
                  <a:lnTo>
                    <a:pt x="1116518" y="1273523"/>
                  </a:lnTo>
                  <a:lnTo>
                    <a:pt x="1118990" y="1272825"/>
                  </a:lnTo>
                  <a:lnTo>
                    <a:pt x="1127853" y="1270315"/>
                  </a:lnTo>
                  <a:lnTo>
                    <a:pt x="1142748" y="1266066"/>
                  </a:lnTo>
                  <a:lnTo>
                    <a:pt x="1159531" y="1260600"/>
                  </a:lnTo>
                  <a:lnTo>
                    <a:pt x="1178269" y="1255188"/>
                  </a:lnTo>
                  <a:lnTo>
                    <a:pt x="1183084" y="1253789"/>
                  </a:lnTo>
                  <a:lnTo>
                    <a:pt x="1200078" y="1248825"/>
                  </a:lnTo>
                  <a:lnTo>
                    <a:pt x="1218252" y="1243446"/>
                  </a:lnTo>
                  <a:lnTo>
                    <a:pt x="1227349" y="1240735"/>
                  </a:lnTo>
                  <a:lnTo>
                    <a:pt x="1242531" y="1236159"/>
                  </a:lnTo>
                  <a:lnTo>
                    <a:pt x="1249042" y="1249343"/>
                  </a:lnTo>
                  <a:lnTo>
                    <a:pt x="1257772" y="1265605"/>
                  </a:lnTo>
                  <a:lnTo>
                    <a:pt x="1262135" y="1271906"/>
                  </a:lnTo>
                  <a:lnTo>
                    <a:pt x="1271006" y="1284705"/>
                  </a:lnTo>
                  <a:lnTo>
                    <a:pt x="1279773" y="1294242"/>
                  </a:lnTo>
                  <a:lnTo>
                    <a:pt x="1293419" y="1310647"/>
                  </a:lnTo>
                  <a:lnTo>
                    <a:pt x="1301378" y="1320547"/>
                  </a:lnTo>
                  <a:lnTo>
                    <a:pt x="1304909" y="1324777"/>
                  </a:lnTo>
                  <a:lnTo>
                    <a:pt x="1312832" y="1339615"/>
                  </a:lnTo>
                  <a:lnTo>
                    <a:pt x="1316829" y="1365196"/>
                  </a:lnTo>
                  <a:lnTo>
                    <a:pt x="1317706" y="1386604"/>
                  </a:lnTo>
                  <a:lnTo>
                    <a:pt x="1308034" y="1390258"/>
                  </a:lnTo>
                  <a:lnTo>
                    <a:pt x="1298112" y="1397771"/>
                  </a:lnTo>
                  <a:lnTo>
                    <a:pt x="1297384" y="1398320"/>
                  </a:lnTo>
                  <a:lnTo>
                    <a:pt x="1284391" y="1410491"/>
                  </a:lnTo>
                  <a:lnTo>
                    <a:pt x="1276510" y="1420365"/>
                  </a:lnTo>
                  <a:lnTo>
                    <a:pt x="1266791" y="1432883"/>
                  </a:lnTo>
                  <a:lnTo>
                    <a:pt x="1260060" y="1445593"/>
                  </a:lnTo>
                  <a:lnTo>
                    <a:pt x="1254211" y="1454229"/>
                  </a:lnTo>
                  <a:lnTo>
                    <a:pt x="1248852" y="1464606"/>
                  </a:lnTo>
                  <a:lnTo>
                    <a:pt x="1244815" y="1474903"/>
                  </a:lnTo>
                  <a:lnTo>
                    <a:pt x="1240345" y="1492565"/>
                  </a:lnTo>
                  <a:lnTo>
                    <a:pt x="1237372" y="1488266"/>
                  </a:lnTo>
                  <a:lnTo>
                    <a:pt x="1229651" y="1484734"/>
                  </a:lnTo>
                  <a:lnTo>
                    <a:pt x="1218313" y="1484854"/>
                  </a:lnTo>
                  <a:lnTo>
                    <a:pt x="1201178" y="1491543"/>
                  </a:lnTo>
                  <a:lnTo>
                    <a:pt x="1182264" y="1502693"/>
                  </a:lnTo>
                  <a:lnTo>
                    <a:pt x="1180076" y="1503978"/>
                  </a:lnTo>
                  <a:lnTo>
                    <a:pt x="1171213" y="1512350"/>
                  </a:lnTo>
                  <a:lnTo>
                    <a:pt x="1164750" y="1520882"/>
                  </a:lnTo>
                  <a:lnTo>
                    <a:pt x="1152841" y="1532502"/>
                  </a:lnTo>
                  <a:lnTo>
                    <a:pt x="1148693" y="1538045"/>
                  </a:lnTo>
                  <a:lnTo>
                    <a:pt x="1139166" y="1550734"/>
                  </a:lnTo>
                  <a:lnTo>
                    <a:pt x="1133443" y="1561263"/>
                  </a:lnTo>
                  <a:lnTo>
                    <a:pt x="1129750" y="1568037"/>
                  </a:lnTo>
                  <a:lnTo>
                    <a:pt x="1125709" y="1579866"/>
                  </a:lnTo>
                  <a:lnTo>
                    <a:pt x="1123730" y="1596472"/>
                  </a:lnTo>
                  <a:lnTo>
                    <a:pt x="1122661" y="1605353"/>
                  </a:lnTo>
                  <a:lnTo>
                    <a:pt x="1122215" y="1612083"/>
                  </a:lnTo>
                  <a:lnTo>
                    <a:pt x="1121625" y="1620924"/>
                  </a:lnTo>
                  <a:lnTo>
                    <a:pt x="1116835" y="1621515"/>
                  </a:lnTo>
                  <a:lnTo>
                    <a:pt x="1114802" y="1618241"/>
                  </a:lnTo>
                  <a:lnTo>
                    <a:pt x="1102357" y="1618486"/>
                  </a:lnTo>
                  <a:lnTo>
                    <a:pt x="1088501" y="1622145"/>
                  </a:lnTo>
                  <a:lnTo>
                    <a:pt x="1078061" y="1626246"/>
                  </a:lnTo>
                  <a:lnTo>
                    <a:pt x="1063828" y="1636532"/>
                  </a:lnTo>
                  <a:lnTo>
                    <a:pt x="1054571" y="1630650"/>
                  </a:lnTo>
                  <a:lnTo>
                    <a:pt x="1050268" y="1627966"/>
                  </a:lnTo>
                  <a:lnTo>
                    <a:pt x="1030482" y="1615587"/>
                  </a:lnTo>
                  <a:lnTo>
                    <a:pt x="998664" y="1595655"/>
                  </a:lnTo>
                  <a:lnTo>
                    <a:pt x="994105" y="1592723"/>
                  </a:lnTo>
                  <a:lnTo>
                    <a:pt x="963467" y="1572929"/>
                  </a:lnTo>
                  <a:lnTo>
                    <a:pt x="952316" y="1566056"/>
                  </a:lnTo>
                  <a:lnTo>
                    <a:pt x="950921" y="1565194"/>
                  </a:lnTo>
                  <a:lnTo>
                    <a:pt x="925082" y="1549182"/>
                  </a:lnTo>
                  <a:lnTo>
                    <a:pt x="923331" y="1549587"/>
                  </a:lnTo>
                  <a:lnTo>
                    <a:pt x="900328" y="1554877"/>
                  </a:lnTo>
                  <a:lnTo>
                    <a:pt x="900059" y="1554939"/>
                  </a:lnTo>
                  <a:lnTo>
                    <a:pt x="885177" y="1558324"/>
                  </a:lnTo>
                  <a:lnTo>
                    <a:pt x="860942" y="1563662"/>
                  </a:lnTo>
                  <a:lnTo>
                    <a:pt x="836961" y="1568869"/>
                  </a:lnTo>
                  <a:lnTo>
                    <a:pt x="813453" y="1573569"/>
                  </a:lnTo>
                  <a:lnTo>
                    <a:pt x="812093" y="1559569"/>
                  </a:lnTo>
                  <a:lnTo>
                    <a:pt x="804627" y="1552908"/>
                  </a:lnTo>
                  <a:lnTo>
                    <a:pt x="796262" y="1545429"/>
                  </a:lnTo>
                  <a:lnTo>
                    <a:pt x="792597" y="1542148"/>
                  </a:lnTo>
                  <a:lnTo>
                    <a:pt x="783633" y="1552237"/>
                  </a:lnTo>
                  <a:lnTo>
                    <a:pt x="781279" y="1549137"/>
                  </a:lnTo>
                  <a:lnTo>
                    <a:pt x="782143" y="1542627"/>
                  </a:lnTo>
                  <a:lnTo>
                    <a:pt x="780984" y="1539797"/>
                  </a:lnTo>
                  <a:lnTo>
                    <a:pt x="780866" y="1539508"/>
                  </a:lnTo>
                  <a:lnTo>
                    <a:pt x="752318" y="1544366"/>
                  </a:lnTo>
                  <a:lnTo>
                    <a:pt x="748362" y="1545032"/>
                  </a:lnTo>
                  <a:lnTo>
                    <a:pt x="735678" y="1547152"/>
                  </a:lnTo>
                  <a:lnTo>
                    <a:pt x="708307" y="1551998"/>
                  </a:lnTo>
                  <a:lnTo>
                    <a:pt x="697681" y="1553854"/>
                  </a:lnTo>
                  <a:lnTo>
                    <a:pt x="688185" y="1555501"/>
                  </a:lnTo>
                  <a:lnTo>
                    <a:pt x="681154" y="1556713"/>
                  </a:lnTo>
                  <a:lnTo>
                    <a:pt x="674554" y="1557965"/>
                  </a:lnTo>
                  <a:lnTo>
                    <a:pt x="663570" y="1560036"/>
                  </a:lnTo>
                  <a:lnTo>
                    <a:pt x="655654" y="1561520"/>
                  </a:lnTo>
                  <a:lnTo>
                    <a:pt x="653839" y="1561760"/>
                  </a:lnTo>
                  <a:lnTo>
                    <a:pt x="649826" y="1562290"/>
                  </a:lnTo>
                  <a:lnTo>
                    <a:pt x="643968" y="1563060"/>
                  </a:lnTo>
                  <a:lnTo>
                    <a:pt x="640153" y="1567061"/>
                  </a:lnTo>
                  <a:lnTo>
                    <a:pt x="633016" y="1571348"/>
                  </a:lnTo>
                  <a:lnTo>
                    <a:pt x="628740" y="1573414"/>
                  </a:lnTo>
                  <a:lnTo>
                    <a:pt x="618475" y="1578360"/>
                  </a:lnTo>
                  <a:lnTo>
                    <a:pt x="613508" y="1585174"/>
                  </a:lnTo>
                  <a:lnTo>
                    <a:pt x="611916" y="1585163"/>
                  </a:lnTo>
                  <a:lnTo>
                    <a:pt x="609691" y="1585146"/>
                  </a:lnTo>
                  <a:lnTo>
                    <a:pt x="598986" y="1591129"/>
                  </a:lnTo>
                  <a:lnTo>
                    <a:pt x="588596" y="1596962"/>
                  </a:lnTo>
                  <a:lnTo>
                    <a:pt x="579195" y="1602223"/>
                  </a:lnTo>
                  <a:lnTo>
                    <a:pt x="557929" y="1607138"/>
                  </a:lnTo>
                  <a:lnTo>
                    <a:pt x="542053" y="1610952"/>
                  </a:lnTo>
                  <a:lnTo>
                    <a:pt x="535474" y="1612522"/>
                  </a:lnTo>
                  <a:lnTo>
                    <a:pt x="528448" y="1614193"/>
                  </a:lnTo>
                  <a:lnTo>
                    <a:pt x="496773" y="1620271"/>
                  </a:lnTo>
                  <a:lnTo>
                    <a:pt x="489898" y="1621577"/>
                  </a:lnTo>
                  <a:lnTo>
                    <a:pt x="477475" y="1623923"/>
                  </a:lnTo>
                  <a:lnTo>
                    <a:pt x="458205" y="1627523"/>
                  </a:lnTo>
                  <a:close/>
                </a:path>
              </a:pathLst>
            </a:custGeom>
            <a:solidFill>
              <a:srgbClr val="B7328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0"/>
            <p:cNvSpPr/>
            <p:nvPr/>
          </p:nvSpPr>
          <p:spPr>
            <a:xfrm>
              <a:off x="3273654" y="922835"/>
              <a:ext cx="1084672" cy="1988899"/>
            </a:xfrm>
            <a:custGeom>
              <a:avLst/>
              <a:pathLst>
                <a:path w="1084672" h="1988899">
                  <a:moveTo>
                    <a:pt x="457200" y="1600199"/>
                  </a:moveTo>
                  <a:lnTo>
                    <a:pt x="512085" y="1602876"/>
                  </a:lnTo>
                  <a:lnTo>
                    <a:pt x="547689" y="1604239"/>
                  </a:lnTo>
                  <a:lnTo>
                    <a:pt x="554909" y="1604492"/>
                  </a:lnTo>
                  <a:lnTo>
                    <a:pt x="606589" y="1606246"/>
                  </a:lnTo>
                  <a:lnTo>
                    <a:pt x="622566" y="1606646"/>
                  </a:lnTo>
                  <a:lnTo>
                    <a:pt x="654869" y="1607335"/>
                  </a:lnTo>
                  <a:lnTo>
                    <a:pt x="665389" y="1607544"/>
                  </a:lnTo>
                  <a:lnTo>
                    <a:pt x="695682" y="1608051"/>
                  </a:lnTo>
                  <a:lnTo>
                    <a:pt x="752318" y="1608565"/>
                  </a:lnTo>
                  <a:lnTo>
                    <a:pt x="772652" y="1608664"/>
                  </a:lnTo>
                  <a:lnTo>
                    <a:pt x="794599" y="1608700"/>
                  </a:lnTo>
                  <a:lnTo>
                    <a:pt x="826276" y="1608561"/>
                  </a:lnTo>
                  <a:lnTo>
                    <a:pt x="838498" y="1608466"/>
                  </a:lnTo>
                  <a:lnTo>
                    <a:pt x="869213" y="1608074"/>
                  </a:lnTo>
                  <a:lnTo>
                    <a:pt x="879888" y="1607904"/>
                  </a:lnTo>
                  <a:lnTo>
                    <a:pt x="954896" y="1606368"/>
                  </a:lnTo>
                  <a:lnTo>
                    <a:pt x="969116" y="1605978"/>
                  </a:lnTo>
                  <a:lnTo>
                    <a:pt x="1013721" y="1604565"/>
                  </a:lnTo>
                  <a:lnTo>
                    <a:pt x="1014063" y="1611372"/>
                  </a:lnTo>
                  <a:lnTo>
                    <a:pt x="1017725" y="1620980"/>
                  </a:lnTo>
                  <a:lnTo>
                    <a:pt x="1021005" y="1632680"/>
                  </a:lnTo>
                  <a:lnTo>
                    <a:pt x="1023845" y="1639919"/>
                  </a:lnTo>
                  <a:lnTo>
                    <a:pt x="1025801" y="1645529"/>
                  </a:lnTo>
                  <a:lnTo>
                    <a:pt x="1022665" y="1656117"/>
                  </a:lnTo>
                  <a:lnTo>
                    <a:pt x="1022452" y="1661081"/>
                  </a:lnTo>
                  <a:lnTo>
                    <a:pt x="1022435" y="1661473"/>
                  </a:lnTo>
                  <a:lnTo>
                    <a:pt x="1022390" y="1662525"/>
                  </a:lnTo>
                  <a:lnTo>
                    <a:pt x="1023676" y="1675141"/>
                  </a:lnTo>
                  <a:lnTo>
                    <a:pt x="1024174" y="1685816"/>
                  </a:lnTo>
                  <a:lnTo>
                    <a:pt x="1025265" y="1696572"/>
                  </a:lnTo>
                  <a:lnTo>
                    <a:pt x="1024534" y="1704576"/>
                  </a:lnTo>
                  <a:lnTo>
                    <a:pt x="1024301" y="1707132"/>
                  </a:lnTo>
                  <a:lnTo>
                    <a:pt x="1024247" y="1707714"/>
                  </a:lnTo>
                  <a:lnTo>
                    <a:pt x="1028014" y="1717184"/>
                  </a:lnTo>
                  <a:lnTo>
                    <a:pt x="1031360" y="1725161"/>
                  </a:lnTo>
                  <a:lnTo>
                    <a:pt x="1034429" y="1736619"/>
                  </a:lnTo>
                  <a:lnTo>
                    <a:pt x="1038267" y="1747536"/>
                  </a:lnTo>
                  <a:lnTo>
                    <a:pt x="1044414" y="1759686"/>
                  </a:lnTo>
                  <a:lnTo>
                    <a:pt x="1047699" y="1768614"/>
                  </a:lnTo>
                  <a:lnTo>
                    <a:pt x="1048744" y="1771449"/>
                  </a:lnTo>
                  <a:lnTo>
                    <a:pt x="1051498" y="1780926"/>
                  </a:lnTo>
                  <a:lnTo>
                    <a:pt x="1051703" y="1789983"/>
                  </a:lnTo>
                  <a:lnTo>
                    <a:pt x="1051867" y="1797284"/>
                  </a:lnTo>
                  <a:lnTo>
                    <a:pt x="1054135" y="1817542"/>
                  </a:lnTo>
                  <a:lnTo>
                    <a:pt x="1054685" y="1822374"/>
                  </a:lnTo>
                  <a:lnTo>
                    <a:pt x="1055919" y="1833209"/>
                  </a:lnTo>
                  <a:lnTo>
                    <a:pt x="1056901" y="1841807"/>
                  </a:lnTo>
                  <a:lnTo>
                    <a:pt x="1056034" y="1850684"/>
                  </a:lnTo>
                  <a:lnTo>
                    <a:pt x="1062423" y="1862578"/>
                  </a:lnTo>
                  <a:lnTo>
                    <a:pt x="1060996" y="1879432"/>
                  </a:lnTo>
                  <a:lnTo>
                    <a:pt x="1061590" y="1889960"/>
                  </a:lnTo>
                  <a:lnTo>
                    <a:pt x="1061558" y="1896923"/>
                  </a:lnTo>
                  <a:lnTo>
                    <a:pt x="1061626" y="1897061"/>
                  </a:lnTo>
                  <a:lnTo>
                    <a:pt x="1061999" y="1897813"/>
                  </a:lnTo>
                  <a:lnTo>
                    <a:pt x="1065852" y="1905579"/>
                  </a:lnTo>
                  <a:lnTo>
                    <a:pt x="1069543" y="1921695"/>
                  </a:lnTo>
                  <a:lnTo>
                    <a:pt x="1075237" y="1931020"/>
                  </a:lnTo>
                  <a:lnTo>
                    <a:pt x="1079410" y="1935693"/>
                  </a:lnTo>
                  <a:lnTo>
                    <a:pt x="1080400" y="1948065"/>
                  </a:lnTo>
                  <a:lnTo>
                    <a:pt x="1084667" y="1964800"/>
                  </a:lnTo>
                  <a:lnTo>
                    <a:pt x="1083431" y="1972583"/>
                  </a:lnTo>
                  <a:lnTo>
                    <a:pt x="1083324" y="1973253"/>
                  </a:lnTo>
                  <a:lnTo>
                    <a:pt x="1084672" y="1983318"/>
                  </a:lnTo>
                  <a:lnTo>
                    <a:pt x="1039873" y="1985009"/>
                  </a:lnTo>
                  <a:lnTo>
                    <a:pt x="1027238" y="1985477"/>
                  </a:lnTo>
                  <a:lnTo>
                    <a:pt x="1000072" y="1986408"/>
                  </a:lnTo>
                  <a:lnTo>
                    <a:pt x="979804" y="1986979"/>
                  </a:lnTo>
                  <a:lnTo>
                    <a:pt x="962360" y="1987371"/>
                  </a:lnTo>
                  <a:lnTo>
                    <a:pt x="959825" y="1987424"/>
                  </a:lnTo>
                  <a:lnTo>
                    <a:pt x="954428" y="1987534"/>
                  </a:lnTo>
                  <a:lnTo>
                    <a:pt x="924682" y="1988142"/>
                  </a:lnTo>
                  <a:lnTo>
                    <a:pt x="906444" y="1988262"/>
                  </a:lnTo>
                  <a:lnTo>
                    <a:pt x="897883" y="1988347"/>
                  </a:lnTo>
                  <a:lnTo>
                    <a:pt x="873547" y="1988531"/>
                  </a:lnTo>
                  <a:lnTo>
                    <a:pt x="866013" y="1988590"/>
                  </a:lnTo>
                  <a:lnTo>
                    <a:pt x="844212" y="1988787"/>
                  </a:lnTo>
                  <a:lnTo>
                    <a:pt x="831646" y="1988870"/>
                  </a:lnTo>
                  <a:lnTo>
                    <a:pt x="821189" y="1988837"/>
                  </a:lnTo>
                  <a:lnTo>
                    <a:pt x="811943" y="1988899"/>
                  </a:lnTo>
                  <a:lnTo>
                    <a:pt x="797913" y="1988839"/>
                  </a:lnTo>
                  <a:lnTo>
                    <a:pt x="774407" y="1988733"/>
                  </a:lnTo>
                  <a:lnTo>
                    <a:pt x="762124" y="1988601"/>
                  </a:lnTo>
                  <a:lnTo>
                    <a:pt x="744376" y="1988469"/>
                  </a:lnTo>
                  <a:lnTo>
                    <a:pt x="743286" y="1988459"/>
                  </a:lnTo>
                  <a:lnTo>
                    <a:pt x="721653" y="1988274"/>
                  </a:lnTo>
                  <a:lnTo>
                    <a:pt x="691844" y="1987902"/>
                  </a:lnTo>
                  <a:lnTo>
                    <a:pt x="669496" y="1987546"/>
                  </a:lnTo>
                  <a:lnTo>
                    <a:pt x="652896" y="1987245"/>
                  </a:lnTo>
                  <a:lnTo>
                    <a:pt x="632378" y="1986782"/>
                  </a:lnTo>
                  <a:lnTo>
                    <a:pt x="614731" y="1986349"/>
                  </a:lnTo>
                  <a:lnTo>
                    <a:pt x="614563" y="1986345"/>
                  </a:lnTo>
                  <a:lnTo>
                    <a:pt x="607053" y="1986147"/>
                  </a:lnTo>
                  <a:lnTo>
                    <a:pt x="586250" y="1985552"/>
                  </a:lnTo>
                  <a:lnTo>
                    <a:pt x="567001" y="1984944"/>
                  </a:lnTo>
                  <a:lnTo>
                    <a:pt x="553699" y="1984503"/>
                  </a:lnTo>
                  <a:lnTo>
                    <a:pt x="538543" y="1983979"/>
                  </a:lnTo>
                  <a:lnTo>
                    <a:pt x="533202" y="1983783"/>
                  </a:lnTo>
                  <a:lnTo>
                    <a:pt x="528607" y="1983611"/>
                  </a:lnTo>
                  <a:lnTo>
                    <a:pt x="509328" y="1982857"/>
                  </a:lnTo>
                  <a:lnTo>
                    <a:pt x="490629" y="1982075"/>
                  </a:lnTo>
                  <a:lnTo>
                    <a:pt x="471115" y="1981222"/>
                  </a:lnTo>
                  <a:lnTo>
                    <a:pt x="437897" y="1979625"/>
                  </a:lnTo>
                  <a:lnTo>
                    <a:pt x="440003" y="1938032"/>
                  </a:lnTo>
                  <a:lnTo>
                    <a:pt x="440284" y="1932508"/>
                  </a:lnTo>
                  <a:lnTo>
                    <a:pt x="441491" y="1909496"/>
                  </a:lnTo>
                  <a:lnTo>
                    <a:pt x="441681" y="1905635"/>
                  </a:lnTo>
                  <a:lnTo>
                    <a:pt x="442297" y="1893130"/>
                  </a:lnTo>
                  <a:lnTo>
                    <a:pt x="442740" y="1884138"/>
                  </a:lnTo>
                  <a:lnTo>
                    <a:pt x="444141" y="1856806"/>
                  </a:lnTo>
                  <a:lnTo>
                    <a:pt x="445438" y="1832767"/>
                  </a:lnTo>
                  <a:lnTo>
                    <a:pt x="446689" y="1807583"/>
                  </a:lnTo>
                  <a:lnTo>
                    <a:pt x="446700" y="1807358"/>
                  </a:lnTo>
                  <a:lnTo>
                    <a:pt x="447145" y="1799272"/>
                  </a:lnTo>
                  <a:lnTo>
                    <a:pt x="448555" y="1773668"/>
                  </a:lnTo>
                  <a:lnTo>
                    <a:pt x="449967" y="1748829"/>
                  </a:lnTo>
                  <a:lnTo>
                    <a:pt x="450921" y="1727924"/>
                  </a:lnTo>
                  <a:lnTo>
                    <a:pt x="451066" y="1724870"/>
                  </a:lnTo>
                  <a:lnTo>
                    <a:pt x="452518" y="1694396"/>
                  </a:lnTo>
                  <a:lnTo>
                    <a:pt x="453386" y="1676026"/>
                  </a:lnTo>
                  <a:lnTo>
                    <a:pt x="454002" y="1663003"/>
                  </a:lnTo>
                  <a:lnTo>
                    <a:pt x="454867" y="1645644"/>
                  </a:lnTo>
                  <a:lnTo>
                    <a:pt x="456191" y="1619133"/>
                  </a:lnTo>
                  <a:close/>
                </a:path>
              </a:pathLst>
            </a:custGeom>
            <a:solidFill>
              <a:srgbClr val="92179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1"/>
            <p:cNvSpPr/>
            <p:nvPr/>
          </p:nvSpPr>
          <p:spPr>
            <a:xfrm>
              <a:off x="5181718" y="1674089"/>
              <a:ext cx="465205" cy="1607792"/>
            </a:xfrm>
            <a:custGeom>
              <a:avLst/>
              <a:pathLst>
                <a:path w="465205" h="1607792">
                  <a:moveTo>
                    <a:pt x="457200" y="1600199"/>
                  </a:moveTo>
                  <a:lnTo>
                    <a:pt x="459868" y="1595908"/>
                  </a:lnTo>
                  <a:lnTo>
                    <a:pt x="464478" y="1598602"/>
                  </a:lnTo>
                  <a:lnTo>
                    <a:pt x="465205" y="1604958"/>
                  </a:lnTo>
                  <a:lnTo>
                    <a:pt x="460760" y="1607792"/>
                  </a:lnTo>
                  <a:close/>
                </a:path>
              </a:pathLst>
            </a:custGeom>
            <a:solidFill>
              <a:srgbClr val="A824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2"/>
            <p:cNvSpPr/>
            <p:nvPr/>
          </p:nvSpPr>
          <p:spPr>
            <a:xfrm>
              <a:off x="5058191" y="2012702"/>
              <a:ext cx="822962" cy="1658269"/>
            </a:xfrm>
            <a:custGeom>
              <a:avLst/>
              <a:pathLst>
                <a:path w="822962" h="1658269">
                  <a:moveTo>
                    <a:pt x="457200" y="1600199"/>
                  </a:moveTo>
                  <a:lnTo>
                    <a:pt x="455646" y="1590602"/>
                  </a:lnTo>
                  <a:lnTo>
                    <a:pt x="453918" y="1579941"/>
                  </a:lnTo>
                  <a:lnTo>
                    <a:pt x="451235" y="1563922"/>
                  </a:lnTo>
                  <a:lnTo>
                    <a:pt x="450291" y="1558294"/>
                  </a:lnTo>
                  <a:lnTo>
                    <a:pt x="447006" y="1538747"/>
                  </a:lnTo>
                  <a:lnTo>
                    <a:pt x="443137" y="1515323"/>
                  </a:lnTo>
                  <a:lnTo>
                    <a:pt x="441341" y="1504472"/>
                  </a:lnTo>
                  <a:lnTo>
                    <a:pt x="439256" y="1491898"/>
                  </a:lnTo>
                  <a:lnTo>
                    <a:pt x="437795" y="1482912"/>
                  </a:lnTo>
                  <a:lnTo>
                    <a:pt x="435188" y="1466910"/>
                  </a:lnTo>
                  <a:lnTo>
                    <a:pt x="434329" y="1461645"/>
                  </a:lnTo>
                  <a:lnTo>
                    <a:pt x="431218" y="1443318"/>
                  </a:lnTo>
                  <a:lnTo>
                    <a:pt x="429689" y="1434667"/>
                  </a:lnTo>
                  <a:lnTo>
                    <a:pt x="426295" y="1415505"/>
                  </a:lnTo>
                  <a:lnTo>
                    <a:pt x="421970" y="1391634"/>
                  </a:lnTo>
                  <a:lnTo>
                    <a:pt x="420481" y="1383432"/>
                  </a:lnTo>
                  <a:lnTo>
                    <a:pt x="417534" y="1367219"/>
                  </a:lnTo>
                  <a:lnTo>
                    <a:pt x="414599" y="1351116"/>
                  </a:lnTo>
                  <a:lnTo>
                    <a:pt x="414187" y="1348861"/>
                  </a:lnTo>
                  <a:lnTo>
                    <a:pt x="411106" y="1331996"/>
                  </a:lnTo>
                  <a:lnTo>
                    <a:pt x="410702" y="1329816"/>
                  </a:lnTo>
                  <a:lnTo>
                    <a:pt x="408328" y="1317043"/>
                  </a:lnTo>
                  <a:lnTo>
                    <a:pt x="404538" y="1296679"/>
                  </a:lnTo>
                  <a:lnTo>
                    <a:pt x="437780" y="1289218"/>
                  </a:lnTo>
                  <a:lnTo>
                    <a:pt x="441255" y="1288417"/>
                  </a:lnTo>
                  <a:lnTo>
                    <a:pt x="444784" y="1287601"/>
                  </a:lnTo>
                  <a:lnTo>
                    <a:pt x="465157" y="1282857"/>
                  </a:lnTo>
                  <a:lnTo>
                    <a:pt x="488022" y="1277389"/>
                  </a:lnTo>
                  <a:lnTo>
                    <a:pt x="498578" y="1274839"/>
                  </a:lnTo>
                  <a:lnTo>
                    <a:pt x="526359" y="1268016"/>
                  </a:lnTo>
                  <a:lnTo>
                    <a:pt x="531373" y="1272262"/>
                  </a:lnTo>
                  <a:lnTo>
                    <a:pt x="538610" y="1269449"/>
                  </a:lnTo>
                  <a:lnTo>
                    <a:pt x="548629" y="1274681"/>
                  </a:lnTo>
                  <a:lnTo>
                    <a:pt x="555267" y="1275857"/>
                  </a:lnTo>
                  <a:lnTo>
                    <a:pt x="564785" y="1277532"/>
                  </a:lnTo>
                  <a:lnTo>
                    <a:pt x="569258" y="1281655"/>
                  </a:lnTo>
                  <a:lnTo>
                    <a:pt x="578779" y="1284913"/>
                  </a:lnTo>
                  <a:lnTo>
                    <a:pt x="584012" y="1275876"/>
                  </a:lnTo>
                  <a:lnTo>
                    <a:pt x="586033" y="1274011"/>
                  </a:lnTo>
                  <a:lnTo>
                    <a:pt x="597706" y="1277342"/>
                  </a:lnTo>
                  <a:lnTo>
                    <a:pt x="601322" y="1282344"/>
                  </a:lnTo>
                  <a:lnTo>
                    <a:pt x="601672" y="1282828"/>
                  </a:lnTo>
                  <a:lnTo>
                    <a:pt x="609724" y="1289258"/>
                  </a:lnTo>
                  <a:lnTo>
                    <a:pt x="618267" y="1292170"/>
                  </a:lnTo>
                  <a:lnTo>
                    <a:pt x="624978" y="1291326"/>
                  </a:lnTo>
                  <a:lnTo>
                    <a:pt x="632904" y="1284428"/>
                  </a:lnTo>
                  <a:lnTo>
                    <a:pt x="634135" y="1284078"/>
                  </a:lnTo>
                  <a:lnTo>
                    <a:pt x="641250" y="1282051"/>
                  </a:lnTo>
                  <a:lnTo>
                    <a:pt x="648059" y="1275319"/>
                  </a:lnTo>
                  <a:lnTo>
                    <a:pt x="663857" y="1266305"/>
                  </a:lnTo>
                  <a:lnTo>
                    <a:pt x="666493" y="1267068"/>
                  </a:lnTo>
                  <a:lnTo>
                    <a:pt x="669588" y="1267962"/>
                  </a:lnTo>
                  <a:lnTo>
                    <a:pt x="677997" y="1265662"/>
                  </a:lnTo>
                  <a:lnTo>
                    <a:pt x="680965" y="1264848"/>
                  </a:lnTo>
                  <a:lnTo>
                    <a:pt x="687659" y="1264234"/>
                  </a:lnTo>
                  <a:lnTo>
                    <a:pt x="695761" y="1255722"/>
                  </a:lnTo>
                  <a:lnTo>
                    <a:pt x="706298" y="1241228"/>
                  </a:lnTo>
                  <a:lnTo>
                    <a:pt x="707940" y="1238963"/>
                  </a:lnTo>
                  <a:lnTo>
                    <a:pt x="713329" y="1230264"/>
                  </a:lnTo>
                  <a:lnTo>
                    <a:pt x="721018" y="1221646"/>
                  </a:lnTo>
                  <a:lnTo>
                    <a:pt x="729499" y="1216257"/>
                  </a:lnTo>
                  <a:lnTo>
                    <a:pt x="739914" y="1206993"/>
                  </a:lnTo>
                  <a:lnTo>
                    <a:pt x="744095" y="1204762"/>
                  </a:lnTo>
                  <a:lnTo>
                    <a:pt x="752672" y="1200174"/>
                  </a:lnTo>
                  <a:lnTo>
                    <a:pt x="760436" y="1193067"/>
                  </a:lnTo>
                  <a:lnTo>
                    <a:pt x="778639" y="1182476"/>
                  </a:lnTo>
                  <a:lnTo>
                    <a:pt x="783646" y="1178687"/>
                  </a:lnTo>
                  <a:lnTo>
                    <a:pt x="787304" y="1194278"/>
                  </a:lnTo>
                  <a:lnTo>
                    <a:pt x="792433" y="1216187"/>
                  </a:lnTo>
                  <a:lnTo>
                    <a:pt x="797296" y="1236953"/>
                  </a:lnTo>
                  <a:lnTo>
                    <a:pt x="797587" y="1238200"/>
                  </a:lnTo>
                  <a:lnTo>
                    <a:pt x="804886" y="1269462"/>
                  </a:lnTo>
                  <a:lnTo>
                    <a:pt x="807668" y="1281576"/>
                  </a:lnTo>
                  <a:lnTo>
                    <a:pt x="807895" y="1282567"/>
                  </a:lnTo>
                  <a:lnTo>
                    <a:pt x="813998" y="1309207"/>
                  </a:lnTo>
                  <a:lnTo>
                    <a:pt x="814178" y="1309979"/>
                  </a:lnTo>
                  <a:lnTo>
                    <a:pt x="815573" y="1315947"/>
                  </a:lnTo>
                  <a:lnTo>
                    <a:pt x="821612" y="1341840"/>
                  </a:lnTo>
                  <a:lnTo>
                    <a:pt x="816370" y="1346110"/>
                  </a:lnTo>
                  <a:lnTo>
                    <a:pt x="812274" y="1346534"/>
                  </a:lnTo>
                  <a:lnTo>
                    <a:pt x="809595" y="1351999"/>
                  </a:lnTo>
                  <a:lnTo>
                    <a:pt x="815502" y="1358549"/>
                  </a:lnTo>
                  <a:lnTo>
                    <a:pt x="819142" y="1367169"/>
                  </a:lnTo>
                  <a:lnTo>
                    <a:pt x="818519" y="1373945"/>
                  </a:lnTo>
                  <a:lnTo>
                    <a:pt x="818402" y="1375222"/>
                  </a:lnTo>
                  <a:lnTo>
                    <a:pt x="822962" y="1384619"/>
                  </a:lnTo>
                  <a:lnTo>
                    <a:pt x="820937" y="1391875"/>
                  </a:lnTo>
                  <a:lnTo>
                    <a:pt x="819083" y="1400586"/>
                  </a:lnTo>
                  <a:lnTo>
                    <a:pt x="818218" y="1404637"/>
                  </a:lnTo>
                  <a:lnTo>
                    <a:pt x="818057" y="1405390"/>
                  </a:lnTo>
                  <a:lnTo>
                    <a:pt x="817195" y="1414793"/>
                  </a:lnTo>
                  <a:lnTo>
                    <a:pt x="818338" y="1420459"/>
                  </a:lnTo>
                  <a:lnTo>
                    <a:pt x="819896" y="1428196"/>
                  </a:lnTo>
                  <a:lnTo>
                    <a:pt x="818215" y="1431240"/>
                  </a:lnTo>
                  <a:lnTo>
                    <a:pt x="815488" y="1435940"/>
                  </a:lnTo>
                  <a:lnTo>
                    <a:pt x="815517" y="1444767"/>
                  </a:lnTo>
                  <a:lnTo>
                    <a:pt x="815518" y="1445136"/>
                  </a:lnTo>
                  <a:lnTo>
                    <a:pt x="816713" y="1450771"/>
                  </a:lnTo>
                  <a:lnTo>
                    <a:pt x="813577" y="1456341"/>
                  </a:lnTo>
                  <a:lnTo>
                    <a:pt x="817969" y="1460989"/>
                  </a:lnTo>
                  <a:lnTo>
                    <a:pt x="818704" y="1461767"/>
                  </a:lnTo>
                  <a:lnTo>
                    <a:pt x="816724" y="1468545"/>
                  </a:lnTo>
                  <a:lnTo>
                    <a:pt x="810986" y="1477077"/>
                  </a:lnTo>
                  <a:lnTo>
                    <a:pt x="804156" y="1487532"/>
                  </a:lnTo>
                  <a:lnTo>
                    <a:pt x="801334" y="1491841"/>
                  </a:lnTo>
                  <a:lnTo>
                    <a:pt x="798511" y="1499173"/>
                  </a:lnTo>
                  <a:lnTo>
                    <a:pt x="798058" y="1500347"/>
                  </a:lnTo>
                  <a:lnTo>
                    <a:pt x="793212" y="1503872"/>
                  </a:lnTo>
                  <a:lnTo>
                    <a:pt x="788414" y="1510215"/>
                  </a:lnTo>
                  <a:lnTo>
                    <a:pt x="780404" y="1517742"/>
                  </a:lnTo>
                  <a:lnTo>
                    <a:pt x="778197" y="1517876"/>
                  </a:lnTo>
                  <a:lnTo>
                    <a:pt x="775935" y="1518012"/>
                  </a:lnTo>
                  <a:lnTo>
                    <a:pt x="773041" y="1513177"/>
                  </a:lnTo>
                  <a:lnTo>
                    <a:pt x="768606" y="1512317"/>
                  </a:lnTo>
                  <a:lnTo>
                    <a:pt x="765164" y="1517725"/>
                  </a:lnTo>
                  <a:lnTo>
                    <a:pt x="761005" y="1524118"/>
                  </a:lnTo>
                  <a:lnTo>
                    <a:pt x="761906" y="1530909"/>
                  </a:lnTo>
                  <a:lnTo>
                    <a:pt x="757381" y="1532046"/>
                  </a:lnTo>
                  <a:lnTo>
                    <a:pt x="751399" y="1533607"/>
                  </a:lnTo>
                  <a:lnTo>
                    <a:pt x="749695" y="1540976"/>
                  </a:lnTo>
                  <a:lnTo>
                    <a:pt x="748988" y="1542195"/>
                  </a:lnTo>
                  <a:lnTo>
                    <a:pt x="746737" y="1546068"/>
                  </a:lnTo>
                  <a:lnTo>
                    <a:pt x="746874" y="1546504"/>
                  </a:lnTo>
                  <a:lnTo>
                    <a:pt x="749667" y="1555407"/>
                  </a:lnTo>
                  <a:lnTo>
                    <a:pt x="749047" y="1555873"/>
                  </a:lnTo>
                  <a:lnTo>
                    <a:pt x="744162" y="1559540"/>
                  </a:lnTo>
                  <a:lnTo>
                    <a:pt x="746647" y="1564566"/>
                  </a:lnTo>
                  <a:lnTo>
                    <a:pt x="749826" y="1571482"/>
                  </a:lnTo>
                  <a:lnTo>
                    <a:pt x="745868" y="1576830"/>
                  </a:lnTo>
                  <a:lnTo>
                    <a:pt x="739598" y="1580319"/>
                  </a:lnTo>
                  <a:lnTo>
                    <a:pt x="733901" y="1573441"/>
                  </a:lnTo>
                  <a:lnTo>
                    <a:pt x="726851" y="1570367"/>
                  </a:lnTo>
                  <a:lnTo>
                    <a:pt x="723907" y="1572517"/>
                  </a:lnTo>
                  <a:lnTo>
                    <a:pt x="720500" y="1578629"/>
                  </a:lnTo>
                  <a:lnTo>
                    <a:pt x="719959" y="1580680"/>
                  </a:lnTo>
                  <a:lnTo>
                    <a:pt x="717972" y="1588188"/>
                  </a:lnTo>
                  <a:lnTo>
                    <a:pt x="717478" y="1598645"/>
                  </a:lnTo>
                  <a:lnTo>
                    <a:pt x="713528" y="1602319"/>
                  </a:lnTo>
                  <a:lnTo>
                    <a:pt x="715316" y="1607333"/>
                  </a:lnTo>
                  <a:lnTo>
                    <a:pt x="719342" y="1619332"/>
                  </a:lnTo>
                  <a:lnTo>
                    <a:pt x="721601" y="1625367"/>
                  </a:lnTo>
                  <a:lnTo>
                    <a:pt x="717876" y="1628330"/>
                  </a:lnTo>
                  <a:lnTo>
                    <a:pt x="712594" y="1629229"/>
                  </a:lnTo>
                  <a:lnTo>
                    <a:pt x="712193" y="1631082"/>
                  </a:lnTo>
                  <a:lnTo>
                    <a:pt x="711624" y="1633707"/>
                  </a:lnTo>
                  <a:lnTo>
                    <a:pt x="712171" y="1641760"/>
                  </a:lnTo>
                  <a:lnTo>
                    <a:pt x="711459" y="1647924"/>
                  </a:lnTo>
                  <a:lnTo>
                    <a:pt x="706335" y="1650885"/>
                  </a:lnTo>
                  <a:lnTo>
                    <a:pt x="700330" y="1653179"/>
                  </a:lnTo>
                  <a:lnTo>
                    <a:pt x="694757" y="1655954"/>
                  </a:lnTo>
                  <a:lnTo>
                    <a:pt x="690099" y="1658269"/>
                  </a:lnTo>
                  <a:lnTo>
                    <a:pt x="686539" y="1656802"/>
                  </a:lnTo>
                  <a:lnTo>
                    <a:pt x="682841" y="1650538"/>
                  </a:lnTo>
                  <a:lnTo>
                    <a:pt x="677767" y="1647712"/>
                  </a:lnTo>
                  <a:lnTo>
                    <a:pt x="676477" y="1646993"/>
                  </a:lnTo>
                  <a:lnTo>
                    <a:pt x="670800" y="1642829"/>
                  </a:lnTo>
                  <a:lnTo>
                    <a:pt x="663529" y="1643657"/>
                  </a:lnTo>
                  <a:lnTo>
                    <a:pt x="662224" y="1642761"/>
                  </a:lnTo>
                  <a:lnTo>
                    <a:pt x="657685" y="1639642"/>
                  </a:lnTo>
                  <a:lnTo>
                    <a:pt x="654179" y="1630964"/>
                  </a:lnTo>
                  <a:lnTo>
                    <a:pt x="653062" y="1626072"/>
                  </a:lnTo>
                  <a:lnTo>
                    <a:pt x="650453" y="1621814"/>
                  </a:lnTo>
                  <a:lnTo>
                    <a:pt x="645656" y="1624453"/>
                  </a:lnTo>
                  <a:lnTo>
                    <a:pt x="639473" y="1627432"/>
                  </a:lnTo>
                  <a:lnTo>
                    <a:pt x="638034" y="1629414"/>
                  </a:lnTo>
                  <a:lnTo>
                    <a:pt x="637101" y="1630698"/>
                  </a:lnTo>
                  <a:lnTo>
                    <a:pt x="631336" y="1636565"/>
                  </a:lnTo>
                  <a:lnTo>
                    <a:pt x="630507" y="1640744"/>
                  </a:lnTo>
                  <a:lnTo>
                    <a:pt x="626836" y="1644049"/>
                  </a:lnTo>
                  <a:lnTo>
                    <a:pt x="620297" y="1644335"/>
                  </a:lnTo>
                  <a:lnTo>
                    <a:pt x="618311" y="1646712"/>
                  </a:lnTo>
                  <a:lnTo>
                    <a:pt x="616525" y="1648848"/>
                  </a:lnTo>
                  <a:lnTo>
                    <a:pt x="612748" y="1646633"/>
                  </a:lnTo>
                  <a:lnTo>
                    <a:pt x="606552" y="1642963"/>
                  </a:lnTo>
                  <a:lnTo>
                    <a:pt x="600287" y="1643235"/>
                  </a:lnTo>
                  <a:lnTo>
                    <a:pt x="590713" y="1641007"/>
                  </a:lnTo>
                  <a:lnTo>
                    <a:pt x="582357" y="1645580"/>
                  </a:lnTo>
                  <a:lnTo>
                    <a:pt x="581660" y="1650315"/>
                  </a:lnTo>
                  <a:lnTo>
                    <a:pt x="581317" y="1650567"/>
                  </a:lnTo>
                  <a:lnTo>
                    <a:pt x="578498" y="1652632"/>
                  </a:lnTo>
                  <a:lnTo>
                    <a:pt x="575810" y="1652152"/>
                  </a:lnTo>
                  <a:lnTo>
                    <a:pt x="569054" y="1650941"/>
                  </a:lnTo>
                  <a:lnTo>
                    <a:pt x="567113" y="1646559"/>
                  </a:lnTo>
                  <a:lnTo>
                    <a:pt x="561866" y="1645010"/>
                  </a:lnTo>
                  <a:lnTo>
                    <a:pt x="559348" y="1641005"/>
                  </a:lnTo>
                  <a:lnTo>
                    <a:pt x="554029" y="1640041"/>
                  </a:lnTo>
                  <a:lnTo>
                    <a:pt x="551580" y="1639596"/>
                  </a:lnTo>
                  <a:lnTo>
                    <a:pt x="546520" y="1639000"/>
                  </a:lnTo>
                  <a:lnTo>
                    <a:pt x="539867" y="1642273"/>
                  </a:lnTo>
                  <a:lnTo>
                    <a:pt x="531641" y="1641605"/>
                  </a:lnTo>
                  <a:lnTo>
                    <a:pt x="523895" y="1641046"/>
                  </a:lnTo>
                  <a:lnTo>
                    <a:pt x="522105" y="1638337"/>
                  </a:lnTo>
                  <a:lnTo>
                    <a:pt x="521144" y="1636883"/>
                  </a:lnTo>
                  <a:lnTo>
                    <a:pt x="520525" y="1632933"/>
                  </a:lnTo>
                  <a:lnTo>
                    <a:pt x="520413" y="1632221"/>
                  </a:lnTo>
                  <a:lnTo>
                    <a:pt x="513435" y="1624003"/>
                  </a:lnTo>
                  <a:lnTo>
                    <a:pt x="511824" y="1620007"/>
                  </a:lnTo>
                  <a:lnTo>
                    <a:pt x="508874" y="1616651"/>
                  </a:lnTo>
                  <a:lnTo>
                    <a:pt x="508218" y="1615904"/>
                  </a:lnTo>
                  <a:lnTo>
                    <a:pt x="500762" y="1614933"/>
                  </a:lnTo>
                  <a:lnTo>
                    <a:pt x="496909" y="1610896"/>
                  </a:lnTo>
                  <a:lnTo>
                    <a:pt x="495076" y="1607373"/>
                  </a:lnTo>
                  <a:lnTo>
                    <a:pt x="493328" y="1606780"/>
                  </a:lnTo>
                  <a:lnTo>
                    <a:pt x="491651" y="1607734"/>
                  </a:lnTo>
                  <a:lnTo>
                    <a:pt x="490754" y="1609720"/>
                  </a:lnTo>
                  <a:lnTo>
                    <a:pt x="489561" y="1610034"/>
                  </a:lnTo>
                  <a:lnTo>
                    <a:pt x="485422" y="1611125"/>
                  </a:lnTo>
                  <a:lnTo>
                    <a:pt x="480590" y="1615353"/>
                  </a:lnTo>
                  <a:lnTo>
                    <a:pt x="479143" y="1614979"/>
                  </a:lnTo>
                  <a:lnTo>
                    <a:pt x="473489" y="1613515"/>
                  </a:lnTo>
                  <a:lnTo>
                    <a:pt x="469508" y="1610149"/>
                  </a:lnTo>
                  <a:lnTo>
                    <a:pt x="469265" y="1609943"/>
                  </a:lnTo>
                  <a:lnTo>
                    <a:pt x="465477" y="1608787"/>
                  </a:lnTo>
                  <a:lnTo>
                    <a:pt x="459811" y="1615155"/>
                  </a:lnTo>
                  <a:close/>
                </a:path>
              </a:pathLst>
            </a:custGeom>
            <a:solidFill>
              <a:srgbClr val="A82494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3"/>
            <p:cNvSpPr/>
            <p:nvPr/>
          </p:nvSpPr>
          <p:spPr>
            <a:xfrm>
              <a:off x="3303814" y="2457685"/>
              <a:ext cx="1330666" cy="1966872"/>
            </a:xfrm>
            <a:custGeom>
              <a:avLst/>
              <a:pathLst>
                <a:path w="1330666" h="1966872">
                  <a:moveTo>
                    <a:pt x="457200" y="1600200"/>
                  </a:moveTo>
                  <a:lnTo>
                    <a:pt x="458216" y="1571137"/>
                  </a:lnTo>
                  <a:lnTo>
                    <a:pt x="458565" y="1559909"/>
                  </a:lnTo>
                  <a:lnTo>
                    <a:pt x="474502" y="1560526"/>
                  </a:lnTo>
                  <a:lnTo>
                    <a:pt x="488798" y="1561551"/>
                  </a:lnTo>
                  <a:lnTo>
                    <a:pt x="522916" y="1562658"/>
                  </a:lnTo>
                  <a:lnTo>
                    <a:pt x="554069" y="1563650"/>
                  </a:lnTo>
                  <a:lnTo>
                    <a:pt x="555467" y="1563677"/>
                  </a:lnTo>
                  <a:lnTo>
                    <a:pt x="567987" y="1563901"/>
                  </a:lnTo>
                  <a:lnTo>
                    <a:pt x="602551" y="1564415"/>
                  </a:lnTo>
                  <a:lnTo>
                    <a:pt x="609514" y="1564502"/>
                  </a:lnTo>
                  <a:lnTo>
                    <a:pt x="636779" y="1564752"/>
                  </a:lnTo>
                  <a:lnTo>
                    <a:pt x="651219" y="1564872"/>
                  </a:lnTo>
                  <a:lnTo>
                    <a:pt x="663265" y="1564953"/>
                  </a:lnTo>
                  <a:lnTo>
                    <a:pt x="672209" y="1565001"/>
                  </a:lnTo>
                  <a:lnTo>
                    <a:pt x="694344" y="1565006"/>
                  </a:lnTo>
                  <a:lnTo>
                    <a:pt x="702373" y="1564993"/>
                  </a:lnTo>
                  <a:lnTo>
                    <a:pt x="748491" y="1565077"/>
                  </a:lnTo>
                  <a:lnTo>
                    <a:pt x="757144" y="1565064"/>
                  </a:lnTo>
                  <a:lnTo>
                    <a:pt x="757878" y="1565063"/>
                  </a:lnTo>
                  <a:lnTo>
                    <a:pt x="791485" y="1565171"/>
                  </a:lnTo>
                  <a:lnTo>
                    <a:pt x="803089" y="1565151"/>
                  </a:lnTo>
                  <a:lnTo>
                    <a:pt x="811543" y="1565127"/>
                  </a:lnTo>
                  <a:lnTo>
                    <a:pt x="816440" y="1565109"/>
                  </a:lnTo>
                  <a:lnTo>
                    <a:pt x="844075" y="1564887"/>
                  </a:lnTo>
                  <a:lnTo>
                    <a:pt x="856933" y="1564752"/>
                  </a:lnTo>
                  <a:lnTo>
                    <a:pt x="877677" y="1564492"/>
                  </a:lnTo>
                  <a:lnTo>
                    <a:pt x="902295" y="1564192"/>
                  </a:lnTo>
                  <a:lnTo>
                    <a:pt x="921268" y="1563912"/>
                  </a:lnTo>
                  <a:lnTo>
                    <a:pt x="921958" y="1563897"/>
                  </a:lnTo>
                  <a:lnTo>
                    <a:pt x="945365" y="1563369"/>
                  </a:lnTo>
                  <a:lnTo>
                    <a:pt x="951998" y="1563207"/>
                  </a:lnTo>
                  <a:lnTo>
                    <a:pt x="976186" y="1562563"/>
                  </a:lnTo>
                  <a:lnTo>
                    <a:pt x="979531" y="1562468"/>
                  </a:lnTo>
                  <a:lnTo>
                    <a:pt x="1010018" y="1561593"/>
                  </a:lnTo>
                  <a:lnTo>
                    <a:pt x="1017722" y="1561354"/>
                  </a:lnTo>
                  <a:lnTo>
                    <a:pt x="1041324" y="1560569"/>
                  </a:lnTo>
                  <a:lnTo>
                    <a:pt x="1046007" y="1560405"/>
                  </a:lnTo>
                  <a:lnTo>
                    <a:pt x="1080907" y="1559127"/>
                  </a:lnTo>
                  <a:lnTo>
                    <a:pt x="1103215" y="1558272"/>
                  </a:lnTo>
                  <a:lnTo>
                    <a:pt x="1105731" y="1558172"/>
                  </a:lnTo>
                  <a:lnTo>
                    <a:pt x="1133845" y="1556898"/>
                  </a:lnTo>
                  <a:lnTo>
                    <a:pt x="1155398" y="1555882"/>
                  </a:lnTo>
                  <a:lnTo>
                    <a:pt x="1159031" y="1555705"/>
                  </a:lnTo>
                  <a:lnTo>
                    <a:pt x="1162625" y="1555529"/>
                  </a:lnTo>
                  <a:lnTo>
                    <a:pt x="1176678" y="1554831"/>
                  </a:lnTo>
                  <a:lnTo>
                    <a:pt x="1197867" y="1553735"/>
                  </a:lnTo>
                  <a:lnTo>
                    <a:pt x="1202955" y="1553463"/>
                  </a:lnTo>
                  <a:lnTo>
                    <a:pt x="1214352" y="1552844"/>
                  </a:lnTo>
                  <a:lnTo>
                    <a:pt x="1222816" y="1552374"/>
                  </a:lnTo>
                  <a:lnTo>
                    <a:pt x="1247563" y="1550940"/>
                  </a:lnTo>
                  <a:lnTo>
                    <a:pt x="1254109" y="1550548"/>
                  </a:lnTo>
                  <a:lnTo>
                    <a:pt x="1255333" y="1550474"/>
                  </a:lnTo>
                  <a:lnTo>
                    <a:pt x="1283403" y="1548842"/>
                  </a:lnTo>
                  <a:lnTo>
                    <a:pt x="1292818" y="1548228"/>
                  </a:lnTo>
                  <a:lnTo>
                    <a:pt x="1294494" y="1577018"/>
                  </a:lnTo>
                  <a:lnTo>
                    <a:pt x="1295250" y="1589237"/>
                  </a:lnTo>
                  <a:lnTo>
                    <a:pt x="1295673" y="1596089"/>
                  </a:lnTo>
                  <a:lnTo>
                    <a:pt x="1296491" y="1610111"/>
                  </a:lnTo>
                  <a:lnTo>
                    <a:pt x="1301129" y="1634611"/>
                  </a:lnTo>
                  <a:lnTo>
                    <a:pt x="1304544" y="1651547"/>
                  </a:lnTo>
                  <a:lnTo>
                    <a:pt x="1306028" y="1658891"/>
                  </a:lnTo>
                  <a:lnTo>
                    <a:pt x="1308863" y="1672913"/>
                  </a:lnTo>
                  <a:lnTo>
                    <a:pt x="1314268" y="1699851"/>
                  </a:lnTo>
                  <a:lnTo>
                    <a:pt x="1314486" y="1700962"/>
                  </a:lnTo>
                  <a:lnTo>
                    <a:pt x="1317395" y="1715773"/>
                  </a:lnTo>
                  <a:lnTo>
                    <a:pt x="1320819" y="1733175"/>
                  </a:lnTo>
                  <a:lnTo>
                    <a:pt x="1323102" y="1745960"/>
                  </a:lnTo>
                  <a:lnTo>
                    <a:pt x="1323215" y="1746593"/>
                  </a:lnTo>
                  <a:lnTo>
                    <a:pt x="1323607" y="1748789"/>
                  </a:lnTo>
                  <a:lnTo>
                    <a:pt x="1323917" y="1760412"/>
                  </a:lnTo>
                  <a:lnTo>
                    <a:pt x="1324028" y="1764031"/>
                  </a:lnTo>
                  <a:lnTo>
                    <a:pt x="1325203" y="1802794"/>
                  </a:lnTo>
                  <a:lnTo>
                    <a:pt x="1325364" y="1808189"/>
                  </a:lnTo>
                  <a:lnTo>
                    <a:pt x="1326006" y="1828220"/>
                  </a:lnTo>
                  <a:lnTo>
                    <a:pt x="1326376" y="1839870"/>
                  </a:lnTo>
                  <a:lnTo>
                    <a:pt x="1326931" y="1855665"/>
                  </a:lnTo>
                  <a:lnTo>
                    <a:pt x="1327571" y="1873989"/>
                  </a:lnTo>
                  <a:lnTo>
                    <a:pt x="1328315" y="1894968"/>
                  </a:lnTo>
                  <a:lnTo>
                    <a:pt x="1329058" y="1916087"/>
                  </a:lnTo>
                  <a:lnTo>
                    <a:pt x="1329381" y="1925849"/>
                  </a:lnTo>
                  <a:lnTo>
                    <a:pt x="1330001" y="1944651"/>
                  </a:lnTo>
                  <a:lnTo>
                    <a:pt x="1330666" y="1963363"/>
                  </a:lnTo>
                  <a:lnTo>
                    <a:pt x="1326312" y="1965632"/>
                  </a:lnTo>
                  <a:lnTo>
                    <a:pt x="1321411" y="1959985"/>
                  </a:lnTo>
                  <a:lnTo>
                    <a:pt x="1315399" y="1959931"/>
                  </a:lnTo>
                  <a:lnTo>
                    <a:pt x="1306422" y="1956292"/>
                  </a:lnTo>
                  <a:lnTo>
                    <a:pt x="1304558" y="1954724"/>
                  </a:lnTo>
                  <a:lnTo>
                    <a:pt x="1300825" y="1951580"/>
                  </a:lnTo>
                  <a:lnTo>
                    <a:pt x="1293057" y="1953122"/>
                  </a:lnTo>
                  <a:lnTo>
                    <a:pt x="1286525" y="1948943"/>
                  </a:lnTo>
                  <a:lnTo>
                    <a:pt x="1282435" y="1944943"/>
                  </a:lnTo>
                  <a:lnTo>
                    <a:pt x="1277801" y="1940035"/>
                  </a:lnTo>
                  <a:lnTo>
                    <a:pt x="1271012" y="1939158"/>
                  </a:lnTo>
                  <a:lnTo>
                    <a:pt x="1265727" y="1934224"/>
                  </a:lnTo>
                  <a:lnTo>
                    <a:pt x="1259891" y="1930649"/>
                  </a:lnTo>
                  <a:lnTo>
                    <a:pt x="1259210" y="1930421"/>
                  </a:lnTo>
                  <a:lnTo>
                    <a:pt x="1251772" y="1927931"/>
                  </a:lnTo>
                  <a:lnTo>
                    <a:pt x="1249155" y="1932077"/>
                  </a:lnTo>
                  <a:lnTo>
                    <a:pt x="1246389" y="1938675"/>
                  </a:lnTo>
                  <a:lnTo>
                    <a:pt x="1243617" y="1939313"/>
                  </a:lnTo>
                  <a:lnTo>
                    <a:pt x="1239316" y="1940300"/>
                  </a:lnTo>
                  <a:lnTo>
                    <a:pt x="1229467" y="1940701"/>
                  </a:lnTo>
                  <a:lnTo>
                    <a:pt x="1221296" y="1939071"/>
                  </a:lnTo>
                  <a:lnTo>
                    <a:pt x="1217784" y="1934106"/>
                  </a:lnTo>
                  <a:lnTo>
                    <a:pt x="1212945" y="1934335"/>
                  </a:lnTo>
                  <a:lnTo>
                    <a:pt x="1206201" y="1937329"/>
                  </a:lnTo>
                  <a:lnTo>
                    <a:pt x="1199264" y="1938904"/>
                  </a:lnTo>
                  <a:lnTo>
                    <a:pt x="1193994" y="1942083"/>
                  </a:lnTo>
                  <a:lnTo>
                    <a:pt x="1190863" y="1943970"/>
                  </a:lnTo>
                  <a:lnTo>
                    <a:pt x="1188337" y="1943851"/>
                  </a:lnTo>
                  <a:lnTo>
                    <a:pt x="1183903" y="1943641"/>
                  </a:lnTo>
                  <a:lnTo>
                    <a:pt x="1178887" y="1942488"/>
                  </a:lnTo>
                  <a:lnTo>
                    <a:pt x="1165736" y="1947269"/>
                  </a:lnTo>
                  <a:lnTo>
                    <a:pt x="1156693" y="1948869"/>
                  </a:lnTo>
                  <a:lnTo>
                    <a:pt x="1154632" y="1952852"/>
                  </a:lnTo>
                  <a:lnTo>
                    <a:pt x="1149082" y="1959611"/>
                  </a:lnTo>
                  <a:lnTo>
                    <a:pt x="1143969" y="1957145"/>
                  </a:lnTo>
                  <a:lnTo>
                    <a:pt x="1141011" y="1961577"/>
                  </a:lnTo>
                  <a:lnTo>
                    <a:pt x="1135417" y="1966872"/>
                  </a:lnTo>
                  <a:lnTo>
                    <a:pt x="1133600" y="1964309"/>
                  </a:lnTo>
                  <a:lnTo>
                    <a:pt x="1130980" y="1960608"/>
                  </a:lnTo>
                  <a:lnTo>
                    <a:pt x="1127404" y="1956576"/>
                  </a:lnTo>
                  <a:lnTo>
                    <a:pt x="1120603" y="1957674"/>
                  </a:lnTo>
                  <a:lnTo>
                    <a:pt x="1118162" y="1952241"/>
                  </a:lnTo>
                  <a:lnTo>
                    <a:pt x="1113068" y="1952326"/>
                  </a:lnTo>
                  <a:lnTo>
                    <a:pt x="1110943" y="1950947"/>
                  </a:lnTo>
                  <a:lnTo>
                    <a:pt x="1111013" y="1944780"/>
                  </a:lnTo>
                  <a:lnTo>
                    <a:pt x="1110530" y="1944508"/>
                  </a:lnTo>
                  <a:lnTo>
                    <a:pt x="1103624" y="1940612"/>
                  </a:lnTo>
                  <a:lnTo>
                    <a:pt x="1101497" y="1945654"/>
                  </a:lnTo>
                  <a:lnTo>
                    <a:pt x="1098547" y="1951346"/>
                  </a:lnTo>
                  <a:lnTo>
                    <a:pt x="1091831" y="1950321"/>
                  </a:lnTo>
                  <a:lnTo>
                    <a:pt x="1089903" y="1947060"/>
                  </a:lnTo>
                  <a:lnTo>
                    <a:pt x="1084154" y="1949960"/>
                  </a:lnTo>
                  <a:lnTo>
                    <a:pt x="1079096" y="1943240"/>
                  </a:lnTo>
                  <a:lnTo>
                    <a:pt x="1078082" y="1937793"/>
                  </a:lnTo>
                  <a:lnTo>
                    <a:pt x="1075076" y="1938103"/>
                  </a:lnTo>
                  <a:lnTo>
                    <a:pt x="1074014" y="1938213"/>
                  </a:lnTo>
                  <a:lnTo>
                    <a:pt x="1073219" y="1938295"/>
                  </a:lnTo>
                  <a:lnTo>
                    <a:pt x="1069548" y="1941661"/>
                  </a:lnTo>
                  <a:lnTo>
                    <a:pt x="1070003" y="1945602"/>
                  </a:lnTo>
                  <a:lnTo>
                    <a:pt x="1062838" y="1949666"/>
                  </a:lnTo>
                  <a:lnTo>
                    <a:pt x="1060642" y="1955066"/>
                  </a:lnTo>
                  <a:lnTo>
                    <a:pt x="1059828" y="1959883"/>
                  </a:lnTo>
                  <a:lnTo>
                    <a:pt x="1059641" y="1964718"/>
                  </a:lnTo>
                  <a:lnTo>
                    <a:pt x="1053633" y="1966549"/>
                  </a:lnTo>
                  <a:lnTo>
                    <a:pt x="1047470" y="1955872"/>
                  </a:lnTo>
                  <a:lnTo>
                    <a:pt x="1051380" y="1951099"/>
                  </a:lnTo>
                  <a:lnTo>
                    <a:pt x="1047038" y="1942947"/>
                  </a:lnTo>
                  <a:lnTo>
                    <a:pt x="1042939" y="1944807"/>
                  </a:lnTo>
                  <a:lnTo>
                    <a:pt x="1035594" y="1949405"/>
                  </a:lnTo>
                  <a:lnTo>
                    <a:pt x="1030078" y="1955233"/>
                  </a:lnTo>
                  <a:lnTo>
                    <a:pt x="1022671" y="1954923"/>
                  </a:lnTo>
                  <a:lnTo>
                    <a:pt x="1021759" y="1949110"/>
                  </a:lnTo>
                  <a:lnTo>
                    <a:pt x="1018230" y="1943894"/>
                  </a:lnTo>
                  <a:lnTo>
                    <a:pt x="1017975" y="1943517"/>
                  </a:lnTo>
                  <a:lnTo>
                    <a:pt x="1010601" y="1946196"/>
                  </a:lnTo>
                  <a:lnTo>
                    <a:pt x="1010287" y="1945962"/>
                  </a:lnTo>
                  <a:lnTo>
                    <a:pt x="1006596" y="1943213"/>
                  </a:lnTo>
                  <a:lnTo>
                    <a:pt x="1005111" y="1937559"/>
                  </a:lnTo>
                  <a:lnTo>
                    <a:pt x="998549" y="1934858"/>
                  </a:lnTo>
                  <a:lnTo>
                    <a:pt x="989624" y="1943291"/>
                  </a:lnTo>
                  <a:lnTo>
                    <a:pt x="985230" y="1948981"/>
                  </a:lnTo>
                  <a:lnTo>
                    <a:pt x="978856" y="1952957"/>
                  </a:lnTo>
                  <a:lnTo>
                    <a:pt x="969914" y="1949582"/>
                  </a:lnTo>
                  <a:lnTo>
                    <a:pt x="969808" y="1947999"/>
                  </a:lnTo>
                  <a:lnTo>
                    <a:pt x="969534" y="1943901"/>
                  </a:lnTo>
                  <a:lnTo>
                    <a:pt x="969990" y="1935632"/>
                  </a:lnTo>
                  <a:lnTo>
                    <a:pt x="963961" y="1935167"/>
                  </a:lnTo>
                  <a:lnTo>
                    <a:pt x="955954" y="1934553"/>
                  </a:lnTo>
                  <a:lnTo>
                    <a:pt x="954156" y="1928869"/>
                  </a:lnTo>
                  <a:lnTo>
                    <a:pt x="953993" y="1921979"/>
                  </a:lnTo>
                  <a:lnTo>
                    <a:pt x="951383" y="1915815"/>
                  </a:lnTo>
                  <a:lnTo>
                    <a:pt x="949854" y="1917500"/>
                  </a:lnTo>
                  <a:lnTo>
                    <a:pt x="946752" y="1920915"/>
                  </a:lnTo>
                  <a:lnTo>
                    <a:pt x="940915" y="1919420"/>
                  </a:lnTo>
                  <a:lnTo>
                    <a:pt x="931209" y="1917242"/>
                  </a:lnTo>
                  <a:lnTo>
                    <a:pt x="926506" y="1916010"/>
                  </a:lnTo>
                  <a:lnTo>
                    <a:pt x="923009" y="1919625"/>
                  </a:lnTo>
                  <a:lnTo>
                    <a:pt x="921447" y="1925027"/>
                  </a:lnTo>
                  <a:lnTo>
                    <a:pt x="920511" y="1925431"/>
                  </a:lnTo>
                  <a:lnTo>
                    <a:pt x="915215" y="1927717"/>
                  </a:lnTo>
                  <a:lnTo>
                    <a:pt x="909658" y="1924014"/>
                  </a:lnTo>
                  <a:lnTo>
                    <a:pt x="904495" y="1917415"/>
                  </a:lnTo>
                  <a:lnTo>
                    <a:pt x="901064" y="1916578"/>
                  </a:lnTo>
                  <a:lnTo>
                    <a:pt x="897135" y="1915618"/>
                  </a:lnTo>
                  <a:lnTo>
                    <a:pt x="892848" y="1919559"/>
                  </a:lnTo>
                  <a:lnTo>
                    <a:pt x="887976" y="1919901"/>
                  </a:lnTo>
                  <a:lnTo>
                    <a:pt x="880743" y="1916921"/>
                  </a:lnTo>
                  <a:lnTo>
                    <a:pt x="873974" y="1916450"/>
                  </a:lnTo>
                  <a:lnTo>
                    <a:pt x="866887" y="1911187"/>
                  </a:lnTo>
                  <a:lnTo>
                    <a:pt x="865635" y="1911081"/>
                  </a:lnTo>
                  <a:lnTo>
                    <a:pt x="860403" y="1910635"/>
                  </a:lnTo>
                  <a:lnTo>
                    <a:pt x="854640" y="1911632"/>
                  </a:lnTo>
                  <a:lnTo>
                    <a:pt x="847114" y="1910710"/>
                  </a:lnTo>
                  <a:lnTo>
                    <a:pt x="841122" y="1910155"/>
                  </a:lnTo>
                  <a:lnTo>
                    <a:pt x="838737" y="1897836"/>
                  </a:lnTo>
                  <a:lnTo>
                    <a:pt x="837693" y="1896434"/>
                  </a:lnTo>
                  <a:lnTo>
                    <a:pt x="832092" y="1888901"/>
                  </a:lnTo>
                  <a:lnTo>
                    <a:pt x="824312" y="1882712"/>
                  </a:lnTo>
                  <a:lnTo>
                    <a:pt x="819719" y="1882124"/>
                  </a:lnTo>
                  <a:lnTo>
                    <a:pt x="817142" y="1889775"/>
                  </a:lnTo>
                  <a:lnTo>
                    <a:pt x="811922" y="1887827"/>
                  </a:lnTo>
                  <a:lnTo>
                    <a:pt x="811504" y="1887780"/>
                  </a:lnTo>
                  <a:lnTo>
                    <a:pt x="800218" y="1886505"/>
                  </a:lnTo>
                  <a:lnTo>
                    <a:pt x="798633" y="1890597"/>
                  </a:lnTo>
                  <a:lnTo>
                    <a:pt x="788689" y="1889852"/>
                  </a:lnTo>
                  <a:lnTo>
                    <a:pt x="781619" y="1883159"/>
                  </a:lnTo>
                  <a:lnTo>
                    <a:pt x="776116" y="1876661"/>
                  </a:lnTo>
                  <a:lnTo>
                    <a:pt x="773654" y="1874302"/>
                  </a:lnTo>
                  <a:lnTo>
                    <a:pt x="764666" y="1865671"/>
                  </a:lnTo>
                  <a:lnTo>
                    <a:pt x="757644" y="1867603"/>
                  </a:lnTo>
                  <a:lnTo>
                    <a:pt x="757361" y="1867681"/>
                  </a:lnTo>
                  <a:lnTo>
                    <a:pt x="757361" y="1844661"/>
                  </a:lnTo>
                  <a:lnTo>
                    <a:pt x="757361" y="1809530"/>
                  </a:lnTo>
                  <a:lnTo>
                    <a:pt x="757361" y="1790600"/>
                  </a:lnTo>
                  <a:lnTo>
                    <a:pt x="757360" y="1760900"/>
                  </a:lnTo>
                  <a:lnTo>
                    <a:pt x="757360" y="1736513"/>
                  </a:lnTo>
                  <a:lnTo>
                    <a:pt x="757360" y="1704019"/>
                  </a:lnTo>
                  <a:lnTo>
                    <a:pt x="757360" y="1682391"/>
                  </a:lnTo>
                  <a:lnTo>
                    <a:pt x="757359" y="1627326"/>
                  </a:lnTo>
                  <a:lnTo>
                    <a:pt x="757023" y="1627327"/>
                  </a:lnTo>
                  <a:lnTo>
                    <a:pt x="726221" y="1627271"/>
                  </a:lnTo>
                  <a:lnTo>
                    <a:pt x="702650" y="1627173"/>
                  </a:lnTo>
                  <a:lnTo>
                    <a:pt x="697992" y="1627146"/>
                  </a:lnTo>
                  <a:lnTo>
                    <a:pt x="668765" y="1626863"/>
                  </a:lnTo>
                  <a:lnTo>
                    <a:pt x="661750" y="1626806"/>
                  </a:lnTo>
                  <a:lnTo>
                    <a:pt x="648618" y="1626682"/>
                  </a:lnTo>
                  <a:lnTo>
                    <a:pt x="594618" y="1625778"/>
                  </a:lnTo>
                  <a:lnTo>
                    <a:pt x="574308" y="1625345"/>
                  </a:lnTo>
                  <a:lnTo>
                    <a:pt x="553687" y="1624821"/>
                  </a:lnTo>
                  <a:lnTo>
                    <a:pt x="540649" y="1624464"/>
                  </a:lnTo>
                  <a:lnTo>
                    <a:pt x="456493" y="1621872"/>
                  </a:lnTo>
                  <a:lnTo>
                    <a:pt x="456936" y="1609186"/>
                  </a:lnTo>
                  <a:close/>
                </a:path>
              </a:pathLst>
            </a:custGeom>
            <a:solidFill>
              <a:srgbClr val="C8467C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4"/>
            <p:cNvSpPr/>
            <p:nvPr/>
          </p:nvSpPr>
          <p:spPr>
            <a:xfrm>
              <a:off x="1406660" y="1362253"/>
              <a:ext cx="1234800" cy="1876668"/>
            </a:xfrm>
            <a:custGeom>
              <a:avLst/>
              <a:pathLst>
                <a:path w="1234800" h="1876668">
                  <a:moveTo>
                    <a:pt x="457200" y="1600199"/>
                  </a:moveTo>
                  <a:lnTo>
                    <a:pt x="467380" y="1588795"/>
                  </a:lnTo>
                  <a:lnTo>
                    <a:pt x="467573" y="1588483"/>
                  </a:lnTo>
                  <a:lnTo>
                    <a:pt x="475571" y="1575589"/>
                  </a:lnTo>
                  <a:lnTo>
                    <a:pt x="480912" y="1565606"/>
                  </a:lnTo>
                  <a:lnTo>
                    <a:pt x="484589" y="1558324"/>
                  </a:lnTo>
                  <a:lnTo>
                    <a:pt x="487394" y="1553112"/>
                  </a:lnTo>
                  <a:lnTo>
                    <a:pt x="487021" y="1548787"/>
                  </a:lnTo>
                  <a:lnTo>
                    <a:pt x="492516" y="1545172"/>
                  </a:lnTo>
                  <a:lnTo>
                    <a:pt x="501584" y="1535684"/>
                  </a:lnTo>
                  <a:lnTo>
                    <a:pt x="510512" y="1522567"/>
                  </a:lnTo>
                  <a:lnTo>
                    <a:pt x="513693" y="1516478"/>
                  </a:lnTo>
                  <a:lnTo>
                    <a:pt x="519318" y="1505709"/>
                  </a:lnTo>
                  <a:lnTo>
                    <a:pt x="527855" y="1487622"/>
                  </a:lnTo>
                  <a:lnTo>
                    <a:pt x="530406" y="1482214"/>
                  </a:lnTo>
                  <a:lnTo>
                    <a:pt x="539789" y="1459657"/>
                  </a:lnTo>
                  <a:lnTo>
                    <a:pt x="545494" y="1444241"/>
                  </a:lnTo>
                  <a:lnTo>
                    <a:pt x="546711" y="1439208"/>
                  </a:lnTo>
                  <a:lnTo>
                    <a:pt x="547016" y="1437948"/>
                  </a:lnTo>
                  <a:lnTo>
                    <a:pt x="554306" y="1423223"/>
                  </a:lnTo>
                  <a:lnTo>
                    <a:pt x="557488" y="1412959"/>
                  </a:lnTo>
                  <a:lnTo>
                    <a:pt x="563837" y="1397643"/>
                  </a:lnTo>
                  <a:lnTo>
                    <a:pt x="566550" y="1389186"/>
                  </a:lnTo>
                  <a:lnTo>
                    <a:pt x="569131" y="1377494"/>
                  </a:lnTo>
                  <a:lnTo>
                    <a:pt x="571402" y="1373302"/>
                  </a:lnTo>
                  <a:lnTo>
                    <a:pt x="578863" y="1360555"/>
                  </a:lnTo>
                  <a:lnTo>
                    <a:pt x="583486" y="1349467"/>
                  </a:lnTo>
                  <a:lnTo>
                    <a:pt x="583596" y="1349203"/>
                  </a:lnTo>
                  <a:lnTo>
                    <a:pt x="590039" y="1338282"/>
                  </a:lnTo>
                  <a:lnTo>
                    <a:pt x="592857" y="1329773"/>
                  </a:lnTo>
                  <a:lnTo>
                    <a:pt x="596011" y="1322405"/>
                  </a:lnTo>
                  <a:lnTo>
                    <a:pt x="597095" y="1313857"/>
                  </a:lnTo>
                  <a:lnTo>
                    <a:pt x="601724" y="1304366"/>
                  </a:lnTo>
                  <a:lnTo>
                    <a:pt x="602572" y="1296869"/>
                  </a:lnTo>
                  <a:lnTo>
                    <a:pt x="607719" y="1288581"/>
                  </a:lnTo>
                  <a:lnTo>
                    <a:pt x="611990" y="1277136"/>
                  </a:lnTo>
                  <a:lnTo>
                    <a:pt x="613678" y="1271492"/>
                  </a:lnTo>
                  <a:lnTo>
                    <a:pt x="613066" y="1264953"/>
                  </a:lnTo>
                  <a:lnTo>
                    <a:pt x="614214" y="1261879"/>
                  </a:lnTo>
                  <a:lnTo>
                    <a:pt x="616594" y="1255510"/>
                  </a:lnTo>
                  <a:lnTo>
                    <a:pt x="618706" y="1246859"/>
                  </a:lnTo>
                  <a:lnTo>
                    <a:pt x="618003" y="1241554"/>
                  </a:lnTo>
                  <a:lnTo>
                    <a:pt x="623736" y="1239278"/>
                  </a:lnTo>
                  <a:lnTo>
                    <a:pt x="626788" y="1231715"/>
                  </a:lnTo>
                  <a:lnTo>
                    <a:pt x="628043" y="1218980"/>
                  </a:lnTo>
                  <a:lnTo>
                    <a:pt x="623456" y="1210171"/>
                  </a:lnTo>
                  <a:lnTo>
                    <a:pt x="628355" y="1206745"/>
                  </a:lnTo>
                  <a:lnTo>
                    <a:pt x="633247" y="1215630"/>
                  </a:lnTo>
                  <a:lnTo>
                    <a:pt x="639706" y="1215959"/>
                  </a:lnTo>
                  <a:lnTo>
                    <a:pt x="647079" y="1215509"/>
                  </a:lnTo>
                  <a:lnTo>
                    <a:pt x="649408" y="1219387"/>
                  </a:lnTo>
                  <a:lnTo>
                    <a:pt x="655071" y="1217543"/>
                  </a:lnTo>
                  <a:lnTo>
                    <a:pt x="661601" y="1217926"/>
                  </a:lnTo>
                  <a:lnTo>
                    <a:pt x="665849" y="1215226"/>
                  </a:lnTo>
                  <a:lnTo>
                    <a:pt x="671749" y="1215714"/>
                  </a:lnTo>
                  <a:lnTo>
                    <a:pt x="674540" y="1221791"/>
                  </a:lnTo>
                  <a:lnTo>
                    <a:pt x="672555" y="1227428"/>
                  </a:lnTo>
                  <a:lnTo>
                    <a:pt x="676119" y="1233168"/>
                  </a:lnTo>
                  <a:lnTo>
                    <a:pt x="676742" y="1233374"/>
                  </a:lnTo>
                  <a:lnTo>
                    <a:pt x="683514" y="1235610"/>
                  </a:lnTo>
                  <a:lnTo>
                    <a:pt x="689983" y="1234119"/>
                  </a:lnTo>
                  <a:lnTo>
                    <a:pt x="694386" y="1233100"/>
                  </a:lnTo>
                  <a:lnTo>
                    <a:pt x="698378" y="1234786"/>
                  </a:lnTo>
                  <a:lnTo>
                    <a:pt x="705668" y="1243713"/>
                  </a:lnTo>
                  <a:lnTo>
                    <a:pt x="708037" y="1248220"/>
                  </a:lnTo>
                  <a:lnTo>
                    <a:pt x="712084" y="1252186"/>
                  </a:lnTo>
                  <a:lnTo>
                    <a:pt x="713566" y="1261699"/>
                  </a:lnTo>
                  <a:lnTo>
                    <a:pt x="715141" y="1269169"/>
                  </a:lnTo>
                  <a:lnTo>
                    <a:pt x="713647" y="1275046"/>
                  </a:lnTo>
                  <a:lnTo>
                    <a:pt x="714242" y="1281117"/>
                  </a:lnTo>
                  <a:lnTo>
                    <a:pt x="713404" y="1283055"/>
                  </a:lnTo>
                  <a:lnTo>
                    <a:pt x="711345" y="1287816"/>
                  </a:lnTo>
                  <a:lnTo>
                    <a:pt x="712376" y="1294775"/>
                  </a:lnTo>
                  <a:lnTo>
                    <a:pt x="710891" y="1298330"/>
                  </a:lnTo>
                  <a:lnTo>
                    <a:pt x="708541" y="1303951"/>
                  </a:lnTo>
                  <a:lnTo>
                    <a:pt x="709403" y="1306562"/>
                  </a:lnTo>
                  <a:lnTo>
                    <a:pt x="710278" y="1309213"/>
                  </a:lnTo>
                  <a:lnTo>
                    <a:pt x="716866" y="1315647"/>
                  </a:lnTo>
                  <a:lnTo>
                    <a:pt x="728499" y="1322499"/>
                  </a:lnTo>
                  <a:lnTo>
                    <a:pt x="732258" y="1326164"/>
                  </a:lnTo>
                  <a:lnTo>
                    <a:pt x="737520" y="1326072"/>
                  </a:lnTo>
                  <a:lnTo>
                    <a:pt x="740614" y="1330584"/>
                  </a:lnTo>
                  <a:lnTo>
                    <a:pt x="746192" y="1332701"/>
                  </a:lnTo>
                  <a:lnTo>
                    <a:pt x="747500" y="1332335"/>
                  </a:lnTo>
                  <a:lnTo>
                    <a:pt x="753878" y="1330547"/>
                  </a:lnTo>
                  <a:lnTo>
                    <a:pt x="760879" y="1331788"/>
                  </a:lnTo>
                  <a:lnTo>
                    <a:pt x="770106" y="1330183"/>
                  </a:lnTo>
                  <a:lnTo>
                    <a:pt x="775386" y="1327894"/>
                  </a:lnTo>
                  <a:lnTo>
                    <a:pt x="778032" y="1327417"/>
                  </a:lnTo>
                  <a:lnTo>
                    <a:pt x="780189" y="1327027"/>
                  </a:lnTo>
                  <a:lnTo>
                    <a:pt x="784034" y="1324036"/>
                  </a:lnTo>
                  <a:lnTo>
                    <a:pt x="789117" y="1323709"/>
                  </a:lnTo>
                  <a:lnTo>
                    <a:pt x="795007" y="1327020"/>
                  </a:lnTo>
                  <a:lnTo>
                    <a:pt x="800911" y="1327232"/>
                  </a:lnTo>
                  <a:lnTo>
                    <a:pt x="812842" y="1327758"/>
                  </a:lnTo>
                  <a:lnTo>
                    <a:pt x="813507" y="1328294"/>
                  </a:lnTo>
                  <a:lnTo>
                    <a:pt x="819602" y="1333203"/>
                  </a:lnTo>
                  <a:lnTo>
                    <a:pt x="820855" y="1334210"/>
                  </a:lnTo>
                  <a:lnTo>
                    <a:pt x="828342" y="1334844"/>
                  </a:lnTo>
                  <a:lnTo>
                    <a:pt x="837375" y="1341700"/>
                  </a:lnTo>
                  <a:lnTo>
                    <a:pt x="837919" y="1350271"/>
                  </a:lnTo>
                  <a:lnTo>
                    <a:pt x="843364" y="1350500"/>
                  </a:lnTo>
                  <a:lnTo>
                    <a:pt x="847500" y="1347487"/>
                  </a:lnTo>
                  <a:lnTo>
                    <a:pt x="859510" y="1349619"/>
                  </a:lnTo>
                  <a:lnTo>
                    <a:pt x="861742" y="1351307"/>
                  </a:lnTo>
                  <a:lnTo>
                    <a:pt x="863106" y="1352338"/>
                  </a:lnTo>
                  <a:lnTo>
                    <a:pt x="867348" y="1349763"/>
                  </a:lnTo>
                  <a:lnTo>
                    <a:pt x="882613" y="1348086"/>
                  </a:lnTo>
                  <a:lnTo>
                    <a:pt x="886328" y="1346436"/>
                  </a:lnTo>
                  <a:lnTo>
                    <a:pt x="888096" y="1345650"/>
                  </a:lnTo>
                  <a:lnTo>
                    <a:pt x="891765" y="1346530"/>
                  </a:lnTo>
                  <a:lnTo>
                    <a:pt x="897398" y="1354043"/>
                  </a:lnTo>
                  <a:lnTo>
                    <a:pt x="898837" y="1354439"/>
                  </a:lnTo>
                  <a:lnTo>
                    <a:pt x="905868" y="1356369"/>
                  </a:lnTo>
                  <a:lnTo>
                    <a:pt x="916715" y="1356348"/>
                  </a:lnTo>
                  <a:lnTo>
                    <a:pt x="922816" y="1357323"/>
                  </a:lnTo>
                  <a:lnTo>
                    <a:pt x="930071" y="1353090"/>
                  </a:lnTo>
                  <a:lnTo>
                    <a:pt x="936379" y="1353162"/>
                  </a:lnTo>
                  <a:lnTo>
                    <a:pt x="943088" y="1351452"/>
                  </a:lnTo>
                  <a:lnTo>
                    <a:pt x="946293" y="1350632"/>
                  </a:lnTo>
                  <a:lnTo>
                    <a:pt x="954852" y="1351024"/>
                  </a:lnTo>
                  <a:lnTo>
                    <a:pt x="960597" y="1351281"/>
                  </a:lnTo>
                  <a:lnTo>
                    <a:pt x="971952" y="1352943"/>
                  </a:lnTo>
                  <a:lnTo>
                    <a:pt x="979633" y="1346773"/>
                  </a:lnTo>
                  <a:lnTo>
                    <a:pt x="982224" y="1346664"/>
                  </a:lnTo>
                  <a:lnTo>
                    <a:pt x="988626" y="1350737"/>
                  </a:lnTo>
                  <a:lnTo>
                    <a:pt x="993477" y="1351054"/>
                  </a:lnTo>
                  <a:lnTo>
                    <a:pt x="999378" y="1351434"/>
                  </a:lnTo>
                  <a:lnTo>
                    <a:pt x="1008868" y="1351415"/>
                  </a:lnTo>
                  <a:lnTo>
                    <a:pt x="1019590" y="1354957"/>
                  </a:lnTo>
                  <a:lnTo>
                    <a:pt x="1025742" y="1353150"/>
                  </a:lnTo>
                  <a:lnTo>
                    <a:pt x="1033159" y="1349627"/>
                  </a:lnTo>
                  <a:lnTo>
                    <a:pt x="1058995" y="1355703"/>
                  </a:lnTo>
                  <a:lnTo>
                    <a:pt x="1084888" y="1361863"/>
                  </a:lnTo>
                  <a:lnTo>
                    <a:pt x="1115892" y="1369104"/>
                  </a:lnTo>
                  <a:lnTo>
                    <a:pt x="1117508" y="1369477"/>
                  </a:lnTo>
                  <a:lnTo>
                    <a:pt x="1139256" y="1374458"/>
                  </a:lnTo>
                  <a:lnTo>
                    <a:pt x="1148814" y="1376748"/>
                  </a:lnTo>
                  <a:lnTo>
                    <a:pt x="1159134" y="1379204"/>
                  </a:lnTo>
                  <a:lnTo>
                    <a:pt x="1169670" y="1381694"/>
                  </a:lnTo>
                  <a:lnTo>
                    <a:pt x="1206413" y="1389813"/>
                  </a:lnTo>
                  <a:lnTo>
                    <a:pt x="1207900" y="1394837"/>
                  </a:lnTo>
                  <a:lnTo>
                    <a:pt x="1208834" y="1401604"/>
                  </a:lnTo>
                  <a:lnTo>
                    <a:pt x="1212474" y="1409569"/>
                  </a:lnTo>
                  <a:lnTo>
                    <a:pt x="1213177" y="1411105"/>
                  </a:lnTo>
                  <a:lnTo>
                    <a:pt x="1217135" y="1413739"/>
                  </a:lnTo>
                  <a:lnTo>
                    <a:pt x="1221979" y="1420410"/>
                  </a:lnTo>
                  <a:lnTo>
                    <a:pt x="1227998" y="1422121"/>
                  </a:lnTo>
                  <a:lnTo>
                    <a:pt x="1231706" y="1428559"/>
                  </a:lnTo>
                  <a:lnTo>
                    <a:pt x="1230988" y="1435147"/>
                  </a:lnTo>
                  <a:lnTo>
                    <a:pt x="1234800" y="1444332"/>
                  </a:lnTo>
                  <a:lnTo>
                    <a:pt x="1230224" y="1449657"/>
                  </a:lnTo>
                  <a:lnTo>
                    <a:pt x="1219822" y="1463276"/>
                  </a:lnTo>
                  <a:lnTo>
                    <a:pt x="1209183" y="1477463"/>
                  </a:lnTo>
                  <a:lnTo>
                    <a:pt x="1206636" y="1482721"/>
                  </a:lnTo>
                  <a:lnTo>
                    <a:pt x="1205833" y="1484379"/>
                  </a:lnTo>
                  <a:lnTo>
                    <a:pt x="1197226" y="1500540"/>
                  </a:lnTo>
                  <a:lnTo>
                    <a:pt x="1193792" y="1504540"/>
                  </a:lnTo>
                  <a:lnTo>
                    <a:pt x="1187683" y="1509130"/>
                  </a:lnTo>
                  <a:lnTo>
                    <a:pt x="1184885" y="1515200"/>
                  </a:lnTo>
                  <a:lnTo>
                    <a:pt x="1185716" y="1521741"/>
                  </a:lnTo>
                  <a:lnTo>
                    <a:pt x="1181497" y="1528305"/>
                  </a:lnTo>
                  <a:lnTo>
                    <a:pt x="1178667" y="1531546"/>
                  </a:lnTo>
                  <a:lnTo>
                    <a:pt x="1173643" y="1537293"/>
                  </a:lnTo>
                  <a:lnTo>
                    <a:pt x="1165816" y="1539495"/>
                  </a:lnTo>
                  <a:lnTo>
                    <a:pt x="1160882" y="1542231"/>
                  </a:lnTo>
                  <a:lnTo>
                    <a:pt x="1156117" y="1550814"/>
                  </a:lnTo>
                  <a:lnTo>
                    <a:pt x="1149520" y="1561513"/>
                  </a:lnTo>
                  <a:lnTo>
                    <a:pt x="1146548" y="1565195"/>
                  </a:lnTo>
                  <a:lnTo>
                    <a:pt x="1140333" y="1569481"/>
                  </a:lnTo>
                  <a:lnTo>
                    <a:pt x="1139905" y="1576071"/>
                  </a:lnTo>
                  <a:lnTo>
                    <a:pt x="1136545" y="1579972"/>
                  </a:lnTo>
                  <a:lnTo>
                    <a:pt x="1137996" y="1584230"/>
                  </a:lnTo>
                  <a:lnTo>
                    <a:pt x="1139309" y="1588550"/>
                  </a:lnTo>
                  <a:lnTo>
                    <a:pt x="1136759" y="1592114"/>
                  </a:lnTo>
                  <a:lnTo>
                    <a:pt x="1136117" y="1593010"/>
                  </a:lnTo>
                  <a:lnTo>
                    <a:pt x="1139386" y="1597489"/>
                  </a:lnTo>
                  <a:lnTo>
                    <a:pt x="1144140" y="1596125"/>
                  </a:lnTo>
                  <a:lnTo>
                    <a:pt x="1148438" y="1602211"/>
                  </a:lnTo>
                  <a:lnTo>
                    <a:pt x="1155972" y="1604027"/>
                  </a:lnTo>
                  <a:lnTo>
                    <a:pt x="1155465" y="1609231"/>
                  </a:lnTo>
                  <a:lnTo>
                    <a:pt x="1160533" y="1612186"/>
                  </a:lnTo>
                  <a:lnTo>
                    <a:pt x="1160482" y="1615392"/>
                  </a:lnTo>
                  <a:lnTo>
                    <a:pt x="1160273" y="1615556"/>
                  </a:lnTo>
                  <a:lnTo>
                    <a:pt x="1151644" y="1622319"/>
                  </a:lnTo>
                  <a:lnTo>
                    <a:pt x="1153689" y="1629913"/>
                  </a:lnTo>
                  <a:lnTo>
                    <a:pt x="1150540" y="1635179"/>
                  </a:lnTo>
                  <a:lnTo>
                    <a:pt x="1146896" y="1645571"/>
                  </a:lnTo>
                  <a:lnTo>
                    <a:pt x="1145698" y="1647152"/>
                  </a:lnTo>
                  <a:lnTo>
                    <a:pt x="1140911" y="1653463"/>
                  </a:lnTo>
                  <a:lnTo>
                    <a:pt x="1137052" y="1670985"/>
                  </a:lnTo>
                  <a:lnTo>
                    <a:pt x="1134790" y="1681274"/>
                  </a:lnTo>
                  <a:lnTo>
                    <a:pt x="1120271" y="1751150"/>
                  </a:lnTo>
                  <a:lnTo>
                    <a:pt x="1114792" y="1777803"/>
                  </a:lnTo>
                  <a:lnTo>
                    <a:pt x="1103947" y="1830301"/>
                  </a:lnTo>
                  <a:lnTo>
                    <a:pt x="1094479" y="1876668"/>
                  </a:lnTo>
                  <a:lnTo>
                    <a:pt x="1079056" y="1873312"/>
                  </a:lnTo>
                  <a:lnTo>
                    <a:pt x="1060527" y="1869449"/>
                  </a:lnTo>
                  <a:lnTo>
                    <a:pt x="1040732" y="1865224"/>
                  </a:lnTo>
                  <a:lnTo>
                    <a:pt x="1018312" y="1860266"/>
                  </a:lnTo>
                  <a:lnTo>
                    <a:pt x="989230" y="1853876"/>
                  </a:lnTo>
                  <a:lnTo>
                    <a:pt x="961989" y="1847814"/>
                  </a:lnTo>
                  <a:lnTo>
                    <a:pt x="937316" y="1842404"/>
                  </a:lnTo>
                  <a:lnTo>
                    <a:pt x="917215" y="1837499"/>
                  </a:lnTo>
                  <a:lnTo>
                    <a:pt x="898681" y="1833133"/>
                  </a:lnTo>
                  <a:lnTo>
                    <a:pt x="888352" y="1830544"/>
                  </a:lnTo>
                  <a:lnTo>
                    <a:pt x="885150" y="1829738"/>
                  </a:lnTo>
                  <a:lnTo>
                    <a:pt x="852604" y="1821458"/>
                  </a:lnTo>
                  <a:lnTo>
                    <a:pt x="828194" y="1815582"/>
                  </a:lnTo>
                  <a:lnTo>
                    <a:pt x="811961" y="1811468"/>
                  </a:lnTo>
                  <a:lnTo>
                    <a:pt x="783526" y="1804281"/>
                  </a:lnTo>
                  <a:lnTo>
                    <a:pt x="766542" y="1799882"/>
                  </a:lnTo>
                  <a:lnTo>
                    <a:pt x="749875" y="1795533"/>
                  </a:lnTo>
                  <a:lnTo>
                    <a:pt x="736097" y="1791906"/>
                  </a:lnTo>
                  <a:lnTo>
                    <a:pt x="717092" y="1786275"/>
                  </a:lnTo>
                  <a:lnTo>
                    <a:pt x="700383" y="1781826"/>
                  </a:lnTo>
                  <a:lnTo>
                    <a:pt x="699684" y="1781623"/>
                  </a:lnTo>
                  <a:lnTo>
                    <a:pt x="679629" y="1775737"/>
                  </a:lnTo>
                  <a:lnTo>
                    <a:pt x="664568" y="1771231"/>
                  </a:lnTo>
                  <a:lnTo>
                    <a:pt x="642116" y="1764623"/>
                  </a:lnTo>
                  <a:lnTo>
                    <a:pt x="625610" y="1759713"/>
                  </a:lnTo>
                  <a:lnTo>
                    <a:pt x="607000" y="1754329"/>
                  </a:lnTo>
                  <a:lnTo>
                    <a:pt x="580532" y="1747279"/>
                  </a:lnTo>
                  <a:lnTo>
                    <a:pt x="558935" y="1741112"/>
                  </a:lnTo>
                  <a:lnTo>
                    <a:pt x="550296" y="1737760"/>
                  </a:lnTo>
                  <a:lnTo>
                    <a:pt x="542680" y="1736070"/>
                  </a:lnTo>
                  <a:lnTo>
                    <a:pt x="532246" y="1733740"/>
                  </a:lnTo>
                  <a:lnTo>
                    <a:pt x="524679" y="1731151"/>
                  </a:lnTo>
                  <a:lnTo>
                    <a:pt x="517194" y="1729233"/>
                  </a:lnTo>
                  <a:lnTo>
                    <a:pt x="504964" y="1726080"/>
                  </a:lnTo>
                  <a:lnTo>
                    <a:pt x="490518" y="1721638"/>
                  </a:lnTo>
                  <a:lnTo>
                    <a:pt x="474850" y="1716782"/>
                  </a:lnTo>
                  <a:lnTo>
                    <a:pt x="456524" y="1710828"/>
                  </a:lnTo>
                  <a:lnTo>
                    <a:pt x="453054" y="1703559"/>
                  </a:lnTo>
                  <a:lnTo>
                    <a:pt x="450022" y="1699682"/>
                  </a:lnTo>
                  <a:lnTo>
                    <a:pt x="448983" y="1691210"/>
                  </a:lnTo>
                  <a:lnTo>
                    <a:pt x="449979" y="1684816"/>
                  </a:lnTo>
                  <a:lnTo>
                    <a:pt x="449670" y="1678613"/>
                  </a:lnTo>
                  <a:lnTo>
                    <a:pt x="448129" y="1675053"/>
                  </a:lnTo>
                  <a:lnTo>
                    <a:pt x="450207" y="1668216"/>
                  </a:lnTo>
                  <a:lnTo>
                    <a:pt x="450501" y="1662458"/>
                  </a:lnTo>
                  <a:lnTo>
                    <a:pt x="452848" y="1651570"/>
                  </a:lnTo>
                  <a:lnTo>
                    <a:pt x="459562" y="1640540"/>
                  </a:lnTo>
                  <a:lnTo>
                    <a:pt x="461475" y="1633558"/>
                  </a:lnTo>
                  <a:lnTo>
                    <a:pt x="462599" y="1625955"/>
                  </a:lnTo>
                  <a:lnTo>
                    <a:pt x="459994" y="1622786"/>
                  </a:lnTo>
                  <a:lnTo>
                    <a:pt x="460705" y="1621150"/>
                  </a:lnTo>
                  <a:lnTo>
                    <a:pt x="457012" y="1614083"/>
                  </a:lnTo>
                  <a:close/>
                </a:path>
              </a:pathLst>
            </a:custGeom>
            <a:solidFill>
              <a:srgbClr val="AF2991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5"/>
            <p:cNvSpPr/>
            <p:nvPr/>
          </p:nvSpPr>
          <p:spPr>
            <a:xfrm>
              <a:off x="5414989" y="1721709"/>
              <a:ext cx="1004697" cy="1744691"/>
            </a:xfrm>
            <a:custGeom>
              <a:avLst/>
              <a:pathLst>
                <a:path w="1004697" h="1744691">
                  <a:moveTo>
                    <a:pt x="457200" y="1600200"/>
                  </a:moveTo>
                  <a:lnTo>
                    <a:pt x="451097" y="1573559"/>
                  </a:lnTo>
                  <a:lnTo>
                    <a:pt x="450869" y="1572569"/>
                  </a:lnTo>
                  <a:lnTo>
                    <a:pt x="448087" y="1560454"/>
                  </a:lnTo>
                  <a:lnTo>
                    <a:pt x="440789" y="1529192"/>
                  </a:lnTo>
                  <a:lnTo>
                    <a:pt x="440497" y="1527945"/>
                  </a:lnTo>
                  <a:lnTo>
                    <a:pt x="435634" y="1507179"/>
                  </a:lnTo>
                  <a:lnTo>
                    <a:pt x="430505" y="1485270"/>
                  </a:lnTo>
                  <a:lnTo>
                    <a:pt x="426847" y="1469679"/>
                  </a:lnTo>
                  <a:lnTo>
                    <a:pt x="442054" y="1458377"/>
                  </a:lnTo>
                  <a:lnTo>
                    <a:pt x="455427" y="1444914"/>
                  </a:lnTo>
                  <a:lnTo>
                    <a:pt x="455989" y="1440234"/>
                  </a:lnTo>
                  <a:lnTo>
                    <a:pt x="459546" y="1436342"/>
                  </a:lnTo>
                  <a:lnTo>
                    <a:pt x="465897" y="1436046"/>
                  </a:lnTo>
                  <a:lnTo>
                    <a:pt x="473143" y="1428479"/>
                  </a:lnTo>
                  <a:lnTo>
                    <a:pt x="479344" y="1423297"/>
                  </a:lnTo>
                  <a:lnTo>
                    <a:pt x="485649" y="1417249"/>
                  </a:lnTo>
                  <a:lnTo>
                    <a:pt x="489762" y="1434114"/>
                  </a:lnTo>
                  <a:lnTo>
                    <a:pt x="493771" y="1450206"/>
                  </a:lnTo>
                  <a:lnTo>
                    <a:pt x="507161" y="1446815"/>
                  </a:lnTo>
                  <a:lnTo>
                    <a:pt x="519466" y="1443674"/>
                  </a:lnTo>
                  <a:lnTo>
                    <a:pt x="555954" y="1434049"/>
                  </a:lnTo>
                  <a:lnTo>
                    <a:pt x="562885" y="1432198"/>
                  </a:lnTo>
                  <a:lnTo>
                    <a:pt x="568570" y="1430666"/>
                  </a:lnTo>
                  <a:lnTo>
                    <a:pt x="597094" y="1422902"/>
                  </a:lnTo>
                  <a:lnTo>
                    <a:pt x="622646" y="1416036"/>
                  </a:lnTo>
                  <a:lnTo>
                    <a:pt x="625916" y="1415151"/>
                  </a:lnTo>
                  <a:lnTo>
                    <a:pt x="631642" y="1413556"/>
                  </a:lnTo>
                  <a:lnTo>
                    <a:pt x="647112" y="1409223"/>
                  </a:lnTo>
                  <a:lnTo>
                    <a:pt x="664722" y="1404409"/>
                  </a:lnTo>
                  <a:lnTo>
                    <a:pt x="671959" y="1402339"/>
                  </a:lnTo>
                  <a:lnTo>
                    <a:pt x="684284" y="1398794"/>
                  </a:lnTo>
                  <a:lnTo>
                    <a:pt x="737264" y="1383286"/>
                  </a:lnTo>
                  <a:lnTo>
                    <a:pt x="740945" y="1382216"/>
                  </a:lnTo>
                  <a:lnTo>
                    <a:pt x="744363" y="1381220"/>
                  </a:lnTo>
                  <a:lnTo>
                    <a:pt x="776808" y="1371679"/>
                  </a:lnTo>
                  <a:lnTo>
                    <a:pt x="785231" y="1369314"/>
                  </a:lnTo>
                  <a:lnTo>
                    <a:pt x="812985" y="1360926"/>
                  </a:lnTo>
                  <a:lnTo>
                    <a:pt x="816460" y="1359868"/>
                  </a:lnTo>
                  <a:lnTo>
                    <a:pt x="837041" y="1353554"/>
                  </a:lnTo>
                  <a:lnTo>
                    <a:pt x="870885" y="1342942"/>
                  </a:lnTo>
                  <a:lnTo>
                    <a:pt x="871409" y="1342776"/>
                  </a:lnTo>
                  <a:lnTo>
                    <a:pt x="881845" y="1340242"/>
                  </a:lnTo>
                  <a:lnTo>
                    <a:pt x="883519" y="1339834"/>
                  </a:lnTo>
                  <a:lnTo>
                    <a:pt x="889477" y="1343968"/>
                  </a:lnTo>
                  <a:lnTo>
                    <a:pt x="894230" y="1350630"/>
                  </a:lnTo>
                  <a:lnTo>
                    <a:pt x="901412" y="1351336"/>
                  </a:lnTo>
                  <a:lnTo>
                    <a:pt x="905798" y="1351616"/>
                  </a:lnTo>
                  <a:lnTo>
                    <a:pt x="908915" y="1351814"/>
                  </a:lnTo>
                  <a:lnTo>
                    <a:pt x="913721" y="1355358"/>
                  </a:lnTo>
                  <a:lnTo>
                    <a:pt x="917363" y="1360744"/>
                  </a:lnTo>
                  <a:lnTo>
                    <a:pt x="921753" y="1373939"/>
                  </a:lnTo>
                  <a:lnTo>
                    <a:pt x="923408" y="1378435"/>
                  </a:lnTo>
                  <a:lnTo>
                    <a:pt x="924654" y="1381818"/>
                  </a:lnTo>
                  <a:lnTo>
                    <a:pt x="932903" y="1389550"/>
                  </a:lnTo>
                  <a:lnTo>
                    <a:pt x="942491" y="1391901"/>
                  </a:lnTo>
                  <a:lnTo>
                    <a:pt x="951345" y="1392220"/>
                  </a:lnTo>
                  <a:lnTo>
                    <a:pt x="955280" y="1391431"/>
                  </a:lnTo>
                  <a:lnTo>
                    <a:pt x="957224" y="1391041"/>
                  </a:lnTo>
                  <a:lnTo>
                    <a:pt x="963247" y="1398124"/>
                  </a:lnTo>
                  <a:lnTo>
                    <a:pt x="958123" y="1402041"/>
                  </a:lnTo>
                  <a:lnTo>
                    <a:pt x="954866" y="1408925"/>
                  </a:lnTo>
                  <a:lnTo>
                    <a:pt x="952806" y="1418614"/>
                  </a:lnTo>
                  <a:lnTo>
                    <a:pt x="952581" y="1421685"/>
                  </a:lnTo>
                  <a:lnTo>
                    <a:pt x="952089" y="1428359"/>
                  </a:lnTo>
                  <a:lnTo>
                    <a:pt x="947140" y="1435913"/>
                  </a:lnTo>
                  <a:lnTo>
                    <a:pt x="947020" y="1436533"/>
                  </a:lnTo>
                  <a:lnTo>
                    <a:pt x="946664" y="1438359"/>
                  </a:lnTo>
                  <a:lnTo>
                    <a:pt x="945790" y="1442833"/>
                  </a:lnTo>
                  <a:lnTo>
                    <a:pt x="942436" y="1449518"/>
                  </a:lnTo>
                  <a:lnTo>
                    <a:pt x="938278" y="1455907"/>
                  </a:lnTo>
                  <a:lnTo>
                    <a:pt x="939684" y="1457420"/>
                  </a:lnTo>
                  <a:lnTo>
                    <a:pt x="943335" y="1461350"/>
                  </a:lnTo>
                  <a:lnTo>
                    <a:pt x="947673" y="1465373"/>
                  </a:lnTo>
                  <a:lnTo>
                    <a:pt x="946719" y="1470486"/>
                  </a:lnTo>
                  <a:lnTo>
                    <a:pt x="947245" y="1477974"/>
                  </a:lnTo>
                  <a:lnTo>
                    <a:pt x="942074" y="1483153"/>
                  </a:lnTo>
                  <a:lnTo>
                    <a:pt x="942455" y="1489401"/>
                  </a:lnTo>
                  <a:lnTo>
                    <a:pt x="945373" y="1498737"/>
                  </a:lnTo>
                  <a:lnTo>
                    <a:pt x="946566" y="1502168"/>
                  </a:lnTo>
                  <a:lnTo>
                    <a:pt x="947245" y="1504119"/>
                  </a:lnTo>
                  <a:lnTo>
                    <a:pt x="948203" y="1506872"/>
                  </a:lnTo>
                  <a:lnTo>
                    <a:pt x="952436" y="1504699"/>
                  </a:lnTo>
                  <a:lnTo>
                    <a:pt x="958612" y="1506354"/>
                  </a:lnTo>
                  <a:lnTo>
                    <a:pt x="962459" y="1513946"/>
                  </a:lnTo>
                  <a:lnTo>
                    <a:pt x="962651" y="1517340"/>
                  </a:lnTo>
                  <a:lnTo>
                    <a:pt x="965341" y="1521637"/>
                  </a:lnTo>
                  <a:lnTo>
                    <a:pt x="968593" y="1522265"/>
                  </a:lnTo>
                  <a:lnTo>
                    <a:pt x="973656" y="1521137"/>
                  </a:lnTo>
                  <a:lnTo>
                    <a:pt x="977288" y="1525575"/>
                  </a:lnTo>
                  <a:lnTo>
                    <a:pt x="979516" y="1527168"/>
                  </a:lnTo>
                  <a:lnTo>
                    <a:pt x="982604" y="1529374"/>
                  </a:lnTo>
                  <a:lnTo>
                    <a:pt x="988164" y="1532631"/>
                  </a:lnTo>
                  <a:lnTo>
                    <a:pt x="992374" y="1536015"/>
                  </a:lnTo>
                  <a:lnTo>
                    <a:pt x="999577" y="1539320"/>
                  </a:lnTo>
                  <a:lnTo>
                    <a:pt x="1001166" y="1540656"/>
                  </a:lnTo>
                  <a:lnTo>
                    <a:pt x="1004697" y="1543621"/>
                  </a:lnTo>
                  <a:lnTo>
                    <a:pt x="1004571" y="1543783"/>
                  </a:lnTo>
                  <a:lnTo>
                    <a:pt x="1001294" y="1547970"/>
                  </a:lnTo>
                  <a:lnTo>
                    <a:pt x="996423" y="1550224"/>
                  </a:lnTo>
                  <a:lnTo>
                    <a:pt x="994518" y="1556332"/>
                  </a:lnTo>
                  <a:lnTo>
                    <a:pt x="988870" y="1559955"/>
                  </a:lnTo>
                  <a:lnTo>
                    <a:pt x="985978" y="1563786"/>
                  </a:lnTo>
                  <a:lnTo>
                    <a:pt x="984795" y="1565351"/>
                  </a:lnTo>
                  <a:lnTo>
                    <a:pt x="980175" y="1572719"/>
                  </a:lnTo>
                  <a:lnTo>
                    <a:pt x="980046" y="1572862"/>
                  </a:lnTo>
                  <a:lnTo>
                    <a:pt x="975717" y="1577698"/>
                  </a:lnTo>
                  <a:lnTo>
                    <a:pt x="974879" y="1580372"/>
                  </a:lnTo>
                  <a:lnTo>
                    <a:pt x="975029" y="1580826"/>
                  </a:lnTo>
                  <a:lnTo>
                    <a:pt x="976149" y="1584208"/>
                  </a:lnTo>
                  <a:lnTo>
                    <a:pt x="976887" y="1586438"/>
                  </a:lnTo>
                  <a:lnTo>
                    <a:pt x="976297" y="1586902"/>
                  </a:lnTo>
                  <a:lnTo>
                    <a:pt x="972916" y="1589560"/>
                  </a:lnTo>
                  <a:lnTo>
                    <a:pt x="970908" y="1592246"/>
                  </a:lnTo>
                  <a:lnTo>
                    <a:pt x="970225" y="1593157"/>
                  </a:lnTo>
                  <a:lnTo>
                    <a:pt x="967171" y="1594930"/>
                  </a:lnTo>
                  <a:lnTo>
                    <a:pt x="964128" y="1596694"/>
                  </a:lnTo>
                  <a:lnTo>
                    <a:pt x="959854" y="1598388"/>
                  </a:lnTo>
                  <a:lnTo>
                    <a:pt x="955093" y="1605319"/>
                  </a:lnTo>
                  <a:lnTo>
                    <a:pt x="954776" y="1605780"/>
                  </a:lnTo>
                  <a:lnTo>
                    <a:pt x="947845" y="1604354"/>
                  </a:lnTo>
                  <a:lnTo>
                    <a:pt x="939431" y="1605652"/>
                  </a:lnTo>
                  <a:lnTo>
                    <a:pt x="938659" y="1606124"/>
                  </a:lnTo>
                  <a:lnTo>
                    <a:pt x="937577" y="1606784"/>
                  </a:lnTo>
                  <a:lnTo>
                    <a:pt x="937430" y="1606874"/>
                  </a:lnTo>
                  <a:lnTo>
                    <a:pt x="931688" y="1610377"/>
                  </a:lnTo>
                  <a:lnTo>
                    <a:pt x="927786" y="1615399"/>
                  </a:lnTo>
                  <a:lnTo>
                    <a:pt x="925693" y="1620548"/>
                  </a:lnTo>
                  <a:lnTo>
                    <a:pt x="925062" y="1625438"/>
                  </a:lnTo>
                  <a:lnTo>
                    <a:pt x="923719" y="1625850"/>
                  </a:lnTo>
                  <a:lnTo>
                    <a:pt x="892234" y="1635479"/>
                  </a:lnTo>
                  <a:lnTo>
                    <a:pt x="883355" y="1638167"/>
                  </a:lnTo>
                  <a:lnTo>
                    <a:pt x="882792" y="1638337"/>
                  </a:lnTo>
                  <a:lnTo>
                    <a:pt x="866498" y="1643223"/>
                  </a:lnTo>
                  <a:lnTo>
                    <a:pt x="852812" y="1647292"/>
                  </a:lnTo>
                  <a:lnTo>
                    <a:pt x="841143" y="1650739"/>
                  </a:lnTo>
                  <a:lnTo>
                    <a:pt x="839494" y="1651225"/>
                  </a:lnTo>
                  <a:lnTo>
                    <a:pt x="833009" y="1653170"/>
                  </a:lnTo>
                  <a:lnTo>
                    <a:pt x="814454" y="1658703"/>
                  </a:lnTo>
                  <a:lnTo>
                    <a:pt x="813701" y="1658921"/>
                  </a:lnTo>
                  <a:lnTo>
                    <a:pt x="793837" y="1664626"/>
                  </a:lnTo>
                  <a:lnTo>
                    <a:pt x="791744" y="1665224"/>
                  </a:lnTo>
                  <a:lnTo>
                    <a:pt x="771729" y="1670927"/>
                  </a:lnTo>
                  <a:lnTo>
                    <a:pt x="770803" y="1671190"/>
                  </a:lnTo>
                  <a:lnTo>
                    <a:pt x="743393" y="1678728"/>
                  </a:lnTo>
                  <a:lnTo>
                    <a:pt x="715243" y="1686410"/>
                  </a:lnTo>
                  <a:lnTo>
                    <a:pt x="713125" y="1686990"/>
                  </a:lnTo>
                  <a:lnTo>
                    <a:pt x="690770" y="1693070"/>
                  </a:lnTo>
                  <a:lnTo>
                    <a:pt x="687316" y="1694000"/>
                  </a:lnTo>
                  <a:lnTo>
                    <a:pt x="655816" y="1702406"/>
                  </a:lnTo>
                  <a:lnTo>
                    <a:pt x="648036" y="1704480"/>
                  </a:lnTo>
                  <a:lnTo>
                    <a:pt x="637000" y="1707407"/>
                  </a:lnTo>
                  <a:lnTo>
                    <a:pt x="626232" y="1710245"/>
                  </a:lnTo>
                  <a:lnTo>
                    <a:pt x="594356" y="1718713"/>
                  </a:lnTo>
                  <a:lnTo>
                    <a:pt x="586611" y="1720748"/>
                  </a:lnTo>
                  <a:lnTo>
                    <a:pt x="560159" y="1727512"/>
                  </a:lnTo>
                  <a:lnTo>
                    <a:pt x="546108" y="1731007"/>
                  </a:lnTo>
                  <a:lnTo>
                    <a:pt x="531338" y="1734650"/>
                  </a:lnTo>
                  <a:lnTo>
                    <a:pt x="499430" y="1742517"/>
                  </a:lnTo>
                  <a:lnTo>
                    <a:pt x="490367" y="1744691"/>
                  </a:lnTo>
                  <a:lnTo>
                    <a:pt x="483701" y="1715326"/>
                  </a:lnTo>
                  <a:lnTo>
                    <a:pt x="482197" y="1708715"/>
                  </a:lnTo>
                  <a:lnTo>
                    <a:pt x="478209" y="1691247"/>
                  </a:lnTo>
                  <a:lnTo>
                    <a:pt x="473121" y="1669005"/>
                  </a:lnTo>
                  <a:lnTo>
                    <a:pt x="471512" y="1661989"/>
                  </a:lnTo>
                  <a:lnTo>
                    <a:pt x="469338" y="1652514"/>
                  </a:lnTo>
                  <a:lnTo>
                    <a:pt x="464814" y="1632832"/>
                  </a:lnTo>
                  <a:lnTo>
                    <a:pt x="458774" y="1606939"/>
                  </a:lnTo>
                  <a:lnTo>
                    <a:pt x="457380" y="1600971"/>
                  </a:lnTo>
                  <a:close/>
                </a:path>
              </a:pathLst>
            </a:custGeom>
            <a:solidFill>
              <a:srgbClr val="9519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6"/>
            <p:cNvSpPr/>
            <p:nvPr/>
          </p:nvSpPr>
          <p:spPr>
            <a:xfrm>
              <a:off x="6195964" y="1449842"/>
              <a:ext cx="467635" cy="1601414"/>
            </a:xfrm>
            <a:custGeom>
              <a:avLst/>
              <a:pathLst>
                <a:path w="467635" h="1601414">
                  <a:moveTo>
                    <a:pt x="457199" y="1600200"/>
                  </a:moveTo>
                  <a:lnTo>
                    <a:pt x="457601" y="1590552"/>
                  </a:lnTo>
                  <a:lnTo>
                    <a:pt x="461534" y="1588387"/>
                  </a:lnTo>
                  <a:lnTo>
                    <a:pt x="465019" y="1595273"/>
                  </a:lnTo>
                  <a:lnTo>
                    <a:pt x="467635" y="1598635"/>
                  </a:lnTo>
                  <a:lnTo>
                    <a:pt x="461310" y="1601414"/>
                  </a:lnTo>
                  <a:close/>
                </a:path>
              </a:pathLst>
            </a:custGeom>
            <a:solidFill>
              <a:srgbClr val="4F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7"/>
            <p:cNvSpPr/>
            <p:nvPr/>
          </p:nvSpPr>
          <p:spPr>
            <a:xfrm>
              <a:off x="6169834" y="1438826"/>
              <a:ext cx="513748" cy="1601518"/>
            </a:xfrm>
            <a:custGeom>
              <a:avLst/>
              <a:pathLst>
                <a:path w="513748" h="1601518">
                  <a:moveTo>
                    <a:pt x="457200" y="1600200"/>
                  </a:moveTo>
                  <a:lnTo>
                    <a:pt x="457953" y="1595406"/>
                  </a:lnTo>
                  <a:lnTo>
                    <a:pt x="455258" y="1588589"/>
                  </a:lnTo>
                  <a:lnTo>
                    <a:pt x="458699" y="1586713"/>
                  </a:lnTo>
                  <a:lnTo>
                    <a:pt x="455411" y="1575972"/>
                  </a:lnTo>
                  <a:lnTo>
                    <a:pt x="452039" y="1564977"/>
                  </a:lnTo>
                  <a:lnTo>
                    <a:pt x="446744" y="1549705"/>
                  </a:lnTo>
                  <a:lnTo>
                    <a:pt x="443119" y="1540057"/>
                  </a:lnTo>
                  <a:lnTo>
                    <a:pt x="434286" y="1516314"/>
                  </a:lnTo>
                  <a:lnTo>
                    <a:pt x="450553" y="1509635"/>
                  </a:lnTo>
                  <a:lnTo>
                    <a:pt x="451870" y="1509092"/>
                  </a:lnTo>
                  <a:lnTo>
                    <a:pt x="454542" y="1507990"/>
                  </a:lnTo>
                  <a:lnTo>
                    <a:pt x="459711" y="1505863"/>
                  </a:lnTo>
                  <a:lnTo>
                    <a:pt x="469568" y="1501794"/>
                  </a:lnTo>
                  <a:lnTo>
                    <a:pt x="470975" y="1505805"/>
                  </a:lnTo>
                  <a:lnTo>
                    <a:pt x="472350" y="1509724"/>
                  </a:lnTo>
                  <a:lnTo>
                    <a:pt x="474791" y="1516742"/>
                  </a:lnTo>
                  <a:lnTo>
                    <a:pt x="478411" y="1515362"/>
                  </a:lnTo>
                  <a:lnTo>
                    <a:pt x="480951" y="1522674"/>
                  </a:lnTo>
                  <a:lnTo>
                    <a:pt x="483889" y="1528223"/>
                  </a:lnTo>
                  <a:lnTo>
                    <a:pt x="485140" y="1528474"/>
                  </a:lnTo>
                  <a:lnTo>
                    <a:pt x="490984" y="1529643"/>
                  </a:lnTo>
                  <a:lnTo>
                    <a:pt x="498107" y="1535316"/>
                  </a:lnTo>
                  <a:lnTo>
                    <a:pt x="499856" y="1536707"/>
                  </a:lnTo>
                  <a:lnTo>
                    <a:pt x="505868" y="1536463"/>
                  </a:lnTo>
                  <a:lnTo>
                    <a:pt x="507227" y="1541165"/>
                  </a:lnTo>
                  <a:lnTo>
                    <a:pt x="507887" y="1543453"/>
                  </a:lnTo>
                  <a:lnTo>
                    <a:pt x="513748" y="1555403"/>
                  </a:lnTo>
                  <a:lnTo>
                    <a:pt x="512543" y="1557418"/>
                  </a:lnTo>
                  <a:lnTo>
                    <a:pt x="509167" y="1562448"/>
                  </a:lnTo>
                  <a:lnTo>
                    <a:pt x="503630" y="1561379"/>
                  </a:lnTo>
                  <a:lnTo>
                    <a:pt x="499945" y="1561884"/>
                  </a:lnTo>
                  <a:lnTo>
                    <a:pt x="499131" y="1567087"/>
                  </a:lnTo>
                  <a:lnTo>
                    <a:pt x="495846" y="1568394"/>
                  </a:lnTo>
                  <a:lnTo>
                    <a:pt x="492147" y="1568455"/>
                  </a:lnTo>
                  <a:lnTo>
                    <a:pt x="489929" y="1569896"/>
                  </a:lnTo>
                  <a:lnTo>
                    <a:pt x="489021" y="1570486"/>
                  </a:lnTo>
                  <a:lnTo>
                    <a:pt x="488629" y="1576842"/>
                  </a:lnTo>
                  <a:lnTo>
                    <a:pt x="487716" y="1582052"/>
                  </a:lnTo>
                  <a:lnTo>
                    <a:pt x="481423" y="1584170"/>
                  </a:lnTo>
                  <a:lnTo>
                    <a:pt x="475961" y="1587859"/>
                  </a:lnTo>
                  <a:lnTo>
                    <a:pt x="470272" y="1593164"/>
                  </a:lnTo>
                  <a:lnTo>
                    <a:pt x="463432" y="1597182"/>
                  </a:lnTo>
                  <a:lnTo>
                    <a:pt x="457430" y="1601518"/>
                  </a:lnTo>
                  <a:close/>
                </a:path>
              </a:pathLst>
            </a:custGeom>
            <a:solidFill>
              <a:srgbClr val="4F04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8"/>
            <p:cNvSpPr/>
            <p:nvPr/>
          </p:nvSpPr>
          <p:spPr>
            <a:xfrm>
              <a:off x="5298856" y="2536913"/>
              <a:ext cx="960254" cy="1875582"/>
            </a:xfrm>
            <a:custGeom>
              <a:avLst/>
              <a:pathLst>
                <a:path w="960254" h="1875582">
                  <a:moveTo>
                    <a:pt x="457200" y="1600200"/>
                  </a:moveTo>
                  <a:lnTo>
                    <a:pt x="459841" y="1595740"/>
                  </a:lnTo>
                  <a:lnTo>
                    <a:pt x="458797" y="1592130"/>
                  </a:lnTo>
                  <a:lnTo>
                    <a:pt x="461969" y="1587262"/>
                  </a:lnTo>
                  <a:lnTo>
                    <a:pt x="464519" y="1582883"/>
                  </a:lnTo>
                  <a:lnTo>
                    <a:pt x="468966" y="1578027"/>
                  </a:lnTo>
                  <a:lnTo>
                    <a:pt x="474119" y="1571868"/>
                  </a:lnTo>
                  <a:lnTo>
                    <a:pt x="475063" y="1567825"/>
                  </a:lnTo>
                  <a:lnTo>
                    <a:pt x="475640" y="1561932"/>
                  </a:lnTo>
                  <a:lnTo>
                    <a:pt x="485022" y="1556682"/>
                  </a:lnTo>
                  <a:lnTo>
                    <a:pt x="495417" y="1550845"/>
                  </a:lnTo>
                  <a:lnTo>
                    <a:pt x="506117" y="1544866"/>
                  </a:lnTo>
                  <a:lnTo>
                    <a:pt x="508342" y="1544882"/>
                  </a:lnTo>
                  <a:lnTo>
                    <a:pt x="509934" y="1544893"/>
                  </a:lnTo>
                  <a:lnTo>
                    <a:pt x="514901" y="1538080"/>
                  </a:lnTo>
                  <a:lnTo>
                    <a:pt x="525166" y="1533134"/>
                  </a:lnTo>
                  <a:lnTo>
                    <a:pt x="529442" y="1531068"/>
                  </a:lnTo>
                  <a:lnTo>
                    <a:pt x="536579" y="1526780"/>
                  </a:lnTo>
                  <a:lnTo>
                    <a:pt x="540394" y="1522779"/>
                  </a:lnTo>
                  <a:lnTo>
                    <a:pt x="546252" y="1522009"/>
                  </a:lnTo>
                  <a:lnTo>
                    <a:pt x="550265" y="1521479"/>
                  </a:lnTo>
                  <a:lnTo>
                    <a:pt x="552080" y="1521239"/>
                  </a:lnTo>
                  <a:lnTo>
                    <a:pt x="559996" y="1519756"/>
                  </a:lnTo>
                  <a:lnTo>
                    <a:pt x="570980" y="1517685"/>
                  </a:lnTo>
                  <a:lnTo>
                    <a:pt x="577580" y="1516433"/>
                  </a:lnTo>
                  <a:lnTo>
                    <a:pt x="584611" y="1515221"/>
                  </a:lnTo>
                  <a:lnTo>
                    <a:pt x="594107" y="1513574"/>
                  </a:lnTo>
                  <a:lnTo>
                    <a:pt x="604733" y="1511718"/>
                  </a:lnTo>
                  <a:lnTo>
                    <a:pt x="632104" y="1506871"/>
                  </a:lnTo>
                  <a:lnTo>
                    <a:pt x="644788" y="1504751"/>
                  </a:lnTo>
                  <a:lnTo>
                    <a:pt x="648744" y="1504086"/>
                  </a:lnTo>
                  <a:lnTo>
                    <a:pt x="677292" y="1499227"/>
                  </a:lnTo>
                  <a:lnTo>
                    <a:pt x="677410" y="1499517"/>
                  </a:lnTo>
                  <a:lnTo>
                    <a:pt x="678569" y="1502347"/>
                  </a:lnTo>
                  <a:lnTo>
                    <a:pt x="677705" y="1508857"/>
                  </a:lnTo>
                  <a:lnTo>
                    <a:pt x="680059" y="1511957"/>
                  </a:lnTo>
                  <a:lnTo>
                    <a:pt x="689023" y="1501867"/>
                  </a:lnTo>
                  <a:lnTo>
                    <a:pt x="692688" y="1505148"/>
                  </a:lnTo>
                  <a:lnTo>
                    <a:pt x="701053" y="1512627"/>
                  </a:lnTo>
                  <a:lnTo>
                    <a:pt x="708519" y="1519288"/>
                  </a:lnTo>
                  <a:lnTo>
                    <a:pt x="709879" y="1533288"/>
                  </a:lnTo>
                  <a:lnTo>
                    <a:pt x="733393" y="1528588"/>
                  </a:lnTo>
                  <a:lnTo>
                    <a:pt x="757368" y="1523381"/>
                  </a:lnTo>
                  <a:lnTo>
                    <a:pt x="781603" y="1518043"/>
                  </a:lnTo>
                  <a:lnTo>
                    <a:pt x="796485" y="1514658"/>
                  </a:lnTo>
                  <a:lnTo>
                    <a:pt x="796754" y="1514597"/>
                  </a:lnTo>
                  <a:lnTo>
                    <a:pt x="819757" y="1509307"/>
                  </a:lnTo>
                  <a:lnTo>
                    <a:pt x="821508" y="1508901"/>
                  </a:lnTo>
                  <a:lnTo>
                    <a:pt x="847347" y="1524914"/>
                  </a:lnTo>
                  <a:lnTo>
                    <a:pt x="848742" y="1525775"/>
                  </a:lnTo>
                  <a:lnTo>
                    <a:pt x="859893" y="1532648"/>
                  </a:lnTo>
                  <a:lnTo>
                    <a:pt x="890531" y="1552443"/>
                  </a:lnTo>
                  <a:lnTo>
                    <a:pt x="895101" y="1555381"/>
                  </a:lnTo>
                  <a:lnTo>
                    <a:pt x="926908" y="1575306"/>
                  </a:lnTo>
                  <a:lnTo>
                    <a:pt x="946694" y="1587686"/>
                  </a:lnTo>
                  <a:lnTo>
                    <a:pt x="950997" y="1590369"/>
                  </a:lnTo>
                  <a:lnTo>
                    <a:pt x="960254" y="1596252"/>
                  </a:lnTo>
                  <a:lnTo>
                    <a:pt x="948101" y="1603735"/>
                  </a:lnTo>
                  <a:lnTo>
                    <a:pt x="939425" y="1612298"/>
                  </a:lnTo>
                  <a:lnTo>
                    <a:pt x="932137" y="1622263"/>
                  </a:lnTo>
                  <a:lnTo>
                    <a:pt x="926418" y="1632197"/>
                  </a:lnTo>
                  <a:lnTo>
                    <a:pt x="922532" y="1641825"/>
                  </a:lnTo>
                  <a:lnTo>
                    <a:pt x="920253" y="1647458"/>
                  </a:lnTo>
                  <a:lnTo>
                    <a:pt x="915972" y="1654933"/>
                  </a:lnTo>
                  <a:lnTo>
                    <a:pt x="913018" y="1665935"/>
                  </a:lnTo>
                  <a:lnTo>
                    <a:pt x="912376" y="1675939"/>
                  </a:lnTo>
                  <a:lnTo>
                    <a:pt x="912938" y="1687265"/>
                  </a:lnTo>
                  <a:lnTo>
                    <a:pt x="914602" y="1690875"/>
                  </a:lnTo>
                  <a:lnTo>
                    <a:pt x="911626" y="1698174"/>
                  </a:lnTo>
                  <a:lnTo>
                    <a:pt x="906617" y="1703991"/>
                  </a:lnTo>
                  <a:lnTo>
                    <a:pt x="905165" y="1705675"/>
                  </a:lnTo>
                  <a:lnTo>
                    <a:pt x="901823" y="1709052"/>
                  </a:lnTo>
                  <a:lnTo>
                    <a:pt x="901925" y="1714114"/>
                  </a:lnTo>
                  <a:lnTo>
                    <a:pt x="900996" y="1719948"/>
                  </a:lnTo>
                  <a:lnTo>
                    <a:pt x="894354" y="1720524"/>
                  </a:lnTo>
                  <a:lnTo>
                    <a:pt x="888645" y="1723715"/>
                  </a:lnTo>
                  <a:lnTo>
                    <a:pt x="883809" y="1720542"/>
                  </a:lnTo>
                  <a:lnTo>
                    <a:pt x="878672" y="1725518"/>
                  </a:lnTo>
                  <a:lnTo>
                    <a:pt x="876947" y="1730327"/>
                  </a:lnTo>
                  <a:lnTo>
                    <a:pt x="881871" y="1734952"/>
                  </a:lnTo>
                  <a:lnTo>
                    <a:pt x="879421" y="1739214"/>
                  </a:lnTo>
                  <a:lnTo>
                    <a:pt x="871153" y="1747365"/>
                  </a:lnTo>
                  <a:lnTo>
                    <a:pt x="869135" y="1753547"/>
                  </a:lnTo>
                  <a:lnTo>
                    <a:pt x="860835" y="1760650"/>
                  </a:lnTo>
                  <a:lnTo>
                    <a:pt x="856554" y="1765724"/>
                  </a:lnTo>
                  <a:lnTo>
                    <a:pt x="856162" y="1772277"/>
                  </a:lnTo>
                  <a:lnTo>
                    <a:pt x="848809" y="1779772"/>
                  </a:lnTo>
                  <a:lnTo>
                    <a:pt x="846381" y="1784688"/>
                  </a:lnTo>
                  <a:lnTo>
                    <a:pt x="838680" y="1786868"/>
                  </a:lnTo>
                  <a:lnTo>
                    <a:pt x="832037" y="1791635"/>
                  </a:lnTo>
                  <a:lnTo>
                    <a:pt x="828584" y="1796505"/>
                  </a:lnTo>
                  <a:lnTo>
                    <a:pt x="823242" y="1799787"/>
                  </a:lnTo>
                  <a:lnTo>
                    <a:pt x="822743" y="1800320"/>
                  </a:lnTo>
                  <a:lnTo>
                    <a:pt x="815166" y="1808395"/>
                  </a:lnTo>
                  <a:lnTo>
                    <a:pt x="807678" y="1811127"/>
                  </a:lnTo>
                  <a:lnTo>
                    <a:pt x="801744" y="1809441"/>
                  </a:lnTo>
                  <a:lnTo>
                    <a:pt x="801369" y="1811056"/>
                  </a:lnTo>
                  <a:lnTo>
                    <a:pt x="800665" y="1814078"/>
                  </a:lnTo>
                  <a:lnTo>
                    <a:pt x="804696" y="1819608"/>
                  </a:lnTo>
                  <a:lnTo>
                    <a:pt x="807940" y="1823324"/>
                  </a:lnTo>
                  <a:lnTo>
                    <a:pt x="807012" y="1829765"/>
                  </a:lnTo>
                  <a:lnTo>
                    <a:pt x="799362" y="1836592"/>
                  </a:lnTo>
                  <a:lnTo>
                    <a:pt x="793857" y="1839596"/>
                  </a:lnTo>
                  <a:lnTo>
                    <a:pt x="788456" y="1838562"/>
                  </a:lnTo>
                  <a:lnTo>
                    <a:pt x="780467" y="1836056"/>
                  </a:lnTo>
                  <a:lnTo>
                    <a:pt x="776003" y="1841303"/>
                  </a:lnTo>
                  <a:lnTo>
                    <a:pt x="780665" y="1843658"/>
                  </a:lnTo>
                  <a:lnTo>
                    <a:pt x="787789" y="1848249"/>
                  </a:lnTo>
                  <a:lnTo>
                    <a:pt x="783800" y="1856362"/>
                  </a:lnTo>
                  <a:lnTo>
                    <a:pt x="775682" y="1864697"/>
                  </a:lnTo>
                  <a:lnTo>
                    <a:pt x="771177" y="1867027"/>
                  </a:lnTo>
                  <a:lnTo>
                    <a:pt x="770794" y="1869804"/>
                  </a:lnTo>
                  <a:lnTo>
                    <a:pt x="769993" y="1875582"/>
                  </a:lnTo>
                  <a:lnTo>
                    <a:pt x="763497" y="1874107"/>
                  </a:lnTo>
                  <a:lnTo>
                    <a:pt x="755922" y="1870312"/>
                  </a:lnTo>
                  <a:lnTo>
                    <a:pt x="753081" y="1873083"/>
                  </a:lnTo>
                  <a:lnTo>
                    <a:pt x="744671" y="1871329"/>
                  </a:lnTo>
                  <a:lnTo>
                    <a:pt x="742524" y="1863670"/>
                  </a:lnTo>
                  <a:lnTo>
                    <a:pt x="738428" y="1858223"/>
                  </a:lnTo>
                  <a:lnTo>
                    <a:pt x="737567" y="1857078"/>
                  </a:lnTo>
                  <a:lnTo>
                    <a:pt x="739262" y="1851777"/>
                  </a:lnTo>
                  <a:lnTo>
                    <a:pt x="737349" y="1844757"/>
                  </a:lnTo>
                  <a:lnTo>
                    <a:pt x="732002" y="1839581"/>
                  </a:lnTo>
                  <a:lnTo>
                    <a:pt x="729167" y="1836834"/>
                  </a:lnTo>
                  <a:lnTo>
                    <a:pt x="727896" y="1830293"/>
                  </a:lnTo>
                  <a:lnTo>
                    <a:pt x="717805" y="1822491"/>
                  </a:lnTo>
                  <a:lnTo>
                    <a:pt x="716782" y="1822345"/>
                  </a:lnTo>
                  <a:lnTo>
                    <a:pt x="711889" y="1821643"/>
                  </a:lnTo>
                  <a:lnTo>
                    <a:pt x="705041" y="1818369"/>
                  </a:lnTo>
                  <a:lnTo>
                    <a:pt x="703840" y="1817794"/>
                  </a:lnTo>
                  <a:lnTo>
                    <a:pt x="703039" y="1811872"/>
                  </a:lnTo>
                  <a:lnTo>
                    <a:pt x="699080" y="1801855"/>
                  </a:lnTo>
                  <a:lnTo>
                    <a:pt x="698911" y="1801234"/>
                  </a:lnTo>
                  <a:lnTo>
                    <a:pt x="696078" y="1790790"/>
                  </a:lnTo>
                  <a:lnTo>
                    <a:pt x="690064" y="1783649"/>
                  </a:lnTo>
                  <a:lnTo>
                    <a:pt x="685355" y="1778850"/>
                  </a:lnTo>
                  <a:lnTo>
                    <a:pt x="683410" y="1770190"/>
                  </a:lnTo>
                  <a:lnTo>
                    <a:pt x="678445" y="1767563"/>
                  </a:lnTo>
                  <a:lnTo>
                    <a:pt x="671618" y="1763944"/>
                  </a:lnTo>
                  <a:lnTo>
                    <a:pt x="670053" y="1763697"/>
                  </a:lnTo>
                  <a:lnTo>
                    <a:pt x="665404" y="1762964"/>
                  </a:lnTo>
                  <a:lnTo>
                    <a:pt x="654424" y="1759216"/>
                  </a:lnTo>
                  <a:lnTo>
                    <a:pt x="652601" y="1753797"/>
                  </a:lnTo>
                  <a:lnTo>
                    <a:pt x="652347" y="1753040"/>
                  </a:lnTo>
                  <a:lnTo>
                    <a:pt x="643015" y="1750232"/>
                  </a:lnTo>
                  <a:lnTo>
                    <a:pt x="642890" y="1749558"/>
                  </a:lnTo>
                  <a:lnTo>
                    <a:pt x="641602" y="1742637"/>
                  </a:lnTo>
                  <a:lnTo>
                    <a:pt x="631879" y="1739702"/>
                  </a:lnTo>
                  <a:lnTo>
                    <a:pt x="631591" y="1731212"/>
                  </a:lnTo>
                  <a:lnTo>
                    <a:pt x="629741" y="1724974"/>
                  </a:lnTo>
                  <a:lnTo>
                    <a:pt x="622460" y="1722571"/>
                  </a:lnTo>
                  <a:lnTo>
                    <a:pt x="619049" y="1718874"/>
                  </a:lnTo>
                  <a:lnTo>
                    <a:pt x="617499" y="1717193"/>
                  </a:lnTo>
                  <a:lnTo>
                    <a:pt x="608419" y="1712701"/>
                  </a:lnTo>
                  <a:lnTo>
                    <a:pt x="607515" y="1712608"/>
                  </a:lnTo>
                  <a:lnTo>
                    <a:pt x="602433" y="1712079"/>
                  </a:lnTo>
                  <a:lnTo>
                    <a:pt x="597516" y="1707159"/>
                  </a:lnTo>
                  <a:lnTo>
                    <a:pt x="595181" y="1703825"/>
                  </a:lnTo>
                  <a:lnTo>
                    <a:pt x="591843" y="1699055"/>
                  </a:lnTo>
                  <a:lnTo>
                    <a:pt x="581157" y="1689995"/>
                  </a:lnTo>
                  <a:lnTo>
                    <a:pt x="569299" y="1686531"/>
                  </a:lnTo>
                  <a:lnTo>
                    <a:pt x="559441" y="1679723"/>
                  </a:lnTo>
                  <a:lnTo>
                    <a:pt x="554819" y="1679629"/>
                  </a:lnTo>
                  <a:lnTo>
                    <a:pt x="553942" y="1678390"/>
                  </a:lnTo>
                  <a:lnTo>
                    <a:pt x="549837" y="1672583"/>
                  </a:lnTo>
                  <a:lnTo>
                    <a:pt x="549415" y="1672100"/>
                  </a:lnTo>
                  <a:lnTo>
                    <a:pt x="543058" y="1664815"/>
                  </a:lnTo>
                  <a:lnTo>
                    <a:pt x="534230" y="1658162"/>
                  </a:lnTo>
                  <a:lnTo>
                    <a:pt x="530633" y="1650360"/>
                  </a:lnTo>
                  <a:lnTo>
                    <a:pt x="529062" y="1646951"/>
                  </a:lnTo>
                  <a:lnTo>
                    <a:pt x="525096" y="1642247"/>
                  </a:lnTo>
                  <a:lnTo>
                    <a:pt x="524337" y="1641346"/>
                  </a:lnTo>
                  <a:lnTo>
                    <a:pt x="518599" y="1634636"/>
                  </a:lnTo>
                  <a:lnTo>
                    <a:pt x="515811" y="1630018"/>
                  </a:lnTo>
                  <a:lnTo>
                    <a:pt x="510998" y="1621899"/>
                  </a:lnTo>
                  <a:lnTo>
                    <a:pt x="505553" y="1621713"/>
                  </a:lnTo>
                  <a:lnTo>
                    <a:pt x="499162" y="1624145"/>
                  </a:lnTo>
                  <a:lnTo>
                    <a:pt x="498802" y="1624282"/>
                  </a:lnTo>
                  <a:lnTo>
                    <a:pt x="492996" y="1622832"/>
                  </a:lnTo>
                  <a:lnTo>
                    <a:pt x="492727" y="1622659"/>
                  </a:lnTo>
                  <a:lnTo>
                    <a:pt x="487268" y="1619141"/>
                  </a:lnTo>
                  <a:lnTo>
                    <a:pt x="486533" y="1618541"/>
                  </a:lnTo>
                  <a:lnTo>
                    <a:pt x="480217" y="1613380"/>
                  </a:lnTo>
                  <a:lnTo>
                    <a:pt x="473032" y="1612075"/>
                  </a:lnTo>
                  <a:lnTo>
                    <a:pt x="466589" y="1608945"/>
                  </a:lnTo>
                  <a:lnTo>
                    <a:pt x="459683" y="1605620"/>
                  </a:lnTo>
                  <a:lnTo>
                    <a:pt x="459452" y="1605117"/>
                  </a:lnTo>
                  <a:lnTo>
                    <a:pt x="457819" y="1601552"/>
                  </a:lnTo>
                  <a:close/>
                </a:path>
              </a:pathLst>
            </a:custGeom>
            <a:solidFill>
              <a:srgbClr val="C9477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19"/>
            <p:cNvSpPr/>
            <p:nvPr/>
          </p:nvSpPr>
          <p:spPr>
            <a:xfrm>
              <a:off x="3247354" y="1419981"/>
              <a:ext cx="1139776" cy="1915006"/>
            </a:xfrm>
            <a:custGeom>
              <a:avLst/>
              <a:pathLst>
                <a:path w="1139776" h="1915006">
                  <a:moveTo>
                    <a:pt x="457199" y="1600200"/>
                  </a:moveTo>
                  <a:lnTo>
                    <a:pt x="458836" y="1600146"/>
                  </a:lnTo>
                  <a:lnTo>
                    <a:pt x="459547" y="1584428"/>
                  </a:lnTo>
                  <a:lnTo>
                    <a:pt x="460079" y="1573505"/>
                  </a:lnTo>
                  <a:lnTo>
                    <a:pt x="460825" y="1558214"/>
                  </a:lnTo>
                  <a:lnTo>
                    <a:pt x="461668" y="1538969"/>
                  </a:lnTo>
                  <a:lnTo>
                    <a:pt x="462072" y="1530628"/>
                  </a:lnTo>
                  <a:lnTo>
                    <a:pt x="463217" y="1506759"/>
                  </a:lnTo>
                  <a:lnTo>
                    <a:pt x="463834" y="1492501"/>
                  </a:lnTo>
                  <a:lnTo>
                    <a:pt x="463912" y="1490354"/>
                  </a:lnTo>
                  <a:lnTo>
                    <a:pt x="464196" y="1482479"/>
                  </a:lnTo>
                  <a:lnTo>
                    <a:pt x="497414" y="1484076"/>
                  </a:lnTo>
                  <a:lnTo>
                    <a:pt x="516928" y="1484929"/>
                  </a:lnTo>
                  <a:lnTo>
                    <a:pt x="535627" y="1485711"/>
                  </a:lnTo>
                  <a:lnTo>
                    <a:pt x="554906" y="1486465"/>
                  </a:lnTo>
                  <a:lnTo>
                    <a:pt x="559501" y="1486637"/>
                  </a:lnTo>
                  <a:lnTo>
                    <a:pt x="564843" y="1486833"/>
                  </a:lnTo>
                  <a:lnTo>
                    <a:pt x="579998" y="1487357"/>
                  </a:lnTo>
                  <a:lnTo>
                    <a:pt x="593300" y="1487798"/>
                  </a:lnTo>
                  <a:lnTo>
                    <a:pt x="612549" y="1488406"/>
                  </a:lnTo>
                  <a:lnTo>
                    <a:pt x="633352" y="1489001"/>
                  </a:lnTo>
                  <a:lnTo>
                    <a:pt x="640862" y="1489199"/>
                  </a:lnTo>
                  <a:lnTo>
                    <a:pt x="641030" y="1489203"/>
                  </a:lnTo>
                  <a:lnTo>
                    <a:pt x="658677" y="1489636"/>
                  </a:lnTo>
                  <a:lnTo>
                    <a:pt x="679195" y="1490099"/>
                  </a:lnTo>
                  <a:lnTo>
                    <a:pt x="695795" y="1490400"/>
                  </a:lnTo>
                  <a:lnTo>
                    <a:pt x="718144" y="1490756"/>
                  </a:lnTo>
                  <a:lnTo>
                    <a:pt x="747952" y="1491128"/>
                  </a:lnTo>
                  <a:lnTo>
                    <a:pt x="769599" y="1491313"/>
                  </a:lnTo>
                  <a:lnTo>
                    <a:pt x="770675" y="1491323"/>
                  </a:lnTo>
                  <a:lnTo>
                    <a:pt x="788423" y="1491455"/>
                  </a:lnTo>
                  <a:lnTo>
                    <a:pt x="800707" y="1491587"/>
                  </a:lnTo>
                  <a:lnTo>
                    <a:pt x="824232" y="1491693"/>
                  </a:lnTo>
                  <a:lnTo>
                    <a:pt x="838242" y="1491753"/>
                  </a:lnTo>
                  <a:lnTo>
                    <a:pt x="847488" y="1491691"/>
                  </a:lnTo>
                  <a:lnTo>
                    <a:pt x="857945" y="1491724"/>
                  </a:lnTo>
                  <a:lnTo>
                    <a:pt x="870511" y="1491641"/>
                  </a:lnTo>
                  <a:lnTo>
                    <a:pt x="892313" y="1491444"/>
                  </a:lnTo>
                  <a:lnTo>
                    <a:pt x="899856" y="1491385"/>
                  </a:lnTo>
                  <a:lnTo>
                    <a:pt x="924182" y="1491201"/>
                  </a:lnTo>
                  <a:lnTo>
                    <a:pt x="932744" y="1491116"/>
                  </a:lnTo>
                  <a:lnTo>
                    <a:pt x="950981" y="1490996"/>
                  </a:lnTo>
                  <a:lnTo>
                    <a:pt x="980727" y="1490388"/>
                  </a:lnTo>
                  <a:lnTo>
                    <a:pt x="986124" y="1490278"/>
                  </a:lnTo>
                  <a:lnTo>
                    <a:pt x="988660" y="1490225"/>
                  </a:lnTo>
                  <a:lnTo>
                    <a:pt x="1006103" y="1489833"/>
                  </a:lnTo>
                  <a:lnTo>
                    <a:pt x="1026371" y="1489262"/>
                  </a:lnTo>
                  <a:lnTo>
                    <a:pt x="1053537" y="1488332"/>
                  </a:lnTo>
                  <a:lnTo>
                    <a:pt x="1066172" y="1487863"/>
                  </a:lnTo>
                  <a:lnTo>
                    <a:pt x="1110972" y="1486172"/>
                  </a:lnTo>
                  <a:lnTo>
                    <a:pt x="1110601" y="1494081"/>
                  </a:lnTo>
                  <a:lnTo>
                    <a:pt x="1109577" y="1501022"/>
                  </a:lnTo>
                  <a:lnTo>
                    <a:pt x="1106002" y="1505566"/>
                  </a:lnTo>
                  <a:lnTo>
                    <a:pt x="1102602" y="1511785"/>
                  </a:lnTo>
                  <a:lnTo>
                    <a:pt x="1096477" y="1515865"/>
                  </a:lnTo>
                  <a:lnTo>
                    <a:pt x="1089675" y="1522038"/>
                  </a:lnTo>
                  <a:lnTo>
                    <a:pt x="1087633" y="1526444"/>
                  </a:lnTo>
                  <a:lnTo>
                    <a:pt x="1088423" y="1529576"/>
                  </a:lnTo>
                  <a:lnTo>
                    <a:pt x="1089204" y="1530526"/>
                  </a:lnTo>
                  <a:lnTo>
                    <a:pt x="1094182" y="1536573"/>
                  </a:lnTo>
                  <a:lnTo>
                    <a:pt x="1097823" y="1543554"/>
                  </a:lnTo>
                  <a:lnTo>
                    <a:pt x="1100799" y="1548637"/>
                  </a:lnTo>
                  <a:lnTo>
                    <a:pt x="1104017" y="1551831"/>
                  </a:lnTo>
                  <a:lnTo>
                    <a:pt x="1109062" y="1551886"/>
                  </a:lnTo>
                  <a:lnTo>
                    <a:pt x="1114026" y="1554416"/>
                  </a:lnTo>
                  <a:lnTo>
                    <a:pt x="1117603" y="1555563"/>
                  </a:lnTo>
                  <a:lnTo>
                    <a:pt x="1121185" y="1559066"/>
                  </a:lnTo>
                  <a:lnTo>
                    <a:pt x="1122381" y="1561438"/>
                  </a:lnTo>
                  <a:lnTo>
                    <a:pt x="1123559" y="1563776"/>
                  </a:lnTo>
                  <a:lnTo>
                    <a:pt x="1123791" y="1568586"/>
                  </a:lnTo>
                  <a:lnTo>
                    <a:pt x="1125529" y="1604814"/>
                  </a:lnTo>
                  <a:lnTo>
                    <a:pt x="1126551" y="1626161"/>
                  </a:lnTo>
                  <a:lnTo>
                    <a:pt x="1127586" y="1647808"/>
                  </a:lnTo>
                  <a:lnTo>
                    <a:pt x="1128106" y="1658705"/>
                  </a:lnTo>
                  <a:lnTo>
                    <a:pt x="1129193" y="1681505"/>
                  </a:lnTo>
                  <a:lnTo>
                    <a:pt x="1130054" y="1701809"/>
                  </a:lnTo>
                  <a:lnTo>
                    <a:pt x="1131878" y="1744970"/>
                  </a:lnTo>
                  <a:lnTo>
                    <a:pt x="1133432" y="1781907"/>
                  </a:lnTo>
                  <a:lnTo>
                    <a:pt x="1133714" y="1788358"/>
                  </a:lnTo>
                  <a:lnTo>
                    <a:pt x="1120587" y="1788909"/>
                  </a:lnTo>
                  <a:lnTo>
                    <a:pt x="1122036" y="1792689"/>
                  </a:lnTo>
                  <a:lnTo>
                    <a:pt x="1121348" y="1797132"/>
                  </a:lnTo>
                  <a:lnTo>
                    <a:pt x="1128158" y="1802884"/>
                  </a:lnTo>
                  <a:lnTo>
                    <a:pt x="1128114" y="1807670"/>
                  </a:lnTo>
                  <a:lnTo>
                    <a:pt x="1127808" y="1813556"/>
                  </a:lnTo>
                  <a:lnTo>
                    <a:pt x="1123475" y="1814852"/>
                  </a:lnTo>
                  <a:lnTo>
                    <a:pt x="1125438" y="1818945"/>
                  </a:lnTo>
                  <a:lnTo>
                    <a:pt x="1126040" y="1820199"/>
                  </a:lnTo>
                  <a:lnTo>
                    <a:pt x="1128971" y="1823351"/>
                  </a:lnTo>
                  <a:lnTo>
                    <a:pt x="1133182" y="1823159"/>
                  </a:lnTo>
                  <a:lnTo>
                    <a:pt x="1135108" y="1832749"/>
                  </a:lnTo>
                  <a:lnTo>
                    <a:pt x="1137034" y="1836330"/>
                  </a:lnTo>
                  <a:lnTo>
                    <a:pt x="1136043" y="1840278"/>
                  </a:lnTo>
                  <a:lnTo>
                    <a:pt x="1135568" y="1842166"/>
                  </a:lnTo>
                  <a:lnTo>
                    <a:pt x="1130865" y="1845808"/>
                  </a:lnTo>
                  <a:lnTo>
                    <a:pt x="1132765" y="1850064"/>
                  </a:lnTo>
                  <a:lnTo>
                    <a:pt x="1130405" y="1853581"/>
                  </a:lnTo>
                  <a:lnTo>
                    <a:pt x="1132312" y="1855772"/>
                  </a:lnTo>
                  <a:lnTo>
                    <a:pt x="1128740" y="1860507"/>
                  </a:lnTo>
                  <a:lnTo>
                    <a:pt x="1128923" y="1862240"/>
                  </a:lnTo>
                  <a:lnTo>
                    <a:pt x="1129317" y="1865973"/>
                  </a:lnTo>
                  <a:lnTo>
                    <a:pt x="1125927" y="1872443"/>
                  </a:lnTo>
                  <a:lnTo>
                    <a:pt x="1122166" y="1878624"/>
                  </a:lnTo>
                  <a:lnTo>
                    <a:pt x="1122178" y="1885315"/>
                  </a:lnTo>
                  <a:lnTo>
                    <a:pt x="1125390" y="1889839"/>
                  </a:lnTo>
                  <a:lnTo>
                    <a:pt x="1131554" y="1895417"/>
                  </a:lnTo>
                  <a:lnTo>
                    <a:pt x="1136244" y="1905158"/>
                  </a:lnTo>
                  <a:lnTo>
                    <a:pt x="1136552" y="1905798"/>
                  </a:lnTo>
                  <a:lnTo>
                    <a:pt x="1135288" y="1910682"/>
                  </a:lnTo>
                  <a:lnTo>
                    <a:pt x="1136749" y="1911577"/>
                  </a:lnTo>
                  <a:lnTo>
                    <a:pt x="1139776" y="1913806"/>
                  </a:lnTo>
                  <a:lnTo>
                    <a:pt x="1134703" y="1915006"/>
                  </a:lnTo>
                  <a:lnTo>
                    <a:pt x="1132378" y="1911683"/>
                  </a:lnTo>
                  <a:lnTo>
                    <a:pt x="1124490" y="1912530"/>
                  </a:lnTo>
                  <a:lnTo>
                    <a:pt x="1122877" y="1909982"/>
                  </a:lnTo>
                  <a:lnTo>
                    <a:pt x="1119861" y="1905210"/>
                  </a:lnTo>
                  <a:lnTo>
                    <a:pt x="1115052" y="1900759"/>
                  </a:lnTo>
                  <a:lnTo>
                    <a:pt x="1115847" y="1893833"/>
                  </a:lnTo>
                  <a:lnTo>
                    <a:pt x="1108468" y="1893648"/>
                  </a:lnTo>
                  <a:lnTo>
                    <a:pt x="1106153" y="1889285"/>
                  </a:lnTo>
                  <a:lnTo>
                    <a:pt x="1105621" y="1889069"/>
                  </a:lnTo>
                  <a:lnTo>
                    <a:pt x="1096388" y="1885301"/>
                  </a:lnTo>
                  <a:lnTo>
                    <a:pt x="1091055" y="1886655"/>
                  </a:lnTo>
                  <a:lnTo>
                    <a:pt x="1086352" y="1882846"/>
                  </a:lnTo>
                  <a:lnTo>
                    <a:pt x="1085485" y="1882143"/>
                  </a:lnTo>
                  <a:lnTo>
                    <a:pt x="1075728" y="1881309"/>
                  </a:lnTo>
                  <a:lnTo>
                    <a:pt x="1072566" y="1878970"/>
                  </a:lnTo>
                  <a:lnTo>
                    <a:pt x="1067988" y="1875577"/>
                  </a:lnTo>
                  <a:lnTo>
                    <a:pt x="1065673" y="1871550"/>
                  </a:lnTo>
                  <a:lnTo>
                    <a:pt x="1059771" y="1870189"/>
                  </a:lnTo>
                  <a:lnTo>
                    <a:pt x="1056247" y="1871521"/>
                  </a:lnTo>
                  <a:lnTo>
                    <a:pt x="1049294" y="1870495"/>
                  </a:lnTo>
                  <a:lnTo>
                    <a:pt x="1046170" y="1873066"/>
                  </a:lnTo>
                  <a:lnTo>
                    <a:pt x="1043171" y="1872666"/>
                  </a:lnTo>
                  <a:lnTo>
                    <a:pt x="1040329" y="1872287"/>
                  </a:lnTo>
                  <a:lnTo>
                    <a:pt x="1032727" y="1872206"/>
                  </a:lnTo>
                  <a:lnTo>
                    <a:pt x="1029446" y="1872851"/>
                  </a:lnTo>
                  <a:lnTo>
                    <a:pt x="1023495" y="1874018"/>
                  </a:lnTo>
                  <a:lnTo>
                    <a:pt x="1014304" y="1872503"/>
                  </a:lnTo>
                  <a:lnTo>
                    <a:pt x="1009122" y="1871759"/>
                  </a:lnTo>
                  <a:lnTo>
                    <a:pt x="1007436" y="1873349"/>
                  </a:lnTo>
                  <a:lnTo>
                    <a:pt x="1005041" y="1880102"/>
                  </a:lnTo>
                  <a:lnTo>
                    <a:pt x="1001012" y="1883844"/>
                  </a:lnTo>
                  <a:lnTo>
                    <a:pt x="993279" y="1884707"/>
                  </a:lnTo>
                  <a:lnTo>
                    <a:pt x="986795" y="1879353"/>
                  </a:lnTo>
                  <a:lnTo>
                    <a:pt x="982752" y="1875523"/>
                  </a:lnTo>
                  <a:lnTo>
                    <a:pt x="982336" y="1875390"/>
                  </a:lnTo>
                  <a:lnTo>
                    <a:pt x="975050" y="1873065"/>
                  </a:lnTo>
                  <a:lnTo>
                    <a:pt x="970631" y="1871436"/>
                  </a:lnTo>
                  <a:lnTo>
                    <a:pt x="968034" y="1870061"/>
                  </a:lnTo>
                  <a:lnTo>
                    <a:pt x="960827" y="1866236"/>
                  </a:lnTo>
                  <a:lnTo>
                    <a:pt x="956425" y="1864976"/>
                  </a:lnTo>
                  <a:lnTo>
                    <a:pt x="952303" y="1860786"/>
                  </a:lnTo>
                  <a:lnTo>
                    <a:pt x="950438" y="1856465"/>
                  </a:lnTo>
                  <a:lnTo>
                    <a:pt x="918655" y="1857019"/>
                  </a:lnTo>
                  <a:lnTo>
                    <a:pt x="881681" y="1857452"/>
                  </a:lnTo>
                  <a:lnTo>
                    <a:pt x="856247" y="1857644"/>
                  </a:lnTo>
                  <a:lnTo>
                    <a:pt x="827502" y="1857755"/>
                  </a:lnTo>
                  <a:lnTo>
                    <a:pt x="795809" y="1857770"/>
                  </a:lnTo>
                  <a:lnTo>
                    <a:pt x="722851" y="1857291"/>
                  </a:lnTo>
                  <a:lnTo>
                    <a:pt x="702150" y="1856966"/>
                  </a:lnTo>
                  <a:lnTo>
                    <a:pt x="624436" y="1855234"/>
                  </a:lnTo>
                  <a:lnTo>
                    <a:pt x="594787" y="1854359"/>
                  </a:lnTo>
                  <a:lnTo>
                    <a:pt x="559927" y="1853198"/>
                  </a:lnTo>
                  <a:lnTo>
                    <a:pt x="540976" y="1852499"/>
                  </a:lnTo>
                  <a:lnTo>
                    <a:pt x="497763" y="1850722"/>
                  </a:lnTo>
                  <a:lnTo>
                    <a:pt x="495131" y="1850610"/>
                  </a:lnTo>
                  <a:lnTo>
                    <a:pt x="445344" y="1848328"/>
                  </a:lnTo>
                  <a:lnTo>
                    <a:pt x="447031" y="1812391"/>
                  </a:lnTo>
                  <a:lnTo>
                    <a:pt x="448103" y="1789028"/>
                  </a:lnTo>
                  <a:lnTo>
                    <a:pt x="448249" y="1785857"/>
                  </a:lnTo>
                  <a:lnTo>
                    <a:pt x="448565" y="1778988"/>
                  </a:lnTo>
                  <a:lnTo>
                    <a:pt x="450328" y="1742348"/>
                  </a:lnTo>
                  <a:lnTo>
                    <a:pt x="452101" y="1706614"/>
                  </a:lnTo>
                  <a:lnTo>
                    <a:pt x="452343" y="1701730"/>
                  </a:lnTo>
                  <a:lnTo>
                    <a:pt x="452774" y="1693082"/>
                  </a:lnTo>
                  <a:lnTo>
                    <a:pt x="454729" y="1653195"/>
                  </a:lnTo>
                  <a:lnTo>
                    <a:pt x="455464" y="1638240"/>
                  </a:lnTo>
                  <a:close/>
                </a:path>
              </a:pathLst>
            </a:custGeom>
            <a:solidFill>
              <a:srgbClr val="BA358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0"/>
            <p:cNvSpPr/>
            <p:nvPr/>
          </p:nvSpPr>
          <p:spPr>
            <a:xfrm>
              <a:off x="4592862" y="2610420"/>
              <a:ext cx="1288450" cy="1604385"/>
            </a:xfrm>
            <a:custGeom>
              <a:avLst/>
              <a:pathLst>
                <a:path w="1288450" h="1604385">
                  <a:moveTo>
                    <a:pt x="457200" y="1600199"/>
                  </a:moveTo>
                  <a:lnTo>
                    <a:pt x="460640" y="1598365"/>
                  </a:lnTo>
                  <a:lnTo>
                    <a:pt x="467413" y="1596275"/>
                  </a:lnTo>
                  <a:lnTo>
                    <a:pt x="468480" y="1591069"/>
                  </a:lnTo>
                  <a:lnTo>
                    <a:pt x="470151" y="1586197"/>
                  </a:lnTo>
                  <a:lnTo>
                    <a:pt x="477320" y="1586672"/>
                  </a:lnTo>
                  <a:lnTo>
                    <a:pt x="475784" y="1581081"/>
                  </a:lnTo>
                  <a:lnTo>
                    <a:pt x="475929" y="1576214"/>
                  </a:lnTo>
                  <a:lnTo>
                    <a:pt x="474841" y="1570506"/>
                  </a:lnTo>
                  <a:lnTo>
                    <a:pt x="467580" y="1568285"/>
                  </a:lnTo>
                  <a:lnTo>
                    <a:pt x="471706" y="1564058"/>
                  </a:lnTo>
                  <a:lnTo>
                    <a:pt x="474359" y="1556404"/>
                  </a:lnTo>
                  <a:lnTo>
                    <a:pt x="471257" y="1550910"/>
                  </a:lnTo>
                  <a:lnTo>
                    <a:pt x="475314" y="1548789"/>
                  </a:lnTo>
                  <a:lnTo>
                    <a:pt x="477964" y="1549457"/>
                  </a:lnTo>
                  <a:lnTo>
                    <a:pt x="479749" y="1544003"/>
                  </a:lnTo>
                  <a:lnTo>
                    <a:pt x="476835" y="1539453"/>
                  </a:lnTo>
                  <a:lnTo>
                    <a:pt x="476942" y="1532715"/>
                  </a:lnTo>
                  <a:lnTo>
                    <a:pt x="485022" y="1532830"/>
                  </a:lnTo>
                  <a:lnTo>
                    <a:pt x="486155" y="1530368"/>
                  </a:lnTo>
                  <a:lnTo>
                    <a:pt x="486746" y="1524350"/>
                  </a:lnTo>
                  <a:lnTo>
                    <a:pt x="492118" y="1521354"/>
                  </a:lnTo>
                  <a:lnTo>
                    <a:pt x="489541" y="1518632"/>
                  </a:lnTo>
                  <a:lnTo>
                    <a:pt x="483144" y="1513826"/>
                  </a:lnTo>
                  <a:lnTo>
                    <a:pt x="486467" y="1505994"/>
                  </a:lnTo>
                  <a:lnTo>
                    <a:pt x="491747" y="1506273"/>
                  </a:lnTo>
                  <a:lnTo>
                    <a:pt x="497973" y="1501132"/>
                  </a:lnTo>
                  <a:lnTo>
                    <a:pt x="504989" y="1496929"/>
                  </a:lnTo>
                  <a:lnTo>
                    <a:pt x="503850" y="1492284"/>
                  </a:lnTo>
                  <a:lnTo>
                    <a:pt x="504179" y="1488979"/>
                  </a:lnTo>
                  <a:lnTo>
                    <a:pt x="511432" y="1485432"/>
                  </a:lnTo>
                  <a:lnTo>
                    <a:pt x="511110" y="1484246"/>
                  </a:lnTo>
                  <a:lnTo>
                    <a:pt x="510561" y="1482219"/>
                  </a:lnTo>
                  <a:lnTo>
                    <a:pt x="506728" y="1479406"/>
                  </a:lnTo>
                  <a:lnTo>
                    <a:pt x="501376" y="1473446"/>
                  </a:lnTo>
                  <a:lnTo>
                    <a:pt x="505165" y="1470490"/>
                  </a:lnTo>
                  <a:lnTo>
                    <a:pt x="505542" y="1462686"/>
                  </a:lnTo>
                  <a:lnTo>
                    <a:pt x="508943" y="1459621"/>
                  </a:lnTo>
                  <a:lnTo>
                    <a:pt x="513577" y="1455040"/>
                  </a:lnTo>
                  <a:lnTo>
                    <a:pt x="509747" y="1449571"/>
                  </a:lnTo>
                  <a:lnTo>
                    <a:pt x="509332" y="1449331"/>
                  </a:lnTo>
                  <a:lnTo>
                    <a:pt x="502299" y="1445256"/>
                  </a:lnTo>
                  <a:lnTo>
                    <a:pt x="503427" y="1442197"/>
                  </a:lnTo>
                  <a:lnTo>
                    <a:pt x="511111" y="1442520"/>
                  </a:lnTo>
                  <a:lnTo>
                    <a:pt x="515342" y="1437029"/>
                  </a:lnTo>
                  <a:lnTo>
                    <a:pt x="509171" y="1433875"/>
                  </a:lnTo>
                  <a:lnTo>
                    <a:pt x="509816" y="1429551"/>
                  </a:lnTo>
                  <a:lnTo>
                    <a:pt x="515322" y="1428703"/>
                  </a:lnTo>
                  <a:lnTo>
                    <a:pt x="517537" y="1428360"/>
                  </a:lnTo>
                  <a:lnTo>
                    <a:pt x="518285" y="1424063"/>
                  </a:lnTo>
                  <a:lnTo>
                    <a:pt x="514515" y="1419309"/>
                  </a:lnTo>
                  <a:lnTo>
                    <a:pt x="516038" y="1413880"/>
                  </a:lnTo>
                  <a:lnTo>
                    <a:pt x="513718" y="1409663"/>
                  </a:lnTo>
                  <a:lnTo>
                    <a:pt x="525808" y="1408000"/>
                  </a:lnTo>
                  <a:lnTo>
                    <a:pt x="532932" y="1406804"/>
                  </a:lnTo>
                  <a:lnTo>
                    <a:pt x="546146" y="1404568"/>
                  </a:lnTo>
                  <a:lnTo>
                    <a:pt x="570694" y="1401786"/>
                  </a:lnTo>
                  <a:lnTo>
                    <a:pt x="583577" y="1400096"/>
                  </a:lnTo>
                  <a:lnTo>
                    <a:pt x="584312" y="1399999"/>
                  </a:lnTo>
                  <a:lnTo>
                    <a:pt x="585345" y="1399862"/>
                  </a:lnTo>
                  <a:lnTo>
                    <a:pt x="615130" y="1395871"/>
                  </a:lnTo>
                  <a:lnTo>
                    <a:pt x="615570" y="1395811"/>
                  </a:lnTo>
                  <a:lnTo>
                    <a:pt x="617836" y="1395520"/>
                  </a:lnTo>
                  <a:lnTo>
                    <a:pt x="653707" y="1390826"/>
                  </a:lnTo>
                  <a:lnTo>
                    <a:pt x="661013" y="1389598"/>
                  </a:lnTo>
                  <a:lnTo>
                    <a:pt x="661298" y="1389550"/>
                  </a:lnTo>
                  <a:lnTo>
                    <a:pt x="662107" y="1382943"/>
                  </a:lnTo>
                  <a:lnTo>
                    <a:pt x="658657" y="1373548"/>
                  </a:lnTo>
                  <a:lnTo>
                    <a:pt x="656421" y="1367885"/>
                  </a:lnTo>
                  <a:lnTo>
                    <a:pt x="662240" y="1367186"/>
                  </a:lnTo>
                  <a:lnTo>
                    <a:pt x="678478" y="1366502"/>
                  </a:lnTo>
                  <a:lnTo>
                    <a:pt x="678622" y="1370308"/>
                  </a:lnTo>
                  <a:lnTo>
                    <a:pt x="694267" y="1367555"/>
                  </a:lnTo>
                  <a:lnTo>
                    <a:pt x="699483" y="1366630"/>
                  </a:lnTo>
                  <a:lnTo>
                    <a:pt x="728377" y="1361852"/>
                  </a:lnTo>
                  <a:lnTo>
                    <a:pt x="729540" y="1361657"/>
                  </a:lnTo>
                  <a:lnTo>
                    <a:pt x="751290" y="1357987"/>
                  </a:lnTo>
                  <a:lnTo>
                    <a:pt x="756620" y="1357079"/>
                  </a:lnTo>
                  <a:lnTo>
                    <a:pt x="780991" y="1352879"/>
                  </a:lnTo>
                  <a:lnTo>
                    <a:pt x="785873" y="1351967"/>
                  </a:lnTo>
                  <a:lnTo>
                    <a:pt x="801265" y="1349068"/>
                  </a:lnTo>
                  <a:lnTo>
                    <a:pt x="805837" y="1349760"/>
                  </a:lnTo>
                  <a:lnTo>
                    <a:pt x="806949" y="1349928"/>
                  </a:lnTo>
                  <a:lnTo>
                    <a:pt x="810969" y="1347452"/>
                  </a:lnTo>
                  <a:lnTo>
                    <a:pt x="820524" y="1346421"/>
                  </a:lnTo>
                  <a:lnTo>
                    <a:pt x="840958" y="1344178"/>
                  </a:lnTo>
                  <a:lnTo>
                    <a:pt x="853222" y="1342807"/>
                  </a:lnTo>
                  <a:lnTo>
                    <a:pt x="863771" y="1341685"/>
                  </a:lnTo>
                  <a:lnTo>
                    <a:pt x="873883" y="1340596"/>
                  </a:lnTo>
                  <a:lnTo>
                    <a:pt x="882308" y="1339398"/>
                  </a:lnTo>
                  <a:lnTo>
                    <a:pt x="887906" y="1338597"/>
                  </a:lnTo>
                  <a:lnTo>
                    <a:pt x="911944" y="1335102"/>
                  </a:lnTo>
                  <a:lnTo>
                    <a:pt x="916988" y="1333835"/>
                  </a:lnTo>
                  <a:lnTo>
                    <a:pt x="930634" y="1330390"/>
                  </a:lnTo>
                  <a:lnTo>
                    <a:pt x="931137" y="1330263"/>
                  </a:lnTo>
                  <a:lnTo>
                    <a:pt x="932550" y="1330048"/>
                  </a:lnTo>
                  <a:lnTo>
                    <a:pt x="950309" y="1327330"/>
                  </a:lnTo>
                  <a:lnTo>
                    <a:pt x="962369" y="1326145"/>
                  </a:lnTo>
                  <a:lnTo>
                    <a:pt x="965444" y="1325840"/>
                  </a:lnTo>
                  <a:lnTo>
                    <a:pt x="981192" y="1324118"/>
                  </a:lnTo>
                  <a:lnTo>
                    <a:pt x="981871" y="1324013"/>
                  </a:lnTo>
                  <a:lnTo>
                    <a:pt x="1009316" y="1319733"/>
                  </a:lnTo>
                  <a:lnTo>
                    <a:pt x="1032781" y="1315789"/>
                  </a:lnTo>
                  <a:lnTo>
                    <a:pt x="1036135" y="1315219"/>
                  </a:lnTo>
                  <a:lnTo>
                    <a:pt x="1059650" y="1311014"/>
                  </a:lnTo>
                  <a:lnTo>
                    <a:pt x="1065256" y="1310164"/>
                  </a:lnTo>
                  <a:lnTo>
                    <a:pt x="1068839" y="1309618"/>
                  </a:lnTo>
                  <a:lnTo>
                    <a:pt x="1088855" y="1306175"/>
                  </a:lnTo>
                  <a:lnTo>
                    <a:pt x="1089947" y="1303643"/>
                  </a:lnTo>
                  <a:lnTo>
                    <a:pt x="1109851" y="1299841"/>
                  </a:lnTo>
                  <a:lnTo>
                    <a:pt x="1129009" y="1296134"/>
                  </a:lnTo>
                  <a:lnTo>
                    <a:pt x="1157567" y="1290643"/>
                  </a:lnTo>
                  <a:lnTo>
                    <a:pt x="1172629" y="1287704"/>
                  </a:lnTo>
                  <a:lnTo>
                    <a:pt x="1194172" y="1283002"/>
                  </a:lnTo>
                  <a:lnTo>
                    <a:pt x="1206038" y="1280386"/>
                  </a:lnTo>
                  <a:lnTo>
                    <a:pt x="1224865" y="1276441"/>
                  </a:lnTo>
                  <a:lnTo>
                    <a:pt x="1229812" y="1275397"/>
                  </a:lnTo>
                  <a:lnTo>
                    <a:pt x="1236574" y="1273964"/>
                  </a:lnTo>
                  <a:lnTo>
                    <a:pt x="1239341" y="1273368"/>
                  </a:lnTo>
                  <a:lnTo>
                    <a:pt x="1259921" y="1268903"/>
                  </a:lnTo>
                  <a:lnTo>
                    <a:pt x="1260499" y="1265967"/>
                  </a:lnTo>
                  <a:lnTo>
                    <a:pt x="1269859" y="1264086"/>
                  </a:lnTo>
                  <a:lnTo>
                    <a:pt x="1287404" y="1260531"/>
                  </a:lnTo>
                  <a:lnTo>
                    <a:pt x="1285021" y="1264107"/>
                  </a:lnTo>
                  <a:lnTo>
                    <a:pt x="1284116" y="1270862"/>
                  </a:lnTo>
                  <a:lnTo>
                    <a:pt x="1286280" y="1279184"/>
                  </a:lnTo>
                  <a:lnTo>
                    <a:pt x="1283834" y="1286701"/>
                  </a:lnTo>
                  <a:lnTo>
                    <a:pt x="1285289" y="1289392"/>
                  </a:lnTo>
                  <a:lnTo>
                    <a:pt x="1288450" y="1295233"/>
                  </a:lnTo>
                  <a:lnTo>
                    <a:pt x="1282241" y="1296291"/>
                  </a:lnTo>
                  <a:lnTo>
                    <a:pt x="1275820" y="1296911"/>
                  </a:lnTo>
                  <a:lnTo>
                    <a:pt x="1269618" y="1304069"/>
                  </a:lnTo>
                  <a:lnTo>
                    <a:pt x="1268970" y="1306083"/>
                  </a:lnTo>
                  <a:lnTo>
                    <a:pt x="1267967" y="1309193"/>
                  </a:lnTo>
                  <a:lnTo>
                    <a:pt x="1266345" y="1314220"/>
                  </a:lnTo>
                  <a:lnTo>
                    <a:pt x="1262153" y="1328385"/>
                  </a:lnTo>
                  <a:lnTo>
                    <a:pt x="1257470" y="1331785"/>
                  </a:lnTo>
                  <a:lnTo>
                    <a:pt x="1252994" y="1332922"/>
                  </a:lnTo>
                  <a:lnTo>
                    <a:pt x="1250886" y="1329325"/>
                  </a:lnTo>
                  <a:lnTo>
                    <a:pt x="1243442" y="1328032"/>
                  </a:lnTo>
                  <a:lnTo>
                    <a:pt x="1242685" y="1328858"/>
                  </a:lnTo>
                  <a:lnTo>
                    <a:pt x="1238861" y="1333026"/>
                  </a:lnTo>
                  <a:lnTo>
                    <a:pt x="1235588" y="1332980"/>
                  </a:lnTo>
                  <a:lnTo>
                    <a:pt x="1231201" y="1336255"/>
                  </a:lnTo>
                  <a:lnTo>
                    <a:pt x="1225818" y="1341461"/>
                  </a:lnTo>
                  <a:lnTo>
                    <a:pt x="1225332" y="1342895"/>
                  </a:lnTo>
                  <a:lnTo>
                    <a:pt x="1222229" y="1352025"/>
                  </a:lnTo>
                  <a:lnTo>
                    <a:pt x="1218538" y="1355931"/>
                  </a:lnTo>
                  <a:lnTo>
                    <a:pt x="1214298" y="1360411"/>
                  </a:lnTo>
                  <a:lnTo>
                    <a:pt x="1208604" y="1358999"/>
                  </a:lnTo>
                  <a:lnTo>
                    <a:pt x="1208906" y="1352369"/>
                  </a:lnTo>
                  <a:lnTo>
                    <a:pt x="1207644" y="1351211"/>
                  </a:lnTo>
                  <a:lnTo>
                    <a:pt x="1204835" y="1348633"/>
                  </a:lnTo>
                  <a:lnTo>
                    <a:pt x="1196359" y="1356005"/>
                  </a:lnTo>
                  <a:lnTo>
                    <a:pt x="1191615" y="1360269"/>
                  </a:lnTo>
                  <a:lnTo>
                    <a:pt x="1191756" y="1365374"/>
                  </a:lnTo>
                  <a:lnTo>
                    <a:pt x="1189587" y="1369412"/>
                  </a:lnTo>
                  <a:lnTo>
                    <a:pt x="1184657" y="1367456"/>
                  </a:lnTo>
                  <a:lnTo>
                    <a:pt x="1181718" y="1369793"/>
                  </a:lnTo>
                  <a:lnTo>
                    <a:pt x="1180218" y="1370986"/>
                  </a:lnTo>
                  <a:lnTo>
                    <a:pt x="1182494" y="1377170"/>
                  </a:lnTo>
                  <a:lnTo>
                    <a:pt x="1179861" y="1383729"/>
                  </a:lnTo>
                  <a:lnTo>
                    <a:pt x="1177709" y="1388228"/>
                  </a:lnTo>
                  <a:lnTo>
                    <a:pt x="1176842" y="1390039"/>
                  </a:lnTo>
                  <a:lnTo>
                    <a:pt x="1169806" y="1390840"/>
                  </a:lnTo>
                  <a:lnTo>
                    <a:pt x="1165267" y="1393250"/>
                  </a:lnTo>
                  <a:lnTo>
                    <a:pt x="1159202" y="1396105"/>
                  </a:lnTo>
                  <a:lnTo>
                    <a:pt x="1156428" y="1401482"/>
                  </a:lnTo>
                  <a:lnTo>
                    <a:pt x="1150994" y="1403763"/>
                  </a:lnTo>
                  <a:lnTo>
                    <a:pt x="1150941" y="1403914"/>
                  </a:lnTo>
                  <a:lnTo>
                    <a:pt x="1150361" y="1405561"/>
                  </a:lnTo>
                  <a:lnTo>
                    <a:pt x="1148171" y="1411763"/>
                  </a:lnTo>
                  <a:lnTo>
                    <a:pt x="1143152" y="1412430"/>
                  </a:lnTo>
                  <a:lnTo>
                    <a:pt x="1136893" y="1419948"/>
                  </a:lnTo>
                  <a:lnTo>
                    <a:pt x="1134020" y="1421573"/>
                  </a:lnTo>
                  <a:lnTo>
                    <a:pt x="1130354" y="1427376"/>
                  </a:lnTo>
                  <a:lnTo>
                    <a:pt x="1121395" y="1428653"/>
                  </a:lnTo>
                  <a:lnTo>
                    <a:pt x="1114888" y="1429770"/>
                  </a:lnTo>
                  <a:lnTo>
                    <a:pt x="1113932" y="1430024"/>
                  </a:lnTo>
                  <a:lnTo>
                    <a:pt x="1103262" y="1432844"/>
                  </a:lnTo>
                  <a:lnTo>
                    <a:pt x="1096571" y="1439588"/>
                  </a:lnTo>
                  <a:lnTo>
                    <a:pt x="1090771" y="1446504"/>
                  </a:lnTo>
                  <a:lnTo>
                    <a:pt x="1087442" y="1448873"/>
                  </a:lnTo>
                  <a:lnTo>
                    <a:pt x="1086922" y="1449242"/>
                  </a:lnTo>
                  <a:lnTo>
                    <a:pt x="1085619" y="1450168"/>
                  </a:lnTo>
                  <a:lnTo>
                    <a:pt x="1081750" y="1456640"/>
                  </a:lnTo>
                  <a:lnTo>
                    <a:pt x="1083926" y="1460751"/>
                  </a:lnTo>
                  <a:lnTo>
                    <a:pt x="1081386" y="1464193"/>
                  </a:lnTo>
                  <a:lnTo>
                    <a:pt x="1083957" y="1470361"/>
                  </a:lnTo>
                  <a:lnTo>
                    <a:pt x="1083477" y="1470917"/>
                  </a:lnTo>
                  <a:lnTo>
                    <a:pt x="1077609" y="1477713"/>
                  </a:lnTo>
                  <a:lnTo>
                    <a:pt x="1069671" y="1480079"/>
                  </a:lnTo>
                  <a:lnTo>
                    <a:pt x="1064566" y="1477455"/>
                  </a:lnTo>
                  <a:lnTo>
                    <a:pt x="1059521" y="1483794"/>
                  </a:lnTo>
                  <a:lnTo>
                    <a:pt x="1059619" y="1486411"/>
                  </a:lnTo>
                  <a:lnTo>
                    <a:pt x="1060625" y="1513735"/>
                  </a:lnTo>
                  <a:lnTo>
                    <a:pt x="1041887" y="1517296"/>
                  </a:lnTo>
                  <a:lnTo>
                    <a:pt x="1030616" y="1519350"/>
                  </a:lnTo>
                  <a:lnTo>
                    <a:pt x="1020005" y="1521344"/>
                  </a:lnTo>
                  <a:lnTo>
                    <a:pt x="1015154" y="1522244"/>
                  </a:lnTo>
                  <a:lnTo>
                    <a:pt x="1011683" y="1522886"/>
                  </a:lnTo>
                  <a:lnTo>
                    <a:pt x="1006588" y="1523825"/>
                  </a:lnTo>
                  <a:lnTo>
                    <a:pt x="995000" y="1525997"/>
                  </a:lnTo>
                  <a:lnTo>
                    <a:pt x="994712" y="1526051"/>
                  </a:lnTo>
                  <a:lnTo>
                    <a:pt x="988165" y="1527271"/>
                  </a:lnTo>
                  <a:lnTo>
                    <a:pt x="966137" y="1531425"/>
                  </a:lnTo>
                  <a:lnTo>
                    <a:pt x="964884" y="1531660"/>
                  </a:lnTo>
                  <a:lnTo>
                    <a:pt x="956245" y="1533384"/>
                  </a:lnTo>
                  <a:lnTo>
                    <a:pt x="954139" y="1533803"/>
                  </a:lnTo>
                  <a:lnTo>
                    <a:pt x="945151" y="1535288"/>
                  </a:lnTo>
                  <a:lnTo>
                    <a:pt x="931990" y="1537444"/>
                  </a:lnTo>
                  <a:lnTo>
                    <a:pt x="905025" y="1541749"/>
                  </a:lnTo>
                  <a:lnTo>
                    <a:pt x="860873" y="1548605"/>
                  </a:lnTo>
                  <a:lnTo>
                    <a:pt x="860119" y="1548731"/>
                  </a:lnTo>
                  <a:lnTo>
                    <a:pt x="845126" y="1551223"/>
                  </a:lnTo>
                  <a:lnTo>
                    <a:pt x="813296" y="1556163"/>
                  </a:lnTo>
                  <a:lnTo>
                    <a:pt x="807978" y="1556892"/>
                  </a:lnTo>
                  <a:lnTo>
                    <a:pt x="770126" y="1561980"/>
                  </a:lnTo>
                  <a:lnTo>
                    <a:pt x="769527" y="1562060"/>
                  </a:lnTo>
                  <a:lnTo>
                    <a:pt x="768783" y="1562163"/>
                  </a:lnTo>
                  <a:lnTo>
                    <a:pt x="748488" y="1564954"/>
                  </a:lnTo>
                  <a:lnTo>
                    <a:pt x="730174" y="1567431"/>
                  </a:lnTo>
                  <a:lnTo>
                    <a:pt x="728260" y="1567687"/>
                  </a:lnTo>
                  <a:lnTo>
                    <a:pt x="705330" y="1570803"/>
                  </a:lnTo>
                  <a:lnTo>
                    <a:pt x="691893" y="1572710"/>
                  </a:lnTo>
                  <a:lnTo>
                    <a:pt x="690366" y="1572925"/>
                  </a:lnTo>
                  <a:lnTo>
                    <a:pt x="669835" y="1575578"/>
                  </a:lnTo>
                  <a:lnTo>
                    <a:pt x="670321" y="1577064"/>
                  </a:lnTo>
                  <a:lnTo>
                    <a:pt x="664458" y="1577909"/>
                  </a:lnTo>
                  <a:lnTo>
                    <a:pt x="653799" y="1579360"/>
                  </a:lnTo>
                  <a:lnTo>
                    <a:pt x="652084" y="1579592"/>
                  </a:lnTo>
                  <a:lnTo>
                    <a:pt x="643044" y="1580810"/>
                  </a:lnTo>
                  <a:lnTo>
                    <a:pt x="611023" y="1585249"/>
                  </a:lnTo>
                  <a:lnTo>
                    <a:pt x="607337" y="1585746"/>
                  </a:lnTo>
                  <a:lnTo>
                    <a:pt x="587701" y="1588369"/>
                  </a:lnTo>
                  <a:lnTo>
                    <a:pt x="586748" y="1588495"/>
                  </a:lnTo>
                  <a:lnTo>
                    <a:pt x="569369" y="1590812"/>
                  </a:lnTo>
                  <a:lnTo>
                    <a:pt x="553742" y="1592865"/>
                  </a:lnTo>
                  <a:lnTo>
                    <a:pt x="545412" y="1593947"/>
                  </a:lnTo>
                  <a:lnTo>
                    <a:pt x="524223" y="1596544"/>
                  </a:lnTo>
                  <a:lnTo>
                    <a:pt x="517883" y="1597312"/>
                  </a:lnTo>
                  <a:lnTo>
                    <a:pt x="516087" y="1597528"/>
                  </a:lnTo>
                  <a:lnTo>
                    <a:pt x="508904" y="1598390"/>
                  </a:lnTo>
                  <a:lnTo>
                    <a:pt x="456753" y="1604385"/>
                  </a:lnTo>
                  <a:close/>
                </a:path>
              </a:pathLst>
            </a:custGeom>
            <a:solidFill>
              <a:srgbClr val="CC4B7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1"/>
            <p:cNvSpPr/>
            <p:nvPr/>
          </p:nvSpPr>
          <p:spPr>
            <a:xfrm>
              <a:off x="2901067" y="3025463"/>
              <a:ext cx="1854753" cy="2370897"/>
            </a:xfrm>
            <a:custGeom>
              <a:avLst/>
              <a:pathLst>
                <a:path w="1854753" h="2370897">
                  <a:moveTo>
                    <a:pt x="457200" y="1600199"/>
                  </a:moveTo>
                  <a:lnTo>
                    <a:pt x="456972" y="1593085"/>
                  </a:lnTo>
                  <a:lnTo>
                    <a:pt x="458447" y="1589573"/>
                  </a:lnTo>
                  <a:lnTo>
                    <a:pt x="469502" y="1590381"/>
                  </a:lnTo>
                  <a:lnTo>
                    <a:pt x="483978" y="1591418"/>
                  </a:lnTo>
                  <a:lnTo>
                    <a:pt x="502654" y="1592721"/>
                  </a:lnTo>
                  <a:lnTo>
                    <a:pt x="524108" y="1594225"/>
                  </a:lnTo>
                  <a:lnTo>
                    <a:pt x="550300" y="1595992"/>
                  </a:lnTo>
                  <a:lnTo>
                    <a:pt x="613453" y="1600220"/>
                  </a:lnTo>
                  <a:lnTo>
                    <a:pt x="638413" y="1601689"/>
                  </a:lnTo>
                  <a:lnTo>
                    <a:pt x="645895" y="1602116"/>
                  </a:lnTo>
                  <a:lnTo>
                    <a:pt x="667531" y="1603316"/>
                  </a:lnTo>
                  <a:lnTo>
                    <a:pt x="733134" y="1606683"/>
                  </a:lnTo>
                  <a:lnTo>
                    <a:pt x="737831" y="1606899"/>
                  </a:lnTo>
                  <a:lnTo>
                    <a:pt x="765114" y="1608107"/>
                  </a:lnTo>
                  <a:lnTo>
                    <a:pt x="807147" y="1609808"/>
                  </a:lnTo>
                  <a:lnTo>
                    <a:pt x="834944" y="1610824"/>
                  </a:lnTo>
                  <a:lnTo>
                    <a:pt x="835279" y="1600134"/>
                  </a:lnTo>
                  <a:lnTo>
                    <a:pt x="835504" y="1592974"/>
                  </a:lnTo>
                  <a:lnTo>
                    <a:pt x="836944" y="1546364"/>
                  </a:lnTo>
                  <a:lnTo>
                    <a:pt x="837194" y="1538232"/>
                  </a:lnTo>
                  <a:lnTo>
                    <a:pt x="837731" y="1521054"/>
                  </a:lnTo>
                  <a:lnTo>
                    <a:pt x="838205" y="1505921"/>
                  </a:lnTo>
                  <a:lnTo>
                    <a:pt x="838785" y="1492358"/>
                  </a:lnTo>
                  <a:lnTo>
                    <a:pt x="840162" y="1460205"/>
                  </a:lnTo>
                  <a:lnTo>
                    <a:pt x="841207" y="1439293"/>
                  </a:lnTo>
                  <a:lnTo>
                    <a:pt x="842333" y="1416771"/>
                  </a:lnTo>
                  <a:lnTo>
                    <a:pt x="843887" y="1385356"/>
                  </a:lnTo>
                  <a:lnTo>
                    <a:pt x="845296" y="1353850"/>
                  </a:lnTo>
                  <a:lnTo>
                    <a:pt x="846154" y="1326215"/>
                  </a:lnTo>
                  <a:lnTo>
                    <a:pt x="846193" y="1324964"/>
                  </a:lnTo>
                  <a:lnTo>
                    <a:pt x="846450" y="1316694"/>
                  </a:lnTo>
                  <a:lnTo>
                    <a:pt x="847503" y="1286956"/>
                  </a:lnTo>
                  <a:lnTo>
                    <a:pt x="848047" y="1271160"/>
                  </a:lnTo>
                  <a:lnTo>
                    <a:pt x="848883" y="1245553"/>
                  </a:lnTo>
                  <a:lnTo>
                    <a:pt x="849657" y="1221947"/>
                  </a:lnTo>
                  <a:lnTo>
                    <a:pt x="849822" y="1217188"/>
                  </a:lnTo>
                  <a:lnTo>
                    <a:pt x="851716" y="1162764"/>
                  </a:lnTo>
                  <a:lnTo>
                    <a:pt x="852214" y="1148274"/>
                  </a:lnTo>
                  <a:lnTo>
                    <a:pt x="853561" y="1109139"/>
                  </a:lnTo>
                  <a:lnTo>
                    <a:pt x="855285" y="1053946"/>
                  </a:lnTo>
                  <a:lnTo>
                    <a:pt x="859241" y="1054093"/>
                  </a:lnTo>
                  <a:lnTo>
                    <a:pt x="943396" y="1056686"/>
                  </a:lnTo>
                  <a:lnTo>
                    <a:pt x="956435" y="1057043"/>
                  </a:lnTo>
                  <a:lnTo>
                    <a:pt x="977055" y="1057567"/>
                  </a:lnTo>
                  <a:lnTo>
                    <a:pt x="997365" y="1057999"/>
                  </a:lnTo>
                  <a:lnTo>
                    <a:pt x="1051365" y="1058904"/>
                  </a:lnTo>
                  <a:lnTo>
                    <a:pt x="1064498" y="1059027"/>
                  </a:lnTo>
                  <a:lnTo>
                    <a:pt x="1071512" y="1059085"/>
                  </a:lnTo>
                  <a:lnTo>
                    <a:pt x="1100739" y="1059368"/>
                  </a:lnTo>
                  <a:lnTo>
                    <a:pt x="1105398" y="1059395"/>
                  </a:lnTo>
                  <a:lnTo>
                    <a:pt x="1128968" y="1059492"/>
                  </a:lnTo>
                  <a:lnTo>
                    <a:pt x="1159770" y="1059548"/>
                  </a:lnTo>
                  <a:lnTo>
                    <a:pt x="1160107" y="1059548"/>
                  </a:lnTo>
                  <a:lnTo>
                    <a:pt x="1160107" y="1114612"/>
                  </a:lnTo>
                  <a:lnTo>
                    <a:pt x="1160107" y="1136241"/>
                  </a:lnTo>
                  <a:lnTo>
                    <a:pt x="1160107" y="1168735"/>
                  </a:lnTo>
                  <a:lnTo>
                    <a:pt x="1160108" y="1193121"/>
                  </a:lnTo>
                  <a:lnTo>
                    <a:pt x="1160108" y="1222822"/>
                  </a:lnTo>
                  <a:lnTo>
                    <a:pt x="1160108" y="1241752"/>
                  </a:lnTo>
                  <a:lnTo>
                    <a:pt x="1160108" y="1276882"/>
                  </a:lnTo>
                  <a:lnTo>
                    <a:pt x="1160108" y="1299903"/>
                  </a:lnTo>
                  <a:lnTo>
                    <a:pt x="1160391" y="1299825"/>
                  </a:lnTo>
                  <a:lnTo>
                    <a:pt x="1167413" y="1297893"/>
                  </a:lnTo>
                  <a:lnTo>
                    <a:pt x="1176401" y="1306523"/>
                  </a:lnTo>
                  <a:lnTo>
                    <a:pt x="1178863" y="1308883"/>
                  </a:lnTo>
                  <a:lnTo>
                    <a:pt x="1184367" y="1315381"/>
                  </a:lnTo>
                  <a:lnTo>
                    <a:pt x="1191436" y="1322074"/>
                  </a:lnTo>
                  <a:lnTo>
                    <a:pt x="1201380" y="1322819"/>
                  </a:lnTo>
                  <a:lnTo>
                    <a:pt x="1202965" y="1318727"/>
                  </a:lnTo>
                  <a:lnTo>
                    <a:pt x="1214251" y="1320002"/>
                  </a:lnTo>
                  <a:lnTo>
                    <a:pt x="1214669" y="1320049"/>
                  </a:lnTo>
                  <a:lnTo>
                    <a:pt x="1219890" y="1321997"/>
                  </a:lnTo>
                  <a:lnTo>
                    <a:pt x="1222467" y="1314346"/>
                  </a:lnTo>
                  <a:lnTo>
                    <a:pt x="1227059" y="1314933"/>
                  </a:lnTo>
                  <a:lnTo>
                    <a:pt x="1234840" y="1321123"/>
                  </a:lnTo>
                  <a:lnTo>
                    <a:pt x="1240440" y="1328655"/>
                  </a:lnTo>
                  <a:lnTo>
                    <a:pt x="1241485" y="1330058"/>
                  </a:lnTo>
                  <a:lnTo>
                    <a:pt x="1243869" y="1342376"/>
                  </a:lnTo>
                  <a:lnTo>
                    <a:pt x="1249862" y="1342931"/>
                  </a:lnTo>
                  <a:lnTo>
                    <a:pt x="1257387" y="1343854"/>
                  </a:lnTo>
                  <a:lnTo>
                    <a:pt x="1263150" y="1342856"/>
                  </a:lnTo>
                  <a:lnTo>
                    <a:pt x="1268382" y="1343303"/>
                  </a:lnTo>
                  <a:lnTo>
                    <a:pt x="1269634" y="1343409"/>
                  </a:lnTo>
                  <a:lnTo>
                    <a:pt x="1276722" y="1348672"/>
                  </a:lnTo>
                  <a:lnTo>
                    <a:pt x="1283490" y="1349143"/>
                  </a:lnTo>
                  <a:lnTo>
                    <a:pt x="1290723" y="1352123"/>
                  </a:lnTo>
                  <a:lnTo>
                    <a:pt x="1295596" y="1351781"/>
                  </a:lnTo>
                  <a:lnTo>
                    <a:pt x="1299883" y="1347840"/>
                  </a:lnTo>
                  <a:lnTo>
                    <a:pt x="1303812" y="1348800"/>
                  </a:lnTo>
                  <a:lnTo>
                    <a:pt x="1307243" y="1349637"/>
                  </a:lnTo>
                  <a:lnTo>
                    <a:pt x="1312405" y="1356236"/>
                  </a:lnTo>
                  <a:lnTo>
                    <a:pt x="1317962" y="1359939"/>
                  </a:lnTo>
                  <a:lnTo>
                    <a:pt x="1323258" y="1357653"/>
                  </a:lnTo>
                  <a:lnTo>
                    <a:pt x="1324194" y="1357248"/>
                  </a:lnTo>
                  <a:lnTo>
                    <a:pt x="1325757" y="1351847"/>
                  </a:lnTo>
                  <a:lnTo>
                    <a:pt x="1329254" y="1348232"/>
                  </a:lnTo>
                  <a:lnTo>
                    <a:pt x="1333956" y="1349464"/>
                  </a:lnTo>
                  <a:lnTo>
                    <a:pt x="1343662" y="1351641"/>
                  </a:lnTo>
                  <a:lnTo>
                    <a:pt x="1349500" y="1353137"/>
                  </a:lnTo>
                  <a:lnTo>
                    <a:pt x="1352601" y="1349721"/>
                  </a:lnTo>
                  <a:lnTo>
                    <a:pt x="1354130" y="1348036"/>
                  </a:lnTo>
                  <a:lnTo>
                    <a:pt x="1356741" y="1354201"/>
                  </a:lnTo>
                  <a:lnTo>
                    <a:pt x="1356903" y="1361090"/>
                  </a:lnTo>
                  <a:lnTo>
                    <a:pt x="1358701" y="1366775"/>
                  </a:lnTo>
                  <a:lnTo>
                    <a:pt x="1366709" y="1367389"/>
                  </a:lnTo>
                  <a:lnTo>
                    <a:pt x="1372738" y="1367854"/>
                  </a:lnTo>
                  <a:lnTo>
                    <a:pt x="1372282" y="1376123"/>
                  </a:lnTo>
                  <a:lnTo>
                    <a:pt x="1372556" y="1380221"/>
                  </a:lnTo>
                  <a:lnTo>
                    <a:pt x="1372662" y="1381803"/>
                  </a:lnTo>
                  <a:lnTo>
                    <a:pt x="1381604" y="1385179"/>
                  </a:lnTo>
                  <a:lnTo>
                    <a:pt x="1387977" y="1381203"/>
                  </a:lnTo>
                  <a:lnTo>
                    <a:pt x="1392371" y="1375513"/>
                  </a:lnTo>
                  <a:lnTo>
                    <a:pt x="1401296" y="1367080"/>
                  </a:lnTo>
                  <a:lnTo>
                    <a:pt x="1407859" y="1369781"/>
                  </a:lnTo>
                  <a:lnTo>
                    <a:pt x="1409343" y="1375435"/>
                  </a:lnTo>
                  <a:lnTo>
                    <a:pt x="1413034" y="1378184"/>
                  </a:lnTo>
                  <a:lnTo>
                    <a:pt x="1413348" y="1378418"/>
                  </a:lnTo>
                  <a:lnTo>
                    <a:pt x="1420722" y="1375739"/>
                  </a:lnTo>
                  <a:lnTo>
                    <a:pt x="1420977" y="1376116"/>
                  </a:lnTo>
                  <a:lnTo>
                    <a:pt x="1424506" y="1381332"/>
                  </a:lnTo>
                  <a:lnTo>
                    <a:pt x="1425418" y="1387145"/>
                  </a:lnTo>
                  <a:lnTo>
                    <a:pt x="1432825" y="1387454"/>
                  </a:lnTo>
                  <a:lnTo>
                    <a:pt x="1438341" y="1381626"/>
                  </a:lnTo>
                  <a:lnTo>
                    <a:pt x="1445687" y="1377029"/>
                  </a:lnTo>
                  <a:lnTo>
                    <a:pt x="1449786" y="1375169"/>
                  </a:lnTo>
                  <a:lnTo>
                    <a:pt x="1454127" y="1383321"/>
                  </a:lnTo>
                  <a:lnTo>
                    <a:pt x="1450217" y="1388094"/>
                  </a:lnTo>
                  <a:lnTo>
                    <a:pt x="1456380" y="1398771"/>
                  </a:lnTo>
                  <a:lnTo>
                    <a:pt x="1462388" y="1396939"/>
                  </a:lnTo>
                  <a:lnTo>
                    <a:pt x="1462575" y="1392104"/>
                  </a:lnTo>
                  <a:lnTo>
                    <a:pt x="1463389" y="1387288"/>
                  </a:lnTo>
                  <a:lnTo>
                    <a:pt x="1465585" y="1381888"/>
                  </a:lnTo>
                  <a:lnTo>
                    <a:pt x="1472750" y="1377824"/>
                  </a:lnTo>
                  <a:lnTo>
                    <a:pt x="1472295" y="1373882"/>
                  </a:lnTo>
                  <a:lnTo>
                    <a:pt x="1475966" y="1370517"/>
                  </a:lnTo>
                  <a:lnTo>
                    <a:pt x="1476762" y="1370435"/>
                  </a:lnTo>
                  <a:lnTo>
                    <a:pt x="1477823" y="1370325"/>
                  </a:lnTo>
                  <a:lnTo>
                    <a:pt x="1480830" y="1370014"/>
                  </a:lnTo>
                  <a:lnTo>
                    <a:pt x="1481843" y="1375462"/>
                  </a:lnTo>
                  <a:lnTo>
                    <a:pt x="1486901" y="1382182"/>
                  </a:lnTo>
                  <a:lnTo>
                    <a:pt x="1492650" y="1379282"/>
                  </a:lnTo>
                  <a:lnTo>
                    <a:pt x="1494578" y="1382543"/>
                  </a:lnTo>
                  <a:lnTo>
                    <a:pt x="1501295" y="1383567"/>
                  </a:lnTo>
                  <a:lnTo>
                    <a:pt x="1504244" y="1377876"/>
                  </a:lnTo>
                  <a:lnTo>
                    <a:pt x="1506372" y="1372834"/>
                  </a:lnTo>
                  <a:lnTo>
                    <a:pt x="1513277" y="1376729"/>
                  </a:lnTo>
                  <a:lnTo>
                    <a:pt x="1513761" y="1377002"/>
                  </a:lnTo>
                  <a:lnTo>
                    <a:pt x="1513690" y="1383169"/>
                  </a:lnTo>
                  <a:lnTo>
                    <a:pt x="1515815" y="1384548"/>
                  </a:lnTo>
                  <a:lnTo>
                    <a:pt x="1520909" y="1384463"/>
                  </a:lnTo>
                  <a:lnTo>
                    <a:pt x="1523351" y="1389896"/>
                  </a:lnTo>
                  <a:lnTo>
                    <a:pt x="1530151" y="1388797"/>
                  </a:lnTo>
                  <a:lnTo>
                    <a:pt x="1533728" y="1392830"/>
                  </a:lnTo>
                  <a:lnTo>
                    <a:pt x="1536348" y="1396530"/>
                  </a:lnTo>
                  <a:lnTo>
                    <a:pt x="1538164" y="1399094"/>
                  </a:lnTo>
                  <a:lnTo>
                    <a:pt x="1543758" y="1393799"/>
                  </a:lnTo>
                  <a:lnTo>
                    <a:pt x="1546717" y="1389367"/>
                  </a:lnTo>
                  <a:lnTo>
                    <a:pt x="1551829" y="1391832"/>
                  </a:lnTo>
                  <a:lnTo>
                    <a:pt x="1557379" y="1385074"/>
                  </a:lnTo>
                  <a:lnTo>
                    <a:pt x="1559441" y="1381091"/>
                  </a:lnTo>
                  <a:lnTo>
                    <a:pt x="1568484" y="1379490"/>
                  </a:lnTo>
                  <a:lnTo>
                    <a:pt x="1581635" y="1374710"/>
                  </a:lnTo>
                  <a:lnTo>
                    <a:pt x="1586650" y="1375863"/>
                  </a:lnTo>
                  <a:lnTo>
                    <a:pt x="1591084" y="1376073"/>
                  </a:lnTo>
                  <a:lnTo>
                    <a:pt x="1593611" y="1376192"/>
                  </a:lnTo>
                  <a:lnTo>
                    <a:pt x="1596741" y="1374305"/>
                  </a:lnTo>
                  <a:lnTo>
                    <a:pt x="1602011" y="1371126"/>
                  </a:lnTo>
                  <a:lnTo>
                    <a:pt x="1608948" y="1369551"/>
                  </a:lnTo>
                  <a:lnTo>
                    <a:pt x="1615692" y="1366557"/>
                  </a:lnTo>
                  <a:lnTo>
                    <a:pt x="1620531" y="1366327"/>
                  </a:lnTo>
                  <a:lnTo>
                    <a:pt x="1624044" y="1371293"/>
                  </a:lnTo>
                  <a:lnTo>
                    <a:pt x="1632214" y="1372923"/>
                  </a:lnTo>
                  <a:lnTo>
                    <a:pt x="1642063" y="1372521"/>
                  </a:lnTo>
                  <a:lnTo>
                    <a:pt x="1646364" y="1371534"/>
                  </a:lnTo>
                  <a:lnTo>
                    <a:pt x="1649136" y="1370897"/>
                  </a:lnTo>
                  <a:lnTo>
                    <a:pt x="1651902" y="1364298"/>
                  </a:lnTo>
                  <a:lnTo>
                    <a:pt x="1654519" y="1360153"/>
                  </a:lnTo>
                  <a:lnTo>
                    <a:pt x="1661958" y="1362643"/>
                  </a:lnTo>
                  <a:lnTo>
                    <a:pt x="1662638" y="1362870"/>
                  </a:lnTo>
                  <a:lnTo>
                    <a:pt x="1668474" y="1366445"/>
                  </a:lnTo>
                  <a:lnTo>
                    <a:pt x="1673759" y="1371380"/>
                  </a:lnTo>
                  <a:lnTo>
                    <a:pt x="1680548" y="1372257"/>
                  </a:lnTo>
                  <a:lnTo>
                    <a:pt x="1685182" y="1377165"/>
                  </a:lnTo>
                  <a:lnTo>
                    <a:pt x="1689272" y="1381165"/>
                  </a:lnTo>
                  <a:lnTo>
                    <a:pt x="1695804" y="1385343"/>
                  </a:lnTo>
                  <a:lnTo>
                    <a:pt x="1703573" y="1383802"/>
                  </a:lnTo>
                  <a:lnTo>
                    <a:pt x="1707306" y="1386946"/>
                  </a:lnTo>
                  <a:lnTo>
                    <a:pt x="1709169" y="1388514"/>
                  </a:lnTo>
                  <a:lnTo>
                    <a:pt x="1718146" y="1392152"/>
                  </a:lnTo>
                  <a:lnTo>
                    <a:pt x="1724159" y="1392207"/>
                  </a:lnTo>
                  <a:lnTo>
                    <a:pt x="1729059" y="1397854"/>
                  </a:lnTo>
                  <a:lnTo>
                    <a:pt x="1733414" y="1395584"/>
                  </a:lnTo>
                  <a:lnTo>
                    <a:pt x="1740787" y="1402629"/>
                  </a:lnTo>
                  <a:lnTo>
                    <a:pt x="1744093" y="1403864"/>
                  </a:lnTo>
                  <a:lnTo>
                    <a:pt x="1747679" y="1404751"/>
                  </a:lnTo>
                  <a:lnTo>
                    <a:pt x="1749236" y="1403329"/>
                  </a:lnTo>
                  <a:lnTo>
                    <a:pt x="1752857" y="1403409"/>
                  </a:lnTo>
                  <a:lnTo>
                    <a:pt x="1759504" y="1401443"/>
                  </a:lnTo>
                  <a:lnTo>
                    <a:pt x="1762173" y="1402019"/>
                  </a:lnTo>
                  <a:lnTo>
                    <a:pt x="1765147" y="1399137"/>
                  </a:lnTo>
                  <a:lnTo>
                    <a:pt x="1769448" y="1400639"/>
                  </a:lnTo>
                  <a:lnTo>
                    <a:pt x="1776795" y="1400812"/>
                  </a:lnTo>
                  <a:lnTo>
                    <a:pt x="1779991" y="1403172"/>
                  </a:lnTo>
                  <a:lnTo>
                    <a:pt x="1780929" y="1417454"/>
                  </a:lnTo>
                  <a:lnTo>
                    <a:pt x="1781732" y="1430469"/>
                  </a:lnTo>
                  <a:lnTo>
                    <a:pt x="1782201" y="1437790"/>
                  </a:lnTo>
                  <a:lnTo>
                    <a:pt x="1783077" y="1451496"/>
                  </a:lnTo>
                  <a:lnTo>
                    <a:pt x="1784132" y="1468925"/>
                  </a:lnTo>
                  <a:lnTo>
                    <a:pt x="1785185" y="1485987"/>
                  </a:lnTo>
                  <a:lnTo>
                    <a:pt x="1785821" y="1496314"/>
                  </a:lnTo>
                  <a:lnTo>
                    <a:pt x="1786614" y="1509213"/>
                  </a:lnTo>
                  <a:lnTo>
                    <a:pt x="1787590" y="1525115"/>
                  </a:lnTo>
                  <a:lnTo>
                    <a:pt x="1788926" y="1546346"/>
                  </a:lnTo>
                  <a:lnTo>
                    <a:pt x="1789148" y="1549892"/>
                  </a:lnTo>
                  <a:lnTo>
                    <a:pt x="1790419" y="1570568"/>
                  </a:lnTo>
                  <a:lnTo>
                    <a:pt x="1790859" y="1577741"/>
                  </a:lnTo>
                  <a:lnTo>
                    <a:pt x="1792046" y="1595699"/>
                  </a:lnTo>
                  <a:lnTo>
                    <a:pt x="1793455" y="1597177"/>
                  </a:lnTo>
                  <a:lnTo>
                    <a:pt x="1799361" y="1603366"/>
                  </a:lnTo>
                  <a:lnTo>
                    <a:pt x="1806809" y="1606963"/>
                  </a:lnTo>
                  <a:lnTo>
                    <a:pt x="1810503" y="1612757"/>
                  </a:lnTo>
                  <a:lnTo>
                    <a:pt x="1813439" y="1617357"/>
                  </a:lnTo>
                  <a:lnTo>
                    <a:pt x="1819556" y="1629903"/>
                  </a:lnTo>
                  <a:lnTo>
                    <a:pt x="1818738" y="1639649"/>
                  </a:lnTo>
                  <a:lnTo>
                    <a:pt x="1817096" y="1644265"/>
                  </a:lnTo>
                  <a:lnTo>
                    <a:pt x="1822577" y="1651164"/>
                  </a:lnTo>
                  <a:lnTo>
                    <a:pt x="1829332" y="1653554"/>
                  </a:lnTo>
                  <a:lnTo>
                    <a:pt x="1827102" y="1658104"/>
                  </a:lnTo>
                  <a:lnTo>
                    <a:pt x="1832943" y="1662668"/>
                  </a:lnTo>
                  <a:lnTo>
                    <a:pt x="1836502" y="1669011"/>
                  </a:lnTo>
                  <a:lnTo>
                    <a:pt x="1836310" y="1678202"/>
                  </a:lnTo>
                  <a:lnTo>
                    <a:pt x="1843202" y="1682854"/>
                  </a:lnTo>
                  <a:lnTo>
                    <a:pt x="1845042" y="1692236"/>
                  </a:lnTo>
                  <a:lnTo>
                    <a:pt x="1845238" y="1692211"/>
                  </a:lnTo>
                  <a:lnTo>
                    <a:pt x="1850358" y="1691557"/>
                  </a:lnTo>
                  <a:lnTo>
                    <a:pt x="1852210" y="1691319"/>
                  </a:lnTo>
                  <a:lnTo>
                    <a:pt x="1852113" y="1698357"/>
                  </a:lnTo>
                  <a:lnTo>
                    <a:pt x="1853702" y="1707800"/>
                  </a:lnTo>
                  <a:lnTo>
                    <a:pt x="1853160" y="1713190"/>
                  </a:lnTo>
                  <a:lnTo>
                    <a:pt x="1852388" y="1718373"/>
                  </a:lnTo>
                  <a:lnTo>
                    <a:pt x="1854753" y="1723470"/>
                  </a:lnTo>
                  <a:lnTo>
                    <a:pt x="1852597" y="1729461"/>
                  </a:lnTo>
                  <a:lnTo>
                    <a:pt x="1852228" y="1730485"/>
                  </a:lnTo>
                  <a:lnTo>
                    <a:pt x="1851611" y="1738761"/>
                  </a:lnTo>
                  <a:lnTo>
                    <a:pt x="1846929" y="1747095"/>
                  </a:lnTo>
                  <a:lnTo>
                    <a:pt x="1846078" y="1754407"/>
                  </a:lnTo>
                  <a:lnTo>
                    <a:pt x="1840572" y="1761589"/>
                  </a:lnTo>
                  <a:lnTo>
                    <a:pt x="1840911" y="1765601"/>
                  </a:lnTo>
                  <a:lnTo>
                    <a:pt x="1836454" y="1771837"/>
                  </a:lnTo>
                  <a:lnTo>
                    <a:pt x="1838805" y="1776424"/>
                  </a:lnTo>
                  <a:lnTo>
                    <a:pt x="1840199" y="1785785"/>
                  </a:lnTo>
                  <a:lnTo>
                    <a:pt x="1836584" y="1789439"/>
                  </a:lnTo>
                  <a:lnTo>
                    <a:pt x="1835854" y="1790176"/>
                  </a:lnTo>
                  <a:lnTo>
                    <a:pt x="1834752" y="1798559"/>
                  </a:lnTo>
                  <a:lnTo>
                    <a:pt x="1840904" y="1804846"/>
                  </a:lnTo>
                  <a:lnTo>
                    <a:pt x="1840729" y="1808762"/>
                  </a:lnTo>
                  <a:lnTo>
                    <a:pt x="1840625" y="1811085"/>
                  </a:lnTo>
                  <a:lnTo>
                    <a:pt x="1842057" y="1817331"/>
                  </a:lnTo>
                  <a:lnTo>
                    <a:pt x="1842672" y="1824860"/>
                  </a:lnTo>
                  <a:lnTo>
                    <a:pt x="1842959" y="1832068"/>
                  </a:lnTo>
                  <a:lnTo>
                    <a:pt x="1842731" y="1832330"/>
                  </a:lnTo>
                  <a:lnTo>
                    <a:pt x="1839190" y="1836390"/>
                  </a:lnTo>
                  <a:lnTo>
                    <a:pt x="1832470" y="1845164"/>
                  </a:lnTo>
                  <a:lnTo>
                    <a:pt x="1830478" y="1852751"/>
                  </a:lnTo>
                  <a:lnTo>
                    <a:pt x="1828266" y="1855662"/>
                  </a:lnTo>
                  <a:lnTo>
                    <a:pt x="1826235" y="1858334"/>
                  </a:lnTo>
                  <a:lnTo>
                    <a:pt x="1820436" y="1864764"/>
                  </a:lnTo>
                  <a:lnTo>
                    <a:pt x="1824909" y="1869554"/>
                  </a:lnTo>
                  <a:lnTo>
                    <a:pt x="1828189" y="1873973"/>
                  </a:lnTo>
                  <a:lnTo>
                    <a:pt x="1831180" y="1877895"/>
                  </a:lnTo>
                  <a:lnTo>
                    <a:pt x="1828732" y="1879505"/>
                  </a:lnTo>
                  <a:lnTo>
                    <a:pt x="1817776" y="1879878"/>
                  </a:lnTo>
                  <a:lnTo>
                    <a:pt x="1807568" y="1881950"/>
                  </a:lnTo>
                  <a:lnTo>
                    <a:pt x="1796392" y="1886984"/>
                  </a:lnTo>
                  <a:lnTo>
                    <a:pt x="1775952" y="1897543"/>
                  </a:lnTo>
                  <a:lnTo>
                    <a:pt x="1774178" y="1898456"/>
                  </a:lnTo>
                  <a:lnTo>
                    <a:pt x="1760357" y="1905555"/>
                  </a:lnTo>
                  <a:lnTo>
                    <a:pt x="1750353" y="1910811"/>
                  </a:lnTo>
                  <a:lnTo>
                    <a:pt x="1742357" y="1915891"/>
                  </a:lnTo>
                  <a:lnTo>
                    <a:pt x="1736132" y="1923884"/>
                  </a:lnTo>
                  <a:lnTo>
                    <a:pt x="1737301" y="1928468"/>
                  </a:lnTo>
                  <a:lnTo>
                    <a:pt x="1728765" y="1935429"/>
                  </a:lnTo>
                  <a:lnTo>
                    <a:pt x="1705232" y="1953000"/>
                  </a:lnTo>
                  <a:lnTo>
                    <a:pt x="1695934" y="1962477"/>
                  </a:lnTo>
                  <a:lnTo>
                    <a:pt x="1694878" y="1963552"/>
                  </a:lnTo>
                  <a:lnTo>
                    <a:pt x="1687874" y="1969400"/>
                  </a:lnTo>
                  <a:lnTo>
                    <a:pt x="1676783" y="1980989"/>
                  </a:lnTo>
                  <a:lnTo>
                    <a:pt x="1667803" y="1989825"/>
                  </a:lnTo>
                  <a:lnTo>
                    <a:pt x="1661561" y="1991057"/>
                  </a:lnTo>
                  <a:lnTo>
                    <a:pt x="1654338" y="1995662"/>
                  </a:lnTo>
                  <a:lnTo>
                    <a:pt x="1645572" y="2001236"/>
                  </a:lnTo>
                  <a:lnTo>
                    <a:pt x="1635350" y="2007806"/>
                  </a:lnTo>
                  <a:lnTo>
                    <a:pt x="1621569" y="2016998"/>
                  </a:lnTo>
                  <a:lnTo>
                    <a:pt x="1601216" y="2027409"/>
                  </a:lnTo>
                  <a:lnTo>
                    <a:pt x="1580256" y="2038947"/>
                  </a:lnTo>
                  <a:lnTo>
                    <a:pt x="1565772" y="2049248"/>
                  </a:lnTo>
                  <a:lnTo>
                    <a:pt x="1560427" y="2053635"/>
                  </a:lnTo>
                  <a:lnTo>
                    <a:pt x="1559154" y="2054679"/>
                  </a:lnTo>
                  <a:lnTo>
                    <a:pt x="1553627" y="2062808"/>
                  </a:lnTo>
                  <a:lnTo>
                    <a:pt x="1533093" y="2075304"/>
                  </a:lnTo>
                  <a:lnTo>
                    <a:pt x="1523622" y="2082834"/>
                  </a:lnTo>
                  <a:lnTo>
                    <a:pt x="1515794" y="2089786"/>
                  </a:lnTo>
                  <a:lnTo>
                    <a:pt x="1509343" y="2096259"/>
                  </a:lnTo>
                  <a:lnTo>
                    <a:pt x="1505637" y="2099973"/>
                  </a:lnTo>
                  <a:lnTo>
                    <a:pt x="1493106" y="2115480"/>
                  </a:lnTo>
                  <a:lnTo>
                    <a:pt x="1488873" y="2124458"/>
                  </a:lnTo>
                  <a:lnTo>
                    <a:pt x="1488751" y="2124716"/>
                  </a:lnTo>
                  <a:lnTo>
                    <a:pt x="1483816" y="2130859"/>
                  </a:lnTo>
                  <a:lnTo>
                    <a:pt x="1478474" y="2139550"/>
                  </a:lnTo>
                  <a:lnTo>
                    <a:pt x="1470872" y="2154591"/>
                  </a:lnTo>
                  <a:lnTo>
                    <a:pt x="1469787" y="2157063"/>
                  </a:lnTo>
                  <a:lnTo>
                    <a:pt x="1466171" y="2165291"/>
                  </a:lnTo>
                  <a:lnTo>
                    <a:pt x="1462114" y="2175683"/>
                  </a:lnTo>
                  <a:lnTo>
                    <a:pt x="1457979" y="2189257"/>
                  </a:lnTo>
                  <a:lnTo>
                    <a:pt x="1456903" y="2194191"/>
                  </a:lnTo>
                  <a:lnTo>
                    <a:pt x="1455736" y="2199533"/>
                  </a:lnTo>
                  <a:lnTo>
                    <a:pt x="1454003" y="2221068"/>
                  </a:lnTo>
                  <a:lnTo>
                    <a:pt x="1455857" y="2242455"/>
                  </a:lnTo>
                  <a:lnTo>
                    <a:pt x="1461376" y="2264877"/>
                  </a:lnTo>
                  <a:lnTo>
                    <a:pt x="1465651" y="2277204"/>
                  </a:lnTo>
                  <a:lnTo>
                    <a:pt x="1469754" y="2289014"/>
                  </a:lnTo>
                  <a:lnTo>
                    <a:pt x="1473033" y="2300209"/>
                  </a:lnTo>
                  <a:lnTo>
                    <a:pt x="1476793" y="2313023"/>
                  </a:lnTo>
                  <a:lnTo>
                    <a:pt x="1481819" y="2340267"/>
                  </a:lnTo>
                  <a:lnTo>
                    <a:pt x="1482807" y="2348216"/>
                  </a:lnTo>
                  <a:lnTo>
                    <a:pt x="1483676" y="2353898"/>
                  </a:lnTo>
                  <a:lnTo>
                    <a:pt x="1482496" y="2356649"/>
                  </a:lnTo>
                  <a:lnTo>
                    <a:pt x="1476755" y="2355375"/>
                  </a:lnTo>
                  <a:lnTo>
                    <a:pt x="1468876" y="2358745"/>
                  </a:lnTo>
                  <a:lnTo>
                    <a:pt x="1461979" y="2360467"/>
                  </a:lnTo>
                  <a:lnTo>
                    <a:pt x="1458908" y="2363096"/>
                  </a:lnTo>
                  <a:lnTo>
                    <a:pt x="1459676" y="2367193"/>
                  </a:lnTo>
                  <a:lnTo>
                    <a:pt x="1458312" y="2370762"/>
                  </a:lnTo>
                  <a:lnTo>
                    <a:pt x="1452664" y="2370897"/>
                  </a:lnTo>
                  <a:lnTo>
                    <a:pt x="1448911" y="2366225"/>
                  </a:lnTo>
                  <a:lnTo>
                    <a:pt x="1444131" y="2366273"/>
                  </a:lnTo>
                  <a:lnTo>
                    <a:pt x="1438792" y="2361517"/>
                  </a:lnTo>
                  <a:lnTo>
                    <a:pt x="1434253" y="2359455"/>
                  </a:lnTo>
                  <a:lnTo>
                    <a:pt x="1427105" y="2351210"/>
                  </a:lnTo>
                  <a:lnTo>
                    <a:pt x="1421051" y="2349303"/>
                  </a:lnTo>
                  <a:lnTo>
                    <a:pt x="1414033" y="2348419"/>
                  </a:lnTo>
                  <a:lnTo>
                    <a:pt x="1409847" y="2345691"/>
                  </a:lnTo>
                  <a:lnTo>
                    <a:pt x="1402258" y="2345567"/>
                  </a:lnTo>
                  <a:lnTo>
                    <a:pt x="1401246" y="2345550"/>
                  </a:lnTo>
                  <a:lnTo>
                    <a:pt x="1392959" y="2345558"/>
                  </a:lnTo>
                  <a:lnTo>
                    <a:pt x="1385405" y="2345210"/>
                  </a:lnTo>
                  <a:lnTo>
                    <a:pt x="1382255" y="2348052"/>
                  </a:lnTo>
                  <a:lnTo>
                    <a:pt x="1377594" y="2346422"/>
                  </a:lnTo>
                  <a:lnTo>
                    <a:pt x="1376349" y="2345986"/>
                  </a:lnTo>
                  <a:lnTo>
                    <a:pt x="1369741" y="2346538"/>
                  </a:lnTo>
                  <a:lnTo>
                    <a:pt x="1364352" y="2346608"/>
                  </a:lnTo>
                  <a:lnTo>
                    <a:pt x="1358457" y="2344647"/>
                  </a:lnTo>
                  <a:lnTo>
                    <a:pt x="1352252" y="2340234"/>
                  </a:lnTo>
                  <a:lnTo>
                    <a:pt x="1342689" y="2334544"/>
                  </a:lnTo>
                  <a:lnTo>
                    <a:pt x="1336299" y="2329593"/>
                  </a:lnTo>
                  <a:lnTo>
                    <a:pt x="1329379" y="2327792"/>
                  </a:lnTo>
                  <a:lnTo>
                    <a:pt x="1321126" y="2325422"/>
                  </a:lnTo>
                  <a:lnTo>
                    <a:pt x="1319194" y="2324514"/>
                  </a:lnTo>
                  <a:lnTo>
                    <a:pt x="1316885" y="2323427"/>
                  </a:lnTo>
                  <a:lnTo>
                    <a:pt x="1312303" y="2325470"/>
                  </a:lnTo>
                  <a:lnTo>
                    <a:pt x="1307213" y="2321906"/>
                  </a:lnTo>
                  <a:lnTo>
                    <a:pt x="1297968" y="2314561"/>
                  </a:lnTo>
                  <a:lnTo>
                    <a:pt x="1294811" y="2309341"/>
                  </a:lnTo>
                  <a:lnTo>
                    <a:pt x="1285385" y="2310919"/>
                  </a:lnTo>
                  <a:lnTo>
                    <a:pt x="1277736" y="2306533"/>
                  </a:lnTo>
                  <a:lnTo>
                    <a:pt x="1269364" y="2304416"/>
                  </a:lnTo>
                  <a:lnTo>
                    <a:pt x="1263773" y="2306387"/>
                  </a:lnTo>
                  <a:lnTo>
                    <a:pt x="1260486" y="2302767"/>
                  </a:lnTo>
                  <a:lnTo>
                    <a:pt x="1262602" y="2296522"/>
                  </a:lnTo>
                  <a:lnTo>
                    <a:pt x="1261067" y="2293670"/>
                  </a:lnTo>
                  <a:lnTo>
                    <a:pt x="1253536" y="2287665"/>
                  </a:lnTo>
                  <a:lnTo>
                    <a:pt x="1252908" y="2285238"/>
                  </a:lnTo>
                  <a:lnTo>
                    <a:pt x="1250157" y="2274608"/>
                  </a:lnTo>
                  <a:lnTo>
                    <a:pt x="1249151" y="2266228"/>
                  </a:lnTo>
                  <a:lnTo>
                    <a:pt x="1245323" y="2258463"/>
                  </a:lnTo>
                  <a:lnTo>
                    <a:pt x="1242334" y="2251740"/>
                  </a:lnTo>
                  <a:lnTo>
                    <a:pt x="1235532" y="2247305"/>
                  </a:lnTo>
                  <a:lnTo>
                    <a:pt x="1231874" y="2241294"/>
                  </a:lnTo>
                  <a:lnTo>
                    <a:pt x="1228892" y="2234746"/>
                  </a:lnTo>
                  <a:lnTo>
                    <a:pt x="1222176" y="2229431"/>
                  </a:lnTo>
                  <a:lnTo>
                    <a:pt x="1222668" y="2219500"/>
                  </a:lnTo>
                  <a:lnTo>
                    <a:pt x="1223994" y="2213064"/>
                  </a:lnTo>
                  <a:lnTo>
                    <a:pt x="1222244" y="2205187"/>
                  </a:lnTo>
                  <a:lnTo>
                    <a:pt x="1220475" y="2200418"/>
                  </a:lnTo>
                  <a:lnTo>
                    <a:pt x="1220193" y="2199658"/>
                  </a:lnTo>
                  <a:lnTo>
                    <a:pt x="1217422" y="2196418"/>
                  </a:lnTo>
                  <a:lnTo>
                    <a:pt x="1212750" y="2195079"/>
                  </a:lnTo>
                  <a:lnTo>
                    <a:pt x="1217399" y="2181982"/>
                  </a:lnTo>
                  <a:lnTo>
                    <a:pt x="1216529" y="2177179"/>
                  </a:lnTo>
                  <a:lnTo>
                    <a:pt x="1216230" y="2171160"/>
                  </a:lnTo>
                  <a:lnTo>
                    <a:pt x="1212793" y="2171375"/>
                  </a:lnTo>
                  <a:lnTo>
                    <a:pt x="1212546" y="2161381"/>
                  </a:lnTo>
                  <a:lnTo>
                    <a:pt x="1209554" y="2157200"/>
                  </a:lnTo>
                  <a:lnTo>
                    <a:pt x="1201998" y="2154755"/>
                  </a:lnTo>
                  <a:lnTo>
                    <a:pt x="1193065" y="2152276"/>
                  </a:lnTo>
                  <a:lnTo>
                    <a:pt x="1187037" y="2144657"/>
                  </a:lnTo>
                  <a:lnTo>
                    <a:pt x="1182230" y="2141632"/>
                  </a:lnTo>
                  <a:lnTo>
                    <a:pt x="1177426" y="2137087"/>
                  </a:lnTo>
                  <a:lnTo>
                    <a:pt x="1173736" y="2131489"/>
                  </a:lnTo>
                  <a:lnTo>
                    <a:pt x="1170778" y="2125232"/>
                  </a:lnTo>
                  <a:lnTo>
                    <a:pt x="1169320" y="2119983"/>
                  </a:lnTo>
                  <a:lnTo>
                    <a:pt x="1167682" y="2113867"/>
                  </a:lnTo>
                  <a:lnTo>
                    <a:pt x="1161822" y="2111038"/>
                  </a:lnTo>
                  <a:lnTo>
                    <a:pt x="1156961" y="2100903"/>
                  </a:lnTo>
                  <a:lnTo>
                    <a:pt x="1151779" y="2094532"/>
                  </a:lnTo>
                  <a:lnTo>
                    <a:pt x="1140820" y="2087803"/>
                  </a:lnTo>
                  <a:lnTo>
                    <a:pt x="1138264" y="2085638"/>
                  </a:lnTo>
                  <a:lnTo>
                    <a:pt x="1130515" y="2079063"/>
                  </a:lnTo>
                  <a:lnTo>
                    <a:pt x="1128323" y="2072802"/>
                  </a:lnTo>
                  <a:lnTo>
                    <a:pt x="1124712" y="2065280"/>
                  </a:lnTo>
                  <a:lnTo>
                    <a:pt x="1122894" y="2057269"/>
                  </a:lnTo>
                  <a:lnTo>
                    <a:pt x="1119465" y="2051096"/>
                  </a:lnTo>
                  <a:lnTo>
                    <a:pt x="1117210" y="2046341"/>
                  </a:lnTo>
                  <a:lnTo>
                    <a:pt x="1116310" y="2038965"/>
                  </a:lnTo>
                  <a:lnTo>
                    <a:pt x="1110662" y="2033873"/>
                  </a:lnTo>
                  <a:lnTo>
                    <a:pt x="1104986" y="2028280"/>
                  </a:lnTo>
                  <a:lnTo>
                    <a:pt x="1104320" y="2021531"/>
                  </a:lnTo>
                  <a:lnTo>
                    <a:pt x="1101450" y="2015784"/>
                  </a:lnTo>
                  <a:lnTo>
                    <a:pt x="1101167" y="2010536"/>
                  </a:lnTo>
                  <a:lnTo>
                    <a:pt x="1096673" y="2006778"/>
                  </a:lnTo>
                  <a:lnTo>
                    <a:pt x="1091183" y="1998420"/>
                  </a:lnTo>
                  <a:lnTo>
                    <a:pt x="1089048" y="1991835"/>
                  </a:lnTo>
                  <a:lnTo>
                    <a:pt x="1087655" y="1982659"/>
                  </a:lnTo>
                  <a:lnTo>
                    <a:pt x="1086488" y="1976242"/>
                  </a:lnTo>
                  <a:lnTo>
                    <a:pt x="1086124" y="1974236"/>
                  </a:lnTo>
                  <a:lnTo>
                    <a:pt x="1080355" y="1970575"/>
                  </a:lnTo>
                  <a:lnTo>
                    <a:pt x="1075436" y="1965683"/>
                  </a:lnTo>
                  <a:lnTo>
                    <a:pt x="1072967" y="1958362"/>
                  </a:lnTo>
                  <a:lnTo>
                    <a:pt x="1072294" y="1957728"/>
                  </a:lnTo>
                  <a:lnTo>
                    <a:pt x="1067207" y="1952925"/>
                  </a:lnTo>
                  <a:lnTo>
                    <a:pt x="1063065" y="1948395"/>
                  </a:lnTo>
                  <a:lnTo>
                    <a:pt x="1051226" y="1941422"/>
                  </a:lnTo>
                  <a:lnTo>
                    <a:pt x="1044287" y="1929601"/>
                  </a:lnTo>
                  <a:lnTo>
                    <a:pt x="1035854" y="1927660"/>
                  </a:lnTo>
                  <a:lnTo>
                    <a:pt x="1029889" y="1921819"/>
                  </a:lnTo>
                  <a:lnTo>
                    <a:pt x="1023099" y="1921717"/>
                  </a:lnTo>
                  <a:lnTo>
                    <a:pt x="1017660" y="1914539"/>
                  </a:lnTo>
                  <a:lnTo>
                    <a:pt x="1017563" y="1906797"/>
                  </a:lnTo>
                  <a:lnTo>
                    <a:pt x="1011073" y="1903822"/>
                  </a:lnTo>
                  <a:lnTo>
                    <a:pt x="1007553" y="1894638"/>
                  </a:lnTo>
                  <a:lnTo>
                    <a:pt x="1001833" y="1891882"/>
                  </a:lnTo>
                  <a:lnTo>
                    <a:pt x="996427" y="1891184"/>
                  </a:lnTo>
                  <a:lnTo>
                    <a:pt x="990130" y="1887365"/>
                  </a:lnTo>
                  <a:lnTo>
                    <a:pt x="979946" y="1890813"/>
                  </a:lnTo>
                  <a:lnTo>
                    <a:pt x="973456" y="1890379"/>
                  </a:lnTo>
                  <a:lnTo>
                    <a:pt x="968319" y="1888895"/>
                  </a:lnTo>
                  <a:lnTo>
                    <a:pt x="963137" y="1887395"/>
                  </a:lnTo>
                  <a:lnTo>
                    <a:pt x="955966" y="1886767"/>
                  </a:lnTo>
                  <a:lnTo>
                    <a:pt x="946117" y="1884906"/>
                  </a:lnTo>
                  <a:lnTo>
                    <a:pt x="940038" y="1885365"/>
                  </a:lnTo>
                  <a:lnTo>
                    <a:pt x="934369" y="1887150"/>
                  </a:lnTo>
                  <a:lnTo>
                    <a:pt x="929807" y="1886367"/>
                  </a:lnTo>
                  <a:lnTo>
                    <a:pt x="924872" y="1882903"/>
                  </a:lnTo>
                  <a:lnTo>
                    <a:pt x="917769" y="1879758"/>
                  </a:lnTo>
                  <a:lnTo>
                    <a:pt x="909834" y="1875340"/>
                  </a:lnTo>
                  <a:lnTo>
                    <a:pt x="907937" y="1875965"/>
                  </a:lnTo>
                  <a:lnTo>
                    <a:pt x="904518" y="1877092"/>
                  </a:lnTo>
                  <a:lnTo>
                    <a:pt x="902259" y="1882201"/>
                  </a:lnTo>
                  <a:lnTo>
                    <a:pt x="899556" y="1888889"/>
                  </a:lnTo>
                  <a:lnTo>
                    <a:pt x="891320" y="1886901"/>
                  </a:lnTo>
                  <a:lnTo>
                    <a:pt x="886561" y="1886704"/>
                  </a:lnTo>
                  <a:lnTo>
                    <a:pt x="882295" y="1890026"/>
                  </a:lnTo>
                  <a:lnTo>
                    <a:pt x="875553" y="1890341"/>
                  </a:lnTo>
                  <a:lnTo>
                    <a:pt x="868519" y="1891350"/>
                  </a:lnTo>
                  <a:lnTo>
                    <a:pt x="866545" y="1898906"/>
                  </a:lnTo>
                  <a:lnTo>
                    <a:pt x="861465" y="1905478"/>
                  </a:lnTo>
                  <a:lnTo>
                    <a:pt x="856982" y="1913405"/>
                  </a:lnTo>
                  <a:lnTo>
                    <a:pt x="853466" y="1917507"/>
                  </a:lnTo>
                  <a:lnTo>
                    <a:pt x="850767" y="1927045"/>
                  </a:lnTo>
                  <a:lnTo>
                    <a:pt x="851315" y="1932575"/>
                  </a:lnTo>
                  <a:lnTo>
                    <a:pt x="845982" y="1938253"/>
                  </a:lnTo>
                  <a:lnTo>
                    <a:pt x="843660" y="1946187"/>
                  </a:lnTo>
                  <a:lnTo>
                    <a:pt x="845656" y="1951862"/>
                  </a:lnTo>
                  <a:lnTo>
                    <a:pt x="840391" y="1957965"/>
                  </a:lnTo>
                  <a:lnTo>
                    <a:pt x="831754" y="1961305"/>
                  </a:lnTo>
                  <a:lnTo>
                    <a:pt x="827159" y="1968319"/>
                  </a:lnTo>
                  <a:lnTo>
                    <a:pt x="822637" y="1970294"/>
                  </a:lnTo>
                  <a:lnTo>
                    <a:pt x="819785" y="1977446"/>
                  </a:lnTo>
                  <a:lnTo>
                    <a:pt x="816723" y="1982853"/>
                  </a:lnTo>
                  <a:lnTo>
                    <a:pt x="805666" y="1981290"/>
                  </a:lnTo>
                  <a:lnTo>
                    <a:pt x="799769" y="1982228"/>
                  </a:lnTo>
                  <a:lnTo>
                    <a:pt x="791047" y="1977362"/>
                  </a:lnTo>
                  <a:lnTo>
                    <a:pt x="780143" y="1971028"/>
                  </a:lnTo>
                  <a:lnTo>
                    <a:pt x="773637" y="1964087"/>
                  </a:lnTo>
                  <a:lnTo>
                    <a:pt x="766339" y="1960180"/>
                  </a:lnTo>
                  <a:lnTo>
                    <a:pt x="758998" y="1957325"/>
                  </a:lnTo>
                  <a:lnTo>
                    <a:pt x="752022" y="1954496"/>
                  </a:lnTo>
                  <a:lnTo>
                    <a:pt x="745284" y="1946061"/>
                  </a:lnTo>
                  <a:lnTo>
                    <a:pt x="744762" y="1945824"/>
                  </a:lnTo>
                  <a:lnTo>
                    <a:pt x="737973" y="1942736"/>
                  </a:lnTo>
                  <a:lnTo>
                    <a:pt x="725098" y="1940408"/>
                  </a:lnTo>
                  <a:lnTo>
                    <a:pt x="716481" y="1935706"/>
                  </a:lnTo>
                  <a:lnTo>
                    <a:pt x="707114" y="1928802"/>
                  </a:lnTo>
                  <a:lnTo>
                    <a:pt x="703226" y="1923312"/>
                  </a:lnTo>
                  <a:lnTo>
                    <a:pt x="698286" y="1916312"/>
                  </a:lnTo>
                  <a:lnTo>
                    <a:pt x="689813" y="1910553"/>
                  </a:lnTo>
                  <a:lnTo>
                    <a:pt x="683112" y="1907906"/>
                  </a:lnTo>
                  <a:lnTo>
                    <a:pt x="674594" y="1899993"/>
                  </a:lnTo>
                  <a:lnTo>
                    <a:pt x="665465" y="1890580"/>
                  </a:lnTo>
                  <a:lnTo>
                    <a:pt x="663166" y="1878804"/>
                  </a:lnTo>
                  <a:lnTo>
                    <a:pt x="657780" y="1869383"/>
                  </a:lnTo>
                  <a:lnTo>
                    <a:pt x="652370" y="1860859"/>
                  </a:lnTo>
                  <a:lnTo>
                    <a:pt x="651393" y="1851069"/>
                  </a:lnTo>
                  <a:lnTo>
                    <a:pt x="649581" y="1846738"/>
                  </a:lnTo>
                  <a:lnTo>
                    <a:pt x="651348" y="1836568"/>
                  </a:lnTo>
                  <a:lnTo>
                    <a:pt x="650790" y="1823635"/>
                  </a:lnTo>
                  <a:lnTo>
                    <a:pt x="646993" y="1817531"/>
                  </a:lnTo>
                  <a:lnTo>
                    <a:pt x="644946" y="1812266"/>
                  </a:lnTo>
                  <a:lnTo>
                    <a:pt x="638583" y="1803347"/>
                  </a:lnTo>
                  <a:lnTo>
                    <a:pt x="634900" y="1800675"/>
                  </a:lnTo>
                  <a:lnTo>
                    <a:pt x="634191" y="1792201"/>
                  </a:lnTo>
                  <a:lnTo>
                    <a:pt x="632548" y="1782652"/>
                  </a:lnTo>
                  <a:lnTo>
                    <a:pt x="629153" y="1773843"/>
                  </a:lnTo>
                  <a:lnTo>
                    <a:pt x="624096" y="1772882"/>
                  </a:lnTo>
                  <a:lnTo>
                    <a:pt x="623275" y="1770541"/>
                  </a:lnTo>
                  <a:lnTo>
                    <a:pt x="621340" y="1765017"/>
                  </a:lnTo>
                  <a:lnTo>
                    <a:pt x="614853" y="1762942"/>
                  </a:lnTo>
                  <a:lnTo>
                    <a:pt x="611192" y="1758694"/>
                  </a:lnTo>
                  <a:lnTo>
                    <a:pt x="604783" y="1753595"/>
                  </a:lnTo>
                  <a:lnTo>
                    <a:pt x="598782" y="1747729"/>
                  </a:lnTo>
                  <a:lnTo>
                    <a:pt x="588551" y="1745199"/>
                  </a:lnTo>
                  <a:lnTo>
                    <a:pt x="580268" y="1740229"/>
                  </a:lnTo>
                  <a:lnTo>
                    <a:pt x="579933" y="1735759"/>
                  </a:lnTo>
                  <a:lnTo>
                    <a:pt x="570817" y="1728459"/>
                  </a:lnTo>
                  <a:lnTo>
                    <a:pt x="563700" y="1722193"/>
                  </a:lnTo>
                  <a:lnTo>
                    <a:pt x="561644" y="1716470"/>
                  </a:lnTo>
                  <a:lnTo>
                    <a:pt x="556966" y="1708349"/>
                  </a:lnTo>
                  <a:lnTo>
                    <a:pt x="548446" y="1703105"/>
                  </a:lnTo>
                  <a:lnTo>
                    <a:pt x="541846" y="1698886"/>
                  </a:lnTo>
                  <a:lnTo>
                    <a:pt x="539842" y="1694376"/>
                  </a:lnTo>
                  <a:lnTo>
                    <a:pt x="532464" y="1683178"/>
                  </a:lnTo>
                  <a:lnTo>
                    <a:pt x="525312" y="1678959"/>
                  </a:lnTo>
                  <a:lnTo>
                    <a:pt x="524001" y="1673169"/>
                  </a:lnTo>
                  <a:lnTo>
                    <a:pt x="519644" y="1670006"/>
                  </a:lnTo>
                  <a:lnTo>
                    <a:pt x="518773" y="1669374"/>
                  </a:lnTo>
                  <a:lnTo>
                    <a:pt x="510790" y="1668039"/>
                  </a:lnTo>
                  <a:lnTo>
                    <a:pt x="501066" y="1660212"/>
                  </a:lnTo>
                  <a:lnTo>
                    <a:pt x="495002" y="1652700"/>
                  </a:lnTo>
                  <a:lnTo>
                    <a:pt x="490702" y="1646353"/>
                  </a:lnTo>
                  <a:lnTo>
                    <a:pt x="488746" y="1638979"/>
                  </a:lnTo>
                  <a:lnTo>
                    <a:pt x="485272" y="1632608"/>
                  </a:lnTo>
                  <a:lnTo>
                    <a:pt x="482391" y="1627317"/>
                  </a:lnTo>
                  <a:lnTo>
                    <a:pt x="477650" y="1621845"/>
                  </a:lnTo>
                  <a:lnTo>
                    <a:pt x="472438" y="1620511"/>
                  </a:lnTo>
                  <a:lnTo>
                    <a:pt x="470538" y="1621830"/>
                  </a:lnTo>
                  <a:lnTo>
                    <a:pt x="466203" y="1617120"/>
                  </a:lnTo>
                  <a:lnTo>
                    <a:pt x="460827" y="1612895"/>
                  </a:lnTo>
                  <a:lnTo>
                    <a:pt x="455527" y="1605343"/>
                  </a:lnTo>
                  <a:close/>
                </a:path>
              </a:pathLst>
            </a:custGeom>
            <a:solidFill>
              <a:srgbClr val="A52295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2"/>
            <p:cNvSpPr/>
            <p:nvPr/>
          </p:nvSpPr>
          <p:spPr>
            <a:xfrm>
              <a:off x="2224628" y="2231383"/>
              <a:ext cx="988760" cy="1743189"/>
            </a:xfrm>
            <a:custGeom>
              <a:avLst/>
              <a:pathLst>
                <a:path w="988760" h="1743189">
                  <a:moveTo>
                    <a:pt x="457200" y="1600200"/>
                  </a:moveTo>
                  <a:lnTo>
                    <a:pt x="460015" y="1582841"/>
                  </a:lnTo>
                  <a:lnTo>
                    <a:pt x="462851" y="1566223"/>
                  </a:lnTo>
                  <a:lnTo>
                    <a:pt x="468047" y="1533325"/>
                  </a:lnTo>
                  <a:lnTo>
                    <a:pt x="470006" y="1520872"/>
                  </a:lnTo>
                  <a:lnTo>
                    <a:pt x="473039" y="1501856"/>
                  </a:lnTo>
                  <a:lnTo>
                    <a:pt x="476348" y="1481133"/>
                  </a:lnTo>
                  <a:lnTo>
                    <a:pt x="478473" y="1468302"/>
                  </a:lnTo>
                  <a:lnTo>
                    <a:pt x="482580" y="1443554"/>
                  </a:lnTo>
                  <a:lnTo>
                    <a:pt x="484990" y="1427934"/>
                  </a:lnTo>
                  <a:lnTo>
                    <a:pt x="495010" y="1367132"/>
                  </a:lnTo>
                  <a:lnTo>
                    <a:pt x="495855" y="1361864"/>
                  </a:lnTo>
                  <a:lnTo>
                    <a:pt x="500826" y="1330918"/>
                  </a:lnTo>
                  <a:lnTo>
                    <a:pt x="503119" y="1317153"/>
                  </a:lnTo>
                  <a:lnTo>
                    <a:pt x="507055" y="1293567"/>
                  </a:lnTo>
                  <a:lnTo>
                    <a:pt x="507440" y="1291224"/>
                  </a:lnTo>
                  <a:lnTo>
                    <a:pt x="513132" y="1256604"/>
                  </a:lnTo>
                  <a:lnTo>
                    <a:pt x="515159" y="1244618"/>
                  </a:lnTo>
                  <a:lnTo>
                    <a:pt x="520022" y="1216289"/>
                  </a:lnTo>
                  <a:lnTo>
                    <a:pt x="525712" y="1182639"/>
                  </a:lnTo>
                  <a:lnTo>
                    <a:pt x="530016" y="1157077"/>
                  </a:lnTo>
                  <a:lnTo>
                    <a:pt x="535940" y="1122158"/>
                  </a:lnTo>
                  <a:lnTo>
                    <a:pt x="541355" y="1089913"/>
                  </a:lnTo>
                  <a:lnTo>
                    <a:pt x="546136" y="1060361"/>
                  </a:lnTo>
                  <a:lnTo>
                    <a:pt x="566350" y="1064496"/>
                  </a:lnTo>
                  <a:lnTo>
                    <a:pt x="595653" y="1068848"/>
                  </a:lnTo>
                  <a:lnTo>
                    <a:pt x="618206" y="1072209"/>
                  </a:lnTo>
                  <a:lnTo>
                    <a:pt x="640912" y="1075634"/>
                  </a:lnTo>
                  <a:lnTo>
                    <a:pt x="673002" y="1080452"/>
                  </a:lnTo>
                  <a:lnTo>
                    <a:pt x="707924" y="1085732"/>
                  </a:lnTo>
                  <a:lnTo>
                    <a:pt x="717525" y="1087469"/>
                  </a:lnTo>
                  <a:lnTo>
                    <a:pt x="722042" y="1088281"/>
                  </a:lnTo>
                  <a:lnTo>
                    <a:pt x="754797" y="1092878"/>
                  </a:lnTo>
                  <a:lnTo>
                    <a:pt x="776986" y="1096011"/>
                  </a:lnTo>
                  <a:lnTo>
                    <a:pt x="780313" y="1096475"/>
                  </a:lnTo>
                  <a:lnTo>
                    <a:pt x="789216" y="1097582"/>
                  </a:lnTo>
                  <a:lnTo>
                    <a:pt x="819148" y="1101626"/>
                  </a:lnTo>
                  <a:lnTo>
                    <a:pt x="812389" y="1153734"/>
                  </a:lnTo>
                  <a:lnTo>
                    <a:pt x="812161" y="1155497"/>
                  </a:lnTo>
                  <a:lnTo>
                    <a:pt x="808779" y="1180796"/>
                  </a:lnTo>
                  <a:lnTo>
                    <a:pt x="807019" y="1194269"/>
                  </a:lnTo>
                  <a:lnTo>
                    <a:pt x="802936" y="1225603"/>
                  </a:lnTo>
                  <a:lnTo>
                    <a:pt x="819152" y="1227848"/>
                  </a:lnTo>
                  <a:lnTo>
                    <a:pt x="850013" y="1232025"/>
                  </a:lnTo>
                  <a:lnTo>
                    <a:pt x="888917" y="1236846"/>
                  </a:lnTo>
                  <a:lnTo>
                    <a:pt x="895727" y="1237661"/>
                  </a:lnTo>
                  <a:lnTo>
                    <a:pt x="900174" y="1238190"/>
                  </a:lnTo>
                  <a:lnTo>
                    <a:pt x="926743" y="1241295"/>
                  </a:lnTo>
                  <a:lnTo>
                    <a:pt x="970064" y="1245960"/>
                  </a:lnTo>
                  <a:lnTo>
                    <a:pt x="988760" y="1248093"/>
                  </a:lnTo>
                  <a:lnTo>
                    <a:pt x="986620" y="1269718"/>
                  </a:lnTo>
                  <a:lnTo>
                    <a:pt x="984498" y="1289955"/>
                  </a:lnTo>
                  <a:lnTo>
                    <a:pt x="984381" y="1291069"/>
                  </a:lnTo>
                  <a:lnTo>
                    <a:pt x="978528" y="1344380"/>
                  </a:lnTo>
                  <a:lnTo>
                    <a:pt x="977962" y="1349551"/>
                  </a:lnTo>
                  <a:lnTo>
                    <a:pt x="974030" y="1387409"/>
                  </a:lnTo>
                  <a:lnTo>
                    <a:pt x="971235" y="1413949"/>
                  </a:lnTo>
                  <a:lnTo>
                    <a:pt x="969120" y="1434084"/>
                  </a:lnTo>
                  <a:lnTo>
                    <a:pt x="967421" y="1450299"/>
                  </a:lnTo>
                  <a:lnTo>
                    <a:pt x="964309" y="1480063"/>
                  </a:lnTo>
                  <a:lnTo>
                    <a:pt x="955515" y="1557430"/>
                  </a:lnTo>
                  <a:lnTo>
                    <a:pt x="952661" y="1585197"/>
                  </a:lnTo>
                  <a:lnTo>
                    <a:pt x="953040" y="1599095"/>
                  </a:lnTo>
                  <a:lnTo>
                    <a:pt x="952890" y="1600537"/>
                  </a:lnTo>
                  <a:lnTo>
                    <a:pt x="949391" y="1634161"/>
                  </a:lnTo>
                  <a:lnTo>
                    <a:pt x="944317" y="1683150"/>
                  </a:lnTo>
                  <a:lnTo>
                    <a:pt x="938136" y="1743189"/>
                  </a:lnTo>
                  <a:lnTo>
                    <a:pt x="893657" y="1738241"/>
                  </a:lnTo>
                  <a:lnTo>
                    <a:pt x="843745" y="1732545"/>
                  </a:lnTo>
                  <a:lnTo>
                    <a:pt x="797426" y="1726848"/>
                  </a:lnTo>
                  <a:lnTo>
                    <a:pt x="769849" y="1722680"/>
                  </a:lnTo>
                  <a:lnTo>
                    <a:pt x="738723" y="1718699"/>
                  </a:lnTo>
                  <a:lnTo>
                    <a:pt x="720551" y="1716470"/>
                  </a:lnTo>
                  <a:lnTo>
                    <a:pt x="717838" y="1716134"/>
                  </a:lnTo>
                  <a:lnTo>
                    <a:pt x="705294" y="1714294"/>
                  </a:lnTo>
                  <a:lnTo>
                    <a:pt x="704591" y="1714198"/>
                  </a:lnTo>
                  <a:lnTo>
                    <a:pt x="611692" y="1700956"/>
                  </a:lnTo>
                  <a:lnTo>
                    <a:pt x="593923" y="1698324"/>
                  </a:lnTo>
                  <a:lnTo>
                    <a:pt x="593282" y="1698228"/>
                  </a:lnTo>
                  <a:lnTo>
                    <a:pt x="565359" y="1693998"/>
                  </a:lnTo>
                  <a:lnTo>
                    <a:pt x="558519" y="1692947"/>
                  </a:lnTo>
                  <a:lnTo>
                    <a:pt x="551917" y="1691927"/>
                  </a:lnTo>
                  <a:lnTo>
                    <a:pt x="453987" y="1676016"/>
                  </a:lnTo>
                  <a:lnTo>
                    <a:pt x="445707" y="1674566"/>
                  </a:lnTo>
                  <a:lnTo>
                    <a:pt x="447288" y="1663719"/>
                  </a:lnTo>
                  <a:lnTo>
                    <a:pt x="451047" y="1639600"/>
                  </a:lnTo>
                  <a:lnTo>
                    <a:pt x="454991" y="1614066"/>
                  </a:lnTo>
                  <a:close/>
                </a:path>
              </a:pathLst>
            </a:custGeom>
            <a:solidFill>
              <a:srgbClr val="9C1D98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3"/>
            <p:cNvSpPr/>
            <p:nvPr/>
          </p:nvSpPr>
          <p:spPr>
            <a:xfrm>
              <a:off x="5925403" y="1154367"/>
              <a:ext cx="593084" cy="1757476"/>
            </a:xfrm>
            <a:custGeom>
              <a:avLst/>
              <a:pathLst>
                <a:path w="593084" h="1757476">
                  <a:moveTo>
                    <a:pt x="457200" y="1600199"/>
                  </a:moveTo>
                  <a:lnTo>
                    <a:pt x="456242" y="1591536"/>
                  </a:lnTo>
                  <a:lnTo>
                    <a:pt x="457484" y="1582644"/>
                  </a:lnTo>
                  <a:lnTo>
                    <a:pt x="459147" y="1578408"/>
                  </a:lnTo>
                  <a:lnTo>
                    <a:pt x="458846" y="1577746"/>
                  </a:lnTo>
                  <a:lnTo>
                    <a:pt x="456414" y="1572391"/>
                  </a:lnTo>
                  <a:lnTo>
                    <a:pt x="453667" y="1567100"/>
                  </a:lnTo>
                  <a:lnTo>
                    <a:pt x="453763" y="1563626"/>
                  </a:lnTo>
                  <a:lnTo>
                    <a:pt x="453695" y="1555927"/>
                  </a:lnTo>
                  <a:lnTo>
                    <a:pt x="449413" y="1548526"/>
                  </a:lnTo>
                  <a:lnTo>
                    <a:pt x="444941" y="1544896"/>
                  </a:lnTo>
                  <a:lnTo>
                    <a:pt x="442946" y="1543274"/>
                  </a:lnTo>
                  <a:lnTo>
                    <a:pt x="442486" y="1542900"/>
                  </a:lnTo>
                  <a:lnTo>
                    <a:pt x="438515" y="1537339"/>
                  </a:lnTo>
                  <a:lnTo>
                    <a:pt x="437276" y="1527010"/>
                  </a:lnTo>
                  <a:lnTo>
                    <a:pt x="435878" y="1520732"/>
                  </a:lnTo>
                  <a:lnTo>
                    <a:pt x="435722" y="1513959"/>
                  </a:lnTo>
                  <a:lnTo>
                    <a:pt x="432172" y="1511962"/>
                  </a:lnTo>
                  <a:lnTo>
                    <a:pt x="429773" y="1508719"/>
                  </a:lnTo>
                  <a:lnTo>
                    <a:pt x="430674" y="1500313"/>
                  </a:lnTo>
                  <a:lnTo>
                    <a:pt x="428063" y="1494183"/>
                  </a:lnTo>
                  <a:lnTo>
                    <a:pt x="426559" y="1489321"/>
                  </a:lnTo>
                  <a:lnTo>
                    <a:pt x="438809" y="1484754"/>
                  </a:lnTo>
                  <a:lnTo>
                    <a:pt x="450530" y="1480358"/>
                  </a:lnTo>
                  <a:lnTo>
                    <a:pt x="459707" y="1477171"/>
                  </a:lnTo>
                  <a:lnTo>
                    <a:pt x="488738" y="1467131"/>
                  </a:lnTo>
                  <a:lnTo>
                    <a:pt x="491159" y="1466540"/>
                  </a:lnTo>
                  <a:lnTo>
                    <a:pt x="492961" y="1466099"/>
                  </a:lnTo>
                  <a:lnTo>
                    <a:pt x="508051" y="1460919"/>
                  </a:lnTo>
                  <a:lnTo>
                    <a:pt x="534486" y="1451061"/>
                  </a:lnTo>
                  <a:lnTo>
                    <a:pt x="543249" y="1447682"/>
                  </a:lnTo>
                  <a:lnTo>
                    <a:pt x="544514" y="1447179"/>
                  </a:lnTo>
                  <a:lnTo>
                    <a:pt x="561217" y="1440496"/>
                  </a:lnTo>
                  <a:lnTo>
                    <a:pt x="567821" y="1437846"/>
                  </a:lnTo>
                  <a:lnTo>
                    <a:pt x="576613" y="1434446"/>
                  </a:lnTo>
                  <a:lnTo>
                    <a:pt x="575753" y="1439807"/>
                  </a:lnTo>
                  <a:lnTo>
                    <a:pt x="581548" y="1446276"/>
                  </a:lnTo>
                  <a:lnTo>
                    <a:pt x="580615" y="1450812"/>
                  </a:lnTo>
                  <a:lnTo>
                    <a:pt x="579966" y="1461238"/>
                  </a:lnTo>
                  <a:lnTo>
                    <a:pt x="577859" y="1469852"/>
                  </a:lnTo>
                  <a:lnTo>
                    <a:pt x="584830" y="1478267"/>
                  </a:lnTo>
                  <a:lnTo>
                    <a:pt x="589136" y="1481738"/>
                  </a:lnTo>
                  <a:lnTo>
                    <a:pt x="591769" y="1487260"/>
                  </a:lnTo>
                  <a:lnTo>
                    <a:pt x="589590" y="1492313"/>
                  </a:lnTo>
                  <a:lnTo>
                    <a:pt x="592229" y="1497530"/>
                  </a:lnTo>
                  <a:lnTo>
                    <a:pt x="588185" y="1503479"/>
                  </a:lnTo>
                  <a:lnTo>
                    <a:pt x="586582" y="1510492"/>
                  </a:lnTo>
                  <a:lnTo>
                    <a:pt x="581403" y="1514801"/>
                  </a:lnTo>
                  <a:lnTo>
                    <a:pt x="580297" y="1515720"/>
                  </a:lnTo>
                  <a:lnTo>
                    <a:pt x="578983" y="1522513"/>
                  </a:lnTo>
                  <a:lnTo>
                    <a:pt x="577641" y="1523709"/>
                  </a:lnTo>
                  <a:lnTo>
                    <a:pt x="574954" y="1526102"/>
                  </a:lnTo>
                  <a:lnTo>
                    <a:pt x="569236" y="1528167"/>
                  </a:lnTo>
                  <a:lnTo>
                    <a:pt x="565075" y="1531432"/>
                  </a:lnTo>
                  <a:lnTo>
                    <a:pt x="562837" y="1536675"/>
                  </a:lnTo>
                  <a:lnTo>
                    <a:pt x="564099" y="1542264"/>
                  </a:lnTo>
                  <a:lnTo>
                    <a:pt x="566097" y="1549854"/>
                  </a:lnTo>
                  <a:lnTo>
                    <a:pt x="567766" y="1552602"/>
                  </a:lnTo>
                  <a:lnTo>
                    <a:pt x="571556" y="1558840"/>
                  </a:lnTo>
                  <a:lnTo>
                    <a:pt x="571236" y="1568158"/>
                  </a:lnTo>
                  <a:lnTo>
                    <a:pt x="569607" y="1574483"/>
                  </a:lnTo>
                  <a:lnTo>
                    <a:pt x="572286" y="1579219"/>
                  </a:lnTo>
                  <a:lnTo>
                    <a:pt x="570152" y="1590194"/>
                  </a:lnTo>
                  <a:lnTo>
                    <a:pt x="571743" y="1598368"/>
                  </a:lnTo>
                  <a:lnTo>
                    <a:pt x="570862" y="1603403"/>
                  </a:lnTo>
                  <a:lnTo>
                    <a:pt x="570530" y="1605297"/>
                  </a:lnTo>
                  <a:lnTo>
                    <a:pt x="566940" y="1611896"/>
                  </a:lnTo>
                  <a:lnTo>
                    <a:pt x="567841" y="1626581"/>
                  </a:lnTo>
                  <a:lnTo>
                    <a:pt x="567616" y="1627038"/>
                  </a:lnTo>
                  <a:lnTo>
                    <a:pt x="565085" y="1632179"/>
                  </a:lnTo>
                  <a:lnTo>
                    <a:pt x="568286" y="1641832"/>
                  </a:lnTo>
                  <a:lnTo>
                    <a:pt x="570916" y="1658370"/>
                  </a:lnTo>
                  <a:lnTo>
                    <a:pt x="573566" y="1663088"/>
                  </a:lnTo>
                  <a:lnTo>
                    <a:pt x="574300" y="1670450"/>
                  </a:lnTo>
                  <a:lnTo>
                    <a:pt x="574540" y="1674458"/>
                  </a:lnTo>
                  <a:lnTo>
                    <a:pt x="574677" y="1676767"/>
                  </a:lnTo>
                  <a:lnTo>
                    <a:pt x="576061" y="1683506"/>
                  </a:lnTo>
                  <a:lnTo>
                    <a:pt x="576258" y="1684470"/>
                  </a:lnTo>
                  <a:lnTo>
                    <a:pt x="580392" y="1691935"/>
                  </a:lnTo>
                  <a:lnTo>
                    <a:pt x="579841" y="1697811"/>
                  </a:lnTo>
                  <a:lnTo>
                    <a:pt x="582924" y="1702030"/>
                  </a:lnTo>
                  <a:lnTo>
                    <a:pt x="580398" y="1707860"/>
                  </a:lnTo>
                  <a:lnTo>
                    <a:pt x="577567" y="1710575"/>
                  </a:lnTo>
                  <a:lnTo>
                    <a:pt x="579945" y="1717350"/>
                  </a:lnTo>
                  <a:lnTo>
                    <a:pt x="579145" y="1721877"/>
                  </a:lnTo>
                  <a:lnTo>
                    <a:pt x="583037" y="1728701"/>
                  </a:lnTo>
                  <a:lnTo>
                    <a:pt x="590066" y="1732015"/>
                  </a:lnTo>
                  <a:lnTo>
                    <a:pt x="593084" y="1735534"/>
                  </a:lnTo>
                  <a:lnTo>
                    <a:pt x="562901" y="1744991"/>
                  </a:lnTo>
                  <a:lnTo>
                    <a:pt x="558162" y="1746515"/>
                  </a:lnTo>
                  <a:lnTo>
                    <a:pt x="552508" y="1748327"/>
                  </a:lnTo>
                  <a:lnTo>
                    <a:pt x="544524" y="1750878"/>
                  </a:lnTo>
                  <a:lnTo>
                    <a:pt x="523716" y="1757476"/>
                  </a:lnTo>
                  <a:lnTo>
                    <a:pt x="519291" y="1751553"/>
                  </a:lnTo>
                  <a:lnTo>
                    <a:pt x="519092" y="1747426"/>
                  </a:lnTo>
                  <a:lnTo>
                    <a:pt x="518944" y="1746928"/>
                  </a:lnTo>
                  <a:lnTo>
                    <a:pt x="515144" y="1734109"/>
                  </a:lnTo>
                  <a:lnTo>
                    <a:pt x="511832" y="1722959"/>
                  </a:lnTo>
                  <a:lnTo>
                    <a:pt x="501986" y="1689245"/>
                  </a:lnTo>
                  <a:lnTo>
                    <a:pt x="500250" y="1683322"/>
                  </a:lnTo>
                  <a:lnTo>
                    <a:pt x="494340" y="1662538"/>
                  </a:lnTo>
                  <a:lnTo>
                    <a:pt x="488153" y="1658083"/>
                  </a:lnTo>
                  <a:lnTo>
                    <a:pt x="483512" y="1654177"/>
                  </a:lnTo>
                  <a:lnTo>
                    <a:pt x="480092" y="1663071"/>
                  </a:lnTo>
                  <a:lnTo>
                    <a:pt x="476417" y="1660255"/>
                  </a:lnTo>
                  <a:lnTo>
                    <a:pt x="474933" y="1652850"/>
                  </a:lnTo>
                  <a:lnTo>
                    <a:pt x="475051" y="1647347"/>
                  </a:lnTo>
                  <a:lnTo>
                    <a:pt x="475634" y="1639943"/>
                  </a:lnTo>
                  <a:lnTo>
                    <a:pt x="475818" y="1637583"/>
                  </a:lnTo>
                  <a:lnTo>
                    <a:pt x="471649" y="1634006"/>
                  </a:lnTo>
                  <a:lnTo>
                    <a:pt x="470631" y="1633132"/>
                  </a:lnTo>
                  <a:lnTo>
                    <a:pt x="469670" y="1625709"/>
                  </a:lnTo>
                  <a:lnTo>
                    <a:pt x="464685" y="1620199"/>
                  </a:lnTo>
                  <a:lnTo>
                    <a:pt x="462568" y="1614841"/>
                  </a:lnTo>
                  <a:lnTo>
                    <a:pt x="461575" y="1610402"/>
                  </a:lnTo>
                  <a:lnTo>
                    <a:pt x="457755" y="1607583"/>
                  </a:lnTo>
                  <a:close/>
                </a:path>
              </a:pathLst>
            </a:custGeom>
            <a:solidFill>
              <a:srgbClr val="8E15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4"/>
            <p:cNvSpPr/>
            <p:nvPr/>
          </p:nvSpPr>
          <p:spPr>
            <a:xfrm>
              <a:off x="5941603" y="2047799"/>
              <a:ext cx="505430" cy="1622014"/>
            </a:xfrm>
            <a:custGeom>
              <a:avLst/>
              <a:pathLst>
                <a:path w="505430" h="1622014">
                  <a:moveTo>
                    <a:pt x="457200" y="1600199"/>
                  </a:moveTo>
                  <a:lnTo>
                    <a:pt x="458004" y="1589567"/>
                  </a:lnTo>
                  <a:lnTo>
                    <a:pt x="456485" y="1580042"/>
                  </a:lnTo>
                  <a:lnTo>
                    <a:pt x="455943" y="1566582"/>
                  </a:lnTo>
                  <a:lnTo>
                    <a:pt x="455865" y="1564670"/>
                  </a:lnTo>
                  <a:lnTo>
                    <a:pt x="457474" y="1554819"/>
                  </a:lnTo>
                  <a:lnTo>
                    <a:pt x="458910" y="1545527"/>
                  </a:lnTo>
                  <a:lnTo>
                    <a:pt x="461766" y="1538590"/>
                  </a:lnTo>
                  <a:lnTo>
                    <a:pt x="459800" y="1533662"/>
                  </a:lnTo>
                  <a:lnTo>
                    <a:pt x="466644" y="1528327"/>
                  </a:lnTo>
                  <a:lnTo>
                    <a:pt x="468608" y="1523393"/>
                  </a:lnTo>
                  <a:lnTo>
                    <a:pt x="461681" y="1518397"/>
                  </a:lnTo>
                  <a:lnTo>
                    <a:pt x="468300" y="1510237"/>
                  </a:lnTo>
                  <a:lnTo>
                    <a:pt x="471058" y="1503704"/>
                  </a:lnTo>
                  <a:lnTo>
                    <a:pt x="505430" y="1488758"/>
                  </a:lnTo>
                  <a:lnTo>
                    <a:pt x="501000" y="1507491"/>
                  </a:lnTo>
                  <a:lnTo>
                    <a:pt x="498564" y="1513924"/>
                  </a:lnTo>
                  <a:lnTo>
                    <a:pt x="492531" y="1513475"/>
                  </a:lnTo>
                  <a:lnTo>
                    <a:pt x="489100" y="1519369"/>
                  </a:lnTo>
                  <a:lnTo>
                    <a:pt x="486111" y="1531344"/>
                  </a:lnTo>
                  <a:lnTo>
                    <a:pt x="485232" y="1542745"/>
                  </a:lnTo>
                  <a:lnTo>
                    <a:pt x="484933" y="1549896"/>
                  </a:lnTo>
                  <a:lnTo>
                    <a:pt x="487191" y="1555572"/>
                  </a:lnTo>
                  <a:lnTo>
                    <a:pt x="483679" y="1566731"/>
                  </a:lnTo>
                  <a:lnTo>
                    <a:pt x="484927" y="1568499"/>
                  </a:lnTo>
                  <a:lnTo>
                    <a:pt x="486104" y="1570167"/>
                  </a:lnTo>
                  <a:lnTo>
                    <a:pt x="482880" y="1581452"/>
                  </a:lnTo>
                  <a:lnTo>
                    <a:pt x="482718" y="1586436"/>
                  </a:lnTo>
                  <a:lnTo>
                    <a:pt x="479949" y="1592283"/>
                  </a:lnTo>
                  <a:lnTo>
                    <a:pt x="480073" y="1598798"/>
                  </a:lnTo>
                  <a:lnTo>
                    <a:pt x="479759" y="1605914"/>
                  </a:lnTo>
                  <a:lnTo>
                    <a:pt x="474717" y="1617298"/>
                  </a:lnTo>
                  <a:lnTo>
                    <a:pt x="471398" y="1622014"/>
                  </a:lnTo>
                  <a:lnTo>
                    <a:pt x="467530" y="1621758"/>
                  </a:lnTo>
                  <a:lnTo>
                    <a:pt x="462835" y="1611625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5"/>
            <p:cNvSpPr/>
            <p:nvPr/>
          </p:nvSpPr>
          <p:spPr>
            <a:xfrm>
              <a:off x="5230824" y="2308616"/>
              <a:ext cx="1206988" cy="1605448"/>
            </a:xfrm>
            <a:custGeom>
              <a:avLst/>
              <a:pathLst>
                <a:path w="1206988" h="1605448">
                  <a:moveTo>
                    <a:pt x="457200" y="1600199"/>
                  </a:moveTo>
                  <a:lnTo>
                    <a:pt x="465022" y="1594572"/>
                  </a:lnTo>
                  <a:lnTo>
                    <a:pt x="471478" y="1593259"/>
                  </a:lnTo>
                  <a:lnTo>
                    <a:pt x="473864" y="1592772"/>
                  </a:lnTo>
                  <a:lnTo>
                    <a:pt x="478323" y="1589279"/>
                  </a:lnTo>
                  <a:lnTo>
                    <a:pt x="492007" y="1581378"/>
                  </a:lnTo>
                  <a:lnTo>
                    <a:pt x="501382" y="1577399"/>
                  </a:lnTo>
                  <a:lnTo>
                    <a:pt x="502277" y="1570473"/>
                  </a:lnTo>
                  <a:lnTo>
                    <a:pt x="504825" y="1563013"/>
                  </a:lnTo>
                  <a:lnTo>
                    <a:pt x="511029" y="1562152"/>
                  </a:lnTo>
                  <a:lnTo>
                    <a:pt x="521606" y="1555518"/>
                  </a:lnTo>
                  <a:lnTo>
                    <a:pt x="522392" y="1553447"/>
                  </a:lnTo>
                  <a:lnTo>
                    <a:pt x="523638" y="1550157"/>
                  </a:lnTo>
                  <a:lnTo>
                    <a:pt x="522004" y="1543716"/>
                  </a:lnTo>
                  <a:lnTo>
                    <a:pt x="526413" y="1538589"/>
                  </a:lnTo>
                  <a:lnTo>
                    <a:pt x="532320" y="1535194"/>
                  </a:lnTo>
                  <a:lnTo>
                    <a:pt x="534278" y="1530470"/>
                  </a:lnTo>
                  <a:lnTo>
                    <a:pt x="532612" y="1523953"/>
                  </a:lnTo>
                  <a:lnTo>
                    <a:pt x="546187" y="1510364"/>
                  </a:lnTo>
                  <a:lnTo>
                    <a:pt x="546784" y="1509765"/>
                  </a:lnTo>
                  <a:lnTo>
                    <a:pt x="547179" y="1509446"/>
                  </a:lnTo>
                  <a:lnTo>
                    <a:pt x="556250" y="1502092"/>
                  </a:lnTo>
                  <a:lnTo>
                    <a:pt x="564790" y="1497536"/>
                  </a:lnTo>
                  <a:lnTo>
                    <a:pt x="567988" y="1492879"/>
                  </a:lnTo>
                  <a:lnTo>
                    <a:pt x="568375" y="1492315"/>
                  </a:lnTo>
                  <a:lnTo>
                    <a:pt x="576919" y="1480883"/>
                  </a:lnTo>
                  <a:lnTo>
                    <a:pt x="595349" y="1456060"/>
                  </a:lnTo>
                  <a:lnTo>
                    <a:pt x="599450" y="1458455"/>
                  </a:lnTo>
                  <a:lnTo>
                    <a:pt x="595828" y="1466621"/>
                  </a:lnTo>
                  <a:lnTo>
                    <a:pt x="601291" y="1469808"/>
                  </a:lnTo>
                  <a:lnTo>
                    <a:pt x="602376" y="1473491"/>
                  </a:lnTo>
                  <a:lnTo>
                    <a:pt x="607417" y="1479690"/>
                  </a:lnTo>
                  <a:lnTo>
                    <a:pt x="613014" y="1484420"/>
                  </a:lnTo>
                  <a:lnTo>
                    <a:pt x="620515" y="1484076"/>
                  </a:lnTo>
                  <a:lnTo>
                    <a:pt x="624284" y="1487365"/>
                  </a:lnTo>
                  <a:lnTo>
                    <a:pt x="624837" y="1487629"/>
                  </a:lnTo>
                  <a:lnTo>
                    <a:pt x="631590" y="1490850"/>
                  </a:lnTo>
                  <a:lnTo>
                    <a:pt x="642850" y="1487778"/>
                  </a:lnTo>
                  <a:lnTo>
                    <a:pt x="645079" y="1485131"/>
                  </a:lnTo>
                  <a:lnTo>
                    <a:pt x="649155" y="1480729"/>
                  </a:lnTo>
                  <a:lnTo>
                    <a:pt x="653986" y="1477019"/>
                  </a:lnTo>
                  <a:lnTo>
                    <a:pt x="658606" y="1467431"/>
                  </a:lnTo>
                  <a:lnTo>
                    <a:pt x="674420" y="1476966"/>
                  </a:lnTo>
                  <a:lnTo>
                    <a:pt x="684106" y="1469140"/>
                  </a:lnTo>
                  <a:lnTo>
                    <a:pt x="694754" y="1463967"/>
                  </a:lnTo>
                  <a:lnTo>
                    <a:pt x="696176" y="1463467"/>
                  </a:lnTo>
                  <a:lnTo>
                    <a:pt x="701948" y="1461436"/>
                  </a:lnTo>
                  <a:lnTo>
                    <a:pt x="709233" y="1456050"/>
                  </a:lnTo>
                  <a:lnTo>
                    <a:pt x="703361" y="1451133"/>
                  </a:lnTo>
                  <a:lnTo>
                    <a:pt x="704149" y="1446332"/>
                  </a:lnTo>
                  <a:lnTo>
                    <a:pt x="704863" y="1446010"/>
                  </a:lnTo>
                  <a:lnTo>
                    <a:pt x="706781" y="1445145"/>
                  </a:lnTo>
                  <a:lnTo>
                    <a:pt x="714511" y="1449989"/>
                  </a:lnTo>
                  <a:lnTo>
                    <a:pt x="723469" y="1442496"/>
                  </a:lnTo>
                  <a:lnTo>
                    <a:pt x="733348" y="1432375"/>
                  </a:lnTo>
                  <a:lnTo>
                    <a:pt x="741771" y="1436219"/>
                  </a:lnTo>
                  <a:lnTo>
                    <a:pt x="742303" y="1436461"/>
                  </a:lnTo>
                  <a:lnTo>
                    <a:pt x="747538" y="1430554"/>
                  </a:lnTo>
                  <a:lnTo>
                    <a:pt x="755867" y="1419006"/>
                  </a:lnTo>
                  <a:lnTo>
                    <a:pt x="755415" y="1412821"/>
                  </a:lnTo>
                  <a:lnTo>
                    <a:pt x="759908" y="1406777"/>
                  </a:lnTo>
                  <a:lnTo>
                    <a:pt x="751807" y="1401070"/>
                  </a:lnTo>
                  <a:lnTo>
                    <a:pt x="751953" y="1400725"/>
                  </a:lnTo>
                  <a:lnTo>
                    <a:pt x="754050" y="1395783"/>
                  </a:lnTo>
                  <a:lnTo>
                    <a:pt x="756098" y="1387226"/>
                  </a:lnTo>
                  <a:lnTo>
                    <a:pt x="756692" y="1381395"/>
                  </a:lnTo>
                  <a:lnTo>
                    <a:pt x="761418" y="1372265"/>
                  </a:lnTo>
                  <a:lnTo>
                    <a:pt x="766917" y="1362888"/>
                  </a:lnTo>
                  <a:lnTo>
                    <a:pt x="768328" y="1360475"/>
                  </a:lnTo>
                  <a:lnTo>
                    <a:pt x="772364" y="1349644"/>
                  </a:lnTo>
                  <a:lnTo>
                    <a:pt x="772703" y="1347078"/>
                  </a:lnTo>
                  <a:lnTo>
                    <a:pt x="773544" y="1340688"/>
                  </a:lnTo>
                  <a:lnTo>
                    <a:pt x="773665" y="1331288"/>
                  </a:lnTo>
                  <a:lnTo>
                    <a:pt x="778509" y="1323779"/>
                  </a:lnTo>
                  <a:lnTo>
                    <a:pt x="782583" y="1318389"/>
                  </a:lnTo>
                  <a:lnTo>
                    <a:pt x="783306" y="1317432"/>
                  </a:lnTo>
                  <a:lnTo>
                    <a:pt x="780603" y="1312874"/>
                  </a:lnTo>
                  <a:lnTo>
                    <a:pt x="785939" y="1306021"/>
                  </a:lnTo>
                  <a:lnTo>
                    <a:pt x="788050" y="1295860"/>
                  </a:lnTo>
                  <a:lnTo>
                    <a:pt x="787001" y="1291960"/>
                  </a:lnTo>
                  <a:lnTo>
                    <a:pt x="787725" y="1285700"/>
                  </a:lnTo>
                  <a:lnTo>
                    <a:pt x="787313" y="1275408"/>
                  </a:lnTo>
                  <a:lnTo>
                    <a:pt x="798393" y="1277542"/>
                  </a:lnTo>
                  <a:lnTo>
                    <a:pt x="807327" y="1287653"/>
                  </a:lnTo>
                  <a:lnTo>
                    <a:pt x="818171" y="1288753"/>
                  </a:lnTo>
                  <a:lnTo>
                    <a:pt x="823964" y="1288402"/>
                  </a:lnTo>
                  <a:lnTo>
                    <a:pt x="825293" y="1288321"/>
                  </a:lnTo>
                  <a:lnTo>
                    <a:pt x="829831" y="1279715"/>
                  </a:lnTo>
                  <a:lnTo>
                    <a:pt x="829965" y="1278944"/>
                  </a:lnTo>
                  <a:lnTo>
                    <a:pt x="831096" y="1272443"/>
                  </a:lnTo>
                  <a:lnTo>
                    <a:pt x="833215" y="1261729"/>
                  </a:lnTo>
                  <a:lnTo>
                    <a:pt x="837408" y="1253792"/>
                  </a:lnTo>
                  <a:lnTo>
                    <a:pt x="836970" y="1249952"/>
                  </a:lnTo>
                  <a:lnTo>
                    <a:pt x="837754" y="1240532"/>
                  </a:lnTo>
                  <a:lnTo>
                    <a:pt x="839851" y="1235177"/>
                  </a:lnTo>
                  <a:lnTo>
                    <a:pt x="840870" y="1229550"/>
                  </a:lnTo>
                  <a:lnTo>
                    <a:pt x="855241" y="1235749"/>
                  </a:lnTo>
                  <a:lnTo>
                    <a:pt x="857706" y="1226304"/>
                  </a:lnTo>
                  <a:lnTo>
                    <a:pt x="860340" y="1217486"/>
                  </a:lnTo>
                  <a:lnTo>
                    <a:pt x="867858" y="1211337"/>
                  </a:lnTo>
                  <a:lnTo>
                    <a:pt x="871835" y="1202928"/>
                  </a:lnTo>
                  <a:lnTo>
                    <a:pt x="876492" y="1198264"/>
                  </a:lnTo>
                  <a:lnTo>
                    <a:pt x="877901" y="1192217"/>
                  </a:lnTo>
                  <a:lnTo>
                    <a:pt x="879053" y="1187261"/>
                  </a:lnTo>
                  <a:lnTo>
                    <a:pt x="885655" y="1176440"/>
                  </a:lnTo>
                  <a:lnTo>
                    <a:pt x="883414" y="1173311"/>
                  </a:lnTo>
                  <a:lnTo>
                    <a:pt x="884060" y="1166552"/>
                  </a:lnTo>
                  <a:lnTo>
                    <a:pt x="883171" y="1161768"/>
                  </a:lnTo>
                  <a:lnTo>
                    <a:pt x="886485" y="1150920"/>
                  </a:lnTo>
                  <a:lnTo>
                    <a:pt x="885088" y="1144077"/>
                  </a:lnTo>
                  <a:lnTo>
                    <a:pt x="882429" y="1137425"/>
                  </a:lnTo>
                  <a:lnTo>
                    <a:pt x="895606" y="1143619"/>
                  </a:lnTo>
                  <a:lnTo>
                    <a:pt x="900276" y="1145807"/>
                  </a:lnTo>
                  <a:lnTo>
                    <a:pt x="917600" y="1153988"/>
                  </a:lnTo>
                  <a:lnTo>
                    <a:pt x="940598" y="1164789"/>
                  </a:lnTo>
                  <a:lnTo>
                    <a:pt x="941222" y="1159907"/>
                  </a:lnTo>
                  <a:lnTo>
                    <a:pt x="942184" y="1151745"/>
                  </a:lnTo>
                  <a:lnTo>
                    <a:pt x="944686" y="1139085"/>
                  </a:lnTo>
                  <a:lnTo>
                    <a:pt x="948640" y="1138418"/>
                  </a:lnTo>
                  <a:lnTo>
                    <a:pt x="949734" y="1138233"/>
                  </a:lnTo>
                  <a:lnTo>
                    <a:pt x="957376" y="1138047"/>
                  </a:lnTo>
                  <a:lnTo>
                    <a:pt x="961326" y="1139887"/>
                  </a:lnTo>
                  <a:lnTo>
                    <a:pt x="967421" y="1141842"/>
                  </a:lnTo>
                  <a:lnTo>
                    <a:pt x="971830" y="1144808"/>
                  </a:lnTo>
                  <a:lnTo>
                    <a:pt x="970476" y="1149488"/>
                  </a:lnTo>
                  <a:lnTo>
                    <a:pt x="968008" y="1153387"/>
                  </a:lnTo>
                  <a:lnTo>
                    <a:pt x="969399" y="1158217"/>
                  </a:lnTo>
                  <a:lnTo>
                    <a:pt x="973447" y="1159062"/>
                  </a:lnTo>
                  <a:lnTo>
                    <a:pt x="976102" y="1162139"/>
                  </a:lnTo>
                  <a:lnTo>
                    <a:pt x="986049" y="1161177"/>
                  </a:lnTo>
                  <a:lnTo>
                    <a:pt x="987699" y="1161152"/>
                  </a:lnTo>
                  <a:lnTo>
                    <a:pt x="988978" y="1161132"/>
                  </a:lnTo>
                  <a:lnTo>
                    <a:pt x="990887" y="1161103"/>
                  </a:lnTo>
                  <a:lnTo>
                    <a:pt x="997436" y="1162506"/>
                  </a:lnTo>
                  <a:lnTo>
                    <a:pt x="998618" y="1167509"/>
                  </a:lnTo>
                  <a:lnTo>
                    <a:pt x="1003561" y="1168442"/>
                  </a:lnTo>
                  <a:lnTo>
                    <a:pt x="1005682" y="1168029"/>
                  </a:lnTo>
                  <a:lnTo>
                    <a:pt x="1008839" y="1167413"/>
                  </a:lnTo>
                  <a:lnTo>
                    <a:pt x="1012277" y="1170319"/>
                  </a:lnTo>
                  <a:lnTo>
                    <a:pt x="1015975" y="1173184"/>
                  </a:lnTo>
                  <a:lnTo>
                    <a:pt x="1021857" y="1176197"/>
                  </a:lnTo>
                  <a:lnTo>
                    <a:pt x="1022725" y="1179446"/>
                  </a:lnTo>
                  <a:lnTo>
                    <a:pt x="1024328" y="1185453"/>
                  </a:lnTo>
                  <a:lnTo>
                    <a:pt x="1024510" y="1186223"/>
                  </a:lnTo>
                  <a:lnTo>
                    <a:pt x="1025620" y="1190940"/>
                  </a:lnTo>
                  <a:lnTo>
                    <a:pt x="1025873" y="1192012"/>
                  </a:lnTo>
                  <a:lnTo>
                    <a:pt x="1025643" y="1195727"/>
                  </a:lnTo>
                  <a:lnTo>
                    <a:pt x="1023220" y="1196475"/>
                  </a:lnTo>
                  <a:lnTo>
                    <a:pt x="1022774" y="1197155"/>
                  </a:lnTo>
                  <a:lnTo>
                    <a:pt x="1019453" y="1202207"/>
                  </a:lnTo>
                  <a:lnTo>
                    <a:pt x="1020908" y="1206845"/>
                  </a:lnTo>
                  <a:lnTo>
                    <a:pt x="1012188" y="1209316"/>
                  </a:lnTo>
                  <a:lnTo>
                    <a:pt x="1010094" y="1209908"/>
                  </a:lnTo>
                  <a:lnTo>
                    <a:pt x="1007906" y="1220046"/>
                  </a:lnTo>
                  <a:lnTo>
                    <a:pt x="1008203" y="1227797"/>
                  </a:lnTo>
                  <a:lnTo>
                    <a:pt x="1008373" y="1232278"/>
                  </a:lnTo>
                  <a:lnTo>
                    <a:pt x="1011512" y="1242262"/>
                  </a:lnTo>
                  <a:lnTo>
                    <a:pt x="1015592" y="1245261"/>
                  </a:lnTo>
                  <a:lnTo>
                    <a:pt x="1017952" y="1246994"/>
                  </a:lnTo>
                  <a:lnTo>
                    <a:pt x="1027107" y="1242716"/>
                  </a:lnTo>
                  <a:lnTo>
                    <a:pt x="1033314" y="1240054"/>
                  </a:lnTo>
                  <a:lnTo>
                    <a:pt x="1037323" y="1237947"/>
                  </a:lnTo>
                  <a:lnTo>
                    <a:pt x="1040842" y="1240958"/>
                  </a:lnTo>
                  <a:lnTo>
                    <a:pt x="1041194" y="1244321"/>
                  </a:lnTo>
                  <a:lnTo>
                    <a:pt x="1044696" y="1246381"/>
                  </a:lnTo>
                  <a:lnTo>
                    <a:pt x="1045472" y="1246837"/>
                  </a:lnTo>
                  <a:lnTo>
                    <a:pt x="1049482" y="1249689"/>
                  </a:lnTo>
                  <a:lnTo>
                    <a:pt x="1049994" y="1253335"/>
                  </a:lnTo>
                  <a:lnTo>
                    <a:pt x="1055340" y="1254008"/>
                  </a:lnTo>
                  <a:lnTo>
                    <a:pt x="1063138" y="1256132"/>
                  </a:lnTo>
                  <a:lnTo>
                    <a:pt x="1071493" y="1253883"/>
                  </a:lnTo>
                  <a:lnTo>
                    <a:pt x="1077715" y="1252802"/>
                  </a:lnTo>
                  <a:lnTo>
                    <a:pt x="1084586" y="1251826"/>
                  </a:lnTo>
                  <a:lnTo>
                    <a:pt x="1087048" y="1256129"/>
                  </a:lnTo>
                  <a:lnTo>
                    <a:pt x="1094430" y="1259257"/>
                  </a:lnTo>
                  <a:lnTo>
                    <a:pt x="1097762" y="1262199"/>
                  </a:lnTo>
                  <a:lnTo>
                    <a:pt x="1100232" y="1264379"/>
                  </a:lnTo>
                  <a:lnTo>
                    <a:pt x="1107565" y="1267465"/>
                  </a:lnTo>
                  <a:lnTo>
                    <a:pt x="1119263" y="1269504"/>
                  </a:lnTo>
                  <a:lnTo>
                    <a:pt x="1128257" y="1272810"/>
                  </a:lnTo>
                  <a:lnTo>
                    <a:pt x="1128733" y="1280000"/>
                  </a:lnTo>
                  <a:lnTo>
                    <a:pt x="1124472" y="1286259"/>
                  </a:lnTo>
                  <a:lnTo>
                    <a:pt x="1126669" y="1295340"/>
                  </a:lnTo>
                  <a:lnTo>
                    <a:pt x="1126737" y="1300252"/>
                  </a:lnTo>
                  <a:lnTo>
                    <a:pt x="1126758" y="1301761"/>
                  </a:lnTo>
                  <a:lnTo>
                    <a:pt x="1133138" y="1306760"/>
                  </a:lnTo>
                  <a:lnTo>
                    <a:pt x="1133261" y="1310755"/>
                  </a:lnTo>
                  <a:lnTo>
                    <a:pt x="1133379" y="1314602"/>
                  </a:lnTo>
                  <a:lnTo>
                    <a:pt x="1134878" y="1316974"/>
                  </a:lnTo>
                  <a:lnTo>
                    <a:pt x="1137711" y="1321457"/>
                  </a:lnTo>
                  <a:lnTo>
                    <a:pt x="1142272" y="1329695"/>
                  </a:lnTo>
                  <a:lnTo>
                    <a:pt x="1143984" y="1335292"/>
                  </a:lnTo>
                  <a:lnTo>
                    <a:pt x="1143555" y="1343930"/>
                  </a:lnTo>
                  <a:lnTo>
                    <a:pt x="1132869" y="1338665"/>
                  </a:lnTo>
                  <a:lnTo>
                    <a:pt x="1129612" y="1336827"/>
                  </a:lnTo>
                  <a:lnTo>
                    <a:pt x="1128874" y="1337480"/>
                  </a:lnTo>
                  <a:lnTo>
                    <a:pt x="1126033" y="1339993"/>
                  </a:lnTo>
                  <a:lnTo>
                    <a:pt x="1133054" y="1347333"/>
                  </a:lnTo>
                  <a:lnTo>
                    <a:pt x="1136670" y="1351154"/>
                  </a:lnTo>
                  <a:lnTo>
                    <a:pt x="1135959" y="1354069"/>
                  </a:lnTo>
                  <a:lnTo>
                    <a:pt x="1135124" y="1357492"/>
                  </a:lnTo>
                  <a:lnTo>
                    <a:pt x="1140704" y="1360481"/>
                  </a:lnTo>
                  <a:lnTo>
                    <a:pt x="1141191" y="1360741"/>
                  </a:lnTo>
                  <a:lnTo>
                    <a:pt x="1145770" y="1365661"/>
                  </a:lnTo>
                  <a:lnTo>
                    <a:pt x="1148256" y="1368102"/>
                  </a:lnTo>
                  <a:lnTo>
                    <a:pt x="1151282" y="1371073"/>
                  </a:lnTo>
                  <a:lnTo>
                    <a:pt x="1150854" y="1382056"/>
                  </a:lnTo>
                  <a:lnTo>
                    <a:pt x="1153824" y="1384262"/>
                  </a:lnTo>
                  <a:lnTo>
                    <a:pt x="1155483" y="1385494"/>
                  </a:lnTo>
                  <a:lnTo>
                    <a:pt x="1163942" y="1387308"/>
                  </a:lnTo>
                  <a:lnTo>
                    <a:pt x="1165269" y="1387294"/>
                  </a:lnTo>
                  <a:lnTo>
                    <a:pt x="1174342" y="1387191"/>
                  </a:lnTo>
                  <a:lnTo>
                    <a:pt x="1177976" y="1383637"/>
                  </a:lnTo>
                  <a:lnTo>
                    <a:pt x="1182584" y="1382976"/>
                  </a:lnTo>
                  <a:lnTo>
                    <a:pt x="1189860" y="1396746"/>
                  </a:lnTo>
                  <a:lnTo>
                    <a:pt x="1197170" y="1408660"/>
                  </a:lnTo>
                  <a:lnTo>
                    <a:pt x="1202099" y="1415190"/>
                  </a:lnTo>
                  <a:lnTo>
                    <a:pt x="1206988" y="1424176"/>
                  </a:lnTo>
                  <a:lnTo>
                    <a:pt x="1191806" y="1428752"/>
                  </a:lnTo>
                  <a:lnTo>
                    <a:pt x="1182709" y="1431462"/>
                  </a:lnTo>
                  <a:lnTo>
                    <a:pt x="1164527" y="1436844"/>
                  </a:lnTo>
                  <a:lnTo>
                    <a:pt x="1147542" y="1441805"/>
                  </a:lnTo>
                  <a:lnTo>
                    <a:pt x="1142727" y="1443204"/>
                  </a:lnTo>
                  <a:lnTo>
                    <a:pt x="1123989" y="1448617"/>
                  </a:lnTo>
                  <a:lnTo>
                    <a:pt x="1107055" y="1454131"/>
                  </a:lnTo>
                  <a:lnTo>
                    <a:pt x="1092311" y="1458331"/>
                  </a:lnTo>
                  <a:lnTo>
                    <a:pt x="1083448" y="1460841"/>
                  </a:lnTo>
                  <a:lnTo>
                    <a:pt x="1080975" y="1461539"/>
                  </a:lnTo>
                  <a:lnTo>
                    <a:pt x="1070578" y="1464488"/>
                  </a:lnTo>
                  <a:lnTo>
                    <a:pt x="1027428" y="1476565"/>
                  </a:lnTo>
                  <a:lnTo>
                    <a:pt x="1025763" y="1477033"/>
                  </a:lnTo>
                  <a:lnTo>
                    <a:pt x="1013061" y="1480592"/>
                  </a:lnTo>
                  <a:lnTo>
                    <a:pt x="999032" y="1484497"/>
                  </a:lnTo>
                  <a:lnTo>
                    <a:pt x="990722" y="1486797"/>
                  </a:lnTo>
                  <a:lnTo>
                    <a:pt x="972439" y="1491893"/>
                  </a:lnTo>
                  <a:lnTo>
                    <a:pt x="959632" y="1495434"/>
                  </a:lnTo>
                  <a:lnTo>
                    <a:pt x="954578" y="1496826"/>
                  </a:lnTo>
                  <a:lnTo>
                    <a:pt x="933002" y="1502444"/>
                  </a:lnTo>
                  <a:lnTo>
                    <a:pt x="927016" y="1503992"/>
                  </a:lnTo>
                  <a:lnTo>
                    <a:pt x="912975" y="1507602"/>
                  </a:lnTo>
                  <a:lnTo>
                    <a:pt x="894074" y="1512542"/>
                  </a:lnTo>
                  <a:lnTo>
                    <a:pt x="886356" y="1514545"/>
                  </a:lnTo>
                  <a:lnTo>
                    <a:pt x="874343" y="1517646"/>
                  </a:lnTo>
                  <a:lnTo>
                    <a:pt x="862105" y="1520785"/>
                  </a:lnTo>
                  <a:lnTo>
                    <a:pt x="858191" y="1521785"/>
                  </a:lnTo>
                  <a:lnTo>
                    <a:pt x="857901" y="1521857"/>
                  </a:lnTo>
                  <a:lnTo>
                    <a:pt x="838455" y="1526641"/>
                  </a:lnTo>
                  <a:lnTo>
                    <a:pt x="808227" y="1533976"/>
                  </a:lnTo>
                  <a:lnTo>
                    <a:pt x="805697" y="1534578"/>
                  </a:lnTo>
                  <a:lnTo>
                    <a:pt x="782269" y="1540104"/>
                  </a:lnTo>
                  <a:lnTo>
                    <a:pt x="768902" y="1542521"/>
                  </a:lnTo>
                  <a:lnTo>
                    <a:pt x="768046" y="1542677"/>
                  </a:lnTo>
                  <a:lnTo>
                    <a:pt x="751201" y="1545720"/>
                  </a:lnTo>
                  <a:lnTo>
                    <a:pt x="742117" y="1547347"/>
                  </a:lnTo>
                  <a:lnTo>
                    <a:pt x="729005" y="1550484"/>
                  </a:lnTo>
                  <a:lnTo>
                    <a:pt x="723045" y="1551902"/>
                  </a:lnTo>
                  <a:lnTo>
                    <a:pt x="707376" y="1554874"/>
                  </a:lnTo>
                  <a:lnTo>
                    <a:pt x="696107" y="1556849"/>
                  </a:lnTo>
                  <a:lnTo>
                    <a:pt x="678862" y="1560247"/>
                  </a:lnTo>
                  <a:lnTo>
                    <a:pt x="664533" y="1563042"/>
                  </a:lnTo>
                  <a:lnTo>
                    <a:pt x="647058" y="1565912"/>
                  </a:lnTo>
                  <a:lnTo>
                    <a:pt x="649442" y="1562336"/>
                  </a:lnTo>
                  <a:lnTo>
                    <a:pt x="631897" y="1565891"/>
                  </a:lnTo>
                  <a:lnTo>
                    <a:pt x="622536" y="1567772"/>
                  </a:lnTo>
                  <a:lnTo>
                    <a:pt x="621958" y="1570708"/>
                  </a:lnTo>
                  <a:lnTo>
                    <a:pt x="601378" y="1575173"/>
                  </a:lnTo>
                  <a:lnTo>
                    <a:pt x="598612" y="1575769"/>
                  </a:lnTo>
                  <a:lnTo>
                    <a:pt x="591849" y="1577202"/>
                  </a:lnTo>
                  <a:lnTo>
                    <a:pt x="586903" y="1578246"/>
                  </a:lnTo>
                  <a:lnTo>
                    <a:pt x="568076" y="1582191"/>
                  </a:lnTo>
                  <a:lnTo>
                    <a:pt x="556210" y="1584807"/>
                  </a:lnTo>
                  <a:lnTo>
                    <a:pt x="534667" y="1589509"/>
                  </a:lnTo>
                  <a:lnTo>
                    <a:pt x="519604" y="1592448"/>
                  </a:lnTo>
                  <a:lnTo>
                    <a:pt x="491046" y="1597939"/>
                  </a:lnTo>
                  <a:lnTo>
                    <a:pt x="471889" y="1601646"/>
                  </a:lnTo>
                  <a:lnTo>
                    <a:pt x="451984" y="1605448"/>
                  </a:lnTo>
                  <a:close/>
                </a:path>
              </a:pathLst>
            </a:custGeom>
            <a:solidFill>
              <a:srgbClr val="9B1C99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6"/>
            <p:cNvSpPr/>
            <p:nvPr/>
          </p:nvSpPr>
          <p:spPr>
            <a:xfrm>
              <a:off x="1729126" y="693577"/>
              <a:ext cx="494883" cy="1641018"/>
            </a:xfrm>
            <a:custGeom>
              <a:avLst/>
              <a:pathLst>
                <a:path w="494883" h="1641018">
                  <a:moveTo>
                    <a:pt x="457200" y="1600200"/>
                  </a:moveTo>
                  <a:lnTo>
                    <a:pt x="470775" y="1602162"/>
                  </a:lnTo>
                  <a:lnTo>
                    <a:pt x="475505" y="1600793"/>
                  </a:lnTo>
                  <a:lnTo>
                    <a:pt x="480845" y="1594483"/>
                  </a:lnTo>
                  <a:lnTo>
                    <a:pt x="484392" y="1594423"/>
                  </a:lnTo>
                  <a:lnTo>
                    <a:pt x="492014" y="1602702"/>
                  </a:lnTo>
                  <a:lnTo>
                    <a:pt x="494883" y="1614389"/>
                  </a:lnTo>
                  <a:lnTo>
                    <a:pt x="488437" y="1619974"/>
                  </a:lnTo>
                  <a:lnTo>
                    <a:pt x="489074" y="1625702"/>
                  </a:lnTo>
                  <a:lnTo>
                    <a:pt x="486515" y="1631951"/>
                  </a:lnTo>
                  <a:lnTo>
                    <a:pt x="482573" y="1634053"/>
                  </a:lnTo>
                  <a:lnTo>
                    <a:pt x="481699" y="1641018"/>
                  </a:lnTo>
                  <a:lnTo>
                    <a:pt x="475786" y="1640632"/>
                  </a:lnTo>
                  <a:lnTo>
                    <a:pt x="472362" y="1636749"/>
                  </a:lnTo>
                  <a:lnTo>
                    <a:pt x="464401" y="1631722"/>
                  </a:lnTo>
                  <a:lnTo>
                    <a:pt x="458072" y="1623861"/>
                  </a:lnTo>
                  <a:lnTo>
                    <a:pt x="456431" y="1612212"/>
                  </a:lnTo>
                  <a:close/>
                </a:path>
              </a:pathLst>
            </a:custGeom>
            <a:solidFill>
              <a:srgbClr val="8E15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7"/>
            <p:cNvSpPr/>
            <p:nvPr/>
          </p:nvSpPr>
          <p:spPr>
            <a:xfrm>
              <a:off x="1602118" y="692661"/>
              <a:ext cx="1081908" cy="2059404"/>
            </a:xfrm>
            <a:custGeom>
              <a:avLst/>
              <a:pathLst>
                <a:path w="1081908" h="2059404">
                  <a:moveTo>
                    <a:pt x="457200" y="1600200"/>
                  </a:moveTo>
                  <a:lnTo>
                    <a:pt x="463019" y="1601478"/>
                  </a:lnTo>
                  <a:lnTo>
                    <a:pt x="469884" y="1608612"/>
                  </a:lnTo>
                  <a:lnTo>
                    <a:pt x="480084" y="1621007"/>
                  </a:lnTo>
                  <a:lnTo>
                    <a:pt x="489451" y="1626639"/>
                  </a:lnTo>
                  <a:lnTo>
                    <a:pt x="499258" y="1636079"/>
                  </a:lnTo>
                  <a:lnTo>
                    <a:pt x="501755" y="1642031"/>
                  </a:lnTo>
                  <a:lnTo>
                    <a:pt x="514463" y="1648293"/>
                  </a:lnTo>
                  <a:lnTo>
                    <a:pt x="526402" y="1651741"/>
                  </a:lnTo>
                  <a:lnTo>
                    <a:pt x="530811" y="1653125"/>
                  </a:lnTo>
                  <a:lnTo>
                    <a:pt x="539901" y="1657434"/>
                  </a:lnTo>
                  <a:lnTo>
                    <a:pt x="547461" y="1663331"/>
                  </a:lnTo>
                  <a:lnTo>
                    <a:pt x="557081" y="1667665"/>
                  </a:lnTo>
                  <a:lnTo>
                    <a:pt x="563179" y="1668936"/>
                  </a:lnTo>
                  <a:lnTo>
                    <a:pt x="572716" y="1664256"/>
                  </a:lnTo>
                  <a:lnTo>
                    <a:pt x="576864" y="1672792"/>
                  </a:lnTo>
                  <a:lnTo>
                    <a:pt x="580659" y="1677866"/>
                  </a:lnTo>
                  <a:lnTo>
                    <a:pt x="585520" y="1678274"/>
                  </a:lnTo>
                  <a:lnTo>
                    <a:pt x="588720" y="1677760"/>
                  </a:lnTo>
                  <a:lnTo>
                    <a:pt x="595717" y="1676629"/>
                  </a:lnTo>
                  <a:lnTo>
                    <a:pt x="601764" y="1677275"/>
                  </a:lnTo>
                  <a:lnTo>
                    <a:pt x="605204" y="1683556"/>
                  </a:lnTo>
                  <a:lnTo>
                    <a:pt x="601811" y="1693943"/>
                  </a:lnTo>
                  <a:lnTo>
                    <a:pt x="600305" y="1699145"/>
                  </a:lnTo>
                  <a:lnTo>
                    <a:pt x="602415" y="1706579"/>
                  </a:lnTo>
                  <a:lnTo>
                    <a:pt x="603831" y="1706729"/>
                  </a:lnTo>
                  <a:lnTo>
                    <a:pt x="605284" y="1706883"/>
                  </a:lnTo>
                  <a:lnTo>
                    <a:pt x="609608" y="1704774"/>
                  </a:lnTo>
                  <a:lnTo>
                    <a:pt x="612317" y="1703450"/>
                  </a:lnTo>
                  <a:lnTo>
                    <a:pt x="613666" y="1700027"/>
                  </a:lnTo>
                  <a:lnTo>
                    <a:pt x="609810" y="1694362"/>
                  </a:lnTo>
                  <a:lnTo>
                    <a:pt x="613374" y="1684991"/>
                  </a:lnTo>
                  <a:lnTo>
                    <a:pt x="612513" y="1677841"/>
                  </a:lnTo>
                  <a:lnTo>
                    <a:pt x="607432" y="1672367"/>
                  </a:lnTo>
                  <a:lnTo>
                    <a:pt x="606601" y="1663410"/>
                  </a:lnTo>
                  <a:lnTo>
                    <a:pt x="612167" y="1657831"/>
                  </a:lnTo>
                  <a:lnTo>
                    <a:pt x="618816" y="1647077"/>
                  </a:lnTo>
                  <a:lnTo>
                    <a:pt x="619089" y="1646636"/>
                  </a:lnTo>
                  <a:lnTo>
                    <a:pt x="619404" y="1638819"/>
                  </a:lnTo>
                  <a:lnTo>
                    <a:pt x="624365" y="1633310"/>
                  </a:lnTo>
                  <a:lnTo>
                    <a:pt x="627066" y="1626492"/>
                  </a:lnTo>
                  <a:lnTo>
                    <a:pt x="626879" y="1618976"/>
                  </a:lnTo>
                  <a:lnTo>
                    <a:pt x="626636" y="1608826"/>
                  </a:lnTo>
                  <a:lnTo>
                    <a:pt x="628296" y="1600548"/>
                  </a:lnTo>
                  <a:lnTo>
                    <a:pt x="629103" y="1594381"/>
                  </a:lnTo>
                  <a:lnTo>
                    <a:pt x="625965" y="1587542"/>
                  </a:lnTo>
                  <a:lnTo>
                    <a:pt x="625948" y="1579904"/>
                  </a:lnTo>
                  <a:lnTo>
                    <a:pt x="633100" y="1574051"/>
                  </a:lnTo>
                  <a:lnTo>
                    <a:pt x="672405" y="1585639"/>
                  </a:lnTo>
                  <a:lnTo>
                    <a:pt x="684250" y="1589126"/>
                  </a:lnTo>
                  <a:lnTo>
                    <a:pt x="711065" y="1597441"/>
                  </a:lnTo>
                  <a:lnTo>
                    <a:pt x="738846" y="1604957"/>
                  </a:lnTo>
                  <a:lnTo>
                    <a:pt x="759896" y="1610597"/>
                  </a:lnTo>
                  <a:lnTo>
                    <a:pt x="781313" y="1616567"/>
                  </a:lnTo>
                  <a:lnTo>
                    <a:pt x="791842" y="1619471"/>
                  </a:lnTo>
                  <a:lnTo>
                    <a:pt x="818481" y="1626532"/>
                  </a:lnTo>
                  <a:lnTo>
                    <a:pt x="847814" y="1634401"/>
                  </a:lnTo>
                  <a:lnTo>
                    <a:pt x="890495" y="1645226"/>
                  </a:lnTo>
                  <a:lnTo>
                    <a:pt x="916092" y="1651630"/>
                  </a:lnTo>
                  <a:lnTo>
                    <a:pt x="939353" y="1657343"/>
                  </a:lnTo>
                  <a:lnTo>
                    <a:pt x="989764" y="1669402"/>
                  </a:lnTo>
                  <a:lnTo>
                    <a:pt x="1005192" y="1673004"/>
                  </a:lnTo>
                  <a:lnTo>
                    <a:pt x="1036413" y="1680124"/>
                  </a:lnTo>
                  <a:lnTo>
                    <a:pt x="1050435" y="1683360"/>
                  </a:lnTo>
                  <a:lnTo>
                    <a:pt x="1063229" y="1686283"/>
                  </a:lnTo>
                  <a:lnTo>
                    <a:pt x="1081908" y="1690488"/>
                  </a:lnTo>
                  <a:lnTo>
                    <a:pt x="1077690" y="1709084"/>
                  </a:lnTo>
                  <a:lnTo>
                    <a:pt x="1072453" y="1732224"/>
                  </a:lnTo>
                  <a:lnTo>
                    <a:pt x="1065949" y="1760770"/>
                  </a:lnTo>
                  <a:lnTo>
                    <a:pt x="1057398" y="1797018"/>
                  </a:lnTo>
                  <a:lnTo>
                    <a:pt x="1055238" y="1806713"/>
                  </a:lnTo>
                  <a:lnTo>
                    <a:pt x="1053390" y="1815013"/>
                  </a:lnTo>
                  <a:lnTo>
                    <a:pt x="1046823" y="1844572"/>
                  </a:lnTo>
                  <a:lnTo>
                    <a:pt x="1036980" y="1889685"/>
                  </a:lnTo>
                  <a:lnTo>
                    <a:pt x="1034143" y="1902729"/>
                  </a:lnTo>
                  <a:lnTo>
                    <a:pt x="1031369" y="1915503"/>
                  </a:lnTo>
                  <a:lnTo>
                    <a:pt x="1030634" y="1918858"/>
                  </a:lnTo>
                  <a:lnTo>
                    <a:pt x="1015023" y="1990398"/>
                  </a:lnTo>
                  <a:lnTo>
                    <a:pt x="1013166" y="1998943"/>
                  </a:lnTo>
                  <a:lnTo>
                    <a:pt x="1012214" y="2004581"/>
                  </a:lnTo>
                  <a:lnTo>
                    <a:pt x="1011879" y="2006567"/>
                  </a:lnTo>
                  <a:lnTo>
                    <a:pt x="1008115" y="2012966"/>
                  </a:lnTo>
                  <a:lnTo>
                    <a:pt x="1012244" y="2020319"/>
                  </a:lnTo>
                  <a:lnTo>
                    <a:pt x="1013676" y="2027007"/>
                  </a:lnTo>
                  <a:lnTo>
                    <a:pt x="1012382" y="2033585"/>
                  </a:lnTo>
                  <a:lnTo>
                    <a:pt x="1014891" y="2037804"/>
                  </a:lnTo>
                  <a:lnTo>
                    <a:pt x="1013178" y="2041077"/>
                  </a:lnTo>
                  <a:lnTo>
                    <a:pt x="1007768" y="2047270"/>
                  </a:lnTo>
                  <a:lnTo>
                    <a:pt x="1010436" y="2050904"/>
                  </a:lnTo>
                  <a:lnTo>
                    <a:pt x="1010955" y="2059404"/>
                  </a:lnTo>
                  <a:lnTo>
                    <a:pt x="974212" y="2051285"/>
                  </a:lnTo>
                  <a:lnTo>
                    <a:pt x="963677" y="2048796"/>
                  </a:lnTo>
                  <a:lnTo>
                    <a:pt x="953356" y="2046340"/>
                  </a:lnTo>
                  <a:lnTo>
                    <a:pt x="943798" y="2044050"/>
                  </a:lnTo>
                  <a:lnTo>
                    <a:pt x="922050" y="2039069"/>
                  </a:lnTo>
                  <a:lnTo>
                    <a:pt x="920434" y="2038696"/>
                  </a:lnTo>
                  <a:lnTo>
                    <a:pt x="889431" y="2031455"/>
                  </a:lnTo>
                  <a:lnTo>
                    <a:pt x="863537" y="2025295"/>
                  </a:lnTo>
                  <a:lnTo>
                    <a:pt x="837691" y="2019224"/>
                  </a:lnTo>
                  <a:lnTo>
                    <a:pt x="830285" y="2022741"/>
                  </a:lnTo>
                  <a:lnTo>
                    <a:pt x="824132" y="2024548"/>
                  </a:lnTo>
                  <a:lnTo>
                    <a:pt x="813410" y="2021007"/>
                  </a:lnTo>
                  <a:lnTo>
                    <a:pt x="803920" y="2021026"/>
                  </a:lnTo>
                  <a:lnTo>
                    <a:pt x="798019" y="2020646"/>
                  </a:lnTo>
                  <a:lnTo>
                    <a:pt x="793169" y="2020329"/>
                  </a:lnTo>
                  <a:lnTo>
                    <a:pt x="786766" y="2016256"/>
                  </a:lnTo>
                  <a:lnTo>
                    <a:pt x="784175" y="2016365"/>
                  </a:lnTo>
                  <a:lnTo>
                    <a:pt x="776494" y="2022535"/>
                  </a:lnTo>
                  <a:lnTo>
                    <a:pt x="765139" y="2020872"/>
                  </a:lnTo>
                  <a:lnTo>
                    <a:pt x="759395" y="2020616"/>
                  </a:lnTo>
                  <a:lnTo>
                    <a:pt x="750835" y="2020224"/>
                  </a:lnTo>
                  <a:lnTo>
                    <a:pt x="747630" y="2021044"/>
                  </a:lnTo>
                  <a:lnTo>
                    <a:pt x="740921" y="2022754"/>
                  </a:lnTo>
                  <a:lnTo>
                    <a:pt x="734613" y="2022681"/>
                  </a:lnTo>
                  <a:lnTo>
                    <a:pt x="727358" y="2026915"/>
                  </a:lnTo>
                  <a:lnTo>
                    <a:pt x="721257" y="2025940"/>
                  </a:lnTo>
                  <a:lnTo>
                    <a:pt x="710410" y="2025961"/>
                  </a:lnTo>
                  <a:lnTo>
                    <a:pt x="703379" y="2024031"/>
                  </a:lnTo>
                  <a:lnTo>
                    <a:pt x="701940" y="2023635"/>
                  </a:lnTo>
                  <a:lnTo>
                    <a:pt x="696307" y="2016122"/>
                  </a:lnTo>
                  <a:lnTo>
                    <a:pt x="692638" y="2015242"/>
                  </a:lnTo>
                  <a:lnTo>
                    <a:pt x="690870" y="2016028"/>
                  </a:lnTo>
                  <a:lnTo>
                    <a:pt x="687155" y="2017678"/>
                  </a:lnTo>
                  <a:lnTo>
                    <a:pt x="671890" y="2019355"/>
                  </a:lnTo>
                  <a:lnTo>
                    <a:pt x="667648" y="2021930"/>
                  </a:lnTo>
                  <a:lnTo>
                    <a:pt x="666284" y="2020899"/>
                  </a:lnTo>
                  <a:lnTo>
                    <a:pt x="664052" y="2019211"/>
                  </a:lnTo>
                  <a:lnTo>
                    <a:pt x="652042" y="2017079"/>
                  </a:lnTo>
                  <a:lnTo>
                    <a:pt x="647906" y="2020092"/>
                  </a:lnTo>
                  <a:lnTo>
                    <a:pt x="642461" y="2019863"/>
                  </a:lnTo>
                  <a:lnTo>
                    <a:pt x="641917" y="2011292"/>
                  </a:lnTo>
                  <a:lnTo>
                    <a:pt x="632884" y="2004436"/>
                  </a:lnTo>
                  <a:lnTo>
                    <a:pt x="625397" y="2003802"/>
                  </a:lnTo>
                  <a:lnTo>
                    <a:pt x="624144" y="2002795"/>
                  </a:lnTo>
                  <a:lnTo>
                    <a:pt x="618050" y="1997886"/>
                  </a:lnTo>
                  <a:lnTo>
                    <a:pt x="617384" y="1997350"/>
                  </a:lnTo>
                  <a:lnTo>
                    <a:pt x="605453" y="1996824"/>
                  </a:lnTo>
                  <a:lnTo>
                    <a:pt x="599550" y="1996612"/>
                  </a:lnTo>
                  <a:lnTo>
                    <a:pt x="593659" y="1993301"/>
                  </a:lnTo>
                  <a:lnTo>
                    <a:pt x="588576" y="1993628"/>
                  </a:lnTo>
                  <a:lnTo>
                    <a:pt x="584731" y="1996619"/>
                  </a:lnTo>
                  <a:lnTo>
                    <a:pt x="582575" y="1997009"/>
                  </a:lnTo>
                  <a:lnTo>
                    <a:pt x="579929" y="1997486"/>
                  </a:lnTo>
                  <a:lnTo>
                    <a:pt x="574648" y="1999774"/>
                  </a:lnTo>
                  <a:lnTo>
                    <a:pt x="565422" y="2001379"/>
                  </a:lnTo>
                  <a:lnTo>
                    <a:pt x="558421" y="2000139"/>
                  </a:lnTo>
                  <a:lnTo>
                    <a:pt x="552042" y="2001927"/>
                  </a:lnTo>
                  <a:lnTo>
                    <a:pt x="550735" y="2002293"/>
                  </a:lnTo>
                  <a:lnTo>
                    <a:pt x="545156" y="2000176"/>
                  </a:lnTo>
                  <a:lnTo>
                    <a:pt x="542062" y="1995664"/>
                  </a:lnTo>
                  <a:lnTo>
                    <a:pt x="536800" y="1995756"/>
                  </a:lnTo>
                  <a:lnTo>
                    <a:pt x="533041" y="1992091"/>
                  </a:lnTo>
                  <a:lnTo>
                    <a:pt x="521408" y="1985238"/>
                  </a:lnTo>
                  <a:lnTo>
                    <a:pt x="514820" y="1978805"/>
                  </a:lnTo>
                  <a:lnTo>
                    <a:pt x="513945" y="1976154"/>
                  </a:lnTo>
                  <a:lnTo>
                    <a:pt x="513084" y="1973542"/>
                  </a:lnTo>
                  <a:lnTo>
                    <a:pt x="515433" y="1967922"/>
                  </a:lnTo>
                  <a:lnTo>
                    <a:pt x="516919" y="1964367"/>
                  </a:lnTo>
                  <a:lnTo>
                    <a:pt x="515887" y="1957408"/>
                  </a:lnTo>
                  <a:lnTo>
                    <a:pt x="517946" y="1952647"/>
                  </a:lnTo>
                  <a:lnTo>
                    <a:pt x="518784" y="1950709"/>
                  </a:lnTo>
                  <a:lnTo>
                    <a:pt x="518189" y="1944638"/>
                  </a:lnTo>
                  <a:lnTo>
                    <a:pt x="519683" y="1938761"/>
                  </a:lnTo>
                  <a:lnTo>
                    <a:pt x="518108" y="1931291"/>
                  </a:lnTo>
                  <a:lnTo>
                    <a:pt x="516626" y="1921778"/>
                  </a:lnTo>
                  <a:lnTo>
                    <a:pt x="512579" y="1917812"/>
                  </a:lnTo>
                  <a:lnTo>
                    <a:pt x="510210" y="1913304"/>
                  </a:lnTo>
                  <a:lnTo>
                    <a:pt x="502920" y="1904377"/>
                  </a:lnTo>
                  <a:lnTo>
                    <a:pt x="498929" y="1902692"/>
                  </a:lnTo>
                  <a:lnTo>
                    <a:pt x="494526" y="1903711"/>
                  </a:lnTo>
                  <a:lnTo>
                    <a:pt x="488056" y="1905202"/>
                  </a:lnTo>
                  <a:lnTo>
                    <a:pt x="481284" y="1902966"/>
                  </a:lnTo>
                  <a:lnTo>
                    <a:pt x="480661" y="1902760"/>
                  </a:lnTo>
                  <a:lnTo>
                    <a:pt x="477097" y="1897020"/>
                  </a:lnTo>
                  <a:lnTo>
                    <a:pt x="479082" y="1891383"/>
                  </a:lnTo>
                  <a:lnTo>
                    <a:pt x="476291" y="1885306"/>
                  </a:lnTo>
                  <a:lnTo>
                    <a:pt x="470391" y="1884818"/>
                  </a:lnTo>
                  <a:lnTo>
                    <a:pt x="460762" y="1880843"/>
                  </a:lnTo>
                  <a:lnTo>
                    <a:pt x="459631" y="1875439"/>
                  </a:lnTo>
                  <a:lnTo>
                    <a:pt x="456914" y="1876433"/>
                  </a:lnTo>
                  <a:lnTo>
                    <a:pt x="453743" y="1877592"/>
                  </a:lnTo>
                  <a:lnTo>
                    <a:pt x="450272" y="1875396"/>
                  </a:lnTo>
                  <a:lnTo>
                    <a:pt x="443018" y="1878907"/>
                  </a:lnTo>
                  <a:lnTo>
                    <a:pt x="440484" y="1877367"/>
                  </a:lnTo>
                  <a:lnTo>
                    <a:pt x="437992" y="1872441"/>
                  </a:lnTo>
                  <a:lnTo>
                    <a:pt x="437303" y="1870330"/>
                  </a:lnTo>
                  <a:lnTo>
                    <a:pt x="427376" y="1870403"/>
                  </a:lnTo>
                  <a:lnTo>
                    <a:pt x="430901" y="1863649"/>
                  </a:lnTo>
                  <a:lnTo>
                    <a:pt x="437725" y="1843862"/>
                  </a:lnTo>
                  <a:lnTo>
                    <a:pt x="441844" y="1827063"/>
                  </a:lnTo>
                  <a:lnTo>
                    <a:pt x="450840" y="1829132"/>
                  </a:lnTo>
                  <a:lnTo>
                    <a:pt x="455206" y="1825711"/>
                  </a:lnTo>
                  <a:lnTo>
                    <a:pt x="452564" y="1819450"/>
                  </a:lnTo>
                  <a:lnTo>
                    <a:pt x="444834" y="1814252"/>
                  </a:lnTo>
                  <a:lnTo>
                    <a:pt x="445779" y="1806763"/>
                  </a:lnTo>
                  <a:lnTo>
                    <a:pt x="446045" y="1804663"/>
                  </a:lnTo>
                  <a:lnTo>
                    <a:pt x="446644" y="1792345"/>
                  </a:lnTo>
                  <a:lnTo>
                    <a:pt x="444073" y="1788786"/>
                  </a:lnTo>
                  <a:lnTo>
                    <a:pt x="447524" y="1780892"/>
                  </a:lnTo>
                  <a:lnTo>
                    <a:pt x="452145" y="1760813"/>
                  </a:lnTo>
                  <a:lnTo>
                    <a:pt x="452171" y="1758692"/>
                  </a:lnTo>
                  <a:lnTo>
                    <a:pt x="453245" y="1744090"/>
                  </a:lnTo>
                  <a:lnTo>
                    <a:pt x="449246" y="1733807"/>
                  </a:lnTo>
                  <a:lnTo>
                    <a:pt x="453332" y="1711619"/>
                  </a:lnTo>
                  <a:lnTo>
                    <a:pt x="453612" y="1710103"/>
                  </a:lnTo>
                  <a:lnTo>
                    <a:pt x="454760" y="1691258"/>
                  </a:lnTo>
                  <a:lnTo>
                    <a:pt x="452981" y="1680687"/>
                  </a:lnTo>
                  <a:lnTo>
                    <a:pt x="450322" y="1670572"/>
                  </a:lnTo>
                  <a:lnTo>
                    <a:pt x="446267" y="1663495"/>
                  </a:lnTo>
                  <a:lnTo>
                    <a:pt x="445581" y="1662296"/>
                  </a:lnTo>
                  <a:lnTo>
                    <a:pt x="444879" y="1651958"/>
                  </a:lnTo>
                  <a:lnTo>
                    <a:pt x="447172" y="1641484"/>
                  </a:lnTo>
                  <a:lnTo>
                    <a:pt x="448967" y="1635532"/>
                  </a:lnTo>
                  <a:lnTo>
                    <a:pt x="448397" y="1628132"/>
                  </a:lnTo>
                  <a:lnTo>
                    <a:pt x="453443" y="1620972"/>
                  </a:lnTo>
                  <a:lnTo>
                    <a:pt x="458083" y="1612349"/>
                  </a:lnTo>
                  <a:close/>
                </a:path>
              </a:pathLst>
            </a:custGeom>
            <a:solidFill>
              <a:srgbClr val="8E159D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8"/>
            <p:cNvSpPr/>
            <p:nvPr/>
          </p:nvSpPr>
          <p:spPr>
            <a:xfrm>
              <a:off x="5292395" y="2096438"/>
              <a:ext cx="883114" cy="1703028"/>
            </a:xfrm>
            <a:custGeom>
              <a:avLst/>
              <a:pathLst>
                <a:path w="883114" h="1703028">
                  <a:moveTo>
                    <a:pt x="457200" y="1600199"/>
                  </a:moveTo>
                  <a:lnTo>
                    <a:pt x="457591" y="1595075"/>
                  </a:lnTo>
                  <a:lnTo>
                    <a:pt x="457671" y="1594027"/>
                  </a:lnTo>
                  <a:lnTo>
                    <a:pt x="456983" y="1585601"/>
                  </a:lnTo>
                  <a:lnTo>
                    <a:pt x="453794" y="1582566"/>
                  </a:lnTo>
                  <a:lnTo>
                    <a:pt x="452334" y="1573065"/>
                  </a:lnTo>
                  <a:lnTo>
                    <a:pt x="455894" y="1574533"/>
                  </a:lnTo>
                  <a:lnTo>
                    <a:pt x="460552" y="1572218"/>
                  </a:lnTo>
                  <a:lnTo>
                    <a:pt x="466125" y="1569443"/>
                  </a:lnTo>
                  <a:lnTo>
                    <a:pt x="472131" y="1567149"/>
                  </a:lnTo>
                  <a:lnTo>
                    <a:pt x="477254" y="1564187"/>
                  </a:lnTo>
                  <a:lnTo>
                    <a:pt x="477966" y="1558024"/>
                  </a:lnTo>
                  <a:lnTo>
                    <a:pt x="477419" y="1549971"/>
                  </a:lnTo>
                  <a:lnTo>
                    <a:pt x="477988" y="1547346"/>
                  </a:lnTo>
                  <a:lnTo>
                    <a:pt x="478389" y="1545492"/>
                  </a:lnTo>
                  <a:lnTo>
                    <a:pt x="483672" y="1544594"/>
                  </a:lnTo>
                  <a:lnTo>
                    <a:pt x="487396" y="1541631"/>
                  </a:lnTo>
                  <a:lnTo>
                    <a:pt x="485137" y="1535596"/>
                  </a:lnTo>
                  <a:lnTo>
                    <a:pt x="481112" y="1523597"/>
                  </a:lnTo>
                  <a:lnTo>
                    <a:pt x="479324" y="1518583"/>
                  </a:lnTo>
                  <a:lnTo>
                    <a:pt x="483274" y="1514909"/>
                  </a:lnTo>
                  <a:lnTo>
                    <a:pt x="483767" y="1504452"/>
                  </a:lnTo>
                  <a:lnTo>
                    <a:pt x="485754" y="1496944"/>
                  </a:lnTo>
                  <a:lnTo>
                    <a:pt x="486295" y="1494893"/>
                  </a:lnTo>
                  <a:lnTo>
                    <a:pt x="489702" y="1488781"/>
                  </a:lnTo>
                  <a:lnTo>
                    <a:pt x="492647" y="1486631"/>
                  </a:lnTo>
                  <a:lnTo>
                    <a:pt x="499697" y="1489705"/>
                  </a:lnTo>
                  <a:lnTo>
                    <a:pt x="505393" y="1496583"/>
                  </a:lnTo>
                  <a:lnTo>
                    <a:pt x="511663" y="1493094"/>
                  </a:lnTo>
                  <a:lnTo>
                    <a:pt x="515621" y="1487746"/>
                  </a:lnTo>
                  <a:lnTo>
                    <a:pt x="512442" y="1480829"/>
                  </a:lnTo>
                  <a:lnTo>
                    <a:pt x="509958" y="1475804"/>
                  </a:lnTo>
                  <a:lnTo>
                    <a:pt x="514843" y="1472137"/>
                  </a:lnTo>
                  <a:lnTo>
                    <a:pt x="515463" y="1471671"/>
                  </a:lnTo>
                  <a:lnTo>
                    <a:pt x="512669" y="1462768"/>
                  </a:lnTo>
                  <a:lnTo>
                    <a:pt x="512533" y="1462332"/>
                  </a:lnTo>
                  <a:lnTo>
                    <a:pt x="514783" y="1458459"/>
                  </a:lnTo>
                  <a:lnTo>
                    <a:pt x="515491" y="1457240"/>
                  </a:lnTo>
                  <a:lnTo>
                    <a:pt x="517194" y="1449871"/>
                  </a:lnTo>
                  <a:lnTo>
                    <a:pt x="523176" y="1448310"/>
                  </a:lnTo>
                  <a:lnTo>
                    <a:pt x="527701" y="1447173"/>
                  </a:lnTo>
                  <a:lnTo>
                    <a:pt x="526800" y="1440382"/>
                  </a:lnTo>
                  <a:lnTo>
                    <a:pt x="530959" y="1433989"/>
                  </a:lnTo>
                  <a:lnTo>
                    <a:pt x="534402" y="1428581"/>
                  </a:lnTo>
                  <a:lnTo>
                    <a:pt x="538837" y="1429441"/>
                  </a:lnTo>
                  <a:lnTo>
                    <a:pt x="541730" y="1434276"/>
                  </a:lnTo>
                  <a:lnTo>
                    <a:pt x="543993" y="1434140"/>
                  </a:lnTo>
                  <a:lnTo>
                    <a:pt x="546199" y="1434006"/>
                  </a:lnTo>
                  <a:lnTo>
                    <a:pt x="554209" y="1426479"/>
                  </a:lnTo>
                  <a:lnTo>
                    <a:pt x="559007" y="1420135"/>
                  </a:lnTo>
                  <a:lnTo>
                    <a:pt x="563854" y="1416611"/>
                  </a:lnTo>
                  <a:lnTo>
                    <a:pt x="564306" y="1415437"/>
                  </a:lnTo>
                  <a:lnTo>
                    <a:pt x="567129" y="1408105"/>
                  </a:lnTo>
                  <a:lnTo>
                    <a:pt x="569952" y="1403796"/>
                  </a:lnTo>
                  <a:lnTo>
                    <a:pt x="576782" y="1393341"/>
                  </a:lnTo>
                  <a:lnTo>
                    <a:pt x="582519" y="1384809"/>
                  </a:lnTo>
                  <a:lnTo>
                    <a:pt x="584500" y="1378030"/>
                  </a:lnTo>
                  <a:lnTo>
                    <a:pt x="583764" y="1377253"/>
                  </a:lnTo>
                  <a:lnTo>
                    <a:pt x="579372" y="1372605"/>
                  </a:lnTo>
                  <a:lnTo>
                    <a:pt x="582508" y="1367035"/>
                  </a:lnTo>
                  <a:lnTo>
                    <a:pt x="581313" y="1361399"/>
                  </a:lnTo>
                  <a:lnTo>
                    <a:pt x="581312" y="1361030"/>
                  </a:lnTo>
                  <a:lnTo>
                    <a:pt x="581283" y="1352204"/>
                  </a:lnTo>
                  <a:lnTo>
                    <a:pt x="584010" y="1347504"/>
                  </a:lnTo>
                  <a:lnTo>
                    <a:pt x="585691" y="1344460"/>
                  </a:lnTo>
                  <a:lnTo>
                    <a:pt x="584133" y="1336723"/>
                  </a:lnTo>
                  <a:lnTo>
                    <a:pt x="582990" y="1331057"/>
                  </a:lnTo>
                  <a:lnTo>
                    <a:pt x="583852" y="1321653"/>
                  </a:lnTo>
                  <a:lnTo>
                    <a:pt x="584013" y="1320901"/>
                  </a:lnTo>
                  <a:lnTo>
                    <a:pt x="584878" y="1316850"/>
                  </a:lnTo>
                  <a:lnTo>
                    <a:pt x="586732" y="1308139"/>
                  </a:lnTo>
                  <a:lnTo>
                    <a:pt x="588757" y="1300883"/>
                  </a:lnTo>
                  <a:lnTo>
                    <a:pt x="584197" y="1291486"/>
                  </a:lnTo>
                  <a:lnTo>
                    <a:pt x="584315" y="1290209"/>
                  </a:lnTo>
                  <a:lnTo>
                    <a:pt x="584937" y="1283433"/>
                  </a:lnTo>
                  <a:lnTo>
                    <a:pt x="581297" y="1274813"/>
                  </a:lnTo>
                  <a:lnTo>
                    <a:pt x="575391" y="1268262"/>
                  </a:lnTo>
                  <a:lnTo>
                    <a:pt x="578070" y="1262798"/>
                  </a:lnTo>
                  <a:lnTo>
                    <a:pt x="582165" y="1262374"/>
                  </a:lnTo>
                  <a:lnTo>
                    <a:pt x="587408" y="1258104"/>
                  </a:lnTo>
                  <a:lnTo>
                    <a:pt x="591932" y="1277785"/>
                  </a:lnTo>
                  <a:lnTo>
                    <a:pt x="594106" y="1287261"/>
                  </a:lnTo>
                  <a:lnTo>
                    <a:pt x="595714" y="1294276"/>
                  </a:lnTo>
                  <a:lnTo>
                    <a:pt x="600803" y="1316519"/>
                  </a:lnTo>
                  <a:lnTo>
                    <a:pt x="604790" y="1333987"/>
                  </a:lnTo>
                  <a:lnTo>
                    <a:pt x="606294" y="1340598"/>
                  </a:lnTo>
                  <a:lnTo>
                    <a:pt x="612961" y="1369963"/>
                  </a:lnTo>
                  <a:lnTo>
                    <a:pt x="622024" y="1367789"/>
                  </a:lnTo>
                  <a:lnTo>
                    <a:pt x="653932" y="1359922"/>
                  </a:lnTo>
                  <a:lnTo>
                    <a:pt x="668701" y="1356279"/>
                  </a:lnTo>
                  <a:lnTo>
                    <a:pt x="682753" y="1352784"/>
                  </a:lnTo>
                  <a:lnTo>
                    <a:pt x="709205" y="1346019"/>
                  </a:lnTo>
                  <a:lnTo>
                    <a:pt x="714197" y="1369200"/>
                  </a:lnTo>
                  <a:lnTo>
                    <a:pt x="719456" y="1392051"/>
                  </a:lnTo>
                  <a:lnTo>
                    <a:pt x="723234" y="1408946"/>
                  </a:lnTo>
                  <a:lnTo>
                    <a:pt x="728387" y="1404760"/>
                  </a:lnTo>
                  <a:lnTo>
                    <a:pt x="733488" y="1397010"/>
                  </a:lnTo>
                  <a:lnTo>
                    <a:pt x="739053" y="1391493"/>
                  </a:lnTo>
                  <a:lnTo>
                    <a:pt x="740542" y="1388963"/>
                  </a:lnTo>
                  <a:lnTo>
                    <a:pt x="747220" y="1377584"/>
                  </a:lnTo>
                  <a:lnTo>
                    <a:pt x="752051" y="1367078"/>
                  </a:lnTo>
                  <a:lnTo>
                    <a:pt x="754244" y="1366453"/>
                  </a:lnTo>
                  <a:lnTo>
                    <a:pt x="757166" y="1365620"/>
                  </a:lnTo>
                  <a:lnTo>
                    <a:pt x="765431" y="1367732"/>
                  </a:lnTo>
                  <a:lnTo>
                    <a:pt x="765562" y="1362605"/>
                  </a:lnTo>
                  <a:lnTo>
                    <a:pt x="771780" y="1351332"/>
                  </a:lnTo>
                  <a:lnTo>
                    <a:pt x="776597" y="1339135"/>
                  </a:lnTo>
                  <a:lnTo>
                    <a:pt x="780414" y="1341837"/>
                  </a:lnTo>
                  <a:lnTo>
                    <a:pt x="784980" y="1347596"/>
                  </a:lnTo>
                  <a:lnTo>
                    <a:pt x="790120" y="1347712"/>
                  </a:lnTo>
                  <a:lnTo>
                    <a:pt x="796477" y="1347850"/>
                  </a:lnTo>
                  <a:lnTo>
                    <a:pt x="807862" y="1345306"/>
                  </a:lnTo>
                  <a:lnTo>
                    <a:pt x="808542" y="1345154"/>
                  </a:lnTo>
                  <a:lnTo>
                    <a:pt x="809490" y="1340031"/>
                  </a:lnTo>
                  <a:lnTo>
                    <a:pt x="812767" y="1331529"/>
                  </a:lnTo>
                  <a:lnTo>
                    <a:pt x="817181" y="1329518"/>
                  </a:lnTo>
                  <a:lnTo>
                    <a:pt x="818919" y="1328725"/>
                  </a:lnTo>
                  <a:lnTo>
                    <a:pt x="826132" y="1323143"/>
                  </a:lnTo>
                  <a:lnTo>
                    <a:pt x="838847" y="1318065"/>
                  </a:lnTo>
                  <a:lnTo>
                    <a:pt x="845430" y="1322814"/>
                  </a:lnTo>
                  <a:lnTo>
                    <a:pt x="847949" y="1324629"/>
                  </a:lnTo>
                  <a:lnTo>
                    <a:pt x="855158" y="1321818"/>
                  </a:lnTo>
                  <a:lnTo>
                    <a:pt x="864615" y="1321838"/>
                  </a:lnTo>
                  <a:lnTo>
                    <a:pt x="867100" y="1329127"/>
                  </a:lnTo>
                  <a:lnTo>
                    <a:pt x="869067" y="1331851"/>
                  </a:lnTo>
                  <a:lnTo>
                    <a:pt x="871024" y="1334559"/>
                  </a:lnTo>
                  <a:lnTo>
                    <a:pt x="878699" y="1342044"/>
                  </a:lnTo>
                  <a:lnTo>
                    <a:pt x="879680" y="1348073"/>
                  </a:lnTo>
                  <a:lnTo>
                    <a:pt x="883114" y="1351263"/>
                  </a:lnTo>
                  <a:lnTo>
                    <a:pt x="880613" y="1363923"/>
                  </a:lnTo>
                  <a:lnTo>
                    <a:pt x="879651" y="1372085"/>
                  </a:lnTo>
                  <a:lnTo>
                    <a:pt x="879011" y="1376960"/>
                  </a:lnTo>
                  <a:lnTo>
                    <a:pt x="855990" y="1366147"/>
                  </a:lnTo>
                  <a:lnTo>
                    <a:pt x="838704" y="1357985"/>
                  </a:lnTo>
                  <a:lnTo>
                    <a:pt x="834035" y="1355797"/>
                  </a:lnTo>
                  <a:lnTo>
                    <a:pt x="820857" y="1349603"/>
                  </a:lnTo>
                  <a:lnTo>
                    <a:pt x="823516" y="1356255"/>
                  </a:lnTo>
                  <a:lnTo>
                    <a:pt x="824914" y="1363098"/>
                  </a:lnTo>
                  <a:lnTo>
                    <a:pt x="821599" y="1373946"/>
                  </a:lnTo>
                  <a:lnTo>
                    <a:pt x="822488" y="1378730"/>
                  </a:lnTo>
                  <a:lnTo>
                    <a:pt x="821843" y="1385488"/>
                  </a:lnTo>
                  <a:lnTo>
                    <a:pt x="824084" y="1388618"/>
                  </a:lnTo>
                  <a:lnTo>
                    <a:pt x="817482" y="1399439"/>
                  </a:lnTo>
                  <a:lnTo>
                    <a:pt x="816330" y="1404395"/>
                  </a:lnTo>
                  <a:lnTo>
                    <a:pt x="814920" y="1410442"/>
                  </a:lnTo>
                  <a:lnTo>
                    <a:pt x="810264" y="1415106"/>
                  </a:lnTo>
                  <a:lnTo>
                    <a:pt x="806286" y="1423515"/>
                  </a:lnTo>
                  <a:lnTo>
                    <a:pt x="798768" y="1429664"/>
                  </a:lnTo>
                  <a:lnTo>
                    <a:pt x="796134" y="1438481"/>
                  </a:lnTo>
                  <a:lnTo>
                    <a:pt x="793669" y="1447927"/>
                  </a:lnTo>
                  <a:lnTo>
                    <a:pt x="779299" y="1441728"/>
                  </a:lnTo>
                  <a:lnTo>
                    <a:pt x="778279" y="1447354"/>
                  </a:lnTo>
                  <a:lnTo>
                    <a:pt x="776183" y="1452710"/>
                  </a:lnTo>
                  <a:lnTo>
                    <a:pt x="775398" y="1462130"/>
                  </a:lnTo>
                  <a:lnTo>
                    <a:pt x="775837" y="1465970"/>
                  </a:lnTo>
                  <a:lnTo>
                    <a:pt x="771643" y="1473906"/>
                  </a:lnTo>
                  <a:lnTo>
                    <a:pt x="769525" y="1484620"/>
                  </a:lnTo>
                  <a:lnTo>
                    <a:pt x="768394" y="1491122"/>
                  </a:lnTo>
                  <a:lnTo>
                    <a:pt x="768260" y="1491893"/>
                  </a:lnTo>
                  <a:lnTo>
                    <a:pt x="763722" y="1500499"/>
                  </a:lnTo>
                  <a:lnTo>
                    <a:pt x="762393" y="1500580"/>
                  </a:lnTo>
                  <a:lnTo>
                    <a:pt x="756600" y="1500931"/>
                  </a:lnTo>
                  <a:lnTo>
                    <a:pt x="745755" y="1499831"/>
                  </a:lnTo>
                  <a:lnTo>
                    <a:pt x="736821" y="1489719"/>
                  </a:lnTo>
                  <a:lnTo>
                    <a:pt x="725742" y="1487585"/>
                  </a:lnTo>
                  <a:lnTo>
                    <a:pt x="726154" y="1497878"/>
                  </a:lnTo>
                  <a:lnTo>
                    <a:pt x="725430" y="1504138"/>
                  </a:lnTo>
                  <a:lnTo>
                    <a:pt x="726478" y="1508038"/>
                  </a:lnTo>
                  <a:lnTo>
                    <a:pt x="724368" y="1518198"/>
                  </a:lnTo>
                  <a:lnTo>
                    <a:pt x="719032" y="1525052"/>
                  </a:lnTo>
                  <a:lnTo>
                    <a:pt x="721734" y="1529609"/>
                  </a:lnTo>
                  <a:lnTo>
                    <a:pt x="721011" y="1530567"/>
                  </a:lnTo>
                  <a:lnTo>
                    <a:pt x="716938" y="1535957"/>
                  </a:lnTo>
                  <a:lnTo>
                    <a:pt x="712094" y="1543466"/>
                  </a:lnTo>
                  <a:lnTo>
                    <a:pt x="711972" y="1552866"/>
                  </a:lnTo>
                  <a:lnTo>
                    <a:pt x="711131" y="1559256"/>
                  </a:lnTo>
                  <a:lnTo>
                    <a:pt x="710793" y="1561822"/>
                  </a:lnTo>
                  <a:lnTo>
                    <a:pt x="706757" y="1572653"/>
                  </a:lnTo>
                  <a:lnTo>
                    <a:pt x="705345" y="1575065"/>
                  </a:lnTo>
                  <a:lnTo>
                    <a:pt x="699846" y="1584443"/>
                  </a:lnTo>
                  <a:lnTo>
                    <a:pt x="695120" y="1593573"/>
                  </a:lnTo>
                  <a:lnTo>
                    <a:pt x="694526" y="1599404"/>
                  </a:lnTo>
                  <a:lnTo>
                    <a:pt x="692478" y="1607961"/>
                  </a:lnTo>
                  <a:lnTo>
                    <a:pt x="690382" y="1612903"/>
                  </a:lnTo>
                  <a:lnTo>
                    <a:pt x="690235" y="1613247"/>
                  </a:lnTo>
                  <a:lnTo>
                    <a:pt x="698446" y="1619032"/>
                  </a:lnTo>
                  <a:lnTo>
                    <a:pt x="693843" y="1624999"/>
                  </a:lnTo>
                  <a:lnTo>
                    <a:pt x="694296" y="1631183"/>
                  </a:lnTo>
                  <a:lnTo>
                    <a:pt x="685966" y="1642732"/>
                  </a:lnTo>
                  <a:lnTo>
                    <a:pt x="680731" y="1648639"/>
                  </a:lnTo>
                  <a:lnTo>
                    <a:pt x="680200" y="1648397"/>
                  </a:lnTo>
                  <a:lnTo>
                    <a:pt x="671777" y="1644553"/>
                  </a:lnTo>
                  <a:lnTo>
                    <a:pt x="661898" y="1654674"/>
                  </a:lnTo>
                  <a:lnTo>
                    <a:pt x="652940" y="1662167"/>
                  </a:lnTo>
                  <a:lnTo>
                    <a:pt x="645210" y="1657323"/>
                  </a:lnTo>
                  <a:lnTo>
                    <a:pt x="643219" y="1658221"/>
                  </a:lnTo>
                  <a:lnTo>
                    <a:pt x="642577" y="1658510"/>
                  </a:lnTo>
                  <a:lnTo>
                    <a:pt x="641790" y="1663311"/>
                  </a:lnTo>
                  <a:lnTo>
                    <a:pt x="647661" y="1668227"/>
                  </a:lnTo>
                  <a:lnTo>
                    <a:pt x="640377" y="1673614"/>
                  </a:lnTo>
                  <a:lnTo>
                    <a:pt x="634605" y="1675645"/>
                  </a:lnTo>
                  <a:lnTo>
                    <a:pt x="633183" y="1676144"/>
                  </a:lnTo>
                  <a:lnTo>
                    <a:pt x="622535" y="1681318"/>
                  </a:lnTo>
                  <a:lnTo>
                    <a:pt x="612848" y="1689144"/>
                  </a:lnTo>
                  <a:lnTo>
                    <a:pt x="597035" y="1679609"/>
                  </a:lnTo>
                  <a:lnTo>
                    <a:pt x="592414" y="1689197"/>
                  </a:lnTo>
                  <a:lnTo>
                    <a:pt x="587583" y="1692907"/>
                  </a:lnTo>
                  <a:lnTo>
                    <a:pt x="583508" y="1697309"/>
                  </a:lnTo>
                  <a:lnTo>
                    <a:pt x="581278" y="1699956"/>
                  </a:lnTo>
                  <a:lnTo>
                    <a:pt x="570019" y="1703028"/>
                  </a:lnTo>
                  <a:lnTo>
                    <a:pt x="563266" y="1699807"/>
                  </a:lnTo>
                  <a:lnTo>
                    <a:pt x="562713" y="1699543"/>
                  </a:lnTo>
                  <a:lnTo>
                    <a:pt x="558943" y="1696254"/>
                  </a:lnTo>
                  <a:lnTo>
                    <a:pt x="551443" y="1696598"/>
                  </a:lnTo>
                  <a:lnTo>
                    <a:pt x="545845" y="1691868"/>
                  </a:lnTo>
                  <a:lnTo>
                    <a:pt x="540804" y="1685669"/>
                  </a:lnTo>
                  <a:lnTo>
                    <a:pt x="539719" y="1681986"/>
                  </a:lnTo>
                  <a:lnTo>
                    <a:pt x="534257" y="1678799"/>
                  </a:lnTo>
                  <a:lnTo>
                    <a:pt x="537878" y="1670633"/>
                  </a:lnTo>
                  <a:lnTo>
                    <a:pt x="533778" y="1668238"/>
                  </a:lnTo>
                  <a:lnTo>
                    <a:pt x="524384" y="1669450"/>
                  </a:lnTo>
                  <a:lnTo>
                    <a:pt x="515730" y="1664879"/>
                  </a:lnTo>
                  <a:lnTo>
                    <a:pt x="506193" y="1659564"/>
                  </a:lnTo>
                  <a:lnTo>
                    <a:pt x="498669" y="1656976"/>
                  </a:lnTo>
                  <a:lnTo>
                    <a:pt x="494853" y="1650171"/>
                  </a:lnTo>
                  <a:lnTo>
                    <a:pt x="493815" y="1648319"/>
                  </a:lnTo>
                  <a:lnTo>
                    <a:pt x="488769" y="1644367"/>
                  </a:lnTo>
                  <a:lnTo>
                    <a:pt x="485034" y="1639902"/>
                  </a:lnTo>
                  <a:lnTo>
                    <a:pt x="482384" y="1636731"/>
                  </a:lnTo>
                  <a:lnTo>
                    <a:pt x="474712" y="1632690"/>
                  </a:lnTo>
                  <a:lnTo>
                    <a:pt x="474966" y="1629881"/>
                  </a:lnTo>
                  <a:lnTo>
                    <a:pt x="475414" y="1624898"/>
                  </a:lnTo>
                  <a:lnTo>
                    <a:pt x="465259" y="1616076"/>
                  </a:lnTo>
                  <a:lnTo>
                    <a:pt x="456197" y="1608855"/>
                  </a:lnTo>
                  <a:close/>
                </a:path>
              </a:pathLst>
            </a:custGeom>
            <a:solidFill>
              <a:srgbClr val="B02A9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29"/>
            <p:cNvSpPr/>
            <p:nvPr/>
          </p:nvSpPr>
          <p:spPr>
            <a:xfrm>
              <a:off x="4738324" y="1284199"/>
              <a:ext cx="468391" cy="1615225"/>
            </a:xfrm>
            <a:custGeom>
              <a:avLst/>
              <a:pathLst>
                <a:path w="468391" h="1615225">
                  <a:moveTo>
                    <a:pt x="457200" y="1600200"/>
                  </a:moveTo>
                  <a:lnTo>
                    <a:pt x="465070" y="1595233"/>
                  </a:lnTo>
                  <a:lnTo>
                    <a:pt x="468391" y="1599399"/>
                  </a:lnTo>
                  <a:lnTo>
                    <a:pt x="464288" y="1607644"/>
                  </a:lnTo>
                  <a:lnTo>
                    <a:pt x="462691" y="1615225"/>
                  </a:lnTo>
                  <a:lnTo>
                    <a:pt x="456705" y="1609022"/>
                  </a:lnTo>
                  <a:close/>
                </a:path>
              </a:pathLst>
            </a:custGeom>
            <a:solidFill>
              <a:srgbClr val="9418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0"/>
            <p:cNvSpPr/>
            <p:nvPr/>
          </p:nvSpPr>
          <p:spPr>
            <a:xfrm>
              <a:off x="4383892" y="1131972"/>
              <a:ext cx="480442" cy="1613376"/>
            </a:xfrm>
            <a:custGeom>
              <a:avLst/>
              <a:pathLst>
                <a:path w="480442" h="1613376">
                  <a:moveTo>
                    <a:pt x="457200" y="1600200"/>
                  </a:moveTo>
                  <a:lnTo>
                    <a:pt x="460117" y="1598384"/>
                  </a:lnTo>
                  <a:lnTo>
                    <a:pt x="467389" y="1595206"/>
                  </a:lnTo>
                  <a:lnTo>
                    <a:pt x="475169" y="1596505"/>
                  </a:lnTo>
                  <a:lnTo>
                    <a:pt x="476811" y="1598773"/>
                  </a:lnTo>
                  <a:lnTo>
                    <a:pt x="480442" y="1605364"/>
                  </a:lnTo>
                  <a:lnTo>
                    <a:pt x="479779" y="1608672"/>
                  </a:lnTo>
                  <a:lnTo>
                    <a:pt x="477970" y="1611421"/>
                  </a:lnTo>
                  <a:lnTo>
                    <a:pt x="470685" y="1613376"/>
                  </a:lnTo>
                  <a:lnTo>
                    <a:pt x="466396" y="1607694"/>
                  </a:lnTo>
                  <a:lnTo>
                    <a:pt x="463226" y="1604398"/>
                  </a:lnTo>
                  <a:lnTo>
                    <a:pt x="458270" y="1602834"/>
                  </a:lnTo>
                  <a:close/>
                </a:path>
              </a:pathLst>
            </a:custGeom>
            <a:solidFill>
              <a:srgbClr val="9418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1"/>
            <p:cNvSpPr/>
            <p:nvPr/>
          </p:nvSpPr>
          <p:spPr>
            <a:xfrm>
              <a:off x="4221489" y="1321270"/>
              <a:ext cx="974095" cy="1968389"/>
            </a:xfrm>
            <a:custGeom>
              <a:avLst/>
              <a:pathLst>
                <a:path w="974095" h="1968389">
                  <a:moveTo>
                    <a:pt x="457200" y="1600200"/>
                  </a:moveTo>
                  <a:lnTo>
                    <a:pt x="457888" y="1591266"/>
                  </a:lnTo>
                  <a:lnTo>
                    <a:pt x="460231" y="1589276"/>
                  </a:lnTo>
                  <a:lnTo>
                    <a:pt x="461423" y="1588264"/>
                  </a:lnTo>
                  <a:lnTo>
                    <a:pt x="465103" y="1581264"/>
                  </a:lnTo>
                  <a:lnTo>
                    <a:pt x="466064" y="1575512"/>
                  </a:lnTo>
                  <a:lnTo>
                    <a:pt x="468821" y="1569205"/>
                  </a:lnTo>
                  <a:lnTo>
                    <a:pt x="473957" y="1563658"/>
                  </a:lnTo>
                  <a:lnTo>
                    <a:pt x="480208" y="1560357"/>
                  </a:lnTo>
                  <a:lnTo>
                    <a:pt x="482933" y="1557121"/>
                  </a:lnTo>
                  <a:lnTo>
                    <a:pt x="489169" y="1556185"/>
                  </a:lnTo>
                  <a:lnTo>
                    <a:pt x="490813" y="1552366"/>
                  </a:lnTo>
                  <a:lnTo>
                    <a:pt x="495502" y="1549762"/>
                  </a:lnTo>
                  <a:lnTo>
                    <a:pt x="499062" y="1549906"/>
                  </a:lnTo>
                  <a:lnTo>
                    <a:pt x="499789" y="1545276"/>
                  </a:lnTo>
                  <a:lnTo>
                    <a:pt x="503316" y="1542158"/>
                  </a:lnTo>
                  <a:lnTo>
                    <a:pt x="502339" y="1531877"/>
                  </a:lnTo>
                  <a:lnTo>
                    <a:pt x="501316" y="1521129"/>
                  </a:lnTo>
                  <a:lnTo>
                    <a:pt x="499307" y="1499661"/>
                  </a:lnTo>
                  <a:lnTo>
                    <a:pt x="498397" y="1489947"/>
                  </a:lnTo>
                  <a:lnTo>
                    <a:pt x="496389" y="1469170"/>
                  </a:lnTo>
                  <a:lnTo>
                    <a:pt x="503728" y="1468272"/>
                  </a:lnTo>
                  <a:lnTo>
                    <a:pt x="505256" y="1464308"/>
                  </a:lnTo>
                  <a:lnTo>
                    <a:pt x="508179" y="1459473"/>
                  </a:lnTo>
                  <a:lnTo>
                    <a:pt x="511794" y="1458761"/>
                  </a:lnTo>
                  <a:lnTo>
                    <a:pt x="516281" y="1461310"/>
                  </a:lnTo>
                  <a:lnTo>
                    <a:pt x="519343" y="1461512"/>
                  </a:lnTo>
                  <a:lnTo>
                    <a:pt x="524171" y="1464023"/>
                  </a:lnTo>
                  <a:lnTo>
                    <a:pt x="530426" y="1462431"/>
                  </a:lnTo>
                  <a:lnTo>
                    <a:pt x="536101" y="1461858"/>
                  </a:lnTo>
                  <a:lnTo>
                    <a:pt x="550308" y="1454811"/>
                  </a:lnTo>
                  <a:lnTo>
                    <a:pt x="556037" y="1451361"/>
                  </a:lnTo>
                  <a:lnTo>
                    <a:pt x="557979" y="1451157"/>
                  </a:lnTo>
                  <a:lnTo>
                    <a:pt x="561386" y="1450799"/>
                  </a:lnTo>
                  <a:lnTo>
                    <a:pt x="569352" y="1445917"/>
                  </a:lnTo>
                  <a:lnTo>
                    <a:pt x="573549" y="1444401"/>
                  </a:lnTo>
                  <a:lnTo>
                    <a:pt x="577045" y="1440428"/>
                  </a:lnTo>
                  <a:lnTo>
                    <a:pt x="581816" y="1438647"/>
                  </a:lnTo>
                  <a:lnTo>
                    <a:pt x="585208" y="1434524"/>
                  </a:lnTo>
                  <a:lnTo>
                    <a:pt x="589231" y="1436844"/>
                  </a:lnTo>
                  <a:lnTo>
                    <a:pt x="592014" y="1433372"/>
                  </a:lnTo>
                  <a:lnTo>
                    <a:pt x="595520" y="1431796"/>
                  </a:lnTo>
                  <a:lnTo>
                    <a:pt x="599645" y="1428379"/>
                  </a:lnTo>
                  <a:lnTo>
                    <a:pt x="603533" y="1425114"/>
                  </a:lnTo>
                  <a:lnTo>
                    <a:pt x="602329" y="1418147"/>
                  </a:lnTo>
                  <a:lnTo>
                    <a:pt x="607542" y="1415098"/>
                  </a:lnTo>
                  <a:lnTo>
                    <a:pt x="614106" y="1419278"/>
                  </a:lnTo>
                  <a:lnTo>
                    <a:pt x="618370" y="1421775"/>
                  </a:lnTo>
                  <a:lnTo>
                    <a:pt x="624153" y="1426684"/>
                  </a:lnTo>
                  <a:lnTo>
                    <a:pt x="620659" y="1436005"/>
                  </a:lnTo>
                  <a:lnTo>
                    <a:pt x="616241" y="1443723"/>
                  </a:lnTo>
                  <a:lnTo>
                    <a:pt x="614935" y="1447091"/>
                  </a:lnTo>
                  <a:lnTo>
                    <a:pt x="617893" y="1451814"/>
                  </a:lnTo>
                  <a:lnTo>
                    <a:pt x="613195" y="1457512"/>
                  </a:lnTo>
                  <a:lnTo>
                    <a:pt x="612299" y="1462768"/>
                  </a:lnTo>
                  <a:lnTo>
                    <a:pt x="610699" y="1466057"/>
                  </a:lnTo>
                  <a:lnTo>
                    <a:pt x="613349" y="1466385"/>
                  </a:lnTo>
                  <a:lnTo>
                    <a:pt x="615695" y="1466674"/>
                  </a:lnTo>
                  <a:lnTo>
                    <a:pt x="621096" y="1461918"/>
                  </a:lnTo>
                  <a:lnTo>
                    <a:pt x="623870" y="1460486"/>
                  </a:lnTo>
                  <a:lnTo>
                    <a:pt x="626907" y="1457458"/>
                  </a:lnTo>
                  <a:lnTo>
                    <a:pt x="627766" y="1451593"/>
                  </a:lnTo>
                  <a:lnTo>
                    <a:pt x="634712" y="1456671"/>
                  </a:lnTo>
                  <a:lnTo>
                    <a:pt x="643876" y="1463174"/>
                  </a:lnTo>
                  <a:lnTo>
                    <a:pt x="645295" y="1462838"/>
                  </a:lnTo>
                  <a:lnTo>
                    <a:pt x="648861" y="1461991"/>
                  </a:lnTo>
                  <a:lnTo>
                    <a:pt x="655069" y="1464779"/>
                  </a:lnTo>
                  <a:lnTo>
                    <a:pt x="656650" y="1464012"/>
                  </a:lnTo>
                  <a:lnTo>
                    <a:pt x="659757" y="1467708"/>
                  </a:lnTo>
                  <a:lnTo>
                    <a:pt x="664152" y="1464716"/>
                  </a:lnTo>
                  <a:lnTo>
                    <a:pt x="668589" y="1468499"/>
                  </a:lnTo>
                  <a:lnTo>
                    <a:pt x="674886" y="1470102"/>
                  </a:lnTo>
                  <a:lnTo>
                    <a:pt x="680910" y="1479337"/>
                  </a:lnTo>
                  <a:lnTo>
                    <a:pt x="685405" y="1489281"/>
                  </a:lnTo>
                  <a:lnTo>
                    <a:pt x="702260" y="1491815"/>
                  </a:lnTo>
                  <a:lnTo>
                    <a:pt x="727894" y="1495587"/>
                  </a:lnTo>
                  <a:lnTo>
                    <a:pt x="776199" y="1502393"/>
                  </a:lnTo>
                  <a:lnTo>
                    <a:pt x="785471" y="1506401"/>
                  </a:lnTo>
                  <a:lnTo>
                    <a:pt x="790873" y="1508728"/>
                  </a:lnTo>
                  <a:lnTo>
                    <a:pt x="802050" y="1513526"/>
                  </a:lnTo>
                  <a:lnTo>
                    <a:pt x="808089" y="1511960"/>
                  </a:lnTo>
                  <a:lnTo>
                    <a:pt x="813156" y="1512860"/>
                  </a:lnTo>
                  <a:lnTo>
                    <a:pt x="813522" y="1512925"/>
                  </a:lnTo>
                  <a:lnTo>
                    <a:pt x="815773" y="1515659"/>
                  </a:lnTo>
                  <a:lnTo>
                    <a:pt x="819563" y="1514951"/>
                  </a:lnTo>
                  <a:lnTo>
                    <a:pt x="820768" y="1511692"/>
                  </a:lnTo>
                  <a:lnTo>
                    <a:pt x="826396" y="1510169"/>
                  </a:lnTo>
                  <a:lnTo>
                    <a:pt x="837095" y="1513804"/>
                  </a:lnTo>
                  <a:lnTo>
                    <a:pt x="839411" y="1511960"/>
                  </a:lnTo>
                  <a:lnTo>
                    <a:pt x="846023" y="1515062"/>
                  </a:lnTo>
                  <a:lnTo>
                    <a:pt x="851350" y="1513824"/>
                  </a:lnTo>
                  <a:lnTo>
                    <a:pt x="857466" y="1514921"/>
                  </a:lnTo>
                  <a:lnTo>
                    <a:pt x="863131" y="1517142"/>
                  </a:lnTo>
                  <a:lnTo>
                    <a:pt x="863271" y="1517197"/>
                  </a:lnTo>
                  <a:lnTo>
                    <a:pt x="867666" y="1522419"/>
                  </a:lnTo>
                  <a:lnTo>
                    <a:pt x="863436" y="1529845"/>
                  </a:lnTo>
                  <a:lnTo>
                    <a:pt x="866383" y="1532288"/>
                  </a:lnTo>
                  <a:lnTo>
                    <a:pt x="870788" y="1533378"/>
                  </a:lnTo>
                  <a:lnTo>
                    <a:pt x="871559" y="1533568"/>
                  </a:lnTo>
                  <a:lnTo>
                    <a:pt x="875822" y="1531303"/>
                  </a:lnTo>
                  <a:lnTo>
                    <a:pt x="878879" y="1534805"/>
                  </a:lnTo>
                  <a:lnTo>
                    <a:pt x="886507" y="1534808"/>
                  </a:lnTo>
                  <a:lnTo>
                    <a:pt x="891111" y="1538155"/>
                  </a:lnTo>
                  <a:lnTo>
                    <a:pt x="893867" y="1540156"/>
                  </a:lnTo>
                  <a:lnTo>
                    <a:pt x="896487" y="1543493"/>
                  </a:lnTo>
                  <a:lnTo>
                    <a:pt x="893137" y="1546620"/>
                  </a:lnTo>
                  <a:lnTo>
                    <a:pt x="897995" y="1551429"/>
                  </a:lnTo>
                  <a:lnTo>
                    <a:pt x="897817" y="1555784"/>
                  </a:lnTo>
                  <a:lnTo>
                    <a:pt x="897311" y="1562199"/>
                  </a:lnTo>
                  <a:lnTo>
                    <a:pt x="898145" y="1568574"/>
                  </a:lnTo>
                  <a:lnTo>
                    <a:pt x="895106" y="1572691"/>
                  </a:lnTo>
                  <a:lnTo>
                    <a:pt x="895253" y="1579111"/>
                  </a:lnTo>
                  <a:lnTo>
                    <a:pt x="895428" y="1584141"/>
                  </a:lnTo>
                  <a:lnTo>
                    <a:pt x="900847" y="1583242"/>
                  </a:lnTo>
                  <a:lnTo>
                    <a:pt x="905088" y="1582413"/>
                  </a:lnTo>
                  <a:lnTo>
                    <a:pt x="908347" y="1578279"/>
                  </a:lnTo>
                  <a:lnTo>
                    <a:pt x="912887" y="1579482"/>
                  </a:lnTo>
                  <a:lnTo>
                    <a:pt x="913014" y="1586074"/>
                  </a:lnTo>
                  <a:lnTo>
                    <a:pt x="910561" y="1595429"/>
                  </a:lnTo>
                  <a:lnTo>
                    <a:pt x="908851" y="1601770"/>
                  </a:lnTo>
                  <a:lnTo>
                    <a:pt x="913768" y="1606886"/>
                  </a:lnTo>
                  <a:lnTo>
                    <a:pt x="918656" y="1611705"/>
                  </a:lnTo>
                  <a:lnTo>
                    <a:pt x="923882" y="1612297"/>
                  </a:lnTo>
                  <a:lnTo>
                    <a:pt x="921758" y="1618951"/>
                  </a:lnTo>
                  <a:lnTo>
                    <a:pt x="922659" y="1627431"/>
                  </a:lnTo>
                  <a:lnTo>
                    <a:pt x="916969" y="1628640"/>
                  </a:lnTo>
                  <a:lnTo>
                    <a:pt x="911448" y="1630935"/>
                  </a:lnTo>
                  <a:lnTo>
                    <a:pt x="907244" y="1632679"/>
                  </a:lnTo>
                  <a:lnTo>
                    <a:pt x="905154" y="1636738"/>
                  </a:lnTo>
                  <a:lnTo>
                    <a:pt x="906532" y="1642883"/>
                  </a:lnTo>
                  <a:lnTo>
                    <a:pt x="905415" y="1645098"/>
                  </a:lnTo>
                  <a:lnTo>
                    <a:pt x="901808" y="1650569"/>
                  </a:lnTo>
                  <a:lnTo>
                    <a:pt x="899746" y="1658780"/>
                  </a:lnTo>
                  <a:lnTo>
                    <a:pt x="896742" y="1663756"/>
                  </a:lnTo>
                  <a:lnTo>
                    <a:pt x="896294" y="1669187"/>
                  </a:lnTo>
                  <a:lnTo>
                    <a:pt x="896150" y="1670927"/>
                  </a:lnTo>
                  <a:lnTo>
                    <a:pt x="897446" y="1677636"/>
                  </a:lnTo>
                  <a:lnTo>
                    <a:pt x="894405" y="1682718"/>
                  </a:lnTo>
                  <a:lnTo>
                    <a:pt x="898133" y="1686369"/>
                  </a:lnTo>
                  <a:lnTo>
                    <a:pt x="903703" y="1686734"/>
                  </a:lnTo>
                  <a:lnTo>
                    <a:pt x="906811" y="1680662"/>
                  </a:lnTo>
                  <a:lnTo>
                    <a:pt x="908973" y="1676009"/>
                  </a:lnTo>
                  <a:lnTo>
                    <a:pt x="916404" y="1670989"/>
                  </a:lnTo>
                  <a:lnTo>
                    <a:pt x="917344" y="1669027"/>
                  </a:lnTo>
                  <a:lnTo>
                    <a:pt x="918218" y="1667199"/>
                  </a:lnTo>
                  <a:lnTo>
                    <a:pt x="918978" y="1665835"/>
                  </a:lnTo>
                  <a:lnTo>
                    <a:pt x="920224" y="1663596"/>
                  </a:lnTo>
                  <a:lnTo>
                    <a:pt x="919541" y="1659751"/>
                  </a:lnTo>
                  <a:lnTo>
                    <a:pt x="924637" y="1649606"/>
                  </a:lnTo>
                  <a:lnTo>
                    <a:pt x="929282" y="1642191"/>
                  </a:lnTo>
                  <a:lnTo>
                    <a:pt x="933545" y="1640816"/>
                  </a:lnTo>
                  <a:lnTo>
                    <a:pt x="934690" y="1639102"/>
                  </a:lnTo>
                  <a:lnTo>
                    <a:pt x="940334" y="1636135"/>
                  </a:lnTo>
                  <a:lnTo>
                    <a:pt x="944009" y="1629460"/>
                  </a:lnTo>
                  <a:lnTo>
                    <a:pt x="947412" y="1618928"/>
                  </a:lnTo>
                  <a:lnTo>
                    <a:pt x="952285" y="1609586"/>
                  </a:lnTo>
                  <a:lnTo>
                    <a:pt x="952907" y="1598635"/>
                  </a:lnTo>
                  <a:lnTo>
                    <a:pt x="958244" y="1597049"/>
                  </a:lnTo>
                  <a:lnTo>
                    <a:pt x="962131" y="1591782"/>
                  </a:lnTo>
                  <a:lnTo>
                    <a:pt x="962305" y="1585786"/>
                  </a:lnTo>
                  <a:lnTo>
                    <a:pt x="965996" y="1580660"/>
                  </a:lnTo>
                  <a:lnTo>
                    <a:pt x="969362" y="1579302"/>
                  </a:lnTo>
                  <a:lnTo>
                    <a:pt x="972912" y="1579807"/>
                  </a:lnTo>
                  <a:lnTo>
                    <a:pt x="974095" y="1587622"/>
                  </a:lnTo>
                  <a:lnTo>
                    <a:pt x="969262" y="1593514"/>
                  </a:lnTo>
                  <a:lnTo>
                    <a:pt x="970159" y="1599936"/>
                  </a:lnTo>
                  <a:lnTo>
                    <a:pt x="969761" y="1607037"/>
                  </a:lnTo>
                  <a:lnTo>
                    <a:pt x="964488" y="1616323"/>
                  </a:lnTo>
                  <a:lnTo>
                    <a:pt x="961514" y="1624949"/>
                  </a:lnTo>
                  <a:lnTo>
                    <a:pt x="961179" y="1632855"/>
                  </a:lnTo>
                  <a:lnTo>
                    <a:pt x="956155" y="1640320"/>
                  </a:lnTo>
                  <a:lnTo>
                    <a:pt x="953623" y="1648533"/>
                  </a:lnTo>
                  <a:lnTo>
                    <a:pt x="950556" y="1661119"/>
                  </a:lnTo>
                  <a:lnTo>
                    <a:pt x="949131" y="1666941"/>
                  </a:lnTo>
                  <a:lnTo>
                    <a:pt x="946038" y="1673097"/>
                  </a:lnTo>
                  <a:lnTo>
                    <a:pt x="943917" y="1689284"/>
                  </a:lnTo>
                  <a:lnTo>
                    <a:pt x="942532" y="1706310"/>
                  </a:lnTo>
                  <a:lnTo>
                    <a:pt x="942468" y="1707093"/>
                  </a:lnTo>
                  <a:lnTo>
                    <a:pt x="945703" y="1714344"/>
                  </a:lnTo>
                  <a:lnTo>
                    <a:pt x="947892" y="1720208"/>
                  </a:lnTo>
                  <a:lnTo>
                    <a:pt x="946001" y="1726954"/>
                  </a:lnTo>
                  <a:lnTo>
                    <a:pt x="941169" y="1731235"/>
                  </a:lnTo>
                  <a:lnTo>
                    <a:pt x="937322" y="1738112"/>
                  </a:lnTo>
                  <a:lnTo>
                    <a:pt x="935628" y="1753002"/>
                  </a:lnTo>
                  <a:lnTo>
                    <a:pt x="934378" y="1762495"/>
                  </a:lnTo>
                  <a:lnTo>
                    <a:pt x="934063" y="1764875"/>
                  </a:lnTo>
                  <a:lnTo>
                    <a:pt x="936084" y="1772549"/>
                  </a:lnTo>
                  <a:lnTo>
                    <a:pt x="939197" y="1777510"/>
                  </a:lnTo>
                  <a:lnTo>
                    <a:pt x="939318" y="1783100"/>
                  </a:lnTo>
                  <a:lnTo>
                    <a:pt x="940297" y="1788420"/>
                  </a:lnTo>
                  <a:lnTo>
                    <a:pt x="934993" y="1803920"/>
                  </a:lnTo>
                  <a:lnTo>
                    <a:pt x="935283" y="1806404"/>
                  </a:lnTo>
                  <a:lnTo>
                    <a:pt x="936007" y="1812630"/>
                  </a:lnTo>
                  <a:lnTo>
                    <a:pt x="933077" y="1822166"/>
                  </a:lnTo>
                  <a:lnTo>
                    <a:pt x="930831" y="1836756"/>
                  </a:lnTo>
                  <a:lnTo>
                    <a:pt x="932202" y="1850488"/>
                  </a:lnTo>
                  <a:lnTo>
                    <a:pt x="932266" y="1851106"/>
                  </a:lnTo>
                  <a:lnTo>
                    <a:pt x="933114" y="1859328"/>
                  </a:lnTo>
                  <a:lnTo>
                    <a:pt x="936942" y="1866508"/>
                  </a:lnTo>
                  <a:lnTo>
                    <a:pt x="935526" y="1872847"/>
                  </a:lnTo>
                  <a:lnTo>
                    <a:pt x="938078" y="1876271"/>
                  </a:lnTo>
                  <a:lnTo>
                    <a:pt x="941589" y="1880976"/>
                  </a:lnTo>
                  <a:lnTo>
                    <a:pt x="943874" y="1891652"/>
                  </a:lnTo>
                  <a:lnTo>
                    <a:pt x="945369" y="1893248"/>
                  </a:lnTo>
                  <a:lnTo>
                    <a:pt x="951314" y="1899585"/>
                  </a:lnTo>
                  <a:lnTo>
                    <a:pt x="951185" y="1910207"/>
                  </a:lnTo>
                  <a:lnTo>
                    <a:pt x="950247" y="1914448"/>
                  </a:lnTo>
                  <a:lnTo>
                    <a:pt x="949544" y="1917616"/>
                  </a:lnTo>
                  <a:lnTo>
                    <a:pt x="950843" y="1925591"/>
                  </a:lnTo>
                  <a:lnTo>
                    <a:pt x="953578" y="1936186"/>
                  </a:lnTo>
                  <a:lnTo>
                    <a:pt x="917410" y="1941063"/>
                  </a:lnTo>
                  <a:lnTo>
                    <a:pt x="915821" y="1941273"/>
                  </a:lnTo>
                  <a:lnTo>
                    <a:pt x="907877" y="1942464"/>
                  </a:lnTo>
                  <a:lnTo>
                    <a:pt x="892768" y="1944705"/>
                  </a:lnTo>
                  <a:lnTo>
                    <a:pt x="889574" y="1945175"/>
                  </a:lnTo>
                  <a:lnTo>
                    <a:pt x="871426" y="1947889"/>
                  </a:lnTo>
                  <a:lnTo>
                    <a:pt x="865147" y="1948691"/>
                  </a:lnTo>
                  <a:lnTo>
                    <a:pt x="850275" y="1950571"/>
                  </a:lnTo>
                  <a:lnTo>
                    <a:pt x="840965" y="1951732"/>
                  </a:lnTo>
                  <a:lnTo>
                    <a:pt x="838735" y="1951997"/>
                  </a:lnTo>
                  <a:lnTo>
                    <a:pt x="811610" y="1955163"/>
                  </a:lnTo>
                  <a:lnTo>
                    <a:pt x="808371" y="1955534"/>
                  </a:lnTo>
                  <a:lnTo>
                    <a:pt x="800022" y="1956485"/>
                  </a:lnTo>
                  <a:lnTo>
                    <a:pt x="768701" y="1960043"/>
                  </a:lnTo>
                  <a:lnTo>
                    <a:pt x="760613" y="1960940"/>
                  </a:lnTo>
                  <a:lnTo>
                    <a:pt x="733624" y="1963988"/>
                  </a:lnTo>
                  <a:lnTo>
                    <a:pt x="715162" y="1966259"/>
                  </a:lnTo>
                  <a:lnTo>
                    <a:pt x="714195" y="1966377"/>
                  </a:lnTo>
                  <a:lnTo>
                    <a:pt x="695458" y="1968389"/>
                  </a:lnTo>
                  <a:lnTo>
                    <a:pt x="691797" y="1960271"/>
                  </a:lnTo>
                  <a:lnTo>
                    <a:pt x="688553" y="1954394"/>
                  </a:lnTo>
                  <a:lnTo>
                    <a:pt x="684403" y="1952472"/>
                  </a:lnTo>
                  <a:lnTo>
                    <a:pt x="674262" y="1951205"/>
                  </a:lnTo>
                  <a:lnTo>
                    <a:pt x="670098" y="1950483"/>
                  </a:lnTo>
                  <a:lnTo>
                    <a:pt x="665922" y="1949756"/>
                  </a:lnTo>
                  <a:lnTo>
                    <a:pt x="658578" y="1946095"/>
                  </a:lnTo>
                  <a:lnTo>
                    <a:pt x="652984" y="1939703"/>
                  </a:lnTo>
                  <a:lnTo>
                    <a:pt x="649258" y="1928973"/>
                  </a:lnTo>
                  <a:lnTo>
                    <a:pt x="645192" y="1924488"/>
                  </a:lnTo>
                  <a:lnTo>
                    <a:pt x="642657" y="1915745"/>
                  </a:lnTo>
                  <a:lnTo>
                    <a:pt x="642181" y="1914330"/>
                  </a:lnTo>
                  <a:lnTo>
                    <a:pt x="640096" y="1908139"/>
                  </a:lnTo>
                  <a:lnTo>
                    <a:pt x="639526" y="1902997"/>
                  </a:lnTo>
                  <a:lnTo>
                    <a:pt x="638779" y="1896263"/>
                  </a:lnTo>
                  <a:lnTo>
                    <a:pt x="641954" y="1890939"/>
                  </a:lnTo>
                  <a:lnTo>
                    <a:pt x="645526" y="1884599"/>
                  </a:lnTo>
                  <a:lnTo>
                    <a:pt x="647755" y="1880334"/>
                  </a:lnTo>
                  <a:lnTo>
                    <a:pt x="642524" y="1873433"/>
                  </a:lnTo>
                  <a:lnTo>
                    <a:pt x="637970" y="1871277"/>
                  </a:lnTo>
                  <a:lnTo>
                    <a:pt x="632737" y="1866982"/>
                  </a:lnTo>
                  <a:lnTo>
                    <a:pt x="633063" y="1863267"/>
                  </a:lnTo>
                  <a:lnTo>
                    <a:pt x="631837" y="1861344"/>
                  </a:lnTo>
                  <a:lnTo>
                    <a:pt x="629484" y="1857652"/>
                  </a:lnTo>
                  <a:lnTo>
                    <a:pt x="630135" y="1851369"/>
                  </a:lnTo>
                  <a:lnTo>
                    <a:pt x="627935" y="1843554"/>
                  </a:lnTo>
                  <a:lnTo>
                    <a:pt x="625667" y="1839349"/>
                  </a:lnTo>
                  <a:lnTo>
                    <a:pt x="622979" y="1831340"/>
                  </a:lnTo>
                  <a:lnTo>
                    <a:pt x="623653" y="1823872"/>
                  </a:lnTo>
                  <a:lnTo>
                    <a:pt x="624191" y="1817878"/>
                  </a:lnTo>
                  <a:lnTo>
                    <a:pt x="619321" y="1809132"/>
                  </a:lnTo>
                  <a:lnTo>
                    <a:pt x="618948" y="1808462"/>
                  </a:lnTo>
                  <a:lnTo>
                    <a:pt x="612191" y="1801108"/>
                  </a:lnTo>
                  <a:lnTo>
                    <a:pt x="605437" y="1793428"/>
                  </a:lnTo>
                  <a:lnTo>
                    <a:pt x="603706" y="1791456"/>
                  </a:lnTo>
                  <a:lnTo>
                    <a:pt x="592871" y="1789751"/>
                  </a:lnTo>
                  <a:lnTo>
                    <a:pt x="591587" y="1789548"/>
                  </a:lnTo>
                  <a:lnTo>
                    <a:pt x="584490" y="1785626"/>
                  </a:lnTo>
                  <a:lnTo>
                    <a:pt x="577354" y="1778255"/>
                  </a:lnTo>
                  <a:lnTo>
                    <a:pt x="568205" y="1774757"/>
                  </a:lnTo>
                  <a:lnTo>
                    <a:pt x="564499" y="1771002"/>
                  </a:lnTo>
                  <a:lnTo>
                    <a:pt x="560698" y="1767145"/>
                  </a:lnTo>
                  <a:lnTo>
                    <a:pt x="557549" y="1756574"/>
                  </a:lnTo>
                  <a:lnTo>
                    <a:pt x="552819" y="1751537"/>
                  </a:lnTo>
                  <a:lnTo>
                    <a:pt x="541619" y="1747325"/>
                  </a:lnTo>
                  <a:lnTo>
                    <a:pt x="539162" y="1746397"/>
                  </a:lnTo>
                  <a:lnTo>
                    <a:pt x="528068" y="1743533"/>
                  </a:lnTo>
                  <a:lnTo>
                    <a:pt x="526826" y="1742549"/>
                  </a:lnTo>
                  <a:lnTo>
                    <a:pt x="522431" y="1739066"/>
                  </a:lnTo>
                  <a:lnTo>
                    <a:pt x="519780" y="1732746"/>
                  </a:lnTo>
                  <a:lnTo>
                    <a:pt x="519513" y="1732614"/>
                  </a:lnTo>
                  <a:lnTo>
                    <a:pt x="515354" y="1730549"/>
                  </a:lnTo>
                  <a:lnTo>
                    <a:pt x="512034" y="1730943"/>
                  </a:lnTo>
                  <a:lnTo>
                    <a:pt x="498592" y="1729767"/>
                  </a:lnTo>
                  <a:lnTo>
                    <a:pt x="492138" y="1725963"/>
                  </a:lnTo>
                  <a:lnTo>
                    <a:pt x="484373" y="1717098"/>
                  </a:lnTo>
                  <a:lnTo>
                    <a:pt x="481000" y="1714216"/>
                  </a:lnTo>
                  <a:lnTo>
                    <a:pt x="475173" y="1709231"/>
                  </a:lnTo>
                  <a:lnTo>
                    <a:pt x="473934" y="1708170"/>
                  </a:lnTo>
                  <a:lnTo>
                    <a:pt x="476208" y="1697217"/>
                  </a:lnTo>
                  <a:lnTo>
                    <a:pt x="476260" y="1696261"/>
                  </a:lnTo>
                  <a:lnTo>
                    <a:pt x="476799" y="1686264"/>
                  </a:lnTo>
                  <a:lnTo>
                    <a:pt x="474928" y="1676320"/>
                  </a:lnTo>
                  <a:lnTo>
                    <a:pt x="470867" y="1671317"/>
                  </a:lnTo>
                  <a:lnTo>
                    <a:pt x="471908" y="1669955"/>
                  </a:lnTo>
                  <a:lnTo>
                    <a:pt x="475786" y="1664878"/>
                  </a:lnTo>
                  <a:lnTo>
                    <a:pt x="472570" y="1654953"/>
                  </a:lnTo>
                  <a:lnTo>
                    <a:pt x="472478" y="1653097"/>
                  </a:lnTo>
                  <a:lnTo>
                    <a:pt x="472012" y="1643775"/>
                  </a:lnTo>
                  <a:lnTo>
                    <a:pt x="473071" y="1642290"/>
                  </a:lnTo>
                  <a:lnTo>
                    <a:pt x="476909" y="1636904"/>
                  </a:lnTo>
                  <a:lnTo>
                    <a:pt x="479755" y="1629184"/>
                  </a:lnTo>
                  <a:lnTo>
                    <a:pt x="480298" y="1623900"/>
                  </a:lnTo>
                  <a:lnTo>
                    <a:pt x="476436" y="1619958"/>
                  </a:lnTo>
                  <a:lnTo>
                    <a:pt x="472259" y="1613664"/>
                  </a:lnTo>
                  <a:lnTo>
                    <a:pt x="469399" y="1609941"/>
                  </a:lnTo>
                  <a:lnTo>
                    <a:pt x="465475" y="1609624"/>
                  </a:lnTo>
                  <a:lnTo>
                    <a:pt x="458459" y="1608929"/>
                  </a:lnTo>
                  <a:lnTo>
                    <a:pt x="457149" y="1600847"/>
                  </a:lnTo>
                  <a:close/>
                </a:path>
              </a:pathLst>
            </a:custGeom>
            <a:solidFill>
              <a:srgbClr val="94189B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2"/>
            <p:cNvSpPr/>
            <p:nvPr/>
          </p:nvSpPr>
          <p:spPr>
            <a:xfrm>
              <a:off x="2633197" y="1378775"/>
              <a:ext cx="1071357" cy="2137871"/>
            </a:xfrm>
            <a:custGeom>
              <a:avLst/>
              <a:pathLst>
                <a:path w="1071357" h="2137871">
                  <a:moveTo>
                    <a:pt x="457200" y="1600200"/>
                  </a:moveTo>
                  <a:lnTo>
                    <a:pt x="460576" y="1583717"/>
                  </a:lnTo>
                  <a:lnTo>
                    <a:pt x="483143" y="1586584"/>
                  </a:lnTo>
                  <a:lnTo>
                    <a:pt x="489903" y="1588826"/>
                  </a:lnTo>
                  <a:lnTo>
                    <a:pt x="523153" y="1592322"/>
                  </a:lnTo>
                  <a:lnTo>
                    <a:pt x="551896" y="1595452"/>
                  </a:lnTo>
                  <a:lnTo>
                    <a:pt x="569016" y="1597592"/>
                  </a:lnTo>
                  <a:lnTo>
                    <a:pt x="588547" y="1599981"/>
                  </a:lnTo>
                  <a:lnTo>
                    <a:pt x="629656" y="1604343"/>
                  </a:lnTo>
                  <a:lnTo>
                    <a:pt x="633161" y="1605526"/>
                  </a:lnTo>
                  <a:lnTo>
                    <a:pt x="671634" y="1609745"/>
                  </a:lnTo>
                  <a:lnTo>
                    <a:pt x="682185" y="1610865"/>
                  </a:lnTo>
                  <a:lnTo>
                    <a:pt x="704223" y="1613038"/>
                  </a:lnTo>
                  <a:lnTo>
                    <a:pt x="726183" y="1615135"/>
                  </a:lnTo>
                  <a:lnTo>
                    <a:pt x="733685" y="1615878"/>
                  </a:lnTo>
                  <a:lnTo>
                    <a:pt x="782662" y="1620530"/>
                  </a:lnTo>
                  <a:lnTo>
                    <a:pt x="823093" y="1624788"/>
                  </a:lnTo>
                  <a:lnTo>
                    <a:pt x="877828" y="1629508"/>
                  </a:lnTo>
                  <a:lnTo>
                    <a:pt x="898782" y="1630628"/>
                  </a:lnTo>
                  <a:lnTo>
                    <a:pt x="914305" y="1631417"/>
                  </a:lnTo>
                  <a:lnTo>
                    <a:pt x="981952" y="1636001"/>
                  </a:lnTo>
                  <a:lnTo>
                    <a:pt x="985316" y="1636212"/>
                  </a:lnTo>
                  <a:lnTo>
                    <a:pt x="986455" y="1636283"/>
                  </a:lnTo>
                  <a:lnTo>
                    <a:pt x="1071357" y="1641406"/>
                  </a:lnTo>
                  <a:lnTo>
                    <a:pt x="1069621" y="1679447"/>
                  </a:lnTo>
                  <a:lnTo>
                    <a:pt x="1068886" y="1694402"/>
                  </a:lnTo>
                  <a:lnTo>
                    <a:pt x="1066931" y="1734289"/>
                  </a:lnTo>
                  <a:lnTo>
                    <a:pt x="1066500" y="1742937"/>
                  </a:lnTo>
                  <a:lnTo>
                    <a:pt x="1066258" y="1747820"/>
                  </a:lnTo>
                  <a:lnTo>
                    <a:pt x="1064485" y="1783555"/>
                  </a:lnTo>
                  <a:lnTo>
                    <a:pt x="1062722" y="1820195"/>
                  </a:lnTo>
                  <a:lnTo>
                    <a:pt x="1062406" y="1827064"/>
                  </a:lnTo>
                  <a:lnTo>
                    <a:pt x="1062260" y="1830234"/>
                  </a:lnTo>
                  <a:lnTo>
                    <a:pt x="1061189" y="1853598"/>
                  </a:lnTo>
                  <a:lnTo>
                    <a:pt x="1059501" y="1889535"/>
                  </a:lnTo>
                  <a:lnTo>
                    <a:pt x="1057317" y="1935464"/>
                  </a:lnTo>
                  <a:lnTo>
                    <a:pt x="1057195" y="1937843"/>
                  </a:lnTo>
                  <a:lnTo>
                    <a:pt x="1056482" y="1951730"/>
                  </a:lnTo>
                  <a:lnTo>
                    <a:pt x="1055009" y="1982789"/>
                  </a:lnTo>
                  <a:lnTo>
                    <a:pt x="1053617" y="2011814"/>
                  </a:lnTo>
                  <a:lnTo>
                    <a:pt x="1053527" y="2013626"/>
                  </a:lnTo>
                  <a:lnTo>
                    <a:pt x="1052808" y="2028067"/>
                  </a:lnTo>
                  <a:lnTo>
                    <a:pt x="1051709" y="2051376"/>
                  </a:lnTo>
                  <a:lnTo>
                    <a:pt x="1051218" y="2061828"/>
                  </a:lnTo>
                  <a:lnTo>
                    <a:pt x="1050934" y="2067965"/>
                  </a:lnTo>
                  <a:lnTo>
                    <a:pt x="1049952" y="2089213"/>
                  </a:lnTo>
                  <a:lnTo>
                    <a:pt x="1049256" y="2103497"/>
                  </a:lnTo>
                  <a:lnTo>
                    <a:pt x="1048224" y="2123831"/>
                  </a:lnTo>
                  <a:lnTo>
                    <a:pt x="1047547" y="2137871"/>
                  </a:lnTo>
                  <a:lnTo>
                    <a:pt x="1005939" y="2135661"/>
                  </a:lnTo>
                  <a:lnTo>
                    <a:pt x="972339" y="2134220"/>
                  </a:lnTo>
                  <a:lnTo>
                    <a:pt x="964083" y="2133725"/>
                  </a:lnTo>
                  <a:lnTo>
                    <a:pt x="932811" y="2131771"/>
                  </a:lnTo>
                  <a:lnTo>
                    <a:pt x="847278" y="2125862"/>
                  </a:lnTo>
                  <a:lnTo>
                    <a:pt x="844749" y="2125672"/>
                  </a:lnTo>
                  <a:lnTo>
                    <a:pt x="835059" y="2124873"/>
                  </a:lnTo>
                  <a:lnTo>
                    <a:pt x="784642" y="2120518"/>
                  </a:lnTo>
                  <a:lnTo>
                    <a:pt x="741904" y="2116564"/>
                  </a:lnTo>
                  <a:lnTo>
                    <a:pt x="737266" y="2116120"/>
                  </a:lnTo>
                  <a:lnTo>
                    <a:pt x="685778" y="2111556"/>
                  </a:lnTo>
                  <a:lnTo>
                    <a:pt x="654749" y="2108637"/>
                  </a:lnTo>
                  <a:lnTo>
                    <a:pt x="580191" y="2100701"/>
                  </a:lnTo>
                  <a:lnTo>
                    <a:pt x="561494" y="2098568"/>
                  </a:lnTo>
                  <a:lnTo>
                    <a:pt x="518173" y="2093904"/>
                  </a:lnTo>
                  <a:lnTo>
                    <a:pt x="491604" y="2090798"/>
                  </a:lnTo>
                  <a:lnTo>
                    <a:pt x="487157" y="2090270"/>
                  </a:lnTo>
                  <a:lnTo>
                    <a:pt x="480347" y="2089455"/>
                  </a:lnTo>
                  <a:lnTo>
                    <a:pt x="441443" y="2084633"/>
                  </a:lnTo>
                  <a:lnTo>
                    <a:pt x="410582" y="2080457"/>
                  </a:lnTo>
                  <a:lnTo>
                    <a:pt x="394366" y="2078211"/>
                  </a:lnTo>
                  <a:lnTo>
                    <a:pt x="398449" y="2046877"/>
                  </a:lnTo>
                  <a:lnTo>
                    <a:pt x="400210" y="2033405"/>
                  </a:lnTo>
                  <a:lnTo>
                    <a:pt x="403591" y="2008106"/>
                  </a:lnTo>
                  <a:lnTo>
                    <a:pt x="403819" y="2006342"/>
                  </a:lnTo>
                  <a:lnTo>
                    <a:pt x="410578" y="1954234"/>
                  </a:lnTo>
                  <a:lnTo>
                    <a:pt x="416213" y="1911258"/>
                  </a:lnTo>
                  <a:lnTo>
                    <a:pt x="419045" y="1890956"/>
                  </a:lnTo>
                  <a:lnTo>
                    <a:pt x="422645" y="1865197"/>
                  </a:lnTo>
                  <a:lnTo>
                    <a:pt x="426587" y="1835319"/>
                  </a:lnTo>
                  <a:lnTo>
                    <a:pt x="427484" y="1828529"/>
                  </a:lnTo>
                  <a:lnTo>
                    <a:pt x="428349" y="1821986"/>
                  </a:lnTo>
                  <a:lnTo>
                    <a:pt x="432329" y="1791918"/>
                  </a:lnTo>
                  <a:lnTo>
                    <a:pt x="435334" y="1769015"/>
                  </a:lnTo>
                  <a:lnTo>
                    <a:pt x="438371" y="1745931"/>
                  </a:lnTo>
                  <a:lnTo>
                    <a:pt x="442010" y="1718686"/>
                  </a:lnTo>
                  <a:lnTo>
                    <a:pt x="443201" y="1709406"/>
                  </a:lnTo>
                  <a:lnTo>
                    <a:pt x="445289" y="1693160"/>
                  </a:lnTo>
                  <a:lnTo>
                    <a:pt x="449588" y="1661026"/>
                  </a:lnTo>
                  <a:lnTo>
                    <a:pt x="451270" y="1648782"/>
                  </a:lnTo>
                  <a:lnTo>
                    <a:pt x="453264" y="1630075"/>
                  </a:lnTo>
                  <a:lnTo>
                    <a:pt x="453950" y="1624968"/>
                  </a:lnTo>
                  <a:lnTo>
                    <a:pt x="454932" y="1617669"/>
                  </a:lnTo>
                  <a:close/>
                </a:path>
              </a:pathLst>
            </a:custGeom>
            <a:solidFill>
              <a:srgbClr val="E36860">
                <a:alpha val="10000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7232785" y="3441644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pic>
          <p:nvPicPr>
            <p:cNvPr id="135" name="pic1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2785" y="3625990"/>
              <a:ext cx="219455" cy="1097280"/>
            </a:xfrm>
            <a:prstGeom prst="rect">
              <a:avLst/>
            </a:prstGeom>
          </p:spPr>
        </p:pic>
        <p:sp>
          <p:nvSpPr>
            <p:cNvPr id="136" name="pl135"/>
            <p:cNvSpPr/>
            <p:nvPr/>
          </p:nvSpPr>
          <p:spPr>
            <a:xfrm>
              <a:off x="7408350" y="472144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7408350" y="4448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7408350" y="417463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7408350" y="3901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7408350" y="36278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7232785" y="472144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7232785" y="4448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7232785" y="417463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7232785" y="3901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7232785" y="36278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5"/>
            <p:cNvSpPr/>
            <p:nvPr/>
          </p:nvSpPr>
          <p:spPr>
            <a:xfrm>
              <a:off x="7521830" y="46814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6"/>
            <p:cNvSpPr/>
            <p:nvPr/>
          </p:nvSpPr>
          <p:spPr>
            <a:xfrm>
              <a:off x="7521830" y="440803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8" name="tx147"/>
            <p:cNvSpPr/>
            <p:nvPr/>
          </p:nvSpPr>
          <p:spPr>
            <a:xfrm>
              <a:off x="7521830" y="413462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9" name="tx148"/>
            <p:cNvSpPr/>
            <p:nvPr/>
          </p:nvSpPr>
          <p:spPr>
            <a:xfrm>
              <a:off x="7521830" y="386122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7521830" y="35878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885715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885715" y="1669789"/>
              <a:ext cx="2132197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Mortality rate by state (2024)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2024: Combined Strictness + Mortality Map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657498" y="1600200"/>
              <a:ext cx="7829003" cy="452596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178557" y="5865641"/>
              <a:ext cx="11176" cy="10876"/>
            </a:xfrm>
            <a:custGeom>
              <a:avLst/>
              <a:pathLst>
                <a:path w="11176" h="10876">
                  <a:moveTo>
                    <a:pt x="577" y="1576"/>
                  </a:moveTo>
                  <a:lnTo>
                    <a:pt x="4807" y="0"/>
                  </a:lnTo>
                  <a:lnTo>
                    <a:pt x="6885" y="81"/>
                  </a:lnTo>
                  <a:lnTo>
                    <a:pt x="11176" y="5702"/>
                  </a:lnTo>
                  <a:lnTo>
                    <a:pt x="9302" y="9425"/>
                  </a:lnTo>
                  <a:lnTo>
                    <a:pt x="5404" y="10876"/>
                  </a:lnTo>
                  <a:lnTo>
                    <a:pt x="1756" y="8288"/>
                  </a:lnTo>
                  <a:lnTo>
                    <a:pt x="0" y="53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843040" y="5473203"/>
              <a:ext cx="99010" cy="95989"/>
            </a:xfrm>
            <a:custGeom>
              <a:avLst/>
              <a:pathLst>
                <a:path w="99010" h="95989">
                  <a:moveTo>
                    <a:pt x="1475" y="36651"/>
                  </a:moveTo>
                  <a:lnTo>
                    <a:pt x="4283" y="32191"/>
                  </a:lnTo>
                  <a:lnTo>
                    <a:pt x="5394" y="26889"/>
                  </a:lnTo>
                  <a:lnTo>
                    <a:pt x="6334" y="22394"/>
                  </a:lnTo>
                  <a:lnTo>
                    <a:pt x="5681" y="19430"/>
                  </a:lnTo>
                  <a:lnTo>
                    <a:pt x="2234" y="13933"/>
                  </a:lnTo>
                  <a:lnTo>
                    <a:pt x="1190" y="10065"/>
                  </a:lnTo>
                  <a:lnTo>
                    <a:pt x="0" y="7212"/>
                  </a:lnTo>
                  <a:lnTo>
                    <a:pt x="1769" y="4520"/>
                  </a:lnTo>
                  <a:lnTo>
                    <a:pt x="7697" y="3360"/>
                  </a:lnTo>
                  <a:lnTo>
                    <a:pt x="14951" y="0"/>
                  </a:lnTo>
                  <a:lnTo>
                    <a:pt x="16715" y="551"/>
                  </a:lnTo>
                  <a:lnTo>
                    <a:pt x="21171" y="3564"/>
                  </a:lnTo>
                  <a:lnTo>
                    <a:pt x="22642" y="3467"/>
                  </a:lnTo>
                  <a:lnTo>
                    <a:pt x="25441" y="3279"/>
                  </a:lnTo>
                  <a:lnTo>
                    <a:pt x="29441" y="5255"/>
                  </a:lnTo>
                  <a:lnTo>
                    <a:pt x="33083" y="8711"/>
                  </a:lnTo>
                  <a:lnTo>
                    <a:pt x="31132" y="9923"/>
                  </a:lnTo>
                  <a:lnTo>
                    <a:pt x="33616" y="12272"/>
                  </a:lnTo>
                  <a:lnTo>
                    <a:pt x="35122" y="13693"/>
                  </a:lnTo>
                  <a:lnTo>
                    <a:pt x="45447" y="17302"/>
                  </a:lnTo>
                  <a:lnTo>
                    <a:pt x="53896" y="22992"/>
                  </a:lnTo>
                  <a:lnTo>
                    <a:pt x="57153" y="29546"/>
                  </a:lnTo>
                  <a:lnTo>
                    <a:pt x="60050" y="28818"/>
                  </a:lnTo>
                  <a:lnTo>
                    <a:pt x="65929" y="34586"/>
                  </a:lnTo>
                  <a:lnTo>
                    <a:pt x="73794" y="37807"/>
                  </a:lnTo>
                  <a:lnTo>
                    <a:pt x="71114" y="42207"/>
                  </a:lnTo>
                  <a:lnTo>
                    <a:pt x="79086" y="47968"/>
                  </a:lnTo>
                  <a:lnTo>
                    <a:pt x="82449" y="47355"/>
                  </a:lnTo>
                  <a:lnTo>
                    <a:pt x="87099" y="52181"/>
                  </a:lnTo>
                  <a:lnTo>
                    <a:pt x="87560" y="57673"/>
                  </a:lnTo>
                  <a:lnTo>
                    <a:pt x="91164" y="61689"/>
                  </a:lnTo>
                  <a:lnTo>
                    <a:pt x="94878" y="69658"/>
                  </a:lnTo>
                  <a:lnTo>
                    <a:pt x="98748" y="75784"/>
                  </a:lnTo>
                  <a:lnTo>
                    <a:pt x="99010" y="80100"/>
                  </a:lnTo>
                  <a:lnTo>
                    <a:pt x="98856" y="82480"/>
                  </a:lnTo>
                  <a:lnTo>
                    <a:pt x="94455" y="85121"/>
                  </a:lnTo>
                  <a:lnTo>
                    <a:pt x="91437" y="84231"/>
                  </a:lnTo>
                  <a:lnTo>
                    <a:pt x="88909" y="85917"/>
                  </a:lnTo>
                  <a:lnTo>
                    <a:pt x="86012" y="84862"/>
                  </a:lnTo>
                  <a:lnTo>
                    <a:pt x="83817" y="83404"/>
                  </a:lnTo>
                  <a:lnTo>
                    <a:pt x="80314" y="85308"/>
                  </a:lnTo>
                  <a:lnTo>
                    <a:pt x="76682" y="89108"/>
                  </a:lnTo>
                  <a:lnTo>
                    <a:pt x="77660" y="94518"/>
                  </a:lnTo>
                  <a:lnTo>
                    <a:pt x="75014" y="95861"/>
                  </a:lnTo>
                  <a:lnTo>
                    <a:pt x="70397" y="95989"/>
                  </a:lnTo>
                  <a:lnTo>
                    <a:pt x="68555" y="92865"/>
                  </a:lnTo>
                  <a:lnTo>
                    <a:pt x="66328" y="91702"/>
                  </a:lnTo>
                  <a:lnTo>
                    <a:pt x="62845" y="90503"/>
                  </a:lnTo>
                  <a:lnTo>
                    <a:pt x="56472" y="86146"/>
                  </a:lnTo>
                  <a:lnTo>
                    <a:pt x="52659" y="83590"/>
                  </a:lnTo>
                  <a:lnTo>
                    <a:pt x="50003" y="80604"/>
                  </a:lnTo>
                  <a:lnTo>
                    <a:pt x="46977" y="77601"/>
                  </a:lnTo>
                  <a:lnTo>
                    <a:pt x="46603" y="74464"/>
                  </a:lnTo>
                  <a:lnTo>
                    <a:pt x="44333" y="70895"/>
                  </a:lnTo>
                  <a:lnTo>
                    <a:pt x="42166" y="70527"/>
                  </a:lnTo>
                  <a:lnTo>
                    <a:pt x="40471" y="72149"/>
                  </a:lnTo>
                  <a:lnTo>
                    <a:pt x="38083" y="72546"/>
                  </a:lnTo>
                  <a:lnTo>
                    <a:pt x="34927" y="71563"/>
                  </a:lnTo>
                  <a:lnTo>
                    <a:pt x="34134" y="69385"/>
                  </a:lnTo>
                  <a:lnTo>
                    <a:pt x="29409" y="69510"/>
                  </a:lnTo>
                  <a:lnTo>
                    <a:pt x="31493" y="75293"/>
                  </a:lnTo>
                  <a:lnTo>
                    <a:pt x="29022" y="75335"/>
                  </a:lnTo>
                  <a:lnTo>
                    <a:pt x="26029" y="71359"/>
                  </a:lnTo>
                  <a:lnTo>
                    <a:pt x="26438" y="66953"/>
                  </a:lnTo>
                  <a:lnTo>
                    <a:pt x="25042" y="63514"/>
                  </a:lnTo>
                  <a:lnTo>
                    <a:pt x="21756" y="62125"/>
                  </a:lnTo>
                  <a:lnTo>
                    <a:pt x="18603" y="63307"/>
                  </a:lnTo>
                  <a:lnTo>
                    <a:pt x="17524" y="57384"/>
                  </a:lnTo>
                  <a:lnTo>
                    <a:pt x="17042" y="53978"/>
                  </a:lnTo>
                  <a:lnTo>
                    <a:pt x="15657" y="49623"/>
                  </a:lnTo>
                  <a:lnTo>
                    <a:pt x="16281" y="44238"/>
                  </a:lnTo>
                  <a:lnTo>
                    <a:pt x="12857" y="41613"/>
                  </a:lnTo>
                  <a:lnTo>
                    <a:pt x="11493" y="38350"/>
                  </a:lnTo>
                  <a:lnTo>
                    <a:pt x="5835" y="40033"/>
                  </a:lnTo>
                  <a:lnTo>
                    <a:pt x="3557" y="401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804919" y="5430051"/>
              <a:ext cx="65024" cy="92123"/>
            </a:xfrm>
            <a:custGeom>
              <a:avLst/>
              <a:pathLst>
                <a:path w="65024" h="92123">
                  <a:moveTo>
                    <a:pt x="0" y="27439"/>
                  </a:moveTo>
                  <a:lnTo>
                    <a:pt x="2163" y="21235"/>
                  </a:lnTo>
                  <a:lnTo>
                    <a:pt x="4709" y="20269"/>
                  </a:lnTo>
                  <a:lnTo>
                    <a:pt x="5624" y="18142"/>
                  </a:lnTo>
                  <a:lnTo>
                    <a:pt x="9731" y="18848"/>
                  </a:lnTo>
                  <a:lnTo>
                    <a:pt x="12919" y="22724"/>
                  </a:lnTo>
                  <a:lnTo>
                    <a:pt x="16190" y="24684"/>
                  </a:lnTo>
                  <a:lnTo>
                    <a:pt x="17546" y="21096"/>
                  </a:lnTo>
                  <a:lnTo>
                    <a:pt x="12836" y="14631"/>
                  </a:lnTo>
                  <a:lnTo>
                    <a:pt x="6937" y="12227"/>
                  </a:lnTo>
                  <a:lnTo>
                    <a:pt x="7072" y="8814"/>
                  </a:lnTo>
                  <a:lnTo>
                    <a:pt x="10385" y="5639"/>
                  </a:lnTo>
                  <a:lnTo>
                    <a:pt x="15853" y="5103"/>
                  </a:lnTo>
                  <a:lnTo>
                    <a:pt x="23300" y="4256"/>
                  </a:lnTo>
                  <a:lnTo>
                    <a:pt x="30786" y="3572"/>
                  </a:lnTo>
                  <a:lnTo>
                    <a:pt x="31310" y="3318"/>
                  </a:lnTo>
                  <a:lnTo>
                    <a:pt x="38119" y="0"/>
                  </a:lnTo>
                  <a:lnTo>
                    <a:pt x="44192" y="3042"/>
                  </a:lnTo>
                  <a:lnTo>
                    <a:pt x="50041" y="9558"/>
                  </a:lnTo>
                  <a:lnTo>
                    <a:pt x="54215" y="9618"/>
                  </a:lnTo>
                  <a:lnTo>
                    <a:pt x="57654" y="12732"/>
                  </a:lnTo>
                  <a:lnTo>
                    <a:pt x="63113" y="14141"/>
                  </a:lnTo>
                  <a:lnTo>
                    <a:pt x="65024" y="17786"/>
                  </a:lnTo>
                  <a:lnTo>
                    <a:pt x="64619" y="22209"/>
                  </a:lnTo>
                  <a:lnTo>
                    <a:pt x="61211" y="26587"/>
                  </a:lnTo>
                  <a:lnTo>
                    <a:pt x="56639" y="27453"/>
                  </a:lnTo>
                  <a:lnTo>
                    <a:pt x="53192" y="29322"/>
                  </a:lnTo>
                  <a:lnTo>
                    <a:pt x="50271" y="35422"/>
                  </a:lnTo>
                  <a:lnTo>
                    <a:pt x="46219" y="36664"/>
                  </a:lnTo>
                  <a:lnTo>
                    <a:pt x="42622" y="38730"/>
                  </a:lnTo>
                  <a:lnTo>
                    <a:pt x="41190" y="39550"/>
                  </a:lnTo>
                  <a:lnTo>
                    <a:pt x="35107" y="43163"/>
                  </a:lnTo>
                  <a:lnTo>
                    <a:pt x="30977" y="48762"/>
                  </a:lnTo>
                  <a:lnTo>
                    <a:pt x="32436" y="53430"/>
                  </a:lnTo>
                  <a:lnTo>
                    <a:pt x="32200" y="56786"/>
                  </a:lnTo>
                  <a:lnTo>
                    <a:pt x="33434" y="60139"/>
                  </a:lnTo>
                  <a:lnTo>
                    <a:pt x="32551" y="63723"/>
                  </a:lnTo>
                  <a:lnTo>
                    <a:pt x="33919" y="65644"/>
                  </a:lnTo>
                  <a:lnTo>
                    <a:pt x="34264" y="69532"/>
                  </a:lnTo>
                  <a:lnTo>
                    <a:pt x="32438" y="70577"/>
                  </a:lnTo>
                  <a:lnTo>
                    <a:pt x="29957" y="71173"/>
                  </a:lnTo>
                  <a:lnTo>
                    <a:pt x="30512" y="75740"/>
                  </a:lnTo>
                  <a:lnTo>
                    <a:pt x="32442" y="78274"/>
                  </a:lnTo>
                  <a:lnTo>
                    <a:pt x="33651" y="82882"/>
                  </a:lnTo>
                  <a:lnTo>
                    <a:pt x="31632" y="86578"/>
                  </a:lnTo>
                  <a:lnTo>
                    <a:pt x="30904" y="89271"/>
                  </a:lnTo>
                  <a:lnTo>
                    <a:pt x="29850" y="92123"/>
                  </a:lnTo>
                  <a:lnTo>
                    <a:pt x="27864" y="90477"/>
                  </a:lnTo>
                  <a:lnTo>
                    <a:pt x="24717" y="85780"/>
                  </a:lnTo>
                  <a:lnTo>
                    <a:pt x="27552" y="84707"/>
                  </a:lnTo>
                  <a:lnTo>
                    <a:pt x="27702" y="76586"/>
                  </a:lnTo>
                  <a:lnTo>
                    <a:pt x="23207" y="71220"/>
                  </a:lnTo>
                  <a:lnTo>
                    <a:pt x="19340" y="64018"/>
                  </a:lnTo>
                  <a:lnTo>
                    <a:pt x="16828" y="59125"/>
                  </a:lnTo>
                  <a:lnTo>
                    <a:pt x="16980" y="54633"/>
                  </a:lnTo>
                  <a:lnTo>
                    <a:pt x="15428" y="51708"/>
                  </a:lnTo>
                  <a:lnTo>
                    <a:pt x="14965" y="45521"/>
                  </a:lnTo>
                  <a:lnTo>
                    <a:pt x="12887" y="44620"/>
                  </a:lnTo>
                  <a:lnTo>
                    <a:pt x="10344" y="45808"/>
                  </a:lnTo>
                  <a:lnTo>
                    <a:pt x="9272" y="41414"/>
                  </a:lnTo>
                  <a:lnTo>
                    <a:pt x="5565" y="39464"/>
                  </a:lnTo>
                  <a:lnTo>
                    <a:pt x="240" y="3043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48099" y="5368453"/>
              <a:ext cx="64931" cy="81469"/>
            </a:xfrm>
            <a:custGeom>
              <a:avLst/>
              <a:pathLst>
                <a:path w="64931" h="81469">
                  <a:moveTo>
                    <a:pt x="0" y="0"/>
                  </a:moveTo>
                  <a:lnTo>
                    <a:pt x="4144" y="1666"/>
                  </a:lnTo>
                  <a:lnTo>
                    <a:pt x="8242" y="4942"/>
                  </a:lnTo>
                  <a:lnTo>
                    <a:pt x="11252" y="7670"/>
                  </a:lnTo>
                  <a:lnTo>
                    <a:pt x="12193" y="8987"/>
                  </a:lnTo>
                  <a:lnTo>
                    <a:pt x="14202" y="11791"/>
                  </a:lnTo>
                  <a:lnTo>
                    <a:pt x="16823" y="9926"/>
                  </a:lnTo>
                  <a:lnTo>
                    <a:pt x="21775" y="8711"/>
                  </a:lnTo>
                  <a:lnTo>
                    <a:pt x="26547" y="8443"/>
                  </a:lnTo>
                  <a:lnTo>
                    <a:pt x="28458" y="6950"/>
                  </a:lnTo>
                  <a:lnTo>
                    <a:pt x="28622" y="6822"/>
                  </a:lnTo>
                  <a:lnTo>
                    <a:pt x="31697" y="6924"/>
                  </a:lnTo>
                  <a:lnTo>
                    <a:pt x="32611" y="10066"/>
                  </a:lnTo>
                  <a:lnTo>
                    <a:pt x="34822" y="11330"/>
                  </a:lnTo>
                  <a:lnTo>
                    <a:pt x="37712" y="13805"/>
                  </a:lnTo>
                  <a:lnTo>
                    <a:pt x="42570" y="17706"/>
                  </a:lnTo>
                  <a:lnTo>
                    <a:pt x="48338" y="23104"/>
                  </a:lnTo>
                  <a:lnTo>
                    <a:pt x="51728" y="30616"/>
                  </a:lnTo>
                  <a:lnTo>
                    <a:pt x="56510" y="34116"/>
                  </a:lnTo>
                  <a:lnTo>
                    <a:pt x="57279" y="36826"/>
                  </a:lnTo>
                  <a:lnTo>
                    <a:pt x="57728" y="42852"/>
                  </a:lnTo>
                  <a:lnTo>
                    <a:pt x="60883" y="50056"/>
                  </a:lnTo>
                  <a:lnTo>
                    <a:pt x="64931" y="52430"/>
                  </a:lnTo>
                  <a:lnTo>
                    <a:pt x="64228" y="55734"/>
                  </a:lnTo>
                  <a:lnTo>
                    <a:pt x="63198" y="56446"/>
                  </a:lnTo>
                  <a:lnTo>
                    <a:pt x="58816" y="55776"/>
                  </a:lnTo>
                  <a:lnTo>
                    <a:pt x="56001" y="59714"/>
                  </a:lnTo>
                  <a:lnTo>
                    <a:pt x="55074" y="66132"/>
                  </a:lnTo>
                  <a:lnTo>
                    <a:pt x="52783" y="70698"/>
                  </a:lnTo>
                  <a:lnTo>
                    <a:pt x="50884" y="73113"/>
                  </a:lnTo>
                  <a:lnTo>
                    <a:pt x="51340" y="74953"/>
                  </a:lnTo>
                  <a:lnTo>
                    <a:pt x="50107" y="77339"/>
                  </a:lnTo>
                  <a:lnTo>
                    <a:pt x="49148" y="80048"/>
                  </a:lnTo>
                  <a:lnTo>
                    <a:pt x="47128" y="81469"/>
                  </a:lnTo>
                  <a:lnTo>
                    <a:pt x="42706" y="77024"/>
                  </a:lnTo>
                  <a:lnTo>
                    <a:pt x="39236" y="68936"/>
                  </a:lnTo>
                  <a:lnTo>
                    <a:pt x="37730" y="57236"/>
                  </a:lnTo>
                  <a:lnTo>
                    <a:pt x="33391" y="51319"/>
                  </a:lnTo>
                  <a:lnTo>
                    <a:pt x="26244" y="41693"/>
                  </a:lnTo>
                  <a:lnTo>
                    <a:pt x="23426" y="35892"/>
                  </a:lnTo>
                  <a:lnTo>
                    <a:pt x="18086" y="26508"/>
                  </a:lnTo>
                  <a:lnTo>
                    <a:pt x="13522" y="17906"/>
                  </a:lnTo>
                  <a:lnTo>
                    <a:pt x="8540" y="12799"/>
                  </a:lnTo>
                  <a:lnTo>
                    <a:pt x="2084" y="51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705559" y="5386602"/>
              <a:ext cx="107967" cy="118617"/>
            </a:xfrm>
            <a:custGeom>
              <a:avLst/>
              <a:pathLst>
                <a:path w="107967" h="118617">
                  <a:moveTo>
                    <a:pt x="582" y="25928"/>
                  </a:moveTo>
                  <a:lnTo>
                    <a:pt x="0" y="21896"/>
                  </a:lnTo>
                  <a:lnTo>
                    <a:pt x="2494" y="19478"/>
                  </a:lnTo>
                  <a:lnTo>
                    <a:pt x="4233" y="16196"/>
                  </a:lnTo>
                  <a:lnTo>
                    <a:pt x="1117" y="9875"/>
                  </a:lnTo>
                  <a:lnTo>
                    <a:pt x="4204" y="8694"/>
                  </a:lnTo>
                  <a:lnTo>
                    <a:pt x="7503" y="6400"/>
                  </a:lnTo>
                  <a:lnTo>
                    <a:pt x="11753" y="3844"/>
                  </a:lnTo>
                  <a:lnTo>
                    <a:pt x="17103" y="2914"/>
                  </a:lnTo>
                  <a:lnTo>
                    <a:pt x="19439" y="0"/>
                  </a:lnTo>
                  <a:lnTo>
                    <a:pt x="23000" y="2559"/>
                  </a:lnTo>
                  <a:lnTo>
                    <a:pt x="31316" y="3760"/>
                  </a:lnTo>
                  <a:lnTo>
                    <a:pt x="40107" y="5386"/>
                  </a:lnTo>
                  <a:lnTo>
                    <a:pt x="45614" y="3728"/>
                  </a:lnTo>
                  <a:lnTo>
                    <a:pt x="51891" y="4854"/>
                  </a:lnTo>
                  <a:lnTo>
                    <a:pt x="55517" y="11780"/>
                  </a:lnTo>
                  <a:lnTo>
                    <a:pt x="53947" y="15205"/>
                  </a:lnTo>
                  <a:lnTo>
                    <a:pt x="58273" y="20955"/>
                  </a:lnTo>
                  <a:lnTo>
                    <a:pt x="59015" y="21938"/>
                  </a:lnTo>
                  <a:lnTo>
                    <a:pt x="69274" y="36971"/>
                  </a:lnTo>
                  <a:lnTo>
                    <a:pt x="72456" y="45030"/>
                  </a:lnTo>
                  <a:lnTo>
                    <a:pt x="74200" y="52191"/>
                  </a:lnTo>
                  <a:lnTo>
                    <a:pt x="85269" y="68747"/>
                  </a:lnTo>
                  <a:lnTo>
                    <a:pt x="88552" y="72862"/>
                  </a:lnTo>
                  <a:lnTo>
                    <a:pt x="92046" y="78444"/>
                  </a:lnTo>
                  <a:lnTo>
                    <a:pt x="95571" y="83938"/>
                  </a:lnTo>
                  <a:lnTo>
                    <a:pt x="97863" y="88282"/>
                  </a:lnTo>
                  <a:lnTo>
                    <a:pt x="99630" y="93672"/>
                  </a:lnTo>
                  <a:lnTo>
                    <a:pt x="98978" y="96146"/>
                  </a:lnTo>
                  <a:lnTo>
                    <a:pt x="101909" y="100683"/>
                  </a:lnTo>
                  <a:lnTo>
                    <a:pt x="104700" y="106868"/>
                  </a:lnTo>
                  <a:lnTo>
                    <a:pt x="106740" y="111850"/>
                  </a:lnTo>
                  <a:lnTo>
                    <a:pt x="107832" y="116354"/>
                  </a:lnTo>
                  <a:lnTo>
                    <a:pt x="107967" y="118617"/>
                  </a:lnTo>
                  <a:lnTo>
                    <a:pt x="103882" y="117171"/>
                  </a:lnTo>
                  <a:lnTo>
                    <a:pt x="101450" y="115662"/>
                  </a:lnTo>
                  <a:lnTo>
                    <a:pt x="98840" y="112032"/>
                  </a:lnTo>
                  <a:lnTo>
                    <a:pt x="95006" y="109902"/>
                  </a:lnTo>
                  <a:lnTo>
                    <a:pt x="91040" y="105940"/>
                  </a:lnTo>
                  <a:lnTo>
                    <a:pt x="86034" y="101281"/>
                  </a:lnTo>
                  <a:lnTo>
                    <a:pt x="82042" y="97572"/>
                  </a:lnTo>
                  <a:lnTo>
                    <a:pt x="78434" y="93573"/>
                  </a:lnTo>
                  <a:lnTo>
                    <a:pt x="77431" y="94917"/>
                  </a:lnTo>
                  <a:lnTo>
                    <a:pt x="72973" y="92302"/>
                  </a:lnTo>
                  <a:lnTo>
                    <a:pt x="70289" y="91048"/>
                  </a:lnTo>
                  <a:lnTo>
                    <a:pt x="66526" y="91687"/>
                  </a:lnTo>
                  <a:lnTo>
                    <a:pt x="62058" y="88418"/>
                  </a:lnTo>
                  <a:lnTo>
                    <a:pt x="62886" y="86257"/>
                  </a:lnTo>
                  <a:lnTo>
                    <a:pt x="63248" y="84253"/>
                  </a:lnTo>
                  <a:lnTo>
                    <a:pt x="63114" y="80556"/>
                  </a:lnTo>
                  <a:lnTo>
                    <a:pt x="64076" y="74386"/>
                  </a:lnTo>
                  <a:lnTo>
                    <a:pt x="59451" y="72696"/>
                  </a:lnTo>
                  <a:lnTo>
                    <a:pt x="54873" y="71987"/>
                  </a:lnTo>
                  <a:lnTo>
                    <a:pt x="55264" y="76217"/>
                  </a:lnTo>
                  <a:lnTo>
                    <a:pt x="55089" y="78927"/>
                  </a:lnTo>
                  <a:lnTo>
                    <a:pt x="49425" y="82784"/>
                  </a:lnTo>
                  <a:lnTo>
                    <a:pt x="48268" y="82774"/>
                  </a:lnTo>
                  <a:lnTo>
                    <a:pt x="46502" y="77053"/>
                  </a:lnTo>
                  <a:lnTo>
                    <a:pt x="48442" y="73297"/>
                  </a:lnTo>
                  <a:lnTo>
                    <a:pt x="47436" y="70544"/>
                  </a:lnTo>
                  <a:lnTo>
                    <a:pt x="44788" y="71374"/>
                  </a:lnTo>
                  <a:lnTo>
                    <a:pt x="42304" y="68654"/>
                  </a:lnTo>
                  <a:lnTo>
                    <a:pt x="41905" y="64390"/>
                  </a:lnTo>
                  <a:lnTo>
                    <a:pt x="40289" y="62172"/>
                  </a:lnTo>
                  <a:lnTo>
                    <a:pt x="37090" y="57128"/>
                  </a:lnTo>
                  <a:lnTo>
                    <a:pt x="34194" y="54593"/>
                  </a:lnTo>
                  <a:lnTo>
                    <a:pt x="29515" y="52466"/>
                  </a:lnTo>
                  <a:lnTo>
                    <a:pt x="27210" y="50360"/>
                  </a:lnTo>
                  <a:lnTo>
                    <a:pt x="24702" y="51110"/>
                  </a:lnTo>
                  <a:lnTo>
                    <a:pt x="20677" y="47820"/>
                  </a:lnTo>
                  <a:lnTo>
                    <a:pt x="18870" y="44244"/>
                  </a:lnTo>
                  <a:lnTo>
                    <a:pt x="15092" y="39456"/>
                  </a:lnTo>
                  <a:lnTo>
                    <a:pt x="11462" y="36410"/>
                  </a:lnTo>
                  <a:lnTo>
                    <a:pt x="8184" y="36157"/>
                  </a:lnTo>
                  <a:lnTo>
                    <a:pt x="6356" y="33757"/>
                  </a:lnTo>
                  <a:lnTo>
                    <a:pt x="2790" y="329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76775" y="5376326"/>
              <a:ext cx="6400" cy="12186"/>
            </a:xfrm>
            <a:custGeom>
              <a:avLst/>
              <a:pathLst>
                <a:path w="6400" h="12186">
                  <a:moveTo>
                    <a:pt x="0" y="6891"/>
                  </a:moveTo>
                  <a:lnTo>
                    <a:pt x="2680" y="0"/>
                  </a:lnTo>
                  <a:lnTo>
                    <a:pt x="6400" y="1235"/>
                  </a:lnTo>
                  <a:lnTo>
                    <a:pt x="5166" y="4596"/>
                  </a:lnTo>
                  <a:lnTo>
                    <a:pt x="3769" y="9843"/>
                  </a:lnTo>
                  <a:lnTo>
                    <a:pt x="141" y="121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36515" y="5457487"/>
              <a:ext cx="8073" cy="6875"/>
            </a:xfrm>
            <a:custGeom>
              <a:avLst/>
              <a:pathLst>
                <a:path w="8073" h="6875">
                  <a:moveTo>
                    <a:pt x="0" y="2605"/>
                  </a:moveTo>
                  <a:lnTo>
                    <a:pt x="3261" y="262"/>
                  </a:lnTo>
                  <a:lnTo>
                    <a:pt x="5714" y="0"/>
                  </a:lnTo>
                  <a:lnTo>
                    <a:pt x="8073" y="2331"/>
                  </a:lnTo>
                  <a:lnTo>
                    <a:pt x="7181" y="5735"/>
                  </a:lnTo>
                  <a:lnTo>
                    <a:pt x="3132" y="6875"/>
                  </a:lnTo>
                  <a:lnTo>
                    <a:pt x="2044" y="62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112549" y="5506892"/>
              <a:ext cx="92829" cy="142102"/>
            </a:xfrm>
            <a:custGeom>
              <a:avLst/>
              <a:pathLst>
                <a:path w="92829" h="142102">
                  <a:moveTo>
                    <a:pt x="0" y="96935"/>
                  </a:moveTo>
                  <a:lnTo>
                    <a:pt x="2333" y="91135"/>
                  </a:lnTo>
                  <a:lnTo>
                    <a:pt x="4341" y="86123"/>
                  </a:lnTo>
                  <a:lnTo>
                    <a:pt x="7133" y="81457"/>
                  </a:lnTo>
                  <a:lnTo>
                    <a:pt x="10711" y="79656"/>
                  </a:lnTo>
                  <a:lnTo>
                    <a:pt x="14367" y="76085"/>
                  </a:lnTo>
                  <a:lnTo>
                    <a:pt x="17426" y="74342"/>
                  </a:lnTo>
                  <a:lnTo>
                    <a:pt x="24303" y="74159"/>
                  </a:lnTo>
                  <a:lnTo>
                    <a:pt x="26147" y="71171"/>
                  </a:lnTo>
                  <a:lnTo>
                    <a:pt x="25048" y="63157"/>
                  </a:lnTo>
                  <a:lnTo>
                    <a:pt x="29691" y="58219"/>
                  </a:lnTo>
                  <a:lnTo>
                    <a:pt x="31592" y="57016"/>
                  </a:lnTo>
                  <a:lnTo>
                    <a:pt x="34100" y="57472"/>
                  </a:lnTo>
                  <a:lnTo>
                    <a:pt x="38436" y="54948"/>
                  </a:lnTo>
                  <a:lnTo>
                    <a:pt x="37462" y="52823"/>
                  </a:lnTo>
                  <a:lnTo>
                    <a:pt x="38791" y="50196"/>
                  </a:lnTo>
                  <a:lnTo>
                    <a:pt x="42405" y="52576"/>
                  </a:lnTo>
                  <a:lnTo>
                    <a:pt x="44908" y="48847"/>
                  </a:lnTo>
                  <a:lnTo>
                    <a:pt x="42237" y="45422"/>
                  </a:lnTo>
                  <a:lnTo>
                    <a:pt x="40260" y="44210"/>
                  </a:lnTo>
                  <a:lnTo>
                    <a:pt x="41779" y="40736"/>
                  </a:lnTo>
                  <a:lnTo>
                    <a:pt x="43032" y="38239"/>
                  </a:lnTo>
                  <a:lnTo>
                    <a:pt x="45918" y="36379"/>
                  </a:lnTo>
                  <a:lnTo>
                    <a:pt x="46223" y="33127"/>
                  </a:lnTo>
                  <a:lnTo>
                    <a:pt x="49145" y="29290"/>
                  </a:lnTo>
                  <a:lnTo>
                    <a:pt x="50635" y="25724"/>
                  </a:lnTo>
                  <a:lnTo>
                    <a:pt x="54272" y="22947"/>
                  </a:lnTo>
                  <a:lnTo>
                    <a:pt x="55149" y="18588"/>
                  </a:lnTo>
                  <a:lnTo>
                    <a:pt x="58197" y="17449"/>
                  </a:lnTo>
                  <a:lnTo>
                    <a:pt x="59542" y="13827"/>
                  </a:lnTo>
                  <a:lnTo>
                    <a:pt x="62539" y="12804"/>
                  </a:lnTo>
                  <a:lnTo>
                    <a:pt x="61034" y="7800"/>
                  </a:lnTo>
                  <a:lnTo>
                    <a:pt x="62170" y="3614"/>
                  </a:lnTo>
                  <a:lnTo>
                    <a:pt x="63846" y="2152"/>
                  </a:lnTo>
                  <a:lnTo>
                    <a:pt x="67341" y="1783"/>
                  </a:lnTo>
                  <a:lnTo>
                    <a:pt x="70410" y="0"/>
                  </a:lnTo>
                  <a:lnTo>
                    <a:pt x="71428" y="3309"/>
                  </a:lnTo>
                  <a:lnTo>
                    <a:pt x="70373" y="8083"/>
                  </a:lnTo>
                  <a:lnTo>
                    <a:pt x="68175" y="11608"/>
                  </a:lnTo>
                  <a:lnTo>
                    <a:pt x="67127" y="15192"/>
                  </a:lnTo>
                  <a:lnTo>
                    <a:pt x="68083" y="18918"/>
                  </a:lnTo>
                  <a:lnTo>
                    <a:pt x="70425" y="19812"/>
                  </a:lnTo>
                  <a:lnTo>
                    <a:pt x="71867" y="19323"/>
                  </a:lnTo>
                  <a:lnTo>
                    <a:pt x="72975" y="16928"/>
                  </a:lnTo>
                  <a:lnTo>
                    <a:pt x="72314" y="14786"/>
                  </a:lnTo>
                  <a:lnTo>
                    <a:pt x="74057" y="14189"/>
                  </a:lnTo>
                  <a:lnTo>
                    <a:pt x="76974" y="17460"/>
                  </a:lnTo>
                  <a:lnTo>
                    <a:pt x="80038" y="15647"/>
                  </a:lnTo>
                  <a:lnTo>
                    <a:pt x="81627" y="17445"/>
                  </a:lnTo>
                  <a:lnTo>
                    <a:pt x="85359" y="18310"/>
                  </a:lnTo>
                  <a:lnTo>
                    <a:pt x="91611" y="23355"/>
                  </a:lnTo>
                  <a:lnTo>
                    <a:pt x="92829" y="26849"/>
                  </a:lnTo>
                  <a:lnTo>
                    <a:pt x="91038" y="30102"/>
                  </a:lnTo>
                  <a:lnTo>
                    <a:pt x="85193" y="29834"/>
                  </a:lnTo>
                  <a:lnTo>
                    <a:pt x="82937" y="32607"/>
                  </a:lnTo>
                  <a:lnTo>
                    <a:pt x="77982" y="34177"/>
                  </a:lnTo>
                  <a:lnTo>
                    <a:pt x="74499" y="35742"/>
                  </a:lnTo>
                  <a:lnTo>
                    <a:pt x="70812" y="35541"/>
                  </a:lnTo>
                  <a:lnTo>
                    <a:pt x="69601" y="38221"/>
                  </a:lnTo>
                  <a:lnTo>
                    <a:pt x="65648" y="41022"/>
                  </a:lnTo>
                  <a:lnTo>
                    <a:pt x="62270" y="43633"/>
                  </a:lnTo>
                  <a:lnTo>
                    <a:pt x="64124" y="46375"/>
                  </a:lnTo>
                  <a:lnTo>
                    <a:pt x="63627" y="50210"/>
                  </a:lnTo>
                  <a:lnTo>
                    <a:pt x="62170" y="52795"/>
                  </a:lnTo>
                  <a:lnTo>
                    <a:pt x="63029" y="55564"/>
                  </a:lnTo>
                  <a:lnTo>
                    <a:pt x="64473" y="57034"/>
                  </a:lnTo>
                  <a:lnTo>
                    <a:pt x="66517" y="53887"/>
                  </a:lnTo>
                  <a:lnTo>
                    <a:pt x="67657" y="50735"/>
                  </a:lnTo>
                  <a:lnTo>
                    <a:pt x="71351" y="50630"/>
                  </a:lnTo>
                  <a:lnTo>
                    <a:pt x="73897" y="45902"/>
                  </a:lnTo>
                  <a:lnTo>
                    <a:pt x="74487" y="47740"/>
                  </a:lnTo>
                  <a:lnTo>
                    <a:pt x="78075" y="49507"/>
                  </a:lnTo>
                  <a:lnTo>
                    <a:pt x="77942" y="55255"/>
                  </a:lnTo>
                  <a:lnTo>
                    <a:pt x="83008" y="57606"/>
                  </a:lnTo>
                  <a:lnTo>
                    <a:pt x="80541" y="61127"/>
                  </a:lnTo>
                  <a:lnTo>
                    <a:pt x="75976" y="63088"/>
                  </a:lnTo>
                  <a:lnTo>
                    <a:pt x="78325" y="66886"/>
                  </a:lnTo>
                  <a:lnTo>
                    <a:pt x="81076" y="68723"/>
                  </a:lnTo>
                  <a:lnTo>
                    <a:pt x="86332" y="68927"/>
                  </a:lnTo>
                  <a:lnTo>
                    <a:pt x="86686" y="70956"/>
                  </a:lnTo>
                  <a:lnTo>
                    <a:pt x="83960" y="75984"/>
                  </a:lnTo>
                  <a:lnTo>
                    <a:pt x="82369" y="80352"/>
                  </a:lnTo>
                  <a:lnTo>
                    <a:pt x="85556" y="85791"/>
                  </a:lnTo>
                  <a:lnTo>
                    <a:pt x="83582" y="88956"/>
                  </a:lnTo>
                  <a:lnTo>
                    <a:pt x="77576" y="83352"/>
                  </a:lnTo>
                  <a:lnTo>
                    <a:pt x="74199" y="82768"/>
                  </a:lnTo>
                  <a:lnTo>
                    <a:pt x="73792" y="87495"/>
                  </a:lnTo>
                  <a:lnTo>
                    <a:pt x="73360" y="91717"/>
                  </a:lnTo>
                  <a:lnTo>
                    <a:pt x="71533" y="94850"/>
                  </a:lnTo>
                  <a:lnTo>
                    <a:pt x="67516" y="96484"/>
                  </a:lnTo>
                  <a:lnTo>
                    <a:pt x="63332" y="97603"/>
                  </a:lnTo>
                  <a:lnTo>
                    <a:pt x="63773" y="102420"/>
                  </a:lnTo>
                  <a:lnTo>
                    <a:pt x="66336" y="103674"/>
                  </a:lnTo>
                  <a:lnTo>
                    <a:pt x="65950" y="106014"/>
                  </a:lnTo>
                  <a:lnTo>
                    <a:pt x="60617" y="108663"/>
                  </a:lnTo>
                  <a:lnTo>
                    <a:pt x="56533" y="113488"/>
                  </a:lnTo>
                  <a:lnTo>
                    <a:pt x="54636" y="116686"/>
                  </a:lnTo>
                  <a:lnTo>
                    <a:pt x="52209" y="118156"/>
                  </a:lnTo>
                  <a:lnTo>
                    <a:pt x="49206" y="111677"/>
                  </a:lnTo>
                  <a:lnTo>
                    <a:pt x="46346" y="111636"/>
                  </a:lnTo>
                  <a:lnTo>
                    <a:pt x="43442" y="114554"/>
                  </a:lnTo>
                  <a:lnTo>
                    <a:pt x="45194" y="118116"/>
                  </a:lnTo>
                  <a:lnTo>
                    <a:pt x="46207" y="125511"/>
                  </a:lnTo>
                  <a:lnTo>
                    <a:pt x="44076" y="125797"/>
                  </a:lnTo>
                  <a:lnTo>
                    <a:pt x="41061" y="128380"/>
                  </a:lnTo>
                  <a:lnTo>
                    <a:pt x="38626" y="130411"/>
                  </a:lnTo>
                  <a:lnTo>
                    <a:pt x="36521" y="131223"/>
                  </a:lnTo>
                  <a:lnTo>
                    <a:pt x="34804" y="134975"/>
                  </a:lnTo>
                  <a:lnTo>
                    <a:pt x="32627" y="137060"/>
                  </a:lnTo>
                  <a:lnTo>
                    <a:pt x="31537" y="141066"/>
                  </a:lnTo>
                  <a:lnTo>
                    <a:pt x="26896" y="142102"/>
                  </a:lnTo>
                  <a:lnTo>
                    <a:pt x="27222" y="137837"/>
                  </a:lnTo>
                  <a:lnTo>
                    <a:pt x="20263" y="131250"/>
                  </a:lnTo>
                  <a:lnTo>
                    <a:pt x="19432" y="126314"/>
                  </a:lnTo>
                  <a:lnTo>
                    <a:pt x="15782" y="123216"/>
                  </a:lnTo>
                  <a:lnTo>
                    <a:pt x="11363" y="121316"/>
                  </a:lnTo>
                  <a:lnTo>
                    <a:pt x="10540" y="112501"/>
                  </a:lnTo>
                  <a:lnTo>
                    <a:pt x="7106" y="103884"/>
                  </a:lnTo>
                  <a:lnTo>
                    <a:pt x="3603" y="102341"/>
                  </a:lnTo>
                  <a:lnTo>
                    <a:pt x="96" y="10234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17726" y="5653193"/>
              <a:ext cx="32210" cy="17258"/>
            </a:xfrm>
            <a:custGeom>
              <a:avLst/>
              <a:pathLst>
                <a:path w="32210" h="17258">
                  <a:moveTo>
                    <a:pt x="0" y="16301"/>
                  </a:moveTo>
                  <a:lnTo>
                    <a:pt x="3868" y="8862"/>
                  </a:lnTo>
                  <a:lnTo>
                    <a:pt x="9865" y="2470"/>
                  </a:lnTo>
                  <a:lnTo>
                    <a:pt x="20343" y="986"/>
                  </a:lnTo>
                  <a:lnTo>
                    <a:pt x="24241" y="0"/>
                  </a:lnTo>
                  <a:lnTo>
                    <a:pt x="27081" y="2857"/>
                  </a:lnTo>
                  <a:lnTo>
                    <a:pt x="32210" y="2748"/>
                  </a:lnTo>
                  <a:lnTo>
                    <a:pt x="32182" y="5011"/>
                  </a:lnTo>
                  <a:lnTo>
                    <a:pt x="28001" y="9087"/>
                  </a:lnTo>
                  <a:lnTo>
                    <a:pt x="19351" y="9019"/>
                  </a:lnTo>
                  <a:lnTo>
                    <a:pt x="10154" y="9534"/>
                  </a:lnTo>
                  <a:lnTo>
                    <a:pt x="7082" y="11766"/>
                  </a:lnTo>
                  <a:lnTo>
                    <a:pt x="3545" y="1725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90378" y="5705967"/>
              <a:ext cx="7077" cy="11533"/>
            </a:xfrm>
            <a:custGeom>
              <a:avLst/>
              <a:pathLst>
                <a:path w="7077" h="11533">
                  <a:moveTo>
                    <a:pt x="0" y="7845"/>
                  </a:moveTo>
                  <a:lnTo>
                    <a:pt x="1869" y="4678"/>
                  </a:lnTo>
                  <a:lnTo>
                    <a:pt x="4313" y="0"/>
                  </a:lnTo>
                  <a:lnTo>
                    <a:pt x="7077" y="923"/>
                  </a:lnTo>
                  <a:lnTo>
                    <a:pt x="6739" y="5550"/>
                  </a:lnTo>
                  <a:lnTo>
                    <a:pt x="6744" y="9534"/>
                  </a:lnTo>
                  <a:lnTo>
                    <a:pt x="6080" y="11533"/>
                  </a:lnTo>
                  <a:lnTo>
                    <a:pt x="1479" y="111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53929" y="5697068"/>
              <a:ext cx="4445" cy="7257"/>
            </a:xfrm>
            <a:custGeom>
              <a:avLst/>
              <a:pathLst>
                <a:path w="4445" h="7257">
                  <a:moveTo>
                    <a:pt x="0" y="1593"/>
                  </a:moveTo>
                  <a:lnTo>
                    <a:pt x="1643" y="0"/>
                  </a:lnTo>
                  <a:lnTo>
                    <a:pt x="4258" y="2174"/>
                  </a:lnTo>
                  <a:lnTo>
                    <a:pt x="4445" y="5474"/>
                  </a:lnTo>
                  <a:lnTo>
                    <a:pt x="2357" y="7257"/>
                  </a:lnTo>
                  <a:lnTo>
                    <a:pt x="292" y="541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142435" y="5876616"/>
              <a:ext cx="28891" cy="33341"/>
            </a:xfrm>
            <a:custGeom>
              <a:avLst/>
              <a:pathLst>
                <a:path w="28891" h="33341">
                  <a:moveTo>
                    <a:pt x="370" y="1113"/>
                  </a:moveTo>
                  <a:lnTo>
                    <a:pt x="2938" y="0"/>
                  </a:lnTo>
                  <a:lnTo>
                    <a:pt x="11819" y="7742"/>
                  </a:lnTo>
                  <a:lnTo>
                    <a:pt x="19821" y="21580"/>
                  </a:lnTo>
                  <a:lnTo>
                    <a:pt x="22774" y="27021"/>
                  </a:lnTo>
                  <a:lnTo>
                    <a:pt x="27252" y="28859"/>
                  </a:lnTo>
                  <a:lnTo>
                    <a:pt x="28891" y="33341"/>
                  </a:lnTo>
                  <a:lnTo>
                    <a:pt x="20165" y="32186"/>
                  </a:lnTo>
                  <a:lnTo>
                    <a:pt x="13439" y="21335"/>
                  </a:lnTo>
                  <a:lnTo>
                    <a:pt x="10764" y="14360"/>
                  </a:lnTo>
                  <a:lnTo>
                    <a:pt x="8883" y="11653"/>
                  </a:lnTo>
                  <a:lnTo>
                    <a:pt x="5298" y="10533"/>
                  </a:lnTo>
                  <a:lnTo>
                    <a:pt x="0" y="39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030557" y="5663407"/>
              <a:ext cx="12085" cy="5372"/>
            </a:xfrm>
            <a:custGeom>
              <a:avLst/>
              <a:pathLst>
                <a:path w="12085" h="5372">
                  <a:moveTo>
                    <a:pt x="1068" y="2455"/>
                  </a:moveTo>
                  <a:lnTo>
                    <a:pt x="4935" y="0"/>
                  </a:lnTo>
                  <a:lnTo>
                    <a:pt x="7836" y="1013"/>
                  </a:lnTo>
                  <a:lnTo>
                    <a:pt x="12085" y="3605"/>
                  </a:lnTo>
                  <a:lnTo>
                    <a:pt x="9717" y="5182"/>
                  </a:lnTo>
                  <a:lnTo>
                    <a:pt x="5434" y="4714"/>
                  </a:lnTo>
                  <a:lnTo>
                    <a:pt x="0" y="537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934354" y="5758514"/>
              <a:ext cx="37956" cy="29611"/>
            </a:xfrm>
            <a:custGeom>
              <a:avLst/>
              <a:pathLst>
                <a:path w="37956" h="29611">
                  <a:moveTo>
                    <a:pt x="0" y="26181"/>
                  </a:moveTo>
                  <a:lnTo>
                    <a:pt x="1716" y="17417"/>
                  </a:lnTo>
                  <a:lnTo>
                    <a:pt x="1586" y="11802"/>
                  </a:lnTo>
                  <a:lnTo>
                    <a:pt x="3189" y="8060"/>
                  </a:lnTo>
                  <a:lnTo>
                    <a:pt x="7083" y="5746"/>
                  </a:lnTo>
                  <a:lnTo>
                    <a:pt x="12314" y="0"/>
                  </a:lnTo>
                  <a:lnTo>
                    <a:pt x="13413" y="2468"/>
                  </a:lnTo>
                  <a:lnTo>
                    <a:pt x="14685" y="7438"/>
                  </a:lnTo>
                  <a:lnTo>
                    <a:pt x="19917" y="7042"/>
                  </a:lnTo>
                  <a:lnTo>
                    <a:pt x="24972" y="1963"/>
                  </a:lnTo>
                  <a:lnTo>
                    <a:pt x="26412" y="6450"/>
                  </a:lnTo>
                  <a:lnTo>
                    <a:pt x="32455" y="16249"/>
                  </a:lnTo>
                  <a:lnTo>
                    <a:pt x="37956" y="25323"/>
                  </a:lnTo>
                  <a:lnTo>
                    <a:pt x="35694" y="28929"/>
                  </a:lnTo>
                  <a:lnTo>
                    <a:pt x="34334" y="28854"/>
                  </a:lnTo>
                  <a:lnTo>
                    <a:pt x="28980" y="23704"/>
                  </a:lnTo>
                  <a:lnTo>
                    <a:pt x="26556" y="17748"/>
                  </a:lnTo>
                  <a:lnTo>
                    <a:pt x="21795" y="17154"/>
                  </a:lnTo>
                  <a:lnTo>
                    <a:pt x="17436" y="15222"/>
                  </a:lnTo>
                  <a:lnTo>
                    <a:pt x="15403" y="17965"/>
                  </a:lnTo>
                  <a:lnTo>
                    <a:pt x="7733" y="18547"/>
                  </a:lnTo>
                  <a:lnTo>
                    <a:pt x="5353" y="22644"/>
                  </a:lnTo>
                  <a:lnTo>
                    <a:pt x="1121" y="296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911253" y="5746177"/>
              <a:ext cx="25265" cy="24307"/>
            </a:xfrm>
            <a:custGeom>
              <a:avLst/>
              <a:pathLst>
                <a:path w="25265" h="24307">
                  <a:moveTo>
                    <a:pt x="0" y="10250"/>
                  </a:moveTo>
                  <a:lnTo>
                    <a:pt x="1548" y="6634"/>
                  </a:lnTo>
                  <a:lnTo>
                    <a:pt x="5788" y="4384"/>
                  </a:lnTo>
                  <a:lnTo>
                    <a:pt x="11929" y="5963"/>
                  </a:lnTo>
                  <a:lnTo>
                    <a:pt x="18307" y="1893"/>
                  </a:lnTo>
                  <a:lnTo>
                    <a:pt x="20813" y="0"/>
                  </a:lnTo>
                  <a:lnTo>
                    <a:pt x="25265" y="864"/>
                  </a:lnTo>
                  <a:lnTo>
                    <a:pt x="24922" y="5992"/>
                  </a:lnTo>
                  <a:lnTo>
                    <a:pt x="19733" y="11241"/>
                  </a:lnTo>
                  <a:lnTo>
                    <a:pt x="18673" y="14854"/>
                  </a:lnTo>
                  <a:lnTo>
                    <a:pt x="13993" y="12287"/>
                  </a:lnTo>
                  <a:lnTo>
                    <a:pt x="11976" y="14578"/>
                  </a:lnTo>
                  <a:lnTo>
                    <a:pt x="13704" y="19781"/>
                  </a:lnTo>
                  <a:lnTo>
                    <a:pt x="12492" y="23435"/>
                  </a:lnTo>
                  <a:lnTo>
                    <a:pt x="7705" y="21326"/>
                  </a:lnTo>
                  <a:lnTo>
                    <a:pt x="4883" y="21960"/>
                  </a:lnTo>
                  <a:lnTo>
                    <a:pt x="1884" y="24307"/>
                  </a:lnTo>
                  <a:lnTo>
                    <a:pt x="875" y="1824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897256" y="5511114"/>
              <a:ext cx="12870" cy="18611"/>
            </a:xfrm>
            <a:custGeom>
              <a:avLst/>
              <a:pathLst>
                <a:path w="12870" h="18611">
                  <a:moveTo>
                    <a:pt x="0" y="12597"/>
                  </a:moveTo>
                  <a:lnTo>
                    <a:pt x="658" y="7931"/>
                  </a:lnTo>
                  <a:lnTo>
                    <a:pt x="5115" y="4858"/>
                  </a:lnTo>
                  <a:lnTo>
                    <a:pt x="12135" y="0"/>
                  </a:lnTo>
                  <a:lnTo>
                    <a:pt x="12870" y="2612"/>
                  </a:lnTo>
                  <a:lnTo>
                    <a:pt x="6523" y="16496"/>
                  </a:lnTo>
                  <a:lnTo>
                    <a:pt x="3903" y="18399"/>
                  </a:lnTo>
                  <a:lnTo>
                    <a:pt x="167" y="1861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90342" y="5763152"/>
              <a:ext cx="4245" cy="4404"/>
            </a:xfrm>
            <a:custGeom>
              <a:avLst/>
              <a:pathLst>
                <a:path w="4245" h="4404">
                  <a:moveTo>
                    <a:pt x="808" y="305"/>
                  </a:moveTo>
                  <a:lnTo>
                    <a:pt x="3278" y="0"/>
                  </a:lnTo>
                  <a:lnTo>
                    <a:pt x="4245" y="137"/>
                  </a:lnTo>
                  <a:lnTo>
                    <a:pt x="3895" y="4404"/>
                  </a:lnTo>
                  <a:lnTo>
                    <a:pt x="0" y="299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881360" y="5759554"/>
              <a:ext cx="6163" cy="5051"/>
            </a:xfrm>
            <a:custGeom>
              <a:avLst/>
              <a:pathLst>
                <a:path w="6163" h="5051">
                  <a:moveTo>
                    <a:pt x="0" y="1494"/>
                  </a:moveTo>
                  <a:lnTo>
                    <a:pt x="6163" y="0"/>
                  </a:lnTo>
                  <a:lnTo>
                    <a:pt x="5003" y="4515"/>
                  </a:lnTo>
                  <a:lnTo>
                    <a:pt x="316" y="505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40905" y="5811925"/>
              <a:ext cx="18925" cy="12176"/>
            </a:xfrm>
            <a:custGeom>
              <a:avLst/>
              <a:pathLst>
                <a:path w="18925" h="12176">
                  <a:moveTo>
                    <a:pt x="488" y="0"/>
                  </a:moveTo>
                  <a:lnTo>
                    <a:pt x="10046" y="4668"/>
                  </a:lnTo>
                  <a:lnTo>
                    <a:pt x="18925" y="8168"/>
                  </a:lnTo>
                  <a:lnTo>
                    <a:pt x="17393" y="10496"/>
                  </a:lnTo>
                  <a:lnTo>
                    <a:pt x="14586" y="12176"/>
                  </a:lnTo>
                  <a:lnTo>
                    <a:pt x="9350" y="10181"/>
                  </a:lnTo>
                  <a:lnTo>
                    <a:pt x="3800" y="9806"/>
                  </a:lnTo>
                  <a:lnTo>
                    <a:pt x="0" y="599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740841" y="5828473"/>
              <a:ext cx="30672" cy="12232"/>
            </a:xfrm>
            <a:custGeom>
              <a:avLst/>
              <a:pathLst>
                <a:path w="30672" h="12232">
                  <a:moveTo>
                    <a:pt x="0" y="10568"/>
                  </a:moveTo>
                  <a:lnTo>
                    <a:pt x="4931" y="8529"/>
                  </a:lnTo>
                  <a:lnTo>
                    <a:pt x="11814" y="6510"/>
                  </a:lnTo>
                  <a:lnTo>
                    <a:pt x="16940" y="5793"/>
                  </a:lnTo>
                  <a:lnTo>
                    <a:pt x="21815" y="5862"/>
                  </a:lnTo>
                  <a:lnTo>
                    <a:pt x="26386" y="1859"/>
                  </a:lnTo>
                  <a:lnTo>
                    <a:pt x="28460" y="0"/>
                  </a:lnTo>
                  <a:lnTo>
                    <a:pt x="30672" y="311"/>
                  </a:lnTo>
                  <a:lnTo>
                    <a:pt x="28757" y="4720"/>
                  </a:lnTo>
                  <a:lnTo>
                    <a:pt x="23711" y="11199"/>
                  </a:lnTo>
                  <a:lnTo>
                    <a:pt x="18862" y="10055"/>
                  </a:lnTo>
                  <a:lnTo>
                    <a:pt x="11538" y="11935"/>
                  </a:lnTo>
                  <a:lnTo>
                    <a:pt x="1692" y="1223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22228" y="5821098"/>
              <a:ext cx="26693" cy="17751"/>
            </a:xfrm>
            <a:custGeom>
              <a:avLst/>
              <a:pathLst>
                <a:path w="26693" h="17751">
                  <a:moveTo>
                    <a:pt x="1920" y="6688"/>
                  </a:moveTo>
                  <a:lnTo>
                    <a:pt x="5673" y="4481"/>
                  </a:lnTo>
                  <a:lnTo>
                    <a:pt x="9009" y="5196"/>
                  </a:lnTo>
                  <a:lnTo>
                    <a:pt x="17929" y="0"/>
                  </a:lnTo>
                  <a:lnTo>
                    <a:pt x="23288" y="679"/>
                  </a:lnTo>
                  <a:lnTo>
                    <a:pt x="26693" y="7891"/>
                  </a:lnTo>
                  <a:lnTo>
                    <a:pt x="20594" y="13380"/>
                  </a:lnTo>
                  <a:lnTo>
                    <a:pt x="11950" y="15701"/>
                  </a:lnTo>
                  <a:lnTo>
                    <a:pt x="8599" y="17751"/>
                  </a:lnTo>
                  <a:lnTo>
                    <a:pt x="7650" y="15805"/>
                  </a:lnTo>
                  <a:lnTo>
                    <a:pt x="2327" y="16668"/>
                  </a:lnTo>
                  <a:lnTo>
                    <a:pt x="0" y="1093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99964" y="5386821"/>
              <a:ext cx="57402" cy="48226"/>
            </a:xfrm>
            <a:custGeom>
              <a:avLst/>
              <a:pathLst>
                <a:path w="57402" h="48226">
                  <a:moveTo>
                    <a:pt x="0" y="12030"/>
                  </a:moveTo>
                  <a:lnTo>
                    <a:pt x="3681" y="10062"/>
                  </a:lnTo>
                  <a:lnTo>
                    <a:pt x="9966" y="10890"/>
                  </a:lnTo>
                  <a:lnTo>
                    <a:pt x="15219" y="12755"/>
                  </a:lnTo>
                  <a:lnTo>
                    <a:pt x="18148" y="13423"/>
                  </a:lnTo>
                  <a:lnTo>
                    <a:pt x="19275" y="10767"/>
                  </a:lnTo>
                  <a:lnTo>
                    <a:pt x="18686" y="9343"/>
                  </a:lnTo>
                  <a:lnTo>
                    <a:pt x="22766" y="5678"/>
                  </a:lnTo>
                  <a:lnTo>
                    <a:pt x="25694" y="6611"/>
                  </a:lnTo>
                  <a:lnTo>
                    <a:pt x="28011" y="3857"/>
                  </a:lnTo>
                  <a:lnTo>
                    <a:pt x="29944" y="2124"/>
                  </a:lnTo>
                  <a:lnTo>
                    <a:pt x="33390" y="4967"/>
                  </a:lnTo>
                  <a:lnTo>
                    <a:pt x="37575" y="3056"/>
                  </a:lnTo>
                  <a:lnTo>
                    <a:pt x="40616" y="0"/>
                  </a:lnTo>
                  <a:lnTo>
                    <a:pt x="41687" y="5046"/>
                  </a:lnTo>
                  <a:lnTo>
                    <a:pt x="43473" y="8642"/>
                  </a:lnTo>
                  <a:lnTo>
                    <a:pt x="48327" y="7472"/>
                  </a:lnTo>
                  <a:lnTo>
                    <a:pt x="54336" y="11717"/>
                  </a:lnTo>
                  <a:lnTo>
                    <a:pt x="52766" y="15524"/>
                  </a:lnTo>
                  <a:lnTo>
                    <a:pt x="53795" y="18334"/>
                  </a:lnTo>
                  <a:lnTo>
                    <a:pt x="52405" y="20638"/>
                  </a:lnTo>
                  <a:lnTo>
                    <a:pt x="53984" y="23603"/>
                  </a:lnTo>
                  <a:lnTo>
                    <a:pt x="52407" y="27575"/>
                  </a:lnTo>
                  <a:lnTo>
                    <a:pt x="54539" y="31084"/>
                  </a:lnTo>
                  <a:lnTo>
                    <a:pt x="57402" y="36062"/>
                  </a:lnTo>
                  <a:lnTo>
                    <a:pt x="55665" y="39090"/>
                  </a:lnTo>
                  <a:lnTo>
                    <a:pt x="51686" y="40437"/>
                  </a:lnTo>
                  <a:lnTo>
                    <a:pt x="49790" y="39041"/>
                  </a:lnTo>
                  <a:lnTo>
                    <a:pt x="46943" y="40927"/>
                  </a:lnTo>
                  <a:lnTo>
                    <a:pt x="43041" y="40377"/>
                  </a:lnTo>
                  <a:lnTo>
                    <a:pt x="39693" y="42285"/>
                  </a:lnTo>
                  <a:lnTo>
                    <a:pt x="39419" y="46768"/>
                  </a:lnTo>
                  <a:lnTo>
                    <a:pt x="35982" y="48226"/>
                  </a:lnTo>
                  <a:lnTo>
                    <a:pt x="33722" y="43626"/>
                  </a:lnTo>
                  <a:lnTo>
                    <a:pt x="31051" y="41395"/>
                  </a:lnTo>
                  <a:lnTo>
                    <a:pt x="26397" y="40303"/>
                  </a:lnTo>
                  <a:lnTo>
                    <a:pt x="21811" y="37504"/>
                  </a:lnTo>
                  <a:lnTo>
                    <a:pt x="17970" y="34549"/>
                  </a:lnTo>
                  <a:lnTo>
                    <a:pt x="13780" y="30311"/>
                  </a:lnTo>
                  <a:lnTo>
                    <a:pt x="10000" y="28234"/>
                  </a:lnTo>
                  <a:lnTo>
                    <a:pt x="5363" y="23867"/>
                  </a:lnTo>
                  <a:lnTo>
                    <a:pt x="2198" y="21616"/>
                  </a:lnTo>
                  <a:lnTo>
                    <a:pt x="2244" y="1737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1140955" y="5852638"/>
              <a:ext cx="5580" cy="6948"/>
            </a:xfrm>
            <a:custGeom>
              <a:avLst/>
              <a:pathLst>
                <a:path w="5580" h="6948">
                  <a:moveTo>
                    <a:pt x="1427" y="0"/>
                  </a:moveTo>
                  <a:lnTo>
                    <a:pt x="4462" y="2198"/>
                  </a:lnTo>
                  <a:lnTo>
                    <a:pt x="5580" y="4221"/>
                  </a:lnTo>
                  <a:lnTo>
                    <a:pt x="3009" y="6948"/>
                  </a:lnTo>
                  <a:lnTo>
                    <a:pt x="1622" y="6690"/>
                  </a:lnTo>
                  <a:lnTo>
                    <a:pt x="0" y="112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656777" y="5837416"/>
              <a:ext cx="66648" cy="50531"/>
            </a:xfrm>
            <a:custGeom>
              <a:avLst/>
              <a:pathLst>
                <a:path w="66648" h="50531">
                  <a:moveTo>
                    <a:pt x="2308" y="43809"/>
                  </a:moveTo>
                  <a:lnTo>
                    <a:pt x="5999" y="40515"/>
                  </a:lnTo>
                  <a:lnTo>
                    <a:pt x="9842" y="40574"/>
                  </a:lnTo>
                  <a:lnTo>
                    <a:pt x="14903" y="37637"/>
                  </a:lnTo>
                  <a:lnTo>
                    <a:pt x="18165" y="37437"/>
                  </a:lnTo>
                  <a:lnTo>
                    <a:pt x="21586" y="35831"/>
                  </a:lnTo>
                  <a:lnTo>
                    <a:pt x="25028" y="32978"/>
                  </a:lnTo>
                  <a:lnTo>
                    <a:pt x="27011" y="31266"/>
                  </a:lnTo>
                  <a:lnTo>
                    <a:pt x="26145" y="27309"/>
                  </a:lnTo>
                  <a:lnTo>
                    <a:pt x="28179" y="25603"/>
                  </a:lnTo>
                  <a:lnTo>
                    <a:pt x="29564" y="23449"/>
                  </a:lnTo>
                  <a:lnTo>
                    <a:pt x="30763" y="20578"/>
                  </a:lnTo>
                  <a:lnTo>
                    <a:pt x="32150" y="17361"/>
                  </a:lnTo>
                  <a:lnTo>
                    <a:pt x="28828" y="13867"/>
                  </a:lnTo>
                  <a:lnTo>
                    <a:pt x="27266" y="11797"/>
                  </a:lnTo>
                  <a:lnTo>
                    <a:pt x="27376" y="8991"/>
                  </a:lnTo>
                  <a:lnTo>
                    <a:pt x="31547" y="3882"/>
                  </a:lnTo>
                  <a:lnTo>
                    <a:pt x="37184" y="1385"/>
                  </a:lnTo>
                  <a:lnTo>
                    <a:pt x="42242" y="0"/>
                  </a:lnTo>
                  <a:lnTo>
                    <a:pt x="45827" y="423"/>
                  </a:lnTo>
                  <a:lnTo>
                    <a:pt x="47845" y="4481"/>
                  </a:lnTo>
                  <a:lnTo>
                    <a:pt x="50694" y="7287"/>
                  </a:lnTo>
                  <a:lnTo>
                    <a:pt x="53353" y="5299"/>
                  </a:lnTo>
                  <a:lnTo>
                    <a:pt x="56345" y="2279"/>
                  </a:lnTo>
                  <a:lnTo>
                    <a:pt x="59711" y="4338"/>
                  </a:lnTo>
                  <a:lnTo>
                    <a:pt x="61147" y="3855"/>
                  </a:lnTo>
                  <a:lnTo>
                    <a:pt x="63114" y="3191"/>
                  </a:lnTo>
                  <a:lnTo>
                    <a:pt x="66648" y="5517"/>
                  </a:lnTo>
                  <a:lnTo>
                    <a:pt x="63469" y="7632"/>
                  </a:lnTo>
                  <a:lnTo>
                    <a:pt x="61620" y="8860"/>
                  </a:lnTo>
                  <a:lnTo>
                    <a:pt x="60099" y="11481"/>
                  </a:lnTo>
                  <a:lnTo>
                    <a:pt x="57551" y="11767"/>
                  </a:lnTo>
                  <a:lnTo>
                    <a:pt x="54357" y="15723"/>
                  </a:lnTo>
                  <a:lnTo>
                    <a:pt x="56843" y="17522"/>
                  </a:lnTo>
                  <a:lnTo>
                    <a:pt x="61978" y="14525"/>
                  </a:lnTo>
                  <a:lnTo>
                    <a:pt x="65151" y="13562"/>
                  </a:lnTo>
                  <a:lnTo>
                    <a:pt x="65697" y="15499"/>
                  </a:lnTo>
                  <a:lnTo>
                    <a:pt x="64096" y="22122"/>
                  </a:lnTo>
                  <a:lnTo>
                    <a:pt x="60186" y="23215"/>
                  </a:lnTo>
                  <a:lnTo>
                    <a:pt x="57334" y="25530"/>
                  </a:lnTo>
                  <a:lnTo>
                    <a:pt x="52691" y="27479"/>
                  </a:lnTo>
                  <a:lnTo>
                    <a:pt x="50257" y="31266"/>
                  </a:lnTo>
                  <a:lnTo>
                    <a:pt x="47528" y="34776"/>
                  </a:lnTo>
                  <a:lnTo>
                    <a:pt x="44687" y="37566"/>
                  </a:lnTo>
                  <a:lnTo>
                    <a:pt x="41181" y="40489"/>
                  </a:lnTo>
                  <a:lnTo>
                    <a:pt x="36379" y="40798"/>
                  </a:lnTo>
                  <a:lnTo>
                    <a:pt x="32061" y="40412"/>
                  </a:lnTo>
                  <a:lnTo>
                    <a:pt x="29045" y="40402"/>
                  </a:lnTo>
                  <a:lnTo>
                    <a:pt x="25648" y="40911"/>
                  </a:lnTo>
                  <a:lnTo>
                    <a:pt x="20907" y="43853"/>
                  </a:lnTo>
                  <a:lnTo>
                    <a:pt x="20251" y="45888"/>
                  </a:lnTo>
                  <a:lnTo>
                    <a:pt x="16168" y="45764"/>
                  </a:lnTo>
                  <a:lnTo>
                    <a:pt x="13435" y="49762"/>
                  </a:lnTo>
                  <a:lnTo>
                    <a:pt x="11551" y="48935"/>
                  </a:lnTo>
                  <a:lnTo>
                    <a:pt x="8412" y="50531"/>
                  </a:lnTo>
                  <a:lnTo>
                    <a:pt x="3784" y="48365"/>
                  </a:lnTo>
                  <a:lnTo>
                    <a:pt x="0" y="4544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1725583" y="4633656"/>
              <a:ext cx="1268029" cy="1183529"/>
            </a:xfrm>
            <a:custGeom>
              <a:avLst/>
              <a:pathLst>
                <a:path w="1268029" h="1183529">
                  <a:moveTo>
                    <a:pt x="0" y="378562"/>
                  </a:moveTo>
                  <a:lnTo>
                    <a:pt x="4506" y="374131"/>
                  </a:lnTo>
                  <a:lnTo>
                    <a:pt x="13503" y="370741"/>
                  </a:lnTo>
                  <a:lnTo>
                    <a:pt x="23738" y="365064"/>
                  </a:lnTo>
                  <a:lnTo>
                    <a:pt x="38232" y="354981"/>
                  </a:lnTo>
                  <a:lnTo>
                    <a:pt x="58250" y="343409"/>
                  </a:lnTo>
                  <a:lnTo>
                    <a:pt x="75169" y="334798"/>
                  </a:lnTo>
                  <a:lnTo>
                    <a:pt x="90611" y="329149"/>
                  </a:lnTo>
                  <a:lnTo>
                    <a:pt x="101402" y="326312"/>
                  </a:lnTo>
                  <a:lnTo>
                    <a:pt x="115598" y="326954"/>
                  </a:lnTo>
                  <a:lnTo>
                    <a:pt x="120828" y="329803"/>
                  </a:lnTo>
                  <a:lnTo>
                    <a:pt x="117362" y="333706"/>
                  </a:lnTo>
                  <a:lnTo>
                    <a:pt x="115213" y="337876"/>
                  </a:lnTo>
                  <a:lnTo>
                    <a:pt x="113048" y="341064"/>
                  </a:lnTo>
                  <a:lnTo>
                    <a:pt x="113116" y="346831"/>
                  </a:lnTo>
                  <a:lnTo>
                    <a:pt x="112959" y="350198"/>
                  </a:lnTo>
                  <a:lnTo>
                    <a:pt x="110678" y="352450"/>
                  </a:lnTo>
                  <a:lnTo>
                    <a:pt x="110669" y="354898"/>
                  </a:lnTo>
                  <a:lnTo>
                    <a:pt x="112934" y="361506"/>
                  </a:lnTo>
                  <a:lnTo>
                    <a:pt x="115411" y="364593"/>
                  </a:lnTo>
                  <a:lnTo>
                    <a:pt x="120608" y="363214"/>
                  </a:lnTo>
                  <a:lnTo>
                    <a:pt x="123731" y="363501"/>
                  </a:lnTo>
                  <a:lnTo>
                    <a:pt x="129281" y="365751"/>
                  </a:lnTo>
                  <a:lnTo>
                    <a:pt x="133152" y="364822"/>
                  </a:lnTo>
                  <a:lnTo>
                    <a:pt x="139465" y="364346"/>
                  </a:lnTo>
                  <a:lnTo>
                    <a:pt x="142456" y="368127"/>
                  </a:lnTo>
                  <a:lnTo>
                    <a:pt x="147537" y="367800"/>
                  </a:lnTo>
                  <a:lnTo>
                    <a:pt x="149797" y="369185"/>
                  </a:lnTo>
                  <a:lnTo>
                    <a:pt x="154936" y="366180"/>
                  </a:lnTo>
                  <a:lnTo>
                    <a:pt x="162286" y="370543"/>
                  </a:lnTo>
                  <a:lnTo>
                    <a:pt x="164091" y="367040"/>
                  </a:lnTo>
                  <a:lnTo>
                    <a:pt x="168616" y="360030"/>
                  </a:lnTo>
                  <a:lnTo>
                    <a:pt x="170532" y="355678"/>
                  </a:lnTo>
                  <a:lnTo>
                    <a:pt x="172235" y="354179"/>
                  </a:lnTo>
                  <a:lnTo>
                    <a:pt x="175819" y="354866"/>
                  </a:lnTo>
                  <a:lnTo>
                    <a:pt x="176211" y="357100"/>
                  </a:lnTo>
                  <a:lnTo>
                    <a:pt x="179239" y="358125"/>
                  </a:lnTo>
                  <a:lnTo>
                    <a:pt x="184504" y="356695"/>
                  </a:lnTo>
                  <a:lnTo>
                    <a:pt x="182398" y="350936"/>
                  </a:lnTo>
                  <a:lnTo>
                    <a:pt x="176747" y="346930"/>
                  </a:lnTo>
                  <a:lnTo>
                    <a:pt x="170511" y="344638"/>
                  </a:lnTo>
                  <a:lnTo>
                    <a:pt x="167527" y="344526"/>
                  </a:lnTo>
                  <a:lnTo>
                    <a:pt x="161756" y="347495"/>
                  </a:lnTo>
                  <a:lnTo>
                    <a:pt x="163575" y="339852"/>
                  </a:lnTo>
                  <a:lnTo>
                    <a:pt x="163535" y="336191"/>
                  </a:lnTo>
                  <a:lnTo>
                    <a:pt x="158327" y="328055"/>
                  </a:lnTo>
                  <a:lnTo>
                    <a:pt x="156924" y="323373"/>
                  </a:lnTo>
                  <a:lnTo>
                    <a:pt x="152815" y="320364"/>
                  </a:lnTo>
                  <a:lnTo>
                    <a:pt x="149158" y="319004"/>
                  </a:lnTo>
                  <a:lnTo>
                    <a:pt x="146719" y="310574"/>
                  </a:lnTo>
                  <a:lnTo>
                    <a:pt x="148043" y="307514"/>
                  </a:lnTo>
                  <a:lnTo>
                    <a:pt x="151143" y="304436"/>
                  </a:lnTo>
                  <a:lnTo>
                    <a:pt x="151263" y="302357"/>
                  </a:lnTo>
                  <a:lnTo>
                    <a:pt x="147286" y="300818"/>
                  </a:lnTo>
                  <a:lnTo>
                    <a:pt x="142184" y="300952"/>
                  </a:lnTo>
                  <a:lnTo>
                    <a:pt x="138304" y="297942"/>
                  </a:lnTo>
                  <a:lnTo>
                    <a:pt x="131507" y="295181"/>
                  </a:lnTo>
                  <a:lnTo>
                    <a:pt x="124633" y="292345"/>
                  </a:lnTo>
                  <a:lnTo>
                    <a:pt x="122063" y="290909"/>
                  </a:lnTo>
                  <a:lnTo>
                    <a:pt x="121817" y="283767"/>
                  </a:lnTo>
                  <a:lnTo>
                    <a:pt x="119960" y="268996"/>
                  </a:lnTo>
                  <a:lnTo>
                    <a:pt x="116953" y="258060"/>
                  </a:lnTo>
                  <a:lnTo>
                    <a:pt x="112739" y="251584"/>
                  </a:lnTo>
                  <a:lnTo>
                    <a:pt x="106784" y="245703"/>
                  </a:lnTo>
                  <a:lnTo>
                    <a:pt x="95404" y="229737"/>
                  </a:lnTo>
                  <a:lnTo>
                    <a:pt x="90300" y="222430"/>
                  </a:lnTo>
                  <a:lnTo>
                    <a:pt x="89305" y="221673"/>
                  </a:lnTo>
                  <a:lnTo>
                    <a:pt x="83084" y="216905"/>
                  </a:lnTo>
                  <a:lnTo>
                    <a:pt x="79032" y="214962"/>
                  </a:lnTo>
                  <a:lnTo>
                    <a:pt x="76964" y="212478"/>
                  </a:lnTo>
                  <a:lnTo>
                    <a:pt x="75128" y="206487"/>
                  </a:lnTo>
                  <a:lnTo>
                    <a:pt x="70698" y="201011"/>
                  </a:lnTo>
                  <a:lnTo>
                    <a:pt x="64606" y="196935"/>
                  </a:lnTo>
                  <a:lnTo>
                    <a:pt x="59234" y="195863"/>
                  </a:lnTo>
                  <a:lnTo>
                    <a:pt x="65568" y="191937"/>
                  </a:lnTo>
                  <a:lnTo>
                    <a:pt x="71916" y="190251"/>
                  </a:lnTo>
                  <a:lnTo>
                    <a:pt x="73754" y="184874"/>
                  </a:lnTo>
                  <a:lnTo>
                    <a:pt x="75908" y="178577"/>
                  </a:lnTo>
                  <a:lnTo>
                    <a:pt x="77886" y="170800"/>
                  </a:lnTo>
                  <a:lnTo>
                    <a:pt x="78722" y="160455"/>
                  </a:lnTo>
                  <a:lnTo>
                    <a:pt x="85354" y="161736"/>
                  </a:lnTo>
                  <a:lnTo>
                    <a:pt x="94170" y="163829"/>
                  </a:lnTo>
                  <a:lnTo>
                    <a:pt x="106803" y="163494"/>
                  </a:lnTo>
                  <a:lnTo>
                    <a:pt x="116949" y="162209"/>
                  </a:lnTo>
                  <a:lnTo>
                    <a:pt x="123170" y="161975"/>
                  </a:lnTo>
                  <a:lnTo>
                    <a:pt x="131025" y="157852"/>
                  </a:lnTo>
                  <a:lnTo>
                    <a:pt x="139861" y="150005"/>
                  </a:lnTo>
                  <a:lnTo>
                    <a:pt x="148556" y="137949"/>
                  </a:lnTo>
                  <a:lnTo>
                    <a:pt x="151557" y="129442"/>
                  </a:lnTo>
                  <a:lnTo>
                    <a:pt x="152966" y="116680"/>
                  </a:lnTo>
                  <a:lnTo>
                    <a:pt x="155654" y="108090"/>
                  </a:lnTo>
                  <a:lnTo>
                    <a:pt x="158117" y="102117"/>
                  </a:lnTo>
                  <a:lnTo>
                    <a:pt x="163224" y="95226"/>
                  </a:lnTo>
                  <a:lnTo>
                    <a:pt x="170575" y="83747"/>
                  </a:lnTo>
                  <a:lnTo>
                    <a:pt x="175603" y="76821"/>
                  </a:lnTo>
                  <a:lnTo>
                    <a:pt x="185415" y="68734"/>
                  </a:lnTo>
                  <a:lnTo>
                    <a:pt x="191503" y="71002"/>
                  </a:lnTo>
                  <a:lnTo>
                    <a:pt x="197663" y="71814"/>
                  </a:lnTo>
                  <a:lnTo>
                    <a:pt x="208173" y="66779"/>
                  </a:lnTo>
                  <a:lnTo>
                    <a:pt x="221738" y="54607"/>
                  </a:lnTo>
                  <a:lnTo>
                    <a:pt x="229704" y="44587"/>
                  </a:lnTo>
                  <a:lnTo>
                    <a:pt x="234718" y="38594"/>
                  </a:lnTo>
                  <a:lnTo>
                    <a:pt x="244939" y="33226"/>
                  </a:lnTo>
                  <a:lnTo>
                    <a:pt x="245860" y="37283"/>
                  </a:lnTo>
                  <a:lnTo>
                    <a:pt x="251171" y="39141"/>
                  </a:lnTo>
                  <a:lnTo>
                    <a:pt x="256976" y="39047"/>
                  </a:lnTo>
                  <a:lnTo>
                    <a:pt x="261370" y="37366"/>
                  </a:lnTo>
                  <a:lnTo>
                    <a:pt x="268331" y="36533"/>
                  </a:lnTo>
                  <a:lnTo>
                    <a:pt x="273930" y="33498"/>
                  </a:lnTo>
                  <a:lnTo>
                    <a:pt x="281386" y="26427"/>
                  </a:lnTo>
                  <a:lnTo>
                    <a:pt x="286724" y="18103"/>
                  </a:lnTo>
                  <a:lnTo>
                    <a:pt x="292578" y="7990"/>
                  </a:lnTo>
                  <a:lnTo>
                    <a:pt x="294645" y="4666"/>
                  </a:lnTo>
                  <a:lnTo>
                    <a:pt x="299668" y="0"/>
                  </a:lnTo>
                  <a:lnTo>
                    <a:pt x="300316" y="3899"/>
                  </a:lnTo>
                  <a:lnTo>
                    <a:pt x="304743" y="6332"/>
                  </a:lnTo>
                  <a:lnTo>
                    <a:pt x="309506" y="7411"/>
                  </a:lnTo>
                  <a:lnTo>
                    <a:pt x="310032" y="11415"/>
                  </a:lnTo>
                  <a:lnTo>
                    <a:pt x="313096" y="10679"/>
                  </a:lnTo>
                  <a:lnTo>
                    <a:pt x="319352" y="11939"/>
                  </a:lnTo>
                  <a:lnTo>
                    <a:pt x="320664" y="16761"/>
                  </a:lnTo>
                  <a:lnTo>
                    <a:pt x="320377" y="19191"/>
                  </a:lnTo>
                  <a:lnTo>
                    <a:pt x="316794" y="22633"/>
                  </a:lnTo>
                  <a:lnTo>
                    <a:pt x="315595" y="25077"/>
                  </a:lnTo>
                  <a:lnTo>
                    <a:pt x="311652" y="26660"/>
                  </a:lnTo>
                  <a:lnTo>
                    <a:pt x="311035" y="29901"/>
                  </a:lnTo>
                  <a:lnTo>
                    <a:pt x="312087" y="34445"/>
                  </a:lnTo>
                  <a:lnTo>
                    <a:pt x="316078" y="35804"/>
                  </a:lnTo>
                  <a:lnTo>
                    <a:pt x="320015" y="34539"/>
                  </a:lnTo>
                  <a:lnTo>
                    <a:pt x="321226" y="31796"/>
                  </a:lnTo>
                  <a:lnTo>
                    <a:pt x="320696" y="28016"/>
                  </a:lnTo>
                  <a:lnTo>
                    <a:pt x="323810" y="24159"/>
                  </a:lnTo>
                  <a:lnTo>
                    <a:pt x="325948" y="18161"/>
                  </a:lnTo>
                  <a:lnTo>
                    <a:pt x="330117" y="13363"/>
                  </a:lnTo>
                  <a:lnTo>
                    <a:pt x="332527" y="14577"/>
                  </a:lnTo>
                  <a:lnTo>
                    <a:pt x="339967" y="22447"/>
                  </a:lnTo>
                  <a:lnTo>
                    <a:pt x="339420" y="26987"/>
                  </a:lnTo>
                  <a:lnTo>
                    <a:pt x="340197" y="35035"/>
                  </a:lnTo>
                  <a:lnTo>
                    <a:pt x="343155" y="34493"/>
                  </a:lnTo>
                  <a:lnTo>
                    <a:pt x="346074" y="34994"/>
                  </a:lnTo>
                  <a:lnTo>
                    <a:pt x="349500" y="37789"/>
                  </a:lnTo>
                  <a:lnTo>
                    <a:pt x="354338" y="29995"/>
                  </a:lnTo>
                  <a:lnTo>
                    <a:pt x="358995" y="29824"/>
                  </a:lnTo>
                  <a:lnTo>
                    <a:pt x="363973" y="28990"/>
                  </a:lnTo>
                  <a:lnTo>
                    <a:pt x="367820" y="26445"/>
                  </a:lnTo>
                  <a:lnTo>
                    <a:pt x="371762" y="26774"/>
                  </a:lnTo>
                  <a:lnTo>
                    <a:pt x="374829" y="28544"/>
                  </a:lnTo>
                  <a:lnTo>
                    <a:pt x="379142" y="28292"/>
                  </a:lnTo>
                  <a:lnTo>
                    <a:pt x="384882" y="29390"/>
                  </a:lnTo>
                  <a:lnTo>
                    <a:pt x="389147" y="31349"/>
                  </a:lnTo>
                  <a:lnTo>
                    <a:pt x="389866" y="33312"/>
                  </a:lnTo>
                  <a:lnTo>
                    <a:pt x="386745" y="37147"/>
                  </a:lnTo>
                  <a:lnTo>
                    <a:pt x="386790" y="40375"/>
                  </a:lnTo>
                  <a:lnTo>
                    <a:pt x="384285" y="41593"/>
                  </a:lnTo>
                  <a:lnTo>
                    <a:pt x="385290" y="46131"/>
                  </a:lnTo>
                  <a:lnTo>
                    <a:pt x="388218" y="46867"/>
                  </a:lnTo>
                  <a:lnTo>
                    <a:pt x="392866" y="47643"/>
                  </a:lnTo>
                  <a:lnTo>
                    <a:pt x="395102" y="48894"/>
                  </a:lnTo>
                  <a:lnTo>
                    <a:pt x="401036" y="49346"/>
                  </a:lnTo>
                  <a:lnTo>
                    <a:pt x="400404" y="52485"/>
                  </a:lnTo>
                  <a:lnTo>
                    <a:pt x="400516" y="57144"/>
                  </a:lnTo>
                  <a:lnTo>
                    <a:pt x="405537" y="56952"/>
                  </a:lnTo>
                  <a:lnTo>
                    <a:pt x="410050" y="58551"/>
                  </a:lnTo>
                  <a:lnTo>
                    <a:pt x="412757" y="59987"/>
                  </a:lnTo>
                  <a:lnTo>
                    <a:pt x="415809" y="55581"/>
                  </a:lnTo>
                  <a:lnTo>
                    <a:pt x="418172" y="53419"/>
                  </a:lnTo>
                  <a:lnTo>
                    <a:pt x="420654" y="52953"/>
                  </a:lnTo>
                  <a:lnTo>
                    <a:pt x="425425" y="51082"/>
                  </a:lnTo>
                  <a:lnTo>
                    <a:pt x="428562" y="52204"/>
                  </a:lnTo>
                  <a:lnTo>
                    <a:pt x="431158" y="54733"/>
                  </a:lnTo>
                  <a:lnTo>
                    <a:pt x="435877" y="52651"/>
                  </a:lnTo>
                  <a:lnTo>
                    <a:pt x="439908" y="47139"/>
                  </a:lnTo>
                  <a:lnTo>
                    <a:pt x="442654" y="47633"/>
                  </a:lnTo>
                  <a:lnTo>
                    <a:pt x="448434" y="45409"/>
                  </a:lnTo>
                  <a:lnTo>
                    <a:pt x="454606" y="46760"/>
                  </a:lnTo>
                  <a:lnTo>
                    <a:pt x="460274" y="49985"/>
                  </a:lnTo>
                  <a:lnTo>
                    <a:pt x="465815" y="48891"/>
                  </a:lnTo>
                  <a:lnTo>
                    <a:pt x="470329" y="53101"/>
                  </a:lnTo>
                  <a:lnTo>
                    <a:pt x="470871" y="56172"/>
                  </a:lnTo>
                  <a:lnTo>
                    <a:pt x="473383" y="56397"/>
                  </a:lnTo>
                  <a:lnTo>
                    <a:pt x="476231" y="52885"/>
                  </a:lnTo>
                  <a:lnTo>
                    <a:pt x="481635" y="54333"/>
                  </a:lnTo>
                  <a:lnTo>
                    <a:pt x="483876" y="55400"/>
                  </a:lnTo>
                  <a:lnTo>
                    <a:pt x="486538" y="60050"/>
                  </a:lnTo>
                  <a:lnTo>
                    <a:pt x="493929" y="60892"/>
                  </a:lnTo>
                  <a:lnTo>
                    <a:pt x="498027" y="58842"/>
                  </a:lnTo>
                  <a:lnTo>
                    <a:pt x="499991" y="62095"/>
                  </a:lnTo>
                  <a:lnTo>
                    <a:pt x="503719" y="61956"/>
                  </a:lnTo>
                  <a:lnTo>
                    <a:pt x="505656" y="58922"/>
                  </a:lnTo>
                  <a:lnTo>
                    <a:pt x="513748" y="57351"/>
                  </a:lnTo>
                  <a:lnTo>
                    <a:pt x="522108" y="57572"/>
                  </a:lnTo>
                  <a:lnTo>
                    <a:pt x="524923" y="58291"/>
                  </a:lnTo>
                  <a:lnTo>
                    <a:pt x="527857" y="55902"/>
                  </a:lnTo>
                  <a:lnTo>
                    <a:pt x="533691" y="60373"/>
                  </a:lnTo>
                  <a:lnTo>
                    <a:pt x="538217" y="62715"/>
                  </a:lnTo>
                  <a:lnTo>
                    <a:pt x="544278" y="64560"/>
                  </a:lnTo>
                  <a:lnTo>
                    <a:pt x="550451" y="65091"/>
                  </a:lnTo>
                  <a:lnTo>
                    <a:pt x="552656" y="63527"/>
                  </a:lnTo>
                  <a:lnTo>
                    <a:pt x="555391" y="63810"/>
                  </a:lnTo>
                  <a:lnTo>
                    <a:pt x="559318" y="58129"/>
                  </a:lnTo>
                  <a:lnTo>
                    <a:pt x="563050" y="56318"/>
                  </a:lnTo>
                  <a:lnTo>
                    <a:pt x="570025" y="49977"/>
                  </a:lnTo>
                  <a:lnTo>
                    <a:pt x="578249" y="46382"/>
                  </a:lnTo>
                  <a:lnTo>
                    <a:pt x="580378" y="46799"/>
                  </a:lnTo>
                  <a:lnTo>
                    <a:pt x="583124" y="44283"/>
                  </a:lnTo>
                  <a:lnTo>
                    <a:pt x="589922" y="46958"/>
                  </a:lnTo>
                  <a:lnTo>
                    <a:pt x="595913" y="48622"/>
                  </a:lnTo>
                  <a:lnTo>
                    <a:pt x="603306" y="52601"/>
                  </a:lnTo>
                  <a:lnTo>
                    <a:pt x="604894" y="55101"/>
                  </a:lnTo>
                  <a:lnTo>
                    <a:pt x="608700" y="55480"/>
                  </a:lnTo>
                  <a:lnTo>
                    <a:pt x="614321" y="58075"/>
                  </a:lnTo>
                  <a:lnTo>
                    <a:pt x="621515" y="59499"/>
                  </a:lnTo>
                  <a:lnTo>
                    <a:pt x="628955" y="64050"/>
                  </a:lnTo>
                  <a:lnTo>
                    <a:pt x="633894" y="63411"/>
                  </a:lnTo>
                  <a:lnTo>
                    <a:pt x="638967" y="64666"/>
                  </a:lnTo>
                  <a:lnTo>
                    <a:pt x="656006" y="140661"/>
                  </a:lnTo>
                  <a:lnTo>
                    <a:pt x="697694" y="316556"/>
                  </a:lnTo>
                  <a:lnTo>
                    <a:pt x="764952" y="576087"/>
                  </a:lnTo>
                  <a:lnTo>
                    <a:pt x="792538" y="675507"/>
                  </a:lnTo>
                  <a:lnTo>
                    <a:pt x="794128" y="681127"/>
                  </a:lnTo>
                  <a:lnTo>
                    <a:pt x="809913" y="681959"/>
                  </a:lnTo>
                  <a:lnTo>
                    <a:pt x="810183" y="675685"/>
                  </a:lnTo>
                  <a:lnTo>
                    <a:pt x="827328" y="679057"/>
                  </a:lnTo>
                  <a:lnTo>
                    <a:pt x="833127" y="665978"/>
                  </a:lnTo>
                  <a:lnTo>
                    <a:pt x="851315" y="658530"/>
                  </a:lnTo>
                  <a:lnTo>
                    <a:pt x="852135" y="660681"/>
                  </a:lnTo>
                  <a:lnTo>
                    <a:pt x="853275" y="677068"/>
                  </a:lnTo>
                  <a:lnTo>
                    <a:pt x="859859" y="681444"/>
                  </a:lnTo>
                  <a:lnTo>
                    <a:pt x="872205" y="683449"/>
                  </a:lnTo>
                  <a:lnTo>
                    <a:pt x="876457" y="690436"/>
                  </a:lnTo>
                  <a:lnTo>
                    <a:pt x="879095" y="692387"/>
                  </a:lnTo>
                  <a:lnTo>
                    <a:pt x="920338" y="714172"/>
                  </a:lnTo>
                  <a:lnTo>
                    <a:pt x="929301" y="729404"/>
                  </a:lnTo>
                  <a:lnTo>
                    <a:pt x="930211" y="734856"/>
                  </a:lnTo>
                  <a:lnTo>
                    <a:pt x="932619" y="733754"/>
                  </a:lnTo>
                  <a:lnTo>
                    <a:pt x="936257" y="725634"/>
                  </a:lnTo>
                  <a:lnTo>
                    <a:pt x="945670" y="712128"/>
                  </a:lnTo>
                  <a:lnTo>
                    <a:pt x="946374" y="710406"/>
                  </a:lnTo>
                  <a:lnTo>
                    <a:pt x="953827" y="707028"/>
                  </a:lnTo>
                  <a:lnTo>
                    <a:pt x="954473" y="699841"/>
                  </a:lnTo>
                  <a:lnTo>
                    <a:pt x="954635" y="698017"/>
                  </a:lnTo>
                  <a:lnTo>
                    <a:pt x="950274" y="686623"/>
                  </a:lnTo>
                  <a:lnTo>
                    <a:pt x="954185" y="686149"/>
                  </a:lnTo>
                  <a:lnTo>
                    <a:pt x="956258" y="679867"/>
                  </a:lnTo>
                  <a:lnTo>
                    <a:pt x="955378" y="677737"/>
                  </a:lnTo>
                  <a:lnTo>
                    <a:pt x="950977" y="676520"/>
                  </a:lnTo>
                  <a:lnTo>
                    <a:pt x="954941" y="671996"/>
                  </a:lnTo>
                  <a:lnTo>
                    <a:pt x="961841" y="667494"/>
                  </a:lnTo>
                  <a:lnTo>
                    <a:pt x="967112" y="660652"/>
                  </a:lnTo>
                  <a:lnTo>
                    <a:pt x="972887" y="653096"/>
                  </a:lnTo>
                  <a:lnTo>
                    <a:pt x="982790" y="656520"/>
                  </a:lnTo>
                  <a:lnTo>
                    <a:pt x="984086" y="658388"/>
                  </a:lnTo>
                  <a:lnTo>
                    <a:pt x="988098" y="659722"/>
                  </a:lnTo>
                  <a:lnTo>
                    <a:pt x="992186" y="662396"/>
                  </a:lnTo>
                  <a:lnTo>
                    <a:pt x="994370" y="668012"/>
                  </a:lnTo>
                  <a:lnTo>
                    <a:pt x="994393" y="671874"/>
                  </a:lnTo>
                  <a:lnTo>
                    <a:pt x="997126" y="673707"/>
                  </a:lnTo>
                  <a:lnTo>
                    <a:pt x="997407" y="676224"/>
                  </a:lnTo>
                  <a:lnTo>
                    <a:pt x="1001044" y="679468"/>
                  </a:lnTo>
                  <a:lnTo>
                    <a:pt x="1009798" y="678169"/>
                  </a:lnTo>
                  <a:lnTo>
                    <a:pt x="1012610" y="681874"/>
                  </a:lnTo>
                  <a:lnTo>
                    <a:pt x="1016904" y="683935"/>
                  </a:lnTo>
                  <a:lnTo>
                    <a:pt x="1019535" y="682827"/>
                  </a:lnTo>
                  <a:lnTo>
                    <a:pt x="1024967" y="687349"/>
                  </a:lnTo>
                  <a:lnTo>
                    <a:pt x="1025772" y="691325"/>
                  </a:lnTo>
                  <a:lnTo>
                    <a:pt x="1028371" y="691230"/>
                  </a:lnTo>
                  <a:lnTo>
                    <a:pt x="1029407" y="693930"/>
                  </a:lnTo>
                  <a:lnTo>
                    <a:pt x="1033369" y="696752"/>
                  </a:lnTo>
                  <a:lnTo>
                    <a:pt x="1049343" y="699379"/>
                  </a:lnTo>
                  <a:lnTo>
                    <a:pt x="1056781" y="705013"/>
                  </a:lnTo>
                  <a:lnTo>
                    <a:pt x="1071351" y="711790"/>
                  </a:lnTo>
                  <a:lnTo>
                    <a:pt x="1069906" y="715574"/>
                  </a:lnTo>
                  <a:lnTo>
                    <a:pt x="1076557" y="721078"/>
                  </a:lnTo>
                  <a:lnTo>
                    <a:pt x="1084947" y="726243"/>
                  </a:lnTo>
                  <a:lnTo>
                    <a:pt x="1092036" y="734181"/>
                  </a:lnTo>
                  <a:lnTo>
                    <a:pt x="1102707" y="740952"/>
                  </a:lnTo>
                  <a:lnTo>
                    <a:pt x="1109932" y="747875"/>
                  </a:lnTo>
                  <a:lnTo>
                    <a:pt x="1115913" y="752799"/>
                  </a:lnTo>
                  <a:lnTo>
                    <a:pt x="1121592" y="757446"/>
                  </a:lnTo>
                  <a:lnTo>
                    <a:pt x="1131872" y="764214"/>
                  </a:lnTo>
                  <a:lnTo>
                    <a:pt x="1139187" y="770700"/>
                  </a:lnTo>
                  <a:lnTo>
                    <a:pt x="1138651" y="779932"/>
                  </a:lnTo>
                  <a:lnTo>
                    <a:pt x="1150130" y="777808"/>
                  </a:lnTo>
                  <a:lnTo>
                    <a:pt x="1152343" y="788703"/>
                  </a:lnTo>
                  <a:lnTo>
                    <a:pt x="1152571" y="789829"/>
                  </a:lnTo>
                  <a:lnTo>
                    <a:pt x="1162689" y="790227"/>
                  </a:lnTo>
                  <a:lnTo>
                    <a:pt x="1163155" y="793879"/>
                  </a:lnTo>
                  <a:lnTo>
                    <a:pt x="1169509" y="802157"/>
                  </a:lnTo>
                  <a:lnTo>
                    <a:pt x="1177410" y="797499"/>
                  </a:lnTo>
                  <a:lnTo>
                    <a:pt x="1183108" y="799638"/>
                  </a:lnTo>
                  <a:lnTo>
                    <a:pt x="1195439" y="801086"/>
                  </a:lnTo>
                  <a:lnTo>
                    <a:pt x="1199293" y="802333"/>
                  </a:lnTo>
                  <a:lnTo>
                    <a:pt x="1209220" y="800087"/>
                  </a:lnTo>
                  <a:lnTo>
                    <a:pt x="1212298" y="800670"/>
                  </a:lnTo>
                  <a:lnTo>
                    <a:pt x="1218292" y="803325"/>
                  </a:lnTo>
                  <a:lnTo>
                    <a:pt x="1224155" y="802502"/>
                  </a:lnTo>
                  <a:lnTo>
                    <a:pt x="1228375" y="807853"/>
                  </a:lnTo>
                  <a:lnTo>
                    <a:pt x="1231430" y="807329"/>
                  </a:lnTo>
                  <a:lnTo>
                    <a:pt x="1235505" y="807549"/>
                  </a:lnTo>
                  <a:lnTo>
                    <a:pt x="1239563" y="803984"/>
                  </a:lnTo>
                  <a:lnTo>
                    <a:pt x="1246392" y="809820"/>
                  </a:lnTo>
                  <a:lnTo>
                    <a:pt x="1248370" y="814633"/>
                  </a:lnTo>
                  <a:lnTo>
                    <a:pt x="1248764" y="821423"/>
                  </a:lnTo>
                  <a:lnTo>
                    <a:pt x="1247980" y="823106"/>
                  </a:lnTo>
                  <a:lnTo>
                    <a:pt x="1248801" y="826016"/>
                  </a:lnTo>
                  <a:lnTo>
                    <a:pt x="1249470" y="828392"/>
                  </a:lnTo>
                  <a:lnTo>
                    <a:pt x="1252056" y="830479"/>
                  </a:lnTo>
                  <a:lnTo>
                    <a:pt x="1255261" y="837778"/>
                  </a:lnTo>
                  <a:lnTo>
                    <a:pt x="1258542" y="841578"/>
                  </a:lnTo>
                  <a:lnTo>
                    <a:pt x="1261879" y="844569"/>
                  </a:lnTo>
                  <a:lnTo>
                    <a:pt x="1265120" y="849808"/>
                  </a:lnTo>
                  <a:lnTo>
                    <a:pt x="1267557" y="851297"/>
                  </a:lnTo>
                  <a:lnTo>
                    <a:pt x="1268029" y="853896"/>
                  </a:lnTo>
                  <a:lnTo>
                    <a:pt x="1266854" y="860224"/>
                  </a:lnTo>
                  <a:lnTo>
                    <a:pt x="1267182" y="866381"/>
                  </a:lnTo>
                  <a:lnTo>
                    <a:pt x="1267792" y="872080"/>
                  </a:lnTo>
                  <a:lnTo>
                    <a:pt x="1266941" y="880429"/>
                  </a:lnTo>
                  <a:lnTo>
                    <a:pt x="1263835" y="890356"/>
                  </a:lnTo>
                  <a:lnTo>
                    <a:pt x="1261174" y="894150"/>
                  </a:lnTo>
                  <a:lnTo>
                    <a:pt x="1262614" y="896379"/>
                  </a:lnTo>
                  <a:lnTo>
                    <a:pt x="1261314" y="898727"/>
                  </a:lnTo>
                  <a:lnTo>
                    <a:pt x="1258516" y="897368"/>
                  </a:lnTo>
                  <a:lnTo>
                    <a:pt x="1255761" y="896393"/>
                  </a:lnTo>
                  <a:lnTo>
                    <a:pt x="1254563" y="898425"/>
                  </a:lnTo>
                  <a:lnTo>
                    <a:pt x="1253702" y="898609"/>
                  </a:lnTo>
                  <a:lnTo>
                    <a:pt x="1250391" y="897408"/>
                  </a:lnTo>
                  <a:lnTo>
                    <a:pt x="1247571" y="892799"/>
                  </a:lnTo>
                  <a:lnTo>
                    <a:pt x="1245769" y="890158"/>
                  </a:lnTo>
                  <a:lnTo>
                    <a:pt x="1244083" y="887895"/>
                  </a:lnTo>
                  <a:lnTo>
                    <a:pt x="1242222" y="887210"/>
                  </a:lnTo>
                  <a:lnTo>
                    <a:pt x="1241334" y="884034"/>
                  </a:lnTo>
                  <a:lnTo>
                    <a:pt x="1239467" y="881511"/>
                  </a:lnTo>
                  <a:lnTo>
                    <a:pt x="1237347" y="880447"/>
                  </a:lnTo>
                  <a:lnTo>
                    <a:pt x="1234875" y="878294"/>
                  </a:lnTo>
                  <a:lnTo>
                    <a:pt x="1233848" y="876672"/>
                  </a:lnTo>
                  <a:lnTo>
                    <a:pt x="1231443" y="877399"/>
                  </a:lnTo>
                  <a:lnTo>
                    <a:pt x="1233011" y="883357"/>
                  </a:lnTo>
                  <a:lnTo>
                    <a:pt x="1234898" y="887304"/>
                  </a:lnTo>
                  <a:lnTo>
                    <a:pt x="1234563" y="891503"/>
                  </a:lnTo>
                  <a:lnTo>
                    <a:pt x="1235976" y="894498"/>
                  </a:lnTo>
                  <a:lnTo>
                    <a:pt x="1238281" y="894919"/>
                  </a:lnTo>
                  <a:lnTo>
                    <a:pt x="1237841" y="899124"/>
                  </a:lnTo>
                  <a:lnTo>
                    <a:pt x="1235569" y="900818"/>
                  </a:lnTo>
                  <a:lnTo>
                    <a:pt x="1230928" y="900283"/>
                  </a:lnTo>
                  <a:lnTo>
                    <a:pt x="1228003" y="899170"/>
                  </a:lnTo>
                  <a:lnTo>
                    <a:pt x="1224510" y="900818"/>
                  </a:lnTo>
                  <a:lnTo>
                    <a:pt x="1223149" y="900325"/>
                  </a:lnTo>
                  <a:lnTo>
                    <a:pt x="1222469" y="897972"/>
                  </a:lnTo>
                  <a:lnTo>
                    <a:pt x="1222048" y="896516"/>
                  </a:lnTo>
                  <a:lnTo>
                    <a:pt x="1219794" y="895271"/>
                  </a:lnTo>
                  <a:lnTo>
                    <a:pt x="1220187" y="891075"/>
                  </a:lnTo>
                  <a:lnTo>
                    <a:pt x="1219127" y="890202"/>
                  </a:lnTo>
                  <a:lnTo>
                    <a:pt x="1216149" y="890773"/>
                  </a:lnTo>
                  <a:lnTo>
                    <a:pt x="1213725" y="891235"/>
                  </a:lnTo>
                  <a:lnTo>
                    <a:pt x="1209061" y="888247"/>
                  </a:lnTo>
                  <a:lnTo>
                    <a:pt x="1205368" y="883222"/>
                  </a:lnTo>
                  <a:lnTo>
                    <a:pt x="1201917" y="875007"/>
                  </a:lnTo>
                  <a:lnTo>
                    <a:pt x="1201251" y="872655"/>
                  </a:lnTo>
                  <a:lnTo>
                    <a:pt x="1195831" y="872147"/>
                  </a:lnTo>
                  <a:lnTo>
                    <a:pt x="1189608" y="871203"/>
                  </a:lnTo>
                  <a:lnTo>
                    <a:pt x="1186280" y="869981"/>
                  </a:lnTo>
                  <a:lnTo>
                    <a:pt x="1184440" y="867399"/>
                  </a:lnTo>
                  <a:lnTo>
                    <a:pt x="1181759" y="863632"/>
                  </a:lnTo>
                  <a:lnTo>
                    <a:pt x="1178726" y="860554"/>
                  </a:lnTo>
                  <a:lnTo>
                    <a:pt x="1181819" y="855405"/>
                  </a:lnTo>
                  <a:lnTo>
                    <a:pt x="1182130" y="850496"/>
                  </a:lnTo>
                  <a:lnTo>
                    <a:pt x="1177509" y="849393"/>
                  </a:lnTo>
                  <a:lnTo>
                    <a:pt x="1173729" y="850765"/>
                  </a:lnTo>
                  <a:lnTo>
                    <a:pt x="1174315" y="855938"/>
                  </a:lnTo>
                  <a:lnTo>
                    <a:pt x="1171119" y="855429"/>
                  </a:lnTo>
                  <a:lnTo>
                    <a:pt x="1167253" y="851476"/>
                  </a:lnTo>
                  <a:lnTo>
                    <a:pt x="1162807" y="845336"/>
                  </a:lnTo>
                  <a:lnTo>
                    <a:pt x="1160683" y="849655"/>
                  </a:lnTo>
                  <a:lnTo>
                    <a:pt x="1154443" y="845835"/>
                  </a:lnTo>
                  <a:lnTo>
                    <a:pt x="1151251" y="839452"/>
                  </a:lnTo>
                  <a:lnTo>
                    <a:pt x="1146554" y="840048"/>
                  </a:lnTo>
                  <a:lnTo>
                    <a:pt x="1145403" y="840476"/>
                  </a:lnTo>
                  <a:lnTo>
                    <a:pt x="1143087" y="839619"/>
                  </a:lnTo>
                  <a:lnTo>
                    <a:pt x="1141150" y="838281"/>
                  </a:lnTo>
                  <a:lnTo>
                    <a:pt x="1138369" y="838106"/>
                  </a:lnTo>
                  <a:lnTo>
                    <a:pt x="1136634" y="837768"/>
                  </a:lnTo>
                  <a:lnTo>
                    <a:pt x="1136236" y="836807"/>
                  </a:lnTo>
                  <a:lnTo>
                    <a:pt x="1136215" y="835921"/>
                  </a:lnTo>
                  <a:lnTo>
                    <a:pt x="1136755" y="829627"/>
                  </a:lnTo>
                  <a:lnTo>
                    <a:pt x="1138906" y="827275"/>
                  </a:lnTo>
                  <a:lnTo>
                    <a:pt x="1142560" y="826243"/>
                  </a:lnTo>
                  <a:lnTo>
                    <a:pt x="1147557" y="822903"/>
                  </a:lnTo>
                  <a:lnTo>
                    <a:pt x="1148975" y="817293"/>
                  </a:lnTo>
                  <a:lnTo>
                    <a:pt x="1150560" y="813955"/>
                  </a:lnTo>
                  <a:lnTo>
                    <a:pt x="1146001" y="810579"/>
                  </a:lnTo>
                  <a:lnTo>
                    <a:pt x="1143812" y="806836"/>
                  </a:lnTo>
                  <a:lnTo>
                    <a:pt x="1143398" y="806156"/>
                  </a:lnTo>
                  <a:lnTo>
                    <a:pt x="1141858" y="803624"/>
                  </a:lnTo>
                  <a:lnTo>
                    <a:pt x="1131563" y="801036"/>
                  </a:lnTo>
                  <a:lnTo>
                    <a:pt x="1124645" y="794044"/>
                  </a:lnTo>
                  <a:lnTo>
                    <a:pt x="1121708" y="791282"/>
                  </a:lnTo>
                  <a:lnTo>
                    <a:pt x="1113480" y="792223"/>
                  </a:lnTo>
                  <a:lnTo>
                    <a:pt x="1109371" y="790339"/>
                  </a:lnTo>
                  <a:lnTo>
                    <a:pt x="1107592" y="792930"/>
                  </a:lnTo>
                  <a:lnTo>
                    <a:pt x="1101704" y="792127"/>
                  </a:lnTo>
                  <a:lnTo>
                    <a:pt x="1097014" y="788066"/>
                  </a:lnTo>
                  <a:lnTo>
                    <a:pt x="1097143" y="783369"/>
                  </a:lnTo>
                  <a:lnTo>
                    <a:pt x="1096048" y="779158"/>
                  </a:lnTo>
                  <a:lnTo>
                    <a:pt x="1091935" y="773248"/>
                  </a:lnTo>
                  <a:lnTo>
                    <a:pt x="1090288" y="769737"/>
                  </a:lnTo>
                  <a:lnTo>
                    <a:pt x="1085804" y="768171"/>
                  </a:lnTo>
                  <a:lnTo>
                    <a:pt x="1082826" y="766073"/>
                  </a:lnTo>
                  <a:lnTo>
                    <a:pt x="1081228" y="760236"/>
                  </a:lnTo>
                  <a:lnTo>
                    <a:pt x="1077945" y="756366"/>
                  </a:lnTo>
                  <a:lnTo>
                    <a:pt x="1077653" y="756021"/>
                  </a:lnTo>
                  <a:lnTo>
                    <a:pt x="1069343" y="749106"/>
                  </a:lnTo>
                  <a:lnTo>
                    <a:pt x="1059757" y="743969"/>
                  </a:lnTo>
                  <a:lnTo>
                    <a:pt x="1056565" y="738721"/>
                  </a:lnTo>
                  <a:lnTo>
                    <a:pt x="1053213" y="736713"/>
                  </a:lnTo>
                  <a:lnTo>
                    <a:pt x="1050494" y="738031"/>
                  </a:lnTo>
                  <a:lnTo>
                    <a:pt x="1045766" y="739232"/>
                  </a:lnTo>
                  <a:lnTo>
                    <a:pt x="1042492" y="739266"/>
                  </a:lnTo>
                  <a:lnTo>
                    <a:pt x="1036745" y="740253"/>
                  </a:lnTo>
                  <a:lnTo>
                    <a:pt x="1029409" y="732779"/>
                  </a:lnTo>
                  <a:lnTo>
                    <a:pt x="1021935" y="731095"/>
                  </a:lnTo>
                  <a:lnTo>
                    <a:pt x="1018134" y="733146"/>
                  </a:lnTo>
                  <a:lnTo>
                    <a:pt x="1016880" y="733821"/>
                  </a:lnTo>
                  <a:lnTo>
                    <a:pt x="1019849" y="738090"/>
                  </a:lnTo>
                  <a:lnTo>
                    <a:pt x="1022051" y="741929"/>
                  </a:lnTo>
                  <a:lnTo>
                    <a:pt x="1020817" y="743671"/>
                  </a:lnTo>
                  <a:lnTo>
                    <a:pt x="1023508" y="749337"/>
                  </a:lnTo>
                  <a:lnTo>
                    <a:pt x="1018186" y="748859"/>
                  </a:lnTo>
                  <a:lnTo>
                    <a:pt x="1015551" y="749515"/>
                  </a:lnTo>
                  <a:lnTo>
                    <a:pt x="1009913" y="744514"/>
                  </a:lnTo>
                  <a:lnTo>
                    <a:pt x="1008687" y="745308"/>
                  </a:lnTo>
                  <a:lnTo>
                    <a:pt x="1005926" y="747093"/>
                  </a:lnTo>
                  <a:lnTo>
                    <a:pt x="1002728" y="748824"/>
                  </a:lnTo>
                  <a:lnTo>
                    <a:pt x="998520" y="745233"/>
                  </a:lnTo>
                  <a:lnTo>
                    <a:pt x="992907" y="748672"/>
                  </a:lnTo>
                  <a:lnTo>
                    <a:pt x="989019" y="750321"/>
                  </a:lnTo>
                  <a:lnTo>
                    <a:pt x="987693" y="753604"/>
                  </a:lnTo>
                  <a:lnTo>
                    <a:pt x="983480" y="757338"/>
                  </a:lnTo>
                  <a:lnTo>
                    <a:pt x="978335" y="760265"/>
                  </a:lnTo>
                  <a:lnTo>
                    <a:pt x="974577" y="760693"/>
                  </a:lnTo>
                  <a:lnTo>
                    <a:pt x="974462" y="763561"/>
                  </a:lnTo>
                  <a:lnTo>
                    <a:pt x="975506" y="765542"/>
                  </a:lnTo>
                  <a:lnTo>
                    <a:pt x="975379" y="767580"/>
                  </a:lnTo>
                  <a:lnTo>
                    <a:pt x="971865" y="768849"/>
                  </a:lnTo>
                  <a:lnTo>
                    <a:pt x="970109" y="765595"/>
                  </a:lnTo>
                  <a:lnTo>
                    <a:pt x="964656" y="764601"/>
                  </a:lnTo>
                  <a:lnTo>
                    <a:pt x="961700" y="761825"/>
                  </a:lnTo>
                  <a:lnTo>
                    <a:pt x="958558" y="760582"/>
                  </a:lnTo>
                  <a:lnTo>
                    <a:pt x="955799" y="762124"/>
                  </a:lnTo>
                  <a:lnTo>
                    <a:pt x="949421" y="760522"/>
                  </a:lnTo>
                  <a:lnTo>
                    <a:pt x="944862" y="759410"/>
                  </a:lnTo>
                  <a:lnTo>
                    <a:pt x="935982" y="755825"/>
                  </a:lnTo>
                  <a:lnTo>
                    <a:pt x="932826" y="755535"/>
                  </a:lnTo>
                  <a:lnTo>
                    <a:pt x="930875" y="752774"/>
                  </a:lnTo>
                  <a:lnTo>
                    <a:pt x="924111" y="749124"/>
                  </a:lnTo>
                  <a:lnTo>
                    <a:pt x="919632" y="746960"/>
                  </a:lnTo>
                  <a:lnTo>
                    <a:pt x="919453" y="745843"/>
                  </a:lnTo>
                  <a:lnTo>
                    <a:pt x="919088" y="743567"/>
                  </a:lnTo>
                  <a:lnTo>
                    <a:pt x="917307" y="741175"/>
                  </a:lnTo>
                  <a:lnTo>
                    <a:pt x="912169" y="737917"/>
                  </a:lnTo>
                  <a:lnTo>
                    <a:pt x="905592" y="734887"/>
                  </a:lnTo>
                  <a:lnTo>
                    <a:pt x="900610" y="734007"/>
                  </a:lnTo>
                  <a:lnTo>
                    <a:pt x="890582" y="733190"/>
                  </a:lnTo>
                  <a:lnTo>
                    <a:pt x="883605" y="730025"/>
                  </a:lnTo>
                  <a:lnTo>
                    <a:pt x="879258" y="728691"/>
                  </a:lnTo>
                  <a:lnTo>
                    <a:pt x="873720" y="727848"/>
                  </a:lnTo>
                  <a:lnTo>
                    <a:pt x="866460" y="726750"/>
                  </a:lnTo>
                  <a:lnTo>
                    <a:pt x="860946" y="725601"/>
                  </a:lnTo>
                  <a:lnTo>
                    <a:pt x="852698" y="722650"/>
                  </a:lnTo>
                  <a:lnTo>
                    <a:pt x="843859" y="719395"/>
                  </a:lnTo>
                  <a:lnTo>
                    <a:pt x="845999" y="713127"/>
                  </a:lnTo>
                  <a:lnTo>
                    <a:pt x="850478" y="710252"/>
                  </a:lnTo>
                  <a:lnTo>
                    <a:pt x="849054" y="705975"/>
                  </a:lnTo>
                  <a:lnTo>
                    <a:pt x="846178" y="698826"/>
                  </a:lnTo>
                  <a:lnTo>
                    <a:pt x="840759" y="699802"/>
                  </a:lnTo>
                  <a:lnTo>
                    <a:pt x="838469" y="702813"/>
                  </a:lnTo>
                  <a:lnTo>
                    <a:pt x="832925" y="707985"/>
                  </a:lnTo>
                  <a:lnTo>
                    <a:pt x="830362" y="710292"/>
                  </a:lnTo>
                  <a:lnTo>
                    <a:pt x="829247" y="714109"/>
                  </a:lnTo>
                  <a:lnTo>
                    <a:pt x="823773" y="715057"/>
                  </a:lnTo>
                  <a:lnTo>
                    <a:pt x="811421" y="716970"/>
                  </a:lnTo>
                  <a:lnTo>
                    <a:pt x="806950" y="716739"/>
                  </a:lnTo>
                  <a:lnTo>
                    <a:pt x="798543" y="714960"/>
                  </a:lnTo>
                  <a:lnTo>
                    <a:pt x="790183" y="713526"/>
                  </a:lnTo>
                  <a:lnTo>
                    <a:pt x="786317" y="710789"/>
                  </a:lnTo>
                  <a:lnTo>
                    <a:pt x="782241" y="709404"/>
                  </a:lnTo>
                  <a:lnTo>
                    <a:pt x="777891" y="710728"/>
                  </a:lnTo>
                  <a:lnTo>
                    <a:pt x="771597" y="709211"/>
                  </a:lnTo>
                  <a:lnTo>
                    <a:pt x="766711" y="709672"/>
                  </a:lnTo>
                  <a:lnTo>
                    <a:pt x="754644" y="709857"/>
                  </a:lnTo>
                  <a:lnTo>
                    <a:pt x="744424" y="711166"/>
                  </a:lnTo>
                  <a:lnTo>
                    <a:pt x="739427" y="712859"/>
                  </a:lnTo>
                  <a:lnTo>
                    <a:pt x="734855" y="715693"/>
                  </a:lnTo>
                  <a:lnTo>
                    <a:pt x="728864" y="718072"/>
                  </a:lnTo>
                  <a:lnTo>
                    <a:pt x="718184" y="722524"/>
                  </a:lnTo>
                  <a:lnTo>
                    <a:pt x="713738" y="725635"/>
                  </a:lnTo>
                  <a:lnTo>
                    <a:pt x="710552" y="728221"/>
                  </a:lnTo>
                  <a:lnTo>
                    <a:pt x="706738" y="727319"/>
                  </a:lnTo>
                  <a:lnTo>
                    <a:pt x="704830" y="725784"/>
                  </a:lnTo>
                  <a:lnTo>
                    <a:pt x="702130" y="722443"/>
                  </a:lnTo>
                  <a:lnTo>
                    <a:pt x="699477" y="721862"/>
                  </a:lnTo>
                  <a:lnTo>
                    <a:pt x="694859" y="724894"/>
                  </a:lnTo>
                  <a:lnTo>
                    <a:pt x="691483" y="721741"/>
                  </a:lnTo>
                  <a:lnTo>
                    <a:pt x="687117" y="720706"/>
                  </a:lnTo>
                  <a:lnTo>
                    <a:pt x="683625" y="719727"/>
                  </a:lnTo>
                  <a:lnTo>
                    <a:pt x="674785" y="720300"/>
                  </a:lnTo>
                  <a:lnTo>
                    <a:pt x="673003" y="716507"/>
                  </a:lnTo>
                  <a:lnTo>
                    <a:pt x="668476" y="715376"/>
                  </a:lnTo>
                  <a:lnTo>
                    <a:pt x="667362" y="717332"/>
                  </a:lnTo>
                  <a:lnTo>
                    <a:pt x="663494" y="717203"/>
                  </a:lnTo>
                  <a:lnTo>
                    <a:pt x="659021" y="715365"/>
                  </a:lnTo>
                  <a:lnTo>
                    <a:pt x="655489" y="718655"/>
                  </a:lnTo>
                  <a:lnTo>
                    <a:pt x="651759" y="720697"/>
                  </a:lnTo>
                  <a:lnTo>
                    <a:pt x="645140" y="718848"/>
                  </a:lnTo>
                  <a:lnTo>
                    <a:pt x="639761" y="717480"/>
                  </a:lnTo>
                  <a:lnTo>
                    <a:pt x="637002" y="719700"/>
                  </a:lnTo>
                  <a:lnTo>
                    <a:pt x="633865" y="721596"/>
                  </a:lnTo>
                  <a:lnTo>
                    <a:pt x="632900" y="722482"/>
                  </a:lnTo>
                  <a:lnTo>
                    <a:pt x="628093" y="724372"/>
                  </a:lnTo>
                  <a:lnTo>
                    <a:pt x="625518" y="727243"/>
                  </a:lnTo>
                  <a:lnTo>
                    <a:pt x="622625" y="731676"/>
                  </a:lnTo>
                  <a:lnTo>
                    <a:pt x="621262" y="731850"/>
                  </a:lnTo>
                  <a:lnTo>
                    <a:pt x="619431" y="729674"/>
                  </a:lnTo>
                  <a:lnTo>
                    <a:pt x="612386" y="730411"/>
                  </a:lnTo>
                  <a:lnTo>
                    <a:pt x="610674" y="734365"/>
                  </a:lnTo>
                  <a:lnTo>
                    <a:pt x="606857" y="740024"/>
                  </a:lnTo>
                  <a:lnTo>
                    <a:pt x="604176" y="745059"/>
                  </a:lnTo>
                  <a:lnTo>
                    <a:pt x="601661" y="752042"/>
                  </a:lnTo>
                  <a:lnTo>
                    <a:pt x="603507" y="755462"/>
                  </a:lnTo>
                  <a:lnTo>
                    <a:pt x="600091" y="756747"/>
                  </a:lnTo>
                  <a:lnTo>
                    <a:pt x="600134" y="760066"/>
                  </a:lnTo>
                  <a:lnTo>
                    <a:pt x="602970" y="761512"/>
                  </a:lnTo>
                  <a:lnTo>
                    <a:pt x="599774" y="764699"/>
                  </a:lnTo>
                  <a:lnTo>
                    <a:pt x="595752" y="767229"/>
                  </a:lnTo>
                  <a:lnTo>
                    <a:pt x="592281" y="769479"/>
                  </a:lnTo>
                  <a:lnTo>
                    <a:pt x="589178" y="772364"/>
                  </a:lnTo>
                  <a:lnTo>
                    <a:pt x="587263" y="771345"/>
                  </a:lnTo>
                  <a:lnTo>
                    <a:pt x="587097" y="767629"/>
                  </a:lnTo>
                  <a:lnTo>
                    <a:pt x="588493" y="764905"/>
                  </a:lnTo>
                  <a:lnTo>
                    <a:pt x="584209" y="759614"/>
                  </a:lnTo>
                  <a:lnTo>
                    <a:pt x="579760" y="760964"/>
                  </a:lnTo>
                  <a:lnTo>
                    <a:pt x="575214" y="763294"/>
                  </a:lnTo>
                  <a:lnTo>
                    <a:pt x="575731" y="760101"/>
                  </a:lnTo>
                  <a:lnTo>
                    <a:pt x="572108" y="756765"/>
                  </a:lnTo>
                  <a:lnTo>
                    <a:pt x="570034" y="761103"/>
                  </a:lnTo>
                  <a:lnTo>
                    <a:pt x="568114" y="764426"/>
                  </a:lnTo>
                  <a:lnTo>
                    <a:pt x="563455" y="766722"/>
                  </a:lnTo>
                  <a:lnTo>
                    <a:pt x="562900" y="766278"/>
                  </a:lnTo>
                  <a:lnTo>
                    <a:pt x="561395" y="765077"/>
                  </a:lnTo>
                  <a:lnTo>
                    <a:pt x="557789" y="765183"/>
                  </a:lnTo>
                  <a:lnTo>
                    <a:pt x="556290" y="767456"/>
                  </a:lnTo>
                  <a:lnTo>
                    <a:pt x="553540" y="765925"/>
                  </a:lnTo>
                  <a:lnTo>
                    <a:pt x="550526" y="767270"/>
                  </a:lnTo>
                  <a:lnTo>
                    <a:pt x="547499" y="765966"/>
                  </a:lnTo>
                  <a:lnTo>
                    <a:pt x="544763" y="768551"/>
                  </a:lnTo>
                  <a:lnTo>
                    <a:pt x="543954" y="773375"/>
                  </a:lnTo>
                  <a:lnTo>
                    <a:pt x="541020" y="776437"/>
                  </a:lnTo>
                  <a:lnTo>
                    <a:pt x="537254" y="772342"/>
                  </a:lnTo>
                  <a:lnTo>
                    <a:pt x="534654" y="776400"/>
                  </a:lnTo>
                  <a:lnTo>
                    <a:pt x="534534" y="780252"/>
                  </a:lnTo>
                  <a:lnTo>
                    <a:pt x="537633" y="781591"/>
                  </a:lnTo>
                  <a:lnTo>
                    <a:pt x="537678" y="786079"/>
                  </a:lnTo>
                  <a:lnTo>
                    <a:pt x="534256" y="784741"/>
                  </a:lnTo>
                  <a:lnTo>
                    <a:pt x="531214" y="787204"/>
                  </a:lnTo>
                  <a:lnTo>
                    <a:pt x="531517" y="792006"/>
                  </a:lnTo>
                  <a:lnTo>
                    <a:pt x="527767" y="788177"/>
                  </a:lnTo>
                  <a:lnTo>
                    <a:pt x="525436" y="789235"/>
                  </a:lnTo>
                  <a:lnTo>
                    <a:pt x="523463" y="793863"/>
                  </a:lnTo>
                  <a:lnTo>
                    <a:pt x="520072" y="799600"/>
                  </a:lnTo>
                  <a:lnTo>
                    <a:pt x="516334" y="806521"/>
                  </a:lnTo>
                  <a:lnTo>
                    <a:pt x="516257" y="809485"/>
                  </a:lnTo>
                  <a:lnTo>
                    <a:pt x="514542" y="811521"/>
                  </a:lnTo>
                  <a:lnTo>
                    <a:pt x="514303" y="815606"/>
                  </a:lnTo>
                  <a:lnTo>
                    <a:pt x="512854" y="815742"/>
                  </a:lnTo>
                  <a:lnTo>
                    <a:pt x="510513" y="810597"/>
                  </a:lnTo>
                  <a:lnTo>
                    <a:pt x="509483" y="808366"/>
                  </a:lnTo>
                  <a:lnTo>
                    <a:pt x="506969" y="809541"/>
                  </a:lnTo>
                  <a:lnTo>
                    <a:pt x="506668" y="813718"/>
                  </a:lnTo>
                  <a:lnTo>
                    <a:pt x="505209" y="819618"/>
                  </a:lnTo>
                  <a:lnTo>
                    <a:pt x="504032" y="820736"/>
                  </a:lnTo>
                  <a:lnTo>
                    <a:pt x="500401" y="818590"/>
                  </a:lnTo>
                  <a:lnTo>
                    <a:pt x="497770" y="820786"/>
                  </a:lnTo>
                  <a:lnTo>
                    <a:pt x="498947" y="823218"/>
                  </a:lnTo>
                  <a:lnTo>
                    <a:pt x="497548" y="825870"/>
                  </a:lnTo>
                  <a:lnTo>
                    <a:pt x="495741" y="826775"/>
                  </a:lnTo>
                  <a:lnTo>
                    <a:pt x="491859" y="828358"/>
                  </a:lnTo>
                  <a:lnTo>
                    <a:pt x="486569" y="828479"/>
                  </a:lnTo>
                  <a:lnTo>
                    <a:pt x="484810" y="828540"/>
                  </a:lnTo>
                  <a:lnTo>
                    <a:pt x="480464" y="827743"/>
                  </a:lnTo>
                  <a:lnTo>
                    <a:pt x="482688" y="834923"/>
                  </a:lnTo>
                  <a:lnTo>
                    <a:pt x="475732" y="839125"/>
                  </a:lnTo>
                  <a:lnTo>
                    <a:pt x="468904" y="836263"/>
                  </a:lnTo>
                  <a:lnTo>
                    <a:pt x="466286" y="830792"/>
                  </a:lnTo>
                  <a:lnTo>
                    <a:pt x="463621" y="827573"/>
                  </a:lnTo>
                  <a:lnTo>
                    <a:pt x="463697" y="822924"/>
                  </a:lnTo>
                  <a:lnTo>
                    <a:pt x="465465" y="817358"/>
                  </a:lnTo>
                  <a:lnTo>
                    <a:pt x="469627" y="813476"/>
                  </a:lnTo>
                  <a:lnTo>
                    <a:pt x="476350" y="808663"/>
                  </a:lnTo>
                  <a:lnTo>
                    <a:pt x="481894" y="804396"/>
                  </a:lnTo>
                  <a:lnTo>
                    <a:pt x="485241" y="799897"/>
                  </a:lnTo>
                  <a:lnTo>
                    <a:pt x="481704" y="795753"/>
                  </a:lnTo>
                  <a:lnTo>
                    <a:pt x="477341" y="799793"/>
                  </a:lnTo>
                  <a:lnTo>
                    <a:pt x="471174" y="800752"/>
                  </a:lnTo>
                  <a:lnTo>
                    <a:pt x="467520" y="798511"/>
                  </a:lnTo>
                  <a:lnTo>
                    <a:pt x="462887" y="793342"/>
                  </a:lnTo>
                  <a:lnTo>
                    <a:pt x="463986" y="787934"/>
                  </a:lnTo>
                  <a:lnTo>
                    <a:pt x="465099" y="782648"/>
                  </a:lnTo>
                  <a:lnTo>
                    <a:pt x="465531" y="776161"/>
                  </a:lnTo>
                  <a:lnTo>
                    <a:pt x="468217" y="769483"/>
                  </a:lnTo>
                  <a:lnTo>
                    <a:pt x="472993" y="760875"/>
                  </a:lnTo>
                  <a:lnTo>
                    <a:pt x="473472" y="754926"/>
                  </a:lnTo>
                  <a:lnTo>
                    <a:pt x="473256" y="749658"/>
                  </a:lnTo>
                  <a:lnTo>
                    <a:pt x="475014" y="748384"/>
                  </a:lnTo>
                  <a:lnTo>
                    <a:pt x="474780" y="740803"/>
                  </a:lnTo>
                  <a:lnTo>
                    <a:pt x="473531" y="736412"/>
                  </a:lnTo>
                  <a:lnTo>
                    <a:pt x="471421" y="731581"/>
                  </a:lnTo>
                  <a:lnTo>
                    <a:pt x="468890" y="726594"/>
                  </a:lnTo>
                  <a:lnTo>
                    <a:pt x="469915" y="724872"/>
                  </a:lnTo>
                  <a:lnTo>
                    <a:pt x="472950" y="721904"/>
                  </a:lnTo>
                  <a:lnTo>
                    <a:pt x="478896" y="719810"/>
                  </a:lnTo>
                  <a:lnTo>
                    <a:pt x="483416" y="714540"/>
                  </a:lnTo>
                  <a:lnTo>
                    <a:pt x="488433" y="707861"/>
                  </a:lnTo>
                  <a:lnTo>
                    <a:pt x="493992" y="702095"/>
                  </a:lnTo>
                  <a:lnTo>
                    <a:pt x="496770" y="699682"/>
                  </a:lnTo>
                  <a:lnTo>
                    <a:pt x="498718" y="700218"/>
                  </a:lnTo>
                  <a:lnTo>
                    <a:pt x="504422" y="707916"/>
                  </a:lnTo>
                  <a:lnTo>
                    <a:pt x="507126" y="708250"/>
                  </a:lnTo>
                  <a:lnTo>
                    <a:pt x="511028" y="708407"/>
                  </a:lnTo>
                  <a:lnTo>
                    <a:pt x="513016" y="703805"/>
                  </a:lnTo>
                  <a:lnTo>
                    <a:pt x="514156" y="701699"/>
                  </a:lnTo>
                  <a:lnTo>
                    <a:pt x="517018" y="698850"/>
                  </a:lnTo>
                  <a:lnTo>
                    <a:pt x="517868" y="698002"/>
                  </a:lnTo>
                  <a:lnTo>
                    <a:pt x="513716" y="694148"/>
                  </a:lnTo>
                  <a:lnTo>
                    <a:pt x="507833" y="690747"/>
                  </a:lnTo>
                  <a:lnTo>
                    <a:pt x="505870" y="690188"/>
                  </a:lnTo>
                  <a:lnTo>
                    <a:pt x="500025" y="692786"/>
                  </a:lnTo>
                  <a:lnTo>
                    <a:pt x="500810" y="690195"/>
                  </a:lnTo>
                  <a:lnTo>
                    <a:pt x="500741" y="688064"/>
                  </a:lnTo>
                  <a:lnTo>
                    <a:pt x="500593" y="683438"/>
                  </a:lnTo>
                  <a:lnTo>
                    <a:pt x="494070" y="685446"/>
                  </a:lnTo>
                  <a:lnTo>
                    <a:pt x="490485" y="684308"/>
                  </a:lnTo>
                  <a:lnTo>
                    <a:pt x="486169" y="685235"/>
                  </a:lnTo>
                  <a:lnTo>
                    <a:pt x="482052" y="688478"/>
                  </a:lnTo>
                  <a:lnTo>
                    <a:pt x="478824" y="690222"/>
                  </a:lnTo>
                  <a:lnTo>
                    <a:pt x="477913" y="691464"/>
                  </a:lnTo>
                  <a:lnTo>
                    <a:pt x="475977" y="694097"/>
                  </a:lnTo>
                  <a:lnTo>
                    <a:pt x="474420" y="699734"/>
                  </a:lnTo>
                  <a:lnTo>
                    <a:pt x="473383" y="702485"/>
                  </a:lnTo>
                  <a:lnTo>
                    <a:pt x="470826" y="703301"/>
                  </a:lnTo>
                  <a:lnTo>
                    <a:pt x="468143" y="705778"/>
                  </a:lnTo>
                  <a:lnTo>
                    <a:pt x="464130" y="706277"/>
                  </a:lnTo>
                  <a:lnTo>
                    <a:pt x="460860" y="709898"/>
                  </a:lnTo>
                  <a:lnTo>
                    <a:pt x="457689" y="714620"/>
                  </a:lnTo>
                  <a:lnTo>
                    <a:pt x="455681" y="718429"/>
                  </a:lnTo>
                  <a:lnTo>
                    <a:pt x="456748" y="721308"/>
                  </a:lnTo>
                  <a:lnTo>
                    <a:pt x="459670" y="726376"/>
                  </a:lnTo>
                  <a:lnTo>
                    <a:pt x="459471" y="727940"/>
                  </a:lnTo>
                  <a:lnTo>
                    <a:pt x="453785" y="727910"/>
                  </a:lnTo>
                  <a:lnTo>
                    <a:pt x="449934" y="732700"/>
                  </a:lnTo>
                  <a:lnTo>
                    <a:pt x="447621" y="738739"/>
                  </a:lnTo>
                  <a:lnTo>
                    <a:pt x="444070" y="742009"/>
                  </a:lnTo>
                  <a:lnTo>
                    <a:pt x="442429" y="746743"/>
                  </a:lnTo>
                  <a:lnTo>
                    <a:pt x="443823" y="750707"/>
                  </a:lnTo>
                  <a:lnTo>
                    <a:pt x="446096" y="751847"/>
                  </a:lnTo>
                  <a:lnTo>
                    <a:pt x="442053" y="755737"/>
                  </a:lnTo>
                  <a:lnTo>
                    <a:pt x="441445" y="759853"/>
                  </a:lnTo>
                  <a:lnTo>
                    <a:pt x="437802" y="763539"/>
                  </a:lnTo>
                  <a:lnTo>
                    <a:pt x="436986" y="766101"/>
                  </a:lnTo>
                  <a:lnTo>
                    <a:pt x="437160" y="768639"/>
                  </a:lnTo>
                  <a:lnTo>
                    <a:pt x="438507" y="772400"/>
                  </a:lnTo>
                  <a:lnTo>
                    <a:pt x="438251" y="777010"/>
                  </a:lnTo>
                  <a:lnTo>
                    <a:pt x="435615" y="782944"/>
                  </a:lnTo>
                  <a:lnTo>
                    <a:pt x="435323" y="786319"/>
                  </a:lnTo>
                  <a:lnTo>
                    <a:pt x="430629" y="790051"/>
                  </a:lnTo>
                  <a:lnTo>
                    <a:pt x="427216" y="790003"/>
                  </a:lnTo>
                  <a:lnTo>
                    <a:pt x="426290" y="793668"/>
                  </a:lnTo>
                  <a:lnTo>
                    <a:pt x="426680" y="799183"/>
                  </a:lnTo>
                  <a:lnTo>
                    <a:pt x="426028" y="803426"/>
                  </a:lnTo>
                  <a:lnTo>
                    <a:pt x="423028" y="806376"/>
                  </a:lnTo>
                  <a:lnTo>
                    <a:pt x="420492" y="808199"/>
                  </a:lnTo>
                  <a:lnTo>
                    <a:pt x="418352" y="808910"/>
                  </a:lnTo>
                  <a:lnTo>
                    <a:pt x="415070" y="808534"/>
                  </a:lnTo>
                  <a:lnTo>
                    <a:pt x="410879" y="809420"/>
                  </a:lnTo>
                  <a:lnTo>
                    <a:pt x="410784" y="811751"/>
                  </a:lnTo>
                  <a:lnTo>
                    <a:pt x="410301" y="814674"/>
                  </a:lnTo>
                  <a:lnTo>
                    <a:pt x="406906" y="815257"/>
                  </a:lnTo>
                  <a:lnTo>
                    <a:pt x="404531" y="816169"/>
                  </a:lnTo>
                  <a:lnTo>
                    <a:pt x="407108" y="821477"/>
                  </a:lnTo>
                  <a:lnTo>
                    <a:pt x="405814" y="823988"/>
                  </a:lnTo>
                  <a:lnTo>
                    <a:pt x="402171" y="824757"/>
                  </a:lnTo>
                  <a:lnTo>
                    <a:pt x="400284" y="826271"/>
                  </a:lnTo>
                  <a:lnTo>
                    <a:pt x="398083" y="827932"/>
                  </a:lnTo>
                  <a:lnTo>
                    <a:pt x="397455" y="832029"/>
                  </a:lnTo>
                  <a:lnTo>
                    <a:pt x="394780" y="835054"/>
                  </a:lnTo>
                  <a:lnTo>
                    <a:pt x="394684" y="840030"/>
                  </a:lnTo>
                  <a:lnTo>
                    <a:pt x="393970" y="843185"/>
                  </a:lnTo>
                  <a:lnTo>
                    <a:pt x="394067" y="846620"/>
                  </a:lnTo>
                  <a:lnTo>
                    <a:pt x="398223" y="849775"/>
                  </a:lnTo>
                  <a:lnTo>
                    <a:pt x="402521" y="849995"/>
                  </a:lnTo>
                  <a:lnTo>
                    <a:pt x="406952" y="848919"/>
                  </a:lnTo>
                  <a:lnTo>
                    <a:pt x="410114" y="848401"/>
                  </a:lnTo>
                  <a:lnTo>
                    <a:pt x="413888" y="853152"/>
                  </a:lnTo>
                  <a:lnTo>
                    <a:pt x="417706" y="853073"/>
                  </a:lnTo>
                  <a:lnTo>
                    <a:pt x="420871" y="855809"/>
                  </a:lnTo>
                  <a:lnTo>
                    <a:pt x="423497" y="858535"/>
                  </a:lnTo>
                  <a:lnTo>
                    <a:pt x="425626" y="861133"/>
                  </a:lnTo>
                  <a:lnTo>
                    <a:pt x="424844" y="862075"/>
                  </a:lnTo>
                  <a:lnTo>
                    <a:pt x="422672" y="864686"/>
                  </a:lnTo>
                  <a:lnTo>
                    <a:pt x="422221" y="870239"/>
                  </a:lnTo>
                  <a:lnTo>
                    <a:pt x="421097" y="872696"/>
                  </a:lnTo>
                  <a:lnTo>
                    <a:pt x="417751" y="874619"/>
                  </a:lnTo>
                  <a:lnTo>
                    <a:pt x="416845" y="878014"/>
                  </a:lnTo>
                  <a:lnTo>
                    <a:pt x="412525" y="880716"/>
                  </a:lnTo>
                  <a:lnTo>
                    <a:pt x="408548" y="880888"/>
                  </a:lnTo>
                  <a:lnTo>
                    <a:pt x="407012" y="884594"/>
                  </a:lnTo>
                  <a:lnTo>
                    <a:pt x="406825" y="889071"/>
                  </a:lnTo>
                  <a:lnTo>
                    <a:pt x="404513" y="889673"/>
                  </a:lnTo>
                  <a:lnTo>
                    <a:pt x="402644" y="893527"/>
                  </a:lnTo>
                  <a:lnTo>
                    <a:pt x="405828" y="896632"/>
                  </a:lnTo>
                  <a:lnTo>
                    <a:pt x="403189" y="899580"/>
                  </a:lnTo>
                  <a:lnTo>
                    <a:pt x="402771" y="904694"/>
                  </a:lnTo>
                  <a:lnTo>
                    <a:pt x="401909" y="909625"/>
                  </a:lnTo>
                  <a:lnTo>
                    <a:pt x="399939" y="915307"/>
                  </a:lnTo>
                  <a:lnTo>
                    <a:pt x="396327" y="918584"/>
                  </a:lnTo>
                  <a:lnTo>
                    <a:pt x="392032" y="921704"/>
                  </a:lnTo>
                  <a:lnTo>
                    <a:pt x="388822" y="924330"/>
                  </a:lnTo>
                  <a:lnTo>
                    <a:pt x="382805" y="925988"/>
                  </a:lnTo>
                  <a:lnTo>
                    <a:pt x="378923" y="924667"/>
                  </a:lnTo>
                  <a:lnTo>
                    <a:pt x="374126" y="927086"/>
                  </a:lnTo>
                  <a:lnTo>
                    <a:pt x="371352" y="930504"/>
                  </a:lnTo>
                  <a:lnTo>
                    <a:pt x="373593" y="933774"/>
                  </a:lnTo>
                  <a:lnTo>
                    <a:pt x="372680" y="936580"/>
                  </a:lnTo>
                  <a:lnTo>
                    <a:pt x="367069" y="939960"/>
                  </a:lnTo>
                  <a:lnTo>
                    <a:pt x="367093" y="944520"/>
                  </a:lnTo>
                  <a:lnTo>
                    <a:pt x="365078" y="947730"/>
                  </a:lnTo>
                  <a:lnTo>
                    <a:pt x="359646" y="944984"/>
                  </a:lnTo>
                  <a:lnTo>
                    <a:pt x="356084" y="944102"/>
                  </a:lnTo>
                  <a:lnTo>
                    <a:pt x="356468" y="950338"/>
                  </a:lnTo>
                  <a:lnTo>
                    <a:pt x="356179" y="952578"/>
                  </a:lnTo>
                  <a:lnTo>
                    <a:pt x="353150" y="954420"/>
                  </a:lnTo>
                  <a:lnTo>
                    <a:pt x="353400" y="960254"/>
                  </a:lnTo>
                  <a:lnTo>
                    <a:pt x="347324" y="961728"/>
                  </a:lnTo>
                  <a:lnTo>
                    <a:pt x="342936" y="962726"/>
                  </a:lnTo>
                  <a:lnTo>
                    <a:pt x="344549" y="967805"/>
                  </a:lnTo>
                  <a:lnTo>
                    <a:pt x="341950" y="968804"/>
                  </a:lnTo>
                  <a:lnTo>
                    <a:pt x="337563" y="968736"/>
                  </a:lnTo>
                  <a:lnTo>
                    <a:pt x="333020" y="972186"/>
                  </a:lnTo>
                  <a:lnTo>
                    <a:pt x="334277" y="976602"/>
                  </a:lnTo>
                  <a:lnTo>
                    <a:pt x="334588" y="982736"/>
                  </a:lnTo>
                  <a:lnTo>
                    <a:pt x="335280" y="987286"/>
                  </a:lnTo>
                  <a:lnTo>
                    <a:pt x="335044" y="987614"/>
                  </a:lnTo>
                  <a:lnTo>
                    <a:pt x="331952" y="991904"/>
                  </a:lnTo>
                  <a:lnTo>
                    <a:pt x="331026" y="995542"/>
                  </a:lnTo>
                  <a:lnTo>
                    <a:pt x="329084" y="1001531"/>
                  </a:lnTo>
                  <a:lnTo>
                    <a:pt x="326033" y="1001082"/>
                  </a:lnTo>
                  <a:lnTo>
                    <a:pt x="323796" y="1001703"/>
                  </a:lnTo>
                  <a:lnTo>
                    <a:pt x="320136" y="1008186"/>
                  </a:lnTo>
                  <a:lnTo>
                    <a:pt x="316237" y="1006857"/>
                  </a:lnTo>
                  <a:lnTo>
                    <a:pt x="313035" y="1009537"/>
                  </a:lnTo>
                  <a:lnTo>
                    <a:pt x="311958" y="1012827"/>
                  </a:lnTo>
                  <a:lnTo>
                    <a:pt x="308547" y="1017866"/>
                  </a:lnTo>
                  <a:lnTo>
                    <a:pt x="304664" y="1015590"/>
                  </a:lnTo>
                  <a:lnTo>
                    <a:pt x="300634" y="1017650"/>
                  </a:lnTo>
                  <a:lnTo>
                    <a:pt x="296648" y="1019575"/>
                  </a:lnTo>
                  <a:lnTo>
                    <a:pt x="295771" y="1023141"/>
                  </a:lnTo>
                  <a:lnTo>
                    <a:pt x="299954" y="1027136"/>
                  </a:lnTo>
                  <a:lnTo>
                    <a:pt x="298559" y="1029050"/>
                  </a:lnTo>
                  <a:lnTo>
                    <a:pt x="294769" y="1028934"/>
                  </a:lnTo>
                  <a:lnTo>
                    <a:pt x="292428" y="1029875"/>
                  </a:lnTo>
                  <a:lnTo>
                    <a:pt x="290663" y="1026913"/>
                  </a:lnTo>
                  <a:lnTo>
                    <a:pt x="288054" y="1025804"/>
                  </a:lnTo>
                  <a:lnTo>
                    <a:pt x="283808" y="1027925"/>
                  </a:lnTo>
                  <a:lnTo>
                    <a:pt x="285875" y="1033169"/>
                  </a:lnTo>
                  <a:lnTo>
                    <a:pt x="287950" y="1036754"/>
                  </a:lnTo>
                  <a:lnTo>
                    <a:pt x="286462" y="1040852"/>
                  </a:lnTo>
                  <a:lnTo>
                    <a:pt x="282792" y="1039610"/>
                  </a:lnTo>
                  <a:lnTo>
                    <a:pt x="277454" y="1040953"/>
                  </a:lnTo>
                  <a:lnTo>
                    <a:pt x="273300" y="1040750"/>
                  </a:lnTo>
                  <a:lnTo>
                    <a:pt x="271889" y="1039759"/>
                  </a:lnTo>
                  <a:lnTo>
                    <a:pt x="268920" y="1040834"/>
                  </a:lnTo>
                  <a:lnTo>
                    <a:pt x="266792" y="1043702"/>
                  </a:lnTo>
                  <a:lnTo>
                    <a:pt x="265404" y="1049741"/>
                  </a:lnTo>
                  <a:lnTo>
                    <a:pt x="268027" y="1050040"/>
                  </a:lnTo>
                  <a:lnTo>
                    <a:pt x="272546" y="1051276"/>
                  </a:lnTo>
                  <a:lnTo>
                    <a:pt x="275480" y="1052679"/>
                  </a:lnTo>
                  <a:lnTo>
                    <a:pt x="278927" y="1056985"/>
                  </a:lnTo>
                  <a:lnTo>
                    <a:pt x="273420" y="1061236"/>
                  </a:lnTo>
                  <a:lnTo>
                    <a:pt x="270412" y="1064061"/>
                  </a:lnTo>
                  <a:lnTo>
                    <a:pt x="270027" y="1068958"/>
                  </a:lnTo>
                  <a:lnTo>
                    <a:pt x="269082" y="1073910"/>
                  </a:lnTo>
                  <a:lnTo>
                    <a:pt x="266394" y="1075048"/>
                  </a:lnTo>
                  <a:lnTo>
                    <a:pt x="261802" y="1074154"/>
                  </a:lnTo>
                  <a:lnTo>
                    <a:pt x="261442" y="1076694"/>
                  </a:lnTo>
                  <a:lnTo>
                    <a:pt x="258079" y="1076754"/>
                  </a:lnTo>
                  <a:lnTo>
                    <a:pt x="252847" y="1077502"/>
                  </a:lnTo>
                  <a:lnTo>
                    <a:pt x="246022" y="1080237"/>
                  </a:lnTo>
                  <a:lnTo>
                    <a:pt x="246719" y="1085808"/>
                  </a:lnTo>
                  <a:lnTo>
                    <a:pt x="236313" y="1094461"/>
                  </a:lnTo>
                  <a:lnTo>
                    <a:pt x="231570" y="1097259"/>
                  </a:lnTo>
                  <a:lnTo>
                    <a:pt x="230695" y="1099763"/>
                  </a:lnTo>
                  <a:lnTo>
                    <a:pt x="230369" y="1100695"/>
                  </a:lnTo>
                  <a:lnTo>
                    <a:pt x="226156" y="1104581"/>
                  </a:lnTo>
                  <a:lnTo>
                    <a:pt x="224847" y="1104837"/>
                  </a:lnTo>
                  <a:lnTo>
                    <a:pt x="223730" y="1101691"/>
                  </a:lnTo>
                  <a:lnTo>
                    <a:pt x="226455" y="1098795"/>
                  </a:lnTo>
                  <a:lnTo>
                    <a:pt x="226299" y="1092143"/>
                  </a:lnTo>
                  <a:lnTo>
                    <a:pt x="227715" y="1088457"/>
                  </a:lnTo>
                  <a:lnTo>
                    <a:pt x="225730" y="1086006"/>
                  </a:lnTo>
                  <a:lnTo>
                    <a:pt x="222483" y="1085109"/>
                  </a:lnTo>
                  <a:lnTo>
                    <a:pt x="219943" y="1088636"/>
                  </a:lnTo>
                  <a:lnTo>
                    <a:pt x="216769" y="1088626"/>
                  </a:lnTo>
                  <a:lnTo>
                    <a:pt x="213654" y="1089435"/>
                  </a:lnTo>
                  <a:lnTo>
                    <a:pt x="212764" y="1094386"/>
                  </a:lnTo>
                  <a:lnTo>
                    <a:pt x="210353" y="1097235"/>
                  </a:lnTo>
                  <a:lnTo>
                    <a:pt x="205190" y="1100086"/>
                  </a:lnTo>
                  <a:lnTo>
                    <a:pt x="201315" y="1102817"/>
                  </a:lnTo>
                  <a:lnTo>
                    <a:pt x="198992" y="1107700"/>
                  </a:lnTo>
                  <a:lnTo>
                    <a:pt x="199134" y="1109561"/>
                  </a:lnTo>
                  <a:lnTo>
                    <a:pt x="197152" y="1111828"/>
                  </a:lnTo>
                  <a:lnTo>
                    <a:pt x="192302" y="1109169"/>
                  </a:lnTo>
                  <a:lnTo>
                    <a:pt x="192010" y="1112870"/>
                  </a:lnTo>
                  <a:lnTo>
                    <a:pt x="187954" y="1113434"/>
                  </a:lnTo>
                  <a:lnTo>
                    <a:pt x="185919" y="1111936"/>
                  </a:lnTo>
                  <a:lnTo>
                    <a:pt x="180939" y="1111953"/>
                  </a:lnTo>
                  <a:lnTo>
                    <a:pt x="177410" y="1116439"/>
                  </a:lnTo>
                  <a:lnTo>
                    <a:pt x="171361" y="1120087"/>
                  </a:lnTo>
                  <a:lnTo>
                    <a:pt x="163063" y="1119765"/>
                  </a:lnTo>
                  <a:lnTo>
                    <a:pt x="161998" y="1117934"/>
                  </a:lnTo>
                  <a:lnTo>
                    <a:pt x="163147" y="1114067"/>
                  </a:lnTo>
                  <a:lnTo>
                    <a:pt x="163336" y="1110127"/>
                  </a:lnTo>
                  <a:lnTo>
                    <a:pt x="166475" y="1105047"/>
                  </a:lnTo>
                  <a:lnTo>
                    <a:pt x="165751" y="1100943"/>
                  </a:lnTo>
                  <a:lnTo>
                    <a:pt x="162566" y="1100501"/>
                  </a:lnTo>
                  <a:lnTo>
                    <a:pt x="158874" y="1101427"/>
                  </a:lnTo>
                  <a:lnTo>
                    <a:pt x="156475" y="1105571"/>
                  </a:lnTo>
                  <a:lnTo>
                    <a:pt x="155088" y="1108780"/>
                  </a:lnTo>
                  <a:lnTo>
                    <a:pt x="155801" y="1116249"/>
                  </a:lnTo>
                  <a:lnTo>
                    <a:pt x="152728" y="1121717"/>
                  </a:lnTo>
                  <a:lnTo>
                    <a:pt x="149790" y="1126041"/>
                  </a:lnTo>
                  <a:lnTo>
                    <a:pt x="151637" y="1132418"/>
                  </a:lnTo>
                  <a:lnTo>
                    <a:pt x="155226" y="1134044"/>
                  </a:lnTo>
                  <a:lnTo>
                    <a:pt x="160445" y="1137645"/>
                  </a:lnTo>
                  <a:lnTo>
                    <a:pt x="161486" y="1140329"/>
                  </a:lnTo>
                  <a:lnTo>
                    <a:pt x="156420" y="1139367"/>
                  </a:lnTo>
                  <a:lnTo>
                    <a:pt x="152815" y="1141150"/>
                  </a:lnTo>
                  <a:lnTo>
                    <a:pt x="148603" y="1137709"/>
                  </a:lnTo>
                  <a:lnTo>
                    <a:pt x="146776" y="1136844"/>
                  </a:lnTo>
                  <a:lnTo>
                    <a:pt x="143382" y="1139439"/>
                  </a:lnTo>
                  <a:lnTo>
                    <a:pt x="140972" y="1137374"/>
                  </a:lnTo>
                  <a:lnTo>
                    <a:pt x="138470" y="1139839"/>
                  </a:lnTo>
                  <a:lnTo>
                    <a:pt x="137501" y="1142483"/>
                  </a:lnTo>
                  <a:lnTo>
                    <a:pt x="137042" y="1147129"/>
                  </a:lnTo>
                  <a:lnTo>
                    <a:pt x="137162" y="1152812"/>
                  </a:lnTo>
                  <a:lnTo>
                    <a:pt x="135575" y="1155611"/>
                  </a:lnTo>
                  <a:lnTo>
                    <a:pt x="133186" y="1155915"/>
                  </a:lnTo>
                  <a:lnTo>
                    <a:pt x="130224" y="1151672"/>
                  </a:lnTo>
                  <a:lnTo>
                    <a:pt x="129902" y="1149290"/>
                  </a:lnTo>
                  <a:lnTo>
                    <a:pt x="130502" y="1141776"/>
                  </a:lnTo>
                  <a:lnTo>
                    <a:pt x="128396" y="1140639"/>
                  </a:lnTo>
                  <a:lnTo>
                    <a:pt x="124953" y="1143863"/>
                  </a:lnTo>
                  <a:lnTo>
                    <a:pt x="124333" y="1146132"/>
                  </a:lnTo>
                  <a:lnTo>
                    <a:pt x="120015" y="1146950"/>
                  </a:lnTo>
                  <a:lnTo>
                    <a:pt x="115530" y="1149025"/>
                  </a:lnTo>
                  <a:lnTo>
                    <a:pt x="112635" y="1147280"/>
                  </a:lnTo>
                  <a:lnTo>
                    <a:pt x="110832" y="1144178"/>
                  </a:lnTo>
                  <a:lnTo>
                    <a:pt x="107194" y="1148775"/>
                  </a:lnTo>
                  <a:lnTo>
                    <a:pt x="104215" y="1151489"/>
                  </a:lnTo>
                  <a:lnTo>
                    <a:pt x="100479" y="1154642"/>
                  </a:lnTo>
                  <a:lnTo>
                    <a:pt x="96956" y="1156515"/>
                  </a:lnTo>
                  <a:lnTo>
                    <a:pt x="99580" y="1158974"/>
                  </a:lnTo>
                  <a:lnTo>
                    <a:pt x="103092" y="1159242"/>
                  </a:lnTo>
                  <a:lnTo>
                    <a:pt x="107346" y="1163780"/>
                  </a:lnTo>
                  <a:lnTo>
                    <a:pt x="108567" y="1168432"/>
                  </a:lnTo>
                  <a:lnTo>
                    <a:pt x="101803" y="1166076"/>
                  </a:lnTo>
                  <a:lnTo>
                    <a:pt x="95697" y="1167119"/>
                  </a:lnTo>
                  <a:lnTo>
                    <a:pt x="89197" y="1169313"/>
                  </a:lnTo>
                  <a:lnTo>
                    <a:pt x="80801" y="1167980"/>
                  </a:lnTo>
                  <a:lnTo>
                    <a:pt x="72300" y="1168373"/>
                  </a:lnTo>
                  <a:lnTo>
                    <a:pt x="64368" y="1171589"/>
                  </a:lnTo>
                  <a:lnTo>
                    <a:pt x="61481" y="1174831"/>
                  </a:lnTo>
                  <a:lnTo>
                    <a:pt x="60947" y="1178968"/>
                  </a:lnTo>
                  <a:lnTo>
                    <a:pt x="57180" y="1181923"/>
                  </a:lnTo>
                  <a:lnTo>
                    <a:pt x="50488" y="1183529"/>
                  </a:lnTo>
                  <a:lnTo>
                    <a:pt x="46717" y="1183072"/>
                  </a:lnTo>
                  <a:lnTo>
                    <a:pt x="42443" y="1180174"/>
                  </a:lnTo>
                  <a:lnTo>
                    <a:pt x="40906" y="1175292"/>
                  </a:lnTo>
                  <a:lnTo>
                    <a:pt x="39443" y="1172817"/>
                  </a:lnTo>
                  <a:lnTo>
                    <a:pt x="39306" y="1169498"/>
                  </a:lnTo>
                  <a:lnTo>
                    <a:pt x="42376" y="1166870"/>
                  </a:lnTo>
                  <a:lnTo>
                    <a:pt x="46815" y="1165389"/>
                  </a:lnTo>
                  <a:lnTo>
                    <a:pt x="49245" y="1161523"/>
                  </a:lnTo>
                  <a:lnTo>
                    <a:pt x="52794" y="1153163"/>
                  </a:lnTo>
                  <a:lnTo>
                    <a:pt x="52827" y="1148182"/>
                  </a:lnTo>
                  <a:lnTo>
                    <a:pt x="57900" y="1145840"/>
                  </a:lnTo>
                  <a:lnTo>
                    <a:pt x="61199" y="1148785"/>
                  </a:lnTo>
                  <a:lnTo>
                    <a:pt x="66182" y="1146466"/>
                  </a:lnTo>
                  <a:lnTo>
                    <a:pt x="69255" y="1143955"/>
                  </a:lnTo>
                  <a:lnTo>
                    <a:pt x="73742" y="1143225"/>
                  </a:lnTo>
                  <a:lnTo>
                    <a:pt x="77294" y="1139489"/>
                  </a:lnTo>
                  <a:lnTo>
                    <a:pt x="81613" y="1138539"/>
                  </a:lnTo>
                  <a:lnTo>
                    <a:pt x="90485" y="1140016"/>
                  </a:lnTo>
                  <a:lnTo>
                    <a:pt x="94060" y="1146230"/>
                  </a:lnTo>
                  <a:lnTo>
                    <a:pt x="97128" y="1144980"/>
                  </a:lnTo>
                  <a:lnTo>
                    <a:pt x="99337" y="1140961"/>
                  </a:lnTo>
                  <a:lnTo>
                    <a:pt x="98037" y="1134346"/>
                  </a:lnTo>
                  <a:lnTo>
                    <a:pt x="104528" y="1130867"/>
                  </a:lnTo>
                  <a:lnTo>
                    <a:pt x="108107" y="1131532"/>
                  </a:lnTo>
                  <a:lnTo>
                    <a:pt x="114188" y="1129914"/>
                  </a:lnTo>
                  <a:lnTo>
                    <a:pt x="112745" y="1126061"/>
                  </a:lnTo>
                  <a:lnTo>
                    <a:pt x="115788" y="1122868"/>
                  </a:lnTo>
                  <a:lnTo>
                    <a:pt x="121789" y="1116528"/>
                  </a:lnTo>
                  <a:lnTo>
                    <a:pt x="124403" y="1111395"/>
                  </a:lnTo>
                  <a:lnTo>
                    <a:pt x="131307" y="1101928"/>
                  </a:lnTo>
                  <a:lnTo>
                    <a:pt x="136314" y="1094602"/>
                  </a:lnTo>
                  <a:lnTo>
                    <a:pt x="139740" y="1092005"/>
                  </a:lnTo>
                  <a:lnTo>
                    <a:pt x="142153" y="1089128"/>
                  </a:lnTo>
                  <a:lnTo>
                    <a:pt x="147430" y="1086256"/>
                  </a:lnTo>
                  <a:lnTo>
                    <a:pt x="150536" y="1082214"/>
                  </a:lnTo>
                  <a:lnTo>
                    <a:pt x="153876" y="1081414"/>
                  </a:lnTo>
                  <a:lnTo>
                    <a:pt x="162986" y="1078030"/>
                  </a:lnTo>
                  <a:lnTo>
                    <a:pt x="173174" y="1074093"/>
                  </a:lnTo>
                  <a:lnTo>
                    <a:pt x="179892" y="1073330"/>
                  </a:lnTo>
                  <a:lnTo>
                    <a:pt x="185427" y="1073335"/>
                  </a:lnTo>
                  <a:lnTo>
                    <a:pt x="185493" y="1078714"/>
                  </a:lnTo>
                  <a:lnTo>
                    <a:pt x="186287" y="1083010"/>
                  </a:lnTo>
                  <a:lnTo>
                    <a:pt x="194432" y="1084566"/>
                  </a:lnTo>
                  <a:lnTo>
                    <a:pt x="196376" y="1084164"/>
                  </a:lnTo>
                  <a:lnTo>
                    <a:pt x="198038" y="1080806"/>
                  </a:lnTo>
                  <a:lnTo>
                    <a:pt x="195217" y="1077822"/>
                  </a:lnTo>
                  <a:lnTo>
                    <a:pt x="193184" y="1076208"/>
                  </a:lnTo>
                  <a:lnTo>
                    <a:pt x="196455" y="1069603"/>
                  </a:lnTo>
                  <a:lnTo>
                    <a:pt x="198975" y="1060436"/>
                  </a:lnTo>
                  <a:lnTo>
                    <a:pt x="199464" y="1055407"/>
                  </a:lnTo>
                  <a:lnTo>
                    <a:pt x="204952" y="1050673"/>
                  </a:lnTo>
                  <a:lnTo>
                    <a:pt x="207459" y="1046921"/>
                  </a:lnTo>
                  <a:lnTo>
                    <a:pt x="212891" y="1043401"/>
                  </a:lnTo>
                  <a:lnTo>
                    <a:pt x="218058" y="1036746"/>
                  </a:lnTo>
                  <a:lnTo>
                    <a:pt x="227932" y="1030816"/>
                  </a:lnTo>
                  <a:lnTo>
                    <a:pt x="238411" y="1022698"/>
                  </a:lnTo>
                  <a:lnTo>
                    <a:pt x="246542" y="1015319"/>
                  </a:lnTo>
                  <a:lnTo>
                    <a:pt x="249396" y="1017540"/>
                  </a:lnTo>
                  <a:lnTo>
                    <a:pt x="250850" y="1018668"/>
                  </a:lnTo>
                  <a:lnTo>
                    <a:pt x="254588" y="1018384"/>
                  </a:lnTo>
                  <a:lnTo>
                    <a:pt x="257565" y="1017250"/>
                  </a:lnTo>
                  <a:lnTo>
                    <a:pt x="257739" y="1014656"/>
                  </a:lnTo>
                  <a:lnTo>
                    <a:pt x="256118" y="1010189"/>
                  </a:lnTo>
                  <a:lnTo>
                    <a:pt x="256041" y="1004798"/>
                  </a:lnTo>
                  <a:lnTo>
                    <a:pt x="260518" y="994612"/>
                  </a:lnTo>
                  <a:lnTo>
                    <a:pt x="267093" y="983933"/>
                  </a:lnTo>
                  <a:lnTo>
                    <a:pt x="269993" y="981031"/>
                  </a:lnTo>
                  <a:lnTo>
                    <a:pt x="274801" y="978353"/>
                  </a:lnTo>
                  <a:lnTo>
                    <a:pt x="279431" y="969838"/>
                  </a:lnTo>
                  <a:lnTo>
                    <a:pt x="284491" y="964664"/>
                  </a:lnTo>
                  <a:lnTo>
                    <a:pt x="287575" y="963349"/>
                  </a:lnTo>
                  <a:lnTo>
                    <a:pt x="287179" y="960143"/>
                  </a:lnTo>
                  <a:lnTo>
                    <a:pt x="286122" y="956869"/>
                  </a:lnTo>
                  <a:lnTo>
                    <a:pt x="286551" y="950118"/>
                  </a:lnTo>
                  <a:lnTo>
                    <a:pt x="287409" y="942029"/>
                  </a:lnTo>
                  <a:lnTo>
                    <a:pt x="287947" y="926622"/>
                  </a:lnTo>
                  <a:lnTo>
                    <a:pt x="289013" y="922392"/>
                  </a:lnTo>
                  <a:lnTo>
                    <a:pt x="291243" y="917469"/>
                  </a:lnTo>
                  <a:lnTo>
                    <a:pt x="288754" y="913374"/>
                  </a:lnTo>
                  <a:lnTo>
                    <a:pt x="288523" y="906406"/>
                  </a:lnTo>
                  <a:lnTo>
                    <a:pt x="290039" y="899099"/>
                  </a:lnTo>
                  <a:lnTo>
                    <a:pt x="295190" y="892961"/>
                  </a:lnTo>
                  <a:lnTo>
                    <a:pt x="297526" y="889288"/>
                  </a:lnTo>
                  <a:lnTo>
                    <a:pt x="300495" y="884605"/>
                  </a:lnTo>
                  <a:lnTo>
                    <a:pt x="302634" y="880336"/>
                  </a:lnTo>
                  <a:lnTo>
                    <a:pt x="304433" y="873484"/>
                  </a:lnTo>
                  <a:lnTo>
                    <a:pt x="303577" y="871663"/>
                  </a:lnTo>
                  <a:lnTo>
                    <a:pt x="300981" y="871575"/>
                  </a:lnTo>
                  <a:lnTo>
                    <a:pt x="300278" y="871551"/>
                  </a:lnTo>
                  <a:lnTo>
                    <a:pt x="297772" y="872948"/>
                  </a:lnTo>
                  <a:lnTo>
                    <a:pt x="291692" y="876319"/>
                  </a:lnTo>
                  <a:lnTo>
                    <a:pt x="285918" y="880392"/>
                  </a:lnTo>
                  <a:lnTo>
                    <a:pt x="279396" y="883992"/>
                  </a:lnTo>
                  <a:lnTo>
                    <a:pt x="267866" y="890599"/>
                  </a:lnTo>
                  <a:lnTo>
                    <a:pt x="264834" y="890359"/>
                  </a:lnTo>
                  <a:lnTo>
                    <a:pt x="261408" y="887291"/>
                  </a:lnTo>
                  <a:lnTo>
                    <a:pt x="259665" y="881554"/>
                  </a:lnTo>
                  <a:lnTo>
                    <a:pt x="258060" y="880075"/>
                  </a:lnTo>
                  <a:lnTo>
                    <a:pt x="253358" y="877906"/>
                  </a:lnTo>
                  <a:lnTo>
                    <a:pt x="254637" y="874064"/>
                  </a:lnTo>
                  <a:lnTo>
                    <a:pt x="251241" y="870377"/>
                  </a:lnTo>
                  <a:lnTo>
                    <a:pt x="246566" y="873765"/>
                  </a:lnTo>
                  <a:lnTo>
                    <a:pt x="246002" y="877947"/>
                  </a:lnTo>
                  <a:lnTo>
                    <a:pt x="246485" y="881501"/>
                  </a:lnTo>
                  <a:lnTo>
                    <a:pt x="244008" y="885632"/>
                  </a:lnTo>
                  <a:lnTo>
                    <a:pt x="245303" y="890445"/>
                  </a:lnTo>
                  <a:lnTo>
                    <a:pt x="249807" y="900395"/>
                  </a:lnTo>
                  <a:lnTo>
                    <a:pt x="247038" y="905694"/>
                  </a:lnTo>
                  <a:lnTo>
                    <a:pt x="244270" y="906974"/>
                  </a:lnTo>
                  <a:lnTo>
                    <a:pt x="238163" y="904829"/>
                  </a:lnTo>
                  <a:lnTo>
                    <a:pt x="232248" y="892334"/>
                  </a:lnTo>
                  <a:lnTo>
                    <a:pt x="225899" y="880477"/>
                  </a:lnTo>
                  <a:lnTo>
                    <a:pt x="221772" y="876320"/>
                  </a:lnTo>
                  <a:lnTo>
                    <a:pt x="218131" y="875550"/>
                  </a:lnTo>
                  <a:lnTo>
                    <a:pt x="219402" y="872765"/>
                  </a:lnTo>
                  <a:lnTo>
                    <a:pt x="218843" y="869481"/>
                  </a:lnTo>
                  <a:lnTo>
                    <a:pt x="215734" y="869654"/>
                  </a:lnTo>
                  <a:lnTo>
                    <a:pt x="214668" y="873419"/>
                  </a:lnTo>
                  <a:lnTo>
                    <a:pt x="213315" y="877061"/>
                  </a:lnTo>
                  <a:lnTo>
                    <a:pt x="209641" y="880166"/>
                  </a:lnTo>
                  <a:lnTo>
                    <a:pt x="207230" y="876274"/>
                  </a:lnTo>
                  <a:lnTo>
                    <a:pt x="201616" y="874139"/>
                  </a:lnTo>
                  <a:lnTo>
                    <a:pt x="198892" y="871676"/>
                  </a:lnTo>
                  <a:lnTo>
                    <a:pt x="195895" y="867962"/>
                  </a:lnTo>
                  <a:lnTo>
                    <a:pt x="197986" y="865128"/>
                  </a:lnTo>
                  <a:lnTo>
                    <a:pt x="195905" y="859792"/>
                  </a:lnTo>
                  <a:lnTo>
                    <a:pt x="189561" y="863908"/>
                  </a:lnTo>
                  <a:lnTo>
                    <a:pt x="182714" y="870162"/>
                  </a:lnTo>
                  <a:lnTo>
                    <a:pt x="179803" y="876586"/>
                  </a:lnTo>
                  <a:lnTo>
                    <a:pt x="178182" y="873104"/>
                  </a:lnTo>
                  <a:lnTo>
                    <a:pt x="174017" y="875064"/>
                  </a:lnTo>
                  <a:lnTo>
                    <a:pt x="173040" y="875742"/>
                  </a:lnTo>
                  <a:lnTo>
                    <a:pt x="171676" y="876688"/>
                  </a:lnTo>
                  <a:lnTo>
                    <a:pt x="166893" y="879992"/>
                  </a:lnTo>
                  <a:lnTo>
                    <a:pt x="163138" y="882362"/>
                  </a:lnTo>
                  <a:lnTo>
                    <a:pt x="163088" y="882612"/>
                  </a:lnTo>
                  <a:lnTo>
                    <a:pt x="162061" y="887727"/>
                  </a:lnTo>
                  <a:lnTo>
                    <a:pt x="156270" y="891459"/>
                  </a:lnTo>
                  <a:lnTo>
                    <a:pt x="149705" y="895457"/>
                  </a:lnTo>
                  <a:lnTo>
                    <a:pt x="148054" y="891162"/>
                  </a:lnTo>
                  <a:lnTo>
                    <a:pt x="140702" y="891308"/>
                  </a:lnTo>
                  <a:lnTo>
                    <a:pt x="135999" y="888240"/>
                  </a:lnTo>
                  <a:lnTo>
                    <a:pt x="141773" y="885595"/>
                  </a:lnTo>
                  <a:lnTo>
                    <a:pt x="147323" y="882553"/>
                  </a:lnTo>
                  <a:lnTo>
                    <a:pt x="149242" y="874761"/>
                  </a:lnTo>
                  <a:lnTo>
                    <a:pt x="147971" y="864502"/>
                  </a:lnTo>
                  <a:lnTo>
                    <a:pt x="144561" y="857243"/>
                  </a:lnTo>
                  <a:lnTo>
                    <a:pt x="141801" y="851485"/>
                  </a:lnTo>
                  <a:lnTo>
                    <a:pt x="140174" y="845802"/>
                  </a:lnTo>
                  <a:lnTo>
                    <a:pt x="141993" y="839945"/>
                  </a:lnTo>
                  <a:lnTo>
                    <a:pt x="146623" y="833483"/>
                  </a:lnTo>
                  <a:lnTo>
                    <a:pt x="148502" y="831034"/>
                  </a:lnTo>
                  <a:lnTo>
                    <a:pt x="151304" y="829523"/>
                  </a:lnTo>
                  <a:lnTo>
                    <a:pt x="149089" y="824161"/>
                  </a:lnTo>
                  <a:lnTo>
                    <a:pt x="145926" y="818208"/>
                  </a:lnTo>
                  <a:lnTo>
                    <a:pt x="145586" y="814759"/>
                  </a:lnTo>
                  <a:lnTo>
                    <a:pt x="140612" y="803945"/>
                  </a:lnTo>
                  <a:lnTo>
                    <a:pt x="138717" y="798921"/>
                  </a:lnTo>
                  <a:lnTo>
                    <a:pt x="137686" y="795548"/>
                  </a:lnTo>
                  <a:lnTo>
                    <a:pt x="135108" y="789197"/>
                  </a:lnTo>
                  <a:lnTo>
                    <a:pt x="130755" y="781224"/>
                  </a:lnTo>
                  <a:lnTo>
                    <a:pt x="128304" y="780597"/>
                  </a:lnTo>
                  <a:lnTo>
                    <a:pt x="126907" y="783637"/>
                  </a:lnTo>
                  <a:lnTo>
                    <a:pt x="126791" y="787244"/>
                  </a:lnTo>
                  <a:lnTo>
                    <a:pt x="126971" y="790833"/>
                  </a:lnTo>
                  <a:lnTo>
                    <a:pt x="126038" y="794443"/>
                  </a:lnTo>
                  <a:lnTo>
                    <a:pt x="122673" y="794594"/>
                  </a:lnTo>
                  <a:lnTo>
                    <a:pt x="119078" y="794388"/>
                  </a:lnTo>
                  <a:lnTo>
                    <a:pt x="116792" y="796972"/>
                  </a:lnTo>
                  <a:lnTo>
                    <a:pt x="112970" y="798597"/>
                  </a:lnTo>
                  <a:lnTo>
                    <a:pt x="105219" y="802611"/>
                  </a:lnTo>
                  <a:lnTo>
                    <a:pt x="96185" y="804550"/>
                  </a:lnTo>
                  <a:lnTo>
                    <a:pt x="86288" y="804922"/>
                  </a:lnTo>
                  <a:lnTo>
                    <a:pt x="81331" y="804001"/>
                  </a:lnTo>
                  <a:lnTo>
                    <a:pt x="75091" y="800603"/>
                  </a:lnTo>
                  <a:lnTo>
                    <a:pt x="72997" y="794172"/>
                  </a:lnTo>
                  <a:lnTo>
                    <a:pt x="74007" y="792316"/>
                  </a:lnTo>
                  <a:lnTo>
                    <a:pt x="75555" y="790358"/>
                  </a:lnTo>
                  <a:lnTo>
                    <a:pt x="71326" y="786151"/>
                  </a:lnTo>
                  <a:lnTo>
                    <a:pt x="67191" y="782189"/>
                  </a:lnTo>
                  <a:lnTo>
                    <a:pt x="64221" y="774751"/>
                  </a:lnTo>
                  <a:lnTo>
                    <a:pt x="61192" y="771994"/>
                  </a:lnTo>
                  <a:lnTo>
                    <a:pt x="58960" y="767465"/>
                  </a:lnTo>
                  <a:lnTo>
                    <a:pt x="56534" y="767430"/>
                  </a:lnTo>
                  <a:lnTo>
                    <a:pt x="50361" y="762910"/>
                  </a:lnTo>
                  <a:lnTo>
                    <a:pt x="46247" y="756598"/>
                  </a:lnTo>
                  <a:lnTo>
                    <a:pt x="48190" y="754855"/>
                  </a:lnTo>
                  <a:lnTo>
                    <a:pt x="49905" y="754268"/>
                  </a:lnTo>
                  <a:lnTo>
                    <a:pt x="51920" y="750458"/>
                  </a:lnTo>
                  <a:lnTo>
                    <a:pt x="51056" y="749348"/>
                  </a:lnTo>
                  <a:lnTo>
                    <a:pt x="47740" y="749787"/>
                  </a:lnTo>
                  <a:lnTo>
                    <a:pt x="44644" y="751893"/>
                  </a:lnTo>
                  <a:lnTo>
                    <a:pt x="42064" y="751573"/>
                  </a:lnTo>
                  <a:lnTo>
                    <a:pt x="39402" y="750758"/>
                  </a:lnTo>
                  <a:lnTo>
                    <a:pt x="37843" y="747497"/>
                  </a:lnTo>
                  <a:lnTo>
                    <a:pt x="39587" y="745511"/>
                  </a:lnTo>
                  <a:lnTo>
                    <a:pt x="44635" y="743942"/>
                  </a:lnTo>
                  <a:lnTo>
                    <a:pt x="49015" y="739117"/>
                  </a:lnTo>
                  <a:lnTo>
                    <a:pt x="51555" y="738318"/>
                  </a:lnTo>
                  <a:lnTo>
                    <a:pt x="51175" y="735029"/>
                  </a:lnTo>
                  <a:lnTo>
                    <a:pt x="50370" y="732980"/>
                  </a:lnTo>
                  <a:lnTo>
                    <a:pt x="50972" y="728405"/>
                  </a:lnTo>
                  <a:lnTo>
                    <a:pt x="49639" y="722917"/>
                  </a:lnTo>
                  <a:lnTo>
                    <a:pt x="48988" y="721948"/>
                  </a:lnTo>
                  <a:lnTo>
                    <a:pt x="46590" y="718364"/>
                  </a:lnTo>
                  <a:lnTo>
                    <a:pt x="48598" y="715912"/>
                  </a:lnTo>
                  <a:lnTo>
                    <a:pt x="51105" y="712715"/>
                  </a:lnTo>
                  <a:lnTo>
                    <a:pt x="48802" y="710143"/>
                  </a:lnTo>
                  <a:lnTo>
                    <a:pt x="47134" y="705914"/>
                  </a:lnTo>
                  <a:lnTo>
                    <a:pt x="43574" y="704217"/>
                  </a:lnTo>
                  <a:lnTo>
                    <a:pt x="41349" y="710356"/>
                  </a:lnTo>
                  <a:lnTo>
                    <a:pt x="39151" y="709859"/>
                  </a:lnTo>
                  <a:lnTo>
                    <a:pt x="36317" y="708911"/>
                  </a:lnTo>
                  <a:lnTo>
                    <a:pt x="33991" y="705447"/>
                  </a:lnTo>
                  <a:lnTo>
                    <a:pt x="34670" y="699140"/>
                  </a:lnTo>
                  <a:lnTo>
                    <a:pt x="35214" y="695617"/>
                  </a:lnTo>
                  <a:lnTo>
                    <a:pt x="30488" y="692864"/>
                  </a:lnTo>
                  <a:lnTo>
                    <a:pt x="29162" y="692956"/>
                  </a:lnTo>
                  <a:lnTo>
                    <a:pt x="27014" y="685875"/>
                  </a:lnTo>
                  <a:lnTo>
                    <a:pt x="28476" y="684044"/>
                  </a:lnTo>
                  <a:lnTo>
                    <a:pt x="31128" y="683009"/>
                  </a:lnTo>
                  <a:lnTo>
                    <a:pt x="32666" y="680376"/>
                  </a:lnTo>
                  <a:lnTo>
                    <a:pt x="29386" y="676767"/>
                  </a:lnTo>
                  <a:lnTo>
                    <a:pt x="28121" y="675123"/>
                  </a:lnTo>
                  <a:lnTo>
                    <a:pt x="25457" y="675993"/>
                  </a:lnTo>
                  <a:lnTo>
                    <a:pt x="22949" y="679027"/>
                  </a:lnTo>
                  <a:lnTo>
                    <a:pt x="20873" y="677344"/>
                  </a:lnTo>
                  <a:lnTo>
                    <a:pt x="19594" y="670434"/>
                  </a:lnTo>
                  <a:lnTo>
                    <a:pt x="22280" y="662504"/>
                  </a:lnTo>
                  <a:lnTo>
                    <a:pt x="25250" y="659840"/>
                  </a:lnTo>
                  <a:lnTo>
                    <a:pt x="24259" y="656372"/>
                  </a:lnTo>
                  <a:lnTo>
                    <a:pt x="28954" y="654410"/>
                  </a:lnTo>
                  <a:lnTo>
                    <a:pt x="32825" y="656507"/>
                  </a:lnTo>
                  <a:lnTo>
                    <a:pt x="37758" y="655534"/>
                  </a:lnTo>
                  <a:lnTo>
                    <a:pt x="37598" y="653590"/>
                  </a:lnTo>
                  <a:lnTo>
                    <a:pt x="35366" y="647070"/>
                  </a:lnTo>
                  <a:lnTo>
                    <a:pt x="35586" y="640459"/>
                  </a:lnTo>
                  <a:lnTo>
                    <a:pt x="38454" y="634815"/>
                  </a:lnTo>
                  <a:lnTo>
                    <a:pt x="45438" y="625422"/>
                  </a:lnTo>
                  <a:lnTo>
                    <a:pt x="51689" y="615825"/>
                  </a:lnTo>
                  <a:lnTo>
                    <a:pt x="57174" y="609641"/>
                  </a:lnTo>
                  <a:lnTo>
                    <a:pt x="58840" y="604436"/>
                  </a:lnTo>
                  <a:lnTo>
                    <a:pt x="61726" y="600467"/>
                  </a:lnTo>
                  <a:lnTo>
                    <a:pt x="65427" y="598914"/>
                  </a:lnTo>
                  <a:lnTo>
                    <a:pt x="65020" y="594142"/>
                  </a:lnTo>
                  <a:lnTo>
                    <a:pt x="64988" y="590297"/>
                  </a:lnTo>
                  <a:lnTo>
                    <a:pt x="67286" y="583599"/>
                  </a:lnTo>
                  <a:lnTo>
                    <a:pt x="71526" y="575625"/>
                  </a:lnTo>
                  <a:lnTo>
                    <a:pt x="74195" y="569452"/>
                  </a:lnTo>
                  <a:lnTo>
                    <a:pt x="79298" y="563567"/>
                  </a:lnTo>
                  <a:lnTo>
                    <a:pt x="86072" y="560718"/>
                  </a:lnTo>
                  <a:lnTo>
                    <a:pt x="90116" y="560302"/>
                  </a:lnTo>
                  <a:lnTo>
                    <a:pt x="95027" y="563537"/>
                  </a:lnTo>
                  <a:lnTo>
                    <a:pt x="99264" y="564517"/>
                  </a:lnTo>
                  <a:lnTo>
                    <a:pt x="102220" y="569837"/>
                  </a:lnTo>
                  <a:lnTo>
                    <a:pt x="104626" y="570429"/>
                  </a:lnTo>
                  <a:lnTo>
                    <a:pt x="110260" y="577734"/>
                  </a:lnTo>
                  <a:lnTo>
                    <a:pt x="117754" y="576794"/>
                  </a:lnTo>
                  <a:lnTo>
                    <a:pt x="121775" y="572694"/>
                  </a:lnTo>
                  <a:lnTo>
                    <a:pt x="124018" y="570435"/>
                  </a:lnTo>
                  <a:lnTo>
                    <a:pt x="124862" y="566862"/>
                  </a:lnTo>
                  <a:lnTo>
                    <a:pt x="127625" y="566396"/>
                  </a:lnTo>
                  <a:lnTo>
                    <a:pt x="131249" y="562202"/>
                  </a:lnTo>
                  <a:lnTo>
                    <a:pt x="133524" y="559559"/>
                  </a:lnTo>
                  <a:lnTo>
                    <a:pt x="136775" y="553228"/>
                  </a:lnTo>
                  <a:lnTo>
                    <a:pt x="138859" y="550169"/>
                  </a:lnTo>
                  <a:lnTo>
                    <a:pt x="133292" y="544000"/>
                  </a:lnTo>
                  <a:lnTo>
                    <a:pt x="129389" y="540910"/>
                  </a:lnTo>
                  <a:lnTo>
                    <a:pt x="132896" y="537773"/>
                  </a:lnTo>
                  <a:lnTo>
                    <a:pt x="138100" y="537423"/>
                  </a:lnTo>
                  <a:lnTo>
                    <a:pt x="141929" y="544158"/>
                  </a:lnTo>
                  <a:lnTo>
                    <a:pt x="146839" y="546383"/>
                  </a:lnTo>
                  <a:lnTo>
                    <a:pt x="149180" y="551247"/>
                  </a:lnTo>
                  <a:lnTo>
                    <a:pt x="157779" y="550324"/>
                  </a:lnTo>
                  <a:lnTo>
                    <a:pt x="164913" y="550955"/>
                  </a:lnTo>
                  <a:lnTo>
                    <a:pt x="171412" y="549089"/>
                  </a:lnTo>
                  <a:lnTo>
                    <a:pt x="174848" y="544170"/>
                  </a:lnTo>
                  <a:lnTo>
                    <a:pt x="183301" y="530995"/>
                  </a:lnTo>
                  <a:lnTo>
                    <a:pt x="183936" y="525688"/>
                  </a:lnTo>
                  <a:lnTo>
                    <a:pt x="180565" y="513673"/>
                  </a:lnTo>
                  <a:lnTo>
                    <a:pt x="179599" y="508866"/>
                  </a:lnTo>
                  <a:lnTo>
                    <a:pt x="179381" y="498021"/>
                  </a:lnTo>
                  <a:lnTo>
                    <a:pt x="173822" y="489185"/>
                  </a:lnTo>
                  <a:lnTo>
                    <a:pt x="171644" y="485262"/>
                  </a:lnTo>
                  <a:lnTo>
                    <a:pt x="165187" y="483245"/>
                  </a:lnTo>
                  <a:lnTo>
                    <a:pt x="166406" y="477424"/>
                  </a:lnTo>
                  <a:lnTo>
                    <a:pt x="168662" y="474618"/>
                  </a:lnTo>
                  <a:lnTo>
                    <a:pt x="173684" y="478418"/>
                  </a:lnTo>
                  <a:lnTo>
                    <a:pt x="179333" y="475484"/>
                  </a:lnTo>
                  <a:lnTo>
                    <a:pt x="184896" y="470185"/>
                  </a:lnTo>
                  <a:lnTo>
                    <a:pt x="185402" y="463328"/>
                  </a:lnTo>
                  <a:lnTo>
                    <a:pt x="181596" y="455812"/>
                  </a:lnTo>
                  <a:lnTo>
                    <a:pt x="177898" y="452364"/>
                  </a:lnTo>
                  <a:lnTo>
                    <a:pt x="176562" y="450298"/>
                  </a:lnTo>
                  <a:lnTo>
                    <a:pt x="174373" y="451260"/>
                  </a:lnTo>
                  <a:lnTo>
                    <a:pt x="171174" y="454891"/>
                  </a:lnTo>
                  <a:lnTo>
                    <a:pt x="169689" y="458823"/>
                  </a:lnTo>
                  <a:lnTo>
                    <a:pt x="165857" y="460049"/>
                  </a:lnTo>
                  <a:lnTo>
                    <a:pt x="162536" y="458265"/>
                  </a:lnTo>
                  <a:lnTo>
                    <a:pt x="159042" y="460011"/>
                  </a:lnTo>
                  <a:lnTo>
                    <a:pt x="156088" y="462664"/>
                  </a:lnTo>
                  <a:lnTo>
                    <a:pt x="151165" y="463575"/>
                  </a:lnTo>
                  <a:lnTo>
                    <a:pt x="147670" y="464825"/>
                  </a:lnTo>
                  <a:lnTo>
                    <a:pt x="146226" y="468482"/>
                  </a:lnTo>
                  <a:lnTo>
                    <a:pt x="137679" y="474205"/>
                  </a:lnTo>
                  <a:lnTo>
                    <a:pt x="135769" y="477683"/>
                  </a:lnTo>
                  <a:lnTo>
                    <a:pt x="134600" y="484250"/>
                  </a:lnTo>
                  <a:lnTo>
                    <a:pt x="130703" y="487683"/>
                  </a:lnTo>
                  <a:lnTo>
                    <a:pt x="129305" y="480311"/>
                  </a:lnTo>
                  <a:lnTo>
                    <a:pt x="129015" y="475841"/>
                  </a:lnTo>
                  <a:lnTo>
                    <a:pt x="126971" y="472693"/>
                  </a:lnTo>
                  <a:lnTo>
                    <a:pt x="124385" y="474142"/>
                  </a:lnTo>
                  <a:lnTo>
                    <a:pt x="124359" y="477061"/>
                  </a:lnTo>
                  <a:lnTo>
                    <a:pt x="122445" y="479763"/>
                  </a:lnTo>
                  <a:lnTo>
                    <a:pt x="121066" y="483610"/>
                  </a:lnTo>
                  <a:lnTo>
                    <a:pt x="118292" y="478155"/>
                  </a:lnTo>
                  <a:lnTo>
                    <a:pt x="114228" y="472989"/>
                  </a:lnTo>
                  <a:lnTo>
                    <a:pt x="107130" y="469323"/>
                  </a:lnTo>
                  <a:lnTo>
                    <a:pt x="103328" y="468568"/>
                  </a:lnTo>
                  <a:lnTo>
                    <a:pt x="99333" y="469892"/>
                  </a:lnTo>
                  <a:lnTo>
                    <a:pt x="94791" y="468553"/>
                  </a:lnTo>
                  <a:lnTo>
                    <a:pt x="90494" y="468372"/>
                  </a:lnTo>
                  <a:lnTo>
                    <a:pt x="83786" y="470899"/>
                  </a:lnTo>
                  <a:lnTo>
                    <a:pt x="76428" y="474933"/>
                  </a:lnTo>
                  <a:lnTo>
                    <a:pt x="71128" y="475481"/>
                  </a:lnTo>
                  <a:lnTo>
                    <a:pt x="63692" y="471348"/>
                  </a:lnTo>
                  <a:lnTo>
                    <a:pt x="50039" y="465532"/>
                  </a:lnTo>
                  <a:lnTo>
                    <a:pt x="39281" y="461094"/>
                  </a:lnTo>
                  <a:lnTo>
                    <a:pt x="35129" y="455726"/>
                  </a:lnTo>
                  <a:lnTo>
                    <a:pt x="34154" y="448188"/>
                  </a:lnTo>
                  <a:lnTo>
                    <a:pt x="34593" y="445256"/>
                  </a:lnTo>
                  <a:lnTo>
                    <a:pt x="36926" y="441628"/>
                  </a:lnTo>
                  <a:lnTo>
                    <a:pt x="36524" y="439372"/>
                  </a:lnTo>
                  <a:lnTo>
                    <a:pt x="33099" y="433732"/>
                  </a:lnTo>
                  <a:lnTo>
                    <a:pt x="30482" y="430837"/>
                  </a:lnTo>
                  <a:lnTo>
                    <a:pt x="29765" y="428143"/>
                  </a:lnTo>
                  <a:lnTo>
                    <a:pt x="26082" y="420588"/>
                  </a:lnTo>
                  <a:lnTo>
                    <a:pt x="26848" y="419783"/>
                  </a:lnTo>
                  <a:lnTo>
                    <a:pt x="33277" y="421611"/>
                  </a:lnTo>
                  <a:lnTo>
                    <a:pt x="37636" y="419257"/>
                  </a:lnTo>
                  <a:lnTo>
                    <a:pt x="38945" y="414517"/>
                  </a:lnTo>
                  <a:lnTo>
                    <a:pt x="41983" y="412062"/>
                  </a:lnTo>
                  <a:lnTo>
                    <a:pt x="39962" y="408742"/>
                  </a:lnTo>
                  <a:lnTo>
                    <a:pt x="36050" y="406978"/>
                  </a:lnTo>
                  <a:lnTo>
                    <a:pt x="32067" y="406639"/>
                  </a:lnTo>
                  <a:lnTo>
                    <a:pt x="28479" y="404163"/>
                  </a:lnTo>
                  <a:lnTo>
                    <a:pt x="24387" y="401816"/>
                  </a:lnTo>
                  <a:lnTo>
                    <a:pt x="17303" y="399836"/>
                  </a:lnTo>
                  <a:lnTo>
                    <a:pt x="14236" y="398299"/>
                  </a:lnTo>
                  <a:lnTo>
                    <a:pt x="9603" y="392099"/>
                  </a:lnTo>
                  <a:lnTo>
                    <a:pt x="5842" y="387971"/>
                  </a:lnTo>
                  <a:lnTo>
                    <a:pt x="1168" y="38497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601811" y="5864160"/>
              <a:ext cx="57743" cy="51021"/>
            </a:xfrm>
            <a:custGeom>
              <a:avLst/>
              <a:pathLst>
                <a:path w="57743" h="51021">
                  <a:moveTo>
                    <a:pt x="0" y="48783"/>
                  </a:moveTo>
                  <a:lnTo>
                    <a:pt x="9403" y="42334"/>
                  </a:lnTo>
                  <a:lnTo>
                    <a:pt x="12710" y="39745"/>
                  </a:lnTo>
                  <a:lnTo>
                    <a:pt x="16619" y="34618"/>
                  </a:lnTo>
                  <a:lnTo>
                    <a:pt x="19532" y="32972"/>
                  </a:lnTo>
                  <a:lnTo>
                    <a:pt x="19016" y="27583"/>
                  </a:lnTo>
                  <a:lnTo>
                    <a:pt x="20746" y="23356"/>
                  </a:lnTo>
                  <a:lnTo>
                    <a:pt x="27785" y="16921"/>
                  </a:lnTo>
                  <a:lnTo>
                    <a:pt x="32806" y="19069"/>
                  </a:lnTo>
                  <a:lnTo>
                    <a:pt x="33873" y="15133"/>
                  </a:lnTo>
                  <a:lnTo>
                    <a:pt x="35010" y="9957"/>
                  </a:lnTo>
                  <a:lnTo>
                    <a:pt x="37192" y="4686"/>
                  </a:lnTo>
                  <a:lnTo>
                    <a:pt x="41151" y="1926"/>
                  </a:lnTo>
                  <a:lnTo>
                    <a:pt x="49059" y="0"/>
                  </a:lnTo>
                  <a:lnTo>
                    <a:pt x="53111" y="3321"/>
                  </a:lnTo>
                  <a:lnTo>
                    <a:pt x="57743" y="4104"/>
                  </a:lnTo>
                  <a:lnTo>
                    <a:pt x="56939" y="7231"/>
                  </a:lnTo>
                  <a:lnTo>
                    <a:pt x="55033" y="10213"/>
                  </a:lnTo>
                  <a:lnTo>
                    <a:pt x="55477" y="13247"/>
                  </a:lnTo>
                  <a:lnTo>
                    <a:pt x="51044" y="15891"/>
                  </a:lnTo>
                  <a:lnTo>
                    <a:pt x="45982" y="19077"/>
                  </a:lnTo>
                  <a:lnTo>
                    <a:pt x="38240" y="22453"/>
                  </a:lnTo>
                  <a:lnTo>
                    <a:pt x="36353" y="26236"/>
                  </a:lnTo>
                  <a:lnTo>
                    <a:pt x="33613" y="30136"/>
                  </a:lnTo>
                  <a:lnTo>
                    <a:pt x="31809" y="33796"/>
                  </a:lnTo>
                  <a:lnTo>
                    <a:pt x="25827" y="36368"/>
                  </a:lnTo>
                  <a:lnTo>
                    <a:pt x="22928" y="38997"/>
                  </a:lnTo>
                  <a:lnTo>
                    <a:pt x="20258" y="42825"/>
                  </a:lnTo>
                  <a:lnTo>
                    <a:pt x="16684" y="42315"/>
                  </a:lnTo>
                  <a:lnTo>
                    <a:pt x="10690" y="47048"/>
                  </a:lnTo>
                  <a:lnTo>
                    <a:pt x="4331" y="49962"/>
                  </a:lnTo>
                  <a:lnTo>
                    <a:pt x="835" y="510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600692" y="5638486"/>
              <a:ext cx="12057" cy="8123"/>
            </a:xfrm>
            <a:custGeom>
              <a:avLst/>
              <a:pathLst>
                <a:path w="12057" h="8123">
                  <a:moveTo>
                    <a:pt x="0" y="0"/>
                  </a:moveTo>
                  <a:lnTo>
                    <a:pt x="6864" y="1900"/>
                  </a:lnTo>
                  <a:lnTo>
                    <a:pt x="11602" y="2487"/>
                  </a:lnTo>
                  <a:lnTo>
                    <a:pt x="12057" y="5518"/>
                  </a:lnTo>
                  <a:lnTo>
                    <a:pt x="7409" y="8123"/>
                  </a:lnTo>
                  <a:lnTo>
                    <a:pt x="3920" y="736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1567006" y="5888666"/>
              <a:ext cx="21309" cy="24486"/>
            </a:xfrm>
            <a:custGeom>
              <a:avLst/>
              <a:pathLst>
                <a:path w="21309" h="24486">
                  <a:moveTo>
                    <a:pt x="1692" y="19338"/>
                  </a:moveTo>
                  <a:lnTo>
                    <a:pt x="5156" y="10304"/>
                  </a:lnTo>
                  <a:lnTo>
                    <a:pt x="7713" y="8884"/>
                  </a:lnTo>
                  <a:lnTo>
                    <a:pt x="13867" y="12417"/>
                  </a:lnTo>
                  <a:lnTo>
                    <a:pt x="17663" y="8043"/>
                  </a:lnTo>
                  <a:lnTo>
                    <a:pt x="15859" y="1456"/>
                  </a:lnTo>
                  <a:lnTo>
                    <a:pt x="18663" y="0"/>
                  </a:lnTo>
                  <a:lnTo>
                    <a:pt x="20955" y="4478"/>
                  </a:lnTo>
                  <a:lnTo>
                    <a:pt x="21309" y="10458"/>
                  </a:lnTo>
                  <a:lnTo>
                    <a:pt x="20843" y="16605"/>
                  </a:lnTo>
                  <a:lnTo>
                    <a:pt x="19136" y="22556"/>
                  </a:lnTo>
                  <a:lnTo>
                    <a:pt x="14894" y="20893"/>
                  </a:lnTo>
                  <a:lnTo>
                    <a:pt x="9907" y="20348"/>
                  </a:lnTo>
                  <a:lnTo>
                    <a:pt x="4921" y="24435"/>
                  </a:lnTo>
                  <a:lnTo>
                    <a:pt x="0" y="2448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1583935" y="5593081"/>
              <a:ext cx="9812" cy="7843"/>
            </a:xfrm>
            <a:custGeom>
              <a:avLst/>
              <a:pathLst>
                <a:path w="9812" h="7843">
                  <a:moveTo>
                    <a:pt x="428" y="1077"/>
                  </a:moveTo>
                  <a:lnTo>
                    <a:pt x="4492" y="0"/>
                  </a:lnTo>
                  <a:lnTo>
                    <a:pt x="9812" y="592"/>
                  </a:lnTo>
                  <a:lnTo>
                    <a:pt x="9726" y="4984"/>
                  </a:lnTo>
                  <a:lnTo>
                    <a:pt x="4282" y="7843"/>
                  </a:lnTo>
                  <a:lnTo>
                    <a:pt x="0" y="47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542601" y="5911111"/>
              <a:ext cx="12140" cy="10412"/>
            </a:xfrm>
            <a:custGeom>
              <a:avLst/>
              <a:pathLst>
                <a:path w="12140" h="10412">
                  <a:moveTo>
                    <a:pt x="1246" y="3447"/>
                  </a:moveTo>
                  <a:lnTo>
                    <a:pt x="6999" y="0"/>
                  </a:lnTo>
                  <a:lnTo>
                    <a:pt x="12140" y="2137"/>
                  </a:lnTo>
                  <a:lnTo>
                    <a:pt x="9769" y="8364"/>
                  </a:lnTo>
                  <a:lnTo>
                    <a:pt x="5955" y="8160"/>
                  </a:lnTo>
                  <a:lnTo>
                    <a:pt x="1927" y="10412"/>
                  </a:lnTo>
                  <a:lnTo>
                    <a:pt x="0" y="880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1524637" y="5919327"/>
              <a:ext cx="4409" cy="6856"/>
            </a:xfrm>
            <a:custGeom>
              <a:avLst/>
              <a:pathLst>
                <a:path w="4409" h="6856">
                  <a:moveTo>
                    <a:pt x="0" y="2106"/>
                  </a:moveTo>
                  <a:lnTo>
                    <a:pt x="2265" y="0"/>
                  </a:lnTo>
                  <a:lnTo>
                    <a:pt x="4409" y="2410"/>
                  </a:lnTo>
                  <a:lnTo>
                    <a:pt x="2945" y="6856"/>
                  </a:lnTo>
                  <a:lnTo>
                    <a:pt x="109" y="523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603264" y="5124550"/>
              <a:ext cx="84241" cy="71223"/>
            </a:xfrm>
            <a:custGeom>
              <a:avLst/>
              <a:pathLst>
                <a:path w="84241" h="71223">
                  <a:moveTo>
                    <a:pt x="1364" y="14667"/>
                  </a:moveTo>
                  <a:lnTo>
                    <a:pt x="3279" y="11050"/>
                  </a:lnTo>
                  <a:lnTo>
                    <a:pt x="4202" y="4286"/>
                  </a:lnTo>
                  <a:lnTo>
                    <a:pt x="6638" y="0"/>
                  </a:lnTo>
                  <a:lnTo>
                    <a:pt x="10143" y="654"/>
                  </a:lnTo>
                  <a:lnTo>
                    <a:pt x="10076" y="5699"/>
                  </a:lnTo>
                  <a:lnTo>
                    <a:pt x="10270" y="9332"/>
                  </a:lnTo>
                  <a:lnTo>
                    <a:pt x="16260" y="13963"/>
                  </a:lnTo>
                  <a:lnTo>
                    <a:pt x="25317" y="19643"/>
                  </a:lnTo>
                  <a:lnTo>
                    <a:pt x="28001" y="18958"/>
                  </a:lnTo>
                  <a:lnTo>
                    <a:pt x="35813" y="14428"/>
                  </a:lnTo>
                  <a:lnTo>
                    <a:pt x="39271" y="13408"/>
                  </a:lnTo>
                  <a:lnTo>
                    <a:pt x="43107" y="14375"/>
                  </a:lnTo>
                  <a:lnTo>
                    <a:pt x="44988" y="16089"/>
                  </a:lnTo>
                  <a:lnTo>
                    <a:pt x="46889" y="20111"/>
                  </a:lnTo>
                  <a:lnTo>
                    <a:pt x="48929" y="21442"/>
                  </a:lnTo>
                  <a:lnTo>
                    <a:pt x="49382" y="26934"/>
                  </a:lnTo>
                  <a:lnTo>
                    <a:pt x="49818" y="31537"/>
                  </a:lnTo>
                  <a:lnTo>
                    <a:pt x="53571" y="34684"/>
                  </a:lnTo>
                  <a:lnTo>
                    <a:pt x="58919" y="36577"/>
                  </a:lnTo>
                  <a:lnTo>
                    <a:pt x="60949" y="39930"/>
                  </a:lnTo>
                  <a:lnTo>
                    <a:pt x="63502" y="42444"/>
                  </a:lnTo>
                  <a:lnTo>
                    <a:pt x="73589" y="45683"/>
                  </a:lnTo>
                  <a:lnTo>
                    <a:pt x="77655" y="46915"/>
                  </a:lnTo>
                  <a:lnTo>
                    <a:pt x="84241" y="50738"/>
                  </a:lnTo>
                  <a:lnTo>
                    <a:pt x="81671" y="55936"/>
                  </a:lnTo>
                  <a:lnTo>
                    <a:pt x="78574" y="60010"/>
                  </a:lnTo>
                  <a:lnTo>
                    <a:pt x="75721" y="60679"/>
                  </a:lnTo>
                  <a:lnTo>
                    <a:pt x="72349" y="57207"/>
                  </a:lnTo>
                  <a:lnTo>
                    <a:pt x="68008" y="56772"/>
                  </a:lnTo>
                  <a:lnTo>
                    <a:pt x="61720" y="59902"/>
                  </a:lnTo>
                  <a:lnTo>
                    <a:pt x="58608" y="62153"/>
                  </a:lnTo>
                  <a:lnTo>
                    <a:pt x="56967" y="65259"/>
                  </a:lnTo>
                  <a:lnTo>
                    <a:pt x="56710" y="68825"/>
                  </a:lnTo>
                  <a:lnTo>
                    <a:pt x="54360" y="71223"/>
                  </a:lnTo>
                  <a:lnTo>
                    <a:pt x="51285" y="69017"/>
                  </a:lnTo>
                  <a:lnTo>
                    <a:pt x="51273" y="63034"/>
                  </a:lnTo>
                  <a:lnTo>
                    <a:pt x="49361" y="58134"/>
                  </a:lnTo>
                  <a:lnTo>
                    <a:pt x="45327" y="53197"/>
                  </a:lnTo>
                  <a:lnTo>
                    <a:pt x="41757" y="51175"/>
                  </a:lnTo>
                  <a:lnTo>
                    <a:pt x="39626" y="50929"/>
                  </a:lnTo>
                  <a:lnTo>
                    <a:pt x="39162" y="46531"/>
                  </a:lnTo>
                  <a:lnTo>
                    <a:pt x="36519" y="40527"/>
                  </a:lnTo>
                  <a:lnTo>
                    <a:pt x="30860" y="34884"/>
                  </a:lnTo>
                  <a:lnTo>
                    <a:pt x="25011" y="30632"/>
                  </a:lnTo>
                  <a:lnTo>
                    <a:pt x="20433" y="29152"/>
                  </a:lnTo>
                  <a:lnTo>
                    <a:pt x="15775" y="30275"/>
                  </a:lnTo>
                  <a:lnTo>
                    <a:pt x="13827" y="31927"/>
                  </a:lnTo>
                  <a:lnTo>
                    <a:pt x="9095" y="35156"/>
                  </a:lnTo>
                  <a:lnTo>
                    <a:pt x="6729" y="33363"/>
                  </a:lnTo>
                  <a:lnTo>
                    <a:pt x="3337" y="30321"/>
                  </a:lnTo>
                  <a:lnTo>
                    <a:pt x="1131" y="27962"/>
                  </a:lnTo>
                  <a:lnTo>
                    <a:pt x="0" y="2016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1473462" y="5920648"/>
              <a:ext cx="13205" cy="9080"/>
            </a:xfrm>
            <a:custGeom>
              <a:avLst/>
              <a:pathLst>
                <a:path w="13205" h="9080">
                  <a:moveTo>
                    <a:pt x="1405" y="4743"/>
                  </a:moveTo>
                  <a:lnTo>
                    <a:pt x="4223" y="1646"/>
                  </a:lnTo>
                  <a:lnTo>
                    <a:pt x="8052" y="0"/>
                  </a:lnTo>
                  <a:lnTo>
                    <a:pt x="12473" y="2661"/>
                  </a:lnTo>
                  <a:lnTo>
                    <a:pt x="13205" y="5422"/>
                  </a:lnTo>
                  <a:lnTo>
                    <a:pt x="8661" y="8345"/>
                  </a:lnTo>
                  <a:lnTo>
                    <a:pt x="4261" y="9080"/>
                  </a:lnTo>
                  <a:lnTo>
                    <a:pt x="0" y="891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1130823" y="5859973"/>
              <a:ext cx="5762" cy="8160"/>
            </a:xfrm>
            <a:custGeom>
              <a:avLst/>
              <a:pathLst>
                <a:path w="5762" h="8160">
                  <a:moveTo>
                    <a:pt x="0" y="0"/>
                  </a:moveTo>
                  <a:lnTo>
                    <a:pt x="4621" y="1340"/>
                  </a:lnTo>
                  <a:lnTo>
                    <a:pt x="5762" y="5093"/>
                  </a:lnTo>
                  <a:lnTo>
                    <a:pt x="5001" y="8160"/>
                  </a:lnTo>
                  <a:lnTo>
                    <a:pt x="1495" y="55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1532323" y="5331067"/>
              <a:ext cx="22740" cy="34326"/>
            </a:xfrm>
            <a:custGeom>
              <a:avLst/>
              <a:pathLst>
                <a:path w="22740" h="34326">
                  <a:moveTo>
                    <a:pt x="2087" y="0"/>
                  </a:moveTo>
                  <a:lnTo>
                    <a:pt x="5685" y="8210"/>
                  </a:lnTo>
                  <a:lnTo>
                    <a:pt x="6600" y="14801"/>
                  </a:lnTo>
                  <a:lnTo>
                    <a:pt x="14387" y="24256"/>
                  </a:lnTo>
                  <a:lnTo>
                    <a:pt x="18991" y="27466"/>
                  </a:lnTo>
                  <a:lnTo>
                    <a:pt x="22740" y="31675"/>
                  </a:lnTo>
                  <a:lnTo>
                    <a:pt x="21848" y="34326"/>
                  </a:lnTo>
                  <a:lnTo>
                    <a:pt x="17165" y="32021"/>
                  </a:lnTo>
                  <a:lnTo>
                    <a:pt x="10990" y="29087"/>
                  </a:lnTo>
                  <a:lnTo>
                    <a:pt x="4382" y="19091"/>
                  </a:lnTo>
                  <a:lnTo>
                    <a:pt x="0" y="14236"/>
                  </a:lnTo>
                  <a:lnTo>
                    <a:pt x="330" y="29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1371209" y="5904850"/>
              <a:ext cx="89854" cy="34851"/>
            </a:xfrm>
            <a:custGeom>
              <a:avLst/>
              <a:pathLst>
                <a:path w="89854" h="34851">
                  <a:moveTo>
                    <a:pt x="1206" y="15460"/>
                  </a:moveTo>
                  <a:lnTo>
                    <a:pt x="11597" y="15408"/>
                  </a:lnTo>
                  <a:lnTo>
                    <a:pt x="17263" y="14157"/>
                  </a:lnTo>
                  <a:lnTo>
                    <a:pt x="23680" y="15804"/>
                  </a:lnTo>
                  <a:lnTo>
                    <a:pt x="29931" y="14912"/>
                  </a:lnTo>
                  <a:lnTo>
                    <a:pt x="33754" y="12014"/>
                  </a:lnTo>
                  <a:lnTo>
                    <a:pt x="34774" y="4979"/>
                  </a:lnTo>
                  <a:lnTo>
                    <a:pt x="39922" y="1866"/>
                  </a:lnTo>
                  <a:lnTo>
                    <a:pt x="45626" y="0"/>
                  </a:lnTo>
                  <a:lnTo>
                    <a:pt x="49782" y="2941"/>
                  </a:lnTo>
                  <a:lnTo>
                    <a:pt x="52352" y="8777"/>
                  </a:lnTo>
                  <a:lnTo>
                    <a:pt x="49463" y="13987"/>
                  </a:lnTo>
                  <a:lnTo>
                    <a:pt x="49646" y="21427"/>
                  </a:lnTo>
                  <a:lnTo>
                    <a:pt x="54287" y="22027"/>
                  </a:lnTo>
                  <a:lnTo>
                    <a:pt x="63540" y="23638"/>
                  </a:lnTo>
                  <a:lnTo>
                    <a:pt x="68299" y="23733"/>
                  </a:lnTo>
                  <a:lnTo>
                    <a:pt x="73775" y="28598"/>
                  </a:lnTo>
                  <a:lnTo>
                    <a:pt x="81442" y="28932"/>
                  </a:lnTo>
                  <a:lnTo>
                    <a:pt x="89854" y="32047"/>
                  </a:lnTo>
                  <a:lnTo>
                    <a:pt x="88370" y="34851"/>
                  </a:lnTo>
                  <a:lnTo>
                    <a:pt x="81110" y="34787"/>
                  </a:lnTo>
                  <a:lnTo>
                    <a:pt x="72559" y="34059"/>
                  </a:lnTo>
                  <a:lnTo>
                    <a:pt x="68053" y="33328"/>
                  </a:lnTo>
                  <a:lnTo>
                    <a:pt x="61393" y="29710"/>
                  </a:lnTo>
                  <a:lnTo>
                    <a:pt x="56598" y="29511"/>
                  </a:lnTo>
                  <a:lnTo>
                    <a:pt x="53619" y="28402"/>
                  </a:lnTo>
                  <a:lnTo>
                    <a:pt x="46315" y="25114"/>
                  </a:lnTo>
                  <a:lnTo>
                    <a:pt x="39748" y="22344"/>
                  </a:lnTo>
                  <a:lnTo>
                    <a:pt x="35780" y="21983"/>
                  </a:lnTo>
                  <a:lnTo>
                    <a:pt x="34298" y="26609"/>
                  </a:lnTo>
                  <a:lnTo>
                    <a:pt x="28940" y="23616"/>
                  </a:lnTo>
                  <a:lnTo>
                    <a:pt x="21960" y="24074"/>
                  </a:lnTo>
                  <a:lnTo>
                    <a:pt x="16222" y="21788"/>
                  </a:lnTo>
                  <a:lnTo>
                    <a:pt x="11536" y="21557"/>
                  </a:lnTo>
                  <a:lnTo>
                    <a:pt x="6301" y="19933"/>
                  </a:lnTo>
                  <a:lnTo>
                    <a:pt x="0" y="186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305415" y="5907710"/>
              <a:ext cx="61709" cy="29201"/>
            </a:xfrm>
            <a:custGeom>
              <a:avLst/>
              <a:pathLst>
                <a:path w="61709" h="29201">
                  <a:moveTo>
                    <a:pt x="2147" y="22065"/>
                  </a:moveTo>
                  <a:lnTo>
                    <a:pt x="4424" y="14657"/>
                  </a:lnTo>
                  <a:lnTo>
                    <a:pt x="9799" y="13592"/>
                  </a:lnTo>
                  <a:lnTo>
                    <a:pt x="10856" y="11298"/>
                  </a:lnTo>
                  <a:lnTo>
                    <a:pt x="9630" y="6630"/>
                  </a:lnTo>
                  <a:lnTo>
                    <a:pt x="11352" y="4282"/>
                  </a:lnTo>
                  <a:lnTo>
                    <a:pt x="14135" y="5168"/>
                  </a:lnTo>
                  <a:lnTo>
                    <a:pt x="18915" y="3671"/>
                  </a:lnTo>
                  <a:lnTo>
                    <a:pt x="19619" y="7343"/>
                  </a:lnTo>
                  <a:lnTo>
                    <a:pt x="18990" y="10504"/>
                  </a:lnTo>
                  <a:lnTo>
                    <a:pt x="17557" y="15034"/>
                  </a:lnTo>
                  <a:lnTo>
                    <a:pt x="23130" y="15192"/>
                  </a:lnTo>
                  <a:lnTo>
                    <a:pt x="27715" y="15620"/>
                  </a:lnTo>
                  <a:lnTo>
                    <a:pt x="32947" y="16307"/>
                  </a:lnTo>
                  <a:lnTo>
                    <a:pt x="33724" y="11743"/>
                  </a:lnTo>
                  <a:lnTo>
                    <a:pt x="33643" y="8017"/>
                  </a:lnTo>
                  <a:lnTo>
                    <a:pt x="33187" y="3102"/>
                  </a:lnTo>
                  <a:lnTo>
                    <a:pt x="35955" y="0"/>
                  </a:lnTo>
                  <a:lnTo>
                    <a:pt x="39357" y="1503"/>
                  </a:lnTo>
                  <a:lnTo>
                    <a:pt x="40773" y="5027"/>
                  </a:lnTo>
                  <a:lnTo>
                    <a:pt x="44623" y="11218"/>
                  </a:lnTo>
                  <a:lnTo>
                    <a:pt x="47548" y="12385"/>
                  </a:lnTo>
                  <a:lnTo>
                    <a:pt x="52943" y="13486"/>
                  </a:lnTo>
                  <a:lnTo>
                    <a:pt x="61086" y="14209"/>
                  </a:lnTo>
                  <a:lnTo>
                    <a:pt x="61709" y="17300"/>
                  </a:lnTo>
                  <a:lnTo>
                    <a:pt x="53351" y="17965"/>
                  </a:lnTo>
                  <a:lnTo>
                    <a:pt x="47644" y="17522"/>
                  </a:lnTo>
                  <a:lnTo>
                    <a:pt x="40512" y="20957"/>
                  </a:lnTo>
                  <a:lnTo>
                    <a:pt x="38799" y="23755"/>
                  </a:lnTo>
                  <a:lnTo>
                    <a:pt x="32532" y="24458"/>
                  </a:lnTo>
                  <a:lnTo>
                    <a:pt x="27358" y="25046"/>
                  </a:lnTo>
                  <a:lnTo>
                    <a:pt x="20590" y="24296"/>
                  </a:lnTo>
                  <a:lnTo>
                    <a:pt x="17457" y="25471"/>
                  </a:lnTo>
                  <a:lnTo>
                    <a:pt x="12891" y="27155"/>
                  </a:lnTo>
                  <a:lnTo>
                    <a:pt x="10317" y="29201"/>
                  </a:lnTo>
                  <a:lnTo>
                    <a:pt x="6771" y="28515"/>
                  </a:lnTo>
                  <a:lnTo>
                    <a:pt x="1666" y="28919"/>
                  </a:lnTo>
                  <a:lnTo>
                    <a:pt x="0" y="272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1279455" y="5909272"/>
              <a:ext cx="26591" cy="17454"/>
            </a:xfrm>
            <a:custGeom>
              <a:avLst/>
              <a:pathLst>
                <a:path w="26591" h="17454">
                  <a:moveTo>
                    <a:pt x="1809" y="8699"/>
                  </a:moveTo>
                  <a:lnTo>
                    <a:pt x="8702" y="8774"/>
                  </a:lnTo>
                  <a:lnTo>
                    <a:pt x="15443" y="10172"/>
                  </a:lnTo>
                  <a:lnTo>
                    <a:pt x="18858" y="9294"/>
                  </a:lnTo>
                  <a:lnTo>
                    <a:pt x="20966" y="2118"/>
                  </a:lnTo>
                  <a:lnTo>
                    <a:pt x="21968" y="0"/>
                  </a:lnTo>
                  <a:lnTo>
                    <a:pt x="24943" y="1374"/>
                  </a:lnTo>
                  <a:lnTo>
                    <a:pt x="26591" y="4590"/>
                  </a:lnTo>
                  <a:lnTo>
                    <a:pt x="23931" y="8868"/>
                  </a:lnTo>
                  <a:lnTo>
                    <a:pt x="22624" y="16556"/>
                  </a:lnTo>
                  <a:lnTo>
                    <a:pt x="19247" y="17200"/>
                  </a:lnTo>
                  <a:lnTo>
                    <a:pt x="15905" y="17454"/>
                  </a:lnTo>
                  <a:lnTo>
                    <a:pt x="13341" y="15537"/>
                  </a:lnTo>
                  <a:lnTo>
                    <a:pt x="8129" y="15051"/>
                  </a:lnTo>
                  <a:lnTo>
                    <a:pt x="1600" y="15217"/>
                  </a:lnTo>
                  <a:lnTo>
                    <a:pt x="0" y="110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1261985" y="5900638"/>
              <a:ext cx="22450" cy="24964"/>
            </a:xfrm>
            <a:custGeom>
              <a:avLst/>
              <a:pathLst>
                <a:path w="22450" h="24964">
                  <a:moveTo>
                    <a:pt x="1435" y="0"/>
                  </a:moveTo>
                  <a:lnTo>
                    <a:pt x="5518" y="238"/>
                  </a:lnTo>
                  <a:lnTo>
                    <a:pt x="10597" y="2094"/>
                  </a:lnTo>
                  <a:lnTo>
                    <a:pt x="12316" y="7350"/>
                  </a:lnTo>
                  <a:lnTo>
                    <a:pt x="17096" y="9078"/>
                  </a:lnTo>
                  <a:lnTo>
                    <a:pt x="22450" y="10092"/>
                  </a:lnTo>
                  <a:lnTo>
                    <a:pt x="20648" y="13457"/>
                  </a:lnTo>
                  <a:lnTo>
                    <a:pt x="16423" y="14318"/>
                  </a:lnTo>
                  <a:lnTo>
                    <a:pt x="13104" y="17775"/>
                  </a:lnTo>
                  <a:lnTo>
                    <a:pt x="11264" y="19618"/>
                  </a:lnTo>
                  <a:lnTo>
                    <a:pt x="8879" y="24964"/>
                  </a:lnTo>
                  <a:lnTo>
                    <a:pt x="4139" y="21070"/>
                  </a:lnTo>
                  <a:lnTo>
                    <a:pt x="1952" y="16890"/>
                  </a:lnTo>
                  <a:lnTo>
                    <a:pt x="4579" y="15718"/>
                  </a:lnTo>
                  <a:lnTo>
                    <a:pt x="7411" y="15788"/>
                  </a:lnTo>
                  <a:lnTo>
                    <a:pt x="7593" y="11003"/>
                  </a:lnTo>
                  <a:lnTo>
                    <a:pt x="4505" y="8109"/>
                  </a:lnTo>
                  <a:lnTo>
                    <a:pt x="0" y="253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234021" y="5914706"/>
              <a:ext cx="12984" cy="5464"/>
            </a:xfrm>
            <a:custGeom>
              <a:avLst/>
              <a:pathLst>
                <a:path w="12984" h="5464">
                  <a:moveTo>
                    <a:pt x="0" y="1387"/>
                  </a:moveTo>
                  <a:lnTo>
                    <a:pt x="8454" y="0"/>
                  </a:lnTo>
                  <a:lnTo>
                    <a:pt x="12984" y="2605"/>
                  </a:lnTo>
                  <a:lnTo>
                    <a:pt x="11243" y="5464"/>
                  </a:lnTo>
                  <a:lnTo>
                    <a:pt x="5438" y="5202"/>
                  </a:lnTo>
                  <a:lnTo>
                    <a:pt x="2095" y="37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236120" y="5897477"/>
              <a:ext cx="6059" cy="7449"/>
            </a:xfrm>
            <a:custGeom>
              <a:avLst/>
              <a:pathLst>
                <a:path w="6059" h="7449">
                  <a:moveTo>
                    <a:pt x="1369" y="0"/>
                  </a:moveTo>
                  <a:lnTo>
                    <a:pt x="5106" y="202"/>
                  </a:lnTo>
                  <a:lnTo>
                    <a:pt x="6059" y="5494"/>
                  </a:lnTo>
                  <a:lnTo>
                    <a:pt x="3453" y="7449"/>
                  </a:lnTo>
                  <a:lnTo>
                    <a:pt x="0" y="38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1220164" y="5925748"/>
              <a:ext cx="10587" cy="12057"/>
            </a:xfrm>
            <a:custGeom>
              <a:avLst/>
              <a:pathLst>
                <a:path w="10587" h="12057">
                  <a:moveTo>
                    <a:pt x="0" y="7325"/>
                  </a:moveTo>
                  <a:lnTo>
                    <a:pt x="8172" y="0"/>
                  </a:lnTo>
                  <a:lnTo>
                    <a:pt x="10391" y="2993"/>
                  </a:lnTo>
                  <a:lnTo>
                    <a:pt x="10587" y="6231"/>
                  </a:lnTo>
                  <a:lnTo>
                    <a:pt x="3494" y="10540"/>
                  </a:lnTo>
                  <a:lnTo>
                    <a:pt x="1111" y="1205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1128958" y="5842792"/>
              <a:ext cx="4577" cy="5962"/>
            </a:xfrm>
            <a:custGeom>
              <a:avLst/>
              <a:pathLst>
                <a:path w="4577" h="5962">
                  <a:moveTo>
                    <a:pt x="1036" y="0"/>
                  </a:moveTo>
                  <a:lnTo>
                    <a:pt x="3325" y="421"/>
                  </a:lnTo>
                  <a:lnTo>
                    <a:pt x="4577" y="3157"/>
                  </a:lnTo>
                  <a:lnTo>
                    <a:pt x="3992" y="5962"/>
                  </a:lnTo>
                  <a:lnTo>
                    <a:pt x="907" y="5825"/>
                  </a:lnTo>
                  <a:lnTo>
                    <a:pt x="0" y="2316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094516" y="5829243"/>
              <a:ext cx="21006" cy="18259"/>
            </a:xfrm>
            <a:custGeom>
              <a:avLst/>
              <a:pathLst>
                <a:path w="21006" h="18259">
                  <a:moveTo>
                    <a:pt x="1848" y="10247"/>
                  </a:moveTo>
                  <a:lnTo>
                    <a:pt x="5551" y="10785"/>
                  </a:lnTo>
                  <a:lnTo>
                    <a:pt x="8104" y="9172"/>
                  </a:lnTo>
                  <a:lnTo>
                    <a:pt x="11915" y="8348"/>
                  </a:lnTo>
                  <a:lnTo>
                    <a:pt x="15022" y="4822"/>
                  </a:lnTo>
                  <a:lnTo>
                    <a:pt x="18393" y="0"/>
                  </a:lnTo>
                  <a:lnTo>
                    <a:pt x="20598" y="1945"/>
                  </a:lnTo>
                  <a:lnTo>
                    <a:pt x="21006" y="5032"/>
                  </a:lnTo>
                  <a:lnTo>
                    <a:pt x="17672" y="8498"/>
                  </a:lnTo>
                  <a:lnTo>
                    <a:pt x="15949" y="9821"/>
                  </a:lnTo>
                  <a:lnTo>
                    <a:pt x="16620" y="13938"/>
                  </a:lnTo>
                  <a:lnTo>
                    <a:pt x="15822" y="15774"/>
                  </a:lnTo>
                  <a:lnTo>
                    <a:pt x="12158" y="14316"/>
                  </a:lnTo>
                  <a:lnTo>
                    <a:pt x="9061" y="12399"/>
                  </a:lnTo>
                  <a:lnTo>
                    <a:pt x="7257" y="13848"/>
                  </a:lnTo>
                  <a:lnTo>
                    <a:pt x="5403" y="15752"/>
                  </a:lnTo>
                  <a:lnTo>
                    <a:pt x="3989" y="18259"/>
                  </a:lnTo>
                  <a:lnTo>
                    <a:pt x="2739" y="15034"/>
                  </a:lnTo>
                  <a:lnTo>
                    <a:pt x="0" y="1260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991488" y="5726268"/>
              <a:ext cx="10834" cy="10876"/>
            </a:xfrm>
            <a:custGeom>
              <a:avLst/>
              <a:pathLst>
                <a:path w="10834" h="10876">
                  <a:moveTo>
                    <a:pt x="2149" y="0"/>
                  </a:moveTo>
                  <a:lnTo>
                    <a:pt x="8463" y="5812"/>
                  </a:lnTo>
                  <a:lnTo>
                    <a:pt x="10834" y="7505"/>
                  </a:lnTo>
                  <a:lnTo>
                    <a:pt x="10630" y="10876"/>
                  </a:lnTo>
                  <a:lnTo>
                    <a:pt x="4371" y="7709"/>
                  </a:lnTo>
                  <a:lnTo>
                    <a:pt x="0" y="148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967814" y="5740832"/>
              <a:ext cx="17420" cy="13003"/>
            </a:xfrm>
            <a:custGeom>
              <a:avLst/>
              <a:pathLst>
                <a:path w="17420" h="13003">
                  <a:moveTo>
                    <a:pt x="5199" y="258"/>
                  </a:moveTo>
                  <a:lnTo>
                    <a:pt x="9381" y="1656"/>
                  </a:lnTo>
                  <a:lnTo>
                    <a:pt x="13051" y="0"/>
                  </a:lnTo>
                  <a:lnTo>
                    <a:pt x="17420" y="3282"/>
                  </a:lnTo>
                  <a:lnTo>
                    <a:pt x="13592" y="7233"/>
                  </a:lnTo>
                  <a:lnTo>
                    <a:pt x="14393" y="10934"/>
                  </a:lnTo>
                  <a:lnTo>
                    <a:pt x="12950" y="13003"/>
                  </a:lnTo>
                  <a:lnTo>
                    <a:pt x="10375" y="11743"/>
                  </a:lnTo>
                  <a:lnTo>
                    <a:pt x="7342" y="7405"/>
                  </a:lnTo>
                  <a:lnTo>
                    <a:pt x="4912" y="8065"/>
                  </a:lnTo>
                  <a:lnTo>
                    <a:pt x="0" y="220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948300" y="5690620"/>
              <a:ext cx="31816" cy="25656"/>
            </a:xfrm>
            <a:custGeom>
              <a:avLst/>
              <a:pathLst>
                <a:path w="31816" h="25656">
                  <a:moveTo>
                    <a:pt x="823" y="167"/>
                  </a:moveTo>
                  <a:lnTo>
                    <a:pt x="8037" y="0"/>
                  </a:lnTo>
                  <a:lnTo>
                    <a:pt x="13146" y="2392"/>
                  </a:lnTo>
                  <a:lnTo>
                    <a:pt x="23893" y="9386"/>
                  </a:lnTo>
                  <a:lnTo>
                    <a:pt x="27375" y="14772"/>
                  </a:lnTo>
                  <a:lnTo>
                    <a:pt x="31816" y="22974"/>
                  </a:lnTo>
                  <a:lnTo>
                    <a:pt x="31005" y="25656"/>
                  </a:lnTo>
                  <a:lnTo>
                    <a:pt x="26246" y="23312"/>
                  </a:lnTo>
                  <a:lnTo>
                    <a:pt x="23951" y="20501"/>
                  </a:lnTo>
                  <a:lnTo>
                    <a:pt x="21619" y="23514"/>
                  </a:lnTo>
                  <a:lnTo>
                    <a:pt x="19053" y="22862"/>
                  </a:lnTo>
                  <a:lnTo>
                    <a:pt x="15277" y="20583"/>
                  </a:lnTo>
                  <a:lnTo>
                    <a:pt x="12021" y="21209"/>
                  </a:lnTo>
                  <a:lnTo>
                    <a:pt x="9367" y="17662"/>
                  </a:lnTo>
                  <a:lnTo>
                    <a:pt x="8486" y="14502"/>
                  </a:lnTo>
                  <a:lnTo>
                    <a:pt x="9242" y="10664"/>
                  </a:lnTo>
                  <a:lnTo>
                    <a:pt x="7101" y="6749"/>
                  </a:lnTo>
                  <a:lnTo>
                    <a:pt x="4405" y="4677"/>
                  </a:lnTo>
                  <a:lnTo>
                    <a:pt x="0" y="480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6002991" y="5137701"/>
              <a:ext cx="42886" cy="28796"/>
            </a:xfrm>
            <a:custGeom>
              <a:avLst/>
              <a:pathLst>
                <a:path w="42886" h="28796">
                  <a:moveTo>
                    <a:pt x="0" y="26810"/>
                  </a:moveTo>
                  <a:lnTo>
                    <a:pt x="3535" y="18636"/>
                  </a:lnTo>
                  <a:lnTo>
                    <a:pt x="9050" y="13440"/>
                  </a:lnTo>
                  <a:lnTo>
                    <a:pt x="15370" y="8840"/>
                  </a:lnTo>
                  <a:lnTo>
                    <a:pt x="16140" y="6952"/>
                  </a:lnTo>
                  <a:lnTo>
                    <a:pt x="25275" y="0"/>
                  </a:lnTo>
                  <a:lnTo>
                    <a:pt x="36898" y="2610"/>
                  </a:lnTo>
                  <a:lnTo>
                    <a:pt x="42886" y="8446"/>
                  </a:lnTo>
                  <a:lnTo>
                    <a:pt x="35689" y="13179"/>
                  </a:lnTo>
                  <a:lnTo>
                    <a:pt x="31235" y="15385"/>
                  </a:lnTo>
                  <a:lnTo>
                    <a:pt x="27682" y="14467"/>
                  </a:lnTo>
                  <a:lnTo>
                    <a:pt x="22251" y="17507"/>
                  </a:lnTo>
                  <a:lnTo>
                    <a:pt x="16564" y="21184"/>
                  </a:lnTo>
                  <a:lnTo>
                    <a:pt x="10024" y="25586"/>
                  </a:lnTo>
                  <a:lnTo>
                    <a:pt x="258" y="2879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5987034" y="5164140"/>
              <a:ext cx="11285" cy="9826"/>
            </a:xfrm>
            <a:custGeom>
              <a:avLst/>
              <a:pathLst>
                <a:path w="11285" h="9826">
                  <a:moveTo>
                    <a:pt x="420" y="5854"/>
                  </a:moveTo>
                  <a:lnTo>
                    <a:pt x="2326" y="2164"/>
                  </a:lnTo>
                  <a:lnTo>
                    <a:pt x="11285" y="0"/>
                  </a:lnTo>
                  <a:lnTo>
                    <a:pt x="8557" y="8103"/>
                  </a:lnTo>
                  <a:lnTo>
                    <a:pt x="0" y="982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5973474" y="5165348"/>
              <a:ext cx="7721" cy="8451"/>
            </a:xfrm>
            <a:custGeom>
              <a:avLst/>
              <a:pathLst>
                <a:path w="7721" h="8451">
                  <a:moveTo>
                    <a:pt x="0" y="4755"/>
                  </a:moveTo>
                  <a:lnTo>
                    <a:pt x="2782" y="0"/>
                  </a:lnTo>
                  <a:lnTo>
                    <a:pt x="7721" y="1822"/>
                  </a:lnTo>
                  <a:lnTo>
                    <a:pt x="7397" y="6862"/>
                  </a:lnTo>
                  <a:lnTo>
                    <a:pt x="1289" y="8451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5480836" y="4634724"/>
              <a:ext cx="637145" cy="509439"/>
            </a:xfrm>
            <a:custGeom>
              <a:avLst/>
              <a:pathLst>
                <a:path w="637145" h="509439">
                  <a:moveTo>
                    <a:pt x="2260" y="64154"/>
                  </a:moveTo>
                  <a:lnTo>
                    <a:pt x="1265" y="60288"/>
                  </a:lnTo>
                  <a:lnTo>
                    <a:pt x="7132" y="59421"/>
                  </a:lnTo>
                  <a:lnTo>
                    <a:pt x="14063" y="58359"/>
                  </a:lnTo>
                  <a:lnTo>
                    <a:pt x="22462" y="57084"/>
                  </a:lnTo>
                  <a:lnTo>
                    <a:pt x="33517" y="55375"/>
                  </a:lnTo>
                  <a:lnTo>
                    <a:pt x="50890" y="52852"/>
                  </a:lnTo>
                  <a:lnTo>
                    <a:pt x="57979" y="51788"/>
                  </a:lnTo>
                  <a:lnTo>
                    <a:pt x="61403" y="51290"/>
                  </a:lnTo>
                  <a:lnTo>
                    <a:pt x="68612" y="50236"/>
                  </a:lnTo>
                  <a:lnTo>
                    <a:pt x="77837" y="48874"/>
                  </a:lnTo>
                  <a:lnTo>
                    <a:pt x="90756" y="46881"/>
                  </a:lnTo>
                  <a:lnTo>
                    <a:pt x="92504" y="46609"/>
                  </a:lnTo>
                  <a:lnTo>
                    <a:pt x="105625" y="44525"/>
                  </a:lnTo>
                  <a:lnTo>
                    <a:pt x="109650" y="43880"/>
                  </a:lnTo>
                  <a:lnTo>
                    <a:pt x="116859" y="42718"/>
                  </a:lnTo>
                  <a:lnTo>
                    <a:pt x="127291" y="41022"/>
                  </a:lnTo>
                  <a:lnTo>
                    <a:pt x="137879" y="39096"/>
                  </a:lnTo>
                  <a:lnTo>
                    <a:pt x="156396" y="35736"/>
                  </a:lnTo>
                  <a:lnTo>
                    <a:pt x="157109" y="35605"/>
                  </a:lnTo>
                  <a:lnTo>
                    <a:pt x="168503" y="33508"/>
                  </a:lnTo>
                  <a:lnTo>
                    <a:pt x="182282" y="31013"/>
                  </a:lnTo>
                  <a:lnTo>
                    <a:pt x="190721" y="29534"/>
                  </a:lnTo>
                  <a:lnTo>
                    <a:pt x="192839" y="29157"/>
                  </a:lnTo>
                  <a:lnTo>
                    <a:pt x="192883" y="31224"/>
                  </a:lnTo>
                  <a:lnTo>
                    <a:pt x="195046" y="34358"/>
                  </a:lnTo>
                  <a:lnTo>
                    <a:pt x="199343" y="38712"/>
                  </a:lnTo>
                  <a:lnTo>
                    <a:pt x="200028" y="42511"/>
                  </a:lnTo>
                  <a:lnTo>
                    <a:pt x="202024" y="47595"/>
                  </a:lnTo>
                  <a:lnTo>
                    <a:pt x="206848" y="52055"/>
                  </a:lnTo>
                  <a:lnTo>
                    <a:pt x="210596" y="51548"/>
                  </a:lnTo>
                  <a:lnTo>
                    <a:pt x="235787" y="48472"/>
                  </a:lnTo>
                  <a:lnTo>
                    <a:pt x="242753" y="47541"/>
                  </a:lnTo>
                  <a:lnTo>
                    <a:pt x="249828" y="46587"/>
                  </a:lnTo>
                  <a:lnTo>
                    <a:pt x="261750" y="44962"/>
                  </a:lnTo>
                  <a:lnTo>
                    <a:pt x="264818" y="44571"/>
                  </a:lnTo>
                  <a:lnTo>
                    <a:pt x="270492" y="43844"/>
                  </a:lnTo>
                  <a:lnTo>
                    <a:pt x="284358" y="42045"/>
                  </a:lnTo>
                  <a:lnTo>
                    <a:pt x="290102" y="41305"/>
                  </a:lnTo>
                  <a:lnTo>
                    <a:pt x="299919" y="40026"/>
                  </a:lnTo>
                  <a:lnTo>
                    <a:pt x="308227" y="38932"/>
                  </a:lnTo>
                  <a:lnTo>
                    <a:pt x="318814" y="37611"/>
                  </a:lnTo>
                  <a:lnTo>
                    <a:pt x="322413" y="37158"/>
                  </a:lnTo>
                  <a:lnTo>
                    <a:pt x="335266" y="35522"/>
                  </a:lnTo>
                  <a:lnTo>
                    <a:pt x="335652" y="35472"/>
                  </a:lnTo>
                  <a:lnTo>
                    <a:pt x="354545" y="32960"/>
                  </a:lnTo>
                  <a:lnTo>
                    <a:pt x="368506" y="31098"/>
                  </a:lnTo>
                  <a:lnTo>
                    <a:pt x="376351" y="30038"/>
                  </a:lnTo>
                  <a:lnTo>
                    <a:pt x="385598" y="28776"/>
                  </a:lnTo>
                  <a:lnTo>
                    <a:pt x="388629" y="28441"/>
                  </a:lnTo>
                  <a:lnTo>
                    <a:pt x="403588" y="26769"/>
                  </a:lnTo>
                  <a:lnTo>
                    <a:pt x="403459" y="30649"/>
                  </a:lnTo>
                  <a:lnTo>
                    <a:pt x="406257" y="34160"/>
                  </a:lnTo>
                  <a:lnTo>
                    <a:pt x="406331" y="38551"/>
                  </a:lnTo>
                  <a:lnTo>
                    <a:pt x="409411" y="42849"/>
                  </a:lnTo>
                  <a:lnTo>
                    <a:pt x="412192" y="42724"/>
                  </a:lnTo>
                  <a:lnTo>
                    <a:pt x="415806" y="42190"/>
                  </a:lnTo>
                  <a:lnTo>
                    <a:pt x="418904" y="40860"/>
                  </a:lnTo>
                  <a:lnTo>
                    <a:pt x="419628" y="40549"/>
                  </a:lnTo>
                  <a:lnTo>
                    <a:pt x="419027" y="37749"/>
                  </a:lnTo>
                  <a:lnTo>
                    <a:pt x="419359" y="33775"/>
                  </a:lnTo>
                  <a:lnTo>
                    <a:pt x="418790" y="26485"/>
                  </a:lnTo>
                  <a:lnTo>
                    <a:pt x="417894" y="20438"/>
                  </a:lnTo>
                  <a:lnTo>
                    <a:pt x="414585" y="16379"/>
                  </a:lnTo>
                  <a:lnTo>
                    <a:pt x="414579" y="13122"/>
                  </a:lnTo>
                  <a:lnTo>
                    <a:pt x="414348" y="8014"/>
                  </a:lnTo>
                  <a:lnTo>
                    <a:pt x="416555" y="4410"/>
                  </a:lnTo>
                  <a:lnTo>
                    <a:pt x="419699" y="77"/>
                  </a:lnTo>
                  <a:lnTo>
                    <a:pt x="422513" y="6"/>
                  </a:lnTo>
                  <a:lnTo>
                    <a:pt x="422787" y="0"/>
                  </a:lnTo>
                  <a:lnTo>
                    <a:pt x="425692" y="1859"/>
                  </a:lnTo>
                  <a:lnTo>
                    <a:pt x="430127" y="1145"/>
                  </a:lnTo>
                  <a:lnTo>
                    <a:pt x="433683" y="1811"/>
                  </a:lnTo>
                  <a:lnTo>
                    <a:pt x="436340" y="3376"/>
                  </a:lnTo>
                  <a:lnTo>
                    <a:pt x="441095" y="2785"/>
                  </a:lnTo>
                  <a:lnTo>
                    <a:pt x="443892" y="3508"/>
                  </a:lnTo>
                  <a:lnTo>
                    <a:pt x="449346" y="3557"/>
                  </a:lnTo>
                  <a:lnTo>
                    <a:pt x="451667" y="2360"/>
                  </a:lnTo>
                  <a:lnTo>
                    <a:pt x="453213" y="2058"/>
                  </a:lnTo>
                  <a:lnTo>
                    <a:pt x="458035" y="2169"/>
                  </a:lnTo>
                  <a:lnTo>
                    <a:pt x="459443" y="2895"/>
                  </a:lnTo>
                  <a:lnTo>
                    <a:pt x="459848" y="11410"/>
                  </a:lnTo>
                  <a:lnTo>
                    <a:pt x="461759" y="17934"/>
                  </a:lnTo>
                  <a:lnTo>
                    <a:pt x="462395" y="19245"/>
                  </a:lnTo>
                  <a:lnTo>
                    <a:pt x="462761" y="20002"/>
                  </a:lnTo>
                  <a:lnTo>
                    <a:pt x="464109" y="21007"/>
                  </a:lnTo>
                  <a:lnTo>
                    <a:pt x="466024" y="27843"/>
                  </a:lnTo>
                  <a:lnTo>
                    <a:pt x="467428" y="32857"/>
                  </a:lnTo>
                  <a:lnTo>
                    <a:pt x="470433" y="39911"/>
                  </a:lnTo>
                  <a:lnTo>
                    <a:pt x="482092" y="67253"/>
                  </a:lnTo>
                  <a:lnTo>
                    <a:pt x="483967" y="69678"/>
                  </a:lnTo>
                  <a:lnTo>
                    <a:pt x="485565" y="74725"/>
                  </a:lnTo>
                  <a:lnTo>
                    <a:pt x="486545" y="77823"/>
                  </a:lnTo>
                  <a:lnTo>
                    <a:pt x="491778" y="86763"/>
                  </a:lnTo>
                  <a:lnTo>
                    <a:pt x="497075" y="95800"/>
                  </a:lnTo>
                  <a:lnTo>
                    <a:pt x="503604" y="105706"/>
                  </a:lnTo>
                  <a:lnTo>
                    <a:pt x="509675" y="114900"/>
                  </a:lnTo>
                  <a:lnTo>
                    <a:pt x="515101" y="122700"/>
                  </a:lnTo>
                  <a:lnTo>
                    <a:pt x="518200" y="127149"/>
                  </a:lnTo>
                  <a:lnTo>
                    <a:pt x="523914" y="133276"/>
                  </a:lnTo>
                  <a:lnTo>
                    <a:pt x="535886" y="147310"/>
                  </a:lnTo>
                  <a:lnTo>
                    <a:pt x="541669" y="153445"/>
                  </a:lnTo>
                  <a:lnTo>
                    <a:pt x="549472" y="161706"/>
                  </a:lnTo>
                  <a:lnTo>
                    <a:pt x="555494" y="167432"/>
                  </a:lnTo>
                  <a:lnTo>
                    <a:pt x="562114" y="178164"/>
                  </a:lnTo>
                  <a:lnTo>
                    <a:pt x="558205" y="183364"/>
                  </a:lnTo>
                  <a:lnTo>
                    <a:pt x="557970" y="190004"/>
                  </a:lnTo>
                  <a:lnTo>
                    <a:pt x="559429" y="196645"/>
                  </a:lnTo>
                  <a:lnTo>
                    <a:pt x="561772" y="203170"/>
                  </a:lnTo>
                  <a:lnTo>
                    <a:pt x="567011" y="213411"/>
                  </a:lnTo>
                  <a:lnTo>
                    <a:pt x="577538" y="227666"/>
                  </a:lnTo>
                  <a:lnTo>
                    <a:pt x="584284" y="236779"/>
                  </a:lnTo>
                  <a:lnTo>
                    <a:pt x="590541" y="247952"/>
                  </a:lnTo>
                  <a:lnTo>
                    <a:pt x="592262" y="251113"/>
                  </a:lnTo>
                  <a:lnTo>
                    <a:pt x="599865" y="265071"/>
                  </a:lnTo>
                  <a:lnTo>
                    <a:pt x="605944" y="273998"/>
                  </a:lnTo>
                  <a:lnTo>
                    <a:pt x="610825" y="281157"/>
                  </a:lnTo>
                  <a:lnTo>
                    <a:pt x="612870" y="285797"/>
                  </a:lnTo>
                  <a:lnTo>
                    <a:pt x="615152" y="288728"/>
                  </a:lnTo>
                  <a:lnTo>
                    <a:pt x="619340" y="296767"/>
                  </a:lnTo>
                  <a:lnTo>
                    <a:pt x="623918" y="305548"/>
                  </a:lnTo>
                  <a:lnTo>
                    <a:pt x="626397" y="312730"/>
                  </a:lnTo>
                  <a:lnTo>
                    <a:pt x="626436" y="312980"/>
                  </a:lnTo>
                  <a:lnTo>
                    <a:pt x="627647" y="320886"/>
                  </a:lnTo>
                  <a:lnTo>
                    <a:pt x="628695" y="326277"/>
                  </a:lnTo>
                  <a:lnTo>
                    <a:pt x="629114" y="329983"/>
                  </a:lnTo>
                  <a:lnTo>
                    <a:pt x="629189" y="335254"/>
                  </a:lnTo>
                  <a:lnTo>
                    <a:pt x="629653" y="342499"/>
                  </a:lnTo>
                  <a:lnTo>
                    <a:pt x="630237" y="351690"/>
                  </a:lnTo>
                  <a:lnTo>
                    <a:pt x="630629" y="357932"/>
                  </a:lnTo>
                  <a:lnTo>
                    <a:pt x="631322" y="371555"/>
                  </a:lnTo>
                  <a:lnTo>
                    <a:pt x="631349" y="372090"/>
                  </a:lnTo>
                  <a:lnTo>
                    <a:pt x="632689" y="381660"/>
                  </a:lnTo>
                  <a:lnTo>
                    <a:pt x="633401" y="386755"/>
                  </a:lnTo>
                  <a:lnTo>
                    <a:pt x="635539" y="394873"/>
                  </a:lnTo>
                  <a:lnTo>
                    <a:pt x="635342" y="399818"/>
                  </a:lnTo>
                  <a:lnTo>
                    <a:pt x="635193" y="401319"/>
                  </a:lnTo>
                  <a:lnTo>
                    <a:pt x="634463" y="408610"/>
                  </a:lnTo>
                  <a:lnTo>
                    <a:pt x="632470" y="407342"/>
                  </a:lnTo>
                  <a:lnTo>
                    <a:pt x="627719" y="404248"/>
                  </a:lnTo>
                  <a:lnTo>
                    <a:pt x="626039" y="411177"/>
                  </a:lnTo>
                  <a:lnTo>
                    <a:pt x="623997" y="415622"/>
                  </a:lnTo>
                  <a:lnTo>
                    <a:pt x="624180" y="422120"/>
                  </a:lnTo>
                  <a:lnTo>
                    <a:pt x="624123" y="422711"/>
                  </a:lnTo>
                  <a:lnTo>
                    <a:pt x="623528" y="428753"/>
                  </a:lnTo>
                  <a:lnTo>
                    <a:pt x="626753" y="434711"/>
                  </a:lnTo>
                  <a:lnTo>
                    <a:pt x="632084" y="430645"/>
                  </a:lnTo>
                  <a:lnTo>
                    <a:pt x="635085" y="421206"/>
                  </a:lnTo>
                  <a:lnTo>
                    <a:pt x="637145" y="426814"/>
                  </a:lnTo>
                  <a:lnTo>
                    <a:pt x="633739" y="437308"/>
                  </a:lnTo>
                  <a:lnTo>
                    <a:pt x="633264" y="438766"/>
                  </a:lnTo>
                  <a:lnTo>
                    <a:pt x="626677" y="455577"/>
                  </a:lnTo>
                  <a:lnTo>
                    <a:pt x="618279" y="471041"/>
                  </a:lnTo>
                  <a:lnTo>
                    <a:pt x="608294" y="485012"/>
                  </a:lnTo>
                  <a:lnTo>
                    <a:pt x="586132" y="503849"/>
                  </a:lnTo>
                  <a:lnTo>
                    <a:pt x="576009" y="509439"/>
                  </a:lnTo>
                  <a:lnTo>
                    <a:pt x="571880" y="506735"/>
                  </a:lnTo>
                  <a:lnTo>
                    <a:pt x="579528" y="499607"/>
                  </a:lnTo>
                  <a:lnTo>
                    <a:pt x="593256" y="489625"/>
                  </a:lnTo>
                  <a:lnTo>
                    <a:pt x="609314" y="472384"/>
                  </a:lnTo>
                  <a:lnTo>
                    <a:pt x="615291" y="463248"/>
                  </a:lnTo>
                  <a:lnTo>
                    <a:pt x="615609" y="457784"/>
                  </a:lnTo>
                  <a:lnTo>
                    <a:pt x="615351" y="454042"/>
                  </a:lnTo>
                  <a:lnTo>
                    <a:pt x="611615" y="454307"/>
                  </a:lnTo>
                  <a:lnTo>
                    <a:pt x="603505" y="457653"/>
                  </a:lnTo>
                  <a:lnTo>
                    <a:pt x="599401" y="461791"/>
                  </a:lnTo>
                  <a:lnTo>
                    <a:pt x="596600" y="462864"/>
                  </a:lnTo>
                  <a:lnTo>
                    <a:pt x="591036" y="460705"/>
                  </a:lnTo>
                  <a:lnTo>
                    <a:pt x="587596" y="462218"/>
                  </a:lnTo>
                  <a:lnTo>
                    <a:pt x="586303" y="462786"/>
                  </a:lnTo>
                  <a:lnTo>
                    <a:pt x="583657" y="466277"/>
                  </a:lnTo>
                  <a:lnTo>
                    <a:pt x="576628" y="469224"/>
                  </a:lnTo>
                  <a:lnTo>
                    <a:pt x="571275" y="470979"/>
                  </a:lnTo>
                  <a:lnTo>
                    <a:pt x="565492" y="466597"/>
                  </a:lnTo>
                  <a:lnTo>
                    <a:pt x="562352" y="461755"/>
                  </a:lnTo>
                  <a:lnTo>
                    <a:pt x="562843" y="454002"/>
                  </a:lnTo>
                  <a:lnTo>
                    <a:pt x="561847" y="447642"/>
                  </a:lnTo>
                  <a:lnTo>
                    <a:pt x="555664" y="440426"/>
                  </a:lnTo>
                  <a:lnTo>
                    <a:pt x="551785" y="432995"/>
                  </a:lnTo>
                  <a:lnTo>
                    <a:pt x="546877" y="427506"/>
                  </a:lnTo>
                  <a:lnTo>
                    <a:pt x="541336" y="426070"/>
                  </a:lnTo>
                  <a:lnTo>
                    <a:pt x="538118" y="420324"/>
                  </a:lnTo>
                  <a:lnTo>
                    <a:pt x="533217" y="419043"/>
                  </a:lnTo>
                  <a:lnTo>
                    <a:pt x="530710" y="418386"/>
                  </a:lnTo>
                  <a:lnTo>
                    <a:pt x="518603" y="414202"/>
                  </a:lnTo>
                  <a:lnTo>
                    <a:pt x="516874" y="416016"/>
                  </a:lnTo>
                  <a:lnTo>
                    <a:pt x="514677" y="418319"/>
                  </a:lnTo>
                  <a:lnTo>
                    <a:pt x="509749" y="414921"/>
                  </a:lnTo>
                  <a:lnTo>
                    <a:pt x="507949" y="411301"/>
                  </a:lnTo>
                  <a:lnTo>
                    <a:pt x="506065" y="407512"/>
                  </a:lnTo>
                  <a:lnTo>
                    <a:pt x="499922" y="395461"/>
                  </a:lnTo>
                  <a:lnTo>
                    <a:pt x="494647" y="381148"/>
                  </a:lnTo>
                  <a:lnTo>
                    <a:pt x="494460" y="380953"/>
                  </a:lnTo>
                  <a:lnTo>
                    <a:pt x="487008" y="373176"/>
                  </a:lnTo>
                  <a:lnTo>
                    <a:pt x="484250" y="372375"/>
                  </a:lnTo>
                  <a:lnTo>
                    <a:pt x="479857" y="373320"/>
                  </a:lnTo>
                  <a:lnTo>
                    <a:pt x="475595" y="376846"/>
                  </a:lnTo>
                  <a:lnTo>
                    <a:pt x="471426" y="376462"/>
                  </a:lnTo>
                  <a:lnTo>
                    <a:pt x="466709" y="373927"/>
                  </a:lnTo>
                  <a:lnTo>
                    <a:pt x="459975" y="364350"/>
                  </a:lnTo>
                  <a:lnTo>
                    <a:pt x="457140" y="356376"/>
                  </a:lnTo>
                  <a:lnTo>
                    <a:pt x="456286" y="351425"/>
                  </a:lnTo>
                  <a:lnTo>
                    <a:pt x="454611" y="348917"/>
                  </a:lnTo>
                  <a:lnTo>
                    <a:pt x="451048" y="343580"/>
                  </a:lnTo>
                  <a:lnTo>
                    <a:pt x="445605" y="336991"/>
                  </a:lnTo>
                  <a:lnTo>
                    <a:pt x="437341" y="326969"/>
                  </a:lnTo>
                  <a:lnTo>
                    <a:pt x="428228" y="313450"/>
                  </a:lnTo>
                  <a:lnTo>
                    <a:pt x="421497" y="306512"/>
                  </a:lnTo>
                  <a:lnTo>
                    <a:pt x="418058" y="303613"/>
                  </a:lnTo>
                  <a:lnTo>
                    <a:pt x="414068" y="300245"/>
                  </a:lnTo>
                  <a:lnTo>
                    <a:pt x="408856" y="293046"/>
                  </a:lnTo>
                  <a:lnTo>
                    <a:pt x="410647" y="292875"/>
                  </a:lnTo>
                  <a:lnTo>
                    <a:pt x="415985" y="292309"/>
                  </a:lnTo>
                  <a:lnTo>
                    <a:pt x="419976" y="285091"/>
                  </a:lnTo>
                  <a:lnTo>
                    <a:pt x="421684" y="280398"/>
                  </a:lnTo>
                  <a:lnTo>
                    <a:pt x="422122" y="279193"/>
                  </a:lnTo>
                  <a:lnTo>
                    <a:pt x="423758" y="274686"/>
                  </a:lnTo>
                  <a:lnTo>
                    <a:pt x="426287" y="272637"/>
                  </a:lnTo>
                  <a:lnTo>
                    <a:pt x="429101" y="268094"/>
                  </a:lnTo>
                  <a:lnTo>
                    <a:pt x="427226" y="264788"/>
                  </a:lnTo>
                  <a:lnTo>
                    <a:pt x="423936" y="264356"/>
                  </a:lnTo>
                  <a:lnTo>
                    <a:pt x="418712" y="263148"/>
                  </a:lnTo>
                  <a:lnTo>
                    <a:pt x="417943" y="264371"/>
                  </a:lnTo>
                  <a:lnTo>
                    <a:pt x="416697" y="266351"/>
                  </a:lnTo>
                  <a:lnTo>
                    <a:pt x="414477" y="270042"/>
                  </a:lnTo>
                  <a:lnTo>
                    <a:pt x="414972" y="274089"/>
                  </a:lnTo>
                  <a:lnTo>
                    <a:pt x="413345" y="277267"/>
                  </a:lnTo>
                  <a:lnTo>
                    <a:pt x="411951" y="280690"/>
                  </a:lnTo>
                  <a:lnTo>
                    <a:pt x="410419" y="284451"/>
                  </a:lnTo>
                  <a:lnTo>
                    <a:pt x="408461" y="285930"/>
                  </a:lnTo>
                  <a:lnTo>
                    <a:pt x="407129" y="280438"/>
                  </a:lnTo>
                  <a:lnTo>
                    <a:pt x="405797" y="276065"/>
                  </a:lnTo>
                  <a:lnTo>
                    <a:pt x="401611" y="271607"/>
                  </a:lnTo>
                  <a:lnTo>
                    <a:pt x="396462" y="267128"/>
                  </a:lnTo>
                  <a:lnTo>
                    <a:pt x="395725" y="259992"/>
                  </a:lnTo>
                  <a:lnTo>
                    <a:pt x="395520" y="252740"/>
                  </a:lnTo>
                  <a:lnTo>
                    <a:pt x="392642" y="246079"/>
                  </a:lnTo>
                  <a:lnTo>
                    <a:pt x="391016" y="240274"/>
                  </a:lnTo>
                  <a:lnTo>
                    <a:pt x="390970" y="240111"/>
                  </a:lnTo>
                  <a:lnTo>
                    <a:pt x="397188" y="232686"/>
                  </a:lnTo>
                  <a:lnTo>
                    <a:pt x="398501" y="225319"/>
                  </a:lnTo>
                  <a:lnTo>
                    <a:pt x="399707" y="216707"/>
                  </a:lnTo>
                  <a:lnTo>
                    <a:pt x="400017" y="215488"/>
                  </a:lnTo>
                  <a:lnTo>
                    <a:pt x="401223" y="210743"/>
                  </a:lnTo>
                  <a:lnTo>
                    <a:pt x="400984" y="205477"/>
                  </a:lnTo>
                  <a:lnTo>
                    <a:pt x="399008" y="199047"/>
                  </a:lnTo>
                  <a:lnTo>
                    <a:pt x="397934" y="192955"/>
                  </a:lnTo>
                  <a:lnTo>
                    <a:pt x="397910" y="192821"/>
                  </a:lnTo>
                  <a:lnTo>
                    <a:pt x="394271" y="191335"/>
                  </a:lnTo>
                  <a:lnTo>
                    <a:pt x="393073" y="184590"/>
                  </a:lnTo>
                  <a:lnTo>
                    <a:pt x="391071" y="180604"/>
                  </a:lnTo>
                  <a:lnTo>
                    <a:pt x="393372" y="175254"/>
                  </a:lnTo>
                  <a:lnTo>
                    <a:pt x="390060" y="171708"/>
                  </a:lnTo>
                  <a:lnTo>
                    <a:pt x="387003" y="168151"/>
                  </a:lnTo>
                  <a:lnTo>
                    <a:pt x="386637" y="167724"/>
                  </a:lnTo>
                  <a:lnTo>
                    <a:pt x="385926" y="163678"/>
                  </a:lnTo>
                  <a:lnTo>
                    <a:pt x="380501" y="160837"/>
                  </a:lnTo>
                  <a:lnTo>
                    <a:pt x="382129" y="159134"/>
                  </a:lnTo>
                  <a:lnTo>
                    <a:pt x="379389" y="155819"/>
                  </a:lnTo>
                  <a:lnTo>
                    <a:pt x="371765" y="156429"/>
                  </a:lnTo>
                  <a:lnTo>
                    <a:pt x="366475" y="156680"/>
                  </a:lnTo>
                  <a:lnTo>
                    <a:pt x="365723" y="161470"/>
                  </a:lnTo>
                  <a:lnTo>
                    <a:pt x="362881" y="161554"/>
                  </a:lnTo>
                  <a:lnTo>
                    <a:pt x="360016" y="156306"/>
                  </a:lnTo>
                  <a:lnTo>
                    <a:pt x="359609" y="151895"/>
                  </a:lnTo>
                  <a:lnTo>
                    <a:pt x="356867" y="150599"/>
                  </a:lnTo>
                  <a:lnTo>
                    <a:pt x="352245" y="149747"/>
                  </a:lnTo>
                  <a:lnTo>
                    <a:pt x="351925" y="149688"/>
                  </a:lnTo>
                  <a:lnTo>
                    <a:pt x="350713" y="145146"/>
                  </a:lnTo>
                  <a:lnTo>
                    <a:pt x="348001" y="141304"/>
                  </a:lnTo>
                  <a:lnTo>
                    <a:pt x="344615" y="138561"/>
                  </a:lnTo>
                  <a:lnTo>
                    <a:pt x="340503" y="138952"/>
                  </a:lnTo>
                  <a:lnTo>
                    <a:pt x="339093" y="136506"/>
                  </a:lnTo>
                  <a:lnTo>
                    <a:pt x="331343" y="133233"/>
                  </a:lnTo>
                  <a:lnTo>
                    <a:pt x="330068" y="127122"/>
                  </a:lnTo>
                  <a:lnTo>
                    <a:pt x="328403" y="121234"/>
                  </a:lnTo>
                  <a:lnTo>
                    <a:pt x="328300" y="120871"/>
                  </a:lnTo>
                  <a:lnTo>
                    <a:pt x="322784" y="119480"/>
                  </a:lnTo>
                  <a:lnTo>
                    <a:pt x="318420" y="118169"/>
                  </a:lnTo>
                  <a:lnTo>
                    <a:pt x="314149" y="113343"/>
                  </a:lnTo>
                  <a:lnTo>
                    <a:pt x="310061" y="108010"/>
                  </a:lnTo>
                  <a:lnTo>
                    <a:pt x="305181" y="103528"/>
                  </a:lnTo>
                  <a:lnTo>
                    <a:pt x="296244" y="100096"/>
                  </a:lnTo>
                  <a:lnTo>
                    <a:pt x="284796" y="96811"/>
                  </a:lnTo>
                  <a:lnTo>
                    <a:pt x="279600" y="93378"/>
                  </a:lnTo>
                  <a:lnTo>
                    <a:pt x="278882" y="92903"/>
                  </a:lnTo>
                  <a:lnTo>
                    <a:pt x="274193" y="93330"/>
                  </a:lnTo>
                  <a:lnTo>
                    <a:pt x="273250" y="93707"/>
                  </a:lnTo>
                  <a:lnTo>
                    <a:pt x="269748" y="95108"/>
                  </a:lnTo>
                  <a:lnTo>
                    <a:pt x="265957" y="97345"/>
                  </a:lnTo>
                  <a:lnTo>
                    <a:pt x="263659" y="96754"/>
                  </a:lnTo>
                  <a:lnTo>
                    <a:pt x="257964" y="100231"/>
                  </a:lnTo>
                  <a:lnTo>
                    <a:pt x="252937" y="105419"/>
                  </a:lnTo>
                  <a:lnTo>
                    <a:pt x="254991" y="108458"/>
                  </a:lnTo>
                  <a:lnTo>
                    <a:pt x="255390" y="109047"/>
                  </a:lnTo>
                  <a:lnTo>
                    <a:pt x="256474" y="112227"/>
                  </a:lnTo>
                  <a:lnTo>
                    <a:pt x="255693" y="114734"/>
                  </a:lnTo>
                  <a:lnTo>
                    <a:pt x="250048" y="115226"/>
                  </a:lnTo>
                  <a:lnTo>
                    <a:pt x="246305" y="114020"/>
                  </a:lnTo>
                  <a:lnTo>
                    <a:pt x="241617" y="116139"/>
                  </a:lnTo>
                  <a:lnTo>
                    <a:pt x="238815" y="118601"/>
                  </a:lnTo>
                  <a:lnTo>
                    <a:pt x="240760" y="125062"/>
                  </a:lnTo>
                  <a:lnTo>
                    <a:pt x="238168" y="127650"/>
                  </a:lnTo>
                  <a:lnTo>
                    <a:pt x="231860" y="130802"/>
                  </a:lnTo>
                  <a:lnTo>
                    <a:pt x="226483" y="137976"/>
                  </a:lnTo>
                  <a:lnTo>
                    <a:pt x="219500" y="142412"/>
                  </a:lnTo>
                  <a:lnTo>
                    <a:pt x="207791" y="150500"/>
                  </a:lnTo>
                  <a:lnTo>
                    <a:pt x="198695" y="147190"/>
                  </a:lnTo>
                  <a:lnTo>
                    <a:pt x="193702" y="145991"/>
                  </a:lnTo>
                  <a:lnTo>
                    <a:pt x="190559" y="145235"/>
                  </a:lnTo>
                  <a:lnTo>
                    <a:pt x="183880" y="148267"/>
                  </a:lnTo>
                  <a:lnTo>
                    <a:pt x="178902" y="140452"/>
                  </a:lnTo>
                  <a:lnTo>
                    <a:pt x="176840" y="133463"/>
                  </a:lnTo>
                  <a:lnTo>
                    <a:pt x="178243" y="126364"/>
                  </a:lnTo>
                  <a:lnTo>
                    <a:pt x="177874" y="126155"/>
                  </a:lnTo>
                  <a:lnTo>
                    <a:pt x="174810" y="124417"/>
                  </a:lnTo>
                  <a:lnTo>
                    <a:pt x="170062" y="124233"/>
                  </a:lnTo>
                  <a:lnTo>
                    <a:pt x="162987" y="119723"/>
                  </a:lnTo>
                  <a:lnTo>
                    <a:pt x="160439" y="117536"/>
                  </a:lnTo>
                  <a:lnTo>
                    <a:pt x="152821" y="115267"/>
                  </a:lnTo>
                  <a:lnTo>
                    <a:pt x="143313" y="109728"/>
                  </a:lnTo>
                  <a:lnTo>
                    <a:pt x="128479" y="104259"/>
                  </a:lnTo>
                  <a:lnTo>
                    <a:pt x="128159" y="104140"/>
                  </a:lnTo>
                  <a:lnTo>
                    <a:pt x="121072" y="102431"/>
                  </a:lnTo>
                  <a:lnTo>
                    <a:pt x="114075" y="101198"/>
                  </a:lnTo>
                  <a:lnTo>
                    <a:pt x="110737" y="100608"/>
                  </a:lnTo>
                  <a:lnTo>
                    <a:pt x="97341" y="99792"/>
                  </a:lnTo>
                  <a:lnTo>
                    <a:pt x="96215" y="99722"/>
                  </a:lnTo>
                  <a:lnTo>
                    <a:pt x="79605" y="100950"/>
                  </a:lnTo>
                  <a:lnTo>
                    <a:pt x="67343" y="103882"/>
                  </a:lnTo>
                  <a:lnTo>
                    <a:pt x="63583" y="104776"/>
                  </a:lnTo>
                  <a:lnTo>
                    <a:pt x="58637" y="106576"/>
                  </a:lnTo>
                  <a:lnTo>
                    <a:pt x="41478" y="112783"/>
                  </a:lnTo>
                  <a:lnTo>
                    <a:pt x="36090" y="114289"/>
                  </a:lnTo>
                  <a:lnTo>
                    <a:pt x="33232" y="115087"/>
                  </a:lnTo>
                  <a:lnTo>
                    <a:pt x="29352" y="115459"/>
                  </a:lnTo>
                  <a:lnTo>
                    <a:pt x="22093" y="118335"/>
                  </a:lnTo>
                  <a:lnTo>
                    <a:pt x="14926" y="120840"/>
                  </a:lnTo>
                  <a:lnTo>
                    <a:pt x="19170" y="114668"/>
                  </a:lnTo>
                  <a:lnTo>
                    <a:pt x="20062" y="109383"/>
                  </a:lnTo>
                  <a:lnTo>
                    <a:pt x="24556" y="105803"/>
                  </a:lnTo>
                  <a:lnTo>
                    <a:pt x="20752" y="104562"/>
                  </a:lnTo>
                  <a:lnTo>
                    <a:pt x="17975" y="100592"/>
                  </a:lnTo>
                  <a:lnTo>
                    <a:pt x="18501" y="96784"/>
                  </a:lnTo>
                  <a:lnTo>
                    <a:pt x="20165" y="91816"/>
                  </a:lnTo>
                  <a:lnTo>
                    <a:pt x="19666" y="87281"/>
                  </a:lnTo>
                  <a:lnTo>
                    <a:pt x="16156" y="84704"/>
                  </a:lnTo>
                  <a:lnTo>
                    <a:pt x="9625" y="81680"/>
                  </a:lnTo>
                  <a:lnTo>
                    <a:pt x="7927" y="79381"/>
                  </a:lnTo>
                  <a:lnTo>
                    <a:pt x="0" y="7195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5499457" y="4095478"/>
              <a:ext cx="457000" cy="465982"/>
            </a:xfrm>
            <a:custGeom>
              <a:avLst/>
              <a:pathLst>
                <a:path w="457000" h="465982">
                  <a:moveTo>
                    <a:pt x="0" y="40801"/>
                  </a:moveTo>
                  <a:lnTo>
                    <a:pt x="10956" y="39006"/>
                  </a:lnTo>
                  <a:lnTo>
                    <a:pt x="18439" y="37769"/>
                  </a:lnTo>
                  <a:lnTo>
                    <a:pt x="20192" y="37421"/>
                  </a:lnTo>
                  <a:lnTo>
                    <a:pt x="27385" y="35985"/>
                  </a:lnTo>
                  <a:lnTo>
                    <a:pt x="28428" y="35790"/>
                  </a:lnTo>
                  <a:lnTo>
                    <a:pt x="46767" y="32331"/>
                  </a:lnTo>
                  <a:lnTo>
                    <a:pt x="52217" y="31316"/>
                  </a:lnTo>
                  <a:lnTo>
                    <a:pt x="52457" y="31271"/>
                  </a:lnTo>
                  <a:lnTo>
                    <a:pt x="62104" y="29463"/>
                  </a:lnTo>
                  <a:lnTo>
                    <a:pt x="66346" y="28681"/>
                  </a:lnTo>
                  <a:lnTo>
                    <a:pt x="69236" y="28146"/>
                  </a:lnTo>
                  <a:lnTo>
                    <a:pt x="73274" y="27398"/>
                  </a:lnTo>
                  <a:lnTo>
                    <a:pt x="82108" y="25737"/>
                  </a:lnTo>
                  <a:lnTo>
                    <a:pt x="91491" y="24027"/>
                  </a:lnTo>
                  <a:lnTo>
                    <a:pt x="107091" y="21063"/>
                  </a:lnTo>
                  <a:lnTo>
                    <a:pt x="123134" y="18065"/>
                  </a:lnTo>
                  <a:lnTo>
                    <a:pt x="133477" y="16112"/>
                  </a:lnTo>
                  <a:lnTo>
                    <a:pt x="139218" y="15021"/>
                  </a:lnTo>
                  <a:lnTo>
                    <a:pt x="165571" y="9964"/>
                  </a:lnTo>
                  <a:lnTo>
                    <a:pt x="171420" y="8573"/>
                  </a:lnTo>
                  <a:lnTo>
                    <a:pt x="176897" y="7266"/>
                  </a:lnTo>
                  <a:lnTo>
                    <a:pt x="190115" y="4091"/>
                  </a:lnTo>
                  <a:lnTo>
                    <a:pt x="207819" y="0"/>
                  </a:lnTo>
                  <a:lnTo>
                    <a:pt x="207355" y="4896"/>
                  </a:lnTo>
                  <a:lnTo>
                    <a:pt x="206569" y="8263"/>
                  </a:lnTo>
                  <a:lnTo>
                    <a:pt x="202278" y="13390"/>
                  </a:lnTo>
                  <a:lnTo>
                    <a:pt x="198577" y="17433"/>
                  </a:lnTo>
                  <a:lnTo>
                    <a:pt x="196454" y="21078"/>
                  </a:lnTo>
                  <a:lnTo>
                    <a:pt x="193813" y="25131"/>
                  </a:lnTo>
                  <a:lnTo>
                    <a:pt x="194682" y="28136"/>
                  </a:lnTo>
                  <a:lnTo>
                    <a:pt x="192483" y="31849"/>
                  </a:lnTo>
                  <a:lnTo>
                    <a:pt x="192998" y="32975"/>
                  </a:lnTo>
                  <a:lnTo>
                    <a:pt x="194358" y="35943"/>
                  </a:lnTo>
                  <a:lnTo>
                    <a:pt x="194550" y="36362"/>
                  </a:lnTo>
                  <a:lnTo>
                    <a:pt x="200300" y="39130"/>
                  </a:lnTo>
                  <a:lnTo>
                    <a:pt x="205664" y="41736"/>
                  </a:lnTo>
                  <a:lnTo>
                    <a:pt x="211646" y="42822"/>
                  </a:lnTo>
                  <a:lnTo>
                    <a:pt x="216904" y="47119"/>
                  </a:lnTo>
                  <a:lnTo>
                    <a:pt x="217516" y="47619"/>
                  </a:lnTo>
                  <a:lnTo>
                    <a:pt x="222060" y="50547"/>
                  </a:lnTo>
                  <a:lnTo>
                    <a:pt x="222284" y="50692"/>
                  </a:lnTo>
                  <a:lnTo>
                    <a:pt x="227118" y="51899"/>
                  </a:lnTo>
                  <a:lnTo>
                    <a:pt x="227418" y="51785"/>
                  </a:lnTo>
                  <a:lnTo>
                    <a:pt x="232738" y="49760"/>
                  </a:lnTo>
                  <a:lnTo>
                    <a:pt x="237272" y="49914"/>
                  </a:lnTo>
                  <a:lnTo>
                    <a:pt x="241278" y="56674"/>
                  </a:lnTo>
                  <a:lnTo>
                    <a:pt x="243600" y="60519"/>
                  </a:lnTo>
                  <a:lnTo>
                    <a:pt x="248376" y="66105"/>
                  </a:lnTo>
                  <a:lnTo>
                    <a:pt x="249009" y="66855"/>
                  </a:lnTo>
                  <a:lnTo>
                    <a:pt x="252310" y="70771"/>
                  </a:lnTo>
                  <a:lnTo>
                    <a:pt x="253618" y="73609"/>
                  </a:lnTo>
                  <a:lnTo>
                    <a:pt x="256612" y="80104"/>
                  </a:lnTo>
                  <a:lnTo>
                    <a:pt x="263963" y="85644"/>
                  </a:lnTo>
                  <a:lnTo>
                    <a:pt x="269255" y="91708"/>
                  </a:lnTo>
                  <a:lnTo>
                    <a:pt x="269606" y="92111"/>
                  </a:lnTo>
                  <a:lnTo>
                    <a:pt x="273024" y="96945"/>
                  </a:lnTo>
                  <a:lnTo>
                    <a:pt x="273754" y="97977"/>
                  </a:lnTo>
                  <a:lnTo>
                    <a:pt x="277602" y="98055"/>
                  </a:lnTo>
                  <a:lnTo>
                    <a:pt x="285809" y="103723"/>
                  </a:lnTo>
                  <a:lnTo>
                    <a:pt x="295681" y="106607"/>
                  </a:lnTo>
                  <a:lnTo>
                    <a:pt x="304577" y="114150"/>
                  </a:lnTo>
                  <a:lnTo>
                    <a:pt x="307357" y="118120"/>
                  </a:lnTo>
                  <a:lnTo>
                    <a:pt x="309301" y="120896"/>
                  </a:lnTo>
                  <a:lnTo>
                    <a:pt x="313394" y="124992"/>
                  </a:lnTo>
                  <a:lnTo>
                    <a:pt x="317625" y="125432"/>
                  </a:lnTo>
                  <a:lnTo>
                    <a:pt x="318377" y="125510"/>
                  </a:lnTo>
                  <a:lnTo>
                    <a:pt x="325937" y="129250"/>
                  </a:lnTo>
                  <a:lnTo>
                    <a:pt x="327227" y="130649"/>
                  </a:lnTo>
                  <a:lnTo>
                    <a:pt x="330067" y="133727"/>
                  </a:lnTo>
                  <a:lnTo>
                    <a:pt x="336128" y="135728"/>
                  </a:lnTo>
                  <a:lnTo>
                    <a:pt x="337668" y="140921"/>
                  </a:lnTo>
                  <a:lnTo>
                    <a:pt x="337908" y="147989"/>
                  </a:lnTo>
                  <a:lnTo>
                    <a:pt x="346004" y="150433"/>
                  </a:lnTo>
                  <a:lnTo>
                    <a:pt x="347075" y="156195"/>
                  </a:lnTo>
                  <a:lnTo>
                    <a:pt x="347180" y="156755"/>
                  </a:lnTo>
                  <a:lnTo>
                    <a:pt x="354949" y="159094"/>
                  </a:lnTo>
                  <a:lnTo>
                    <a:pt x="355160" y="159724"/>
                  </a:lnTo>
                  <a:lnTo>
                    <a:pt x="356678" y="164235"/>
                  </a:lnTo>
                  <a:lnTo>
                    <a:pt x="365819" y="167356"/>
                  </a:lnTo>
                  <a:lnTo>
                    <a:pt x="369689" y="167966"/>
                  </a:lnTo>
                  <a:lnTo>
                    <a:pt x="370993" y="168171"/>
                  </a:lnTo>
                  <a:lnTo>
                    <a:pt x="376676" y="171184"/>
                  </a:lnTo>
                  <a:lnTo>
                    <a:pt x="380809" y="173371"/>
                  </a:lnTo>
                  <a:lnTo>
                    <a:pt x="382429" y="180581"/>
                  </a:lnTo>
                  <a:lnTo>
                    <a:pt x="386349" y="184577"/>
                  </a:lnTo>
                  <a:lnTo>
                    <a:pt x="391356" y="190522"/>
                  </a:lnTo>
                  <a:lnTo>
                    <a:pt x="393715" y="199216"/>
                  </a:lnTo>
                  <a:lnTo>
                    <a:pt x="393855" y="199734"/>
                  </a:lnTo>
                  <a:lnTo>
                    <a:pt x="397152" y="208073"/>
                  </a:lnTo>
                  <a:lnTo>
                    <a:pt x="397818" y="213003"/>
                  </a:lnTo>
                  <a:lnTo>
                    <a:pt x="398818" y="213482"/>
                  </a:lnTo>
                  <a:lnTo>
                    <a:pt x="404519" y="216208"/>
                  </a:lnTo>
                  <a:lnTo>
                    <a:pt x="408592" y="216792"/>
                  </a:lnTo>
                  <a:lnTo>
                    <a:pt x="409445" y="216913"/>
                  </a:lnTo>
                  <a:lnTo>
                    <a:pt x="417845" y="223409"/>
                  </a:lnTo>
                  <a:lnTo>
                    <a:pt x="418904" y="228854"/>
                  </a:lnTo>
                  <a:lnTo>
                    <a:pt x="421264" y="231142"/>
                  </a:lnTo>
                  <a:lnTo>
                    <a:pt x="425715" y="235451"/>
                  </a:lnTo>
                  <a:lnTo>
                    <a:pt x="427308" y="241295"/>
                  </a:lnTo>
                  <a:lnTo>
                    <a:pt x="425897" y="245708"/>
                  </a:lnTo>
                  <a:lnTo>
                    <a:pt x="426614" y="246662"/>
                  </a:lnTo>
                  <a:lnTo>
                    <a:pt x="430024" y="251196"/>
                  </a:lnTo>
                  <a:lnTo>
                    <a:pt x="431812" y="257572"/>
                  </a:lnTo>
                  <a:lnTo>
                    <a:pt x="438812" y="259033"/>
                  </a:lnTo>
                  <a:lnTo>
                    <a:pt x="441178" y="256726"/>
                  </a:lnTo>
                  <a:lnTo>
                    <a:pt x="447484" y="259885"/>
                  </a:lnTo>
                  <a:lnTo>
                    <a:pt x="452893" y="261113"/>
                  </a:lnTo>
                  <a:lnTo>
                    <a:pt x="456732" y="261334"/>
                  </a:lnTo>
                  <a:lnTo>
                    <a:pt x="457000" y="265087"/>
                  </a:lnTo>
                  <a:lnTo>
                    <a:pt x="452514" y="270837"/>
                  </a:lnTo>
                  <a:lnTo>
                    <a:pt x="450544" y="274552"/>
                  </a:lnTo>
                  <a:lnTo>
                    <a:pt x="446606" y="281414"/>
                  </a:lnTo>
                  <a:lnTo>
                    <a:pt x="444341" y="286596"/>
                  </a:lnTo>
                  <a:lnTo>
                    <a:pt x="441908" y="292603"/>
                  </a:lnTo>
                  <a:lnTo>
                    <a:pt x="438062" y="297560"/>
                  </a:lnTo>
                  <a:lnTo>
                    <a:pt x="437900" y="298882"/>
                  </a:lnTo>
                  <a:lnTo>
                    <a:pt x="437757" y="300042"/>
                  </a:lnTo>
                  <a:lnTo>
                    <a:pt x="439774" y="307702"/>
                  </a:lnTo>
                  <a:lnTo>
                    <a:pt x="437688" y="315317"/>
                  </a:lnTo>
                  <a:lnTo>
                    <a:pt x="437857" y="317007"/>
                  </a:lnTo>
                  <a:lnTo>
                    <a:pt x="438090" y="319340"/>
                  </a:lnTo>
                  <a:lnTo>
                    <a:pt x="436026" y="325551"/>
                  </a:lnTo>
                  <a:lnTo>
                    <a:pt x="433268" y="332352"/>
                  </a:lnTo>
                  <a:lnTo>
                    <a:pt x="432515" y="338164"/>
                  </a:lnTo>
                  <a:lnTo>
                    <a:pt x="435023" y="342603"/>
                  </a:lnTo>
                  <a:lnTo>
                    <a:pt x="434909" y="343614"/>
                  </a:lnTo>
                  <a:lnTo>
                    <a:pt x="434287" y="349075"/>
                  </a:lnTo>
                  <a:lnTo>
                    <a:pt x="433112" y="353376"/>
                  </a:lnTo>
                  <a:lnTo>
                    <a:pt x="428974" y="361666"/>
                  </a:lnTo>
                  <a:lnTo>
                    <a:pt x="426252" y="363449"/>
                  </a:lnTo>
                  <a:lnTo>
                    <a:pt x="427336" y="368775"/>
                  </a:lnTo>
                  <a:lnTo>
                    <a:pt x="426746" y="374838"/>
                  </a:lnTo>
                  <a:lnTo>
                    <a:pt x="427934" y="377311"/>
                  </a:lnTo>
                  <a:lnTo>
                    <a:pt x="428536" y="378566"/>
                  </a:lnTo>
                  <a:lnTo>
                    <a:pt x="430160" y="385560"/>
                  </a:lnTo>
                  <a:lnTo>
                    <a:pt x="428778" y="395048"/>
                  </a:lnTo>
                  <a:lnTo>
                    <a:pt x="428025" y="400655"/>
                  </a:lnTo>
                  <a:lnTo>
                    <a:pt x="430562" y="406461"/>
                  </a:lnTo>
                  <a:lnTo>
                    <a:pt x="424810" y="406329"/>
                  </a:lnTo>
                  <a:lnTo>
                    <a:pt x="422965" y="406689"/>
                  </a:lnTo>
                  <a:lnTo>
                    <a:pt x="420197" y="408116"/>
                  </a:lnTo>
                  <a:lnTo>
                    <a:pt x="413692" y="408058"/>
                  </a:lnTo>
                  <a:lnTo>
                    <a:pt x="410355" y="407196"/>
                  </a:lnTo>
                  <a:lnTo>
                    <a:pt x="404683" y="407901"/>
                  </a:lnTo>
                  <a:lnTo>
                    <a:pt x="401513" y="406034"/>
                  </a:lnTo>
                  <a:lnTo>
                    <a:pt x="397272" y="405240"/>
                  </a:lnTo>
                  <a:lnTo>
                    <a:pt x="391981" y="406092"/>
                  </a:lnTo>
                  <a:lnTo>
                    <a:pt x="388517" y="403873"/>
                  </a:lnTo>
                  <a:lnTo>
                    <a:pt x="388190" y="403882"/>
                  </a:lnTo>
                  <a:lnTo>
                    <a:pt x="384833" y="403965"/>
                  </a:lnTo>
                  <a:lnTo>
                    <a:pt x="381083" y="409135"/>
                  </a:lnTo>
                  <a:lnTo>
                    <a:pt x="378450" y="413433"/>
                  </a:lnTo>
                  <a:lnTo>
                    <a:pt x="378726" y="419527"/>
                  </a:lnTo>
                  <a:lnTo>
                    <a:pt x="378732" y="423412"/>
                  </a:lnTo>
                  <a:lnTo>
                    <a:pt x="382680" y="428253"/>
                  </a:lnTo>
                  <a:lnTo>
                    <a:pt x="383748" y="435467"/>
                  </a:lnTo>
                  <a:lnTo>
                    <a:pt x="384428" y="444163"/>
                  </a:lnTo>
                  <a:lnTo>
                    <a:pt x="384031" y="448903"/>
                  </a:lnTo>
                  <a:lnTo>
                    <a:pt x="384748" y="452243"/>
                  </a:lnTo>
                  <a:lnTo>
                    <a:pt x="383884" y="452614"/>
                  </a:lnTo>
                  <a:lnTo>
                    <a:pt x="380189" y="454200"/>
                  </a:lnTo>
                  <a:lnTo>
                    <a:pt x="375878" y="454837"/>
                  </a:lnTo>
                  <a:lnTo>
                    <a:pt x="372560" y="454986"/>
                  </a:lnTo>
                  <a:lnTo>
                    <a:pt x="368887" y="449859"/>
                  </a:lnTo>
                  <a:lnTo>
                    <a:pt x="368799" y="444621"/>
                  </a:lnTo>
                  <a:lnTo>
                    <a:pt x="365461" y="440433"/>
                  </a:lnTo>
                  <a:lnTo>
                    <a:pt x="365614" y="435805"/>
                  </a:lnTo>
                  <a:lnTo>
                    <a:pt x="347771" y="437800"/>
                  </a:lnTo>
                  <a:lnTo>
                    <a:pt x="344137" y="438202"/>
                  </a:lnTo>
                  <a:lnTo>
                    <a:pt x="333125" y="439705"/>
                  </a:lnTo>
                  <a:lnTo>
                    <a:pt x="323768" y="440969"/>
                  </a:lnTo>
                  <a:lnTo>
                    <a:pt x="307114" y="443190"/>
                  </a:lnTo>
                  <a:lnTo>
                    <a:pt x="284577" y="446187"/>
                  </a:lnTo>
                  <a:lnTo>
                    <a:pt x="284117" y="446246"/>
                  </a:lnTo>
                  <a:lnTo>
                    <a:pt x="268786" y="448197"/>
                  </a:lnTo>
                  <a:lnTo>
                    <a:pt x="264492" y="448738"/>
                  </a:lnTo>
                  <a:lnTo>
                    <a:pt x="251864" y="450314"/>
                  </a:lnTo>
                  <a:lnTo>
                    <a:pt x="241954" y="451619"/>
                  </a:lnTo>
                  <a:lnTo>
                    <a:pt x="230244" y="453144"/>
                  </a:lnTo>
                  <a:lnTo>
                    <a:pt x="223392" y="454028"/>
                  </a:lnTo>
                  <a:lnTo>
                    <a:pt x="206852" y="456173"/>
                  </a:lnTo>
                  <a:lnTo>
                    <a:pt x="200083" y="457041"/>
                  </a:lnTo>
                  <a:lnTo>
                    <a:pt x="196425" y="457507"/>
                  </a:lnTo>
                  <a:lnTo>
                    <a:pt x="182203" y="459445"/>
                  </a:lnTo>
                  <a:lnTo>
                    <a:pt x="173764" y="460583"/>
                  </a:lnTo>
                  <a:lnTo>
                    <a:pt x="165454" y="461693"/>
                  </a:lnTo>
                  <a:lnTo>
                    <a:pt x="135405" y="465362"/>
                  </a:lnTo>
                  <a:lnTo>
                    <a:pt x="130825" y="465982"/>
                  </a:lnTo>
                  <a:lnTo>
                    <a:pt x="125180" y="460647"/>
                  </a:lnTo>
                  <a:lnTo>
                    <a:pt x="122800" y="454583"/>
                  </a:lnTo>
                  <a:lnTo>
                    <a:pt x="121982" y="450051"/>
                  </a:lnTo>
                  <a:lnTo>
                    <a:pt x="116856" y="444857"/>
                  </a:lnTo>
                  <a:lnTo>
                    <a:pt x="114277" y="441119"/>
                  </a:lnTo>
                  <a:lnTo>
                    <a:pt x="114224" y="438653"/>
                  </a:lnTo>
                  <a:lnTo>
                    <a:pt x="112624" y="433401"/>
                  </a:lnTo>
                  <a:lnTo>
                    <a:pt x="111432" y="431316"/>
                  </a:lnTo>
                  <a:lnTo>
                    <a:pt x="109653" y="428203"/>
                  </a:lnTo>
                  <a:lnTo>
                    <a:pt x="102143" y="421331"/>
                  </a:lnTo>
                  <a:lnTo>
                    <a:pt x="100970" y="413983"/>
                  </a:lnTo>
                  <a:lnTo>
                    <a:pt x="102018" y="409983"/>
                  </a:lnTo>
                  <a:lnTo>
                    <a:pt x="101889" y="408579"/>
                  </a:lnTo>
                  <a:lnTo>
                    <a:pt x="101767" y="407239"/>
                  </a:lnTo>
                  <a:lnTo>
                    <a:pt x="100729" y="403104"/>
                  </a:lnTo>
                  <a:lnTo>
                    <a:pt x="101980" y="395710"/>
                  </a:lnTo>
                  <a:lnTo>
                    <a:pt x="100914" y="392020"/>
                  </a:lnTo>
                  <a:lnTo>
                    <a:pt x="101858" y="386495"/>
                  </a:lnTo>
                  <a:lnTo>
                    <a:pt x="102320" y="383779"/>
                  </a:lnTo>
                  <a:lnTo>
                    <a:pt x="100510" y="381358"/>
                  </a:lnTo>
                  <a:lnTo>
                    <a:pt x="99722" y="376323"/>
                  </a:lnTo>
                  <a:lnTo>
                    <a:pt x="92691" y="369732"/>
                  </a:lnTo>
                  <a:lnTo>
                    <a:pt x="92678" y="365784"/>
                  </a:lnTo>
                  <a:lnTo>
                    <a:pt x="91640" y="362792"/>
                  </a:lnTo>
                  <a:lnTo>
                    <a:pt x="91047" y="361083"/>
                  </a:lnTo>
                  <a:lnTo>
                    <a:pt x="89027" y="355258"/>
                  </a:lnTo>
                  <a:lnTo>
                    <a:pt x="90598" y="349312"/>
                  </a:lnTo>
                  <a:lnTo>
                    <a:pt x="93451" y="341053"/>
                  </a:lnTo>
                  <a:lnTo>
                    <a:pt x="93434" y="338488"/>
                  </a:lnTo>
                  <a:lnTo>
                    <a:pt x="93384" y="331118"/>
                  </a:lnTo>
                  <a:lnTo>
                    <a:pt x="93366" y="328486"/>
                  </a:lnTo>
                  <a:lnTo>
                    <a:pt x="91588" y="323703"/>
                  </a:lnTo>
                  <a:lnTo>
                    <a:pt x="96087" y="317722"/>
                  </a:lnTo>
                  <a:lnTo>
                    <a:pt x="101404" y="313249"/>
                  </a:lnTo>
                  <a:lnTo>
                    <a:pt x="102097" y="311888"/>
                  </a:lnTo>
                  <a:lnTo>
                    <a:pt x="104008" y="308132"/>
                  </a:lnTo>
                  <a:lnTo>
                    <a:pt x="97813" y="304780"/>
                  </a:lnTo>
                  <a:lnTo>
                    <a:pt x="92799" y="302447"/>
                  </a:lnTo>
                  <a:lnTo>
                    <a:pt x="94505" y="299363"/>
                  </a:lnTo>
                  <a:lnTo>
                    <a:pt x="94453" y="297709"/>
                  </a:lnTo>
                  <a:lnTo>
                    <a:pt x="94243" y="291054"/>
                  </a:lnTo>
                  <a:lnTo>
                    <a:pt x="90811" y="284928"/>
                  </a:lnTo>
                  <a:lnTo>
                    <a:pt x="90646" y="284634"/>
                  </a:lnTo>
                  <a:lnTo>
                    <a:pt x="89913" y="283326"/>
                  </a:lnTo>
                  <a:lnTo>
                    <a:pt x="83567" y="278235"/>
                  </a:lnTo>
                  <a:lnTo>
                    <a:pt x="82636" y="275786"/>
                  </a:lnTo>
                  <a:lnTo>
                    <a:pt x="80773" y="270883"/>
                  </a:lnTo>
                  <a:lnTo>
                    <a:pt x="77412" y="263874"/>
                  </a:lnTo>
                  <a:lnTo>
                    <a:pt x="76193" y="261867"/>
                  </a:lnTo>
                  <a:lnTo>
                    <a:pt x="71875" y="254758"/>
                  </a:lnTo>
                  <a:lnTo>
                    <a:pt x="69315" y="251575"/>
                  </a:lnTo>
                  <a:lnTo>
                    <a:pt x="69028" y="250700"/>
                  </a:lnTo>
                  <a:lnTo>
                    <a:pt x="61296" y="227100"/>
                  </a:lnTo>
                  <a:lnTo>
                    <a:pt x="60601" y="224970"/>
                  </a:lnTo>
                  <a:lnTo>
                    <a:pt x="50946" y="195351"/>
                  </a:lnTo>
                  <a:lnTo>
                    <a:pt x="49175" y="189914"/>
                  </a:lnTo>
                  <a:lnTo>
                    <a:pt x="47655" y="185244"/>
                  </a:lnTo>
                  <a:lnTo>
                    <a:pt x="43653" y="173004"/>
                  </a:lnTo>
                  <a:lnTo>
                    <a:pt x="39929" y="161602"/>
                  </a:lnTo>
                  <a:lnTo>
                    <a:pt x="35591" y="148322"/>
                  </a:lnTo>
                  <a:lnTo>
                    <a:pt x="33567" y="142123"/>
                  </a:lnTo>
                  <a:lnTo>
                    <a:pt x="29837" y="130525"/>
                  </a:lnTo>
                  <a:lnTo>
                    <a:pt x="28422" y="126123"/>
                  </a:lnTo>
                  <a:lnTo>
                    <a:pt x="23024" y="110151"/>
                  </a:lnTo>
                  <a:lnTo>
                    <a:pt x="16720" y="91474"/>
                  </a:lnTo>
                  <a:lnTo>
                    <a:pt x="15046" y="86576"/>
                  </a:lnTo>
                  <a:lnTo>
                    <a:pt x="12853" y="80159"/>
                  </a:lnTo>
                  <a:lnTo>
                    <a:pt x="11664" y="76679"/>
                  </a:lnTo>
                  <a:lnTo>
                    <a:pt x="7391" y="64159"/>
                  </a:lnTo>
                  <a:lnTo>
                    <a:pt x="3845" y="53184"/>
                  </a:lnTo>
                  <a:lnTo>
                    <a:pt x="1798" y="4684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3397493" y="5286037"/>
              <a:ext cx="58409" cy="66379"/>
            </a:xfrm>
            <a:custGeom>
              <a:avLst/>
              <a:pathLst>
                <a:path w="58409" h="66379">
                  <a:moveTo>
                    <a:pt x="305" y="23354"/>
                  </a:moveTo>
                  <a:lnTo>
                    <a:pt x="2000" y="21674"/>
                  </a:lnTo>
                  <a:lnTo>
                    <a:pt x="3101" y="20156"/>
                  </a:lnTo>
                  <a:lnTo>
                    <a:pt x="4294" y="19919"/>
                  </a:lnTo>
                  <a:lnTo>
                    <a:pt x="5596" y="18551"/>
                  </a:lnTo>
                  <a:lnTo>
                    <a:pt x="6315" y="16424"/>
                  </a:lnTo>
                  <a:lnTo>
                    <a:pt x="7674" y="14739"/>
                  </a:lnTo>
                  <a:lnTo>
                    <a:pt x="8688" y="14133"/>
                  </a:lnTo>
                  <a:lnTo>
                    <a:pt x="8667" y="12049"/>
                  </a:lnTo>
                  <a:lnTo>
                    <a:pt x="7277" y="10196"/>
                  </a:lnTo>
                  <a:lnTo>
                    <a:pt x="5018" y="7103"/>
                  </a:lnTo>
                  <a:lnTo>
                    <a:pt x="4087" y="4460"/>
                  </a:lnTo>
                  <a:lnTo>
                    <a:pt x="4077" y="685"/>
                  </a:lnTo>
                  <a:lnTo>
                    <a:pt x="5646" y="0"/>
                  </a:lnTo>
                  <a:lnTo>
                    <a:pt x="8225" y="1007"/>
                  </a:lnTo>
                  <a:lnTo>
                    <a:pt x="11242" y="2711"/>
                  </a:lnTo>
                  <a:lnTo>
                    <a:pt x="12941" y="4317"/>
                  </a:lnTo>
                  <a:lnTo>
                    <a:pt x="16240" y="6386"/>
                  </a:lnTo>
                  <a:lnTo>
                    <a:pt x="18228" y="7883"/>
                  </a:lnTo>
                  <a:lnTo>
                    <a:pt x="19943" y="7647"/>
                  </a:lnTo>
                  <a:lnTo>
                    <a:pt x="22618" y="8646"/>
                  </a:lnTo>
                  <a:lnTo>
                    <a:pt x="28162" y="11238"/>
                  </a:lnTo>
                  <a:lnTo>
                    <a:pt x="33856" y="14095"/>
                  </a:lnTo>
                  <a:lnTo>
                    <a:pt x="39125" y="18078"/>
                  </a:lnTo>
                  <a:lnTo>
                    <a:pt x="41334" y="20153"/>
                  </a:lnTo>
                  <a:lnTo>
                    <a:pt x="43387" y="22279"/>
                  </a:lnTo>
                  <a:lnTo>
                    <a:pt x="43770" y="26108"/>
                  </a:lnTo>
                  <a:lnTo>
                    <a:pt x="44327" y="28467"/>
                  </a:lnTo>
                  <a:lnTo>
                    <a:pt x="46129" y="27991"/>
                  </a:lnTo>
                  <a:lnTo>
                    <a:pt x="47900" y="28107"/>
                  </a:lnTo>
                  <a:lnTo>
                    <a:pt x="49425" y="30525"/>
                  </a:lnTo>
                  <a:lnTo>
                    <a:pt x="50177" y="33331"/>
                  </a:lnTo>
                  <a:lnTo>
                    <a:pt x="51635" y="34769"/>
                  </a:lnTo>
                  <a:lnTo>
                    <a:pt x="56363" y="37680"/>
                  </a:lnTo>
                  <a:lnTo>
                    <a:pt x="58249" y="38688"/>
                  </a:lnTo>
                  <a:lnTo>
                    <a:pt x="58409" y="40113"/>
                  </a:lnTo>
                  <a:lnTo>
                    <a:pt x="56185" y="43253"/>
                  </a:lnTo>
                  <a:lnTo>
                    <a:pt x="53516" y="45597"/>
                  </a:lnTo>
                  <a:lnTo>
                    <a:pt x="50440" y="47879"/>
                  </a:lnTo>
                  <a:lnTo>
                    <a:pt x="46538" y="49642"/>
                  </a:lnTo>
                  <a:lnTo>
                    <a:pt x="44602" y="50614"/>
                  </a:lnTo>
                  <a:lnTo>
                    <a:pt x="42554" y="50868"/>
                  </a:lnTo>
                  <a:lnTo>
                    <a:pt x="39775" y="50082"/>
                  </a:lnTo>
                  <a:lnTo>
                    <a:pt x="37738" y="51106"/>
                  </a:lnTo>
                  <a:lnTo>
                    <a:pt x="35912" y="53018"/>
                  </a:lnTo>
                  <a:lnTo>
                    <a:pt x="34602" y="53321"/>
                  </a:lnTo>
                  <a:lnTo>
                    <a:pt x="32123" y="55554"/>
                  </a:lnTo>
                  <a:lnTo>
                    <a:pt x="29873" y="56105"/>
                  </a:lnTo>
                  <a:lnTo>
                    <a:pt x="28125" y="59306"/>
                  </a:lnTo>
                  <a:lnTo>
                    <a:pt x="26992" y="62211"/>
                  </a:lnTo>
                  <a:lnTo>
                    <a:pt x="26222" y="63960"/>
                  </a:lnTo>
                  <a:lnTo>
                    <a:pt x="25346" y="65290"/>
                  </a:lnTo>
                  <a:lnTo>
                    <a:pt x="23985" y="66379"/>
                  </a:lnTo>
                  <a:lnTo>
                    <a:pt x="21114" y="63713"/>
                  </a:lnTo>
                  <a:lnTo>
                    <a:pt x="17116" y="61335"/>
                  </a:lnTo>
                  <a:lnTo>
                    <a:pt x="13501" y="60027"/>
                  </a:lnTo>
                  <a:lnTo>
                    <a:pt x="11533" y="56898"/>
                  </a:lnTo>
                  <a:lnTo>
                    <a:pt x="11022" y="53017"/>
                  </a:lnTo>
                  <a:lnTo>
                    <a:pt x="10854" y="49187"/>
                  </a:lnTo>
                  <a:lnTo>
                    <a:pt x="11081" y="47251"/>
                  </a:lnTo>
                  <a:lnTo>
                    <a:pt x="10808" y="44868"/>
                  </a:lnTo>
                  <a:lnTo>
                    <a:pt x="9375" y="41531"/>
                  </a:lnTo>
                  <a:lnTo>
                    <a:pt x="8377" y="39615"/>
                  </a:lnTo>
                  <a:lnTo>
                    <a:pt x="6917" y="37946"/>
                  </a:lnTo>
                  <a:lnTo>
                    <a:pt x="5592" y="34521"/>
                  </a:lnTo>
                  <a:lnTo>
                    <a:pt x="4804" y="31954"/>
                  </a:lnTo>
                  <a:lnTo>
                    <a:pt x="3664" y="30210"/>
                  </a:lnTo>
                  <a:lnTo>
                    <a:pt x="2193" y="29764"/>
                  </a:lnTo>
                  <a:lnTo>
                    <a:pt x="1856" y="28819"/>
                  </a:lnTo>
                  <a:lnTo>
                    <a:pt x="0" y="2573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360675" y="5246636"/>
              <a:ext cx="33214" cy="22796"/>
            </a:xfrm>
            <a:custGeom>
              <a:avLst/>
              <a:pathLst>
                <a:path w="33214" h="22796">
                  <a:moveTo>
                    <a:pt x="0" y="4961"/>
                  </a:moveTo>
                  <a:lnTo>
                    <a:pt x="464" y="2110"/>
                  </a:lnTo>
                  <a:lnTo>
                    <a:pt x="2901" y="0"/>
                  </a:lnTo>
                  <a:lnTo>
                    <a:pt x="5519" y="767"/>
                  </a:lnTo>
                  <a:lnTo>
                    <a:pt x="7892" y="3928"/>
                  </a:lnTo>
                  <a:lnTo>
                    <a:pt x="9949" y="6818"/>
                  </a:lnTo>
                  <a:lnTo>
                    <a:pt x="13316" y="6219"/>
                  </a:lnTo>
                  <a:lnTo>
                    <a:pt x="16272" y="4956"/>
                  </a:lnTo>
                  <a:lnTo>
                    <a:pt x="20373" y="5673"/>
                  </a:lnTo>
                  <a:lnTo>
                    <a:pt x="22823" y="8070"/>
                  </a:lnTo>
                  <a:lnTo>
                    <a:pt x="25811" y="9764"/>
                  </a:lnTo>
                  <a:lnTo>
                    <a:pt x="29424" y="12476"/>
                  </a:lnTo>
                  <a:lnTo>
                    <a:pt x="32050" y="13382"/>
                  </a:lnTo>
                  <a:lnTo>
                    <a:pt x="33214" y="15943"/>
                  </a:lnTo>
                  <a:lnTo>
                    <a:pt x="32792" y="18148"/>
                  </a:lnTo>
                  <a:lnTo>
                    <a:pt x="31137" y="19638"/>
                  </a:lnTo>
                  <a:lnTo>
                    <a:pt x="27524" y="21195"/>
                  </a:lnTo>
                  <a:lnTo>
                    <a:pt x="23906" y="20892"/>
                  </a:lnTo>
                  <a:lnTo>
                    <a:pt x="20792" y="22218"/>
                  </a:lnTo>
                  <a:lnTo>
                    <a:pt x="16724" y="22796"/>
                  </a:lnTo>
                  <a:lnTo>
                    <a:pt x="14153" y="21653"/>
                  </a:lnTo>
                  <a:lnTo>
                    <a:pt x="13234" y="18785"/>
                  </a:lnTo>
                  <a:lnTo>
                    <a:pt x="12032" y="14793"/>
                  </a:lnTo>
                  <a:lnTo>
                    <a:pt x="11747" y="13936"/>
                  </a:lnTo>
                  <a:lnTo>
                    <a:pt x="10994" y="12098"/>
                  </a:lnTo>
                  <a:lnTo>
                    <a:pt x="9481" y="11562"/>
                  </a:lnTo>
                  <a:lnTo>
                    <a:pt x="8197" y="12483"/>
                  </a:lnTo>
                  <a:lnTo>
                    <a:pt x="7390" y="12050"/>
                  </a:lnTo>
                  <a:lnTo>
                    <a:pt x="3698" y="10063"/>
                  </a:lnTo>
                  <a:lnTo>
                    <a:pt x="735" y="646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363117" y="5267503"/>
              <a:ext cx="7342" cy="4545"/>
            </a:xfrm>
            <a:custGeom>
              <a:avLst/>
              <a:pathLst>
                <a:path w="7342" h="4545">
                  <a:moveTo>
                    <a:pt x="1246" y="1842"/>
                  </a:moveTo>
                  <a:lnTo>
                    <a:pt x="3704" y="394"/>
                  </a:lnTo>
                  <a:lnTo>
                    <a:pt x="5589" y="0"/>
                  </a:lnTo>
                  <a:lnTo>
                    <a:pt x="6838" y="1293"/>
                  </a:lnTo>
                  <a:lnTo>
                    <a:pt x="7342" y="3869"/>
                  </a:lnTo>
                  <a:lnTo>
                    <a:pt x="5354" y="4489"/>
                  </a:lnTo>
                  <a:lnTo>
                    <a:pt x="1688" y="4545"/>
                  </a:lnTo>
                  <a:lnTo>
                    <a:pt x="0" y="30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3344637" y="5250020"/>
              <a:ext cx="11823" cy="9689"/>
            </a:xfrm>
            <a:custGeom>
              <a:avLst/>
              <a:pathLst>
                <a:path w="11823" h="9689">
                  <a:moveTo>
                    <a:pt x="0" y="616"/>
                  </a:moveTo>
                  <a:lnTo>
                    <a:pt x="2095" y="0"/>
                  </a:lnTo>
                  <a:lnTo>
                    <a:pt x="5368" y="489"/>
                  </a:lnTo>
                  <a:lnTo>
                    <a:pt x="8447" y="2224"/>
                  </a:lnTo>
                  <a:lnTo>
                    <a:pt x="10263" y="3878"/>
                  </a:lnTo>
                  <a:lnTo>
                    <a:pt x="11823" y="6094"/>
                  </a:lnTo>
                  <a:lnTo>
                    <a:pt x="10846" y="8719"/>
                  </a:lnTo>
                  <a:lnTo>
                    <a:pt x="8644" y="9495"/>
                  </a:lnTo>
                  <a:lnTo>
                    <a:pt x="7835" y="9687"/>
                  </a:lnTo>
                  <a:lnTo>
                    <a:pt x="5227" y="9689"/>
                  </a:lnTo>
                  <a:lnTo>
                    <a:pt x="3942" y="7606"/>
                  </a:lnTo>
                  <a:lnTo>
                    <a:pt x="3566" y="5119"/>
                  </a:lnTo>
                  <a:lnTo>
                    <a:pt x="2533" y="3683"/>
                  </a:lnTo>
                  <a:lnTo>
                    <a:pt x="158" y="202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3332212" y="5234552"/>
              <a:ext cx="26523" cy="10106"/>
            </a:xfrm>
            <a:custGeom>
              <a:avLst/>
              <a:pathLst>
                <a:path w="26523" h="10106">
                  <a:moveTo>
                    <a:pt x="1149" y="3232"/>
                  </a:moveTo>
                  <a:lnTo>
                    <a:pt x="2219" y="2067"/>
                  </a:lnTo>
                  <a:lnTo>
                    <a:pt x="1476" y="0"/>
                  </a:lnTo>
                  <a:lnTo>
                    <a:pt x="4128" y="543"/>
                  </a:lnTo>
                  <a:lnTo>
                    <a:pt x="7537" y="1703"/>
                  </a:lnTo>
                  <a:lnTo>
                    <a:pt x="11541" y="2559"/>
                  </a:lnTo>
                  <a:lnTo>
                    <a:pt x="12628" y="2177"/>
                  </a:lnTo>
                  <a:lnTo>
                    <a:pt x="13907" y="1727"/>
                  </a:lnTo>
                  <a:lnTo>
                    <a:pt x="14853" y="1810"/>
                  </a:lnTo>
                  <a:lnTo>
                    <a:pt x="16986" y="4076"/>
                  </a:lnTo>
                  <a:lnTo>
                    <a:pt x="17131" y="4091"/>
                  </a:lnTo>
                  <a:lnTo>
                    <a:pt x="20545" y="4426"/>
                  </a:lnTo>
                  <a:lnTo>
                    <a:pt x="24931" y="4381"/>
                  </a:lnTo>
                  <a:lnTo>
                    <a:pt x="26523" y="5360"/>
                  </a:lnTo>
                  <a:lnTo>
                    <a:pt x="25473" y="7569"/>
                  </a:lnTo>
                  <a:lnTo>
                    <a:pt x="22944" y="9508"/>
                  </a:lnTo>
                  <a:lnTo>
                    <a:pt x="19706" y="10106"/>
                  </a:lnTo>
                  <a:lnTo>
                    <a:pt x="16169" y="8998"/>
                  </a:lnTo>
                  <a:lnTo>
                    <a:pt x="12793" y="7605"/>
                  </a:lnTo>
                  <a:lnTo>
                    <a:pt x="10277" y="6763"/>
                  </a:lnTo>
                  <a:lnTo>
                    <a:pt x="6283" y="6966"/>
                  </a:lnTo>
                  <a:lnTo>
                    <a:pt x="2686" y="6799"/>
                  </a:lnTo>
                  <a:lnTo>
                    <a:pt x="0" y="58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3286374" y="5207654"/>
              <a:ext cx="29345" cy="23219"/>
            </a:xfrm>
            <a:custGeom>
              <a:avLst/>
              <a:pathLst>
                <a:path w="29345" h="23219">
                  <a:moveTo>
                    <a:pt x="1991" y="5143"/>
                  </a:moveTo>
                  <a:lnTo>
                    <a:pt x="6708" y="5488"/>
                  </a:lnTo>
                  <a:lnTo>
                    <a:pt x="8507" y="3661"/>
                  </a:lnTo>
                  <a:lnTo>
                    <a:pt x="9564" y="1672"/>
                  </a:lnTo>
                  <a:lnTo>
                    <a:pt x="11951" y="125"/>
                  </a:lnTo>
                  <a:lnTo>
                    <a:pt x="12975" y="0"/>
                  </a:lnTo>
                  <a:lnTo>
                    <a:pt x="15273" y="3221"/>
                  </a:lnTo>
                  <a:lnTo>
                    <a:pt x="17799" y="7161"/>
                  </a:lnTo>
                  <a:lnTo>
                    <a:pt x="19853" y="9566"/>
                  </a:lnTo>
                  <a:lnTo>
                    <a:pt x="19834" y="12635"/>
                  </a:lnTo>
                  <a:lnTo>
                    <a:pt x="21392" y="14072"/>
                  </a:lnTo>
                  <a:lnTo>
                    <a:pt x="23465" y="13251"/>
                  </a:lnTo>
                  <a:lnTo>
                    <a:pt x="25349" y="13535"/>
                  </a:lnTo>
                  <a:lnTo>
                    <a:pt x="25592" y="16274"/>
                  </a:lnTo>
                  <a:lnTo>
                    <a:pt x="26465" y="18533"/>
                  </a:lnTo>
                  <a:lnTo>
                    <a:pt x="29345" y="20973"/>
                  </a:lnTo>
                  <a:lnTo>
                    <a:pt x="29228" y="21181"/>
                  </a:lnTo>
                  <a:lnTo>
                    <a:pt x="28573" y="22341"/>
                  </a:lnTo>
                  <a:lnTo>
                    <a:pt x="27487" y="23219"/>
                  </a:lnTo>
                  <a:lnTo>
                    <a:pt x="24860" y="22288"/>
                  </a:lnTo>
                  <a:lnTo>
                    <a:pt x="23921" y="22817"/>
                  </a:lnTo>
                  <a:lnTo>
                    <a:pt x="22643" y="23060"/>
                  </a:lnTo>
                  <a:lnTo>
                    <a:pt x="20640" y="21563"/>
                  </a:lnTo>
                  <a:lnTo>
                    <a:pt x="18777" y="20315"/>
                  </a:lnTo>
                  <a:lnTo>
                    <a:pt x="16037" y="19753"/>
                  </a:lnTo>
                  <a:lnTo>
                    <a:pt x="14646" y="19451"/>
                  </a:lnTo>
                  <a:lnTo>
                    <a:pt x="12770" y="19584"/>
                  </a:lnTo>
                  <a:lnTo>
                    <a:pt x="9989" y="19815"/>
                  </a:lnTo>
                  <a:lnTo>
                    <a:pt x="9326" y="19791"/>
                  </a:lnTo>
                  <a:lnTo>
                    <a:pt x="7899" y="17367"/>
                  </a:lnTo>
                  <a:lnTo>
                    <a:pt x="7248" y="15893"/>
                  </a:lnTo>
                  <a:lnTo>
                    <a:pt x="5346" y="14216"/>
                  </a:lnTo>
                  <a:lnTo>
                    <a:pt x="5048" y="12933"/>
                  </a:lnTo>
                  <a:lnTo>
                    <a:pt x="2488" y="9872"/>
                  </a:lnTo>
                  <a:lnTo>
                    <a:pt x="2368" y="8097"/>
                  </a:lnTo>
                  <a:lnTo>
                    <a:pt x="0" y="517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3217299" y="5174375"/>
              <a:ext cx="21354" cy="18279"/>
            </a:xfrm>
            <a:custGeom>
              <a:avLst/>
              <a:pathLst>
                <a:path w="21354" h="18279">
                  <a:moveTo>
                    <a:pt x="0" y="6696"/>
                  </a:moveTo>
                  <a:lnTo>
                    <a:pt x="1545" y="5303"/>
                  </a:lnTo>
                  <a:lnTo>
                    <a:pt x="1998" y="3288"/>
                  </a:lnTo>
                  <a:lnTo>
                    <a:pt x="3010" y="2472"/>
                  </a:lnTo>
                  <a:lnTo>
                    <a:pt x="6949" y="921"/>
                  </a:lnTo>
                  <a:lnTo>
                    <a:pt x="8194" y="0"/>
                  </a:lnTo>
                  <a:lnTo>
                    <a:pt x="9836" y="295"/>
                  </a:lnTo>
                  <a:lnTo>
                    <a:pt x="11381" y="1375"/>
                  </a:lnTo>
                  <a:lnTo>
                    <a:pt x="12264" y="218"/>
                  </a:lnTo>
                  <a:lnTo>
                    <a:pt x="14784" y="997"/>
                  </a:lnTo>
                  <a:lnTo>
                    <a:pt x="16012" y="535"/>
                  </a:lnTo>
                  <a:lnTo>
                    <a:pt x="17903" y="1672"/>
                  </a:lnTo>
                  <a:lnTo>
                    <a:pt x="20217" y="3470"/>
                  </a:lnTo>
                  <a:lnTo>
                    <a:pt x="21354" y="6543"/>
                  </a:lnTo>
                  <a:lnTo>
                    <a:pt x="20536" y="9446"/>
                  </a:lnTo>
                  <a:lnTo>
                    <a:pt x="19916" y="10332"/>
                  </a:lnTo>
                  <a:lnTo>
                    <a:pt x="20205" y="12433"/>
                  </a:lnTo>
                  <a:lnTo>
                    <a:pt x="20213" y="14784"/>
                  </a:lnTo>
                  <a:lnTo>
                    <a:pt x="18300" y="16440"/>
                  </a:lnTo>
                  <a:lnTo>
                    <a:pt x="15880" y="18279"/>
                  </a:lnTo>
                  <a:lnTo>
                    <a:pt x="12182" y="17076"/>
                  </a:lnTo>
                  <a:lnTo>
                    <a:pt x="10037" y="16373"/>
                  </a:lnTo>
                  <a:lnTo>
                    <a:pt x="8770" y="16241"/>
                  </a:lnTo>
                  <a:lnTo>
                    <a:pt x="6520" y="13927"/>
                  </a:lnTo>
                  <a:lnTo>
                    <a:pt x="3830" y="12249"/>
                  </a:lnTo>
                  <a:lnTo>
                    <a:pt x="1680" y="11166"/>
                  </a:lnTo>
                  <a:lnTo>
                    <a:pt x="82" y="895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3197896" y="5182448"/>
              <a:ext cx="8002" cy="10278"/>
            </a:xfrm>
            <a:custGeom>
              <a:avLst/>
              <a:pathLst>
                <a:path w="8002" h="10278">
                  <a:moveTo>
                    <a:pt x="0" y="8255"/>
                  </a:moveTo>
                  <a:lnTo>
                    <a:pt x="577" y="4720"/>
                  </a:lnTo>
                  <a:lnTo>
                    <a:pt x="1971" y="3283"/>
                  </a:lnTo>
                  <a:lnTo>
                    <a:pt x="4361" y="2322"/>
                  </a:lnTo>
                  <a:lnTo>
                    <a:pt x="4949" y="1705"/>
                  </a:lnTo>
                  <a:lnTo>
                    <a:pt x="5223" y="160"/>
                  </a:lnTo>
                  <a:lnTo>
                    <a:pt x="6976" y="0"/>
                  </a:lnTo>
                  <a:lnTo>
                    <a:pt x="7606" y="423"/>
                  </a:lnTo>
                  <a:lnTo>
                    <a:pt x="8002" y="1224"/>
                  </a:lnTo>
                  <a:lnTo>
                    <a:pt x="7235" y="1958"/>
                  </a:lnTo>
                  <a:lnTo>
                    <a:pt x="6718" y="3679"/>
                  </a:lnTo>
                  <a:lnTo>
                    <a:pt x="7157" y="5262"/>
                  </a:lnTo>
                  <a:lnTo>
                    <a:pt x="5250" y="5950"/>
                  </a:lnTo>
                  <a:lnTo>
                    <a:pt x="3887" y="6201"/>
                  </a:lnTo>
                  <a:lnTo>
                    <a:pt x="3157" y="7129"/>
                  </a:lnTo>
                  <a:lnTo>
                    <a:pt x="2607" y="8250"/>
                  </a:lnTo>
                  <a:lnTo>
                    <a:pt x="2093" y="10278"/>
                  </a:lnTo>
                  <a:lnTo>
                    <a:pt x="964" y="962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381762" y="3175352"/>
              <a:ext cx="378690" cy="248316"/>
            </a:xfrm>
            <a:custGeom>
              <a:avLst/>
              <a:pathLst>
                <a:path w="378690" h="248316">
                  <a:moveTo>
                    <a:pt x="993" y="79222"/>
                  </a:moveTo>
                  <a:lnTo>
                    <a:pt x="3358" y="75335"/>
                  </a:lnTo>
                  <a:lnTo>
                    <a:pt x="5490" y="71266"/>
                  </a:lnTo>
                  <a:lnTo>
                    <a:pt x="5242" y="68918"/>
                  </a:lnTo>
                  <a:lnTo>
                    <a:pt x="5127" y="67828"/>
                  </a:lnTo>
                  <a:lnTo>
                    <a:pt x="7374" y="64850"/>
                  </a:lnTo>
                  <a:lnTo>
                    <a:pt x="6174" y="63472"/>
                  </a:lnTo>
                  <a:lnTo>
                    <a:pt x="7659" y="61260"/>
                  </a:lnTo>
                  <a:lnTo>
                    <a:pt x="6464" y="58584"/>
                  </a:lnTo>
                  <a:lnTo>
                    <a:pt x="9422" y="56293"/>
                  </a:lnTo>
                  <a:lnTo>
                    <a:pt x="9720" y="55106"/>
                  </a:lnTo>
                  <a:lnTo>
                    <a:pt x="10343" y="52623"/>
                  </a:lnTo>
                  <a:lnTo>
                    <a:pt x="9132" y="50370"/>
                  </a:lnTo>
                  <a:lnTo>
                    <a:pt x="7921" y="44339"/>
                  </a:lnTo>
                  <a:lnTo>
                    <a:pt x="5273" y="44460"/>
                  </a:lnTo>
                  <a:lnTo>
                    <a:pt x="3429" y="42478"/>
                  </a:lnTo>
                  <a:lnTo>
                    <a:pt x="3050" y="41689"/>
                  </a:lnTo>
                  <a:lnTo>
                    <a:pt x="1816" y="39115"/>
                  </a:lnTo>
                  <a:lnTo>
                    <a:pt x="4541" y="38300"/>
                  </a:lnTo>
                  <a:lnTo>
                    <a:pt x="4733" y="34598"/>
                  </a:lnTo>
                  <a:lnTo>
                    <a:pt x="4761" y="31588"/>
                  </a:lnTo>
                  <a:lnTo>
                    <a:pt x="478" y="27970"/>
                  </a:lnTo>
                  <a:lnTo>
                    <a:pt x="911" y="25176"/>
                  </a:lnTo>
                  <a:lnTo>
                    <a:pt x="0" y="22799"/>
                  </a:lnTo>
                  <a:lnTo>
                    <a:pt x="8255" y="22452"/>
                  </a:lnTo>
                  <a:lnTo>
                    <a:pt x="22693" y="21805"/>
                  </a:lnTo>
                  <a:lnTo>
                    <a:pt x="30928" y="21425"/>
                  </a:lnTo>
                  <a:lnTo>
                    <a:pt x="41818" y="20900"/>
                  </a:lnTo>
                  <a:lnTo>
                    <a:pt x="43321" y="20826"/>
                  </a:lnTo>
                  <a:lnTo>
                    <a:pt x="63009" y="19755"/>
                  </a:lnTo>
                  <a:lnTo>
                    <a:pt x="64841" y="19647"/>
                  </a:lnTo>
                  <a:lnTo>
                    <a:pt x="68615" y="19422"/>
                  </a:lnTo>
                  <a:lnTo>
                    <a:pt x="78400" y="18826"/>
                  </a:lnTo>
                  <a:lnTo>
                    <a:pt x="95403" y="17817"/>
                  </a:lnTo>
                  <a:lnTo>
                    <a:pt x="97688" y="17677"/>
                  </a:lnTo>
                  <a:lnTo>
                    <a:pt x="98802" y="17607"/>
                  </a:lnTo>
                  <a:lnTo>
                    <a:pt x="122100" y="16081"/>
                  </a:lnTo>
                  <a:lnTo>
                    <a:pt x="125056" y="15879"/>
                  </a:lnTo>
                  <a:lnTo>
                    <a:pt x="133126" y="15338"/>
                  </a:lnTo>
                  <a:lnTo>
                    <a:pt x="148806" y="14247"/>
                  </a:lnTo>
                  <a:lnTo>
                    <a:pt x="167024" y="12866"/>
                  </a:lnTo>
                  <a:lnTo>
                    <a:pt x="171083" y="12548"/>
                  </a:lnTo>
                  <a:lnTo>
                    <a:pt x="175569" y="12190"/>
                  </a:lnTo>
                  <a:lnTo>
                    <a:pt x="190740" y="10948"/>
                  </a:lnTo>
                  <a:lnTo>
                    <a:pt x="200890" y="10092"/>
                  </a:lnTo>
                  <a:lnTo>
                    <a:pt x="202293" y="9972"/>
                  </a:lnTo>
                  <a:lnTo>
                    <a:pt x="210994" y="9217"/>
                  </a:lnTo>
                  <a:lnTo>
                    <a:pt x="228895" y="7551"/>
                  </a:lnTo>
                  <a:lnTo>
                    <a:pt x="234774" y="6999"/>
                  </a:lnTo>
                  <a:lnTo>
                    <a:pt x="250011" y="5533"/>
                  </a:lnTo>
                  <a:lnTo>
                    <a:pt x="255599" y="4992"/>
                  </a:lnTo>
                  <a:lnTo>
                    <a:pt x="269977" y="3567"/>
                  </a:lnTo>
                  <a:lnTo>
                    <a:pt x="275313" y="3026"/>
                  </a:lnTo>
                  <a:lnTo>
                    <a:pt x="282042" y="2335"/>
                  </a:lnTo>
                  <a:lnTo>
                    <a:pt x="288794" y="1631"/>
                  </a:lnTo>
                  <a:lnTo>
                    <a:pt x="304195" y="0"/>
                  </a:lnTo>
                  <a:lnTo>
                    <a:pt x="303785" y="3951"/>
                  </a:lnTo>
                  <a:lnTo>
                    <a:pt x="305265" y="6273"/>
                  </a:lnTo>
                  <a:lnTo>
                    <a:pt x="306037" y="7482"/>
                  </a:lnTo>
                  <a:lnTo>
                    <a:pt x="305831" y="9819"/>
                  </a:lnTo>
                  <a:lnTo>
                    <a:pt x="309122" y="12520"/>
                  </a:lnTo>
                  <a:lnTo>
                    <a:pt x="311986" y="13876"/>
                  </a:lnTo>
                  <a:lnTo>
                    <a:pt x="315276" y="18216"/>
                  </a:lnTo>
                  <a:lnTo>
                    <a:pt x="313875" y="20898"/>
                  </a:lnTo>
                  <a:lnTo>
                    <a:pt x="311628" y="24886"/>
                  </a:lnTo>
                  <a:lnTo>
                    <a:pt x="309631" y="28234"/>
                  </a:lnTo>
                  <a:lnTo>
                    <a:pt x="310101" y="32469"/>
                  </a:lnTo>
                  <a:lnTo>
                    <a:pt x="310459" y="35703"/>
                  </a:lnTo>
                  <a:lnTo>
                    <a:pt x="311771" y="39597"/>
                  </a:lnTo>
                  <a:lnTo>
                    <a:pt x="312070" y="40486"/>
                  </a:lnTo>
                  <a:lnTo>
                    <a:pt x="313664" y="45985"/>
                  </a:lnTo>
                  <a:lnTo>
                    <a:pt x="316221" y="48806"/>
                  </a:lnTo>
                  <a:lnTo>
                    <a:pt x="318565" y="55554"/>
                  </a:lnTo>
                  <a:lnTo>
                    <a:pt x="322083" y="59574"/>
                  </a:lnTo>
                  <a:lnTo>
                    <a:pt x="326702" y="61876"/>
                  </a:lnTo>
                  <a:lnTo>
                    <a:pt x="329328" y="62334"/>
                  </a:lnTo>
                  <a:lnTo>
                    <a:pt x="331947" y="62788"/>
                  </a:lnTo>
                  <a:lnTo>
                    <a:pt x="338324" y="63585"/>
                  </a:lnTo>
                  <a:lnTo>
                    <a:pt x="340935" y="64794"/>
                  </a:lnTo>
                  <a:lnTo>
                    <a:pt x="342975" y="68490"/>
                  </a:lnTo>
                  <a:lnTo>
                    <a:pt x="345278" y="73595"/>
                  </a:lnTo>
                  <a:lnTo>
                    <a:pt x="345374" y="76468"/>
                  </a:lnTo>
                  <a:lnTo>
                    <a:pt x="348811" y="77996"/>
                  </a:lnTo>
                  <a:lnTo>
                    <a:pt x="350329" y="78510"/>
                  </a:lnTo>
                  <a:lnTo>
                    <a:pt x="353378" y="80973"/>
                  </a:lnTo>
                  <a:lnTo>
                    <a:pt x="355468" y="82418"/>
                  </a:lnTo>
                  <a:lnTo>
                    <a:pt x="357865" y="84074"/>
                  </a:lnTo>
                  <a:lnTo>
                    <a:pt x="359870" y="86764"/>
                  </a:lnTo>
                  <a:lnTo>
                    <a:pt x="359452" y="90103"/>
                  </a:lnTo>
                  <a:lnTo>
                    <a:pt x="361534" y="92928"/>
                  </a:lnTo>
                  <a:lnTo>
                    <a:pt x="365445" y="95303"/>
                  </a:lnTo>
                  <a:lnTo>
                    <a:pt x="366855" y="95893"/>
                  </a:lnTo>
                  <a:lnTo>
                    <a:pt x="369675" y="97072"/>
                  </a:lnTo>
                  <a:lnTo>
                    <a:pt x="373450" y="98623"/>
                  </a:lnTo>
                  <a:lnTo>
                    <a:pt x="376499" y="101627"/>
                  </a:lnTo>
                  <a:lnTo>
                    <a:pt x="376969" y="106775"/>
                  </a:lnTo>
                  <a:lnTo>
                    <a:pt x="377253" y="107318"/>
                  </a:lnTo>
                  <a:lnTo>
                    <a:pt x="378690" y="110070"/>
                  </a:lnTo>
                  <a:lnTo>
                    <a:pt x="378278" y="114682"/>
                  </a:lnTo>
                  <a:lnTo>
                    <a:pt x="378282" y="115339"/>
                  </a:lnTo>
                  <a:lnTo>
                    <a:pt x="378302" y="118971"/>
                  </a:lnTo>
                  <a:lnTo>
                    <a:pt x="377714" y="122129"/>
                  </a:lnTo>
                  <a:lnTo>
                    <a:pt x="378054" y="124665"/>
                  </a:lnTo>
                  <a:lnTo>
                    <a:pt x="374749" y="127366"/>
                  </a:lnTo>
                  <a:lnTo>
                    <a:pt x="374414" y="127640"/>
                  </a:lnTo>
                  <a:lnTo>
                    <a:pt x="371159" y="130993"/>
                  </a:lnTo>
                  <a:lnTo>
                    <a:pt x="371215" y="132065"/>
                  </a:lnTo>
                  <a:lnTo>
                    <a:pt x="371353" y="134707"/>
                  </a:lnTo>
                  <a:lnTo>
                    <a:pt x="370346" y="137216"/>
                  </a:lnTo>
                  <a:lnTo>
                    <a:pt x="370770" y="142362"/>
                  </a:lnTo>
                  <a:lnTo>
                    <a:pt x="369512" y="144009"/>
                  </a:lnTo>
                  <a:lnTo>
                    <a:pt x="366658" y="145662"/>
                  </a:lnTo>
                  <a:lnTo>
                    <a:pt x="364357" y="149038"/>
                  </a:lnTo>
                  <a:lnTo>
                    <a:pt x="361388" y="149699"/>
                  </a:lnTo>
                  <a:lnTo>
                    <a:pt x="358045" y="150339"/>
                  </a:lnTo>
                  <a:lnTo>
                    <a:pt x="355561" y="153092"/>
                  </a:lnTo>
                  <a:lnTo>
                    <a:pt x="351015" y="155998"/>
                  </a:lnTo>
                  <a:lnTo>
                    <a:pt x="346078" y="156704"/>
                  </a:lnTo>
                  <a:lnTo>
                    <a:pt x="341403" y="157597"/>
                  </a:lnTo>
                  <a:lnTo>
                    <a:pt x="338293" y="159940"/>
                  </a:lnTo>
                  <a:lnTo>
                    <a:pt x="335769" y="159653"/>
                  </a:lnTo>
                  <a:lnTo>
                    <a:pt x="332262" y="160547"/>
                  </a:lnTo>
                  <a:lnTo>
                    <a:pt x="330539" y="165029"/>
                  </a:lnTo>
                  <a:lnTo>
                    <a:pt x="330402" y="167363"/>
                  </a:lnTo>
                  <a:lnTo>
                    <a:pt x="330284" y="167850"/>
                  </a:lnTo>
                  <a:lnTo>
                    <a:pt x="328645" y="174612"/>
                  </a:lnTo>
                  <a:lnTo>
                    <a:pt x="330849" y="177176"/>
                  </a:lnTo>
                  <a:lnTo>
                    <a:pt x="333577" y="180681"/>
                  </a:lnTo>
                  <a:lnTo>
                    <a:pt x="336158" y="180679"/>
                  </a:lnTo>
                  <a:lnTo>
                    <a:pt x="338962" y="184424"/>
                  </a:lnTo>
                  <a:lnTo>
                    <a:pt x="339571" y="187378"/>
                  </a:lnTo>
                  <a:lnTo>
                    <a:pt x="339616" y="187598"/>
                  </a:lnTo>
                  <a:lnTo>
                    <a:pt x="340419" y="191494"/>
                  </a:lnTo>
                  <a:lnTo>
                    <a:pt x="340554" y="196617"/>
                  </a:lnTo>
                  <a:lnTo>
                    <a:pt x="338949" y="200094"/>
                  </a:lnTo>
                  <a:lnTo>
                    <a:pt x="335831" y="203884"/>
                  </a:lnTo>
                  <a:lnTo>
                    <a:pt x="333375" y="207874"/>
                  </a:lnTo>
                  <a:lnTo>
                    <a:pt x="333787" y="211087"/>
                  </a:lnTo>
                  <a:lnTo>
                    <a:pt x="332814" y="215486"/>
                  </a:lnTo>
                  <a:lnTo>
                    <a:pt x="332874" y="217498"/>
                  </a:lnTo>
                  <a:lnTo>
                    <a:pt x="332937" y="219598"/>
                  </a:lnTo>
                  <a:lnTo>
                    <a:pt x="329322" y="222780"/>
                  </a:lnTo>
                  <a:lnTo>
                    <a:pt x="325723" y="223079"/>
                  </a:lnTo>
                  <a:lnTo>
                    <a:pt x="320500" y="225593"/>
                  </a:lnTo>
                  <a:lnTo>
                    <a:pt x="318704" y="228214"/>
                  </a:lnTo>
                  <a:lnTo>
                    <a:pt x="317886" y="232080"/>
                  </a:lnTo>
                  <a:lnTo>
                    <a:pt x="319646" y="233789"/>
                  </a:lnTo>
                  <a:lnTo>
                    <a:pt x="319391" y="238409"/>
                  </a:lnTo>
                  <a:lnTo>
                    <a:pt x="320219" y="242493"/>
                  </a:lnTo>
                  <a:lnTo>
                    <a:pt x="317627" y="244404"/>
                  </a:lnTo>
                  <a:lnTo>
                    <a:pt x="312785" y="243046"/>
                  </a:lnTo>
                  <a:lnTo>
                    <a:pt x="311301" y="240768"/>
                  </a:lnTo>
                  <a:lnTo>
                    <a:pt x="308439" y="238847"/>
                  </a:lnTo>
                  <a:lnTo>
                    <a:pt x="305509" y="236075"/>
                  </a:lnTo>
                  <a:lnTo>
                    <a:pt x="304582" y="233098"/>
                  </a:lnTo>
                  <a:lnTo>
                    <a:pt x="301419" y="232488"/>
                  </a:lnTo>
                  <a:lnTo>
                    <a:pt x="300358" y="230396"/>
                  </a:lnTo>
                  <a:lnTo>
                    <a:pt x="298323" y="228647"/>
                  </a:lnTo>
                  <a:lnTo>
                    <a:pt x="297513" y="227950"/>
                  </a:lnTo>
                  <a:lnTo>
                    <a:pt x="285155" y="229768"/>
                  </a:lnTo>
                  <a:lnTo>
                    <a:pt x="284930" y="229797"/>
                  </a:lnTo>
                  <a:lnTo>
                    <a:pt x="270986" y="231578"/>
                  </a:lnTo>
                  <a:lnTo>
                    <a:pt x="260900" y="232784"/>
                  </a:lnTo>
                  <a:lnTo>
                    <a:pt x="254828" y="233500"/>
                  </a:lnTo>
                  <a:lnTo>
                    <a:pt x="243967" y="234825"/>
                  </a:lnTo>
                  <a:lnTo>
                    <a:pt x="241089" y="235172"/>
                  </a:lnTo>
                  <a:lnTo>
                    <a:pt x="239440" y="235336"/>
                  </a:lnTo>
                  <a:lnTo>
                    <a:pt x="226022" y="236650"/>
                  </a:lnTo>
                  <a:lnTo>
                    <a:pt x="216833" y="237737"/>
                  </a:lnTo>
                  <a:lnTo>
                    <a:pt x="214559" y="238003"/>
                  </a:lnTo>
                  <a:lnTo>
                    <a:pt x="202163" y="239205"/>
                  </a:lnTo>
                  <a:lnTo>
                    <a:pt x="200450" y="239352"/>
                  </a:lnTo>
                  <a:lnTo>
                    <a:pt x="189646" y="240267"/>
                  </a:lnTo>
                  <a:lnTo>
                    <a:pt x="187251" y="240467"/>
                  </a:lnTo>
                  <a:lnTo>
                    <a:pt x="176779" y="241424"/>
                  </a:lnTo>
                  <a:lnTo>
                    <a:pt x="172838" y="241778"/>
                  </a:lnTo>
                  <a:lnTo>
                    <a:pt x="162510" y="242753"/>
                  </a:lnTo>
                  <a:lnTo>
                    <a:pt x="158036" y="243168"/>
                  </a:lnTo>
                  <a:lnTo>
                    <a:pt x="149674" y="243829"/>
                  </a:lnTo>
                  <a:lnTo>
                    <a:pt x="145025" y="244191"/>
                  </a:lnTo>
                  <a:lnTo>
                    <a:pt x="135513" y="244883"/>
                  </a:lnTo>
                  <a:lnTo>
                    <a:pt x="131798" y="245148"/>
                  </a:lnTo>
                  <a:lnTo>
                    <a:pt x="125973" y="245451"/>
                  </a:lnTo>
                  <a:lnTo>
                    <a:pt x="114817" y="246011"/>
                  </a:lnTo>
                  <a:lnTo>
                    <a:pt x="109182" y="246267"/>
                  </a:lnTo>
                  <a:lnTo>
                    <a:pt x="100037" y="246669"/>
                  </a:lnTo>
                  <a:lnTo>
                    <a:pt x="92120" y="247019"/>
                  </a:lnTo>
                  <a:lnTo>
                    <a:pt x="84204" y="247356"/>
                  </a:lnTo>
                  <a:lnTo>
                    <a:pt x="81927" y="247448"/>
                  </a:lnTo>
                  <a:lnTo>
                    <a:pt x="72470" y="247819"/>
                  </a:lnTo>
                  <a:lnTo>
                    <a:pt x="58663" y="248316"/>
                  </a:lnTo>
                  <a:lnTo>
                    <a:pt x="59603" y="246847"/>
                  </a:lnTo>
                  <a:lnTo>
                    <a:pt x="57437" y="243050"/>
                  </a:lnTo>
                  <a:lnTo>
                    <a:pt x="53524" y="240952"/>
                  </a:lnTo>
                  <a:lnTo>
                    <a:pt x="50795" y="236886"/>
                  </a:lnTo>
                  <a:lnTo>
                    <a:pt x="53839" y="233015"/>
                  </a:lnTo>
                  <a:lnTo>
                    <a:pt x="53187" y="228208"/>
                  </a:lnTo>
                  <a:lnTo>
                    <a:pt x="54838" y="224909"/>
                  </a:lnTo>
                  <a:lnTo>
                    <a:pt x="54322" y="224053"/>
                  </a:lnTo>
                  <a:lnTo>
                    <a:pt x="53095" y="222020"/>
                  </a:lnTo>
                  <a:lnTo>
                    <a:pt x="53471" y="218269"/>
                  </a:lnTo>
                  <a:lnTo>
                    <a:pt x="51086" y="214864"/>
                  </a:lnTo>
                  <a:lnTo>
                    <a:pt x="51016" y="212092"/>
                  </a:lnTo>
                  <a:lnTo>
                    <a:pt x="50956" y="209695"/>
                  </a:lnTo>
                  <a:lnTo>
                    <a:pt x="50514" y="206492"/>
                  </a:lnTo>
                  <a:lnTo>
                    <a:pt x="50779" y="203691"/>
                  </a:lnTo>
                  <a:lnTo>
                    <a:pt x="50978" y="201583"/>
                  </a:lnTo>
                  <a:lnTo>
                    <a:pt x="47877" y="201949"/>
                  </a:lnTo>
                  <a:lnTo>
                    <a:pt x="47838" y="201401"/>
                  </a:lnTo>
                  <a:lnTo>
                    <a:pt x="47576" y="197768"/>
                  </a:lnTo>
                  <a:lnTo>
                    <a:pt x="48672" y="194557"/>
                  </a:lnTo>
                  <a:lnTo>
                    <a:pt x="46421" y="191232"/>
                  </a:lnTo>
                  <a:lnTo>
                    <a:pt x="46060" y="187500"/>
                  </a:lnTo>
                  <a:lnTo>
                    <a:pt x="46071" y="185942"/>
                  </a:lnTo>
                  <a:lnTo>
                    <a:pt x="46106" y="180790"/>
                  </a:lnTo>
                  <a:lnTo>
                    <a:pt x="42516" y="179870"/>
                  </a:lnTo>
                  <a:lnTo>
                    <a:pt x="41731" y="177002"/>
                  </a:lnTo>
                  <a:lnTo>
                    <a:pt x="40948" y="174134"/>
                  </a:lnTo>
                  <a:lnTo>
                    <a:pt x="36595" y="175581"/>
                  </a:lnTo>
                  <a:lnTo>
                    <a:pt x="35814" y="173044"/>
                  </a:lnTo>
                  <a:lnTo>
                    <a:pt x="34089" y="169022"/>
                  </a:lnTo>
                  <a:lnTo>
                    <a:pt x="34279" y="164703"/>
                  </a:lnTo>
                  <a:lnTo>
                    <a:pt x="34457" y="164071"/>
                  </a:lnTo>
                  <a:lnTo>
                    <a:pt x="35479" y="160447"/>
                  </a:lnTo>
                  <a:lnTo>
                    <a:pt x="36566" y="154850"/>
                  </a:lnTo>
                  <a:lnTo>
                    <a:pt x="33869" y="151272"/>
                  </a:lnTo>
                  <a:lnTo>
                    <a:pt x="32676" y="149312"/>
                  </a:lnTo>
                  <a:lnTo>
                    <a:pt x="30642" y="145965"/>
                  </a:lnTo>
                  <a:lnTo>
                    <a:pt x="31955" y="140848"/>
                  </a:lnTo>
                  <a:lnTo>
                    <a:pt x="26497" y="137342"/>
                  </a:lnTo>
                  <a:lnTo>
                    <a:pt x="23552" y="135552"/>
                  </a:lnTo>
                  <a:lnTo>
                    <a:pt x="23553" y="130357"/>
                  </a:lnTo>
                  <a:lnTo>
                    <a:pt x="18801" y="126405"/>
                  </a:lnTo>
                  <a:lnTo>
                    <a:pt x="19248" y="122623"/>
                  </a:lnTo>
                  <a:lnTo>
                    <a:pt x="19286" y="122303"/>
                  </a:lnTo>
                  <a:lnTo>
                    <a:pt x="19148" y="118717"/>
                  </a:lnTo>
                  <a:lnTo>
                    <a:pt x="18171" y="117501"/>
                  </a:lnTo>
                  <a:lnTo>
                    <a:pt x="14742" y="113228"/>
                  </a:lnTo>
                  <a:lnTo>
                    <a:pt x="14276" y="107495"/>
                  </a:lnTo>
                  <a:lnTo>
                    <a:pt x="15865" y="103447"/>
                  </a:lnTo>
                  <a:lnTo>
                    <a:pt x="12068" y="101348"/>
                  </a:lnTo>
                  <a:lnTo>
                    <a:pt x="10164" y="99946"/>
                  </a:lnTo>
                  <a:lnTo>
                    <a:pt x="9245" y="99384"/>
                  </a:lnTo>
                  <a:lnTo>
                    <a:pt x="10040" y="96312"/>
                  </a:lnTo>
                  <a:lnTo>
                    <a:pt x="9846" y="95910"/>
                  </a:lnTo>
                  <a:lnTo>
                    <a:pt x="6897" y="89784"/>
                  </a:lnTo>
                  <a:lnTo>
                    <a:pt x="3020" y="86275"/>
                  </a:lnTo>
                  <a:lnTo>
                    <a:pt x="1001" y="8343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420510" y="2401282"/>
              <a:ext cx="461480" cy="751449"/>
            </a:xfrm>
            <a:custGeom>
              <a:avLst/>
              <a:pathLst>
                <a:path w="461480" h="751449">
                  <a:moveTo>
                    <a:pt x="33278" y="442293"/>
                  </a:moveTo>
                  <a:lnTo>
                    <a:pt x="35936" y="439207"/>
                  </a:lnTo>
                  <a:lnTo>
                    <a:pt x="36275" y="433994"/>
                  </a:lnTo>
                  <a:lnTo>
                    <a:pt x="41192" y="430603"/>
                  </a:lnTo>
                  <a:lnTo>
                    <a:pt x="43543" y="427690"/>
                  </a:lnTo>
                  <a:lnTo>
                    <a:pt x="48762" y="419226"/>
                  </a:lnTo>
                  <a:lnTo>
                    <a:pt x="52531" y="412436"/>
                  </a:lnTo>
                  <a:lnTo>
                    <a:pt x="56435" y="410271"/>
                  </a:lnTo>
                  <a:lnTo>
                    <a:pt x="62627" y="408529"/>
                  </a:lnTo>
                  <a:lnTo>
                    <a:pt x="66602" y="403982"/>
                  </a:lnTo>
                  <a:lnTo>
                    <a:pt x="68840" y="401418"/>
                  </a:lnTo>
                  <a:lnTo>
                    <a:pt x="72179" y="396226"/>
                  </a:lnTo>
                  <a:lnTo>
                    <a:pt x="71521" y="391051"/>
                  </a:lnTo>
                  <a:lnTo>
                    <a:pt x="73734" y="386249"/>
                  </a:lnTo>
                  <a:lnTo>
                    <a:pt x="78622" y="382555"/>
                  </a:lnTo>
                  <a:lnTo>
                    <a:pt x="81284" y="379453"/>
                  </a:lnTo>
                  <a:lnTo>
                    <a:pt x="88093" y="366668"/>
                  </a:lnTo>
                  <a:lnTo>
                    <a:pt x="88729" y="365357"/>
                  </a:lnTo>
                  <a:lnTo>
                    <a:pt x="90744" y="361197"/>
                  </a:lnTo>
                  <a:lnTo>
                    <a:pt x="99160" y="349973"/>
                  </a:lnTo>
                  <a:lnTo>
                    <a:pt x="107389" y="339199"/>
                  </a:lnTo>
                  <a:lnTo>
                    <a:pt x="111010" y="334986"/>
                  </a:lnTo>
                  <a:lnTo>
                    <a:pt x="107993" y="327720"/>
                  </a:lnTo>
                  <a:lnTo>
                    <a:pt x="108562" y="322508"/>
                  </a:lnTo>
                  <a:lnTo>
                    <a:pt x="105628" y="317414"/>
                  </a:lnTo>
                  <a:lnTo>
                    <a:pt x="100867" y="316061"/>
                  </a:lnTo>
                  <a:lnTo>
                    <a:pt x="97034" y="310783"/>
                  </a:lnTo>
                  <a:lnTo>
                    <a:pt x="93903" y="308699"/>
                  </a:lnTo>
                  <a:lnTo>
                    <a:pt x="93347" y="307484"/>
                  </a:lnTo>
                  <a:lnTo>
                    <a:pt x="90467" y="301183"/>
                  </a:lnTo>
                  <a:lnTo>
                    <a:pt x="89728" y="295830"/>
                  </a:lnTo>
                  <a:lnTo>
                    <a:pt x="88552" y="291855"/>
                  </a:lnTo>
                  <a:lnTo>
                    <a:pt x="88142" y="285131"/>
                  </a:lnTo>
                  <a:lnTo>
                    <a:pt x="86031" y="282256"/>
                  </a:lnTo>
                  <a:lnTo>
                    <a:pt x="90311" y="277356"/>
                  </a:lnTo>
                  <a:lnTo>
                    <a:pt x="91666" y="274766"/>
                  </a:lnTo>
                  <a:lnTo>
                    <a:pt x="89681" y="271429"/>
                  </a:lnTo>
                  <a:lnTo>
                    <a:pt x="90704" y="266225"/>
                  </a:lnTo>
                  <a:lnTo>
                    <a:pt x="89572" y="260934"/>
                  </a:lnTo>
                  <a:lnTo>
                    <a:pt x="86305" y="255117"/>
                  </a:lnTo>
                  <a:lnTo>
                    <a:pt x="89283" y="250055"/>
                  </a:lnTo>
                  <a:lnTo>
                    <a:pt x="89548" y="248484"/>
                  </a:lnTo>
                  <a:lnTo>
                    <a:pt x="90301" y="244023"/>
                  </a:lnTo>
                  <a:lnTo>
                    <a:pt x="91770" y="237263"/>
                  </a:lnTo>
                  <a:lnTo>
                    <a:pt x="104120" y="180667"/>
                  </a:lnTo>
                  <a:lnTo>
                    <a:pt x="104702" y="178013"/>
                  </a:lnTo>
                  <a:lnTo>
                    <a:pt x="106897" y="167907"/>
                  </a:lnTo>
                  <a:lnTo>
                    <a:pt x="109141" y="157587"/>
                  </a:lnTo>
                  <a:lnTo>
                    <a:pt x="116928" y="121897"/>
                  </a:lnTo>
                  <a:lnTo>
                    <a:pt x="122123" y="98513"/>
                  </a:lnTo>
                  <a:lnTo>
                    <a:pt x="123585" y="91947"/>
                  </a:lnTo>
                  <a:lnTo>
                    <a:pt x="125294" y="84277"/>
                  </a:lnTo>
                  <a:lnTo>
                    <a:pt x="132059" y="55601"/>
                  </a:lnTo>
                  <a:lnTo>
                    <a:pt x="137204" y="33017"/>
                  </a:lnTo>
                  <a:lnTo>
                    <a:pt x="141347" y="14711"/>
                  </a:lnTo>
                  <a:lnTo>
                    <a:pt x="144684" y="0"/>
                  </a:lnTo>
                  <a:lnTo>
                    <a:pt x="161965" y="3680"/>
                  </a:lnTo>
                  <a:lnTo>
                    <a:pt x="183310" y="8216"/>
                  </a:lnTo>
                  <a:lnTo>
                    <a:pt x="206492" y="12967"/>
                  </a:lnTo>
                  <a:lnTo>
                    <a:pt x="196341" y="61221"/>
                  </a:lnTo>
                  <a:lnTo>
                    <a:pt x="195919" y="63233"/>
                  </a:lnTo>
                  <a:lnTo>
                    <a:pt x="192459" y="79818"/>
                  </a:lnTo>
                  <a:lnTo>
                    <a:pt x="190564" y="88887"/>
                  </a:lnTo>
                  <a:lnTo>
                    <a:pt x="188722" y="97712"/>
                  </a:lnTo>
                  <a:lnTo>
                    <a:pt x="186183" y="109806"/>
                  </a:lnTo>
                  <a:lnTo>
                    <a:pt x="186555" y="111425"/>
                  </a:lnTo>
                  <a:lnTo>
                    <a:pt x="186829" y="112620"/>
                  </a:lnTo>
                  <a:lnTo>
                    <a:pt x="189870" y="120829"/>
                  </a:lnTo>
                  <a:lnTo>
                    <a:pt x="192568" y="126934"/>
                  </a:lnTo>
                  <a:lnTo>
                    <a:pt x="195582" y="130378"/>
                  </a:lnTo>
                  <a:lnTo>
                    <a:pt x="195162" y="135740"/>
                  </a:lnTo>
                  <a:lnTo>
                    <a:pt x="201098" y="143416"/>
                  </a:lnTo>
                  <a:lnTo>
                    <a:pt x="199464" y="147314"/>
                  </a:lnTo>
                  <a:lnTo>
                    <a:pt x="201566" y="150890"/>
                  </a:lnTo>
                  <a:lnTo>
                    <a:pt x="198896" y="155107"/>
                  </a:lnTo>
                  <a:lnTo>
                    <a:pt x="198310" y="159388"/>
                  </a:lnTo>
                  <a:lnTo>
                    <a:pt x="202654" y="165389"/>
                  </a:lnTo>
                  <a:lnTo>
                    <a:pt x="198393" y="167010"/>
                  </a:lnTo>
                  <a:lnTo>
                    <a:pt x="196489" y="170606"/>
                  </a:lnTo>
                  <a:lnTo>
                    <a:pt x="204063" y="177232"/>
                  </a:lnTo>
                  <a:lnTo>
                    <a:pt x="206075" y="182959"/>
                  </a:lnTo>
                  <a:lnTo>
                    <a:pt x="209486" y="186577"/>
                  </a:lnTo>
                  <a:lnTo>
                    <a:pt x="215573" y="189751"/>
                  </a:lnTo>
                  <a:lnTo>
                    <a:pt x="218327" y="191225"/>
                  </a:lnTo>
                  <a:lnTo>
                    <a:pt x="219720" y="196132"/>
                  </a:lnTo>
                  <a:lnTo>
                    <a:pt x="221426" y="200000"/>
                  </a:lnTo>
                  <a:lnTo>
                    <a:pt x="224937" y="205077"/>
                  </a:lnTo>
                  <a:lnTo>
                    <a:pt x="228111" y="212711"/>
                  </a:lnTo>
                  <a:lnTo>
                    <a:pt x="230633" y="217133"/>
                  </a:lnTo>
                  <a:lnTo>
                    <a:pt x="232287" y="222533"/>
                  </a:lnTo>
                  <a:lnTo>
                    <a:pt x="236182" y="227161"/>
                  </a:lnTo>
                  <a:lnTo>
                    <a:pt x="238070" y="229401"/>
                  </a:lnTo>
                  <a:lnTo>
                    <a:pt x="236171" y="233688"/>
                  </a:lnTo>
                  <a:lnTo>
                    <a:pt x="239261" y="239921"/>
                  </a:lnTo>
                  <a:lnTo>
                    <a:pt x="244623" y="244253"/>
                  </a:lnTo>
                  <a:lnTo>
                    <a:pt x="245401" y="248409"/>
                  </a:lnTo>
                  <a:lnTo>
                    <a:pt x="249927" y="249113"/>
                  </a:lnTo>
                  <a:lnTo>
                    <a:pt x="251239" y="250200"/>
                  </a:lnTo>
                  <a:lnTo>
                    <a:pt x="254207" y="252654"/>
                  </a:lnTo>
                  <a:lnTo>
                    <a:pt x="253561" y="258034"/>
                  </a:lnTo>
                  <a:lnTo>
                    <a:pt x="255468" y="258949"/>
                  </a:lnTo>
                  <a:lnTo>
                    <a:pt x="258220" y="260266"/>
                  </a:lnTo>
                  <a:lnTo>
                    <a:pt x="264531" y="260944"/>
                  </a:lnTo>
                  <a:lnTo>
                    <a:pt x="271007" y="260137"/>
                  </a:lnTo>
                  <a:lnTo>
                    <a:pt x="272416" y="261777"/>
                  </a:lnTo>
                  <a:lnTo>
                    <a:pt x="273266" y="262765"/>
                  </a:lnTo>
                  <a:lnTo>
                    <a:pt x="271333" y="269359"/>
                  </a:lnTo>
                  <a:lnTo>
                    <a:pt x="268752" y="275884"/>
                  </a:lnTo>
                  <a:lnTo>
                    <a:pt x="265175" y="276182"/>
                  </a:lnTo>
                  <a:lnTo>
                    <a:pt x="264845" y="284845"/>
                  </a:lnTo>
                  <a:lnTo>
                    <a:pt x="261900" y="286788"/>
                  </a:lnTo>
                  <a:lnTo>
                    <a:pt x="259927" y="294094"/>
                  </a:lnTo>
                  <a:lnTo>
                    <a:pt x="258630" y="297567"/>
                  </a:lnTo>
                  <a:lnTo>
                    <a:pt x="257411" y="301028"/>
                  </a:lnTo>
                  <a:lnTo>
                    <a:pt x="256548" y="307215"/>
                  </a:lnTo>
                  <a:lnTo>
                    <a:pt x="251846" y="306979"/>
                  </a:lnTo>
                  <a:lnTo>
                    <a:pt x="250649" y="311021"/>
                  </a:lnTo>
                  <a:lnTo>
                    <a:pt x="254240" y="314508"/>
                  </a:lnTo>
                  <a:lnTo>
                    <a:pt x="251704" y="320751"/>
                  </a:lnTo>
                  <a:lnTo>
                    <a:pt x="253576" y="325297"/>
                  </a:lnTo>
                  <a:lnTo>
                    <a:pt x="255707" y="328391"/>
                  </a:lnTo>
                  <a:lnTo>
                    <a:pt x="254093" y="333119"/>
                  </a:lnTo>
                  <a:lnTo>
                    <a:pt x="255251" y="336254"/>
                  </a:lnTo>
                  <a:lnTo>
                    <a:pt x="252445" y="338451"/>
                  </a:lnTo>
                  <a:lnTo>
                    <a:pt x="245776" y="339181"/>
                  </a:lnTo>
                  <a:lnTo>
                    <a:pt x="241731" y="344071"/>
                  </a:lnTo>
                  <a:lnTo>
                    <a:pt x="244581" y="350392"/>
                  </a:lnTo>
                  <a:lnTo>
                    <a:pt x="243992" y="355621"/>
                  </a:lnTo>
                  <a:lnTo>
                    <a:pt x="241231" y="356966"/>
                  </a:lnTo>
                  <a:lnTo>
                    <a:pt x="240295" y="361191"/>
                  </a:lnTo>
                  <a:lnTo>
                    <a:pt x="240882" y="363458"/>
                  </a:lnTo>
                  <a:lnTo>
                    <a:pt x="241596" y="366211"/>
                  </a:lnTo>
                  <a:lnTo>
                    <a:pt x="244674" y="368302"/>
                  </a:lnTo>
                  <a:lnTo>
                    <a:pt x="249735" y="374366"/>
                  </a:lnTo>
                  <a:lnTo>
                    <a:pt x="255563" y="376631"/>
                  </a:lnTo>
                  <a:lnTo>
                    <a:pt x="258409" y="371402"/>
                  </a:lnTo>
                  <a:lnTo>
                    <a:pt x="262960" y="371441"/>
                  </a:lnTo>
                  <a:lnTo>
                    <a:pt x="270947" y="366998"/>
                  </a:lnTo>
                  <a:lnTo>
                    <a:pt x="276407" y="362947"/>
                  </a:lnTo>
                  <a:lnTo>
                    <a:pt x="277084" y="358843"/>
                  </a:lnTo>
                  <a:lnTo>
                    <a:pt x="280132" y="358928"/>
                  </a:lnTo>
                  <a:lnTo>
                    <a:pt x="281392" y="360959"/>
                  </a:lnTo>
                  <a:lnTo>
                    <a:pt x="284075" y="365280"/>
                  </a:lnTo>
                  <a:lnTo>
                    <a:pt x="286258" y="367717"/>
                  </a:lnTo>
                  <a:lnTo>
                    <a:pt x="289588" y="370453"/>
                  </a:lnTo>
                  <a:lnTo>
                    <a:pt x="288520" y="378183"/>
                  </a:lnTo>
                  <a:lnTo>
                    <a:pt x="290709" y="382814"/>
                  </a:lnTo>
                  <a:lnTo>
                    <a:pt x="289591" y="387932"/>
                  </a:lnTo>
                  <a:lnTo>
                    <a:pt x="290978" y="392447"/>
                  </a:lnTo>
                  <a:lnTo>
                    <a:pt x="289761" y="398229"/>
                  </a:lnTo>
                  <a:lnTo>
                    <a:pt x="294069" y="408041"/>
                  </a:lnTo>
                  <a:lnTo>
                    <a:pt x="297448" y="419266"/>
                  </a:lnTo>
                  <a:lnTo>
                    <a:pt x="301335" y="422781"/>
                  </a:lnTo>
                  <a:lnTo>
                    <a:pt x="304688" y="427418"/>
                  </a:lnTo>
                  <a:lnTo>
                    <a:pt x="304810" y="432672"/>
                  </a:lnTo>
                  <a:lnTo>
                    <a:pt x="303171" y="437745"/>
                  </a:lnTo>
                  <a:lnTo>
                    <a:pt x="300722" y="441607"/>
                  </a:lnTo>
                  <a:lnTo>
                    <a:pt x="303189" y="448855"/>
                  </a:lnTo>
                  <a:lnTo>
                    <a:pt x="306164" y="450129"/>
                  </a:lnTo>
                  <a:lnTo>
                    <a:pt x="310776" y="454489"/>
                  </a:lnTo>
                  <a:lnTo>
                    <a:pt x="314890" y="452774"/>
                  </a:lnTo>
                  <a:lnTo>
                    <a:pt x="321912" y="459757"/>
                  </a:lnTo>
                  <a:lnTo>
                    <a:pt x="323101" y="465569"/>
                  </a:lnTo>
                  <a:lnTo>
                    <a:pt x="325418" y="473869"/>
                  </a:lnTo>
                  <a:lnTo>
                    <a:pt x="323791" y="478809"/>
                  </a:lnTo>
                  <a:lnTo>
                    <a:pt x="326609" y="485157"/>
                  </a:lnTo>
                  <a:lnTo>
                    <a:pt x="325876" y="489710"/>
                  </a:lnTo>
                  <a:lnTo>
                    <a:pt x="328867" y="495695"/>
                  </a:lnTo>
                  <a:lnTo>
                    <a:pt x="333102" y="500015"/>
                  </a:lnTo>
                  <a:lnTo>
                    <a:pt x="337289" y="498199"/>
                  </a:lnTo>
                  <a:lnTo>
                    <a:pt x="337664" y="498036"/>
                  </a:lnTo>
                  <a:lnTo>
                    <a:pt x="337769" y="494551"/>
                  </a:lnTo>
                  <a:lnTo>
                    <a:pt x="345077" y="490052"/>
                  </a:lnTo>
                  <a:lnTo>
                    <a:pt x="347021" y="489974"/>
                  </a:lnTo>
                  <a:lnTo>
                    <a:pt x="354160" y="492302"/>
                  </a:lnTo>
                  <a:lnTo>
                    <a:pt x="362891" y="494765"/>
                  </a:lnTo>
                  <a:lnTo>
                    <a:pt x="368350" y="498803"/>
                  </a:lnTo>
                  <a:lnTo>
                    <a:pt x="371523" y="491227"/>
                  </a:lnTo>
                  <a:lnTo>
                    <a:pt x="377137" y="488134"/>
                  </a:lnTo>
                  <a:lnTo>
                    <a:pt x="381226" y="491249"/>
                  </a:lnTo>
                  <a:lnTo>
                    <a:pt x="387685" y="493726"/>
                  </a:lnTo>
                  <a:lnTo>
                    <a:pt x="394111" y="493777"/>
                  </a:lnTo>
                  <a:lnTo>
                    <a:pt x="405807" y="492894"/>
                  </a:lnTo>
                  <a:lnTo>
                    <a:pt x="409392" y="498640"/>
                  </a:lnTo>
                  <a:lnTo>
                    <a:pt x="417256" y="494958"/>
                  </a:lnTo>
                  <a:lnTo>
                    <a:pt x="423241" y="496134"/>
                  </a:lnTo>
                  <a:lnTo>
                    <a:pt x="426972" y="496864"/>
                  </a:lnTo>
                  <a:lnTo>
                    <a:pt x="430381" y="494593"/>
                  </a:lnTo>
                  <a:lnTo>
                    <a:pt x="435195" y="485675"/>
                  </a:lnTo>
                  <a:lnTo>
                    <a:pt x="436242" y="484200"/>
                  </a:lnTo>
                  <a:lnTo>
                    <a:pt x="437839" y="481946"/>
                  </a:lnTo>
                  <a:lnTo>
                    <a:pt x="442029" y="479097"/>
                  </a:lnTo>
                  <a:lnTo>
                    <a:pt x="442518" y="479558"/>
                  </a:lnTo>
                  <a:lnTo>
                    <a:pt x="445842" y="482690"/>
                  </a:lnTo>
                  <a:lnTo>
                    <a:pt x="448870" y="488713"/>
                  </a:lnTo>
                  <a:lnTo>
                    <a:pt x="451345" y="493528"/>
                  </a:lnTo>
                  <a:lnTo>
                    <a:pt x="452271" y="498408"/>
                  </a:lnTo>
                  <a:lnTo>
                    <a:pt x="455744" y="502870"/>
                  </a:lnTo>
                  <a:lnTo>
                    <a:pt x="456629" y="507182"/>
                  </a:lnTo>
                  <a:lnTo>
                    <a:pt x="461480" y="509800"/>
                  </a:lnTo>
                  <a:lnTo>
                    <a:pt x="460149" y="519487"/>
                  </a:lnTo>
                  <a:lnTo>
                    <a:pt x="456748" y="544909"/>
                  </a:lnTo>
                  <a:lnTo>
                    <a:pt x="455096" y="557761"/>
                  </a:lnTo>
                  <a:lnTo>
                    <a:pt x="454154" y="565102"/>
                  </a:lnTo>
                  <a:lnTo>
                    <a:pt x="451275" y="586656"/>
                  </a:lnTo>
                  <a:lnTo>
                    <a:pt x="448872" y="604918"/>
                  </a:lnTo>
                  <a:lnTo>
                    <a:pt x="446495" y="623037"/>
                  </a:lnTo>
                  <a:lnTo>
                    <a:pt x="443347" y="646824"/>
                  </a:lnTo>
                  <a:lnTo>
                    <a:pt x="442662" y="652001"/>
                  </a:lnTo>
                  <a:lnTo>
                    <a:pt x="441952" y="657373"/>
                  </a:lnTo>
                  <a:lnTo>
                    <a:pt x="438834" y="681010"/>
                  </a:lnTo>
                  <a:lnTo>
                    <a:pt x="435986" y="701388"/>
                  </a:lnTo>
                  <a:lnTo>
                    <a:pt x="433746" y="717449"/>
                  </a:lnTo>
                  <a:lnTo>
                    <a:pt x="429287" y="751449"/>
                  </a:lnTo>
                  <a:lnTo>
                    <a:pt x="405608" y="748249"/>
                  </a:lnTo>
                  <a:lnTo>
                    <a:pt x="398565" y="747374"/>
                  </a:lnTo>
                  <a:lnTo>
                    <a:pt x="395932" y="747006"/>
                  </a:lnTo>
                  <a:lnTo>
                    <a:pt x="378378" y="744528"/>
                  </a:lnTo>
                  <a:lnTo>
                    <a:pt x="352459" y="740890"/>
                  </a:lnTo>
                  <a:lnTo>
                    <a:pt x="348892" y="740249"/>
                  </a:lnTo>
                  <a:lnTo>
                    <a:pt x="341296" y="738875"/>
                  </a:lnTo>
                  <a:lnTo>
                    <a:pt x="313669" y="734698"/>
                  </a:lnTo>
                  <a:lnTo>
                    <a:pt x="288225" y="730878"/>
                  </a:lnTo>
                  <a:lnTo>
                    <a:pt x="270319" y="728176"/>
                  </a:lnTo>
                  <a:lnTo>
                    <a:pt x="252477" y="725517"/>
                  </a:lnTo>
                  <a:lnTo>
                    <a:pt x="229295" y="722075"/>
                  </a:lnTo>
                  <a:lnTo>
                    <a:pt x="213304" y="718803"/>
                  </a:lnTo>
                  <a:lnTo>
                    <a:pt x="196072" y="715732"/>
                  </a:lnTo>
                  <a:lnTo>
                    <a:pt x="173378" y="711642"/>
                  </a:lnTo>
                  <a:lnTo>
                    <a:pt x="151901" y="707173"/>
                  </a:lnTo>
                  <a:lnTo>
                    <a:pt x="141930" y="705449"/>
                  </a:lnTo>
                  <a:lnTo>
                    <a:pt x="122143" y="701976"/>
                  </a:lnTo>
                  <a:lnTo>
                    <a:pt x="99848" y="697560"/>
                  </a:lnTo>
                  <a:lnTo>
                    <a:pt x="82379" y="694205"/>
                  </a:lnTo>
                  <a:lnTo>
                    <a:pt x="49364" y="687539"/>
                  </a:lnTo>
                  <a:lnTo>
                    <a:pt x="28459" y="683238"/>
                  </a:lnTo>
                  <a:lnTo>
                    <a:pt x="568" y="677140"/>
                  </a:lnTo>
                  <a:lnTo>
                    <a:pt x="0" y="677014"/>
                  </a:lnTo>
                  <a:lnTo>
                    <a:pt x="7489" y="640332"/>
                  </a:lnTo>
                  <a:lnTo>
                    <a:pt x="16069" y="598800"/>
                  </a:lnTo>
                  <a:lnTo>
                    <a:pt x="20404" y="577715"/>
                  </a:lnTo>
                  <a:lnTo>
                    <a:pt x="31890" y="522435"/>
                  </a:lnTo>
                  <a:lnTo>
                    <a:pt x="33679" y="514295"/>
                  </a:lnTo>
                  <a:lnTo>
                    <a:pt x="36732" y="500433"/>
                  </a:lnTo>
                  <a:lnTo>
                    <a:pt x="40520" y="495440"/>
                  </a:lnTo>
                  <a:lnTo>
                    <a:pt x="41467" y="494190"/>
                  </a:lnTo>
                  <a:lnTo>
                    <a:pt x="44350" y="485968"/>
                  </a:lnTo>
                  <a:lnTo>
                    <a:pt x="46841" y="481802"/>
                  </a:lnTo>
                  <a:lnTo>
                    <a:pt x="45224" y="475795"/>
                  </a:lnTo>
                  <a:lnTo>
                    <a:pt x="52050" y="470444"/>
                  </a:lnTo>
                  <a:lnTo>
                    <a:pt x="52215" y="470315"/>
                  </a:lnTo>
                  <a:lnTo>
                    <a:pt x="52256" y="467778"/>
                  </a:lnTo>
                  <a:lnTo>
                    <a:pt x="48246" y="465440"/>
                  </a:lnTo>
                  <a:lnTo>
                    <a:pt x="48647" y="461323"/>
                  </a:lnTo>
                  <a:lnTo>
                    <a:pt x="42687" y="459887"/>
                  </a:lnTo>
                  <a:lnTo>
                    <a:pt x="39287" y="455072"/>
                  </a:lnTo>
                  <a:lnTo>
                    <a:pt x="35525" y="456151"/>
                  </a:lnTo>
                  <a:lnTo>
                    <a:pt x="32939" y="452608"/>
                  </a:lnTo>
                  <a:lnTo>
                    <a:pt x="33447" y="451899"/>
                  </a:lnTo>
                  <a:lnTo>
                    <a:pt x="35465" y="449079"/>
                  </a:lnTo>
                  <a:lnTo>
                    <a:pt x="34426" y="4456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849768" y="3315459"/>
              <a:ext cx="258964" cy="448442"/>
            </a:xfrm>
            <a:custGeom>
              <a:avLst/>
              <a:pathLst>
                <a:path w="258964" h="448442">
                  <a:moveTo>
                    <a:pt x="112" y="209976"/>
                  </a:moveTo>
                  <a:lnTo>
                    <a:pt x="296" y="206054"/>
                  </a:lnTo>
                  <a:lnTo>
                    <a:pt x="376" y="204339"/>
                  </a:lnTo>
                  <a:lnTo>
                    <a:pt x="1371" y="200017"/>
                  </a:lnTo>
                  <a:lnTo>
                    <a:pt x="3971" y="195255"/>
                  </a:lnTo>
                  <a:lnTo>
                    <a:pt x="6620" y="193302"/>
                  </a:lnTo>
                  <a:lnTo>
                    <a:pt x="5774" y="189129"/>
                  </a:lnTo>
                  <a:lnTo>
                    <a:pt x="6034" y="184407"/>
                  </a:lnTo>
                  <a:lnTo>
                    <a:pt x="4236" y="182661"/>
                  </a:lnTo>
                  <a:lnTo>
                    <a:pt x="5072" y="178709"/>
                  </a:lnTo>
                  <a:lnTo>
                    <a:pt x="6907" y="176031"/>
                  </a:lnTo>
                  <a:lnTo>
                    <a:pt x="12245" y="173462"/>
                  </a:lnTo>
                  <a:lnTo>
                    <a:pt x="16008" y="173082"/>
                  </a:lnTo>
                  <a:lnTo>
                    <a:pt x="19617" y="169904"/>
                  </a:lnTo>
                  <a:lnTo>
                    <a:pt x="19553" y="167758"/>
                  </a:lnTo>
                  <a:lnTo>
                    <a:pt x="19491" y="165703"/>
                  </a:lnTo>
                  <a:lnTo>
                    <a:pt x="20485" y="161207"/>
                  </a:lnTo>
                  <a:lnTo>
                    <a:pt x="20065" y="157923"/>
                  </a:lnTo>
                  <a:lnTo>
                    <a:pt x="22575" y="153846"/>
                  </a:lnTo>
                  <a:lnTo>
                    <a:pt x="25761" y="149973"/>
                  </a:lnTo>
                  <a:lnTo>
                    <a:pt x="27401" y="146419"/>
                  </a:lnTo>
                  <a:lnTo>
                    <a:pt x="27264" y="141184"/>
                  </a:lnTo>
                  <a:lnTo>
                    <a:pt x="26443" y="137202"/>
                  </a:lnTo>
                  <a:lnTo>
                    <a:pt x="26396" y="136977"/>
                  </a:lnTo>
                  <a:lnTo>
                    <a:pt x="25774" y="133959"/>
                  </a:lnTo>
                  <a:lnTo>
                    <a:pt x="22909" y="130131"/>
                  </a:lnTo>
                  <a:lnTo>
                    <a:pt x="20271" y="130133"/>
                  </a:lnTo>
                  <a:lnTo>
                    <a:pt x="17483" y="126551"/>
                  </a:lnTo>
                  <a:lnTo>
                    <a:pt x="15231" y="123931"/>
                  </a:lnTo>
                  <a:lnTo>
                    <a:pt x="16920" y="116964"/>
                  </a:lnTo>
                  <a:lnTo>
                    <a:pt x="17026" y="116523"/>
                  </a:lnTo>
                  <a:lnTo>
                    <a:pt x="17166" y="114137"/>
                  </a:lnTo>
                  <a:lnTo>
                    <a:pt x="18928" y="109558"/>
                  </a:lnTo>
                  <a:lnTo>
                    <a:pt x="22511" y="108644"/>
                  </a:lnTo>
                  <a:lnTo>
                    <a:pt x="25091" y="108938"/>
                  </a:lnTo>
                  <a:lnTo>
                    <a:pt x="28269" y="106542"/>
                  </a:lnTo>
                  <a:lnTo>
                    <a:pt x="33046" y="105630"/>
                  </a:lnTo>
                  <a:lnTo>
                    <a:pt x="38092" y="104909"/>
                  </a:lnTo>
                  <a:lnTo>
                    <a:pt x="42737" y="101939"/>
                  </a:lnTo>
                  <a:lnTo>
                    <a:pt x="45277" y="99125"/>
                  </a:lnTo>
                  <a:lnTo>
                    <a:pt x="48692" y="98472"/>
                  </a:lnTo>
                  <a:lnTo>
                    <a:pt x="51727" y="97796"/>
                  </a:lnTo>
                  <a:lnTo>
                    <a:pt x="54079" y="94346"/>
                  </a:lnTo>
                  <a:lnTo>
                    <a:pt x="56995" y="92657"/>
                  </a:lnTo>
                  <a:lnTo>
                    <a:pt x="58281" y="90974"/>
                  </a:lnTo>
                  <a:lnTo>
                    <a:pt x="57847" y="85714"/>
                  </a:lnTo>
                  <a:lnTo>
                    <a:pt x="58876" y="83150"/>
                  </a:lnTo>
                  <a:lnTo>
                    <a:pt x="58736" y="80450"/>
                  </a:lnTo>
                  <a:lnTo>
                    <a:pt x="58679" y="79355"/>
                  </a:lnTo>
                  <a:lnTo>
                    <a:pt x="62004" y="75928"/>
                  </a:lnTo>
                  <a:lnTo>
                    <a:pt x="62347" y="75648"/>
                  </a:lnTo>
                  <a:lnTo>
                    <a:pt x="65725" y="72888"/>
                  </a:lnTo>
                  <a:lnTo>
                    <a:pt x="65377" y="70296"/>
                  </a:lnTo>
                  <a:lnTo>
                    <a:pt x="65978" y="67069"/>
                  </a:lnTo>
                  <a:lnTo>
                    <a:pt x="65957" y="63357"/>
                  </a:lnTo>
                  <a:lnTo>
                    <a:pt x="65953" y="62686"/>
                  </a:lnTo>
                  <a:lnTo>
                    <a:pt x="66374" y="57973"/>
                  </a:lnTo>
                  <a:lnTo>
                    <a:pt x="64906" y="55160"/>
                  </a:lnTo>
                  <a:lnTo>
                    <a:pt x="64616" y="54605"/>
                  </a:lnTo>
                  <a:lnTo>
                    <a:pt x="64136" y="49344"/>
                  </a:lnTo>
                  <a:lnTo>
                    <a:pt x="61019" y="46274"/>
                  </a:lnTo>
                  <a:lnTo>
                    <a:pt x="57162" y="44690"/>
                  </a:lnTo>
                  <a:lnTo>
                    <a:pt x="54279" y="43484"/>
                  </a:lnTo>
                  <a:lnTo>
                    <a:pt x="52839" y="42881"/>
                  </a:lnTo>
                  <a:lnTo>
                    <a:pt x="48842" y="40455"/>
                  </a:lnTo>
                  <a:lnTo>
                    <a:pt x="46714" y="37567"/>
                  </a:lnTo>
                  <a:lnTo>
                    <a:pt x="47141" y="34155"/>
                  </a:lnTo>
                  <a:lnTo>
                    <a:pt x="45093" y="31406"/>
                  </a:lnTo>
                  <a:lnTo>
                    <a:pt x="42643" y="29714"/>
                  </a:lnTo>
                  <a:lnTo>
                    <a:pt x="40507" y="28237"/>
                  </a:lnTo>
                  <a:lnTo>
                    <a:pt x="37391" y="25720"/>
                  </a:lnTo>
                  <a:lnTo>
                    <a:pt x="35840" y="25195"/>
                  </a:lnTo>
                  <a:lnTo>
                    <a:pt x="32328" y="23633"/>
                  </a:lnTo>
                  <a:lnTo>
                    <a:pt x="32229" y="20697"/>
                  </a:lnTo>
                  <a:lnTo>
                    <a:pt x="44271" y="19404"/>
                  </a:lnTo>
                  <a:lnTo>
                    <a:pt x="44893" y="19328"/>
                  </a:lnTo>
                  <a:lnTo>
                    <a:pt x="56759" y="17869"/>
                  </a:lnTo>
                  <a:lnTo>
                    <a:pt x="74106" y="15910"/>
                  </a:lnTo>
                  <a:lnTo>
                    <a:pt x="79303" y="15333"/>
                  </a:lnTo>
                  <a:lnTo>
                    <a:pt x="99434" y="13046"/>
                  </a:lnTo>
                  <a:lnTo>
                    <a:pt x="104800" y="12435"/>
                  </a:lnTo>
                  <a:lnTo>
                    <a:pt x="106882" y="12197"/>
                  </a:lnTo>
                  <a:lnTo>
                    <a:pt x="124315" y="10161"/>
                  </a:lnTo>
                  <a:lnTo>
                    <a:pt x="125749" y="9991"/>
                  </a:lnTo>
                  <a:lnTo>
                    <a:pt x="131732" y="9245"/>
                  </a:lnTo>
                  <a:lnTo>
                    <a:pt x="141291" y="8037"/>
                  </a:lnTo>
                  <a:lnTo>
                    <a:pt x="145329" y="7521"/>
                  </a:lnTo>
                  <a:lnTo>
                    <a:pt x="156990" y="5777"/>
                  </a:lnTo>
                  <a:lnTo>
                    <a:pt x="159044" y="5475"/>
                  </a:lnTo>
                  <a:lnTo>
                    <a:pt x="168754" y="4035"/>
                  </a:lnTo>
                  <a:lnTo>
                    <a:pt x="173860" y="3269"/>
                  </a:lnTo>
                  <a:lnTo>
                    <a:pt x="174881" y="3134"/>
                  </a:lnTo>
                  <a:lnTo>
                    <a:pt x="198127" y="0"/>
                  </a:lnTo>
                  <a:lnTo>
                    <a:pt x="198786" y="5678"/>
                  </a:lnTo>
                  <a:lnTo>
                    <a:pt x="198452" y="10512"/>
                  </a:lnTo>
                  <a:lnTo>
                    <a:pt x="198336" y="15396"/>
                  </a:lnTo>
                  <a:lnTo>
                    <a:pt x="198460" y="15681"/>
                  </a:lnTo>
                  <a:lnTo>
                    <a:pt x="201443" y="22504"/>
                  </a:lnTo>
                  <a:lnTo>
                    <a:pt x="204474" y="26566"/>
                  </a:lnTo>
                  <a:lnTo>
                    <a:pt x="205802" y="28335"/>
                  </a:lnTo>
                  <a:lnTo>
                    <a:pt x="209385" y="31528"/>
                  </a:lnTo>
                  <a:lnTo>
                    <a:pt x="209861" y="31952"/>
                  </a:lnTo>
                  <a:lnTo>
                    <a:pt x="211188" y="35526"/>
                  </a:lnTo>
                  <a:lnTo>
                    <a:pt x="213623" y="41182"/>
                  </a:lnTo>
                  <a:lnTo>
                    <a:pt x="215280" y="45026"/>
                  </a:lnTo>
                  <a:lnTo>
                    <a:pt x="215782" y="45491"/>
                  </a:lnTo>
                  <a:lnTo>
                    <a:pt x="216098" y="45785"/>
                  </a:lnTo>
                  <a:lnTo>
                    <a:pt x="216127" y="46498"/>
                  </a:lnTo>
                  <a:lnTo>
                    <a:pt x="216125" y="47597"/>
                  </a:lnTo>
                  <a:lnTo>
                    <a:pt x="216620" y="48990"/>
                  </a:lnTo>
                  <a:lnTo>
                    <a:pt x="216827" y="49572"/>
                  </a:lnTo>
                  <a:lnTo>
                    <a:pt x="218182" y="51658"/>
                  </a:lnTo>
                  <a:lnTo>
                    <a:pt x="220622" y="55411"/>
                  </a:lnTo>
                  <a:lnTo>
                    <a:pt x="222590" y="56552"/>
                  </a:lnTo>
                  <a:lnTo>
                    <a:pt x="223068" y="57874"/>
                  </a:lnTo>
                  <a:lnTo>
                    <a:pt x="223263" y="58414"/>
                  </a:lnTo>
                  <a:lnTo>
                    <a:pt x="223453" y="59654"/>
                  </a:lnTo>
                  <a:lnTo>
                    <a:pt x="225496" y="73817"/>
                  </a:lnTo>
                  <a:lnTo>
                    <a:pt x="226165" y="78534"/>
                  </a:lnTo>
                  <a:lnTo>
                    <a:pt x="228100" y="92196"/>
                  </a:lnTo>
                  <a:lnTo>
                    <a:pt x="229647" y="102654"/>
                  </a:lnTo>
                  <a:lnTo>
                    <a:pt x="231301" y="113848"/>
                  </a:lnTo>
                  <a:lnTo>
                    <a:pt x="231473" y="114997"/>
                  </a:lnTo>
                  <a:lnTo>
                    <a:pt x="232834" y="124088"/>
                  </a:lnTo>
                  <a:lnTo>
                    <a:pt x="234669" y="136667"/>
                  </a:lnTo>
                  <a:lnTo>
                    <a:pt x="236992" y="152636"/>
                  </a:lnTo>
                  <a:lnTo>
                    <a:pt x="237467" y="156143"/>
                  </a:lnTo>
                  <a:lnTo>
                    <a:pt x="237622" y="157281"/>
                  </a:lnTo>
                  <a:lnTo>
                    <a:pt x="240050" y="175237"/>
                  </a:lnTo>
                  <a:lnTo>
                    <a:pt x="241172" y="183380"/>
                  </a:lnTo>
                  <a:lnTo>
                    <a:pt x="242146" y="190460"/>
                  </a:lnTo>
                  <a:lnTo>
                    <a:pt x="242661" y="194205"/>
                  </a:lnTo>
                  <a:lnTo>
                    <a:pt x="244125" y="204397"/>
                  </a:lnTo>
                  <a:lnTo>
                    <a:pt x="246603" y="221686"/>
                  </a:lnTo>
                  <a:lnTo>
                    <a:pt x="247279" y="226245"/>
                  </a:lnTo>
                  <a:lnTo>
                    <a:pt x="248806" y="236555"/>
                  </a:lnTo>
                  <a:lnTo>
                    <a:pt x="248897" y="237168"/>
                  </a:lnTo>
                  <a:lnTo>
                    <a:pt x="250277" y="246795"/>
                  </a:lnTo>
                  <a:lnTo>
                    <a:pt x="247513" y="247825"/>
                  </a:lnTo>
                  <a:lnTo>
                    <a:pt x="246476" y="250203"/>
                  </a:lnTo>
                  <a:lnTo>
                    <a:pt x="247426" y="254392"/>
                  </a:lnTo>
                  <a:lnTo>
                    <a:pt x="247637" y="255326"/>
                  </a:lnTo>
                  <a:lnTo>
                    <a:pt x="249054" y="258053"/>
                  </a:lnTo>
                  <a:lnTo>
                    <a:pt x="245675" y="262157"/>
                  </a:lnTo>
                  <a:lnTo>
                    <a:pt x="245901" y="262844"/>
                  </a:lnTo>
                  <a:lnTo>
                    <a:pt x="247326" y="267163"/>
                  </a:lnTo>
                  <a:lnTo>
                    <a:pt x="251062" y="270203"/>
                  </a:lnTo>
                  <a:lnTo>
                    <a:pt x="251289" y="274675"/>
                  </a:lnTo>
                  <a:lnTo>
                    <a:pt x="254668" y="276566"/>
                  </a:lnTo>
                  <a:lnTo>
                    <a:pt x="255507" y="281639"/>
                  </a:lnTo>
                  <a:lnTo>
                    <a:pt x="255461" y="281787"/>
                  </a:lnTo>
                  <a:lnTo>
                    <a:pt x="254657" y="284364"/>
                  </a:lnTo>
                  <a:lnTo>
                    <a:pt x="255662" y="286083"/>
                  </a:lnTo>
                  <a:lnTo>
                    <a:pt x="256789" y="288010"/>
                  </a:lnTo>
                  <a:lnTo>
                    <a:pt x="258964" y="293249"/>
                  </a:lnTo>
                  <a:lnTo>
                    <a:pt x="256998" y="300035"/>
                  </a:lnTo>
                  <a:lnTo>
                    <a:pt x="252826" y="303750"/>
                  </a:lnTo>
                  <a:lnTo>
                    <a:pt x="252307" y="307953"/>
                  </a:lnTo>
                  <a:lnTo>
                    <a:pt x="251896" y="309785"/>
                  </a:lnTo>
                  <a:lnTo>
                    <a:pt x="251415" y="311923"/>
                  </a:lnTo>
                  <a:lnTo>
                    <a:pt x="252145" y="314175"/>
                  </a:lnTo>
                  <a:lnTo>
                    <a:pt x="248799" y="317266"/>
                  </a:lnTo>
                  <a:lnTo>
                    <a:pt x="247618" y="321026"/>
                  </a:lnTo>
                  <a:lnTo>
                    <a:pt x="247180" y="322444"/>
                  </a:lnTo>
                  <a:lnTo>
                    <a:pt x="245918" y="326514"/>
                  </a:lnTo>
                  <a:lnTo>
                    <a:pt x="243394" y="332030"/>
                  </a:lnTo>
                  <a:lnTo>
                    <a:pt x="239065" y="335793"/>
                  </a:lnTo>
                  <a:lnTo>
                    <a:pt x="235652" y="338813"/>
                  </a:lnTo>
                  <a:lnTo>
                    <a:pt x="235652" y="339389"/>
                  </a:lnTo>
                  <a:lnTo>
                    <a:pt x="235653" y="342010"/>
                  </a:lnTo>
                  <a:lnTo>
                    <a:pt x="239152" y="345209"/>
                  </a:lnTo>
                  <a:lnTo>
                    <a:pt x="237552" y="349637"/>
                  </a:lnTo>
                  <a:lnTo>
                    <a:pt x="236377" y="353402"/>
                  </a:lnTo>
                  <a:lnTo>
                    <a:pt x="234022" y="355755"/>
                  </a:lnTo>
                  <a:lnTo>
                    <a:pt x="235670" y="361103"/>
                  </a:lnTo>
                  <a:lnTo>
                    <a:pt x="234884" y="366858"/>
                  </a:lnTo>
                  <a:lnTo>
                    <a:pt x="233990" y="369013"/>
                  </a:lnTo>
                  <a:lnTo>
                    <a:pt x="233610" y="369928"/>
                  </a:lnTo>
                  <a:lnTo>
                    <a:pt x="236672" y="374077"/>
                  </a:lnTo>
                  <a:lnTo>
                    <a:pt x="235302" y="378849"/>
                  </a:lnTo>
                  <a:lnTo>
                    <a:pt x="231232" y="383108"/>
                  </a:lnTo>
                  <a:lnTo>
                    <a:pt x="229947" y="386750"/>
                  </a:lnTo>
                  <a:lnTo>
                    <a:pt x="232511" y="392767"/>
                  </a:lnTo>
                  <a:lnTo>
                    <a:pt x="232586" y="392944"/>
                  </a:lnTo>
                  <a:lnTo>
                    <a:pt x="236776" y="395907"/>
                  </a:lnTo>
                  <a:lnTo>
                    <a:pt x="237413" y="397810"/>
                  </a:lnTo>
                  <a:lnTo>
                    <a:pt x="237834" y="399066"/>
                  </a:lnTo>
                  <a:lnTo>
                    <a:pt x="232105" y="401576"/>
                  </a:lnTo>
                  <a:lnTo>
                    <a:pt x="224428" y="403825"/>
                  </a:lnTo>
                  <a:lnTo>
                    <a:pt x="220094" y="408289"/>
                  </a:lnTo>
                  <a:lnTo>
                    <a:pt x="216300" y="407495"/>
                  </a:lnTo>
                  <a:lnTo>
                    <a:pt x="216139" y="407461"/>
                  </a:lnTo>
                  <a:lnTo>
                    <a:pt x="213386" y="409576"/>
                  </a:lnTo>
                  <a:lnTo>
                    <a:pt x="212681" y="414592"/>
                  </a:lnTo>
                  <a:lnTo>
                    <a:pt x="211430" y="418691"/>
                  </a:lnTo>
                  <a:lnTo>
                    <a:pt x="214854" y="423929"/>
                  </a:lnTo>
                  <a:lnTo>
                    <a:pt x="218533" y="429086"/>
                  </a:lnTo>
                  <a:lnTo>
                    <a:pt x="217805" y="433327"/>
                  </a:lnTo>
                  <a:lnTo>
                    <a:pt x="216122" y="436012"/>
                  </a:lnTo>
                  <a:lnTo>
                    <a:pt x="215638" y="436091"/>
                  </a:lnTo>
                  <a:lnTo>
                    <a:pt x="215218" y="436159"/>
                  </a:lnTo>
                  <a:lnTo>
                    <a:pt x="212629" y="436579"/>
                  </a:lnTo>
                  <a:lnTo>
                    <a:pt x="210596" y="435502"/>
                  </a:lnTo>
                  <a:lnTo>
                    <a:pt x="207124" y="433661"/>
                  </a:lnTo>
                  <a:lnTo>
                    <a:pt x="201626" y="432121"/>
                  </a:lnTo>
                  <a:lnTo>
                    <a:pt x="197760" y="431553"/>
                  </a:lnTo>
                  <a:lnTo>
                    <a:pt x="192171" y="428938"/>
                  </a:lnTo>
                  <a:lnTo>
                    <a:pt x="186019" y="427353"/>
                  </a:lnTo>
                  <a:lnTo>
                    <a:pt x="185653" y="427309"/>
                  </a:lnTo>
                  <a:lnTo>
                    <a:pt x="181426" y="428121"/>
                  </a:lnTo>
                  <a:lnTo>
                    <a:pt x="178168" y="431423"/>
                  </a:lnTo>
                  <a:lnTo>
                    <a:pt x="176037" y="435556"/>
                  </a:lnTo>
                  <a:lnTo>
                    <a:pt x="172311" y="441421"/>
                  </a:lnTo>
                  <a:lnTo>
                    <a:pt x="172424" y="441576"/>
                  </a:lnTo>
                  <a:lnTo>
                    <a:pt x="175329" y="445565"/>
                  </a:lnTo>
                  <a:lnTo>
                    <a:pt x="175418" y="448442"/>
                  </a:lnTo>
                  <a:lnTo>
                    <a:pt x="171409" y="448343"/>
                  </a:lnTo>
                  <a:lnTo>
                    <a:pt x="167202" y="446815"/>
                  </a:lnTo>
                  <a:lnTo>
                    <a:pt x="163875" y="446160"/>
                  </a:lnTo>
                  <a:lnTo>
                    <a:pt x="160497" y="445493"/>
                  </a:lnTo>
                  <a:lnTo>
                    <a:pt x="158365" y="440880"/>
                  </a:lnTo>
                  <a:lnTo>
                    <a:pt x="153024" y="434725"/>
                  </a:lnTo>
                  <a:lnTo>
                    <a:pt x="151506" y="429663"/>
                  </a:lnTo>
                  <a:lnTo>
                    <a:pt x="150655" y="429160"/>
                  </a:lnTo>
                  <a:lnTo>
                    <a:pt x="148305" y="427768"/>
                  </a:lnTo>
                  <a:lnTo>
                    <a:pt x="149287" y="424191"/>
                  </a:lnTo>
                  <a:lnTo>
                    <a:pt x="150504" y="423255"/>
                  </a:lnTo>
                  <a:lnTo>
                    <a:pt x="153219" y="421166"/>
                  </a:lnTo>
                  <a:lnTo>
                    <a:pt x="152880" y="417076"/>
                  </a:lnTo>
                  <a:lnTo>
                    <a:pt x="149478" y="412755"/>
                  </a:lnTo>
                  <a:lnTo>
                    <a:pt x="146295" y="408057"/>
                  </a:lnTo>
                  <a:lnTo>
                    <a:pt x="146691" y="405664"/>
                  </a:lnTo>
                  <a:lnTo>
                    <a:pt x="146842" y="404751"/>
                  </a:lnTo>
                  <a:lnTo>
                    <a:pt x="146980" y="403918"/>
                  </a:lnTo>
                  <a:lnTo>
                    <a:pt x="145775" y="400451"/>
                  </a:lnTo>
                  <a:lnTo>
                    <a:pt x="144143" y="394904"/>
                  </a:lnTo>
                  <a:lnTo>
                    <a:pt x="139540" y="393298"/>
                  </a:lnTo>
                  <a:lnTo>
                    <a:pt x="134396" y="391050"/>
                  </a:lnTo>
                  <a:lnTo>
                    <a:pt x="132850" y="388267"/>
                  </a:lnTo>
                  <a:lnTo>
                    <a:pt x="132101" y="386918"/>
                  </a:lnTo>
                  <a:lnTo>
                    <a:pt x="126372" y="384345"/>
                  </a:lnTo>
                  <a:lnTo>
                    <a:pt x="121606" y="380993"/>
                  </a:lnTo>
                  <a:lnTo>
                    <a:pt x="117388" y="384189"/>
                  </a:lnTo>
                  <a:lnTo>
                    <a:pt x="116682" y="383516"/>
                  </a:lnTo>
                  <a:lnTo>
                    <a:pt x="113756" y="380721"/>
                  </a:lnTo>
                  <a:lnTo>
                    <a:pt x="114540" y="376808"/>
                  </a:lnTo>
                  <a:lnTo>
                    <a:pt x="111164" y="376932"/>
                  </a:lnTo>
                  <a:lnTo>
                    <a:pt x="106219" y="373883"/>
                  </a:lnTo>
                  <a:lnTo>
                    <a:pt x="103092" y="371428"/>
                  </a:lnTo>
                  <a:lnTo>
                    <a:pt x="97900" y="369083"/>
                  </a:lnTo>
                  <a:lnTo>
                    <a:pt x="96913" y="368636"/>
                  </a:lnTo>
                  <a:lnTo>
                    <a:pt x="94494" y="366232"/>
                  </a:lnTo>
                  <a:lnTo>
                    <a:pt x="89680" y="362466"/>
                  </a:lnTo>
                  <a:lnTo>
                    <a:pt x="86612" y="358417"/>
                  </a:lnTo>
                  <a:lnTo>
                    <a:pt x="85324" y="351567"/>
                  </a:lnTo>
                  <a:lnTo>
                    <a:pt x="86273" y="347091"/>
                  </a:lnTo>
                  <a:lnTo>
                    <a:pt x="86782" y="346268"/>
                  </a:lnTo>
                  <a:lnTo>
                    <a:pt x="89534" y="341813"/>
                  </a:lnTo>
                  <a:lnTo>
                    <a:pt x="90118" y="337109"/>
                  </a:lnTo>
                  <a:lnTo>
                    <a:pt x="90558" y="335269"/>
                  </a:lnTo>
                  <a:lnTo>
                    <a:pt x="90808" y="334225"/>
                  </a:lnTo>
                  <a:lnTo>
                    <a:pt x="91082" y="333076"/>
                  </a:lnTo>
                  <a:lnTo>
                    <a:pt x="94490" y="327296"/>
                  </a:lnTo>
                  <a:lnTo>
                    <a:pt x="94257" y="323422"/>
                  </a:lnTo>
                  <a:lnTo>
                    <a:pt x="93154" y="321336"/>
                  </a:lnTo>
                  <a:lnTo>
                    <a:pt x="91903" y="318385"/>
                  </a:lnTo>
                  <a:lnTo>
                    <a:pt x="94182" y="314363"/>
                  </a:lnTo>
                  <a:lnTo>
                    <a:pt x="96899" y="311374"/>
                  </a:lnTo>
                  <a:lnTo>
                    <a:pt x="96781" y="307880"/>
                  </a:lnTo>
                  <a:lnTo>
                    <a:pt x="91604" y="305199"/>
                  </a:lnTo>
                  <a:lnTo>
                    <a:pt x="89005" y="303849"/>
                  </a:lnTo>
                  <a:lnTo>
                    <a:pt x="86081" y="303513"/>
                  </a:lnTo>
                  <a:lnTo>
                    <a:pt x="84672" y="303351"/>
                  </a:lnTo>
                  <a:lnTo>
                    <a:pt x="78356" y="301139"/>
                  </a:lnTo>
                  <a:lnTo>
                    <a:pt x="74940" y="301426"/>
                  </a:lnTo>
                  <a:lnTo>
                    <a:pt x="73898" y="301513"/>
                  </a:lnTo>
                  <a:lnTo>
                    <a:pt x="72345" y="305828"/>
                  </a:lnTo>
                  <a:lnTo>
                    <a:pt x="69250" y="309372"/>
                  </a:lnTo>
                  <a:lnTo>
                    <a:pt x="66761" y="309312"/>
                  </a:lnTo>
                  <a:lnTo>
                    <a:pt x="62551" y="306151"/>
                  </a:lnTo>
                  <a:lnTo>
                    <a:pt x="62162" y="305034"/>
                  </a:lnTo>
                  <a:lnTo>
                    <a:pt x="60829" y="301211"/>
                  </a:lnTo>
                  <a:lnTo>
                    <a:pt x="57942" y="295914"/>
                  </a:lnTo>
                  <a:lnTo>
                    <a:pt x="59555" y="291983"/>
                  </a:lnTo>
                  <a:lnTo>
                    <a:pt x="57477" y="288172"/>
                  </a:lnTo>
                  <a:lnTo>
                    <a:pt x="55912" y="282455"/>
                  </a:lnTo>
                  <a:lnTo>
                    <a:pt x="55233" y="279974"/>
                  </a:lnTo>
                  <a:lnTo>
                    <a:pt x="47754" y="274008"/>
                  </a:lnTo>
                  <a:lnTo>
                    <a:pt x="41418" y="269958"/>
                  </a:lnTo>
                  <a:lnTo>
                    <a:pt x="41277" y="269867"/>
                  </a:lnTo>
                  <a:lnTo>
                    <a:pt x="34696" y="266755"/>
                  </a:lnTo>
                  <a:lnTo>
                    <a:pt x="32722" y="263253"/>
                  </a:lnTo>
                  <a:lnTo>
                    <a:pt x="30156" y="259988"/>
                  </a:lnTo>
                  <a:lnTo>
                    <a:pt x="27159" y="259739"/>
                  </a:lnTo>
                  <a:lnTo>
                    <a:pt x="25196" y="256236"/>
                  </a:lnTo>
                  <a:lnTo>
                    <a:pt x="24616" y="255795"/>
                  </a:lnTo>
                  <a:lnTo>
                    <a:pt x="18366" y="251031"/>
                  </a:lnTo>
                  <a:lnTo>
                    <a:pt x="16391" y="249594"/>
                  </a:lnTo>
                  <a:lnTo>
                    <a:pt x="12261" y="246587"/>
                  </a:lnTo>
                  <a:lnTo>
                    <a:pt x="12218" y="244204"/>
                  </a:lnTo>
                  <a:lnTo>
                    <a:pt x="12175" y="241891"/>
                  </a:lnTo>
                  <a:lnTo>
                    <a:pt x="9694" y="239451"/>
                  </a:lnTo>
                  <a:lnTo>
                    <a:pt x="7171" y="237754"/>
                  </a:lnTo>
                  <a:lnTo>
                    <a:pt x="7114" y="232758"/>
                  </a:lnTo>
                  <a:lnTo>
                    <a:pt x="6313" y="229731"/>
                  </a:lnTo>
                  <a:lnTo>
                    <a:pt x="2879" y="224226"/>
                  </a:lnTo>
                  <a:lnTo>
                    <a:pt x="1590" y="219622"/>
                  </a:lnTo>
                  <a:lnTo>
                    <a:pt x="0" y="21237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5156839" y="3295948"/>
              <a:ext cx="252892" cy="437820"/>
            </a:xfrm>
            <a:custGeom>
              <a:avLst/>
              <a:pathLst>
                <a:path w="252892" h="437820">
                  <a:moveTo>
                    <a:pt x="13309" y="430347"/>
                  </a:moveTo>
                  <a:lnTo>
                    <a:pt x="14438" y="427624"/>
                  </a:lnTo>
                  <a:lnTo>
                    <a:pt x="15431" y="420356"/>
                  </a:lnTo>
                  <a:lnTo>
                    <a:pt x="13349" y="413600"/>
                  </a:lnTo>
                  <a:lnTo>
                    <a:pt x="16325" y="410628"/>
                  </a:lnTo>
                  <a:lnTo>
                    <a:pt x="17808" y="405873"/>
                  </a:lnTo>
                  <a:lnTo>
                    <a:pt x="19830" y="400280"/>
                  </a:lnTo>
                  <a:lnTo>
                    <a:pt x="15410" y="396240"/>
                  </a:lnTo>
                  <a:lnTo>
                    <a:pt x="15409" y="392928"/>
                  </a:lnTo>
                  <a:lnTo>
                    <a:pt x="15409" y="392201"/>
                  </a:lnTo>
                  <a:lnTo>
                    <a:pt x="19720" y="388386"/>
                  </a:lnTo>
                  <a:lnTo>
                    <a:pt x="25187" y="383634"/>
                  </a:lnTo>
                  <a:lnTo>
                    <a:pt x="28376" y="376666"/>
                  </a:lnTo>
                  <a:lnTo>
                    <a:pt x="29969" y="371525"/>
                  </a:lnTo>
                  <a:lnTo>
                    <a:pt x="30523" y="369734"/>
                  </a:lnTo>
                  <a:lnTo>
                    <a:pt x="32014" y="364985"/>
                  </a:lnTo>
                  <a:lnTo>
                    <a:pt x="36241" y="361080"/>
                  </a:lnTo>
                  <a:lnTo>
                    <a:pt x="35319" y="358236"/>
                  </a:lnTo>
                  <a:lnTo>
                    <a:pt x="35926" y="355535"/>
                  </a:lnTo>
                  <a:lnTo>
                    <a:pt x="36445" y="353221"/>
                  </a:lnTo>
                  <a:lnTo>
                    <a:pt x="37101" y="347912"/>
                  </a:lnTo>
                  <a:lnTo>
                    <a:pt x="42370" y="343221"/>
                  </a:lnTo>
                  <a:lnTo>
                    <a:pt x="44854" y="334648"/>
                  </a:lnTo>
                  <a:lnTo>
                    <a:pt x="42107" y="328031"/>
                  </a:lnTo>
                  <a:lnTo>
                    <a:pt x="40683" y="325597"/>
                  </a:lnTo>
                  <a:lnTo>
                    <a:pt x="39414" y="323426"/>
                  </a:lnTo>
                  <a:lnTo>
                    <a:pt x="40429" y="320171"/>
                  </a:lnTo>
                  <a:lnTo>
                    <a:pt x="40487" y="319984"/>
                  </a:lnTo>
                  <a:lnTo>
                    <a:pt x="39427" y="313576"/>
                  </a:lnTo>
                  <a:lnTo>
                    <a:pt x="35159" y="311188"/>
                  </a:lnTo>
                  <a:lnTo>
                    <a:pt x="34872" y="305538"/>
                  </a:lnTo>
                  <a:lnTo>
                    <a:pt x="30154" y="301699"/>
                  </a:lnTo>
                  <a:lnTo>
                    <a:pt x="28354" y="296244"/>
                  </a:lnTo>
                  <a:lnTo>
                    <a:pt x="28068" y="295376"/>
                  </a:lnTo>
                  <a:lnTo>
                    <a:pt x="32336" y="290192"/>
                  </a:lnTo>
                  <a:lnTo>
                    <a:pt x="30547" y="286748"/>
                  </a:lnTo>
                  <a:lnTo>
                    <a:pt x="30280" y="285569"/>
                  </a:lnTo>
                  <a:lnTo>
                    <a:pt x="29080" y="280277"/>
                  </a:lnTo>
                  <a:lnTo>
                    <a:pt x="30390" y="277273"/>
                  </a:lnTo>
                  <a:lnTo>
                    <a:pt x="33881" y="275972"/>
                  </a:lnTo>
                  <a:lnTo>
                    <a:pt x="32138" y="263812"/>
                  </a:lnTo>
                  <a:lnTo>
                    <a:pt x="32024" y="263038"/>
                  </a:lnTo>
                  <a:lnTo>
                    <a:pt x="30095" y="250015"/>
                  </a:lnTo>
                  <a:lnTo>
                    <a:pt x="29241" y="244257"/>
                  </a:lnTo>
                  <a:lnTo>
                    <a:pt x="26111" y="222419"/>
                  </a:lnTo>
                  <a:lnTo>
                    <a:pt x="24262" y="209546"/>
                  </a:lnTo>
                  <a:lnTo>
                    <a:pt x="23611" y="204815"/>
                  </a:lnTo>
                  <a:lnTo>
                    <a:pt x="22381" y="195872"/>
                  </a:lnTo>
                  <a:lnTo>
                    <a:pt x="20964" y="185587"/>
                  </a:lnTo>
                  <a:lnTo>
                    <a:pt x="17896" y="162907"/>
                  </a:lnTo>
                  <a:lnTo>
                    <a:pt x="17701" y="161469"/>
                  </a:lnTo>
                  <a:lnTo>
                    <a:pt x="17101" y="157039"/>
                  </a:lnTo>
                  <a:lnTo>
                    <a:pt x="14166" y="136868"/>
                  </a:lnTo>
                  <a:lnTo>
                    <a:pt x="11849" y="120980"/>
                  </a:lnTo>
                  <a:lnTo>
                    <a:pt x="10130" y="109497"/>
                  </a:lnTo>
                  <a:lnTo>
                    <a:pt x="9912" y="108046"/>
                  </a:lnTo>
                  <a:lnTo>
                    <a:pt x="7824" y="93907"/>
                  </a:lnTo>
                  <a:lnTo>
                    <a:pt x="5867" y="80685"/>
                  </a:lnTo>
                  <a:lnTo>
                    <a:pt x="3426" y="63440"/>
                  </a:lnTo>
                  <a:lnTo>
                    <a:pt x="2581" y="57483"/>
                  </a:lnTo>
                  <a:lnTo>
                    <a:pt x="0" y="39593"/>
                  </a:lnTo>
                  <a:lnTo>
                    <a:pt x="4490" y="42536"/>
                  </a:lnTo>
                  <a:lnTo>
                    <a:pt x="8344" y="40368"/>
                  </a:lnTo>
                  <a:lnTo>
                    <a:pt x="12969" y="45656"/>
                  </a:lnTo>
                  <a:lnTo>
                    <a:pt x="20837" y="45369"/>
                  </a:lnTo>
                  <a:lnTo>
                    <a:pt x="23588" y="44060"/>
                  </a:lnTo>
                  <a:lnTo>
                    <a:pt x="30470" y="40778"/>
                  </a:lnTo>
                  <a:lnTo>
                    <a:pt x="37373" y="37181"/>
                  </a:lnTo>
                  <a:lnTo>
                    <a:pt x="43781" y="31863"/>
                  </a:lnTo>
                  <a:lnTo>
                    <a:pt x="45379" y="30535"/>
                  </a:lnTo>
                  <a:lnTo>
                    <a:pt x="51110" y="26191"/>
                  </a:lnTo>
                  <a:lnTo>
                    <a:pt x="60393" y="24713"/>
                  </a:lnTo>
                  <a:lnTo>
                    <a:pt x="64815" y="24004"/>
                  </a:lnTo>
                  <a:lnTo>
                    <a:pt x="73399" y="22593"/>
                  </a:lnTo>
                  <a:lnTo>
                    <a:pt x="75062" y="22317"/>
                  </a:lnTo>
                  <a:lnTo>
                    <a:pt x="95471" y="18832"/>
                  </a:lnTo>
                  <a:lnTo>
                    <a:pt x="107578" y="16796"/>
                  </a:lnTo>
                  <a:lnTo>
                    <a:pt x="127650" y="13365"/>
                  </a:lnTo>
                  <a:lnTo>
                    <a:pt x="137374" y="11628"/>
                  </a:lnTo>
                  <a:lnTo>
                    <a:pt x="164521" y="6694"/>
                  </a:lnTo>
                  <a:lnTo>
                    <a:pt x="168901" y="5886"/>
                  </a:lnTo>
                  <a:lnTo>
                    <a:pt x="171562" y="5395"/>
                  </a:lnTo>
                  <a:lnTo>
                    <a:pt x="198977" y="268"/>
                  </a:lnTo>
                  <a:lnTo>
                    <a:pt x="200396" y="0"/>
                  </a:lnTo>
                  <a:lnTo>
                    <a:pt x="201540" y="6397"/>
                  </a:lnTo>
                  <a:lnTo>
                    <a:pt x="204617" y="22929"/>
                  </a:lnTo>
                  <a:lnTo>
                    <a:pt x="206544" y="33299"/>
                  </a:lnTo>
                  <a:lnTo>
                    <a:pt x="206873" y="35068"/>
                  </a:lnTo>
                  <a:lnTo>
                    <a:pt x="209374" y="48759"/>
                  </a:lnTo>
                  <a:lnTo>
                    <a:pt x="209708" y="50590"/>
                  </a:lnTo>
                  <a:lnTo>
                    <a:pt x="212091" y="63663"/>
                  </a:lnTo>
                  <a:lnTo>
                    <a:pt x="214484" y="76825"/>
                  </a:lnTo>
                  <a:lnTo>
                    <a:pt x="215692" y="83484"/>
                  </a:lnTo>
                  <a:lnTo>
                    <a:pt x="219204" y="102865"/>
                  </a:lnTo>
                  <a:lnTo>
                    <a:pt x="221958" y="118419"/>
                  </a:lnTo>
                  <a:lnTo>
                    <a:pt x="223200" y="125442"/>
                  </a:lnTo>
                  <a:lnTo>
                    <a:pt x="225727" y="140328"/>
                  </a:lnTo>
                  <a:lnTo>
                    <a:pt x="226423" y="144594"/>
                  </a:lnTo>
                  <a:lnTo>
                    <a:pt x="228539" y="157585"/>
                  </a:lnTo>
                  <a:lnTo>
                    <a:pt x="229726" y="164880"/>
                  </a:lnTo>
                  <a:lnTo>
                    <a:pt x="231418" y="175088"/>
                  </a:lnTo>
                  <a:lnTo>
                    <a:pt x="232877" y="183897"/>
                  </a:lnTo>
                  <a:lnTo>
                    <a:pt x="236018" y="202919"/>
                  </a:lnTo>
                  <a:lnTo>
                    <a:pt x="238684" y="218782"/>
                  </a:lnTo>
                  <a:lnTo>
                    <a:pt x="239450" y="223351"/>
                  </a:lnTo>
                  <a:lnTo>
                    <a:pt x="241629" y="236356"/>
                  </a:lnTo>
                  <a:lnTo>
                    <a:pt x="243032" y="245013"/>
                  </a:lnTo>
                  <a:lnTo>
                    <a:pt x="244292" y="252802"/>
                  </a:lnTo>
                  <a:lnTo>
                    <a:pt x="246412" y="264943"/>
                  </a:lnTo>
                  <a:lnTo>
                    <a:pt x="243772" y="268248"/>
                  </a:lnTo>
                  <a:lnTo>
                    <a:pt x="241413" y="271334"/>
                  </a:lnTo>
                  <a:lnTo>
                    <a:pt x="243287" y="273164"/>
                  </a:lnTo>
                  <a:lnTo>
                    <a:pt x="245976" y="275788"/>
                  </a:lnTo>
                  <a:lnTo>
                    <a:pt x="247956" y="279484"/>
                  </a:lnTo>
                  <a:lnTo>
                    <a:pt x="245190" y="284227"/>
                  </a:lnTo>
                  <a:lnTo>
                    <a:pt x="246339" y="284690"/>
                  </a:lnTo>
                  <a:lnTo>
                    <a:pt x="249234" y="285856"/>
                  </a:lnTo>
                  <a:lnTo>
                    <a:pt x="252892" y="286724"/>
                  </a:lnTo>
                  <a:lnTo>
                    <a:pt x="252343" y="289193"/>
                  </a:lnTo>
                  <a:lnTo>
                    <a:pt x="252140" y="290106"/>
                  </a:lnTo>
                  <a:lnTo>
                    <a:pt x="252518" y="296690"/>
                  </a:lnTo>
                  <a:lnTo>
                    <a:pt x="249048" y="296908"/>
                  </a:lnTo>
                  <a:lnTo>
                    <a:pt x="241101" y="299629"/>
                  </a:lnTo>
                  <a:lnTo>
                    <a:pt x="236915" y="302404"/>
                  </a:lnTo>
                  <a:lnTo>
                    <a:pt x="233272" y="304814"/>
                  </a:lnTo>
                  <a:lnTo>
                    <a:pt x="228261" y="310472"/>
                  </a:lnTo>
                  <a:lnTo>
                    <a:pt x="225265" y="311819"/>
                  </a:lnTo>
                  <a:lnTo>
                    <a:pt x="223979" y="311040"/>
                  </a:lnTo>
                  <a:lnTo>
                    <a:pt x="220702" y="309056"/>
                  </a:lnTo>
                  <a:lnTo>
                    <a:pt x="217543" y="307705"/>
                  </a:lnTo>
                  <a:lnTo>
                    <a:pt x="213226" y="309133"/>
                  </a:lnTo>
                  <a:lnTo>
                    <a:pt x="212598" y="309340"/>
                  </a:lnTo>
                  <a:lnTo>
                    <a:pt x="207958" y="309955"/>
                  </a:lnTo>
                  <a:lnTo>
                    <a:pt x="204589" y="312878"/>
                  </a:lnTo>
                  <a:lnTo>
                    <a:pt x="206269" y="318134"/>
                  </a:lnTo>
                  <a:lnTo>
                    <a:pt x="207480" y="324189"/>
                  </a:lnTo>
                  <a:lnTo>
                    <a:pt x="208048" y="325322"/>
                  </a:lnTo>
                  <a:lnTo>
                    <a:pt x="209937" y="329090"/>
                  </a:lnTo>
                  <a:lnTo>
                    <a:pt x="208947" y="331571"/>
                  </a:lnTo>
                  <a:lnTo>
                    <a:pt x="206075" y="334119"/>
                  </a:lnTo>
                  <a:lnTo>
                    <a:pt x="204762" y="338032"/>
                  </a:lnTo>
                  <a:lnTo>
                    <a:pt x="198145" y="341021"/>
                  </a:lnTo>
                  <a:lnTo>
                    <a:pt x="196058" y="344818"/>
                  </a:lnTo>
                  <a:lnTo>
                    <a:pt x="195691" y="348855"/>
                  </a:lnTo>
                  <a:lnTo>
                    <a:pt x="195354" y="352558"/>
                  </a:lnTo>
                  <a:lnTo>
                    <a:pt x="193214" y="357803"/>
                  </a:lnTo>
                  <a:lnTo>
                    <a:pt x="188407" y="361472"/>
                  </a:lnTo>
                  <a:lnTo>
                    <a:pt x="184850" y="361054"/>
                  </a:lnTo>
                  <a:lnTo>
                    <a:pt x="183080" y="360845"/>
                  </a:lnTo>
                  <a:lnTo>
                    <a:pt x="181940" y="365475"/>
                  </a:lnTo>
                  <a:lnTo>
                    <a:pt x="178459" y="371337"/>
                  </a:lnTo>
                  <a:lnTo>
                    <a:pt x="178506" y="372206"/>
                  </a:lnTo>
                  <a:lnTo>
                    <a:pt x="178880" y="379206"/>
                  </a:lnTo>
                  <a:lnTo>
                    <a:pt x="178843" y="387665"/>
                  </a:lnTo>
                  <a:lnTo>
                    <a:pt x="176764" y="389429"/>
                  </a:lnTo>
                  <a:lnTo>
                    <a:pt x="175042" y="390890"/>
                  </a:lnTo>
                  <a:lnTo>
                    <a:pt x="173566" y="392407"/>
                  </a:lnTo>
                  <a:lnTo>
                    <a:pt x="171072" y="394968"/>
                  </a:lnTo>
                  <a:lnTo>
                    <a:pt x="165579" y="391946"/>
                  </a:lnTo>
                  <a:lnTo>
                    <a:pt x="156707" y="392111"/>
                  </a:lnTo>
                  <a:lnTo>
                    <a:pt x="149862" y="385401"/>
                  </a:lnTo>
                  <a:lnTo>
                    <a:pt x="145770" y="381069"/>
                  </a:lnTo>
                  <a:lnTo>
                    <a:pt x="140962" y="384201"/>
                  </a:lnTo>
                  <a:lnTo>
                    <a:pt x="137877" y="388591"/>
                  </a:lnTo>
                  <a:lnTo>
                    <a:pt x="135532" y="393130"/>
                  </a:lnTo>
                  <a:lnTo>
                    <a:pt x="134305" y="393593"/>
                  </a:lnTo>
                  <a:lnTo>
                    <a:pt x="131739" y="394561"/>
                  </a:lnTo>
                  <a:lnTo>
                    <a:pt x="132542" y="401609"/>
                  </a:lnTo>
                  <a:lnTo>
                    <a:pt x="134776" y="407936"/>
                  </a:lnTo>
                  <a:lnTo>
                    <a:pt x="127611" y="408709"/>
                  </a:lnTo>
                  <a:lnTo>
                    <a:pt x="127216" y="414292"/>
                  </a:lnTo>
                  <a:lnTo>
                    <a:pt x="124559" y="413489"/>
                  </a:lnTo>
                  <a:lnTo>
                    <a:pt x="123575" y="413191"/>
                  </a:lnTo>
                  <a:lnTo>
                    <a:pt x="118207" y="411675"/>
                  </a:lnTo>
                  <a:lnTo>
                    <a:pt x="112717" y="406019"/>
                  </a:lnTo>
                  <a:lnTo>
                    <a:pt x="109685" y="402346"/>
                  </a:lnTo>
                  <a:lnTo>
                    <a:pt x="109492" y="402488"/>
                  </a:lnTo>
                  <a:lnTo>
                    <a:pt x="104977" y="405797"/>
                  </a:lnTo>
                  <a:lnTo>
                    <a:pt x="101431" y="410025"/>
                  </a:lnTo>
                  <a:lnTo>
                    <a:pt x="97638" y="411572"/>
                  </a:lnTo>
                  <a:lnTo>
                    <a:pt x="95166" y="412579"/>
                  </a:lnTo>
                  <a:lnTo>
                    <a:pt x="93244" y="417446"/>
                  </a:lnTo>
                  <a:lnTo>
                    <a:pt x="92774" y="422388"/>
                  </a:lnTo>
                  <a:lnTo>
                    <a:pt x="89880" y="428959"/>
                  </a:lnTo>
                  <a:lnTo>
                    <a:pt x="86794" y="425388"/>
                  </a:lnTo>
                  <a:lnTo>
                    <a:pt x="82950" y="422497"/>
                  </a:lnTo>
                  <a:lnTo>
                    <a:pt x="76658" y="420818"/>
                  </a:lnTo>
                  <a:lnTo>
                    <a:pt x="75351" y="420192"/>
                  </a:lnTo>
                  <a:lnTo>
                    <a:pt x="72443" y="418799"/>
                  </a:lnTo>
                  <a:lnTo>
                    <a:pt x="70051" y="417651"/>
                  </a:lnTo>
                  <a:lnTo>
                    <a:pt x="62702" y="415043"/>
                  </a:lnTo>
                  <a:lnTo>
                    <a:pt x="60488" y="416495"/>
                  </a:lnTo>
                  <a:lnTo>
                    <a:pt x="57718" y="418309"/>
                  </a:lnTo>
                  <a:lnTo>
                    <a:pt x="52535" y="418561"/>
                  </a:lnTo>
                  <a:lnTo>
                    <a:pt x="48405" y="421902"/>
                  </a:lnTo>
                  <a:lnTo>
                    <a:pt x="47690" y="426798"/>
                  </a:lnTo>
                  <a:lnTo>
                    <a:pt x="43239" y="427055"/>
                  </a:lnTo>
                  <a:lnTo>
                    <a:pt x="40380" y="424710"/>
                  </a:lnTo>
                  <a:lnTo>
                    <a:pt x="39430" y="423930"/>
                  </a:lnTo>
                  <a:lnTo>
                    <a:pt x="33015" y="426603"/>
                  </a:lnTo>
                  <a:lnTo>
                    <a:pt x="27304" y="422766"/>
                  </a:lnTo>
                  <a:lnTo>
                    <a:pt x="23607" y="424646"/>
                  </a:lnTo>
                  <a:lnTo>
                    <a:pt x="23432" y="425518"/>
                  </a:lnTo>
                  <a:lnTo>
                    <a:pt x="22822" y="428562"/>
                  </a:lnTo>
                  <a:lnTo>
                    <a:pt x="26248" y="433461"/>
                  </a:lnTo>
                  <a:lnTo>
                    <a:pt x="24100" y="436639"/>
                  </a:lnTo>
                  <a:lnTo>
                    <a:pt x="21491" y="437820"/>
                  </a:lnTo>
                  <a:lnTo>
                    <a:pt x="16697" y="436743"/>
                  </a:lnTo>
                  <a:lnTo>
                    <a:pt x="12829" y="43150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3866297" y="3618661"/>
              <a:ext cx="543644" cy="283377"/>
            </a:xfrm>
            <a:custGeom>
              <a:avLst/>
              <a:pathLst>
                <a:path w="543644" h="283377">
                  <a:moveTo>
                    <a:pt x="5673" y="7258"/>
                  </a:moveTo>
                  <a:lnTo>
                    <a:pt x="21076" y="7632"/>
                  </a:lnTo>
                  <a:lnTo>
                    <a:pt x="41413" y="8076"/>
                  </a:lnTo>
                  <a:lnTo>
                    <a:pt x="50621" y="8243"/>
                  </a:lnTo>
                  <a:lnTo>
                    <a:pt x="56724" y="8345"/>
                  </a:lnTo>
                  <a:lnTo>
                    <a:pt x="58832" y="8379"/>
                  </a:lnTo>
                  <a:lnTo>
                    <a:pt x="75227" y="8635"/>
                  </a:lnTo>
                  <a:lnTo>
                    <a:pt x="96382" y="8868"/>
                  </a:lnTo>
                  <a:lnTo>
                    <a:pt x="97785" y="8884"/>
                  </a:lnTo>
                  <a:lnTo>
                    <a:pt x="116156" y="9066"/>
                  </a:lnTo>
                  <a:lnTo>
                    <a:pt x="136045" y="9162"/>
                  </a:lnTo>
                  <a:lnTo>
                    <a:pt x="137153" y="9166"/>
                  </a:lnTo>
                  <a:lnTo>
                    <a:pt x="162724" y="9179"/>
                  </a:lnTo>
                  <a:lnTo>
                    <a:pt x="175717" y="9102"/>
                  </a:lnTo>
                  <a:lnTo>
                    <a:pt x="175922" y="9100"/>
                  </a:lnTo>
                  <a:lnTo>
                    <a:pt x="184591" y="9032"/>
                  </a:lnTo>
                  <a:lnTo>
                    <a:pt x="207232" y="8844"/>
                  </a:lnTo>
                  <a:lnTo>
                    <a:pt x="213795" y="8773"/>
                  </a:lnTo>
                  <a:lnTo>
                    <a:pt x="215098" y="8757"/>
                  </a:lnTo>
                  <a:lnTo>
                    <a:pt x="239000" y="8421"/>
                  </a:lnTo>
                  <a:lnTo>
                    <a:pt x="246901" y="8289"/>
                  </a:lnTo>
                  <a:lnTo>
                    <a:pt x="254570" y="8157"/>
                  </a:lnTo>
                  <a:lnTo>
                    <a:pt x="270736" y="7847"/>
                  </a:lnTo>
                  <a:lnTo>
                    <a:pt x="284625" y="7544"/>
                  </a:lnTo>
                  <a:lnTo>
                    <a:pt x="294741" y="7306"/>
                  </a:lnTo>
                  <a:lnTo>
                    <a:pt x="302480" y="7112"/>
                  </a:lnTo>
                  <a:lnTo>
                    <a:pt x="305591" y="7031"/>
                  </a:lnTo>
                  <a:lnTo>
                    <a:pt x="330933" y="6311"/>
                  </a:lnTo>
                  <a:lnTo>
                    <a:pt x="334203" y="6213"/>
                  </a:lnTo>
                  <a:lnTo>
                    <a:pt x="359452" y="5400"/>
                  </a:lnTo>
                  <a:lnTo>
                    <a:pt x="365955" y="5162"/>
                  </a:lnTo>
                  <a:lnTo>
                    <a:pt x="368942" y="5050"/>
                  </a:lnTo>
                  <a:lnTo>
                    <a:pt x="373713" y="4875"/>
                  </a:lnTo>
                  <a:lnTo>
                    <a:pt x="397256" y="3956"/>
                  </a:lnTo>
                  <a:lnTo>
                    <a:pt x="397693" y="3938"/>
                  </a:lnTo>
                  <a:lnTo>
                    <a:pt x="413432" y="3268"/>
                  </a:lnTo>
                  <a:lnTo>
                    <a:pt x="419376" y="3013"/>
                  </a:lnTo>
                  <a:lnTo>
                    <a:pt x="428505" y="2561"/>
                  </a:lnTo>
                  <a:lnTo>
                    <a:pt x="429445" y="2517"/>
                  </a:lnTo>
                  <a:lnTo>
                    <a:pt x="445040" y="1766"/>
                  </a:lnTo>
                  <a:lnTo>
                    <a:pt x="445288" y="1754"/>
                  </a:lnTo>
                  <a:lnTo>
                    <a:pt x="476440" y="122"/>
                  </a:lnTo>
                  <a:lnTo>
                    <a:pt x="478654" y="0"/>
                  </a:lnTo>
                  <a:lnTo>
                    <a:pt x="484341" y="4825"/>
                  </a:lnTo>
                  <a:lnTo>
                    <a:pt x="490803" y="8880"/>
                  </a:lnTo>
                  <a:lnTo>
                    <a:pt x="495250" y="11705"/>
                  </a:lnTo>
                  <a:lnTo>
                    <a:pt x="499468" y="8186"/>
                  </a:lnTo>
                  <a:lnTo>
                    <a:pt x="501241" y="7969"/>
                  </a:lnTo>
                  <a:lnTo>
                    <a:pt x="504164" y="7611"/>
                  </a:lnTo>
                  <a:lnTo>
                    <a:pt x="505911" y="9721"/>
                  </a:lnTo>
                  <a:lnTo>
                    <a:pt x="509672" y="14056"/>
                  </a:lnTo>
                  <a:lnTo>
                    <a:pt x="509761" y="14584"/>
                  </a:lnTo>
                  <a:lnTo>
                    <a:pt x="510489" y="18911"/>
                  </a:lnTo>
                  <a:lnTo>
                    <a:pt x="511373" y="21006"/>
                  </a:lnTo>
                  <a:lnTo>
                    <a:pt x="508772" y="23503"/>
                  </a:lnTo>
                  <a:lnTo>
                    <a:pt x="503732" y="23893"/>
                  </a:lnTo>
                  <a:lnTo>
                    <a:pt x="503909" y="27249"/>
                  </a:lnTo>
                  <a:lnTo>
                    <a:pt x="499430" y="30589"/>
                  </a:lnTo>
                  <a:lnTo>
                    <a:pt x="499171" y="34200"/>
                  </a:lnTo>
                  <a:lnTo>
                    <a:pt x="499048" y="35907"/>
                  </a:lnTo>
                  <a:lnTo>
                    <a:pt x="497063" y="37707"/>
                  </a:lnTo>
                  <a:lnTo>
                    <a:pt x="494581" y="39945"/>
                  </a:lnTo>
                  <a:lnTo>
                    <a:pt x="496248" y="41741"/>
                  </a:lnTo>
                  <a:lnTo>
                    <a:pt x="499381" y="45114"/>
                  </a:lnTo>
                  <a:lnTo>
                    <a:pt x="504440" y="49744"/>
                  </a:lnTo>
                  <a:lnTo>
                    <a:pt x="505697" y="51397"/>
                  </a:lnTo>
                  <a:lnTo>
                    <a:pt x="507161" y="53321"/>
                  </a:lnTo>
                  <a:lnTo>
                    <a:pt x="511275" y="53736"/>
                  </a:lnTo>
                  <a:lnTo>
                    <a:pt x="510292" y="60097"/>
                  </a:lnTo>
                  <a:lnTo>
                    <a:pt x="514166" y="64425"/>
                  </a:lnTo>
                  <a:lnTo>
                    <a:pt x="516561" y="67217"/>
                  </a:lnTo>
                  <a:lnTo>
                    <a:pt x="518596" y="70362"/>
                  </a:lnTo>
                  <a:lnTo>
                    <a:pt x="519165" y="70762"/>
                  </a:lnTo>
                  <a:lnTo>
                    <a:pt x="522881" y="73373"/>
                  </a:lnTo>
                  <a:lnTo>
                    <a:pt x="527168" y="71808"/>
                  </a:lnTo>
                  <a:lnTo>
                    <a:pt x="531319" y="74079"/>
                  </a:lnTo>
                  <a:lnTo>
                    <a:pt x="532885" y="74078"/>
                  </a:lnTo>
                  <a:lnTo>
                    <a:pt x="533597" y="74077"/>
                  </a:lnTo>
                  <a:lnTo>
                    <a:pt x="532737" y="77942"/>
                  </a:lnTo>
                  <a:lnTo>
                    <a:pt x="532857" y="80102"/>
                  </a:lnTo>
                  <a:lnTo>
                    <a:pt x="533089" y="84275"/>
                  </a:lnTo>
                  <a:lnTo>
                    <a:pt x="533405" y="89962"/>
                  </a:lnTo>
                  <a:lnTo>
                    <a:pt x="534114" y="102249"/>
                  </a:lnTo>
                  <a:lnTo>
                    <a:pt x="534673" y="111972"/>
                  </a:lnTo>
                  <a:lnTo>
                    <a:pt x="534685" y="112209"/>
                  </a:lnTo>
                  <a:lnTo>
                    <a:pt x="535894" y="136001"/>
                  </a:lnTo>
                  <a:lnTo>
                    <a:pt x="536394" y="144108"/>
                  </a:lnTo>
                  <a:lnTo>
                    <a:pt x="537242" y="157881"/>
                  </a:lnTo>
                  <a:lnTo>
                    <a:pt x="538129" y="174102"/>
                  </a:lnTo>
                  <a:lnTo>
                    <a:pt x="538244" y="176201"/>
                  </a:lnTo>
                  <a:lnTo>
                    <a:pt x="538489" y="180696"/>
                  </a:lnTo>
                  <a:lnTo>
                    <a:pt x="539922" y="208589"/>
                  </a:lnTo>
                  <a:lnTo>
                    <a:pt x="539973" y="209419"/>
                  </a:lnTo>
                  <a:lnTo>
                    <a:pt x="540082" y="211201"/>
                  </a:lnTo>
                  <a:lnTo>
                    <a:pt x="541434" y="233334"/>
                  </a:lnTo>
                  <a:lnTo>
                    <a:pt x="541678" y="237597"/>
                  </a:lnTo>
                  <a:lnTo>
                    <a:pt x="541812" y="239946"/>
                  </a:lnTo>
                  <a:lnTo>
                    <a:pt x="542739" y="256201"/>
                  </a:lnTo>
                  <a:lnTo>
                    <a:pt x="543319" y="265630"/>
                  </a:lnTo>
                  <a:lnTo>
                    <a:pt x="543644" y="270909"/>
                  </a:lnTo>
                  <a:lnTo>
                    <a:pt x="536715" y="271360"/>
                  </a:lnTo>
                  <a:lnTo>
                    <a:pt x="516059" y="272561"/>
                  </a:lnTo>
                  <a:lnTo>
                    <a:pt x="515157" y="272616"/>
                  </a:lnTo>
                  <a:lnTo>
                    <a:pt x="510341" y="272904"/>
                  </a:lnTo>
                  <a:lnTo>
                    <a:pt x="492129" y="273959"/>
                  </a:lnTo>
                  <a:lnTo>
                    <a:pt x="485901" y="274305"/>
                  </a:lnTo>
                  <a:lnTo>
                    <a:pt x="477513" y="274761"/>
                  </a:lnTo>
                  <a:lnTo>
                    <a:pt x="473770" y="274961"/>
                  </a:lnTo>
                  <a:lnTo>
                    <a:pt x="458177" y="275768"/>
                  </a:lnTo>
                  <a:lnTo>
                    <a:pt x="447835" y="276281"/>
                  </a:lnTo>
                  <a:lnTo>
                    <a:pt x="445190" y="276411"/>
                  </a:lnTo>
                  <a:lnTo>
                    <a:pt x="442517" y="276541"/>
                  </a:lnTo>
                  <a:lnTo>
                    <a:pt x="426656" y="277289"/>
                  </a:lnTo>
                  <a:lnTo>
                    <a:pt x="405967" y="278226"/>
                  </a:lnTo>
                  <a:lnTo>
                    <a:pt x="404115" y="278300"/>
                  </a:lnTo>
                  <a:lnTo>
                    <a:pt x="387699" y="278929"/>
                  </a:lnTo>
                  <a:lnTo>
                    <a:pt x="362016" y="279870"/>
                  </a:lnTo>
                  <a:lnTo>
                    <a:pt x="358569" y="279990"/>
                  </a:lnTo>
                  <a:lnTo>
                    <a:pt x="341201" y="280568"/>
                  </a:lnTo>
                  <a:lnTo>
                    <a:pt x="335532" y="280743"/>
                  </a:lnTo>
                  <a:lnTo>
                    <a:pt x="313096" y="281388"/>
                  </a:lnTo>
                  <a:lnTo>
                    <a:pt x="310634" y="281457"/>
                  </a:lnTo>
                  <a:lnTo>
                    <a:pt x="292835" y="281932"/>
                  </a:lnTo>
                  <a:lnTo>
                    <a:pt x="287954" y="282051"/>
                  </a:lnTo>
                  <a:lnTo>
                    <a:pt x="270728" y="282439"/>
                  </a:lnTo>
                  <a:lnTo>
                    <a:pt x="270221" y="282450"/>
                  </a:lnTo>
                  <a:lnTo>
                    <a:pt x="256258" y="282656"/>
                  </a:lnTo>
                  <a:lnTo>
                    <a:pt x="238142" y="282877"/>
                  </a:lnTo>
                  <a:lnTo>
                    <a:pt x="222876" y="283068"/>
                  </a:lnTo>
                  <a:lnTo>
                    <a:pt x="213414" y="283168"/>
                  </a:lnTo>
                  <a:lnTo>
                    <a:pt x="193078" y="283331"/>
                  </a:lnTo>
                  <a:lnTo>
                    <a:pt x="189474" y="283344"/>
                  </a:lnTo>
                  <a:lnTo>
                    <a:pt x="183252" y="283362"/>
                  </a:lnTo>
                  <a:lnTo>
                    <a:pt x="174713" y="283377"/>
                  </a:lnTo>
                  <a:lnTo>
                    <a:pt x="149982" y="283297"/>
                  </a:lnTo>
                  <a:lnTo>
                    <a:pt x="149442" y="283298"/>
                  </a:lnTo>
                  <a:lnTo>
                    <a:pt x="143074" y="283307"/>
                  </a:lnTo>
                  <a:lnTo>
                    <a:pt x="109136" y="283246"/>
                  </a:lnTo>
                  <a:lnTo>
                    <a:pt x="103227" y="283255"/>
                  </a:lnTo>
                  <a:lnTo>
                    <a:pt x="86938" y="283252"/>
                  </a:lnTo>
                  <a:lnTo>
                    <a:pt x="80356" y="283216"/>
                  </a:lnTo>
                  <a:lnTo>
                    <a:pt x="71492" y="283156"/>
                  </a:lnTo>
                  <a:lnTo>
                    <a:pt x="60865" y="283068"/>
                  </a:lnTo>
                  <a:lnTo>
                    <a:pt x="40801" y="282884"/>
                  </a:lnTo>
                  <a:lnTo>
                    <a:pt x="35677" y="282821"/>
                  </a:lnTo>
                  <a:lnTo>
                    <a:pt x="10241" y="282442"/>
                  </a:lnTo>
                  <a:lnTo>
                    <a:pt x="1028" y="282277"/>
                  </a:lnTo>
                  <a:lnTo>
                    <a:pt x="0" y="282258"/>
                  </a:lnTo>
                  <a:lnTo>
                    <a:pt x="109" y="278424"/>
                  </a:lnTo>
                  <a:lnTo>
                    <a:pt x="252" y="271900"/>
                  </a:lnTo>
                  <a:lnTo>
                    <a:pt x="567" y="258058"/>
                  </a:lnTo>
                  <a:lnTo>
                    <a:pt x="840" y="246096"/>
                  </a:lnTo>
                  <a:lnTo>
                    <a:pt x="1372" y="222803"/>
                  </a:lnTo>
                  <a:lnTo>
                    <a:pt x="1539" y="215534"/>
                  </a:lnTo>
                  <a:lnTo>
                    <a:pt x="1563" y="214195"/>
                  </a:lnTo>
                  <a:lnTo>
                    <a:pt x="2180" y="179989"/>
                  </a:lnTo>
                  <a:lnTo>
                    <a:pt x="2466" y="166341"/>
                  </a:lnTo>
                  <a:lnTo>
                    <a:pt x="2479" y="165763"/>
                  </a:lnTo>
                  <a:lnTo>
                    <a:pt x="2701" y="155195"/>
                  </a:lnTo>
                  <a:lnTo>
                    <a:pt x="3147" y="134114"/>
                  </a:lnTo>
                  <a:lnTo>
                    <a:pt x="3307" y="126585"/>
                  </a:lnTo>
                  <a:lnTo>
                    <a:pt x="3987" y="94650"/>
                  </a:lnTo>
                  <a:lnTo>
                    <a:pt x="4126" y="86780"/>
                  </a:lnTo>
                  <a:lnTo>
                    <a:pt x="4515" y="64791"/>
                  </a:lnTo>
                  <a:lnTo>
                    <a:pt x="4861" y="47015"/>
                  </a:lnTo>
                  <a:lnTo>
                    <a:pt x="4872" y="46478"/>
                  </a:lnTo>
                  <a:lnTo>
                    <a:pt x="5310" y="2408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5064373" y="3578090"/>
              <a:ext cx="632179" cy="350103"/>
            </a:xfrm>
            <a:custGeom>
              <a:avLst/>
              <a:pathLst>
                <a:path w="632179" h="350103">
                  <a:moveTo>
                    <a:pt x="1893" y="341898"/>
                  </a:moveTo>
                  <a:lnTo>
                    <a:pt x="7638" y="342079"/>
                  </a:lnTo>
                  <a:lnTo>
                    <a:pt x="13880" y="341717"/>
                  </a:lnTo>
                  <a:lnTo>
                    <a:pt x="15655" y="334928"/>
                  </a:lnTo>
                  <a:lnTo>
                    <a:pt x="20083" y="334182"/>
                  </a:lnTo>
                  <a:lnTo>
                    <a:pt x="20312" y="334143"/>
                  </a:lnTo>
                  <a:lnTo>
                    <a:pt x="24862" y="338632"/>
                  </a:lnTo>
                  <a:lnTo>
                    <a:pt x="29440" y="338953"/>
                  </a:lnTo>
                  <a:lnTo>
                    <a:pt x="31159" y="332568"/>
                  </a:lnTo>
                  <a:lnTo>
                    <a:pt x="32862" y="329536"/>
                  </a:lnTo>
                  <a:lnTo>
                    <a:pt x="33598" y="328224"/>
                  </a:lnTo>
                  <a:lnTo>
                    <a:pt x="29698" y="322795"/>
                  </a:lnTo>
                  <a:lnTo>
                    <a:pt x="33125" y="318039"/>
                  </a:lnTo>
                  <a:lnTo>
                    <a:pt x="32820" y="314757"/>
                  </a:lnTo>
                  <a:lnTo>
                    <a:pt x="32791" y="314451"/>
                  </a:lnTo>
                  <a:lnTo>
                    <a:pt x="32749" y="308100"/>
                  </a:lnTo>
                  <a:lnTo>
                    <a:pt x="34515" y="302968"/>
                  </a:lnTo>
                  <a:lnTo>
                    <a:pt x="35322" y="297070"/>
                  </a:lnTo>
                  <a:lnTo>
                    <a:pt x="35521" y="295610"/>
                  </a:lnTo>
                  <a:lnTo>
                    <a:pt x="32271" y="293383"/>
                  </a:lnTo>
                  <a:lnTo>
                    <a:pt x="32151" y="289471"/>
                  </a:lnTo>
                  <a:lnTo>
                    <a:pt x="28200" y="284048"/>
                  </a:lnTo>
                  <a:lnTo>
                    <a:pt x="28046" y="283837"/>
                  </a:lnTo>
                  <a:lnTo>
                    <a:pt x="33113" y="275861"/>
                  </a:lnTo>
                  <a:lnTo>
                    <a:pt x="36010" y="270242"/>
                  </a:lnTo>
                  <a:lnTo>
                    <a:pt x="40440" y="265752"/>
                  </a:lnTo>
                  <a:lnTo>
                    <a:pt x="46188" y="264647"/>
                  </a:lnTo>
                  <a:lnTo>
                    <a:pt x="46338" y="264618"/>
                  </a:lnTo>
                  <a:lnTo>
                    <a:pt x="46685" y="264708"/>
                  </a:lnTo>
                  <a:lnTo>
                    <a:pt x="55052" y="266862"/>
                  </a:lnTo>
                  <a:lnTo>
                    <a:pt x="62651" y="270419"/>
                  </a:lnTo>
                  <a:lnTo>
                    <a:pt x="67908" y="271191"/>
                  </a:lnTo>
                  <a:lnTo>
                    <a:pt x="75384" y="273285"/>
                  </a:lnTo>
                  <a:lnTo>
                    <a:pt x="80105" y="275789"/>
                  </a:lnTo>
                  <a:lnTo>
                    <a:pt x="82869" y="277252"/>
                  </a:lnTo>
                  <a:lnTo>
                    <a:pt x="86389" y="276681"/>
                  </a:lnTo>
                  <a:lnTo>
                    <a:pt x="86961" y="276588"/>
                  </a:lnTo>
                  <a:lnTo>
                    <a:pt x="87619" y="276481"/>
                  </a:lnTo>
                  <a:lnTo>
                    <a:pt x="89907" y="272831"/>
                  </a:lnTo>
                  <a:lnTo>
                    <a:pt x="90898" y="267064"/>
                  </a:lnTo>
                  <a:lnTo>
                    <a:pt x="85894" y="260051"/>
                  </a:lnTo>
                  <a:lnTo>
                    <a:pt x="81239" y="252929"/>
                  </a:lnTo>
                  <a:lnTo>
                    <a:pt x="82939" y="247356"/>
                  </a:lnTo>
                  <a:lnTo>
                    <a:pt x="83898" y="240534"/>
                  </a:lnTo>
                  <a:lnTo>
                    <a:pt x="87641" y="237660"/>
                  </a:lnTo>
                  <a:lnTo>
                    <a:pt x="87861" y="237706"/>
                  </a:lnTo>
                  <a:lnTo>
                    <a:pt x="93024" y="238786"/>
                  </a:lnTo>
                  <a:lnTo>
                    <a:pt x="98913" y="232716"/>
                  </a:lnTo>
                  <a:lnTo>
                    <a:pt x="109351" y="229657"/>
                  </a:lnTo>
                  <a:lnTo>
                    <a:pt x="117142" y="226243"/>
                  </a:lnTo>
                  <a:lnTo>
                    <a:pt x="116570" y="224536"/>
                  </a:lnTo>
                  <a:lnTo>
                    <a:pt x="115703" y="221948"/>
                  </a:lnTo>
                  <a:lnTo>
                    <a:pt x="110006" y="217919"/>
                  </a:lnTo>
                  <a:lnTo>
                    <a:pt x="109904" y="217679"/>
                  </a:lnTo>
                  <a:lnTo>
                    <a:pt x="106418" y="209496"/>
                  </a:lnTo>
                  <a:lnTo>
                    <a:pt x="108164" y="204544"/>
                  </a:lnTo>
                  <a:lnTo>
                    <a:pt x="113699" y="198754"/>
                  </a:lnTo>
                  <a:lnTo>
                    <a:pt x="115562" y="192264"/>
                  </a:lnTo>
                  <a:lnTo>
                    <a:pt x="120723" y="193424"/>
                  </a:lnTo>
                  <a:lnTo>
                    <a:pt x="123531" y="192153"/>
                  </a:lnTo>
                  <a:lnTo>
                    <a:pt x="125843" y="188731"/>
                  </a:lnTo>
                  <a:lnTo>
                    <a:pt x="122156" y="183458"/>
                  </a:lnTo>
                  <a:lnTo>
                    <a:pt x="122812" y="180181"/>
                  </a:lnTo>
                  <a:lnTo>
                    <a:pt x="123000" y="179242"/>
                  </a:lnTo>
                  <a:lnTo>
                    <a:pt x="126980" y="177218"/>
                  </a:lnTo>
                  <a:lnTo>
                    <a:pt x="133128" y="181349"/>
                  </a:lnTo>
                  <a:lnTo>
                    <a:pt x="140034" y="178472"/>
                  </a:lnTo>
                  <a:lnTo>
                    <a:pt x="141057" y="179311"/>
                  </a:lnTo>
                  <a:lnTo>
                    <a:pt x="144135" y="181835"/>
                  </a:lnTo>
                  <a:lnTo>
                    <a:pt x="148927" y="181559"/>
                  </a:lnTo>
                  <a:lnTo>
                    <a:pt x="149696" y="176289"/>
                  </a:lnTo>
                  <a:lnTo>
                    <a:pt x="154143" y="172692"/>
                  </a:lnTo>
                  <a:lnTo>
                    <a:pt x="159722" y="172420"/>
                  </a:lnTo>
                  <a:lnTo>
                    <a:pt x="162703" y="170467"/>
                  </a:lnTo>
                  <a:lnTo>
                    <a:pt x="165087" y="168904"/>
                  </a:lnTo>
                  <a:lnTo>
                    <a:pt x="172999" y="171712"/>
                  </a:lnTo>
                  <a:lnTo>
                    <a:pt x="175574" y="172947"/>
                  </a:lnTo>
                  <a:lnTo>
                    <a:pt x="178704" y="174447"/>
                  </a:lnTo>
                  <a:lnTo>
                    <a:pt x="180111" y="175121"/>
                  </a:lnTo>
                  <a:lnTo>
                    <a:pt x="186885" y="176929"/>
                  </a:lnTo>
                  <a:lnTo>
                    <a:pt x="191023" y="180040"/>
                  </a:lnTo>
                  <a:lnTo>
                    <a:pt x="194345" y="183885"/>
                  </a:lnTo>
                  <a:lnTo>
                    <a:pt x="197460" y="176811"/>
                  </a:lnTo>
                  <a:lnTo>
                    <a:pt x="197966" y="171491"/>
                  </a:lnTo>
                  <a:lnTo>
                    <a:pt x="200035" y="166252"/>
                  </a:lnTo>
                  <a:lnTo>
                    <a:pt x="202696" y="165168"/>
                  </a:lnTo>
                  <a:lnTo>
                    <a:pt x="206779" y="163503"/>
                  </a:lnTo>
                  <a:lnTo>
                    <a:pt x="210597" y="158951"/>
                  </a:lnTo>
                  <a:lnTo>
                    <a:pt x="215457" y="155388"/>
                  </a:lnTo>
                  <a:lnTo>
                    <a:pt x="215665" y="155236"/>
                  </a:lnTo>
                  <a:lnTo>
                    <a:pt x="218929" y="159190"/>
                  </a:lnTo>
                  <a:lnTo>
                    <a:pt x="224839" y="165279"/>
                  </a:lnTo>
                  <a:lnTo>
                    <a:pt x="230619" y="166910"/>
                  </a:lnTo>
                  <a:lnTo>
                    <a:pt x="231678" y="167231"/>
                  </a:lnTo>
                  <a:lnTo>
                    <a:pt x="234538" y="168096"/>
                  </a:lnTo>
                  <a:lnTo>
                    <a:pt x="234963" y="162086"/>
                  </a:lnTo>
                  <a:lnTo>
                    <a:pt x="242676" y="161254"/>
                  </a:lnTo>
                  <a:lnTo>
                    <a:pt x="240272" y="154443"/>
                  </a:lnTo>
                  <a:lnTo>
                    <a:pt x="239407" y="146855"/>
                  </a:lnTo>
                  <a:lnTo>
                    <a:pt x="242169" y="145813"/>
                  </a:lnTo>
                  <a:lnTo>
                    <a:pt x="243490" y="145315"/>
                  </a:lnTo>
                  <a:lnTo>
                    <a:pt x="246048" y="140380"/>
                  </a:lnTo>
                  <a:lnTo>
                    <a:pt x="249335" y="135703"/>
                  </a:lnTo>
                  <a:lnTo>
                    <a:pt x="254511" y="132331"/>
                  </a:lnTo>
                  <a:lnTo>
                    <a:pt x="258916" y="136994"/>
                  </a:lnTo>
                  <a:lnTo>
                    <a:pt x="266285" y="144218"/>
                  </a:lnTo>
                  <a:lnTo>
                    <a:pt x="275836" y="144040"/>
                  </a:lnTo>
                  <a:lnTo>
                    <a:pt x="281749" y="147293"/>
                  </a:lnTo>
                  <a:lnTo>
                    <a:pt x="284435" y="144536"/>
                  </a:lnTo>
                  <a:lnTo>
                    <a:pt x="286023" y="142904"/>
                  </a:lnTo>
                  <a:lnTo>
                    <a:pt x="287878" y="141330"/>
                  </a:lnTo>
                  <a:lnTo>
                    <a:pt x="290115" y="139431"/>
                  </a:lnTo>
                  <a:lnTo>
                    <a:pt x="290156" y="130325"/>
                  </a:lnTo>
                  <a:lnTo>
                    <a:pt x="289753" y="122790"/>
                  </a:lnTo>
                  <a:lnTo>
                    <a:pt x="289702" y="121854"/>
                  </a:lnTo>
                  <a:lnTo>
                    <a:pt x="293449" y="115543"/>
                  </a:lnTo>
                  <a:lnTo>
                    <a:pt x="294676" y="110559"/>
                  </a:lnTo>
                  <a:lnTo>
                    <a:pt x="296581" y="110784"/>
                  </a:lnTo>
                  <a:lnTo>
                    <a:pt x="300411" y="111234"/>
                  </a:lnTo>
                  <a:lnTo>
                    <a:pt x="305586" y="107284"/>
                  </a:lnTo>
                  <a:lnTo>
                    <a:pt x="307889" y="101638"/>
                  </a:lnTo>
                  <a:lnTo>
                    <a:pt x="308253" y="97652"/>
                  </a:lnTo>
                  <a:lnTo>
                    <a:pt x="308647" y="93306"/>
                  </a:lnTo>
                  <a:lnTo>
                    <a:pt x="310895" y="89219"/>
                  </a:lnTo>
                  <a:lnTo>
                    <a:pt x="318018" y="86001"/>
                  </a:lnTo>
                  <a:lnTo>
                    <a:pt x="319432" y="81788"/>
                  </a:lnTo>
                  <a:lnTo>
                    <a:pt x="322533" y="79021"/>
                  </a:lnTo>
                  <a:lnTo>
                    <a:pt x="323588" y="76375"/>
                  </a:lnTo>
                  <a:lnTo>
                    <a:pt x="321555" y="72318"/>
                  </a:lnTo>
                  <a:lnTo>
                    <a:pt x="320944" y="71098"/>
                  </a:lnTo>
                  <a:lnTo>
                    <a:pt x="319640" y="64579"/>
                  </a:lnTo>
                  <a:lnTo>
                    <a:pt x="317832" y="58922"/>
                  </a:lnTo>
                  <a:lnTo>
                    <a:pt x="321458" y="55775"/>
                  </a:lnTo>
                  <a:lnTo>
                    <a:pt x="326453" y="55113"/>
                  </a:lnTo>
                  <a:lnTo>
                    <a:pt x="327129" y="54890"/>
                  </a:lnTo>
                  <a:lnTo>
                    <a:pt x="331776" y="53353"/>
                  </a:lnTo>
                  <a:lnTo>
                    <a:pt x="335177" y="54807"/>
                  </a:lnTo>
                  <a:lnTo>
                    <a:pt x="338705" y="56943"/>
                  </a:lnTo>
                  <a:lnTo>
                    <a:pt x="340090" y="57781"/>
                  </a:lnTo>
                  <a:lnTo>
                    <a:pt x="343314" y="56332"/>
                  </a:lnTo>
                  <a:lnTo>
                    <a:pt x="348709" y="50241"/>
                  </a:lnTo>
                  <a:lnTo>
                    <a:pt x="352631" y="47646"/>
                  </a:lnTo>
                  <a:lnTo>
                    <a:pt x="357137" y="44659"/>
                  </a:lnTo>
                  <a:lnTo>
                    <a:pt x="365692" y="41729"/>
                  </a:lnTo>
                  <a:lnTo>
                    <a:pt x="369427" y="41495"/>
                  </a:lnTo>
                  <a:lnTo>
                    <a:pt x="369021" y="34407"/>
                  </a:lnTo>
                  <a:lnTo>
                    <a:pt x="369239" y="33425"/>
                  </a:lnTo>
                  <a:lnTo>
                    <a:pt x="369830" y="30766"/>
                  </a:lnTo>
                  <a:lnTo>
                    <a:pt x="365893" y="29832"/>
                  </a:lnTo>
                  <a:lnTo>
                    <a:pt x="362776" y="28577"/>
                  </a:lnTo>
                  <a:lnTo>
                    <a:pt x="361539" y="28079"/>
                  </a:lnTo>
                  <a:lnTo>
                    <a:pt x="364517" y="22972"/>
                  </a:lnTo>
                  <a:lnTo>
                    <a:pt x="362385" y="18994"/>
                  </a:lnTo>
                  <a:lnTo>
                    <a:pt x="359490" y="16169"/>
                  </a:lnTo>
                  <a:lnTo>
                    <a:pt x="357473" y="14199"/>
                  </a:lnTo>
                  <a:lnTo>
                    <a:pt x="360013" y="10877"/>
                  </a:lnTo>
                  <a:lnTo>
                    <a:pt x="362855" y="7319"/>
                  </a:lnTo>
                  <a:lnTo>
                    <a:pt x="367807" y="1754"/>
                  </a:lnTo>
                  <a:lnTo>
                    <a:pt x="371117" y="2764"/>
                  </a:lnTo>
                  <a:lnTo>
                    <a:pt x="371329" y="2944"/>
                  </a:lnTo>
                  <a:lnTo>
                    <a:pt x="374809" y="5886"/>
                  </a:lnTo>
                  <a:lnTo>
                    <a:pt x="379750" y="7165"/>
                  </a:lnTo>
                  <a:lnTo>
                    <a:pt x="381015" y="7492"/>
                  </a:lnTo>
                  <a:lnTo>
                    <a:pt x="385237" y="3797"/>
                  </a:lnTo>
                  <a:lnTo>
                    <a:pt x="388855" y="2844"/>
                  </a:lnTo>
                  <a:lnTo>
                    <a:pt x="389897" y="2569"/>
                  </a:lnTo>
                  <a:lnTo>
                    <a:pt x="390681" y="833"/>
                  </a:lnTo>
                  <a:lnTo>
                    <a:pt x="392147" y="0"/>
                  </a:lnTo>
                  <a:lnTo>
                    <a:pt x="393675" y="518"/>
                  </a:lnTo>
                  <a:lnTo>
                    <a:pt x="395276" y="3597"/>
                  </a:lnTo>
                  <a:lnTo>
                    <a:pt x="398644" y="7125"/>
                  </a:lnTo>
                  <a:lnTo>
                    <a:pt x="405160" y="7974"/>
                  </a:lnTo>
                  <a:lnTo>
                    <a:pt x="405734" y="8626"/>
                  </a:lnTo>
                  <a:lnTo>
                    <a:pt x="408312" y="11559"/>
                  </a:lnTo>
                  <a:lnTo>
                    <a:pt x="409720" y="15051"/>
                  </a:lnTo>
                  <a:lnTo>
                    <a:pt x="415818" y="22234"/>
                  </a:lnTo>
                  <a:lnTo>
                    <a:pt x="415915" y="22856"/>
                  </a:lnTo>
                  <a:lnTo>
                    <a:pt x="416457" y="26308"/>
                  </a:lnTo>
                  <a:lnTo>
                    <a:pt x="417296" y="27578"/>
                  </a:lnTo>
                  <a:lnTo>
                    <a:pt x="418861" y="29946"/>
                  </a:lnTo>
                  <a:lnTo>
                    <a:pt x="425630" y="30435"/>
                  </a:lnTo>
                  <a:lnTo>
                    <a:pt x="432904" y="31025"/>
                  </a:lnTo>
                  <a:lnTo>
                    <a:pt x="438634" y="28158"/>
                  </a:lnTo>
                  <a:lnTo>
                    <a:pt x="443056" y="28679"/>
                  </a:lnTo>
                  <a:lnTo>
                    <a:pt x="445196" y="29068"/>
                  </a:lnTo>
                  <a:lnTo>
                    <a:pt x="449845" y="29910"/>
                  </a:lnTo>
                  <a:lnTo>
                    <a:pt x="452046" y="33411"/>
                  </a:lnTo>
                  <a:lnTo>
                    <a:pt x="456630" y="34764"/>
                  </a:lnTo>
                  <a:lnTo>
                    <a:pt x="458327" y="38594"/>
                  </a:lnTo>
                  <a:lnTo>
                    <a:pt x="464231" y="39652"/>
                  </a:lnTo>
                  <a:lnTo>
                    <a:pt x="466581" y="40072"/>
                  </a:lnTo>
                  <a:lnTo>
                    <a:pt x="469044" y="38267"/>
                  </a:lnTo>
                  <a:lnTo>
                    <a:pt x="469344" y="38047"/>
                  </a:lnTo>
                  <a:lnTo>
                    <a:pt x="469954" y="33909"/>
                  </a:lnTo>
                  <a:lnTo>
                    <a:pt x="477256" y="29912"/>
                  </a:lnTo>
                  <a:lnTo>
                    <a:pt x="485623" y="31859"/>
                  </a:lnTo>
                  <a:lnTo>
                    <a:pt x="491098" y="31622"/>
                  </a:lnTo>
                  <a:lnTo>
                    <a:pt x="496513" y="34829"/>
                  </a:lnTo>
                  <a:lnTo>
                    <a:pt x="499814" y="36765"/>
                  </a:lnTo>
                  <a:lnTo>
                    <a:pt x="501375" y="34898"/>
                  </a:lnTo>
                  <a:lnTo>
                    <a:pt x="503111" y="32821"/>
                  </a:lnTo>
                  <a:lnTo>
                    <a:pt x="508826" y="32571"/>
                  </a:lnTo>
                  <a:lnTo>
                    <a:pt x="512033" y="29683"/>
                  </a:lnTo>
                  <a:lnTo>
                    <a:pt x="512758" y="26030"/>
                  </a:lnTo>
                  <a:lnTo>
                    <a:pt x="517797" y="20902"/>
                  </a:lnTo>
                  <a:lnTo>
                    <a:pt x="518612" y="19780"/>
                  </a:lnTo>
                  <a:lnTo>
                    <a:pt x="519870" y="18048"/>
                  </a:lnTo>
                  <a:lnTo>
                    <a:pt x="525273" y="15445"/>
                  </a:lnTo>
                  <a:lnTo>
                    <a:pt x="529466" y="13138"/>
                  </a:lnTo>
                  <a:lnTo>
                    <a:pt x="531745" y="16860"/>
                  </a:lnTo>
                  <a:lnTo>
                    <a:pt x="532722" y="21135"/>
                  </a:lnTo>
                  <a:lnTo>
                    <a:pt x="535785" y="28719"/>
                  </a:lnTo>
                  <a:lnTo>
                    <a:pt x="539752" y="31445"/>
                  </a:lnTo>
                  <a:lnTo>
                    <a:pt x="540893" y="32228"/>
                  </a:lnTo>
                  <a:lnTo>
                    <a:pt x="547247" y="31505"/>
                  </a:lnTo>
                  <a:lnTo>
                    <a:pt x="552209" y="35143"/>
                  </a:lnTo>
                  <a:lnTo>
                    <a:pt x="553336" y="35772"/>
                  </a:lnTo>
                  <a:lnTo>
                    <a:pt x="557771" y="38241"/>
                  </a:lnTo>
                  <a:lnTo>
                    <a:pt x="561002" y="43716"/>
                  </a:lnTo>
                  <a:lnTo>
                    <a:pt x="562278" y="52019"/>
                  </a:lnTo>
                  <a:lnTo>
                    <a:pt x="565065" y="54671"/>
                  </a:lnTo>
                  <a:lnTo>
                    <a:pt x="565666" y="62035"/>
                  </a:lnTo>
                  <a:lnTo>
                    <a:pt x="565597" y="62951"/>
                  </a:lnTo>
                  <a:lnTo>
                    <a:pt x="565254" y="67429"/>
                  </a:lnTo>
                  <a:lnTo>
                    <a:pt x="564378" y="74994"/>
                  </a:lnTo>
                  <a:lnTo>
                    <a:pt x="572298" y="81305"/>
                  </a:lnTo>
                  <a:lnTo>
                    <a:pt x="581173" y="89014"/>
                  </a:lnTo>
                  <a:lnTo>
                    <a:pt x="580781" y="93369"/>
                  </a:lnTo>
                  <a:lnTo>
                    <a:pt x="580560" y="95824"/>
                  </a:lnTo>
                  <a:lnTo>
                    <a:pt x="587264" y="99356"/>
                  </a:lnTo>
                  <a:lnTo>
                    <a:pt x="589580" y="102127"/>
                  </a:lnTo>
                  <a:lnTo>
                    <a:pt x="592844" y="106030"/>
                  </a:lnTo>
                  <a:lnTo>
                    <a:pt x="597254" y="109483"/>
                  </a:lnTo>
                  <a:lnTo>
                    <a:pt x="598161" y="111102"/>
                  </a:lnTo>
                  <a:lnTo>
                    <a:pt x="601496" y="117049"/>
                  </a:lnTo>
                  <a:lnTo>
                    <a:pt x="608072" y="119311"/>
                  </a:lnTo>
                  <a:lnTo>
                    <a:pt x="616406" y="123956"/>
                  </a:lnTo>
                  <a:lnTo>
                    <a:pt x="623970" y="127951"/>
                  </a:lnTo>
                  <a:lnTo>
                    <a:pt x="632179" y="126891"/>
                  </a:lnTo>
                  <a:lnTo>
                    <a:pt x="616072" y="148584"/>
                  </a:lnTo>
                  <a:lnTo>
                    <a:pt x="608605" y="158576"/>
                  </a:lnTo>
                  <a:lnTo>
                    <a:pt x="608267" y="159068"/>
                  </a:lnTo>
                  <a:lnTo>
                    <a:pt x="605473" y="163139"/>
                  </a:lnTo>
                  <a:lnTo>
                    <a:pt x="598009" y="167120"/>
                  </a:lnTo>
                  <a:lnTo>
                    <a:pt x="590081" y="173547"/>
                  </a:lnTo>
                  <a:lnTo>
                    <a:pt x="589736" y="173826"/>
                  </a:lnTo>
                  <a:lnTo>
                    <a:pt x="589214" y="174350"/>
                  </a:lnTo>
                  <a:lnTo>
                    <a:pt x="577351" y="186226"/>
                  </a:lnTo>
                  <a:lnTo>
                    <a:pt x="578807" y="191921"/>
                  </a:lnTo>
                  <a:lnTo>
                    <a:pt x="577095" y="196050"/>
                  </a:lnTo>
                  <a:lnTo>
                    <a:pt x="571933" y="199017"/>
                  </a:lnTo>
                  <a:lnTo>
                    <a:pt x="568080" y="203497"/>
                  </a:lnTo>
                  <a:lnTo>
                    <a:pt x="569508" y="209126"/>
                  </a:lnTo>
                  <a:lnTo>
                    <a:pt x="568419" y="212001"/>
                  </a:lnTo>
                  <a:lnTo>
                    <a:pt x="567732" y="213812"/>
                  </a:lnTo>
                  <a:lnTo>
                    <a:pt x="558489" y="219609"/>
                  </a:lnTo>
                  <a:lnTo>
                    <a:pt x="553067" y="220362"/>
                  </a:lnTo>
                  <a:lnTo>
                    <a:pt x="550840" y="226881"/>
                  </a:lnTo>
                  <a:lnTo>
                    <a:pt x="550058" y="232934"/>
                  </a:lnTo>
                  <a:lnTo>
                    <a:pt x="541865" y="236412"/>
                  </a:lnTo>
                  <a:lnTo>
                    <a:pt x="529905" y="243317"/>
                  </a:lnTo>
                  <a:lnTo>
                    <a:pt x="526008" y="246369"/>
                  </a:lnTo>
                  <a:lnTo>
                    <a:pt x="523923" y="246795"/>
                  </a:lnTo>
                  <a:lnTo>
                    <a:pt x="518281" y="247943"/>
                  </a:lnTo>
                  <a:lnTo>
                    <a:pt x="511444" y="252861"/>
                  </a:lnTo>
                  <a:lnTo>
                    <a:pt x="506887" y="257448"/>
                  </a:lnTo>
                  <a:lnTo>
                    <a:pt x="505932" y="259660"/>
                  </a:lnTo>
                  <a:lnTo>
                    <a:pt x="488440" y="262670"/>
                  </a:lnTo>
                  <a:lnTo>
                    <a:pt x="485308" y="263146"/>
                  </a:lnTo>
                  <a:lnTo>
                    <a:pt x="480389" y="263892"/>
                  </a:lnTo>
                  <a:lnTo>
                    <a:pt x="459847" y="267567"/>
                  </a:lnTo>
                  <a:lnTo>
                    <a:pt x="456927" y="268062"/>
                  </a:lnTo>
                  <a:lnTo>
                    <a:pt x="436420" y="271509"/>
                  </a:lnTo>
                  <a:lnTo>
                    <a:pt x="412435" y="275250"/>
                  </a:lnTo>
                  <a:lnTo>
                    <a:pt x="411837" y="275342"/>
                  </a:lnTo>
                  <a:lnTo>
                    <a:pt x="398078" y="276846"/>
                  </a:lnTo>
                  <a:lnTo>
                    <a:pt x="395391" y="277113"/>
                  </a:lnTo>
                  <a:lnTo>
                    <a:pt x="384851" y="278148"/>
                  </a:lnTo>
                  <a:lnTo>
                    <a:pt x="369331" y="280524"/>
                  </a:lnTo>
                  <a:lnTo>
                    <a:pt x="368096" y="280712"/>
                  </a:lnTo>
                  <a:lnTo>
                    <a:pt x="367656" y="280823"/>
                  </a:lnTo>
                  <a:lnTo>
                    <a:pt x="355731" y="283834"/>
                  </a:lnTo>
                  <a:lnTo>
                    <a:pt x="351323" y="284941"/>
                  </a:lnTo>
                  <a:lnTo>
                    <a:pt x="330315" y="287995"/>
                  </a:lnTo>
                  <a:lnTo>
                    <a:pt x="325422" y="288695"/>
                  </a:lnTo>
                  <a:lnTo>
                    <a:pt x="318060" y="289743"/>
                  </a:lnTo>
                  <a:lnTo>
                    <a:pt x="309222" y="290694"/>
                  </a:lnTo>
                  <a:lnTo>
                    <a:pt x="300003" y="291675"/>
                  </a:lnTo>
                  <a:lnTo>
                    <a:pt x="289285" y="292873"/>
                  </a:lnTo>
                  <a:lnTo>
                    <a:pt x="271427" y="294833"/>
                  </a:lnTo>
                  <a:lnTo>
                    <a:pt x="263076" y="295734"/>
                  </a:lnTo>
                  <a:lnTo>
                    <a:pt x="259563" y="297898"/>
                  </a:lnTo>
                  <a:lnTo>
                    <a:pt x="258591" y="297751"/>
                  </a:lnTo>
                  <a:lnTo>
                    <a:pt x="254595" y="297146"/>
                  </a:lnTo>
                  <a:lnTo>
                    <a:pt x="241143" y="299679"/>
                  </a:lnTo>
                  <a:lnTo>
                    <a:pt x="236877" y="300477"/>
                  </a:lnTo>
                  <a:lnTo>
                    <a:pt x="215579" y="304147"/>
                  </a:lnTo>
                  <a:lnTo>
                    <a:pt x="210920" y="304941"/>
                  </a:lnTo>
                  <a:lnTo>
                    <a:pt x="191912" y="308148"/>
                  </a:lnTo>
                  <a:lnTo>
                    <a:pt x="190895" y="308319"/>
                  </a:lnTo>
                  <a:lnTo>
                    <a:pt x="165644" y="312494"/>
                  </a:lnTo>
                  <a:lnTo>
                    <a:pt x="161085" y="313303"/>
                  </a:lnTo>
                  <a:lnTo>
                    <a:pt x="147413" y="315708"/>
                  </a:lnTo>
                  <a:lnTo>
                    <a:pt x="147286" y="312383"/>
                  </a:lnTo>
                  <a:lnTo>
                    <a:pt x="133095" y="312980"/>
                  </a:lnTo>
                  <a:lnTo>
                    <a:pt x="128010" y="313592"/>
                  </a:lnTo>
                  <a:lnTo>
                    <a:pt x="129964" y="318541"/>
                  </a:lnTo>
                  <a:lnTo>
                    <a:pt x="132979" y="326751"/>
                  </a:lnTo>
                  <a:lnTo>
                    <a:pt x="132272" y="332525"/>
                  </a:lnTo>
                  <a:lnTo>
                    <a:pt x="132023" y="332567"/>
                  </a:lnTo>
                  <a:lnTo>
                    <a:pt x="125638" y="333641"/>
                  </a:lnTo>
                  <a:lnTo>
                    <a:pt x="94289" y="337743"/>
                  </a:lnTo>
                  <a:lnTo>
                    <a:pt x="92308" y="337997"/>
                  </a:lnTo>
                  <a:lnTo>
                    <a:pt x="91924" y="338050"/>
                  </a:lnTo>
                  <a:lnTo>
                    <a:pt x="65894" y="341538"/>
                  </a:lnTo>
                  <a:lnTo>
                    <a:pt x="64991" y="341657"/>
                  </a:lnTo>
                  <a:lnTo>
                    <a:pt x="64349" y="341742"/>
                  </a:lnTo>
                  <a:lnTo>
                    <a:pt x="53089" y="343218"/>
                  </a:lnTo>
                  <a:lnTo>
                    <a:pt x="31636" y="345650"/>
                  </a:lnTo>
                  <a:lnTo>
                    <a:pt x="20088" y="347604"/>
                  </a:lnTo>
                  <a:lnTo>
                    <a:pt x="13862" y="348650"/>
                  </a:lnTo>
                  <a:lnTo>
                    <a:pt x="3295" y="350103"/>
                  </a:lnTo>
                  <a:lnTo>
                    <a:pt x="0" y="34612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6066" y="4428321"/>
              <a:ext cx="569589" cy="477854"/>
            </a:xfrm>
            <a:custGeom>
              <a:avLst/>
              <a:pathLst>
                <a:path w="569589" h="477854">
                  <a:moveTo>
                    <a:pt x="2451" y="63716"/>
                  </a:moveTo>
                  <a:lnTo>
                    <a:pt x="1667" y="50974"/>
                  </a:lnTo>
                  <a:lnTo>
                    <a:pt x="1039" y="40773"/>
                  </a:lnTo>
                  <a:lnTo>
                    <a:pt x="0" y="23918"/>
                  </a:lnTo>
                  <a:lnTo>
                    <a:pt x="23578" y="22219"/>
                  </a:lnTo>
                  <a:lnTo>
                    <a:pt x="24350" y="22162"/>
                  </a:lnTo>
                  <a:lnTo>
                    <a:pt x="33006" y="21521"/>
                  </a:lnTo>
                  <a:lnTo>
                    <a:pt x="53891" y="20046"/>
                  </a:lnTo>
                  <a:lnTo>
                    <a:pt x="57033" y="19820"/>
                  </a:lnTo>
                  <a:lnTo>
                    <a:pt x="68742" y="18967"/>
                  </a:lnTo>
                  <a:lnTo>
                    <a:pt x="83034" y="17872"/>
                  </a:lnTo>
                  <a:lnTo>
                    <a:pt x="87291" y="17541"/>
                  </a:lnTo>
                  <a:lnTo>
                    <a:pt x="108819" y="15881"/>
                  </a:lnTo>
                  <a:lnTo>
                    <a:pt x="110639" y="15739"/>
                  </a:lnTo>
                  <a:lnTo>
                    <a:pt x="136200" y="13944"/>
                  </a:lnTo>
                  <a:lnTo>
                    <a:pt x="159128" y="12221"/>
                  </a:lnTo>
                  <a:lnTo>
                    <a:pt x="187871" y="10020"/>
                  </a:lnTo>
                  <a:lnTo>
                    <a:pt x="203737" y="8630"/>
                  </a:lnTo>
                  <a:lnTo>
                    <a:pt x="223711" y="6838"/>
                  </a:lnTo>
                  <a:lnTo>
                    <a:pt x="263477" y="3139"/>
                  </a:lnTo>
                  <a:lnTo>
                    <a:pt x="266444" y="2864"/>
                  </a:lnTo>
                  <a:lnTo>
                    <a:pt x="268963" y="2630"/>
                  </a:lnTo>
                  <a:lnTo>
                    <a:pt x="286616" y="970"/>
                  </a:lnTo>
                  <a:lnTo>
                    <a:pt x="296760" y="0"/>
                  </a:lnTo>
                  <a:lnTo>
                    <a:pt x="300283" y="2532"/>
                  </a:lnTo>
                  <a:lnTo>
                    <a:pt x="307184" y="7062"/>
                  </a:lnTo>
                  <a:lnTo>
                    <a:pt x="307892" y="13036"/>
                  </a:lnTo>
                  <a:lnTo>
                    <a:pt x="301403" y="18595"/>
                  </a:lnTo>
                  <a:lnTo>
                    <a:pt x="299359" y="23297"/>
                  </a:lnTo>
                  <a:lnTo>
                    <a:pt x="300185" y="27692"/>
                  </a:lnTo>
                  <a:lnTo>
                    <a:pt x="305127" y="31611"/>
                  </a:lnTo>
                  <a:lnTo>
                    <a:pt x="311138" y="32751"/>
                  </a:lnTo>
                  <a:lnTo>
                    <a:pt x="307279" y="38110"/>
                  </a:lnTo>
                  <a:lnTo>
                    <a:pt x="310220" y="48206"/>
                  </a:lnTo>
                  <a:lnTo>
                    <a:pt x="312955" y="50574"/>
                  </a:lnTo>
                  <a:lnTo>
                    <a:pt x="313714" y="51268"/>
                  </a:lnTo>
                  <a:lnTo>
                    <a:pt x="318228" y="57703"/>
                  </a:lnTo>
                  <a:lnTo>
                    <a:pt x="313178" y="58755"/>
                  </a:lnTo>
                  <a:lnTo>
                    <a:pt x="314798" y="67673"/>
                  </a:lnTo>
                  <a:lnTo>
                    <a:pt x="323958" y="68383"/>
                  </a:lnTo>
                  <a:lnTo>
                    <a:pt x="322642" y="77503"/>
                  </a:lnTo>
                  <a:lnTo>
                    <a:pt x="329545" y="77962"/>
                  </a:lnTo>
                  <a:lnTo>
                    <a:pt x="327445" y="85388"/>
                  </a:lnTo>
                  <a:lnTo>
                    <a:pt x="323718" y="94244"/>
                  </a:lnTo>
                  <a:lnTo>
                    <a:pt x="311605" y="96315"/>
                  </a:lnTo>
                  <a:lnTo>
                    <a:pt x="319902" y="107760"/>
                  </a:lnTo>
                  <a:lnTo>
                    <a:pt x="320475" y="108549"/>
                  </a:lnTo>
                  <a:lnTo>
                    <a:pt x="316422" y="115217"/>
                  </a:lnTo>
                  <a:lnTo>
                    <a:pt x="316543" y="118497"/>
                  </a:lnTo>
                  <a:lnTo>
                    <a:pt x="313135" y="123325"/>
                  </a:lnTo>
                  <a:lnTo>
                    <a:pt x="307035" y="125653"/>
                  </a:lnTo>
                  <a:lnTo>
                    <a:pt x="307234" y="132168"/>
                  </a:lnTo>
                  <a:lnTo>
                    <a:pt x="302096" y="138003"/>
                  </a:lnTo>
                  <a:lnTo>
                    <a:pt x="301223" y="138968"/>
                  </a:lnTo>
                  <a:lnTo>
                    <a:pt x="296801" y="143851"/>
                  </a:lnTo>
                  <a:lnTo>
                    <a:pt x="290899" y="143320"/>
                  </a:lnTo>
                  <a:lnTo>
                    <a:pt x="289926" y="148761"/>
                  </a:lnTo>
                  <a:lnTo>
                    <a:pt x="294561" y="154623"/>
                  </a:lnTo>
                  <a:lnTo>
                    <a:pt x="294785" y="154906"/>
                  </a:lnTo>
                  <a:lnTo>
                    <a:pt x="288407" y="157129"/>
                  </a:lnTo>
                  <a:lnTo>
                    <a:pt x="287802" y="168031"/>
                  </a:lnTo>
                  <a:lnTo>
                    <a:pt x="280926" y="171642"/>
                  </a:lnTo>
                  <a:lnTo>
                    <a:pt x="281933" y="175568"/>
                  </a:lnTo>
                  <a:lnTo>
                    <a:pt x="284457" y="180398"/>
                  </a:lnTo>
                  <a:lnTo>
                    <a:pt x="279133" y="182389"/>
                  </a:lnTo>
                  <a:lnTo>
                    <a:pt x="276625" y="187041"/>
                  </a:lnTo>
                  <a:lnTo>
                    <a:pt x="277960" y="194207"/>
                  </a:lnTo>
                  <a:lnTo>
                    <a:pt x="276163" y="200356"/>
                  </a:lnTo>
                  <a:lnTo>
                    <a:pt x="276314" y="206712"/>
                  </a:lnTo>
                  <a:lnTo>
                    <a:pt x="279661" y="212113"/>
                  </a:lnTo>
                  <a:lnTo>
                    <a:pt x="274156" y="216339"/>
                  </a:lnTo>
                  <a:lnTo>
                    <a:pt x="268081" y="216177"/>
                  </a:lnTo>
                  <a:lnTo>
                    <a:pt x="266006" y="220476"/>
                  </a:lnTo>
                  <a:lnTo>
                    <a:pt x="272140" y="224872"/>
                  </a:lnTo>
                  <a:lnTo>
                    <a:pt x="272059" y="225088"/>
                  </a:lnTo>
                  <a:lnTo>
                    <a:pt x="269398" y="232112"/>
                  </a:lnTo>
                  <a:lnTo>
                    <a:pt x="272708" y="237360"/>
                  </a:lnTo>
                  <a:lnTo>
                    <a:pt x="276760" y="242107"/>
                  </a:lnTo>
                  <a:lnTo>
                    <a:pt x="270059" y="248210"/>
                  </a:lnTo>
                  <a:lnTo>
                    <a:pt x="269201" y="248991"/>
                  </a:lnTo>
                  <a:lnTo>
                    <a:pt x="312744" y="244672"/>
                  </a:lnTo>
                  <a:lnTo>
                    <a:pt x="317796" y="244149"/>
                  </a:lnTo>
                  <a:lnTo>
                    <a:pt x="330024" y="242871"/>
                  </a:lnTo>
                  <a:lnTo>
                    <a:pt x="354712" y="240240"/>
                  </a:lnTo>
                  <a:lnTo>
                    <a:pt x="361776" y="239475"/>
                  </a:lnTo>
                  <a:lnTo>
                    <a:pt x="381952" y="237233"/>
                  </a:lnTo>
                  <a:lnTo>
                    <a:pt x="384019" y="237001"/>
                  </a:lnTo>
                  <a:lnTo>
                    <a:pt x="405103" y="234605"/>
                  </a:lnTo>
                  <a:lnTo>
                    <a:pt x="405239" y="234590"/>
                  </a:lnTo>
                  <a:lnTo>
                    <a:pt x="414337" y="233523"/>
                  </a:lnTo>
                  <a:lnTo>
                    <a:pt x="452421" y="228959"/>
                  </a:lnTo>
                  <a:lnTo>
                    <a:pt x="458900" y="228170"/>
                  </a:lnTo>
                  <a:lnTo>
                    <a:pt x="470229" y="226792"/>
                  </a:lnTo>
                  <a:lnTo>
                    <a:pt x="469049" y="237927"/>
                  </a:lnTo>
                  <a:lnTo>
                    <a:pt x="465816" y="249694"/>
                  </a:lnTo>
                  <a:lnTo>
                    <a:pt x="462273" y="261574"/>
                  </a:lnTo>
                  <a:lnTo>
                    <a:pt x="464069" y="268538"/>
                  </a:lnTo>
                  <a:lnTo>
                    <a:pt x="464832" y="271496"/>
                  </a:lnTo>
                  <a:lnTo>
                    <a:pt x="469172" y="282352"/>
                  </a:lnTo>
                  <a:lnTo>
                    <a:pt x="478468" y="290341"/>
                  </a:lnTo>
                  <a:lnTo>
                    <a:pt x="480091" y="293032"/>
                  </a:lnTo>
                  <a:lnTo>
                    <a:pt x="482859" y="297620"/>
                  </a:lnTo>
                  <a:lnTo>
                    <a:pt x="488879" y="309897"/>
                  </a:lnTo>
                  <a:lnTo>
                    <a:pt x="492840" y="320624"/>
                  </a:lnTo>
                  <a:lnTo>
                    <a:pt x="502123" y="323964"/>
                  </a:lnTo>
                  <a:lnTo>
                    <a:pt x="494046" y="329608"/>
                  </a:lnTo>
                  <a:lnTo>
                    <a:pt x="488839" y="333238"/>
                  </a:lnTo>
                  <a:lnTo>
                    <a:pt x="486527" y="338721"/>
                  </a:lnTo>
                  <a:lnTo>
                    <a:pt x="476400" y="343696"/>
                  </a:lnTo>
                  <a:lnTo>
                    <a:pt x="470080" y="347756"/>
                  </a:lnTo>
                  <a:lnTo>
                    <a:pt x="470080" y="348005"/>
                  </a:lnTo>
                  <a:lnTo>
                    <a:pt x="470083" y="355825"/>
                  </a:lnTo>
                  <a:lnTo>
                    <a:pt x="476340" y="357384"/>
                  </a:lnTo>
                  <a:lnTo>
                    <a:pt x="482046" y="358715"/>
                  </a:lnTo>
                  <a:lnTo>
                    <a:pt x="487116" y="363461"/>
                  </a:lnTo>
                  <a:lnTo>
                    <a:pt x="493070" y="364035"/>
                  </a:lnTo>
                  <a:lnTo>
                    <a:pt x="498061" y="361247"/>
                  </a:lnTo>
                  <a:lnTo>
                    <a:pt x="499302" y="348522"/>
                  </a:lnTo>
                  <a:lnTo>
                    <a:pt x="507126" y="340536"/>
                  </a:lnTo>
                  <a:lnTo>
                    <a:pt x="512128" y="337467"/>
                  </a:lnTo>
                  <a:lnTo>
                    <a:pt x="523037" y="336340"/>
                  </a:lnTo>
                  <a:lnTo>
                    <a:pt x="526777" y="331892"/>
                  </a:lnTo>
                  <a:lnTo>
                    <a:pt x="533632" y="325701"/>
                  </a:lnTo>
                  <a:lnTo>
                    <a:pt x="538741" y="323289"/>
                  </a:lnTo>
                  <a:lnTo>
                    <a:pt x="539586" y="333688"/>
                  </a:lnTo>
                  <a:lnTo>
                    <a:pt x="537328" y="342630"/>
                  </a:lnTo>
                  <a:lnTo>
                    <a:pt x="536562" y="351093"/>
                  </a:lnTo>
                  <a:lnTo>
                    <a:pt x="536644" y="357034"/>
                  </a:lnTo>
                  <a:lnTo>
                    <a:pt x="531533" y="366772"/>
                  </a:lnTo>
                  <a:lnTo>
                    <a:pt x="534501" y="372142"/>
                  </a:lnTo>
                  <a:lnTo>
                    <a:pt x="520660" y="372107"/>
                  </a:lnTo>
                  <a:lnTo>
                    <a:pt x="521277" y="382942"/>
                  </a:lnTo>
                  <a:lnTo>
                    <a:pt x="515081" y="387397"/>
                  </a:lnTo>
                  <a:lnTo>
                    <a:pt x="511531" y="390076"/>
                  </a:lnTo>
                  <a:lnTo>
                    <a:pt x="511153" y="390361"/>
                  </a:lnTo>
                  <a:lnTo>
                    <a:pt x="507686" y="388687"/>
                  </a:lnTo>
                  <a:lnTo>
                    <a:pt x="501017" y="394196"/>
                  </a:lnTo>
                  <a:lnTo>
                    <a:pt x="505853" y="401781"/>
                  </a:lnTo>
                  <a:lnTo>
                    <a:pt x="505938" y="407880"/>
                  </a:lnTo>
                  <a:lnTo>
                    <a:pt x="510688" y="414609"/>
                  </a:lnTo>
                  <a:lnTo>
                    <a:pt x="516377" y="417398"/>
                  </a:lnTo>
                  <a:lnTo>
                    <a:pt x="527512" y="417807"/>
                  </a:lnTo>
                  <a:lnTo>
                    <a:pt x="534830" y="417363"/>
                  </a:lnTo>
                  <a:lnTo>
                    <a:pt x="541290" y="422846"/>
                  </a:lnTo>
                  <a:lnTo>
                    <a:pt x="547347" y="421163"/>
                  </a:lnTo>
                  <a:lnTo>
                    <a:pt x="555260" y="428165"/>
                  </a:lnTo>
                  <a:lnTo>
                    <a:pt x="557929" y="435177"/>
                  </a:lnTo>
                  <a:lnTo>
                    <a:pt x="567707" y="434477"/>
                  </a:lnTo>
                  <a:lnTo>
                    <a:pt x="569589" y="440165"/>
                  </a:lnTo>
                  <a:lnTo>
                    <a:pt x="564964" y="450115"/>
                  </a:lnTo>
                  <a:lnTo>
                    <a:pt x="559819" y="452807"/>
                  </a:lnTo>
                  <a:lnTo>
                    <a:pt x="556925" y="458628"/>
                  </a:lnTo>
                  <a:lnTo>
                    <a:pt x="558051" y="463160"/>
                  </a:lnTo>
                  <a:lnTo>
                    <a:pt x="549508" y="460436"/>
                  </a:lnTo>
                  <a:lnTo>
                    <a:pt x="544680" y="456635"/>
                  </a:lnTo>
                  <a:lnTo>
                    <a:pt x="538557" y="463302"/>
                  </a:lnTo>
                  <a:lnTo>
                    <a:pt x="531027" y="473614"/>
                  </a:lnTo>
                  <a:lnTo>
                    <a:pt x="529709" y="463567"/>
                  </a:lnTo>
                  <a:lnTo>
                    <a:pt x="533579" y="456353"/>
                  </a:lnTo>
                  <a:lnTo>
                    <a:pt x="529768" y="450470"/>
                  </a:lnTo>
                  <a:lnTo>
                    <a:pt x="524895" y="447943"/>
                  </a:lnTo>
                  <a:lnTo>
                    <a:pt x="518712" y="440590"/>
                  </a:lnTo>
                  <a:lnTo>
                    <a:pt x="509605" y="438322"/>
                  </a:lnTo>
                  <a:lnTo>
                    <a:pt x="504971" y="437715"/>
                  </a:lnTo>
                  <a:lnTo>
                    <a:pt x="500956" y="433470"/>
                  </a:lnTo>
                  <a:lnTo>
                    <a:pt x="491516" y="432940"/>
                  </a:lnTo>
                  <a:lnTo>
                    <a:pt x="478846" y="432623"/>
                  </a:lnTo>
                  <a:lnTo>
                    <a:pt x="474610" y="434558"/>
                  </a:lnTo>
                  <a:lnTo>
                    <a:pt x="472715" y="436506"/>
                  </a:lnTo>
                  <a:lnTo>
                    <a:pt x="467418" y="441946"/>
                  </a:lnTo>
                  <a:lnTo>
                    <a:pt x="457291" y="451711"/>
                  </a:lnTo>
                  <a:lnTo>
                    <a:pt x="454152" y="454429"/>
                  </a:lnTo>
                  <a:lnTo>
                    <a:pt x="450852" y="457283"/>
                  </a:lnTo>
                  <a:lnTo>
                    <a:pt x="440699" y="465698"/>
                  </a:lnTo>
                  <a:lnTo>
                    <a:pt x="428964" y="469625"/>
                  </a:lnTo>
                  <a:lnTo>
                    <a:pt x="420987" y="471170"/>
                  </a:lnTo>
                  <a:lnTo>
                    <a:pt x="417450" y="471854"/>
                  </a:lnTo>
                  <a:lnTo>
                    <a:pt x="412534" y="472064"/>
                  </a:lnTo>
                  <a:lnTo>
                    <a:pt x="394889" y="474114"/>
                  </a:lnTo>
                  <a:lnTo>
                    <a:pt x="384717" y="477370"/>
                  </a:lnTo>
                  <a:lnTo>
                    <a:pt x="377782" y="477854"/>
                  </a:lnTo>
                  <a:lnTo>
                    <a:pt x="371674" y="476795"/>
                  </a:lnTo>
                  <a:lnTo>
                    <a:pt x="370098" y="470980"/>
                  </a:lnTo>
                  <a:lnTo>
                    <a:pt x="362559" y="464730"/>
                  </a:lnTo>
                  <a:lnTo>
                    <a:pt x="356218" y="464521"/>
                  </a:lnTo>
                  <a:lnTo>
                    <a:pt x="345920" y="463353"/>
                  </a:lnTo>
                  <a:lnTo>
                    <a:pt x="338700" y="460372"/>
                  </a:lnTo>
                  <a:lnTo>
                    <a:pt x="325415" y="458086"/>
                  </a:lnTo>
                  <a:lnTo>
                    <a:pt x="318856" y="452500"/>
                  </a:lnTo>
                  <a:lnTo>
                    <a:pt x="324794" y="448101"/>
                  </a:lnTo>
                  <a:lnTo>
                    <a:pt x="325576" y="444160"/>
                  </a:lnTo>
                  <a:lnTo>
                    <a:pt x="317989" y="441229"/>
                  </a:lnTo>
                  <a:lnTo>
                    <a:pt x="314477" y="438012"/>
                  </a:lnTo>
                  <a:lnTo>
                    <a:pt x="315998" y="434948"/>
                  </a:lnTo>
                  <a:lnTo>
                    <a:pt x="310435" y="429052"/>
                  </a:lnTo>
                  <a:lnTo>
                    <a:pt x="303561" y="433059"/>
                  </a:lnTo>
                  <a:lnTo>
                    <a:pt x="300622" y="429779"/>
                  </a:lnTo>
                  <a:lnTo>
                    <a:pt x="295420" y="426319"/>
                  </a:lnTo>
                  <a:lnTo>
                    <a:pt x="294384" y="422215"/>
                  </a:lnTo>
                  <a:lnTo>
                    <a:pt x="293610" y="418804"/>
                  </a:lnTo>
                  <a:lnTo>
                    <a:pt x="287002" y="414942"/>
                  </a:lnTo>
                  <a:lnTo>
                    <a:pt x="282330" y="415460"/>
                  </a:lnTo>
                  <a:lnTo>
                    <a:pt x="283785" y="406917"/>
                  </a:lnTo>
                  <a:lnTo>
                    <a:pt x="278684" y="401706"/>
                  </a:lnTo>
                  <a:lnTo>
                    <a:pt x="271145" y="401996"/>
                  </a:lnTo>
                  <a:lnTo>
                    <a:pt x="263796" y="405667"/>
                  </a:lnTo>
                  <a:lnTo>
                    <a:pt x="259203" y="408815"/>
                  </a:lnTo>
                  <a:lnTo>
                    <a:pt x="258533" y="413229"/>
                  </a:lnTo>
                  <a:lnTo>
                    <a:pt x="257776" y="418211"/>
                  </a:lnTo>
                  <a:lnTo>
                    <a:pt x="265536" y="421313"/>
                  </a:lnTo>
                  <a:lnTo>
                    <a:pt x="275732" y="423600"/>
                  </a:lnTo>
                  <a:lnTo>
                    <a:pt x="270377" y="433779"/>
                  </a:lnTo>
                  <a:lnTo>
                    <a:pt x="264815" y="436318"/>
                  </a:lnTo>
                  <a:lnTo>
                    <a:pt x="254320" y="431847"/>
                  </a:lnTo>
                  <a:lnTo>
                    <a:pt x="241476" y="426412"/>
                  </a:lnTo>
                  <a:lnTo>
                    <a:pt x="240067" y="425953"/>
                  </a:lnTo>
                  <a:lnTo>
                    <a:pt x="237670" y="425171"/>
                  </a:lnTo>
                  <a:lnTo>
                    <a:pt x="227613" y="426584"/>
                  </a:lnTo>
                  <a:lnTo>
                    <a:pt x="218002" y="432620"/>
                  </a:lnTo>
                  <a:lnTo>
                    <a:pt x="210387" y="434260"/>
                  </a:lnTo>
                  <a:lnTo>
                    <a:pt x="200967" y="433136"/>
                  </a:lnTo>
                  <a:lnTo>
                    <a:pt x="194003" y="432081"/>
                  </a:lnTo>
                  <a:lnTo>
                    <a:pt x="183718" y="430974"/>
                  </a:lnTo>
                  <a:lnTo>
                    <a:pt x="178461" y="430031"/>
                  </a:lnTo>
                  <a:lnTo>
                    <a:pt x="170977" y="428684"/>
                  </a:lnTo>
                  <a:lnTo>
                    <a:pt x="149352" y="421282"/>
                  </a:lnTo>
                  <a:lnTo>
                    <a:pt x="136851" y="416977"/>
                  </a:lnTo>
                  <a:lnTo>
                    <a:pt x="126450" y="414723"/>
                  </a:lnTo>
                  <a:lnTo>
                    <a:pt x="116761" y="412881"/>
                  </a:lnTo>
                  <a:lnTo>
                    <a:pt x="104007" y="413318"/>
                  </a:lnTo>
                  <a:lnTo>
                    <a:pt x="91685" y="415207"/>
                  </a:lnTo>
                  <a:lnTo>
                    <a:pt x="78059" y="416730"/>
                  </a:lnTo>
                  <a:lnTo>
                    <a:pt x="56439" y="421611"/>
                  </a:lnTo>
                  <a:lnTo>
                    <a:pt x="50448" y="424618"/>
                  </a:lnTo>
                  <a:lnTo>
                    <a:pt x="46474" y="427911"/>
                  </a:lnTo>
                  <a:lnTo>
                    <a:pt x="43520" y="424036"/>
                  </a:lnTo>
                  <a:lnTo>
                    <a:pt x="40280" y="419671"/>
                  </a:lnTo>
                  <a:lnTo>
                    <a:pt x="35862" y="414940"/>
                  </a:lnTo>
                  <a:lnTo>
                    <a:pt x="41589" y="408588"/>
                  </a:lnTo>
                  <a:lnTo>
                    <a:pt x="43596" y="405948"/>
                  </a:lnTo>
                  <a:lnTo>
                    <a:pt x="45781" y="403073"/>
                  </a:lnTo>
                  <a:lnTo>
                    <a:pt x="47749" y="395578"/>
                  </a:lnTo>
                  <a:lnTo>
                    <a:pt x="54387" y="386911"/>
                  </a:lnTo>
                  <a:lnTo>
                    <a:pt x="57885" y="382900"/>
                  </a:lnTo>
                  <a:lnTo>
                    <a:pt x="58110" y="382642"/>
                  </a:lnTo>
                  <a:lnTo>
                    <a:pt x="57827" y="375522"/>
                  </a:lnTo>
                  <a:lnTo>
                    <a:pt x="57219" y="368084"/>
                  </a:lnTo>
                  <a:lnTo>
                    <a:pt x="55805" y="361914"/>
                  </a:lnTo>
                  <a:lnTo>
                    <a:pt x="55908" y="359619"/>
                  </a:lnTo>
                  <a:lnTo>
                    <a:pt x="56080" y="355751"/>
                  </a:lnTo>
                  <a:lnTo>
                    <a:pt x="50003" y="349541"/>
                  </a:lnTo>
                  <a:lnTo>
                    <a:pt x="51092" y="341260"/>
                  </a:lnTo>
                  <a:lnTo>
                    <a:pt x="51812" y="340532"/>
                  </a:lnTo>
                  <a:lnTo>
                    <a:pt x="55384" y="336922"/>
                  </a:lnTo>
                  <a:lnTo>
                    <a:pt x="54007" y="327675"/>
                  </a:lnTo>
                  <a:lnTo>
                    <a:pt x="51684" y="323143"/>
                  </a:lnTo>
                  <a:lnTo>
                    <a:pt x="56087" y="316984"/>
                  </a:lnTo>
                  <a:lnTo>
                    <a:pt x="55752" y="313020"/>
                  </a:lnTo>
                  <a:lnTo>
                    <a:pt x="61191" y="305925"/>
                  </a:lnTo>
                  <a:lnTo>
                    <a:pt x="62032" y="298703"/>
                  </a:lnTo>
                  <a:lnTo>
                    <a:pt x="66657" y="290471"/>
                  </a:lnTo>
                  <a:lnTo>
                    <a:pt x="67266" y="282295"/>
                  </a:lnTo>
                  <a:lnTo>
                    <a:pt x="67631" y="281284"/>
                  </a:lnTo>
                  <a:lnTo>
                    <a:pt x="69761" y="275365"/>
                  </a:lnTo>
                  <a:lnTo>
                    <a:pt x="67424" y="270331"/>
                  </a:lnTo>
                  <a:lnTo>
                    <a:pt x="68187" y="265210"/>
                  </a:lnTo>
                  <a:lnTo>
                    <a:pt x="68723" y="259886"/>
                  </a:lnTo>
                  <a:lnTo>
                    <a:pt x="67153" y="250558"/>
                  </a:lnTo>
                  <a:lnTo>
                    <a:pt x="67249" y="243606"/>
                  </a:lnTo>
                  <a:lnTo>
                    <a:pt x="65419" y="243840"/>
                  </a:lnTo>
                  <a:lnTo>
                    <a:pt x="60361" y="244487"/>
                  </a:lnTo>
                  <a:lnTo>
                    <a:pt x="60167" y="244512"/>
                  </a:lnTo>
                  <a:lnTo>
                    <a:pt x="58350" y="235244"/>
                  </a:lnTo>
                  <a:lnTo>
                    <a:pt x="51542" y="230648"/>
                  </a:lnTo>
                  <a:lnTo>
                    <a:pt x="51732" y="221569"/>
                  </a:lnTo>
                  <a:lnTo>
                    <a:pt x="48216" y="215303"/>
                  </a:lnTo>
                  <a:lnTo>
                    <a:pt x="42446" y="210795"/>
                  </a:lnTo>
                  <a:lnTo>
                    <a:pt x="44649" y="206301"/>
                  </a:lnTo>
                  <a:lnTo>
                    <a:pt x="37976" y="203940"/>
                  </a:lnTo>
                  <a:lnTo>
                    <a:pt x="32562" y="197125"/>
                  </a:lnTo>
                  <a:lnTo>
                    <a:pt x="34183" y="192565"/>
                  </a:lnTo>
                  <a:lnTo>
                    <a:pt x="34991" y="182937"/>
                  </a:lnTo>
                  <a:lnTo>
                    <a:pt x="28949" y="170544"/>
                  </a:lnTo>
                  <a:lnTo>
                    <a:pt x="26049" y="166000"/>
                  </a:lnTo>
                  <a:lnTo>
                    <a:pt x="22400" y="160277"/>
                  </a:lnTo>
                  <a:lnTo>
                    <a:pt x="15042" y="156723"/>
                  </a:lnTo>
                  <a:lnTo>
                    <a:pt x="9208" y="150609"/>
                  </a:lnTo>
                  <a:lnTo>
                    <a:pt x="7816" y="149150"/>
                  </a:lnTo>
                  <a:lnTo>
                    <a:pt x="6645" y="131410"/>
                  </a:lnTo>
                  <a:lnTo>
                    <a:pt x="6210" y="124325"/>
                  </a:lnTo>
                  <a:lnTo>
                    <a:pt x="4954" y="103900"/>
                  </a:lnTo>
                  <a:lnTo>
                    <a:pt x="4734" y="100397"/>
                  </a:lnTo>
                  <a:lnTo>
                    <a:pt x="3415" y="7942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5174601" y="4086634"/>
              <a:ext cx="411035" cy="638412"/>
            </a:xfrm>
            <a:custGeom>
              <a:avLst/>
              <a:pathLst>
                <a:path w="411035" h="638412">
                  <a:moveTo>
                    <a:pt x="20189" y="437670"/>
                  </a:moveTo>
                  <a:lnTo>
                    <a:pt x="19600" y="432694"/>
                  </a:lnTo>
                  <a:lnTo>
                    <a:pt x="19223" y="394870"/>
                  </a:lnTo>
                  <a:lnTo>
                    <a:pt x="19192" y="391979"/>
                  </a:lnTo>
                  <a:lnTo>
                    <a:pt x="19057" y="384466"/>
                  </a:lnTo>
                  <a:lnTo>
                    <a:pt x="18411" y="349881"/>
                  </a:lnTo>
                  <a:lnTo>
                    <a:pt x="18075" y="332717"/>
                  </a:lnTo>
                  <a:lnTo>
                    <a:pt x="17508" y="304830"/>
                  </a:lnTo>
                  <a:lnTo>
                    <a:pt x="17340" y="296840"/>
                  </a:lnTo>
                  <a:lnTo>
                    <a:pt x="16807" y="272075"/>
                  </a:lnTo>
                  <a:lnTo>
                    <a:pt x="16540" y="258689"/>
                  </a:lnTo>
                  <a:lnTo>
                    <a:pt x="15888" y="227125"/>
                  </a:lnTo>
                  <a:lnTo>
                    <a:pt x="15431" y="205952"/>
                  </a:lnTo>
                  <a:lnTo>
                    <a:pt x="15346" y="200018"/>
                  </a:lnTo>
                  <a:lnTo>
                    <a:pt x="14737" y="159696"/>
                  </a:lnTo>
                  <a:lnTo>
                    <a:pt x="14673" y="156069"/>
                  </a:lnTo>
                  <a:lnTo>
                    <a:pt x="14125" y="125901"/>
                  </a:lnTo>
                  <a:lnTo>
                    <a:pt x="13776" y="107632"/>
                  </a:lnTo>
                  <a:lnTo>
                    <a:pt x="13475" y="92365"/>
                  </a:lnTo>
                  <a:lnTo>
                    <a:pt x="13369" y="87094"/>
                  </a:lnTo>
                  <a:lnTo>
                    <a:pt x="12806" y="52388"/>
                  </a:lnTo>
                  <a:lnTo>
                    <a:pt x="6411" y="49397"/>
                  </a:lnTo>
                  <a:lnTo>
                    <a:pt x="500" y="40778"/>
                  </a:lnTo>
                  <a:lnTo>
                    <a:pt x="0" y="39249"/>
                  </a:lnTo>
                  <a:lnTo>
                    <a:pt x="21131" y="36518"/>
                  </a:lnTo>
                  <a:lnTo>
                    <a:pt x="22703" y="36296"/>
                  </a:lnTo>
                  <a:lnTo>
                    <a:pt x="36532" y="34334"/>
                  </a:lnTo>
                  <a:lnTo>
                    <a:pt x="60133" y="31127"/>
                  </a:lnTo>
                  <a:lnTo>
                    <a:pt x="62103" y="30863"/>
                  </a:lnTo>
                  <a:lnTo>
                    <a:pt x="80953" y="28314"/>
                  </a:lnTo>
                  <a:lnTo>
                    <a:pt x="101841" y="25441"/>
                  </a:lnTo>
                  <a:lnTo>
                    <a:pt x="102607" y="25335"/>
                  </a:lnTo>
                  <a:lnTo>
                    <a:pt x="103224" y="25253"/>
                  </a:lnTo>
                  <a:lnTo>
                    <a:pt x="142182" y="20016"/>
                  </a:lnTo>
                  <a:lnTo>
                    <a:pt x="147658" y="19265"/>
                  </a:lnTo>
                  <a:lnTo>
                    <a:pt x="180416" y="14181"/>
                  </a:lnTo>
                  <a:lnTo>
                    <a:pt x="195849" y="11616"/>
                  </a:lnTo>
                  <a:lnTo>
                    <a:pt x="196624" y="11487"/>
                  </a:lnTo>
                  <a:lnTo>
                    <a:pt x="242067" y="4430"/>
                  </a:lnTo>
                  <a:lnTo>
                    <a:pt x="269821" y="0"/>
                  </a:lnTo>
                  <a:lnTo>
                    <a:pt x="272044" y="7471"/>
                  </a:lnTo>
                  <a:lnTo>
                    <a:pt x="274575" y="15308"/>
                  </a:lnTo>
                  <a:lnTo>
                    <a:pt x="278959" y="28876"/>
                  </a:lnTo>
                  <a:lnTo>
                    <a:pt x="284242" y="44355"/>
                  </a:lnTo>
                  <a:lnTo>
                    <a:pt x="285712" y="48657"/>
                  </a:lnTo>
                  <a:lnTo>
                    <a:pt x="288423" y="56590"/>
                  </a:lnTo>
                  <a:lnTo>
                    <a:pt x="290493" y="62646"/>
                  </a:lnTo>
                  <a:lnTo>
                    <a:pt x="298286" y="85736"/>
                  </a:lnTo>
                  <a:lnTo>
                    <a:pt x="304959" y="105482"/>
                  </a:lnTo>
                  <a:lnTo>
                    <a:pt x="306709" y="110924"/>
                  </a:lnTo>
                  <a:lnTo>
                    <a:pt x="311320" y="125262"/>
                  </a:lnTo>
                  <a:lnTo>
                    <a:pt x="313822" y="132926"/>
                  </a:lnTo>
                  <a:lnTo>
                    <a:pt x="319185" y="149344"/>
                  </a:lnTo>
                  <a:lnTo>
                    <a:pt x="323790" y="163439"/>
                  </a:lnTo>
                  <a:lnTo>
                    <a:pt x="328737" y="178571"/>
                  </a:lnTo>
                  <a:lnTo>
                    <a:pt x="330616" y="184346"/>
                  </a:lnTo>
                  <a:lnTo>
                    <a:pt x="332805" y="191067"/>
                  </a:lnTo>
                  <a:lnTo>
                    <a:pt x="344742" y="227685"/>
                  </a:lnTo>
                  <a:lnTo>
                    <a:pt x="345602" y="230318"/>
                  </a:lnTo>
                  <a:lnTo>
                    <a:pt x="355161" y="259495"/>
                  </a:lnTo>
                  <a:lnTo>
                    <a:pt x="355515" y="260576"/>
                  </a:lnTo>
                  <a:lnTo>
                    <a:pt x="358680" y="264511"/>
                  </a:lnTo>
                  <a:lnTo>
                    <a:pt x="364018" y="273300"/>
                  </a:lnTo>
                  <a:lnTo>
                    <a:pt x="365526" y="275781"/>
                  </a:lnTo>
                  <a:lnTo>
                    <a:pt x="369680" y="284446"/>
                  </a:lnTo>
                  <a:lnTo>
                    <a:pt x="371984" y="290508"/>
                  </a:lnTo>
                  <a:lnTo>
                    <a:pt x="373134" y="293535"/>
                  </a:lnTo>
                  <a:lnTo>
                    <a:pt x="380980" y="299829"/>
                  </a:lnTo>
                  <a:lnTo>
                    <a:pt x="381886" y="301446"/>
                  </a:lnTo>
                  <a:lnTo>
                    <a:pt x="382090" y="301810"/>
                  </a:lnTo>
                  <a:lnTo>
                    <a:pt x="386333" y="309383"/>
                  </a:lnTo>
                  <a:lnTo>
                    <a:pt x="386593" y="317610"/>
                  </a:lnTo>
                  <a:lnTo>
                    <a:pt x="386657" y="319655"/>
                  </a:lnTo>
                  <a:lnTo>
                    <a:pt x="384548" y="323468"/>
                  </a:lnTo>
                  <a:lnTo>
                    <a:pt x="390746" y="326353"/>
                  </a:lnTo>
                  <a:lnTo>
                    <a:pt x="398405" y="330496"/>
                  </a:lnTo>
                  <a:lnTo>
                    <a:pt x="396043" y="335140"/>
                  </a:lnTo>
                  <a:lnTo>
                    <a:pt x="395186" y="336823"/>
                  </a:lnTo>
                  <a:lnTo>
                    <a:pt x="388612" y="342352"/>
                  </a:lnTo>
                  <a:lnTo>
                    <a:pt x="383050" y="349746"/>
                  </a:lnTo>
                  <a:lnTo>
                    <a:pt x="385248" y="355660"/>
                  </a:lnTo>
                  <a:lnTo>
                    <a:pt x="385271" y="358913"/>
                  </a:lnTo>
                  <a:lnTo>
                    <a:pt x="385333" y="368025"/>
                  </a:lnTo>
                  <a:lnTo>
                    <a:pt x="385354" y="371196"/>
                  </a:lnTo>
                  <a:lnTo>
                    <a:pt x="381827" y="381407"/>
                  </a:lnTo>
                  <a:lnTo>
                    <a:pt x="379884" y="388757"/>
                  </a:lnTo>
                  <a:lnTo>
                    <a:pt x="382382" y="395958"/>
                  </a:lnTo>
                  <a:lnTo>
                    <a:pt x="383115" y="398072"/>
                  </a:lnTo>
                  <a:lnTo>
                    <a:pt x="384399" y="401771"/>
                  </a:lnTo>
                  <a:lnTo>
                    <a:pt x="384414" y="406651"/>
                  </a:lnTo>
                  <a:lnTo>
                    <a:pt x="393106" y="414800"/>
                  </a:lnTo>
                  <a:lnTo>
                    <a:pt x="394081" y="421025"/>
                  </a:lnTo>
                  <a:lnTo>
                    <a:pt x="396319" y="424017"/>
                  </a:lnTo>
                  <a:lnTo>
                    <a:pt x="395747" y="427375"/>
                  </a:lnTo>
                  <a:lnTo>
                    <a:pt x="394580" y="434206"/>
                  </a:lnTo>
                  <a:lnTo>
                    <a:pt x="395898" y="438768"/>
                  </a:lnTo>
                  <a:lnTo>
                    <a:pt x="394352" y="447908"/>
                  </a:lnTo>
                  <a:lnTo>
                    <a:pt x="395634" y="453021"/>
                  </a:lnTo>
                  <a:lnTo>
                    <a:pt x="395786" y="454678"/>
                  </a:lnTo>
                  <a:lnTo>
                    <a:pt x="395944" y="456413"/>
                  </a:lnTo>
                  <a:lnTo>
                    <a:pt x="394649" y="461358"/>
                  </a:lnTo>
                  <a:lnTo>
                    <a:pt x="396100" y="470442"/>
                  </a:lnTo>
                  <a:lnTo>
                    <a:pt x="405385" y="478938"/>
                  </a:lnTo>
                  <a:lnTo>
                    <a:pt x="407584" y="482787"/>
                  </a:lnTo>
                  <a:lnTo>
                    <a:pt x="409057" y="485364"/>
                  </a:lnTo>
                  <a:lnTo>
                    <a:pt x="411035" y="491858"/>
                  </a:lnTo>
                  <a:lnTo>
                    <a:pt x="407912" y="492414"/>
                  </a:lnTo>
                  <a:lnTo>
                    <a:pt x="395467" y="494595"/>
                  </a:lnTo>
                  <a:lnTo>
                    <a:pt x="375148" y="498275"/>
                  </a:lnTo>
                  <a:lnTo>
                    <a:pt x="358345" y="501368"/>
                  </a:lnTo>
                  <a:lnTo>
                    <a:pt x="357293" y="501560"/>
                  </a:lnTo>
                  <a:lnTo>
                    <a:pt x="329987" y="506515"/>
                  </a:lnTo>
                  <a:lnTo>
                    <a:pt x="314372" y="509355"/>
                  </a:lnTo>
                  <a:lnTo>
                    <a:pt x="298988" y="511857"/>
                  </a:lnTo>
                  <a:lnTo>
                    <a:pt x="288357" y="513570"/>
                  </a:lnTo>
                  <a:lnTo>
                    <a:pt x="282422" y="514521"/>
                  </a:lnTo>
                  <a:lnTo>
                    <a:pt x="263072" y="517594"/>
                  </a:lnTo>
                  <a:lnTo>
                    <a:pt x="260493" y="517995"/>
                  </a:lnTo>
                  <a:lnTo>
                    <a:pt x="241443" y="520935"/>
                  </a:lnTo>
                  <a:lnTo>
                    <a:pt x="227838" y="522943"/>
                  </a:lnTo>
                  <a:lnTo>
                    <a:pt x="217207" y="524498"/>
                  </a:lnTo>
                  <a:lnTo>
                    <a:pt x="212157" y="525232"/>
                  </a:lnTo>
                  <a:lnTo>
                    <a:pt x="201703" y="526801"/>
                  </a:lnTo>
                  <a:lnTo>
                    <a:pt x="175975" y="530539"/>
                  </a:lnTo>
                  <a:lnTo>
                    <a:pt x="159782" y="533042"/>
                  </a:lnTo>
                  <a:lnTo>
                    <a:pt x="147396" y="534922"/>
                  </a:lnTo>
                  <a:lnTo>
                    <a:pt x="137175" y="536488"/>
                  </a:lnTo>
                  <a:lnTo>
                    <a:pt x="128511" y="537768"/>
                  </a:lnTo>
                  <a:lnTo>
                    <a:pt x="129989" y="543468"/>
                  </a:lnTo>
                  <a:lnTo>
                    <a:pt x="126656" y="554965"/>
                  </a:lnTo>
                  <a:lnTo>
                    <a:pt x="138347" y="565923"/>
                  </a:lnTo>
                  <a:lnTo>
                    <a:pt x="140851" y="569313"/>
                  </a:lnTo>
                  <a:lnTo>
                    <a:pt x="150481" y="573772"/>
                  </a:lnTo>
                  <a:lnTo>
                    <a:pt x="155659" y="577573"/>
                  </a:lnTo>
                  <a:lnTo>
                    <a:pt x="156394" y="584261"/>
                  </a:lnTo>
                  <a:lnTo>
                    <a:pt x="153940" y="591587"/>
                  </a:lnTo>
                  <a:lnTo>
                    <a:pt x="153164" y="597203"/>
                  </a:lnTo>
                  <a:lnTo>
                    <a:pt x="157260" y="603058"/>
                  </a:lnTo>
                  <a:lnTo>
                    <a:pt x="162869" y="604887"/>
                  </a:lnTo>
                  <a:lnTo>
                    <a:pt x="156242" y="610167"/>
                  </a:lnTo>
                  <a:lnTo>
                    <a:pt x="154927" y="617961"/>
                  </a:lnTo>
                  <a:lnTo>
                    <a:pt x="148668" y="627063"/>
                  </a:lnTo>
                  <a:lnTo>
                    <a:pt x="133897" y="633155"/>
                  </a:lnTo>
                  <a:lnTo>
                    <a:pt x="116386" y="638412"/>
                  </a:lnTo>
                  <a:lnTo>
                    <a:pt x="108029" y="638193"/>
                  </a:lnTo>
                  <a:lnTo>
                    <a:pt x="116961" y="631714"/>
                  </a:lnTo>
                  <a:lnTo>
                    <a:pt x="117351" y="625953"/>
                  </a:lnTo>
                  <a:lnTo>
                    <a:pt x="108926" y="619535"/>
                  </a:lnTo>
                  <a:lnTo>
                    <a:pt x="102565" y="612378"/>
                  </a:lnTo>
                  <a:lnTo>
                    <a:pt x="99823" y="607469"/>
                  </a:lnTo>
                  <a:lnTo>
                    <a:pt x="102327" y="598951"/>
                  </a:lnTo>
                  <a:lnTo>
                    <a:pt x="100336" y="594732"/>
                  </a:lnTo>
                  <a:lnTo>
                    <a:pt x="97544" y="586540"/>
                  </a:lnTo>
                  <a:lnTo>
                    <a:pt x="88470" y="583770"/>
                  </a:lnTo>
                  <a:lnTo>
                    <a:pt x="83303" y="589542"/>
                  </a:lnTo>
                  <a:lnTo>
                    <a:pt x="83842" y="596739"/>
                  </a:lnTo>
                  <a:lnTo>
                    <a:pt x="82641" y="602300"/>
                  </a:lnTo>
                  <a:lnTo>
                    <a:pt x="80892" y="608378"/>
                  </a:lnTo>
                  <a:lnTo>
                    <a:pt x="82170" y="620923"/>
                  </a:lnTo>
                  <a:lnTo>
                    <a:pt x="80034" y="631641"/>
                  </a:lnTo>
                  <a:lnTo>
                    <a:pt x="73474" y="632482"/>
                  </a:lnTo>
                  <a:lnTo>
                    <a:pt x="66668" y="633713"/>
                  </a:lnTo>
                  <a:lnTo>
                    <a:pt x="59999" y="628208"/>
                  </a:lnTo>
                  <a:lnTo>
                    <a:pt x="53947" y="626580"/>
                  </a:lnTo>
                  <a:lnTo>
                    <a:pt x="50806" y="629391"/>
                  </a:lnTo>
                  <a:lnTo>
                    <a:pt x="47273" y="607538"/>
                  </a:lnTo>
                  <a:lnTo>
                    <a:pt x="43585" y="583842"/>
                  </a:lnTo>
                  <a:lnTo>
                    <a:pt x="43507" y="583361"/>
                  </a:lnTo>
                  <a:lnTo>
                    <a:pt x="42487" y="577077"/>
                  </a:lnTo>
                  <a:lnTo>
                    <a:pt x="38146" y="550346"/>
                  </a:lnTo>
                  <a:lnTo>
                    <a:pt x="35776" y="535761"/>
                  </a:lnTo>
                  <a:lnTo>
                    <a:pt x="29406" y="497175"/>
                  </a:lnTo>
                  <a:lnTo>
                    <a:pt x="29104" y="495345"/>
                  </a:lnTo>
                  <a:lnTo>
                    <a:pt x="25248" y="471982"/>
                  </a:lnTo>
                  <a:lnTo>
                    <a:pt x="23661" y="462390"/>
                  </a:lnTo>
                  <a:lnTo>
                    <a:pt x="21729" y="45072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6648409" y="2862769"/>
              <a:ext cx="11251" cy="8677"/>
            </a:xfrm>
            <a:custGeom>
              <a:avLst/>
              <a:pathLst>
                <a:path w="11251" h="8677">
                  <a:moveTo>
                    <a:pt x="0" y="6672"/>
                  </a:moveTo>
                  <a:lnTo>
                    <a:pt x="2664" y="5459"/>
                  </a:lnTo>
                  <a:lnTo>
                    <a:pt x="6376" y="3706"/>
                  </a:lnTo>
                  <a:lnTo>
                    <a:pt x="6163" y="0"/>
                  </a:lnTo>
                  <a:lnTo>
                    <a:pt x="8845" y="672"/>
                  </a:lnTo>
                  <a:lnTo>
                    <a:pt x="11251" y="4677"/>
                  </a:lnTo>
                  <a:lnTo>
                    <a:pt x="9868" y="6617"/>
                  </a:lnTo>
                  <a:lnTo>
                    <a:pt x="7101" y="7551"/>
                  </a:lnTo>
                  <a:lnTo>
                    <a:pt x="3159" y="867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6629108" y="2865756"/>
              <a:ext cx="12837" cy="13421"/>
            </a:xfrm>
            <a:custGeom>
              <a:avLst/>
              <a:pathLst>
                <a:path w="12837" h="13421">
                  <a:moveTo>
                    <a:pt x="0" y="8868"/>
                  </a:moveTo>
                  <a:lnTo>
                    <a:pt x="2331" y="7335"/>
                  </a:lnTo>
                  <a:lnTo>
                    <a:pt x="3450" y="2951"/>
                  </a:lnTo>
                  <a:lnTo>
                    <a:pt x="5544" y="0"/>
                  </a:lnTo>
                  <a:lnTo>
                    <a:pt x="7701" y="710"/>
                  </a:lnTo>
                  <a:lnTo>
                    <a:pt x="10062" y="1268"/>
                  </a:lnTo>
                  <a:lnTo>
                    <a:pt x="11234" y="1117"/>
                  </a:lnTo>
                  <a:lnTo>
                    <a:pt x="12837" y="3928"/>
                  </a:lnTo>
                  <a:lnTo>
                    <a:pt x="8611" y="5793"/>
                  </a:lnTo>
                  <a:lnTo>
                    <a:pt x="4845" y="7569"/>
                  </a:lnTo>
                  <a:lnTo>
                    <a:pt x="2985" y="10327"/>
                  </a:lnTo>
                  <a:lnTo>
                    <a:pt x="2092" y="13421"/>
                  </a:lnTo>
                  <a:lnTo>
                    <a:pt x="612" y="1054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6526360" y="2804562"/>
              <a:ext cx="128311" cy="69949"/>
            </a:xfrm>
            <a:custGeom>
              <a:avLst/>
              <a:pathLst>
                <a:path w="128311" h="69949">
                  <a:moveTo>
                    <a:pt x="1923" y="68490"/>
                  </a:moveTo>
                  <a:lnTo>
                    <a:pt x="700" y="47062"/>
                  </a:lnTo>
                  <a:lnTo>
                    <a:pt x="0" y="35128"/>
                  </a:lnTo>
                  <a:lnTo>
                    <a:pt x="8061" y="32572"/>
                  </a:lnTo>
                  <a:lnTo>
                    <a:pt x="11155" y="31584"/>
                  </a:lnTo>
                  <a:lnTo>
                    <a:pt x="13346" y="30881"/>
                  </a:lnTo>
                  <a:lnTo>
                    <a:pt x="15182" y="30291"/>
                  </a:lnTo>
                  <a:lnTo>
                    <a:pt x="26876" y="26627"/>
                  </a:lnTo>
                  <a:lnTo>
                    <a:pt x="32722" y="24772"/>
                  </a:lnTo>
                  <a:lnTo>
                    <a:pt x="37998" y="23085"/>
                  </a:lnTo>
                  <a:lnTo>
                    <a:pt x="38446" y="22941"/>
                  </a:lnTo>
                  <a:lnTo>
                    <a:pt x="44499" y="20988"/>
                  </a:lnTo>
                  <a:lnTo>
                    <a:pt x="45505" y="20662"/>
                  </a:lnTo>
                  <a:lnTo>
                    <a:pt x="50587" y="19007"/>
                  </a:lnTo>
                  <a:lnTo>
                    <a:pt x="54216" y="17788"/>
                  </a:lnTo>
                  <a:lnTo>
                    <a:pt x="63631" y="14624"/>
                  </a:lnTo>
                  <a:lnTo>
                    <a:pt x="65536" y="13969"/>
                  </a:lnTo>
                  <a:lnTo>
                    <a:pt x="66166" y="11674"/>
                  </a:lnTo>
                  <a:lnTo>
                    <a:pt x="66481" y="11547"/>
                  </a:lnTo>
                  <a:lnTo>
                    <a:pt x="68541" y="10716"/>
                  </a:lnTo>
                  <a:lnTo>
                    <a:pt x="67525" y="8326"/>
                  </a:lnTo>
                  <a:lnTo>
                    <a:pt x="68303" y="6736"/>
                  </a:lnTo>
                  <a:lnTo>
                    <a:pt x="69449" y="6489"/>
                  </a:lnTo>
                  <a:lnTo>
                    <a:pt x="71242" y="6102"/>
                  </a:lnTo>
                  <a:lnTo>
                    <a:pt x="71336" y="4771"/>
                  </a:lnTo>
                  <a:lnTo>
                    <a:pt x="71442" y="3265"/>
                  </a:lnTo>
                  <a:lnTo>
                    <a:pt x="73383" y="2008"/>
                  </a:lnTo>
                  <a:lnTo>
                    <a:pt x="74285" y="847"/>
                  </a:lnTo>
                  <a:lnTo>
                    <a:pt x="76671" y="684"/>
                  </a:lnTo>
                  <a:lnTo>
                    <a:pt x="78180" y="0"/>
                  </a:lnTo>
                  <a:lnTo>
                    <a:pt x="80083" y="4007"/>
                  </a:lnTo>
                  <a:lnTo>
                    <a:pt x="82337" y="6845"/>
                  </a:lnTo>
                  <a:lnTo>
                    <a:pt x="84413" y="8218"/>
                  </a:lnTo>
                  <a:lnTo>
                    <a:pt x="86106" y="7946"/>
                  </a:lnTo>
                  <a:lnTo>
                    <a:pt x="86841" y="6243"/>
                  </a:lnTo>
                  <a:lnTo>
                    <a:pt x="88425" y="6245"/>
                  </a:lnTo>
                  <a:lnTo>
                    <a:pt x="89418" y="8098"/>
                  </a:lnTo>
                  <a:lnTo>
                    <a:pt x="88322" y="11288"/>
                  </a:lnTo>
                  <a:lnTo>
                    <a:pt x="86972" y="12062"/>
                  </a:lnTo>
                  <a:lnTo>
                    <a:pt x="83790" y="14112"/>
                  </a:lnTo>
                  <a:lnTo>
                    <a:pt x="82529" y="15192"/>
                  </a:lnTo>
                  <a:lnTo>
                    <a:pt x="83929" y="17780"/>
                  </a:lnTo>
                  <a:lnTo>
                    <a:pt x="82613" y="19345"/>
                  </a:lnTo>
                  <a:lnTo>
                    <a:pt x="82443" y="21633"/>
                  </a:lnTo>
                  <a:lnTo>
                    <a:pt x="81102" y="22260"/>
                  </a:lnTo>
                  <a:lnTo>
                    <a:pt x="80216" y="22675"/>
                  </a:lnTo>
                  <a:lnTo>
                    <a:pt x="80293" y="22843"/>
                  </a:lnTo>
                  <a:lnTo>
                    <a:pt x="81599" y="25790"/>
                  </a:lnTo>
                  <a:lnTo>
                    <a:pt x="81542" y="26380"/>
                  </a:lnTo>
                  <a:lnTo>
                    <a:pt x="81425" y="27589"/>
                  </a:lnTo>
                  <a:lnTo>
                    <a:pt x="81719" y="27911"/>
                  </a:lnTo>
                  <a:lnTo>
                    <a:pt x="83301" y="29648"/>
                  </a:lnTo>
                  <a:lnTo>
                    <a:pt x="83686" y="28759"/>
                  </a:lnTo>
                  <a:lnTo>
                    <a:pt x="84319" y="27298"/>
                  </a:lnTo>
                  <a:lnTo>
                    <a:pt x="85593" y="27075"/>
                  </a:lnTo>
                  <a:lnTo>
                    <a:pt x="87119" y="28186"/>
                  </a:lnTo>
                  <a:lnTo>
                    <a:pt x="87677" y="28156"/>
                  </a:lnTo>
                  <a:lnTo>
                    <a:pt x="89405" y="28062"/>
                  </a:lnTo>
                  <a:lnTo>
                    <a:pt x="89727" y="28215"/>
                  </a:lnTo>
                  <a:lnTo>
                    <a:pt x="92028" y="29306"/>
                  </a:lnTo>
                  <a:lnTo>
                    <a:pt x="94810" y="32316"/>
                  </a:lnTo>
                  <a:lnTo>
                    <a:pt x="97206" y="34088"/>
                  </a:lnTo>
                  <a:lnTo>
                    <a:pt x="97606" y="35802"/>
                  </a:lnTo>
                  <a:lnTo>
                    <a:pt x="97142" y="38095"/>
                  </a:lnTo>
                  <a:lnTo>
                    <a:pt x="98425" y="39954"/>
                  </a:lnTo>
                  <a:lnTo>
                    <a:pt x="100546" y="40179"/>
                  </a:lnTo>
                  <a:lnTo>
                    <a:pt x="101202" y="39438"/>
                  </a:lnTo>
                  <a:lnTo>
                    <a:pt x="102982" y="40494"/>
                  </a:lnTo>
                  <a:lnTo>
                    <a:pt x="104635" y="42895"/>
                  </a:lnTo>
                  <a:lnTo>
                    <a:pt x="104839" y="45067"/>
                  </a:lnTo>
                  <a:lnTo>
                    <a:pt x="105060" y="45198"/>
                  </a:lnTo>
                  <a:lnTo>
                    <a:pt x="107088" y="46392"/>
                  </a:lnTo>
                  <a:lnTo>
                    <a:pt x="109167" y="46687"/>
                  </a:lnTo>
                  <a:lnTo>
                    <a:pt x="113343" y="45948"/>
                  </a:lnTo>
                  <a:lnTo>
                    <a:pt x="115292" y="45960"/>
                  </a:lnTo>
                  <a:lnTo>
                    <a:pt x="116785" y="44242"/>
                  </a:lnTo>
                  <a:lnTo>
                    <a:pt x="119624" y="42298"/>
                  </a:lnTo>
                  <a:lnTo>
                    <a:pt x="122348" y="39729"/>
                  </a:lnTo>
                  <a:lnTo>
                    <a:pt x="122678" y="38487"/>
                  </a:lnTo>
                  <a:lnTo>
                    <a:pt x="121861" y="36504"/>
                  </a:lnTo>
                  <a:lnTo>
                    <a:pt x="119241" y="35826"/>
                  </a:lnTo>
                  <a:lnTo>
                    <a:pt x="118168" y="33426"/>
                  </a:lnTo>
                  <a:lnTo>
                    <a:pt x="116606" y="30184"/>
                  </a:lnTo>
                  <a:lnTo>
                    <a:pt x="114161" y="30382"/>
                  </a:lnTo>
                  <a:lnTo>
                    <a:pt x="112955" y="31198"/>
                  </a:lnTo>
                  <a:lnTo>
                    <a:pt x="110426" y="29893"/>
                  </a:lnTo>
                  <a:lnTo>
                    <a:pt x="111954" y="28319"/>
                  </a:lnTo>
                  <a:lnTo>
                    <a:pt x="113427" y="27186"/>
                  </a:lnTo>
                  <a:lnTo>
                    <a:pt x="116843" y="27325"/>
                  </a:lnTo>
                  <a:lnTo>
                    <a:pt x="119765" y="29611"/>
                  </a:lnTo>
                  <a:lnTo>
                    <a:pt x="121659" y="32762"/>
                  </a:lnTo>
                  <a:lnTo>
                    <a:pt x="124898" y="37564"/>
                  </a:lnTo>
                  <a:lnTo>
                    <a:pt x="127147" y="42864"/>
                  </a:lnTo>
                  <a:lnTo>
                    <a:pt x="128221" y="46069"/>
                  </a:lnTo>
                  <a:lnTo>
                    <a:pt x="128311" y="49793"/>
                  </a:lnTo>
                  <a:lnTo>
                    <a:pt x="126903" y="50725"/>
                  </a:lnTo>
                  <a:lnTo>
                    <a:pt x="125599" y="47253"/>
                  </a:lnTo>
                  <a:lnTo>
                    <a:pt x="124889" y="44812"/>
                  </a:lnTo>
                  <a:lnTo>
                    <a:pt x="123401" y="45752"/>
                  </a:lnTo>
                  <a:lnTo>
                    <a:pt x="120237" y="47749"/>
                  </a:lnTo>
                  <a:lnTo>
                    <a:pt x="117112" y="50684"/>
                  </a:lnTo>
                  <a:lnTo>
                    <a:pt x="115182" y="50768"/>
                  </a:lnTo>
                  <a:lnTo>
                    <a:pt x="112969" y="52892"/>
                  </a:lnTo>
                  <a:lnTo>
                    <a:pt x="111730" y="54136"/>
                  </a:lnTo>
                  <a:lnTo>
                    <a:pt x="111257" y="56064"/>
                  </a:lnTo>
                  <a:lnTo>
                    <a:pt x="108658" y="57600"/>
                  </a:lnTo>
                  <a:lnTo>
                    <a:pt x="106007" y="60153"/>
                  </a:lnTo>
                  <a:lnTo>
                    <a:pt x="105611" y="60624"/>
                  </a:lnTo>
                  <a:lnTo>
                    <a:pt x="103880" y="62678"/>
                  </a:lnTo>
                  <a:lnTo>
                    <a:pt x="102675" y="65230"/>
                  </a:lnTo>
                  <a:lnTo>
                    <a:pt x="100772" y="67031"/>
                  </a:lnTo>
                  <a:lnTo>
                    <a:pt x="98014" y="68944"/>
                  </a:lnTo>
                  <a:lnTo>
                    <a:pt x="97719" y="66679"/>
                  </a:lnTo>
                  <a:lnTo>
                    <a:pt x="101282" y="63082"/>
                  </a:lnTo>
                  <a:lnTo>
                    <a:pt x="103217" y="59956"/>
                  </a:lnTo>
                  <a:lnTo>
                    <a:pt x="103883" y="58876"/>
                  </a:lnTo>
                  <a:lnTo>
                    <a:pt x="103259" y="56837"/>
                  </a:lnTo>
                  <a:lnTo>
                    <a:pt x="102386" y="56571"/>
                  </a:lnTo>
                  <a:lnTo>
                    <a:pt x="100291" y="55932"/>
                  </a:lnTo>
                  <a:lnTo>
                    <a:pt x="99672" y="58263"/>
                  </a:lnTo>
                  <a:lnTo>
                    <a:pt x="99382" y="59350"/>
                  </a:lnTo>
                  <a:lnTo>
                    <a:pt x="98272" y="59539"/>
                  </a:lnTo>
                  <a:lnTo>
                    <a:pt x="96544" y="60732"/>
                  </a:lnTo>
                  <a:lnTo>
                    <a:pt x="96097" y="62832"/>
                  </a:lnTo>
                  <a:lnTo>
                    <a:pt x="95260" y="64719"/>
                  </a:lnTo>
                  <a:lnTo>
                    <a:pt x="93648" y="65905"/>
                  </a:lnTo>
                  <a:lnTo>
                    <a:pt x="91811" y="66064"/>
                  </a:lnTo>
                  <a:lnTo>
                    <a:pt x="90840" y="67048"/>
                  </a:lnTo>
                  <a:lnTo>
                    <a:pt x="88569" y="62418"/>
                  </a:lnTo>
                  <a:lnTo>
                    <a:pt x="88313" y="61532"/>
                  </a:lnTo>
                  <a:lnTo>
                    <a:pt x="87787" y="59710"/>
                  </a:lnTo>
                  <a:lnTo>
                    <a:pt x="85458" y="59805"/>
                  </a:lnTo>
                  <a:lnTo>
                    <a:pt x="84780" y="59265"/>
                  </a:lnTo>
                  <a:lnTo>
                    <a:pt x="82020" y="57068"/>
                  </a:lnTo>
                  <a:lnTo>
                    <a:pt x="79756" y="56615"/>
                  </a:lnTo>
                  <a:lnTo>
                    <a:pt x="79271" y="56517"/>
                  </a:lnTo>
                  <a:lnTo>
                    <a:pt x="78133" y="54368"/>
                  </a:lnTo>
                  <a:lnTo>
                    <a:pt x="77149" y="51535"/>
                  </a:lnTo>
                  <a:lnTo>
                    <a:pt x="75746" y="52069"/>
                  </a:lnTo>
                  <a:lnTo>
                    <a:pt x="74801" y="49350"/>
                  </a:lnTo>
                  <a:lnTo>
                    <a:pt x="74268" y="47832"/>
                  </a:lnTo>
                  <a:lnTo>
                    <a:pt x="73723" y="46278"/>
                  </a:lnTo>
                  <a:lnTo>
                    <a:pt x="69904" y="47854"/>
                  </a:lnTo>
                  <a:lnTo>
                    <a:pt x="67901" y="48678"/>
                  </a:lnTo>
                  <a:lnTo>
                    <a:pt x="66866" y="49105"/>
                  </a:lnTo>
                  <a:lnTo>
                    <a:pt x="66356" y="49316"/>
                  </a:lnTo>
                  <a:lnTo>
                    <a:pt x="60053" y="51903"/>
                  </a:lnTo>
                  <a:lnTo>
                    <a:pt x="59759" y="51205"/>
                  </a:lnTo>
                  <a:lnTo>
                    <a:pt x="58242" y="51720"/>
                  </a:lnTo>
                  <a:lnTo>
                    <a:pt x="53513" y="53320"/>
                  </a:lnTo>
                  <a:lnTo>
                    <a:pt x="48548" y="55008"/>
                  </a:lnTo>
                  <a:lnTo>
                    <a:pt x="46218" y="55796"/>
                  </a:lnTo>
                  <a:lnTo>
                    <a:pt x="42475" y="57058"/>
                  </a:lnTo>
                  <a:lnTo>
                    <a:pt x="35417" y="59463"/>
                  </a:lnTo>
                  <a:lnTo>
                    <a:pt x="32814" y="60572"/>
                  </a:lnTo>
                  <a:lnTo>
                    <a:pt x="28477" y="61820"/>
                  </a:lnTo>
                  <a:lnTo>
                    <a:pt x="27952" y="63734"/>
                  </a:lnTo>
                  <a:lnTo>
                    <a:pt x="27697" y="63868"/>
                  </a:lnTo>
                  <a:lnTo>
                    <a:pt x="26578" y="64461"/>
                  </a:lnTo>
                  <a:lnTo>
                    <a:pt x="24748" y="63111"/>
                  </a:lnTo>
                  <a:lnTo>
                    <a:pt x="24193" y="63296"/>
                  </a:lnTo>
                  <a:lnTo>
                    <a:pt x="19636" y="64814"/>
                  </a:lnTo>
                  <a:lnTo>
                    <a:pt x="17816" y="65374"/>
                  </a:lnTo>
                  <a:lnTo>
                    <a:pt x="15320" y="66140"/>
                  </a:lnTo>
                  <a:lnTo>
                    <a:pt x="11809" y="67214"/>
                  </a:lnTo>
                  <a:lnTo>
                    <a:pt x="3170" y="69949"/>
                  </a:lnTo>
                  <a:lnTo>
                    <a:pt x="3029" y="6978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6268011" y="3451966"/>
              <a:ext cx="5285" cy="6896"/>
            </a:xfrm>
            <a:custGeom>
              <a:avLst/>
              <a:pathLst>
                <a:path w="5285" h="6896">
                  <a:moveTo>
                    <a:pt x="0" y="1491"/>
                  </a:moveTo>
                  <a:lnTo>
                    <a:pt x="1987" y="0"/>
                  </a:lnTo>
                  <a:lnTo>
                    <a:pt x="4186" y="1883"/>
                  </a:lnTo>
                  <a:lnTo>
                    <a:pt x="5285" y="6896"/>
                  </a:lnTo>
                  <a:lnTo>
                    <a:pt x="1441" y="681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041240" y="3323743"/>
              <a:ext cx="275061" cy="135109"/>
            </a:xfrm>
            <a:custGeom>
              <a:avLst/>
              <a:pathLst>
                <a:path w="275061" h="135109">
                  <a:moveTo>
                    <a:pt x="6270" y="86200"/>
                  </a:moveTo>
                  <a:lnTo>
                    <a:pt x="3053" y="72223"/>
                  </a:lnTo>
                  <a:lnTo>
                    <a:pt x="0" y="58045"/>
                  </a:lnTo>
                  <a:lnTo>
                    <a:pt x="4736" y="56800"/>
                  </a:lnTo>
                  <a:lnTo>
                    <a:pt x="24234" y="51621"/>
                  </a:lnTo>
                  <a:lnTo>
                    <a:pt x="30820" y="49884"/>
                  </a:lnTo>
                  <a:lnTo>
                    <a:pt x="37570" y="48095"/>
                  </a:lnTo>
                  <a:lnTo>
                    <a:pt x="42329" y="46826"/>
                  </a:lnTo>
                  <a:lnTo>
                    <a:pt x="61597" y="41684"/>
                  </a:lnTo>
                  <a:lnTo>
                    <a:pt x="63722" y="41112"/>
                  </a:lnTo>
                  <a:lnTo>
                    <a:pt x="77383" y="37397"/>
                  </a:lnTo>
                  <a:lnTo>
                    <a:pt x="78678" y="37042"/>
                  </a:lnTo>
                  <a:lnTo>
                    <a:pt x="95896" y="32343"/>
                  </a:lnTo>
                  <a:lnTo>
                    <a:pt x="112669" y="27730"/>
                  </a:lnTo>
                  <a:lnTo>
                    <a:pt x="113228" y="27572"/>
                  </a:lnTo>
                  <a:lnTo>
                    <a:pt x="125471" y="24083"/>
                  </a:lnTo>
                  <a:lnTo>
                    <a:pt x="126751" y="23718"/>
                  </a:lnTo>
                  <a:lnTo>
                    <a:pt x="138901" y="20228"/>
                  </a:lnTo>
                  <a:lnTo>
                    <a:pt x="139361" y="20095"/>
                  </a:lnTo>
                  <a:lnTo>
                    <a:pt x="150711" y="16711"/>
                  </a:lnTo>
                  <a:lnTo>
                    <a:pt x="154677" y="15520"/>
                  </a:lnTo>
                  <a:lnTo>
                    <a:pt x="155686" y="15223"/>
                  </a:lnTo>
                  <a:lnTo>
                    <a:pt x="162823" y="13115"/>
                  </a:lnTo>
                  <a:lnTo>
                    <a:pt x="171194" y="10626"/>
                  </a:lnTo>
                  <a:lnTo>
                    <a:pt x="181161" y="7637"/>
                  </a:lnTo>
                  <a:lnTo>
                    <a:pt x="181517" y="7530"/>
                  </a:lnTo>
                  <a:lnTo>
                    <a:pt x="186937" y="5889"/>
                  </a:lnTo>
                  <a:lnTo>
                    <a:pt x="206194" y="0"/>
                  </a:lnTo>
                  <a:lnTo>
                    <a:pt x="214634" y="25073"/>
                  </a:lnTo>
                  <a:lnTo>
                    <a:pt x="216683" y="30920"/>
                  </a:lnTo>
                  <a:lnTo>
                    <a:pt x="217955" y="34550"/>
                  </a:lnTo>
                  <a:lnTo>
                    <a:pt x="220582" y="42053"/>
                  </a:lnTo>
                  <a:lnTo>
                    <a:pt x="228520" y="64754"/>
                  </a:lnTo>
                  <a:lnTo>
                    <a:pt x="233439" y="78846"/>
                  </a:lnTo>
                  <a:lnTo>
                    <a:pt x="235313" y="84252"/>
                  </a:lnTo>
                  <a:lnTo>
                    <a:pt x="235765" y="85559"/>
                  </a:lnTo>
                  <a:lnTo>
                    <a:pt x="237855" y="91544"/>
                  </a:lnTo>
                  <a:lnTo>
                    <a:pt x="250102" y="88294"/>
                  </a:lnTo>
                  <a:lnTo>
                    <a:pt x="257918" y="85974"/>
                  </a:lnTo>
                  <a:lnTo>
                    <a:pt x="266738" y="83337"/>
                  </a:lnTo>
                  <a:lnTo>
                    <a:pt x="274428" y="80903"/>
                  </a:lnTo>
                  <a:lnTo>
                    <a:pt x="275061" y="90915"/>
                  </a:lnTo>
                  <a:lnTo>
                    <a:pt x="274347" y="92164"/>
                  </a:lnTo>
                  <a:lnTo>
                    <a:pt x="273996" y="99593"/>
                  </a:lnTo>
                  <a:lnTo>
                    <a:pt x="273970" y="106870"/>
                  </a:lnTo>
                  <a:lnTo>
                    <a:pt x="273756" y="109668"/>
                  </a:lnTo>
                  <a:lnTo>
                    <a:pt x="272452" y="115602"/>
                  </a:lnTo>
                  <a:lnTo>
                    <a:pt x="251428" y="124743"/>
                  </a:lnTo>
                  <a:lnTo>
                    <a:pt x="249741" y="128739"/>
                  </a:lnTo>
                  <a:lnTo>
                    <a:pt x="246305" y="128144"/>
                  </a:lnTo>
                  <a:lnTo>
                    <a:pt x="242796" y="129109"/>
                  </a:lnTo>
                  <a:lnTo>
                    <a:pt x="239525" y="134449"/>
                  </a:lnTo>
                  <a:lnTo>
                    <a:pt x="237732" y="135109"/>
                  </a:lnTo>
                  <a:lnTo>
                    <a:pt x="236198" y="130956"/>
                  </a:lnTo>
                  <a:lnTo>
                    <a:pt x="237245" y="125493"/>
                  </a:lnTo>
                  <a:lnTo>
                    <a:pt x="236730" y="123939"/>
                  </a:lnTo>
                  <a:lnTo>
                    <a:pt x="235613" y="121007"/>
                  </a:lnTo>
                  <a:lnTo>
                    <a:pt x="230971" y="120551"/>
                  </a:lnTo>
                  <a:lnTo>
                    <a:pt x="229387" y="115997"/>
                  </a:lnTo>
                  <a:lnTo>
                    <a:pt x="233550" y="113632"/>
                  </a:lnTo>
                  <a:lnTo>
                    <a:pt x="232519" y="112435"/>
                  </a:lnTo>
                  <a:lnTo>
                    <a:pt x="231332" y="111055"/>
                  </a:lnTo>
                  <a:lnTo>
                    <a:pt x="229232" y="111302"/>
                  </a:lnTo>
                  <a:lnTo>
                    <a:pt x="227997" y="111446"/>
                  </a:lnTo>
                  <a:lnTo>
                    <a:pt x="222518" y="112635"/>
                  </a:lnTo>
                  <a:lnTo>
                    <a:pt x="224288" y="117506"/>
                  </a:lnTo>
                  <a:lnTo>
                    <a:pt x="226757" y="121981"/>
                  </a:lnTo>
                  <a:lnTo>
                    <a:pt x="228016" y="125208"/>
                  </a:lnTo>
                  <a:lnTo>
                    <a:pt x="225386" y="125234"/>
                  </a:lnTo>
                  <a:lnTo>
                    <a:pt x="221940" y="123196"/>
                  </a:lnTo>
                  <a:lnTo>
                    <a:pt x="220962" y="118087"/>
                  </a:lnTo>
                  <a:lnTo>
                    <a:pt x="217495" y="115963"/>
                  </a:lnTo>
                  <a:lnTo>
                    <a:pt x="211342" y="111924"/>
                  </a:lnTo>
                  <a:lnTo>
                    <a:pt x="208681" y="111184"/>
                  </a:lnTo>
                  <a:lnTo>
                    <a:pt x="208358" y="108286"/>
                  </a:lnTo>
                  <a:lnTo>
                    <a:pt x="205799" y="105782"/>
                  </a:lnTo>
                  <a:lnTo>
                    <a:pt x="200836" y="100135"/>
                  </a:lnTo>
                  <a:lnTo>
                    <a:pt x="203167" y="95474"/>
                  </a:lnTo>
                  <a:lnTo>
                    <a:pt x="201902" y="93667"/>
                  </a:lnTo>
                  <a:lnTo>
                    <a:pt x="201675" y="90507"/>
                  </a:lnTo>
                  <a:lnTo>
                    <a:pt x="204320" y="89358"/>
                  </a:lnTo>
                  <a:lnTo>
                    <a:pt x="205976" y="89125"/>
                  </a:lnTo>
                  <a:lnTo>
                    <a:pt x="208114" y="88528"/>
                  </a:lnTo>
                  <a:lnTo>
                    <a:pt x="207222" y="86343"/>
                  </a:lnTo>
                  <a:lnTo>
                    <a:pt x="206280" y="84033"/>
                  </a:lnTo>
                  <a:lnTo>
                    <a:pt x="204909" y="84641"/>
                  </a:lnTo>
                  <a:lnTo>
                    <a:pt x="201885" y="82179"/>
                  </a:lnTo>
                  <a:lnTo>
                    <a:pt x="199839" y="82800"/>
                  </a:lnTo>
                  <a:lnTo>
                    <a:pt x="197840" y="86068"/>
                  </a:lnTo>
                  <a:lnTo>
                    <a:pt x="196255" y="85985"/>
                  </a:lnTo>
                  <a:lnTo>
                    <a:pt x="195783" y="82599"/>
                  </a:lnTo>
                  <a:lnTo>
                    <a:pt x="192432" y="81462"/>
                  </a:lnTo>
                  <a:lnTo>
                    <a:pt x="192397" y="78969"/>
                  </a:lnTo>
                  <a:lnTo>
                    <a:pt x="196152" y="77170"/>
                  </a:lnTo>
                  <a:lnTo>
                    <a:pt x="197206" y="72462"/>
                  </a:lnTo>
                  <a:lnTo>
                    <a:pt x="200952" y="74495"/>
                  </a:lnTo>
                  <a:lnTo>
                    <a:pt x="202190" y="72740"/>
                  </a:lnTo>
                  <a:lnTo>
                    <a:pt x="201332" y="70910"/>
                  </a:lnTo>
                  <a:lnTo>
                    <a:pt x="200116" y="68315"/>
                  </a:lnTo>
                  <a:lnTo>
                    <a:pt x="199467" y="65655"/>
                  </a:lnTo>
                  <a:lnTo>
                    <a:pt x="196813" y="66460"/>
                  </a:lnTo>
                  <a:lnTo>
                    <a:pt x="193383" y="68839"/>
                  </a:lnTo>
                  <a:lnTo>
                    <a:pt x="193516" y="72884"/>
                  </a:lnTo>
                  <a:lnTo>
                    <a:pt x="191337" y="74314"/>
                  </a:lnTo>
                  <a:lnTo>
                    <a:pt x="190353" y="67512"/>
                  </a:lnTo>
                  <a:lnTo>
                    <a:pt x="191204" y="61884"/>
                  </a:lnTo>
                  <a:lnTo>
                    <a:pt x="191676" y="59081"/>
                  </a:lnTo>
                  <a:lnTo>
                    <a:pt x="193970" y="59284"/>
                  </a:lnTo>
                  <a:lnTo>
                    <a:pt x="196044" y="59466"/>
                  </a:lnTo>
                  <a:lnTo>
                    <a:pt x="194459" y="54109"/>
                  </a:lnTo>
                  <a:lnTo>
                    <a:pt x="193151" y="52243"/>
                  </a:lnTo>
                  <a:lnTo>
                    <a:pt x="190819" y="50846"/>
                  </a:lnTo>
                  <a:lnTo>
                    <a:pt x="191418" y="45257"/>
                  </a:lnTo>
                  <a:lnTo>
                    <a:pt x="192047" y="40549"/>
                  </a:lnTo>
                  <a:lnTo>
                    <a:pt x="193330" y="37851"/>
                  </a:lnTo>
                  <a:lnTo>
                    <a:pt x="193572" y="34799"/>
                  </a:lnTo>
                  <a:lnTo>
                    <a:pt x="195568" y="31287"/>
                  </a:lnTo>
                  <a:lnTo>
                    <a:pt x="197986" y="29316"/>
                  </a:lnTo>
                  <a:lnTo>
                    <a:pt x="198997" y="28490"/>
                  </a:lnTo>
                  <a:lnTo>
                    <a:pt x="200479" y="26416"/>
                  </a:lnTo>
                  <a:lnTo>
                    <a:pt x="199375" y="23657"/>
                  </a:lnTo>
                  <a:lnTo>
                    <a:pt x="197972" y="24120"/>
                  </a:lnTo>
                  <a:lnTo>
                    <a:pt x="196683" y="24545"/>
                  </a:lnTo>
                  <a:lnTo>
                    <a:pt x="192885" y="29447"/>
                  </a:lnTo>
                  <a:lnTo>
                    <a:pt x="189621" y="34635"/>
                  </a:lnTo>
                  <a:lnTo>
                    <a:pt x="186628" y="39664"/>
                  </a:lnTo>
                  <a:lnTo>
                    <a:pt x="185593" y="42232"/>
                  </a:lnTo>
                  <a:lnTo>
                    <a:pt x="184709" y="44423"/>
                  </a:lnTo>
                  <a:lnTo>
                    <a:pt x="183048" y="45951"/>
                  </a:lnTo>
                  <a:lnTo>
                    <a:pt x="182508" y="46448"/>
                  </a:lnTo>
                  <a:lnTo>
                    <a:pt x="181368" y="48866"/>
                  </a:lnTo>
                  <a:lnTo>
                    <a:pt x="179222" y="49486"/>
                  </a:lnTo>
                  <a:lnTo>
                    <a:pt x="177287" y="50147"/>
                  </a:lnTo>
                  <a:lnTo>
                    <a:pt x="177083" y="50649"/>
                  </a:lnTo>
                  <a:lnTo>
                    <a:pt x="176294" y="52591"/>
                  </a:lnTo>
                  <a:lnTo>
                    <a:pt x="182680" y="54394"/>
                  </a:lnTo>
                  <a:lnTo>
                    <a:pt x="184084" y="57997"/>
                  </a:lnTo>
                  <a:lnTo>
                    <a:pt x="184965" y="60884"/>
                  </a:lnTo>
                  <a:lnTo>
                    <a:pt x="187068" y="62719"/>
                  </a:lnTo>
                  <a:lnTo>
                    <a:pt x="184558" y="65743"/>
                  </a:lnTo>
                  <a:lnTo>
                    <a:pt x="183835" y="68059"/>
                  </a:lnTo>
                  <a:lnTo>
                    <a:pt x="185329" y="68848"/>
                  </a:lnTo>
                  <a:lnTo>
                    <a:pt x="184931" y="71644"/>
                  </a:lnTo>
                  <a:lnTo>
                    <a:pt x="184771" y="72085"/>
                  </a:lnTo>
                  <a:lnTo>
                    <a:pt x="184191" y="73685"/>
                  </a:lnTo>
                  <a:lnTo>
                    <a:pt x="183389" y="76612"/>
                  </a:lnTo>
                  <a:lnTo>
                    <a:pt x="185166" y="77082"/>
                  </a:lnTo>
                  <a:lnTo>
                    <a:pt x="184114" y="81524"/>
                  </a:lnTo>
                  <a:lnTo>
                    <a:pt x="182937" y="84321"/>
                  </a:lnTo>
                  <a:lnTo>
                    <a:pt x="185391" y="86148"/>
                  </a:lnTo>
                  <a:lnTo>
                    <a:pt x="185601" y="87019"/>
                  </a:lnTo>
                  <a:lnTo>
                    <a:pt x="186479" y="90664"/>
                  </a:lnTo>
                  <a:lnTo>
                    <a:pt x="188444" y="93932"/>
                  </a:lnTo>
                  <a:lnTo>
                    <a:pt x="189629" y="99702"/>
                  </a:lnTo>
                  <a:lnTo>
                    <a:pt x="192164" y="103452"/>
                  </a:lnTo>
                  <a:lnTo>
                    <a:pt x="195344" y="105744"/>
                  </a:lnTo>
                  <a:lnTo>
                    <a:pt x="199674" y="108694"/>
                  </a:lnTo>
                  <a:lnTo>
                    <a:pt x="200604" y="110673"/>
                  </a:lnTo>
                  <a:lnTo>
                    <a:pt x="200686" y="113957"/>
                  </a:lnTo>
                  <a:lnTo>
                    <a:pt x="200703" y="114629"/>
                  </a:lnTo>
                  <a:lnTo>
                    <a:pt x="202620" y="115264"/>
                  </a:lnTo>
                  <a:lnTo>
                    <a:pt x="202725" y="119763"/>
                  </a:lnTo>
                  <a:lnTo>
                    <a:pt x="206189" y="123654"/>
                  </a:lnTo>
                  <a:lnTo>
                    <a:pt x="208889" y="126033"/>
                  </a:lnTo>
                  <a:lnTo>
                    <a:pt x="209066" y="129099"/>
                  </a:lnTo>
                  <a:lnTo>
                    <a:pt x="210823" y="133598"/>
                  </a:lnTo>
                  <a:lnTo>
                    <a:pt x="207126" y="131253"/>
                  </a:lnTo>
                  <a:lnTo>
                    <a:pt x="202986" y="129296"/>
                  </a:lnTo>
                  <a:lnTo>
                    <a:pt x="200172" y="130406"/>
                  </a:lnTo>
                  <a:lnTo>
                    <a:pt x="196049" y="128655"/>
                  </a:lnTo>
                  <a:lnTo>
                    <a:pt x="191967" y="124965"/>
                  </a:lnTo>
                  <a:lnTo>
                    <a:pt x="186848" y="124852"/>
                  </a:lnTo>
                  <a:lnTo>
                    <a:pt x="183039" y="125897"/>
                  </a:lnTo>
                  <a:lnTo>
                    <a:pt x="178948" y="125727"/>
                  </a:lnTo>
                  <a:lnTo>
                    <a:pt x="177628" y="125629"/>
                  </a:lnTo>
                  <a:lnTo>
                    <a:pt x="175296" y="125456"/>
                  </a:lnTo>
                  <a:lnTo>
                    <a:pt x="171165" y="123270"/>
                  </a:lnTo>
                  <a:lnTo>
                    <a:pt x="167422" y="121481"/>
                  </a:lnTo>
                  <a:lnTo>
                    <a:pt x="164471" y="116383"/>
                  </a:lnTo>
                  <a:lnTo>
                    <a:pt x="163170" y="114875"/>
                  </a:lnTo>
                  <a:lnTo>
                    <a:pt x="160216" y="117386"/>
                  </a:lnTo>
                  <a:lnTo>
                    <a:pt x="157768" y="119208"/>
                  </a:lnTo>
                  <a:lnTo>
                    <a:pt x="153349" y="122858"/>
                  </a:lnTo>
                  <a:lnTo>
                    <a:pt x="149501" y="119562"/>
                  </a:lnTo>
                  <a:lnTo>
                    <a:pt x="148271" y="111748"/>
                  </a:lnTo>
                  <a:lnTo>
                    <a:pt x="150625" y="106110"/>
                  </a:lnTo>
                  <a:lnTo>
                    <a:pt x="153462" y="104210"/>
                  </a:lnTo>
                  <a:lnTo>
                    <a:pt x="152994" y="102698"/>
                  </a:lnTo>
                  <a:lnTo>
                    <a:pt x="152105" y="99861"/>
                  </a:lnTo>
                  <a:lnTo>
                    <a:pt x="154136" y="96771"/>
                  </a:lnTo>
                  <a:lnTo>
                    <a:pt x="154409" y="96355"/>
                  </a:lnTo>
                  <a:lnTo>
                    <a:pt x="155891" y="95897"/>
                  </a:lnTo>
                  <a:lnTo>
                    <a:pt x="156031" y="93625"/>
                  </a:lnTo>
                  <a:lnTo>
                    <a:pt x="155877" y="92969"/>
                  </a:lnTo>
                  <a:lnTo>
                    <a:pt x="155198" y="90084"/>
                  </a:lnTo>
                  <a:lnTo>
                    <a:pt x="155087" y="89613"/>
                  </a:lnTo>
                  <a:lnTo>
                    <a:pt x="157541" y="85224"/>
                  </a:lnTo>
                  <a:lnTo>
                    <a:pt x="160412" y="80003"/>
                  </a:lnTo>
                  <a:lnTo>
                    <a:pt x="153716" y="76142"/>
                  </a:lnTo>
                  <a:lnTo>
                    <a:pt x="150953" y="74545"/>
                  </a:lnTo>
                  <a:lnTo>
                    <a:pt x="147713" y="80354"/>
                  </a:lnTo>
                  <a:lnTo>
                    <a:pt x="145613" y="78579"/>
                  </a:lnTo>
                  <a:lnTo>
                    <a:pt x="143682" y="78956"/>
                  </a:lnTo>
                  <a:lnTo>
                    <a:pt x="142384" y="79208"/>
                  </a:lnTo>
                  <a:lnTo>
                    <a:pt x="139361" y="78638"/>
                  </a:lnTo>
                  <a:lnTo>
                    <a:pt x="138638" y="75577"/>
                  </a:lnTo>
                  <a:lnTo>
                    <a:pt x="134632" y="74719"/>
                  </a:lnTo>
                  <a:lnTo>
                    <a:pt x="133464" y="74737"/>
                  </a:lnTo>
                  <a:lnTo>
                    <a:pt x="132682" y="74749"/>
                  </a:lnTo>
                  <a:lnTo>
                    <a:pt x="131672" y="74764"/>
                  </a:lnTo>
                  <a:lnTo>
                    <a:pt x="125588" y="75353"/>
                  </a:lnTo>
                  <a:lnTo>
                    <a:pt x="123965" y="73471"/>
                  </a:lnTo>
                  <a:lnTo>
                    <a:pt x="121489" y="72954"/>
                  </a:lnTo>
                  <a:lnTo>
                    <a:pt x="120638" y="70000"/>
                  </a:lnTo>
                  <a:lnTo>
                    <a:pt x="122148" y="67615"/>
                  </a:lnTo>
                  <a:lnTo>
                    <a:pt x="122962" y="64744"/>
                  </a:lnTo>
                  <a:lnTo>
                    <a:pt x="120279" y="62938"/>
                  </a:lnTo>
                  <a:lnTo>
                    <a:pt x="116551" y="61743"/>
                  </a:lnTo>
                  <a:lnTo>
                    <a:pt x="114135" y="60617"/>
                  </a:lnTo>
                  <a:lnTo>
                    <a:pt x="109460" y="60731"/>
                  </a:lnTo>
                  <a:lnTo>
                    <a:pt x="108791" y="60844"/>
                  </a:lnTo>
                  <a:lnTo>
                    <a:pt x="106372" y="61252"/>
                  </a:lnTo>
                  <a:lnTo>
                    <a:pt x="104272" y="59301"/>
                  </a:lnTo>
                  <a:lnTo>
                    <a:pt x="103672" y="55613"/>
                  </a:lnTo>
                  <a:lnTo>
                    <a:pt x="98977" y="51035"/>
                  </a:lnTo>
                  <a:lnTo>
                    <a:pt x="97781" y="49378"/>
                  </a:lnTo>
                  <a:lnTo>
                    <a:pt x="96577" y="47712"/>
                  </a:lnTo>
                  <a:lnTo>
                    <a:pt x="95057" y="43254"/>
                  </a:lnTo>
                  <a:lnTo>
                    <a:pt x="89273" y="43241"/>
                  </a:lnTo>
                  <a:lnTo>
                    <a:pt x="84864" y="44961"/>
                  </a:lnTo>
                  <a:lnTo>
                    <a:pt x="83323" y="43851"/>
                  </a:lnTo>
                  <a:lnTo>
                    <a:pt x="79296" y="40946"/>
                  </a:lnTo>
                  <a:lnTo>
                    <a:pt x="71519" y="44052"/>
                  </a:lnTo>
                  <a:lnTo>
                    <a:pt x="67107" y="47466"/>
                  </a:lnTo>
                  <a:lnTo>
                    <a:pt x="66044" y="47951"/>
                  </a:lnTo>
                  <a:lnTo>
                    <a:pt x="63344" y="49182"/>
                  </a:lnTo>
                  <a:lnTo>
                    <a:pt x="61340" y="54382"/>
                  </a:lnTo>
                  <a:lnTo>
                    <a:pt x="60760" y="57515"/>
                  </a:lnTo>
                  <a:lnTo>
                    <a:pt x="60344" y="57608"/>
                  </a:lnTo>
                  <a:lnTo>
                    <a:pt x="53380" y="59165"/>
                  </a:lnTo>
                  <a:lnTo>
                    <a:pt x="49492" y="59080"/>
                  </a:lnTo>
                  <a:lnTo>
                    <a:pt x="46348" y="59009"/>
                  </a:lnTo>
                  <a:lnTo>
                    <a:pt x="43555" y="55486"/>
                  </a:lnTo>
                  <a:lnTo>
                    <a:pt x="41220" y="53834"/>
                  </a:lnTo>
                  <a:lnTo>
                    <a:pt x="38274" y="61294"/>
                  </a:lnTo>
                  <a:lnTo>
                    <a:pt x="34471" y="68190"/>
                  </a:lnTo>
                  <a:lnTo>
                    <a:pt x="34390" y="71325"/>
                  </a:lnTo>
                  <a:lnTo>
                    <a:pt x="29335" y="70033"/>
                  </a:lnTo>
                  <a:lnTo>
                    <a:pt x="27548" y="70543"/>
                  </a:lnTo>
                  <a:lnTo>
                    <a:pt x="26207" y="70925"/>
                  </a:lnTo>
                  <a:lnTo>
                    <a:pt x="23252" y="77351"/>
                  </a:lnTo>
                  <a:lnTo>
                    <a:pt x="19167" y="84311"/>
                  </a:lnTo>
                  <a:lnTo>
                    <a:pt x="18256" y="85859"/>
                  </a:lnTo>
                  <a:lnTo>
                    <a:pt x="14852" y="89233"/>
                  </a:lnTo>
                  <a:lnTo>
                    <a:pt x="11732" y="93974"/>
                  </a:lnTo>
                  <a:lnTo>
                    <a:pt x="8580" y="9653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6681150" y="2504742"/>
              <a:ext cx="5122" cy="8140"/>
            </a:xfrm>
            <a:custGeom>
              <a:avLst/>
              <a:pathLst>
                <a:path w="5122" h="8140">
                  <a:moveTo>
                    <a:pt x="0" y="2597"/>
                  </a:moveTo>
                  <a:lnTo>
                    <a:pt x="2052" y="0"/>
                  </a:lnTo>
                  <a:lnTo>
                    <a:pt x="5122" y="3682"/>
                  </a:lnTo>
                  <a:lnTo>
                    <a:pt x="4412" y="8140"/>
                  </a:lnTo>
                  <a:lnTo>
                    <a:pt x="435" y="6940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6523335" y="2224509"/>
              <a:ext cx="232708" cy="385949"/>
            </a:xfrm>
            <a:custGeom>
              <a:avLst/>
              <a:pathLst>
                <a:path w="232708" h="385949">
                  <a:moveTo>
                    <a:pt x="0" y="218391"/>
                  </a:moveTo>
                  <a:lnTo>
                    <a:pt x="2238" y="216952"/>
                  </a:lnTo>
                  <a:lnTo>
                    <a:pt x="2631" y="213869"/>
                  </a:lnTo>
                  <a:lnTo>
                    <a:pt x="6378" y="213604"/>
                  </a:lnTo>
                  <a:lnTo>
                    <a:pt x="9387" y="215598"/>
                  </a:lnTo>
                  <a:lnTo>
                    <a:pt x="12079" y="219651"/>
                  </a:lnTo>
                  <a:lnTo>
                    <a:pt x="14784" y="219019"/>
                  </a:lnTo>
                  <a:lnTo>
                    <a:pt x="14244" y="215897"/>
                  </a:lnTo>
                  <a:lnTo>
                    <a:pt x="14024" y="214628"/>
                  </a:lnTo>
                  <a:lnTo>
                    <a:pt x="14423" y="212268"/>
                  </a:lnTo>
                  <a:lnTo>
                    <a:pt x="12972" y="210165"/>
                  </a:lnTo>
                  <a:lnTo>
                    <a:pt x="12641" y="207154"/>
                  </a:lnTo>
                  <a:lnTo>
                    <a:pt x="10919" y="205700"/>
                  </a:lnTo>
                  <a:lnTo>
                    <a:pt x="12347" y="202387"/>
                  </a:lnTo>
                  <a:lnTo>
                    <a:pt x="13799" y="202072"/>
                  </a:lnTo>
                  <a:lnTo>
                    <a:pt x="16006" y="203805"/>
                  </a:lnTo>
                  <a:lnTo>
                    <a:pt x="18902" y="203122"/>
                  </a:lnTo>
                  <a:lnTo>
                    <a:pt x="21511" y="203065"/>
                  </a:lnTo>
                  <a:lnTo>
                    <a:pt x="20160" y="199637"/>
                  </a:lnTo>
                  <a:lnTo>
                    <a:pt x="17352" y="198535"/>
                  </a:lnTo>
                  <a:lnTo>
                    <a:pt x="13080" y="195014"/>
                  </a:lnTo>
                  <a:lnTo>
                    <a:pt x="13352" y="190113"/>
                  </a:lnTo>
                  <a:lnTo>
                    <a:pt x="14377" y="186655"/>
                  </a:lnTo>
                  <a:lnTo>
                    <a:pt x="16485" y="182927"/>
                  </a:lnTo>
                  <a:lnTo>
                    <a:pt x="17401" y="179229"/>
                  </a:lnTo>
                  <a:lnTo>
                    <a:pt x="21885" y="174218"/>
                  </a:lnTo>
                  <a:lnTo>
                    <a:pt x="24287" y="170505"/>
                  </a:lnTo>
                  <a:lnTo>
                    <a:pt x="21068" y="167180"/>
                  </a:lnTo>
                  <a:lnTo>
                    <a:pt x="21399" y="165047"/>
                  </a:lnTo>
                  <a:lnTo>
                    <a:pt x="23540" y="160135"/>
                  </a:lnTo>
                  <a:lnTo>
                    <a:pt x="26122" y="155793"/>
                  </a:lnTo>
                  <a:lnTo>
                    <a:pt x="25188" y="152357"/>
                  </a:lnTo>
                  <a:lnTo>
                    <a:pt x="23627" y="150329"/>
                  </a:lnTo>
                  <a:lnTo>
                    <a:pt x="21170" y="151382"/>
                  </a:lnTo>
                  <a:lnTo>
                    <a:pt x="20571" y="148289"/>
                  </a:lnTo>
                  <a:lnTo>
                    <a:pt x="19205" y="147028"/>
                  </a:lnTo>
                  <a:lnTo>
                    <a:pt x="18501" y="143515"/>
                  </a:lnTo>
                  <a:lnTo>
                    <a:pt x="19408" y="139596"/>
                  </a:lnTo>
                  <a:lnTo>
                    <a:pt x="19540" y="135794"/>
                  </a:lnTo>
                  <a:lnTo>
                    <a:pt x="15571" y="133508"/>
                  </a:lnTo>
                  <a:lnTo>
                    <a:pt x="15579" y="128065"/>
                  </a:lnTo>
                  <a:lnTo>
                    <a:pt x="15612" y="124641"/>
                  </a:lnTo>
                  <a:lnTo>
                    <a:pt x="16542" y="122883"/>
                  </a:lnTo>
                  <a:lnTo>
                    <a:pt x="15501" y="120474"/>
                  </a:lnTo>
                  <a:lnTo>
                    <a:pt x="16986" y="117215"/>
                  </a:lnTo>
                  <a:lnTo>
                    <a:pt x="18491" y="114523"/>
                  </a:lnTo>
                  <a:lnTo>
                    <a:pt x="19670" y="111686"/>
                  </a:lnTo>
                  <a:lnTo>
                    <a:pt x="20471" y="109682"/>
                  </a:lnTo>
                  <a:lnTo>
                    <a:pt x="17649" y="97847"/>
                  </a:lnTo>
                  <a:lnTo>
                    <a:pt x="15254" y="87862"/>
                  </a:lnTo>
                  <a:lnTo>
                    <a:pt x="18869" y="70212"/>
                  </a:lnTo>
                  <a:lnTo>
                    <a:pt x="23950" y="45593"/>
                  </a:lnTo>
                  <a:lnTo>
                    <a:pt x="26482" y="33262"/>
                  </a:lnTo>
                  <a:lnTo>
                    <a:pt x="31010" y="12655"/>
                  </a:lnTo>
                  <a:lnTo>
                    <a:pt x="34422" y="11783"/>
                  </a:lnTo>
                  <a:lnTo>
                    <a:pt x="37314" y="11949"/>
                  </a:lnTo>
                  <a:lnTo>
                    <a:pt x="41217" y="11548"/>
                  </a:lnTo>
                  <a:lnTo>
                    <a:pt x="41894" y="15275"/>
                  </a:lnTo>
                  <a:lnTo>
                    <a:pt x="46811" y="25236"/>
                  </a:lnTo>
                  <a:lnTo>
                    <a:pt x="51568" y="26171"/>
                  </a:lnTo>
                  <a:lnTo>
                    <a:pt x="55965" y="27417"/>
                  </a:lnTo>
                  <a:lnTo>
                    <a:pt x="59684" y="22442"/>
                  </a:lnTo>
                  <a:lnTo>
                    <a:pt x="65263" y="17659"/>
                  </a:lnTo>
                  <a:lnTo>
                    <a:pt x="68624" y="15609"/>
                  </a:lnTo>
                  <a:lnTo>
                    <a:pt x="68392" y="12774"/>
                  </a:lnTo>
                  <a:lnTo>
                    <a:pt x="71997" y="9876"/>
                  </a:lnTo>
                  <a:lnTo>
                    <a:pt x="74720" y="9669"/>
                  </a:lnTo>
                  <a:lnTo>
                    <a:pt x="78761" y="7367"/>
                  </a:lnTo>
                  <a:lnTo>
                    <a:pt x="77199" y="4884"/>
                  </a:lnTo>
                  <a:lnTo>
                    <a:pt x="77407" y="2187"/>
                  </a:lnTo>
                  <a:lnTo>
                    <a:pt x="82073" y="343"/>
                  </a:lnTo>
                  <a:lnTo>
                    <a:pt x="85810" y="0"/>
                  </a:lnTo>
                  <a:lnTo>
                    <a:pt x="89194" y="872"/>
                  </a:lnTo>
                  <a:lnTo>
                    <a:pt x="94114" y="2572"/>
                  </a:lnTo>
                  <a:lnTo>
                    <a:pt x="100137" y="4877"/>
                  </a:lnTo>
                  <a:lnTo>
                    <a:pt x="103153" y="5539"/>
                  </a:lnTo>
                  <a:lnTo>
                    <a:pt x="108866" y="10099"/>
                  </a:lnTo>
                  <a:lnTo>
                    <a:pt x="115606" y="11983"/>
                  </a:lnTo>
                  <a:lnTo>
                    <a:pt x="124527" y="32802"/>
                  </a:lnTo>
                  <a:lnTo>
                    <a:pt x="130939" y="47616"/>
                  </a:lnTo>
                  <a:lnTo>
                    <a:pt x="141819" y="72279"/>
                  </a:lnTo>
                  <a:lnTo>
                    <a:pt x="149770" y="90785"/>
                  </a:lnTo>
                  <a:lnTo>
                    <a:pt x="153061" y="98496"/>
                  </a:lnTo>
                  <a:lnTo>
                    <a:pt x="155239" y="99392"/>
                  </a:lnTo>
                  <a:lnTo>
                    <a:pt x="154081" y="104325"/>
                  </a:lnTo>
                  <a:lnTo>
                    <a:pt x="157406" y="106466"/>
                  </a:lnTo>
                  <a:lnTo>
                    <a:pt x="156935" y="111083"/>
                  </a:lnTo>
                  <a:lnTo>
                    <a:pt x="159693" y="114479"/>
                  </a:lnTo>
                  <a:lnTo>
                    <a:pt x="160318" y="119068"/>
                  </a:lnTo>
                  <a:lnTo>
                    <a:pt x="165060" y="116859"/>
                  </a:lnTo>
                  <a:lnTo>
                    <a:pt x="168444" y="119795"/>
                  </a:lnTo>
                  <a:lnTo>
                    <a:pt x="171007" y="119541"/>
                  </a:lnTo>
                  <a:lnTo>
                    <a:pt x="176852" y="119343"/>
                  </a:lnTo>
                  <a:lnTo>
                    <a:pt x="180651" y="116822"/>
                  </a:lnTo>
                  <a:lnTo>
                    <a:pt x="183353" y="118599"/>
                  </a:lnTo>
                  <a:lnTo>
                    <a:pt x="185973" y="123856"/>
                  </a:lnTo>
                  <a:lnTo>
                    <a:pt x="183058" y="125578"/>
                  </a:lnTo>
                  <a:lnTo>
                    <a:pt x="184151" y="129234"/>
                  </a:lnTo>
                  <a:lnTo>
                    <a:pt x="189662" y="133954"/>
                  </a:lnTo>
                  <a:lnTo>
                    <a:pt x="190329" y="140359"/>
                  </a:lnTo>
                  <a:lnTo>
                    <a:pt x="190357" y="143289"/>
                  </a:lnTo>
                  <a:lnTo>
                    <a:pt x="192629" y="144759"/>
                  </a:lnTo>
                  <a:lnTo>
                    <a:pt x="198734" y="150016"/>
                  </a:lnTo>
                  <a:lnTo>
                    <a:pt x="202301" y="151045"/>
                  </a:lnTo>
                  <a:lnTo>
                    <a:pt x="203776" y="148463"/>
                  </a:lnTo>
                  <a:lnTo>
                    <a:pt x="203731" y="144420"/>
                  </a:lnTo>
                  <a:lnTo>
                    <a:pt x="207860" y="144384"/>
                  </a:lnTo>
                  <a:lnTo>
                    <a:pt x="210355" y="144054"/>
                  </a:lnTo>
                  <a:lnTo>
                    <a:pt x="214550" y="146811"/>
                  </a:lnTo>
                  <a:lnTo>
                    <a:pt x="217107" y="149662"/>
                  </a:lnTo>
                  <a:lnTo>
                    <a:pt x="218846" y="152468"/>
                  </a:lnTo>
                  <a:lnTo>
                    <a:pt x="224323" y="158235"/>
                  </a:lnTo>
                  <a:lnTo>
                    <a:pt x="228127" y="159890"/>
                  </a:lnTo>
                  <a:lnTo>
                    <a:pt x="229418" y="164269"/>
                  </a:lnTo>
                  <a:lnTo>
                    <a:pt x="232708" y="165705"/>
                  </a:lnTo>
                  <a:lnTo>
                    <a:pt x="230347" y="171273"/>
                  </a:lnTo>
                  <a:lnTo>
                    <a:pt x="228738" y="174396"/>
                  </a:lnTo>
                  <a:lnTo>
                    <a:pt x="227648" y="178165"/>
                  </a:lnTo>
                  <a:lnTo>
                    <a:pt x="226306" y="182789"/>
                  </a:lnTo>
                  <a:lnTo>
                    <a:pt x="223744" y="186206"/>
                  </a:lnTo>
                  <a:lnTo>
                    <a:pt x="221877" y="190502"/>
                  </a:lnTo>
                  <a:lnTo>
                    <a:pt x="217124" y="190280"/>
                  </a:lnTo>
                  <a:lnTo>
                    <a:pt x="216226" y="192690"/>
                  </a:lnTo>
                  <a:lnTo>
                    <a:pt x="213700" y="194014"/>
                  </a:lnTo>
                  <a:lnTo>
                    <a:pt x="212856" y="198420"/>
                  </a:lnTo>
                  <a:lnTo>
                    <a:pt x="212800" y="202663"/>
                  </a:lnTo>
                  <a:lnTo>
                    <a:pt x="214809" y="204793"/>
                  </a:lnTo>
                  <a:lnTo>
                    <a:pt x="212315" y="210246"/>
                  </a:lnTo>
                  <a:lnTo>
                    <a:pt x="207550" y="207046"/>
                  </a:lnTo>
                  <a:lnTo>
                    <a:pt x="205339" y="204476"/>
                  </a:lnTo>
                  <a:lnTo>
                    <a:pt x="203282" y="207548"/>
                  </a:lnTo>
                  <a:lnTo>
                    <a:pt x="198929" y="210097"/>
                  </a:lnTo>
                  <a:lnTo>
                    <a:pt x="197551" y="213437"/>
                  </a:lnTo>
                  <a:lnTo>
                    <a:pt x="198087" y="217324"/>
                  </a:lnTo>
                  <a:lnTo>
                    <a:pt x="196544" y="220299"/>
                  </a:lnTo>
                  <a:lnTo>
                    <a:pt x="194045" y="219822"/>
                  </a:lnTo>
                  <a:lnTo>
                    <a:pt x="193791" y="220311"/>
                  </a:lnTo>
                  <a:lnTo>
                    <a:pt x="192572" y="222655"/>
                  </a:lnTo>
                  <a:lnTo>
                    <a:pt x="190611" y="223207"/>
                  </a:lnTo>
                  <a:lnTo>
                    <a:pt x="190626" y="228613"/>
                  </a:lnTo>
                  <a:lnTo>
                    <a:pt x="186677" y="227251"/>
                  </a:lnTo>
                  <a:lnTo>
                    <a:pt x="184799" y="225988"/>
                  </a:lnTo>
                  <a:lnTo>
                    <a:pt x="181852" y="228458"/>
                  </a:lnTo>
                  <a:lnTo>
                    <a:pt x="184109" y="231619"/>
                  </a:lnTo>
                  <a:lnTo>
                    <a:pt x="183822" y="233715"/>
                  </a:lnTo>
                  <a:lnTo>
                    <a:pt x="183079" y="237643"/>
                  </a:lnTo>
                  <a:lnTo>
                    <a:pt x="187302" y="239564"/>
                  </a:lnTo>
                  <a:lnTo>
                    <a:pt x="179993" y="241871"/>
                  </a:lnTo>
                  <a:lnTo>
                    <a:pt x="180735" y="244974"/>
                  </a:lnTo>
                  <a:lnTo>
                    <a:pt x="182676" y="252277"/>
                  </a:lnTo>
                  <a:lnTo>
                    <a:pt x="176674" y="254041"/>
                  </a:lnTo>
                  <a:lnTo>
                    <a:pt x="173749" y="256769"/>
                  </a:lnTo>
                  <a:lnTo>
                    <a:pt x="172535" y="258175"/>
                  </a:lnTo>
                  <a:lnTo>
                    <a:pt x="170288" y="260776"/>
                  </a:lnTo>
                  <a:lnTo>
                    <a:pt x="170432" y="266284"/>
                  </a:lnTo>
                  <a:lnTo>
                    <a:pt x="168488" y="267668"/>
                  </a:lnTo>
                  <a:lnTo>
                    <a:pt x="165581" y="262322"/>
                  </a:lnTo>
                  <a:lnTo>
                    <a:pt x="160257" y="266233"/>
                  </a:lnTo>
                  <a:lnTo>
                    <a:pt x="156194" y="270856"/>
                  </a:lnTo>
                  <a:lnTo>
                    <a:pt x="152937" y="267512"/>
                  </a:lnTo>
                  <a:lnTo>
                    <a:pt x="149689" y="264069"/>
                  </a:lnTo>
                  <a:lnTo>
                    <a:pt x="151291" y="260767"/>
                  </a:lnTo>
                  <a:lnTo>
                    <a:pt x="149496" y="259669"/>
                  </a:lnTo>
                  <a:lnTo>
                    <a:pt x="146087" y="257582"/>
                  </a:lnTo>
                  <a:lnTo>
                    <a:pt x="142030" y="258206"/>
                  </a:lnTo>
                  <a:lnTo>
                    <a:pt x="140909" y="258378"/>
                  </a:lnTo>
                  <a:lnTo>
                    <a:pt x="142046" y="263519"/>
                  </a:lnTo>
                  <a:lnTo>
                    <a:pt x="142187" y="267212"/>
                  </a:lnTo>
                  <a:lnTo>
                    <a:pt x="146093" y="270198"/>
                  </a:lnTo>
                  <a:lnTo>
                    <a:pt x="145351" y="274050"/>
                  </a:lnTo>
                  <a:lnTo>
                    <a:pt x="147672" y="276109"/>
                  </a:lnTo>
                  <a:lnTo>
                    <a:pt x="146893" y="279381"/>
                  </a:lnTo>
                  <a:lnTo>
                    <a:pt x="143890" y="280400"/>
                  </a:lnTo>
                  <a:lnTo>
                    <a:pt x="141529" y="281294"/>
                  </a:lnTo>
                  <a:lnTo>
                    <a:pt x="141177" y="286448"/>
                  </a:lnTo>
                  <a:lnTo>
                    <a:pt x="139648" y="287309"/>
                  </a:lnTo>
                  <a:lnTo>
                    <a:pt x="138840" y="291177"/>
                  </a:lnTo>
                  <a:lnTo>
                    <a:pt x="137317" y="293861"/>
                  </a:lnTo>
                  <a:lnTo>
                    <a:pt x="133662" y="289853"/>
                  </a:lnTo>
                  <a:lnTo>
                    <a:pt x="131484" y="288411"/>
                  </a:lnTo>
                  <a:lnTo>
                    <a:pt x="130409" y="287698"/>
                  </a:lnTo>
                  <a:lnTo>
                    <a:pt x="129868" y="290925"/>
                  </a:lnTo>
                  <a:lnTo>
                    <a:pt x="129412" y="292327"/>
                  </a:lnTo>
                  <a:lnTo>
                    <a:pt x="128058" y="299347"/>
                  </a:lnTo>
                  <a:lnTo>
                    <a:pt x="125285" y="300141"/>
                  </a:lnTo>
                  <a:lnTo>
                    <a:pt x="124426" y="302111"/>
                  </a:lnTo>
                  <a:lnTo>
                    <a:pt x="121103" y="305210"/>
                  </a:lnTo>
                  <a:lnTo>
                    <a:pt x="118900" y="306793"/>
                  </a:lnTo>
                  <a:lnTo>
                    <a:pt x="117859" y="307540"/>
                  </a:lnTo>
                  <a:lnTo>
                    <a:pt x="117303" y="312125"/>
                  </a:lnTo>
                  <a:lnTo>
                    <a:pt x="114886" y="314513"/>
                  </a:lnTo>
                  <a:lnTo>
                    <a:pt x="114267" y="317168"/>
                  </a:lnTo>
                  <a:lnTo>
                    <a:pt x="112992" y="317368"/>
                  </a:lnTo>
                  <a:lnTo>
                    <a:pt x="110999" y="313297"/>
                  </a:lnTo>
                  <a:lnTo>
                    <a:pt x="109404" y="313250"/>
                  </a:lnTo>
                  <a:lnTo>
                    <a:pt x="107624" y="313196"/>
                  </a:lnTo>
                  <a:lnTo>
                    <a:pt x="104841" y="317062"/>
                  </a:lnTo>
                  <a:lnTo>
                    <a:pt x="104892" y="320093"/>
                  </a:lnTo>
                  <a:lnTo>
                    <a:pt x="100990" y="321340"/>
                  </a:lnTo>
                  <a:lnTo>
                    <a:pt x="100869" y="325109"/>
                  </a:lnTo>
                  <a:lnTo>
                    <a:pt x="96860" y="326439"/>
                  </a:lnTo>
                  <a:lnTo>
                    <a:pt x="96505" y="329228"/>
                  </a:lnTo>
                  <a:lnTo>
                    <a:pt x="96502" y="333607"/>
                  </a:lnTo>
                  <a:lnTo>
                    <a:pt x="98244" y="336421"/>
                  </a:lnTo>
                  <a:lnTo>
                    <a:pt x="96624" y="338671"/>
                  </a:lnTo>
                  <a:lnTo>
                    <a:pt x="92860" y="341259"/>
                  </a:lnTo>
                  <a:lnTo>
                    <a:pt x="91874" y="341570"/>
                  </a:lnTo>
                  <a:lnTo>
                    <a:pt x="90616" y="341967"/>
                  </a:lnTo>
                  <a:lnTo>
                    <a:pt x="90511" y="345780"/>
                  </a:lnTo>
                  <a:lnTo>
                    <a:pt x="94527" y="346758"/>
                  </a:lnTo>
                  <a:lnTo>
                    <a:pt x="92755" y="351531"/>
                  </a:lnTo>
                  <a:lnTo>
                    <a:pt x="92480" y="356269"/>
                  </a:lnTo>
                  <a:lnTo>
                    <a:pt x="90362" y="358957"/>
                  </a:lnTo>
                  <a:lnTo>
                    <a:pt x="87418" y="359765"/>
                  </a:lnTo>
                  <a:lnTo>
                    <a:pt x="86076" y="362267"/>
                  </a:lnTo>
                  <a:lnTo>
                    <a:pt x="85850" y="366981"/>
                  </a:lnTo>
                  <a:lnTo>
                    <a:pt x="87757" y="370552"/>
                  </a:lnTo>
                  <a:lnTo>
                    <a:pt x="88316" y="375552"/>
                  </a:lnTo>
                  <a:lnTo>
                    <a:pt x="87699" y="378372"/>
                  </a:lnTo>
                  <a:lnTo>
                    <a:pt x="86980" y="383860"/>
                  </a:lnTo>
                  <a:lnTo>
                    <a:pt x="85363" y="385949"/>
                  </a:lnTo>
                  <a:lnTo>
                    <a:pt x="81887" y="385490"/>
                  </a:lnTo>
                  <a:lnTo>
                    <a:pt x="77170" y="383446"/>
                  </a:lnTo>
                  <a:lnTo>
                    <a:pt x="76531" y="383169"/>
                  </a:lnTo>
                  <a:lnTo>
                    <a:pt x="75269" y="379141"/>
                  </a:lnTo>
                  <a:lnTo>
                    <a:pt x="74838" y="375955"/>
                  </a:lnTo>
                  <a:lnTo>
                    <a:pt x="70056" y="373073"/>
                  </a:lnTo>
                  <a:lnTo>
                    <a:pt x="65674" y="369882"/>
                  </a:lnTo>
                  <a:lnTo>
                    <a:pt x="60892" y="367133"/>
                  </a:lnTo>
                  <a:lnTo>
                    <a:pt x="60267" y="362644"/>
                  </a:lnTo>
                  <a:lnTo>
                    <a:pt x="58715" y="356058"/>
                  </a:lnTo>
                  <a:lnTo>
                    <a:pt x="57352" y="353868"/>
                  </a:lnTo>
                  <a:lnTo>
                    <a:pt x="56005" y="351706"/>
                  </a:lnTo>
                  <a:lnTo>
                    <a:pt x="51765" y="341674"/>
                  </a:lnTo>
                  <a:lnTo>
                    <a:pt x="48843" y="334588"/>
                  </a:lnTo>
                  <a:lnTo>
                    <a:pt x="47372" y="331025"/>
                  </a:lnTo>
                  <a:lnTo>
                    <a:pt x="39474" y="311425"/>
                  </a:lnTo>
                  <a:lnTo>
                    <a:pt x="34306" y="298609"/>
                  </a:lnTo>
                  <a:lnTo>
                    <a:pt x="33473" y="296603"/>
                  </a:lnTo>
                  <a:lnTo>
                    <a:pt x="32931" y="295299"/>
                  </a:lnTo>
                  <a:lnTo>
                    <a:pt x="26586" y="280050"/>
                  </a:lnTo>
                  <a:lnTo>
                    <a:pt x="19019" y="261858"/>
                  </a:lnTo>
                  <a:lnTo>
                    <a:pt x="10255" y="241706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5260782" y="2745396"/>
              <a:ext cx="17106" cy="11317"/>
            </a:xfrm>
            <a:custGeom>
              <a:avLst/>
              <a:pathLst>
                <a:path w="17106" h="11317">
                  <a:moveTo>
                    <a:pt x="1319" y="0"/>
                  </a:moveTo>
                  <a:lnTo>
                    <a:pt x="7576" y="4085"/>
                  </a:lnTo>
                  <a:lnTo>
                    <a:pt x="13270" y="5280"/>
                  </a:lnTo>
                  <a:lnTo>
                    <a:pt x="17106" y="6772"/>
                  </a:lnTo>
                  <a:lnTo>
                    <a:pt x="15745" y="10606"/>
                  </a:lnTo>
                  <a:lnTo>
                    <a:pt x="10867" y="11317"/>
                  </a:lnTo>
                  <a:lnTo>
                    <a:pt x="4174" y="6508"/>
                  </a:lnTo>
                  <a:lnTo>
                    <a:pt x="0" y="309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206154" y="2758928"/>
              <a:ext cx="17168" cy="21034"/>
            </a:xfrm>
            <a:custGeom>
              <a:avLst/>
              <a:pathLst>
                <a:path w="17168" h="21034">
                  <a:moveTo>
                    <a:pt x="0" y="9665"/>
                  </a:moveTo>
                  <a:lnTo>
                    <a:pt x="2589" y="8636"/>
                  </a:lnTo>
                  <a:lnTo>
                    <a:pt x="8216" y="660"/>
                  </a:lnTo>
                  <a:lnTo>
                    <a:pt x="17168" y="0"/>
                  </a:lnTo>
                  <a:lnTo>
                    <a:pt x="16994" y="3929"/>
                  </a:lnTo>
                  <a:lnTo>
                    <a:pt x="12333" y="18635"/>
                  </a:lnTo>
                  <a:lnTo>
                    <a:pt x="9852" y="21034"/>
                  </a:lnTo>
                  <a:lnTo>
                    <a:pt x="6361" y="20559"/>
                  </a:lnTo>
                  <a:lnTo>
                    <a:pt x="808" y="1263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191643" y="2816705"/>
              <a:ext cx="9368" cy="13534"/>
            </a:xfrm>
            <a:custGeom>
              <a:avLst/>
              <a:pathLst>
                <a:path w="9368" h="13534">
                  <a:moveTo>
                    <a:pt x="367" y="9954"/>
                  </a:moveTo>
                  <a:lnTo>
                    <a:pt x="3899" y="0"/>
                  </a:lnTo>
                  <a:lnTo>
                    <a:pt x="7009" y="136"/>
                  </a:lnTo>
                  <a:lnTo>
                    <a:pt x="9368" y="2268"/>
                  </a:lnTo>
                  <a:lnTo>
                    <a:pt x="8893" y="6890"/>
                  </a:lnTo>
                  <a:lnTo>
                    <a:pt x="4168" y="13534"/>
                  </a:lnTo>
                  <a:lnTo>
                    <a:pt x="0" y="13274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184244" y="2755175"/>
              <a:ext cx="245035" cy="333538"/>
            </a:xfrm>
            <a:custGeom>
              <a:avLst/>
              <a:pathLst>
                <a:path w="245035" h="333538">
                  <a:moveTo>
                    <a:pt x="11286" y="333538"/>
                  </a:moveTo>
                  <a:lnTo>
                    <a:pt x="17954" y="326442"/>
                  </a:lnTo>
                  <a:lnTo>
                    <a:pt x="22420" y="319079"/>
                  </a:lnTo>
                  <a:lnTo>
                    <a:pt x="24932" y="309057"/>
                  </a:lnTo>
                  <a:lnTo>
                    <a:pt x="25892" y="305209"/>
                  </a:lnTo>
                  <a:lnTo>
                    <a:pt x="27275" y="300990"/>
                  </a:lnTo>
                  <a:lnTo>
                    <a:pt x="31620" y="291565"/>
                  </a:lnTo>
                  <a:lnTo>
                    <a:pt x="32061" y="290605"/>
                  </a:lnTo>
                  <a:lnTo>
                    <a:pt x="34368" y="278981"/>
                  </a:lnTo>
                  <a:lnTo>
                    <a:pt x="34476" y="276982"/>
                  </a:lnTo>
                  <a:lnTo>
                    <a:pt x="34995" y="267235"/>
                  </a:lnTo>
                  <a:lnTo>
                    <a:pt x="34437" y="258932"/>
                  </a:lnTo>
                  <a:lnTo>
                    <a:pt x="33952" y="249580"/>
                  </a:lnTo>
                  <a:lnTo>
                    <a:pt x="33877" y="249212"/>
                  </a:lnTo>
                  <a:lnTo>
                    <a:pt x="32029" y="240136"/>
                  </a:lnTo>
                  <a:lnTo>
                    <a:pt x="30007" y="232204"/>
                  </a:lnTo>
                  <a:lnTo>
                    <a:pt x="27172" y="225074"/>
                  </a:lnTo>
                  <a:lnTo>
                    <a:pt x="25630" y="222539"/>
                  </a:lnTo>
                  <a:lnTo>
                    <a:pt x="22250" y="216972"/>
                  </a:lnTo>
                  <a:lnTo>
                    <a:pt x="19816" y="213403"/>
                  </a:lnTo>
                  <a:lnTo>
                    <a:pt x="15247" y="206690"/>
                  </a:lnTo>
                  <a:lnTo>
                    <a:pt x="11745" y="199793"/>
                  </a:lnTo>
                  <a:lnTo>
                    <a:pt x="10398" y="196794"/>
                  </a:lnTo>
                  <a:lnTo>
                    <a:pt x="8962" y="193595"/>
                  </a:lnTo>
                  <a:lnTo>
                    <a:pt x="5146" y="187985"/>
                  </a:lnTo>
                  <a:lnTo>
                    <a:pt x="3860" y="184110"/>
                  </a:lnTo>
                  <a:lnTo>
                    <a:pt x="4870" y="179617"/>
                  </a:lnTo>
                  <a:lnTo>
                    <a:pt x="7572" y="173326"/>
                  </a:lnTo>
                  <a:lnTo>
                    <a:pt x="7491" y="169509"/>
                  </a:lnTo>
                  <a:lnTo>
                    <a:pt x="7455" y="167811"/>
                  </a:lnTo>
                  <a:lnTo>
                    <a:pt x="5523" y="161946"/>
                  </a:lnTo>
                  <a:lnTo>
                    <a:pt x="3991" y="157972"/>
                  </a:lnTo>
                  <a:lnTo>
                    <a:pt x="1187" y="154369"/>
                  </a:lnTo>
                  <a:lnTo>
                    <a:pt x="0" y="151672"/>
                  </a:lnTo>
                  <a:lnTo>
                    <a:pt x="3911" y="146077"/>
                  </a:lnTo>
                  <a:lnTo>
                    <a:pt x="5474" y="141096"/>
                  </a:lnTo>
                  <a:lnTo>
                    <a:pt x="6817" y="136806"/>
                  </a:lnTo>
                  <a:lnTo>
                    <a:pt x="9881" y="127003"/>
                  </a:lnTo>
                  <a:lnTo>
                    <a:pt x="10073" y="122513"/>
                  </a:lnTo>
                  <a:lnTo>
                    <a:pt x="9155" y="116102"/>
                  </a:lnTo>
                  <a:lnTo>
                    <a:pt x="9343" y="113244"/>
                  </a:lnTo>
                  <a:lnTo>
                    <a:pt x="9599" y="109320"/>
                  </a:lnTo>
                  <a:lnTo>
                    <a:pt x="6692" y="103306"/>
                  </a:lnTo>
                  <a:lnTo>
                    <a:pt x="6318" y="99289"/>
                  </a:lnTo>
                  <a:lnTo>
                    <a:pt x="10770" y="96186"/>
                  </a:lnTo>
                  <a:lnTo>
                    <a:pt x="14490" y="94473"/>
                  </a:lnTo>
                  <a:lnTo>
                    <a:pt x="14582" y="91506"/>
                  </a:lnTo>
                  <a:lnTo>
                    <a:pt x="14687" y="88027"/>
                  </a:lnTo>
                  <a:lnTo>
                    <a:pt x="13870" y="80999"/>
                  </a:lnTo>
                  <a:lnTo>
                    <a:pt x="18235" y="80624"/>
                  </a:lnTo>
                  <a:lnTo>
                    <a:pt x="20039" y="75285"/>
                  </a:lnTo>
                  <a:lnTo>
                    <a:pt x="24678" y="76920"/>
                  </a:lnTo>
                  <a:lnTo>
                    <a:pt x="28164" y="73110"/>
                  </a:lnTo>
                  <a:lnTo>
                    <a:pt x="29007" y="67081"/>
                  </a:lnTo>
                  <a:lnTo>
                    <a:pt x="31992" y="63220"/>
                  </a:lnTo>
                  <a:lnTo>
                    <a:pt x="33513" y="56672"/>
                  </a:lnTo>
                  <a:lnTo>
                    <a:pt x="37414" y="52769"/>
                  </a:lnTo>
                  <a:lnTo>
                    <a:pt x="38949" y="55178"/>
                  </a:lnTo>
                  <a:lnTo>
                    <a:pt x="38935" y="65902"/>
                  </a:lnTo>
                  <a:lnTo>
                    <a:pt x="39765" y="67083"/>
                  </a:lnTo>
                  <a:lnTo>
                    <a:pt x="42421" y="70857"/>
                  </a:lnTo>
                  <a:lnTo>
                    <a:pt x="44626" y="69087"/>
                  </a:lnTo>
                  <a:lnTo>
                    <a:pt x="46651" y="66662"/>
                  </a:lnTo>
                  <a:lnTo>
                    <a:pt x="48995" y="63850"/>
                  </a:lnTo>
                  <a:lnTo>
                    <a:pt x="48969" y="59418"/>
                  </a:lnTo>
                  <a:lnTo>
                    <a:pt x="47099" y="53396"/>
                  </a:lnTo>
                  <a:lnTo>
                    <a:pt x="46863" y="51290"/>
                  </a:lnTo>
                  <a:lnTo>
                    <a:pt x="46303" y="46320"/>
                  </a:lnTo>
                  <a:lnTo>
                    <a:pt x="49812" y="42013"/>
                  </a:lnTo>
                  <a:lnTo>
                    <a:pt x="54490" y="37591"/>
                  </a:lnTo>
                  <a:lnTo>
                    <a:pt x="59899" y="36383"/>
                  </a:lnTo>
                  <a:lnTo>
                    <a:pt x="62115" y="35886"/>
                  </a:lnTo>
                  <a:lnTo>
                    <a:pt x="67115" y="33987"/>
                  </a:lnTo>
                  <a:lnTo>
                    <a:pt x="69114" y="30890"/>
                  </a:lnTo>
                  <a:lnTo>
                    <a:pt x="65155" y="30065"/>
                  </a:lnTo>
                  <a:lnTo>
                    <a:pt x="61809" y="30108"/>
                  </a:lnTo>
                  <a:lnTo>
                    <a:pt x="56888" y="24209"/>
                  </a:lnTo>
                  <a:lnTo>
                    <a:pt x="55635" y="20635"/>
                  </a:lnTo>
                  <a:lnTo>
                    <a:pt x="57746" y="14575"/>
                  </a:lnTo>
                  <a:lnTo>
                    <a:pt x="61930" y="10020"/>
                  </a:lnTo>
                  <a:lnTo>
                    <a:pt x="58506" y="4721"/>
                  </a:lnTo>
                  <a:lnTo>
                    <a:pt x="66547" y="3857"/>
                  </a:lnTo>
                  <a:lnTo>
                    <a:pt x="71048" y="0"/>
                  </a:lnTo>
                  <a:lnTo>
                    <a:pt x="73352" y="264"/>
                  </a:lnTo>
                  <a:lnTo>
                    <a:pt x="74110" y="351"/>
                  </a:lnTo>
                  <a:lnTo>
                    <a:pt x="84180" y="4757"/>
                  </a:lnTo>
                  <a:lnTo>
                    <a:pt x="89797" y="7374"/>
                  </a:lnTo>
                  <a:lnTo>
                    <a:pt x="92117" y="5547"/>
                  </a:lnTo>
                  <a:lnTo>
                    <a:pt x="96708" y="5047"/>
                  </a:lnTo>
                  <a:lnTo>
                    <a:pt x="103662" y="6738"/>
                  </a:lnTo>
                  <a:lnTo>
                    <a:pt x="104533" y="6949"/>
                  </a:lnTo>
                  <a:lnTo>
                    <a:pt x="109267" y="11227"/>
                  </a:lnTo>
                  <a:lnTo>
                    <a:pt x="111832" y="15493"/>
                  </a:lnTo>
                  <a:lnTo>
                    <a:pt x="117174" y="14911"/>
                  </a:lnTo>
                  <a:lnTo>
                    <a:pt x="122037" y="14358"/>
                  </a:lnTo>
                  <a:lnTo>
                    <a:pt x="126483" y="17525"/>
                  </a:lnTo>
                  <a:lnTo>
                    <a:pt x="134861" y="18957"/>
                  </a:lnTo>
                  <a:lnTo>
                    <a:pt x="140833" y="21248"/>
                  </a:lnTo>
                  <a:lnTo>
                    <a:pt x="146726" y="19754"/>
                  </a:lnTo>
                  <a:lnTo>
                    <a:pt x="153625" y="24906"/>
                  </a:lnTo>
                  <a:lnTo>
                    <a:pt x="153261" y="28782"/>
                  </a:lnTo>
                  <a:lnTo>
                    <a:pt x="154701" y="30099"/>
                  </a:lnTo>
                  <a:lnTo>
                    <a:pt x="159523" y="34506"/>
                  </a:lnTo>
                  <a:lnTo>
                    <a:pt x="164058" y="42691"/>
                  </a:lnTo>
                  <a:lnTo>
                    <a:pt x="159797" y="42402"/>
                  </a:lnTo>
                  <a:lnTo>
                    <a:pt x="156142" y="40842"/>
                  </a:lnTo>
                  <a:lnTo>
                    <a:pt x="154137" y="42821"/>
                  </a:lnTo>
                  <a:lnTo>
                    <a:pt x="155292" y="46702"/>
                  </a:lnTo>
                  <a:lnTo>
                    <a:pt x="156075" y="51317"/>
                  </a:lnTo>
                  <a:lnTo>
                    <a:pt x="161619" y="54571"/>
                  </a:lnTo>
                  <a:lnTo>
                    <a:pt x="163461" y="54635"/>
                  </a:lnTo>
                  <a:lnTo>
                    <a:pt x="164045" y="56288"/>
                  </a:lnTo>
                  <a:lnTo>
                    <a:pt x="166705" y="63814"/>
                  </a:lnTo>
                  <a:lnTo>
                    <a:pt x="168914" y="68934"/>
                  </a:lnTo>
                  <a:lnTo>
                    <a:pt x="168159" y="75607"/>
                  </a:lnTo>
                  <a:lnTo>
                    <a:pt x="169582" y="83147"/>
                  </a:lnTo>
                  <a:lnTo>
                    <a:pt x="169958" y="85138"/>
                  </a:lnTo>
                  <a:lnTo>
                    <a:pt x="171348" y="97216"/>
                  </a:lnTo>
                  <a:lnTo>
                    <a:pt x="168291" y="100367"/>
                  </a:lnTo>
                  <a:lnTo>
                    <a:pt x="166627" y="103659"/>
                  </a:lnTo>
                  <a:lnTo>
                    <a:pt x="162183" y="104889"/>
                  </a:lnTo>
                  <a:lnTo>
                    <a:pt x="161540" y="112935"/>
                  </a:lnTo>
                  <a:lnTo>
                    <a:pt x="161490" y="113561"/>
                  </a:lnTo>
                  <a:lnTo>
                    <a:pt x="162147" y="121427"/>
                  </a:lnTo>
                  <a:lnTo>
                    <a:pt x="157200" y="124089"/>
                  </a:lnTo>
                  <a:lnTo>
                    <a:pt x="157194" y="127930"/>
                  </a:lnTo>
                  <a:lnTo>
                    <a:pt x="152026" y="129267"/>
                  </a:lnTo>
                  <a:lnTo>
                    <a:pt x="147904" y="132084"/>
                  </a:lnTo>
                  <a:lnTo>
                    <a:pt x="146944" y="136494"/>
                  </a:lnTo>
                  <a:lnTo>
                    <a:pt x="146664" y="137777"/>
                  </a:lnTo>
                  <a:lnTo>
                    <a:pt x="147405" y="146988"/>
                  </a:lnTo>
                  <a:lnTo>
                    <a:pt x="147028" y="150443"/>
                  </a:lnTo>
                  <a:lnTo>
                    <a:pt x="150107" y="154864"/>
                  </a:lnTo>
                  <a:lnTo>
                    <a:pt x="155171" y="153745"/>
                  </a:lnTo>
                  <a:lnTo>
                    <a:pt x="160771" y="156671"/>
                  </a:lnTo>
                  <a:lnTo>
                    <a:pt x="162861" y="157997"/>
                  </a:lnTo>
                  <a:lnTo>
                    <a:pt x="163924" y="158671"/>
                  </a:lnTo>
                  <a:lnTo>
                    <a:pt x="171177" y="145630"/>
                  </a:lnTo>
                  <a:lnTo>
                    <a:pt x="171344" y="144672"/>
                  </a:lnTo>
                  <a:lnTo>
                    <a:pt x="172049" y="140614"/>
                  </a:lnTo>
                  <a:lnTo>
                    <a:pt x="173200" y="132977"/>
                  </a:lnTo>
                  <a:lnTo>
                    <a:pt x="174060" y="130009"/>
                  </a:lnTo>
                  <a:lnTo>
                    <a:pt x="180656" y="127157"/>
                  </a:lnTo>
                  <a:lnTo>
                    <a:pt x="181235" y="124168"/>
                  </a:lnTo>
                  <a:lnTo>
                    <a:pt x="187897" y="121174"/>
                  </a:lnTo>
                  <a:lnTo>
                    <a:pt x="192393" y="118394"/>
                  </a:lnTo>
                  <a:lnTo>
                    <a:pt x="193124" y="115856"/>
                  </a:lnTo>
                  <a:lnTo>
                    <a:pt x="197992" y="112854"/>
                  </a:lnTo>
                  <a:lnTo>
                    <a:pt x="206205" y="114814"/>
                  </a:lnTo>
                  <a:lnTo>
                    <a:pt x="212024" y="119620"/>
                  </a:lnTo>
                  <a:lnTo>
                    <a:pt x="218153" y="127752"/>
                  </a:lnTo>
                  <a:lnTo>
                    <a:pt x="220847" y="134566"/>
                  </a:lnTo>
                  <a:lnTo>
                    <a:pt x="221980" y="138310"/>
                  </a:lnTo>
                  <a:lnTo>
                    <a:pt x="224483" y="146584"/>
                  </a:lnTo>
                  <a:lnTo>
                    <a:pt x="230097" y="158232"/>
                  </a:lnTo>
                  <a:lnTo>
                    <a:pt x="234289" y="173261"/>
                  </a:lnTo>
                  <a:lnTo>
                    <a:pt x="236171" y="177424"/>
                  </a:lnTo>
                  <a:lnTo>
                    <a:pt x="238382" y="182309"/>
                  </a:lnTo>
                  <a:lnTo>
                    <a:pt x="243898" y="188942"/>
                  </a:lnTo>
                  <a:lnTo>
                    <a:pt x="244077" y="193239"/>
                  </a:lnTo>
                  <a:lnTo>
                    <a:pt x="242831" y="198739"/>
                  </a:lnTo>
                  <a:lnTo>
                    <a:pt x="245035" y="208418"/>
                  </a:lnTo>
                  <a:lnTo>
                    <a:pt x="244698" y="218579"/>
                  </a:lnTo>
                  <a:lnTo>
                    <a:pt x="241892" y="225929"/>
                  </a:lnTo>
                  <a:lnTo>
                    <a:pt x="237054" y="229556"/>
                  </a:lnTo>
                  <a:lnTo>
                    <a:pt x="233913" y="222237"/>
                  </a:lnTo>
                  <a:lnTo>
                    <a:pt x="237012" y="218319"/>
                  </a:lnTo>
                  <a:lnTo>
                    <a:pt x="232947" y="218048"/>
                  </a:lnTo>
                  <a:lnTo>
                    <a:pt x="228450" y="222734"/>
                  </a:lnTo>
                  <a:lnTo>
                    <a:pt x="230897" y="224592"/>
                  </a:lnTo>
                  <a:lnTo>
                    <a:pt x="232040" y="227227"/>
                  </a:lnTo>
                  <a:lnTo>
                    <a:pt x="226576" y="230220"/>
                  </a:lnTo>
                  <a:lnTo>
                    <a:pt x="227413" y="237401"/>
                  </a:lnTo>
                  <a:lnTo>
                    <a:pt x="225962" y="245698"/>
                  </a:lnTo>
                  <a:lnTo>
                    <a:pt x="222617" y="247996"/>
                  </a:lnTo>
                  <a:lnTo>
                    <a:pt x="217177" y="252565"/>
                  </a:lnTo>
                  <a:lnTo>
                    <a:pt x="216942" y="259828"/>
                  </a:lnTo>
                  <a:lnTo>
                    <a:pt x="216872" y="261949"/>
                  </a:lnTo>
                  <a:lnTo>
                    <a:pt x="218255" y="268650"/>
                  </a:lnTo>
                  <a:lnTo>
                    <a:pt x="215860" y="272052"/>
                  </a:lnTo>
                  <a:lnTo>
                    <a:pt x="215623" y="273647"/>
                  </a:lnTo>
                  <a:lnTo>
                    <a:pt x="215069" y="277359"/>
                  </a:lnTo>
                  <a:lnTo>
                    <a:pt x="212841" y="281821"/>
                  </a:lnTo>
                  <a:lnTo>
                    <a:pt x="209838" y="283582"/>
                  </a:lnTo>
                  <a:lnTo>
                    <a:pt x="209648" y="287253"/>
                  </a:lnTo>
                  <a:lnTo>
                    <a:pt x="206943" y="289991"/>
                  </a:lnTo>
                  <a:lnTo>
                    <a:pt x="205028" y="293961"/>
                  </a:lnTo>
                  <a:lnTo>
                    <a:pt x="207077" y="299016"/>
                  </a:lnTo>
                  <a:lnTo>
                    <a:pt x="205498" y="299994"/>
                  </a:lnTo>
                  <a:lnTo>
                    <a:pt x="187924" y="304310"/>
                  </a:lnTo>
                  <a:lnTo>
                    <a:pt x="181255" y="305921"/>
                  </a:lnTo>
                  <a:lnTo>
                    <a:pt x="166796" y="309379"/>
                  </a:lnTo>
                  <a:lnTo>
                    <a:pt x="153913" y="312379"/>
                  </a:lnTo>
                  <a:lnTo>
                    <a:pt x="151681" y="312895"/>
                  </a:lnTo>
                  <a:lnTo>
                    <a:pt x="149484" y="313402"/>
                  </a:lnTo>
                  <a:lnTo>
                    <a:pt x="128462" y="318119"/>
                  </a:lnTo>
                  <a:lnTo>
                    <a:pt x="127571" y="313136"/>
                  </a:lnTo>
                  <a:lnTo>
                    <a:pt x="126466" y="313346"/>
                  </a:lnTo>
                  <a:lnTo>
                    <a:pt x="105111" y="317339"/>
                  </a:lnTo>
                  <a:lnTo>
                    <a:pt x="103038" y="317721"/>
                  </a:lnTo>
                  <a:lnTo>
                    <a:pt x="99626" y="318351"/>
                  </a:lnTo>
                  <a:lnTo>
                    <a:pt x="78481" y="322194"/>
                  </a:lnTo>
                  <a:lnTo>
                    <a:pt x="70904" y="323547"/>
                  </a:lnTo>
                  <a:lnTo>
                    <a:pt x="55271" y="326220"/>
                  </a:lnTo>
                  <a:lnTo>
                    <a:pt x="45838" y="327806"/>
                  </a:lnTo>
                  <a:lnTo>
                    <a:pt x="29943" y="330521"/>
                  </a:lnTo>
                  <a:lnTo>
                    <a:pt x="28647" y="330735"/>
                  </a:lnTo>
                  <a:lnTo>
                    <a:pt x="21961" y="331835"/>
                  </a:lnTo>
                  <a:lnTo>
                    <a:pt x="18516" y="33238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91254" y="2599481"/>
              <a:ext cx="39760" cy="35551"/>
            </a:xfrm>
            <a:custGeom>
              <a:avLst/>
              <a:pathLst>
                <a:path w="39760" h="35551">
                  <a:moveTo>
                    <a:pt x="1420" y="29443"/>
                  </a:moveTo>
                  <a:lnTo>
                    <a:pt x="3325" y="27039"/>
                  </a:lnTo>
                  <a:lnTo>
                    <a:pt x="11069" y="21400"/>
                  </a:lnTo>
                  <a:lnTo>
                    <a:pt x="14795" y="18728"/>
                  </a:lnTo>
                  <a:lnTo>
                    <a:pt x="17078" y="17200"/>
                  </a:lnTo>
                  <a:lnTo>
                    <a:pt x="20861" y="14897"/>
                  </a:lnTo>
                  <a:lnTo>
                    <a:pt x="24915" y="10747"/>
                  </a:lnTo>
                  <a:lnTo>
                    <a:pt x="29379" y="6414"/>
                  </a:lnTo>
                  <a:lnTo>
                    <a:pt x="33470" y="3707"/>
                  </a:lnTo>
                  <a:lnTo>
                    <a:pt x="39362" y="0"/>
                  </a:lnTo>
                  <a:lnTo>
                    <a:pt x="39760" y="3437"/>
                  </a:lnTo>
                  <a:lnTo>
                    <a:pt x="34133" y="9407"/>
                  </a:lnTo>
                  <a:lnTo>
                    <a:pt x="33349" y="14407"/>
                  </a:lnTo>
                  <a:lnTo>
                    <a:pt x="26628" y="19004"/>
                  </a:lnTo>
                  <a:lnTo>
                    <a:pt x="19976" y="22320"/>
                  </a:lnTo>
                  <a:lnTo>
                    <a:pt x="18301" y="27699"/>
                  </a:lnTo>
                  <a:lnTo>
                    <a:pt x="11215" y="32261"/>
                  </a:lnTo>
                  <a:lnTo>
                    <a:pt x="5651" y="35551"/>
                  </a:lnTo>
                  <a:lnTo>
                    <a:pt x="3065" y="33818"/>
                  </a:lnTo>
                  <a:lnTo>
                    <a:pt x="0" y="3217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943032" y="2652062"/>
              <a:ext cx="378058" cy="183580"/>
            </a:xfrm>
            <a:custGeom>
              <a:avLst/>
              <a:pathLst>
                <a:path w="378058" h="183580">
                  <a:moveTo>
                    <a:pt x="0" y="89810"/>
                  </a:moveTo>
                  <a:lnTo>
                    <a:pt x="4451" y="85968"/>
                  </a:lnTo>
                  <a:lnTo>
                    <a:pt x="9109" y="84073"/>
                  </a:lnTo>
                  <a:lnTo>
                    <a:pt x="18961" y="79379"/>
                  </a:lnTo>
                  <a:lnTo>
                    <a:pt x="25027" y="72896"/>
                  </a:lnTo>
                  <a:lnTo>
                    <a:pt x="26596" y="70700"/>
                  </a:lnTo>
                  <a:lnTo>
                    <a:pt x="29001" y="67329"/>
                  </a:lnTo>
                  <a:lnTo>
                    <a:pt x="34683" y="64506"/>
                  </a:lnTo>
                  <a:lnTo>
                    <a:pt x="38891" y="64364"/>
                  </a:lnTo>
                  <a:lnTo>
                    <a:pt x="42681" y="63353"/>
                  </a:lnTo>
                  <a:lnTo>
                    <a:pt x="46345" y="62095"/>
                  </a:lnTo>
                  <a:lnTo>
                    <a:pt x="50787" y="61320"/>
                  </a:lnTo>
                  <a:lnTo>
                    <a:pt x="60011" y="54598"/>
                  </a:lnTo>
                  <a:lnTo>
                    <a:pt x="63767" y="48368"/>
                  </a:lnTo>
                  <a:lnTo>
                    <a:pt x="69618" y="46270"/>
                  </a:lnTo>
                  <a:lnTo>
                    <a:pt x="73223" y="45186"/>
                  </a:lnTo>
                  <a:lnTo>
                    <a:pt x="74326" y="43034"/>
                  </a:lnTo>
                  <a:lnTo>
                    <a:pt x="74702" y="42301"/>
                  </a:lnTo>
                  <a:lnTo>
                    <a:pt x="75929" y="37480"/>
                  </a:lnTo>
                  <a:lnTo>
                    <a:pt x="79405" y="33743"/>
                  </a:lnTo>
                  <a:lnTo>
                    <a:pt x="84777" y="27933"/>
                  </a:lnTo>
                  <a:lnTo>
                    <a:pt x="90405" y="24139"/>
                  </a:lnTo>
                  <a:lnTo>
                    <a:pt x="93697" y="20179"/>
                  </a:lnTo>
                  <a:lnTo>
                    <a:pt x="94253" y="19510"/>
                  </a:lnTo>
                  <a:lnTo>
                    <a:pt x="97679" y="12823"/>
                  </a:lnTo>
                  <a:lnTo>
                    <a:pt x="104096" y="7799"/>
                  </a:lnTo>
                  <a:lnTo>
                    <a:pt x="107323" y="5221"/>
                  </a:lnTo>
                  <a:lnTo>
                    <a:pt x="114038" y="2605"/>
                  </a:lnTo>
                  <a:lnTo>
                    <a:pt x="122097" y="605"/>
                  </a:lnTo>
                  <a:lnTo>
                    <a:pt x="128875" y="0"/>
                  </a:lnTo>
                  <a:lnTo>
                    <a:pt x="135437" y="389"/>
                  </a:lnTo>
                  <a:lnTo>
                    <a:pt x="140469" y="2123"/>
                  </a:lnTo>
                  <a:lnTo>
                    <a:pt x="140216" y="4996"/>
                  </a:lnTo>
                  <a:lnTo>
                    <a:pt x="129911" y="6315"/>
                  </a:lnTo>
                  <a:lnTo>
                    <a:pt x="122519" y="7613"/>
                  </a:lnTo>
                  <a:lnTo>
                    <a:pt x="123079" y="11848"/>
                  </a:lnTo>
                  <a:lnTo>
                    <a:pt x="119591" y="14740"/>
                  </a:lnTo>
                  <a:lnTo>
                    <a:pt x="115897" y="18879"/>
                  </a:lnTo>
                  <a:lnTo>
                    <a:pt x="111383" y="23708"/>
                  </a:lnTo>
                  <a:lnTo>
                    <a:pt x="111167" y="24499"/>
                  </a:lnTo>
                  <a:lnTo>
                    <a:pt x="109794" y="29508"/>
                  </a:lnTo>
                  <a:lnTo>
                    <a:pt x="105190" y="34885"/>
                  </a:lnTo>
                  <a:lnTo>
                    <a:pt x="103660" y="41163"/>
                  </a:lnTo>
                  <a:lnTo>
                    <a:pt x="101533" y="46456"/>
                  </a:lnTo>
                  <a:lnTo>
                    <a:pt x="100896" y="48036"/>
                  </a:lnTo>
                  <a:lnTo>
                    <a:pt x="100534" y="53885"/>
                  </a:lnTo>
                  <a:lnTo>
                    <a:pt x="105871" y="51377"/>
                  </a:lnTo>
                  <a:lnTo>
                    <a:pt x="112006" y="45905"/>
                  </a:lnTo>
                  <a:lnTo>
                    <a:pt x="116908" y="42223"/>
                  </a:lnTo>
                  <a:lnTo>
                    <a:pt x="121634" y="45350"/>
                  </a:lnTo>
                  <a:lnTo>
                    <a:pt x="122742" y="45272"/>
                  </a:lnTo>
                  <a:lnTo>
                    <a:pt x="130473" y="44720"/>
                  </a:lnTo>
                  <a:lnTo>
                    <a:pt x="137408" y="46287"/>
                  </a:lnTo>
                  <a:lnTo>
                    <a:pt x="142591" y="48278"/>
                  </a:lnTo>
                  <a:lnTo>
                    <a:pt x="148183" y="52100"/>
                  </a:lnTo>
                  <a:lnTo>
                    <a:pt x="150125" y="56784"/>
                  </a:lnTo>
                  <a:lnTo>
                    <a:pt x="154754" y="61883"/>
                  </a:lnTo>
                  <a:lnTo>
                    <a:pt x="162049" y="66115"/>
                  </a:lnTo>
                  <a:lnTo>
                    <a:pt x="163749" y="71656"/>
                  </a:lnTo>
                  <a:lnTo>
                    <a:pt x="174087" y="70778"/>
                  </a:lnTo>
                  <a:lnTo>
                    <a:pt x="177105" y="69602"/>
                  </a:lnTo>
                  <a:lnTo>
                    <a:pt x="184266" y="66800"/>
                  </a:lnTo>
                  <a:lnTo>
                    <a:pt x="188944" y="70864"/>
                  </a:lnTo>
                  <a:lnTo>
                    <a:pt x="194101" y="71327"/>
                  </a:lnTo>
                  <a:lnTo>
                    <a:pt x="196955" y="68496"/>
                  </a:lnTo>
                  <a:lnTo>
                    <a:pt x="198860" y="62104"/>
                  </a:lnTo>
                  <a:lnTo>
                    <a:pt x="202770" y="63152"/>
                  </a:lnTo>
                  <a:lnTo>
                    <a:pt x="207087" y="66125"/>
                  </a:lnTo>
                  <a:lnTo>
                    <a:pt x="211428" y="60224"/>
                  </a:lnTo>
                  <a:lnTo>
                    <a:pt x="224475" y="49795"/>
                  </a:lnTo>
                  <a:lnTo>
                    <a:pt x="226850" y="47864"/>
                  </a:lnTo>
                  <a:lnTo>
                    <a:pt x="234425" y="46471"/>
                  </a:lnTo>
                  <a:lnTo>
                    <a:pt x="241149" y="44241"/>
                  </a:lnTo>
                  <a:lnTo>
                    <a:pt x="242363" y="43837"/>
                  </a:lnTo>
                  <a:lnTo>
                    <a:pt x="261465" y="41052"/>
                  </a:lnTo>
                  <a:lnTo>
                    <a:pt x="272302" y="33186"/>
                  </a:lnTo>
                  <a:lnTo>
                    <a:pt x="273270" y="32819"/>
                  </a:lnTo>
                  <a:lnTo>
                    <a:pt x="276573" y="31563"/>
                  </a:lnTo>
                  <a:lnTo>
                    <a:pt x="287420" y="28770"/>
                  </a:lnTo>
                  <a:lnTo>
                    <a:pt x="285514" y="36988"/>
                  </a:lnTo>
                  <a:lnTo>
                    <a:pt x="287358" y="46395"/>
                  </a:lnTo>
                  <a:lnTo>
                    <a:pt x="291571" y="51823"/>
                  </a:lnTo>
                  <a:lnTo>
                    <a:pt x="298150" y="51856"/>
                  </a:lnTo>
                  <a:lnTo>
                    <a:pt x="306810" y="47976"/>
                  </a:lnTo>
                  <a:lnTo>
                    <a:pt x="311009" y="49650"/>
                  </a:lnTo>
                  <a:lnTo>
                    <a:pt x="317323" y="49737"/>
                  </a:lnTo>
                  <a:lnTo>
                    <a:pt x="318593" y="47373"/>
                  </a:lnTo>
                  <a:lnTo>
                    <a:pt x="320261" y="44265"/>
                  </a:lnTo>
                  <a:lnTo>
                    <a:pt x="327115" y="43572"/>
                  </a:lnTo>
                  <a:lnTo>
                    <a:pt x="331627" y="38873"/>
                  </a:lnTo>
                  <a:lnTo>
                    <a:pt x="335978" y="39796"/>
                  </a:lnTo>
                  <a:lnTo>
                    <a:pt x="336346" y="43549"/>
                  </a:lnTo>
                  <a:lnTo>
                    <a:pt x="337143" y="51281"/>
                  </a:lnTo>
                  <a:lnTo>
                    <a:pt x="341131" y="59805"/>
                  </a:lnTo>
                  <a:lnTo>
                    <a:pt x="340822" y="61099"/>
                  </a:lnTo>
                  <a:lnTo>
                    <a:pt x="341506" y="66372"/>
                  </a:lnTo>
                  <a:lnTo>
                    <a:pt x="346869" y="68713"/>
                  </a:lnTo>
                  <a:lnTo>
                    <a:pt x="350448" y="72027"/>
                  </a:lnTo>
                  <a:lnTo>
                    <a:pt x="355951" y="74091"/>
                  </a:lnTo>
                  <a:lnTo>
                    <a:pt x="358434" y="68221"/>
                  </a:lnTo>
                  <a:lnTo>
                    <a:pt x="363657" y="67751"/>
                  </a:lnTo>
                  <a:lnTo>
                    <a:pt x="370271" y="67264"/>
                  </a:lnTo>
                  <a:lnTo>
                    <a:pt x="378058" y="73222"/>
                  </a:lnTo>
                  <a:lnTo>
                    <a:pt x="376877" y="79731"/>
                  </a:lnTo>
                  <a:lnTo>
                    <a:pt x="373899" y="80571"/>
                  </a:lnTo>
                  <a:lnTo>
                    <a:pt x="369449" y="79109"/>
                  </a:lnTo>
                  <a:lnTo>
                    <a:pt x="361933" y="81295"/>
                  </a:lnTo>
                  <a:lnTo>
                    <a:pt x="355637" y="80321"/>
                  </a:lnTo>
                  <a:lnTo>
                    <a:pt x="346533" y="81746"/>
                  </a:lnTo>
                  <a:lnTo>
                    <a:pt x="344736" y="82343"/>
                  </a:lnTo>
                  <a:lnTo>
                    <a:pt x="337432" y="84759"/>
                  </a:lnTo>
                  <a:lnTo>
                    <a:pt x="331316" y="87915"/>
                  </a:lnTo>
                  <a:lnTo>
                    <a:pt x="325064" y="85458"/>
                  </a:lnTo>
                  <a:lnTo>
                    <a:pt x="320870" y="88699"/>
                  </a:lnTo>
                  <a:lnTo>
                    <a:pt x="317328" y="89122"/>
                  </a:lnTo>
                  <a:lnTo>
                    <a:pt x="312579" y="93580"/>
                  </a:lnTo>
                  <a:lnTo>
                    <a:pt x="314930" y="97822"/>
                  </a:lnTo>
                  <a:lnTo>
                    <a:pt x="310155" y="97935"/>
                  </a:lnTo>
                  <a:lnTo>
                    <a:pt x="302412" y="93628"/>
                  </a:lnTo>
                  <a:lnTo>
                    <a:pt x="296695" y="88647"/>
                  </a:lnTo>
                  <a:lnTo>
                    <a:pt x="288111" y="86681"/>
                  </a:lnTo>
                  <a:lnTo>
                    <a:pt x="281783" y="86653"/>
                  </a:lnTo>
                  <a:lnTo>
                    <a:pt x="275404" y="86529"/>
                  </a:lnTo>
                  <a:lnTo>
                    <a:pt x="266918" y="88284"/>
                  </a:lnTo>
                  <a:lnTo>
                    <a:pt x="262508" y="96780"/>
                  </a:lnTo>
                  <a:lnTo>
                    <a:pt x="260234" y="99079"/>
                  </a:lnTo>
                  <a:lnTo>
                    <a:pt x="253886" y="98621"/>
                  </a:lnTo>
                  <a:lnTo>
                    <a:pt x="251368" y="101678"/>
                  </a:lnTo>
                  <a:lnTo>
                    <a:pt x="249185" y="104321"/>
                  </a:lnTo>
                  <a:lnTo>
                    <a:pt x="240062" y="102254"/>
                  </a:lnTo>
                  <a:lnTo>
                    <a:pt x="229324" y="105987"/>
                  </a:lnTo>
                  <a:lnTo>
                    <a:pt x="226947" y="115037"/>
                  </a:lnTo>
                  <a:lnTo>
                    <a:pt x="223049" y="121589"/>
                  </a:lnTo>
                  <a:lnTo>
                    <a:pt x="222098" y="122587"/>
                  </a:lnTo>
                  <a:lnTo>
                    <a:pt x="218255" y="126610"/>
                  </a:lnTo>
                  <a:lnTo>
                    <a:pt x="215322" y="134110"/>
                  </a:lnTo>
                  <a:lnTo>
                    <a:pt x="215269" y="140402"/>
                  </a:lnTo>
                  <a:lnTo>
                    <a:pt x="210292" y="135724"/>
                  </a:lnTo>
                  <a:lnTo>
                    <a:pt x="209640" y="129435"/>
                  </a:lnTo>
                  <a:lnTo>
                    <a:pt x="212220" y="125666"/>
                  </a:lnTo>
                  <a:lnTo>
                    <a:pt x="204404" y="120670"/>
                  </a:lnTo>
                  <a:lnTo>
                    <a:pt x="202022" y="128189"/>
                  </a:lnTo>
                  <a:lnTo>
                    <a:pt x="195874" y="133162"/>
                  </a:lnTo>
                  <a:lnTo>
                    <a:pt x="189553" y="130514"/>
                  </a:lnTo>
                  <a:lnTo>
                    <a:pt x="184767" y="135842"/>
                  </a:lnTo>
                  <a:lnTo>
                    <a:pt x="181763" y="145246"/>
                  </a:lnTo>
                  <a:lnTo>
                    <a:pt x="180451" y="149331"/>
                  </a:lnTo>
                  <a:lnTo>
                    <a:pt x="178236" y="157180"/>
                  </a:lnTo>
                  <a:lnTo>
                    <a:pt x="173658" y="168635"/>
                  </a:lnTo>
                  <a:lnTo>
                    <a:pt x="170080" y="175721"/>
                  </a:lnTo>
                  <a:lnTo>
                    <a:pt x="168988" y="183580"/>
                  </a:lnTo>
                  <a:lnTo>
                    <a:pt x="165683" y="183206"/>
                  </a:lnTo>
                  <a:lnTo>
                    <a:pt x="162592" y="180159"/>
                  </a:lnTo>
                  <a:lnTo>
                    <a:pt x="159483" y="176923"/>
                  </a:lnTo>
                  <a:lnTo>
                    <a:pt x="160564" y="172914"/>
                  </a:lnTo>
                  <a:lnTo>
                    <a:pt x="162115" y="166998"/>
                  </a:lnTo>
                  <a:lnTo>
                    <a:pt x="162035" y="162829"/>
                  </a:lnTo>
                  <a:lnTo>
                    <a:pt x="159164" y="162069"/>
                  </a:lnTo>
                  <a:lnTo>
                    <a:pt x="157103" y="164682"/>
                  </a:lnTo>
                  <a:lnTo>
                    <a:pt x="154422" y="165207"/>
                  </a:lnTo>
                  <a:lnTo>
                    <a:pt x="150995" y="165775"/>
                  </a:lnTo>
                  <a:lnTo>
                    <a:pt x="150884" y="162595"/>
                  </a:lnTo>
                  <a:lnTo>
                    <a:pt x="150791" y="158535"/>
                  </a:lnTo>
                  <a:lnTo>
                    <a:pt x="152713" y="155931"/>
                  </a:lnTo>
                  <a:lnTo>
                    <a:pt x="152185" y="151900"/>
                  </a:lnTo>
                  <a:lnTo>
                    <a:pt x="152505" y="147843"/>
                  </a:lnTo>
                  <a:lnTo>
                    <a:pt x="152618" y="145090"/>
                  </a:lnTo>
                  <a:lnTo>
                    <a:pt x="149546" y="142048"/>
                  </a:lnTo>
                  <a:lnTo>
                    <a:pt x="151665" y="140071"/>
                  </a:lnTo>
                  <a:lnTo>
                    <a:pt x="150008" y="137961"/>
                  </a:lnTo>
                  <a:lnTo>
                    <a:pt x="148265" y="136696"/>
                  </a:lnTo>
                  <a:lnTo>
                    <a:pt x="145353" y="134579"/>
                  </a:lnTo>
                  <a:lnTo>
                    <a:pt x="140530" y="134577"/>
                  </a:lnTo>
                  <a:lnTo>
                    <a:pt x="138597" y="132363"/>
                  </a:lnTo>
                  <a:lnTo>
                    <a:pt x="135901" y="133795"/>
                  </a:lnTo>
                  <a:lnTo>
                    <a:pt x="135413" y="133674"/>
                  </a:lnTo>
                  <a:lnTo>
                    <a:pt x="132628" y="132985"/>
                  </a:lnTo>
                  <a:lnTo>
                    <a:pt x="130764" y="131440"/>
                  </a:lnTo>
                  <a:lnTo>
                    <a:pt x="133439" y="126744"/>
                  </a:lnTo>
                  <a:lnTo>
                    <a:pt x="130571" y="123408"/>
                  </a:lnTo>
                  <a:lnTo>
                    <a:pt x="126989" y="122003"/>
                  </a:lnTo>
                  <a:lnTo>
                    <a:pt x="123121" y="121309"/>
                  </a:lnTo>
                  <a:lnTo>
                    <a:pt x="119753" y="122092"/>
                  </a:lnTo>
                  <a:lnTo>
                    <a:pt x="115572" y="120130"/>
                  </a:lnTo>
                  <a:lnTo>
                    <a:pt x="114107" y="121297"/>
                  </a:lnTo>
                  <a:lnTo>
                    <a:pt x="107342" y="118998"/>
                  </a:lnTo>
                  <a:lnTo>
                    <a:pt x="103782" y="119961"/>
                  </a:lnTo>
                  <a:lnTo>
                    <a:pt x="103020" y="122022"/>
                  </a:lnTo>
                  <a:lnTo>
                    <a:pt x="100623" y="122470"/>
                  </a:lnTo>
                  <a:lnTo>
                    <a:pt x="99200" y="120741"/>
                  </a:lnTo>
                  <a:lnTo>
                    <a:pt x="98969" y="120700"/>
                  </a:lnTo>
                  <a:lnTo>
                    <a:pt x="95765" y="120130"/>
                  </a:lnTo>
                  <a:lnTo>
                    <a:pt x="91946" y="121121"/>
                  </a:lnTo>
                  <a:lnTo>
                    <a:pt x="84878" y="118087"/>
                  </a:lnTo>
                  <a:lnTo>
                    <a:pt x="81462" y="116615"/>
                  </a:lnTo>
                  <a:lnTo>
                    <a:pt x="75599" y="114081"/>
                  </a:lnTo>
                  <a:lnTo>
                    <a:pt x="45052" y="109777"/>
                  </a:lnTo>
                  <a:lnTo>
                    <a:pt x="28842" y="107391"/>
                  </a:lnTo>
                  <a:lnTo>
                    <a:pt x="18184" y="105789"/>
                  </a:lnTo>
                  <a:lnTo>
                    <a:pt x="15341" y="99501"/>
                  </a:lnTo>
                  <a:lnTo>
                    <a:pt x="11531" y="93661"/>
                  </a:lnTo>
                  <a:lnTo>
                    <a:pt x="7550" y="92647"/>
                  </a:lnTo>
                  <a:lnTo>
                    <a:pt x="4744" y="90255"/>
                  </a:lnTo>
                  <a:lnTo>
                    <a:pt x="1964" y="9214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326410" y="2535772"/>
              <a:ext cx="361351" cy="412440"/>
            </a:xfrm>
            <a:custGeom>
              <a:avLst/>
              <a:pathLst>
                <a:path w="361351" h="412440">
                  <a:moveTo>
                    <a:pt x="0" y="31188"/>
                  </a:moveTo>
                  <a:lnTo>
                    <a:pt x="13615" y="30737"/>
                  </a:lnTo>
                  <a:lnTo>
                    <a:pt x="37611" y="29732"/>
                  </a:lnTo>
                  <a:lnTo>
                    <a:pt x="57239" y="28792"/>
                  </a:lnTo>
                  <a:lnTo>
                    <a:pt x="86189" y="27298"/>
                  </a:lnTo>
                  <a:lnTo>
                    <a:pt x="87150" y="27240"/>
                  </a:lnTo>
                  <a:lnTo>
                    <a:pt x="94729" y="26776"/>
                  </a:lnTo>
                  <a:lnTo>
                    <a:pt x="93925" y="13859"/>
                  </a:lnTo>
                  <a:lnTo>
                    <a:pt x="93377" y="5215"/>
                  </a:lnTo>
                  <a:lnTo>
                    <a:pt x="93048" y="0"/>
                  </a:lnTo>
                  <a:lnTo>
                    <a:pt x="97483" y="1901"/>
                  </a:lnTo>
                  <a:lnTo>
                    <a:pt x="100558" y="611"/>
                  </a:lnTo>
                  <a:lnTo>
                    <a:pt x="102224" y="521"/>
                  </a:lnTo>
                  <a:lnTo>
                    <a:pt x="105723" y="2772"/>
                  </a:lnTo>
                  <a:lnTo>
                    <a:pt x="108598" y="3437"/>
                  </a:lnTo>
                  <a:lnTo>
                    <a:pt x="109961" y="10793"/>
                  </a:lnTo>
                  <a:lnTo>
                    <a:pt x="111428" y="16927"/>
                  </a:lnTo>
                  <a:lnTo>
                    <a:pt x="112640" y="18607"/>
                  </a:lnTo>
                  <a:lnTo>
                    <a:pt x="114547" y="25438"/>
                  </a:lnTo>
                  <a:lnTo>
                    <a:pt x="116739" y="33391"/>
                  </a:lnTo>
                  <a:lnTo>
                    <a:pt x="116829" y="36442"/>
                  </a:lnTo>
                  <a:lnTo>
                    <a:pt x="116677" y="39995"/>
                  </a:lnTo>
                  <a:lnTo>
                    <a:pt x="120376" y="43375"/>
                  </a:lnTo>
                  <a:lnTo>
                    <a:pt x="125605" y="45601"/>
                  </a:lnTo>
                  <a:lnTo>
                    <a:pt x="128496" y="45921"/>
                  </a:lnTo>
                  <a:lnTo>
                    <a:pt x="129221" y="45493"/>
                  </a:lnTo>
                  <a:lnTo>
                    <a:pt x="131048" y="44412"/>
                  </a:lnTo>
                  <a:lnTo>
                    <a:pt x="135988" y="44527"/>
                  </a:lnTo>
                  <a:lnTo>
                    <a:pt x="137504" y="45936"/>
                  </a:lnTo>
                  <a:lnTo>
                    <a:pt x="137689" y="47821"/>
                  </a:lnTo>
                  <a:lnTo>
                    <a:pt x="145047" y="48166"/>
                  </a:lnTo>
                  <a:lnTo>
                    <a:pt x="152648" y="48463"/>
                  </a:lnTo>
                  <a:lnTo>
                    <a:pt x="156465" y="48296"/>
                  </a:lnTo>
                  <a:lnTo>
                    <a:pt x="158571" y="52262"/>
                  </a:lnTo>
                  <a:lnTo>
                    <a:pt x="158360" y="55337"/>
                  </a:lnTo>
                  <a:lnTo>
                    <a:pt x="164880" y="55538"/>
                  </a:lnTo>
                  <a:lnTo>
                    <a:pt x="169978" y="54249"/>
                  </a:lnTo>
                  <a:lnTo>
                    <a:pt x="174224" y="52730"/>
                  </a:lnTo>
                  <a:lnTo>
                    <a:pt x="174099" y="49516"/>
                  </a:lnTo>
                  <a:lnTo>
                    <a:pt x="178294" y="48240"/>
                  </a:lnTo>
                  <a:lnTo>
                    <a:pt x="179249" y="46655"/>
                  </a:lnTo>
                  <a:lnTo>
                    <a:pt x="185576" y="45011"/>
                  </a:lnTo>
                  <a:lnTo>
                    <a:pt x="188661" y="45973"/>
                  </a:lnTo>
                  <a:lnTo>
                    <a:pt x="191119" y="45628"/>
                  </a:lnTo>
                  <a:lnTo>
                    <a:pt x="197214" y="44765"/>
                  </a:lnTo>
                  <a:lnTo>
                    <a:pt x="200206" y="47057"/>
                  </a:lnTo>
                  <a:lnTo>
                    <a:pt x="208208" y="50225"/>
                  </a:lnTo>
                  <a:lnTo>
                    <a:pt x="212456" y="49583"/>
                  </a:lnTo>
                  <a:lnTo>
                    <a:pt x="212860" y="51968"/>
                  </a:lnTo>
                  <a:lnTo>
                    <a:pt x="211940" y="54945"/>
                  </a:lnTo>
                  <a:lnTo>
                    <a:pt x="215856" y="56407"/>
                  </a:lnTo>
                  <a:lnTo>
                    <a:pt x="218597" y="55626"/>
                  </a:lnTo>
                  <a:lnTo>
                    <a:pt x="221520" y="57737"/>
                  </a:lnTo>
                  <a:lnTo>
                    <a:pt x="221314" y="62122"/>
                  </a:lnTo>
                  <a:lnTo>
                    <a:pt x="224167" y="65797"/>
                  </a:lnTo>
                  <a:lnTo>
                    <a:pt x="226852" y="70804"/>
                  </a:lnTo>
                  <a:lnTo>
                    <a:pt x="229228" y="69157"/>
                  </a:lnTo>
                  <a:lnTo>
                    <a:pt x="229845" y="66465"/>
                  </a:lnTo>
                  <a:lnTo>
                    <a:pt x="229540" y="63285"/>
                  </a:lnTo>
                  <a:lnTo>
                    <a:pt x="230851" y="60989"/>
                  </a:lnTo>
                  <a:lnTo>
                    <a:pt x="235399" y="59959"/>
                  </a:lnTo>
                  <a:lnTo>
                    <a:pt x="240347" y="59752"/>
                  </a:lnTo>
                  <a:lnTo>
                    <a:pt x="243152" y="62122"/>
                  </a:lnTo>
                  <a:lnTo>
                    <a:pt x="244571" y="67131"/>
                  </a:lnTo>
                  <a:lnTo>
                    <a:pt x="248668" y="67423"/>
                  </a:lnTo>
                  <a:lnTo>
                    <a:pt x="253335" y="69180"/>
                  </a:lnTo>
                  <a:lnTo>
                    <a:pt x="254118" y="69475"/>
                  </a:lnTo>
                  <a:lnTo>
                    <a:pt x="257183" y="69248"/>
                  </a:lnTo>
                  <a:lnTo>
                    <a:pt x="258816" y="74670"/>
                  </a:lnTo>
                  <a:lnTo>
                    <a:pt x="265046" y="74788"/>
                  </a:lnTo>
                  <a:lnTo>
                    <a:pt x="266235" y="78517"/>
                  </a:lnTo>
                  <a:lnTo>
                    <a:pt x="269692" y="77201"/>
                  </a:lnTo>
                  <a:lnTo>
                    <a:pt x="275628" y="76359"/>
                  </a:lnTo>
                  <a:lnTo>
                    <a:pt x="279509" y="74919"/>
                  </a:lnTo>
                  <a:lnTo>
                    <a:pt x="283405" y="70533"/>
                  </a:lnTo>
                  <a:lnTo>
                    <a:pt x="288698" y="66427"/>
                  </a:lnTo>
                  <a:lnTo>
                    <a:pt x="294113" y="62527"/>
                  </a:lnTo>
                  <a:lnTo>
                    <a:pt x="296970" y="61760"/>
                  </a:lnTo>
                  <a:lnTo>
                    <a:pt x="299324" y="66102"/>
                  </a:lnTo>
                  <a:lnTo>
                    <a:pt x="301084" y="69801"/>
                  </a:lnTo>
                  <a:lnTo>
                    <a:pt x="304633" y="71228"/>
                  </a:lnTo>
                  <a:lnTo>
                    <a:pt x="310754" y="68637"/>
                  </a:lnTo>
                  <a:lnTo>
                    <a:pt x="315278" y="69258"/>
                  </a:lnTo>
                  <a:lnTo>
                    <a:pt x="322386" y="68558"/>
                  </a:lnTo>
                  <a:lnTo>
                    <a:pt x="330654" y="66953"/>
                  </a:lnTo>
                  <a:lnTo>
                    <a:pt x="335781" y="68037"/>
                  </a:lnTo>
                  <a:lnTo>
                    <a:pt x="338971" y="72361"/>
                  </a:lnTo>
                  <a:lnTo>
                    <a:pt x="344102" y="73850"/>
                  </a:lnTo>
                  <a:lnTo>
                    <a:pt x="349280" y="70834"/>
                  </a:lnTo>
                  <a:lnTo>
                    <a:pt x="355116" y="70906"/>
                  </a:lnTo>
                  <a:lnTo>
                    <a:pt x="361351" y="69872"/>
                  </a:lnTo>
                  <a:lnTo>
                    <a:pt x="358688" y="73017"/>
                  </a:lnTo>
                  <a:lnTo>
                    <a:pt x="354034" y="75289"/>
                  </a:lnTo>
                  <a:lnTo>
                    <a:pt x="350785" y="78034"/>
                  </a:lnTo>
                  <a:lnTo>
                    <a:pt x="348441" y="80224"/>
                  </a:lnTo>
                  <a:lnTo>
                    <a:pt x="342688" y="83019"/>
                  </a:lnTo>
                  <a:lnTo>
                    <a:pt x="340627" y="85498"/>
                  </a:lnTo>
                  <a:lnTo>
                    <a:pt x="336273" y="87410"/>
                  </a:lnTo>
                  <a:lnTo>
                    <a:pt x="331204" y="90358"/>
                  </a:lnTo>
                  <a:lnTo>
                    <a:pt x="325116" y="92816"/>
                  </a:lnTo>
                  <a:lnTo>
                    <a:pt x="320730" y="94656"/>
                  </a:lnTo>
                  <a:lnTo>
                    <a:pt x="315628" y="97521"/>
                  </a:lnTo>
                  <a:lnTo>
                    <a:pt x="310872" y="101376"/>
                  </a:lnTo>
                  <a:lnTo>
                    <a:pt x="307036" y="104060"/>
                  </a:lnTo>
                  <a:lnTo>
                    <a:pt x="301421" y="109444"/>
                  </a:lnTo>
                  <a:lnTo>
                    <a:pt x="294933" y="116634"/>
                  </a:lnTo>
                  <a:lnTo>
                    <a:pt x="289802" y="123066"/>
                  </a:lnTo>
                  <a:lnTo>
                    <a:pt x="285183" y="130743"/>
                  </a:lnTo>
                  <a:lnTo>
                    <a:pt x="280043" y="137755"/>
                  </a:lnTo>
                  <a:lnTo>
                    <a:pt x="277120" y="141445"/>
                  </a:lnTo>
                  <a:lnTo>
                    <a:pt x="271989" y="145442"/>
                  </a:lnTo>
                  <a:lnTo>
                    <a:pt x="269125" y="150190"/>
                  </a:lnTo>
                  <a:lnTo>
                    <a:pt x="265079" y="153669"/>
                  </a:lnTo>
                  <a:lnTo>
                    <a:pt x="262668" y="156744"/>
                  </a:lnTo>
                  <a:lnTo>
                    <a:pt x="262141" y="157415"/>
                  </a:lnTo>
                  <a:lnTo>
                    <a:pt x="257736" y="160841"/>
                  </a:lnTo>
                  <a:lnTo>
                    <a:pt x="253084" y="165339"/>
                  </a:lnTo>
                  <a:lnTo>
                    <a:pt x="250986" y="167627"/>
                  </a:lnTo>
                  <a:lnTo>
                    <a:pt x="253887" y="174174"/>
                  </a:lnTo>
                  <a:lnTo>
                    <a:pt x="252173" y="174061"/>
                  </a:lnTo>
                  <a:lnTo>
                    <a:pt x="249660" y="172634"/>
                  </a:lnTo>
                  <a:lnTo>
                    <a:pt x="247636" y="173033"/>
                  </a:lnTo>
                  <a:lnTo>
                    <a:pt x="245999" y="175739"/>
                  </a:lnTo>
                  <a:lnTo>
                    <a:pt x="245144" y="177959"/>
                  </a:lnTo>
                  <a:lnTo>
                    <a:pt x="241035" y="178462"/>
                  </a:lnTo>
                  <a:lnTo>
                    <a:pt x="242159" y="190094"/>
                  </a:lnTo>
                  <a:lnTo>
                    <a:pt x="242669" y="195533"/>
                  </a:lnTo>
                  <a:lnTo>
                    <a:pt x="243794" y="207553"/>
                  </a:lnTo>
                  <a:lnTo>
                    <a:pt x="244367" y="213571"/>
                  </a:lnTo>
                  <a:lnTo>
                    <a:pt x="244914" y="219327"/>
                  </a:lnTo>
                  <a:lnTo>
                    <a:pt x="242939" y="221073"/>
                  </a:lnTo>
                  <a:lnTo>
                    <a:pt x="242532" y="223665"/>
                  </a:lnTo>
                  <a:lnTo>
                    <a:pt x="240538" y="223584"/>
                  </a:lnTo>
                  <a:lnTo>
                    <a:pt x="237913" y="225043"/>
                  </a:lnTo>
                  <a:lnTo>
                    <a:pt x="236993" y="227180"/>
                  </a:lnTo>
                  <a:lnTo>
                    <a:pt x="233501" y="227705"/>
                  </a:lnTo>
                  <a:lnTo>
                    <a:pt x="231976" y="229517"/>
                  </a:lnTo>
                  <a:lnTo>
                    <a:pt x="228476" y="231365"/>
                  </a:lnTo>
                  <a:lnTo>
                    <a:pt x="225600" y="234471"/>
                  </a:lnTo>
                  <a:lnTo>
                    <a:pt x="224056" y="238002"/>
                  </a:lnTo>
                  <a:lnTo>
                    <a:pt x="223518" y="241222"/>
                  </a:lnTo>
                  <a:lnTo>
                    <a:pt x="221458" y="245141"/>
                  </a:lnTo>
                  <a:lnTo>
                    <a:pt x="220791" y="245708"/>
                  </a:lnTo>
                  <a:lnTo>
                    <a:pt x="219479" y="246822"/>
                  </a:lnTo>
                  <a:lnTo>
                    <a:pt x="219093" y="251824"/>
                  </a:lnTo>
                  <a:lnTo>
                    <a:pt x="219065" y="252186"/>
                  </a:lnTo>
                  <a:lnTo>
                    <a:pt x="219799" y="256711"/>
                  </a:lnTo>
                  <a:lnTo>
                    <a:pt x="223727" y="257101"/>
                  </a:lnTo>
                  <a:lnTo>
                    <a:pt x="225924" y="257278"/>
                  </a:lnTo>
                  <a:lnTo>
                    <a:pt x="227525" y="259363"/>
                  </a:lnTo>
                  <a:lnTo>
                    <a:pt x="229863" y="262887"/>
                  </a:lnTo>
                  <a:lnTo>
                    <a:pt x="232026" y="265094"/>
                  </a:lnTo>
                  <a:lnTo>
                    <a:pt x="231722" y="268052"/>
                  </a:lnTo>
                  <a:lnTo>
                    <a:pt x="230129" y="272374"/>
                  </a:lnTo>
                  <a:lnTo>
                    <a:pt x="227980" y="275390"/>
                  </a:lnTo>
                  <a:lnTo>
                    <a:pt x="227386" y="276222"/>
                  </a:lnTo>
                  <a:lnTo>
                    <a:pt x="227647" y="281441"/>
                  </a:lnTo>
                  <a:lnTo>
                    <a:pt x="227699" y="282480"/>
                  </a:lnTo>
                  <a:lnTo>
                    <a:pt x="229500" y="288037"/>
                  </a:lnTo>
                  <a:lnTo>
                    <a:pt x="227329" y="290880"/>
                  </a:lnTo>
                  <a:lnTo>
                    <a:pt x="226746" y="291642"/>
                  </a:lnTo>
                  <a:lnTo>
                    <a:pt x="229019" y="294443"/>
                  </a:lnTo>
                  <a:lnTo>
                    <a:pt x="230067" y="300011"/>
                  </a:lnTo>
                  <a:lnTo>
                    <a:pt x="229763" y="305641"/>
                  </a:lnTo>
                  <a:lnTo>
                    <a:pt x="229736" y="306143"/>
                  </a:lnTo>
                  <a:lnTo>
                    <a:pt x="228463" y="312276"/>
                  </a:lnTo>
                  <a:lnTo>
                    <a:pt x="229156" y="312870"/>
                  </a:lnTo>
                  <a:lnTo>
                    <a:pt x="232419" y="315661"/>
                  </a:lnTo>
                  <a:lnTo>
                    <a:pt x="234308" y="317274"/>
                  </a:lnTo>
                  <a:lnTo>
                    <a:pt x="238655" y="322238"/>
                  </a:lnTo>
                  <a:lnTo>
                    <a:pt x="242269" y="324368"/>
                  </a:lnTo>
                  <a:lnTo>
                    <a:pt x="249794" y="325026"/>
                  </a:lnTo>
                  <a:lnTo>
                    <a:pt x="251654" y="324806"/>
                  </a:lnTo>
                  <a:lnTo>
                    <a:pt x="253982" y="325962"/>
                  </a:lnTo>
                  <a:lnTo>
                    <a:pt x="254132" y="326036"/>
                  </a:lnTo>
                  <a:lnTo>
                    <a:pt x="255616" y="329574"/>
                  </a:lnTo>
                  <a:lnTo>
                    <a:pt x="258077" y="331525"/>
                  </a:lnTo>
                  <a:lnTo>
                    <a:pt x="258772" y="332075"/>
                  </a:lnTo>
                  <a:lnTo>
                    <a:pt x="264983" y="333679"/>
                  </a:lnTo>
                  <a:lnTo>
                    <a:pt x="266359" y="334198"/>
                  </a:lnTo>
                  <a:lnTo>
                    <a:pt x="272630" y="336557"/>
                  </a:lnTo>
                  <a:lnTo>
                    <a:pt x="275278" y="339377"/>
                  </a:lnTo>
                  <a:lnTo>
                    <a:pt x="277041" y="345295"/>
                  </a:lnTo>
                  <a:lnTo>
                    <a:pt x="279170" y="347455"/>
                  </a:lnTo>
                  <a:lnTo>
                    <a:pt x="281244" y="349558"/>
                  </a:lnTo>
                  <a:lnTo>
                    <a:pt x="286367" y="351516"/>
                  </a:lnTo>
                  <a:lnTo>
                    <a:pt x="290362" y="355643"/>
                  </a:lnTo>
                  <a:lnTo>
                    <a:pt x="294336" y="357839"/>
                  </a:lnTo>
                  <a:lnTo>
                    <a:pt x="295055" y="357953"/>
                  </a:lnTo>
                  <a:lnTo>
                    <a:pt x="301121" y="358907"/>
                  </a:lnTo>
                  <a:lnTo>
                    <a:pt x="302090" y="360011"/>
                  </a:lnTo>
                  <a:lnTo>
                    <a:pt x="305872" y="364311"/>
                  </a:lnTo>
                  <a:lnTo>
                    <a:pt x="309655" y="368429"/>
                  </a:lnTo>
                  <a:lnTo>
                    <a:pt x="309864" y="368804"/>
                  </a:lnTo>
                  <a:lnTo>
                    <a:pt x="312590" y="373701"/>
                  </a:lnTo>
                  <a:lnTo>
                    <a:pt x="312289" y="377057"/>
                  </a:lnTo>
                  <a:lnTo>
                    <a:pt x="311912" y="381238"/>
                  </a:lnTo>
                  <a:lnTo>
                    <a:pt x="313417" y="385722"/>
                  </a:lnTo>
                  <a:lnTo>
                    <a:pt x="314687" y="388076"/>
                  </a:lnTo>
                  <a:lnTo>
                    <a:pt x="315919" y="392452"/>
                  </a:lnTo>
                  <a:lnTo>
                    <a:pt x="302208" y="393904"/>
                  </a:lnTo>
                  <a:lnTo>
                    <a:pt x="296197" y="394531"/>
                  </a:lnTo>
                  <a:lnTo>
                    <a:pt x="290206" y="395146"/>
                  </a:lnTo>
                  <a:lnTo>
                    <a:pt x="285456" y="395628"/>
                  </a:lnTo>
                  <a:lnTo>
                    <a:pt x="272656" y="396896"/>
                  </a:lnTo>
                  <a:lnTo>
                    <a:pt x="267681" y="397378"/>
                  </a:lnTo>
                  <a:lnTo>
                    <a:pt x="254116" y="398683"/>
                  </a:lnTo>
                  <a:lnTo>
                    <a:pt x="248881" y="399175"/>
                  </a:lnTo>
                  <a:lnTo>
                    <a:pt x="232947" y="400658"/>
                  </a:lnTo>
                  <a:lnTo>
                    <a:pt x="225200" y="401330"/>
                  </a:lnTo>
                  <a:lnTo>
                    <a:pt x="223951" y="401437"/>
                  </a:lnTo>
                  <a:lnTo>
                    <a:pt x="214915" y="402199"/>
                  </a:lnTo>
                  <a:lnTo>
                    <a:pt x="201409" y="403305"/>
                  </a:lnTo>
                  <a:lnTo>
                    <a:pt x="197415" y="403623"/>
                  </a:lnTo>
                  <a:lnTo>
                    <a:pt x="193802" y="403906"/>
                  </a:lnTo>
                  <a:lnTo>
                    <a:pt x="177584" y="405136"/>
                  </a:lnTo>
                  <a:lnTo>
                    <a:pt x="163624" y="406107"/>
                  </a:lnTo>
                  <a:lnTo>
                    <a:pt x="156440" y="406588"/>
                  </a:lnTo>
                  <a:lnTo>
                    <a:pt x="153808" y="406768"/>
                  </a:lnTo>
                  <a:lnTo>
                    <a:pt x="133067" y="408127"/>
                  </a:lnTo>
                  <a:lnTo>
                    <a:pt x="132075" y="408189"/>
                  </a:lnTo>
                  <a:lnTo>
                    <a:pt x="130041" y="408314"/>
                  </a:lnTo>
                  <a:lnTo>
                    <a:pt x="114904" y="409212"/>
                  </a:lnTo>
                  <a:lnTo>
                    <a:pt x="106193" y="409743"/>
                  </a:lnTo>
                  <a:lnTo>
                    <a:pt x="102834" y="409943"/>
                  </a:lnTo>
                  <a:lnTo>
                    <a:pt x="101202" y="410039"/>
                  </a:lnTo>
                  <a:lnTo>
                    <a:pt x="83675" y="410992"/>
                  </a:lnTo>
                  <a:lnTo>
                    <a:pt x="82337" y="411059"/>
                  </a:lnTo>
                  <a:lnTo>
                    <a:pt x="72642" y="411526"/>
                  </a:lnTo>
                  <a:lnTo>
                    <a:pt x="65311" y="411865"/>
                  </a:lnTo>
                  <a:lnTo>
                    <a:pt x="52458" y="412440"/>
                  </a:lnTo>
                  <a:lnTo>
                    <a:pt x="52300" y="408829"/>
                  </a:lnTo>
                  <a:lnTo>
                    <a:pt x="51430" y="388148"/>
                  </a:lnTo>
                  <a:lnTo>
                    <a:pt x="50409" y="363981"/>
                  </a:lnTo>
                  <a:lnTo>
                    <a:pt x="49927" y="352614"/>
                  </a:lnTo>
                  <a:lnTo>
                    <a:pt x="49318" y="339849"/>
                  </a:lnTo>
                  <a:lnTo>
                    <a:pt x="49027" y="333748"/>
                  </a:lnTo>
                  <a:lnTo>
                    <a:pt x="48447" y="321627"/>
                  </a:lnTo>
                  <a:lnTo>
                    <a:pt x="47875" y="309676"/>
                  </a:lnTo>
                  <a:lnTo>
                    <a:pt x="46902" y="289392"/>
                  </a:lnTo>
                  <a:lnTo>
                    <a:pt x="46772" y="286699"/>
                  </a:lnTo>
                  <a:lnTo>
                    <a:pt x="46112" y="285390"/>
                  </a:lnTo>
                  <a:lnTo>
                    <a:pt x="45443" y="284061"/>
                  </a:lnTo>
                  <a:lnTo>
                    <a:pt x="43437" y="282101"/>
                  </a:lnTo>
                  <a:lnTo>
                    <a:pt x="41435" y="281458"/>
                  </a:lnTo>
                  <a:lnTo>
                    <a:pt x="38655" y="280042"/>
                  </a:lnTo>
                  <a:lnTo>
                    <a:pt x="35830" y="280011"/>
                  </a:lnTo>
                  <a:lnTo>
                    <a:pt x="34029" y="278222"/>
                  </a:lnTo>
                  <a:lnTo>
                    <a:pt x="32363" y="275377"/>
                  </a:lnTo>
                  <a:lnTo>
                    <a:pt x="30324" y="271468"/>
                  </a:lnTo>
                  <a:lnTo>
                    <a:pt x="27537" y="268082"/>
                  </a:lnTo>
                  <a:lnTo>
                    <a:pt x="27100" y="267551"/>
                  </a:lnTo>
                  <a:lnTo>
                    <a:pt x="26657" y="265797"/>
                  </a:lnTo>
                  <a:lnTo>
                    <a:pt x="27801" y="263330"/>
                  </a:lnTo>
                  <a:lnTo>
                    <a:pt x="31609" y="259874"/>
                  </a:lnTo>
                  <a:lnTo>
                    <a:pt x="35038" y="257590"/>
                  </a:lnTo>
                  <a:lnTo>
                    <a:pt x="36942" y="254108"/>
                  </a:lnTo>
                  <a:lnTo>
                    <a:pt x="38944" y="251563"/>
                  </a:lnTo>
                  <a:lnTo>
                    <a:pt x="39517" y="247677"/>
                  </a:lnTo>
                  <a:lnTo>
                    <a:pt x="39725" y="243249"/>
                  </a:lnTo>
                  <a:lnTo>
                    <a:pt x="38970" y="237614"/>
                  </a:lnTo>
                  <a:lnTo>
                    <a:pt x="39030" y="237238"/>
                  </a:lnTo>
                  <a:lnTo>
                    <a:pt x="39722" y="232881"/>
                  </a:lnTo>
                  <a:lnTo>
                    <a:pt x="37332" y="223511"/>
                  </a:lnTo>
                  <a:lnTo>
                    <a:pt x="36778" y="216584"/>
                  </a:lnTo>
                  <a:lnTo>
                    <a:pt x="34442" y="213968"/>
                  </a:lnTo>
                  <a:lnTo>
                    <a:pt x="31254" y="208746"/>
                  </a:lnTo>
                  <a:lnTo>
                    <a:pt x="29187" y="199723"/>
                  </a:lnTo>
                  <a:lnTo>
                    <a:pt x="27030" y="195375"/>
                  </a:lnTo>
                  <a:lnTo>
                    <a:pt x="26783" y="194877"/>
                  </a:lnTo>
                  <a:lnTo>
                    <a:pt x="26801" y="190979"/>
                  </a:lnTo>
                  <a:lnTo>
                    <a:pt x="26468" y="185084"/>
                  </a:lnTo>
                  <a:lnTo>
                    <a:pt x="27267" y="175648"/>
                  </a:lnTo>
                  <a:lnTo>
                    <a:pt x="23690" y="168988"/>
                  </a:lnTo>
                  <a:lnTo>
                    <a:pt x="24175" y="164018"/>
                  </a:lnTo>
                  <a:lnTo>
                    <a:pt x="23626" y="159204"/>
                  </a:lnTo>
                  <a:lnTo>
                    <a:pt x="22935" y="153138"/>
                  </a:lnTo>
                  <a:lnTo>
                    <a:pt x="22627" y="150432"/>
                  </a:lnTo>
                  <a:lnTo>
                    <a:pt x="21357" y="139090"/>
                  </a:lnTo>
                  <a:lnTo>
                    <a:pt x="21265" y="135002"/>
                  </a:lnTo>
                  <a:lnTo>
                    <a:pt x="21150" y="129931"/>
                  </a:lnTo>
                  <a:lnTo>
                    <a:pt x="19608" y="124625"/>
                  </a:lnTo>
                  <a:lnTo>
                    <a:pt x="19023" y="123038"/>
                  </a:lnTo>
                  <a:lnTo>
                    <a:pt x="17184" y="118039"/>
                  </a:lnTo>
                  <a:lnTo>
                    <a:pt x="13743" y="111236"/>
                  </a:lnTo>
                  <a:lnTo>
                    <a:pt x="11593" y="105124"/>
                  </a:lnTo>
                  <a:lnTo>
                    <a:pt x="9875" y="98709"/>
                  </a:lnTo>
                  <a:lnTo>
                    <a:pt x="8002" y="94242"/>
                  </a:lnTo>
                  <a:lnTo>
                    <a:pt x="5893" y="88941"/>
                  </a:lnTo>
                  <a:lnTo>
                    <a:pt x="5923" y="88614"/>
                  </a:lnTo>
                  <a:lnTo>
                    <a:pt x="6054" y="87183"/>
                  </a:lnTo>
                  <a:lnTo>
                    <a:pt x="6463" y="82702"/>
                  </a:lnTo>
                  <a:lnTo>
                    <a:pt x="5852" y="76680"/>
                  </a:lnTo>
                  <a:lnTo>
                    <a:pt x="5573" y="70703"/>
                  </a:lnTo>
                  <a:lnTo>
                    <a:pt x="4853" y="63639"/>
                  </a:lnTo>
                  <a:lnTo>
                    <a:pt x="4878" y="63051"/>
                  </a:lnTo>
                  <a:lnTo>
                    <a:pt x="4888" y="62831"/>
                  </a:lnTo>
                  <a:lnTo>
                    <a:pt x="5007" y="60052"/>
                  </a:lnTo>
                  <a:lnTo>
                    <a:pt x="6763" y="54124"/>
                  </a:lnTo>
                  <a:lnTo>
                    <a:pt x="5668" y="50983"/>
                  </a:lnTo>
                  <a:lnTo>
                    <a:pt x="4077" y="46930"/>
                  </a:lnTo>
                  <a:lnTo>
                    <a:pt x="2241" y="40378"/>
                  </a:lnTo>
                  <a:lnTo>
                    <a:pt x="191" y="34999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404035" y="3497076"/>
              <a:ext cx="612715" cy="500178"/>
            </a:xfrm>
            <a:custGeom>
              <a:avLst/>
              <a:pathLst>
                <a:path w="612715" h="500178">
                  <a:moveTo>
                    <a:pt x="0" y="29082"/>
                  </a:moveTo>
                  <a:lnTo>
                    <a:pt x="19716" y="28373"/>
                  </a:lnTo>
                  <a:lnTo>
                    <a:pt x="33221" y="27843"/>
                  </a:lnTo>
                  <a:lnTo>
                    <a:pt x="36472" y="27711"/>
                  </a:lnTo>
                  <a:lnTo>
                    <a:pt x="47777" y="27230"/>
                  </a:lnTo>
                  <a:lnTo>
                    <a:pt x="59082" y="26730"/>
                  </a:lnTo>
                  <a:lnTo>
                    <a:pt x="72141" y="26156"/>
                  </a:lnTo>
                  <a:lnTo>
                    <a:pt x="80189" y="25790"/>
                  </a:lnTo>
                  <a:lnTo>
                    <a:pt x="96120" y="24990"/>
                  </a:lnTo>
                  <a:lnTo>
                    <a:pt x="104438" y="24558"/>
                  </a:lnTo>
                  <a:lnTo>
                    <a:pt x="109743" y="24179"/>
                  </a:lnTo>
                  <a:lnTo>
                    <a:pt x="123325" y="23191"/>
                  </a:lnTo>
                  <a:lnTo>
                    <a:pt x="129965" y="22675"/>
                  </a:lnTo>
                  <a:lnTo>
                    <a:pt x="141906" y="21730"/>
                  </a:lnTo>
                  <a:lnTo>
                    <a:pt x="148294" y="21137"/>
                  </a:lnTo>
                  <a:lnTo>
                    <a:pt x="163043" y="19746"/>
                  </a:lnTo>
                  <a:lnTo>
                    <a:pt x="168671" y="19240"/>
                  </a:lnTo>
                  <a:lnTo>
                    <a:pt x="183626" y="17873"/>
                  </a:lnTo>
                  <a:lnTo>
                    <a:pt x="187046" y="17588"/>
                  </a:lnTo>
                  <a:lnTo>
                    <a:pt x="202474" y="16281"/>
                  </a:lnTo>
                  <a:lnTo>
                    <a:pt x="204920" y="16071"/>
                  </a:lnTo>
                  <a:lnTo>
                    <a:pt x="222622" y="14355"/>
                  </a:lnTo>
                  <a:lnTo>
                    <a:pt x="225868" y="13975"/>
                  </a:lnTo>
                  <a:lnTo>
                    <a:pt x="238991" y="12422"/>
                  </a:lnTo>
                  <a:lnTo>
                    <a:pt x="258152" y="10546"/>
                  </a:lnTo>
                  <a:lnTo>
                    <a:pt x="260506" y="10311"/>
                  </a:lnTo>
                  <a:lnTo>
                    <a:pt x="264617" y="9816"/>
                  </a:lnTo>
                  <a:lnTo>
                    <a:pt x="280126" y="7924"/>
                  </a:lnTo>
                  <a:lnTo>
                    <a:pt x="288798" y="6902"/>
                  </a:lnTo>
                  <a:lnTo>
                    <a:pt x="303201" y="5180"/>
                  </a:lnTo>
                  <a:lnTo>
                    <a:pt x="323112" y="2636"/>
                  </a:lnTo>
                  <a:lnTo>
                    <a:pt x="323434" y="2594"/>
                  </a:lnTo>
                  <a:lnTo>
                    <a:pt x="341081" y="0"/>
                  </a:lnTo>
                  <a:lnTo>
                    <a:pt x="342238" y="995"/>
                  </a:lnTo>
                  <a:lnTo>
                    <a:pt x="345144" y="3492"/>
                  </a:lnTo>
                  <a:lnTo>
                    <a:pt x="346659" y="6479"/>
                  </a:lnTo>
                  <a:lnTo>
                    <a:pt x="351176" y="7351"/>
                  </a:lnTo>
                  <a:lnTo>
                    <a:pt x="352499" y="11602"/>
                  </a:lnTo>
                  <a:lnTo>
                    <a:pt x="356684" y="15560"/>
                  </a:lnTo>
                  <a:lnTo>
                    <a:pt x="360771" y="18303"/>
                  </a:lnTo>
                  <a:lnTo>
                    <a:pt x="362890" y="21556"/>
                  </a:lnTo>
                  <a:lnTo>
                    <a:pt x="369805" y="23496"/>
                  </a:lnTo>
                  <a:lnTo>
                    <a:pt x="366171" y="30149"/>
                  </a:lnTo>
                  <a:lnTo>
                    <a:pt x="364781" y="36189"/>
                  </a:lnTo>
                  <a:lnTo>
                    <a:pt x="364669" y="38585"/>
                  </a:lnTo>
                  <a:lnTo>
                    <a:pt x="364413" y="44065"/>
                  </a:lnTo>
                  <a:lnTo>
                    <a:pt x="364255" y="47419"/>
                  </a:lnTo>
                  <a:lnTo>
                    <a:pt x="366478" y="57545"/>
                  </a:lnTo>
                  <a:lnTo>
                    <a:pt x="368279" y="63977"/>
                  </a:lnTo>
                  <a:lnTo>
                    <a:pt x="373077" y="71670"/>
                  </a:lnTo>
                  <a:lnTo>
                    <a:pt x="373111" y="71799"/>
                  </a:lnTo>
                  <a:lnTo>
                    <a:pt x="374196" y="75900"/>
                  </a:lnTo>
                  <a:lnTo>
                    <a:pt x="374275" y="82881"/>
                  </a:lnTo>
                  <a:lnTo>
                    <a:pt x="377802" y="85253"/>
                  </a:lnTo>
                  <a:lnTo>
                    <a:pt x="381268" y="88662"/>
                  </a:lnTo>
                  <a:lnTo>
                    <a:pt x="381328" y="91894"/>
                  </a:lnTo>
                  <a:lnTo>
                    <a:pt x="381388" y="95223"/>
                  </a:lnTo>
                  <a:lnTo>
                    <a:pt x="387160" y="99426"/>
                  </a:lnTo>
                  <a:lnTo>
                    <a:pt x="389919" y="101433"/>
                  </a:lnTo>
                  <a:lnTo>
                    <a:pt x="398653" y="108091"/>
                  </a:lnTo>
                  <a:lnTo>
                    <a:pt x="399463" y="108707"/>
                  </a:lnTo>
                  <a:lnTo>
                    <a:pt x="402206" y="113602"/>
                  </a:lnTo>
                  <a:lnTo>
                    <a:pt x="406394" y="113949"/>
                  </a:lnTo>
                  <a:lnTo>
                    <a:pt x="409979" y="118512"/>
                  </a:lnTo>
                  <a:lnTo>
                    <a:pt x="412738" y="123405"/>
                  </a:lnTo>
                  <a:lnTo>
                    <a:pt x="421933" y="127754"/>
                  </a:lnTo>
                  <a:lnTo>
                    <a:pt x="422131" y="127881"/>
                  </a:lnTo>
                  <a:lnTo>
                    <a:pt x="430984" y="133540"/>
                  </a:lnTo>
                  <a:lnTo>
                    <a:pt x="441435" y="141877"/>
                  </a:lnTo>
                  <a:lnTo>
                    <a:pt x="442384" y="145344"/>
                  </a:lnTo>
                  <a:lnTo>
                    <a:pt x="444571" y="153333"/>
                  </a:lnTo>
                  <a:lnTo>
                    <a:pt x="447474" y="158657"/>
                  </a:lnTo>
                  <a:lnTo>
                    <a:pt x="445220" y="164151"/>
                  </a:lnTo>
                  <a:lnTo>
                    <a:pt x="449255" y="171552"/>
                  </a:lnTo>
                  <a:lnTo>
                    <a:pt x="451117" y="176895"/>
                  </a:lnTo>
                  <a:lnTo>
                    <a:pt x="451662" y="178456"/>
                  </a:lnTo>
                  <a:lnTo>
                    <a:pt x="457544" y="182872"/>
                  </a:lnTo>
                  <a:lnTo>
                    <a:pt x="461021" y="182956"/>
                  </a:lnTo>
                  <a:lnTo>
                    <a:pt x="465346" y="178005"/>
                  </a:lnTo>
                  <a:lnTo>
                    <a:pt x="467517" y="171975"/>
                  </a:lnTo>
                  <a:lnTo>
                    <a:pt x="468972" y="171853"/>
                  </a:lnTo>
                  <a:lnTo>
                    <a:pt x="473746" y="171452"/>
                  </a:lnTo>
                  <a:lnTo>
                    <a:pt x="482571" y="174543"/>
                  </a:lnTo>
                  <a:lnTo>
                    <a:pt x="484540" y="174770"/>
                  </a:lnTo>
                  <a:lnTo>
                    <a:pt x="488626" y="175239"/>
                  </a:lnTo>
                  <a:lnTo>
                    <a:pt x="492258" y="177125"/>
                  </a:lnTo>
                  <a:lnTo>
                    <a:pt x="499491" y="180872"/>
                  </a:lnTo>
                  <a:lnTo>
                    <a:pt x="499657" y="185753"/>
                  </a:lnTo>
                  <a:lnTo>
                    <a:pt x="495835" y="189975"/>
                  </a:lnTo>
                  <a:lnTo>
                    <a:pt x="492675" y="195550"/>
                  </a:lnTo>
                  <a:lnTo>
                    <a:pt x="494423" y="199674"/>
                  </a:lnTo>
                  <a:lnTo>
                    <a:pt x="495991" y="202638"/>
                  </a:lnTo>
                  <a:lnTo>
                    <a:pt x="496290" y="208002"/>
                  </a:lnTo>
                  <a:lnTo>
                    <a:pt x="491529" y="216078"/>
                  </a:lnTo>
                  <a:lnTo>
                    <a:pt x="491145" y="217685"/>
                  </a:lnTo>
                  <a:lnTo>
                    <a:pt x="490796" y="219144"/>
                  </a:lnTo>
                  <a:lnTo>
                    <a:pt x="490182" y="221714"/>
                  </a:lnTo>
                  <a:lnTo>
                    <a:pt x="489365" y="228288"/>
                  </a:lnTo>
                  <a:lnTo>
                    <a:pt x="485520" y="234513"/>
                  </a:lnTo>
                  <a:lnTo>
                    <a:pt x="484808" y="235662"/>
                  </a:lnTo>
                  <a:lnTo>
                    <a:pt x="483483" y="241917"/>
                  </a:lnTo>
                  <a:lnTo>
                    <a:pt x="485282" y="251489"/>
                  </a:lnTo>
                  <a:lnTo>
                    <a:pt x="489569" y="257147"/>
                  </a:lnTo>
                  <a:lnTo>
                    <a:pt x="496322" y="262430"/>
                  </a:lnTo>
                  <a:lnTo>
                    <a:pt x="499676" y="265768"/>
                  </a:lnTo>
                  <a:lnTo>
                    <a:pt x="501056" y="266393"/>
                  </a:lnTo>
                  <a:lnTo>
                    <a:pt x="508310" y="269670"/>
                  </a:lnTo>
                  <a:lnTo>
                    <a:pt x="512681" y="273101"/>
                  </a:lnTo>
                  <a:lnTo>
                    <a:pt x="519590" y="277361"/>
                  </a:lnTo>
                  <a:lnTo>
                    <a:pt x="524307" y="277188"/>
                  </a:lnTo>
                  <a:lnTo>
                    <a:pt x="523212" y="282656"/>
                  </a:lnTo>
                  <a:lnTo>
                    <a:pt x="527301" y="286561"/>
                  </a:lnTo>
                  <a:lnTo>
                    <a:pt x="528287" y="287502"/>
                  </a:lnTo>
                  <a:lnTo>
                    <a:pt x="534180" y="283036"/>
                  </a:lnTo>
                  <a:lnTo>
                    <a:pt x="540841" y="287719"/>
                  </a:lnTo>
                  <a:lnTo>
                    <a:pt x="548846" y="291314"/>
                  </a:lnTo>
                  <a:lnTo>
                    <a:pt x="549893" y="293200"/>
                  </a:lnTo>
                  <a:lnTo>
                    <a:pt x="552054" y="297088"/>
                  </a:lnTo>
                  <a:lnTo>
                    <a:pt x="559240" y="300230"/>
                  </a:lnTo>
                  <a:lnTo>
                    <a:pt x="565673" y="302473"/>
                  </a:lnTo>
                  <a:lnTo>
                    <a:pt x="567953" y="310225"/>
                  </a:lnTo>
                  <a:lnTo>
                    <a:pt x="569638" y="315069"/>
                  </a:lnTo>
                  <a:lnTo>
                    <a:pt x="569445" y="316234"/>
                  </a:lnTo>
                  <a:lnTo>
                    <a:pt x="569234" y="317509"/>
                  </a:lnTo>
                  <a:lnTo>
                    <a:pt x="568680" y="320853"/>
                  </a:lnTo>
                  <a:lnTo>
                    <a:pt x="573128" y="327419"/>
                  </a:lnTo>
                  <a:lnTo>
                    <a:pt x="577882" y="333456"/>
                  </a:lnTo>
                  <a:lnTo>
                    <a:pt x="578355" y="339171"/>
                  </a:lnTo>
                  <a:lnTo>
                    <a:pt x="574562" y="342090"/>
                  </a:lnTo>
                  <a:lnTo>
                    <a:pt x="572861" y="343398"/>
                  </a:lnTo>
                  <a:lnTo>
                    <a:pt x="571488" y="348396"/>
                  </a:lnTo>
                  <a:lnTo>
                    <a:pt x="574772" y="350341"/>
                  </a:lnTo>
                  <a:lnTo>
                    <a:pt x="575962" y="351045"/>
                  </a:lnTo>
                  <a:lnTo>
                    <a:pt x="578083" y="358118"/>
                  </a:lnTo>
                  <a:lnTo>
                    <a:pt x="585546" y="366718"/>
                  </a:lnTo>
                  <a:lnTo>
                    <a:pt x="588526" y="373164"/>
                  </a:lnTo>
                  <a:lnTo>
                    <a:pt x="593245" y="374096"/>
                  </a:lnTo>
                  <a:lnTo>
                    <a:pt x="597895" y="375011"/>
                  </a:lnTo>
                  <a:lnTo>
                    <a:pt x="603773" y="377146"/>
                  </a:lnTo>
                  <a:lnTo>
                    <a:pt x="609375" y="377285"/>
                  </a:lnTo>
                  <a:lnTo>
                    <a:pt x="612715" y="379573"/>
                  </a:lnTo>
                  <a:lnTo>
                    <a:pt x="612510" y="381074"/>
                  </a:lnTo>
                  <a:lnTo>
                    <a:pt x="611681" y="387134"/>
                  </a:lnTo>
                  <a:lnTo>
                    <a:pt x="609867" y="392409"/>
                  </a:lnTo>
                  <a:lnTo>
                    <a:pt x="609909" y="398935"/>
                  </a:lnTo>
                  <a:lnTo>
                    <a:pt x="609939" y="399250"/>
                  </a:lnTo>
                  <a:lnTo>
                    <a:pt x="610253" y="402623"/>
                  </a:lnTo>
                  <a:lnTo>
                    <a:pt x="606731" y="407509"/>
                  </a:lnTo>
                  <a:lnTo>
                    <a:pt x="610739" y="413089"/>
                  </a:lnTo>
                  <a:lnTo>
                    <a:pt x="609982" y="414437"/>
                  </a:lnTo>
                  <a:lnTo>
                    <a:pt x="608233" y="417553"/>
                  </a:lnTo>
                  <a:lnTo>
                    <a:pt x="606466" y="424115"/>
                  </a:lnTo>
                  <a:lnTo>
                    <a:pt x="601761" y="423785"/>
                  </a:lnTo>
                  <a:lnTo>
                    <a:pt x="597085" y="419171"/>
                  </a:lnTo>
                  <a:lnTo>
                    <a:pt x="596850" y="419211"/>
                  </a:lnTo>
                  <a:lnTo>
                    <a:pt x="592299" y="419979"/>
                  </a:lnTo>
                  <a:lnTo>
                    <a:pt x="590475" y="426955"/>
                  </a:lnTo>
                  <a:lnTo>
                    <a:pt x="584061" y="427327"/>
                  </a:lnTo>
                  <a:lnTo>
                    <a:pt x="578157" y="427141"/>
                  </a:lnTo>
                  <a:lnTo>
                    <a:pt x="576211" y="431481"/>
                  </a:lnTo>
                  <a:lnTo>
                    <a:pt x="579599" y="435572"/>
                  </a:lnTo>
                  <a:lnTo>
                    <a:pt x="581683" y="439360"/>
                  </a:lnTo>
                  <a:lnTo>
                    <a:pt x="580314" y="444235"/>
                  </a:lnTo>
                  <a:lnTo>
                    <a:pt x="583701" y="448505"/>
                  </a:lnTo>
                  <a:lnTo>
                    <a:pt x="583029" y="452364"/>
                  </a:lnTo>
                  <a:lnTo>
                    <a:pt x="581040" y="452672"/>
                  </a:lnTo>
                  <a:lnTo>
                    <a:pt x="576095" y="453434"/>
                  </a:lnTo>
                  <a:lnTo>
                    <a:pt x="575516" y="457318"/>
                  </a:lnTo>
                  <a:lnTo>
                    <a:pt x="581058" y="460150"/>
                  </a:lnTo>
                  <a:lnTo>
                    <a:pt x="577258" y="465081"/>
                  </a:lnTo>
                  <a:lnTo>
                    <a:pt x="570356" y="464791"/>
                  </a:lnTo>
                  <a:lnTo>
                    <a:pt x="569343" y="467538"/>
                  </a:lnTo>
                  <a:lnTo>
                    <a:pt x="575659" y="471198"/>
                  </a:lnTo>
                  <a:lnTo>
                    <a:pt x="576033" y="471414"/>
                  </a:lnTo>
                  <a:lnTo>
                    <a:pt x="579472" y="476325"/>
                  </a:lnTo>
                  <a:lnTo>
                    <a:pt x="575311" y="480440"/>
                  </a:lnTo>
                  <a:lnTo>
                    <a:pt x="572256" y="483193"/>
                  </a:lnTo>
                  <a:lnTo>
                    <a:pt x="571917" y="490201"/>
                  </a:lnTo>
                  <a:lnTo>
                    <a:pt x="568514" y="492856"/>
                  </a:lnTo>
                  <a:lnTo>
                    <a:pt x="553431" y="494832"/>
                  </a:lnTo>
                  <a:lnTo>
                    <a:pt x="548207" y="495500"/>
                  </a:lnTo>
                  <a:lnTo>
                    <a:pt x="535235" y="497143"/>
                  </a:lnTo>
                  <a:lnTo>
                    <a:pt x="518604" y="499274"/>
                  </a:lnTo>
                  <a:lnTo>
                    <a:pt x="511452" y="500178"/>
                  </a:lnTo>
                  <a:lnTo>
                    <a:pt x="513493" y="494184"/>
                  </a:lnTo>
                  <a:lnTo>
                    <a:pt x="516748" y="486416"/>
                  </a:lnTo>
                  <a:lnTo>
                    <a:pt x="521721" y="482859"/>
                  </a:lnTo>
                  <a:lnTo>
                    <a:pt x="522543" y="477677"/>
                  </a:lnTo>
                  <a:lnTo>
                    <a:pt x="525182" y="475769"/>
                  </a:lnTo>
                  <a:lnTo>
                    <a:pt x="527976" y="473748"/>
                  </a:lnTo>
                  <a:lnTo>
                    <a:pt x="531031" y="467601"/>
                  </a:lnTo>
                  <a:lnTo>
                    <a:pt x="535141" y="462907"/>
                  </a:lnTo>
                  <a:lnTo>
                    <a:pt x="534530" y="456928"/>
                  </a:lnTo>
                  <a:lnTo>
                    <a:pt x="533941" y="453699"/>
                  </a:lnTo>
                  <a:lnTo>
                    <a:pt x="527792" y="451193"/>
                  </a:lnTo>
                  <a:lnTo>
                    <a:pt x="526328" y="446332"/>
                  </a:lnTo>
                  <a:lnTo>
                    <a:pt x="524788" y="442529"/>
                  </a:lnTo>
                  <a:lnTo>
                    <a:pt x="518809" y="443165"/>
                  </a:lnTo>
                  <a:lnTo>
                    <a:pt x="494326" y="445718"/>
                  </a:lnTo>
                  <a:lnTo>
                    <a:pt x="487036" y="446540"/>
                  </a:lnTo>
                  <a:lnTo>
                    <a:pt x="470104" y="448420"/>
                  </a:lnTo>
                  <a:lnTo>
                    <a:pt x="468463" y="448604"/>
                  </a:lnTo>
                  <a:lnTo>
                    <a:pt x="447557" y="450925"/>
                  </a:lnTo>
                  <a:lnTo>
                    <a:pt x="437853" y="451990"/>
                  </a:lnTo>
                  <a:lnTo>
                    <a:pt x="412963" y="454665"/>
                  </a:lnTo>
                  <a:lnTo>
                    <a:pt x="412788" y="454681"/>
                  </a:lnTo>
                  <a:lnTo>
                    <a:pt x="408923" y="455032"/>
                  </a:lnTo>
                  <a:lnTo>
                    <a:pt x="391675" y="456573"/>
                  </a:lnTo>
                  <a:lnTo>
                    <a:pt x="389014" y="456847"/>
                  </a:lnTo>
                  <a:lnTo>
                    <a:pt x="360963" y="459678"/>
                  </a:lnTo>
                  <a:lnTo>
                    <a:pt x="348915" y="460848"/>
                  </a:lnTo>
                  <a:lnTo>
                    <a:pt x="346236" y="461105"/>
                  </a:lnTo>
                  <a:lnTo>
                    <a:pt x="328329" y="462802"/>
                  </a:lnTo>
                  <a:lnTo>
                    <a:pt x="312303" y="464206"/>
                  </a:lnTo>
                  <a:lnTo>
                    <a:pt x="309157" y="464477"/>
                  </a:lnTo>
                  <a:lnTo>
                    <a:pt x="290510" y="466126"/>
                  </a:lnTo>
                  <a:lnTo>
                    <a:pt x="284546" y="466644"/>
                  </a:lnTo>
                  <a:lnTo>
                    <a:pt x="283190" y="466760"/>
                  </a:lnTo>
                  <a:lnTo>
                    <a:pt x="258810" y="468818"/>
                  </a:lnTo>
                  <a:lnTo>
                    <a:pt x="243823" y="469987"/>
                  </a:lnTo>
                  <a:lnTo>
                    <a:pt x="241826" y="470140"/>
                  </a:lnTo>
                  <a:lnTo>
                    <a:pt x="231809" y="470901"/>
                  </a:lnTo>
                  <a:lnTo>
                    <a:pt x="217698" y="471958"/>
                  </a:lnTo>
                  <a:lnTo>
                    <a:pt x="207298" y="472721"/>
                  </a:lnTo>
                  <a:lnTo>
                    <a:pt x="192358" y="473858"/>
                  </a:lnTo>
                  <a:lnTo>
                    <a:pt x="184058" y="474477"/>
                  </a:lnTo>
                  <a:lnTo>
                    <a:pt x="173474" y="475202"/>
                  </a:lnTo>
                  <a:lnTo>
                    <a:pt x="147964" y="476889"/>
                  </a:lnTo>
                  <a:lnTo>
                    <a:pt x="124914" y="478423"/>
                  </a:lnTo>
                  <a:lnTo>
                    <a:pt x="124178" y="465829"/>
                  </a:lnTo>
                  <a:lnTo>
                    <a:pt x="123798" y="459676"/>
                  </a:lnTo>
                  <a:lnTo>
                    <a:pt x="123120" y="448703"/>
                  </a:lnTo>
                  <a:lnTo>
                    <a:pt x="121615" y="422846"/>
                  </a:lnTo>
                  <a:lnTo>
                    <a:pt x="121219" y="416405"/>
                  </a:lnTo>
                  <a:lnTo>
                    <a:pt x="120511" y="404897"/>
                  </a:lnTo>
                  <a:lnTo>
                    <a:pt x="119379" y="385059"/>
                  </a:lnTo>
                  <a:lnTo>
                    <a:pt x="119215" y="382192"/>
                  </a:lnTo>
                  <a:lnTo>
                    <a:pt x="118918" y="376989"/>
                  </a:lnTo>
                  <a:lnTo>
                    <a:pt x="117268" y="349978"/>
                  </a:lnTo>
                  <a:lnTo>
                    <a:pt x="117135" y="347804"/>
                  </a:lnTo>
                  <a:lnTo>
                    <a:pt x="117073" y="346791"/>
                  </a:lnTo>
                  <a:lnTo>
                    <a:pt x="115324" y="312750"/>
                  </a:lnTo>
                  <a:lnTo>
                    <a:pt x="115025" y="307263"/>
                  </a:lnTo>
                  <a:lnTo>
                    <a:pt x="114885" y="304702"/>
                  </a:lnTo>
                  <a:lnTo>
                    <a:pt x="113802" y="284906"/>
                  </a:lnTo>
                  <a:lnTo>
                    <a:pt x="112767" y="268097"/>
                  </a:lnTo>
                  <a:lnTo>
                    <a:pt x="112157" y="258199"/>
                  </a:lnTo>
                  <a:lnTo>
                    <a:pt x="110682" y="229168"/>
                  </a:lnTo>
                  <a:lnTo>
                    <a:pt x="110667" y="228878"/>
                  </a:lnTo>
                  <a:lnTo>
                    <a:pt x="109984" y="217012"/>
                  </a:lnTo>
                  <a:lnTo>
                    <a:pt x="109120" y="202016"/>
                  </a:lnTo>
                  <a:lnTo>
                    <a:pt x="108734" y="195076"/>
                  </a:lnTo>
                  <a:lnTo>
                    <a:pt x="108451" y="189984"/>
                  </a:lnTo>
                  <a:lnTo>
                    <a:pt x="108304" y="187347"/>
                  </a:lnTo>
                  <a:lnTo>
                    <a:pt x="109353" y="182631"/>
                  </a:lnTo>
                  <a:lnTo>
                    <a:pt x="108484" y="182631"/>
                  </a:lnTo>
                  <a:lnTo>
                    <a:pt x="106574" y="182632"/>
                  </a:lnTo>
                  <a:lnTo>
                    <a:pt x="101508" y="179861"/>
                  </a:lnTo>
                  <a:lnTo>
                    <a:pt x="96275" y="181771"/>
                  </a:lnTo>
                  <a:lnTo>
                    <a:pt x="91740" y="178584"/>
                  </a:lnTo>
                  <a:lnTo>
                    <a:pt x="91046" y="178096"/>
                  </a:lnTo>
                  <a:lnTo>
                    <a:pt x="88563" y="174258"/>
                  </a:lnTo>
                  <a:lnTo>
                    <a:pt x="85639" y="170851"/>
                  </a:lnTo>
                  <a:lnTo>
                    <a:pt x="80912" y="165569"/>
                  </a:lnTo>
                  <a:lnTo>
                    <a:pt x="82111" y="157806"/>
                  </a:lnTo>
                  <a:lnTo>
                    <a:pt x="77090" y="157299"/>
                  </a:lnTo>
                  <a:lnTo>
                    <a:pt x="75304" y="154951"/>
                  </a:lnTo>
                  <a:lnTo>
                    <a:pt x="73770" y="152934"/>
                  </a:lnTo>
                  <a:lnTo>
                    <a:pt x="67596" y="147283"/>
                  </a:lnTo>
                  <a:lnTo>
                    <a:pt x="63773" y="143167"/>
                  </a:lnTo>
                  <a:lnTo>
                    <a:pt x="61738" y="140975"/>
                  </a:lnTo>
                  <a:lnTo>
                    <a:pt x="64767" y="138244"/>
                  </a:lnTo>
                  <a:lnTo>
                    <a:pt x="67189" y="136047"/>
                  </a:lnTo>
                  <a:lnTo>
                    <a:pt x="67339" y="133964"/>
                  </a:lnTo>
                  <a:lnTo>
                    <a:pt x="67656" y="129557"/>
                  </a:lnTo>
                  <a:lnTo>
                    <a:pt x="73122" y="125481"/>
                  </a:lnTo>
                  <a:lnTo>
                    <a:pt x="72906" y="121385"/>
                  </a:lnTo>
                  <a:lnTo>
                    <a:pt x="79057" y="120909"/>
                  </a:lnTo>
                  <a:lnTo>
                    <a:pt x="82231" y="117862"/>
                  </a:lnTo>
                  <a:lnTo>
                    <a:pt x="81152" y="115304"/>
                  </a:lnTo>
                  <a:lnTo>
                    <a:pt x="80263" y="110024"/>
                  </a:lnTo>
                  <a:lnTo>
                    <a:pt x="80155" y="109379"/>
                  </a:lnTo>
                  <a:lnTo>
                    <a:pt x="75565" y="104090"/>
                  </a:lnTo>
                  <a:lnTo>
                    <a:pt x="73433" y="101515"/>
                  </a:lnTo>
                  <a:lnTo>
                    <a:pt x="69866" y="101951"/>
                  </a:lnTo>
                  <a:lnTo>
                    <a:pt x="67703" y="102216"/>
                  </a:lnTo>
                  <a:lnTo>
                    <a:pt x="62554" y="106511"/>
                  </a:lnTo>
                  <a:lnTo>
                    <a:pt x="57127" y="103063"/>
                  </a:lnTo>
                  <a:lnTo>
                    <a:pt x="49241" y="98114"/>
                  </a:lnTo>
                  <a:lnTo>
                    <a:pt x="42300" y="92225"/>
                  </a:lnTo>
                  <a:lnTo>
                    <a:pt x="38664" y="89154"/>
                  </a:lnTo>
                  <a:lnTo>
                    <a:pt x="35757" y="89562"/>
                  </a:lnTo>
                  <a:lnTo>
                    <a:pt x="32789" y="84952"/>
                  </a:lnTo>
                  <a:lnTo>
                    <a:pt x="34313" y="80569"/>
                  </a:lnTo>
                  <a:lnTo>
                    <a:pt x="30882" y="77096"/>
                  </a:lnTo>
                  <a:lnTo>
                    <a:pt x="26438" y="72030"/>
                  </a:lnTo>
                  <a:lnTo>
                    <a:pt x="26882" y="66689"/>
                  </a:lnTo>
                  <a:lnTo>
                    <a:pt x="20394" y="64471"/>
                  </a:lnTo>
                  <a:lnTo>
                    <a:pt x="20312" y="64060"/>
                  </a:lnTo>
                  <a:lnTo>
                    <a:pt x="20276" y="63879"/>
                  </a:lnTo>
                  <a:lnTo>
                    <a:pt x="19688" y="60921"/>
                  </a:lnTo>
                  <a:lnTo>
                    <a:pt x="15720" y="59048"/>
                  </a:lnTo>
                  <a:lnTo>
                    <a:pt x="10962" y="57872"/>
                  </a:lnTo>
                  <a:lnTo>
                    <a:pt x="11796" y="52930"/>
                  </a:lnTo>
                  <a:lnTo>
                    <a:pt x="10915" y="49650"/>
                  </a:lnTo>
                  <a:lnTo>
                    <a:pt x="7569" y="42311"/>
                  </a:lnTo>
                  <a:lnTo>
                    <a:pt x="6521" y="38986"/>
                  </a:lnTo>
                  <a:lnTo>
                    <a:pt x="4864" y="35701"/>
                  </a:lnTo>
                  <a:lnTo>
                    <a:pt x="4674" y="35325"/>
                  </a:lnTo>
                  <a:lnTo>
                    <a:pt x="1049" y="356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851804" y="4107637"/>
              <a:ext cx="390429" cy="666750"/>
            </a:xfrm>
            <a:custGeom>
              <a:avLst/>
              <a:pathLst>
                <a:path w="390429" h="666750">
                  <a:moveTo>
                    <a:pt x="2293" y="547609"/>
                  </a:moveTo>
                  <a:lnTo>
                    <a:pt x="9008" y="547788"/>
                  </a:lnTo>
                  <a:lnTo>
                    <a:pt x="15092" y="543118"/>
                  </a:lnTo>
                  <a:lnTo>
                    <a:pt x="11393" y="537148"/>
                  </a:lnTo>
                  <a:lnTo>
                    <a:pt x="11226" y="530122"/>
                  </a:lnTo>
                  <a:lnTo>
                    <a:pt x="13212" y="523325"/>
                  </a:lnTo>
                  <a:lnTo>
                    <a:pt x="11736" y="515404"/>
                  </a:lnTo>
                  <a:lnTo>
                    <a:pt x="14508" y="510263"/>
                  </a:lnTo>
                  <a:lnTo>
                    <a:pt x="20393" y="508061"/>
                  </a:lnTo>
                  <a:lnTo>
                    <a:pt x="17604" y="502723"/>
                  </a:lnTo>
                  <a:lnTo>
                    <a:pt x="16491" y="498383"/>
                  </a:lnTo>
                  <a:lnTo>
                    <a:pt x="24091" y="494392"/>
                  </a:lnTo>
                  <a:lnTo>
                    <a:pt x="24849" y="482310"/>
                  </a:lnTo>
                  <a:lnTo>
                    <a:pt x="31809" y="479884"/>
                  </a:lnTo>
                  <a:lnTo>
                    <a:pt x="31562" y="479572"/>
                  </a:lnTo>
                  <a:lnTo>
                    <a:pt x="26438" y="473092"/>
                  </a:lnTo>
                  <a:lnTo>
                    <a:pt x="27514" y="467079"/>
                  </a:lnTo>
                  <a:lnTo>
                    <a:pt x="34038" y="467665"/>
                  </a:lnTo>
                  <a:lnTo>
                    <a:pt x="38925" y="462268"/>
                  </a:lnTo>
                  <a:lnTo>
                    <a:pt x="39891" y="461201"/>
                  </a:lnTo>
                  <a:lnTo>
                    <a:pt x="45570" y="454752"/>
                  </a:lnTo>
                  <a:lnTo>
                    <a:pt x="45350" y="447550"/>
                  </a:lnTo>
                  <a:lnTo>
                    <a:pt x="52092" y="444977"/>
                  </a:lnTo>
                  <a:lnTo>
                    <a:pt x="55859" y="439641"/>
                  </a:lnTo>
                  <a:lnTo>
                    <a:pt x="55725" y="436015"/>
                  </a:lnTo>
                  <a:lnTo>
                    <a:pt x="60205" y="428645"/>
                  </a:lnTo>
                  <a:lnTo>
                    <a:pt x="59572" y="427772"/>
                  </a:lnTo>
                  <a:lnTo>
                    <a:pt x="50401" y="415122"/>
                  </a:lnTo>
                  <a:lnTo>
                    <a:pt x="63790" y="412833"/>
                  </a:lnTo>
                  <a:lnTo>
                    <a:pt x="67909" y="403045"/>
                  </a:lnTo>
                  <a:lnTo>
                    <a:pt x="70231" y="394836"/>
                  </a:lnTo>
                  <a:lnTo>
                    <a:pt x="62600" y="394329"/>
                  </a:lnTo>
                  <a:lnTo>
                    <a:pt x="64055" y="384248"/>
                  </a:lnTo>
                  <a:lnTo>
                    <a:pt x="53930" y="383464"/>
                  </a:lnTo>
                  <a:lnTo>
                    <a:pt x="52140" y="373606"/>
                  </a:lnTo>
                  <a:lnTo>
                    <a:pt x="57721" y="372443"/>
                  </a:lnTo>
                  <a:lnTo>
                    <a:pt x="52659" y="365226"/>
                  </a:lnTo>
                  <a:lnTo>
                    <a:pt x="51894" y="364564"/>
                  </a:lnTo>
                  <a:lnTo>
                    <a:pt x="48870" y="361946"/>
                  </a:lnTo>
                  <a:lnTo>
                    <a:pt x="45619" y="350787"/>
                  </a:lnTo>
                  <a:lnTo>
                    <a:pt x="49885" y="344863"/>
                  </a:lnTo>
                  <a:lnTo>
                    <a:pt x="43240" y="343603"/>
                  </a:lnTo>
                  <a:lnTo>
                    <a:pt x="37778" y="339271"/>
                  </a:lnTo>
                  <a:lnTo>
                    <a:pt x="36865" y="334414"/>
                  </a:lnTo>
                  <a:lnTo>
                    <a:pt x="39124" y="329216"/>
                  </a:lnTo>
                  <a:lnTo>
                    <a:pt x="46297" y="323071"/>
                  </a:lnTo>
                  <a:lnTo>
                    <a:pt x="45514" y="316468"/>
                  </a:lnTo>
                  <a:lnTo>
                    <a:pt x="37887" y="311461"/>
                  </a:lnTo>
                  <a:lnTo>
                    <a:pt x="33992" y="308662"/>
                  </a:lnTo>
                  <a:lnTo>
                    <a:pt x="34639" y="307625"/>
                  </a:lnTo>
                  <a:lnTo>
                    <a:pt x="38562" y="301331"/>
                  </a:lnTo>
                  <a:lnTo>
                    <a:pt x="31146" y="296143"/>
                  </a:lnTo>
                  <a:lnTo>
                    <a:pt x="33850" y="290868"/>
                  </a:lnTo>
                  <a:lnTo>
                    <a:pt x="39425" y="290762"/>
                  </a:lnTo>
                  <a:lnTo>
                    <a:pt x="41073" y="283891"/>
                  </a:lnTo>
                  <a:lnTo>
                    <a:pt x="42195" y="276690"/>
                  </a:lnTo>
                  <a:lnTo>
                    <a:pt x="39707" y="271414"/>
                  </a:lnTo>
                  <a:lnTo>
                    <a:pt x="35158" y="270993"/>
                  </a:lnTo>
                  <a:lnTo>
                    <a:pt x="32408" y="261933"/>
                  </a:lnTo>
                  <a:lnTo>
                    <a:pt x="35078" y="255651"/>
                  </a:lnTo>
                  <a:lnTo>
                    <a:pt x="30814" y="251466"/>
                  </a:lnTo>
                  <a:lnTo>
                    <a:pt x="27645" y="247013"/>
                  </a:lnTo>
                  <a:lnTo>
                    <a:pt x="25274" y="243090"/>
                  </a:lnTo>
                  <a:lnTo>
                    <a:pt x="21849" y="238492"/>
                  </a:lnTo>
                  <a:lnTo>
                    <a:pt x="22693" y="236200"/>
                  </a:lnTo>
                  <a:lnTo>
                    <a:pt x="24286" y="231874"/>
                  </a:lnTo>
                  <a:lnTo>
                    <a:pt x="30405" y="226516"/>
                  </a:lnTo>
                  <a:lnTo>
                    <a:pt x="24550" y="221660"/>
                  </a:lnTo>
                  <a:lnTo>
                    <a:pt x="33157" y="219476"/>
                  </a:lnTo>
                  <a:lnTo>
                    <a:pt x="35363" y="211917"/>
                  </a:lnTo>
                  <a:lnTo>
                    <a:pt x="27296" y="208310"/>
                  </a:lnTo>
                  <a:lnTo>
                    <a:pt x="30533" y="204239"/>
                  </a:lnTo>
                  <a:lnTo>
                    <a:pt x="33437" y="203683"/>
                  </a:lnTo>
                  <a:lnTo>
                    <a:pt x="40215" y="204705"/>
                  </a:lnTo>
                  <a:lnTo>
                    <a:pt x="39857" y="198985"/>
                  </a:lnTo>
                  <a:lnTo>
                    <a:pt x="36512" y="196859"/>
                  </a:lnTo>
                  <a:lnTo>
                    <a:pt x="34885" y="189775"/>
                  </a:lnTo>
                  <a:lnTo>
                    <a:pt x="38418" y="185253"/>
                  </a:lnTo>
                  <a:lnTo>
                    <a:pt x="36884" y="180547"/>
                  </a:lnTo>
                  <a:lnTo>
                    <a:pt x="30733" y="178805"/>
                  </a:lnTo>
                  <a:lnTo>
                    <a:pt x="34962" y="175127"/>
                  </a:lnTo>
                  <a:lnTo>
                    <a:pt x="39940" y="175697"/>
                  </a:lnTo>
                  <a:lnTo>
                    <a:pt x="42456" y="172286"/>
                  </a:lnTo>
                  <a:lnTo>
                    <a:pt x="46411" y="169420"/>
                  </a:lnTo>
                  <a:lnTo>
                    <a:pt x="51938" y="167628"/>
                  </a:lnTo>
                  <a:lnTo>
                    <a:pt x="53357" y="161324"/>
                  </a:lnTo>
                  <a:lnTo>
                    <a:pt x="50080" y="158597"/>
                  </a:lnTo>
                  <a:lnTo>
                    <a:pt x="44820" y="157159"/>
                  </a:lnTo>
                  <a:lnTo>
                    <a:pt x="44895" y="156192"/>
                  </a:lnTo>
                  <a:lnTo>
                    <a:pt x="44933" y="155691"/>
                  </a:lnTo>
                  <a:lnTo>
                    <a:pt x="45236" y="151753"/>
                  </a:lnTo>
                  <a:lnTo>
                    <a:pt x="49974" y="149583"/>
                  </a:lnTo>
                  <a:lnTo>
                    <a:pt x="50978" y="146288"/>
                  </a:lnTo>
                  <a:lnTo>
                    <a:pt x="49128" y="141039"/>
                  </a:lnTo>
                  <a:lnTo>
                    <a:pt x="55086" y="138797"/>
                  </a:lnTo>
                  <a:lnTo>
                    <a:pt x="57555" y="132629"/>
                  </a:lnTo>
                  <a:lnTo>
                    <a:pt x="64155" y="130570"/>
                  </a:lnTo>
                  <a:lnTo>
                    <a:pt x="62048" y="123507"/>
                  </a:lnTo>
                  <a:lnTo>
                    <a:pt x="65793" y="120183"/>
                  </a:lnTo>
                  <a:lnTo>
                    <a:pt x="73854" y="123170"/>
                  </a:lnTo>
                  <a:lnTo>
                    <a:pt x="75333" y="116452"/>
                  </a:lnTo>
                  <a:lnTo>
                    <a:pt x="82289" y="111416"/>
                  </a:lnTo>
                  <a:lnTo>
                    <a:pt x="80762" y="105635"/>
                  </a:lnTo>
                  <a:lnTo>
                    <a:pt x="81471" y="96558"/>
                  </a:lnTo>
                  <a:lnTo>
                    <a:pt x="83124" y="90481"/>
                  </a:lnTo>
                  <a:lnTo>
                    <a:pt x="78246" y="84536"/>
                  </a:lnTo>
                  <a:lnTo>
                    <a:pt x="79408" y="82237"/>
                  </a:lnTo>
                  <a:lnTo>
                    <a:pt x="81725" y="77645"/>
                  </a:lnTo>
                  <a:lnTo>
                    <a:pt x="81655" y="72387"/>
                  </a:lnTo>
                  <a:lnTo>
                    <a:pt x="85310" y="63459"/>
                  </a:lnTo>
                  <a:lnTo>
                    <a:pt x="88529" y="59787"/>
                  </a:lnTo>
                  <a:lnTo>
                    <a:pt x="88975" y="53454"/>
                  </a:lnTo>
                  <a:lnTo>
                    <a:pt x="95167" y="52704"/>
                  </a:lnTo>
                  <a:lnTo>
                    <a:pt x="95871" y="52618"/>
                  </a:lnTo>
                  <a:lnTo>
                    <a:pt x="105147" y="46593"/>
                  </a:lnTo>
                  <a:lnTo>
                    <a:pt x="105356" y="46414"/>
                  </a:lnTo>
                  <a:lnTo>
                    <a:pt x="111676" y="40982"/>
                  </a:lnTo>
                  <a:lnTo>
                    <a:pt x="111872" y="36830"/>
                  </a:lnTo>
                  <a:lnTo>
                    <a:pt x="103871" y="29831"/>
                  </a:lnTo>
                  <a:lnTo>
                    <a:pt x="160813" y="23285"/>
                  </a:lnTo>
                  <a:lnTo>
                    <a:pt x="168657" y="22344"/>
                  </a:lnTo>
                  <a:lnTo>
                    <a:pt x="170617" y="22107"/>
                  </a:lnTo>
                  <a:lnTo>
                    <a:pt x="177540" y="21270"/>
                  </a:lnTo>
                  <a:lnTo>
                    <a:pt x="200676" y="18433"/>
                  </a:lnTo>
                  <a:lnTo>
                    <a:pt x="209771" y="17252"/>
                  </a:lnTo>
                  <a:lnTo>
                    <a:pt x="226834" y="15010"/>
                  </a:lnTo>
                  <a:lnTo>
                    <a:pt x="245810" y="12480"/>
                  </a:lnTo>
                  <a:lnTo>
                    <a:pt x="246850" y="12343"/>
                  </a:lnTo>
                  <a:lnTo>
                    <a:pt x="268290" y="9479"/>
                  </a:lnTo>
                  <a:lnTo>
                    <a:pt x="272314" y="8936"/>
                  </a:lnTo>
                  <a:lnTo>
                    <a:pt x="307277" y="4089"/>
                  </a:lnTo>
                  <a:lnTo>
                    <a:pt x="317148" y="2760"/>
                  </a:lnTo>
                  <a:lnTo>
                    <a:pt x="319021" y="2506"/>
                  </a:lnTo>
                  <a:lnTo>
                    <a:pt x="330659" y="922"/>
                  </a:lnTo>
                  <a:lnTo>
                    <a:pt x="337061" y="0"/>
                  </a:lnTo>
                  <a:lnTo>
                    <a:pt x="343331" y="9143"/>
                  </a:lnTo>
                  <a:lnTo>
                    <a:pt x="350115" y="12316"/>
                  </a:lnTo>
                  <a:lnTo>
                    <a:pt x="350713" y="49135"/>
                  </a:lnTo>
                  <a:lnTo>
                    <a:pt x="350826" y="54726"/>
                  </a:lnTo>
                  <a:lnTo>
                    <a:pt x="351145" y="70923"/>
                  </a:lnTo>
                  <a:lnTo>
                    <a:pt x="351515" y="90302"/>
                  </a:lnTo>
                  <a:lnTo>
                    <a:pt x="352097" y="122307"/>
                  </a:lnTo>
                  <a:lnTo>
                    <a:pt x="352165" y="126154"/>
                  </a:lnTo>
                  <a:lnTo>
                    <a:pt x="352811" y="168931"/>
                  </a:lnTo>
                  <a:lnTo>
                    <a:pt x="352900" y="175226"/>
                  </a:lnTo>
                  <a:lnTo>
                    <a:pt x="353385" y="197687"/>
                  </a:lnTo>
                  <a:lnTo>
                    <a:pt x="354078" y="231172"/>
                  </a:lnTo>
                  <a:lnTo>
                    <a:pt x="354360" y="245372"/>
                  </a:lnTo>
                  <a:lnTo>
                    <a:pt x="354926" y="271644"/>
                  </a:lnTo>
                  <a:lnTo>
                    <a:pt x="355104" y="280120"/>
                  </a:lnTo>
                  <a:lnTo>
                    <a:pt x="355706" y="309705"/>
                  </a:lnTo>
                  <a:lnTo>
                    <a:pt x="356062" y="327913"/>
                  </a:lnTo>
                  <a:lnTo>
                    <a:pt x="356747" y="364603"/>
                  </a:lnTo>
                  <a:lnTo>
                    <a:pt x="356890" y="372573"/>
                  </a:lnTo>
                  <a:lnTo>
                    <a:pt x="356923" y="375640"/>
                  </a:lnTo>
                  <a:lnTo>
                    <a:pt x="357324" y="415765"/>
                  </a:lnTo>
                  <a:lnTo>
                    <a:pt x="357948" y="421044"/>
                  </a:lnTo>
                  <a:lnTo>
                    <a:pt x="359582" y="434891"/>
                  </a:lnTo>
                  <a:lnTo>
                    <a:pt x="361631" y="447268"/>
                  </a:lnTo>
                  <a:lnTo>
                    <a:pt x="363315" y="457444"/>
                  </a:lnTo>
                  <a:lnTo>
                    <a:pt x="367406" y="482229"/>
                  </a:lnTo>
                  <a:lnTo>
                    <a:pt x="367726" y="484171"/>
                  </a:lnTo>
                  <a:lnTo>
                    <a:pt x="374483" y="525105"/>
                  </a:lnTo>
                  <a:lnTo>
                    <a:pt x="376998" y="540576"/>
                  </a:lnTo>
                  <a:lnTo>
                    <a:pt x="381604" y="568934"/>
                  </a:lnTo>
                  <a:lnTo>
                    <a:pt x="382686" y="575601"/>
                  </a:lnTo>
                  <a:lnTo>
                    <a:pt x="382768" y="576111"/>
                  </a:lnTo>
                  <a:lnTo>
                    <a:pt x="386681" y="601249"/>
                  </a:lnTo>
                  <a:lnTo>
                    <a:pt x="390429" y="624432"/>
                  </a:lnTo>
                  <a:lnTo>
                    <a:pt x="389112" y="628330"/>
                  </a:lnTo>
                  <a:lnTo>
                    <a:pt x="384751" y="628151"/>
                  </a:lnTo>
                  <a:lnTo>
                    <a:pt x="382213" y="632269"/>
                  </a:lnTo>
                  <a:lnTo>
                    <a:pt x="375986" y="630371"/>
                  </a:lnTo>
                  <a:lnTo>
                    <a:pt x="369177" y="632510"/>
                  </a:lnTo>
                  <a:lnTo>
                    <a:pt x="365194" y="629922"/>
                  </a:lnTo>
                  <a:lnTo>
                    <a:pt x="359130" y="629618"/>
                  </a:lnTo>
                  <a:lnTo>
                    <a:pt x="355111" y="632654"/>
                  </a:lnTo>
                  <a:lnTo>
                    <a:pt x="349631" y="632840"/>
                  </a:lnTo>
                  <a:lnTo>
                    <a:pt x="343242" y="632364"/>
                  </a:lnTo>
                  <a:lnTo>
                    <a:pt x="341039" y="632199"/>
                  </a:lnTo>
                  <a:lnTo>
                    <a:pt x="331761" y="628940"/>
                  </a:lnTo>
                  <a:lnTo>
                    <a:pt x="322762" y="630455"/>
                  </a:lnTo>
                  <a:lnTo>
                    <a:pt x="309997" y="635176"/>
                  </a:lnTo>
                  <a:lnTo>
                    <a:pt x="298412" y="641661"/>
                  </a:lnTo>
                  <a:lnTo>
                    <a:pt x="286154" y="646406"/>
                  </a:lnTo>
                  <a:lnTo>
                    <a:pt x="284733" y="647073"/>
                  </a:lnTo>
                  <a:lnTo>
                    <a:pt x="280469" y="649071"/>
                  </a:lnTo>
                  <a:lnTo>
                    <a:pt x="271789" y="656642"/>
                  </a:lnTo>
                  <a:lnTo>
                    <a:pt x="269680" y="662378"/>
                  </a:lnTo>
                  <a:lnTo>
                    <a:pt x="266545" y="664602"/>
                  </a:lnTo>
                  <a:lnTo>
                    <a:pt x="260986" y="666750"/>
                  </a:lnTo>
                  <a:lnTo>
                    <a:pt x="250726" y="663057"/>
                  </a:lnTo>
                  <a:lnTo>
                    <a:pt x="246347" y="651200"/>
                  </a:lnTo>
                  <a:lnTo>
                    <a:pt x="239693" y="637630"/>
                  </a:lnTo>
                  <a:lnTo>
                    <a:pt x="236633" y="632559"/>
                  </a:lnTo>
                  <a:lnTo>
                    <a:pt x="234840" y="629584"/>
                  </a:lnTo>
                  <a:lnTo>
                    <a:pt x="224564" y="620754"/>
                  </a:lnTo>
                  <a:lnTo>
                    <a:pt x="219767" y="608755"/>
                  </a:lnTo>
                  <a:lnTo>
                    <a:pt x="218924" y="605485"/>
                  </a:lnTo>
                  <a:lnTo>
                    <a:pt x="216939" y="597788"/>
                  </a:lnTo>
                  <a:lnTo>
                    <a:pt x="220855" y="584657"/>
                  </a:lnTo>
                  <a:lnTo>
                    <a:pt x="224428" y="571651"/>
                  </a:lnTo>
                  <a:lnTo>
                    <a:pt x="225734" y="559326"/>
                  </a:lnTo>
                  <a:lnTo>
                    <a:pt x="213211" y="560865"/>
                  </a:lnTo>
                  <a:lnTo>
                    <a:pt x="206049" y="561738"/>
                  </a:lnTo>
                  <a:lnTo>
                    <a:pt x="163954" y="566783"/>
                  </a:lnTo>
                  <a:lnTo>
                    <a:pt x="153898" y="567961"/>
                  </a:lnTo>
                  <a:lnTo>
                    <a:pt x="153747" y="567978"/>
                  </a:lnTo>
                  <a:lnTo>
                    <a:pt x="130442" y="570627"/>
                  </a:lnTo>
                  <a:lnTo>
                    <a:pt x="128158" y="570883"/>
                  </a:lnTo>
                  <a:lnTo>
                    <a:pt x="105857" y="573361"/>
                  </a:lnTo>
                  <a:lnTo>
                    <a:pt x="98049" y="574207"/>
                  </a:lnTo>
                  <a:lnTo>
                    <a:pt x="70760" y="577115"/>
                  </a:lnTo>
                  <a:lnTo>
                    <a:pt x="57244" y="578528"/>
                  </a:lnTo>
                  <a:lnTo>
                    <a:pt x="51660" y="579106"/>
                  </a:lnTo>
                  <a:lnTo>
                    <a:pt x="3531" y="583879"/>
                  </a:lnTo>
                  <a:lnTo>
                    <a:pt x="4479" y="583017"/>
                  </a:lnTo>
                  <a:lnTo>
                    <a:pt x="11886" y="576270"/>
                  </a:lnTo>
                  <a:lnTo>
                    <a:pt x="7408" y="571024"/>
                  </a:lnTo>
                  <a:lnTo>
                    <a:pt x="3749" y="565222"/>
                  </a:lnTo>
                  <a:lnTo>
                    <a:pt x="6689" y="557459"/>
                  </a:lnTo>
                  <a:lnTo>
                    <a:pt x="6780" y="557221"/>
                  </a:lnTo>
                  <a:lnTo>
                    <a:pt x="0" y="552361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616418" y="2324978"/>
              <a:ext cx="958246" cy="605201"/>
            </a:xfrm>
            <a:custGeom>
              <a:avLst/>
              <a:pathLst>
                <a:path w="958246" h="605201">
                  <a:moveTo>
                    <a:pt x="24738" y="0"/>
                  </a:moveTo>
                  <a:lnTo>
                    <a:pt x="66792" y="8536"/>
                  </a:lnTo>
                  <a:lnTo>
                    <a:pt x="89277" y="13139"/>
                  </a:lnTo>
                  <a:lnTo>
                    <a:pt x="126298" y="20064"/>
                  </a:lnTo>
                  <a:lnTo>
                    <a:pt x="130060" y="20755"/>
                  </a:lnTo>
                  <a:lnTo>
                    <a:pt x="153355" y="25000"/>
                  </a:lnTo>
                  <a:lnTo>
                    <a:pt x="168407" y="27952"/>
                  </a:lnTo>
                  <a:lnTo>
                    <a:pt x="177039" y="29552"/>
                  </a:lnTo>
                  <a:lnTo>
                    <a:pt x="189425" y="31824"/>
                  </a:lnTo>
                  <a:lnTo>
                    <a:pt x="205956" y="34886"/>
                  </a:lnTo>
                  <a:lnTo>
                    <a:pt x="230467" y="39003"/>
                  </a:lnTo>
                  <a:lnTo>
                    <a:pt x="250531" y="42403"/>
                  </a:lnTo>
                  <a:lnTo>
                    <a:pt x="321998" y="53862"/>
                  </a:lnTo>
                  <a:lnTo>
                    <a:pt x="325846" y="54455"/>
                  </a:lnTo>
                  <a:lnTo>
                    <a:pt x="348296" y="57982"/>
                  </a:lnTo>
                  <a:lnTo>
                    <a:pt x="375694" y="62180"/>
                  </a:lnTo>
                  <a:lnTo>
                    <a:pt x="393636" y="64741"/>
                  </a:lnTo>
                  <a:lnTo>
                    <a:pt x="414308" y="67625"/>
                  </a:lnTo>
                  <a:lnTo>
                    <a:pt x="434598" y="70367"/>
                  </a:lnTo>
                  <a:lnTo>
                    <a:pt x="451053" y="72539"/>
                  </a:lnTo>
                  <a:lnTo>
                    <a:pt x="458339" y="73411"/>
                  </a:lnTo>
                  <a:lnTo>
                    <a:pt x="479091" y="76111"/>
                  </a:lnTo>
                  <a:lnTo>
                    <a:pt x="531381" y="82481"/>
                  </a:lnTo>
                  <a:lnTo>
                    <a:pt x="532253" y="82588"/>
                  </a:lnTo>
                  <a:lnTo>
                    <a:pt x="550873" y="84844"/>
                  </a:lnTo>
                  <a:lnTo>
                    <a:pt x="570369" y="87188"/>
                  </a:lnTo>
                  <a:lnTo>
                    <a:pt x="606091" y="91131"/>
                  </a:lnTo>
                  <a:lnTo>
                    <a:pt x="630065" y="93650"/>
                  </a:lnTo>
                  <a:lnTo>
                    <a:pt x="671633" y="97795"/>
                  </a:lnTo>
                  <a:lnTo>
                    <a:pt x="692254" y="99827"/>
                  </a:lnTo>
                  <a:lnTo>
                    <a:pt x="698321" y="100314"/>
                  </a:lnTo>
                  <a:lnTo>
                    <a:pt x="712701" y="101646"/>
                  </a:lnTo>
                  <a:lnTo>
                    <a:pt x="756725" y="105515"/>
                  </a:lnTo>
                  <a:lnTo>
                    <a:pt x="786776" y="107967"/>
                  </a:lnTo>
                  <a:lnTo>
                    <a:pt x="796331" y="108727"/>
                  </a:lnTo>
                  <a:lnTo>
                    <a:pt x="801153" y="109105"/>
                  </a:lnTo>
                  <a:lnTo>
                    <a:pt x="822696" y="110658"/>
                  </a:lnTo>
                  <a:lnTo>
                    <a:pt x="855629" y="112999"/>
                  </a:lnTo>
                  <a:lnTo>
                    <a:pt x="862746" y="113458"/>
                  </a:lnTo>
                  <a:lnTo>
                    <a:pt x="879030" y="114548"/>
                  </a:lnTo>
                  <a:lnTo>
                    <a:pt x="893321" y="115470"/>
                  </a:lnTo>
                  <a:lnTo>
                    <a:pt x="919379" y="116948"/>
                  </a:lnTo>
                  <a:lnTo>
                    <a:pt x="958246" y="119007"/>
                  </a:lnTo>
                  <a:lnTo>
                    <a:pt x="957274" y="137253"/>
                  </a:lnTo>
                  <a:lnTo>
                    <a:pt x="955998" y="162801"/>
                  </a:lnTo>
                  <a:lnTo>
                    <a:pt x="955165" y="179529"/>
                  </a:lnTo>
                  <a:lnTo>
                    <a:pt x="954571" y="192079"/>
                  </a:lnTo>
                  <a:lnTo>
                    <a:pt x="953735" y="209782"/>
                  </a:lnTo>
                  <a:lnTo>
                    <a:pt x="952336" y="239151"/>
                  </a:lnTo>
                  <a:lnTo>
                    <a:pt x="952196" y="242092"/>
                  </a:lnTo>
                  <a:lnTo>
                    <a:pt x="951277" y="262237"/>
                  </a:lnTo>
                  <a:lnTo>
                    <a:pt x="949916" y="286174"/>
                  </a:lnTo>
                  <a:lnTo>
                    <a:pt x="948556" y="310847"/>
                  </a:lnTo>
                  <a:lnTo>
                    <a:pt x="948128" y="318640"/>
                  </a:lnTo>
                  <a:lnTo>
                    <a:pt x="948117" y="318857"/>
                  </a:lnTo>
                  <a:lnTo>
                    <a:pt x="946912" y="343126"/>
                  </a:lnTo>
                  <a:lnTo>
                    <a:pt x="945662" y="366292"/>
                  </a:lnTo>
                  <a:lnTo>
                    <a:pt x="944312" y="392631"/>
                  </a:lnTo>
                  <a:lnTo>
                    <a:pt x="943885" y="401296"/>
                  </a:lnTo>
                  <a:lnTo>
                    <a:pt x="943292" y="413347"/>
                  </a:lnTo>
                  <a:lnTo>
                    <a:pt x="943109" y="417067"/>
                  </a:lnTo>
                  <a:lnTo>
                    <a:pt x="941945" y="439244"/>
                  </a:lnTo>
                  <a:lnTo>
                    <a:pt x="941675" y="444567"/>
                  </a:lnTo>
                  <a:lnTo>
                    <a:pt x="939645" y="484649"/>
                  </a:lnTo>
                  <a:lnTo>
                    <a:pt x="939370" y="492238"/>
                  </a:lnTo>
                  <a:lnTo>
                    <a:pt x="939296" y="494307"/>
                  </a:lnTo>
                  <a:lnTo>
                    <a:pt x="938701" y="508046"/>
                  </a:lnTo>
                  <a:lnTo>
                    <a:pt x="937598" y="531048"/>
                  </a:lnTo>
                  <a:lnTo>
                    <a:pt x="937209" y="539086"/>
                  </a:lnTo>
                  <a:lnTo>
                    <a:pt x="936397" y="557633"/>
                  </a:lnTo>
                  <a:lnTo>
                    <a:pt x="935677" y="572368"/>
                  </a:lnTo>
                  <a:lnTo>
                    <a:pt x="935164" y="582894"/>
                  </a:lnTo>
                  <a:lnTo>
                    <a:pt x="934479" y="598041"/>
                  </a:lnTo>
                  <a:lnTo>
                    <a:pt x="932902" y="598093"/>
                  </a:lnTo>
                  <a:lnTo>
                    <a:pt x="851085" y="593156"/>
                  </a:lnTo>
                  <a:lnTo>
                    <a:pt x="849988" y="593087"/>
                  </a:lnTo>
                  <a:lnTo>
                    <a:pt x="846746" y="592884"/>
                  </a:lnTo>
                  <a:lnTo>
                    <a:pt x="781556" y="588467"/>
                  </a:lnTo>
                  <a:lnTo>
                    <a:pt x="766597" y="587706"/>
                  </a:lnTo>
                  <a:lnTo>
                    <a:pt x="746394" y="586625"/>
                  </a:lnTo>
                  <a:lnTo>
                    <a:pt x="693657" y="582078"/>
                  </a:lnTo>
                  <a:lnTo>
                    <a:pt x="654695" y="577975"/>
                  </a:lnTo>
                  <a:lnTo>
                    <a:pt x="607498" y="573492"/>
                  </a:lnTo>
                  <a:lnTo>
                    <a:pt x="600268" y="572776"/>
                  </a:lnTo>
                  <a:lnTo>
                    <a:pt x="579106" y="570755"/>
                  </a:lnTo>
                  <a:lnTo>
                    <a:pt x="557868" y="568661"/>
                  </a:lnTo>
                  <a:lnTo>
                    <a:pt x="547701" y="567582"/>
                  </a:lnTo>
                  <a:lnTo>
                    <a:pt x="510626" y="563516"/>
                  </a:lnTo>
                  <a:lnTo>
                    <a:pt x="507248" y="562376"/>
                  </a:lnTo>
                  <a:lnTo>
                    <a:pt x="467633" y="558173"/>
                  </a:lnTo>
                  <a:lnTo>
                    <a:pt x="448811" y="555870"/>
                  </a:lnTo>
                  <a:lnTo>
                    <a:pt x="432313" y="553808"/>
                  </a:lnTo>
                  <a:lnTo>
                    <a:pt x="404614" y="550791"/>
                  </a:lnTo>
                  <a:lnTo>
                    <a:pt x="372572" y="547423"/>
                  </a:lnTo>
                  <a:lnTo>
                    <a:pt x="366058" y="545262"/>
                  </a:lnTo>
                  <a:lnTo>
                    <a:pt x="344299" y="542554"/>
                  </a:lnTo>
                  <a:lnTo>
                    <a:pt x="341057" y="558383"/>
                  </a:lnTo>
                  <a:lnTo>
                    <a:pt x="338871" y="575218"/>
                  </a:lnTo>
                  <a:lnTo>
                    <a:pt x="337925" y="582252"/>
                  </a:lnTo>
                  <a:lnTo>
                    <a:pt x="337264" y="587173"/>
                  </a:lnTo>
                  <a:lnTo>
                    <a:pt x="335342" y="605201"/>
                  </a:lnTo>
                  <a:lnTo>
                    <a:pt x="329434" y="602011"/>
                  </a:lnTo>
                  <a:lnTo>
                    <a:pt x="328356" y="596759"/>
                  </a:lnTo>
                  <a:lnTo>
                    <a:pt x="324126" y="591324"/>
                  </a:lnTo>
                  <a:lnTo>
                    <a:pt x="322997" y="585379"/>
                  </a:lnTo>
                  <a:lnTo>
                    <a:pt x="319983" y="579513"/>
                  </a:lnTo>
                  <a:lnTo>
                    <a:pt x="316294" y="572177"/>
                  </a:lnTo>
                  <a:lnTo>
                    <a:pt x="312245" y="568362"/>
                  </a:lnTo>
                  <a:lnTo>
                    <a:pt x="311649" y="567800"/>
                  </a:lnTo>
                  <a:lnTo>
                    <a:pt x="306546" y="571271"/>
                  </a:lnTo>
                  <a:lnTo>
                    <a:pt x="304600" y="574016"/>
                  </a:lnTo>
                  <a:lnTo>
                    <a:pt x="303325" y="575813"/>
                  </a:lnTo>
                  <a:lnTo>
                    <a:pt x="297460" y="586676"/>
                  </a:lnTo>
                  <a:lnTo>
                    <a:pt x="293308" y="589442"/>
                  </a:lnTo>
                  <a:lnTo>
                    <a:pt x="288763" y="588553"/>
                  </a:lnTo>
                  <a:lnTo>
                    <a:pt x="281473" y="587120"/>
                  </a:lnTo>
                  <a:lnTo>
                    <a:pt x="271894" y="591606"/>
                  </a:lnTo>
                  <a:lnTo>
                    <a:pt x="267527" y="584607"/>
                  </a:lnTo>
                  <a:lnTo>
                    <a:pt x="253279" y="585682"/>
                  </a:lnTo>
                  <a:lnTo>
                    <a:pt x="245452" y="585620"/>
                  </a:lnTo>
                  <a:lnTo>
                    <a:pt x="237584" y="582603"/>
                  </a:lnTo>
                  <a:lnTo>
                    <a:pt x="232604" y="578808"/>
                  </a:lnTo>
                  <a:lnTo>
                    <a:pt x="225765" y="582576"/>
                  </a:lnTo>
                  <a:lnTo>
                    <a:pt x="221900" y="591805"/>
                  </a:lnTo>
                  <a:lnTo>
                    <a:pt x="215250" y="586885"/>
                  </a:lnTo>
                  <a:lnTo>
                    <a:pt x="204615" y="583885"/>
                  </a:lnTo>
                  <a:lnTo>
                    <a:pt x="195918" y="581050"/>
                  </a:lnTo>
                  <a:lnTo>
                    <a:pt x="193551" y="581145"/>
                  </a:lnTo>
                  <a:lnTo>
                    <a:pt x="184649" y="586625"/>
                  </a:lnTo>
                  <a:lnTo>
                    <a:pt x="184521" y="590870"/>
                  </a:lnTo>
                  <a:lnTo>
                    <a:pt x="184064" y="591069"/>
                  </a:lnTo>
                  <a:lnTo>
                    <a:pt x="178964" y="593281"/>
                  </a:lnTo>
                  <a:lnTo>
                    <a:pt x="173805" y="588019"/>
                  </a:lnTo>
                  <a:lnTo>
                    <a:pt x="170161" y="580728"/>
                  </a:lnTo>
                  <a:lnTo>
                    <a:pt x="171054" y="575182"/>
                  </a:lnTo>
                  <a:lnTo>
                    <a:pt x="167622" y="567449"/>
                  </a:lnTo>
                  <a:lnTo>
                    <a:pt x="169604" y="561432"/>
                  </a:lnTo>
                  <a:lnTo>
                    <a:pt x="166782" y="551322"/>
                  </a:lnTo>
                  <a:lnTo>
                    <a:pt x="165333" y="544242"/>
                  </a:lnTo>
                  <a:lnTo>
                    <a:pt x="156779" y="535736"/>
                  </a:lnTo>
                  <a:lnTo>
                    <a:pt x="151768" y="537825"/>
                  </a:lnTo>
                  <a:lnTo>
                    <a:pt x="146151" y="532514"/>
                  </a:lnTo>
                  <a:lnTo>
                    <a:pt x="142526" y="530962"/>
                  </a:lnTo>
                  <a:lnTo>
                    <a:pt x="139522" y="522133"/>
                  </a:lnTo>
                  <a:lnTo>
                    <a:pt x="142505" y="517429"/>
                  </a:lnTo>
                  <a:lnTo>
                    <a:pt x="144500" y="511250"/>
                  </a:lnTo>
                  <a:lnTo>
                    <a:pt x="144352" y="504849"/>
                  </a:lnTo>
                  <a:lnTo>
                    <a:pt x="140268" y="499200"/>
                  </a:lnTo>
                  <a:lnTo>
                    <a:pt x="135533" y="494919"/>
                  </a:lnTo>
                  <a:lnTo>
                    <a:pt x="131417" y="481246"/>
                  </a:lnTo>
                  <a:lnTo>
                    <a:pt x="126169" y="469293"/>
                  </a:lnTo>
                  <a:lnTo>
                    <a:pt x="127652" y="462251"/>
                  </a:lnTo>
                  <a:lnTo>
                    <a:pt x="125963" y="456751"/>
                  </a:lnTo>
                  <a:lnTo>
                    <a:pt x="127325" y="450516"/>
                  </a:lnTo>
                  <a:lnTo>
                    <a:pt x="124658" y="444876"/>
                  </a:lnTo>
                  <a:lnTo>
                    <a:pt x="125959" y="435459"/>
                  </a:lnTo>
                  <a:lnTo>
                    <a:pt x="121902" y="432126"/>
                  </a:lnTo>
                  <a:lnTo>
                    <a:pt x="119243" y="429158"/>
                  </a:lnTo>
                  <a:lnTo>
                    <a:pt x="115975" y="423895"/>
                  </a:lnTo>
                  <a:lnTo>
                    <a:pt x="114440" y="421420"/>
                  </a:lnTo>
                  <a:lnTo>
                    <a:pt x="110727" y="421317"/>
                  </a:lnTo>
                  <a:lnTo>
                    <a:pt x="109903" y="426316"/>
                  </a:lnTo>
                  <a:lnTo>
                    <a:pt x="103252" y="431250"/>
                  </a:lnTo>
                  <a:lnTo>
                    <a:pt x="93522" y="436663"/>
                  </a:lnTo>
                  <a:lnTo>
                    <a:pt x="87979" y="436616"/>
                  </a:lnTo>
                  <a:lnTo>
                    <a:pt x="84512" y="442985"/>
                  </a:lnTo>
                  <a:lnTo>
                    <a:pt x="77413" y="440226"/>
                  </a:lnTo>
                  <a:lnTo>
                    <a:pt x="71248" y="432839"/>
                  </a:lnTo>
                  <a:lnTo>
                    <a:pt x="67499" y="430292"/>
                  </a:lnTo>
                  <a:lnTo>
                    <a:pt x="66629" y="426939"/>
                  </a:lnTo>
                  <a:lnTo>
                    <a:pt x="65914" y="424177"/>
                  </a:lnTo>
                  <a:lnTo>
                    <a:pt x="67054" y="419031"/>
                  </a:lnTo>
                  <a:lnTo>
                    <a:pt x="70417" y="417392"/>
                  </a:lnTo>
                  <a:lnTo>
                    <a:pt x="71135" y="411023"/>
                  </a:lnTo>
                  <a:lnTo>
                    <a:pt x="67663" y="403322"/>
                  </a:lnTo>
                  <a:lnTo>
                    <a:pt x="72591" y="397367"/>
                  </a:lnTo>
                  <a:lnTo>
                    <a:pt x="80714" y="396477"/>
                  </a:lnTo>
                  <a:lnTo>
                    <a:pt x="84133" y="393801"/>
                  </a:lnTo>
                  <a:lnTo>
                    <a:pt x="82721" y="389982"/>
                  </a:lnTo>
                  <a:lnTo>
                    <a:pt x="84688" y="384223"/>
                  </a:lnTo>
                  <a:lnTo>
                    <a:pt x="82092" y="380454"/>
                  </a:lnTo>
                  <a:lnTo>
                    <a:pt x="79811" y="374916"/>
                  </a:lnTo>
                  <a:lnTo>
                    <a:pt x="82901" y="367312"/>
                  </a:lnTo>
                  <a:lnTo>
                    <a:pt x="78526" y="363065"/>
                  </a:lnTo>
                  <a:lnTo>
                    <a:pt x="79985" y="358140"/>
                  </a:lnTo>
                  <a:lnTo>
                    <a:pt x="85712" y="358428"/>
                  </a:lnTo>
                  <a:lnTo>
                    <a:pt x="86764" y="350892"/>
                  </a:lnTo>
                  <a:lnTo>
                    <a:pt x="88248" y="346676"/>
                  </a:lnTo>
                  <a:lnTo>
                    <a:pt x="89828" y="342446"/>
                  </a:lnTo>
                  <a:lnTo>
                    <a:pt x="92231" y="333545"/>
                  </a:lnTo>
                  <a:lnTo>
                    <a:pt x="95819" y="331179"/>
                  </a:lnTo>
                  <a:lnTo>
                    <a:pt x="96221" y="320626"/>
                  </a:lnTo>
                  <a:lnTo>
                    <a:pt x="100578" y="320263"/>
                  </a:lnTo>
                  <a:lnTo>
                    <a:pt x="103722" y="312315"/>
                  </a:lnTo>
                  <a:lnTo>
                    <a:pt x="106076" y="304283"/>
                  </a:lnTo>
                  <a:lnTo>
                    <a:pt x="105041" y="303079"/>
                  </a:lnTo>
                  <a:lnTo>
                    <a:pt x="103325" y="301082"/>
                  </a:lnTo>
                  <a:lnTo>
                    <a:pt x="95437" y="302065"/>
                  </a:lnTo>
                  <a:lnTo>
                    <a:pt x="87749" y="301239"/>
                  </a:lnTo>
                  <a:lnTo>
                    <a:pt x="84396" y="299634"/>
                  </a:lnTo>
                  <a:lnTo>
                    <a:pt x="82073" y="298521"/>
                  </a:lnTo>
                  <a:lnTo>
                    <a:pt x="82860" y="291967"/>
                  </a:lnTo>
                  <a:lnTo>
                    <a:pt x="79245" y="288977"/>
                  </a:lnTo>
                  <a:lnTo>
                    <a:pt x="77647" y="287653"/>
                  </a:lnTo>
                  <a:lnTo>
                    <a:pt x="72134" y="286795"/>
                  </a:lnTo>
                  <a:lnTo>
                    <a:pt x="71186" y="281733"/>
                  </a:lnTo>
                  <a:lnTo>
                    <a:pt x="64655" y="276456"/>
                  </a:lnTo>
                  <a:lnTo>
                    <a:pt x="60890" y="268864"/>
                  </a:lnTo>
                  <a:lnTo>
                    <a:pt x="63203" y="263641"/>
                  </a:lnTo>
                  <a:lnTo>
                    <a:pt x="60904" y="260913"/>
                  </a:lnTo>
                  <a:lnTo>
                    <a:pt x="56160" y="255275"/>
                  </a:lnTo>
                  <a:lnTo>
                    <a:pt x="54144" y="248698"/>
                  </a:lnTo>
                  <a:lnTo>
                    <a:pt x="51072" y="243311"/>
                  </a:lnTo>
                  <a:lnTo>
                    <a:pt x="47207" y="234012"/>
                  </a:lnTo>
                  <a:lnTo>
                    <a:pt x="42929" y="227828"/>
                  </a:lnTo>
                  <a:lnTo>
                    <a:pt x="40852" y="223117"/>
                  </a:lnTo>
                  <a:lnTo>
                    <a:pt x="39154" y="217139"/>
                  </a:lnTo>
                  <a:lnTo>
                    <a:pt x="35800" y="215344"/>
                  </a:lnTo>
                  <a:lnTo>
                    <a:pt x="28385" y="211478"/>
                  </a:lnTo>
                  <a:lnTo>
                    <a:pt x="24230" y="207069"/>
                  </a:lnTo>
                  <a:lnTo>
                    <a:pt x="21779" y="200094"/>
                  </a:lnTo>
                  <a:lnTo>
                    <a:pt x="12553" y="192023"/>
                  </a:lnTo>
                  <a:lnTo>
                    <a:pt x="14873" y="187642"/>
                  </a:lnTo>
                  <a:lnTo>
                    <a:pt x="20063" y="185667"/>
                  </a:lnTo>
                  <a:lnTo>
                    <a:pt x="14771" y="178357"/>
                  </a:lnTo>
                  <a:lnTo>
                    <a:pt x="15485" y="173143"/>
                  </a:lnTo>
                  <a:lnTo>
                    <a:pt x="18737" y="168006"/>
                  </a:lnTo>
                  <a:lnTo>
                    <a:pt x="16178" y="163650"/>
                  </a:lnTo>
                  <a:lnTo>
                    <a:pt x="18167" y="158902"/>
                  </a:lnTo>
                  <a:lnTo>
                    <a:pt x="10936" y="149552"/>
                  </a:lnTo>
                  <a:lnTo>
                    <a:pt x="11448" y="143021"/>
                  </a:lnTo>
                  <a:lnTo>
                    <a:pt x="7777" y="138825"/>
                  </a:lnTo>
                  <a:lnTo>
                    <a:pt x="4490" y="131389"/>
                  </a:lnTo>
                  <a:lnTo>
                    <a:pt x="786" y="121389"/>
                  </a:lnTo>
                  <a:lnTo>
                    <a:pt x="452" y="119933"/>
                  </a:lnTo>
                  <a:lnTo>
                    <a:pt x="0" y="117961"/>
                  </a:lnTo>
                  <a:lnTo>
                    <a:pt x="3092" y="103229"/>
                  </a:lnTo>
                  <a:lnTo>
                    <a:pt x="5335" y="92479"/>
                  </a:lnTo>
                  <a:lnTo>
                    <a:pt x="7644" y="81432"/>
                  </a:lnTo>
                  <a:lnTo>
                    <a:pt x="11859" y="61229"/>
                  </a:lnTo>
                  <a:lnTo>
                    <a:pt x="12373" y="5877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5658672" y="3719331"/>
              <a:ext cx="683808" cy="318123"/>
            </a:xfrm>
            <a:custGeom>
              <a:avLst/>
              <a:pathLst>
                <a:path w="683808" h="318123">
                  <a:moveTo>
                    <a:pt x="78" y="289254"/>
                  </a:moveTo>
                  <a:lnTo>
                    <a:pt x="0" y="287174"/>
                  </a:lnTo>
                  <a:lnTo>
                    <a:pt x="4008" y="282138"/>
                  </a:lnTo>
                  <a:lnTo>
                    <a:pt x="8065" y="284223"/>
                  </a:lnTo>
                  <a:lnTo>
                    <a:pt x="14371" y="282343"/>
                  </a:lnTo>
                  <a:lnTo>
                    <a:pt x="19034" y="276943"/>
                  </a:lnTo>
                  <a:lnTo>
                    <a:pt x="19415" y="276501"/>
                  </a:lnTo>
                  <a:lnTo>
                    <a:pt x="17373" y="271600"/>
                  </a:lnTo>
                  <a:lnTo>
                    <a:pt x="19391" y="268866"/>
                  </a:lnTo>
                  <a:lnTo>
                    <a:pt x="17662" y="265599"/>
                  </a:lnTo>
                  <a:lnTo>
                    <a:pt x="20736" y="260457"/>
                  </a:lnTo>
                  <a:lnTo>
                    <a:pt x="21772" y="259721"/>
                  </a:lnTo>
                  <a:lnTo>
                    <a:pt x="22185" y="259427"/>
                  </a:lnTo>
                  <a:lnTo>
                    <a:pt x="24830" y="257545"/>
                  </a:lnTo>
                  <a:lnTo>
                    <a:pt x="29438" y="252050"/>
                  </a:lnTo>
                  <a:lnTo>
                    <a:pt x="34754" y="246691"/>
                  </a:lnTo>
                  <a:lnTo>
                    <a:pt x="43232" y="244450"/>
                  </a:lnTo>
                  <a:lnTo>
                    <a:pt x="43992" y="244249"/>
                  </a:lnTo>
                  <a:lnTo>
                    <a:pt x="49162" y="243361"/>
                  </a:lnTo>
                  <a:lnTo>
                    <a:pt x="56281" y="242346"/>
                  </a:lnTo>
                  <a:lnTo>
                    <a:pt x="59194" y="237736"/>
                  </a:lnTo>
                  <a:lnTo>
                    <a:pt x="61476" y="236444"/>
                  </a:lnTo>
                  <a:lnTo>
                    <a:pt x="66450" y="230471"/>
                  </a:lnTo>
                  <a:lnTo>
                    <a:pt x="70438" y="229941"/>
                  </a:lnTo>
                  <a:lnTo>
                    <a:pt x="72178" y="225013"/>
                  </a:lnTo>
                  <a:lnTo>
                    <a:pt x="72681" y="223584"/>
                  </a:lnTo>
                  <a:lnTo>
                    <a:pt x="76998" y="221772"/>
                  </a:lnTo>
                  <a:lnTo>
                    <a:pt x="79203" y="217499"/>
                  </a:lnTo>
                  <a:lnTo>
                    <a:pt x="84022" y="215231"/>
                  </a:lnTo>
                  <a:lnTo>
                    <a:pt x="87629" y="213316"/>
                  </a:lnTo>
                  <a:lnTo>
                    <a:pt x="93219" y="212680"/>
                  </a:lnTo>
                  <a:lnTo>
                    <a:pt x="93908" y="211241"/>
                  </a:lnTo>
                  <a:lnTo>
                    <a:pt x="95618" y="207666"/>
                  </a:lnTo>
                  <a:lnTo>
                    <a:pt x="97709" y="202455"/>
                  </a:lnTo>
                  <a:lnTo>
                    <a:pt x="95901" y="197541"/>
                  </a:lnTo>
                  <a:lnTo>
                    <a:pt x="97093" y="196593"/>
                  </a:lnTo>
                  <a:lnTo>
                    <a:pt x="99428" y="194736"/>
                  </a:lnTo>
                  <a:lnTo>
                    <a:pt x="103346" y="196290"/>
                  </a:lnTo>
                  <a:lnTo>
                    <a:pt x="105069" y="193082"/>
                  </a:lnTo>
                  <a:lnTo>
                    <a:pt x="104957" y="189026"/>
                  </a:lnTo>
                  <a:lnTo>
                    <a:pt x="108727" y="185638"/>
                  </a:lnTo>
                  <a:lnTo>
                    <a:pt x="115461" y="179780"/>
                  </a:lnTo>
                  <a:lnTo>
                    <a:pt x="117693" y="181829"/>
                  </a:lnTo>
                  <a:lnTo>
                    <a:pt x="118696" y="182748"/>
                  </a:lnTo>
                  <a:lnTo>
                    <a:pt x="118456" y="188017"/>
                  </a:lnTo>
                  <a:lnTo>
                    <a:pt x="122980" y="189138"/>
                  </a:lnTo>
                  <a:lnTo>
                    <a:pt x="126349" y="185578"/>
                  </a:lnTo>
                  <a:lnTo>
                    <a:pt x="129282" y="182475"/>
                  </a:lnTo>
                  <a:lnTo>
                    <a:pt x="131747" y="175221"/>
                  </a:lnTo>
                  <a:lnTo>
                    <a:pt x="132134" y="174082"/>
                  </a:lnTo>
                  <a:lnTo>
                    <a:pt x="136411" y="169945"/>
                  </a:lnTo>
                  <a:lnTo>
                    <a:pt x="139896" y="167342"/>
                  </a:lnTo>
                  <a:lnTo>
                    <a:pt x="142497" y="167379"/>
                  </a:lnTo>
                  <a:lnTo>
                    <a:pt x="145535" y="164068"/>
                  </a:lnTo>
                  <a:lnTo>
                    <a:pt x="146137" y="163411"/>
                  </a:lnTo>
                  <a:lnTo>
                    <a:pt x="152052" y="164438"/>
                  </a:lnTo>
                  <a:lnTo>
                    <a:pt x="153727" y="167297"/>
                  </a:lnTo>
                  <a:lnTo>
                    <a:pt x="157361" y="166373"/>
                  </a:lnTo>
                  <a:lnTo>
                    <a:pt x="161004" y="163692"/>
                  </a:lnTo>
                  <a:lnTo>
                    <a:pt x="164335" y="152436"/>
                  </a:lnTo>
                  <a:lnTo>
                    <a:pt x="165624" y="148443"/>
                  </a:lnTo>
                  <a:lnTo>
                    <a:pt x="166420" y="145971"/>
                  </a:lnTo>
                  <a:lnTo>
                    <a:pt x="166935" y="144371"/>
                  </a:lnTo>
                  <a:lnTo>
                    <a:pt x="171863" y="138684"/>
                  </a:lnTo>
                  <a:lnTo>
                    <a:pt x="176965" y="138191"/>
                  </a:lnTo>
                  <a:lnTo>
                    <a:pt x="181899" y="137350"/>
                  </a:lnTo>
                  <a:lnTo>
                    <a:pt x="179387" y="132709"/>
                  </a:lnTo>
                  <a:lnTo>
                    <a:pt x="178231" y="130571"/>
                  </a:lnTo>
                  <a:lnTo>
                    <a:pt x="180175" y="124598"/>
                  </a:lnTo>
                  <a:lnTo>
                    <a:pt x="178455" y="117986"/>
                  </a:lnTo>
                  <a:lnTo>
                    <a:pt x="179174" y="112618"/>
                  </a:lnTo>
                  <a:lnTo>
                    <a:pt x="193059" y="110338"/>
                  </a:lnTo>
                  <a:lnTo>
                    <a:pt x="204444" y="108117"/>
                  </a:lnTo>
                  <a:lnTo>
                    <a:pt x="218146" y="105417"/>
                  </a:lnTo>
                  <a:lnTo>
                    <a:pt x="227101" y="103848"/>
                  </a:lnTo>
                  <a:lnTo>
                    <a:pt x="239556" y="101485"/>
                  </a:lnTo>
                  <a:lnTo>
                    <a:pt x="244286" y="100360"/>
                  </a:lnTo>
                  <a:lnTo>
                    <a:pt x="254704" y="97867"/>
                  </a:lnTo>
                  <a:lnTo>
                    <a:pt x="261922" y="96575"/>
                  </a:lnTo>
                  <a:lnTo>
                    <a:pt x="275307" y="94156"/>
                  </a:lnTo>
                  <a:lnTo>
                    <a:pt x="275987" y="94033"/>
                  </a:lnTo>
                  <a:lnTo>
                    <a:pt x="286608" y="92113"/>
                  </a:lnTo>
                  <a:lnTo>
                    <a:pt x="305223" y="87721"/>
                  </a:lnTo>
                  <a:lnTo>
                    <a:pt x="307239" y="87242"/>
                  </a:lnTo>
                  <a:lnTo>
                    <a:pt x="331252" y="81415"/>
                  </a:lnTo>
                  <a:lnTo>
                    <a:pt x="346702" y="77614"/>
                  </a:lnTo>
                  <a:lnTo>
                    <a:pt x="346933" y="77557"/>
                  </a:lnTo>
                  <a:lnTo>
                    <a:pt x="350043" y="76762"/>
                  </a:lnTo>
                  <a:lnTo>
                    <a:pt x="359767" y="74268"/>
                  </a:lnTo>
                  <a:lnTo>
                    <a:pt x="369312" y="71804"/>
                  </a:lnTo>
                  <a:lnTo>
                    <a:pt x="375444" y="70212"/>
                  </a:lnTo>
                  <a:lnTo>
                    <a:pt x="390462" y="66287"/>
                  </a:lnTo>
                  <a:lnTo>
                    <a:pt x="401619" y="63418"/>
                  </a:lnTo>
                  <a:lnTo>
                    <a:pt x="406375" y="62189"/>
                  </a:lnTo>
                  <a:lnTo>
                    <a:pt x="423519" y="57725"/>
                  </a:lnTo>
                  <a:lnTo>
                    <a:pt x="427535" y="56619"/>
                  </a:lnTo>
                  <a:lnTo>
                    <a:pt x="437711" y="53805"/>
                  </a:lnTo>
                  <a:lnTo>
                    <a:pt x="452238" y="49756"/>
                  </a:lnTo>
                  <a:lnTo>
                    <a:pt x="458841" y="47929"/>
                  </a:lnTo>
                  <a:lnTo>
                    <a:pt x="469987" y="44826"/>
                  </a:lnTo>
                  <a:lnTo>
                    <a:pt x="480081" y="41998"/>
                  </a:lnTo>
                  <a:lnTo>
                    <a:pt x="481404" y="41626"/>
                  </a:lnTo>
                  <a:lnTo>
                    <a:pt x="515689" y="32030"/>
                  </a:lnTo>
                  <a:lnTo>
                    <a:pt x="523950" y="29687"/>
                  </a:lnTo>
                  <a:lnTo>
                    <a:pt x="525915" y="29133"/>
                  </a:lnTo>
                  <a:lnTo>
                    <a:pt x="532957" y="27138"/>
                  </a:lnTo>
                  <a:lnTo>
                    <a:pt x="544792" y="23762"/>
                  </a:lnTo>
                  <a:lnTo>
                    <a:pt x="558128" y="19419"/>
                  </a:lnTo>
                  <a:lnTo>
                    <a:pt x="573016" y="15119"/>
                  </a:lnTo>
                  <a:lnTo>
                    <a:pt x="576842" y="14007"/>
                  </a:lnTo>
                  <a:lnTo>
                    <a:pt x="590345" y="10063"/>
                  </a:lnTo>
                  <a:lnTo>
                    <a:pt x="604785" y="5789"/>
                  </a:lnTo>
                  <a:lnTo>
                    <a:pt x="612013" y="3636"/>
                  </a:lnTo>
                  <a:lnTo>
                    <a:pt x="624076" y="0"/>
                  </a:lnTo>
                  <a:lnTo>
                    <a:pt x="629250" y="10474"/>
                  </a:lnTo>
                  <a:lnTo>
                    <a:pt x="636186" y="23396"/>
                  </a:lnTo>
                  <a:lnTo>
                    <a:pt x="639653" y="28403"/>
                  </a:lnTo>
                  <a:lnTo>
                    <a:pt x="646701" y="38572"/>
                  </a:lnTo>
                  <a:lnTo>
                    <a:pt x="653668" y="46150"/>
                  </a:lnTo>
                  <a:lnTo>
                    <a:pt x="664510" y="59185"/>
                  </a:lnTo>
                  <a:lnTo>
                    <a:pt x="670834" y="67051"/>
                  </a:lnTo>
                  <a:lnTo>
                    <a:pt x="673640" y="70413"/>
                  </a:lnTo>
                  <a:lnTo>
                    <a:pt x="679935" y="82202"/>
                  </a:lnTo>
                  <a:lnTo>
                    <a:pt x="683111" y="102528"/>
                  </a:lnTo>
                  <a:lnTo>
                    <a:pt x="683808" y="119538"/>
                  </a:lnTo>
                  <a:lnTo>
                    <a:pt x="676123" y="122442"/>
                  </a:lnTo>
                  <a:lnTo>
                    <a:pt x="668239" y="128411"/>
                  </a:lnTo>
                  <a:lnTo>
                    <a:pt x="667661" y="128847"/>
                  </a:lnTo>
                  <a:lnTo>
                    <a:pt x="657337" y="138518"/>
                  </a:lnTo>
                  <a:lnTo>
                    <a:pt x="651075" y="146363"/>
                  </a:lnTo>
                  <a:lnTo>
                    <a:pt x="643353" y="156310"/>
                  </a:lnTo>
                  <a:lnTo>
                    <a:pt x="638004" y="166409"/>
                  </a:lnTo>
                  <a:lnTo>
                    <a:pt x="633357" y="173270"/>
                  </a:lnTo>
                  <a:lnTo>
                    <a:pt x="629099" y="181516"/>
                  </a:lnTo>
                  <a:lnTo>
                    <a:pt x="625891" y="189698"/>
                  </a:lnTo>
                  <a:lnTo>
                    <a:pt x="622340" y="203731"/>
                  </a:lnTo>
                  <a:lnTo>
                    <a:pt x="619977" y="200315"/>
                  </a:lnTo>
                  <a:lnTo>
                    <a:pt x="613842" y="197509"/>
                  </a:lnTo>
                  <a:lnTo>
                    <a:pt x="604834" y="197604"/>
                  </a:lnTo>
                  <a:lnTo>
                    <a:pt x="591219" y="202919"/>
                  </a:lnTo>
                  <a:lnTo>
                    <a:pt x="576190" y="211778"/>
                  </a:lnTo>
                  <a:lnTo>
                    <a:pt x="574452" y="212799"/>
                  </a:lnTo>
                  <a:lnTo>
                    <a:pt x="567409" y="219451"/>
                  </a:lnTo>
                  <a:lnTo>
                    <a:pt x="562274" y="226231"/>
                  </a:lnTo>
                  <a:lnTo>
                    <a:pt x="552812" y="235464"/>
                  </a:lnTo>
                  <a:lnTo>
                    <a:pt x="549516" y="239868"/>
                  </a:lnTo>
                  <a:lnTo>
                    <a:pt x="541946" y="249951"/>
                  </a:lnTo>
                  <a:lnTo>
                    <a:pt x="537398" y="258317"/>
                  </a:lnTo>
                  <a:lnTo>
                    <a:pt x="534464" y="263699"/>
                  </a:lnTo>
                  <a:lnTo>
                    <a:pt x="531254" y="273098"/>
                  </a:lnTo>
                  <a:lnTo>
                    <a:pt x="529681" y="286293"/>
                  </a:lnTo>
                  <a:lnTo>
                    <a:pt x="528831" y="293349"/>
                  </a:lnTo>
                  <a:lnTo>
                    <a:pt x="528478" y="298696"/>
                  </a:lnTo>
                  <a:lnTo>
                    <a:pt x="528008" y="305721"/>
                  </a:lnTo>
                  <a:lnTo>
                    <a:pt x="524202" y="306190"/>
                  </a:lnTo>
                  <a:lnTo>
                    <a:pt x="522587" y="303589"/>
                  </a:lnTo>
                  <a:lnTo>
                    <a:pt x="512699" y="303784"/>
                  </a:lnTo>
                  <a:lnTo>
                    <a:pt x="501689" y="306691"/>
                  </a:lnTo>
                  <a:lnTo>
                    <a:pt x="493394" y="309950"/>
                  </a:lnTo>
                  <a:lnTo>
                    <a:pt x="482085" y="318123"/>
                  </a:lnTo>
                  <a:lnTo>
                    <a:pt x="474730" y="313449"/>
                  </a:lnTo>
                  <a:lnTo>
                    <a:pt x="471311" y="311316"/>
                  </a:lnTo>
                  <a:lnTo>
                    <a:pt x="455589" y="301480"/>
                  </a:lnTo>
                  <a:lnTo>
                    <a:pt x="430308" y="285643"/>
                  </a:lnTo>
                  <a:lnTo>
                    <a:pt x="426685" y="283314"/>
                  </a:lnTo>
                  <a:lnTo>
                    <a:pt x="402342" y="267586"/>
                  </a:lnTo>
                  <a:lnTo>
                    <a:pt x="393481" y="262124"/>
                  </a:lnTo>
                  <a:lnTo>
                    <a:pt x="392372" y="261440"/>
                  </a:lnTo>
                  <a:lnTo>
                    <a:pt x="371842" y="248717"/>
                  </a:lnTo>
                  <a:lnTo>
                    <a:pt x="370451" y="249039"/>
                  </a:lnTo>
                  <a:lnTo>
                    <a:pt x="352173" y="253242"/>
                  </a:lnTo>
                  <a:lnTo>
                    <a:pt x="351959" y="253291"/>
                  </a:lnTo>
                  <a:lnTo>
                    <a:pt x="340135" y="255981"/>
                  </a:lnTo>
                  <a:lnTo>
                    <a:pt x="320878" y="260222"/>
                  </a:lnTo>
                  <a:lnTo>
                    <a:pt x="301824" y="264360"/>
                  </a:lnTo>
                  <a:lnTo>
                    <a:pt x="283145" y="268094"/>
                  </a:lnTo>
                  <a:lnTo>
                    <a:pt x="282064" y="256970"/>
                  </a:lnTo>
                  <a:lnTo>
                    <a:pt x="276132" y="251677"/>
                  </a:lnTo>
                  <a:lnTo>
                    <a:pt x="269485" y="245735"/>
                  </a:lnTo>
                  <a:lnTo>
                    <a:pt x="266574" y="243128"/>
                  </a:lnTo>
                  <a:lnTo>
                    <a:pt x="259451" y="251145"/>
                  </a:lnTo>
                  <a:lnTo>
                    <a:pt x="257581" y="248682"/>
                  </a:lnTo>
                  <a:lnTo>
                    <a:pt x="258267" y="243509"/>
                  </a:lnTo>
                  <a:lnTo>
                    <a:pt x="257346" y="241260"/>
                  </a:lnTo>
                  <a:lnTo>
                    <a:pt x="257252" y="241030"/>
                  </a:lnTo>
                  <a:lnTo>
                    <a:pt x="234569" y="244891"/>
                  </a:lnTo>
                  <a:lnTo>
                    <a:pt x="231426" y="245420"/>
                  </a:lnTo>
                  <a:lnTo>
                    <a:pt x="221348" y="247104"/>
                  </a:lnTo>
                  <a:lnTo>
                    <a:pt x="199599" y="250955"/>
                  </a:lnTo>
                  <a:lnTo>
                    <a:pt x="191156" y="252430"/>
                  </a:lnTo>
                  <a:lnTo>
                    <a:pt x="183611" y="253738"/>
                  </a:lnTo>
                  <a:lnTo>
                    <a:pt x="178025" y="254701"/>
                  </a:lnTo>
                  <a:lnTo>
                    <a:pt x="172780" y="255696"/>
                  </a:lnTo>
                  <a:lnTo>
                    <a:pt x="164052" y="257342"/>
                  </a:lnTo>
                  <a:lnTo>
                    <a:pt x="157763" y="258520"/>
                  </a:lnTo>
                  <a:lnTo>
                    <a:pt x="156321" y="258711"/>
                  </a:lnTo>
                  <a:lnTo>
                    <a:pt x="153133" y="259132"/>
                  </a:lnTo>
                  <a:lnTo>
                    <a:pt x="148478" y="259744"/>
                  </a:lnTo>
                  <a:lnTo>
                    <a:pt x="145447" y="262923"/>
                  </a:lnTo>
                  <a:lnTo>
                    <a:pt x="139775" y="266330"/>
                  </a:lnTo>
                  <a:lnTo>
                    <a:pt x="136378" y="267971"/>
                  </a:lnTo>
                  <a:lnTo>
                    <a:pt x="128222" y="271901"/>
                  </a:lnTo>
                  <a:lnTo>
                    <a:pt x="124275" y="277315"/>
                  </a:lnTo>
                  <a:lnTo>
                    <a:pt x="123011" y="277306"/>
                  </a:lnTo>
                  <a:lnTo>
                    <a:pt x="121243" y="277293"/>
                  </a:lnTo>
                  <a:lnTo>
                    <a:pt x="112736" y="282047"/>
                  </a:lnTo>
                  <a:lnTo>
                    <a:pt x="104481" y="286682"/>
                  </a:lnTo>
                  <a:lnTo>
                    <a:pt x="97011" y="290862"/>
                  </a:lnTo>
                  <a:lnTo>
                    <a:pt x="80114" y="294768"/>
                  </a:lnTo>
                  <a:lnTo>
                    <a:pt x="67499" y="297797"/>
                  </a:lnTo>
                  <a:lnTo>
                    <a:pt x="62272" y="299045"/>
                  </a:lnTo>
                  <a:lnTo>
                    <a:pt x="56689" y="300373"/>
                  </a:lnTo>
                  <a:lnTo>
                    <a:pt x="31521" y="305202"/>
                  </a:lnTo>
                  <a:lnTo>
                    <a:pt x="26059" y="306240"/>
                  </a:lnTo>
                  <a:lnTo>
                    <a:pt x="16188" y="308104"/>
                  </a:lnTo>
                  <a:lnTo>
                    <a:pt x="876" y="31096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733677" y="2518393"/>
              <a:ext cx="406766" cy="244458"/>
            </a:xfrm>
            <a:custGeom>
              <a:avLst/>
              <a:pathLst>
                <a:path w="406766" h="244458">
                  <a:moveTo>
                    <a:pt x="12139" y="0"/>
                  </a:moveTo>
                  <a:lnTo>
                    <a:pt x="46657" y="1683"/>
                  </a:lnTo>
                  <a:lnTo>
                    <a:pt x="69049" y="2540"/>
                  </a:lnTo>
                  <a:lnTo>
                    <a:pt x="73590" y="2699"/>
                  </a:lnTo>
                  <a:lnTo>
                    <a:pt x="106092" y="3802"/>
                  </a:lnTo>
                  <a:lnTo>
                    <a:pt x="116141" y="4054"/>
                  </a:lnTo>
                  <a:lnTo>
                    <a:pt x="136456" y="4487"/>
                  </a:lnTo>
                  <a:lnTo>
                    <a:pt x="143072" y="4618"/>
                  </a:lnTo>
                  <a:lnTo>
                    <a:pt x="162124" y="4937"/>
                  </a:lnTo>
                  <a:lnTo>
                    <a:pt x="197743" y="5261"/>
                  </a:lnTo>
                  <a:lnTo>
                    <a:pt x="210532" y="5323"/>
                  </a:lnTo>
                  <a:lnTo>
                    <a:pt x="224335" y="5346"/>
                  </a:lnTo>
                  <a:lnTo>
                    <a:pt x="244257" y="5258"/>
                  </a:lnTo>
                  <a:lnTo>
                    <a:pt x="251943" y="5198"/>
                  </a:lnTo>
                  <a:lnTo>
                    <a:pt x="271260" y="4952"/>
                  </a:lnTo>
                  <a:lnTo>
                    <a:pt x="277974" y="4845"/>
                  </a:lnTo>
                  <a:lnTo>
                    <a:pt x="325148" y="3879"/>
                  </a:lnTo>
                  <a:lnTo>
                    <a:pt x="334091" y="3634"/>
                  </a:lnTo>
                  <a:lnTo>
                    <a:pt x="362144" y="2745"/>
                  </a:lnTo>
                  <a:lnTo>
                    <a:pt x="362359" y="7026"/>
                  </a:lnTo>
                  <a:lnTo>
                    <a:pt x="364662" y="13068"/>
                  </a:lnTo>
                  <a:lnTo>
                    <a:pt x="366724" y="20427"/>
                  </a:lnTo>
                  <a:lnTo>
                    <a:pt x="368511" y="24980"/>
                  </a:lnTo>
                  <a:lnTo>
                    <a:pt x="369741" y="28508"/>
                  </a:lnTo>
                  <a:lnTo>
                    <a:pt x="367768" y="35167"/>
                  </a:lnTo>
                  <a:lnTo>
                    <a:pt x="367634" y="38289"/>
                  </a:lnTo>
                  <a:lnTo>
                    <a:pt x="367624" y="38536"/>
                  </a:lnTo>
                  <a:lnTo>
                    <a:pt x="367595" y="39197"/>
                  </a:lnTo>
                  <a:lnTo>
                    <a:pt x="368404" y="47131"/>
                  </a:lnTo>
                  <a:lnTo>
                    <a:pt x="368718" y="53845"/>
                  </a:lnTo>
                  <a:lnTo>
                    <a:pt x="369404" y="60610"/>
                  </a:lnTo>
                  <a:lnTo>
                    <a:pt x="368944" y="65643"/>
                  </a:lnTo>
                  <a:lnTo>
                    <a:pt x="368797" y="67251"/>
                  </a:lnTo>
                  <a:lnTo>
                    <a:pt x="368764" y="67617"/>
                  </a:lnTo>
                  <a:lnTo>
                    <a:pt x="371133" y="73573"/>
                  </a:lnTo>
                  <a:lnTo>
                    <a:pt x="373237" y="78590"/>
                  </a:lnTo>
                  <a:lnTo>
                    <a:pt x="375167" y="85796"/>
                  </a:lnTo>
                  <a:lnTo>
                    <a:pt x="377581" y="92661"/>
                  </a:lnTo>
                  <a:lnTo>
                    <a:pt x="381447" y="100303"/>
                  </a:lnTo>
                  <a:lnTo>
                    <a:pt x="383513" y="105918"/>
                  </a:lnTo>
                  <a:lnTo>
                    <a:pt x="384170" y="107701"/>
                  </a:lnTo>
                  <a:lnTo>
                    <a:pt x="385902" y="113661"/>
                  </a:lnTo>
                  <a:lnTo>
                    <a:pt x="386031" y="119357"/>
                  </a:lnTo>
                  <a:lnTo>
                    <a:pt x="386134" y="123949"/>
                  </a:lnTo>
                  <a:lnTo>
                    <a:pt x="387560" y="136689"/>
                  </a:lnTo>
                  <a:lnTo>
                    <a:pt x="387906" y="139728"/>
                  </a:lnTo>
                  <a:lnTo>
                    <a:pt x="388683" y="146543"/>
                  </a:lnTo>
                  <a:lnTo>
                    <a:pt x="389300" y="151950"/>
                  </a:lnTo>
                  <a:lnTo>
                    <a:pt x="388755" y="157533"/>
                  </a:lnTo>
                  <a:lnTo>
                    <a:pt x="392773" y="165013"/>
                  </a:lnTo>
                  <a:lnTo>
                    <a:pt x="391875" y="175613"/>
                  </a:lnTo>
                  <a:lnTo>
                    <a:pt x="392249" y="182234"/>
                  </a:lnTo>
                  <a:lnTo>
                    <a:pt x="392272" y="186700"/>
                  </a:lnTo>
                  <a:lnTo>
                    <a:pt x="392506" y="187173"/>
                  </a:lnTo>
                  <a:lnTo>
                    <a:pt x="394929" y="192057"/>
                  </a:lnTo>
                  <a:lnTo>
                    <a:pt x="397251" y="202192"/>
                  </a:lnTo>
                  <a:lnTo>
                    <a:pt x="400832" y="208057"/>
                  </a:lnTo>
                  <a:lnTo>
                    <a:pt x="403456" y="210996"/>
                  </a:lnTo>
                  <a:lnTo>
                    <a:pt x="404079" y="218777"/>
                  </a:lnTo>
                  <a:lnTo>
                    <a:pt x="406763" y="229302"/>
                  </a:lnTo>
                  <a:lnTo>
                    <a:pt x="405985" y="234197"/>
                  </a:lnTo>
                  <a:lnTo>
                    <a:pt x="405918" y="234618"/>
                  </a:lnTo>
                  <a:lnTo>
                    <a:pt x="406766" y="240948"/>
                  </a:lnTo>
                  <a:lnTo>
                    <a:pt x="378591" y="242012"/>
                  </a:lnTo>
                  <a:lnTo>
                    <a:pt x="370645" y="242306"/>
                  </a:lnTo>
                  <a:lnTo>
                    <a:pt x="353559" y="242891"/>
                  </a:lnTo>
                  <a:lnTo>
                    <a:pt x="340813" y="243251"/>
                  </a:lnTo>
                  <a:lnTo>
                    <a:pt x="329842" y="243497"/>
                  </a:lnTo>
                  <a:lnTo>
                    <a:pt x="328248" y="243530"/>
                  </a:lnTo>
                  <a:lnTo>
                    <a:pt x="324853" y="243600"/>
                  </a:lnTo>
                  <a:lnTo>
                    <a:pt x="306146" y="243982"/>
                  </a:lnTo>
                  <a:lnTo>
                    <a:pt x="294676" y="244058"/>
                  </a:lnTo>
                  <a:lnTo>
                    <a:pt x="289291" y="244111"/>
                  </a:lnTo>
                  <a:lnTo>
                    <a:pt x="273986" y="244227"/>
                  </a:lnTo>
                  <a:lnTo>
                    <a:pt x="269248" y="244264"/>
                  </a:lnTo>
                  <a:lnTo>
                    <a:pt x="255537" y="244388"/>
                  </a:lnTo>
                  <a:lnTo>
                    <a:pt x="247634" y="244440"/>
                  </a:lnTo>
                  <a:lnTo>
                    <a:pt x="241058" y="244419"/>
                  </a:lnTo>
                  <a:lnTo>
                    <a:pt x="235242" y="244458"/>
                  </a:lnTo>
                  <a:lnTo>
                    <a:pt x="226419" y="244420"/>
                  </a:lnTo>
                  <a:lnTo>
                    <a:pt x="211636" y="244354"/>
                  </a:lnTo>
                  <a:lnTo>
                    <a:pt x="203910" y="244271"/>
                  </a:lnTo>
                  <a:lnTo>
                    <a:pt x="192748" y="244188"/>
                  </a:lnTo>
                  <a:lnTo>
                    <a:pt x="192063" y="244182"/>
                  </a:lnTo>
                  <a:lnTo>
                    <a:pt x="178458" y="244065"/>
                  </a:lnTo>
                  <a:lnTo>
                    <a:pt x="159711" y="243831"/>
                  </a:lnTo>
                  <a:lnTo>
                    <a:pt x="145656" y="243608"/>
                  </a:lnTo>
                  <a:lnTo>
                    <a:pt x="135215" y="243418"/>
                  </a:lnTo>
                  <a:lnTo>
                    <a:pt x="122311" y="243127"/>
                  </a:lnTo>
                  <a:lnTo>
                    <a:pt x="111107" y="242852"/>
                  </a:lnTo>
                  <a:lnTo>
                    <a:pt x="106384" y="242728"/>
                  </a:lnTo>
                  <a:lnTo>
                    <a:pt x="93301" y="242353"/>
                  </a:lnTo>
                  <a:lnTo>
                    <a:pt x="81195" y="241971"/>
                  </a:lnTo>
                  <a:lnTo>
                    <a:pt x="72829" y="241694"/>
                  </a:lnTo>
                  <a:lnTo>
                    <a:pt x="63298" y="241364"/>
                  </a:lnTo>
                  <a:lnTo>
                    <a:pt x="59938" y="241241"/>
                  </a:lnTo>
                  <a:lnTo>
                    <a:pt x="57048" y="241132"/>
                  </a:lnTo>
                  <a:lnTo>
                    <a:pt x="44923" y="240658"/>
                  </a:lnTo>
                  <a:lnTo>
                    <a:pt x="33164" y="240166"/>
                  </a:lnTo>
                  <a:lnTo>
                    <a:pt x="20890" y="239630"/>
                  </a:lnTo>
                  <a:lnTo>
                    <a:pt x="0" y="238626"/>
                  </a:lnTo>
                  <a:lnTo>
                    <a:pt x="1324" y="212467"/>
                  </a:lnTo>
                  <a:lnTo>
                    <a:pt x="1501" y="208993"/>
                  </a:lnTo>
                  <a:lnTo>
                    <a:pt x="2260" y="194520"/>
                  </a:lnTo>
                  <a:lnTo>
                    <a:pt x="2379" y="192092"/>
                  </a:lnTo>
                  <a:lnTo>
                    <a:pt x="2767" y="184228"/>
                  </a:lnTo>
                  <a:lnTo>
                    <a:pt x="3045" y="178572"/>
                  </a:lnTo>
                  <a:lnTo>
                    <a:pt x="3926" y="161383"/>
                  </a:lnTo>
                  <a:lnTo>
                    <a:pt x="4742" y="146264"/>
                  </a:lnTo>
                  <a:lnTo>
                    <a:pt x="5529" y="130426"/>
                  </a:lnTo>
                  <a:lnTo>
                    <a:pt x="5536" y="130284"/>
                  </a:lnTo>
                  <a:lnTo>
                    <a:pt x="5815" y="125199"/>
                  </a:lnTo>
                  <a:lnTo>
                    <a:pt x="6702" y="109096"/>
                  </a:lnTo>
                  <a:lnTo>
                    <a:pt x="7591" y="93475"/>
                  </a:lnTo>
                  <a:lnTo>
                    <a:pt x="8191" y="80327"/>
                  </a:lnTo>
                  <a:lnTo>
                    <a:pt x="8282" y="78407"/>
                  </a:lnTo>
                  <a:lnTo>
                    <a:pt x="9195" y="59241"/>
                  </a:lnTo>
                  <a:lnTo>
                    <a:pt x="9741" y="47688"/>
                  </a:lnTo>
                  <a:lnTo>
                    <a:pt x="10128" y="39498"/>
                  </a:lnTo>
                  <a:lnTo>
                    <a:pt x="10672" y="28580"/>
                  </a:lnTo>
                  <a:lnTo>
                    <a:pt x="11505" y="11907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28028" y="3987769"/>
              <a:ext cx="468285" cy="433507"/>
            </a:xfrm>
            <a:custGeom>
              <a:avLst/>
              <a:pathLst>
                <a:path w="468285" h="433507">
                  <a:moveTo>
                    <a:pt x="0" y="37135"/>
                  </a:moveTo>
                  <a:lnTo>
                    <a:pt x="23847" y="35548"/>
                  </a:lnTo>
                  <a:lnTo>
                    <a:pt x="50239" y="33802"/>
                  </a:lnTo>
                  <a:lnTo>
                    <a:pt x="61189" y="33052"/>
                  </a:lnTo>
                  <a:lnTo>
                    <a:pt x="69776" y="32411"/>
                  </a:lnTo>
                  <a:lnTo>
                    <a:pt x="85233" y="31235"/>
                  </a:lnTo>
                  <a:lnTo>
                    <a:pt x="95993" y="30446"/>
                  </a:lnTo>
                  <a:lnTo>
                    <a:pt x="110592" y="29353"/>
                  </a:lnTo>
                  <a:lnTo>
                    <a:pt x="120955" y="28565"/>
                  </a:lnTo>
                  <a:lnTo>
                    <a:pt x="123021" y="28406"/>
                  </a:lnTo>
                  <a:lnTo>
                    <a:pt x="138527" y="27198"/>
                  </a:lnTo>
                  <a:lnTo>
                    <a:pt x="163750" y="25069"/>
                  </a:lnTo>
                  <a:lnTo>
                    <a:pt x="165153" y="24948"/>
                  </a:lnTo>
                  <a:lnTo>
                    <a:pt x="171323" y="24412"/>
                  </a:lnTo>
                  <a:lnTo>
                    <a:pt x="190615" y="22706"/>
                  </a:lnTo>
                  <a:lnTo>
                    <a:pt x="193869" y="22425"/>
                  </a:lnTo>
                  <a:lnTo>
                    <a:pt x="210450" y="20973"/>
                  </a:lnTo>
                  <a:lnTo>
                    <a:pt x="228976" y="19218"/>
                  </a:lnTo>
                  <a:lnTo>
                    <a:pt x="231747" y="18951"/>
                  </a:lnTo>
                  <a:lnTo>
                    <a:pt x="244213" y="17741"/>
                  </a:lnTo>
                  <a:lnTo>
                    <a:pt x="273233" y="14813"/>
                  </a:lnTo>
                  <a:lnTo>
                    <a:pt x="275986" y="14529"/>
                  </a:lnTo>
                  <a:lnTo>
                    <a:pt x="293831" y="12934"/>
                  </a:lnTo>
                  <a:lnTo>
                    <a:pt x="297829" y="12571"/>
                  </a:lnTo>
                  <a:lnTo>
                    <a:pt x="298010" y="12555"/>
                  </a:lnTo>
                  <a:lnTo>
                    <a:pt x="323761" y="9788"/>
                  </a:lnTo>
                  <a:lnTo>
                    <a:pt x="333801" y="8685"/>
                  </a:lnTo>
                  <a:lnTo>
                    <a:pt x="355431" y="6285"/>
                  </a:lnTo>
                  <a:lnTo>
                    <a:pt x="357127" y="6094"/>
                  </a:lnTo>
                  <a:lnTo>
                    <a:pt x="374646" y="4148"/>
                  </a:lnTo>
                  <a:lnTo>
                    <a:pt x="382188" y="3299"/>
                  </a:lnTo>
                  <a:lnTo>
                    <a:pt x="407518" y="657"/>
                  </a:lnTo>
                  <a:lnTo>
                    <a:pt x="413703" y="0"/>
                  </a:lnTo>
                  <a:lnTo>
                    <a:pt x="415296" y="3934"/>
                  </a:lnTo>
                  <a:lnTo>
                    <a:pt x="416811" y="8962"/>
                  </a:lnTo>
                  <a:lnTo>
                    <a:pt x="423173" y="11555"/>
                  </a:lnTo>
                  <a:lnTo>
                    <a:pt x="423782" y="14896"/>
                  </a:lnTo>
                  <a:lnTo>
                    <a:pt x="424414" y="21082"/>
                  </a:lnTo>
                  <a:lnTo>
                    <a:pt x="420162" y="25938"/>
                  </a:lnTo>
                  <a:lnTo>
                    <a:pt x="417001" y="32298"/>
                  </a:lnTo>
                  <a:lnTo>
                    <a:pt x="414111" y="34389"/>
                  </a:lnTo>
                  <a:lnTo>
                    <a:pt x="411381" y="36363"/>
                  </a:lnTo>
                  <a:lnTo>
                    <a:pt x="410530" y="41724"/>
                  </a:lnTo>
                  <a:lnTo>
                    <a:pt x="405385" y="45404"/>
                  </a:lnTo>
                  <a:lnTo>
                    <a:pt x="402017" y="53441"/>
                  </a:lnTo>
                  <a:lnTo>
                    <a:pt x="399906" y="59642"/>
                  </a:lnTo>
                  <a:lnTo>
                    <a:pt x="407305" y="58706"/>
                  </a:lnTo>
                  <a:lnTo>
                    <a:pt x="424512" y="56502"/>
                  </a:lnTo>
                  <a:lnTo>
                    <a:pt x="437932" y="54802"/>
                  </a:lnTo>
                  <a:lnTo>
                    <a:pt x="443337" y="54111"/>
                  </a:lnTo>
                  <a:lnTo>
                    <a:pt x="458942" y="52067"/>
                  </a:lnTo>
                  <a:lnTo>
                    <a:pt x="463915" y="57605"/>
                  </a:lnTo>
                  <a:lnTo>
                    <a:pt x="467476" y="60218"/>
                  </a:lnTo>
                  <a:lnTo>
                    <a:pt x="467987" y="62102"/>
                  </a:lnTo>
                  <a:lnTo>
                    <a:pt x="468285" y="63204"/>
                  </a:lnTo>
                  <a:lnTo>
                    <a:pt x="461546" y="66500"/>
                  </a:lnTo>
                  <a:lnTo>
                    <a:pt x="461240" y="69570"/>
                  </a:lnTo>
                  <a:lnTo>
                    <a:pt x="462298" y="73887"/>
                  </a:lnTo>
                  <a:lnTo>
                    <a:pt x="455780" y="77791"/>
                  </a:lnTo>
                  <a:lnTo>
                    <a:pt x="449995" y="82568"/>
                  </a:lnTo>
                  <a:lnTo>
                    <a:pt x="445089" y="82309"/>
                  </a:lnTo>
                  <a:lnTo>
                    <a:pt x="442001" y="89586"/>
                  </a:lnTo>
                  <a:lnTo>
                    <a:pt x="447945" y="94052"/>
                  </a:lnTo>
                  <a:lnTo>
                    <a:pt x="450340" y="96581"/>
                  </a:lnTo>
                  <a:lnTo>
                    <a:pt x="445349" y="99365"/>
                  </a:lnTo>
                  <a:lnTo>
                    <a:pt x="444799" y="104956"/>
                  </a:lnTo>
                  <a:lnTo>
                    <a:pt x="443746" y="107244"/>
                  </a:lnTo>
                  <a:lnTo>
                    <a:pt x="436239" y="107137"/>
                  </a:lnTo>
                  <a:lnTo>
                    <a:pt x="436139" y="113398"/>
                  </a:lnTo>
                  <a:lnTo>
                    <a:pt x="438846" y="117625"/>
                  </a:lnTo>
                  <a:lnTo>
                    <a:pt x="437188" y="122693"/>
                  </a:lnTo>
                  <a:lnTo>
                    <a:pt x="434726" y="122073"/>
                  </a:lnTo>
                  <a:lnTo>
                    <a:pt x="430957" y="124044"/>
                  </a:lnTo>
                  <a:lnTo>
                    <a:pt x="433839" y="129148"/>
                  </a:lnTo>
                  <a:lnTo>
                    <a:pt x="431373" y="136260"/>
                  </a:lnTo>
                  <a:lnTo>
                    <a:pt x="427540" y="140187"/>
                  </a:lnTo>
                  <a:lnTo>
                    <a:pt x="434287" y="142251"/>
                  </a:lnTo>
                  <a:lnTo>
                    <a:pt x="435297" y="147555"/>
                  </a:lnTo>
                  <a:lnTo>
                    <a:pt x="435163" y="152077"/>
                  </a:lnTo>
                  <a:lnTo>
                    <a:pt x="436590" y="157272"/>
                  </a:lnTo>
                  <a:lnTo>
                    <a:pt x="429928" y="156830"/>
                  </a:lnTo>
                  <a:lnTo>
                    <a:pt x="428376" y="161357"/>
                  </a:lnTo>
                  <a:lnTo>
                    <a:pt x="427385" y="166194"/>
                  </a:lnTo>
                  <a:lnTo>
                    <a:pt x="421092" y="168137"/>
                  </a:lnTo>
                  <a:lnTo>
                    <a:pt x="417895" y="169841"/>
                  </a:lnTo>
                  <a:lnTo>
                    <a:pt x="417480" y="173730"/>
                  </a:lnTo>
                  <a:lnTo>
                    <a:pt x="424288" y="179686"/>
                  </a:lnTo>
                  <a:lnTo>
                    <a:pt x="424122" y="183219"/>
                  </a:lnTo>
                  <a:lnTo>
                    <a:pt x="418744" y="187842"/>
                  </a:lnTo>
                  <a:lnTo>
                    <a:pt x="418566" y="187995"/>
                  </a:lnTo>
                  <a:lnTo>
                    <a:pt x="410672" y="193122"/>
                  </a:lnTo>
                  <a:lnTo>
                    <a:pt x="410073" y="193195"/>
                  </a:lnTo>
                  <a:lnTo>
                    <a:pt x="404804" y="193833"/>
                  </a:lnTo>
                  <a:lnTo>
                    <a:pt x="404424" y="199222"/>
                  </a:lnTo>
                  <a:lnTo>
                    <a:pt x="401685" y="202347"/>
                  </a:lnTo>
                  <a:lnTo>
                    <a:pt x="398574" y="209945"/>
                  </a:lnTo>
                  <a:lnTo>
                    <a:pt x="398634" y="214419"/>
                  </a:lnTo>
                  <a:lnTo>
                    <a:pt x="396662" y="218326"/>
                  </a:lnTo>
                  <a:lnTo>
                    <a:pt x="395674" y="220283"/>
                  </a:lnTo>
                  <a:lnTo>
                    <a:pt x="399825" y="225342"/>
                  </a:lnTo>
                  <a:lnTo>
                    <a:pt x="398413" y="230574"/>
                  </a:lnTo>
                  <a:lnTo>
                    <a:pt x="397815" y="238238"/>
                  </a:lnTo>
                  <a:lnTo>
                    <a:pt x="399114" y="243157"/>
                  </a:lnTo>
                  <a:lnTo>
                    <a:pt x="393194" y="247443"/>
                  </a:lnTo>
                  <a:lnTo>
                    <a:pt x="391936" y="253159"/>
                  </a:lnTo>
                  <a:lnTo>
                    <a:pt x="385076" y="250618"/>
                  </a:lnTo>
                  <a:lnTo>
                    <a:pt x="381890" y="253446"/>
                  </a:lnTo>
                  <a:lnTo>
                    <a:pt x="383682" y="259457"/>
                  </a:lnTo>
                  <a:lnTo>
                    <a:pt x="378066" y="261209"/>
                  </a:lnTo>
                  <a:lnTo>
                    <a:pt x="375965" y="266458"/>
                  </a:lnTo>
                  <a:lnTo>
                    <a:pt x="370895" y="268365"/>
                  </a:lnTo>
                  <a:lnTo>
                    <a:pt x="372469" y="272832"/>
                  </a:lnTo>
                  <a:lnTo>
                    <a:pt x="371614" y="275637"/>
                  </a:lnTo>
                  <a:lnTo>
                    <a:pt x="367583" y="277483"/>
                  </a:lnTo>
                  <a:lnTo>
                    <a:pt x="367325" y="280835"/>
                  </a:lnTo>
                  <a:lnTo>
                    <a:pt x="367292" y="281260"/>
                  </a:lnTo>
                  <a:lnTo>
                    <a:pt x="367229" y="282084"/>
                  </a:lnTo>
                  <a:lnTo>
                    <a:pt x="371705" y="283307"/>
                  </a:lnTo>
                  <a:lnTo>
                    <a:pt x="374493" y="285628"/>
                  </a:lnTo>
                  <a:lnTo>
                    <a:pt x="373286" y="290992"/>
                  </a:lnTo>
                  <a:lnTo>
                    <a:pt x="368583" y="292518"/>
                  </a:lnTo>
                  <a:lnTo>
                    <a:pt x="365217" y="294956"/>
                  </a:lnTo>
                  <a:lnTo>
                    <a:pt x="363076" y="297859"/>
                  </a:lnTo>
                  <a:lnTo>
                    <a:pt x="358840" y="297374"/>
                  </a:lnTo>
                  <a:lnTo>
                    <a:pt x="355241" y="300503"/>
                  </a:lnTo>
                  <a:lnTo>
                    <a:pt x="360475" y="301986"/>
                  </a:lnTo>
                  <a:lnTo>
                    <a:pt x="361781" y="305991"/>
                  </a:lnTo>
                  <a:lnTo>
                    <a:pt x="358774" y="309839"/>
                  </a:lnTo>
                  <a:lnTo>
                    <a:pt x="360159" y="315867"/>
                  </a:lnTo>
                  <a:lnTo>
                    <a:pt x="363005" y="317677"/>
                  </a:lnTo>
                  <a:lnTo>
                    <a:pt x="363310" y="322544"/>
                  </a:lnTo>
                  <a:lnTo>
                    <a:pt x="357542" y="321675"/>
                  </a:lnTo>
                  <a:lnTo>
                    <a:pt x="355071" y="322148"/>
                  </a:lnTo>
                  <a:lnTo>
                    <a:pt x="352316" y="325612"/>
                  </a:lnTo>
                  <a:lnTo>
                    <a:pt x="359181" y="328681"/>
                  </a:lnTo>
                  <a:lnTo>
                    <a:pt x="357304" y="335114"/>
                  </a:lnTo>
                  <a:lnTo>
                    <a:pt x="349980" y="336972"/>
                  </a:lnTo>
                  <a:lnTo>
                    <a:pt x="354962" y="341105"/>
                  </a:lnTo>
                  <a:lnTo>
                    <a:pt x="349755" y="345664"/>
                  </a:lnTo>
                  <a:lnTo>
                    <a:pt x="348399" y="349346"/>
                  </a:lnTo>
                  <a:lnTo>
                    <a:pt x="347682" y="351297"/>
                  </a:lnTo>
                  <a:lnTo>
                    <a:pt x="350596" y="355208"/>
                  </a:lnTo>
                  <a:lnTo>
                    <a:pt x="352613" y="358547"/>
                  </a:lnTo>
                  <a:lnTo>
                    <a:pt x="355310" y="362337"/>
                  </a:lnTo>
                  <a:lnTo>
                    <a:pt x="358938" y="365898"/>
                  </a:lnTo>
                  <a:lnTo>
                    <a:pt x="356667" y="371244"/>
                  </a:lnTo>
                  <a:lnTo>
                    <a:pt x="359006" y="378954"/>
                  </a:lnTo>
                  <a:lnTo>
                    <a:pt x="362878" y="379312"/>
                  </a:lnTo>
                  <a:lnTo>
                    <a:pt x="364995" y="383802"/>
                  </a:lnTo>
                  <a:lnTo>
                    <a:pt x="364040" y="389929"/>
                  </a:lnTo>
                  <a:lnTo>
                    <a:pt x="362637" y="395776"/>
                  </a:lnTo>
                  <a:lnTo>
                    <a:pt x="357894" y="395867"/>
                  </a:lnTo>
                  <a:lnTo>
                    <a:pt x="355592" y="400356"/>
                  </a:lnTo>
                  <a:lnTo>
                    <a:pt x="361903" y="404770"/>
                  </a:lnTo>
                  <a:lnTo>
                    <a:pt x="358565" y="410126"/>
                  </a:lnTo>
                  <a:lnTo>
                    <a:pt x="358015" y="411009"/>
                  </a:lnTo>
                  <a:lnTo>
                    <a:pt x="348473" y="411922"/>
                  </a:lnTo>
                  <a:lnTo>
                    <a:pt x="331868" y="413484"/>
                  </a:lnTo>
                  <a:lnTo>
                    <a:pt x="329499" y="413704"/>
                  </a:lnTo>
                  <a:lnTo>
                    <a:pt x="326708" y="413962"/>
                  </a:lnTo>
                  <a:lnTo>
                    <a:pt x="289305" y="417441"/>
                  </a:lnTo>
                  <a:lnTo>
                    <a:pt x="270508" y="419127"/>
                  </a:lnTo>
                  <a:lnTo>
                    <a:pt x="255593" y="420435"/>
                  </a:lnTo>
                  <a:lnTo>
                    <a:pt x="228557" y="422504"/>
                  </a:lnTo>
                  <a:lnTo>
                    <a:pt x="206875" y="424133"/>
                  </a:lnTo>
                  <a:lnTo>
                    <a:pt x="182948" y="425813"/>
                  </a:lnTo>
                  <a:lnTo>
                    <a:pt x="181236" y="425948"/>
                  </a:lnTo>
                  <a:lnTo>
                    <a:pt x="160986" y="427509"/>
                  </a:lnTo>
                  <a:lnTo>
                    <a:pt x="156983" y="427820"/>
                  </a:lnTo>
                  <a:lnTo>
                    <a:pt x="143540" y="428850"/>
                  </a:lnTo>
                  <a:lnTo>
                    <a:pt x="132526" y="429652"/>
                  </a:lnTo>
                  <a:lnTo>
                    <a:pt x="129571" y="429865"/>
                  </a:lnTo>
                  <a:lnTo>
                    <a:pt x="109925" y="431253"/>
                  </a:lnTo>
                  <a:lnTo>
                    <a:pt x="101783" y="431855"/>
                  </a:lnTo>
                  <a:lnTo>
                    <a:pt x="101058" y="431909"/>
                  </a:lnTo>
                  <a:lnTo>
                    <a:pt x="78879" y="433507"/>
                  </a:lnTo>
                  <a:lnTo>
                    <a:pt x="77898" y="417313"/>
                  </a:lnTo>
                  <a:lnTo>
                    <a:pt x="77085" y="404578"/>
                  </a:lnTo>
                  <a:lnTo>
                    <a:pt x="76649" y="397776"/>
                  </a:lnTo>
                  <a:lnTo>
                    <a:pt x="75903" y="385682"/>
                  </a:lnTo>
                  <a:lnTo>
                    <a:pt x="75032" y="372412"/>
                  </a:lnTo>
                  <a:lnTo>
                    <a:pt x="72061" y="370219"/>
                  </a:lnTo>
                  <a:lnTo>
                    <a:pt x="65235" y="370059"/>
                  </a:lnTo>
                  <a:lnTo>
                    <a:pt x="61239" y="368663"/>
                  </a:lnTo>
                  <a:lnTo>
                    <a:pt x="58475" y="371341"/>
                  </a:lnTo>
                  <a:lnTo>
                    <a:pt x="55995" y="370806"/>
                  </a:lnTo>
                  <a:lnTo>
                    <a:pt x="49820" y="372632"/>
                  </a:lnTo>
                  <a:lnTo>
                    <a:pt x="46455" y="372558"/>
                  </a:lnTo>
                  <a:lnTo>
                    <a:pt x="45008" y="373879"/>
                  </a:lnTo>
                  <a:lnTo>
                    <a:pt x="41676" y="373055"/>
                  </a:lnTo>
                  <a:lnTo>
                    <a:pt x="38605" y="371908"/>
                  </a:lnTo>
                  <a:lnTo>
                    <a:pt x="31754" y="365362"/>
                  </a:lnTo>
                  <a:lnTo>
                    <a:pt x="31135" y="347976"/>
                  </a:lnTo>
                  <a:lnTo>
                    <a:pt x="30560" y="330506"/>
                  </a:lnTo>
                  <a:lnTo>
                    <a:pt x="30259" y="321435"/>
                  </a:lnTo>
                  <a:lnTo>
                    <a:pt x="29569" y="301812"/>
                  </a:lnTo>
                  <a:lnTo>
                    <a:pt x="28878" y="282320"/>
                  </a:lnTo>
                  <a:lnTo>
                    <a:pt x="28283" y="265294"/>
                  </a:lnTo>
                  <a:lnTo>
                    <a:pt x="27767" y="250617"/>
                  </a:lnTo>
                  <a:lnTo>
                    <a:pt x="27423" y="239793"/>
                  </a:lnTo>
                  <a:lnTo>
                    <a:pt x="26827" y="221181"/>
                  </a:lnTo>
                  <a:lnTo>
                    <a:pt x="26677" y="216168"/>
                  </a:lnTo>
                  <a:lnTo>
                    <a:pt x="25585" y="180151"/>
                  </a:lnTo>
                  <a:lnTo>
                    <a:pt x="25482" y="176788"/>
                  </a:lnTo>
                  <a:lnTo>
                    <a:pt x="25194" y="165989"/>
                  </a:lnTo>
                  <a:lnTo>
                    <a:pt x="24830" y="163948"/>
                  </a:lnTo>
                  <a:lnTo>
                    <a:pt x="24725" y="163360"/>
                  </a:lnTo>
                  <a:lnTo>
                    <a:pt x="22603" y="151481"/>
                  </a:lnTo>
                  <a:lnTo>
                    <a:pt x="19422" y="135312"/>
                  </a:lnTo>
                  <a:lnTo>
                    <a:pt x="16720" y="121550"/>
                  </a:lnTo>
                  <a:lnTo>
                    <a:pt x="16517" y="120517"/>
                  </a:lnTo>
                  <a:lnTo>
                    <a:pt x="11495" y="95488"/>
                  </a:lnTo>
                  <a:lnTo>
                    <a:pt x="8860" y="82459"/>
                  </a:lnTo>
                  <a:lnTo>
                    <a:pt x="7482" y="75635"/>
                  </a:lnTo>
                  <a:lnTo>
                    <a:pt x="4308" y="59899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3792290" y="3277125"/>
              <a:ext cx="489056" cy="225711"/>
            </a:xfrm>
            <a:custGeom>
              <a:avLst/>
              <a:pathLst>
                <a:path w="489056" h="225711">
                  <a:moveTo>
                    <a:pt x="399" y="138458"/>
                  </a:moveTo>
                  <a:lnTo>
                    <a:pt x="1009" y="126441"/>
                  </a:lnTo>
                  <a:lnTo>
                    <a:pt x="1421" y="117993"/>
                  </a:lnTo>
                  <a:lnTo>
                    <a:pt x="2001" y="105443"/>
                  </a:lnTo>
                  <a:lnTo>
                    <a:pt x="2168" y="101817"/>
                  </a:lnTo>
                  <a:lnTo>
                    <a:pt x="2459" y="95640"/>
                  </a:lnTo>
                  <a:lnTo>
                    <a:pt x="3108" y="81866"/>
                  </a:lnTo>
                  <a:lnTo>
                    <a:pt x="3533" y="73331"/>
                  </a:lnTo>
                  <a:lnTo>
                    <a:pt x="3586" y="72261"/>
                  </a:lnTo>
                  <a:lnTo>
                    <a:pt x="4409" y="55109"/>
                  </a:lnTo>
                  <a:lnTo>
                    <a:pt x="5279" y="36754"/>
                  </a:lnTo>
                  <a:lnTo>
                    <a:pt x="5701" y="28547"/>
                  </a:lnTo>
                  <a:lnTo>
                    <a:pt x="5773" y="27141"/>
                  </a:lnTo>
                  <a:lnTo>
                    <a:pt x="7064" y="0"/>
                  </a:lnTo>
                  <a:lnTo>
                    <a:pt x="36485" y="1349"/>
                  </a:lnTo>
                  <a:lnTo>
                    <a:pt x="38041" y="1414"/>
                  </a:lnTo>
                  <a:lnTo>
                    <a:pt x="63577" y="2464"/>
                  </a:lnTo>
                  <a:lnTo>
                    <a:pt x="74777" y="2878"/>
                  </a:lnTo>
                  <a:lnTo>
                    <a:pt x="95377" y="3564"/>
                  </a:lnTo>
                  <a:lnTo>
                    <a:pt x="112902" y="4081"/>
                  </a:lnTo>
                  <a:lnTo>
                    <a:pt x="158824" y="5105"/>
                  </a:lnTo>
                  <a:lnTo>
                    <a:pt x="171057" y="5296"/>
                  </a:lnTo>
                  <a:lnTo>
                    <a:pt x="214172" y="5580"/>
                  </a:lnTo>
                  <a:lnTo>
                    <a:pt x="232901" y="5571"/>
                  </a:lnTo>
                  <a:lnTo>
                    <a:pt x="249887" y="5505"/>
                  </a:lnTo>
                  <a:lnTo>
                    <a:pt x="264918" y="5392"/>
                  </a:lnTo>
                  <a:lnTo>
                    <a:pt x="286768" y="5136"/>
                  </a:lnTo>
                  <a:lnTo>
                    <a:pt x="305550" y="4808"/>
                  </a:lnTo>
                  <a:lnTo>
                    <a:pt x="306652" y="7362"/>
                  </a:lnTo>
                  <a:lnTo>
                    <a:pt x="309088" y="9838"/>
                  </a:lnTo>
                  <a:lnTo>
                    <a:pt x="311689" y="10583"/>
                  </a:lnTo>
                  <a:lnTo>
                    <a:pt x="315949" y="12843"/>
                  </a:lnTo>
                  <a:lnTo>
                    <a:pt x="317483" y="13655"/>
                  </a:lnTo>
                  <a:lnTo>
                    <a:pt x="320094" y="14618"/>
                  </a:lnTo>
                  <a:lnTo>
                    <a:pt x="324400" y="15992"/>
                  </a:lnTo>
                  <a:lnTo>
                    <a:pt x="324646" y="16070"/>
                  </a:lnTo>
                  <a:lnTo>
                    <a:pt x="327035" y="18334"/>
                  </a:lnTo>
                  <a:lnTo>
                    <a:pt x="330867" y="21498"/>
                  </a:lnTo>
                  <a:lnTo>
                    <a:pt x="335437" y="20988"/>
                  </a:lnTo>
                  <a:lnTo>
                    <a:pt x="337818" y="18777"/>
                  </a:lnTo>
                  <a:lnTo>
                    <a:pt x="339233" y="14786"/>
                  </a:lnTo>
                  <a:lnTo>
                    <a:pt x="340229" y="13846"/>
                  </a:lnTo>
                  <a:lnTo>
                    <a:pt x="343292" y="14286"/>
                  </a:lnTo>
                  <a:lnTo>
                    <a:pt x="348723" y="15181"/>
                  </a:lnTo>
                  <a:lnTo>
                    <a:pt x="352240" y="14492"/>
                  </a:lnTo>
                  <a:lnTo>
                    <a:pt x="354179" y="14110"/>
                  </a:lnTo>
                  <a:lnTo>
                    <a:pt x="358671" y="14158"/>
                  </a:lnTo>
                  <a:lnTo>
                    <a:pt x="360351" y="14383"/>
                  </a:lnTo>
                  <a:lnTo>
                    <a:pt x="362123" y="14619"/>
                  </a:lnTo>
                  <a:lnTo>
                    <a:pt x="363969" y="13100"/>
                  </a:lnTo>
                  <a:lnTo>
                    <a:pt x="368078" y="13706"/>
                  </a:lnTo>
                  <a:lnTo>
                    <a:pt x="370161" y="12919"/>
                  </a:lnTo>
                  <a:lnTo>
                    <a:pt x="373648" y="13723"/>
                  </a:lnTo>
                  <a:lnTo>
                    <a:pt x="375017" y="16103"/>
                  </a:lnTo>
                  <a:lnTo>
                    <a:pt x="377722" y="18108"/>
                  </a:lnTo>
                  <a:lnTo>
                    <a:pt x="379590" y="19490"/>
                  </a:lnTo>
                  <a:lnTo>
                    <a:pt x="385356" y="19983"/>
                  </a:lnTo>
                  <a:lnTo>
                    <a:pt x="385869" y="20398"/>
                  </a:lnTo>
                  <a:lnTo>
                    <a:pt x="388648" y="22649"/>
                  </a:lnTo>
                  <a:lnTo>
                    <a:pt x="391800" y="21849"/>
                  </a:lnTo>
                  <a:lnTo>
                    <a:pt x="397256" y="24076"/>
                  </a:lnTo>
                  <a:lnTo>
                    <a:pt x="397570" y="24203"/>
                  </a:lnTo>
                  <a:lnTo>
                    <a:pt x="398938" y="26781"/>
                  </a:lnTo>
                  <a:lnTo>
                    <a:pt x="403299" y="26891"/>
                  </a:lnTo>
                  <a:lnTo>
                    <a:pt x="402829" y="30984"/>
                  </a:lnTo>
                  <a:lnTo>
                    <a:pt x="405671" y="33614"/>
                  </a:lnTo>
                  <a:lnTo>
                    <a:pt x="407453" y="36434"/>
                  </a:lnTo>
                  <a:lnTo>
                    <a:pt x="408406" y="37940"/>
                  </a:lnTo>
                  <a:lnTo>
                    <a:pt x="413068" y="37440"/>
                  </a:lnTo>
                  <a:lnTo>
                    <a:pt x="414442" y="39403"/>
                  </a:lnTo>
                  <a:lnTo>
                    <a:pt x="417439" y="38694"/>
                  </a:lnTo>
                  <a:lnTo>
                    <a:pt x="421007" y="40666"/>
                  </a:lnTo>
                  <a:lnTo>
                    <a:pt x="419515" y="44469"/>
                  </a:lnTo>
                  <a:lnTo>
                    <a:pt x="419952" y="49856"/>
                  </a:lnTo>
                  <a:lnTo>
                    <a:pt x="423174" y="53871"/>
                  </a:lnTo>
                  <a:lnTo>
                    <a:pt x="424093" y="55014"/>
                  </a:lnTo>
                  <a:lnTo>
                    <a:pt x="424222" y="58384"/>
                  </a:lnTo>
                  <a:lnTo>
                    <a:pt x="424187" y="58685"/>
                  </a:lnTo>
                  <a:lnTo>
                    <a:pt x="423767" y="62238"/>
                  </a:lnTo>
                  <a:lnTo>
                    <a:pt x="428231" y="65952"/>
                  </a:lnTo>
                  <a:lnTo>
                    <a:pt x="428230" y="70833"/>
                  </a:lnTo>
                  <a:lnTo>
                    <a:pt x="430997" y="72515"/>
                  </a:lnTo>
                  <a:lnTo>
                    <a:pt x="436127" y="75809"/>
                  </a:lnTo>
                  <a:lnTo>
                    <a:pt x="434893" y="80618"/>
                  </a:lnTo>
                  <a:lnTo>
                    <a:pt x="436804" y="83762"/>
                  </a:lnTo>
                  <a:lnTo>
                    <a:pt x="437925" y="85604"/>
                  </a:lnTo>
                  <a:lnTo>
                    <a:pt x="440460" y="88966"/>
                  </a:lnTo>
                  <a:lnTo>
                    <a:pt x="439438" y="94225"/>
                  </a:lnTo>
                  <a:lnTo>
                    <a:pt x="438477" y="97631"/>
                  </a:lnTo>
                  <a:lnTo>
                    <a:pt x="438310" y="98225"/>
                  </a:lnTo>
                  <a:lnTo>
                    <a:pt x="438132" y="102283"/>
                  </a:lnTo>
                  <a:lnTo>
                    <a:pt x="439752" y="106062"/>
                  </a:lnTo>
                  <a:lnTo>
                    <a:pt x="440486" y="108446"/>
                  </a:lnTo>
                  <a:lnTo>
                    <a:pt x="444576" y="107086"/>
                  </a:lnTo>
                  <a:lnTo>
                    <a:pt x="445313" y="109781"/>
                  </a:lnTo>
                  <a:lnTo>
                    <a:pt x="446050" y="112476"/>
                  </a:lnTo>
                  <a:lnTo>
                    <a:pt x="449424" y="113340"/>
                  </a:lnTo>
                  <a:lnTo>
                    <a:pt x="449391" y="118181"/>
                  </a:lnTo>
                  <a:lnTo>
                    <a:pt x="449380" y="119645"/>
                  </a:lnTo>
                  <a:lnTo>
                    <a:pt x="449720" y="123153"/>
                  </a:lnTo>
                  <a:lnTo>
                    <a:pt x="451835" y="126276"/>
                  </a:lnTo>
                  <a:lnTo>
                    <a:pt x="450805" y="129293"/>
                  </a:lnTo>
                  <a:lnTo>
                    <a:pt x="451051" y="132708"/>
                  </a:lnTo>
                  <a:lnTo>
                    <a:pt x="451088" y="133223"/>
                  </a:lnTo>
                  <a:lnTo>
                    <a:pt x="454001" y="132878"/>
                  </a:lnTo>
                  <a:lnTo>
                    <a:pt x="453814" y="134859"/>
                  </a:lnTo>
                  <a:lnTo>
                    <a:pt x="453566" y="137491"/>
                  </a:lnTo>
                  <a:lnTo>
                    <a:pt x="453980" y="140500"/>
                  </a:lnTo>
                  <a:lnTo>
                    <a:pt x="454037" y="142753"/>
                  </a:lnTo>
                  <a:lnTo>
                    <a:pt x="454102" y="145357"/>
                  </a:lnTo>
                  <a:lnTo>
                    <a:pt x="456344" y="148557"/>
                  </a:lnTo>
                  <a:lnTo>
                    <a:pt x="455991" y="152081"/>
                  </a:lnTo>
                  <a:lnTo>
                    <a:pt x="457143" y="153992"/>
                  </a:lnTo>
                  <a:lnTo>
                    <a:pt x="457629" y="154796"/>
                  </a:lnTo>
                  <a:lnTo>
                    <a:pt x="456076" y="157897"/>
                  </a:lnTo>
                  <a:lnTo>
                    <a:pt x="456697" y="162470"/>
                  </a:lnTo>
                  <a:lnTo>
                    <a:pt x="453829" y="166051"/>
                  </a:lnTo>
                  <a:lnTo>
                    <a:pt x="456394" y="169871"/>
                  </a:lnTo>
                  <a:lnTo>
                    <a:pt x="460070" y="171842"/>
                  </a:lnTo>
                  <a:lnTo>
                    <a:pt x="462105" y="175410"/>
                  </a:lnTo>
                  <a:lnTo>
                    <a:pt x="461222" y="176790"/>
                  </a:lnTo>
                  <a:lnTo>
                    <a:pt x="461913" y="181111"/>
                  </a:lnTo>
                  <a:lnTo>
                    <a:pt x="464298" y="180898"/>
                  </a:lnTo>
                  <a:lnTo>
                    <a:pt x="464423" y="181146"/>
                  </a:lnTo>
                  <a:lnTo>
                    <a:pt x="465513" y="183307"/>
                  </a:lnTo>
                  <a:lnTo>
                    <a:pt x="466203" y="185495"/>
                  </a:lnTo>
                  <a:lnTo>
                    <a:pt x="468405" y="190325"/>
                  </a:lnTo>
                  <a:lnTo>
                    <a:pt x="468984" y="192483"/>
                  </a:lnTo>
                  <a:lnTo>
                    <a:pt x="468436" y="195735"/>
                  </a:lnTo>
                  <a:lnTo>
                    <a:pt x="471567" y="196509"/>
                  </a:lnTo>
                  <a:lnTo>
                    <a:pt x="474177" y="197741"/>
                  </a:lnTo>
                  <a:lnTo>
                    <a:pt x="474588" y="199806"/>
                  </a:lnTo>
                  <a:lnTo>
                    <a:pt x="474642" y="200077"/>
                  </a:lnTo>
                  <a:lnTo>
                    <a:pt x="478911" y="201536"/>
                  </a:lnTo>
                  <a:lnTo>
                    <a:pt x="478619" y="205050"/>
                  </a:lnTo>
                  <a:lnTo>
                    <a:pt x="481543" y="208384"/>
                  </a:lnTo>
                  <a:lnTo>
                    <a:pt x="483801" y="210669"/>
                  </a:lnTo>
                  <a:lnTo>
                    <a:pt x="482798" y="213553"/>
                  </a:lnTo>
                  <a:lnTo>
                    <a:pt x="484751" y="216586"/>
                  </a:lnTo>
                  <a:lnTo>
                    <a:pt x="486664" y="216318"/>
                  </a:lnTo>
                  <a:lnTo>
                    <a:pt x="489056" y="218339"/>
                  </a:lnTo>
                  <a:lnTo>
                    <a:pt x="487278" y="218437"/>
                  </a:lnTo>
                  <a:lnTo>
                    <a:pt x="462262" y="219747"/>
                  </a:lnTo>
                  <a:lnTo>
                    <a:pt x="462064" y="219757"/>
                  </a:lnTo>
                  <a:lnTo>
                    <a:pt x="449539" y="220361"/>
                  </a:lnTo>
                  <a:lnTo>
                    <a:pt x="448785" y="220396"/>
                  </a:lnTo>
                  <a:lnTo>
                    <a:pt x="441454" y="220759"/>
                  </a:lnTo>
                  <a:lnTo>
                    <a:pt x="436679" y="220964"/>
                  </a:lnTo>
                  <a:lnTo>
                    <a:pt x="424042" y="221502"/>
                  </a:lnTo>
                  <a:lnTo>
                    <a:pt x="423691" y="221516"/>
                  </a:lnTo>
                  <a:lnTo>
                    <a:pt x="404785" y="222254"/>
                  </a:lnTo>
                  <a:lnTo>
                    <a:pt x="400954" y="222395"/>
                  </a:lnTo>
                  <a:lnTo>
                    <a:pt x="398555" y="222484"/>
                  </a:lnTo>
                  <a:lnTo>
                    <a:pt x="393333" y="222675"/>
                  </a:lnTo>
                  <a:lnTo>
                    <a:pt x="373057" y="223329"/>
                  </a:lnTo>
                  <a:lnTo>
                    <a:pt x="370431" y="223407"/>
                  </a:lnTo>
                  <a:lnTo>
                    <a:pt x="350080" y="223986"/>
                  </a:lnTo>
                  <a:lnTo>
                    <a:pt x="347582" y="224050"/>
                  </a:lnTo>
                  <a:lnTo>
                    <a:pt x="341368" y="224206"/>
                  </a:lnTo>
                  <a:lnTo>
                    <a:pt x="333244" y="224397"/>
                  </a:lnTo>
                  <a:lnTo>
                    <a:pt x="322091" y="224640"/>
                  </a:lnTo>
                  <a:lnTo>
                    <a:pt x="309109" y="224890"/>
                  </a:lnTo>
                  <a:lnTo>
                    <a:pt x="302951" y="224995"/>
                  </a:lnTo>
                  <a:lnTo>
                    <a:pt x="296606" y="225102"/>
                  </a:lnTo>
                  <a:lnTo>
                    <a:pt x="277412" y="225372"/>
                  </a:lnTo>
                  <a:lnTo>
                    <a:pt x="276365" y="225384"/>
                  </a:lnTo>
                  <a:lnTo>
                    <a:pt x="271095" y="225441"/>
                  </a:lnTo>
                  <a:lnTo>
                    <a:pt x="252913" y="225592"/>
                  </a:lnTo>
                  <a:lnTo>
                    <a:pt x="245952" y="225647"/>
                  </a:lnTo>
                  <a:lnTo>
                    <a:pt x="245787" y="225648"/>
                  </a:lnTo>
                  <a:lnTo>
                    <a:pt x="235354" y="225711"/>
                  </a:lnTo>
                  <a:lnTo>
                    <a:pt x="214819" y="225700"/>
                  </a:lnTo>
                  <a:lnTo>
                    <a:pt x="213930" y="225697"/>
                  </a:lnTo>
                  <a:lnTo>
                    <a:pt x="197958" y="225619"/>
                  </a:lnTo>
                  <a:lnTo>
                    <a:pt x="183206" y="225473"/>
                  </a:lnTo>
                  <a:lnTo>
                    <a:pt x="182078" y="225460"/>
                  </a:lnTo>
                  <a:lnTo>
                    <a:pt x="165090" y="225273"/>
                  </a:lnTo>
                  <a:lnTo>
                    <a:pt x="151925" y="225068"/>
                  </a:lnTo>
                  <a:lnTo>
                    <a:pt x="150232" y="225041"/>
                  </a:lnTo>
                  <a:lnTo>
                    <a:pt x="145331" y="224958"/>
                  </a:lnTo>
                  <a:lnTo>
                    <a:pt x="137936" y="224825"/>
                  </a:lnTo>
                  <a:lnTo>
                    <a:pt x="121606" y="224468"/>
                  </a:lnTo>
                  <a:lnTo>
                    <a:pt x="109236" y="224167"/>
                  </a:lnTo>
                  <a:lnTo>
                    <a:pt x="109845" y="199551"/>
                  </a:lnTo>
                  <a:lnTo>
                    <a:pt x="109864" y="198755"/>
                  </a:lnTo>
                  <a:lnTo>
                    <a:pt x="110022" y="192090"/>
                  </a:lnTo>
                  <a:lnTo>
                    <a:pt x="110474" y="173179"/>
                  </a:lnTo>
                  <a:lnTo>
                    <a:pt x="110565" y="169358"/>
                  </a:lnTo>
                  <a:lnTo>
                    <a:pt x="110987" y="150794"/>
                  </a:lnTo>
                  <a:lnTo>
                    <a:pt x="82969" y="150023"/>
                  </a:lnTo>
                  <a:lnTo>
                    <a:pt x="79406" y="149910"/>
                  </a:lnTo>
                  <a:lnTo>
                    <a:pt x="77607" y="149853"/>
                  </a:lnTo>
                  <a:lnTo>
                    <a:pt x="54145" y="149035"/>
                  </a:lnTo>
                  <a:lnTo>
                    <a:pt x="37180" y="148394"/>
                  </a:lnTo>
                  <a:lnTo>
                    <a:pt x="26534" y="147960"/>
                  </a:lnTo>
                  <a:lnTo>
                    <a:pt x="0" y="146754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6454927" y="2537521"/>
              <a:ext cx="95816" cy="203542"/>
            </a:xfrm>
            <a:custGeom>
              <a:avLst/>
              <a:pathLst>
                <a:path w="95816" h="203542">
                  <a:moveTo>
                    <a:pt x="9524" y="195566"/>
                  </a:moveTo>
                  <a:lnTo>
                    <a:pt x="9991" y="192922"/>
                  </a:lnTo>
                  <a:lnTo>
                    <a:pt x="8603" y="188965"/>
                  </a:lnTo>
                  <a:lnTo>
                    <a:pt x="10256" y="187379"/>
                  </a:lnTo>
                  <a:lnTo>
                    <a:pt x="11731" y="183974"/>
                  </a:lnTo>
                  <a:lnTo>
                    <a:pt x="9931" y="181510"/>
                  </a:lnTo>
                  <a:lnTo>
                    <a:pt x="10253" y="178078"/>
                  </a:lnTo>
                  <a:lnTo>
                    <a:pt x="7838" y="173718"/>
                  </a:lnTo>
                  <a:lnTo>
                    <a:pt x="7723" y="173155"/>
                  </a:lnTo>
                  <a:lnTo>
                    <a:pt x="6915" y="169220"/>
                  </a:lnTo>
                  <a:lnTo>
                    <a:pt x="6835" y="167871"/>
                  </a:lnTo>
                  <a:lnTo>
                    <a:pt x="6695" y="165530"/>
                  </a:lnTo>
                  <a:lnTo>
                    <a:pt x="6266" y="161230"/>
                  </a:lnTo>
                  <a:lnTo>
                    <a:pt x="4718" y="158474"/>
                  </a:lnTo>
                  <a:lnTo>
                    <a:pt x="3182" y="148815"/>
                  </a:lnTo>
                  <a:lnTo>
                    <a:pt x="1312" y="143178"/>
                  </a:lnTo>
                  <a:lnTo>
                    <a:pt x="2791" y="140175"/>
                  </a:lnTo>
                  <a:lnTo>
                    <a:pt x="2922" y="139908"/>
                  </a:lnTo>
                  <a:lnTo>
                    <a:pt x="2396" y="131332"/>
                  </a:lnTo>
                  <a:lnTo>
                    <a:pt x="4492" y="127477"/>
                  </a:lnTo>
                  <a:lnTo>
                    <a:pt x="4687" y="126371"/>
                  </a:lnTo>
                  <a:lnTo>
                    <a:pt x="5201" y="123431"/>
                  </a:lnTo>
                  <a:lnTo>
                    <a:pt x="4272" y="118656"/>
                  </a:lnTo>
                  <a:lnTo>
                    <a:pt x="5518" y="112246"/>
                  </a:lnTo>
                  <a:lnTo>
                    <a:pt x="3953" y="109481"/>
                  </a:lnTo>
                  <a:lnTo>
                    <a:pt x="4905" y="105786"/>
                  </a:lnTo>
                  <a:lnTo>
                    <a:pt x="5092" y="100344"/>
                  </a:lnTo>
                  <a:lnTo>
                    <a:pt x="2878" y="96701"/>
                  </a:lnTo>
                  <a:lnTo>
                    <a:pt x="1904" y="95096"/>
                  </a:lnTo>
                  <a:lnTo>
                    <a:pt x="736" y="90663"/>
                  </a:lnTo>
                  <a:lnTo>
                    <a:pt x="0" y="87399"/>
                  </a:lnTo>
                  <a:lnTo>
                    <a:pt x="1307" y="84337"/>
                  </a:lnTo>
                  <a:lnTo>
                    <a:pt x="3737" y="82429"/>
                  </a:lnTo>
                  <a:lnTo>
                    <a:pt x="7076" y="81223"/>
                  </a:lnTo>
                  <a:lnTo>
                    <a:pt x="8646" y="79826"/>
                  </a:lnTo>
                  <a:lnTo>
                    <a:pt x="9430" y="79127"/>
                  </a:lnTo>
                  <a:lnTo>
                    <a:pt x="10197" y="75160"/>
                  </a:lnTo>
                  <a:lnTo>
                    <a:pt x="10843" y="74623"/>
                  </a:lnTo>
                  <a:lnTo>
                    <a:pt x="13868" y="72107"/>
                  </a:lnTo>
                  <a:lnTo>
                    <a:pt x="14804" y="68010"/>
                  </a:lnTo>
                  <a:lnTo>
                    <a:pt x="17166" y="64536"/>
                  </a:lnTo>
                  <a:lnTo>
                    <a:pt x="15624" y="61489"/>
                  </a:lnTo>
                  <a:lnTo>
                    <a:pt x="16897" y="58538"/>
                  </a:lnTo>
                  <a:lnTo>
                    <a:pt x="15359" y="55312"/>
                  </a:lnTo>
                  <a:lnTo>
                    <a:pt x="12845" y="53286"/>
                  </a:lnTo>
                  <a:lnTo>
                    <a:pt x="8773" y="48370"/>
                  </a:lnTo>
                  <a:lnTo>
                    <a:pt x="10004" y="43340"/>
                  </a:lnTo>
                  <a:lnTo>
                    <a:pt x="10383" y="37250"/>
                  </a:lnTo>
                  <a:lnTo>
                    <a:pt x="10928" y="34601"/>
                  </a:lnTo>
                  <a:lnTo>
                    <a:pt x="7543" y="30823"/>
                  </a:lnTo>
                  <a:lnTo>
                    <a:pt x="8045" y="27691"/>
                  </a:lnTo>
                  <a:lnTo>
                    <a:pt x="6750" y="23750"/>
                  </a:lnTo>
                  <a:lnTo>
                    <a:pt x="8104" y="20136"/>
                  </a:lnTo>
                  <a:lnTo>
                    <a:pt x="7942" y="15352"/>
                  </a:lnTo>
                  <a:lnTo>
                    <a:pt x="7873" y="13199"/>
                  </a:lnTo>
                  <a:lnTo>
                    <a:pt x="5283" y="10960"/>
                  </a:lnTo>
                  <a:lnTo>
                    <a:pt x="8168" y="7435"/>
                  </a:lnTo>
                  <a:lnTo>
                    <a:pt x="10971" y="3834"/>
                  </a:lnTo>
                  <a:lnTo>
                    <a:pt x="13680" y="5470"/>
                  </a:lnTo>
                  <a:lnTo>
                    <a:pt x="17287" y="6228"/>
                  </a:lnTo>
                  <a:lnTo>
                    <a:pt x="19269" y="5319"/>
                  </a:lnTo>
                  <a:lnTo>
                    <a:pt x="19676" y="2063"/>
                  </a:lnTo>
                  <a:lnTo>
                    <a:pt x="20273" y="0"/>
                  </a:lnTo>
                  <a:lnTo>
                    <a:pt x="29349" y="20632"/>
                  </a:lnTo>
                  <a:lnTo>
                    <a:pt x="37105" y="38466"/>
                  </a:lnTo>
                  <a:lnTo>
                    <a:pt x="43801" y="54565"/>
                  </a:lnTo>
                  <a:lnTo>
                    <a:pt x="49416" y="68060"/>
                  </a:lnTo>
                  <a:lnTo>
                    <a:pt x="49896" y="69215"/>
                  </a:lnTo>
                  <a:lnTo>
                    <a:pt x="50633" y="70989"/>
                  </a:lnTo>
                  <a:lnTo>
                    <a:pt x="55207" y="82331"/>
                  </a:lnTo>
                  <a:lnTo>
                    <a:pt x="62196" y="99676"/>
                  </a:lnTo>
                  <a:lnTo>
                    <a:pt x="63497" y="102829"/>
                  </a:lnTo>
                  <a:lnTo>
                    <a:pt x="66084" y="109100"/>
                  </a:lnTo>
                  <a:lnTo>
                    <a:pt x="69836" y="117978"/>
                  </a:lnTo>
                  <a:lnTo>
                    <a:pt x="71027" y="119892"/>
                  </a:lnTo>
                  <a:lnTo>
                    <a:pt x="72234" y="121830"/>
                  </a:lnTo>
                  <a:lnTo>
                    <a:pt x="73607" y="127658"/>
                  </a:lnTo>
                  <a:lnTo>
                    <a:pt x="74160" y="131630"/>
                  </a:lnTo>
                  <a:lnTo>
                    <a:pt x="78392" y="134063"/>
                  </a:lnTo>
                  <a:lnTo>
                    <a:pt x="82270" y="136887"/>
                  </a:lnTo>
                  <a:lnTo>
                    <a:pt x="86502" y="139437"/>
                  </a:lnTo>
                  <a:lnTo>
                    <a:pt x="86883" y="142257"/>
                  </a:lnTo>
                  <a:lnTo>
                    <a:pt x="88001" y="145822"/>
                  </a:lnTo>
                  <a:lnTo>
                    <a:pt x="88566" y="146067"/>
                  </a:lnTo>
                  <a:lnTo>
                    <a:pt x="92740" y="147875"/>
                  </a:lnTo>
                  <a:lnTo>
                    <a:pt x="95816" y="148282"/>
                  </a:lnTo>
                  <a:lnTo>
                    <a:pt x="95476" y="152175"/>
                  </a:lnTo>
                  <a:lnTo>
                    <a:pt x="94954" y="155286"/>
                  </a:lnTo>
                  <a:lnTo>
                    <a:pt x="94608" y="159450"/>
                  </a:lnTo>
                  <a:lnTo>
                    <a:pt x="94668" y="160052"/>
                  </a:lnTo>
                  <a:lnTo>
                    <a:pt x="94842" y="161784"/>
                  </a:lnTo>
                  <a:lnTo>
                    <a:pt x="95004" y="163402"/>
                  </a:lnTo>
                  <a:lnTo>
                    <a:pt x="92730" y="164435"/>
                  </a:lnTo>
                  <a:lnTo>
                    <a:pt x="89133" y="164680"/>
                  </a:lnTo>
                  <a:lnTo>
                    <a:pt x="87774" y="166430"/>
                  </a:lnTo>
                  <a:lnTo>
                    <a:pt x="84848" y="168325"/>
                  </a:lnTo>
                  <a:lnTo>
                    <a:pt x="84688" y="170595"/>
                  </a:lnTo>
                  <a:lnTo>
                    <a:pt x="84546" y="172601"/>
                  </a:lnTo>
                  <a:lnTo>
                    <a:pt x="81843" y="173185"/>
                  </a:lnTo>
                  <a:lnTo>
                    <a:pt x="80116" y="173557"/>
                  </a:lnTo>
                  <a:lnTo>
                    <a:pt x="78943" y="175954"/>
                  </a:lnTo>
                  <a:lnTo>
                    <a:pt x="80474" y="179556"/>
                  </a:lnTo>
                  <a:lnTo>
                    <a:pt x="77370" y="180810"/>
                  </a:lnTo>
                  <a:lnTo>
                    <a:pt x="76871" y="181011"/>
                  </a:lnTo>
                  <a:lnTo>
                    <a:pt x="75944" y="184461"/>
                  </a:lnTo>
                  <a:lnTo>
                    <a:pt x="73073" y="185448"/>
                  </a:lnTo>
                  <a:lnTo>
                    <a:pt x="58880" y="190217"/>
                  </a:lnTo>
                  <a:lnTo>
                    <a:pt x="53409" y="192055"/>
                  </a:lnTo>
                  <a:lnTo>
                    <a:pt x="45749" y="194549"/>
                  </a:lnTo>
                  <a:lnTo>
                    <a:pt x="44232" y="195041"/>
                  </a:lnTo>
                  <a:lnTo>
                    <a:pt x="35107" y="197986"/>
                  </a:lnTo>
                  <a:lnTo>
                    <a:pt x="34432" y="198203"/>
                  </a:lnTo>
                  <a:lnTo>
                    <a:pt x="26478" y="200746"/>
                  </a:lnTo>
                  <a:lnTo>
                    <a:pt x="17666" y="203542"/>
                  </a:lnTo>
                  <a:lnTo>
                    <a:pt x="15902" y="201487"/>
                  </a:lnTo>
                  <a:lnTo>
                    <a:pt x="11797" y="199552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6332141" y="3130248"/>
              <a:ext cx="52909" cy="116048"/>
            </a:xfrm>
            <a:custGeom>
              <a:avLst/>
              <a:pathLst>
                <a:path w="52909" h="116048">
                  <a:moveTo>
                    <a:pt x="3646" y="90068"/>
                  </a:moveTo>
                  <a:lnTo>
                    <a:pt x="4266" y="88990"/>
                  </a:lnTo>
                  <a:lnTo>
                    <a:pt x="4635" y="86896"/>
                  </a:lnTo>
                  <a:lnTo>
                    <a:pt x="5372" y="85196"/>
                  </a:lnTo>
                  <a:lnTo>
                    <a:pt x="5325" y="82625"/>
                  </a:lnTo>
                  <a:lnTo>
                    <a:pt x="6392" y="80454"/>
                  </a:lnTo>
                  <a:lnTo>
                    <a:pt x="6514" y="80275"/>
                  </a:lnTo>
                  <a:lnTo>
                    <a:pt x="8359" y="77590"/>
                  </a:lnTo>
                  <a:lnTo>
                    <a:pt x="10015" y="76934"/>
                  </a:lnTo>
                  <a:lnTo>
                    <a:pt x="11194" y="76250"/>
                  </a:lnTo>
                  <a:lnTo>
                    <a:pt x="12377" y="75563"/>
                  </a:lnTo>
                  <a:lnTo>
                    <a:pt x="12641" y="75210"/>
                  </a:lnTo>
                  <a:lnTo>
                    <a:pt x="13420" y="74169"/>
                  </a:lnTo>
                  <a:lnTo>
                    <a:pt x="14730" y="73140"/>
                  </a:lnTo>
                  <a:lnTo>
                    <a:pt x="14958" y="72960"/>
                  </a:lnTo>
                  <a:lnTo>
                    <a:pt x="14672" y="72096"/>
                  </a:lnTo>
                  <a:lnTo>
                    <a:pt x="14238" y="70786"/>
                  </a:lnTo>
                  <a:lnTo>
                    <a:pt x="14180" y="70610"/>
                  </a:lnTo>
                  <a:lnTo>
                    <a:pt x="14505" y="69574"/>
                  </a:lnTo>
                  <a:lnTo>
                    <a:pt x="16232" y="67645"/>
                  </a:lnTo>
                  <a:lnTo>
                    <a:pt x="18022" y="64790"/>
                  </a:lnTo>
                  <a:lnTo>
                    <a:pt x="18480" y="64184"/>
                  </a:lnTo>
                  <a:lnTo>
                    <a:pt x="19601" y="62699"/>
                  </a:lnTo>
                  <a:lnTo>
                    <a:pt x="21789" y="61296"/>
                  </a:lnTo>
                  <a:lnTo>
                    <a:pt x="22527" y="58929"/>
                  </a:lnTo>
                  <a:lnTo>
                    <a:pt x="24414" y="58056"/>
                  </a:lnTo>
                  <a:lnTo>
                    <a:pt x="25733" y="56371"/>
                  </a:lnTo>
                  <a:lnTo>
                    <a:pt x="24365" y="55222"/>
                  </a:lnTo>
                  <a:lnTo>
                    <a:pt x="23749" y="54705"/>
                  </a:lnTo>
                  <a:lnTo>
                    <a:pt x="20958" y="53424"/>
                  </a:lnTo>
                  <a:lnTo>
                    <a:pt x="19327" y="52113"/>
                  </a:lnTo>
                  <a:lnTo>
                    <a:pt x="17173" y="50851"/>
                  </a:lnTo>
                  <a:lnTo>
                    <a:pt x="15977" y="49996"/>
                  </a:lnTo>
                  <a:lnTo>
                    <a:pt x="15114" y="49379"/>
                  </a:lnTo>
                  <a:lnTo>
                    <a:pt x="13706" y="47660"/>
                  </a:lnTo>
                  <a:lnTo>
                    <a:pt x="11745" y="48097"/>
                  </a:lnTo>
                  <a:lnTo>
                    <a:pt x="10485" y="47853"/>
                  </a:lnTo>
                  <a:lnTo>
                    <a:pt x="9443" y="46189"/>
                  </a:lnTo>
                  <a:lnTo>
                    <a:pt x="9368" y="44874"/>
                  </a:lnTo>
                  <a:lnTo>
                    <a:pt x="7878" y="41932"/>
                  </a:lnTo>
                  <a:lnTo>
                    <a:pt x="5485" y="41291"/>
                  </a:lnTo>
                  <a:lnTo>
                    <a:pt x="3845" y="42133"/>
                  </a:lnTo>
                  <a:lnTo>
                    <a:pt x="3474" y="41066"/>
                  </a:lnTo>
                  <a:lnTo>
                    <a:pt x="3211" y="40310"/>
                  </a:lnTo>
                  <a:lnTo>
                    <a:pt x="2748" y="38981"/>
                  </a:lnTo>
                  <a:lnTo>
                    <a:pt x="1618" y="35364"/>
                  </a:lnTo>
                  <a:lnTo>
                    <a:pt x="1470" y="32943"/>
                  </a:lnTo>
                  <a:lnTo>
                    <a:pt x="3474" y="30937"/>
                  </a:lnTo>
                  <a:lnTo>
                    <a:pt x="3270" y="28036"/>
                  </a:lnTo>
                  <a:lnTo>
                    <a:pt x="3639" y="26055"/>
                  </a:lnTo>
                  <a:lnTo>
                    <a:pt x="1959" y="24496"/>
                  </a:lnTo>
                  <a:lnTo>
                    <a:pt x="544" y="22973"/>
                  </a:lnTo>
                  <a:lnTo>
                    <a:pt x="0" y="22387"/>
                  </a:lnTo>
                  <a:lnTo>
                    <a:pt x="1611" y="19912"/>
                  </a:lnTo>
                  <a:lnTo>
                    <a:pt x="2910" y="17322"/>
                  </a:lnTo>
                  <a:lnTo>
                    <a:pt x="3248" y="15588"/>
                  </a:lnTo>
                  <a:lnTo>
                    <a:pt x="3386" y="14881"/>
                  </a:lnTo>
                  <a:lnTo>
                    <a:pt x="3433" y="14641"/>
                  </a:lnTo>
                  <a:lnTo>
                    <a:pt x="5351" y="11714"/>
                  </a:lnTo>
                  <a:lnTo>
                    <a:pt x="5541" y="9128"/>
                  </a:lnTo>
                  <a:lnTo>
                    <a:pt x="5628" y="7938"/>
                  </a:lnTo>
                  <a:lnTo>
                    <a:pt x="6426" y="4184"/>
                  </a:lnTo>
                  <a:lnTo>
                    <a:pt x="7688" y="1517"/>
                  </a:lnTo>
                  <a:lnTo>
                    <a:pt x="9673" y="0"/>
                  </a:lnTo>
                  <a:lnTo>
                    <a:pt x="19317" y="2448"/>
                  </a:lnTo>
                  <a:lnTo>
                    <a:pt x="23034" y="3484"/>
                  </a:lnTo>
                  <a:lnTo>
                    <a:pt x="25706" y="4225"/>
                  </a:lnTo>
                  <a:lnTo>
                    <a:pt x="28437" y="4848"/>
                  </a:lnTo>
                  <a:lnTo>
                    <a:pt x="29359" y="5051"/>
                  </a:lnTo>
                  <a:lnTo>
                    <a:pt x="36246" y="6556"/>
                  </a:lnTo>
                  <a:lnTo>
                    <a:pt x="42164" y="7756"/>
                  </a:lnTo>
                  <a:lnTo>
                    <a:pt x="42377" y="10032"/>
                  </a:lnTo>
                  <a:lnTo>
                    <a:pt x="42406" y="11714"/>
                  </a:lnTo>
                  <a:lnTo>
                    <a:pt x="42437" y="13548"/>
                  </a:lnTo>
                  <a:lnTo>
                    <a:pt x="42443" y="13954"/>
                  </a:lnTo>
                  <a:lnTo>
                    <a:pt x="42388" y="14614"/>
                  </a:lnTo>
                  <a:lnTo>
                    <a:pt x="42322" y="15394"/>
                  </a:lnTo>
                  <a:lnTo>
                    <a:pt x="42224" y="16553"/>
                  </a:lnTo>
                  <a:lnTo>
                    <a:pt x="42202" y="16808"/>
                  </a:lnTo>
                  <a:lnTo>
                    <a:pt x="42159" y="17047"/>
                  </a:lnTo>
                  <a:lnTo>
                    <a:pt x="41973" y="18072"/>
                  </a:lnTo>
                  <a:lnTo>
                    <a:pt x="41567" y="20310"/>
                  </a:lnTo>
                  <a:lnTo>
                    <a:pt x="41534" y="20900"/>
                  </a:lnTo>
                  <a:lnTo>
                    <a:pt x="41477" y="21928"/>
                  </a:lnTo>
                  <a:lnTo>
                    <a:pt x="41374" y="23768"/>
                  </a:lnTo>
                  <a:lnTo>
                    <a:pt x="40964" y="24935"/>
                  </a:lnTo>
                  <a:lnTo>
                    <a:pt x="40897" y="25128"/>
                  </a:lnTo>
                  <a:lnTo>
                    <a:pt x="40580" y="26026"/>
                  </a:lnTo>
                  <a:lnTo>
                    <a:pt x="38141" y="27118"/>
                  </a:lnTo>
                  <a:lnTo>
                    <a:pt x="37793" y="27273"/>
                  </a:lnTo>
                  <a:lnTo>
                    <a:pt x="36913" y="28302"/>
                  </a:lnTo>
                  <a:lnTo>
                    <a:pt x="37412" y="30096"/>
                  </a:lnTo>
                  <a:lnTo>
                    <a:pt x="37448" y="31831"/>
                  </a:lnTo>
                  <a:lnTo>
                    <a:pt x="36528" y="32829"/>
                  </a:lnTo>
                  <a:lnTo>
                    <a:pt x="36745" y="34942"/>
                  </a:lnTo>
                  <a:lnTo>
                    <a:pt x="37241" y="36713"/>
                  </a:lnTo>
                  <a:lnTo>
                    <a:pt x="38754" y="37037"/>
                  </a:lnTo>
                  <a:lnTo>
                    <a:pt x="39504" y="37197"/>
                  </a:lnTo>
                  <a:lnTo>
                    <a:pt x="41098" y="36319"/>
                  </a:lnTo>
                  <a:lnTo>
                    <a:pt x="42834" y="35938"/>
                  </a:lnTo>
                  <a:lnTo>
                    <a:pt x="45273" y="36405"/>
                  </a:lnTo>
                  <a:lnTo>
                    <a:pt x="45502" y="33644"/>
                  </a:lnTo>
                  <a:lnTo>
                    <a:pt x="46160" y="33147"/>
                  </a:lnTo>
                  <a:lnTo>
                    <a:pt x="47866" y="36077"/>
                  </a:lnTo>
                  <a:lnTo>
                    <a:pt x="48932" y="38826"/>
                  </a:lnTo>
                  <a:lnTo>
                    <a:pt x="49566" y="42135"/>
                  </a:lnTo>
                  <a:lnTo>
                    <a:pt x="49876" y="46332"/>
                  </a:lnTo>
                  <a:lnTo>
                    <a:pt x="50142" y="49977"/>
                  </a:lnTo>
                  <a:lnTo>
                    <a:pt x="50266" y="50973"/>
                  </a:lnTo>
                  <a:lnTo>
                    <a:pt x="51023" y="57052"/>
                  </a:lnTo>
                  <a:lnTo>
                    <a:pt x="51542" y="60375"/>
                  </a:lnTo>
                  <a:lnTo>
                    <a:pt x="52650" y="65699"/>
                  </a:lnTo>
                  <a:lnTo>
                    <a:pt x="52686" y="66000"/>
                  </a:lnTo>
                  <a:lnTo>
                    <a:pt x="52909" y="67859"/>
                  </a:lnTo>
                  <a:lnTo>
                    <a:pt x="51648" y="74989"/>
                  </a:lnTo>
                  <a:lnTo>
                    <a:pt x="49790" y="81610"/>
                  </a:lnTo>
                  <a:lnTo>
                    <a:pt x="49836" y="82921"/>
                  </a:lnTo>
                  <a:lnTo>
                    <a:pt x="49854" y="83446"/>
                  </a:lnTo>
                  <a:lnTo>
                    <a:pt x="48635" y="87397"/>
                  </a:lnTo>
                  <a:lnTo>
                    <a:pt x="47609" y="89838"/>
                  </a:lnTo>
                  <a:lnTo>
                    <a:pt x="44433" y="93272"/>
                  </a:lnTo>
                  <a:lnTo>
                    <a:pt x="43958" y="94131"/>
                  </a:lnTo>
                  <a:lnTo>
                    <a:pt x="42949" y="95949"/>
                  </a:lnTo>
                  <a:lnTo>
                    <a:pt x="41456" y="99435"/>
                  </a:lnTo>
                  <a:lnTo>
                    <a:pt x="41027" y="101218"/>
                  </a:lnTo>
                  <a:lnTo>
                    <a:pt x="40342" y="104502"/>
                  </a:lnTo>
                  <a:lnTo>
                    <a:pt x="40873" y="105193"/>
                  </a:lnTo>
                  <a:lnTo>
                    <a:pt x="39397" y="109742"/>
                  </a:lnTo>
                  <a:lnTo>
                    <a:pt x="38876" y="111803"/>
                  </a:lnTo>
                  <a:lnTo>
                    <a:pt x="37499" y="114566"/>
                  </a:lnTo>
                  <a:lnTo>
                    <a:pt x="35214" y="115898"/>
                  </a:lnTo>
                  <a:lnTo>
                    <a:pt x="33954" y="116048"/>
                  </a:lnTo>
                  <a:lnTo>
                    <a:pt x="33451" y="112748"/>
                  </a:lnTo>
                  <a:lnTo>
                    <a:pt x="34102" y="108146"/>
                  </a:lnTo>
                  <a:lnTo>
                    <a:pt x="33960" y="105324"/>
                  </a:lnTo>
                  <a:lnTo>
                    <a:pt x="32852" y="104079"/>
                  </a:lnTo>
                  <a:lnTo>
                    <a:pt x="32476" y="104109"/>
                  </a:lnTo>
                  <a:lnTo>
                    <a:pt x="29354" y="104358"/>
                  </a:lnTo>
                  <a:lnTo>
                    <a:pt x="27245" y="103802"/>
                  </a:lnTo>
                  <a:lnTo>
                    <a:pt x="25813" y="104480"/>
                  </a:lnTo>
                  <a:lnTo>
                    <a:pt x="24586" y="106341"/>
                  </a:lnTo>
                  <a:lnTo>
                    <a:pt x="22975" y="104774"/>
                  </a:lnTo>
                  <a:lnTo>
                    <a:pt x="20812" y="103406"/>
                  </a:lnTo>
                  <a:lnTo>
                    <a:pt x="19378" y="102687"/>
                  </a:lnTo>
                  <a:lnTo>
                    <a:pt x="17844" y="102835"/>
                  </a:lnTo>
                  <a:lnTo>
                    <a:pt x="15840" y="101412"/>
                  </a:lnTo>
                  <a:lnTo>
                    <a:pt x="14617" y="101012"/>
                  </a:lnTo>
                  <a:lnTo>
                    <a:pt x="12648" y="100013"/>
                  </a:lnTo>
                  <a:lnTo>
                    <a:pt x="11894" y="99768"/>
                  </a:lnTo>
                  <a:lnTo>
                    <a:pt x="10822" y="99420"/>
                  </a:lnTo>
                  <a:lnTo>
                    <a:pt x="9526" y="97959"/>
                  </a:lnTo>
                  <a:lnTo>
                    <a:pt x="6726" y="97726"/>
                  </a:lnTo>
                  <a:lnTo>
                    <a:pt x="6516" y="95880"/>
                  </a:lnTo>
                  <a:lnTo>
                    <a:pt x="6032" y="94139"/>
                  </a:lnTo>
                  <a:lnTo>
                    <a:pt x="5984" y="91980"/>
                  </a:lnTo>
                  <a:lnTo>
                    <a:pt x="4644" y="91479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936774" y="3886853"/>
              <a:ext cx="728544" cy="773175"/>
            </a:xfrm>
            <a:custGeom>
              <a:avLst/>
              <a:pathLst>
                <a:path w="728544" h="773175">
                  <a:moveTo>
                    <a:pt x="5846" y="701066"/>
                  </a:moveTo>
                  <a:lnTo>
                    <a:pt x="9534" y="662396"/>
                  </a:lnTo>
                  <a:lnTo>
                    <a:pt x="13902" y="616348"/>
                  </a:lnTo>
                  <a:lnTo>
                    <a:pt x="18388" y="569055"/>
                  </a:lnTo>
                  <a:lnTo>
                    <a:pt x="23845" y="511002"/>
                  </a:lnTo>
                  <a:lnTo>
                    <a:pt x="26400" y="483957"/>
                  </a:lnTo>
                  <a:lnTo>
                    <a:pt x="31189" y="434447"/>
                  </a:lnTo>
                  <a:lnTo>
                    <a:pt x="32466" y="421294"/>
                  </a:lnTo>
                  <a:lnTo>
                    <a:pt x="40871" y="334063"/>
                  </a:lnTo>
                  <a:lnTo>
                    <a:pt x="41616" y="326395"/>
                  </a:lnTo>
                  <a:lnTo>
                    <a:pt x="46619" y="275100"/>
                  </a:lnTo>
                  <a:lnTo>
                    <a:pt x="49394" y="246011"/>
                  </a:lnTo>
                  <a:lnTo>
                    <a:pt x="51822" y="220641"/>
                  </a:lnTo>
                  <a:lnTo>
                    <a:pt x="55189" y="186843"/>
                  </a:lnTo>
                  <a:lnTo>
                    <a:pt x="58742" y="151026"/>
                  </a:lnTo>
                  <a:lnTo>
                    <a:pt x="60394" y="134448"/>
                  </a:lnTo>
                  <a:lnTo>
                    <a:pt x="61934" y="119025"/>
                  </a:lnTo>
                  <a:lnTo>
                    <a:pt x="72134" y="16801"/>
                  </a:lnTo>
                  <a:lnTo>
                    <a:pt x="73839" y="0"/>
                  </a:lnTo>
                  <a:lnTo>
                    <a:pt x="119720" y="4828"/>
                  </a:lnTo>
                  <a:lnTo>
                    <a:pt x="145758" y="7442"/>
                  </a:lnTo>
                  <a:lnTo>
                    <a:pt x="186689" y="11396"/>
                  </a:lnTo>
                  <a:lnTo>
                    <a:pt x="242803" y="16593"/>
                  </a:lnTo>
                  <a:lnTo>
                    <a:pt x="249383" y="17180"/>
                  </a:lnTo>
                  <a:lnTo>
                    <a:pt x="308219" y="22192"/>
                  </a:lnTo>
                  <a:lnTo>
                    <a:pt x="308951" y="23301"/>
                  </a:lnTo>
                  <a:lnTo>
                    <a:pt x="351587" y="26518"/>
                  </a:lnTo>
                  <a:lnTo>
                    <a:pt x="366010" y="27560"/>
                  </a:lnTo>
                  <a:lnTo>
                    <a:pt x="402518" y="30096"/>
                  </a:lnTo>
                  <a:lnTo>
                    <a:pt x="403477" y="30161"/>
                  </a:lnTo>
                  <a:lnTo>
                    <a:pt x="433722" y="32218"/>
                  </a:lnTo>
                  <a:lnTo>
                    <a:pt x="433939" y="32233"/>
                  </a:lnTo>
                  <a:lnTo>
                    <a:pt x="453731" y="33558"/>
                  </a:lnTo>
                  <a:lnTo>
                    <a:pt x="466158" y="34373"/>
                  </a:lnTo>
                  <a:lnTo>
                    <a:pt x="484377" y="35568"/>
                  </a:lnTo>
                  <a:lnTo>
                    <a:pt x="487716" y="35782"/>
                  </a:lnTo>
                  <a:lnTo>
                    <a:pt x="494816" y="36234"/>
                  </a:lnTo>
                  <a:lnTo>
                    <a:pt x="498530" y="36468"/>
                  </a:lnTo>
                  <a:lnTo>
                    <a:pt x="540693" y="39215"/>
                  </a:lnTo>
                  <a:lnTo>
                    <a:pt x="583366" y="41512"/>
                  </a:lnTo>
                  <a:lnTo>
                    <a:pt x="619311" y="42969"/>
                  </a:lnTo>
                  <a:lnTo>
                    <a:pt x="649138" y="44070"/>
                  </a:lnTo>
                  <a:lnTo>
                    <a:pt x="719429" y="46676"/>
                  </a:lnTo>
                  <a:lnTo>
                    <a:pt x="728544" y="46974"/>
                  </a:lnTo>
                  <a:lnTo>
                    <a:pt x="728164" y="59234"/>
                  </a:lnTo>
                  <a:lnTo>
                    <a:pt x="727054" y="90967"/>
                  </a:lnTo>
                  <a:lnTo>
                    <a:pt x="726766" y="100779"/>
                  </a:lnTo>
                  <a:lnTo>
                    <a:pt x="726283" y="114630"/>
                  </a:lnTo>
                  <a:lnTo>
                    <a:pt x="721964" y="114469"/>
                  </a:lnTo>
                  <a:lnTo>
                    <a:pt x="720081" y="174733"/>
                  </a:lnTo>
                  <a:lnTo>
                    <a:pt x="718610" y="217464"/>
                  </a:lnTo>
                  <a:lnTo>
                    <a:pt x="718067" y="233285"/>
                  </a:lnTo>
                  <a:lnTo>
                    <a:pt x="715999" y="292709"/>
                  </a:lnTo>
                  <a:lnTo>
                    <a:pt x="715819" y="297906"/>
                  </a:lnTo>
                  <a:lnTo>
                    <a:pt x="714974" y="323680"/>
                  </a:lnTo>
                  <a:lnTo>
                    <a:pt x="714061" y="351640"/>
                  </a:lnTo>
                  <a:lnTo>
                    <a:pt x="713467" y="368887"/>
                  </a:lnTo>
                  <a:lnTo>
                    <a:pt x="712317" y="401358"/>
                  </a:lnTo>
                  <a:lnTo>
                    <a:pt x="712036" y="410387"/>
                  </a:lnTo>
                  <a:lnTo>
                    <a:pt x="711994" y="411753"/>
                  </a:lnTo>
                  <a:lnTo>
                    <a:pt x="711057" y="441928"/>
                  </a:lnTo>
                  <a:lnTo>
                    <a:pt x="709519" y="476328"/>
                  </a:lnTo>
                  <a:lnTo>
                    <a:pt x="707821" y="510633"/>
                  </a:lnTo>
                  <a:lnTo>
                    <a:pt x="706593" y="535220"/>
                  </a:lnTo>
                  <a:lnTo>
                    <a:pt x="705452" y="558054"/>
                  </a:lnTo>
                  <a:lnTo>
                    <a:pt x="703948" y="593161"/>
                  </a:lnTo>
                  <a:lnTo>
                    <a:pt x="703314" y="607970"/>
                  </a:lnTo>
                  <a:lnTo>
                    <a:pt x="702797" y="624493"/>
                  </a:lnTo>
                  <a:lnTo>
                    <a:pt x="702211" y="643249"/>
                  </a:lnTo>
                  <a:lnTo>
                    <a:pt x="701937" y="652128"/>
                  </a:lnTo>
                  <a:lnTo>
                    <a:pt x="700365" y="703021"/>
                  </a:lnTo>
                  <a:lnTo>
                    <a:pt x="700120" y="710839"/>
                  </a:lnTo>
                  <a:lnTo>
                    <a:pt x="699754" y="722511"/>
                  </a:lnTo>
                  <a:lnTo>
                    <a:pt x="669403" y="721401"/>
                  </a:lnTo>
                  <a:lnTo>
                    <a:pt x="623508" y="719544"/>
                  </a:lnTo>
                  <a:lnTo>
                    <a:pt x="593719" y="718226"/>
                  </a:lnTo>
                  <a:lnTo>
                    <a:pt x="588590" y="717989"/>
                  </a:lnTo>
                  <a:lnTo>
                    <a:pt x="516960" y="714313"/>
                  </a:lnTo>
                  <a:lnTo>
                    <a:pt x="493335" y="713003"/>
                  </a:lnTo>
                  <a:lnTo>
                    <a:pt x="485167" y="712537"/>
                  </a:lnTo>
                  <a:lnTo>
                    <a:pt x="457914" y="710933"/>
                  </a:lnTo>
                  <a:lnTo>
                    <a:pt x="388958" y="706316"/>
                  </a:lnTo>
                  <a:lnTo>
                    <a:pt x="360360" y="704387"/>
                  </a:lnTo>
                  <a:lnTo>
                    <a:pt x="336934" y="702745"/>
                  </a:lnTo>
                  <a:lnTo>
                    <a:pt x="316543" y="701322"/>
                  </a:lnTo>
                  <a:lnTo>
                    <a:pt x="300737" y="700190"/>
                  </a:lnTo>
                  <a:lnTo>
                    <a:pt x="288666" y="699308"/>
                  </a:lnTo>
                  <a:lnTo>
                    <a:pt x="287056" y="703142"/>
                  </a:lnTo>
                  <a:lnTo>
                    <a:pt x="287304" y="710910"/>
                  </a:lnTo>
                  <a:lnTo>
                    <a:pt x="285478" y="716526"/>
                  </a:lnTo>
                  <a:lnTo>
                    <a:pt x="291264" y="724772"/>
                  </a:lnTo>
                  <a:lnTo>
                    <a:pt x="297134" y="729385"/>
                  </a:lnTo>
                  <a:lnTo>
                    <a:pt x="296737" y="729252"/>
                  </a:lnTo>
                  <a:lnTo>
                    <a:pt x="243275" y="725064"/>
                  </a:lnTo>
                  <a:lnTo>
                    <a:pt x="208186" y="722146"/>
                  </a:lnTo>
                  <a:lnTo>
                    <a:pt x="193673" y="720902"/>
                  </a:lnTo>
                  <a:lnTo>
                    <a:pt x="102784" y="712605"/>
                  </a:lnTo>
                  <a:lnTo>
                    <a:pt x="99570" y="750797"/>
                  </a:lnTo>
                  <a:lnTo>
                    <a:pt x="97705" y="773175"/>
                  </a:lnTo>
                  <a:lnTo>
                    <a:pt x="39745" y="767484"/>
                  </a:lnTo>
                  <a:lnTo>
                    <a:pt x="21932" y="765777"/>
                  </a:lnTo>
                  <a:lnTo>
                    <a:pt x="0" y="76345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060733" y="3192040"/>
              <a:ext cx="522290" cy="808998"/>
            </a:xfrm>
            <a:custGeom>
              <a:avLst/>
              <a:pathLst>
                <a:path w="522290" h="808998">
                  <a:moveTo>
                    <a:pt x="7210" y="273646"/>
                  </a:moveTo>
                  <a:lnTo>
                    <a:pt x="10403" y="260533"/>
                  </a:lnTo>
                  <a:lnTo>
                    <a:pt x="12736" y="250965"/>
                  </a:lnTo>
                  <a:lnTo>
                    <a:pt x="17253" y="232231"/>
                  </a:lnTo>
                  <a:lnTo>
                    <a:pt x="23029" y="208339"/>
                  </a:lnTo>
                  <a:lnTo>
                    <a:pt x="27142" y="190982"/>
                  </a:lnTo>
                  <a:lnTo>
                    <a:pt x="31902" y="171076"/>
                  </a:lnTo>
                  <a:lnTo>
                    <a:pt x="41447" y="130184"/>
                  </a:lnTo>
                  <a:lnTo>
                    <a:pt x="44830" y="115339"/>
                  </a:lnTo>
                  <a:lnTo>
                    <a:pt x="52515" y="82817"/>
                  </a:lnTo>
                  <a:lnTo>
                    <a:pt x="63262" y="38413"/>
                  </a:lnTo>
                  <a:lnTo>
                    <a:pt x="69477" y="12222"/>
                  </a:lnTo>
                  <a:lnTo>
                    <a:pt x="72430" y="0"/>
                  </a:lnTo>
                  <a:lnTo>
                    <a:pt x="92921" y="4931"/>
                  </a:lnTo>
                  <a:lnTo>
                    <a:pt x="120242" y="11882"/>
                  </a:lnTo>
                  <a:lnTo>
                    <a:pt x="122929" y="12559"/>
                  </a:lnTo>
                  <a:lnTo>
                    <a:pt x="131600" y="14732"/>
                  </a:lnTo>
                  <a:lnTo>
                    <a:pt x="147158" y="18397"/>
                  </a:lnTo>
                  <a:lnTo>
                    <a:pt x="164031" y="22514"/>
                  </a:lnTo>
                  <a:lnTo>
                    <a:pt x="184743" y="27056"/>
                  </a:lnTo>
                  <a:lnTo>
                    <a:pt x="207623" y="32147"/>
                  </a:lnTo>
                  <a:lnTo>
                    <a:pt x="232022" y="37509"/>
                  </a:lnTo>
                  <a:lnTo>
                    <a:pt x="250842" y="41670"/>
                  </a:lnTo>
                  <a:lnTo>
                    <a:pt x="267458" y="45217"/>
                  </a:lnTo>
                  <a:lnTo>
                    <a:pt x="283012" y="48460"/>
                  </a:lnTo>
                  <a:lnTo>
                    <a:pt x="295959" y="51277"/>
                  </a:lnTo>
                  <a:lnTo>
                    <a:pt x="296562" y="51410"/>
                  </a:lnTo>
                  <a:lnTo>
                    <a:pt x="326157" y="57881"/>
                  </a:lnTo>
                  <a:lnTo>
                    <a:pt x="348338" y="62444"/>
                  </a:lnTo>
                  <a:lnTo>
                    <a:pt x="383369" y="69518"/>
                  </a:lnTo>
                  <a:lnTo>
                    <a:pt x="401905" y="73077"/>
                  </a:lnTo>
                  <a:lnTo>
                    <a:pt x="425563" y="77763"/>
                  </a:lnTo>
                  <a:lnTo>
                    <a:pt x="446557" y="81448"/>
                  </a:lnTo>
                  <a:lnTo>
                    <a:pt x="457137" y="83277"/>
                  </a:lnTo>
                  <a:lnTo>
                    <a:pt x="479926" y="88020"/>
                  </a:lnTo>
                  <a:lnTo>
                    <a:pt x="504010" y="92360"/>
                  </a:lnTo>
                  <a:lnTo>
                    <a:pt x="522290" y="95618"/>
                  </a:lnTo>
                  <a:lnTo>
                    <a:pt x="518276" y="120425"/>
                  </a:lnTo>
                  <a:lnTo>
                    <a:pt x="513731" y="147492"/>
                  </a:lnTo>
                  <a:lnTo>
                    <a:pt x="508758" y="176804"/>
                  </a:lnTo>
                  <a:lnTo>
                    <a:pt x="505145" y="198265"/>
                  </a:lnTo>
                  <a:lnTo>
                    <a:pt x="500369" y="226508"/>
                  </a:lnTo>
                  <a:lnTo>
                    <a:pt x="496287" y="250289"/>
                  </a:lnTo>
                  <a:lnTo>
                    <a:pt x="494585" y="260350"/>
                  </a:lnTo>
                  <a:lnTo>
                    <a:pt x="489807" y="289412"/>
                  </a:lnTo>
                  <a:lnTo>
                    <a:pt x="489484" y="291378"/>
                  </a:lnTo>
                  <a:lnTo>
                    <a:pt x="486180" y="311177"/>
                  </a:lnTo>
                  <a:lnTo>
                    <a:pt x="484255" y="322732"/>
                  </a:lnTo>
                  <a:lnTo>
                    <a:pt x="480082" y="348709"/>
                  </a:lnTo>
                  <a:lnTo>
                    <a:pt x="479373" y="353131"/>
                  </a:lnTo>
                  <a:lnTo>
                    <a:pt x="470962" y="404171"/>
                  </a:lnTo>
                  <a:lnTo>
                    <a:pt x="468939" y="417282"/>
                  </a:lnTo>
                  <a:lnTo>
                    <a:pt x="465491" y="438056"/>
                  </a:lnTo>
                  <a:lnTo>
                    <a:pt x="463707" y="448833"/>
                  </a:lnTo>
                  <a:lnTo>
                    <a:pt x="460930" y="466223"/>
                  </a:lnTo>
                  <a:lnTo>
                    <a:pt x="458384" y="482185"/>
                  </a:lnTo>
                  <a:lnTo>
                    <a:pt x="456737" y="492656"/>
                  </a:lnTo>
                  <a:lnTo>
                    <a:pt x="452377" y="520254"/>
                  </a:lnTo>
                  <a:lnTo>
                    <a:pt x="449997" y="534204"/>
                  </a:lnTo>
                  <a:lnTo>
                    <a:pt x="447634" y="548775"/>
                  </a:lnTo>
                  <a:lnTo>
                    <a:pt x="445780" y="560415"/>
                  </a:lnTo>
                  <a:lnTo>
                    <a:pt x="442470" y="581849"/>
                  </a:lnTo>
                  <a:lnTo>
                    <a:pt x="439314" y="602096"/>
                  </a:lnTo>
                  <a:lnTo>
                    <a:pt x="437986" y="611201"/>
                  </a:lnTo>
                  <a:lnTo>
                    <a:pt x="435487" y="627441"/>
                  </a:lnTo>
                  <a:lnTo>
                    <a:pt x="431700" y="652131"/>
                  </a:lnTo>
                  <a:lnTo>
                    <a:pt x="427400" y="680903"/>
                  </a:lnTo>
                  <a:lnTo>
                    <a:pt x="426442" y="686746"/>
                  </a:lnTo>
                  <a:lnTo>
                    <a:pt x="425364" y="694486"/>
                  </a:lnTo>
                  <a:lnTo>
                    <a:pt x="419802" y="701213"/>
                  </a:lnTo>
                  <a:lnTo>
                    <a:pt x="415519" y="707739"/>
                  </a:lnTo>
                  <a:lnTo>
                    <a:pt x="413936" y="710498"/>
                  </a:lnTo>
                  <a:lnTo>
                    <a:pt x="408636" y="710540"/>
                  </a:lnTo>
                  <a:lnTo>
                    <a:pt x="404221" y="707652"/>
                  </a:lnTo>
                  <a:lnTo>
                    <a:pt x="400883" y="704175"/>
                  </a:lnTo>
                  <a:lnTo>
                    <a:pt x="399853" y="699238"/>
                  </a:lnTo>
                  <a:lnTo>
                    <a:pt x="397531" y="695116"/>
                  </a:lnTo>
                  <a:lnTo>
                    <a:pt x="393850" y="694197"/>
                  </a:lnTo>
                  <a:lnTo>
                    <a:pt x="390901" y="695735"/>
                  </a:lnTo>
                  <a:lnTo>
                    <a:pt x="387763" y="694871"/>
                  </a:lnTo>
                  <a:lnTo>
                    <a:pt x="386068" y="692288"/>
                  </a:lnTo>
                  <a:lnTo>
                    <a:pt x="381073" y="691343"/>
                  </a:lnTo>
                  <a:lnTo>
                    <a:pt x="376265" y="691619"/>
                  </a:lnTo>
                  <a:lnTo>
                    <a:pt x="372662" y="693493"/>
                  </a:lnTo>
                  <a:lnTo>
                    <a:pt x="366666" y="693806"/>
                  </a:lnTo>
                  <a:lnTo>
                    <a:pt x="365506" y="697189"/>
                  </a:lnTo>
                  <a:lnTo>
                    <a:pt x="365432" y="697663"/>
                  </a:lnTo>
                  <a:lnTo>
                    <a:pt x="364542" y="703443"/>
                  </a:lnTo>
                  <a:lnTo>
                    <a:pt x="364407" y="710425"/>
                  </a:lnTo>
                  <a:lnTo>
                    <a:pt x="366277" y="715227"/>
                  </a:lnTo>
                  <a:lnTo>
                    <a:pt x="368215" y="719461"/>
                  </a:lnTo>
                  <a:lnTo>
                    <a:pt x="364544" y="724166"/>
                  </a:lnTo>
                  <a:lnTo>
                    <a:pt x="363737" y="732602"/>
                  </a:lnTo>
                  <a:lnTo>
                    <a:pt x="363036" y="741202"/>
                  </a:lnTo>
                  <a:lnTo>
                    <a:pt x="365374" y="745922"/>
                  </a:lnTo>
                  <a:lnTo>
                    <a:pt x="364784" y="748235"/>
                  </a:lnTo>
                  <a:lnTo>
                    <a:pt x="363142" y="754677"/>
                  </a:lnTo>
                  <a:lnTo>
                    <a:pt x="361791" y="762389"/>
                  </a:lnTo>
                  <a:lnTo>
                    <a:pt x="364265" y="767064"/>
                  </a:lnTo>
                  <a:lnTo>
                    <a:pt x="365215" y="782823"/>
                  </a:lnTo>
                  <a:lnTo>
                    <a:pt x="364411" y="795784"/>
                  </a:lnTo>
                  <a:lnTo>
                    <a:pt x="361904" y="797218"/>
                  </a:lnTo>
                  <a:lnTo>
                    <a:pt x="360165" y="796851"/>
                  </a:lnTo>
                  <a:lnTo>
                    <a:pt x="358863" y="802255"/>
                  </a:lnTo>
                  <a:lnTo>
                    <a:pt x="357069" y="808998"/>
                  </a:lnTo>
                  <a:lnTo>
                    <a:pt x="344957" y="792249"/>
                  </a:lnTo>
                  <a:lnTo>
                    <a:pt x="334790" y="778181"/>
                  </a:lnTo>
                  <a:lnTo>
                    <a:pt x="328056" y="768820"/>
                  </a:lnTo>
                  <a:lnTo>
                    <a:pt x="319879" y="757557"/>
                  </a:lnTo>
                  <a:lnTo>
                    <a:pt x="309817" y="743600"/>
                  </a:lnTo>
                  <a:lnTo>
                    <a:pt x="302775" y="733863"/>
                  </a:lnTo>
                  <a:lnTo>
                    <a:pt x="285856" y="710285"/>
                  </a:lnTo>
                  <a:lnTo>
                    <a:pt x="272146" y="691305"/>
                  </a:lnTo>
                  <a:lnTo>
                    <a:pt x="268915" y="686810"/>
                  </a:lnTo>
                  <a:lnTo>
                    <a:pt x="255135" y="667554"/>
                  </a:lnTo>
                  <a:lnTo>
                    <a:pt x="235848" y="640664"/>
                  </a:lnTo>
                  <a:lnTo>
                    <a:pt x="228223" y="629917"/>
                  </a:lnTo>
                  <a:lnTo>
                    <a:pt x="193658" y="581399"/>
                  </a:lnTo>
                  <a:lnTo>
                    <a:pt x="182614" y="565899"/>
                  </a:lnTo>
                  <a:lnTo>
                    <a:pt x="177356" y="558484"/>
                  </a:lnTo>
                  <a:lnTo>
                    <a:pt x="148508" y="517743"/>
                  </a:lnTo>
                  <a:lnTo>
                    <a:pt x="138442" y="503603"/>
                  </a:lnTo>
                  <a:lnTo>
                    <a:pt x="126088" y="486131"/>
                  </a:lnTo>
                  <a:lnTo>
                    <a:pt x="99721" y="448711"/>
                  </a:lnTo>
                  <a:lnTo>
                    <a:pt x="95017" y="441970"/>
                  </a:lnTo>
                  <a:lnTo>
                    <a:pt x="66231" y="400921"/>
                  </a:lnTo>
                  <a:lnTo>
                    <a:pt x="53091" y="382272"/>
                  </a:lnTo>
                  <a:lnTo>
                    <a:pt x="45265" y="371089"/>
                  </a:lnTo>
                  <a:lnTo>
                    <a:pt x="42030" y="366479"/>
                  </a:lnTo>
                  <a:lnTo>
                    <a:pt x="25963" y="343446"/>
                  </a:lnTo>
                  <a:lnTo>
                    <a:pt x="25821" y="343240"/>
                  </a:lnTo>
                  <a:lnTo>
                    <a:pt x="6018" y="314781"/>
                  </a:lnTo>
                  <a:lnTo>
                    <a:pt x="0" y="306127"/>
                  </a:lnTo>
                  <a:lnTo>
                    <a:pt x="1530" y="299163"/>
                  </a:lnTo>
                  <a:lnTo>
                    <a:pt x="2550" y="294528"/>
                  </a:lnTo>
                  <a:lnTo>
                    <a:pt x="3745" y="289100"/>
                  </a:lnTo>
                  <a:lnTo>
                    <a:pt x="6585" y="27621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6363057" y="2934361"/>
              <a:ext cx="3774" cy="3874"/>
            </a:xfrm>
            <a:custGeom>
              <a:avLst/>
              <a:pathLst>
                <a:path w="3774" h="3874">
                  <a:moveTo>
                    <a:pt x="0" y="1865"/>
                  </a:moveTo>
                  <a:lnTo>
                    <a:pt x="2844" y="0"/>
                  </a:lnTo>
                  <a:lnTo>
                    <a:pt x="3774" y="1675"/>
                  </a:lnTo>
                  <a:lnTo>
                    <a:pt x="83" y="387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6086217" y="2778988"/>
              <a:ext cx="285514" cy="219420"/>
            </a:xfrm>
            <a:custGeom>
              <a:avLst/>
              <a:pathLst>
                <a:path w="285514" h="219420">
                  <a:moveTo>
                    <a:pt x="0" y="191887"/>
                  </a:moveTo>
                  <a:lnTo>
                    <a:pt x="3974" y="188122"/>
                  </a:lnTo>
                  <a:lnTo>
                    <a:pt x="8917" y="182510"/>
                  </a:lnTo>
                  <a:lnTo>
                    <a:pt x="10711" y="179269"/>
                  </a:lnTo>
                  <a:lnTo>
                    <a:pt x="13546" y="176283"/>
                  </a:lnTo>
                  <a:lnTo>
                    <a:pt x="16207" y="173845"/>
                  </a:lnTo>
                  <a:lnTo>
                    <a:pt x="17848" y="172479"/>
                  </a:lnTo>
                  <a:lnTo>
                    <a:pt x="17881" y="172234"/>
                  </a:lnTo>
                  <a:lnTo>
                    <a:pt x="18189" y="169934"/>
                  </a:lnTo>
                  <a:lnTo>
                    <a:pt x="19432" y="168028"/>
                  </a:lnTo>
                  <a:lnTo>
                    <a:pt x="19405" y="165804"/>
                  </a:lnTo>
                  <a:lnTo>
                    <a:pt x="21679" y="163851"/>
                  </a:lnTo>
                  <a:lnTo>
                    <a:pt x="23607" y="161822"/>
                  </a:lnTo>
                  <a:lnTo>
                    <a:pt x="24867" y="159191"/>
                  </a:lnTo>
                  <a:lnTo>
                    <a:pt x="24515" y="158605"/>
                  </a:lnTo>
                  <a:lnTo>
                    <a:pt x="23957" y="157675"/>
                  </a:lnTo>
                  <a:lnTo>
                    <a:pt x="22893" y="155924"/>
                  </a:lnTo>
                  <a:lnTo>
                    <a:pt x="21647" y="155288"/>
                  </a:lnTo>
                  <a:lnTo>
                    <a:pt x="21191" y="153062"/>
                  </a:lnTo>
                  <a:lnTo>
                    <a:pt x="20317" y="152308"/>
                  </a:lnTo>
                  <a:lnTo>
                    <a:pt x="19116" y="152386"/>
                  </a:lnTo>
                  <a:lnTo>
                    <a:pt x="16701" y="151171"/>
                  </a:lnTo>
                  <a:lnTo>
                    <a:pt x="16435" y="148102"/>
                  </a:lnTo>
                  <a:lnTo>
                    <a:pt x="15849" y="147803"/>
                  </a:lnTo>
                  <a:lnTo>
                    <a:pt x="13856" y="147752"/>
                  </a:lnTo>
                  <a:lnTo>
                    <a:pt x="13770" y="145416"/>
                  </a:lnTo>
                  <a:lnTo>
                    <a:pt x="13828" y="144950"/>
                  </a:lnTo>
                  <a:lnTo>
                    <a:pt x="13954" y="143938"/>
                  </a:lnTo>
                  <a:lnTo>
                    <a:pt x="12841" y="140777"/>
                  </a:lnTo>
                  <a:lnTo>
                    <a:pt x="11760" y="139035"/>
                  </a:lnTo>
                  <a:lnTo>
                    <a:pt x="19037" y="134317"/>
                  </a:lnTo>
                  <a:lnTo>
                    <a:pt x="28014" y="129266"/>
                  </a:lnTo>
                  <a:lnTo>
                    <a:pt x="30740" y="128452"/>
                  </a:lnTo>
                  <a:lnTo>
                    <a:pt x="35273" y="127090"/>
                  </a:lnTo>
                  <a:lnTo>
                    <a:pt x="41407" y="125269"/>
                  </a:lnTo>
                  <a:lnTo>
                    <a:pt x="46567" y="124343"/>
                  </a:lnTo>
                  <a:lnTo>
                    <a:pt x="52805" y="123679"/>
                  </a:lnTo>
                  <a:lnTo>
                    <a:pt x="54718" y="123257"/>
                  </a:lnTo>
                  <a:lnTo>
                    <a:pt x="58806" y="125033"/>
                  </a:lnTo>
                  <a:lnTo>
                    <a:pt x="63073" y="126200"/>
                  </a:lnTo>
                  <a:lnTo>
                    <a:pt x="64559" y="125035"/>
                  </a:lnTo>
                  <a:lnTo>
                    <a:pt x="68424" y="122723"/>
                  </a:lnTo>
                  <a:lnTo>
                    <a:pt x="69504" y="122074"/>
                  </a:lnTo>
                  <a:lnTo>
                    <a:pt x="72116" y="121483"/>
                  </a:lnTo>
                  <a:lnTo>
                    <a:pt x="76470" y="119794"/>
                  </a:lnTo>
                  <a:lnTo>
                    <a:pt x="81018" y="119177"/>
                  </a:lnTo>
                  <a:lnTo>
                    <a:pt x="82612" y="118745"/>
                  </a:lnTo>
                  <a:lnTo>
                    <a:pt x="85831" y="116032"/>
                  </a:lnTo>
                  <a:lnTo>
                    <a:pt x="88075" y="114703"/>
                  </a:lnTo>
                  <a:lnTo>
                    <a:pt x="89382" y="113342"/>
                  </a:lnTo>
                  <a:lnTo>
                    <a:pt x="90414" y="112266"/>
                  </a:lnTo>
                  <a:lnTo>
                    <a:pt x="91399" y="108896"/>
                  </a:lnTo>
                  <a:lnTo>
                    <a:pt x="91757" y="108442"/>
                  </a:lnTo>
                  <a:lnTo>
                    <a:pt x="94428" y="105050"/>
                  </a:lnTo>
                  <a:lnTo>
                    <a:pt x="97002" y="101722"/>
                  </a:lnTo>
                  <a:lnTo>
                    <a:pt x="98554" y="101021"/>
                  </a:lnTo>
                  <a:lnTo>
                    <a:pt x="100366" y="101159"/>
                  </a:lnTo>
                  <a:lnTo>
                    <a:pt x="102908" y="99519"/>
                  </a:lnTo>
                  <a:lnTo>
                    <a:pt x="103348" y="97058"/>
                  </a:lnTo>
                  <a:lnTo>
                    <a:pt x="102543" y="93498"/>
                  </a:lnTo>
                  <a:lnTo>
                    <a:pt x="101960" y="92123"/>
                  </a:lnTo>
                  <a:lnTo>
                    <a:pt x="100562" y="88824"/>
                  </a:lnTo>
                  <a:lnTo>
                    <a:pt x="99333" y="86624"/>
                  </a:lnTo>
                  <a:lnTo>
                    <a:pt x="96381" y="84832"/>
                  </a:lnTo>
                  <a:lnTo>
                    <a:pt x="94053" y="84752"/>
                  </a:lnTo>
                  <a:lnTo>
                    <a:pt x="91253" y="85080"/>
                  </a:lnTo>
                  <a:lnTo>
                    <a:pt x="91642" y="82785"/>
                  </a:lnTo>
                  <a:lnTo>
                    <a:pt x="95362" y="79271"/>
                  </a:lnTo>
                  <a:lnTo>
                    <a:pt x="93701" y="77091"/>
                  </a:lnTo>
                  <a:lnTo>
                    <a:pt x="91388" y="77478"/>
                  </a:lnTo>
                  <a:lnTo>
                    <a:pt x="91270" y="75419"/>
                  </a:lnTo>
                  <a:lnTo>
                    <a:pt x="90596" y="74211"/>
                  </a:lnTo>
                  <a:lnTo>
                    <a:pt x="90637" y="72532"/>
                  </a:lnTo>
                  <a:lnTo>
                    <a:pt x="90890" y="70842"/>
                  </a:lnTo>
                  <a:lnTo>
                    <a:pt x="91924" y="68550"/>
                  </a:lnTo>
                  <a:lnTo>
                    <a:pt x="94382" y="67249"/>
                  </a:lnTo>
                  <a:lnTo>
                    <a:pt x="95422" y="65653"/>
                  </a:lnTo>
                  <a:lnTo>
                    <a:pt x="94928" y="63708"/>
                  </a:lnTo>
                  <a:lnTo>
                    <a:pt x="96769" y="62184"/>
                  </a:lnTo>
                  <a:lnTo>
                    <a:pt x="99238" y="58975"/>
                  </a:lnTo>
                  <a:lnTo>
                    <a:pt x="100891" y="58380"/>
                  </a:lnTo>
                  <a:lnTo>
                    <a:pt x="102971" y="54876"/>
                  </a:lnTo>
                  <a:lnTo>
                    <a:pt x="103611" y="53794"/>
                  </a:lnTo>
                  <a:lnTo>
                    <a:pt x="103770" y="51233"/>
                  </a:lnTo>
                  <a:lnTo>
                    <a:pt x="104491" y="48752"/>
                  </a:lnTo>
                  <a:lnTo>
                    <a:pt x="108888" y="40070"/>
                  </a:lnTo>
                  <a:lnTo>
                    <a:pt x="112114" y="34056"/>
                  </a:lnTo>
                  <a:lnTo>
                    <a:pt x="114295" y="30799"/>
                  </a:lnTo>
                  <a:lnTo>
                    <a:pt x="116067" y="27606"/>
                  </a:lnTo>
                  <a:lnTo>
                    <a:pt x="119062" y="24461"/>
                  </a:lnTo>
                  <a:lnTo>
                    <a:pt x="121086" y="22272"/>
                  </a:lnTo>
                  <a:lnTo>
                    <a:pt x="122630" y="20324"/>
                  </a:lnTo>
                  <a:lnTo>
                    <a:pt x="122746" y="19310"/>
                  </a:lnTo>
                  <a:lnTo>
                    <a:pt x="125376" y="18150"/>
                  </a:lnTo>
                  <a:lnTo>
                    <a:pt x="127258" y="15927"/>
                  </a:lnTo>
                  <a:lnTo>
                    <a:pt x="130497" y="16100"/>
                  </a:lnTo>
                  <a:lnTo>
                    <a:pt x="131081" y="15845"/>
                  </a:lnTo>
                  <a:lnTo>
                    <a:pt x="133597" y="14746"/>
                  </a:lnTo>
                  <a:lnTo>
                    <a:pt x="134641" y="14289"/>
                  </a:lnTo>
                  <a:lnTo>
                    <a:pt x="140251" y="12580"/>
                  </a:lnTo>
                  <a:lnTo>
                    <a:pt x="146787" y="10596"/>
                  </a:lnTo>
                  <a:lnTo>
                    <a:pt x="153300" y="8126"/>
                  </a:lnTo>
                  <a:lnTo>
                    <a:pt x="158110" y="6288"/>
                  </a:lnTo>
                  <a:lnTo>
                    <a:pt x="165551" y="3616"/>
                  </a:lnTo>
                  <a:lnTo>
                    <a:pt x="174860" y="0"/>
                  </a:lnTo>
                  <a:lnTo>
                    <a:pt x="175443" y="1883"/>
                  </a:lnTo>
                  <a:lnTo>
                    <a:pt x="176455" y="4258"/>
                  </a:lnTo>
                  <a:lnTo>
                    <a:pt x="176105" y="7515"/>
                  </a:lnTo>
                  <a:lnTo>
                    <a:pt x="177035" y="8772"/>
                  </a:lnTo>
                  <a:lnTo>
                    <a:pt x="178410" y="9545"/>
                  </a:lnTo>
                  <a:lnTo>
                    <a:pt x="178471" y="12169"/>
                  </a:lnTo>
                  <a:lnTo>
                    <a:pt x="179012" y="14602"/>
                  </a:lnTo>
                  <a:lnTo>
                    <a:pt x="179492" y="18603"/>
                  </a:lnTo>
                  <a:lnTo>
                    <a:pt x="181031" y="20758"/>
                  </a:lnTo>
                  <a:lnTo>
                    <a:pt x="181209" y="20903"/>
                  </a:lnTo>
                  <a:lnTo>
                    <a:pt x="181982" y="21531"/>
                  </a:lnTo>
                  <a:lnTo>
                    <a:pt x="183715" y="22938"/>
                  </a:lnTo>
                  <a:lnTo>
                    <a:pt x="185374" y="25805"/>
                  </a:lnTo>
                  <a:lnTo>
                    <a:pt x="185400" y="28788"/>
                  </a:lnTo>
                  <a:lnTo>
                    <a:pt x="185363" y="30134"/>
                  </a:lnTo>
                  <a:lnTo>
                    <a:pt x="186427" y="32184"/>
                  </a:lnTo>
                  <a:lnTo>
                    <a:pt x="187369" y="34259"/>
                  </a:lnTo>
                  <a:lnTo>
                    <a:pt x="187486" y="34515"/>
                  </a:lnTo>
                  <a:lnTo>
                    <a:pt x="186842" y="36156"/>
                  </a:lnTo>
                  <a:lnTo>
                    <a:pt x="186361" y="39602"/>
                  </a:lnTo>
                  <a:lnTo>
                    <a:pt x="186732" y="42958"/>
                  </a:lnTo>
                  <a:lnTo>
                    <a:pt x="186947" y="45819"/>
                  </a:lnTo>
                  <a:lnTo>
                    <a:pt x="188427" y="46911"/>
                  </a:lnTo>
                  <a:lnTo>
                    <a:pt x="188812" y="48631"/>
                  </a:lnTo>
                  <a:lnTo>
                    <a:pt x="189632" y="50707"/>
                  </a:lnTo>
                  <a:lnTo>
                    <a:pt x="191563" y="52841"/>
                  </a:lnTo>
                  <a:lnTo>
                    <a:pt x="191935" y="55717"/>
                  </a:lnTo>
                  <a:lnTo>
                    <a:pt x="192330" y="56056"/>
                  </a:lnTo>
                  <a:lnTo>
                    <a:pt x="193945" y="57442"/>
                  </a:lnTo>
                  <a:lnTo>
                    <a:pt x="193874" y="58356"/>
                  </a:lnTo>
                  <a:lnTo>
                    <a:pt x="193648" y="61225"/>
                  </a:lnTo>
                  <a:lnTo>
                    <a:pt x="193602" y="63357"/>
                  </a:lnTo>
                  <a:lnTo>
                    <a:pt x="194177" y="66226"/>
                  </a:lnTo>
                  <a:lnTo>
                    <a:pt x="195601" y="67317"/>
                  </a:lnTo>
                  <a:lnTo>
                    <a:pt x="196926" y="63871"/>
                  </a:lnTo>
                  <a:lnTo>
                    <a:pt x="198724" y="65384"/>
                  </a:lnTo>
                  <a:lnTo>
                    <a:pt x="201121" y="67111"/>
                  </a:lnTo>
                  <a:lnTo>
                    <a:pt x="203411" y="75163"/>
                  </a:lnTo>
                  <a:lnTo>
                    <a:pt x="204084" y="77458"/>
                  </a:lnTo>
                  <a:lnTo>
                    <a:pt x="207899" y="90520"/>
                  </a:lnTo>
                  <a:lnTo>
                    <a:pt x="209182" y="94840"/>
                  </a:lnTo>
                  <a:lnTo>
                    <a:pt x="210654" y="99806"/>
                  </a:lnTo>
                  <a:lnTo>
                    <a:pt x="210711" y="100000"/>
                  </a:lnTo>
                  <a:lnTo>
                    <a:pt x="210788" y="101598"/>
                  </a:lnTo>
                  <a:lnTo>
                    <a:pt x="212503" y="103893"/>
                  </a:lnTo>
                  <a:lnTo>
                    <a:pt x="213203" y="115827"/>
                  </a:lnTo>
                  <a:lnTo>
                    <a:pt x="214426" y="137255"/>
                  </a:lnTo>
                  <a:lnTo>
                    <a:pt x="215532" y="138548"/>
                  </a:lnTo>
                  <a:lnTo>
                    <a:pt x="215673" y="138714"/>
                  </a:lnTo>
                  <a:lnTo>
                    <a:pt x="218470" y="149394"/>
                  </a:lnTo>
                  <a:lnTo>
                    <a:pt x="220386" y="156829"/>
                  </a:lnTo>
                  <a:lnTo>
                    <a:pt x="220697" y="158037"/>
                  </a:lnTo>
                  <a:lnTo>
                    <a:pt x="220956" y="159053"/>
                  </a:lnTo>
                  <a:lnTo>
                    <a:pt x="222073" y="163440"/>
                  </a:lnTo>
                  <a:lnTo>
                    <a:pt x="223109" y="167518"/>
                  </a:lnTo>
                  <a:lnTo>
                    <a:pt x="223857" y="170575"/>
                  </a:lnTo>
                  <a:lnTo>
                    <a:pt x="223976" y="171064"/>
                  </a:lnTo>
                  <a:lnTo>
                    <a:pt x="224801" y="174441"/>
                  </a:lnTo>
                  <a:lnTo>
                    <a:pt x="228343" y="177489"/>
                  </a:lnTo>
                  <a:lnTo>
                    <a:pt x="221676" y="185520"/>
                  </a:lnTo>
                  <a:lnTo>
                    <a:pt x="222804" y="186496"/>
                  </a:lnTo>
                  <a:lnTo>
                    <a:pt x="225218" y="188582"/>
                  </a:lnTo>
                  <a:lnTo>
                    <a:pt x="225428" y="189222"/>
                  </a:lnTo>
                  <a:lnTo>
                    <a:pt x="225775" y="190074"/>
                  </a:lnTo>
                  <a:lnTo>
                    <a:pt x="225060" y="192660"/>
                  </a:lnTo>
                  <a:lnTo>
                    <a:pt x="223450" y="194591"/>
                  </a:lnTo>
                  <a:lnTo>
                    <a:pt x="223587" y="196164"/>
                  </a:lnTo>
                  <a:lnTo>
                    <a:pt x="224520" y="196119"/>
                  </a:lnTo>
                  <a:lnTo>
                    <a:pt x="225545" y="196069"/>
                  </a:lnTo>
                  <a:lnTo>
                    <a:pt x="227450" y="195009"/>
                  </a:lnTo>
                  <a:lnTo>
                    <a:pt x="228416" y="193668"/>
                  </a:lnTo>
                  <a:lnTo>
                    <a:pt x="232128" y="191364"/>
                  </a:lnTo>
                  <a:lnTo>
                    <a:pt x="232142" y="191101"/>
                  </a:lnTo>
                  <a:lnTo>
                    <a:pt x="232207" y="189884"/>
                  </a:lnTo>
                  <a:lnTo>
                    <a:pt x="234037" y="189851"/>
                  </a:lnTo>
                  <a:lnTo>
                    <a:pt x="234228" y="189617"/>
                  </a:lnTo>
                  <a:lnTo>
                    <a:pt x="235225" y="188394"/>
                  </a:lnTo>
                  <a:lnTo>
                    <a:pt x="237702" y="188869"/>
                  </a:lnTo>
                  <a:lnTo>
                    <a:pt x="241542" y="188809"/>
                  </a:lnTo>
                  <a:lnTo>
                    <a:pt x="243919" y="186763"/>
                  </a:lnTo>
                  <a:lnTo>
                    <a:pt x="243662" y="185463"/>
                  </a:lnTo>
                  <a:lnTo>
                    <a:pt x="244586" y="184313"/>
                  </a:lnTo>
                  <a:lnTo>
                    <a:pt x="247074" y="183833"/>
                  </a:lnTo>
                  <a:lnTo>
                    <a:pt x="253184" y="181620"/>
                  </a:lnTo>
                  <a:lnTo>
                    <a:pt x="258154" y="179266"/>
                  </a:lnTo>
                  <a:lnTo>
                    <a:pt x="262012" y="176883"/>
                  </a:lnTo>
                  <a:lnTo>
                    <a:pt x="264053" y="173792"/>
                  </a:lnTo>
                  <a:lnTo>
                    <a:pt x="265392" y="171101"/>
                  </a:lnTo>
                  <a:lnTo>
                    <a:pt x="266923" y="169406"/>
                  </a:lnTo>
                  <a:lnTo>
                    <a:pt x="267638" y="167511"/>
                  </a:lnTo>
                  <a:lnTo>
                    <a:pt x="269518" y="166012"/>
                  </a:lnTo>
                  <a:lnTo>
                    <a:pt x="272369" y="163034"/>
                  </a:lnTo>
                  <a:lnTo>
                    <a:pt x="272846" y="163651"/>
                  </a:lnTo>
                  <a:lnTo>
                    <a:pt x="271445" y="167654"/>
                  </a:lnTo>
                  <a:lnTo>
                    <a:pt x="271153" y="169986"/>
                  </a:lnTo>
                  <a:lnTo>
                    <a:pt x="273793" y="170450"/>
                  </a:lnTo>
                  <a:lnTo>
                    <a:pt x="275441" y="169205"/>
                  </a:lnTo>
                  <a:lnTo>
                    <a:pt x="275697" y="165900"/>
                  </a:lnTo>
                  <a:lnTo>
                    <a:pt x="277343" y="166011"/>
                  </a:lnTo>
                  <a:lnTo>
                    <a:pt x="277696" y="168348"/>
                  </a:lnTo>
                  <a:lnTo>
                    <a:pt x="279697" y="169362"/>
                  </a:lnTo>
                  <a:lnTo>
                    <a:pt x="282019" y="165887"/>
                  </a:lnTo>
                  <a:lnTo>
                    <a:pt x="283229" y="164965"/>
                  </a:lnTo>
                  <a:lnTo>
                    <a:pt x="285514" y="164648"/>
                  </a:lnTo>
                  <a:lnTo>
                    <a:pt x="283803" y="168618"/>
                  </a:lnTo>
                  <a:lnTo>
                    <a:pt x="279124" y="172767"/>
                  </a:lnTo>
                  <a:lnTo>
                    <a:pt x="273174" y="177795"/>
                  </a:lnTo>
                  <a:lnTo>
                    <a:pt x="270446" y="180661"/>
                  </a:lnTo>
                  <a:lnTo>
                    <a:pt x="259734" y="189743"/>
                  </a:lnTo>
                  <a:lnTo>
                    <a:pt x="258246" y="191070"/>
                  </a:lnTo>
                  <a:lnTo>
                    <a:pt x="254850" y="194091"/>
                  </a:lnTo>
                  <a:lnTo>
                    <a:pt x="252309" y="196711"/>
                  </a:lnTo>
                  <a:lnTo>
                    <a:pt x="246347" y="201288"/>
                  </a:lnTo>
                  <a:lnTo>
                    <a:pt x="243147" y="202910"/>
                  </a:lnTo>
                  <a:lnTo>
                    <a:pt x="241461" y="202986"/>
                  </a:lnTo>
                  <a:lnTo>
                    <a:pt x="239230" y="204639"/>
                  </a:lnTo>
                  <a:lnTo>
                    <a:pt x="237363" y="206019"/>
                  </a:lnTo>
                  <a:lnTo>
                    <a:pt x="236672" y="206529"/>
                  </a:lnTo>
                  <a:lnTo>
                    <a:pt x="232249" y="208574"/>
                  </a:lnTo>
                  <a:lnTo>
                    <a:pt x="228390" y="209542"/>
                  </a:lnTo>
                  <a:lnTo>
                    <a:pt x="227535" y="209756"/>
                  </a:lnTo>
                  <a:lnTo>
                    <a:pt x="226012" y="211018"/>
                  </a:lnTo>
                  <a:lnTo>
                    <a:pt x="222541" y="213887"/>
                  </a:lnTo>
                  <a:lnTo>
                    <a:pt x="221140" y="213433"/>
                  </a:lnTo>
                  <a:lnTo>
                    <a:pt x="220400" y="213192"/>
                  </a:lnTo>
                  <a:lnTo>
                    <a:pt x="218520" y="212831"/>
                  </a:lnTo>
                  <a:lnTo>
                    <a:pt x="217740" y="212681"/>
                  </a:lnTo>
                  <a:lnTo>
                    <a:pt x="216559" y="215635"/>
                  </a:lnTo>
                  <a:lnTo>
                    <a:pt x="214069" y="218298"/>
                  </a:lnTo>
                  <a:lnTo>
                    <a:pt x="212112" y="219420"/>
                  </a:lnTo>
                  <a:lnTo>
                    <a:pt x="211895" y="217306"/>
                  </a:lnTo>
                  <a:lnTo>
                    <a:pt x="212815" y="216308"/>
                  </a:lnTo>
                  <a:lnTo>
                    <a:pt x="212771" y="214549"/>
                  </a:lnTo>
                  <a:lnTo>
                    <a:pt x="212337" y="212712"/>
                  </a:lnTo>
                  <a:lnTo>
                    <a:pt x="213159" y="211751"/>
                  </a:lnTo>
                  <a:lnTo>
                    <a:pt x="213508" y="211595"/>
                  </a:lnTo>
                  <a:lnTo>
                    <a:pt x="215947" y="210504"/>
                  </a:lnTo>
                  <a:lnTo>
                    <a:pt x="216263" y="209605"/>
                  </a:lnTo>
                  <a:lnTo>
                    <a:pt x="216331" y="209412"/>
                  </a:lnTo>
                  <a:lnTo>
                    <a:pt x="216743" y="208217"/>
                  </a:lnTo>
                  <a:lnTo>
                    <a:pt x="216844" y="206406"/>
                  </a:lnTo>
                  <a:lnTo>
                    <a:pt x="216901" y="205378"/>
                  </a:lnTo>
                  <a:lnTo>
                    <a:pt x="216934" y="204787"/>
                  </a:lnTo>
                  <a:lnTo>
                    <a:pt x="217340" y="202550"/>
                  </a:lnTo>
                  <a:lnTo>
                    <a:pt x="217525" y="201525"/>
                  </a:lnTo>
                  <a:lnTo>
                    <a:pt x="217569" y="201285"/>
                  </a:lnTo>
                  <a:lnTo>
                    <a:pt x="217594" y="200989"/>
                  </a:lnTo>
                  <a:lnTo>
                    <a:pt x="217688" y="199871"/>
                  </a:lnTo>
                  <a:lnTo>
                    <a:pt x="217754" y="199091"/>
                  </a:lnTo>
                  <a:lnTo>
                    <a:pt x="217810" y="198432"/>
                  </a:lnTo>
                  <a:lnTo>
                    <a:pt x="217803" y="198026"/>
                  </a:lnTo>
                  <a:lnTo>
                    <a:pt x="217772" y="196191"/>
                  </a:lnTo>
                  <a:lnTo>
                    <a:pt x="217743" y="194510"/>
                  </a:lnTo>
                  <a:lnTo>
                    <a:pt x="217530" y="192234"/>
                  </a:lnTo>
                  <a:lnTo>
                    <a:pt x="211612" y="191033"/>
                  </a:lnTo>
                  <a:lnTo>
                    <a:pt x="204725" y="189528"/>
                  </a:lnTo>
                  <a:lnTo>
                    <a:pt x="203802" y="189325"/>
                  </a:lnTo>
                  <a:lnTo>
                    <a:pt x="201073" y="188703"/>
                  </a:lnTo>
                  <a:lnTo>
                    <a:pt x="198401" y="187962"/>
                  </a:lnTo>
                  <a:lnTo>
                    <a:pt x="194683" y="186926"/>
                  </a:lnTo>
                  <a:lnTo>
                    <a:pt x="185040" y="184477"/>
                  </a:lnTo>
                  <a:lnTo>
                    <a:pt x="182706" y="181733"/>
                  </a:lnTo>
                  <a:lnTo>
                    <a:pt x="181953" y="181884"/>
                  </a:lnTo>
                  <a:lnTo>
                    <a:pt x="180429" y="182190"/>
                  </a:lnTo>
                  <a:lnTo>
                    <a:pt x="176998" y="182066"/>
                  </a:lnTo>
                  <a:lnTo>
                    <a:pt x="173283" y="181155"/>
                  </a:lnTo>
                  <a:lnTo>
                    <a:pt x="170087" y="178160"/>
                  </a:lnTo>
                  <a:lnTo>
                    <a:pt x="169605" y="176849"/>
                  </a:lnTo>
                  <a:lnTo>
                    <a:pt x="168964" y="175107"/>
                  </a:lnTo>
                  <a:lnTo>
                    <a:pt x="167263" y="169995"/>
                  </a:lnTo>
                  <a:lnTo>
                    <a:pt x="165852" y="167908"/>
                  </a:lnTo>
                  <a:lnTo>
                    <a:pt x="163990" y="166535"/>
                  </a:lnTo>
                  <a:lnTo>
                    <a:pt x="162782" y="166458"/>
                  </a:lnTo>
                  <a:lnTo>
                    <a:pt x="161083" y="166350"/>
                  </a:lnTo>
                  <a:lnTo>
                    <a:pt x="158300" y="166076"/>
                  </a:lnTo>
                  <a:lnTo>
                    <a:pt x="156459" y="163495"/>
                  </a:lnTo>
                  <a:lnTo>
                    <a:pt x="154150" y="161893"/>
                  </a:lnTo>
                  <a:lnTo>
                    <a:pt x="153502" y="162051"/>
                  </a:lnTo>
                  <a:lnTo>
                    <a:pt x="149458" y="163033"/>
                  </a:lnTo>
                  <a:lnTo>
                    <a:pt x="149255" y="163097"/>
                  </a:lnTo>
                  <a:lnTo>
                    <a:pt x="136143" y="167209"/>
                  </a:lnTo>
                  <a:lnTo>
                    <a:pt x="128169" y="169655"/>
                  </a:lnTo>
                  <a:lnTo>
                    <a:pt x="126822" y="170065"/>
                  </a:lnTo>
                  <a:lnTo>
                    <a:pt x="116070" y="173315"/>
                  </a:lnTo>
                  <a:lnTo>
                    <a:pt x="112792" y="174235"/>
                  </a:lnTo>
                  <a:lnTo>
                    <a:pt x="100236" y="177928"/>
                  </a:lnTo>
                  <a:lnTo>
                    <a:pt x="98911" y="178314"/>
                  </a:lnTo>
                  <a:lnTo>
                    <a:pt x="97485" y="178728"/>
                  </a:lnTo>
                  <a:lnTo>
                    <a:pt x="76959" y="184737"/>
                  </a:lnTo>
                  <a:lnTo>
                    <a:pt x="72183" y="186110"/>
                  </a:lnTo>
                  <a:lnTo>
                    <a:pt x="69380" y="186912"/>
                  </a:lnTo>
                  <a:lnTo>
                    <a:pt x="62557" y="188777"/>
                  </a:lnTo>
                  <a:lnTo>
                    <a:pt x="56563" y="190456"/>
                  </a:lnTo>
                  <a:lnTo>
                    <a:pt x="54344" y="191074"/>
                  </a:lnTo>
                  <a:lnTo>
                    <a:pt x="53078" y="191417"/>
                  </a:lnTo>
                  <a:lnTo>
                    <a:pt x="43178" y="194077"/>
                  </a:lnTo>
                  <a:lnTo>
                    <a:pt x="32126" y="197085"/>
                  </a:lnTo>
                  <a:lnTo>
                    <a:pt x="29924" y="197679"/>
                  </a:lnTo>
                  <a:lnTo>
                    <a:pt x="27238" y="198396"/>
                  </a:lnTo>
                  <a:lnTo>
                    <a:pt x="13101" y="202125"/>
                  </a:lnTo>
                  <a:lnTo>
                    <a:pt x="8334" y="203342"/>
                  </a:lnTo>
                  <a:lnTo>
                    <a:pt x="3146" y="204656"/>
                  </a:lnTo>
                  <a:lnTo>
                    <a:pt x="1593" y="198421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5577440" y="3257252"/>
              <a:ext cx="5780" cy="8580"/>
            </a:xfrm>
            <a:custGeom>
              <a:avLst/>
              <a:pathLst>
                <a:path w="5780" h="8580">
                  <a:moveTo>
                    <a:pt x="0" y="3098"/>
                  </a:moveTo>
                  <a:lnTo>
                    <a:pt x="1926" y="0"/>
                  </a:lnTo>
                  <a:lnTo>
                    <a:pt x="5255" y="1944"/>
                  </a:lnTo>
                  <a:lnTo>
                    <a:pt x="5780" y="6535"/>
                  </a:lnTo>
                  <a:lnTo>
                    <a:pt x="2571" y="8580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5450215" y="3200489"/>
              <a:ext cx="302141" cy="346303"/>
            </a:xfrm>
            <a:custGeom>
              <a:avLst/>
              <a:pathLst>
                <a:path w="302141" h="346303">
                  <a:moveTo>
                    <a:pt x="38026" y="304372"/>
                  </a:moveTo>
                  <a:lnTo>
                    <a:pt x="36905" y="297442"/>
                  </a:lnTo>
                  <a:lnTo>
                    <a:pt x="35657" y="289743"/>
                  </a:lnTo>
                  <a:lnTo>
                    <a:pt x="33719" y="278176"/>
                  </a:lnTo>
                  <a:lnTo>
                    <a:pt x="33038" y="274112"/>
                  </a:lnTo>
                  <a:lnTo>
                    <a:pt x="30666" y="259997"/>
                  </a:lnTo>
                  <a:lnTo>
                    <a:pt x="27872" y="243082"/>
                  </a:lnTo>
                  <a:lnTo>
                    <a:pt x="26575" y="235247"/>
                  </a:lnTo>
                  <a:lnTo>
                    <a:pt x="25070" y="226168"/>
                  </a:lnTo>
                  <a:lnTo>
                    <a:pt x="24015" y="219679"/>
                  </a:lnTo>
                  <a:lnTo>
                    <a:pt x="22132" y="208124"/>
                  </a:lnTo>
                  <a:lnTo>
                    <a:pt x="21512" y="204322"/>
                  </a:lnTo>
                  <a:lnTo>
                    <a:pt x="19265" y="191088"/>
                  </a:lnTo>
                  <a:lnTo>
                    <a:pt x="18161" y="184842"/>
                  </a:lnTo>
                  <a:lnTo>
                    <a:pt x="15711" y="171005"/>
                  </a:lnTo>
                  <a:lnTo>
                    <a:pt x="12587" y="153768"/>
                  </a:lnTo>
                  <a:lnTo>
                    <a:pt x="11512" y="147845"/>
                  </a:lnTo>
                  <a:lnTo>
                    <a:pt x="9384" y="136137"/>
                  </a:lnTo>
                  <a:lnTo>
                    <a:pt x="7265" y="124510"/>
                  </a:lnTo>
                  <a:lnTo>
                    <a:pt x="6967" y="122881"/>
                  </a:lnTo>
                  <a:lnTo>
                    <a:pt x="4743" y="110703"/>
                  </a:lnTo>
                  <a:lnTo>
                    <a:pt x="4451" y="109129"/>
                  </a:lnTo>
                  <a:lnTo>
                    <a:pt x="2737" y="99906"/>
                  </a:lnTo>
                  <a:lnTo>
                    <a:pt x="0" y="85201"/>
                  </a:lnTo>
                  <a:lnTo>
                    <a:pt x="24004" y="79814"/>
                  </a:lnTo>
                  <a:lnTo>
                    <a:pt x="26513" y="79235"/>
                  </a:lnTo>
                  <a:lnTo>
                    <a:pt x="29061" y="78646"/>
                  </a:lnTo>
                  <a:lnTo>
                    <a:pt x="43773" y="75220"/>
                  </a:lnTo>
                  <a:lnTo>
                    <a:pt x="60283" y="71272"/>
                  </a:lnTo>
                  <a:lnTo>
                    <a:pt x="67905" y="69431"/>
                  </a:lnTo>
                  <a:lnTo>
                    <a:pt x="87966" y="64504"/>
                  </a:lnTo>
                  <a:lnTo>
                    <a:pt x="91587" y="67570"/>
                  </a:lnTo>
                  <a:lnTo>
                    <a:pt x="96812" y="65538"/>
                  </a:lnTo>
                  <a:lnTo>
                    <a:pt x="104047" y="69317"/>
                  </a:lnTo>
                  <a:lnTo>
                    <a:pt x="108840" y="70166"/>
                  </a:lnTo>
                  <a:lnTo>
                    <a:pt x="115713" y="71375"/>
                  </a:lnTo>
                  <a:lnTo>
                    <a:pt x="118943" y="74353"/>
                  </a:lnTo>
                  <a:lnTo>
                    <a:pt x="125818" y="76705"/>
                  </a:lnTo>
                  <a:lnTo>
                    <a:pt x="129597" y="70180"/>
                  </a:lnTo>
                  <a:lnTo>
                    <a:pt x="131056" y="68833"/>
                  </a:lnTo>
                  <a:lnTo>
                    <a:pt x="139485" y="71238"/>
                  </a:lnTo>
                  <a:lnTo>
                    <a:pt x="142096" y="74850"/>
                  </a:lnTo>
                  <a:lnTo>
                    <a:pt x="142349" y="75200"/>
                  </a:lnTo>
                  <a:lnTo>
                    <a:pt x="148163" y="79842"/>
                  </a:lnTo>
                  <a:lnTo>
                    <a:pt x="154332" y="81945"/>
                  </a:lnTo>
                  <a:lnTo>
                    <a:pt x="159178" y="81335"/>
                  </a:lnTo>
                  <a:lnTo>
                    <a:pt x="164901" y="76355"/>
                  </a:lnTo>
                  <a:lnTo>
                    <a:pt x="165791" y="76102"/>
                  </a:lnTo>
                  <a:lnTo>
                    <a:pt x="170928" y="74638"/>
                  </a:lnTo>
                  <a:lnTo>
                    <a:pt x="175845" y="69777"/>
                  </a:lnTo>
                  <a:lnTo>
                    <a:pt x="187253" y="63268"/>
                  </a:lnTo>
                  <a:lnTo>
                    <a:pt x="189156" y="63819"/>
                  </a:lnTo>
                  <a:lnTo>
                    <a:pt x="191391" y="64465"/>
                  </a:lnTo>
                  <a:lnTo>
                    <a:pt x="197463" y="62804"/>
                  </a:lnTo>
                  <a:lnTo>
                    <a:pt x="199606" y="62216"/>
                  </a:lnTo>
                  <a:lnTo>
                    <a:pt x="204440" y="61773"/>
                  </a:lnTo>
                  <a:lnTo>
                    <a:pt x="210291" y="55626"/>
                  </a:lnTo>
                  <a:lnTo>
                    <a:pt x="217899" y="45161"/>
                  </a:lnTo>
                  <a:lnTo>
                    <a:pt x="219084" y="43525"/>
                  </a:lnTo>
                  <a:lnTo>
                    <a:pt x="222976" y="37243"/>
                  </a:lnTo>
                  <a:lnTo>
                    <a:pt x="228528" y="31021"/>
                  </a:lnTo>
                  <a:lnTo>
                    <a:pt x="234652" y="27129"/>
                  </a:lnTo>
                  <a:lnTo>
                    <a:pt x="242173" y="20440"/>
                  </a:lnTo>
                  <a:lnTo>
                    <a:pt x="245192" y="18828"/>
                  </a:lnTo>
                  <a:lnTo>
                    <a:pt x="251385" y="15515"/>
                  </a:lnTo>
                  <a:lnTo>
                    <a:pt x="256992" y="10384"/>
                  </a:lnTo>
                  <a:lnTo>
                    <a:pt x="270136" y="2736"/>
                  </a:lnTo>
                  <a:lnTo>
                    <a:pt x="273752" y="0"/>
                  </a:lnTo>
                  <a:lnTo>
                    <a:pt x="276393" y="11258"/>
                  </a:lnTo>
                  <a:lnTo>
                    <a:pt x="280096" y="27079"/>
                  </a:lnTo>
                  <a:lnTo>
                    <a:pt x="283608" y="42073"/>
                  </a:lnTo>
                  <a:lnTo>
                    <a:pt x="283819" y="42974"/>
                  </a:lnTo>
                  <a:lnTo>
                    <a:pt x="289089" y="65548"/>
                  </a:lnTo>
                  <a:lnTo>
                    <a:pt x="291098" y="74296"/>
                  </a:lnTo>
                  <a:lnTo>
                    <a:pt x="291262" y="75011"/>
                  </a:lnTo>
                  <a:lnTo>
                    <a:pt x="295669" y="94248"/>
                  </a:lnTo>
                  <a:lnTo>
                    <a:pt x="295799" y="94805"/>
                  </a:lnTo>
                  <a:lnTo>
                    <a:pt x="296806" y="99115"/>
                  </a:lnTo>
                  <a:lnTo>
                    <a:pt x="301167" y="117812"/>
                  </a:lnTo>
                  <a:lnTo>
                    <a:pt x="297381" y="120895"/>
                  </a:lnTo>
                  <a:lnTo>
                    <a:pt x="294424" y="121201"/>
                  </a:lnTo>
                  <a:lnTo>
                    <a:pt x="292489" y="125147"/>
                  </a:lnTo>
                  <a:lnTo>
                    <a:pt x="296755" y="129877"/>
                  </a:lnTo>
                  <a:lnTo>
                    <a:pt x="299383" y="136101"/>
                  </a:lnTo>
                  <a:lnTo>
                    <a:pt x="298934" y="140995"/>
                  </a:lnTo>
                  <a:lnTo>
                    <a:pt x="298848" y="141917"/>
                  </a:lnTo>
                  <a:lnTo>
                    <a:pt x="302141" y="148702"/>
                  </a:lnTo>
                  <a:lnTo>
                    <a:pt x="300679" y="153942"/>
                  </a:lnTo>
                  <a:lnTo>
                    <a:pt x="299340" y="160232"/>
                  </a:lnTo>
                  <a:lnTo>
                    <a:pt x="298716" y="163157"/>
                  </a:lnTo>
                  <a:lnTo>
                    <a:pt x="298599" y="163700"/>
                  </a:lnTo>
                  <a:lnTo>
                    <a:pt x="297977" y="170491"/>
                  </a:lnTo>
                  <a:lnTo>
                    <a:pt x="298802" y="174582"/>
                  </a:lnTo>
                  <a:lnTo>
                    <a:pt x="299928" y="180169"/>
                  </a:lnTo>
                  <a:lnTo>
                    <a:pt x="298714" y="182367"/>
                  </a:lnTo>
                  <a:lnTo>
                    <a:pt x="296744" y="185761"/>
                  </a:lnTo>
                  <a:lnTo>
                    <a:pt x="296765" y="192134"/>
                  </a:lnTo>
                  <a:lnTo>
                    <a:pt x="296766" y="192401"/>
                  </a:lnTo>
                  <a:lnTo>
                    <a:pt x="297629" y="196470"/>
                  </a:lnTo>
                  <a:lnTo>
                    <a:pt x="295365" y="200492"/>
                  </a:lnTo>
                  <a:lnTo>
                    <a:pt x="298536" y="203848"/>
                  </a:lnTo>
                  <a:lnTo>
                    <a:pt x="299067" y="204410"/>
                  </a:lnTo>
                  <a:lnTo>
                    <a:pt x="297637" y="209305"/>
                  </a:lnTo>
                  <a:lnTo>
                    <a:pt x="293494" y="215466"/>
                  </a:lnTo>
                  <a:lnTo>
                    <a:pt x="288562" y="223015"/>
                  </a:lnTo>
                  <a:lnTo>
                    <a:pt x="286524" y="226127"/>
                  </a:lnTo>
                  <a:lnTo>
                    <a:pt x="284486" y="231421"/>
                  </a:lnTo>
                  <a:lnTo>
                    <a:pt x="284159" y="232269"/>
                  </a:lnTo>
                  <a:lnTo>
                    <a:pt x="280659" y="234814"/>
                  </a:lnTo>
                  <a:lnTo>
                    <a:pt x="277195" y="239394"/>
                  </a:lnTo>
                  <a:lnTo>
                    <a:pt x="271410" y="244830"/>
                  </a:lnTo>
                  <a:lnTo>
                    <a:pt x="269817" y="244926"/>
                  </a:lnTo>
                  <a:lnTo>
                    <a:pt x="268183" y="245024"/>
                  </a:lnTo>
                  <a:lnTo>
                    <a:pt x="266094" y="241533"/>
                  </a:lnTo>
                  <a:lnTo>
                    <a:pt x="262892" y="240912"/>
                  </a:lnTo>
                  <a:lnTo>
                    <a:pt x="260406" y="244817"/>
                  </a:lnTo>
                  <a:lnTo>
                    <a:pt x="257403" y="249434"/>
                  </a:lnTo>
                  <a:lnTo>
                    <a:pt x="258053" y="254337"/>
                  </a:lnTo>
                  <a:lnTo>
                    <a:pt x="254786" y="255159"/>
                  </a:lnTo>
                  <a:lnTo>
                    <a:pt x="250466" y="256286"/>
                  </a:lnTo>
                  <a:lnTo>
                    <a:pt x="249236" y="261607"/>
                  </a:lnTo>
                  <a:lnTo>
                    <a:pt x="248725" y="262487"/>
                  </a:lnTo>
                  <a:lnTo>
                    <a:pt x="247100" y="265284"/>
                  </a:lnTo>
                  <a:lnTo>
                    <a:pt x="247199" y="265598"/>
                  </a:lnTo>
                  <a:lnTo>
                    <a:pt x="249216" y="272027"/>
                  </a:lnTo>
                  <a:lnTo>
                    <a:pt x="248768" y="272364"/>
                  </a:lnTo>
                  <a:lnTo>
                    <a:pt x="245241" y="275011"/>
                  </a:lnTo>
                  <a:lnTo>
                    <a:pt x="247035" y="278641"/>
                  </a:lnTo>
                  <a:lnTo>
                    <a:pt x="249330" y="283635"/>
                  </a:lnTo>
                  <a:lnTo>
                    <a:pt x="246472" y="287497"/>
                  </a:lnTo>
                  <a:lnTo>
                    <a:pt x="241945" y="290016"/>
                  </a:lnTo>
                  <a:lnTo>
                    <a:pt x="237831" y="285049"/>
                  </a:lnTo>
                  <a:lnTo>
                    <a:pt x="232741" y="282830"/>
                  </a:lnTo>
                  <a:lnTo>
                    <a:pt x="230614" y="284382"/>
                  </a:lnTo>
                  <a:lnTo>
                    <a:pt x="228154" y="288796"/>
                  </a:lnTo>
                  <a:lnTo>
                    <a:pt x="227763" y="290276"/>
                  </a:lnTo>
                  <a:lnTo>
                    <a:pt x="226329" y="295698"/>
                  </a:lnTo>
                  <a:lnTo>
                    <a:pt x="225972" y="303249"/>
                  </a:lnTo>
                  <a:lnTo>
                    <a:pt x="223120" y="305902"/>
                  </a:lnTo>
                  <a:lnTo>
                    <a:pt x="224411" y="309523"/>
                  </a:lnTo>
                  <a:lnTo>
                    <a:pt x="227318" y="318187"/>
                  </a:lnTo>
                  <a:lnTo>
                    <a:pt x="228949" y="322545"/>
                  </a:lnTo>
                  <a:lnTo>
                    <a:pt x="226260" y="324684"/>
                  </a:lnTo>
                  <a:lnTo>
                    <a:pt x="222445" y="325333"/>
                  </a:lnTo>
                  <a:lnTo>
                    <a:pt x="222156" y="326672"/>
                  </a:lnTo>
                  <a:lnTo>
                    <a:pt x="221745" y="328567"/>
                  </a:lnTo>
                  <a:lnTo>
                    <a:pt x="222140" y="334382"/>
                  </a:lnTo>
                  <a:lnTo>
                    <a:pt x="221625" y="338833"/>
                  </a:lnTo>
                  <a:lnTo>
                    <a:pt x="217926" y="340971"/>
                  </a:lnTo>
                  <a:lnTo>
                    <a:pt x="213590" y="342628"/>
                  </a:lnTo>
                  <a:lnTo>
                    <a:pt x="209565" y="344632"/>
                  </a:lnTo>
                  <a:lnTo>
                    <a:pt x="206202" y="346303"/>
                  </a:lnTo>
                  <a:lnTo>
                    <a:pt x="203631" y="345244"/>
                  </a:lnTo>
                  <a:lnTo>
                    <a:pt x="200961" y="340720"/>
                  </a:lnTo>
                  <a:lnTo>
                    <a:pt x="197297" y="338680"/>
                  </a:lnTo>
                  <a:lnTo>
                    <a:pt x="196366" y="338161"/>
                  </a:lnTo>
                  <a:lnTo>
                    <a:pt x="192266" y="335154"/>
                  </a:lnTo>
                  <a:lnTo>
                    <a:pt x="187015" y="335752"/>
                  </a:lnTo>
                  <a:lnTo>
                    <a:pt x="186073" y="335105"/>
                  </a:lnTo>
                  <a:lnTo>
                    <a:pt x="182796" y="332853"/>
                  </a:lnTo>
                  <a:lnTo>
                    <a:pt x="180264" y="326586"/>
                  </a:lnTo>
                  <a:lnTo>
                    <a:pt x="179458" y="323054"/>
                  </a:lnTo>
                  <a:lnTo>
                    <a:pt x="177574" y="319979"/>
                  </a:lnTo>
                  <a:lnTo>
                    <a:pt x="174110" y="321885"/>
                  </a:lnTo>
                  <a:lnTo>
                    <a:pt x="169645" y="324036"/>
                  </a:lnTo>
                  <a:lnTo>
                    <a:pt x="168606" y="325467"/>
                  </a:lnTo>
                  <a:lnTo>
                    <a:pt x="167932" y="326394"/>
                  </a:lnTo>
                  <a:lnTo>
                    <a:pt x="163769" y="330631"/>
                  </a:lnTo>
                  <a:lnTo>
                    <a:pt x="163171" y="333649"/>
                  </a:lnTo>
                  <a:lnTo>
                    <a:pt x="160520" y="336035"/>
                  </a:lnTo>
                  <a:lnTo>
                    <a:pt x="155798" y="336242"/>
                  </a:lnTo>
                  <a:lnTo>
                    <a:pt x="154364" y="337958"/>
                  </a:lnTo>
                  <a:lnTo>
                    <a:pt x="153075" y="339500"/>
                  </a:lnTo>
                  <a:lnTo>
                    <a:pt x="150347" y="337901"/>
                  </a:lnTo>
                  <a:lnTo>
                    <a:pt x="145873" y="335251"/>
                  </a:lnTo>
                  <a:lnTo>
                    <a:pt x="141349" y="335447"/>
                  </a:lnTo>
                  <a:lnTo>
                    <a:pt x="134436" y="333838"/>
                  </a:lnTo>
                  <a:lnTo>
                    <a:pt x="128402" y="337141"/>
                  </a:lnTo>
                  <a:lnTo>
                    <a:pt x="127899" y="340559"/>
                  </a:lnTo>
                  <a:lnTo>
                    <a:pt x="127651" y="340741"/>
                  </a:lnTo>
                  <a:lnTo>
                    <a:pt x="125615" y="342233"/>
                  </a:lnTo>
                  <a:lnTo>
                    <a:pt x="123674" y="341886"/>
                  </a:lnTo>
                  <a:lnTo>
                    <a:pt x="118796" y="341011"/>
                  </a:lnTo>
                  <a:lnTo>
                    <a:pt x="117394" y="337847"/>
                  </a:lnTo>
                  <a:lnTo>
                    <a:pt x="113606" y="336729"/>
                  </a:lnTo>
                  <a:lnTo>
                    <a:pt x="111787" y="333837"/>
                  </a:lnTo>
                  <a:lnTo>
                    <a:pt x="107946" y="333141"/>
                  </a:lnTo>
                  <a:lnTo>
                    <a:pt x="106178" y="332820"/>
                  </a:lnTo>
                  <a:lnTo>
                    <a:pt x="102525" y="332389"/>
                  </a:lnTo>
                  <a:lnTo>
                    <a:pt x="97720" y="334752"/>
                  </a:lnTo>
                  <a:lnTo>
                    <a:pt x="91780" y="334270"/>
                  </a:lnTo>
                  <a:lnTo>
                    <a:pt x="86187" y="333867"/>
                  </a:lnTo>
                  <a:lnTo>
                    <a:pt x="84894" y="331910"/>
                  </a:lnTo>
                  <a:lnTo>
                    <a:pt x="84200" y="330860"/>
                  </a:lnTo>
                  <a:lnTo>
                    <a:pt x="83753" y="328008"/>
                  </a:lnTo>
                  <a:lnTo>
                    <a:pt x="83672" y="327494"/>
                  </a:lnTo>
                  <a:lnTo>
                    <a:pt x="78634" y="321560"/>
                  </a:lnTo>
                  <a:lnTo>
                    <a:pt x="77471" y="318674"/>
                  </a:lnTo>
                  <a:lnTo>
                    <a:pt x="75341" y="316251"/>
                  </a:lnTo>
                  <a:lnTo>
                    <a:pt x="74867" y="315712"/>
                  </a:lnTo>
                  <a:lnTo>
                    <a:pt x="69483" y="315011"/>
                  </a:lnTo>
                  <a:lnTo>
                    <a:pt x="66700" y="312095"/>
                  </a:lnTo>
                  <a:lnTo>
                    <a:pt x="65377" y="309552"/>
                  </a:lnTo>
                  <a:lnTo>
                    <a:pt x="64114" y="309123"/>
                  </a:lnTo>
                  <a:lnTo>
                    <a:pt x="62903" y="309812"/>
                  </a:lnTo>
                  <a:lnTo>
                    <a:pt x="62256" y="311246"/>
                  </a:lnTo>
                  <a:lnTo>
                    <a:pt x="61394" y="311473"/>
                  </a:lnTo>
                  <a:lnTo>
                    <a:pt x="58406" y="312261"/>
                  </a:lnTo>
                  <a:lnTo>
                    <a:pt x="54917" y="315314"/>
                  </a:lnTo>
                  <a:lnTo>
                    <a:pt x="53872" y="315044"/>
                  </a:lnTo>
                  <a:lnTo>
                    <a:pt x="49789" y="313986"/>
                  </a:lnTo>
                  <a:lnTo>
                    <a:pt x="46914" y="311556"/>
                  </a:lnTo>
                  <a:lnTo>
                    <a:pt x="46739" y="311407"/>
                  </a:lnTo>
                  <a:lnTo>
                    <a:pt x="44004" y="310572"/>
                  </a:lnTo>
                  <a:lnTo>
                    <a:pt x="39912" y="315171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714518" y="3978234"/>
              <a:ext cx="776044" cy="371650"/>
            </a:xfrm>
            <a:custGeom>
              <a:avLst/>
              <a:pathLst>
                <a:path w="776044" h="371650">
                  <a:moveTo>
                    <a:pt x="626" y="46137"/>
                  </a:moveTo>
                  <a:lnTo>
                    <a:pt x="1529" y="20336"/>
                  </a:lnTo>
                  <a:lnTo>
                    <a:pt x="1838" y="10369"/>
                  </a:lnTo>
                  <a:lnTo>
                    <a:pt x="15987" y="10917"/>
                  </a:lnTo>
                  <a:lnTo>
                    <a:pt x="28678" y="11826"/>
                  </a:lnTo>
                  <a:lnTo>
                    <a:pt x="58966" y="12809"/>
                  </a:lnTo>
                  <a:lnTo>
                    <a:pt x="86622" y="13690"/>
                  </a:lnTo>
                  <a:lnTo>
                    <a:pt x="87863" y="13714"/>
                  </a:lnTo>
                  <a:lnTo>
                    <a:pt x="98978" y="13912"/>
                  </a:lnTo>
                  <a:lnTo>
                    <a:pt x="129662" y="14369"/>
                  </a:lnTo>
                  <a:lnTo>
                    <a:pt x="135843" y="14446"/>
                  </a:lnTo>
                  <a:lnTo>
                    <a:pt x="160047" y="14668"/>
                  </a:lnTo>
                  <a:lnTo>
                    <a:pt x="172867" y="14775"/>
                  </a:lnTo>
                  <a:lnTo>
                    <a:pt x="183560" y="14846"/>
                  </a:lnTo>
                  <a:lnTo>
                    <a:pt x="191500" y="14890"/>
                  </a:lnTo>
                  <a:lnTo>
                    <a:pt x="211151" y="14894"/>
                  </a:lnTo>
                  <a:lnTo>
                    <a:pt x="218278" y="14882"/>
                  </a:lnTo>
                  <a:lnTo>
                    <a:pt x="259219" y="14957"/>
                  </a:lnTo>
                  <a:lnTo>
                    <a:pt x="266901" y="14945"/>
                  </a:lnTo>
                  <a:lnTo>
                    <a:pt x="267553" y="14944"/>
                  </a:lnTo>
                  <a:lnTo>
                    <a:pt x="297387" y="15040"/>
                  </a:lnTo>
                  <a:lnTo>
                    <a:pt x="307689" y="15023"/>
                  </a:lnTo>
                  <a:lnTo>
                    <a:pt x="315194" y="15001"/>
                  </a:lnTo>
                  <a:lnTo>
                    <a:pt x="319541" y="14985"/>
                  </a:lnTo>
                  <a:lnTo>
                    <a:pt x="344074" y="14788"/>
                  </a:lnTo>
                  <a:lnTo>
                    <a:pt x="355489" y="14668"/>
                  </a:lnTo>
                  <a:lnTo>
                    <a:pt x="373904" y="14438"/>
                  </a:lnTo>
                  <a:lnTo>
                    <a:pt x="395758" y="14171"/>
                  </a:lnTo>
                  <a:lnTo>
                    <a:pt x="412602" y="13922"/>
                  </a:lnTo>
                  <a:lnTo>
                    <a:pt x="413214" y="13909"/>
                  </a:lnTo>
                  <a:lnTo>
                    <a:pt x="433994" y="13440"/>
                  </a:lnTo>
                  <a:lnTo>
                    <a:pt x="439883" y="13297"/>
                  </a:lnTo>
                  <a:lnTo>
                    <a:pt x="461355" y="12725"/>
                  </a:lnTo>
                  <a:lnTo>
                    <a:pt x="464324" y="12641"/>
                  </a:lnTo>
                  <a:lnTo>
                    <a:pt x="491390" y="11864"/>
                  </a:lnTo>
                  <a:lnTo>
                    <a:pt x="498229" y="11652"/>
                  </a:lnTo>
                  <a:lnTo>
                    <a:pt x="519181" y="10955"/>
                  </a:lnTo>
                  <a:lnTo>
                    <a:pt x="523339" y="10810"/>
                  </a:lnTo>
                  <a:lnTo>
                    <a:pt x="554321" y="9675"/>
                  </a:lnTo>
                  <a:lnTo>
                    <a:pt x="574125" y="8916"/>
                  </a:lnTo>
                  <a:lnTo>
                    <a:pt x="576359" y="8827"/>
                  </a:lnTo>
                  <a:lnTo>
                    <a:pt x="601317" y="7696"/>
                  </a:lnTo>
                  <a:lnTo>
                    <a:pt x="620450" y="6794"/>
                  </a:lnTo>
                  <a:lnTo>
                    <a:pt x="623675" y="6637"/>
                  </a:lnTo>
                  <a:lnTo>
                    <a:pt x="626866" y="6480"/>
                  </a:lnTo>
                  <a:lnTo>
                    <a:pt x="639342" y="5861"/>
                  </a:lnTo>
                  <a:lnTo>
                    <a:pt x="658152" y="4888"/>
                  </a:lnTo>
                  <a:lnTo>
                    <a:pt x="662668" y="4647"/>
                  </a:lnTo>
                  <a:lnTo>
                    <a:pt x="672787" y="4097"/>
                  </a:lnTo>
                  <a:lnTo>
                    <a:pt x="680300" y="3680"/>
                  </a:lnTo>
                  <a:lnTo>
                    <a:pt x="702270" y="2407"/>
                  </a:lnTo>
                  <a:lnTo>
                    <a:pt x="708080" y="2059"/>
                  </a:lnTo>
                  <a:lnTo>
                    <a:pt x="709167" y="1993"/>
                  </a:lnTo>
                  <a:lnTo>
                    <a:pt x="734086" y="544"/>
                  </a:lnTo>
                  <a:lnTo>
                    <a:pt x="742445" y="0"/>
                  </a:lnTo>
                  <a:lnTo>
                    <a:pt x="743932" y="25558"/>
                  </a:lnTo>
                  <a:lnTo>
                    <a:pt x="744603" y="36405"/>
                  </a:lnTo>
                  <a:lnTo>
                    <a:pt x="744979" y="42487"/>
                  </a:lnTo>
                  <a:lnTo>
                    <a:pt x="745706" y="54936"/>
                  </a:lnTo>
                  <a:lnTo>
                    <a:pt x="749822" y="76686"/>
                  </a:lnTo>
                  <a:lnTo>
                    <a:pt x="752854" y="91721"/>
                  </a:lnTo>
                  <a:lnTo>
                    <a:pt x="754171" y="98240"/>
                  </a:lnTo>
                  <a:lnTo>
                    <a:pt x="756688" y="110688"/>
                  </a:lnTo>
                  <a:lnTo>
                    <a:pt x="761487" y="134602"/>
                  </a:lnTo>
                  <a:lnTo>
                    <a:pt x="761680" y="135589"/>
                  </a:lnTo>
                  <a:lnTo>
                    <a:pt x="764262" y="148737"/>
                  </a:lnTo>
                  <a:lnTo>
                    <a:pt x="767302" y="164185"/>
                  </a:lnTo>
                  <a:lnTo>
                    <a:pt x="769329" y="175535"/>
                  </a:lnTo>
                  <a:lnTo>
                    <a:pt x="769429" y="176097"/>
                  </a:lnTo>
                  <a:lnTo>
                    <a:pt x="769777" y="178047"/>
                  </a:lnTo>
                  <a:lnTo>
                    <a:pt x="770053" y="188365"/>
                  </a:lnTo>
                  <a:lnTo>
                    <a:pt x="770151" y="191578"/>
                  </a:lnTo>
                  <a:lnTo>
                    <a:pt x="771194" y="225989"/>
                  </a:lnTo>
                  <a:lnTo>
                    <a:pt x="771337" y="230779"/>
                  </a:lnTo>
                  <a:lnTo>
                    <a:pt x="771907" y="248561"/>
                  </a:lnTo>
                  <a:lnTo>
                    <a:pt x="772235" y="258903"/>
                  </a:lnTo>
                  <a:lnTo>
                    <a:pt x="772728" y="272926"/>
                  </a:lnTo>
                  <a:lnTo>
                    <a:pt x="773296" y="289193"/>
                  </a:lnTo>
                  <a:lnTo>
                    <a:pt x="773957" y="307817"/>
                  </a:lnTo>
                  <a:lnTo>
                    <a:pt x="774616" y="326565"/>
                  </a:lnTo>
                  <a:lnTo>
                    <a:pt x="774903" y="335232"/>
                  </a:lnTo>
                  <a:lnTo>
                    <a:pt x="775453" y="351923"/>
                  </a:lnTo>
                  <a:lnTo>
                    <a:pt x="776044" y="368534"/>
                  </a:lnTo>
                  <a:lnTo>
                    <a:pt x="772179" y="370549"/>
                  </a:lnTo>
                  <a:lnTo>
                    <a:pt x="767828" y="365535"/>
                  </a:lnTo>
                  <a:lnTo>
                    <a:pt x="762490" y="365487"/>
                  </a:lnTo>
                  <a:lnTo>
                    <a:pt x="754521" y="362257"/>
                  </a:lnTo>
                  <a:lnTo>
                    <a:pt x="752867" y="360865"/>
                  </a:lnTo>
                  <a:lnTo>
                    <a:pt x="749553" y="358074"/>
                  </a:lnTo>
                  <a:lnTo>
                    <a:pt x="742657" y="359442"/>
                  </a:lnTo>
                  <a:lnTo>
                    <a:pt x="736857" y="355733"/>
                  </a:lnTo>
                  <a:lnTo>
                    <a:pt x="733227" y="352182"/>
                  </a:lnTo>
                  <a:lnTo>
                    <a:pt x="729113" y="347825"/>
                  </a:lnTo>
                  <a:lnTo>
                    <a:pt x="723086" y="347046"/>
                  </a:lnTo>
                  <a:lnTo>
                    <a:pt x="718394" y="342666"/>
                  </a:lnTo>
                  <a:lnTo>
                    <a:pt x="713213" y="339492"/>
                  </a:lnTo>
                  <a:lnTo>
                    <a:pt x="712609" y="339290"/>
                  </a:lnTo>
                  <a:lnTo>
                    <a:pt x="706006" y="337079"/>
                  </a:lnTo>
                  <a:lnTo>
                    <a:pt x="703683" y="340760"/>
                  </a:lnTo>
                  <a:lnTo>
                    <a:pt x="701227" y="346618"/>
                  </a:lnTo>
                  <a:lnTo>
                    <a:pt x="698766" y="347184"/>
                  </a:lnTo>
                  <a:lnTo>
                    <a:pt x="694948" y="348060"/>
                  </a:lnTo>
                  <a:lnTo>
                    <a:pt x="686205" y="348416"/>
                  </a:lnTo>
                  <a:lnTo>
                    <a:pt x="678951" y="346969"/>
                  </a:lnTo>
                  <a:lnTo>
                    <a:pt x="675833" y="342561"/>
                  </a:lnTo>
                  <a:lnTo>
                    <a:pt x="671537" y="342765"/>
                  </a:lnTo>
                  <a:lnTo>
                    <a:pt x="665550" y="345422"/>
                  </a:lnTo>
                  <a:lnTo>
                    <a:pt x="659392" y="346821"/>
                  </a:lnTo>
                  <a:lnTo>
                    <a:pt x="654714" y="349643"/>
                  </a:lnTo>
                  <a:lnTo>
                    <a:pt x="651934" y="351318"/>
                  </a:lnTo>
                  <a:lnTo>
                    <a:pt x="649691" y="351213"/>
                  </a:lnTo>
                  <a:lnTo>
                    <a:pt x="645756" y="351026"/>
                  </a:lnTo>
                  <a:lnTo>
                    <a:pt x="641303" y="350003"/>
                  </a:lnTo>
                  <a:lnTo>
                    <a:pt x="629628" y="354246"/>
                  </a:lnTo>
                  <a:lnTo>
                    <a:pt x="621600" y="355667"/>
                  </a:lnTo>
                  <a:lnTo>
                    <a:pt x="619770" y="359203"/>
                  </a:lnTo>
                  <a:lnTo>
                    <a:pt x="614843" y="365203"/>
                  </a:lnTo>
                  <a:lnTo>
                    <a:pt x="610304" y="363014"/>
                  </a:lnTo>
                  <a:lnTo>
                    <a:pt x="607678" y="366949"/>
                  </a:lnTo>
                  <a:lnTo>
                    <a:pt x="602712" y="371650"/>
                  </a:lnTo>
                  <a:lnTo>
                    <a:pt x="601099" y="369374"/>
                  </a:lnTo>
                  <a:lnTo>
                    <a:pt x="598773" y="366089"/>
                  </a:lnTo>
                  <a:lnTo>
                    <a:pt x="595598" y="362509"/>
                  </a:lnTo>
                  <a:lnTo>
                    <a:pt x="589561" y="363484"/>
                  </a:lnTo>
                  <a:lnTo>
                    <a:pt x="587394" y="358661"/>
                  </a:lnTo>
                  <a:lnTo>
                    <a:pt x="582872" y="358736"/>
                  </a:lnTo>
                  <a:lnTo>
                    <a:pt x="580985" y="357512"/>
                  </a:lnTo>
                  <a:lnTo>
                    <a:pt x="581048" y="352037"/>
                  </a:lnTo>
                  <a:lnTo>
                    <a:pt x="580619" y="351795"/>
                  </a:lnTo>
                  <a:lnTo>
                    <a:pt x="574488" y="348337"/>
                  </a:lnTo>
                  <a:lnTo>
                    <a:pt x="572600" y="352813"/>
                  </a:lnTo>
                  <a:lnTo>
                    <a:pt x="569981" y="357866"/>
                  </a:lnTo>
                  <a:lnTo>
                    <a:pt x="564019" y="356956"/>
                  </a:lnTo>
                  <a:lnTo>
                    <a:pt x="562307" y="354061"/>
                  </a:lnTo>
                  <a:lnTo>
                    <a:pt x="557203" y="356636"/>
                  </a:lnTo>
                  <a:lnTo>
                    <a:pt x="552713" y="350670"/>
                  </a:lnTo>
                  <a:lnTo>
                    <a:pt x="551813" y="345834"/>
                  </a:lnTo>
                  <a:lnTo>
                    <a:pt x="549145" y="346110"/>
                  </a:lnTo>
                  <a:lnTo>
                    <a:pt x="548202" y="346207"/>
                  </a:lnTo>
                  <a:lnTo>
                    <a:pt x="547496" y="346280"/>
                  </a:lnTo>
                  <a:lnTo>
                    <a:pt x="544237" y="349268"/>
                  </a:lnTo>
                  <a:lnTo>
                    <a:pt x="544641" y="352767"/>
                  </a:lnTo>
                  <a:lnTo>
                    <a:pt x="538280" y="356375"/>
                  </a:lnTo>
                  <a:lnTo>
                    <a:pt x="536331" y="361169"/>
                  </a:lnTo>
                  <a:lnTo>
                    <a:pt x="535608" y="365444"/>
                  </a:lnTo>
                  <a:lnTo>
                    <a:pt x="535442" y="369737"/>
                  </a:lnTo>
                  <a:lnTo>
                    <a:pt x="530108" y="371363"/>
                  </a:lnTo>
                  <a:lnTo>
                    <a:pt x="524637" y="361884"/>
                  </a:lnTo>
                  <a:lnTo>
                    <a:pt x="528109" y="357647"/>
                  </a:lnTo>
                  <a:lnTo>
                    <a:pt x="524254" y="350410"/>
                  </a:lnTo>
                  <a:lnTo>
                    <a:pt x="520615" y="352061"/>
                  </a:lnTo>
                  <a:lnTo>
                    <a:pt x="514094" y="356143"/>
                  </a:lnTo>
                  <a:lnTo>
                    <a:pt x="509198" y="361316"/>
                  </a:lnTo>
                  <a:lnTo>
                    <a:pt x="502622" y="361042"/>
                  </a:lnTo>
                  <a:lnTo>
                    <a:pt x="501813" y="355881"/>
                  </a:lnTo>
                  <a:lnTo>
                    <a:pt x="498680" y="351251"/>
                  </a:lnTo>
                  <a:lnTo>
                    <a:pt x="498453" y="350916"/>
                  </a:lnTo>
                  <a:lnTo>
                    <a:pt x="491907" y="353294"/>
                  </a:lnTo>
                  <a:lnTo>
                    <a:pt x="491628" y="353086"/>
                  </a:lnTo>
                  <a:lnTo>
                    <a:pt x="488351" y="350646"/>
                  </a:lnTo>
                  <a:lnTo>
                    <a:pt x="487034" y="345627"/>
                  </a:lnTo>
                  <a:lnTo>
                    <a:pt x="481207" y="343229"/>
                  </a:lnTo>
                  <a:lnTo>
                    <a:pt x="473284" y="350716"/>
                  </a:lnTo>
                  <a:lnTo>
                    <a:pt x="469384" y="355767"/>
                  </a:lnTo>
                  <a:lnTo>
                    <a:pt x="463726" y="359296"/>
                  </a:lnTo>
                  <a:lnTo>
                    <a:pt x="455788" y="356300"/>
                  </a:lnTo>
                  <a:lnTo>
                    <a:pt x="455694" y="354895"/>
                  </a:lnTo>
                  <a:lnTo>
                    <a:pt x="455450" y="351257"/>
                  </a:lnTo>
                  <a:lnTo>
                    <a:pt x="455855" y="343916"/>
                  </a:lnTo>
                  <a:lnTo>
                    <a:pt x="450503" y="343504"/>
                  </a:lnTo>
                  <a:lnTo>
                    <a:pt x="443394" y="342958"/>
                  </a:lnTo>
                  <a:lnTo>
                    <a:pt x="441798" y="337912"/>
                  </a:lnTo>
                  <a:lnTo>
                    <a:pt x="441654" y="331796"/>
                  </a:lnTo>
                  <a:lnTo>
                    <a:pt x="439336" y="326323"/>
                  </a:lnTo>
                  <a:lnTo>
                    <a:pt x="437979" y="327819"/>
                  </a:lnTo>
                  <a:lnTo>
                    <a:pt x="435226" y="330851"/>
                  </a:lnTo>
                  <a:lnTo>
                    <a:pt x="430043" y="329524"/>
                  </a:lnTo>
                  <a:lnTo>
                    <a:pt x="421427" y="327590"/>
                  </a:lnTo>
                  <a:lnTo>
                    <a:pt x="417252" y="326497"/>
                  </a:lnTo>
                  <a:lnTo>
                    <a:pt x="414148" y="329706"/>
                  </a:lnTo>
                  <a:lnTo>
                    <a:pt x="412761" y="334501"/>
                  </a:lnTo>
                  <a:lnTo>
                    <a:pt x="411930" y="334860"/>
                  </a:lnTo>
                  <a:lnTo>
                    <a:pt x="407228" y="336889"/>
                  </a:lnTo>
                  <a:lnTo>
                    <a:pt x="402295" y="333602"/>
                  </a:lnTo>
                  <a:lnTo>
                    <a:pt x="397712" y="327744"/>
                  </a:lnTo>
                  <a:lnTo>
                    <a:pt x="394666" y="327001"/>
                  </a:lnTo>
                  <a:lnTo>
                    <a:pt x="391178" y="326149"/>
                  </a:lnTo>
                  <a:lnTo>
                    <a:pt x="387372" y="329648"/>
                  </a:lnTo>
                  <a:lnTo>
                    <a:pt x="383047" y="329951"/>
                  </a:lnTo>
                  <a:lnTo>
                    <a:pt x="376626" y="327305"/>
                  </a:lnTo>
                  <a:lnTo>
                    <a:pt x="370617" y="326888"/>
                  </a:lnTo>
                  <a:lnTo>
                    <a:pt x="364325" y="322215"/>
                  </a:lnTo>
                  <a:lnTo>
                    <a:pt x="363214" y="322121"/>
                  </a:lnTo>
                  <a:lnTo>
                    <a:pt x="358569" y="321725"/>
                  </a:lnTo>
                  <a:lnTo>
                    <a:pt x="353453" y="322610"/>
                  </a:lnTo>
                  <a:lnTo>
                    <a:pt x="346772" y="321791"/>
                  </a:lnTo>
                  <a:lnTo>
                    <a:pt x="341453" y="321299"/>
                  </a:lnTo>
                  <a:lnTo>
                    <a:pt x="339335" y="310363"/>
                  </a:lnTo>
                  <a:lnTo>
                    <a:pt x="338409" y="309118"/>
                  </a:lnTo>
                  <a:lnTo>
                    <a:pt x="333437" y="302431"/>
                  </a:lnTo>
                  <a:lnTo>
                    <a:pt x="326530" y="296936"/>
                  </a:lnTo>
                  <a:lnTo>
                    <a:pt x="322452" y="296415"/>
                  </a:lnTo>
                  <a:lnTo>
                    <a:pt x="320165" y="303207"/>
                  </a:lnTo>
                  <a:lnTo>
                    <a:pt x="315530" y="301477"/>
                  </a:lnTo>
                  <a:lnTo>
                    <a:pt x="315159" y="301436"/>
                  </a:lnTo>
                  <a:lnTo>
                    <a:pt x="305140" y="300304"/>
                  </a:lnTo>
                  <a:lnTo>
                    <a:pt x="303733" y="303937"/>
                  </a:lnTo>
                  <a:lnTo>
                    <a:pt x="294905" y="303275"/>
                  </a:lnTo>
                  <a:lnTo>
                    <a:pt x="288629" y="297333"/>
                  </a:lnTo>
                  <a:lnTo>
                    <a:pt x="283744" y="291565"/>
                  </a:lnTo>
                  <a:lnTo>
                    <a:pt x="281558" y="289470"/>
                  </a:lnTo>
                  <a:lnTo>
                    <a:pt x="273579" y="281808"/>
                  </a:lnTo>
                  <a:lnTo>
                    <a:pt x="267345" y="283524"/>
                  </a:lnTo>
                  <a:lnTo>
                    <a:pt x="267094" y="283593"/>
                  </a:lnTo>
                  <a:lnTo>
                    <a:pt x="267094" y="263156"/>
                  </a:lnTo>
                  <a:lnTo>
                    <a:pt x="267094" y="231969"/>
                  </a:lnTo>
                  <a:lnTo>
                    <a:pt x="267094" y="215164"/>
                  </a:lnTo>
                  <a:lnTo>
                    <a:pt x="267093" y="188798"/>
                  </a:lnTo>
                  <a:lnTo>
                    <a:pt x="267093" y="167149"/>
                  </a:lnTo>
                  <a:lnTo>
                    <a:pt x="267093" y="138302"/>
                  </a:lnTo>
                  <a:lnTo>
                    <a:pt x="267093" y="119102"/>
                  </a:lnTo>
                  <a:lnTo>
                    <a:pt x="267092" y="70219"/>
                  </a:lnTo>
                  <a:lnTo>
                    <a:pt x="266794" y="70219"/>
                  </a:lnTo>
                  <a:lnTo>
                    <a:pt x="239450" y="70169"/>
                  </a:lnTo>
                  <a:lnTo>
                    <a:pt x="218525" y="70083"/>
                  </a:lnTo>
                  <a:lnTo>
                    <a:pt x="214389" y="70059"/>
                  </a:lnTo>
                  <a:lnTo>
                    <a:pt x="188443" y="69808"/>
                  </a:lnTo>
                  <a:lnTo>
                    <a:pt x="182216" y="69756"/>
                  </a:lnTo>
                  <a:lnTo>
                    <a:pt x="170558" y="69647"/>
                  </a:lnTo>
                  <a:lnTo>
                    <a:pt x="122619" y="68844"/>
                  </a:lnTo>
                  <a:lnTo>
                    <a:pt x="104589" y="68460"/>
                  </a:lnTo>
                  <a:lnTo>
                    <a:pt x="86283" y="67995"/>
                  </a:lnTo>
                  <a:lnTo>
                    <a:pt x="74708" y="67678"/>
                  </a:lnTo>
                  <a:lnTo>
                    <a:pt x="0" y="65376"/>
                  </a:lnTo>
                  <a:lnTo>
                    <a:pt x="392" y="54115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1795038" y="2549691"/>
              <a:ext cx="592484" cy="504555"/>
            </a:xfrm>
            <a:custGeom>
              <a:avLst/>
              <a:pathLst>
                <a:path w="592484" h="504555">
                  <a:moveTo>
                    <a:pt x="6831" y="296331"/>
                  </a:moveTo>
                  <a:lnTo>
                    <a:pt x="14498" y="287742"/>
                  </a:lnTo>
                  <a:lnTo>
                    <a:pt x="14644" y="287507"/>
                  </a:lnTo>
                  <a:lnTo>
                    <a:pt x="20668" y="277796"/>
                  </a:lnTo>
                  <a:lnTo>
                    <a:pt x="24690" y="270277"/>
                  </a:lnTo>
                  <a:lnTo>
                    <a:pt x="27460" y="264793"/>
                  </a:lnTo>
                  <a:lnTo>
                    <a:pt x="29572" y="260867"/>
                  </a:lnTo>
                  <a:lnTo>
                    <a:pt x="29291" y="257609"/>
                  </a:lnTo>
                  <a:lnTo>
                    <a:pt x="33430" y="254887"/>
                  </a:lnTo>
                  <a:lnTo>
                    <a:pt x="40259" y="247741"/>
                  </a:lnTo>
                  <a:lnTo>
                    <a:pt x="46983" y="237862"/>
                  </a:lnTo>
                  <a:lnTo>
                    <a:pt x="49380" y="233276"/>
                  </a:lnTo>
                  <a:lnTo>
                    <a:pt x="53616" y="225165"/>
                  </a:lnTo>
                  <a:lnTo>
                    <a:pt x="60045" y="211543"/>
                  </a:lnTo>
                  <a:lnTo>
                    <a:pt x="61967" y="207470"/>
                  </a:lnTo>
                  <a:lnTo>
                    <a:pt x="69034" y="190481"/>
                  </a:lnTo>
                  <a:lnTo>
                    <a:pt x="73331" y="178871"/>
                  </a:lnTo>
                  <a:lnTo>
                    <a:pt x="74247" y="175080"/>
                  </a:lnTo>
                  <a:lnTo>
                    <a:pt x="74477" y="174131"/>
                  </a:lnTo>
                  <a:lnTo>
                    <a:pt x="79967" y="163041"/>
                  </a:lnTo>
                  <a:lnTo>
                    <a:pt x="82364" y="155310"/>
                  </a:lnTo>
                  <a:lnTo>
                    <a:pt x="87145" y="143775"/>
                  </a:lnTo>
                  <a:lnTo>
                    <a:pt x="89189" y="137406"/>
                  </a:lnTo>
                  <a:lnTo>
                    <a:pt x="91132" y="128600"/>
                  </a:lnTo>
                  <a:lnTo>
                    <a:pt x="92843" y="125442"/>
                  </a:lnTo>
                  <a:lnTo>
                    <a:pt x="98462" y="115842"/>
                  </a:lnTo>
                  <a:lnTo>
                    <a:pt x="101944" y="107491"/>
                  </a:lnTo>
                  <a:lnTo>
                    <a:pt x="102027" y="107292"/>
                  </a:lnTo>
                  <a:lnTo>
                    <a:pt x="106880" y="99067"/>
                  </a:lnTo>
                  <a:lnTo>
                    <a:pt x="109002" y="92658"/>
                  </a:lnTo>
                  <a:lnTo>
                    <a:pt x="111377" y="87109"/>
                  </a:lnTo>
                  <a:lnTo>
                    <a:pt x="112194" y="80671"/>
                  </a:lnTo>
                  <a:lnTo>
                    <a:pt x="115680" y="73523"/>
                  </a:lnTo>
                  <a:lnTo>
                    <a:pt x="116319" y="67877"/>
                  </a:lnTo>
                  <a:lnTo>
                    <a:pt x="120196" y="61634"/>
                  </a:lnTo>
                  <a:lnTo>
                    <a:pt x="123412" y="53015"/>
                  </a:lnTo>
                  <a:lnTo>
                    <a:pt x="124683" y="48764"/>
                  </a:lnTo>
                  <a:lnTo>
                    <a:pt x="124222" y="43839"/>
                  </a:lnTo>
                  <a:lnTo>
                    <a:pt x="125087" y="41524"/>
                  </a:lnTo>
                  <a:lnTo>
                    <a:pt x="126880" y="36727"/>
                  </a:lnTo>
                  <a:lnTo>
                    <a:pt x="128470" y="30212"/>
                  </a:lnTo>
                  <a:lnTo>
                    <a:pt x="127941" y="26216"/>
                  </a:lnTo>
                  <a:lnTo>
                    <a:pt x="132259" y="24502"/>
                  </a:lnTo>
                  <a:lnTo>
                    <a:pt x="134558" y="18806"/>
                  </a:lnTo>
                  <a:lnTo>
                    <a:pt x="135502" y="9214"/>
                  </a:lnTo>
                  <a:lnTo>
                    <a:pt x="132048" y="2580"/>
                  </a:lnTo>
                  <a:lnTo>
                    <a:pt x="135737" y="0"/>
                  </a:lnTo>
                  <a:lnTo>
                    <a:pt x="139422" y="6691"/>
                  </a:lnTo>
                  <a:lnTo>
                    <a:pt x="144287" y="6939"/>
                  </a:lnTo>
                  <a:lnTo>
                    <a:pt x="149840" y="6600"/>
                  </a:lnTo>
                  <a:lnTo>
                    <a:pt x="151593" y="9521"/>
                  </a:lnTo>
                  <a:lnTo>
                    <a:pt x="155859" y="8132"/>
                  </a:lnTo>
                  <a:lnTo>
                    <a:pt x="160777" y="8420"/>
                  </a:lnTo>
                  <a:lnTo>
                    <a:pt x="163976" y="6387"/>
                  </a:lnTo>
                  <a:lnTo>
                    <a:pt x="168420" y="6755"/>
                  </a:lnTo>
                  <a:lnTo>
                    <a:pt x="170522" y="11332"/>
                  </a:lnTo>
                  <a:lnTo>
                    <a:pt x="169027" y="15577"/>
                  </a:lnTo>
                  <a:lnTo>
                    <a:pt x="171711" y="19900"/>
                  </a:lnTo>
                  <a:lnTo>
                    <a:pt x="172180" y="20055"/>
                  </a:lnTo>
                  <a:lnTo>
                    <a:pt x="177281" y="21739"/>
                  </a:lnTo>
                  <a:lnTo>
                    <a:pt x="182153" y="20616"/>
                  </a:lnTo>
                  <a:lnTo>
                    <a:pt x="185469" y="19849"/>
                  </a:lnTo>
                  <a:lnTo>
                    <a:pt x="188475" y="21118"/>
                  </a:lnTo>
                  <a:lnTo>
                    <a:pt x="193966" y="27842"/>
                  </a:lnTo>
                  <a:lnTo>
                    <a:pt x="195750" y="31237"/>
                  </a:lnTo>
                  <a:lnTo>
                    <a:pt x="198798" y="34224"/>
                  </a:lnTo>
                  <a:lnTo>
                    <a:pt x="199915" y="41388"/>
                  </a:lnTo>
                  <a:lnTo>
                    <a:pt x="201101" y="47014"/>
                  </a:lnTo>
                  <a:lnTo>
                    <a:pt x="199976" y="51441"/>
                  </a:lnTo>
                  <a:lnTo>
                    <a:pt x="200424" y="56013"/>
                  </a:lnTo>
                  <a:lnTo>
                    <a:pt x="199793" y="57473"/>
                  </a:lnTo>
                  <a:lnTo>
                    <a:pt x="198242" y="61059"/>
                  </a:lnTo>
                  <a:lnTo>
                    <a:pt x="199019" y="66300"/>
                  </a:lnTo>
                  <a:lnTo>
                    <a:pt x="197900" y="68977"/>
                  </a:lnTo>
                  <a:lnTo>
                    <a:pt x="196130" y="73210"/>
                  </a:lnTo>
                  <a:lnTo>
                    <a:pt x="196779" y="75177"/>
                  </a:lnTo>
                  <a:lnTo>
                    <a:pt x="197438" y="77173"/>
                  </a:lnTo>
                  <a:lnTo>
                    <a:pt x="202400" y="82019"/>
                  </a:lnTo>
                  <a:lnTo>
                    <a:pt x="211161" y="87180"/>
                  </a:lnTo>
                  <a:lnTo>
                    <a:pt x="213993" y="89940"/>
                  </a:lnTo>
                  <a:lnTo>
                    <a:pt x="217956" y="89871"/>
                  </a:lnTo>
                  <a:lnTo>
                    <a:pt x="220286" y="93269"/>
                  </a:lnTo>
                  <a:lnTo>
                    <a:pt x="224487" y="94864"/>
                  </a:lnTo>
                  <a:lnTo>
                    <a:pt x="225472" y="94588"/>
                  </a:lnTo>
                  <a:lnTo>
                    <a:pt x="230276" y="93242"/>
                  </a:lnTo>
                  <a:lnTo>
                    <a:pt x="235549" y="94176"/>
                  </a:lnTo>
                  <a:lnTo>
                    <a:pt x="242498" y="92967"/>
                  </a:lnTo>
                  <a:lnTo>
                    <a:pt x="246475" y="91243"/>
                  </a:lnTo>
                  <a:lnTo>
                    <a:pt x="248468" y="90884"/>
                  </a:lnTo>
                  <a:lnTo>
                    <a:pt x="250092" y="90591"/>
                  </a:lnTo>
                  <a:lnTo>
                    <a:pt x="252988" y="88338"/>
                  </a:lnTo>
                  <a:lnTo>
                    <a:pt x="256816" y="88092"/>
                  </a:lnTo>
                  <a:lnTo>
                    <a:pt x="261253" y="90585"/>
                  </a:lnTo>
                  <a:lnTo>
                    <a:pt x="265699" y="90745"/>
                  </a:lnTo>
                  <a:lnTo>
                    <a:pt x="274685" y="91141"/>
                  </a:lnTo>
                  <a:lnTo>
                    <a:pt x="275186" y="91545"/>
                  </a:lnTo>
                  <a:lnTo>
                    <a:pt x="279776" y="95242"/>
                  </a:lnTo>
                  <a:lnTo>
                    <a:pt x="280719" y="96000"/>
                  </a:lnTo>
                  <a:lnTo>
                    <a:pt x="286359" y="96478"/>
                  </a:lnTo>
                  <a:lnTo>
                    <a:pt x="293162" y="101641"/>
                  </a:lnTo>
                  <a:lnTo>
                    <a:pt x="293572" y="108096"/>
                  </a:lnTo>
                  <a:lnTo>
                    <a:pt x="297673" y="108269"/>
                  </a:lnTo>
                  <a:lnTo>
                    <a:pt x="300787" y="106000"/>
                  </a:lnTo>
                  <a:lnTo>
                    <a:pt x="309833" y="107606"/>
                  </a:lnTo>
                  <a:lnTo>
                    <a:pt x="311514" y="108877"/>
                  </a:lnTo>
                  <a:lnTo>
                    <a:pt x="312541" y="109654"/>
                  </a:lnTo>
                  <a:lnTo>
                    <a:pt x="315736" y="107714"/>
                  </a:lnTo>
                  <a:lnTo>
                    <a:pt x="327233" y="106451"/>
                  </a:lnTo>
                  <a:lnTo>
                    <a:pt x="330031" y="105209"/>
                  </a:lnTo>
                  <a:lnTo>
                    <a:pt x="331363" y="104616"/>
                  </a:lnTo>
                  <a:lnTo>
                    <a:pt x="334126" y="105279"/>
                  </a:lnTo>
                  <a:lnTo>
                    <a:pt x="338369" y="110938"/>
                  </a:lnTo>
                  <a:lnTo>
                    <a:pt x="339452" y="111236"/>
                  </a:lnTo>
                  <a:lnTo>
                    <a:pt x="344748" y="112689"/>
                  </a:lnTo>
                  <a:lnTo>
                    <a:pt x="352917" y="112674"/>
                  </a:lnTo>
                  <a:lnTo>
                    <a:pt x="357512" y="113408"/>
                  </a:lnTo>
                  <a:lnTo>
                    <a:pt x="362977" y="110219"/>
                  </a:lnTo>
                  <a:lnTo>
                    <a:pt x="367727" y="110274"/>
                  </a:lnTo>
                  <a:lnTo>
                    <a:pt x="372780" y="108986"/>
                  </a:lnTo>
                  <a:lnTo>
                    <a:pt x="375194" y="108369"/>
                  </a:lnTo>
                  <a:lnTo>
                    <a:pt x="381641" y="108664"/>
                  </a:lnTo>
                  <a:lnTo>
                    <a:pt x="385967" y="108857"/>
                  </a:lnTo>
                  <a:lnTo>
                    <a:pt x="394519" y="110109"/>
                  </a:lnTo>
                  <a:lnTo>
                    <a:pt x="400304" y="105462"/>
                  </a:lnTo>
                  <a:lnTo>
                    <a:pt x="402255" y="105380"/>
                  </a:lnTo>
                  <a:lnTo>
                    <a:pt x="407078" y="108447"/>
                  </a:lnTo>
                  <a:lnTo>
                    <a:pt x="410731" y="108686"/>
                  </a:lnTo>
                  <a:lnTo>
                    <a:pt x="415175" y="108973"/>
                  </a:lnTo>
                  <a:lnTo>
                    <a:pt x="422323" y="108958"/>
                  </a:lnTo>
                  <a:lnTo>
                    <a:pt x="430398" y="111626"/>
                  </a:lnTo>
                  <a:lnTo>
                    <a:pt x="435032" y="110265"/>
                  </a:lnTo>
                  <a:lnTo>
                    <a:pt x="440617" y="107612"/>
                  </a:lnTo>
                  <a:lnTo>
                    <a:pt x="460076" y="112188"/>
                  </a:lnTo>
                  <a:lnTo>
                    <a:pt x="479578" y="116827"/>
                  </a:lnTo>
                  <a:lnTo>
                    <a:pt x="502928" y="122281"/>
                  </a:lnTo>
                  <a:lnTo>
                    <a:pt x="504145" y="122562"/>
                  </a:lnTo>
                  <a:lnTo>
                    <a:pt x="520525" y="126313"/>
                  </a:lnTo>
                  <a:lnTo>
                    <a:pt x="527724" y="128038"/>
                  </a:lnTo>
                  <a:lnTo>
                    <a:pt x="535496" y="129888"/>
                  </a:lnTo>
                  <a:lnTo>
                    <a:pt x="543431" y="131763"/>
                  </a:lnTo>
                  <a:lnTo>
                    <a:pt x="571104" y="137878"/>
                  </a:lnTo>
                  <a:lnTo>
                    <a:pt x="572224" y="141662"/>
                  </a:lnTo>
                  <a:lnTo>
                    <a:pt x="572928" y="146758"/>
                  </a:lnTo>
                  <a:lnTo>
                    <a:pt x="575669" y="152757"/>
                  </a:lnTo>
                  <a:lnTo>
                    <a:pt x="576199" y="153914"/>
                  </a:lnTo>
                  <a:lnTo>
                    <a:pt x="579180" y="155897"/>
                  </a:lnTo>
                  <a:lnTo>
                    <a:pt x="582828" y="160922"/>
                  </a:lnTo>
                  <a:lnTo>
                    <a:pt x="587361" y="162210"/>
                  </a:lnTo>
                  <a:lnTo>
                    <a:pt x="590154" y="167059"/>
                  </a:lnTo>
                  <a:lnTo>
                    <a:pt x="589613" y="172021"/>
                  </a:lnTo>
                  <a:lnTo>
                    <a:pt x="592484" y="178939"/>
                  </a:lnTo>
                  <a:lnTo>
                    <a:pt x="589038" y="182949"/>
                  </a:lnTo>
                  <a:lnTo>
                    <a:pt x="581203" y="193207"/>
                  </a:lnTo>
                  <a:lnTo>
                    <a:pt x="573191" y="203892"/>
                  </a:lnTo>
                  <a:lnTo>
                    <a:pt x="571273" y="207852"/>
                  </a:lnTo>
                  <a:lnTo>
                    <a:pt x="570667" y="209101"/>
                  </a:lnTo>
                  <a:lnTo>
                    <a:pt x="564185" y="221272"/>
                  </a:lnTo>
                  <a:lnTo>
                    <a:pt x="561599" y="224285"/>
                  </a:lnTo>
                  <a:lnTo>
                    <a:pt x="556998" y="227742"/>
                  </a:lnTo>
                  <a:lnTo>
                    <a:pt x="554890" y="232313"/>
                  </a:lnTo>
                  <a:lnTo>
                    <a:pt x="555517" y="237240"/>
                  </a:lnTo>
                  <a:lnTo>
                    <a:pt x="552338" y="242183"/>
                  </a:lnTo>
                  <a:lnTo>
                    <a:pt x="550207" y="244624"/>
                  </a:lnTo>
                  <a:lnTo>
                    <a:pt x="546423" y="248953"/>
                  </a:lnTo>
                  <a:lnTo>
                    <a:pt x="540529" y="250611"/>
                  </a:lnTo>
                  <a:lnTo>
                    <a:pt x="536812" y="252672"/>
                  </a:lnTo>
                  <a:lnTo>
                    <a:pt x="533224" y="259137"/>
                  </a:lnTo>
                  <a:lnTo>
                    <a:pt x="528255" y="267194"/>
                  </a:lnTo>
                  <a:lnTo>
                    <a:pt x="526017" y="269967"/>
                  </a:lnTo>
                  <a:lnTo>
                    <a:pt x="521336" y="273196"/>
                  </a:lnTo>
                  <a:lnTo>
                    <a:pt x="521013" y="278159"/>
                  </a:lnTo>
                  <a:lnTo>
                    <a:pt x="518483" y="281097"/>
                  </a:lnTo>
                  <a:lnTo>
                    <a:pt x="519576" y="284304"/>
                  </a:lnTo>
                  <a:lnTo>
                    <a:pt x="520565" y="287557"/>
                  </a:lnTo>
                  <a:lnTo>
                    <a:pt x="518644" y="290242"/>
                  </a:lnTo>
                  <a:lnTo>
                    <a:pt x="518160" y="290917"/>
                  </a:lnTo>
                  <a:lnTo>
                    <a:pt x="520622" y="294290"/>
                  </a:lnTo>
                  <a:lnTo>
                    <a:pt x="524203" y="293263"/>
                  </a:lnTo>
                  <a:lnTo>
                    <a:pt x="527441" y="297846"/>
                  </a:lnTo>
                  <a:lnTo>
                    <a:pt x="533114" y="299214"/>
                  </a:lnTo>
                  <a:lnTo>
                    <a:pt x="532732" y="303133"/>
                  </a:lnTo>
                  <a:lnTo>
                    <a:pt x="536550" y="305359"/>
                  </a:lnTo>
                  <a:lnTo>
                    <a:pt x="536511" y="307774"/>
                  </a:lnTo>
                  <a:lnTo>
                    <a:pt x="536354" y="307897"/>
                  </a:lnTo>
                  <a:lnTo>
                    <a:pt x="529855" y="312991"/>
                  </a:lnTo>
                  <a:lnTo>
                    <a:pt x="531395" y="318710"/>
                  </a:lnTo>
                  <a:lnTo>
                    <a:pt x="529023" y="322676"/>
                  </a:lnTo>
                  <a:lnTo>
                    <a:pt x="526279" y="330503"/>
                  </a:lnTo>
                  <a:lnTo>
                    <a:pt x="525377" y="331693"/>
                  </a:lnTo>
                  <a:lnTo>
                    <a:pt x="521771" y="336447"/>
                  </a:lnTo>
                  <a:lnTo>
                    <a:pt x="518865" y="349644"/>
                  </a:lnTo>
                  <a:lnTo>
                    <a:pt x="517161" y="357393"/>
                  </a:lnTo>
                  <a:lnTo>
                    <a:pt x="506226" y="410020"/>
                  </a:lnTo>
                  <a:lnTo>
                    <a:pt x="502099" y="430094"/>
                  </a:lnTo>
                  <a:lnTo>
                    <a:pt x="493932" y="469633"/>
                  </a:lnTo>
                  <a:lnTo>
                    <a:pt x="486801" y="504555"/>
                  </a:lnTo>
                  <a:lnTo>
                    <a:pt x="475185" y="502027"/>
                  </a:lnTo>
                  <a:lnTo>
                    <a:pt x="461230" y="499118"/>
                  </a:lnTo>
                  <a:lnTo>
                    <a:pt x="446321" y="495935"/>
                  </a:lnTo>
                  <a:lnTo>
                    <a:pt x="429435" y="492202"/>
                  </a:lnTo>
                  <a:lnTo>
                    <a:pt x="407532" y="487389"/>
                  </a:lnTo>
                  <a:lnTo>
                    <a:pt x="387016" y="482823"/>
                  </a:lnTo>
                  <a:lnTo>
                    <a:pt x="368433" y="478748"/>
                  </a:lnTo>
                  <a:lnTo>
                    <a:pt x="353294" y="475054"/>
                  </a:lnTo>
                  <a:lnTo>
                    <a:pt x="339335" y="471766"/>
                  </a:lnTo>
                  <a:lnTo>
                    <a:pt x="331556" y="469816"/>
                  </a:lnTo>
                  <a:lnTo>
                    <a:pt x="329144" y="469209"/>
                  </a:lnTo>
                  <a:lnTo>
                    <a:pt x="304632" y="462973"/>
                  </a:lnTo>
                  <a:lnTo>
                    <a:pt x="286247" y="458548"/>
                  </a:lnTo>
                  <a:lnTo>
                    <a:pt x="274021" y="455449"/>
                  </a:lnTo>
                  <a:lnTo>
                    <a:pt x="252605" y="450036"/>
                  </a:lnTo>
                  <a:lnTo>
                    <a:pt x="239814" y="446723"/>
                  </a:lnTo>
                  <a:lnTo>
                    <a:pt x="227261" y="443447"/>
                  </a:lnTo>
                  <a:lnTo>
                    <a:pt x="216884" y="440715"/>
                  </a:lnTo>
                  <a:lnTo>
                    <a:pt x="202570" y="436475"/>
                  </a:lnTo>
                  <a:lnTo>
                    <a:pt x="189986" y="433124"/>
                  </a:lnTo>
                  <a:lnTo>
                    <a:pt x="189460" y="432971"/>
                  </a:lnTo>
                  <a:lnTo>
                    <a:pt x="174355" y="428538"/>
                  </a:lnTo>
                  <a:lnTo>
                    <a:pt x="163011" y="425144"/>
                  </a:lnTo>
                  <a:lnTo>
                    <a:pt x="146102" y="420168"/>
                  </a:lnTo>
                  <a:lnTo>
                    <a:pt x="133670" y="416470"/>
                  </a:lnTo>
                  <a:lnTo>
                    <a:pt x="119654" y="412414"/>
                  </a:lnTo>
                  <a:lnTo>
                    <a:pt x="99720" y="407105"/>
                  </a:lnTo>
                  <a:lnTo>
                    <a:pt x="83454" y="402460"/>
                  </a:lnTo>
                  <a:lnTo>
                    <a:pt x="76947" y="399936"/>
                  </a:lnTo>
                  <a:lnTo>
                    <a:pt x="71211" y="398663"/>
                  </a:lnTo>
                  <a:lnTo>
                    <a:pt x="63352" y="396908"/>
                  </a:lnTo>
                  <a:lnTo>
                    <a:pt x="57653" y="394958"/>
                  </a:lnTo>
                  <a:lnTo>
                    <a:pt x="52016" y="393513"/>
                  </a:lnTo>
                  <a:lnTo>
                    <a:pt x="42805" y="391139"/>
                  </a:lnTo>
                  <a:lnTo>
                    <a:pt x="31925" y="387793"/>
                  </a:lnTo>
                  <a:lnTo>
                    <a:pt x="20124" y="384136"/>
                  </a:lnTo>
                  <a:lnTo>
                    <a:pt x="6323" y="379652"/>
                  </a:lnTo>
                  <a:lnTo>
                    <a:pt x="3709" y="374177"/>
                  </a:lnTo>
                  <a:lnTo>
                    <a:pt x="1425" y="371257"/>
                  </a:lnTo>
                  <a:lnTo>
                    <a:pt x="643" y="364877"/>
                  </a:lnTo>
                  <a:lnTo>
                    <a:pt x="1393" y="360061"/>
                  </a:lnTo>
                  <a:lnTo>
                    <a:pt x="1160" y="355389"/>
                  </a:lnTo>
                  <a:lnTo>
                    <a:pt x="0" y="352708"/>
                  </a:lnTo>
                  <a:lnTo>
                    <a:pt x="1565" y="347558"/>
                  </a:lnTo>
                  <a:lnTo>
                    <a:pt x="1786" y="343221"/>
                  </a:lnTo>
                  <a:lnTo>
                    <a:pt x="3554" y="335021"/>
                  </a:lnTo>
                  <a:lnTo>
                    <a:pt x="8610" y="326714"/>
                  </a:lnTo>
                  <a:lnTo>
                    <a:pt x="10051" y="321455"/>
                  </a:lnTo>
                  <a:lnTo>
                    <a:pt x="10897" y="315729"/>
                  </a:lnTo>
                  <a:lnTo>
                    <a:pt x="8936" y="313342"/>
                  </a:lnTo>
                  <a:lnTo>
                    <a:pt x="9471" y="312111"/>
                  </a:lnTo>
                  <a:lnTo>
                    <a:pt x="6690" y="306788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5906027" y="3050863"/>
              <a:ext cx="371313" cy="260209"/>
            </a:xfrm>
            <a:custGeom>
              <a:avLst/>
              <a:pathLst>
                <a:path w="371313" h="260209">
                  <a:moveTo>
                    <a:pt x="19507" y="167341"/>
                  </a:moveTo>
                  <a:lnTo>
                    <a:pt x="15585" y="150219"/>
                  </a:lnTo>
                  <a:lnTo>
                    <a:pt x="15439" y="149582"/>
                  </a:lnTo>
                  <a:lnTo>
                    <a:pt x="13651" y="141796"/>
                  </a:lnTo>
                  <a:lnTo>
                    <a:pt x="8960" y="121703"/>
                  </a:lnTo>
                  <a:lnTo>
                    <a:pt x="8773" y="120902"/>
                  </a:lnTo>
                  <a:lnTo>
                    <a:pt x="5647" y="107556"/>
                  </a:lnTo>
                  <a:lnTo>
                    <a:pt x="2351" y="93474"/>
                  </a:lnTo>
                  <a:lnTo>
                    <a:pt x="0" y="83453"/>
                  </a:lnTo>
                  <a:lnTo>
                    <a:pt x="9773" y="76189"/>
                  </a:lnTo>
                  <a:lnTo>
                    <a:pt x="18368" y="67536"/>
                  </a:lnTo>
                  <a:lnTo>
                    <a:pt x="18729" y="64528"/>
                  </a:lnTo>
                  <a:lnTo>
                    <a:pt x="21015" y="62027"/>
                  </a:lnTo>
                  <a:lnTo>
                    <a:pt x="25097" y="61837"/>
                  </a:lnTo>
                  <a:lnTo>
                    <a:pt x="29755" y="56974"/>
                  </a:lnTo>
                  <a:lnTo>
                    <a:pt x="33740" y="53643"/>
                  </a:lnTo>
                  <a:lnTo>
                    <a:pt x="37792" y="49756"/>
                  </a:lnTo>
                  <a:lnTo>
                    <a:pt x="40436" y="60595"/>
                  </a:lnTo>
                  <a:lnTo>
                    <a:pt x="43013" y="70938"/>
                  </a:lnTo>
                  <a:lnTo>
                    <a:pt x="51618" y="68758"/>
                  </a:lnTo>
                  <a:lnTo>
                    <a:pt x="59527" y="66740"/>
                  </a:lnTo>
                  <a:lnTo>
                    <a:pt x="82979" y="60553"/>
                  </a:lnTo>
                  <a:lnTo>
                    <a:pt x="87434" y="59363"/>
                  </a:lnTo>
                  <a:lnTo>
                    <a:pt x="91087" y="58379"/>
                  </a:lnTo>
                  <a:lnTo>
                    <a:pt x="109420" y="53389"/>
                  </a:lnTo>
                  <a:lnTo>
                    <a:pt x="125843" y="48976"/>
                  </a:lnTo>
                  <a:lnTo>
                    <a:pt x="127944" y="48407"/>
                  </a:lnTo>
                  <a:lnTo>
                    <a:pt x="131625" y="47382"/>
                  </a:lnTo>
                  <a:lnTo>
                    <a:pt x="141568" y="44597"/>
                  </a:lnTo>
                  <a:lnTo>
                    <a:pt x="152886" y="41503"/>
                  </a:lnTo>
                  <a:lnTo>
                    <a:pt x="157537" y="40173"/>
                  </a:lnTo>
                  <a:lnTo>
                    <a:pt x="165459" y="37894"/>
                  </a:lnTo>
                  <a:lnTo>
                    <a:pt x="199510" y="27927"/>
                  </a:lnTo>
                  <a:lnTo>
                    <a:pt x="201876" y="27239"/>
                  </a:lnTo>
                  <a:lnTo>
                    <a:pt x="204073" y="26599"/>
                  </a:lnTo>
                  <a:lnTo>
                    <a:pt x="224925" y="20467"/>
                  </a:lnTo>
                  <a:lnTo>
                    <a:pt x="230339" y="18947"/>
                  </a:lnTo>
                  <a:lnTo>
                    <a:pt x="248177" y="13556"/>
                  </a:lnTo>
                  <a:lnTo>
                    <a:pt x="250411" y="12876"/>
                  </a:lnTo>
                  <a:lnTo>
                    <a:pt x="263639" y="8818"/>
                  </a:lnTo>
                  <a:lnTo>
                    <a:pt x="285391" y="1997"/>
                  </a:lnTo>
                  <a:lnTo>
                    <a:pt x="285727" y="1891"/>
                  </a:lnTo>
                  <a:lnTo>
                    <a:pt x="292435" y="262"/>
                  </a:lnTo>
                  <a:lnTo>
                    <a:pt x="293511" y="0"/>
                  </a:lnTo>
                  <a:lnTo>
                    <a:pt x="297340" y="2656"/>
                  </a:lnTo>
                  <a:lnTo>
                    <a:pt x="300395" y="6938"/>
                  </a:lnTo>
                  <a:lnTo>
                    <a:pt x="305011" y="7392"/>
                  </a:lnTo>
                  <a:lnTo>
                    <a:pt x="307830" y="7572"/>
                  </a:lnTo>
                  <a:lnTo>
                    <a:pt x="309834" y="7700"/>
                  </a:lnTo>
                  <a:lnTo>
                    <a:pt x="312922" y="9977"/>
                  </a:lnTo>
                  <a:lnTo>
                    <a:pt x="315263" y="13439"/>
                  </a:lnTo>
                  <a:lnTo>
                    <a:pt x="318085" y="21919"/>
                  </a:lnTo>
                  <a:lnTo>
                    <a:pt x="319148" y="24809"/>
                  </a:lnTo>
                  <a:lnTo>
                    <a:pt x="319949" y="26984"/>
                  </a:lnTo>
                  <a:lnTo>
                    <a:pt x="325251" y="31953"/>
                  </a:lnTo>
                  <a:lnTo>
                    <a:pt x="331413" y="33464"/>
                  </a:lnTo>
                  <a:lnTo>
                    <a:pt x="337104" y="33669"/>
                  </a:lnTo>
                  <a:lnTo>
                    <a:pt x="339633" y="33162"/>
                  </a:lnTo>
                  <a:lnTo>
                    <a:pt x="340882" y="32911"/>
                  </a:lnTo>
                  <a:lnTo>
                    <a:pt x="344753" y="37463"/>
                  </a:lnTo>
                  <a:lnTo>
                    <a:pt x="341460" y="39981"/>
                  </a:lnTo>
                  <a:lnTo>
                    <a:pt x="339367" y="44406"/>
                  </a:lnTo>
                  <a:lnTo>
                    <a:pt x="338043" y="50633"/>
                  </a:lnTo>
                  <a:lnTo>
                    <a:pt x="337899" y="52607"/>
                  </a:lnTo>
                  <a:lnTo>
                    <a:pt x="337582" y="56896"/>
                  </a:lnTo>
                  <a:lnTo>
                    <a:pt x="334401" y="61751"/>
                  </a:lnTo>
                  <a:lnTo>
                    <a:pt x="334324" y="62150"/>
                  </a:lnTo>
                  <a:lnTo>
                    <a:pt x="334095" y="63324"/>
                  </a:lnTo>
                  <a:lnTo>
                    <a:pt x="333534" y="66199"/>
                  </a:lnTo>
                  <a:lnTo>
                    <a:pt x="331378" y="70496"/>
                  </a:lnTo>
                  <a:lnTo>
                    <a:pt x="328706" y="74602"/>
                  </a:lnTo>
                  <a:lnTo>
                    <a:pt x="329609" y="75575"/>
                  </a:lnTo>
                  <a:lnTo>
                    <a:pt x="331956" y="78100"/>
                  </a:lnTo>
                  <a:lnTo>
                    <a:pt x="334744" y="80686"/>
                  </a:lnTo>
                  <a:lnTo>
                    <a:pt x="334131" y="83972"/>
                  </a:lnTo>
                  <a:lnTo>
                    <a:pt x="334469" y="88785"/>
                  </a:lnTo>
                  <a:lnTo>
                    <a:pt x="331146" y="92114"/>
                  </a:lnTo>
                  <a:lnTo>
                    <a:pt x="331390" y="96129"/>
                  </a:lnTo>
                  <a:lnTo>
                    <a:pt x="333266" y="102130"/>
                  </a:lnTo>
                  <a:lnTo>
                    <a:pt x="334033" y="104335"/>
                  </a:lnTo>
                  <a:lnTo>
                    <a:pt x="334469" y="105588"/>
                  </a:lnTo>
                  <a:lnTo>
                    <a:pt x="335084" y="107358"/>
                  </a:lnTo>
                  <a:lnTo>
                    <a:pt x="337805" y="105961"/>
                  </a:lnTo>
                  <a:lnTo>
                    <a:pt x="341775" y="107025"/>
                  </a:lnTo>
                  <a:lnTo>
                    <a:pt x="344247" y="111905"/>
                  </a:lnTo>
                  <a:lnTo>
                    <a:pt x="344371" y="114086"/>
                  </a:lnTo>
                  <a:lnTo>
                    <a:pt x="346100" y="116848"/>
                  </a:lnTo>
                  <a:lnTo>
                    <a:pt x="348189" y="117251"/>
                  </a:lnTo>
                  <a:lnTo>
                    <a:pt x="351444" y="116527"/>
                  </a:lnTo>
                  <a:lnTo>
                    <a:pt x="353778" y="119379"/>
                  </a:lnTo>
                  <a:lnTo>
                    <a:pt x="355210" y="120402"/>
                  </a:lnTo>
                  <a:lnTo>
                    <a:pt x="357195" y="121820"/>
                  </a:lnTo>
                  <a:lnTo>
                    <a:pt x="360768" y="123914"/>
                  </a:lnTo>
                  <a:lnTo>
                    <a:pt x="363474" y="126089"/>
                  </a:lnTo>
                  <a:lnTo>
                    <a:pt x="368103" y="128213"/>
                  </a:lnTo>
                  <a:lnTo>
                    <a:pt x="369125" y="129071"/>
                  </a:lnTo>
                  <a:lnTo>
                    <a:pt x="371313" y="131081"/>
                  </a:lnTo>
                  <a:lnTo>
                    <a:pt x="369207" y="133772"/>
                  </a:lnTo>
                  <a:lnTo>
                    <a:pt x="366076" y="135221"/>
                  </a:lnTo>
                  <a:lnTo>
                    <a:pt x="364852" y="139147"/>
                  </a:lnTo>
                  <a:lnTo>
                    <a:pt x="361222" y="141475"/>
                  </a:lnTo>
                  <a:lnTo>
                    <a:pt x="359363" y="143938"/>
                  </a:lnTo>
                  <a:lnTo>
                    <a:pt x="358603" y="144943"/>
                  </a:lnTo>
                  <a:lnTo>
                    <a:pt x="355551" y="149771"/>
                  </a:lnTo>
                  <a:lnTo>
                    <a:pt x="352768" y="152880"/>
                  </a:lnTo>
                  <a:lnTo>
                    <a:pt x="352230" y="154598"/>
                  </a:lnTo>
                  <a:lnTo>
                    <a:pt x="352326" y="154889"/>
                  </a:lnTo>
                  <a:lnTo>
                    <a:pt x="353046" y="157063"/>
                  </a:lnTo>
                  <a:lnTo>
                    <a:pt x="353521" y="158496"/>
                  </a:lnTo>
                  <a:lnTo>
                    <a:pt x="353141" y="158795"/>
                  </a:lnTo>
                  <a:lnTo>
                    <a:pt x="350968" y="160503"/>
                  </a:lnTo>
                  <a:lnTo>
                    <a:pt x="349677" y="162229"/>
                  </a:lnTo>
                  <a:lnTo>
                    <a:pt x="349239" y="162815"/>
                  </a:lnTo>
                  <a:lnTo>
                    <a:pt x="347276" y="163955"/>
                  </a:lnTo>
                  <a:lnTo>
                    <a:pt x="345320" y="165088"/>
                  </a:lnTo>
                  <a:lnTo>
                    <a:pt x="342573" y="166177"/>
                  </a:lnTo>
                  <a:lnTo>
                    <a:pt x="339513" y="170632"/>
                  </a:lnTo>
                  <a:lnTo>
                    <a:pt x="339309" y="170928"/>
                  </a:lnTo>
                  <a:lnTo>
                    <a:pt x="334855" y="170012"/>
                  </a:lnTo>
                  <a:lnTo>
                    <a:pt x="329446" y="170846"/>
                  </a:lnTo>
                  <a:lnTo>
                    <a:pt x="328950" y="171149"/>
                  </a:lnTo>
                  <a:lnTo>
                    <a:pt x="328161" y="171631"/>
                  </a:lnTo>
                  <a:lnTo>
                    <a:pt x="324470" y="173883"/>
                  </a:lnTo>
                  <a:lnTo>
                    <a:pt x="321962" y="177110"/>
                  </a:lnTo>
                  <a:lnTo>
                    <a:pt x="320617" y="180420"/>
                  </a:lnTo>
                  <a:lnTo>
                    <a:pt x="320211" y="183563"/>
                  </a:lnTo>
                  <a:lnTo>
                    <a:pt x="319348" y="183827"/>
                  </a:lnTo>
                  <a:lnTo>
                    <a:pt x="299113" y="190016"/>
                  </a:lnTo>
                  <a:lnTo>
                    <a:pt x="293406" y="191744"/>
                  </a:lnTo>
                  <a:lnTo>
                    <a:pt x="293044" y="191853"/>
                  </a:lnTo>
                  <a:lnTo>
                    <a:pt x="282571" y="194994"/>
                  </a:lnTo>
                  <a:lnTo>
                    <a:pt x="273775" y="197609"/>
                  </a:lnTo>
                  <a:lnTo>
                    <a:pt x="266275" y="199824"/>
                  </a:lnTo>
                  <a:lnTo>
                    <a:pt x="265215" y="200136"/>
                  </a:lnTo>
                  <a:lnTo>
                    <a:pt x="261047" y="201387"/>
                  </a:lnTo>
                  <a:lnTo>
                    <a:pt x="249122" y="204943"/>
                  </a:lnTo>
                  <a:lnTo>
                    <a:pt x="248638" y="205083"/>
                  </a:lnTo>
                  <a:lnTo>
                    <a:pt x="235871" y="208750"/>
                  </a:lnTo>
                  <a:lnTo>
                    <a:pt x="234525" y="209134"/>
                  </a:lnTo>
                  <a:lnTo>
                    <a:pt x="221661" y="212799"/>
                  </a:lnTo>
                  <a:lnTo>
                    <a:pt x="221066" y="212968"/>
                  </a:lnTo>
                  <a:lnTo>
                    <a:pt x="203449" y="217813"/>
                  </a:lnTo>
                  <a:lnTo>
                    <a:pt x="185357" y="222751"/>
                  </a:lnTo>
                  <a:lnTo>
                    <a:pt x="183996" y="223123"/>
                  </a:lnTo>
                  <a:lnTo>
                    <a:pt x="169627" y="227031"/>
                  </a:lnTo>
                  <a:lnTo>
                    <a:pt x="167408" y="227629"/>
                  </a:lnTo>
                  <a:lnTo>
                    <a:pt x="147162" y="233032"/>
                  </a:lnTo>
                  <a:lnTo>
                    <a:pt x="142161" y="234365"/>
                  </a:lnTo>
                  <a:lnTo>
                    <a:pt x="135069" y="236245"/>
                  </a:lnTo>
                  <a:lnTo>
                    <a:pt x="128147" y="238070"/>
                  </a:lnTo>
                  <a:lnTo>
                    <a:pt x="107660" y="243512"/>
                  </a:lnTo>
                  <a:lnTo>
                    <a:pt x="102683" y="244820"/>
                  </a:lnTo>
                  <a:lnTo>
                    <a:pt x="85681" y="249168"/>
                  </a:lnTo>
                  <a:lnTo>
                    <a:pt x="76650" y="251414"/>
                  </a:lnTo>
                  <a:lnTo>
                    <a:pt x="67158" y="253756"/>
                  </a:lnTo>
                  <a:lnTo>
                    <a:pt x="46650" y="258812"/>
                  </a:lnTo>
                  <a:lnTo>
                    <a:pt x="40825" y="260209"/>
                  </a:lnTo>
                  <a:lnTo>
                    <a:pt x="36540" y="241335"/>
                  </a:lnTo>
                  <a:lnTo>
                    <a:pt x="35573" y="237087"/>
                  </a:lnTo>
                  <a:lnTo>
                    <a:pt x="33011" y="225860"/>
                  </a:lnTo>
                  <a:lnTo>
                    <a:pt x="29740" y="211564"/>
                  </a:lnTo>
                  <a:lnTo>
                    <a:pt x="28707" y="207055"/>
                  </a:lnTo>
                  <a:lnTo>
                    <a:pt x="27309" y="200965"/>
                  </a:lnTo>
                  <a:lnTo>
                    <a:pt x="24401" y="188315"/>
                  </a:lnTo>
                  <a:lnTo>
                    <a:pt x="20520" y="171673"/>
                  </a:lnTo>
                  <a:lnTo>
                    <a:pt x="19623" y="16783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99316" y="3902793"/>
              <a:ext cx="543201" cy="636599"/>
            </a:xfrm>
            <a:custGeom>
              <a:avLst/>
              <a:pathLst>
                <a:path w="543201" h="636599">
                  <a:moveTo>
                    <a:pt x="2749" y="437928"/>
                  </a:moveTo>
                  <a:lnTo>
                    <a:pt x="2284" y="435392"/>
                  </a:lnTo>
                  <a:lnTo>
                    <a:pt x="6600" y="432780"/>
                  </a:lnTo>
                  <a:lnTo>
                    <a:pt x="11566" y="426405"/>
                  </a:lnTo>
                  <a:lnTo>
                    <a:pt x="13114" y="424293"/>
                  </a:lnTo>
                  <a:lnTo>
                    <a:pt x="16274" y="425612"/>
                  </a:lnTo>
                  <a:lnTo>
                    <a:pt x="20818" y="425666"/>
                  </a:lnTo>
                  <a:lnTo>
                    <a:pt x="24772" y="425711"/>
                  </a:lnTo>
                  <a:lnTo>
                    <a:pt x="27800" y="423373"/>
                  </a:lnTo>
                  <a:lnTo>
                    <a:pt x="28648" y="422718"/>
                  </a:lnTo>
                  <a:lnTo>
                    <a:pt x="34986" y="417271"/>
                  </a:lnTo>
                  <a:lnTo>
                    <a:pt x="36358" y="411585"/>
                  </a:lnTo>
                  <a:lnTo>
                    <a:pt x="35537" y="409175"/>
                  </a:lnTo>
                  <a:lnTo>
                    <a:pt x="35883" y="404179"/>
                  </a:lnTo>
                  <a:lnTo>
                    <a:pt x="34111" y="398508"/>
                  </a:lnTo>
                  <a:lnTo>
                    <a:pt x="33606" y="398289"/>
                  </a:lnTo>
                  <a:lnTo>
                    <a:pt x="28865" y="396235"/>
                  </a:lnTo>
                  <a:lnTo>
                    <a:pt x="24245" y="396006"/>
                  </a:lnTo>
                  <a:lnTo>
                    <a:pt x="20725" y="394669"/>
                  </a:lnTo>
                  <a:lnTo>
                    <a:pt x="18762" y="387291"/>
                  </a:lnTo>
                  <a:lnTo>
                    <a:pt x="21897" y="382179"/>
                  </a:lnTo>
                  <a:lnTo>
                    <a:pt x="23114" y="374998"/>
                  </a:lnTo>
                  <a:lnTo>
                    <a:pt x="23818" y="372478"/>
                  </a:lnTo>
                  <a:lnTo>
                    <a:pt x="20179" y="368447"/>
                  </a:lnTo>
                  <a:lnTo>
                    <a:pt x="22037" y="365080"/>
                  </a:lnTo>
                  <a:lnTo>
                    <a:pt x="22927" y="359677"/>
                  </a:lnTo>
                  <a:lnTo>
                    <a:pt x="21851" y="356518"/>
                  </a:lnTo>
                  <a:lnTo>
                    <a:pt x="26424" y="355935"/>
                  </a:lnTo>
                  <a:lnTo>
                    <a:pt x="29782" y="356058"/>
                  </a:lnTo>
                  <a:lnTo>
                    <a:pt x="30464" y="355047"/>
                  </a:lnTo>
                  <a:lnTo>
                    <a:pt x="34065" y="349708"/>
                  </a:lnTo>
                  <a:lnTo>
                    <a:pt x="41194" y="344512"/>
                  </a:lnTo>
                  <a:lnTo>
                    <a:pt x="41655" y="338907"/>
                  </a:lnTo>
                  <a:lnTo>
                    <a:pt x="42851" y="333375"/>
                  </a:lnTo>
                  <a:lnTo>
                    <a:pt x="45054" y="330472"/>
                  </a:lnTo>
                  <a:lnTo>
                    <a:pt x="46176" y="327935"/>
                  </a:lnTo>
                  <a:lnTo>
                    <a:pt x="46119" y="323610"/>
                  </a:lnTo>
                  <a:lnTo>
                    <a:pt x="45853" y="316530"/>
                  </a:lnTo>
                  <a:lnTo>
                    <a:pt x="47678" y="313033"/>
                  </a:lnTo>
                  <a:lnTo>
                    <a:pt x="47988" y="309287"/>
                  </a:lnTo>
                  <a:lnTo>
                    <a:pt x="46207" y="306066"/>
                  </a:lnTo>
                  <a:lnTo>
                    <a:pt x="48804" y="303511"/>
                  </a:lnTo>
                  <a:lnTo>
                    <a:pt x="54265" y="298843"/>
                  </a:lnTo>
                  <a:lnTo>
                    <a:pt x="56388" y="295902"/>
                  </a:lnTo>
                  <a:lnTo>
                    <a:pt x="57412" y="292284"/>
                  </a:lnTo>
                  <a:lnTo>
                    <a:pt x="57803" y="290904"/>
                  </a:lnTo>
                  <a:lnTo>
                    <a:pt x="59956" y="289315"/>
                  </a:lnTo>
                  <a:lnTo>
                    <a:pt x="65190" y="287819"/>
                  </a:lnTo>
                  <a:lnTo>
                    <a:pt x="70344" y="285330"/>
                  </a:lnTo>
                  <a:lnTo>
                    <a:pt x="75969" y="284178"/>
                  </a:lnTo>
                  <a:lnTo>
                    <a:pt x="81136" y="279515"/>
                  </a:lnTo>
                  <a:lnTo>
                    <a:pt x="84719" y="278077"/>
                  </a:lnTo>
                  <a:lnTo>
                    <a:pt x="85240" y="273612"/>
                  </a:lnTo>
                  <a:lnTo>
                    <a:pt x="85274" y="273326"/>
                  </a:lnTo>
                  <a:lnTo>
                    <a:pt x="83193" y="268894"/>
                  </a:lnTo>
                  <a:lnTo>
                    <a:pt x="76382" y="261850"/>
                  </a:lnTo>
                  <a:lnTo>
                    <a:pt x="71177" y="255869"/>
                  </a:lnTo>
                  <a:lnTo>
                    <a:pt x="67535" y="255208"/>
                  </a:lnTo>
                  <a:lnTo>
                    <a:pt x="68625" y="248482"/>
                  </a:lnTo>
                  <a:lnTo>
                    <a:pt x="65935" y="241308"/>
                  </a:lnTo>
                  <a:lnTo>
                    <a:pt x="64094" y="229437"/>
                  </a:lnTo>
                  <a:lnTo>
                    <a:pt x="62477" y="225638"/>
                  </a:lnTo>
                  <a:lnTo>
                    <a:pt x="56780" y="215185"/>
                  </a:lnTo>
                  <a:lnTo>
                    <a:pt x="52871" y="208475"/>
                  </a:lnTo>
                  <a:lnTo>
                    <a:pt x="54383" y="201400"/>
                  </a:lnTo>
                  <a:lnTo>
                    <a:pt x="55019" y="195357"/>
                  </a:lnTo>
                  <a:lnTo>
                    <a:pt x="56792" y="188697"/>
                  </a:lnTo>
                  <a:lnTo>
                    <a:pt x="58077" y="183360"/>
                  </a:lnTo>
                  <a:lnTo>
                    <a:pt x="59795" y="183722"/>
                  </a:lnTo>
                  <a:lnTo>
                    <a:pt x="62271" y="182306"/>
                  </a:lnTo>
                  <a:lnTo>
                    <a:pt x="63066" y="169505"/>
                  </a:lnTo>
                  <a:lnTo>
                    <a:pt x="62127" y="153940"/>
                  </a:lnTo>
                  <a:lnTo>
                    <a:pt x="59683" y="149323"/>
                  </a:lnTo>
                  <a:lnTo>
                    <a:pt x="61017" y="141706"/>
                  </a:lnTo>
                  <a:lnTo>
                    <a:pt x="62640" y="135343"/>
                  </a:lnTo>
                  <a:lnTo>
                    <a:pt x="63222" y="133059"/>
                  </a:lnTo>
                  <a:lnTo>
                    <a:pt x="60913" y="128397"/>
                  </a:lnTo>
                  <a:lnTo>
                    <a:pt x="61606" y="119904"/>
                  </a:lnTo>
                  <a:lnTo>
                    <a:pt x="62402" y="111571"/>
                  </a:lnTo>
                  <a:lnTo>
                    <a:pt x="66029" y="106924"/>
                  </a:lnTo>
                  <a:lnTo>
                    <a:pt x="64114" y="102742"/>
                  </a:lnTo>
                  <a:lnTo>
                    <a:pt x="62267" y="98000"/>
                  </a:lnTo>
                  <a:lnTo>
                    <a:pt x="62400" y="91104"/>
                  </a:lnTo>
                  <a:lnTo>
                    <a:pt x="63280" y="85396"/>
                  </a:lnTo>
                  <a:lnTo>
                    <a:pt x="63352" y="84927"/>
                  </a:lnTo>
                  <a:lnTo>
                    <a:pt x="64499" y="81586"/>
                  </a:lnTo>
                  <a:lnTo>
                    <a:pt x="70420" y="81277"/>
                  </a:lnTo>
                  <a:lnTo>
                    <a:pt x="73979" y="79426"/>
                  </a:lnTo>
                  <a:lnTo>
                    <a:pt x="78728" y="79153"/>
                  </a:lnTo>
                  <a:lnTo>
                    <a:pt x="83661" y="80087"/>
                  </a:lnTo>
                  <a:lnTo>
                    <a:pt x="85335" y="82637"/>
                  </a:lnTo>
                  <a:lnTo>
                    <a:pt x="88435" y="83491"/>
                  </a:lnTo>
                  <a:lnTo>
                    <a:pt x="91347" y="81972"/>
                  </a:lnTo>
                  <a:lnTo>
                    <a:pt x="94982" y="82880"/>
                  </a:lnTo>
                  <a:lnTo>
                    <a:pt x="97276" y="86951"/>
                  </a:lnTo>
                  <a:lnTo>
                    <a:pt x="98294" y="91827"/>
                  </a:lnTo>
                  <a:lnTo>
                    <a:pt x="101590" y="95261"/>
                  </a:lnTo>
                  <a:lnTo>
                    <a:pt x="105950" y="98114"/>
                  </a:lnTo>
                  <a:lnTo>
                    <a:pt x="111185" y="98072"/>
                  </a:lnTo>
                  <a:lnTo>
                    <a:pt x="112749" y="95346"/>
                  </a:lnTo>
                  <a:lnTo>
                    <a:pt x="116979" y="88901"/>
                  </a:lnTo>
                  <a:lnTo>
                    <a:pt x="122472" y="82258"/>
                  </a:lnTo>
                  <a:lnTo>
                    <a:pt x="123537" y="74613"/>
                  </a:lnTo>
                  <a:lnTo>
                    <a:pt x="124483" y="68842"/>
                  </a:lnTo>
                  <a:lnTo>
                    <a:pt x="128730" y="40424"/>
                  </a:lnTo>
                  <a:lnTo>
                    <a:pt x="132471" y="16039"/>
                  </a:lnTo>
                  <a:lnTo>
                    <a:pt x="134939" y="0"/>
                  </a:lnTo>
                  <a:lnTo>
                    <a:pt x="141804" y="1202"/>
                  </a:lnTo>
                  <a:lnTo>
                    <a:pt x="222996" y="14393"/>
                  </a:lnTo>
                  <a:lnTo>
                    <a:pt x="228470" y="15239"/>
                  </a:lnTo>
                  <a:lnTo>
                    <a:pt x="234140" y="16110"/>
                  </a:lnTo>
                  <a:lnTo>
                    <a:pt x="257291" y="19618"/>
                  </a:lnTo>
                  <a:lnTo>
                    <a:pt x="257822" y="19697"/>
                  </a:lnTo>
                  <a:lnTo>
                    <a:pt x="272554" y="21879"/>
                  </a:lnTo>
                  <a:lnTo>
                    <a:pt x="349574" y="32858"/>
                  </a:lnTo>
                  <a:lnTo>
                    <a:pt x="350157" y="32937"/>
                  </a:lnTo>
                  <a:lnTo>
                    <a:pt x="360557" y="34462"/>
                  </a:lnTo>
                  <a:lnTo>
                    <a:pt x="362807" y="34741"/>
                  </a:lnTo>
                  <a:lnTo>
                    <a:pt x="377873" y="36589"/>
                  </a:lnTo>
                  <a:lnTo>
                    <a:pt x="403679" y="39890"/>
                  </a:lnTo>
                  <a:lnTo>
                    <a:pt x="426542" y="43345"/>
                  </a:lnTo>
                  <a:lnTo>
                    <a:pt x="464944" y="48069"/>
                  </a:lnTo>
                  <a:lnTo>
                    <a:pt x="506325" y="52792"/>
                  </a:lnTo>
                  <a:lnTo>
                    <a:pt x="543201" y="56893"/>
                  </a:lnTo>
                  <a:lnTo>
                    <a:pt x="541907" y="69650"/>
                  </a:lnTo>
                  <a:lnTo>
                    <a:pt x="534162" y="147271"/>
                  </a:lnTo>
                  <a:lnTo>
                    <a:pt x="532993" y="158982"/>
                  </a:lnTo>
                  <a:lnTo>
                    <a:pt x="531738" y="171570"/>
                  </a:lnTo>
                  <a:lnTo>
                    <a:pt x="529040" y="198766"/>
                  </a:lnTo>
                  <a:lnTo>
                    <a:pt x="526484" y="224429"/>
                  </a:lnTo>
                  <a:lnTo>
                    <a:pt x="524640" y="243694"/>
                  </a:lnTo>
                  <a:lnTo>
                    <a:pt x="522532" y="265791"/>
                  </a:lnTo>
                  <a:lnTo>
                    <a:pt x="518734" y="304730"/>
                  </a:lnTo>
                  <a:lnTo>
                    <a:pt x="518168" y="310553"/>
                  </a:lnTo>
                  <a:lnTo>
                    <a:pt x="511786" y="376789"/>
                  </a:lnTo>
                  <a:lnTo>
                    <a:pt x="510817" y="386776"/>
                  </a:lnTo>
                  <a:lnTo>
                    <a:pt x="507180" y="424370"/>
                  </a:lnTo>
                  <a:lnTo>
                    <a:pt x="505240" y="444912"/>
                  </a:lnTo>
                  <a:lnTo>
                    <a:pt x="501095" y="489009"/>
                  </a:lnTo>
                  <a:lnTo>
                    <a:pt x="497690" y="524896"/>
                  </a:lnTo>
                  <a:lnTo>
                    <a:pt x="494374" y="559861"/>
                  </a:lnTo>
                  <a:lnTo>
                    <a:pt x="491573" y="589223"/>
                  </a:lnTo>
                  <a:lnTo>
                    <a:pt x="487134" y="636599"/>
                  </a:lnTo>
                  <a:lnTo>
                    <a:pt x="447999" y="632269"/>
                  </a:lnTo>
                  <a:lnTo>
                    <a:pt x="418502" y="628870"/>
                  </a:lnTo>
                  <a:lnTo>
                    <a:pt x="363079" y="622390"/>
                  </a:lnTo>
                  <a:lnTo>
                    <a:pt x="309032" y="615671"/>
                  </a:lnTo>
                  <a:lnTo>
                    <a:pt x="284493" y="602872"/>
                  </a:lnTo>
                  <a:lnTo>
                    <a:pt x="201135" y="558477"/>
                  </a:lnTo>
                  <a:lnTo>
                    <a:pt x="120956" y="515271"/>
                  </a:lnTo>
                  <a:lnTo>
                    <a:pt x="86692" y="496394"/>
                  </a:lnTo>
                  <a:lnTo>
                    <a:pt x="0" y="447818"/>
                  </a:lnTo>
                  <a:lnTo>
                    <a:pt x="624" y="444946"/>
                  </a:lnTo>
                  <a:lnTo>
                    <a:pt x="2429" y="442326"/>
                  </a:lnTo>
                  <a:lnTo>
                    <a:pt x="1054" y="44064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6592907" y="2930981"/>
              <a:ext cx="4043" cy="5047"/>
            </a:xfrm>
            <a:custGeom>
              <a:avLst/>
              <a:pathLst>
                <a:path w="4043" h="5047">
                  <a:moveTo>
                    <a:pt x="0" y="4576"/>
                  </a:moveTo>
                  <a:lnTo>
                    <a:pt x="155" y="839"/>
                  </a:lnTo>
                  <a:lnTo>
                    <a:pt x="1679" y="0"/>
                  </a:lnTo>
                  <a:lnTo>
                    <a:pt x="3029" y="2668"/>
                  </a:lnTo>
                  <a:lnTo>
                    <a:pt x="4043" y="3970"/>
                  </a:lnTo>
                  <a:lnTo>
                    <a:pt x="1592" y="504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6573905" y="2893164"/>
              <a:ext cx="30786" cy="38636"/>
            </a:xfrm>
            <a:custGeom>
              <a:avLst/>
              <a:pathLst>
                <a:path w="30786" h="38636">
                  <a:moveTo>
                    <a:pt x="8877" y="38126"/>
                  </a:moveTo>
                  <a:lnTo>
                    <a:pt x="9169" y="36269"/>
                  </a:lnTo>
                  <a:lnTo>
                    <a:pt x="8125" y="33627"/>
                  </a:lnTo>
                  <a:lnTo>
                    <a:pt x="9458" y="32900"/>
                  </a:lnTo>
                  <a:lnTo>
                    <a:pt x="8184" y="28739"/>
                  </a:lnTo>
                  <a:lnTo>
                    <a:pt x="6878" y="24479"/>
                  </a:lnTo>
                  <a:lnTo>
                    <a:pt x="4826" y="18562"/>
                  </a:lnTo>
                  <a:lnTo>
                    <a:pt x="3422" y="14824"/>
                  </a:lnTo>
                  <a:lnTo>
                    <a:pt x="0" y="5625"/>
                  </a:lnTo>
                  <a:lnTo>
                    <a:pt x="6302" y="3037"/>
                  </a:lnTo>
                  <a:lnTo>
                    <a:pt x="6812" y="2827"/>
                  </a:lnTo>
                  <a:lnTo>
                    <a:pt x="7847" y="2400"/>
                  </a:lnTo>
                  <a:lnTo>
                    <a:pt x="9850" y="1576"/>
                  </a:lnTo>
                  <a:lnTo>
                    <a:pt x="13669" y="0"/>
                  </a:lnTo>
                  <a:lnTo>
                    <a:pt x="14214" y="1553"/>
                  </a:lnTo>
                  <a:lnTo>
                    <a:pt x="14747" y="3072"/>
                  </a:lnTo>
                  <a:lnTo>
                    <a:pt x="15693" y="5791"/>
                  </a:lnTo>
                  <a:lnTo>
                    <a:pt x="17095" y="5256"/>
                  </a:lnTo>
                  <a:lnTo>
                    <a:pt x="18079" y="8089"/>
                  </a:lnTo>
                  <a:lnTo>
                    <a:pt x="19218" y="10239"/>
                  </a:lnTo>
                  <a:lnTo>
                    <a:pt x="19702" y="10336"/>
                  </a:lnTo>
                  <a:lnTo>
                    <a:pt x="21967" y="10789"/>
                  </a:lnTo>
                  <a:lnTo>
                    <a:pt x="24726" y="12987"/>
                  </a:lnTo>
                  <a:lnTo>
                    <a:pt x="25404" y="13526"/>
                  </a:lnTo>
                  <a:lnTo>
                    <a:pt x="27733" y="13432"/>
                  </a:lnTo>
                  <a:lnTo>
                    <a:pt x="28259" y="15253"/>
                  </a:lnTo>
                  <a:lnTo>
                    <a:pt x="28515" y="16140"/>
                  </a:lnTo>
                  <a:lnTo>
                    <a:pt x="30786" y="20770"/>
                  </a:lnTo>
                  <a:lnTo>
                    <a:pt x="30319" y="21551"/>
                  </a:lnTo>
                  <a:lnTo>
                    <a:pt x="29011" y="23499"/>
                  </a:lnTo>
                  <a:lnTo>
                    <a:pt x="26866" y="23085"/>
                  </a:lnTo>
                  <a:lnTo>
                    <a:pt x="25438" y="23281"/>
                  </a:lnTo>
                  <a:lnTo>
                    <a:pt x="25123" y="25297"/>
                  </a:lnTo>
                  <a:lnTo>
                    <a:pt x="23850" y="25803"/>
                  </a:lnTo>
                  <a:lnTo>
                    <a:pt x="22417" y="25827"/>
                  </a:lnTo>
                  <a:lnTo>
                    <a:pt x="21558" y="26385"/>
                  </a:lnTo>
                  <a:lnTo>
                    <a:pt x="21206" y="26614"/>
                  </a:lnTo>
                  <a:lnTo>
                    <a:pt x="21054" y="29076"/>
                  </a:lnTo>
                  <a:lnTo>
                    <a:pt x="20700" y="31095"/>
                  </a:lnTo>
                  <a:lnTo>
                    <a:pt x="18262" y="31915"/>
                  </a:lnTo>
                  <a:lnTo>
                    <a:pt x="16146" y="33345"/>
                  </a:lnTo>
                  <a:lnTo>
                    <a:pt x="13942" y="35400"/>
                  </a:lnTo>
                  <a:lnTo>
                    <a:pt x="11292" y="36957"/>
                  </a:lnTo>
                  <a:lnTo>
                    <a:pt x="8966" y="3863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5710216" y="3997713"/>
              <a:ext cx="450057" cy="336705"/>
            </a:xfrm>
            <a:custGeom>
              <a:avLst/>
              <a:pathLst>
                <a:path w="450057" h="336705">
                  <a:moveTo>
                    <a:pt x="0" y="90334"/>
                  </a:moveTo>
                  <a:lnTo>
                    <a:pt x="2363" y="86344"/>
                  </a:lnTo>
                  <a:lnTo>
                    <a:pt x="1429" y="83115"/>
                  </a:lnTo>
                  <a:lnTo>
                    <a:pt x="4267" y="78759"/>
                  </a:lnTo>
                  <a:lnTo>
                    <a:pt x="6548" y="74842"/>
                  </a:lnTo>
                  <a:lnTo>
                    <a:pt x="10526" y="70498"/>
                  </a:lnTo>
                  <a:lnTo>
                    <a:pt x="15136" y="64988"/>
                  </a:lnTo>
                  <a:lnTo>
                    <a:pt x="15981" y="61370"/>
                  </a:lnTo>
                  <a:lnTo>
                    <a:pt x="16497" y="56098"/>
                  </a:lnTo>
                  <a:lnTo>
                    <a:pt x="24891" y="51401"/>
                  </a:lnTo>
                  <a:lnTo>
                    <a:pt x="34191" y="46179"/>
                  </a:lnTo>
                  <a:lnTo>
                    <a:pt x="43764" y="40830"/>
                  </a:lnTo>
                  <a:lnTo>
                    <a:pt x="45755" y="40845"/>
                  </a:lnTo>
                  <a:lnTo>
                    <a:pt x="47178" y="40855"/>
                  </a:lnTo>
                  <a:lnTo>
                    <a:pt x="51622" y="34759"/>
                  </a:lnTo>
                  <a:lnTo>
                    <a:pt x="60806" y="30334"/>
                  </a:lnTo>
                  <a:lnTo>
                    <a:pt x="64631" y="28486"/>
                  </a:lnTo>
                  <a:lnTo>
                    <a:pt x="71017" y="24650"/>
                  </a:lnTo>
                  <a:lnTo>
                    <a:pt x="74429" y="21070"/>
                  </a:lnTo>
                  <a:lnTo>
                    <a:pt x="79671" y="20381"/>
                  </a:lnTo>
                  <a:lnTo>
                    <a:pt x="83261" y="19907"/>
                  </a:lnTo>
                  <a:lnTo>
                    <a:pt x="84884" y="19693"/>
                  </a:lnTo>
                  <a:lnTo>
                    <a:pt x="91966" y="18366"/>
                  </a:lnTo>
                  <a:lnTo>
                    <a:pt x="101793" y="16512"/>
                  </a:lnTo>
                  <a:lnTo>
                    <a:pt x="107698" y="15392"/>
                  </a:lnTo>
                  <a:lnTo>
                    <a:pt x="113988" y="14308"/>
                  </a:lnTo>
                  <a:lnTo>
                    <a:pt x="122484" y="12835"/>
                  </a:lnTo>
                  <a:lnTo>
                    <a:pt x="131990" y="11174"/>
                  </a:lnTo>
                  <a:lnTo>
                    <a:pt x="156478" y="6838"/>
                  </a:lnTo>
                  <a:lnTo>
                    <a:pt x="167826" y="4942"/>
                  </a:lnTo>
                  <a:lnTo>
                    <a:pt x="171365" y="4346"/>
                  </a:lnTo>
                  <a:lnTo>
                    <a:pt x="196905" y="0"/>
                  </a:lnTo>
                  <a:lnTo>
                    <a:pt x="197011" y="259"/>
                  </a:lnTo>
                  <a:lnTo>
                    <a:pt x="198047" y="2790"/>
                  </a:lnTo>
                  <a:lnTo>
                    <a:pt x="197275" y="8615"/>
                  </a:lnTo>
                  <a:lnTo>
                    <a:pt x="199381" y="11388"/>
                  </a:lnTo>
                  <a:lnTo>
                    <a:pt x="207400" y="2361"/>
                  </a:lnTo>
                  <a:lnTo>
                    <a:pt x="210679" y="5297"/>
                  </a:lnTo>
                  <a:lnTo>
                    <a:pt x="218163" y="11988"/>
                  </a:lnTo>
                  <a:lnTo>
                    <a:pt x="224842" y="17947"/>
                  </a:lnTo>
                  <a:lnTo>
                    <a:pt x="226060" y="30472"/>
                  </a:lnTo>
                  <a:lnTo>
                    <a:pt x="247096" y="26267"/>
                  </a:lnTo>
                  <a:lnTo>
                    <a:pt x="268545" y="21609"/>
                  </a:lnTo>
                  <a:lnTo>
                    <a:pt x="290227" y="16833"/>
                  </a:lnTo>
                  <a:lnTo>
                    <a:pt x="303541" y="13805"/>
                  </a:lnTo>
                  <a:lnTo>
                    <a:pt x="303782" y="13750"/>
                  </a:lnTo>
                  <a:lnTo>
                    <a:pt x="324362" y="9017"/>
                  </a:lnTo>
                  <a:lnTo>
                    <a:pt x="325928" y="8654"/>
                  </a:lnTo>
                  <a:lnTo>
                    <a:pt x="349044" y="22980"/>
                  </a:lnTo>
                  <a:lnTo>
                    <a:pt x="350293" y="23751"/>
                  </a:lnTo>
                  <a:lnTo>
                    <a:pt x="360269" y="29900"/>
                  </a:lnTo>
                  <a:lnTo>
                    <a:pt x="387680" y="47609"/>
                  </a:lnTo>
                  <a:lnTo>
                    <a:pt x="391768" y="50238"/>
                  </a:lnTo>
                  <a:lnTo>
                    <a:pt x="420224" y="68063"/>
                  </a:lnTo>
                  <a:lnTo>
                    <a:pt x="437926" y="79139"/>
                  </a:lnTo>
                  <a:lnTo>
                    <a:pt x="441776" y="81540"/>
                  </a:lnTo>
                  <a:lnTo>
                    <a:pt x="450057" y="86802"/>
                  </a:lnTo>
                  <a:lnTo>
                    <a:pt x="439184" y="93497"/>
                  </a:lnTo>
                  <a:lnTo>
                    <a:pt x="431422" y="101158"/>
                  </a:lnTo>
                  <a:lnTo>
                    <a:pt x="424902" y="110074"/>
                  </a:lnTo>
                  <a:lnTo>
                    <a:pt x="419786" y="118960"/>
                  </a:lnTo>
                  <a:lnTo>
                    <a:pt x="416309" y="127574"/>
                  </a:lnTo>
                  <a:lnTo>
                    <a:pt x="414270" y="132614"/>
                  </a:lnTo>
                  <a:lnTo>
                    <a:pt x="410440" y="139301"/>
                  </a:lnTo>
                  <a:lnTo>
                    <a:pt x="407798" y="149144"/>
                  </a:lnTo>
                  <a:lnTo>
                    <a:pt x="407223" y="158095"/>
                  </a:lnTo>
                  <a:lnTo>
                    <a:pt x="407725" y="168227"/>
                  </a:lnTo>
                  <a:lnTo>
                    <a:pt x="409214" y="171457"/>
                  </a:lnTo>
                  <a:lnTo>
                    <a:pt x="406552" y="177987"/>
                  </a:lnTo>
                  <a:lnTo>
                    <a:pt x="402071" y="183192"/>
                  </a:lnTo>
                  <a:lnTo>
                    <a:pt x="400772" y="184698"/>
                  </a:lnTo>
                  <a:lnTo>
                    <a:pt x="397781" y="187719"/>
                  </a:lnTo>
                  <a:lnTo>
                    <a:pt x="397873" y="192247"/>
                  </a:lnTo>
                  <a:lnTo>
                    <a:pt x="397041" y="197467"/>
                  </a:lnTo>
                  <a:lnTo>
                    <a:pt x="391099" y="197983"/>
                  </a:lnTo>
                  <a:lnTo>
                    <a:pt x="385992" y="200837"/>
                  </a:lnTo>
                  <a:lnTo>
                    <a:pt x="381665" y="197999"/>
                  </a:lnTo>
                  <a:lnTo>
                    <a:pt x="377070" y="202450"/>
                  </a:lnTo>
                  <a:lnTo>
                    <a:pt x="375526" y="206753"/>
                  </a:lnTo>
                  <a:lnTo>
                    <a:pt x="379932" y="210890"/>
                  </a:lnTo>
                  <a:lnTo>
                    <a:pt x="377740" y="214704"/>
                  </a:lnTo>
                  <a:lnTo>
                    <a:pt x="370343" y="221996"/>
                  </a:lnTo>
                  <a:lnTo>
                    <a:pt x="368538" y="227527"/>
                  </a:lnTo>
                  <a:lnTo>
                    <a:pt x="361112" y="233881"/>
                  </a:lnTo>
                  <a:lnTo>
                    <a:pt x="357282" y="238421"/>
                  </a:lnTo>
                  <a:lnTo>
                    <a:pt x="356931" y="244283"/>
                  </a:lnTo>
                  <a:lnTo>
                    <a:pt x="350353" y="250989"/>
                  </a:lnTo>
                  <a:lnTo>
                    <a:pt x="348180" y="255387"/>
                  </a:lnTo>
                  <a:lnTo>
                    <a:pt x="341291" y="257337"/>
                  </a:lnTo>
                  <a:lnTo>
                    <a:pt x="335348" y="261602"/>
                  </a:lnTo>
                  <a:lnTo>
                    <a:pt x="332259" y="265958"/>
                  </a:lnTo>
                  <a:lnTo>
                    <a:pt x="327479" y="268895"/>
                  </a:lnTo>
                  <a:lnTo>
                    <a:pt x="327033" y="269372"/>
                  </a:lnTo>
                  <a:lnTo>
                    <a:pt x="320254" y="276597"/>
                  </a:lnTo>
                  <a:lnTo>
                    <a:pt x="313555" y="279041"/>
                  </a:lnTo>
                  <a:lnTo>
                    <a:pt x="308246" y="277532"/>
                  </a:lnTo>
                  <a:lnTo>
                    <a:pt x="307910" y="278977"/>
                  </a:lnTo>
                  <a:lnTo>
                    <a:pt x="307281" y="281680"/>
                  </a:lnTo>
                  <a:lnTo>
                    <a:pt x="310887" y="286628"/>
                  </a:lnTo>
                  <a:lnTo>
                    <a:pt x="313789" y="289953"/>
                  </a:lnTo>
                  <a:lnTo>
                    <a:pt x="312959" y="295715"/>
                  </a:lnTo>
                  <a:lnTo>
                    <a:pt x="306115" y="301822"/>
                  </a:lnTo>
                  <a:lnTo>
                    <a:pt x="301190" y="304510"/>
                  </a:lnTo>
                  <a:lnTo>
                    <a:pt x="296358" y="303585"/>
                  </a:lnTo>
                  <a:lnTo>
                    <a:pt x="289210" y="301343"/>
                  </a:lnTo>
                  <a:lnTo>
                    <a:pt x="285217" y="306038"/>
                  </a:lnTo>
                  <a:lnTo>
                    <a:pt x="289388" y="308144"/>
                  </a:lnTo>
                  <a:lnTo>
                    <a:pt x="295761" y="312252"/>
                  </a:lnTo>
                  <a:lnTo>
                    <a:pt x="292192" y="319510"/>
                  </a:lnTo>
                  <a:lnTo>
                    <a:pt x="284930" y="326966"/>
                  </a:lnTo>
                  <a:lnTo>
                    <a:pt x="280899" y="329052"/>
                  </a:lnTo>
                  <a:lnTo>
                    <a:pt x="280556" y="331536"/>
                  </a:lnTo>
                  <a:lnTo>
                    <a:pt x="279840" y="336705"/>
                  </a:lnTo>
                  <a:lnTo>
                    <a:pt x="274028" y="335385"/>
                  </a:lnTo>
                  <a:lnTo>
                    <a:pt x="267252" y="331990"/>
                  </a:lnTo>
                  <a:lnTo>
                    <a:pt x="264709" y="334470"/>
                  </a:lnTo>
                  <a:lnTo>
                    <a:pt x="257186" y="332900"/>
                  </a:lnTo>
                  <a:lnTo>
                    <a:pt x="255265" y="326048"/>
                  </a:lnTo>
                  <a:lnTo>
                    <a:pt x="251600" y="321175"/>
                  </a:lnTo>
                  <a:lnTo>
                    <a:pt x="250830" y="320151"/>
                  </a:lnTo>
                  <a:lnTo>
                    <a:pt x="252347" y="315408"/>
                  </a:lnTo>
                  <a:lnTo>
                    <a:pt x="250635" y="309127"/>
                  </a:lnTo>
                  <a:lnTo>
                    <a:pt x="245852" y="304497"/>
                  </a:lnTo>
                  <a:lnTo>
                    <a:pt x="243315" y="302039"/>
                  </a:lnTo>
                  <a:lnTo>
                    <a:pt x="242178" y="296187"/>
                  </a:lnTo>
                  <a:lnTo>
                    <a:pt x="233150" y="289207"/>
                  </a:lnTo>
                  <a:lnTo>
                    <a:pt x="232235" y="289076"/>
                  </a:lnTo>
                  <a:lnTo>
                    <a:pt x="227857" y="288449"/>
                  </a:lnTo>
                  <a:lnTo>
                    <a:pt x="221731" y="285519"/>
                  </a:lnTo>
                  <a:lnTo>
                    <a:pt x="220656" y="285005"/>
                  </a:lnTo>
                  <a:lnTo>
                    <a:pt x="219940" y="279707"/>
                  </a:lnTo>
                  <a:lnTo>
                    <a:pt x="216398" y="270746"/>
                  </a:lnTo>
                  <a:lnTo>
                    <a:pt x="216247" y="270189"/>
                  </a:lnTo>
                  <a:lnTo>
                    <a:pt x="213712" y="260846"/>
                  </a:lnTo>
                  <a:lnTo>
                    <a:pt x="208331" y="254458"/>
                  </a:lnTo>
                  <a:lnTo>
                    <a:pt x="204119" y="250164"/>
                  </a:lnTo>
                  <a:lnTo>
                    <a:pt x="202378" y="242416"/>
                  </a:lnTo>
                  <a:lnTo>
                    <a:pt x="197936" y="240065"/>
                  </a:lnTo>
                  <a:lnTo>
                    <a:pt x="191829" y="236828"/>
                  </a:lnTo>
                  <a:lnTo>
                    <a:pt x="190429" y="236607"/>
                  </a:lnTo>
                  <a:lnTo>
                    <a:pt x="186269" y="235952"/>
                  </a:lnTo>
                  <a:lnTo>
                    <a:pt x="176447" y="232598"/>
                  </a:lnTo>
                  <a:lnTo>
                    <a:pt x="174816" y="227750"/>
                  </a:lnTo>
                  <a:lnTo>
                    <a:pt x="174588" y="227073"/>
                  </a:lnTo>
                  <a:lnTo>
                    <a:pt x="166239" y="224560"/>
                  </a:lnTo>
                  <a:lnTo>
                    <a:pt x="166127" y="223958"/>
                  </a:lnTo>
                  <a:lnTo>
                    <a:pt x="164975" y="217766"/>
                  </a:lnTo>
                  <a:lnTo>
                    <a:pt x="156276" y="215140"/>
                  </a:lnTo>
                  <a:lnTo>
                    <a:pt x="156019" y="207545"/>
                  </a:lnTo>
                  <a:lnTo>
                    <a:pt x="154364" y="201964"/>
                  </a:lnTo>
                  <a:lnTo>
                    <a:pt x="147850" y="199814"/>
                  </a:lnTo>
                  <a:lnTo>
                    <a:pt x="144798" y="196506"/>
                  </a:lnTo>
                  <a:lnTo>
                    <a:pt x="143412" y="195003"/>
                  </a:lnTo>
                  <a:lnTo>
                    <a:pt x="135288" y="190984"/>
                  </a:lnTo>
                  <a:lnTo>
                    <a:pt x="134479" y="190900"/>
                  </a:lnTo>
                  <a:lnTo>
                    <a:pt x="129933" y="190427"/>
                  </a:lnTo>
                  <a:lnTo>
                    <a:pt x="125534" y="186025"/>
                  </a:lnTo>
                  <a:lnTo>
                    <a:pt x="123445" y="183043"/>
                  </a:lnTo>
                  <a:lnTo>
                    <a:pt x="120458" y="178775"/>
                  </a:lnTo>
                  <a:lnTo>
                    <a:pt x="110898" y="170670"/>
                  </a:lnTo>
                  <a:lnTo>
                    <a:pt x="100290" y="167571"/>
                  </a:lnTo>
                  <a:lnTo>
                    <a:pt x="91470" y="161480"/>
                  </a:lnTo>
                  <a:lnTo>
                    <a:pt x="87335" y="161396"/>
                  </a:lnTo>
                  <a:lnTo>
                    <a:pt x="86550" y="160287"/>
                  </a:lnTo>
                  <a:lnTo>
                    <a:pt x="82878" y="155092"/>
                  </a:lnTo>
                  <a:lnTo>
                    <a:pt x="82500" y="154660"/>
                  </a:lnTo>
                  <a:lnTo>
                    <a:pt x="76813" y="148142"/>
                  </a:lnTo>
                  <a:lnTo>
                    <a:pt x="68914" y="142190"/>
                  </a:lnTo>
                  <a:lnTo>
                    <a:pt x="65697" y="135210"/>
                  </a:lnTo>
                  <a:lnTo>
                    <a:pt x="64291" y="132160"/>
                  </a:lnTo>
                  <a:lnTo>
                    <a:pt x="60743" y="127952"/>
                  </a:lnTo>
                  <a:lnTo>
                    <a:pt x="60064" y="127146"/>
                  </a:lnTo>
                  <a:lnTo>
                    <a:pt x="54931" y="121143"/>
                  </a:lnTo>
                  <a:lnTo>
                    <a:pt x="52436" y="117011"/>
                  </a:lnTo>
                  <a:lnTo>
                    <a:pt x="48130" y="109747"/>
                  </a:lnTo>
                  <a:lnTo>
                    <a:pt x="43259" y="109581"/>
                  </a:lnTo>
                  <a:lnTo>
                    <a:pt x="37542" y="111757"/>
                  </a:lnTo>
                  <a:lnTo>
                    <a:pt x="37219" y="111880"/>
                  </a:lnTo>
                  <a:lnTo>
                    <a:pt x="32025" y="110583"/>
                  </a:lnTo>
                  <a:lnTo>
                    <a:pt x="31784" y="110427"/>
                  </a:lnTo>
                  <a:lnTo>
                    <a:pt x="26900" y="107281"/>
                  </a:lnTo>
                  <a:lnTo>
                    <a:pt x="26243" y="106744"/>
                  </a:lnTo>
                  <a:lnTo>
                    <a:pt x="20592" y="102126"/>
                  </a:lnTo>
                  <a:lnTo>
                    <a:pt x="14164" y="100958"/>
                  </a:lnTo>
                  <a:lnTo>
                    <a:pt x="8400" y="98158"/>
                  </a:lnTo>
                  <a:lnTo>
                    <a:pt x="2221" y="95184"/>
                  </a:lnTo>
                  <a:lnTo>
                    <a:pt x="2015" y="94734"/>
                  </a:lnTo>
                  <a:lnTo>
                    <a:pt x="554" y="91544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3671961" y="2865311"/>
              <a:ext cx="561358" cy="349641"/>
            </a:xfrm>
            <a:custGeom>
              <a:avLst/>
              <a:pathLst>
                <a:path w="561358" h="349641">
                  <a:moveTo>
                    <a:pt x="9583" y="95161"/>
                  </a:moveTo>
                  <a:lnTo>
                    <a:pt x="10906" y="95118"/>
                  </a:lnTo>
                  <a:lnTo>
                    <a:pt x="11481" y="82412"/>
                  </a:lnTo>
                  <a:lnTo>
                    <a:pt x="11911" y="73582"/>
                  </a:lnTo>
                  <a:lnTo>
                    <a:pt x="12514" y="61221"/>
                  </a:lnTo>
                  <a:lnTo>
                    <a:pt x="13196" y="45664"/>
                  </a:lnTo>
                  <a:lnTo>
                    <a:pt x="13522" y="38921"/>
                  </a:lnTo>
                  <a:lnTo>
                    <a:pt x="14447" y="19626"/>
                  </a:lnTo>
                  <a:lnTo>
                    <a:pt x="14946" y="8101"/>
                  </a:lnTo>
                  <a:lnTo>
                    <a:pt x="15009" y="6365"/>
                  </a:lnTo>
                  <a:lnTo>
                    <a:pt x="15239" y="0"/>
                  </a:lnTo>
                  <a:lnTo>
                    <a:pt x="42091" y="1290"/>
                  </a:lnTo>
                  <a:lnTo>
                    <a:pt x="57866" y="1979"/>
                  </a:lnTo>
                  <a:lnTo>
                    <a:pt x="72982" y="2611"/>
                  </a:lnTo>
                  <a:lnTo>
                    <a:pt x="88567" y="3221"/>
                  </a:lnTo>
                  <a:lnTo>
                    <a:pt x="92281" y="3360"/>
                  </a:lnTo>
                  <a:lnTo>
                    <a:pt x="96599" y="3519"/>
                  </a:lnTo>
                  <a:lnTo>
                    <a:pt x="108850" y="3943"/>
                  </a:lnTo>
                  <a:lnTo>
                    <a:pt x="119603" y="4299"/>
                  </a:lnTo>
                  <a:lnTo>
                    <a:pt x="135163" y="4790"/>
                  </a:lnTo>
                  <a:lnTo>
                    <a:pt x="151980" y="5272"/>
                  </a:lnTo>
                  <a:lnTo>
                    <a:pt x="158051" y="5431"/>
                  </a:lnTo>
                  <a:lnTo>
                    <a:pt x="158187" y="5435"/>
                  </a:lnTo>
                  <a:lnTo>
                    <a:pt x="172452" y="5784"/>
                  </a:lnTo>
                  <a:lnTo>
                    <a:pt x="189038" y="6159"/>
                  </a:lnTo>
                  <a:lnTo>
                    <a:pt x="202457" y="6403"/>
                  </a:lnTo>
                  <a:lnTo>
                    <a:pt x="220523" y="6690"/>
                  </a:lnTo>
                  <a:lnTo>
                    <a:pt x="244619" y="6991"/>
                  </a:lnTo>
                  <a:lnTo>
                    <a:pt x="262118" y="7141"/>
                  </a:lnTo>
                  <a:lnTo>
                    <a:pt x="262988" y="7148"/>
                  </a:lnTo>
                  <a:lnTo>
                    <a:pt x="277335" y="7255"/>
                  </a:lnTo>
                  <a:lnTo>
                    <a:pt x="287265" y="7361"/>
                  </a:lnTo>
                  <a:lnTo>
                    <a:pt x="306282" y="7447"/>
                  </a:lnTo>
                  <a:lnTo>
                    <a:pt x="317607" y="7496"/>
                  </a:lnTo>
                  <a:lnTo>
                    <a:pt x="325082" y="7446"/>
                  </a:lnTo>
                  <a:lnTo>
                    <a:pt x="333535" y="7472"/>
                  </a:lnTo>
                  <a:lnTo>
                    <a:pt x="343693" y="7406"/>
                  </a:lnTo>
                  <a:lnTo>
                    <a:pt x="361316" y="7246"/>
                  </a:lnTo>
                  <a:lnTo>
                    <a:pt x="367414" y="7199"/>
                  </a:lnTo>
                  <a:lnTo>
                    <a:pt x="387079" y="7050"/>
                  </a:lnTo>
                  <a:lnTo>
                    <a:pt x="393999" y="6981"/>
                  </a:lnTo>
                  <a:lnTo>
                    <a:pt x="408742" y="6884"/>
                  </a:lnTo>
                  <a:lnTo>
                    <a:pt x="432788" y="6393"/>
                  </a:lnTo>
                  <a:lnTo>
                    <a:pt x="437151" y="6304"/>
                  </a:lnTo>
                  <a:lnTo>
                    <a:pt x="439201" y="6260"/>
                  </a:lnTo>
                  <a:lnTo>
                    <a:pt x="453301" y="5944"/>
                  </a:lnTo>
                  <a:lnTo>
                    <a:pt x="469685" y="5482"/>
                  </a:lnTo>
                  <a:lnTo>
                    <a:pt x="491646" y="4730"/>
                  </a:lnTo>
                  <a:lnTo>
                    <a:pt x="501859" y="4351"/>
                  </a:lnTo>
                  <a:lnTo>
                    <a:pt x="538074" y="2984"/>
                  </a:lnTo>
                  <a:lnTo>
                    <a:pt x="537774" y="9378"/>
                  </a:lnTo>
                  <a:lnTo>
                    <a:pt x="536947" y="14989"/>
                  </a:lnTo>
                  <a:lnTo>
                    <a:pt x="534057" y="18662"/>
                  </a:lnTo>
                  <a:lnTo>
                    <a:pt x="531308" y="23690"/>
                  </a:lnTo>
                  <a:lnTo>
                    <a:pt x="526357" y="26987"/>
                  </a:lnTo>
                  <a:lnTo>
                    <a:pt x="520858" y="31977"/>
                  </a:lnTo>
                  <a:lnTo>
                    <a:pt x="519208" y="35539"/>
                  </a:lnTo>
                  <a:lnTo>
                    <a:pt x="519846" y="38071"/>
                  </a:lnTo>
                  <a:lnTo>
                    <a:pt x="520478" y="38839"/>
                  </a:lnTo>
                  <a:lnTo>
                    <a:pt x="524502" y="43727"/>
                  </a:lnTo>
                  <a:lnTo>
                    <a:pt x="527445" y="49371"/>
                  </a:lnTo>
                  <a:lnTo>
                    <a:pt x="529851" y="53479"/>
                  </a:lnTo>
                  <a:lnTo>
                    <a:pt x="532452" y="56061"/>
                  </a:lnTo>
                  <a:lnTo>
                    <a:pt x="536530" y="56106"/>
                  </a:lnTo>
                  <a:lnTo>
                    <a:pt x="540543" y="58151"/>
                  </a:lnTo>
                  <a:lnTo>
                    <a:pt x="543435" y="59079"/>
                  </a:lnTo>
                  <a:lnTo>
                    <a:pt x="546331" y="61910"/>
                  </a:lnTo>
                  <a:lnTo>
                    <a:pt x="547297" y="63828"/>
                  </a:lnTo>
                  <a:lnTo>
                    <a:pt x="548250" y="65717"/>
                  </a:lnTo>
                  <a:lnTo>
                    <a:pt x="548437" y="69606"/>
                  </a:lnTo>
                  <a:lnTo>
                    <a:pt x="549842" y="98891"/>
                  </a:lnTo>
                  <a:lnTo>
                    <a:pt x="550668" y="116147"/>
                  </a:lnTo>
                  <a:lnTo>
                    <a:pt x="551504" y="133647"/>
                  </a:lnTo>
                  <a:lnTo>
                    <a:pt x="551925" y="142456"/>
                  </a:lnTo>
                  <a:lnTo>
                    <a:pt x="552804" y="160886"/>
                  </a:lnTo>
                  <a:lnTo>
                    <a:pt x="553500" y="177300"/>
                  </a:lnTo>
                  <a:lnTo>
                    <a:pt x="554974" y="212189"/>
                  </a:lnTo>
                  <a:lnTo>
                    <a:pt x="556230" y="242048"/>
                  </a:lnTo>
                  <a:lnTo>
                    <a:pt x="556458" y="247263"/>
                  </a:lnTo>
                  <a:lnTo>
                    <a:pt x="545847" y="247709"/>
                  </a:lnTo>
                  <a:lnTo>
                    <a:pt x="547018" y="250764"/>
                  </a:lnTo>
                  <a:lnTo>
                    <a:pt x="546462" y="254356"/>
                  </a:lnTo>
                  <a:lnTo>
                    <a:pt x="551967" y="259005"/>
                  </a:lnTo>
                  <a:lnTo>
                    <a:pt x="551931" y="262874"/>
                  </a:lnTo>
                  <a:lnTo>
                    <a:pt x="551684" y="267633"/>
                  </a:lnTo>
                  <a:lnTo>
                    <a:pt x="548181" y="268680"/>
                  </a:lnTo>
                  <a:lnTo>
                    <a:pt x="549768" y="271989"/>
                  </a:lnTo>
                  <a:lnTo>
                    <a:pt x="550255" y="273002"/>
                  </a:lnTo>
                  <a:lnTo>
                    <a:pt x="552625" y="275551"/>
                  </a:lnTo>
                  <a:lnTo>
                    <a:pt x="556028" y="275395"/>
                  </a:lnTo>
                  <a:lnTo>
                    <a:pt x="557585" y="283147"/>
                  </a:lnTo>
                  <a:lnTo>
                    <a:pt x="559142" y="286043"/>
                  </a:lnTo>
                  <a:lnTo>
                    <a:pt x="558341" y="289234"/>
                  </a:lnTo>
                  <a:lnTo>
                    <a:pt x="557957" y="290760"/>
                  </a:lnTo>
                  <a:lnTo>
                    <a:pt x="554156" y="293704"/>
                  </a:lnTo>
                  <a:lnTo>
                    <a:pt x="555692" y="297144"/>
                  </a:lnTo>
                  <a:lnTo>
                    <a:pt x="553783" y="299988"/>
                  </a:lnTo>
                  <a:lnTo>
                    <a:pt x="555325" y="301759"/>
                  </a:lnTo>
                  <a:lnTo>
                    <a:pt x="552437" y="305587"/>
                  </a:lnTo>
                  <a:lnTo>
                    <a:pt x="552585" y="306987"/>
                  </a:lnTo>
                  <a:lnTo>
                    <a:pt x="552904" y="310005"/>
                  </a:lnTo>
                  <a:lnTo>
                    <a:pt x="550163" y="315235"/>
                  </a:lnTo>
                  <a:lnTo>
                    <a:pt x="547123" y="320231"/>
                  </a:lnTo>
                  <a:lnTo>
                    <a:pt x="547133" y="325640"/>
                  </a:lnTo>
                  <a:lnTo>
                    <a:pt x="549729" y="329297"/>
                  </a:lnTo>
                  <a:lnTo>
                    <a:pt x="554712" y="333807"/>
                  </a:lnTo>
                  <a:lnTo>
                    <a:pt x="558503" y="341681"/>
                  </a:lnTo>
                  <a:lnTo>
                    <a:pt x="558753" y="342198"/>
                  </a:lnTo>
                  <a:lnTo>
                    <a:pt x="557731" y="346146"/>
                  </a:lnTo>
                  <a:lnTo>
                    <a:pt x="558912" y="346870"/>
                  </a:lnTo>
                  <a:lnTo>
                    <a:pt x="561358" y="348672"/>
                  </a:lnTo>
                  <a:lnTo>
                    <a:pt x="557258" y="349641"/>
                  </a:lnTo>
                  <a:lnTo>
                    <a:pt x="555379" y="346956"/>
                  </a:lnTo>
                  <a:lnTo>
                    <a:pt x="549002" y="347640"/>
                  </a:lnTo>
                  <a:lnTo>
                    <a:pt x="547698" y="345580"/>
                  </a:lnTo>
                  <a:lnTo>
                    <a:pt x="545260" y="341723"/>
                  </a:lnTo>
                  <a:lnTo>
                    <a:pt x="541373" y="338125"/>
                  </a:lnTo>
                  <a:lnTo>
                    <a:pt x="542015" y="332526"/>
                  </a:lnTo>
                  <a:lnTo>
                    <a:pt x="536050" y="332376"/>
                  </a:lnTo>
                  <a:lnTo>
                    <a:pt x="534179" y="328850"/>
                  </a:lnTo>
                  <a:lnTo>
                    <a:pt x="533749" y="328675"/>
                  </a:lnTo>
                  <a:lnTo>
                    <a:pt x="526285" y="325629"/>
                  </a:lnTo>
                  <a:lnTo>
                    <a:pt x="521974" y="326723"/>
                  </a:lnTo>
                  <a:lnTo>
                    <a:pt x="518172" y="323645"/>
                  </a:lnTo>
                  <a:lnTo>
                    <a:pt x="517471" y="323076"/>
                  </a:lnTo>
                  <a:lnTo>
                    <a:pt x="509584" y="322402"/>
                  </a:lnTo>
                  <a:lnTo>
                    <a:pt x="507028" y="320511"/>
                  </a:lnTo>
                  <a:lnTo>
                    <a:pt x="503328" y="317769"/>
                  </a:lnTo>
                  <a:lnTo>
                    <a:pt x="501456" y="314513"/>
                  </a:lnTo>
                  <a:lnTo>
                    <a:pt x="496685" y="313413"/>
                  </a:lnTo>
                  <a:lnTo>
                    <a:pt x="493836" y="314490"/>
                  </a:lnTo>
                  <a:lnTo>
                    <a:pt x="488215" y="313661"/>
                  </a:lnTo>
                  <a:lnTo>
                    <a:pt x="485690" y="315738"/>
                  </a:lnTo>
                  <a:lnTo>
                    <a:pt x="483266" y="315416"/>
                  </a:lnTo>
                  <a:lnTo>
                    <a:pt x="480969" y="315109"/>
                  </a:lnTo>
                  <a:lnTo>
                    <a:pt x="474824" y="315043"/>
                  </a:lnTo>
                  <a:lnTo>
                    <a:pt x="472171" y="315565"/>
                  </a:lnTo>
                  <a:lnTo>
                    <a:pt x="467361" y="316508"/>
                  </a:lnTo>
                  <a:lnTo>
                    <a:pt x="459931" y="315284"/>
                  </a:lnTo>
                  <a:lnTo>
                    <a:pt x="455741" y="314682"/>
                  </a:lnTo>
                  <a:lnTo>
                    <a:pt x="454379" y="315968"/>
                  </a:lnTo>
                  <a:lnTo>
                    <a:pt x="452443" y="321427"/>
                  </a:lnTo>
                  <a:lnTo>
                    <a:pt x="449186" y="324451"/>
                  </a:lnTo>
                  <a:lnTo>
                    <a:pt x="442935" y="325149"/>
                  </a:lnTo>
                  <a:lnTo>
                    <a:pt x="437693" y="320821"/>
                  </a:lnTo>
                  <a:lnTo>
                    <a:pt x="434425" y="317725"/>
                  </a:lnTo>
                  <a:lnTo>
                    <a:pt x="434089" y="317618"/>
                  </a:lnTo>
                  <a:lnTo>
                    <a:pt x="428199" y="315738"/>
                  </a:lnTo>
                  <a:lnTo>
                    <a:pt x="424627" y="314421"/>
                  </a:lnTo>
                  <a:lnTo>
                    <a:pt x="422528" y="313309"/>
                  </a:lnTo>
                  <a:lnTo>
                    <a:pt x="416701" y="310218"/>
                  </a:lnTo>
                  <a:lnTo>
                    <a:pt x="413143" y="309199"/>
                  </a:lnTo>
                  <a:lnTo>
                    <a:pt x="409811" y="305812"/>
                  </a:lnTo>
                  <a:lnTo>
                    <a:pt x="408303" y="302319"/>
                  </a:lnTo>
                  <a:lnTo>
                    <a:pt x="382610" y="302767"/>
                  </a:lnTo>
                  <a:lnTo>
                    <a:pt x="352722" y="303117"/>
                  </a:lnTo>
                  <a:lnTo>
                    <a:pt x="332162" y="303272"/>
                  </a:lnTo>
                  <a:lnTo>
                    <a:pt x="308925" y="303362"/>
                  </a:lnTo>
                  <a:lnTo>
                    <a:pt x="283306" y="303374"/>
                  </a:lnTo>
                  <a:lnTo>
                    <a:pt x="224328" y="302986"/>
                  </a:lnTo>
                  <a:lnTo>
                    <a:pt x="207594" y="302724"/>
                  </a:lnTo>
                  <a:lnTo>
                    <a:pt x="144772" y="301324"/>
                  </a:lnTo>
                  <a:lnTo>
                    <a:pt x="120805" y="300616"/>
                  </a:lnTo>
                  <a:lnTo>
                    <a:pt x="92625" y="299678"/>
                  </a:lnTo>
                  <a:lnTo>
                    <a:pt x="77306" y="299113"/>
                  </a:lnTo>
                  <a:lnTo>
                    <a:pt x="42374" y="297676"/>
                  </a:lnTo>
                  <a:lnTo>
                    <a:pt x="40246" y="297586"/>
                  </a:lnTo>
                  <a:lnTo>
                    <a:pt x="0" y="295741"/>
                  </a:lnTo>
                  <a:lnTo>
                    <a:pt x="1363" y="266691"/>
                  </a:lnTo>
                  <a:lnTo>
                    <a:pt x="2230" y="247804"/>
                  </a:lnTo>
                  <a:lnTo>
                    <a:pt x="2348" y="245242"/>
                  </a:lnTo>
                  <a:lnTo>
                    <a:pt x="2603" y="239689"/>
                  </a:lnTo>
                  <a:lnTo>
                    <a:pt x="4028" y="210070"/>
                  </a:lnTo>
                  <a:lnTo>
                    <a:pt x="5461" y="181183"/>
                  </a:lnTo>
                  <a:lnTo>
                    <a:pt x="5658" y="177236"/>
                  </a:lnTo>
                  <a:lnTo>
                    <a:pt x="6005" y="170245"/>
                  </a:lnTo>
                  <a:lnTo>
                    <a:pt x="7586" y="138001"/>
                  </a:lnTo>
                  <a:lnTo>
                    <a:pt x="8180" y="12591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5003407" y="3825209"/>
              <a:ext cx="758428" cy="313562"/>
            </a:xfrm>
            <a:custGeom>
              <a:avLst/>
              <a:pathLst>
                <a:path w="758428" h="313562">
                  <a:moveTo>
                    <a:pt x="406" y="309745"/>
                  </a:moveTo>
                  <a:lnTo>
                    <a:pt x="3544" y="308072"/>
                  </a:lnTo>
                  <a:lnTo>
                    <a:pt x="9720" y="306166"/>
                  </a:lnTo>
                  <a:lnTo>
                    <a:pt x="10693" y="301419"/>
                  </a:lnTo>
                  <a:lnTo>
                    <a:pt x="12217" y="296976"/>
                  </a:lnTo>
                  <a:lnTo>
                    <a:pt x="18755" y="297409"/>
                  </a:lnTo>
                  <a:lnTo>
                    <a:pt x="17354" y="292311"/>
                  </a:lnTo>
                  <a:lnTo>
                    <a:pt x="17486" y="287873"/>
                  </a:lnTo>
                  <a:lnTo>
                    <a:pt x="16494" y="282667"/>
                  </a:lnTo>
                  <a:lnTo>
                    <a:pt x="9873" y="280641"/>
                  </a:lnTo>
                  <a:lnTo>
                    <a:pt x="13635" y="276787"/>
                  </a:lnTo>
                  <a:lnTo>
                    <a:pt x="16054" y="269808"/>
                  </a:lnTo>
                  <a:lnTo>
                    <a:pt x="13226" y="264798"/>
                  </a:lnTo>
                  <a:lnTo>
                    <a:pt x="16925" y="262864"/>
                  </a:lnTo>
                  <a:lnTo>
                    <a:pt x="19342" y="263473"/>
                  </a:lnTo>
                  <a:lnTo>
                    <a:pt x="20969" y="258499"/>
                  </a:lnTo>
                  <a:lnTo>
                    <a:pt x="18312" y="254350"/>
                  </a:lnTo>
                  <a:lnTo>
                    <a:pt x="18410" y="248206"/>
                  </a:lnTo>
                  <a:lnTo>
                    <a:pt x="25778" y="248310"/>
                  </a:lnTo>
                  <a:lnTo>
                    <a:pt x="26811" y="246065"/>
                  </a:lnTo>
                  <a:lnTo>
                    <a:pt x="27350" y="240578"/>
                  </a:lnTo>
                  <a:lnTo>
                    <a:pt x="32249" y="237845"/>
                  </a:lnTo>
                  <a:lnTo>
                    <a:pt x="29899" y="235363"/>
                  </a:lnTo>
                  <a:lnTo>
                    <a:pt x="24065" y="230980"/>
                  </a:lnTo>
                  <a:lnTo>
                    <a:pt x="27096" y="223838"/>
                  </a:lnTo>
                  <a:lnTo>
                    <a:pt x="31911" y="224093"/>
                  </a:lnTo>
                  <a:lnTo>
                    <a:pt x="37588" y="219405"/>
                  </a:lnTo>
                  <a:lnTo>
                    <a:pt x="43986" y="215572"/>
                  </a:lnTo>
                  <a:lnTo>
                    <a:pt x="42947" y="211336"/>
                  </a:lnTo>
                  <a:lnTo>
                    <a:pt x="43247" y="208323"/>
                  </a:lnTo>
                  <a:lnTo>
                    <a:pt x="49861" y="205088"/>
                  </a:lnTo>
                  <a:lnTo>
                    <a:pt x="49568" y="204006"/>
                  </a:lnTo>
                  <a:lnTo>
                    <a:pt x="49067" y="202157"/>
                  </a:lnTo>
                  <a:lnTo>
                    <a:pt x="45572" y="199593"/>
                  </a:lnTo>
                  <a:lnTo>
                    <a:pt x="40691" y="194158"/>
                  </a:lnTo>
                  <a:lnTo>
                    <a:pt x="44146" y="191462"/>
                  </a:lnTo>
                  <a:lnTo>
                    <a:pt x="44490" y="184346"/>
                  </a:lnTo>
                  <a:lnTo>
                    <a:pt x="47592" y="181551"/>
                  </a:lnTo>
                  <a:lnTo>
                    <a:pt x="51817" y="177373"/>
                  </a:lnTo>
                  <a:lnTo>
                    <a:pt x="48325" y="172386"/>
                  </a:lnTo>
                  <a:lnTo>
                    <a:pt x="47946" y="172167"/>
                  </a:lnTo>
                  <a:lnTo>
                    <a:pt x="41533" y="168451"/>
                  </a:lnTo>
                  <a:lnTo>
                    <a:pt x="42561" y="165662"/>
                  </a:lnTo>
                  <a:lnTo>
                    <a:pt x="49569" y="165956"/>
                  </a:lnTo>
                  <a:lnTo>
                    <a:pt x="53427" y="160949"/>
                  </a:lnTo>
                  <a:lnTo>
                    <a:pt x="47800" y="158073"/>
                  </a:lnTo>
                  <a:lnTo>
                    <a:pt x="48388" y="154130"/>
                  </a:lnTo>
                  <a:lnTo>
                    <a:pt x="53409" y="153356"/>
                  </a:lnTo>
                  <a:lnTo>
                    <a:pt x="55429" y="153044"/>
                  </a:lnTo>
                  <a:lnTo>
                    <a:pt x="56111" y="149125"/>
                  </a:lnTo>
                  <a:lnTo>
                    <a:pt x="52672" y="144790"/>
                  </a:lnTo>
                  <a:lnTo>
                    <a:pt x="54062" y="139839"/>
                  </a:lnTo>
                  <a:lnTo>
                    <a:pt x="51946" y="135994"/>
                  </a:lnTo>
                  <a:lnTo>
                    <a:pt x="62971" y="134477"/>
                  </a:lnTo>
                  <a:lnTo>
                    <a:pt x="69467" y="133386"/>
                  </a:lnTo>
                  <a:lnTo>
                    <a:pt x="81517" y="131347"/>
                  </a:lnTo>
                  <a:lnTo>
                    <a:pt x="103902" y="128810"/>
                  </a:lnTo>
                  <a:lnTo>
                    <a:pt x="115651" y="127269"/>
                  </a:lnTo>
                  <a:lnTo>
                    <a:pt x="116321" y="127181"/>
                  </a:lnTo>
                  <a:lnTo>
                    <a:pt x="117263" y="127056"/>
                  </a:lnTo>
                  <a:lnTo>
                    <a:pt x="144424" y="123417"/>
                  </a:lnTo>
                  <a:lnTo>
                    <a:pt x="144825" y="123362"/>
                  </a:lnTo>
                  <a:lnTo>
                    <a:pt x="146892" y="123097"/>
                  </a:lnTo>
                  <a:lnTo>
                    <a:pt x="179603" y="118817"/>
                  </a:lnTo>
                  <a:lnTo>
                    <a:pt x="186265" y="117696"/>
                  </a:lnTo>
                  <a:lnTo>
                    <a:pt x="186524" y="117652"/>
                  </a:lnTo>
                  <a:lnTo>
                    <a:pt x="187262" y="111627"/>
                  </a:lnTo>
                  <a:lnTo>
                    <a:pt x="184117" y="103061"/>
                  </a:lnTo>
                  <a:lnTo>
                    <a:pt x="182078" y="97896"/>
                  </a:lnTo>
                  <a:lnTo>
                    <a:pt x="187384" y="97258"/>
                  </a:lnTo>
                  <a:lnTo>
                    <a:pt x="202191" y="96635"/>
                  </a:lnTo>
                  <a:lnTo>
                    <a:pt x="202323" y="100105"/>
                  </a:lnTo>
                  <a:lnTo>
                    <a:pt x="216589" y="97595"/>
                  </a:lnTo>
                  <a:lnTo>
                    <a:pt x="221346" y="96752"/>
                  </a:lnTo>
                  <a:lnTo>
                    <a:pt x="247694" y="92394"/>
                  </a:lnTo>
                  <a:lnTo>
                    <a:pt x="248755" y="92217"/>
                  </a:lnTo>
                  <a:lnTo>
                    <a:pt x="268589" y="88870"/>
                  </a:lnTo>
                  <a:lnTo>
                    <a:pt x="273450" y="88042"/>
                  </a:lnTo>
                  <a:lnTo>
                    <a:pt x="295673" y="84212"/>
                  </a:lnTo>
                  <a:lnTo>
                    <a:pt x="300125" y="83380"/>
                  </a:lnTo>
                  <a:lnTo>
                    <a:pt x="314161" y="80737"/>
                  </a:lnTo>
                  <a:lnTo>
                    <a:pt x="318331" y="81368"/>
                  </a:lnTo>
                  <a:lnTo>
                    <a:pt x="319345" y="81521"/>
                  </a:lnTo>
                  <a:lnTo>
                    <a:pt x="323011" y="79263"/>
                  </a:lnTo>
                  <a:lnTo>
                    <a:pt x="331724" y="78323"/>
                  </a:lnTo>
                  <a:lnTo>
                    <a:pt x="350358" y="76278"/>
                  </a:lnTo>
                  <a:lnTo>
                    <a:pt x="361542" y="75028"/>
                  </a:lnTo>
                  <a:lnTo>
                    <a:pt x="371161" y="74004"/>
                  </a:lnTo>
                  <a:lnTo>
                    <a:pt x="380382" y="73011"/>
                  </a:lnTo>
                  <a:lnTo>
                    <a:pt x="388065" y="71919"/>
                  </a:lnTo>
                  <a:lnTo>
                    <a:pt x="393170" y="71188"/>
                  </a:lnTo>
                  <a:lnTo>
                    <a:pt x="415090" y="68001"/>
                  </a:lnTo>
                  <a:lnTo>
                    <a:pt x="419690" y="66846"/>
                  </a:lnTo>
                  <a:lnTo>
                    <a:pt x="432133" y="63705"/>
                  </a:lnTo>
                  <a:lnTo>
                    <a:pt x="432592" y="63588"/>
                  </a:lnTo>
                  <a:lnTo>
                    <a:pt x="433881" y="63392"/>
                  </a:lnTo>
                  <a:lnTo>
                    <a:pt x="450076" y="60913"/>
                  </a:lnTo>
                  <a:lnTo>
                    <a:pt x="461073" y="59833"/>
                  </a:lnTo>
                  <a:lnTo>
                    <a:pt x="463877" y="59555"/>
                  </a:lnTo>
                  <a:lnTo>
                    <a:pt x="478238" y="57984"/>
                  </a:lnTo>
                  <a:lnTo>
                    <a:pt x="478857" y="57889"/>
                  </a:lnTo>
                  <a:lnTo>
                    <a:pt x="503884" y="53986"/>
                  </a:lnTo>
                  <a:lnTo>
                    <a:pt x="525282" y="50390"/>
                  </a:lnTo>
                  <a:lnTo>
                    <a:pt x="528341" y="49870"/>
                  </a:lnTo>
                  <a:lnTo>
                    <a:pt x="549784" y="46035"/>
                  </a:lnTo>
                  <a:lnTo>
                    <a:pt x="554896" y="45260"/>
                  </a:lnTo>
                  <a:lnTo>
                    <a:pt x="558163" y="44762"/>
                  </a:lnTo>
                  <a:lnTo>
                    <a:pt x="576416" y="41622"/>
                  </a:lnTo>
                  <a:lnTo>
                    <a:pt x="577412" y="39314"/>
                  </a:lnTo>
                  <a:lnTo>
                    <a:pt x="595563" y="35847"/>
                  </a:lnTo>
                  <a:lnTo>
                    <a:pt x="613033" y="32466"/>
                  </a:lnTo>
                  <a:lnTo>
                    <a:pt x="639075" y="27459"/>
                  </a:lnTo>
                  <a:lnTo>
                    <a:pt x="652811" y="24779"/>
                  </a:lnTo>
                  <a:lnTo>
                    <a:pt x="672455" y="20491"/>
                  </a:lnTo>
                  <a:lnTo>
                    <a:pt x="683276" y="18106"/>
                  </a:lnTo>
                  <a:lnTo>
                    <a:pt x="700445" y="14508"/>
                  </a:lnTo>
                  <a:lnTo>
                    <a:pt x="704955" y="13556"/>
                  </a:lnTo>
                  <a:lnTo>
                    <a:pt x="711122" y="12249"/>
                  </a:lnTo>
                  <a:lnTo>
                    <a:pt x="713645" y="11706"/>
                  </a:lnTo>
                  <a:lnTo>
                    <a:pt x="732412" y="7634"/>
                  </a:lnTo>
                  <a:lnTo>
                    <a:pt x="732939" y="4956"/>
                  </a:lnTo>
                  <a:lnTo>
                    <a:pt x="741475" y="3242"/>
                  </a:lnTo>
                  <a:lnTo>
                    <a:pt x="757474" y="0"/>
                  </a:lnTo>
                  <a:lnTo>
                    <a:pt x="755301" y="3260"/>
                  </a:lnTo>
                  <a:lnTo>
                    <a:pt x="754475" y="9421"/>
                  </a:lnTo>
                  <a:lnTo>
                    <a:pt x="756449" y="17009"/>
                  </a:lnTo>
                  <a:lnTo>
                    <a:pt x="754218" y="23864"/>
                  </a:lnTo>
                  <a:lnTo>
                    <a:pt x="755545" y="26318"/>
                  </a:lnTo>
                  <a:lnTo>
                    <a:pt x="758428" y="31644"/>
                  </a:lnTo>
                  <a:lnTo>
                    <a:pt x="752766" y="32609"/>
                  </a:lnTo>
                  <a:lnTo>
                    <a:pt x="746910" y="33175"/>
                  </a:lnTo>
                  <a:lnTo>
                    <a:pt x="741255" y="39702"/>
                  </a:lnTo>
                  <a:lnTo>
                    <a:pt x="740664" y="41538"/>
                  </a:lnTo>
                  <a:lnTo>
                    <a:pt x="739750" y="44375"/>
                  </a:lnTo>
                  <a:lnTo>
                    <a:pt x="738270" y="48958"/>
                  </a:lnTo>
                  <a:lnTo>
                    <a:pt x="734447" y="61876"/>
                  </a:lnTo>
                  <a:lnTo>
                    <a:pt x="730177" y="64976"/>
                  </a:lnTo>
                  <a:lnTo>
                    <a:pt x="726096" y="66013"/>
                  </a:lnTo>
                  <a:lnTo>
                    <a:pt x="724173" y="62733"/>
                  </a:lnTo>
                  <a:lnTo>
                    <a:pt x="717385" y="61554"/>
                  </a:lnTo>
                  <a:lnTo>
                    <a:pt x="716694" y="62307"/>
                  </a:lnTo>
                  <a:lnTo>
                    <a:pt x="713208" y="66108"/>
                  </a:lnTo>
                  <a:lnTo>
                    <a:pt x="710223" y="66066"/>
                  </a:lnTo>
                  <a:lnTo>
                    <a:pt x="706223" y="69053"/>
                  </a:lnTo>
                  <a:lnTo>
                    <a:pt x="701313" y="73800"/>
                  </a:lnTo>
                  <a:lnTo>
                    <a:pt x="700870" y="75108"/>
                  </a:lnTo>
                  <a:lnTo>
                    <a:pt x="698041" y="83433"/>
                  </a:lnTo>
                  <a:lnTo>
                    <a:pt x="694675" y="86995"/>
                  </a:lnTo>
                  <a:lnTo>
                    <a:pt x="690808" y="91080"/>
                  </a:lnTo>
                  <a:lnTo>
                    <a:pt x="685616" y="89793"/>
                  </a:lnTo>
                  <a:lnTo>
                    <a:pt x="685891" y="83747"/>
                  </a:lnTo>
                  <a:lnTo>
                    <a:pt x="684740" y="82691"/>
                  </a:lnTo>
                  <a:lnTo>
                    <a:pt x="682179" y="80340"/>
                  </a:lnTo>
                  <a:lnTo>
                    <a:pt x="674450" y="87063"/>
                  </a:lnTo>
                  <a:lnTo>
                    <a:pt x="670123" y="90951"/>
                  </a:lnTo>
                  <a:lnTo>
                    <a:pt x="670253" y="95606"/>
                  </a:lnTo>
                  <a:lnTo>
                    <a:pt x="668275" y="99289"/>
                  </a:lnTo>
                  <a:lnTo>
                    <a:pt x="663778" y="97505"/>
                  </a:lnTo>
                  <a:lnTo>
                    <a:pt x="661099" y="99636"/>
                  </a:lnTo>
                  <a:lnTo>
                    <a:pt x="659731" y="100724"/>
                  </a:lnTo>
                  <a:lnTo>
                    <a:pt x="661806" y="106363"/>
                  </a:lnTo>
                  <a:lnTo>
                    <a:pt x="659405" y="112345"/>
                  </a:lnTo>
                  <a:lnTo>
                    <a:pt x="657443" y="116447"/>
                  </a:lnTo>
                  <a:lnTo>
                    <a:pt x="656652" y="118098"/>
                  </a:lnTo>
                  <a:lnTo>
                    <a:pt x="650236" y="118828"/>
                  </a:lnTo>
                  <a:lnTo>
                    <a:pt x="646097" y="121027"/>
                  </a:lnTo>
                  <a:lnTo>
                    <a:pt x="640566" y="123630"/>
                  </a:lnTo>
                  <a:lnTo>
                    <a:pt x="638036" y="128533"/>
                  </a:lnTo>
                  <a:lnTo>
                    <a:pt x="633081" y="130613"/>
                  </a:lnTo>
                  <a:lnTo>
                    <a:pt x="633033" y="130751"/>
                  </a:lnTo>
                  <a:lnTo>
                    <a:pt x="632504" y="132253"/>
                  </a:lnTo>
                  <a:lnTo>
                    <a:pt x="630507" y="137909"/>
                  </a:lnTo>
                  <a:lnTo>
                    <a:pt x="625930" y="138517"/>
                  </a:lnTo>
                  <a:lnTo>
                    <a:pt x="620222" y="145372"/>
                  </a:lnTo>
                  <a:lnTo>
                    <a:pt x="617602" y="146855"/>
                  </a:lnTo>
                  <a:lnTo>
                    <a:pt x="614260" y="152146"/>
                  </a:lnTo>
                  <a:lnTo>
                    <a:pt x="606090" y="153310"/>
                  </a:lnTo>
                  <a:lnTo>
                    <a:pt x="600155" y="154330"/>
                  </a:lnTo>
                  <a:lnTo>
                    <a:pt x="599284" y="154561"/>
                  </a:lnTo>
                  <a:lnTo>
                    <a:pt x="589554" y="157133"/>
                  </a:lnTo>
                  <a:lnTo>
                    <a:pt x="583453" y="163282"/>
                  </a:lnTo>
                  <a:lnTo>
                    <a:pt x="578163" y="169589"/>
                  </a:lnTo>
                  <a:lnTo>
                    <a:pt x="575128" y="171749"/>
                  </a:lnTo>
                  <a:lnTo>
                    <a:pt x="574654" y="172086"/>
                  </a:lnTo>
                  <a:lnTo>
                    <a:pt x="573466" y="172931"/>
                  </a:lnTo>
                  <a:lnTo>
                    <a:pt x="569938" y="178832"/>
                  </a:lnTo>
                  <a:lnTo>
                    <a:pt x="571921" y="182581"/>
                  </a:lnTo>
                  <a:lnTo>
                    <a:pt x="569606" y="185720"/>
                  </a:lnTo>
                  <a:lnTo>
                    <a:pt x="571950" y="191344"/>
                  </a:lnTo>
                  <a:lnTo>
                    <a:pt x="571512" y="191851"/>
                  </a:lnTo>
                  <a:lnTo>
                    <a:pt x="566161" y="198049"/>
                  </a:lnTo>
                  <a:lnTo>
                    <a:pt x="558923" y="200207"/>
                  </a:lnTo>
                  <a:lnTo>
                    <a:pt x="554267" y="197814"/>
                  </a:lnTo>
                  <a:lnTo>
                    <a:pt x="549666" y="203594"/>
                  </a:lnTo>
                  <a:lnTo>
                    <a:pt x="549756" y="205981"/>
                  </a:lnTo>
                  <a:lnTo>
                    <a:pt x="550673" y="230897"/>
                  </a:lnTo>
                  <a:lnTo>
                    <a:pt x="533585" y="234144"/>
                  </a:lnTo>
                  <a:lnTo>
                    <a:pt x="523308" y="236018"/>
                  </a:lnTo>
                  <a:lnTo>
                    <a:pt x="513631" y="237837"/>
                  </a:lnTo>
                  <a:lnTo>
                    <a:pt x="509208" y="238657"/>
                  </a:lnTo>
                  <a:lnTo>
                    <a:pt x="506043" y="239242"/>
                  </a:lnTo>
                  <a:lnTo>
                    <a:pt x="501396" y="240099"/>
                  </a:lnTo>
                  <a:lnTo>
                    <a:pt x="490830" y="242079"/>
                  </a:lnTo>
                  <a:lnTo>
                    <a:pt x="490567" y="242129"/>
                  </a:lnTo>
                  <a:lnTo>
                    <a:pt x="484597" y="243241"/>
                  </a:lnTo>
                  <a:lnTo>
                    <a:pt x="464509" y="247029"/>
                  </a:lnTo>
                  <a:lnTo>
                    <a:pt x="463367" y="247243"/>
                  </a:lnTo>
                  <a:lnTo>
                    <a:pt x="455489" y="248815"/>
                  </a:lnTo>
                  <a:lnTo>
                    <a:pt x="453568" y="249197"/>
                  </a:lnTo>
                  <a:lnTo>
                    <a:pt x="445372" y="250551"/>
                  </a:lnTo>
                  <a:lnTo>
                    <a:pt x="433371" y="252518"/>
                  </a:lnTo>
                  <a:lnTo>
                    <a:pt x="408781" y="256443"/>
                  </a:lnTo>
                  <a:lnTo>
                    <a:pt x="368518" y="262696"/>
                  </a:lnTo>
                  <a:lnTo>
                    <a:pt x="367831" y="262810"/>
                  </a:lnTo>
                  <a:lnTo>
                    <a:pt x="354158" y="265083"/>
                  </a:lnTo>
                  <a:lnTo>
                    <a:pt x="325133" y="269587"/>
                  </a:lnTo>
                  <a:lnTo>
                    <a:pt x="320283" y="270252"/>
                  </a:lnTo>
                  <a:lnTo>
                    <a:pt x="285766" y="274893"/>
                  </a:lnTo>
                  <a:lnTo>
                    <a:pt x="285220" y="274965"/>
                  </a:lnTo>
                  <a:lnTo>
                    <a:pt x="284541" y="275059"/>
                  </a:lnTo>
                  <a:lnTo>
                    <a:pt x="266034" y="277605"/>
                  </a:lnTo>
                  <a:lnTo>
                    <a:pt x="249333" y="279863"/>
                  </a:lnTo>
                  <a:lnTo>
                    <a:pt x="247588" y="280097"/>
                  </a:lnTo>
                  <a:lnTo>
                    <a:pt x="226678" y="282938"/>
                  </a:lnTo>
                  <a:lnTo>
                    <a:pt x="214425" y="284677"/>
                  </a:lnTo>
                  <a:lnTo>
                    <a:pt x="213032" y="284873"/>
                  </a:lnTo>
                  <a:lnTo>
                    <a:pt x="194310" y="287293"/>
                  </a:lnTo>
                  <a:lnTo>
                    <a:pt x="194753" y="288647"/>
                  </a:lnTo>
                  <a:lnTo>
                    <a:pt x="189407" y="289418"/>
                  </a:lnTo>
                  <a:lnTo>
                    <a:pt x="179686" y="290741"/>
                  </a:lnTo>
                  <a:lnTo>
                    <a:pt x="178122" y="290953"/>
                  </a:lnTo>
                  <a:lnTo>
                    <a:pt x="169879" y="292063"/>
                  </a:lnTo>
                  <a:lnTo>
                    <a:pt x="140678" y="296111"/>
                  </a:lnTo>
                  <a:lnTo>
                    <a:pt x="137317" y="296565"/>
                  </a:lnTo>
                  <a:lnTo>
                    <a:pt x="119411" y="298956"/>
                  </a:lnTo>
                  <a:lnTo>
                    <a:pt x="118543" y="299071"/>
                  </a:lnTo>
                  <a:lnTo>
                    <a:pt x="102695" y="301184"/>
                  </a:lnTo>
                  <a:lnTo>
                    <a:pt x="88444" y="303056"/>
                  </a:lnTo>
                  <a:lnTo>
                    <a:pt x="80848" y="304043"/>
                  </a:lnTo>
                  <a:lnTo>
                    <a:pt x="61526" y="306412"/>
                  </a:lnTo>
                  <a:lnTo>
                    <a:pt x="55744" y="307111"/>
                  </a:lnTo>
                  <a:lnTo>
                    <a:pt x="54107" y="307309"/>
                  </a:lnTo>
                  <a:lnTo>
                    <a:pt x="47556" y="308095"/>
                  </a:lnTo>
                  <a:lnTo>
                    <a:pt x="0" y="31356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3480468" y="4233463"/>
              <a:ext cx="991057" cy="932782"/>
            </a:xfrm>
            <a:custGeom>
              <a:avLst/>
              <a:pathLst>
                <a:path w="991057" h="932782">
                  <a:moveTo>
                    <a:pt x="1184" y="386905"/>
                  </a:moveTo>
                  <a:lnTo>
                    <a:pt x="1023" y="381866"/>
                  </a:lnTo>
                  <a:lnTo>
                    <a:pt x="2067" y="379379"/>
                  </a:lnTo>
                  <a:lnTo>
                    <a:pt x="9898" y="379951"/>
                  </a:lnTo>
                  <a:lnTo>
                    <a:pt x="20151" y="380685"/>
                  </a:lnTo>
                  <a:lnTo>
                    <a:pt x="33379" y="381609"/>
                  </a:lnTo>
                  <a:lnTo>
                    <a:pt x="48575" y="382674"/>
                  </a:lnTo>
                  <a:lnTo>
                    <a:pt x="67126" y="383925"/>
                  </a:lnTo>
                  <a:lnTo>
                    <a:pt x="111857" y="386920"/>
                  </a:lnTo>
                  <a:lnTo>
                    <a:pt x="129536" y="387960"/>
                  </a:lnTo>
                  <a:lnTo>
                    <a:pt x="134835" y="388263"/>
                  </a:lnTo>
                  <a:lnTo>
                    <a:pt x="150160" y="389112"/>
                  </a:lnTo>
                  <a:lnTo>
                    <a:pt x="196625" y="391498"/>
                  </a:lnTo>
                  <a:lnTo>
                    <a:pt x="199952" y="391651"/>
                  </a:lnTo>
                  <a:lnTo>
                    <a:pt x="219277" y="392506"/>
                  </a:lnTo>
                  <a:lnTo>
                    <a:pt x="249048" y="393711"/>
                  </a:lnTo>
                  <a:lnTo>
                    <a:pt x="268736" y="394430"/>
                  </a:lnTo>
                  <a:lnTo>
                    <a:pt x="268974" y="386859"/>
                  </a:lnTo>
                  <a:lnTo>
                    <a:pt x="269133" y="381788"/>
                  </a:lnTo>
                  <a:lnTo>
                    <a:pt x="270153" y="348774"/>
                  </a:lnTo>
                  <a:lnTo>
                    <a:pt x="270330" y="343014"/>
                  </a:lnTo>
                  <a:lnTo>
                    <a:pt x="270710" y="330847"/>
                  </a:lnTo>
                  <a:lnTo>
                    <a:pt x="271046" y="320129"/>
                  </a:lnTo>
                  <a:lnTo>
                    <a:pt x="271457" y="310522"/>
                  </a:lnTo>
                  <a:lnTo>
                    <a:pt x="272433" y="287749"/>
                  </a:lnTo>
                  <a:lnTo>
                    <a:pt x="273173" y="272937"/>
                  </a:lnTo>
                  <a:lnTo>
                    <a:pt x="273970" y="256985"/>
                  </a:lnTo>
                  <a:lnTo>
                    <a:pt x="275071" y="234734"/>
                  </a:lnTo>
                  <a:lnTo>
                    <a:pt x="276069" y="212419"/>
                  </a:lnTo>
                  <a:lnTo>
                    <a:pt x="276676" y="192845"/>
                  </a:lnTo>
                  <a:lnTo>
                    <a:pt x="276704" y="191959"/>
                  </a:lnTo>
                  <a:lnTo>
                    <a:pt x="276886" y="186101"/>
                  </a:lnTo>
                  <a:lnTo>
                    <a:pt x="277632" y="165038"/>
                  </a:lnTo>
                  <a:lnTo>
                    <a:pt x="278017" y="153850"/>
                  </a:lnTo>
                  <a:lnTo>
                    <a:pt x="278610" y="135713"/>
                  </a:lnTo>
                  <a:lnTo>
                    <a:pt x="279158" y="118993"/>
                  </a:lnTo>
                  <a:lnTo>
                    <a:pt x="279275" y="115622"/>
                  </a:lnTo>
                  <a:lnTo>
                    <a:pt x="280616" y="77074"/>
                  </a:lnTo>
                  <a:lnTo>
                    <a:pt x="280969" y="66811"/>
                  </a:lnTo>
                  <a:lnTo>
                    <a:pt x="281923" y="39092"/>
                  </a:lnTo>
                  <a:lnTo>
                    <a:pt x="283144" y="0"/>
                  </a:lnTo>
                  <a:lnTo>
                    <a:pt x="285946" y="104"/>
                  </a:lnTo>
                  <a:lnTo>
                    <a:pt x="345552" y="1940"/>
                  </a:lnTo>
                  <a:lnTo>
                    <a:pt x="354787" y="2193"/>
                  </a:lnTo>
                  <a:lnTo>
                    <a:pt x="369393" y="2564"/>
                  </a:lnTo>
                  <a:lnTo>
                    <a:pt x="383778" y="2870"/>
                  </a:lnTo>
                  <a:lnTo>
                    <a:pt x="422026" y="3511"/>
                  </a:lnTo>
                  <a:lnTo>
                    <a:pt x="431327" y="3599"/>
                  </a:lnTo>
                  <a:lnTo>
                    <a:pt x="436296" y="3640"/>
                  </a:lnTo>
                  <a:lnTo>
                    <a:pt x="456997" y="3840"/>
                  </a:lnTo>
                  <a:lnTo>
                    <a:pt x="460296" y="3859"/>
                  </a:lnTo>
                  <a:lnTo>
                    <a:pt x="476991" y="3928"/>
                  </a:lnTo>
                  <a:lnTo>
                    <a:pt x="498808" y="3968"/>
                  </a:lnTo>
                  <a:lnTo>
                    <a:pt x="499046" y="3968"/>
                  </a:lnTo>
                  <a:lnTo>
                    <a:pt x="499046" y="42969"/>
                  </a:lnTo>
                  <a:lnTo>
                    <a:pt x="499046" y="58288"/>
                  </a:lnTo>
                  <a:lnTo>
                    <a:pt x="499047" y="81303"/>
                  </a:lnTo>
                  <a:lnTo>
                    <a:pt x="499047" y="98576"/>
                  </a:lnTo>
                  <a:lnTo>
                    <a:pt x="499047" y="119613"/>
                  </a:lnTo>
                  <a:lnTo>
                    <a:pt x="499047" y="133020"/>
                  </a:lnTo>
                  <a:lnTo>
                    <a:pt x="499047" y="157903"/>
                  </a:lnTo>
                  <a:lnTo>
                    <a:pt x="499047" y="174208"/>
                  </a:lnTo>
                  <a:lnTo>
                    <a:pt x="499247" y="174153"/>
                  </a:lnTo>
                  <a:lnTo>
                    <a:pt x="504221" y="172785"/>
                  </a:lnTo>
                  <a:lnTo>
                    <a:pt x="510587" y="178897"/>
                  </a:lnTo>
                  <a:lnTo>
                    <a:pt x="512331" y="180569"/>
                  </a:lnTo>
                  <a:lnTo>
                    <a:pt x="516229" y="185171"/>
                  </a:lnTo>
                  <a:lnTo>
                    <a:pt x="521236" y="189912"/>
                  </a:lnTo>
                  <a:lnTo>
                    <a:pt x="528280" y="190440"/>
                  </a:lnTo>
                  <a:lnTo>
                    <a:pt x="529402" y="187541"/>
                  </a:lnTo>
                  <a:lnTo>
                    <a:pt x="537396" y="188444"/>
                  </a:lnTo>
                  <a:lnTo>
                    <a:pt x="537692" y="188477"/>
                  </a:lnTo>
                  <a:lnTo>
                    <a:pt x="541390" y="189857"/>
                  </a:lnTo>
                  <a:lnTo>
                    <a:pt x="543215" y="184438"/>
                  </a:lnTo>
                  <a:lnTo>
                    <a:pt x="546468" y="184854"/>
                  </a:lnTo>
                  <a:lnTo>
                    <a:pt x="551979" y="189238"/>
                  </a:lnTo>
                  <a:lnTo>
                    <a:pt x="555946" y="194573"/>
                  </a:lnTo>
                  <a:lnTo>
                    <a:pt x="556685" y="195567"/>
                  </a:lnTo>
                  <a:lnTo>
                    <a:pt x="558374" y="204292"/>
                  </a:lnTo>
                  <a:lnTo>
                    <a:pt x="562619" y="204685"/>
                  </a:lnTo>
                  <a:lnTo>
                    <a:pt x="567949" y="205338"/>
                  </a:lnTo>
                  <a:lnTo>
                    <a:pt x="572031" y="204632"/>
                  </a:lnTo>
                  <a:lnTo>
                    <a:pt x="575736" y="204948"/>
                  </a:lnTo>
                  <a:lnTo>
                    <a:pt x="576623" y="205023"/>
                  </a:lnTo>
                  <a:lnTo>
                    <a:pt x="581643" y="208751"/>
                  </a:lnTo>
                  <a:lnTo>
                    <a:pt x="586437" y="209084"/>
                  </a:lnTo>
                  <a:lnTo>
                    <a:pt x="591560" y="211195"/>
                  </a:lnTo>
                  <a:lnTo>
                    <a:pt x="595011" y="210953"/>
                  </a:lnTo>
                  <a:lnTo>
                    <a:pt x="598048" y="208162"/>
                  </a:lnTo>
                  <a:lnTo>
                    <a:pt x="600831" y="208842"/>
                  </a:lnTo>
                  <a:lnTo>
                    <a:pt x="603261" y="209434"/>
                  </a:lnTo>
                  <a:lnTo>
                    <a:pt x="606917" y="214108"/>
                  </a:lnTo>
                  <a:lnTo>
                    <a:pt x="610854" y="216731"/>
                  </a:lnTo>
                  <a:lnTo>
                    <a:pt x="614605" y="215112"/>
                  </a:lnTo>
                  <a:lnTo>
                    <a:pt x="615267" y="214826"/>
                  </a:lnTo>
                  <a:lnTo>
                    <a:pt x="616374" y="211000"/>
                  </a:lnTo>
                  <a:lnTo>
                    <a:pt x="618851" y="208439"/>
                  </a:lnTo>
                  <a:lnTo>
                    <a:pt x="622182" y="209312"/>
                  </a:lnTo>
                  <a:lnTo>
                    <a:pt x="629056" y="210854"/>
                  </a:lnTo>
                  <a:lnTo>
                    <a:pt x="633191" y="211913"/>
                  </a:lnTo>
                  <a:lnTo>
                    <a:pt x="635388" y="209494"/>
                  </a:lnTo>
                  <a:lnTo>
                    <a:pt x="636471" y="208301"/>
                  </a:lnTo>
                  <a:lnTo>
                    <a:pt x="638320" y="212667"/>
                  </a:lnTo>
                  <a:lnTo>
                    <a:pt x="638435" y="217547"/>
                  </a:lnTo>
                  <a:lnTo>
                    <a:pt x="639708" y="221573"/>
                  </a:lnTo>
                  <a:lnTo>
                    <a:pt x="645380" y="222008"/>
                  </a:lnTo>
                  <a:lnTo>
                    <a:pt x="649650" y="222337"/>
                  </a:lnTo>
                  <a:lnTo>
                    <a:pt x="649327" y="228194"/>
                  </a:lnTo>
                  <a:lnTo>
                    <a:pt x="649521" y="231097"/>
                  </a:lnTo>
                  <a:lnTo>
                    <a:pt x="649596" y="232218"/>
                  </a:lnTo>
                  <a:lnTo>
                    <a:pt x="655930" y="234608"/>
                  </a:lnTo>
                  <a:lnTo>
                    <a:pt x="660444" y="231792"/>
                  </a:lnTo>
                  <a:lnTo>
                    <a:pt x="663556" y="227762"/>
                  </a:lnTo>
                  <a:lnTo>
                    <a:pt x="669878" y="221789"/>
                  </a:lnTo>
                  <a:lnTo>
                    <a:pt x="674526" y="223702"/>
                  </a:lnTo>
                  <a:lnTo>
                    <a:pt x="675577" y="227707"/>
                  </a:lnTo>
                  <a:lnTo>
                    <a:pt x="678192" y="229654"/>
                  </a:lnTo>
                  <a:lnTo>
                    <a:pt x="678415" y="229820"/>
                  </a:lnTo>
                  <a:lnTo>
                    <a:pt x="683637" y="227922"/>
                  </a:lnTo>
                  <a:lnTo>
                    <a:pt x="683818" y="228189"/>
                  </a:lnTo>
                  <a:lnTo>
                    <a:pt x="686318" y="231884"/>
                  </a:lnTo>
                  <a:lnTo>
                    <a:pt x="686963" y="236001"/>
                  </a:lnTo>
                  <a:lnTo>
                    <a:pt x="692210" y="236220"/>
                  </a:lnTo>
                  <a:lnTo>
                    <a:pt x="696116" y="232092"/>
                  </a:lnTo>
                  <a:lnTo>
                    <a:pt x="701319" y="228836"/>
                  </a:lnTo>
                  <a:lnTo>
                    <a:pt x="704223" y="227519"/>
                  </a:lnTo>
                  <a:lnTo>
                    <a:pt x="707298" y="233292"/>
                  </a:lnTo>
                  <a:lnTo>
                    <a:pt x="704528" y="236673"/>
                  </a:lnTo>
                  <a:lnTo>
                    <a:pt x="708893" y="244236"/>
                  </a:lnTo>
                  <a:lnTo>
                    <a:pt x="713149" y="242938"/>
                  </a:lnTo>
                  <a:lnTo>
                    <a:pt x="713281" y="239514"/>
                  </a:lnTo>
                  <a:lnTo>
                    <a:pt x="713858" y="236102"/>
                  </a:lnTo>
                  <a:lnTo>
                    <a:pt x="715413" y="232277"/>
                  </a:lnTo>
                  <a:lnTo>
                    <a:pt x="720488" y="229399"/>
                  </a:lnTo>
                  <a:lnTo>
                    <a:pt x="720166" y="226607"/>
                  </a:lnTo>
                  <a:lnTo>
                    <a:pt x="722766" y="224223"/>
                  </a:lnTo>
                  <a:lnTo>
                    <a:pt x="723329" y="224165"/>
                  </a:lnTo>
                  <a:lnTo>
                    <a:pt x="724081" y="224088"/>
                  </a:lnTo>
                  <a:lnTo>
                    <a:pt x="726211" y="223868"/>
                  </a:lnTo>
                  <a:lnTo>
                    <a:pt x="726929" y="227726"/>
                  </a:lnTo>
                  <a:lnTo>
                    <a:pt x="730511" y="232486"/>
                  </a:lnTo>
                  <a:lnTo>
                    <a:pt x="734583" y="230432"/>
                  </a:lnTo>
                  <a:lnTo>
                    <a:pt x="735949" y="232741"/>
                  </a:lnTo>
                  <a:lnTo>
                    <a:pt x="740706" y="233467"/>
                  </a:lnTo>
                  <a:lnTo>
                    <a:pt x="742795" y="229436"/>
                  </a:lnTo>
                  <a:lnTo>
                    <a:pt x="744302" y="225865"/>
                  </a:lnTo>
                  <a:lnTo>
                    <a:pt x="749193" y="228624"/>
                  </a:lnTo>
                  <a:lnTo>
                    <a:pt x="749535" y="228817"/>
                  </a:lnTo>
                  <a:lnTo>
                    <a:pt x="749485" y="233185"/>
                  </a:lnTo>
                  <a:lnTo>
                    <a:pt x="750991" y="234161"/>
                  </a:lnTo>
                  <a:lnTo>
                    <a:pt x="754599" y="234101"/>
                  </a:lnTo>
                  <a:lnTo>
                    <a:pt x="756328" y="237949"/>
                  </a:lnTo>
                  <a:lnTo>
                    <a:pt x="761145" y="237171"/>
                  </a:lnTo>
                  <a:lnTo>
                    <a:pt x="763678" y="240028"/>
                  </a:lnTo>
                  <a:lnTo>
                    <a:pt x="765534" y="242649"/>
                  </a:lnTo>
                  <a:lnTo>
                    <a:pt x="766820" y="244464"/>
                  </a:lnTo>
                  <a:lnTo>
                    <a:pt x="770783" y="240714"/>
                  </a:lnTo>
                  <a:lnTo>
                    <a:pt x="772878" y="237575"/>
                  </a:lnTo>
                  <a:lnTo>
                    <a:pt x="776499" y="239321"/>
                  </a:lnTo>
                  <a:lnTo>
                    <a:pt x="780430" y="234534"/>
                  </a:lnTo>
                  <a:lnTo>
                    <a:pt x="781890" y="231713"/>
                  </a:lnTo>
                  <a:lnTo>
                    <a:pt x="788295" y="230579"/>
                  </a:lnTo>
                  <a:lnTo>
                    <a:pt x="797610" y="227194"/>
                  </a:lnTo>
                  <a:lnTo>
                    <a:pt x="801163" y="228010"/>
                  </a:lnTo>
                  <a:lnTo>
                    <a:pt x="804303" y="228159"/>
                  </a:lnTo>
                  <a:lnTo>
                    <a:pt x="806092" y="228243"/>
                  </a:lnTo>
                  <a:lnTo>
                    <a:pt x="808310" y="226907"/>
                  </a:lnTo>
                  <a:lnTo>
                    <a:pt x="812042" y="224655"/>
                  </a:lnTo>
                  <a:lnTo>
                    <a:pt x="816956" y="223539"/>
                  </a:lnTo>
                  <a:lnTo>
                    <a:pt x="821733" y="221419"/>
                  </a:lnTo>
                  <a:lnTo>
                    <a:pt x="825160" y="221256"/>
                  </a:lnTo>
                  <a:lnTo>
                    <a:pt x="827648" y="224773"/>
                  </a:lnTo>
                  <a:lnTo>
                    <a:pt x="833435" y="225927"/>
                  </a:lnTo>
                  <a:lnTo>
                    <a:pt x="840411" y="225643"/>
                  </a:lnTo>
                  <a:lnTo>
                    <a:pt x="843457" y="224944"/>
                  </a:lnTo>
                  <a:lnTo>
                    <a:pt x="845421" y="224493"/>
                  </a:lnTo>
                  <a:lnTo>
                    <a:pt x="847380" y="219819"/>
                  </a:lnTo>
                  <a:lnTo>
                    <a:pt x="849233" y="216883"/>
                  </a:lnTo>
                  <a:lnTo>
                    <a:pt x="854502" y="218646"/>
                  </a:lnTo>
                  <a:lnTo>
                    <a:pt x="854984" y="218808"/>
                  </a:lnTo>
                  <a:lnTo>
                    <a:pt x="859117" y="221340"/>
                  </a:lnTo>
                  <a:lnTo>
                    <a:pt x="862861" y="224835"/>
                  </a:lnTo>
                  <a:lnTo>
                    <a:pt x="867669" y="225456"/>
                  </a:lnTo>
                  <a:lnTo>
                    <a:pt x="870952" y="228932"/>
                  </a:lnTo>
                  <a:lnTo>
                    <a:pt x="873848" y="231765"/>
                  </a:lnTo>
                  <a:lnTo>
                    <a:pt x="878475" y="234725"/>
                  </a:lnTo>
                  <a:lnTo>
                    <a:pt x="883977" y="233633"/>
                  </a:lnTo>
                  <a:lnTo>
                    <a:pt x="886621" y="235860"/>
                  </a:lnTo>
                  <a:lnTo>
                    <a:pt x="887941" y="236971"/>
                  </a:lnTo>
                  <a:lnTo>
                    <a:pt x="894300" y="239548"/>
                  </a:lnTo>
                  <a:lnTo>
                    <a:pt x="898558" y="239586"/>
                  </a:lnTo>
                  <a:lnTo>
                    <a:pt x="902029" y="243586"/>
                  </a:lnTo>
                  <a:lnTo>
                    <a:pt x="905113" y="241979"/>
                  </a:lnTo>
                  <a:lnTo>
                    <a:pt x="910336" y="246968"/>
                  </a:lnTo>
                  <a:lnTo>
                    <a:pt x="912677" y="247843"/>
                  </a:lnTo>
                  <a:lnTo>
                    <a:pt x="915217" y="248471"/>
                  </a:lnTo>
                  <a:lnTo>
                    <a:pt x="916320" y="247464"/>
                  </a:lnTo>
                  <a:lnTo>
                    <a:pt x="918885" y="247521"/>
                  </a:lnTo>
                  <a:lnTo>
                    <a:pt x="923593" y="246128"/>
                  </a:lnTo>
                  <a:lnTo>
                    <a:pt x="925483" y="246536"/>
                  </a:lnTo>
                  <a:lnTo>
                    <a:pt x="927590" y="244495"/>
                  </a:lnTo>
                  <a:lnTo>
                    <a:pt x="930636" y="245559"/>
                  </a:lnTo>
                  <a:lnTo>
                    <a:pt x="935840" y="245681"/>
                  </a:lnTo>
                  <a:lnTo>
                    <a:pt x="938104" y="247353"/>
                  </a:lnTo>
                  <a:lnTo>
                    <a:pt x="938768" y="257469"/>
                  </a:lnTo>
                  <a:lnTo>
                    <a:pt x="939337" y="266687"/>
                  </a:lnTo>
                  <a:lnTo>
                    <a:pt x="939669" y="271872"/>
                  </a:lnTo>
                  <a:lnTo>
                    <a:pt x="940289" y="281580"/>
                  </a:lnTo>
                  <a:lnTo>
                    <a:pt x="941037" y="293925"/>
                  </a:lnTo>
                  <a:lnTo>
                    <a:pt x="941782" y="306010"/>
                  </a:lnTo>
                  <a:lnTo>
                    <a:pt x="942233" y="313324"/>
                  </a:lnTo>
                  <a:lnTo>
                    <a:pt x="942795" y="322461"/>
                  </a:lnTo>
                  <a:lnTo>
                    <a:pt x="943486" y="333724"/>
                  </a:lnTo>
                  <a:lnTo>
                    <a:pt x="944432" y="348762"/>
                  </a:lnTo>
                  <a:lnTo>
                    <a:pt x="944590" y="351273"/>
                  </a:lnTo>
                  <a:lnTo>
                    <a:pt x="945490" y="365918"/>
                  </a:lnTo>
                  <a:lnTo>
                    <a:pt x="945802" y="370998"/>
                  </a:lnTo>
                  <a:lnTo>
                    <a:pt x="946642" y="383718"/>
                  </a:lnTo>
                  <a:lnTo>
                    <a:pt x="947640" y="384765"/>
                  </a:lnTo>
                  <a:lnTo>
                    <a:pt x="951823" y="389148"/>
                  </a:lnTo>
                  <a:lnTo>
                    <a:pt x="957098" y="391696"/>
                  </a:lnTo>
                  <a:lnTo>
                    <a:pt x="959715" y="395800"/>
                  </a:lnTo>
                  <a:lnTo>
                    <a:pt x="961795" y="399058"/>
                  </a:lnTo>
                  <a:lnTo>
                    <a:pt x="966127" y="407944"/>
                  </a:lnTo>
                  <a:lnTo>
                    <a:pt x="965548" y="414847"/>
                  </a:lnTo>
                  <a:lnTo>
                    <a:pt x="964385" y="418117"/>
                  </a:lnTo>
                  <a:lnTo>
                    <a:pt x="968267" y="423003"/>
                  </a:lnTo>
                  <a:lnTo>
                    <a:pt x="973051" y="424696"/>
                  </a:lnTo>
                  <a:lnTo>
                    <a:pt x="971472" y="427918"/>
                  </a:lnTo>
                  <a:lnTo>
                    <a:pt x="975609" y="431151"/>
                  </a:lnTo>
                  <a:lnTo>
                    <a:pt x="978130" y="435644"/>
                  </a:lnTo>
                  <a:lnTo>
                    <a:pt x="977994" y="442153"/>
                  </a:lnTo>
                  <a:lnTo>
                    <a:pt x="982875" y="445449"/>
                  </a:lnTo>
                  <a:lnTo>
                    <a:pt x="984179" y="452094"/>
                  </a:lnTo>
                  <a:lnTo>
                    <a:pt x="984317" y="452076"/>
                  </a:lnTo>
                  <a:lnTo>
                    <a:pt x="987944" y="451613"/>
                  </a:lnTo>
                  <a:lnTo>
                    <a:pt x="989256" y="451445"/>
                  </a:lnTo>
                  <a:lnTo>
                    <a:pt x="989187" y="456429"/>
                  </a:lnTo>
                  <a:lnTo>
                    <a:pt x="990313" y="463118"/>
                  </a:lnTo>
                  <a:lnTo>
                    <a:pt x="989929" y="466935"/>
                  </a:lnTo>
                  <a:lnTo>
                    <a:pt x="989381" y="470607"/>
                  </a:lnTo>
                  <a:lnTo>
                    <a:pt x="991057" y="474217"/>
                  </a:lnTo>
                  <a:lnTo>
                    <a:pt x="989530" y="478460"/>
                  </a:lnTo>
                  <a:lnTo>
                    <a:pt x="989268" y="479185"/>
                  </a:lnTo>
                  <a:lnTo>
                    <a:pt x="988832" y="485047"/>
                  </a:lnTo>
                  <a:lnTo>
                    <a:pt x="985515" y="490950"/>
                  </a:lnTo>
                  <a:lnTo>
                    <a:pt x="984913" y="496129"/>
                  </a:lnTo>
                  <a:lnTo>
                    <a:pt x="981013" y="501216"/>
                  </a:lnTo>
                  <a:lnTo>
                    <a:pt x="981253" y="504058"/>
                  </a:lnTo>
                  <a:lnTo>
                    <a:pt x="978096" y="508474"/>
                  </a:lnTo>
                  <a:lnTo>
                    <a:pt x="979761" y="511723"/>
                  </a:lnTo>
                  <a:lnTo>
                    <a:pt x="980749" y="518354"/>
                  </a:lnTo>
                  <a:lnTo>
                    <a:pt x="978188" y="520942"/>
                  </a:lnTo>
                  <a:lnTo>
                    <a:pt x="977671" y="521464"/>
                  </a:lnTo>
                  <a:lnTo>
                    <a:pt x="976890" y="527402"/>
                  </a:lnTo>
                  <a:lnTo>
                    <a:pt x="981248" y="531855"/>
                  </a:lnTo>
                  <a:lnTo>
                    <a:pt x="981124" y="534628"/>
                  </a:lnTo>
                  <a:lnTo>
                    <a:pt x="981050" y="536273"/>
                  </a:lnTo>
                  <a:lnTo>
                    <a:pt x="982065" y="540698"/>
                  </a:lnTo>
                  <a:lnTo>
                    <a:pt x="982500" y="546030"/>
                  </a:lnTo>
                  <a:lnTo>
                    <a:pt x="982703" y="551136"/>
                  </a:lnTo>
                  <a:lnTo>
                    <a:pt x="982542" y="551321"/>
                  </a:lnTo>
                  <a:lnTo>
                    <a:pt x="980034" y="554197"/>
                  </a:lnTo>
                  <a:lnTo>
                    <a:pt x="975274" y="560411"/>
                  </a:lnTo>
                  <a:lnTo>
                    <a:pt x="973863" y="565785"/>
                  </a:lnTo>
                  <a:lnTo>
                    <a:pt x="972297" y="567847"/>
                  </a:lnTo>
                  <a:lnTo>
                    <a:pt x="970858" y="569739"/>
                  </a:lnTo>
                  <a:lnTo>
                    <a:pt x="966751" y="574294"/>
                  </a:lnTo>
                  <a:lnTo>
                    <a:pt x="969919" y="577686"/>
                  </a:lnTo>
                  <a:lnTo>
                    <a:pt x="972242" y="580816"/>
                  </a:lnTo>
                  <a:lnTo>
                    <a:pt x="974360" y="583594"/>
                  </a:lnTo>
                  <a:lnTo>
                    <a:pt x="972626" y="584734"/>
                  </a:lnTo>
                  <a:lnTo>
                    <a:pt x="964867" y="584999"/>
                  </a:lnTo>
                  <a:lnTo>
                    <a:pt x="957636" y="586467"/>
                  </a:lnTo>
                  <a:lnTo>
                    <a:pt x="949720" y="590032"/>
                  </a:lnTo>
                  <a:lnTo>
                    <a:pt x="935243" y="597510"/>
                  </a:lnTo>
                  <a:lnTo>
                    <a:pt x="933987" y="598157"/>
                  </a:lnTo>
                  <a:lnTo>
                    <a:pt x="924197" y="603185"/>
                  </a:lnTo>
                  <a:lnTo>
                    <a:pt x="917111" y="606908"/>
                  </a:lnTo>
                  <a:lnTo>
                    <a:pt x="911448" y="610507"/>
                  </a:lnTo>
                  <a:lnTo>
                    <a:pt x="907039" y="616168"/>
                  </a:lnTo>
                  <a:lnTo>
                    <a:pt x="907867" y="619414"/>
                  </a:lnTo>
                  <a:lnTo>
                    <a:pt x="901821" y="624345"/>
                  </a:lnTo>
                  <a:lnTo>
                    <a:pt x="885153" y="636790"/>
                  </a:lnTo>
                  <a:lnTo>
                    <a:pt x="878567" y="643502"/>
                  </a:lnTo>
                  <a:lnTo>
                    <a:pt x="877819" y="644264"/>
                  </a:lnTo>
                  <a:lnTo>
                    <a:pt x="872858" y="648406"/>
                  </a:lnTo>
                  <a:lnTo>
                    <a:pt x="865002" y="656615"/>
                  </a:lnTo>
                  <a:lnTo>
                    <a:pt x="858642" y="662873"/>
                  </a:lnTo>
                  <a:lnTo>
                    <a:pt x="854221" y="663746"/>
                  </a:lnTo>
                  <a:lnTo>
                    <a:pt x="849105" y="667007"/>
                  </a:lnTo>
                  <a:lnTo>
                    <a:pt x="842896" y="670955"/>
                  </a:lnTo>
                  <a:lnTo>
                    <a:pt x="835656" y="675609"/>
                  </a:lnTo>
                  <a:lnTo>
                    <a:pt x="825895" y="682119"/>
                  </a:lnTo>
                  <a:lnTo>
                    <a:pt x="811479" y="689493"/>
                  </a:lnTo>
                  <a:lnTo>
                    <a:pt x="796634" y="697666"/>
                  </a:lnTo>
                  <a:lnTo>
                    <a:pt x="786374" y="704962"/>
                  </a:lnTo>
                  <a:lnTo>
                    <a:pt x="782589" y="708069"/>
                  </a:lnTo>
                  <a:lnTo>
                    <a:pt x="781687" y="708809"/>
                  </a:lnTo>
                  <a:lnTo>
                    <a:pt x="777773" y="714566"/>
                  </a:lnTo>
                  <a:lnTo>
                    <a:pt x="763229" y="723417"/>
                  </a:lnTo>
                  <a:lnTo>
                    <a:pt x="756520" y="728751"/>
                  </a:lnTo>
                  <a:lnTo>
                    <a:pt x="750976" y="733674"/>
                  </a:lnTo>
                  <a:lnTo>
                    <a:pt x="746407" y="738260"/>
                  </a:lnTo>
                  <a:lnTo>
                    <a:pt x="743782" y="740890"/>
                  </a:lnTo>
                  <a:lnTo>
                    <a:pt x="734906" y="751873"/>
                  </a:lnTo>
                  <a:lnTo>
                    <a:pt x="731908" y="758232"/>
                  </a:lnTo>
                  <a:lnTo>
                    <a:pt x="731821" y="758415"/>
                  </a:lnTo>
                  <a:lnTo>
                    <a:pt x="728326" y="762766"/>
                  </a:lnTo>
                  <a:lnTo>
                    <a:pt x="724542" y="768922"/>
                  </a:lnTo>
                  <a:lnTo>
                    <a:pt x="719158" y="779575"/>
                  </a:lnTo>
                  <a:lnTo>
                    <a:pt x="718389" y="781326"/>
                  </a:lnTo>
                  <a:lnTo>
                    <a:pt x="715828" y="787154"/>
                  </a:lnTo>
                  <a:lnTo>
                    <a:pt x="712954" y="794514"/>
                  </a:lnTo>
                  <a:lnTo>
                    <a:pt x="710026" y="804129"/>
                  </a:lnTo>
                  <a:lnTo>
                    <a:pt x="709264" y="807623"/>
                  </a:lnTo>
                  <a:lnTo>
                    <a:pt x="708437" y="811407"/>
                  </a:lnTo>
                  <a:lnTo>
                    <a:pt x="707210" y="826660"/>
                  </a:lnTo>
                  <a:lnTo>
                    <a:pt x="708523" y="841808"/>
                  </a:lnTo>
                  <a:lnTo>
                    <a:pt x="712432" y="857690"/>
                  </a:lnTo>
                  <a:lnTo>
                    <a:pt x="715460" y="866421"/>
                  </a:lnTo>
                  <a:lnTo>
                    <a:pt x="718366" y="874786"/>
                  </a:lnTo>
                  <a:lnTo>
                    <a:pt x="720689" y="882715"/>
                  </a:lnTo>
                  <a:lnTo>
                    <a:pt x="723352" y="891791"/>
                  </a:lnTo>
                  <a:lnTo>
                    <a:pt x="726911" y="911088"/>
                  </a:lnTo>
                  <a:lnTo>
                    <a:pt x="727611" y="916718"/>
                  </a:lnTo>
                  <a:lnTo>
                    <a:pt x="728227" y="920742"/>
                  </a:lnTo>
                  <a:lnTo>
                    <a:pt x="727391" y="922691"/>
                  </a:lnTo>
                  <a:lnTo>
                    <a:pt x="723325" y="921788"/>
                  </a:lnTo>
                  <a:lnTo>
                    <a:pt x="717744" y="924176"/>
                  </a:lnTo>
                  <a:lnTo>
                    <a:pt x="712859" y="925395"/>
                  </a:lnTo>
                  <a:lnTo>
                    <a:pt x="710684" y="927257"/>
                  </a:lnTo>
                  <a:lnTo>
                    <a:pt x="711228" y="930159"/>
                  </a:lnTo>
                  <a:lnTo>
                    <a:pt x="710262" y="932687"/>
                  </a:lnTo>
                  <a:lnTo>
                    <a:pt x="706261" y="932782"/>
                  </a:lnTo>
                  <a:lnTo>
                    <a:pt x="703603" y="929473"/>
                  </a:lnTo>
                  <a:lnTo>
                    <a:pt x="700217" y="929507"/>
                  </a:lnTo>
                  <a:lnTo>
                    <a:pt x="696436" y="926139"/>
                  </a:lnTo>
                  <a:lnTo>
                    <a:pt x="693221" y="924678"/>
                  </a:lnTo>
                  <a:lnTo>
                    <a:pt x="688158" y="918839"/>
                  </a:lnTo>
                  <a:lnTo>
                    <a:pt x="683870" y="917488"/>
                  </a:lnTo>
                  <a:lnTo>
                    <a:pt x="678899" y="916862"/>
                  </a:lnTo>
                  <a:lnTo>
                    <a:pt x="675934" y="914929"/>
                  </a:lnTo>
                  <a:lnTo>
                    <a:pt x="670559" y="914842"/>
                  </a:lnTo>
                  <a:lnTo>
                    <a:pt x="669842" y="914830"/>
                  </a:lnTo>
                  <a:lnTo>
                    <a:pt x="663973" y="914835"/>
                  </a:lnTo>
                  <a:lnTo>
                    <a:pt x="658623" y="914589"/>
                  </a:lnTo>
                  <a:lnTo>
                    <a:pt x="656391" y="916602"/>
                  </a:lnTo>
                  <a:lnTo>
                    <a:pt x="653090" y="915447"/>
                  </a:lnTo>
                  <a:lnTo>
                    <a:pt x="652209" y="915138"/>
                  </a:lnTo>
                  <a:lnTo>
                    <a:pt x="647528" y="915529"/>
                  </a:lnTo>
                  <a:lnTo>
                    <a:pt x="643711" y="915579"/>
                  </a:lnTo>
                  <a:lnTo>
                    <a:pt x="639535" y="914190"/>
                  </a:lnTo>
                  <a:lnTo>
                    <a:pt x="635140" y="911064"/>
                  </a:lnTo>
                  <a:lnTo>
                    <a:pt x="628367" y="907034"/>
                  </a:lnTo>
                  <a:lnTo>
                    <a:pt x="623841" y="903527"/>
                  </a:lnTo>
                  <a:lnTo>
                    <a:pt x="618940" y="902252"/>
                  </a:lnTo>
                  <a:lnTo>
                    <a:pt x="613094" y="900573"/>
                  </a:lnTo>
                  <a:lnTo>
                    <a:pt x="611726" y="899930"/>
                  </a:lnTo>
                  <a:lnTo>
                    <a:pt x="610091" y="899160"/>
                  </a:lnTo>
                  <a:lnTo>
                    <a:pt x="606845" y="900607"/>
                  </a:lnTo>
                  <a:lnTo>
                    <a:pt x="603240" y="898083"/>
                  </a:lnTo>
                  <a:lnTo>
                    <a:pt x="596692" y="892880"/>
                  </a:lnTo>
                  <a:lnTo>
                    <a:pt x="594455" y="889183"/>
                  </a:lnTo>
                  <a:lnTo>
                    <a:pt x="587779" y="890300"/>
                  </a:lnTo>
                  <a:lnTo>
                    <a:pt x="582361" y="887194"/>
                  </a:lnTo>
                  <a:lnTo>
                    <a:pt x="576432" y="885695"/>
                  </a:lnTo>
                  <a:lnTo>
                    <a:pt x="572471" y="887091"/>
                  </a:lnTo>
                  <a:lnTo>
                    <a:pt x="570143" y="884527"/>
                  </a:lnTo>
                  <a:lnTo>
                    <a:pt x="571642" y="880103"/>
                  </a:lnTo>
                  <a:lnTo>
                    <a:pt x="570555" y="878083"/>
                  </a:lnTo>
                  <a:lnTo>
                    <a:pt x="565221" y="873830"/>
                  </a:lnTo>
                  <a:lnTo>
                    <a:pt x="564776" y="872111"/>
                  </a:lnTo>
                  <a:lnTo>
                    <a:pt x="562828" y="864582"/>
                  </a:lnTo>
                  <a:lnTo>
                    <a:pt x="562115" y="858647"/>
                  </a:lnTo>
                  <a:lnTo>
                    <a:pt x="559404" y="853147"/>
                  </a:lnTo>
                  <a:lnTo>
                    <a:pt x="557287" y="848385"/>
                  </a:lnTo>
                  <a:lnTo>
                    <a:pt x="552469" y="845244"/>
                  </a:lnTo>
                  <a:lnTo>
                    <a:pt x="549878" y="840986"/>
                  </a:lnTo>
                  <a:lnTo>
                    <a:pt x="547766" y="836348"/>
                  </a:lnTo>
                  <a:lnTo>
                    <a:pt x="543009" y="832584"/>
                  </a:lnTo>
                  <a:lnTo>
                    <a:pt x="543357" y="825549"/>
                  </a:lnTo>
                  <a:lnTo>
                    <a:pt x="544296" y="820991"/>
                  </a:lnTo>
                  <a:lnTo>
                    <a:pt x="543057" y="815412"/>
                  </a:lnTo>
                  <a:lnTo>
                    <a:pt x="541804" y="812034"/>
                  </a:lnTo>
                  <a:lnTo>
                    <a:pt x="541605" y="811496"/>
                  </a:lnTo>
                  <a:lnTo>
                    <a:pt x="539642" y="809201"/>
                  </a:lnTo>
                  <a:lnTo>
                    <a:pt x="536333" y="808252"/>
                  </a:lnTo>
                  <a:lnTo>
                    <a:pt x="539625" y="798976"/>
                  </a:lnTo>
                  <a:lnTo>
                    <a:pt x="539009" y="795574"/>
                  </a:lnTo>
                  <a:lnTo>
                    <a:pt x="538798" y="791311"/>
                  </a:lnTo>
                  <a:lnTo>
                    <a:pt x="536364" y="791463"/>
                  </a:lnTo>
                  <a:lnTo>
                    <a:pt x="536188" y="784384"/>
                  </a:lnTo>
                  <a:lnTo>
                    <a:pt x="534069" y="781423"/>
                  </a:lnTo>
                  <a:lnTo>
                    <a:pt x="528717" y="779691"/>
                  </a:lnTo>
                  <a:lnTo>
                    <a:pt x="522390" y="777936"/>
                  </a:lnTo>
                  <a:lnTo>
                    <a:pt x="518121" y="772539"/>
                  </a:lnTo>
                  <a:lnTo>
                    <a:pt x="514716" y="770396"/>
                  </a:lnTo>
                  <a:lnTo>
                    <a:pt x="511313" y="767177"/>
                  </a:lnTo>
                  <a:lnTo>
                    <a:pt x="508699" y="763212"/>
                  </a:lnTo>
                  <a:lnTo>
                    <a:pt x="506604" y="758780"/>
                  </a:lnTo>
                  <a:lnTo>
                    <a:pt x="505571" y="755063"/>
                  </a:lnTo>
                  <a:lnTo>
                    <a:pt x="504412" y="750731"/>
                  </a:lnTo>
                  <a:lnTo>
                    <a:pt x="500261" y="748727"/>
                  </a:lnTo>
                  <a:lnTo>
                    <a:pt x="496818" y="741549"/>
                  </a:lnTo>
                  <a:lnTo>
                    <a:pt x="493147" y="737036"/>
                  </a:lnTo>
                  <a:lnTo>
                    <a:pt x="485385" y="732270"/>
                  </a:lnTo>
                  <a:lnTo>
                    <a:pt x="483575" y="730736"/>
                  </a:lnTo>
                  <a:lnTo>
                    <a:pt x="478086" y="726079"/>
                  </a:lnTo>
                  <a:lnTo>
                    <a:pt x="476534" y="721645"/>
                  </a:lnTo>
                  <a:lnTo>
                    <a:pt x="473976" y="716317"/>
                  </a:lnTo>
                  <a:lnTo>
                    <a:pt x="472689" y="710643"/>
                  </a:lnTo>
                  <a:lnTo>
                    <a:pt x="470260" y="706271"/>
                  </a:lnTo>
                  <a:lnTo>
                    <a:pt x="468663" y="702903"/>
                  </a:lnTo>
                  <a:lnTo>
                    <a:pt x="468025" y="697678"/>
                  </a:lnTo>
                  <a:lnTo>
                    <a:pt x="464025" y="694072"/>
                  </a:lnTo>
                  <a:lnTo>
                    <a:pt x="460005" y="690110"/>
                  </a:lnTo>
                  <a:lnTo>
                    <a:pt x="459532" y="685330"/>
                  </a:lnTo>
                  <a:lnTo>
                    <a:pt x="457500" y="681260"/>
                  </a:lnTo>
                  <a:lnTo>
                    <a:pt x="457300" y="677542"/>
                  </a:lnTo>
                  <a:lnTo>
                    <a:pt x="454117" y="674881"/>
                  </a:lnTo>
                  <a:lnTo>
                    <a:pt x="450228" y="668961"/>
                  </a:lnTo>
                  <a:lnTo>
                    <a:pt x="448716" y="664297"/>
                  </a:lnTo>
                  <a:lnTo>
                    <a:pt x="447729" y="657797"/>
                  </a:lnTo>
                  <a:lnTo>
                    <a:pt x="446903" y="653253"/>
                  </a:lnTo>
                  <a:lnTo>
                    <a:pt x="446645" y="651832"/>
                  </a:lnTo>
                  <a:lnTo>
                    <a:pt x="442559" y="649238"/>
                  </a:lnTo>
                  <a:lnTo>
                    <a:pt x="439074" y="645773"/>
                  </a:lnTo>
                  <a:lnTo>
                    <a:pt x="437326" y="640588"/>
                  </a:lnTo>
                  <a:lnTo>
                    <a:pt x="436849" y="640139"/>
                  </a:lnTo>
                  <a:lnTo>
                    <a:pt x="433246" y="636737"/>
                  </a:lnTo>
                  <a:lnTo>
                    <a:pt x="430312" y="633529"/>
                  </a:lnTo>
                  <a:lnTo>
                    <a:pt x="421927" y="628590"/>
                  </a:lnTo>
                  <a:lnTo>
                    <a:pt x="417012" y="620217"/>
                  </a:lnTo>
                  <a:lnTo>
                    <a:pt x="411039" y="618842"/>
                  </a:lnTo>
                  <a:lnTo>
                    <a:pt x="406814" y="614705"/>
                  </a:lnTo>
                  <a:lnTo>
                    <a:pt x="402005" y="614633"/>
                  </a:lnTo>
                  <a:lnTo>
                    <a:pt x="398153" y="609549"/>
                  </a:lnTo>
                  <a:lnTo>
                    <a:pt x="398084" y="604065"/>
                  </a:lnTo>
                  <a:lnTo>
                    <a:pt x="393487" y="601958"/>
                  </a:lnTo>
                  <a:lnTo>
                    <a:pt x="390994" y="595453"/>
                  </a:lnTo>
                  <a:lnTo>
                    <a:pt x="386942" y="593501"/>
                  </a:lnTo>
                  <a:lnTo>
                    <a:pt x="383113" y="593007"/>
                  </a:lnTo>
                  <a:lnTo>
                    <a:pt x="378653" y="590301"/>
                  </a:lnTo>
                  <a:lnTo>
                    <a:pt x="371440" y="592744"/>
                  </a:lnTo>
                  <a:lnTo>
                    <a:pt x="366843" y="592437"/>
                  </a:lnTo>
                  <a:lnTo>
                    <a:pt x="363205" y="591386"/>
                  </a:lnTo>
                  <a:lnTo>
                    <a:pt x="359534" y="590323"/>
                  </a:lnTo>
                  <a:lnTo>
                    <a:pt x="354455" y="589878"/>
                  </a:lnTo>
                  <a:lnTo>
                    <a:pt x="347479" y="588560"/>
                  </a:lnTo>
                  <a:lnTo>
                    <a:pt x="343173" y="588885"/>
                  </a:lnTo>
                  <a:lnTo>
                    <a:pt x="339158" y="590150"/>
                  </a:lnTo>
                  <a:lnTo>
                    <a:pt x="335927" y="589595"/>
                  </a:lnTo>
                  <a:lnTo>
                    <a:pt x="332432" y="587141"/>
                  </a:lnTo>
                  <a:lnTo>
                    <a:pt x="327401" y="584914"/>
                  </a:lnTo>
                  <a:lnTo>
                    <a:pt x="321780" y="581784"/>
                  </a:lnTo>
                  <a:lnTo>
                    <a:pt x="320436" y="582228"/>
                  </a:lnTo>
                  <a:lnTo>
                    <a:pt x="318015" y="583025"/>
                  </a:lnTo>
                  <a:lnTo>
                    <a:pt x="316415" y="586644"/>
                  </a:lnTo>
                  <a:lnTo>
                    <a:pt x="314500" y="591381"/>
                  </a:lnTo>
                  <a:lnTo>
                    <a:pt x="308667" y="589973"/>
                  </a:lnTo>
                  <a:lnTo>
                    <a:pt x="305296" y="589834"/>
                  </a:lnTo>
                  <a:lnTo>
                    <a:pt x="302275" y="592187"/>
                  </a:lnTo>
                  <a:lnTo>
                    <a:pt x="297500" y="592410"/>
                  </a:lnTo>
                  <a:lnTo>
                    <a:pt x="292517" y="593125"/>
                  </a:lnTo>
                  <a:lnTo>
                    <a:pt x="291119" y="598476"/>
                  </a:lnTo>
                  <a:lnTo>
                    <a:pt x="287521" y="603131"/>
                  </a:lnTo>
                  <a:lnTo>
                    <a:pt x="284346" y="608746"/>
                  </a:lnTo>
                  <a:lnTo>
                    <a:pt x="281855" y="611651"/>
                  </a:lnTo>
                  <a:lnTo>
                    <a:pt x="279944" y="618406"/>
                  </a:lnTo>
                  <a:lnTo>
                    <a:pt x="280332" y="622324"/>
                  </a:lnTo>
                  <a:lnTo>
                    <a:pt x="276554" y="626345"/>
                  </a:lnTo>
                  <a:lnTo>
                    <a:pt x="274910" y="631965"/>
                  </a:lnTo>
                  <a:lnTo>
                    <a:pt x="276323" y="635984"/>
                  </a:lnTo>
                  <a:lnTo>
                    <a:pt x="272594" y="640307"/>
                  </a:lnTo>
                  <a:lnTo>
                    <a:pt x="266477" y="642673"/>
                  </a:lnTo>
                  <a:lnTo>
                    <a:pt x="263223" y="647641"/>
                  </a:lnTo>
                  <a:lnTo>
                    <a:pt x="260019" y="649039"/>
                  </a:lnTo>
                  <a:lnTo>
                    <a:pt x="257999" y="654105"/>
                  </a:lnTo>
                  <a:lnTo>
                    <a:pt x="255830" y="657935"/>
                  </a:lnTo>
                  <a:lnTo>
                    <a:pt x="247999" y="656828"/>
                  </a:lnTo>
                  <a:lnTo>
                    <a:pt x="243823" y="657492"/>
                  </a:lnTo>
                  <a:lnTo>
                    <a:pt x="237645" y="654045"/>
                  </a:lnTo>
                  <a:lnTo>
                    <a:pt x="229921" y="649559"/>
                  </a:lnTo>
                  <a:lnTo>
                    <a:pt x="225314" y="644643"/>
                  </a:lnTo>
                  <a:lnTo>
                    <a:pt x="220145" y="641876"/>
                  </a:lnTo>
                  <a:lnTo>
                    <a:pt x="214945" y="639854"/>
                  </a:lnTo>
                  <a:lnTo>
                    <a:pt x="210004" y="637850"/>
                  </a:lnTo>
                  <a:lnTo>
                    <a:pt x="205231" y="631875"/>
                  </a:lnTo>
                  <a:lnTo>
                    <a:pt x="204862" y="631708"/>
                  </a:lnTo>
                  <a:lnTo>
                    <a:pt x="200053" y="629520"/>
                  </a:lnTo>
                  <a:lnTo>
                    <a:pt x="190934" y="627872"/>
                  </a:lnTo>
                  <a:lnTo>
                    <a:pt x="184831" y="624541"/>
                  </a:lnTo>
                  <a:lnTo>
                    <a:pt x="178196" y="619651"/>
                  </a:lnTo>
                  <a:lnTo>
                    <a:pt x="175442" y="615762"/>
                  </a:lnTo>
                  <a:lnTo>
                    <a:pt x="171943" y="610804"/>
                  </a:lnTo>
                  <a:lnTo>
                    <a:pt x="165942" y="606725"/>
                  </a:lnTo>
                  <a:lnTo>
                    <a:pt x="161195" y="604851"/>
                  </a:lnTo>
                  <a:lnTo>
                    <a:pt x="155162" y="599246"/>
                  </a:lnTo>
                  <a:lnTo>
                    <a:pt x="148696" y="592579"/>
                  </a:lnTo>
                  <a:lnTo>
                    <a:pt x="147068" y="584238"/>
                  </a:lnTo>
                  <a:lnTo>
                    <a:pt x="143253" y="577565"/>
                  </a:lnTo>
                  <a:lnTo>
                    <a:pt x="139422" y="571528"/>
                  </a:lnTo>
                  <a:lnTo>
                    <a:pt x="138729" y="564594"/>
                  </a:lnTo>
                  <a:lnTo>
                    <a:pt x="137446" y="561526"/>
                  </a:lnTo>
                  <a:lnTo>
                    <a:pt x="138697" y="554323"/>
                  </a:lnTo>
                  <a:lnTo>
                    <a:pt x="138302" y="545162"/>
                  </a:lnTo>
                  <a:lnTo>
                    <a:pt x="135613" y="540839"/>
                  </a:lnTo>
                  <a:lnTo>
                    <a:pt x="134163" y="537110"/>
                  </a:lnTo>
                  <a:lnTo>
                    <a:pt x="129656" y="530793"/>
                  </a:lnTo>
                  <a:lnTo>
                    <a:pt x="127048" y="528900"/>
                  </a:lnTo>
                  <a:lnTo>
                    <a:pt x="126545" y="522898"/>
                  </a:lnTo>
                  <a:lnTo>
                    <a:pt x="125381" y="516134"/>
                  </a:lnTo>
                  <a:lnTo>
                    <a:pt x="122977" y="509896"/>
                  </a:lnTo>
                  <a:lnTo>
                    <a:pt x="119395" y="509215"/>
                  </a:lnTo>
                  <a:lnTo>
                    <a:pt x="118814" y="507557"/>
                  </a:lnTo>
                  <a:lnTo>
                    <a:pt x="117443" y="503644"/>
                  </a:lnTo>
                  <a:lnTo>
                    <a:pt x="112849" y="502174"/>
                  </a:lnTo>
                  <a:lnTo>
                    <a:pt x="110255" y="499165"/>
                  </a:lnTo>
                  <a:lnTo>
                    <a:pt x="105716" y="495554"/>
                  </a:lnTo>
                  <a:lnTo>
                    <a:pt x="101466" y="491399"/>
                  </a:lnTo>
                  <a:lnTo>
                    <a:pt x="94219" y="489607"/>
                  </a:lnTo>
                  <a:lnTo>
                    <a:pt x="88352" y="486087"/>
                  </a:lnTo>
                  <a:lnTo>
                    <a:pt x="88115" y="482921"/>
                  </a:lnTo>
                  <a:lnTo>
                    <a:pt x="81658" y="477751"/>
                  </a:lnTo>
                  <a:lnTo>
                    <a:pt x="76617" y="473312"/>
                  </a:lnTo>
                  <a:lnTo>
                    <a:pt x="75161" y="469259"/>
                  </a:lnTo>
                  <a:lnTo>
                    <a:pt x="71848" y="463507"/>
                  </a:lnTo>
                  <a:lnTo>
                    <a:pt x="65813" y="459793"/>
                  </a:lnTo>
                  <a:lnTo>
                    <a:pt x="61138" y="456804"/>
                  </a:lnTo>
                  <a:lnTo>
                    <a:pt x="59719" y="453609"/>
                  </a:lnTo>
                  <a:lnTo>
                    <a:pt x="54493" y="445678"/>
                  </a:lnTo>
                  <a:lnTo>
                    <a:pt x="49427" y="442690"/>
                  </a:lnTo>
                  <a:lnTo>
                    <a:pt x="48499" y="438589"/>
                  </a:lnTo>
                  <a:lnTo>
                    <a:pt x="45413" y="436349"/>
                  </a:lnTo>
                  <a:lnTo>
                    <a:pt x="44796" y="435901"/>
                  </a:lnTo>
                  <a:lnTo>
                    <a:pt x="39142" y="434955"/>
                  </a:lnTo>
                  <a:lnTo>
                    <a:pt x="32254" y="429412"/>
                  </a:lnTo>
                  <a:lnTo>
                    <a:pt x="27959" y="424091"/>
                  </a:lnTo>
                  <a:lnTo>
                    <a:pt x="24913" y="419596"/>
                  </a:lnTo>
                  <a:lnTo>
                    <a:pt x="23528" y="414372"/>
                  </a:lnTo>
                  <a:lnTo>
                    <a:pt x="21067" y="409860"/>
                  </a:lnTo>
                  <a:lnTo>
                    <a:pt x="19027" y="406113"/>
                  </a:lnTo>
                  <a:lnTo>
                    <a:pt x="15669" y="402236"/>
                  </a:lnTo>
                  <a:lnTo>
                    <a:pt x="11977" y="401292"/>
                  </a:lnTo>
                  <a:lnTo>
                    <a:pt x="10632" y="402226"/>
                  </a:lnTo>
                  <a:lnTo>
                    <a:pt x="7561" y="398890"/>
                  </a:lnTo>
                  <a:lnTo>
                    <a:pt x="3753" y="395898"/>
                  </a:lnTo>
                  <a:lnTo>
                    <a:pt x="0" y="390548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617305" y="3330587"/>
              <a:ext cx="364024" cy="457718"/>
            </a:xfrm>
            <a:custGeom>
              <a:avLst/>
              <a:pathLst>
                <a:path w="364024" h="457718">
                  <a:moveTo>
                    <a:pt x="7704" y="361868"/>
                  </a:moveTo>
                  <a:lnTo>
                    <a:pt x="9591" y="350232"/>
                  </a:lnTo>
                  <a:lnTo>
                    <a:pt x="11492" y="339093"/>
                  </a:lnTo>
                  <a:lnTo>
                    <a:pt x="14975" y="317040"/>
                  </a:lnTo>
                  <a:lnTo>
                    <a:pt x="16288" y="308693"/>
                  </a:lnTo>
                  <a:lnTo>
                    <a:pt x="18322" y="295946"/>
                  </a:lnTo>
                  <a:lnTo>
                    <a:pt x="20539" y="282055"/>
                  </a:lnTo>
                  <a:lnTo>
                    <a:pt x="21964" y="273454"/>
                  </a:lnTo>
                  <a:lnTo>
                    <a:pt x="24717" y="256865"/>
                  </a:lnTo>
                  <a:lnTo>
                    <a:pt x="26332" y="246394"/>
                  </a:lnTo>
                  <a:lnTo>
                    <a:pt x="33049" y="205636"/>
                  </a:lnTo>
                  <a:lnTo>
                    <a:pt x="33615" y="202105"/>
                  </a:lnTo>
                  <a:lnTo>
                    <a:pt x="36948" y="181362"/>
                  </a:lnTo>
                  <a:lnTo>
                    <a:pt x="38485" y="172134"/>
                  </a:lnTo>
                  <a:lnTo>
                    <a:pt x="41123" y="156324"/>
                  </a:lnTo>
                  <a:lnTo>
                    <a:pt x="41381" y="154754"/>
                  </a:lnTo>
                  <a:lnTo>
                    <a:pt x="45197" y="131547"/>
                  </a:lnTo>
                  <a:lnTo>
                    <a:pt x="46555" y="123512"/>
                  </a:lnTo>
                  <a:lnTo>
                    <a:pt x="49815" y="104522"/>
                  </a:lnTo>
                  <a:lnTo>
                    <a:pt x="53629" y="81966"/>
                  </a:lnTo>
                  <a:lnTo>
                    <a:pt x="56514" y="64831"/>
                  </a:lnTo>
                  <a:lnTo>
                    <a:pt x="60485" y="41424"/>
                  </a:lnTo>
                  <a:lnTo>
                    <a:pt x="64115" y="19809"/>
                  </a:lnTo>
                  <a:lnTo>
                    <a:pt x="67320" y="0"/>
                  </a:lnTo>
                  <a:lnTo>
                    <a:pt x="80870" y="2771"/>
                  </a:lnTo>
                  <a:lnTo>
                    <a:pt x="100513" y="5688"/>
                  </a:lnTo>
                  <a:lnTo>
                    <a:pt x="115631" y="7942"/>
                  </a:lnTo>
                  <a:lnTo>
                    <a:pt x="130851" y="10238"/>
                  </a:lnTo>
                  <a:lnTo>
                    <a:pt x="152362" y="13467"/>
                  </a:lnTo>
                  <a:lnTo>
                    <a:pt x="175771" y="17006"/>
                  </a:lnTo>
                  <a:lnTo>
                    <a:pt x="182207" y="18171"/>
                  </a:lnTo>
                  <a:lnTo>
                    <a:pt x="185235" y="18715"/>
                  </a:lnTo>
                  <a:lnTo>
                    <a:pt x="207191" y="21797"/>
                  </a:lnTo>
                  <a:lnTo>
                    <a:pt x="222065" y="23897"/>
                  </a:lnTo>
                  <a:lnTo>
                    <a:pt x="224296" y="24208"/>
                  </a:lnTo>
                  <a:lnTo>
                    <a:pt x="230263" y="24950"/>
                  </a:lnTo>
                  <a:lnTo>
                    <a:pt x="250328" y="27661"/>
                  </a:lnTo>
                  <a:lnTo>
                    <a:pt x="245797" y="62590"/>
                  </a:lnTo>
                  <a:lnTo>
                    <a:pt x="245644" y="63772"/>
                  </a:lnTo>
                  <a:lnTo>
                    <a:pt x="243377" y="80731"/>
                  </a:lnTo>
                  <a:lnTo>
                    <a:pt x="242197" y="89761"/>
                  </a:lnTo>
                  <a:lnTo>
                    <a:pt x="239460" y="110765"/>
                  </a:lnTo>
                  <a:lnTo>
                    <a:pt x="250330" y="112271"/>
                  </a:lnTo>
                  <a:lnTo>
                    <a:pt x="271017" y="115071"/>
                  </a:lnTo>
                  <a:lnTo>
                    <a:pt x="297096" y="118302"/>
                  </a:lnTo>
                  <a:lnTo>
                    <a:pt x="301661" y="118849"/>
                  </a:lnTo>
                  <a:lnTo>
                    <a:pt x="304642" y="119203"/>
                  </a:lnTo>
                  <a:lnTo>
                    <a:pt x="322452" y="121285"/>
                  </a:lnTo>
                  <a:lnTo>
                    <a:pt x="351491" y="124412"/>
                  </a:lnTo>
                  <a:lnTo>
                    <a:pt x="364024" y="125841"/>
                  </a:lnTo>
                  <a:lnTo>
                    <a:pt x="362589" y="140337"/>
                  </a:lnTo>
                  <a:lnTo>
                    <a:pt x="361166" y="153902"/>
                  </a:lnTo>
                  <a:lnTo>
                    <a:pt x="361088" y="154649"/>
                  </a:lnTo>
                  <a:lnTo>
                    <a:pt x="357165" y="190385"/>
                  </a:lnTo>
                  <a:lnTo>
                    <a:pt x="356785" y="193852"/>
                  </a:lnTo>
                  <a:lnTo>
                    <a:pt x="354149" y="219229"/>
                  </a:lnTo>
                  <a:lnTo>
                    <a:pt x="352276" y="237020"/>
                  </a:lnTo>
                  <a:lnTo>
                    <a:pt x="350858" y="250516"/>
                  </a:lnTo>
                  <a:lnTo>
                    <a:pt x="349719" y="261386"/>
                  </a:lnTo>
                  <a:lnTo>
                    <a:pt x="347633" y="281337"/>
                  </a:lnTo>
                  <a:lnTo>
                    <a:pt x="341738" y="333198"/>
                  </a:lnTo>
                  <a:lnTo>
                    <a:pt x="339825" y="351812"/>
                  </a:lnTo>
                  <a:lnTo>
                    <a:pt x="340079" y="361128"/>
                  </a:lnTo>
                  <a:lnTo>
                    <a:pt x="339979" y="362094"/>
                  </a:lnTo>
                  <a:lnTo>
                    <a:pt x="337633" y="384634"/>
                  </a:lnTo>
                  <a:lnTo>
                    <a:pt x="334232" y="417472"/>
                  </a:lnTo>
                  <a:lnTo>
                    <a:pt x="330089" y="457718"/>
                  </a:lnTo>
                  <a:lnTo>
                    <a:pt x="300273" y="454402"/>
                  </a:lnTo>
                  <a:lnTo>
                    <a:pt x="266816" y="450583"/>
                  </a:lnTo>
                  <a:lnTo>
                    <a:pt x="235767" y="446764"/>
                  </a:lnTo>
                  <a:lnTo>
                    <a:pt x="217281" y="443970"/>
                  </a:lnTo>
                  <a:lnTo>
                    <a:pt x="196417" y="441302"/>
                  </a:lnTo>
                  <a:lnTo>
                    <a:pt x="184236" y="439808"/>
                  </a:lnTo>
                  <a:lnTo>
                    <a:pt x="182416" y="439582"/>
                  </a:lnTo>
                  <a:lnTo>
                    <a:pt x="174008" y="438349"/>
                  </a:lnTo>
                  <a:lnTo>
                    <a:pt x="173537" y="438285"/>
                  </a:lnTo>
                  <a:lnTo>
                    <a:pt x="111264" y="429408"/>
                  </a:lnTo>
                  <a:lnTo>
                    <a:pt x="99353" y="427644"/>
                  </a:lnTo>
                  <a:lnTo>
                    <a:pt x="98924" y="427580"/>
                  </a:lnTo>
                  <a:lnTo>
                    <a:pt x="80206" y="424744"/>
                  </a:lnTo>
                  <a:lnTo>
                    <a:pt x="75621" y="424039"/>
                  </a:lnTo>
                  <a:lnTo>
                    <a:pt x="71195" y="423356"/>
                  </a:lnTo>
                  <a:lnTo>
                    <a:pt x="5550" y="412690"/>
                  </a:lnTo>
                  <a:lnTo>
                    <a:pt x="0" y="411718"/>
                  </a:lnTo>
                  <a:lnTo>
                    <a:pt x="1060" y="404447"/>
                  </a:lnTo>
                  <a:lnTo>
                    <a:pt x="3580" y="388279"/>
                  </a:lnTo>
                  <a:lnTo>
                    <a:pt x="6223" y="371163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6242196" y="3511668"/>
              <a:ext cx="33053" cy="88865"/>
            </a:xfrm>
            <a:custGeom>
              <a:avLst/>
              <a:pathLst>
                <a:path w="33053" h="88865">
                  <a:moveTo>
                    <a:pt x="890" y="74317"/>
                  </a:moveTo>
                  <a:lnTo>
                    <a:pt x="1426" y="67227"/>
                  </a:lnTo>
                  <a:lnTo>
                    <a:pt x="413" y="60875"/>
                  </a:lnTo>
                  <a:lnTo>
                    <a:pt x="52" y="51898"/>
                  </a:lnTo>
                  <a:lnTo>
                    <a:pt x="0" y="50623"/>
                  </a:lnTo>
                  <a:lnTo>
                    <a:pt x="1072" y="44054"/>
                  </a:lnTo>
                  <a:lnTo>
                    <a:pt x="2030" y="37858"/>
                  </a:lnTo>
                  <a:lnTo>
                    <a:pt x="3935" y="33231"/>
                  </a:lnTo>
                  <a:lnTo>
                    <a:pt x="2623" y="29945"/>
                  </a:lnTo>
                  <a:lnTo>
                    <a:pt x="7188" y="26387"/>
                  </a:lnTo>
                  <a:lnTo>
                    <a:pt x="8498" y="23097"/>
                  </a:lnTo>
                  <a:lnTo>
                    <a:pt x="3878" y="19765"/>
                  </a:lnTo>
                  <a:lnTo>
                    <a:pt x="8292" y="14323"/>
                  </a:lnTo>
                  <a:lnTo>
                    <a:pt x="10131" y="9967"/>
                  </a:lnTo>
                  <a:lnTo>
                    <a:pt x="33053" y="0"/>
                  </a:lnTo>
                  <a:lnTo>
                    <a:pt x="30099" y="12492"/>
                  </a:lnTo>
                  <a:lnTo>
                    <a:pt x="28475" y="16782"/>
                  </a:lnTo>
                  <a:lnTo>
                    <a:pt x="24452" y="16483"/>
                  </a:lnTo>
                  <a:lnTo>
                    <a:pt x="22163" y="20413"/>
                  </a:lnTo>
                  <a:lnTo>
                    <a:pt x="20170" y="28399"/>
                  </a:lnTo>
                  <a:lnTo>
                    <a:pt x="19584" y="36002"/>
                  </a:lnTo>
                  <a:lnTo>
                    <a:pt x="19384" y="40771"/>
                  </a:lnTo>
                  <a:lnTo>
                    <a:pt x="20890" y="44556"/>
                  </a:lnTo>
                  <a:lnTo>
                    <a:pt x="18548" y="51998"/>
                  </a:lnTo>
                  <a:lnTo>
                    <a:pt x="19380" y="53177"/>
                  </a:lnTo>
                  <a:lnTo>
                    <a:pt x="20165" y="54289"/>
                  </a:lnTo>
                  <a:lnTo>
                    <a:pt x="18015" y="61815"/>
                  </a:lnTo>
                  <a:lnTo>
                    <a:pt x="17907" y="65139"/>
                  </a:lnTo>
                  <a:lnTo>
                    <a:pt x="16061" y="69037"/>
                  </a:lnTo>
                  <a:lnTo>
                    <a:pt x="16143" y="73383"/>
                  </a:lnTo>
                  <a:lnTo>
                    <a:pt x="15934" y="78128"/>
                  </a:lnTo>
                  <a:lnTo>
                    <a:pt x="12572" y="85720"/>
                  </a:lnTo>
                  <a:lnTo>
                    <a:pt x="10358" y="88865"/>
                  </a:lnTo>
                  <a:lnTo>
                    <a:pt x="7779" y="88694"/>
                  </a:lnTo>
                  <a:lnTo>
                    <a:pt x="4648" y="81937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5765607" y="3451305"/>
              <a:ext cx="503494" cy="312113"/>
            </a:xfrm>
            <a:custGeom>
              <a:avLst/>
              <a:pathLst>
                <a:path w="503494" h="312113">
                  <a:moveTo>
                    <a:pt x="3477" y="308613"/>
                  </a:moveTo>
                  <a:lnTo>
                    <a:pt x="8694" y="304861"/>
                  </a:lnTo>
                  <a:lnTo>
                    <a:pt x="12999" y="303984"/>
                  </a:lnTo>
                  <a:lnTo>
                    <a:pt x="14590" y="303660"/>
                  </a:lnTo>
                  <a:lnTo>
                    <a:pt x="17564" y="301331"/>
                  </a:lnTo>
                  <a:lnTo>
                    <a:pt x="26690" y="296061"/>
                  </a:lnTo>
                  <a:lnTo>
                    <a:pt x="32942" y="293408"/>
                  </a:lnTo>
                  <a:lnTo>
                    <a:pt x="33539" y="288789"/>
                  </a:lnTo>
                  <a:lnTo>
                    <a:pt x="35238" y="283815"/>
                  </a:lnTo>
                  <a:lnTo>
                    <a:pt x="39375" y="283240"/>
                  </a:lnTo>
                  <a:lnTo>
                    <a:pt x="46429" y="278816"/>
                  </a:lnTo>
                  <a:lnTo>
                    <a:pt x="46953" y="277435"/>
                  </a:lnTo>
                  <a:lnTo>
                    <a:pt x="47784" y="275241"/>
                  </a:lnTo>
                  <a:lnTo>
                    <a:pt x="46694" y="270946"/>
                  </a:lnTo>
                  <a:lnTo>
                    <a:pt x="49634" y="267526"/>
                  </a:lnTo>
                  <a:lnTo>
                    <a:pt x="53573" y="265263"/>
                  </a:lnTo>
                  <a:lnTo>
                    <a:pt x="54880" y="262112"/>
                  </a:lnTo>
                  <a:lnTo>
                    <a:pt x="53768" y="257766"/>
                  </a:lnTo>
                  <a:lnTo>
                    <a:pt x="62821" y="248704"/>
                  </a:lnTo>
                  <a:lnTo>
                    <a:pt x="63219" y="248304"/>
                  </a:lnTo>
                  <a:lnTo>
                    <a:pt x="63483" y="248091"/>
                  </a:lnTo>
                  <a:lnTo>
                    <a:pt x="69532" y="243187"/>
                  </a:lnTo>
                  <a:lnTo>
                    <a:pt x="75227" y="240149"/>
                  </a:lnTo>
                  <a:lnTo>
                    <a:pt x="77360" y="237043"/>
                  </a:lnTo>
                  <a:lnTo>
                    <a:pt x="77618" y="236668"/>
                  </a:lnTo>
                  <a:lnTo>
                    <a:pt x="83316" y="229043"/>
                  </a:lnTo>
                  <a:lnTo>
                    <a:pt x="95606" y="212490"/>
                  </a:lnTo>
                  <a:lnTo>
                    <a:pt x="98341" y="214087"/>
                  </a:lnTo>
                  <a:lnTo>
                    <a:pt x="95926" y="219533"/>
                  </a:lnTo>
                  <a:lnTo>
                    <a:pt x="99568" y="221658"/>
                  </a:lnTo>
                  <a:lnTo>
                    <a:pt x="100292" y="224114"/>
                  </a:lnTo>
                  <a:lnTo>
                    <a:pt x="103654" y="228248"/>
                  </a:lnTo>
                  <a:lnTo>
                    <a:pt x="107386" y="231402"/>
                  </a:lnTo>
                  <a:lnTo>
                    <a:pt x="112388" y="231173"/>
                  </a:lnTo>
                  <a:lnTo>
                    <a:pt x="114902" y="233366"/>
                  </a:lnTo>
                  <a:lnTo>
                    <a:pt x="115271" y="233542"/>
                  </a:lnTo>
                  <a:lnTo>
                    <a:pt x="119774" y="235691"/>
                  </a:lnTo>
                  <a:lnTo>
                    <a:pt x="127283" y="233642"/>
                  </a:lnTo>
                  <a:lnTo>
                    <a:pt x="128770" y="231877"/>
                  </a:lnTo>
                  <a:lnTo>
                    <a:pt x="131488" y="228941"/>
                  </a:lnTo>
                  <a:lnTo>
                    <a:pt x="134709" y="226467"/>
                  </a:lnTo>
                  <a:lnTo>
                    <a:pt x="137791" y="220073"/>
                  </a:lnTo>
                  <a:lnTo>
                    <a:pt x="148336" y="226432"/>
                  </a:lnTo>
                  <a:lnTo>
                    <a:pt x="154796" y="221213"/>
                  </a:lnTo>
                  <a:lnTo>
                    <a:pt x="161897" y="217762"/>
                  </a:lnTo>
                  <a:lnTo>
                    <a:pt x="162845" y="217429"/>
                  </a:lnTo>
                  <a:lnTo>
                    <a:pt x="166695" y="216075"/>
                  </a:lnTo>
                  <a:lnTo>
                    <a:pt x="171552" y="212483"/>
                  </a:lnTo>
                  <a:lnTo>
                    <a:pt x="167637" y="209204"/>
                  </a:lnTo>
                  <a:lnTo>
                    <a:pt x="168162" y="206003"/>
                  </a:lnTo>
                  <a:lnTo>
                    <a:pt x="168639" y="205788"/>
                  </a:lnTo>
                  <a:lnTo>
                    <a:pt x="169918" y="205211"/>
                  </a:lnTo>
                  <a:lnTo>
                    <a:pt x="175073" y="208441"/>
                  </a:lnTo>
                  <a:lnTo>
                    <a:pt x="181046" y="203444"/>
                  </a:lnTo>
                  <a:lnTo>
                    <a:pt x="187635" y="196695"/>
                  </a:lnTo>
                  <a:lnTo>
                    <a:pt x="193252" y="199258"/>
                  </a:lnTo>
                  <a:lnTo>
                    <a:pt x="193606" y="199420"/>
                  </a:lnTo>
                  <a:lnTo>
                    <a:pt x="197097" y="195481"/>
                  </a:lnTo>
                  <a:lnTo>
                    <a:pt x="202652" y="187779"/>
                  </a:lnTo>
                  <a:lnTo>
                    <a:pt x="202350" y="183655"/>
                  </a:lnTo>
                  <a:lnTo>
                    <a:pt x="205347" y="179624"/>
                  </a:lnTo>
                  <a:lnTo>
                    <a:pt x="199944" y="175818"/>
                  </a:lnTo>
                  <a:lnTo>
                    <a:pt x="200042" y="175588"/>
                  </a:lnTo>
                  <a:lnTo>
                    <a:pt x="201440" y="172293"/>
                  </a:lnTo>
                  <a:lnTo>
                    <a:pt x="202806" y="166586"/>
                  </a:lnTo>
                  <a:lnTo>
                    <a:pt x="203202" y="162697"/>
                  </a:lnTo>
                  <a:lnTo>
                    <a:pt x="206354" y="156609"/>
                  </a:lnTo>
                  <a:lnTo>
                    <a:pt x="210021" y="150355"/>
                  </a:lnTo>
                  <a:lnTo>
                    <a:pt x="210962" y="148747"/>
                  </a:lnTo>
                  <a:lnTo>
                    <a:pt x="213653" y="141523"/>
                  </a:lnTo>
                  <a:lnTo>
                    <a:pt x="213879" y="139812"/>
                  </a:lnTo>
                  <a:lnTo>
                    <a:pt x="214440" y="135551"/>
                  </a:lnTo>
                  <a:lnTo>
                    <a:pt x="214521" y="129283"/>
                  </a:lnTo>
                  <a:lnTo>
                    <a:pt x="217751" y="124275"/>
                  </a:lnTo>
                  <a:lnTo>
                    <a:pt x="220468" y="120680"/>
                  </a:lnTo>
                  <a:lnTo>
                    <a:pt x="220950" y="120042"/>
                  </a:lnTo>
                  <a:lnTo>
                    <a:pt x="219148" y="117002"/>
                  </a:lnTo>
                  <a:lnTo>
                    <a:pt x="222706" y="112432"/>
                  </a:lnTo>
                  <a:lnTo>
                    <a:pt x="224114" y="105656"/>
                  </a:lnTo>
                  <a:lnTo>
                    <a:pt x="223414" y="103055"/>
                  </a:lnTo>
                  <a:lnTo>
                    <a:pt x="223897" y="98881"/>
                  </a:lnTo>
                  <a:lnTo>
                    <a:pt x="223623" y="92017"/>
                  </a:lnTo>
                  <a:lnTo>
                    <a:pt x="231011" y="93440"/>
                  </a:lnTo>
                  <a:lnTo>
                    <a:pt x="236969" y="100183"/>
                  </a:lnTo>
                  <a:lnTo>
                    <a:pt x="244201" y="100917"/>
                  </a:lnTo>
                  <a:lnTo>
                    <a:pt x="248064" y="100683"/>
                  </a:lnTo>
                  <a:lnTo>
                    <a:pt x="248950" y="100629"/>
                  </a:lnTo>
                  <a:lnTo>
                    <a:pt x="251977" y="94889"/>
                  </a:lnTo>
                  <a:lnTo>
                    <a:pt x="252066" y="94375"/>
                  </a:lnTo>
                  <a:lnTo>
                    <a:pt x="252821" y="90040"/>
                  </a:lnTo>
                  <a:lnTo>
                    <a:pt x="254233" y="82895"/>
                  </a:lnTo>
                  <a:lnTo>
                    <a:pt x="257030" y="77602"/>
                  </a:lnTo>
                  <a:lnTo>
                    <a:pt x="256737" y="75041"/>
                  </a:lnTo>
                  <a:lnTo>
                    <a:pt x="257261" y="68759"/>
                  </a:lnTo>
                  <a:lnTo>
                    <a:pt x="258659" y="65188"/>
                  </a:lnTo>
                  <a:lnTo>
                    <a:pt x="259338" y="61435"/>
                  </a:lnTo>
                  <a:lnTo>
                    <a:pt x="268922" y="65570"/>
                  </a:lnTo>
                  <a:lnTo>
                    <a:pt x="270566" y="59271"/>
                  </a:lnTo>
                  <a:lnTo>
                    <a:pt x="272322" y="53391"/>
                  </a:lnTo>
                  <a:lnTo>
                    <a:pt x="277336" y="49290"/>
                  </a:lnTo>
                  <a:lnTo>
                    <a:pt x="279988" y="43682"/>
                  </a:lnTo>
                  <a:lnTo>
                    <a:pt x="283094" y="40572"/>
                  </a:lnTo>
                  <a:lnTo>
                    <a:pt x="284034" y="36539"/>
                  </a:lnTo>
                  <a:lnTo>
                    <a:pt x="284802" y="33234"/>
                  </a:lnTo>
                  <a:lnTo>
                    <a:pt x="289204" y="26018"/>
                  </a:lnTo>
                  <a:lnTo>
                    <a:pt x="287710" y="23931"/>
                  </a:lnTo>
                  <a:lnTo>
                    <a:pt x="288140" y="19424"/>
                  </a:lnTo>
                  <a:lnTo>
                    <a:pt x="287548" y="16233"/>
                  </a:lnTo>
                  <a:lnTo>
                    <a:pt x="289758" y="8999"/>
                  </a:lnTo>
                  <a:lnTo>
                    <a:pt x="288826" y="4436"/>
                  </a:lnTo>
                  <a:lnTo>
                    <a:pt x="287053" y="0"/>
                  </a:lnTo>
                  <a:lnTo>
                    <a:pt x="295841" y="4130"/>
                  </a:lnTo>
                  <a:lnTo>
                    <a:pt x="298955" y="5589"/>
                  </a:lnTo>
                  <a:lnTo>
                    <a:pt x="310508" y="11045"/>
                  </a:lnTo>
                  <a:lnTo>
                    <a:pt x="325845" y="18248"/>
                  </a:lnTo>
                  <a:lnTo>
                    <a:pt x="326261" y="14992"/>
                  </a:lnTo>
                  <a:lnTo>
                    <a:pt x="326902" y="9549"/>
                  </a:lnTo>
                  <a:lnTo>
                    <a:pt x="328570" y="1107"/>
                  </a:lnTo>
                  <a:lnTo>
                    <a:pt x="331208" y="662"/>
                  </a:lnTo>
                  <a:lnTo>
                    <a:pt x="331937" y="538"/>
                  </a:lnTo>
                  <a:lnTo>
                    <a:pt x="337033" y="414"/>
                  </a:lnTo>
                  <a:lnTo>
                    <a:pt x="339667" y="1642"/>
                  </a:lnTo>
                  <a:lnTo>
                    <a:pt x="343732" y="2945"/>
                  </a:lnTo>
                  <a:lnTo>
                    <a:pt x="346672" y="4923"/>
                  </a:lnTo>
                  <a:lnTo>
                    <a:pt x="345770" y="8044"/>
                  </a:lnTo>
                  <a:lnTo>
                    <a:pt x="344124" y="10644"/>
                  </a:lnTo>
                  <a:lnTo>
                    <a:pt x="345051" y="13865"/>
                  </a:lnTo>
                  <a:lnTo>
                    <a:pt x="347751" y="14428"/>
                  </a:lnTo>
                  <a:lnTo>
                    <a:pt x="349521" y="16481"/>
                  </a:lnTo>
                  <a:lnTo>
                    <a:pt x="356154" y="15839"/>
                  </a:lnTo>
                  <a:lnTo>
                    <a:pt x="357255" y="15822"/>
                  </a:lnTo>
                  <a:lnTo>
                    <a:pt x="358108" y="15809"/>
                  </a:lnTo>
                  <a:lnTo>
                    <a:pt x="359381" y="15790"/>
                  </a:lnTo>
                  <a:lnTo>
                    <a:pt x="363748" y="16725"/>
                  </a:lnTo>
                  <a:lnTo>
                    <a:pt x="364537" y="20062"/>
                  </a:lnTo>
                  <a:lnTo>
                    <a:pt x="367833" y="20684"/>
                  </a:lnTo>
                  <a:lnTo>
                    <a:pt x="369248" y="20408"/>
                  </a:lnTo>
                  <a:lnTo>
                    <a:pt x="371353" y="19998"/>
                  </a:lnTo>
                  <a:lnTo>
                    <a:pt x="373645" y="21936"/>
                  </a:lnTo>
                  <a:lnTo>
                    <a:pt x="376112" y="23846"/>
                  </a:lnTo>
                  <a:lnTo>
                    <a:pt x="380034" y="25856"/>
                  </a:lnTo>
                  <a:lnTo>
                    <a:pt x="380613" y="28022"/>
                  </a:lnTo>
                  <a:lnTo>
                    <a:pt x="381682" y="32028"/>
                  </a:lnTo>
                  <a:lnTo>
                    <a:pt x="381803" y="32542"/>
                  </a:lnTo>
                  <a:lnTo>
                    <a:pt x="382544" y="35687"/>
                  </a:lnTo>
                  <a:lnTo>
                    <a:pt x="382712" y="36402"/>
                  </a:lnTo>
                  <a:lnTo>
                    <a:pt x="382559" y="38880"/>
                  </a:lnTo>
                  <a:lnTo>
                    <a:pt x="380943" y="39379"/>
                  </a:lnTo>
                  <a:lnTo>
                    <a:pt x="380646" y="39832"/>
                  </a:lnTo>
                  <a:lnTo>
                    <a:pt x="378431" y="43201"/>
                  </a:lnTo>
                  <a:lnTo>
                    <a:pt x="379401" y="46294"/>
                  </a:lnTo>
                  <a:lnTo>
                    <a:pt x="373586" y="47942"/>
                  </a:lnTo>
                  <a:lnTo>
                    <a:pt x="372189" y="48337"/>
                  </a:lnTo>
                  <a:lnTo>
                    <a:pt x="370731" y="55098"/>
                  </a:lnTo>
                  <a:lnTo>
                    <a:pt x="370929" y="60267"/>
                  </a:lnTo>
                  <a:lnTo>
                    <a:pt x="371042" y="63255"/>
                  </a:lnTo>
                  <a:lnTo>
                    <a:pt x="373136" y="69913"/>
                  </a:lnTo>
                  <a:lnTo>
                    <a:pt x="375856" y="71913"/>
                  </a:lnTo>
                  <a:lnTo>
                    <a:pt x="377430" y="73069"/>
                  </a:lnTo>
                  <a:lnTo>
                    <a:pt x="383535" y="70216"/>
                  </a:lnTo>
                  <a:lnTo>
                    <a:pt x="387675" y="68440"/>
                  </a:lnTo>
                  <a:lnTo>
                    <a:pt x="390348" y="67035"/>
                  </a:lnTo>
                  <a:lnTo>
                    <a:pt x="392695" y="69043"/>
                  </a:lnTo>
                  <a:lnTo>
                    <a:pt x="392929" y="71286"/>
                  </a:lnTo>
                  <a:lnTo>
                    <a:pt x="395265" y="72660"/>
                  </a:lnTo>
                  <a:lnTo>
                    <a:pt x="395783" y="72964"/>
                  </a:lnTo>
                  <a:lnTo>
                    <a:pt x="398457" y="74866"/>
                  </a:lnTo>
                  <a:lnTo>
                    <a:pt x="398798" y="77297"/>
                  </a:lnTo>
                  <a:lnTo>
                    <a:pt x="402363" y="77746"/>
                  </a:lnTo>
                  <a:lnTo>
                    <a:pt x="407564" y="79162"/>
                  </a:lnTo>
                  <a:lnTo>
                    <a:pt x="413135" y="77663"/>
                  </a:lnTo>
                  <a:lnTo>
                    <a:pt x="417285" y="76942"/>
                  </a:lnTo>
                  <a:lnTo>
                    <a:pt x="421866" y="76291"/>
                  </a:lnTo>
                  <a:lnTo>
                    <a:pt x="423509" y="79161"/>
                  </a:lnTo>
                  <a:lnTo>
                    <a:pt x="428432" y="81246"/>
                  </a:lnTo>
                  <a:lnTo>
                    <a:pt x="430653" y="83209"/>
                  </a:lnTo>
                  <a:lnTo>
                    <a:pt x="432301" y="84663"/>
                  </a:lnTo>
                  <a:lnTo>
                    <a:pt x="437191" y="86720"/>
                  </a:lnTo>
                  <a:lnTo>
                    <a:pt x="444992" y="88080"/>
                  </a:lnTo>
                  <a:lnTo>
                    <a:pt x="450990" y="90285"/>
                  </a:lnTo>
                  <a:lnTo>
                    <a:pt x="451307" y="95079"/>
                  </a:lnTo>
                  <a:lnTo>
                    <a:pt x="448466" y="99253"/>
                  </a:lnTo>
                  <a:lnTo>
                    <a:pt x="449931" y="105310"/>
                  </a:lnTo>
                  <a:lnTo>
                    <a:pt x="449976" y="108585"/>
                  </a:lnTo>
                  <a:lnTo>
                    <a:pt x="449990" y="109591"/>
                  </a:lnTo>
                  <a:lnTo>
                    <a:pt x="454245" y="112925"/>
                  </a:lnTo>
                  <a:lnTo>
                    <a:pt x="454327" y="115589"/>
                  </a:lnTo>
                  <a:lnTo>
                    <a:pt x="454406" y="118155"/>
                  </a:lnTo>
                  <a:lnTo>
                    <a:pt x="455405" y="119737"/>
                  </a:lnTo>
                  <a:lnTo>
                    <a:pt x="457294" y="122726"/>
                  </a:lnTo>
                  <a:lnTo>
                    <a:pt x="460336" y="128220"/>
                  </a:lnTo>
                  <a:lnTo>
                    <a:pt x="461478" y="131953"/>
                  </a:lnTo>
                  <a:lnTo>
                    <a:pt x="461192" y="137713"/>
                  </a:lnTo>
                  <a:lnTo>
                    <a:pt x="454065" y="134202"/>
                  </a:lnTo>
                  <a:lnTo>
                    <a:pt x="451893" y="132976"/>
                  </a:lnTo>
                  <a:lnTo>
                    <a:pt x="451401" y="133412"/>
                  </a:lnTo>
                  <a:lnTo>
                    <a:pt x="449507" y="135088"/>
                  </a:lnTo>
                  <a:lnTo>
                    <a:pt x="454189" y="139982"/>
                  </a:lnTo>
                  <a:lnTo>
                    <a:pt x="456600" y="142530"/>
                  </a:lnTo>
                  <a:lnTo>
                    <a:pt x="456127" y="144475"/>
                  </a:lnTo>
                  <a:lnTo>
                    <a:pt x="455570" y="146757"/>
                  </a:lnTo>
                  <a:lnTo>
                    <a:pt x="459291" y="148750"/>
                  </a:lnTo>
                  <a:lnTo>
                    <a:pt x="459615" y="148924"/>
                  </a:lnTo>
                  <a:lnTo>
                    <a:pt x="462669" y="152205"/>
                  </a:lnTo>
                  <a:lnTo>
                    <a:pt x="464327" y="153833"/>
                  </a:lnTo>
                  <a:lnTo>
                    <a:pt x="466345" y="155814"/>
                  </a:lnTo>
                  <a:lnTo>
                    <a:pt x="466059" y="163138"/>
                  </a:lnTo>
                  <a:lnTo>
                    <a:pt x="468040" y="164610"/>
                  </a:lnTo>
                  <a:lnTo>
                    <a:pt x="469146" y="165431"/>
                  </a:lnTo>
                  <a:lnTo>
                    <a:pt x="474787" y="166641"/>
                  </a:lnTo>
                  <a:lnTo>
                    <a:pt x="475672" y="166631"/>
                  </a:lnTo>
                  <a:lnTo>
                    <a:pt x="481723" y="166563"/>
                  </a:lnTo>
                  <a:lnTo>
                    <a:pt x="484146" y="164192"/>
                  </a:lnTo>
                  <a:lnTo>
                    <a:pt x="487220" y="163752"/>
                  </a:lnTo>
                  <a:lnTo>
                    <a:pt x="492072" y="172935"/>
                  </a:lnTo>
                  <a:lnTo>
                    <a:pt x="496946" y="180880"/>
                  </a:lnTo>
                  <a:lnTo>
                    <a:pt x="500234" y="185235"/>
                  </a:lnTo>
                  <a:lnTo>
                    <a:pt x="503494" y="191227"/>
                  </a:lnTo>
                  <a:lnTo>
                    <a:pt x="493369" y="194279"/>
                  </a:lnTo>
                  <a:lnTo>
                    <a:pt x="487303" y="196086"/>
                  </a:lnTo>
                  <a:lnTo>
                    <a:pt x="475178" y="199675"/>
                  </a:lnTo>
                  <a:lnTo>
                    <a:pt x="463850" y="202984"/>
                  </a:lnTo>
                  <a:lnTo>
                    <a:pt x="460640" y="203917"/>
                  </a:lnTo>
                  <a:lnTo>
                    <a:pt x="448144" y="207526"/>
                  </a:lnTo>
                  <a:lnTo>
                    <a:pt x="436851" y="211204"/>
                  </a:lnTo>
                  <a:lnTo>
                    <a:pt x="427018" y="214004"/>
                  </a:lnTo>
                  <a:lnTo>
                    <a:pt x="421108" y="215678"/>
                  </a:lnTo>
                  <a:lnTo>
                    <a:pt x="419459" y="216144"/>
                  </a:lnTo>
                  <a:lnTo>
                    <a:pt x="412525" y="218110"/>
                  </a:lnTo>
                  <a:lnTo>
                    <a:pt x="383750" y="226164"/>
                  </a:lnTo>
                  <a:lnTo>
                    <a:pt x="382639" y="226476"/>
                  </a:lnTo>
                  <a:lnTo>
                    <a:pt x="374168" y="228850"/>
                  </a:lnTo>
                  <a:lnTo>
                    <a:pt x="364813" y="231454"/>
                  </a:lnTo>
                  <a:lnTo>
                    <a:pt x="359271" y="232987"/>
                  </a:lnTo>
                  <a:lnTo>
                    <a:pt x="347078" y="236386"/>
                  </a:lnTo>
                  <a:lnTo>
                    <a:pt x="338538" y="238748"/>
                  </a:lnTo>
                  <a:lnTo>
                    <a:pt x="335168" y="239675"/>
                  </a:lnTo>
                  <a:lnTo>
                    <a:pt x="320779" y="243422"/>
                  </a:lnTo>
                  <a:lnTo>
                    <a:pt x="316787" y="244454"/>
                  </a:lnTo>
                  <a:lnTo>
                    <a:pt x="307423" y="246862"/>
                  </a:lnTo>
                  <a:lnTo>
                    <a:pt x="294818" y="250156"/>
                  </a:lnTo>
                  <a:lnTo>
                    <a:pt x="289672" y="251492"/>
                  </a:lnTo>
                  <a:lnTo>
                    <a:pt x="281661" y="253560"/>
                  </a:lnTo>
                  <a:lnTo>
                    <a:pt x="273499" y="255654"/>
                  </a:lnTo>
                  <a:lnTo>
                    <a:pt x="270889" y="256320"/>
                  </a:lnTo>
                  <a:lnTo>
                    <a:pt x="270696" y="256368"/>
                  </a:lnTo>
                  <a:lnTo>
                    <a:pt x="257728" y="259559"/>
                  </a:lnTo>
                  <a:lnTo>
                    <a:pt x="237569" y="264450"/>
                  </a:lnTo>
                  <a:lnTo>
                    <a:pt x="235882" y="264851"/>
                  </a:lnTo>
                  <a:lnTo>
                    <a:pt x="220259" y="268537"/>
                  </a:lnTo>
                  <a:lnTo>
                    <a:pt x="211344" y="270149"/>
                  </a:lnTo>
                  <a:lnTo>
                    <a:pt x="210773" y="270252"/>
                  </a:lnTo>
                  <a:lnTo>
                    <a:pt x="199540" y="272282"/>
                  </a:lnTo>
                  <a:lnTo>
                    <a:pt x="193482" y="273367"/>
                  </a:lnTo>
                  <a:lnTo>
                    <a:pt x="184738" y="275459"/>
                  </a:lnTo>
                  <a:lnTo>
                    <a:pt x="180764" y="276405"/>
                  </a:lnTo>
                  <a:lnTo>
                    <a:pt x="170314" y="278386"/>
                  </a:lnTo>
                  <a:lnTo>
                    <a:pt x="162799" y="279703"/>
                  </a:lnTo>
                  <a:lnTo>
                    <a:pt x="151299" y="281970"/>
                  </a:lnTo>
                  <a:lnTo>
                    <a:pt x="141743" y="283833"/>
                  </a:lnTo>
                  <a:lnTo>
                    <a:pt x="130090" y="285747"/>
                  </a:lnTo>
                  <a:lnTo>
                    <a:pt x="131679" y="283363"/>
                  </a:lnTo>
                  <a:lnTo>
                    <a:pt x="119979" y="285734"/>
                  </a:lnTo>
                  <a:lnTo>
                    <a:pt x="113737" y="286988"/>
                  </a:lnTo>
                  <a:lnTo>
                    <a:pt x="113351" y="288946"/>
                  </a:lnTo>
                  <a:lnTo>
                    <a:pt x="99627" y="291924"/>
                  </a:lnTo>
                  <a:lnTo>
                    <a:pt x="97782" y="292321"/>
                  </a:lnTo>
                  <a:lnTo>
                    <a:pt x="93272" y="293276"/>
                  </a:lnTo>
                  <a:lnTo>
                    <a:pt x="89974" y="293973"/>
                  </a:lnTo>
                  <a:lnTo>
                    <a:pt x="77418" y="296604"/>
                  </a:lnTo>
                  <a:lnTo>
                    <a:pt x="69505" y="298348"/>
                  </a:lnTo>
                  <a:lnTo>
                    <a:pt x="55139" y="301484"/>
                  </a:lnTo>
                  <a:lnTo>
                    <a:pt x="45094" y="303444"/>
                  </a:lnTo>
                  <a:lnTo>
                    <a:pt x="26049" y="307105"/>
                  </a:lnTo>
                  <a:lnTo>
                    <a:pt x="13274" y="309578"/>
                  </a:lnTo>
                  <a:lnTo>
                    <a:pt x="0" y="312113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6328558" y="2559446"/>
              <a:ext cx="102431" cy="198699"/>
            </a:xfrm>
            <a:custGeom>
              <a:avLst/>
              <a:pathLst>
                <a:path w="102431" h="198699">
                  <a:moveTo>
                    <a:pt x="18847" y="101956"/>
                  </a:moveTo>
                  <a:lnTo>
                    <a:pt x="18258" y="96628"/>
                  </a:lnTo>
                  <a:lnTo>
                    <a:pt x="19021" y="91158"/>
                  </a:lnTo>
                  <a:lnTo>
                    <a:pt x="20044" y="88552"/>
                  </a:lnTo>
                  <a:lnTo>
                    <a:pt x="19859" y="88145"/>
                  </a:lnTo>
                  <a:lnTo>
                    <a:pt x="18364" y="84851"/>
                  </a:lnTo>
                  <a:lnTo>
                    <a:pt x="16673" y="81597"/>
                  </a:lnTo>
                  <a:lnTo>
                    <a:pt x="16733" y="79460"/>
                  </a:lnTo>
                  <a:lnTo>
                    <a:pt x="16691" y="74724"/>
                  </a:lnTo>
                  <a:lnTo>
                    <a:pt x="14057" y="70172"/>
                  </a:lnTo>
                  <a:lnTo>
                    <a:pt x="11306" y="67939"/>
                  </a:lnTo>
                  <a:lnTo>
                    <a:pt x="10079" y="66941"/>
                  </a:lnTo>
                  <a:lnTo>
                    <a:pt x="9796" y="66711"/>
                  </a:lnTo>
                  <a:lnTo>
                    <a:pt x="7353" y="63290"/>
                  </a:lnTo>
                  <a:lnTo>
                    <a:pt x="6591" y="56937"/>
                  </a:lnTo>
                  <a:lnTo>
                    <a:pt x="5731" y="53075"/>
                  </a:lnTo>
                  <a:lnTo>
                    <a:pt x="5636" y="48909"/>
                  </a:lnTo>
                  <a:lnTo>
                    <a:pt x="3452" y="47681"/>
                  </a:lnTo>
                  <a:lnTo>
                    <a:pt x="1976" y="45686"/>
                  </a:lnTo>
                  <a:lnTo>
                    <a:pt x="2531" y="40515"/>
                  </a:lnTo>
                  <a:lnTo>
                    <a:pt x="925" y="36744"/>
                  </a:lnTo>
                  <a:lnTo>
                    <a:pt x="0" y="33754"/>
                  </a:lnTo>
                  <a:lnTo>
                    <a:pt x="7534" y="30945"/>
                  </a:lnTo>
                  <a:lnTo>
                    <a:pt x="14744" y="28241"/>
                  </a:lnTo>
                  <a:lnTo>
                    <a:pt x="20389" y="26281"/>
                  </a:lnTo>
                  <a:lnTo>
                    <a:pt x="38247" y="20105"/>
                  </a:lnTo>
                  <a:lnTo>
                    <a:pt x="39736" y="19741"/>
                  </a:lnTo>
                  <a:lnTo>
                    <a:pt x="40844" y="19470"/>
                  </a:lnTo>
                  <a:lnTo>
                    <a:pt x="50126" y="16283"/>
                  </a:lnTo>
                  <a:lnTo>
                    <a:pt x="66386" y="10220"/>
                  </a:lnTo>
                  <a:lnTo>
                    <a:pt x="71776" y="8142"/>
                  </a:lnTo>
                  <a:lnTo>
                    <a:pt x="72554" y="7832"/>
                  </a:lnTo>
                  <a:lnTo>
                    <a:pt x="82829" y="3721"/>
                  </a:lnTo>
                  <a:lnTo>
                    <a:pt x="86891" y="2091"/>
                  </a:lnTo>
                  <a:lnTo>
                    <a:pt x="92299" y="0"/>
                  </a:lnTo>
                  <a:lnTo>
                    <a:pt x="91770" y="3297"/>
                  </a:lnTo>
                  <a:lnTo>
                    <a:pt x="95335" y="7277"/>
                  </a:lnTo>
                  <a:lnTo>
                    <a:pt x="94760" y="10067"/>
                  </a:lnTo>
                  <a:lnTo>
                    <a:pt x="94362" y="16480"/>
                  </a:lnTo>
                  <a:lnTo>
                    <a:pt x="93065" y="21778"/>
                  </a:lnTo>
                  <a:lnTo>
                    <a:pt x="97354" y="26955"/>
                  </a:lnTo>
                  <a:lnTo>
                    <a:pt x="100002" y="29089"/>
                  </a:lnTo>
                  <a:lnTo>
                    <a:pt x="101622" y="32486"/>
                  </a:lnTo>
                  <a:lnTo>
                    <a:pt x="100281" y="35595"/>
                  </a:lnTo>
                  <a:lnTo>
                    <a:pt x="101905" y="38804"/>
                  </a:lnTo>
                  <a:lnTo>
                    <a:pt x="99417" y="42463"/>
                  </a:lnTo>
                  <a:lnTo>
                    <a:pt x="98431" y="46777"/>
                  </a:lnTo>
                  <a:lnTo>
                    <a:pt x="95245" y="49427"/>
                  </a:lnTo>
                  <a:lnTo>
                    <a:pt x="94565" y="49992"/>
                  </a:lnTo>
                  <a:lnTo>
                    <a:pt x="93757" y="54171"/>
                  </a:lnTo>
                  <a:lnTo>
                    <a:pt x="92931" y="54906"/>
                  </a:lnTo>
                  <a:lnTo>
                    <a:pt x="91278" y="56378"/>
                  </a:lnTo>
                  <a:lnTo>
                    <a:pt x="87761" y="57648"/>
                  </a:lnTo>
                  <a:lnTo>
                    <a:pt x="85202" y="59657"/>
                  </a:lnTo>
                  <a:lnTo>
                    <a:pt x="83825" y="62882"/>
                  </a:lnTo>
                  <a:lnTo>
                    <a:pt x="84601" y="66320"/>
                  </a:lnTo>
                  <a:lnTo>
                    <a:pt x="85831" y="70988"/>
                  </a:lnTo>
                  <a:lnTo>
                    <a:pt x="86857" y="72679"/>
                  </a:lnTo>
                  <a:lnTo>
                    <a:pt x="89188" y="76516"/>
                  </a:lnTo>
                  <a:lnTo>
                    <a:pt x="88991" y="82248"/>
                  </a:lnTo>
                  <a:lnTo>
                    <a:pt x="87989" y="86138"/>
                  </a:lnTo>
                  <a:lnTo>
                    <a:pt x="89637" y="89051"/>
                  </a:lnTo>
                  <a:lnTo>
                    <a:pt x="88325" y="95802"/>
                  </a:lnTo>
                  <a:lnTo>
                    <a:pt x="89304" y="100830"/>
                  </a:lnTo>
                  <a:lnTo>
                    <a:pt x="88762" y="103927"/>
                  </a:lnTo>
                  <a:lnTo>
                    <a:pt x="88557" y="105092"/>
                  </a:lnTo>
                  <a:lnTo>
                    <a:pt x="86349" y="109151"/>
                  </a:lnTo>
                  <a:lnTo>
                    <a:pt x="86903" y="118184"/>
                  </a:lnTo>
                  <a:lnTo>
                    <a:pt x="86765" y="118465"/>
                  </a:lnTo>
                  <a:lnTo>
                    <a:pt x="85208" y="121627"/>
                  </a:lnTo>
                  <a:lnTo>
                    <a:pt x="87177" y="127565"/>
                  </a:lnTo>
                  <a:lnTo>
                    <a:pt x="88795" y="137738"/>
                  </a:lnTo>
                  <a:lnTo>
                    <a:pt x="90425" y="140640"/>
                  </a:lnTo>
                  <a:lnTo>
                    <a:pt x="90876" y="145168"/>
                  </a:lnTo>
                  <a:lnTo>
                    <a:pt x="91024" y="147634"/>
                  </a:lnTo>
                  <a:lnTo>
                    <a:pt x="91108" y="149054"/>
                  </a:lnTo>
                  <a:lnTo>
                    <a:pt x="91959" y="153199"/>
                  </a:lnTo>
                  <a:lnTo>
                    <a:pt x="92081" y="153792"/>
                  </a:lnTo>
                  <a:lnTo>
                    <a:pt x="94624" y="158384"/>
                  </a:lnTo>
                  <a:lnTo>
                    <a:pt x="94285" y="161998"/>
                  </a:lnTo>
                  <a:lnTo>
                    <a:pt x="96181" y="164594"/>
                  </a:lnTo>
                  <a:lnTo>
                    <a:pt x="94627" y="168179"/>
                  </a:lnTo>
                  <a:lnTo>
                    <a:pt x="92886" y="169850"/>
                  </a:lnTo>
                  <a:lnTo>
                    <a:pt x="94348" y="174017"/>
                  </a:lnTo>
                  <a:lnTo>
                    <a:pt x="93856" y="176802"/>
                  </a:lnTo>
                  <a:lnTo>
                    <a:pt x="96250" y="180999"/>
                  </a:lnTo>
                  <a:lnTo>
                    <a:pt x="100574" y="183037"/>
                  </a:lnTo>
                  <a:lnTo>
                    <a:pt x="102431" y="185202"/>
                  </a:lnTo>
                  <a:lnTo>
                    <a:pt x="83865" y="191019"/>
                  </a:lnTo>
                  <a:lnTo>
                    <a:pt x="80950" y="191956"/>
                  </a:lnTo>
                  <a:lnTo>
                    <a:pt x="77472" y="193071"/>
                  </a:lnTo>
                  <a:lnTo>
                    <a:pt x="72561" y="194640"/>
                  </a:lnTo>
                  <a:lnTo>
                    <a:pt x="59761" y="198699"/>
                  </a:lnTo>
                  <a:lnTo>
                    <a:pt x="57040" y="195055"/>
                  </a:lnTo>
                  <a:lnTo>
                    <a:pt x="56917" y="192517"/>
                  </a:lnTo>
                  <a:lnTo>
                    <a:pt x="56826" y="192210"/>
                  </a:lnTo>
                  <a:lnTo>
                    <a:pt x="54489" y="184325"/>
                  </a:lnTo>
                  <a:lnTo>
                    <a:pt x="52452" y="177467"/>
                  </a:lnTo>
                  <a:lnTo>
                    <a:pt x="46395" y="156729"/>
                  </a:lnTo>
                  <a:lnTo>
                    <a:pt x="45328" y="153086"/>
                  </a:lnTo>
                  <a:lnTo>
                    <a:pt x="41692" y="140302"/>
                  </a:lnTo>
                  <a:lnTo>
                    <a:pt x="37886" y="137561"/>
                  </a:lnTo>
                  <a:lnTo>
                    <a:pt x="35032" y="135159"/>
                  </a:lnTo>
                  <a:lnTo>
                    <a:pt x="32928" y="140630"/>
                  </a:lnTo>
                  <a:lnTo>
                    <a:pt x="30668" y="138897"/>
                  </a:lnTo>
                  <a:lnTo>
                    <a:pt x="29755" y="134343"/>
                  </a:lnTo>
                  <a:lnTo>
                    <a:pt x="29827" y="130958"/>
                  </a:lnTo>
                  <a:lnTo>
                    <a:pt x="30186" y="126403"/>
                  </a:lnTo>
                  <a:lnTo>
                    <a:pt x="30299" y="124951"/>
                  </a:lnTo>
                  <a:lnTo>
                    <a:pt x="27735" y="122751"/>
                  </a:lnTo>
                  <a:lnTo>
                    <a:pt x="27108" y="122213"/>
                  </a:lnTo>
                  <a:lnTo>
                    <a:pt x="26517" y="117647"/>
                  </a:lnTo>
                  <a:lnTo>
                    <a:pt x="23451" y="114258"/>
                  </a:lnTo>
                  <a:lnTo>
                    <a:pt x="22149" y="110962"/>
                  </a:lnTo>
                  <a:lnTo>
                    <a:pt x="21538" y="108232"/>
                  </a:lnTo>
                  <a:lnTo>
                    <a:pt x="19189" y="106498"/>
                  </a:lnTo>
                  <a:close/>
                </a:path>
              </a:pathLst>
            </a:cu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061755" y="2282557"/>
              <a:ext cx="23651" cy="28661"/>
            </a:xfrm>
            <a:custGeom>
              <a:avLst/>
              <a:pathLst>
                <a:path w="23651" h="28661">
                  <a:moveTo>
                    <a:pt x="472" y="3553"/>
                  </a:moveTo>
                  <a:lnTo>
                    <a:pt x="8822" y="4760"/>
                  </a:lnTo>
                  <a:lnTo>
                    <a:pt x="11732" y="3918"/>
                  </a:lnTo>
                  <a:lnTo>
                    <a:pt x="15016" y="37"/>
                  </a:lnTo>
                  <a:lnTo>
                    <a:pt x="17198" y="0"/>
                  </a:lnTo>
                  <a:lnTo>
                    <a:pt x="21887" y="5092"/>
                  </a:lnTo>
                  <a:lnTo>
                    <a:pt x="23651" y="12281"/>
                  </a:lnTo>
                  <a:lnTo>
                    <a:pt x="19687" y="15716"/>
                  </a:lnTo>
                  <a:lnTo>
                    <a:pt x="20078" y="19240"/>
                  </a:lnTo>
                  <a:lnTo>
                    <a:pt x="18504" y="23083"/>
                  </a:lnTo>
                  <a:lnTo>
                    <a:pt x="16080" y="24376"/>
                  </a:lnTo>
                  <a:lnTo>
                    <a:pt x="15542" y="28661"/>
                  </a:lnTo>
                  <a:lnTo>
                    <a:pt x="11905" y="28423"/>
                  </a:lnTo>
                  <a:lnTo>
                    <a:pt x="9799" y="26035"/>
                  </a:lnTo>
                  <a:lnTo>
                    <a:pt x="4902" y="22942"/>
                  </a:lnTo>
                  <a:lnTo>
                    <a:pt x="1008" y="18107"/>
                  </a:lnTo>
                  <a:lnTo>
                    <a:pt x="0" y="1094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1965759" y="2269463"/>
              <a:ext cx="402608" cy="298545"/>
            </a:xfrm>
            <a:custGeom>
              <a:avLst/>
              <a:pathLst>
                <a:path w="402608" h="298545">
                  <a:moveTo>
                    <a:pt x="18344" y="16084"/>
                  </a:moveTo>
                  <a:lnTo>
                    <a:pt x="21924" y="16870"/>
                  </a:lnTo>
                  <a:lnTo>
                    <a:pt x="26146" y="21259"/>
                  </a:lnTo>
                  <a:lnTo>
                    <a:pt x="32421" y="28883"/>
                  </a:lnTo>
                  <a:lnTo>
                    <a:pt x="38182" y="32347"/>
                  </a:lnTo>
                  <a:lnTo>
                    <a:pt x="44215" y="38154"/>
                  </a:lnTo>
                  <a:lnTo>
                    <a:pt x="45751" y="41815"/>
                  </a:lnTo>
                  <a:lnTo>
                    <a:pt x="53568" y="45667"/>
                  </a:lnTo>
                  <a:lnTo>
                    <a:pt x="60911" y="47787"/>
                  </a:lnTo>
                  <a:lnTo>
                    <a:pt x="63623" y="48639"/>
                  </a:lnTo>
                  <a:lnTo>
                    <a:pt x="69215" y="51289"/>
                  </a:lnTo>
                  <a:lnTo>
                    <a:pt x="73865" y="54917"/>
                  </a:lnTo>
                  <a:lnTo>
                    <a:pt x="79783" y="57583"/>
                  </a:lnTo>
                  <a:lnTo>
                    <a:pt x="83533" y="58364"/>
                  </a:lnTo>
                  <a:lnTo>
                    <a:pt x="89400" y="55486"/>
                  </a:lnTo>
                  <a:lnTo>
                    <a:pt x="91951" y="60736"/>
                  </a:lnTo>
                  <a:lnTo>
                    <a:pt x="94285" y="63857"/>
                  </a:lnTo>
                  <a:lnTo>
                    <a:pt x="97276" y="64108"/>
                  </a:lnTo>
                  <a:lnTo>
                    <a:pt x="99244" y="63792"/>
                  </a:lnTo>
                  <a:lnTo>
                    <a:pt x="103548" y="63096"/>
                  </a:lnTo>
                  <a:lnTo>
                    <a:pt x="107267" y="63494"/>
                  </a:lnTo>
                  <a:lnTo>
                    <a:pt x="109383" y="67357"/>
                  </a:lnTo>
                  <a:lnTo>
                    <a:pt x="107296" y="73746"/>
                  </a:lnTo>
                  <a:lnTo>
                    <a:pt x="106370" y="76946"/>
                  </a:lnTo>
                  <a:lnTo>
                    <a:pt x="107668" y="81519"/>
                  </a:lnTo>
                  <a:lnTo>
                    <a:pt x="108539" y="81611"/>
                  </a:lnTo>
                  <a:lnTo>
                    <a:pt x="109432" y="81706"/>
                  </a:lnTo>
                  <a:lnTo>
                    <a:pt x="112092" y="80408"/>
                  </a:lnTo>
                  <a:lnTo>
                    <a:pt x="113758" y="79594"/>
                  </a:lnTo>
                  <a:lnTo>
                    <a:pt x="114588" y="77489"/>
                  </a:lnTo>
                  <a:lnTo>
                    <a:pt x="112216" y="74004"/>
                  </a:lnTo>
                  <a:lnTo>
                    <a:pt x="114409" y="68240"/>
                  </a:lnTo>
                  <a:lnTo>
                    <a:pt x="113879" y="63842"/>
                  </a:lnTo>
                  <a:lnTo>
                    <a:pt x="110754" y="60475"/>
                  </a:lnTo>
                  <a:lnTo>
                    <a:pt x="110242" y="54965"/>
                  </a:lnTo>
                  <a:lnTo>
                    <a:pt x="113666" y="51534"/>
                  </a:lnTo>
                  <a:lnTo>
                    <a:pt x="117756" y="44919"/>
                  </a:lnTo>
                  <a:lnTo>
                    <a:pt x="117924" y="44647"/>
                  </a:lnTo>
                  <a:lnTo>
                    <a:pt x="118118" y="39839"/>
                  </a:lnTo>
                  <a:lnTo>
                    <a:pt x="121169" y="36451"/>
                  </a:lnTo>
                  <a:lnTo>
                    <a:pt x="122831" y="32257"/>
                  </a:lnTo>
                  <a:lnTo>
                    <a:pt x="122716" y="27634"/>
                  </a:lnTo>
                  <a:lnTo>
                    <a:pt x="122567" y="21390"/>
                  </a:lnTo>
                  <a:lnTo>
                    <a:pt x="123588" y="16298"/>
                  </a:lnTo>
                  <a:lnTo>
                    <a:pt x="124084" y="12505"/>
                  </a:lnTo>
                  <a:lnTo>
                    <a:pt x="122154" y="8298"/>
                  </a:lnTo>
                  <a:lnTo>
                    <a:pt x="122143" y="3600"/>
                  </a:lnTo>
                  <a:lnTo>
                    <a:pt x="126543" y="0"/>
                  </a:lnTo>
                  <a:lnTo>
                    <a:pt x="150720" y="7127"/>
                  </a:lnTo>
                  <a:lnTo>
                    <a:pt x="158005" y="9272"/>
                  </a:lnTo>
                  <a:lnTo>
                    <a:pt x="174500" y="14387"/>
                  </a:lnTo>
                  <a:lnTo>
                    <a:pt x="191588" y="19010"/>
                  </a:lnTo>
                  <a:lnTo>
                    <a:pt x="204536" y="22479"/>
                  </a:lnTo>
                  <a:lnTo>
                    <a:pt x="217710" y="26152"/>
                  </a:lnTo>
                  <a:lnTo>
                    <a:pt x="224186" y="27938"/>
                  </a:lnTo>
                  <a:lnTo>
                    <a:pt x="240572" y="32281"/>
                  </a:lnTo>
                  <a:lnTo>
                    <a:pt x="258615" y="37122"/>
                  </a:lnTo>
                  <a:lnTo>
                    <a:pt x="284868" y="43780"/>
                  </a:lnTo>
                  <a:lnTo>
                    <a:pt x="300614" y="47719"/>
                  </a:lnTo>
                  <a:lnTo>
                    <a:pt x="314922" y="51233"/>
                  </a:lnTo>
                  <a:lnTo>
                    <a:pt x="345930" y="58651"/>
                  </a:lnTo>
                  <a:lnTo>
                    <a:pt x="355420" y="60867"/>
                  </a:lnTo>
                  <a:lnTo>
                    <a:pt x="374624" y="65246"/>
                  </a:lnTo>
                  <a:lnTo>
                    <a:pt x="383249" y="67237"/>
                  </a:lnTo>
                  <a:lnTo>
                    <a:pt x="391119" y="69034"/>
                  </a:lnTo>
                  <a:lnTo>
                    <a:pt x="402608" y="71621"/>
                  </a:lnTo>
                  <a:lnTo>
                    <a:pt x="400014" y="83060"/>
                  </a:lnTo>
                  <a:lnTo>
                    <a:pt x="396793" y="97293"/>
                  </a:lnTo>
                  <a:lnTo>
                    <a:pt x="392792" y="114853"/>
                  </a:lnTo>
                  <a:lnTo>
                    <a:pt x="387532" y="137149"/>
                  </a:lnTo>
                  <a:lnTo>
                    <a:pt x="386203" y="143112"/>
                  </a:lnTo>
                  <a:lnTo>
                    <a:pt x="385067" y="148218"/>
                  </a:lnTo>
                  <a:lnTo>
                    <a:pt x="381028" y="166400"/>
                  </a:lnTo>
                  <a:lnTo>
                    <a:pt x="374973" y="194149"/>
                  </a:lnTo>
                  <a:lnTo>
                    <a:pt x="373228" y="202173"/>
                  </a:lnTo>
                  <a:lnTo>
                    <a:pt x="371522" y="210030"/>
                  </a:lnTo>
                  <a:lnTo>
                    <a:pt x="371070" y="212094"/>
                  </a:lnTo>
                  <a:lnTo>
                    <a:pt x="361467" y="256099"/>
                  </a:lnTo>
                  <a:lnTo>
                    <a:pt x="360325" y="261355"/>
                  </a:lnTo>
                  <a:lnTo>
                    <a:pt x="359739" y="264823"/>
                  </a:lnTo>
                  <a:lnTo>
                    <a:pt x="359533" y="266045"/>
                  </a:lnTo>
                  <a:lnTo>
                    <a:pt x="357218" y="269981"/>
                  </a:lnTo>
                  <a:lnTo>
                    <a:pt x="359758" y="274503"/>
                  </a:lnTo>
                  <a:lnTo>
                    <a:pt x="360638" y="278618"/>
                  </a:lnTo>
                  <a:lnTo>
                    <a:pt x="359842" y="282663"/>
                  </a:lnTo>
                  <a:lnTo>
                    <a:pt x="361386" y="285259"/>
                  </a:lnTo>
                  <a:lnTo>
                    <a:pt x="360332" y="287272"/>
                  </a:lnTo>
                  <a:lnTo>
                    <a:pt x="357004" y="291082"/>
                  </a:lnTo>
                  <a:lnTo>
                    <a:pt x="358646" y="293317"/>
                  </a:lnTo>
                  <a:lnTo>
                    <a:pt x="358965" y="298545"/>
                  </a:lnTo>
                  <a:lnTo>
                    <a:pt x="336364" y="293551"/>
                  </a:lnTo>
                  <a:lnTo>
                    <a:pt x="329883" y="292020"/>
                  </a:lnTo>
                  <a:lnTo>
                    <a:pt x="323535" y="290509"/>
                  </a:lnTo>
                  <a:lnTo>
                    <a:pt x="317656" y="289101"/>
                  </a:lnTo>
                  <a:lnTo>
                    <a:pt x="304278" y="286037"/>
                  </a:lnTo>
                  <a:lnTo>
                    <a:pt x="303284" y="285807"/>
                  </a:lnTo>
                  <a:lnTo>
                    <a:pt x="284214" y="281353"/>
                  </a:lnTo>
                  <a:lnTo>
                    <a:pt x="268286" y="277564"/>
                  </a:lnTo>
                  <a:lnTo>
                    <a:pt x="252388" y="273830"/>
                  </a:lnTo>
                  <a:lnTo>
                    <a:pt x="247833" y="275994"/>
                  </a:lnTo>
                  <a:lnTo>
                    <a:pt x="244048" y="277105"/>
                  </a:lnTo>
                  <a:lnTo>
                    <a:pt x="237453" y="274927"/>
                  </a:lnTo>
                  <a:lnTo>
                    <a:pt x="231615" y="274939"/>
                  </a:lnTo>
                  <a:lnTo>
                    <a:pt x="227986" y="274704"/>
                  </a:lnTo>
                  <a:lnTo>
                    <a:pt x="225002" y="274509"/>
                  </a:lnTo>
                  <a:lnTo>
                    <a:pt x="221064" y="272004"/>
                  </a:lnTo>
                  <a:lnTo>
                    <a:pt x="219470" y="272072"/>
                  </a:lnTo>
                  <a:lnTo>
                    <a:pt x="214745" y="275867"/>
                  </a:lnTo>
                  <a:lnTo>
                    <a:pt x="207761" y="274844"/>
                  </a:lnTo>
                  <a:lnTo>
                    <a:pt x="204227" y="274686"/>
                  </a:lnTo>
                  <a:lnTo>
                    <a:pt x="198962" y="274445"/>
                  </a:lnTo>
                  <a:lnTo>
                    <a:pt x="196991" y="274949"/>
                  </a:lnTo>
                  <a:lnTo>
                    <a:pt x="192864" y="276001"/>
                  </a:lnTo>
                  <a:lnTo>
                    <a:pt x="188984" y="275957"/>
                  </a:lnTo>
                  <a:lnTo>
                    <a:pt x="184522" y="278561"/>
                  </a:lnTo>
                  <a:lnTo>
                    <a:pt x="180768" y="277961"/>
                  </a:lnTo>
                  <a:lnTo>
                    <a:pt x="174097" y="277974"/>
                  </a:lnTo>
                  <a:lnTo>
                    <a:pt x="169772" y="276787"/>
                  </a:lnTo>
                  <a:lnTo>
                    <a:pt x="168887" y="276543"/>
                  </a:lnTo>
                  <a:lnTo>
                    <a:pt x="165421" y="271922"/>
                  </a:lnTo>
                  <a:lnTo>
                    <a:pt x="163165" y="271381"/>
                  </a:lnTo>
                  <a:lnTo>
                    <a:pt x="162077" y="271864"/>
                  </a:lnTo>
                  <a:lnTo>
                    <a:pt x="159792" y="272879"/>
                  </a:lnTo>
                  <a:lnTo>
                    <a:pt x="150403" y="273911"/>
                  </a:lnTo>
                  <a:lnTo>
                    <a:pt x="147793" y="275495"/>
                  </a:lnTo>
                  <a:lnTo>
                    <a:pt x="146954" y="274860"/>
                  </a:lnTo>
                  <a:lnTo>
                    <a:pt x="145581" y="273822"/>
                  </a:lnTo>
                  <a:lnTo>
                    <a:pt x="138194" y="272510"/>
                  </a:lnTo>
                  <a:lnTo>
                    <a:pt x="135650" y="274364"/>
                  </a:lnTo>
                  <a:lnTo>
                    <a:pt x="132300" y="274223"/>
                  </a:lnTo>
                  <a:lnTo>
                    <a:pt x="131966" y="268951"/>
                  </a:lnTo>
                  <a:lnTo>
                    <a:pt x="126410" y="264734"/>
                  </a:lnTo>
                  <a:lnTo>
                    <a:pt x="121804" y="264344"/>
                  </a:lnTo>
                  <a:lnTo>
                    <a:pt x="121034" y="263724"/>
                  </a:lnTo>
                  <a:lnTo>
                    <a:pt x="117285" y="260705"/>
                  </a:lnTo>
                  <a:lnTo>
                    <a:pt x="116876" y="260375"/>
                  </a:lnTo>
                  <a:lnTo>
                    <a:pt x="109536" y="260052"/>
                  </a:lnTo>
                  <a:lnTo>
                    <a:pt x="105905" y="259921"/>
                  </a:lnTo>
                  <a:lnTo>
                    <a:pt x="102282" y="257885"/>
                  </a:lnTo>
                  <a:lnTo>
                    <a:pt x="99155" y="258085"/>
                  </a:lnTo>
                  <a:lnTo>
                    <a:pt x="96790" y="259926"/>
                  </a:lnTo>
                  <a:lnTo>
                    <a:pt x="95464" y="260165"/>
                  </a:lnTo>
                  <a:lnTo>
                    <a:pt x="93836" y="260459"/>
                  </a:lnTo>
                  <a:lnTo>
                    <a:pt x="90588" y="261866"/>
                  </a:lnTo>
                  <a:lnTo>
                    <a:pt x="84913" y="262854"/>
                  </a:lnTo>
                  <a:lnTo>
                    <a:pt x="80606" y="262091"/>
                  </a:lnTo>
                  <a:lnTo>
                    <a:pt x="76683" y="263190"/>
                  </a:lnTo>
                  <a:lnTo>
                    <a:pt x="75879" y="263415"/>
                  </a:lnTo>
                  <a:lnTo>
                    <a:pt x="72447" y="262113"/>
                  </a:lnTo>
                  <a:lnTo>
                    <a:pt x="70544" y="259338"/>
                  </a:lnTo>
                  <a:lnTo>
                    <a:pt x="67307" y="259395"/>
                  </a:lnTo>
                  <a:lnTo>
                    <a:pt x="64995" y="257140"/>
                  </a:lnTo>
                  <a:lnTo>
                    <a:pt x="57839" y="252925"/>
                  </a:lnTo>
                  <a:lnTo>
                    <a:pt x="53787" y="248968"/>
                  </a:lnTo>
                  <a:lnTo>
                    <a:pt x="53249" y="247337"/>
                  </a:lnTo>
                  <a:lnTo>
                    <a:pt x="52719" y="245731"/>
                  </a:lnTo>
                  <a:lnTo>
                    <a:pt x="54164" y="242274"/>
                  </a:lnTo>
                  <a:lnTo>
                    <a:pt x="55078" y="240087"/>
                  </a:lnTo>
                  <a:lnTo>
                    <a:pt x="54444" y="235806"/>
                  </a:lnTo>
                  <a:lnTo>
                    <a:pt x="55710" y="232878"/>
                  </a:lnTo>
                  <a:lnTo>
                    <a:pt x="56226" y="231686"/>
                  </a:lnTo>
                  <a:lnTo>
                    <a:pt x="55860" y="227952"/>
                  </a:lnTo>
                  <a:lnTo>
                    <a:pt x="56778" y="224336"/>
                  </a:lnTo>
                  <a:lnTo>
                    <a:pt x="55810" y="219741"/>
                  </a:lnTo>
                  <a:lnTo>
                    <a:pt x="54898" y="213890"/>
                  </a:lnTo>
                  <a:lnTo>
                    <a:pt x="52409" y="211450"/>
                  </a:lnTo>
                  <a:lnTo>
                    <a:pt x="50952" y="208678"/>
                  </a:lnTo>
                  <a:lnTo>
                    <a:pt x="46467" y="203187"/>
                  </a:lnTo>
                  <a:lnTo>
                    <a:pt x="44012" y="202150"/>
                  </a:lnTo>
                  <a:lnTo>
                    <a:pt x="41304" y="202777"/>
                  </a:lnTo>
                  <a:lnTo>
                    <a:pt x="37325" y="203694"/>
                  </a:lnTo>
                  <a:lnTo>
                    <a:pt x="33159" y="202318"/>
                  </a:lnTo>
                  <a:lnTo>
                    <a:pt x="32776" y="202192"/>
                  </a:lnTo>
                  <a:lnTo>
                    <a:pt x="30583" y="198661"/>
                  </a:lnTo>
                  <a:lnTo>
                    <a:pt x="31804" y="195194"/>
                  </a:lnTo>
                  <a:lnTo>
                    <a:pt x="30087" y="191456"/>
                  </a:lnTo>
                  <a:lnTo>
                    <a:pt x="26458" y="191155"/>
                  </a:lnTo>
                  <a:lnTo>
                    <a:pt x="20535" y="188711"/>
                  </a:lnTo>
                  <a:lnTo>
                    <a:pt x="19840" y="185386"/>
                  </a:lnTo>
                  <a:lnTo>
                    <a:pt x="18168" y="185998"/>
                  </a:lnTo>
                  <a:lnTo>
                    <a:pt x="16218" y="186711"/>
                  </a:lnTo>
                  <a:lnTo>
                    <a:pt x="14083" y="185360"/>
                  </a:lnTo>
                  <a:lnTo>
                    <a:pt x="9621" y="187520"/>
                  </a:lnTo>
                  <a:lnTo>
                    <a:pt x="8062" y="186573"/>
                  </a:lnTo>
                  <a:lnTo>
                    <a:pt x="6530" y="183543"/>
                  </a:lnTo>
                  <a:lnTo>
                    <a:pt x="6105" y="182244"/>
                  </a:lnTo>
                  <a:lnTo>
                    <a:pt x="0" y="182288"/>
                  </a:lnTo>
                  <a:lnTo>
                    <a:pt x="2168" y="178134"/>
                  </a:lnTo>
                  <a:lnTo>
                    <a:pt x="6365" y="165963"/>
                  </a:lnTo>
                  <a:lnTo>
                    <a:pt x="8899" y="155630"/>
                  </a:lnTo>
                  <a:lnTo>
                    <a:pt x="14432" y="156903"/>
                  </a:lnTo>
                  <a:lnTo>
                    <a:pt x="17118" y="154798"/>
                  </a:lnTo>
                  <a:lnTo>
                    <a:pt x="15493" y="150947"/>
                  </a:lnTo>
                  <a:lnTo>
                    <a:pt x="10738" y="147750"/>
                  </a:lnTo>
                  <a:lnTo>
                    <a:pt x="11319" y="143143"/>
                  </a:lnTo>
                  <a:lnTo>
                    <a:pt x="11483" y="141851"/>
                  </a:lnTo>
                  <a:lnTo>
                    <a:pt x="11851" y="134274"/>
                  </a:lnTo>
                  <a:lnTo>
                    <a:pt x="10270" y="132085"/>
                  </a:lnTo>
                  <a:lnTo>
                    <a:pt x="12393" y="127229"/>
                  </a:lnTo>
                  <a:lnTo>
                    <a:pt x="15235" y="114879"/>
                  </a:lnTo>
                  <a:lnTo>
                    <a:pt x="15251" y="113574"/>
                  </a:lnTo>
                  <a:lnTo>
                    <a:pt x="15912" y="104592"/>
                  </a:lnTo>
                  <a:lnTo>
                    <a:pt x="13452" y="98267"/>
                  </a:lnTo>
                  <a:lnTo>
                    <a:pt x="15965" y="84619"/>
                  </a:lnTo>
                  <a:lnTo>
                    <a:pt x="16138" y="83687"/>
                  </a:lnTo>
                  <a:lnTo>
                    <a:pt x="16843" y="72095"/>
                  </a:lnTo>
                  <a:lnTo>
                    <a:pt x="15749" y="65592"/>
                  </a:lnTo>
                  <a:lnTo>
                    <a:pt x="14114" y="59370"/>
                  </a:lnTo>
                  <a:lnTo>
                    <a:pt x="11620" y="55018"/>
                  </a:lnTo>
                  <a:lnTo>
                    <a:pt x="11198" y="54280"/>
                  </a:lnTo>
                  <a:lnTo>
                    <a:pt x="10766" y="47921"/>
                  </a:lnTo>
                  <a:lnTo>
                    <a:pt x="12176" y="41478"/>
                  </a:lnTo>
                  <a:lnTo>
                    <a:pt x="13281" y="37817"/>
                  </a:lnTo>
                  <a:lnTo>
                    <a:pt x="12929" y="33266"/>
                  </a:lnTo>
                  <a:lnTo>
                    <a:pt x="16033" y="28861"/>
                  </a:lnTo>
                  <a:lnTo>
                    <a:pt x="18888" y="2355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1963210" y="3981654"/>
              <a:ext cx="13169" cy="12317"/>
            </a:xfrm>
            <a:custGeom>
              <a:avLst/>
              <a:pathLst>
                <a:path w="13169" h="12317">
                  <a:moveTo>
                    <a:pt x="0" y="4"/>
                  </a:moveTo>
                  <a:lnTo>
                    <a:pt x="5345" y="0"/>
                  </a:lnTo>
                  <a:lnTo>
                    <a:pt x="9854" y="5615"/>
                  </a:lnTo>
                  <a:lnTo>
                    <a:pt x="13169" y="9757"/>
                  </a:lnTo>
                  <a:lnTo>
                    <a:pt x="10763" y="12317"/>
                  </a:lnTo>
                  <a:lnTo>
                    <a:pt x="8664" y="10616"/>
                  </a:lnTo>
                  <a:lnTo>
                    <a:pt x="4472" y="9333"/>
                  </a:lnTo>
                  <a:lnTo>
                    <a:pt x="4146" y="6673"/>
                  </a:lnTo>
                  <a:lnTo>
                    <a:pt x="1066" y="21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1955970" y="4006046"/>
              <a:ext cx="11463" cy="15078"/>
            </a:xfrm>
            <a:custGeom>
              <a:avLst/>
              <a:pathLst>
                <a:path w="11463" h="15078">
                  <a:moveTo>
                    <a:pt x="2450" y="0"/>
                  </a:moveTo>
                  <a:lnTo>
                    <a:pt x="4388" y="3679"/>
                  </a:lnTo>
                  <a:lnTo>
                    <a:pt x="7855" y="9493"/>
                  </a:lnTo>
                  <a:lnTo>
                    <a:pt x="11463" y="14622"/>
                  </a:lnTo>
                  <a:lnTo>
                    <a:pt x="7817" y="15078"/>
                  </a:lnTo>
                  <a:lnTo>
                    <a:pt x="5353" y="11937"/>
                  </a:lnTo>
                  <a:lnTo>
                    <a:pt x="1888" y="6028"/>
                  </a:lnTo>
                  <a:lnTo>
                    <a:pt x="0" y="562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1914888" y="3980831"/>
              <a:ext cx="6966" cy="5691"/>
            </a:xfrm>
            <a:custGeom>
              <a:avLst/>
              <a:pathLst>
                <a:path w="6966" h="5691">
                  <a:moveTo>
                    <a:pt x="0" y="861"/>
                  </a:moveTo>
                  <a:lnTo>
                    <a:pt x="3541" y="0"/>
                  </a:lnTo>
                  <a:lnTo>
                    <a:pt x="6966" y="3246"/>
                  </a:lnTo>
                  <a:lnTo>
                    <a:pt x="6415" y="5358"/>
                  </a:lnTo>
                  <a:lnTo>
                    <a:pt x="4618" y="5691"/>
                  </a:lnTo>
                  <a:lnTo>
                    <a:pt x="1021" y="378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1908428" y="3933841"/>
              <a:ext cx="25510" cy="9466"/>
            </a:xfrm>
            <a:custGeom>
              <a:avLst/>
              <a:pathLst>
                <a:path w="25510" h="9466">
                  <a:moveTo>
                    <a:pt x="0" y="72"/>
                  </a:moveTo>
                  <a:lnTo>
                    <a:pt x="2885" y="0"/>
                  </a:lnTo>
                  <a:lnTo>
                    <a:pt x="8083" y="2552"/>
                  </a:lnTo>
                  <a:lnTo>
                    <a:pt x="16145" y="4226"/>
                  </a:lnTo>
                  <a:lnTo>
                    <a:pt x="20604" y="5248"/>
                  </a:lnTo>
                  <a:lnTo>
                    <a:pt x="21909" y="5546"/>
                  </a:lnTo>
                  <a:lnTo>
                    <a:pt x="25510" y="6591"/>
                  </a:lnTo>
                  <a:lnTo>
                    <a:pt x="24975" y="9442"/>
                  </a:lnTo>
                  <a:lnTo>
                    <a:pt x="23581" y="9466"/>
                  </a:lnTo>
                  <a:lnTo>
                    <a:pt x="19138" y="8309"/>
                  </a:lnTo>
                  <a:lnTo>
                    <a:pt x="16054" y="7502"/>
                  </a:lnTo>
                  <a:lnTo>
                    <a:pt x="10883" y="6982"/>
                  </a:lnTo>
                  <a:lnTo>
                    <a:pt x="7860" y="7821"/>
                  </a:lnTo>
                  <a:lnTo>
                    <a:pt x="4432" y="6802"/>
                  </a:lnTo>
                  <a:lnTo>
                    <a:pt x="1049" y="4953"/>
                  </a:lnTo>
                  <a:lnTo>
                    <a:pt x="1402" y="2477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1883155" y="3927777"/>
              <a:ext cx="21219" cy="13002"/>
            </a:xfrm>
            <a:custGeom>
              <a:avLst/>
              <a:pathLst>
                <a:path w="21219" h="13002">
                  <a:moveTo>
                    <a:pt x="4568" y="0"/>
                  </a:moveTo>
                  <a:lnTo>
                    <a:pt x="10150" y="2523"/>
                  </a:lnTo>
                  <a:lnTo>
                    <a:pt x="14707" y="5486"/>
                  </a:lnTo>
                  <a:lnTo>
                    <a:pt x="18589" y="5741"/>
                  </a:lnTo>
                  <a:lnTo>
                    <a:pt x="21219" y="9573"/>
                  </a:lnTo>
                  <a:lnTo>
                    <a:pt x="21211" y="12033"/>
                  </a:lnTo>
                  <a:lnTo>
                    <a:pt x="17348" y="12753"/>
                  </a:lnTo>
                  <a:lnTo>
                    <a:pt x="13773" y="13002"/>
                  </a:lnTo>
                  <a:lnTo>
                    <a:pt x="11511" y="10532"/>
                  </a:lnTo>
                  <a:lnTo>
                    <a:pt x="10889" y="8662"/>
                  </a:lnTo>
                  <a:lnTo>
                    <a:pt x="3684" y="4816"/>
                  </a:lnTo>
                  <a:lnTo>
                    <a:pt x="0" y="1744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1799876" y="3436559"/>
              <a:ext cx="380703" cy="624096"/>
            </a:xfrm>
            <a:custGeom>
              <a:avLst/>
              <a:pathLst>
                <a:path w="380703" h="624096">
                  <a:moveTo>
                    <a:pt x="2966" y="81158"/>
                  </a:moveTo>
                  <a:lnTo>
                    <a:pt x="9021" y="73617"/>
                  </a:lnTo>
                  <a:lnTo>
                    <a:pt x="17147" y="64928"/>
                  </a:lnTo>
                  <a:lnTo>
                    <a:pt x="21914" y="57533"/>
                  </a:lnTo>
                  <a:lnTo>
                    <a:pt x="22570" y="54132"/>
                  </a:lnTo>
                  <a:lnTo>
                    <a:pt x="22000" y="51605"/>
                  </a:lnTo>
                  <a:lnTo>
                    <a:pt x="22445" y="48607"/>
                  </a:lnTo>
                  <a:lnTo>
                    <a:pt x="24969" y="46277"/>
                  </a:lnTo>
                  <a:lnTo>
                    <a:pt x="27802" y="41188"/>
                  </a:lnTo>
                  <a:lnTo>
                    <a:pt x="31459" y="33070"/>
                  </a:lnTo>
                  <a:lnTo>
                    <a:pt x="31687" y="31610"/>
                  </a:lnTo>
                  <a:lnTo>
                    <a:pt x="32441" y="26790"/>
                  </a:lnTo>
                  <a:lnTo>
                    <a:pt x="32371" y="21834"/>
                  </a:lnTo>
                  <a:lnTo>
                    <a:pt x="32564" y="16998"/>
                  </a:lnTo>
                  <a:lnTo>
                    <a:pt x="32444" y="15773"/>
                  </a:lnTo>
                  <a:lnTo>
                    <a:pt x="31066" y="14905"/>
                  </a:lnTo>
                  <a:lnTo>
                    <a:pt x="29792" y="11087"/>
                  </a:lnTo>
                  <a:lnTo>
                    <a:pt x="31713" y="8385"/>
                  </a:lnTo>
                  <a:lnTo>
                    <a:pt x="33921" y="3312"/>
                  </a:lnTo>
                  <a:lnTo>
                    <a:pt x="34533" y="0"/>
                  </a:lnTo>
                  <a:lnTo>
                    <a:pt x="43022" y="2758"/>
                  </a:lnTo>
                  <a:lnTo>
                    <a:pt x="50281" y="5007"/>
                  </a:lnTo>
                  <a:lnTo>
                    <a:pt x="56973" y="7065"/>
                  </a:lnTo>
                  <a:lnTo>
                    <a:pt x="62639" y="8526"/>
                  </a:lnTo>
                  <a:lnTo>
                    <a:pt x="66106" y="9414"/>
                  </a:lnTo>
                  <a:lnTo>
                    <a:pt x="69612" y="10613"/>
                  </a:lnTo>
                  <a:lnTo>
                    <a:pt x="74446" y="11693"/>
                  </a:lnTo>
                  <a:lnTo>
                    <a:pt x="77973" y="12476"/>
                  </a:lnTo>
                  <a:lnTo>
                    <a:pt x="81976" y="14029"/>
                  </a:lnTo>
                  <a:lnTo>
                    <a:pt x="91981" y="16886"/>
                  </a:lnTo>
                  <a:lnTo>
                    <a:pt x="104242" y="20152"/>
                  </a:lnTo>
                  <a:lnTo>
                    <a:pt x="112873" y="22649"/>
                  </a:lnTo>
                  <a:lnTo>
                    <a:pt x="120510" y="24921"/>
                  </a:lnTo>
                  <a:lnTo>
                    <a:pt x="130911" y="27982"/>
                  </a:lnTo>
                  <a:lnTo>
                    <a:pt x="137889" y="30069"/>
                  </a:lnTo>
                  <a:lnTo>
                    <a:pt x="147179" y="32796"/>
                  </a:lnTo>
                  <a:lnTo>
                    <a:pt x="147503" y="32890"/>
                  </a:lnTo>
                  <a:lnTo>
                    <a:pt x="155244" y="34951"/>
                  </a:lnTo>
                  <a:lnTo>
                    <a:pt x="164048" y="37559"/>
                  </a:lnTo>
                  <a:lnTo>
                    <a:pt x="170431" y="39240"/>
                  </a:lnTo>
                  <a:lnTo>
                    <a:pt x="178152" y="41254"/>
                  </a:lnTo>
                  <a:lnTo>
                    <a:pt x="186020" y="43293"/>
                  </a:lnTo>
                  <a:lnTo>
                    <a:pt x="199193" y="46622"/>
                  </a:lnTo>
                  <a:lnTo>
                    <a:pt x="206713" y="48528"/>
                  </a:lnTo>
                  <a:lnTo>
                    <a:pt x="205083" y="55274"/>
                  </a:lnTo>
                  <a:lnTo>
                    <a:pt x="201653" y="69727"/>
                  </a:lnTo>
                  <a:lnTo>
                    <a:pt x="195722" y="94233"/>
                  </a:lnTo>
                  <a:lnTo>
                    <a:pt x="191481" y="112181"/>
                  </a:lnTo>
                  <a:lnTo>
                    <a:pt x="189614" y="120374"/>
                  </a:lnTo>
                  <a:lnTo>
                    <a:pt x="184346" y="142941"/>
                  </a:lnTo>
                  <a:lnTo>
                    <a:pt x="181719" y="153926"/>
                  </a:lnTo>
                  <a:lnTo>
                    <a:pt x="179450" y="163505"/>
                  </a:lnTo>
                  <a:lnTo>
                    <a:pt x="176262" y="176691"/>
                  </a:lnTo>
                  <a:lnTo>
                    <a:pt x="173769" y="187030"/>
                  </a:lnTo>
                  <a:lnTo>
                    <a:pt x="172482" y="192310"/>
                  </a:lnTo>
                  <a:lnTo>
                    <a:pt x="170720" y="199547"/>
                  </a:lnTo>
                  <a:lnTo>
                    <a:pt x="170374" y="200966"/>
                  </a:lnTo>
                  <a:lnTo>
                    <a:pt x="168807" y="208075"/>
                  </a:lnTo>
                  <a:lnTo>
                    <a:pt x="168147" y="211071"/>
                  </a:lnTo>
                  <a:lnTo>
                    <a:pt x="167585" y="213629"/>
                  </a:lnTo>
                  <a:lnTo>
                    <a:pt x="166740" y="217472"/>
                  </a:lnTo>
                  <a:lnTo>
                    <a:pt x="170061" y="222248"/>
                  </a:lnTo>
                  <a:lnTo>
                    <a:pt x="181069" y="238067"/>
                  </a:lnTo>
                  <a:lnTo>
                    <a:pt x="189936" y="250779"/>
                  </a:lnTo>
                  <a:lnTo>
                    <a:pt x="191721" y="253323"/>
                  </a:lnTo>
                  <a:lnTo>
                    <a:pt x="196040" y="259494"/>
                  </a:lnTo>
                  <a:lnTo>
                    <a:pt x="203292" y="269786"/>
                  </a:lnTo>
                  <a:lnTo>
                    <a:pt x="219178" y="292441"/>
                  </a:lnTo>
                  <a:lnTo>
                    <a:pt x="221774" y="296161"/>
                  </a:lnTo>
                  <a:lnTo>
                    <a:pt x="236325" y="316812"/>
                  </a:lnTo>
                  <a:lnTo>
                    <a:pt x="243143" y="326454"/>
                  </a:lnTo>
                  <a:lnTo>
                    <a:pt x="248698" y="334257"/>
                  </a:lnTo>
                  <a:lnTo>
                    <a:pt x="264619" y="356741"/>
                  </a:lnTo>
                  <a:lnTo>
                    <a:pt x="267520" y="360834"/>
                  </a:lnTo>
                  <a:lnTo>
                    <a:pt x="273615" y="369388"/>
                  </a:lnTo>
                  <a:lnTo>
                    <a:pt x="292691" y="396164"/>
                  </a:lnTo>
                  <a:lnTo>
                    <a:pt x="296899" y="402095"/>
                  </a:lnTo>
                  <a:lnTo>
                    <a:pt x="307543" y="416934"/>
                  </a:lnTo>
                  <a:lnTo>
                    <a:pt x="315148" y="427562"/>
                  </a:lnTo>
                  <a:lnTo>
                    <a:pt x="316931" y="430042"/>
                  </a:lnTo>
                  <a:lnTo>
                    <a:pt x="324510" y="440535"/>
                  </a:lnTo>
                  <a:lnTo>
                    <a:pt x="333834" y="453529"/>
                  </a:lnTo>
                  <a:lnTo>
                    <a:pt x="337721" y="458902"/>
                  </a:lnTo>
                  <a:lnTo>
                    <a:pt x="343274" y="466605"/>
                  </a:lnTo>
                  <a:lnTo>
                    <a:pt x="347786" y="472821"/>
                  </a:lnTo>
                  <a:lnTo>
                    <a:pt x="351503" y="477987"/>
                  </a:lnTo>
                  <a:lnTo>
                    <a:pt x="357114" y="485751"/>
                  </a:lnTo>
                  <a:lnTo>
                    <a:pt x="363798" y="494994"/>
                  </a:lnTo>
                  <a:lnTo>
                    <a:pt x="363442" y="498371"/>
                  </a:lnTo>
                  <a:lnTo>
                    <a:pt x="362597" y="502324"/>
                  </a:lnTo>
                  <a:lnTo>
                    <a:pt x="364782" y="506073"/>
                  </a:lnTo>
                  <a:lnTo>
                    <a:pt x="367965" y="511914"/>
                  </a:lnTo>
                  <a:lnTo>
                    <a:pt x="368868" y="514037"/>
                  </a:lnTo>
                  <a:lnTo>
                    <a:pt x="369897" y="520670"/>
                  </a:lnTo>
                  <a:lnTo>
                    <a:pt x="371400" y="524679"/>
                  </a:lnTo>
                  <a:lnTo>
                    <a:pt x="370791" y="528437"/>
                  </a:lnTo>
                  <a:lnTo>
                    <a:pt x="372826" y="528806"/>
                  </a:lnTo>
                  <a:lnTo>
                    <a:pt x="375734" y="532148"/>
                  </a:lnTo>
                  <a:lnTo>
                    <a:pt x="379540" y="536084"/>
                  </a:lnTo>
                  <a:lnTo>
                    <a:pt x="380703" y="538561"/>
                  </a:lnTo>
                  <a:lnTo>
                    <a:pt x="380684" y="538721"/>
                  </a:lnTo>
                  <a:lnTo>
                    <a:pt x="380393" y="541215"/>
                  </a:lnTo>
                  <a:lnTo>
                    <a:pt x="378391" y="542018"/>
                  </a:lnTo>
                  <a:lnTo>
                    <a:pt x="375504" y="544624"/>
                  </a:lnTo>
                  <a:lnTo>
                    <a:pt x="372361" y="545268"/>
                  </a:lnTo>
                  <a:lnTo>
                    <a:pt x="369481" y="546659"/>
                  </a:lnTo>
                  <a:lnTo>
                    <a:pt x="366556" y="547495"/>
                  </a:lnTo>
                  <a:lnTo>
                    <a:pt x="365353" y="548382"/>
                  </a:lnTo>
                  <a:lnTo>
                    <a:pt x="365135" y="549154"/>
                  </a:lnTo>
                  <a:lnTo>
                    <a:pt x="364562" y="551176"/>
                  </a:lnTo>
                  <a:lnTo>
                    <a:pt x="363376" y="552819"/>
                  </a:lnTo>
                  <a:lnTo>
                    <a:pt x="360325" y="555427"/>
                  </a:lnTo>
                  <a:lnTo>
                    <a:pt x="358874" y="556855"/>
                  </a:lnTo>
                  <a:lnTo>
                    <a:pt x="359869" y="558654"/>
                  </a:lnTo>
                  <a:lnTo>
                    <a:pt x="359695" y="560747"/>
                  </a:lnTo>
                  <a:lnTo>
                    <a:pt x="358676" y="562702"/>
                  </a:lnTo>
                  <a:lnTo>
                    <a:pt x="358824" y="566657"/>
                  </a:lnTo>
                  <a:lnTo>
                    <a:pt x="358856" y="569074"/>
                  </a:lnTo>
                  <a:lnTo>
                    <a:pt x="358229" y="570492"/>
                  </a:lnTo>
                  <a:lnTo>
                    <a:pt x="356999" y="572114"/>
                  </a:lnTo>
                  <a:lnTo>
                    <a:pt x="356330" y="575205"/>
                  </a:lnTo>
                  <a:lnTo>
                    <a:pt x="356073" y="578337"/>
                  </a:lnTo>
                  <a:lnTo>
                    <a:pt x="352089" y="581240"/>
                  </a:lnTo>
                  <a:lnTo>
                    <a:pt x="350077" y="584224"/>
                  </a:lnTo>
                  <a:lnTo>
                    <a:pt x="349696" y="584789"/>
                  </a:lnTo>
                  <a:lnTo>
                    <a:pt x="347819" y="584719"/>
                  </a:lnTo>
                  <a:lnTo>
                    <a:pt x="345264" y="585046"/>
                  </a:lnTo>
                  <a:lnTo>
                    <a:pt x="345865" y="586810"/>
                  </a:lnTo>
                  <a:lnTo>
                    <a:pt x="345368" y="589830"/>
                  </a:lnTo>
                  <a:lnTo>
                    <a:pt x="344330" y="591711"/>
                  </a:lnTo>
                  <a:lnTo>
                    <a:pt x="346363" y="593963"/>
                  </a:lnTo>
                  <a:lnTo>
                    <a:pt x="345970" y="595371"/>
                  </a:lnTo>
                  <a:lnTo>
                    <a:pt x="345290" y="599384"/>
                  </a:lnTo>
                  <a:lnTo>
                    <a:pt x="343538" y="602240"/>
                  </a:lnTo>
                  <a:lnTo>
                    <a:pt x="344635" y="606363"/>
                  </a:lnTo>
                  <a:lnTo>
                    <a:pt x="346602" y="607110"/>
                  </a:lnTo>
                  <a:lnTo>
                    <a:pt x="349184" y="607238"/>
                  </a:lnTo>
                  <a:lnTo>
                    <a:pt x="351832" y="608386"/>
                  </a:lnTo>
                  <a:lnTo>
                    <a:pt x="352115" y="608508"/>
                  </a:lnTo>
                  <a:lnTo>
                    <a:pt x="353105" y="611677"/>
                  </a:lnTo>
                  <a:lnTo>
                    <a:pt x="352911" y="614468"/>
                  </a:lnTo>
                  <a:lnTo>
                    <a:pt x="353370" y="615815"/>
                  </a:lnTo>
                  <a:lnTo>
                    <a:pt x="352604" y="618992"/>
                  </a:lnTo>
                  <a:lnTo>
                    <a:pt x="349062" y="622036"/>
                  </a:lnTo>
                  <a:lnTo>
                    <a:pt x="348588" y="622402"/>
                  </a:lnTo>
                  <a:lnTo>
                    <a:pt x="346896" y="623708"/>
                  </a:lnTo>
                  <a:lnTo>
                    <a:pt x="344687" y="623683"/>
                  </a:lnTo>
                  <a:lnTo>
                    <a:pt x="342148" y="623653"/>
                  </a:lnTo>
                  <a:lnTo>
                    <a:pt x="340382" y="622916"/>
                  </a:lnTo>
                  <a:lnTo>
                    <a:pt x="339518" y="624096"/>
                  </a:lnTo>
                  <a:lnTo>
                    <a:pt x="325894" y="622805"/>
                  </a:lnTo>
                  <a:lnTo>
                    <a:pt x="303392" y="620633"/>
                  </a:lnTo>
                  <a:lnTo>
                    <a:pt x="275202" y="617905"/>
                  </a:lnTo>
                  <a:lnTo>
                    <a:pt x="272312" y="617632"/>
                  </a:lnTo>
                  <a:lnTo>
                    <a:pt x="251238" y="615573"/>
                  </a:lnTo>
                  <a:lnTo>
                    <a:pt x="247042" y="615182"/>
                  </a:lnTo>
                  <a:lnTo>
                    <a:pt x="236075" y="614076"/>
                  </a:lnTo>
                  <a:lnTo>
                    <a:pt x="235881" y="614056"/>
                  </a:lnTo>
                  <a:lnTo>
                    <a:pt x="222885" y="612788"/>
                  </a:lnTo>
                  <a:lnTo>
                    <a:pt x="223063" y="609804"/>
                  </a:lnTo>
                  <a:lnTo>
                    <a:pt x="223178" y="607880"/>
                  </a:lnTo>
                  <a:lnTo>
                    <a:pt x="222185" y="604552"/>
                  </a:lnTo>
                  <a:lnTo>
                    <a:pt x="221030" y="603323"/>
                  </a:lnTo>
                  <a:lnTo>
                    <a:pt x="218486" y="603945"/>
                  </a:lnTo>
                  <a:lnTo>
                    <a:pt x="218367" y="602116"/>
                  </a:lnTo>
                  <a:lnTo>
                    <a:pt x="219264" y="597196"/>
                  </a:lnTo>
                  <a:lnTo>
                    <a:pt x="218390" y="594941"/>
                  </a:lnTo>
                  <a:lnTo>
                    <a:pt x="218511" y="593950"/>
                  </a:lnTo>
                  <a:lnTo>
                    <a:pt x="219027" y="593357"/>
                  </a:lnTo>
                  <a:lnTo>
                    <a:pt x="219526" y="593583"/>
                  </a:lnTo>
                  <a:lnTo>
                    <a:pt x="219949" y="593077"/>
                  </a:lnTo>
                  <a:lnTo>
                    <a:pt x="220446" y="590788"/>
                  </a:lnTo>
                  <a:lnTo>
                    <a:pt x="220412" y="588466"/>
                  </a:lnTo>
                  <a:lnTo>
                    <a:pt x="220351" y="584174"/>
                  </a:lnTo>
                  <a:lnTo>
                    <a:pt x="219553" y="579238"/>
                  </a:lnTo>
                  <a:lnTo>
                    <a:pt x="218091" y="574529"/>
                  </a:lnTo>
                  <a:lnTo>
                    <a:pt x="215211" y="568042"/>
                  </a:lnTo>
                  <a:lnTo>
                    <a:pt x="211411" y="561539"/>
                  </a:lnTo>
                  <a:lnTo>
                    <a:pt x="209353" y="559841"/>
                  </a:lnTo>
                  <a:lnTo>
                    <a:pt x="207595" y="556304"/>
                  </a:lnTo>
                  <a:lnTo>
                    <a:pt x="204523" y="554484"/>
                  </a:lnTo>
                  <a:lnTo>
                    <a:pt x="204243" y="553077"/>
                  </a:lnTo>
                  <a:lnTo>
                    <a:pt x="203756" y="552392"/>
                  </a:lnTo>
                  <a:lnTo>
                    <a:pt x="200855" y="548302"/>
                  </a:lnTo>
                  <a:lnTo>
                    <a:pt x="199857" y="546833"/>
                  </a:lnTo>
                  <a:lnTo>
                    <a:pt x="196128" y="544146"/>
                  </a:lnTo>
                  <a:lnTo>
                    <a:pt x="193208" y="540638"/>
                  </a:lnTo>
                  <a:lnTo>
                    <a:pt x="189891" y="535466"/>
                  </a:lnTo>
                  <a:lnTo>
                    <a:pt x="188818" y="534407"/>
                  </a:lnTo>
                  <a:lnTo>
                    <a:pt x="188096" y="533695"/>
                  </a:lnTo>
                  <a:lnTo>
                    <a:pt x="185522" y="534141"/>
                  </a:lnTo>
                  <a:lnTo>
                    <a:pt x="183037" y="534824"/>
                  </a:lnTo>
                  <a:lnTo>
                    <a:pt x="181658" y="535203"/>
                  </a:lnTo>
                  <a:lnTo>
                    <a:pt x="179019" y="534086"/>
                  </a:lnTo>
                  <a:lnTo>
                    <a:pt x="178359" y="533446"/>
                  </a:lnTo>
                  <a:lnTo>
                    <a:pt x="177480" y="532595"/>
                  </a:lnTo>
                  <a:lnTo>
                    <a:pt x="175560" y="531957"/>
                  </a:lnTo>
                  <a:lnTo>
                    <a:pt x="174504" y="529432"/>
                  </a:lnTo>
                  <a:lnTo>
                    <a:pt x="176426" y="528111"/>
                  </a:lnTo>
                  <a:lnTo>
                    <a:pt x="176449" y="523417"/>
                  </a:lnTo>
                  <a:lnTo>
                    <a:pt x="175163" y="518100"/>
                  </a:lnTo>
                  <a:lnTo>
                    <a:pt x="173151" y="514332"/>
                  </a:lnTo>
                  <a:lnTo>
                    <a:pt x="173071" y="514183"/>
                  </a:lnTo>
                  <a:lnTo>
                    <a:pt x="169287" y="512653"/>
                  </a:lnTo>
                  <a:lnTo>
                    <a:pt x="165694" y="512187"/>
                  </a:lnTo>
                  <a:lnTo>
                    <a:pt x="162629" y="511562"/>
                  </a:lnTo>
                  <a:lnTo>
                    <a:pt x="159479" y="512672"/>
                  </a:lnTo>
                  <a:lnTo>
                    <a:pt x="157549" y="510283"/>
                  </a:lnTo>
                  <a:lnTo>
                    <a:pt x="153515" y="508621"/>
                  </a:lnTo>
                  <a:lnTo>
                    <a:pt x="153055" y="508431"/>
                  </a:lnTo>
                  <a:lnTo>
                    <a:pt x="148187" y="504809"/>
                  </a:lnTo>
                  <a:lnTo>
                    <a:pt x="146385" y="504150"/>
                  </a:lnTo>
                  <a:lnTo>
                    <a:pt x="141690" y="499084"/>
                  </a:lnTo>
                  <a:lnTo>
                    <a:pt x="140933" y="495853"/>
                  </a:lnTo>
                  <a:lnTo>
                    <a:pt x="140850" y="494483"/>
                  </a:lnTo>
                  <a:lnTo>
                    <a:pt x="140789" y="493473"/>
                  </a:lnTo>
                  <a:lnTo>
                    <a:pt x="139070" y="491722"/>
                  </a:lnTo>
                  <a:lnTo>
                    <a:pt x="136700" y="488474"/>
                  </a:lnTo>
                  <a:lnTo>
                    <a:pt x="133382" y="484555"/>
                  </a:lnTo>
                  <a:lnTo>
                    <a:pt x="132657" y="484100"/>
                  </a:lnTo>
                  <a:lnTo>
                    <a:pt x="130129" y="482514"/>
                  </a:lnTo>
                  <a:lnTo>
                    <a:pt x="126743" y="480197"/>
                  </a:lnTo>
                  <a:lnTo>
                    <a:pt x="123462" y="480168"/>
                  </a:lnTo>
                  <a:lnTo>
                    <a:pt x="122181" y="480627"/>
                  </a:lnTo>
                  <a:lnTo>
                    <a:pt x="118884" y="478614"/>
                  </a:lnTo>
                  <a:lnTo>
                    <a:pt x="116579" y="478072"/>
                  </a:lnTo>
                  <a:lnTo>
                    <a:pt x="114733" y="478042"/>
                  </a:lnTo>
                  <a:lnTo>
                    <a:pt x="110650" y="474925"/>
                  </a:lnTo>
                  <a:lnTo>
                    <a:pt x="107229" y="473083"/>
                  </a:lnTo>
                  <a:lnTo>
                    <a:pt x="103206" y="471401"/>
                  </a:lnTo>
                  <a:lnTo>
                    <a:pt x="96088" y="469816"/>
                  </a:lnTo>
                  <a:lnTo>
                    <a:pt x="88601" y="469360"/>
                  </a:lnTo>
                  <a:lnTo>
                    <a:pt x="86789" y="464394"/>
                  </a:lnTo>
                  <a:lnTo>
                    <a:pt x="85260" y="462830"/>
                  </a:lnTo>
                  <a:lnTo>
                    <a:pt x="84005" y="461673"/>
                  </a:lnTo>
                  <a:lnTo>
                    <a:pt x="82072" y="461363"/>
                  </a:lnTo>
                  <a:lnTo>
                    <a:pt x="81349" y="459572"/>
                  </a:lnTo>
                  <a:lnTo>
                    <a:pt x="84754" y="453814"/>
                  </a:lnTo>
                  <a:lnTo>
                    <a:pt x="84650" y="451488"/>
                  </a:lnTo>
                  <a:lnTo>
                    <a:pt x="84218" y="450941"/>
                  </a:lnTo>
                  <a:lnTo>
                    <a:pt x="86468" y="444353"/>
                  </a:lnTo>
                  <a:lnTo>
                    <a:pt x="84280" y="441066"/>
                  </a:lnTo>
                  <a:lnTo>
                    <a:pt x="86118" y="437296"/>
                  </a:lnTo>
                  <a:lnTo>
                    <a:pt x="87615" y="434222"/>
                  </a:lnTo>
                  <a:lnTo>
                    <a:pt x="88371" y="431715"/>
                  </a:lnTo>
                  <a:lnTo>
                    <a:pt x="88665" y="429081"/>
                  </a:lnTo>
                  <a:lnTo>
                    <a:pt x="87247" y="426980"/>
                  </a:lnTo>
                  <a:lnTo>
                    <a:pt x="85758" y="425236"/>
                  </a:lnTo>
                  <a:lnTo>
                    <a:pt x="83653" y="425629"/>
                  </a:lnTo>
                  <a:lnTo>
                    <a:pt x="80094" y="422102"/>
                  </a:lnTo>
                  <a:lnTo>
                    <a:pt x="78374" y="419071"/>
                  </a:lnTo>
                  <a:lnTo>
                    <a:pt x="79753" y="416661"/>
                  </a:lnTo>
                  <a:lnTo>
                    <a:pt x="81401" y="413110"/>
                  </a:lnTo>
                  <a:lnTo>
                    <a:pt x="81270" y="408935"/>
                  </a:lnTo>
                  <a:lnTo>
                    <a:pt x="78352" y="406782"/>
                  </a:lnTo>
                  <a:lnTo>
                    <a:pt x="77121" y="406217"/>
                  </a:lnTo>
                  <a:lnTo>
                    <a:pt x="76291" y="405836"/>
                  </a:lnTo>
                  <a:lnTo>
                    <a:pt x="72720" y="398286"/>
                  </a:lnTo>
                  <a:lnTo>
                    <a:pt x="71183" y="394083"/>
                  </a:lnTo>
                  <a:lnTo>
                    <a:pt x="66828" y="391078"/>
                  </a:lnTo>
                  <a:lnTo>
                    <a:pt x="65535" y="387954"/>
                  </a:lnTo>
                  <a:lnTo>
                    <a:pt x="65656" y="383813"/>
                  </a:lnTo>
                  <a:lnTo>
                    <a:pt x="65159" y="382961"/>
                  </a:lnTo>
                  <a:lnTo>
                    <a:pt x="63126" y="379470"/>
                  </a:lnTo>
                  <a:lnTo>
                    <a:pt x="61179" y="376504"/>
                  </a:lnTo>
                  <a:lnTo>
                    <a:pt x="61236" y="371450"/>
                  </a:lnTo>
                  <a:lnTo>
                    <a:pt x="59777" y="368429"/>
                  </a:lnTo>
                  <a:lnTo>
                    <a:pt x="58005" y="367313"/>
                  </a:lnTo>
                  <a:lnTo>
                    <a:pt x="56885" y="362553"/>
                  </a:lnTo>
                  <a:lnTo>
                    <a:pt x="55176" y="358137"/>
                  </a:lnTo>
                  <a:lnTo>
                    <a:pt x="51555" y="353477"/>
                  </a:lnTo>
                  <a:lnTo>
                    <a:pt x="49671" y="352104"/>
                  </a:lnTo>
                  <a:lnTo>
                    <a:pt x="47734" y="347928"/>
                  </a:lnTo>
                  <a:lnTo>
                    <a:pt x="48324" y="342643"/>
                  </a:lnTo>
                  <a:lnTo>
                    <a:pt x="47879" y="337005"/>
                  </a:lnTo>
                  <a:lnTo>
                    <a:pt x="47938" y="331193"/>
                  </a:lnTo>
                  <a:lnTo>
                    <a:pt x="50721" y="328840"/>
                  </a:lnTo>
                  <a:lnTo>
                    <a:pt x="53208" y="330918"/>
                  </a:lnTo>
                  <a:lnTo>
                    <a:pt x="56244" y="327436"/>
                  </a:lnTo>
                  <a:lnTo>
                    <a:pt x="58327" y="322320"/>
                  </a:lnTo>
                  <a:lnTo>
                    <a:pt x="59079" y="320265"/>
                  </a:lnTo>
                  <a:lnTo>
                    <a:pt x="58620" y="318051"/>
                  </a:lnTo>
                  <a:lnTo>
                    <a:pt x="57552" y="312873"/>
                  </a:lnTo>
                  <a:lnTo>
                    <a:pt x="56115" y="310240"/>
                  </a:lnTo>
                  <a:lnTo>
                    <a:pt x="54152" y="309557"/>
                  </a:lnTo>
                  <a:lnTo>
                    <a:pt x="50533" y="309790"/>
                  </a:lnTo>
                  <a:lnTo>
                    <a:pt x="47119" y="308569"/>
                  </a:lnTo>
                  <a:lnTo>
                    <a:pt x="43508" y="304093"/>
                  </a:lnTo>
                  <a:lnTo>
                    <a:pt x="41939" y="300139"/>
                  </a:lnTo>
                  <a:lnTo>
                    <a:pt x="41276" y="298201"/>
                  </a:lnTo>
                  <a:lnTo>
                    <a:pt x="40908" y="297896"/>
                  </a:lnTo>
                  <a:lnTo>
                    <a:pt x="39792" y="296966"/>
                  </a:lnTo>
                  <a:lnTo>
                    <a:pt x="39270" y="295100"/>
                  </a:lnTo>
                  <a:lnTo>
                    <a:pt x="37549" y="292027"/>
                  </a:lnTo>
                  <a:lnTo>
                    <a:pt x="37481" y="288323"/>
                  </a:lnTo>
                  <a:lnTo>
                    <a:pt x="39493" y="283561"/>
                  </a:lnTo>
                  <a:lnTo>
                    <a:pt x="39683" y="281340"/>
                  </a:lnTo>
                  <a:lnTo>
                    <a:pt x="39047" y="277485"/>
                  </a:lnTo>
                  <a:lnTo>
                    <a:pt x="39312" y="276018"/>
                  </a:lnTo>
                  <a:lnTo>
                    <a:pt x="37661" y="273703"/>
                  </a:lnTo>
                  <a:lnTo>
                    <a:pt x="37075" y="271794"/>
                  </a:lnTo>
                  <a:lnTo>
                    <a:pt x="37801" y="268699"/>
                  </a:lnTo>
                  <a:lnTo>
                    <a:pt x="39248" y="266938"/>
                  </a:lnTo>
                  <a:lnTo>
                    <a:pt x="40017" y="263933"/>
                  </a:lnTo>
                  <a:lnTo>
                    <a:pt x="40316" y="262764"/>
                  </a:lnTo>
                  <a:lnTo>
                    <a:pt x="40458" y="261498"/>
                  </a:lnTo>
                  <a:lnTo>
                    <a:pt x="40872" y="257821"/>
                  </a:lnTo>
                  <a:lnTo>
                    <a:pt x="43331" y="256719"/>
                  </a:lnTo>
                  <a:lnTo>
                    <a:pt x="46330" y="257271"/>
                  </a:lnTo>
                  <a:lnTo>
                    <a:pt x="46675" y="258264"/>
                  </a:lnTo>
                  <a:lnTo>
                    <a:pt x="46314" y="261303"/>
                  </a:lnTo>
                  <a:lnTo>
                    <a:pt x="47043" y="262050"/>
                  </a:lnTo>
                  <a:lnTo>
                    <a:pt x="46619" y="262804"/>
                  </a:lnTo>
                  <a:lnTo>
                    <a:pt x="45298" y="262838"/>
                  </a:lnTo>
                  <a:lnTo>
                    <a:pt x="45140" y="262842"/>
                  </a:lnTo>
                  <a:lnTo>
                    <a:pt x="44936" y="269706"/>
                  </a:lnTo>
                  <a:lnTo>
                    <a:pt x="49515" y="273043"/>
                  </a:lnTo>
                  <a:lnTo>
                    <a:pt x="52075" y="276995"/>
                  </a:lnTo>
                  <a:lnTo>
                    <a:pt x="54037" y="276503"/>
                  </a:lnTo>
                  <a:lnTo>
                    <a:pt x="54897" y="276287"/>
                  </a:lnTo>
                  <a:lnTo>
                    <a:pt x="54226" y="272916"/>
                  </a:lnTo>
                  <a:lnTo>
                    <a:pt x="54687" y="269503"/>
                  </a:lnTo>
                  <a:lnTo>
                    <a:pt x="54628" y="267854"/>
                  </a:lnTo>
                  <a:lnTo>
                    <a:pt x="52848" y="265513"/>
                  </a:lnTo>
                  <a:lnTo>
                    <a:pt x="51668" y="263520"/>
                  </a:lnTo>
                  <a:lnTo>
                    <a:pt x="51962" y="261874"/>
                  </a:lnTo>
                  <a:lnTo>
                    <a:pt x="49637" y="259899"/>
                  </a:lnTo>
                  <a:lnTo>
                    <a:pt x="49198" y="257819"/>
                  </a:lnTo>
                  <a:lnTo>
                    <a:pt x="50786" y="257040"/>
                  </a:lnTo>
                  <a:lnTo>
                    <a:pt x="50618" y="253158"/>
                  </a:lnTo>
                  <a:lnTo>
                    <a:pt x="50579" y="252247"/>
                  </a:lnTo>
                  <a:lnTo>
                    <a:pt x="48604" y="251914"/>
                  </a:lnTo>
                  <a:lnTo>
                    <a:pt x="47305" y="248512"/>
                  </a:lnTo>
                  <a:lnTo>
                    <a:pt x="50136" y="247949"/>
                  </a:lnTo>
                  <a:lnTo>
                    <a:pt x="50506" y="246260"/>
                  </a:lnTo>
                  <a:lnTo>
                    <a:pt x="52591" y="246698"/>
                  </a:lnTo>
                  <a:lnTo>
                    <a:pt x="55738" y="245096"/>
                  </a:lnTo>
                  <a:lnTo>
                    <a:pt x="55584" y="244518"/>
                  </a:lnTo>
                  <a:lnTo>
                    <a:pt x="54815" y="241610"/>
                  </a:lnTo>
                  <a:lnTo>
                    <a:pt x="51384" y="238348"/>
                  </a:lnTo>
                  <a:lnTo>
                    <a:pt x="51190" y="238381"/>
                  </a:lnTo>
                  <a:lnTo>
                    <a:pt x="46771" y="239126"/>
                  </a:lnTo>
                  <a:lnTo>
                    <a:pt x="46636" y="239149"/>
                  </a:lnTo>
                  <a:lnTo>
                    <a:pt x="45183" y="243313"/>
                  </a:lnTo>
                  <a:lnTo>
                    <a:pt x="46682" y="245901"/>
                  </a:lnTo>
                  <a:lnTo>
                    <a:pt x="44707" y="247121"/>
                  </a:lnTo>
                  <a:lnTo>
                    <a:pt x="44160" y="249667"/>
                  </a:lnTo>
                  <a:lnTo>
                    <a:pt x="45401" y="251728"/>
                  </a:lnTo>
                  <a:lnTo>
                    <a:pt x="46120" y="254378"/>
                  </a:lnTo>
                  <a:lnTo>
                    <a:pt x="42915" y="255046"/>
                  </a:lnTo>
                  <a:lnTo>
                    <a:pt x="40624" y="254187"/>
                  </a:lnTo>
                  <a:lnTo>
                    <a:pt x="38486" y="250888"/>
                  </a:lnTo>
                  <a:lnTo>
                    <a:pt x="35587" y="248173"/>
                  </a:lnTo>
                  <a:lnTo>
                    <a:pt x="34350" y="248593"/>
                  </a:lnTo>
                  <a:lnTo>
                    <a:pt x="32700" y="245612"/>
                  </a:lnTo>
                  <a:lnTo>
                    <a:pt x="31443" y="242775"/>
                  </a:lnTo>
                  <a:lnTo>
                    <a:pt x="29463" y="239795"/>
                  </a:lnTo>
                  <a:lnTo>
                    <a:pt x="26082" y="237912"/>
                  </a:lnTo>
                  <a:lnTo>
                    <a:pt x="23997" y="239696"/>
                  </a:lnTo>
                  <a:lnTo>
                    <a:pt x="22550" y="238615"/>
                  </a:lnTo>
                  <a:lnTo>
                    <a:pt x="26361" y="233101"/>
                  </a:lnTo>
                  <a:lnTo>
                    <a:pt x="27601" y="229673"/>
                  </a:lnTo>
                  <a:lnTo>
                    <a:pt x="27067" y="225786"/>
                  </a:lnTo>
                  <a:lnTo>
                    <a:pt x="27631" y="223797"/>
                  </a:lnTo>
                  <a:lnTo>
                    <a:pt x="27216" y="222238"/>
                  </a:lnTo>
                  <a:lnTo>
                    <a:pt x="25120" y="221491"/>
                  </a:lnTo>
                  <a:lnTo>
                    <a:pt x="25009" y="219296"/>
                  </a:lnTo>
                  <a:lnTo>
                    <a:pt x="25094" y="215980"/>
                  </a:lnTo>
                  <a:lnTo>
                    <a:pt x="22874" y="210238"/>
                  </a:lnTo>
                  <a:lnTo>
                    <a:pt x="19832" y="207171"/>
                  </a:lnTo>
                  <a:lnTo>
                    <a:pt x="17127" y="203086"/>
                  </a:lnTo>
                  <a:lnTo>
                    <a:pt x="16839" y="201112"/>
                  </a:lnTo>
                  <a:lnTo>
                    <a:pt x="14450" y="194183"/>
                  </a:lnTo>
                  <a:lnTo>
                    <a:pt x="11968" y="190896"/>
                  </a:lnTo>
                  <a:lnTo>
                    <a:pt x="11242" y="189127"/>
                  </a:lnTo>
                  <a:lnTo>
                    <a:pt x="10382" y="187023"/>
                  </a:lnTo>
                  <a:lnTo>
                    <a:pt x="8235" y="183620"/>
                  </a:lnTo>
                  <a:lnTo>
                    <a:pt x="7771" y="181746"/>
                  </a:lnTo>
                  <a:lnTo>
                    <a:pt x="6236" y="178823"/>
                  </a:lnTo>
                  <a:lnTo>
                    <a:pt x="5928" y="176200"/>
                  </a:lnTo>
                  <a:lnTo>
                    <a:pt x="8746" y="173023"/>
                  </a:lnTo>
                  <a:lnTo>
                    <a:pt x="9045" y="166808"/>
                  </a:lnTo>
                  <a:lnTo>
                    <a:pt x="8219" y="162419"/>
                  </a:lnTo>
                  <a:lnTo>
                    <a:pt x="8023" y="157649"/>
                  </a:lnTo>
                  <a:lnTo>
                    <a:pt x="8300" y="152308"/>
                  </a:lnTo>
                  <a:lnTo>
                    <a:pt x="10088" y="147645"/>
                  </a:lnTo>
                  <a:lnTo>
                    <a:pt x="13782" y="142310"/>
                  </a:lnTo>
                  <a:lnTo>
                    <a:pt x="14185" y="138265"/>
                  </a:lnTo>
                  <a:lnTo>
                    <a:pt x="14729" y="134629"/>
                  </a:lnTo>
                  <a:lnTo>
                    <a:pt x="13786" y="131983"/>
                  </a:lnTo>
                  <a:lnTo>
                    <a:pt x="14564" y="125605"/>
                  </a:lnTo>
                  <a:lnTo>
                    <a:pt x="12703" y="123162"/>
                  </a:lnTo>
                  <a:lnTo>
                    <a:pt x="11655" y="119242"/>
                  </a:lnTo>
                  <a:lnTo>
                    <a:pt x="9962" y="113934"/>
                  </a:lnTo>
                  <a:lnTo>
                    <a:pt x="9705" y="113126"/>
                  </a:lnTo>
                  <a:lnTo>
                    <a:pt x="8450" y="112258"/>
                  </a:lnTo>
                  <a:lnTo>
                    <a:pt x="8599" y="108832"/>
                  </a:lnTo>
                  <a:lnTo>
                    <a:pt x="6995" y="106038"/>
                  </a:lnTo>
                  <a:lnTo>
                    <a:pt x="5221" y="104632"/>
                  </a:lnTo>
                  <a:lnTo>
                    <a:pt x="3139" y="100725"/>
                  </a:lnTo>
                  <a:lnTo>
                    <a:pt x="572" y="96301"/>
                  </a:lnTo>
                  <a:lnTo>
                    <a:pt x="0" y="95090"/>
                  </a:lnTo>
                  <a:lnTo>
                    <a:pt x="1565" y="91287"/>
                  </a:lnTo>
                  <a:lnTo>
                    <a:pt x="1759" y="88703"/>
                  </a:lnTo>
                  <a:lnTo>
                    <a:pt x="946" y="84603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5015186" y="2829399"/>
              <a:ext cx="7470" cy="12780"/>
            </a:xfrm>
            <a:custGeom>
              <a:avLst/>
              <a:pathLst>
                <a:path w="7470" h="12780">
                  <a:moveTo>
                    <a:pt x="315" y="3175"/>
                  </a:moveTo>
                  <a:lnTo>
                    <a:pt x="5347" y="0"/>
                  </a:lnTo>
                  <a:lnTo>
                    <a:pt x="7470" y="2663"/>
                  </a:lnTo>
                  <a:lnTo>
                    <a:pt x="4847" y="7934"/>
                  </a:lnTo>
                  <a:lnTo>
                    <a:pt x="3826" y="12780"/>
                  </a:lnTo>
                  <a:lnTo>
                    <a:pt x="0" y="881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4788925" y="2732068"/>
              <a:ext cx="14857" cy="11615"/>
            </a:xfrm>
            <a:custGeom>
              <a:avLst/>
              <a:pathLst>
                <a:path w="14857" h="11615">
                  <a:moveTo>
                    <a:pt x="0" y="3191"/>
                  </a:moveTo>
                  <a:lnTo>
                    <a:pt x="1865" y="2031"/>
                  </a:lnTo>
                  <a:lnTo>
                    <a:pt x="6513" y="0"/>
                  </a:lnTo>
                  <a:lnTo>
                    <a:pt x="11487" y="830"/>
                  </a:lnTo>
                  <a:lnTo>
                    <a:pt x="12537" y="2280"/>
                  </a:lnTo>
                  <a:lnTo>
                    <a:pt x="14857" y="6493"/>
                  </a:lnTo>
                  <a:lnTo>
                    <a:pt x="14434" y="8607"/>
                  </a:lnTo>
                  <a:lnTo>
                    <a:pt x="13277" y="10365"/>
                  </a:lnTo>
                  <a:lnTo>
                    <a:pt x="8620" y="11615"/>
                  </a:lnTo>
                  <a:lnTo>
                    <a:pt x="5879" y="7982"/>
                  </a:lnTo>
                  <a:lnTo>
                    <a:pt x="3852" y="5876"/>
                  </a:lnTo>
                  <a:lnTo>
                    <a:pt x="684" y="487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4685075" y="2737943"/>
              <a:ext cx="330466" cy="353701"/>
            </a:xfrm>
            <a:custGeom>
              <a:avLst/>
              <a:pathLst>
                <a:path w="330466" h="353701">
                  <a:moveTo>
                    <a:pt x="31" y="118329"/>
                  </a:moveTo>
                  <a:lnTo>
                    <a:pt x="471" y="112618"/>
                  </a:lnTo>
                  <a:lnTo>
                    <a:pt x="1969" y="111346"/>
                  </a:lnTo>
                  <a:lnTo>
                    <a:pt x="2731" y="110699"/>
                  </a:lnTo>
                  <a:lnTo>
                    <a:pt x="5084" y="106225"/>
                  </a:lnTo>
                  <a:lnTo>
                    <a:pt x="5698" y="102547"/>
                  </a:lnTo>
                  <a:lnTo>
                    <a:pt x="7461" y="98516"/>
                  </a:lnTo>
                  <a:lnTo>
                    <a:pt x="10744" y="94969"/>
                  </a:lnTo>
                  <a:lnTo>
                    <a:pt x="14740" y="92859"/>
                  </a:lnTo>
                  <a:lnTo>
                    <a:pt x="16482" y="90790"/>
                  </a:lnTo>
                  <a:lnTo>
                    <a:pt x="20468" y="90192"/>
                  </a:lnTo>
                  <a:lnTo>
                    <a:pt x="21520" y="87751"/>
                  </a:lnTo>
                  <a:lnTo>
                    <a:pt x="24517" y="86086"/>
                  </a:lnTo>
                  <a:lnTo>
                    <a:pt x="26793" y="86178"/>
                  </a:lnTo>
                  <a:lnTo>
                    <a:pt x="27257" y="83218"/>
                  </a:lnTo>
                  <a:lnTo>
                    <a:pt x="29513" y="81225"/>
                  </a:lnTo>
                  <a:lnTo>
                    <a:pt x="28888" y="74653"/>
                  </a:lnTo>
                  <a:lnTo>
                    <a:pt x="28234" y="67782"/>
                  </a:lnTo>
                  <a:lnTo>
                    <a:pt x="26950" y="54058"/>
                  </a:lnTo>
                  <a:lnTo>
                    <a:pt x="26367" y="47848"/>
                  </a:lnTo>
                  <a:lnTo>
                    <a:pt x="25084" y="34566"/>
                  </a:lnTo>
                  <a:lnTo>
                    <a:pt x="29776" y="33992"/>
                  </a:lnTo>
                  <a:lnTo>
                    <a:pt x="30752" y="31458"/>
                  </a:lnTo>
                  <a:lnTo>
                    <a:pt x="32621" y="28368"/>
                  </a:lnTo>
                  <a:lnTo>
                    <a:pt x="34932" y="27912"/>
                  </a:lnTo>
                  <a:lnTo>
                    <a:pt x="37800" y="29542"/>
                  </a:lnTo>
                  <a:lnTo>
                    <a:pt x="39758" y="29671"/>
                  </a:lnTo>
                  <a:lnTo>
                    <a:pt x="42844" y="31276"/>
                  </a:lnTo>
                  <a:lnTo>
                    <a:pt x="46843" y="30258"/>
                  </a:lnTo>
                  <a:lnTo>
                    <a:pt x="50470" y="29892"/>
                  </a:lnTo>
                  <a:lnTo>
                    <a:pt x="59553" y="25387"/>
                  </a:lnTo>
                  <a:lnTo>
                    <a:pt x="63215" y="23181"/>
                  </a:lnTo>
                  <a:lnTo>
                    <a:pt x="64457" y="23051"/>
                  </a:lnTo>
                  <a:lnTo>
                    <a:pt x="66635" y="22822"/>
                  </a:lnTo>
                  <a:lnTo>
                    <a:pt x="71727" y="19701"/>
                  </a:lnTo>
                  <a:lnTo>
                    <a:pt x="74410" y="18732"/>
                  </a:lnTo>
                  <a:lnTo>
                    <a:pt x="76645" y="16192"/>
                  </a:lnTo>
                  <a:lnTo>
                    <a:pt x="79695" y="15054"/>
                  </a:lnTo>
                  <a:lnTo>
                    <a:pt x="81863" y="12418"/>
                  </a:lnTo>
                  <a:lnTo>
                    <a:pt x="84435" y="13901"/>
                  </a:lnTo>
                  <a:lnTo>
                    <a:pt x="86214" y="11682"/>
                  </a:lnTo>
                  <a:lnTo>
                    <a:pt x="88455" y="10674"/>
                  </a:lnTo>
                  <a:lnTo>
                    <a:pt x="91092" y="8490"/>
                  </a:lnTo>
                  <a:lnTo>
                    <a:pt x="93578" y="6403"/>
                  </a:lnTo>
                  <a:lnTo>
                    <a:pt x="92808" y="1949"/>
                  </a:lnTo>
                  <a:lnTo>
                    <a:pt x="96141" y="0"/>
                  </a:lnTo>
                  <a:lnTo>
                    <a:pt x="100337" y="2672"/>
                  </a:lnTo>
                  <a:lnTo>
                    <a:pt x="103063" y="4268"/>
                  </a:lnTo>
                  <a:lnTo>
                    <a:pt x="106759" y="7406"/>
                  </a:lnTo>
                  <a:lnTo>
                    <a:pt x="104526" y="13365"/>
                  </a:lnTo>
                  <a:lnTo>
                    <a:pt x="101702" y="18299"/>
                  </a:lnTo>
                  <a:lnTo>
                    <a:pt x="100867" y="20452"/>
                  </a:lnTo>
                  <a:lnTo>
                    <a:pt x="102758" y="23471"/>
                  </a:lnTo>
                  <a:lnTo>
                    <a:pt x="99754" y="27114"/>
                  </a:lnTo>
                  <a:lnTo>
                    <a:pt x="99182" y="30473"/>
                  </a:lnTo>
                  <a:lnTo>
                    <a:pt x="98159" y="32576"/>
                  </a:lnTo>
                  <a:lnTo>
                    <a:pt x="99853" y="32786"/>
                  </a:lnTo>
                  <a:lnTo>
                    <a:pt x="101353" y="32971"/>
                  </a:lnTo>
                  <a:lnTo>
                    <a:pt x="104805" y="29930"/>
                  </a:lnTo>
                  <a:lnTo>
                    <a:pt x="106579" y="29015"/>
                  </a:lnTo>
                  <a:lnTo>
                    <a:pt x="108520" y="27079"/>
                  </a:lnTo>
                  <a:lnTo>
                    <a:pt x="109069" y="23330"/>
                  </a:lnTo>
                  <a:lnTo>
                    <a:pt x="113509" y="26576"/>
                  </a:lnTo>
                  <a:lnTo>
                    <a:pt x="119368" y="30733"/>
                  </a:lnTo>
                  <a:lnTo>
                    <a:pt x="120275" y="30518"/>
                  </a:lnTo>
                  <a:lnTo>
                    <a:pt x="122554" y="29977"/>
                  </a:lnTo>
                  <a:lnTo>
                    <a:pt x="126523" y="31759"/>
                  </a:lnTo>
                  <a:lnTo>
                    <a:pt x="127534" y="31269"/>
                  </a:lnTo>
                  <a:lnTo>
                    <a:pt x="129520" y="33632"/>
                  </a:lnTo>
                  <a:lnTo>
                    <a:pt x="132330" y="31719"/>
                  </a:lnTo>
                  <a:lnTo>
                    <a:pt x="135166" y="34137"/>
                  </a:lnTo>
                  <a:lnTo>
                    <a:pt x="139191" y="35162"/>
                  </a:lnTo>
                  <a:lnTo>
                    <a:pt x="143042" y="41065"/>
                  </a:lnTo>
                  <a:lnTo>
                    <a:pt x="145916" y="47423"/>
                  </a:lnTo>
                  <a:lnTo>
                    <a:pt x="156691" y="49042"/>
                  </a:lnTo>
                  <a:lnTo>
                    <a:pt x="173078" y="51454"/>
                  </a:lnTo>
                  <a:lnTo>
                    <a:pt x="203958" y="55805"/>
                  </a:lnTo>
                  <a:lnTo>
                    <a:pt x="209885" y="58367"/>
                  </a:lnTo>
                  <a:lnTo>
                    <a:pt x="213338" y="59855"/>
                  </a:lnTo>
                  <a:lnTo>
                    <a:pt x="220484" y="62922"/>
                  </a:lnTo>
                  <a:lnTo>
                    <a:pt x="224344" y="61920"/>
                  </a:lnTo>
                  <a:lnTo>
                    <a:pt x="227583" y="62496"/>
                  </a:lnTo>
                  <a:lnTo>
                    <a:pt x="227817" y="62537"/>
                  </a:lnTo>
                  <a:lnTo>
                    <a:pt x="229256" y="64285"/>
                  </a:lnTo>
                  <a:lnTo>
                    <a:pt x="231679" y="63832"/>
                  </a:lnTo>
                  <a:lnTo>
                    <a:pt x="232449" y="61749"/>
                  </a:lnTo>
                  <a:lnTo>
                    <a:pt x="236047" y="60775"/>
                  </a:lnTo>
                  <a:lnTo>
                    <a:pt x="242886" y="63100"/>
                  </a:lnTo>
                  <a:lnTo>
                    <a:pt x="244367" y="61920"/>
                  </a:lnTo>
                  <a:lnTo>
                    <a:pt x="248594" y="63904"/>
                  </a:lnTo>
                  <a:lnTo>
                    <a:pt x="251999" y="63112"/>
                  </a:lnTo>
                  <a:lnTo>
                    <a:pt x="255909" y="63813"/>
                  </a:lnTo>
                  <a:lnTo>
                    <a:pt x="259620" y="65268"/>
                  </a:lnTo>
                  <a:lnTo>
                    <a:pt x="262429" y="68606"/>
                  </a:lnTo>
                  <a:lnTo>
                    <a:pt x="259725" y="73354"/>
                  </a:lnTo>
                  <a:lnTo>
                    <a:pt x="261609" y="74915"/>
                  </a:lnTo>
                  <a:lnTo>
                    <a:pt x="264425" y="75612"/>
                  </a:lnTo>
                  <a:lnTo>
                    <a:pt x="264918" y="75734"/>
                  </a:lnTo>
                  <a:lnTo>
                    <a:pt x="267644" y="74286"/>
                  </a:lnTo>
                  <a:lnTo>
                    <a:pt x="269598" y="76524"/>
                  </a:lnTo>
                  <a:lnTo>
                    <a:pt x="274474" y="76526"/>
                  </a:lnTo>
                  <a:lnTo>
                    <a:pt x="277417" y="78666"/>
                  </a:lnTo>
                  <a:lnTo>
                    <a:pt x="279179" y="79946"/>
                  </a:lnTo>
                  <a:lnTo>
                    <a:pt x="280854" y="82079"/>
                  </a:lnTo>
                  <a:lnTo>
                    <a:pt x="278712" y="84077"/>
                  </a:lnTo>
                  <a:lnTo>
                    <a:pt x="281818" y="87152"/>
                  </a:lnTo>
                  <a:lnTo>
                    <a:pt x="281704" y="89936"/>
                  </a:lnTo>
                  <a:lnTo>
                    <a:pt x="281380" y="94037"/>
                  </a:lnTo>
                  <a:lnTo>
                    <a:pt x="281914" y="98112"/>
                  </a:lnTo>
                  <a:lnTo>
                    <a:pt x="279971" y="100744"/>
                  </a:lnTo>
                  <a:lnTo>
                    <a:pt x="280065" y="104848"/>
                  </a:lnTo>
                  <a:lnTo>
                    <a:pt x="280177" y="108064"/>
                  </a:lnTo>
                  <a:lnTo>
                    <a:pt x="283641" y="107489"/>
                  </a:lnTo>
                  <a:lnTo>
                    <a:pt x="286352" y="106959"/>
                  </a:lnTo>
                  <a:lnTo>
                    <a:pt x="288435" y="104316"/>
                  </a:lnTo>
                  <a:lnTo>
                    <a:pt x="291338" y="105085"/>
                  </a:lnTo>
                  <a:lnTo>
                    <a:pt x="291419" y="109299"/>
                  </a:lnTo>
                  <a:lnTo>
                    <a:pt x="289851" y="115280"/>
                  </a:lnTo>
                  <a:lnTo>
                    <a:pt x="288758" y="119333"/>
                  </a:lnTo>
                  <a:lnTo>
                    <a:pt x="291901" y="122604"/>
                  </a:lnTo>
                  <a:lnTo>
                    <a:pt x="295025" y="125684"/>
                  </a:lnTo>
                  <a:lnTo>
                    <a:pt x="298367" y="126063"/>
                  </a:lnTo>
                  <a:lnTo>
                    <a:pt x="297009" y="130316"/>
                  </a:lnTo>
                  <a:lnTo>
                    <a:pt x="297584" y="135737"/>
                  </a:lnTo>
                  <a:lnTo>
                    <a:pt x="293947" y="136510"/>
                  </a:lnTo>
                  <a:lnTo>
                    <a:pt x="290418" y="137978"/>
                  </a:lnTo>
                  <a:lnTo>
                    <a:pt x="287730" y="139092"/>
                  </a:lnTo>
                  <a:lnTo>
                    <a:pt x="286394" y="141687"/>
                  </a:lnTo>
                  <a:lnTo>
                    <a:pt x="287275" y="145615"/>
                  </a:lnTo>
                  <a:lnTo>
                    <a:pt x="286561" y="147031"/>
                  </a:lnTo>
                  <a:lnTo>
                    <a:pt x="284255" y="150529"/>
                  </a:lnTo>
                  <a:lnTo>
                    <a:pt x="282937" y="155778"/>
                  </a:lnTo>
                  <a:lnTo>
                    <a:pt x="281017" y="158959"/>
                  </a:lnTo>
                  <a:lnTo>
                    <a:pt x="280731" y="162430"/>
                  </a:lnTo>
                  <a:lnTo>
                    <a:pt x="280639" y="163543"/>
                  </a:lnTo>
                  <a:lnTo>
                    <a:pt x="281467" y="167832"/>
                  </a:lnTo>
                  <a:lnTo>
                    <a:pt x="279523" y="171081"/>
                  </a:lnTo>
                  <a:lnTo>
                    <a:pt x="281906" y="173414"/>
                  </a:lnTo>
                  <a:lnTo>
                    <a:pt x="285467" y="173648"/>
                  </a:lnTo>
                  <a:lnTo>
                    <a:pt x="287454" y="169766"/>
                  </a:lnTo>
                  <a:lnTo>
                    <a:pt x="288835" y="166792"/>
                  </a:lnTo>
                  <a:lnTo>
                    <a:pt x="293586" y="163582"/>
                  </a:lnTo>
                  <a:lnTo>
                    <a:pt x="294187" y="162328"/>
                  </a:lnTo>
                  <a:lnTo>
                    <a:pt x="294746" y="161160"/>
                  </a:lnTo>
                  <a:lnTo>
                    <a:pt x="295231" y="160288"/>
                  </a:lnTo>
                  <a:lnTo>
                    <a:pt x="296028" y="158857"/>
                  </a:lnTo>
                  <a:lnTo>
                    <a:pt x="295592" y="156399"/>
                  </a:lnTo>
                  <a:lnTo>
                    <a:pt x="298849" y="149913"/>
                  </a:lnTo>
                  <a:lnTo>
                    <a:pt x="301819" y="145173"/>
                  </a:lnTo>
                  <a:lnTo>
                    <a:pt x="304544" y="144294"/>
                  </a:lnTo>
                  <a:lnTo>
                    <a:pt x="305276" y="143199"/>
                  </a:lnTo>
                  <a:lnTo>
                    <a:pt x="308884" y="141301"/>
                  </a:lnTo>
                  <a:lnTo>
                    <a:pt x="311233" y="137034"/>
                  </a:lnTo>
                  <a:lnTo>
                    <a:pt x="313409" y="130302"/>
                  </a:lnTo>
                  <a:lnTo>
                    <a:pt x="316523" y="124330"/>
                  </a:lnTo>
                  <a:lnTo>
                    <a:pt x="316921" y="117329"/>
                  </a:lnTo>
                  <a:lnTo>
                    <a:pt x="320333" y="116315"/>
                  </a:lnTo>
                  <a:lnTo>
                    <a:pt x="322818" y="112948"/>
                  </a:lnTo>
                  <a:lnTo>
                    <a:pt x="322929" y="109115"/>
                  </a:lnTo>
                  <a:lnTo>
                    <a:pt x="325289" y="105838"/>
                  </a:lnTo>
                  <a:lnTo>
                    <a:pt x="327440" y="104970"/>
                  </a:lnTo>
                  <a:lnTo>
                    <a:pt x="329710" y="105293"/>
                  </a:lnTo>
                  <a:lnTo>
                    <a:pt x="330466" y="110289"/>
                  </a:lnTo>
                  <a:lnTo>
                    <a:pt x="327376" y="114055"/>
                  </a:lnTo>
                  <a:lnTo>
                    <a:pt x="327950" y="118161"/>
                  </a:lnTo>
                  <a:lnTo>
                    <a:pt x="327695" y="122700"/>
                  </a:lnTo>
                  <a:lnTo>
                    <a:pt x="324325" y="128637"/>
                  </a:lnTo>
                  <a:lnTo>
                    <a:pt x="322423" y="134151"/>
                  </a:lnTo>
                  <a:lnTo>
                    <a:pt x="322209" y="139205"/>
                  </a:lnTo>
                  <a:lnTo>
                    <a:pt x="318997" y="143977"/>
                  </a:lnTo>
                  <a:lnTo>
                    <a:pt x="317379" y="149227"/>
                  </a:lnTo>
                  <a:lnTo>
                    <a:pt x="315418" y="157273"/>
                  </a:lnTo>
                  <a:lnTo>
                    <a:pt x="314507" y="160995"/>
                  </a:lnTo>
                  <a:lnTo>
                    <a:pt x="312530" y="164930"/>
                  </a:lnTo>
                  <a:lnTo>
                    <a:pt x="311174" y="175278"/>
                  </a:lnTo>
                  <a:lnTo>
                    <a:pt x="310289" y="186162"/>
                  </a:lnTo>
                  <a:lnTo>
                    <a:pt x="310248" y="186663"/>
                  </a:lnTo>
                  <a:lnTo>
                    <a:pt x="312316" y="191298"/>
                  </a:lnTo>
                  <a:lnTo>
                    <a:pt x="313715" y="195047"/>
                  </a:lnTo>
                  <a:lnTo>
                    <a:pt x="312506" y="199359"/>
                  </a:lnTo>
                  <a:lnTo>
                    <a:pt x="309417" y="202096"/>
                  </a:lnTo>
                  <a:lnTo>
                    <a:pt x="306959" y="206492"/>
                  </a:lnTo>
                  <a:lnTo>
                    <a:pt x="305876" y="216011"/>
                  </a:lnTo>
                  <a:lnTo>
                    <a:pt x="305076" y="222079"/>
                  </a:lnTo>
                  <a:lnTo>
                    <a:pt x="304875" y="223601"/>
                  </a:lnTo>
                  <a:lnTo>
                    <a:pt x="306167" y="228507"/>
                  </a:lnTo>
                  <a:lnTo>
                    <a:pt x="308157" y="231678"/>
                  </a:lnTo>
                  <a:lnTo>
                    <a:pt x="308235" y="235252"/>
                  </a:lnTo>
                  <a:lnTo>
                    <a:pt x="308860" y="238652"/>
                  </a:lnTo>
                  <a:lnTo>
                    <a:pt x="305470" y="248561"/>
                  </a:lnTo>
                  <a:lnTo>
                    <a:pt x="305655" y="250149"/>
                  </a:lnTo>
                  <a:lnTo>
                    <a:pt x="306117" y="254129"/>
                  </a:lnTo>
                  <a:lnTo>
                    <a:pt x="304245" y="260225"/>
                  </a:lnTo>
                  <a:lnTo>
                    <a:pt x="302809" y="269552"/>
                  </a:lnTo>
                  <a:lnTo>
                    <a:pt x="303685" y="278331"/>
                  </a:lnTo>
                  <a:lnTo>
                    <a:pt x="303726" y="278726"/>
                  </a:lnTo>
                  <a:lnTo>
                    <a:pt x="304269" y="283982"/>
                  </a:lnTo>
                  <a:lnTo>
                    <a:pt x="306715" y="288571"/>
                  </a:lnTo>
                  <a:lnTo>
                    <a:pt x="305810" y="292624"/>
                  </a:lnTo>
                  <a:lnTo>
                    <a:pt x="307441" y="294813"/>
                  </a:lnTo>
                  <a:lnTo>
                    <a:pt x="309686" y="297821"/>
                  </a:lnTo>
                  <a:lnTo>
                    <a:pt x="311146" y="304646"/>
                  </a:lnTo>
                  <a:lnTo>
                    <a:pt x="312102" y="305666"/>
                  </a:lnTo>
                  <a:lnTo>
                    <a:pt x="315903" y="309717"/>
                  </a:lnTo>
                  <a:lnTo>
                    <a:pt x="315820" y="316507"/>
                  </a:lnTo>
                  <a:lnTo>
                    <a:pt x="315221" y="319218"/>
                  </a:lnTo>
                  <a:lnTo>
                    <a:pt x="314772" y="321244"/>
                  </a:lnTo>
                  <a:lnTo>
                    <a:pt x="315602" y="326341"/>
                  </a:lnTo>
                  <a:lnTo>
                    <a:pt x="317350" y="333114"/>
                  </a:lnTo>
                  <a:lnTo>
                    <a:pt x="294229" y="336232"/>
                  </a:lnTo>
                  <a:lnTo>
                    <a:pt x="293213" y="336367"/>
                  </a:lnTo>
                  <a:lnTo>
                    <a:pt x="288135" y="337128"/>
                  </a:lnTo>
                  <a:lnTo>
                    <a:pt x="278477" y="338560"/>
                  </a:lnTo>
                  <a:lnTo>
                    <a:pt x="276434" y="338861"/>
                  </a:lnTo>
                  <a:lnTo>
                    <a:pt x="264833" y="340596"/>
                  </a:lnTo>
                  <a:lnTo>
                    <a:pt x="260819" y="341109"/>
                  </a:lnTo>
                  <a:lnTo>
                    <a:pt x="251312" y="342310"/>
                  </a:lnTo>
                  <a:lnTo>
                    <a:pt x="245361" y="343052"/>
                  </a:lnTo>
                  <a:lnTo>
                    <a:pt x="243935" y="343222"/>
                  </a:lnTo>
                  <a:lnTo>
                    <a:pt x="226595" y="345246"/>
                  </a:lnTo>
                  <a:lnTo>
                    <a:pt x="224524" y="345483"/>
                  </a:lnTo>
                  <a:lnTo>
                    <a:pt x="219187" y="346091"/>
                  </a:lnTo>
                  <a:lnTo>
                    <a:pt x="199164" y="348365"/>
                  </a:lnTo>
                  <a:lnTo>
                    <a:pt x="193994" y="348939"/>
                  </a:lnTo>
                  <a:lnTo>
                    <a:pt x="176741" y="350888"/>
                  </a:lnTo>
                  <a:lnTo>
                    <a:pt x="164938" y="352339"/>
                  </a:lnTo>
                  <a:lnTo>
                    <a:pt x="164321" y="352415"/>
                  </a:lnTo>
                  <a:lnTo>
                    <a:pt x="152343" y="353701"/>
                  </a:lnTo>
                  <a:lnTo>
                    <a:pt x="150002" y="348511"/>
                  </a:lnTo>
                  <a:lnTo>
                    <a:pt x="147928" y="344754"/>
                  </a:lnTo>
                  <a:lnTo>
                    <a:pt x="145275" y="343526"/>
                  </a:lnTo>
                  <a:lnTo>
                    <a:pt x="138793" y="342716"/>
                  </a:lnTo>
                  <a:lnTo>
                    <a:pt x="136131" y="342254"/>
                  </a:lnTo>
                  <a:lnTo>
                    <a:pt x="133461" y="341789"/>
                  </a:lnTo>
                  <a:lnTo>
                    <a:pt x="128766" y="339449"/>
                  </a:lnTo>
                  <a:lnTo>
                    <a:pt x="125190" y="335363"/>
                  </a:lnTo>
                  <a:lnTo>
                    <a:pt x="122808" y="328503"/>
                  </a:lnTo>
                  <a:lnTo>
                    <a:pt x="120209" y="325636"/>
                  </a:lnTo>
                  <a:lnTo>
                    <a:pt x="118589" y="320047"/>
                  </a:lnTo>
                  <a:lnTo>
                    <a:pt x="118284" y="319143"/>
                  </a:lnTo>
                  <a:lnTo>
                    <a:pt x="116951" y="315185"/>
                  </a:lnTo>
                  <a:lnTo>
                    <a:pt x="116587" y="311898"/>
                  </a:lnTo>
                  <a:lnTo>
                    <a:pt x="116110" y="307593"/>
                  </a:lnTo>
                  <a:lnTo>
                    <a:pt x="118139" y="304190"/>
                  </a:lnTo>
                  <a:lnTo>
                    <a:pt x="120423" y="300136"/>
                  </a:lnTo>
                  <a:lnTo>
                    <a:pt x="121847" y="297410"/>
                  </a:lnTo>
                  <a:lnTo>
                    <a:pt x="118503" y="292998"/>
                  </a:lnTo>
                  <a:lnTo>
                    <a:pt x="115592" y="291620"/>
                  </a:lnTo>
                  <a:lnTo>
                    <a:pt x="112247" y="288874"/>
                  </a:lnTo>
                  <a:lnTo>
                    <a:pt x="112456" y="286500"/>
                  </a:lnTo>
                  <a:lnTo>
                    <a:pt x="111672" y="285271"/>
                  </a:lnTo>
                  <a:lnTo>
                    <a:pt x="110167" y="282910"/>
                  </a:lnTo>
                  <a:lnTo>
                    <a:pt x="110584" y="278894"/>
                  </a:lnTo>
                  <a:lnTo>
                    <a:pt x="109177" y="273898"/>
                  </a:lnTo>
                  <a:lnTo>
                    <a:pt x="107728" y="271210"/>
                  </a:lnTo>
                  <a:lnTo>
                    <a:pt x="106009" y="266090"/>
                  </a:lnTo>
                  <a:lnTo>
                    <a:pt x="106440" y="261316"/>
                  </a:lnTo>
                  <a:lnTo>
                    <a:pt x="106784" y="257484"/>
                  </a:lnTo>
                  <a:lnTo>
                    <a:pt x="103670" y="251893"/>
                  </a:lnTo>
                  <a:lnTo>
                    <a:pt x="103432" y="251465"/>
                  </a:lnTo>
                  <a:lnTo>
                    <a:pt x="99112" y="246763"/>
                  </a:lnTo>
                  <a:lnTo>
                    <a:pt x="94795" y="241854"/>
                  </a:lnTo>
                  <a:lnTo>
                    <a:pt x="93688" y="240593"/>
                  </a:lnTo>
                  <a:lnTo>
                    <a:pt x="86762" y="239504"/>
                  </a:lnTo>
                  <a:lnTo>
                    <a:pt x="85941" y="239374"/>
                  </a:lnTo>
                  <a:lnTo>
                    <a:pt x="81405" y="236866"/>
                  </a:lnTo>
                  <a:lnTo>
                    <a:pt x="76843" y="232154"/>
                  </a:lnTo>
                  <a:lnTo>
                    <a:pt x="70994" y="229918"/>
                  </a:lnTo>
                  <a:lnTo>
                    <a:pt x="68625" y="227518"/>
                  </a:lnTo>
                  <a:lnTo>
                    <a:pt x="66195" y="225052"/>
                  </a:lnTo>
                  <a:lnTo>
                    <a:pt x="64182" y="218294"/>
                  </a:lnTo>
                  <a:lnTo>
                    <a:pt x="61158" y="215075"/>
                  </a:lnTo>
                  <a:lnTo>
                    <a:pt x="53998" y="212382"/>
                  </a:lnTo>
                  <a:lnTo>
                    <a:pt x="52427" y="211789"/>
                  </a:lnTo>
                  <a:lnTo>
                    <a:pt x="45336" y="209958"/>
                  </a:lnTo>
                  <a:lnTo>
                    <a:pt x="44542" y="209329"/>
                  </a:lnTo>
                  <a:lnTo>
                    <a:pt x="41732" y="207102"/>
                  </a:lnTo>
                  <a:lnTo>
                    <a:pt x="40037" y="203062"/>
                  </a:lnTo>
                  <a:lnTo>
                    <a:pt x="39867" y="202977"/>
                  </a:lnTo>
                  <a:lnTo>
                    <a:pt x="37208" y="201658"/>
                  </a:lnTo>
                  <a:lnTo>
                    <a:pt x="35085" y="201909"/>
                  </a:lnTo>
                  <a:lnTo>
                    <a:pt x="26493" y="201158"/>
                  </a:lnTo>
                  <a:lnTo>
                    <a:pt x="22367" y="198726"/>
                  </a:lnTo>
                  <a:lnTo>
                    <a:pt x="17403" y="193058"/>
                  </a:lnTo>
                  <a:lnTo>
                    <a:pt x="15246" y="191216"/>
                  </a:lnTo>
                  <a:lnTo>
                    <a:pt x="11521" y="188029"/>
                  </a:lnTo>
                  <a:lnTo>
                    <a:pt x="10729" y="187351"/>
                  </a:lnTo>
                  <a:lnTo>
                    <a:pt x="12183" y="180349"/>
                  </a:lnTo>
                  <a:lnTo>
                    <a:pt x="12216" y="179738"/>
                  </a:lnTo>
                  <a:lnTo>
                    <a:pt x="12561" y="173348"/>
                  </a:lnTo>
                  <a:lnTo>
                    <a:pt x="11365" y="166991"/>
                  </a:lnTo>
                  <a:lnTo>
                    <a:pt x="8769" y="163792"/>
                  </a:lnTo>
                  <a:lnTo>
                    <a:pt x="9434" y="162922"/>
                  </a:lnTo>
                  <a:lnTo>
                    <a:pt x="11913" y="159676"/>
                  </a:lnTo>
                  <a:lnTo>
                    <a:pt x="9858" y="153331"/>
                  </a:lnTo>
                  <a:lnTo>
                    <a:pt x="9798" y="152145"/>
                  </a:lnTo>
                  <a:lnTo>
                    <a:pt x="9500" y="146186"/>
                  </a:lnTo>
                  <a:lnTo>
                    <a:pt x="10178" y="145236"/>
                  </a:lnTo>
                  <a:lnTo>
                    <a:pt x="12631" y="141793"/>
                  </a:lnTo>
                  <a:lnTo>
                    <a:pt x="14450" y="136858"/>
                  </a:lnTo>
                  <a:lnTo>
                    <a:pt x="14798" y="133480"/>
                  </a:lnTo>
                  <a:lnTo>
                    <a:pt x="12329" y="130960"/>
                  </a:lnTo>
                  <a:lnTo>
                    <a:pt x="9659" y="126937"/>
                  </a:lnTo>
                  <a:lnTo>
                    <a:pt x="7830" y="124557"/>
                  </a:lnTo>
                  <a:lnTo>
                    <a:pt x="5322" y="124354"/>
                  </a:lnTo>
                  <a:lnTo>
                    <a:pt x="837" y="123909"/>
                  </a:lnTo>
                  <a:lnTo>
                    <a:pt x="0" y="118743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5719250" y="3336091"/>
              <a:ext cx="327416" cy="338167"/>
            </a:xfrm>
            <a:custGeom>
              <a:avLst/>
              <a:pathLst>
                <a:path w="327416" h="338167">
                  <a:moveTo>
                    <a:pt x="3697" y="260011"/>
                  </a:moveTo>
                  <a:lnTo>
                    <a:pt x="3995" y="256117"/>
                  </a:lnTo>
                  <a:lnTo>
                    <a:pt x="4056" y="255320"/>
                  </a:lnTo>
                  <a:lnTo>
                    <a:pt x="3533" y="248916"/>
                  </a:lnTo>
                  <a:lnTo>
                    <a:pt x="1109" y="246609"/>
                  </a:lnTo>
                  <a:lnTo>
                    <a:pt x="0" y="239388"/>
                  </a:lnTo>
                  <a:lnTo>
                    <a:pt x="2705" y="240503"/>
                  </a:lnTo>
                  <a:lnTo>
                    <a:pt x="6245" y="238744"/>
                  </a:lnTo>
                  <a:lnTo>
                    <a:pt x="10481" y="236635"/>
                  </a:lnTo>
                  <a:lnTo>
                    <a:pt x="15046" y="234891"/>
                  </a:lnTo>
                  <a:lnTo>
                    <a:pt x="18940" y="232640"/>
                  </a:lnTo>
                  <a:lnTo>
                    <a:pt x="19481" y="227956"/>
                  </a:lnTo>
                  <a:lnTo>
                    <a:pt x="19065" y="221835"/>
                  </a:lnTo>
                  <a:lnTo>
                    <a:pt x="19498" y="219840"/>
                  </a:lnTo>
                  <a:lnTo>
                    <a:pt x="19803" y="218431"/>
                  </a:lnTo>
                  <a:lnTo>
                    <a:pt x="23818" y="217748"/>
                  </a:lnTo>
                  <a:lnTo>
                    <a:pt x="26648" y="215496"/>
                  </a:lnTo>
                  <a:lnTo>
                    <a:pt x="24931" y="210909"/>
                  </a:lnTo>
                  <a:lnTo>
                    <a:pt x="21872" y="201789"/>
                  </a:lnTo>
                  <a:lnTo>
                    <a:pt x="20513" y="197978"/>
                  </a:lnTo>
                  <a:lnTo>
                    <a:pt x="23515" y="195186"/>
                  </a:lnTo>
                  <a:lnTo>
                    <a:pt x="23890" y="187238"/>
                  </a:lnTo>
                  <a:lnTo>
                    <a:pt x="25400" y="181531"/>
                  </a:lnTo>
                  <a:lnTo>
                    <a:pt x="25812" y="179973"/>
                  </a:lnTo>
                  <a:lnTo>
                    <a:pt x="28401" y="175327"/>
                  </a:lnTo>
                  <a:lnTo>
                    <a:pt x="30639" y="173693"/>
                  </a:lnTo>
                  <a:lnTo>
                    <a:pt x="35998" y="176029"/>
                  </a:lnTo>
                  <a:lnTo>
                    <a:pt x="40327" y="181257"/>
                  </a:lnTo>
                  <a:lnTo>
                    <a:pt x="45093" y="178605"/>
                  </a:lnTo>
                  <a:lnTo>
                    <a:pt x="48101" y="174540"/>
                  </a:lnTo>
                  <a:lnTo>
                    <a:pt x="45685" y="169283"/>
                  </a:lnTo>
                  <a:lnTo>
                    <a:pt x="43797" y="165463"/>
                  </a:lnTo>
                  <a:lnTo>
                    <a:pt x="47509" y="162677"/>
                  </a:lnTo>
                  <a:lnTo>
                    <a:pt x="47981" y="162322"/>
                  </a:lnTo>
                  <a:lnTo>
                    <a:pt x="45857" y="155555"/>
                  </a:lnTo>
                  <a:lnTo>
                    <a:pt x="45754" y="155225"/>
                  </a:lnTo>
                  <a:lnTo>
                    <a:pt x="47464" y="152280"/>
                  </a:lnTo>
                  <a:lnTo>
                    <a:pt x="48002" y="151354"/>
                  </a:lnTo>
                  <a:lnTo>
                    <a:pt x="49297" y="145753"/>
                  </a:lnTo>
                  <a:lnTo>
                    <a:pt x="53843" y="144567"/>
                  </a:lnTo>
                  <a:lnTo>
                    <a:pt x="57283" y="143702"/>
                  </a:lnTo>
                  <a:lnTo>
                    <a:pt x="56598" y="138541"/>
                  </a:lnTo>
                  <a:lnTo>
                    <a:pt x="59759" y="133682"/>
                  </a:lnTo>
                  <a:lnTo>
                    <a:pt x="62375" y="129572"/>
                  </a:lnTo>
                  <a:lnTo>
                    <a:pt x="65746" y="130225"/>
                  </a:lnTo>
                  <a:lnTo>
                    <a:pt x="67945" y="133900"/>
                  </a:lnTo>
                  <a:lnTo>
                    <a:pt x="69665" y="133797"/>
                  </a:lnTo>
                  <a:lnTo>
                    <a:pt x="71342" y="133695"/>
                  </a:lnTo>
                  <a:lnTo>
                    <a:pt x="77430" y="127974"/>
                  </a:lnTo>
                  <a:lnTo>
                    <a:pt x="81077" y="123152"/>
                  </a:lnTo>
                  <a:lnTo>
                    <a:pt x="84760" y="120474"/>
                  </a:lnTo>
                  <a:lnTo>
                    <a:pt x="85105" y="119581"/>
                  </a:lnTo>
                  <a:lnTo>
                    <a:pt x="87250" y="114009"/>
                  </a:lnTo>
                  <a:lnTo>
                    <a:pt x="89395" y="110734"/>
                  </a:lnTo>
                  <a:lnTo>
                    <a:pt x="94587" y="102787"/>
                  </a:lnTo>
                  <a:lnTo>
                    <a:pt x="98947" y="96303"/>
                  </a:lnTo>
                  <a:lnTo>
                    <a:pt x="100453" y="91150"/>
                  </a:lnTo>
                  <a:lnTo>
                    <a:pt x="99894" y="90559"/>
                  </a:lnTo>
                  <a:lnTo>
                    <a:pt x="96556" y="87027"/>
                  </a:lnTo>
                  <a:lnTo>
                    <a:pt x="98939" y="82793"/>
                  </a:lnTo>
                  <a:lnTo>
                    <a:pt x="98031" y="78510"/>
                  </a:lnTo>
                  <a:lnTo>
                    <a:pt x="98030" y="78229"/>
                  </a:lnTo>
                  <a:lnTo>
                    <a:pt x="98008" y="71521"/>
                  </a:lnTo>
                  <a:lnTo>
                    <a:pt x="100081" y="67949"/>
                  </a:lnTo>
                  <a:lnTo>
                    <a:pt x="101358" y="65635"/>
                  </a:lnTo>
                  <a:lnTo>
                    <a:pt x="100174" y="59754"/>
                  </a:lnTo>
                  <a:lnTo>
                    <a:pt x="99305" y="55448"/>
                  </a:lnTo>
                  <a:lnTo>
                    <a:pt x="99960" y="48301"/>
                  </a:lnTo>
                  <a:lnTo>
                    <a:pt x="100083" y="47729"/>
                  </a:lnTo>
                  <a:lnTo>
                    <a:pt x="100741" y="44650"/>
                  </a:lnTo>
                  <a:lnTo>
                    <a:pt x="102150" y="38029"/>
                  </a:lnTo>
                  <a:lnTo>
                    <a:pt x="103689" y="32514"/>
                  </a:lnTo>
                  <a:lnTo>
                    <a:pt x="100223" y="25372"/>
                  </a:lnTo>
                  <a:lnTo>
                    <a:pt x="100312" y="24401"/>
                  </a:lnTo>
                  <a:lnTo>
                    <a:pt x="100785" y="19251"/>
                  </a:lnTo>
                  <a:lnTo>
                    <a:pt x="98019" y="12699"/>
                  </a:lnTo>
                  <a:lnTo>
                    <a:pt x="93529" y="7720"/>
                  </a:lnTo>
                  <a:lnTo>
                    <a:pt x="95565" y="3567"/>
                  </a:lnTo>
                  <a:lnTo>
                    <a:pt x="98678" y="3245"/>
                  </a:lnTo>
                  <a:lnTo>
                    <a:pt x="102663" y="0"/>
                  </a:lnTo>
                  <a:lnTo>
                    <a:pt x="106101" y="14958"/>
                  </a:lnTo>
                  <a:lnTo>
                    <a:pt x="107754" y="22161"/>
                  </a:lnTo>
                  <a:lnTo>
                    <a:pt x="108976" y="27493"/>
                  </a:lnTo>
                  <a:lnTo>
                    <a:pt x="112844" y="44398"/>
                  </a:lnTo>
                  <a:lnTo>
                    <a:pt x="115875" y="57675"/>
                  </a:lnTo>
                  <a:lnTo>
                    <a:pt x="117018" y="62699"/>
                  </a:lnTo>
                  <a:lnTo>
                    <a:pt x="122085" y="85019"/>
                  </a:lnTo>
                  <a:lnTo>
                    <a:pt x="128973" y="83366"/>
                  </a:lnTo>
                  <a:lnTo>
                    <a:pt x="153225" y="77387"/>
                  </a:lnTo>
                  <a:lnTo>
                    <a:pt x="164451" y="74618"/>
                  </a:lnTo>
                  <a:lnTo>
                    <a:pt x="175130" y="71962"/>
                  </a:lnTo>
                  <a:lnTo>
                    <a:pt x="195236" y="66820"/>
                  </a:lnTo>
                  <a:lnTo>
                    <a:pt x="199030" y="84439"/>
                  </a:lnTo>
                  <a:lnTo>
                    <a:pt x="203027" y="101807"/>
                  </a:lnTo>
                  <a:lnTo>
                    <a:pt x="205898" y="114648"/>
                  </a:lnTo>
                  <a:lnTo>
                    <a:pt x="209815" y="111466"/>
                  </a:lnTo>
                  <a:lnTo>
                    <a:pt x="213692" y="105576"/>
                  </a:lnTo>
                  <a:lnTo>
                    <a:pt x="217922" y="101382"/>
                  </a:lnTo>
                  <a:lnTo>
                    <a:pt x="219054" y="99459"/>
                  </a:lnTo>
                  <a:lnTo>
                    <a:pt x="224129" y="90811"/>
                  </a:lnTo>
                  <a:lnTo>
                    <a:pt x="227801" y="82826"/>
                  </a:lnTo>
                  <a:lnTo>
                    <a:pt x="229468" y="82351"/>
                  </a:lnTo>
                  <a:lnTo>
                    <a:pt x="231689" y="81718"/>
                  </a:lnTo>
                  <a:lnTo>
                    <a:pt x="237970" y="83323"/>
                  </a:lnTo>
                  <a:lnTo>
                    <a:pt x="238070" y="79426"/>
                  </a:lnTo>
                  <a:lnTo>
                    <a:pt x="242797" y="70858"/>
                  </a:lnTo>
                  <a:lnTo>
                    <a:pt x="246457" y="61588"/>
                  </a:lnTo>
                  <a:lnTo>
                    <a:pt x="249359" y="63641"/>
                  </a:lnTo>
                  <a:lnTo>
                    <a:pt x="252829" y="68018"/>
                  </a:lnTo>
                  <a:lnTo>
                    <a:pt x="256736" y="68106"/>
                  </a:lnTo>
                  <a:lnTo>
                    <a:pt x="261567" y="68212"/>
                  </a:lnTo>
                  <a:lnTo>
                    <a:pt x="270220" y="66278"/>
                  </a:lnTo>
                  <a:lnTo>
                    <a:pt x="270738" y="66162"/>
                  </a:lnTo>
                  <a:lnTo>
                    <a:pt x="271458" y="62268"/>
                  </a:lnTo>
                  <a:lnTo>
                    <a:pt x="273948" y="55807"/>
                  </a:lnTo>
                  <a:lnTo>
                    <a:pt x="277304" y="54278"/>
                  </a:lnTo>
                  <a:lnTo>
                    <a:pt x="278625" y="53675"/>
                  </a:lnTo>
                  <a:lnTo>
                    <a:pt x="284107" y="49433"/>
                  </a:lnTo>
                  <a:lnTo>
                    <a:pt x="293771" y="45573"/>
                  </a:lnTo>
                  <a:lnTo>
                    <a:pt x="298774" y="49183"/>
                  </a:lnTo>
                  <a:lnTo>
                    <a:pt x="300689" y="50562"/>
                  </a:lnTo>
                  <a:lnTo>
                    <a:pt x="306168" y="48425"/>
                  </a:lnTo>
                  <a:lnTo>
                    <a:pt x="313356" y="48441"/>
                  </a:lnTo>
                  <a:lnTo>
                    <a:pt x="315245" y="53981"/>
                  </a:lnTo>
                  <a:lnTo>
                    <a:pt x="316740" y="56051"/>
                  </a:lnTo>
                  <a:lnTo>
                    <a:pt x="318227" y="58110"/>
                  </a:lnTo>
                  <a:lnTo>
                    <a:pt x="324061" y="63798"/>
                  </a:lnTo>
                  <a:lnTo>
                    <a:pt x="324806" y="68381"/>
                  </a:lnTo>
                  <a:lnTo>
                    <a:pt x="327416" y="70805"/>
                  </a:lnTo>
                  <a:lnTo>
                    <a:pt x="325515" y="80428"/>
                  </a:lnTo>
                  <a:lnTo>
                    <a:pt x="324784" y="86631"/>
                  </a:lnTo>
                  <a:lnTo>
                    <a:pt x="324298" y="90336"/>
                  </a:lnTo>
                  <a:lnTo>
                    <a:pt x="306801" y="82118"/>
                  </a:lnTo>
                  <a:lnTo>
                    <a:pt x="293662" y="75914"/>
                  </a:lnTo>
                  <a:lnTo>
                    <a:pt x="290113" y="74252"/>
                  </a:lnTo>
                  <a:lnTo>
                    <a:pt x="280098" y="69544"/>
                  </a:lnTo>
                  <a:lnTo>
                    <a:pt x="282119" y="74600"/>
                  </a:lnTo>
                  <a:lnTo>
                    <a:pt x="283181" y="79801"/>
                  </a:lnTo>
                  <a:lnTo>
                    <a:pt x="280662" y="88046"/>
                  </a:lnTo>
                  <a:lnTo>
                    <a:pt x="281337" y="91682"/>
                  </a:lnTo>
                  <a:lnTo>
                    <a:pt x="280847" y="96819"/>
                  </a:lnTo>
                  <a:lnTo>
                    <a:pt x="282550" y="99197"/>
                  </a:lnTo>
                  <a:lnTo>
                    <a:pt x="277532" y="107422"/>
                  </a:lnTo>
                  <a:lnTo>
                    <a:pt x="276657" y="111189"/>
                  </a:lnTo>
                  <a:lnTo>
                    <a:pt x="275585" y="115785"/>
                  </a:lnTo>
                  <a:lnTo>
                    <a:pt x="272046" y="119330"/>
                  </a:lnTo>
                  <a:lnTo>
                    <a:pt x="269023" y="125721"/>
                  </a:lnTo>
                  <a:lnTo>
                    <a:pt x="263309" y="130395"/>
                  </a:lnTo>
                  <a:lnTo>
                    <a:pt x="261307" y="137096"/>
                  </a:lnTo>
                  <a:lnTo>
                    <a:pt x="259433" y="144276"/>
                  </a:lnTo>
                  <a:lnTo>
                    <a:pt x="248511" y="139564"/>
                  </a:lnTo>
                  <a:lnTo>
                    <a:pt x="247736" y="143840"/>
                  </a:lnTo>
                  <a:lnTo>
                    <a:pt x="246143" y="147911"/>
                  </a:lnTo>
                  <a:lnTo>
                    <a:pt x="245546" y="155070"/>
                  </a:lnTo>
                  <a:lnTo>
                    <a:pt x="245879" y="157989"/>
                  </a:lnTo>
                  <a:lnTo>
                    <a:pt x="242692" y="164022"/>
                  </a:lnTo>
                  <a:lnTo>
                    <a:pt x="241082" y="172165"/>
                  </a:lnTo>
                  <a:lnTo>
                    <a:pt x="240223" y="177106"/>
                  </a:lnTo>
                  <a:lnTo>
                    <a:pt x="240121" y="177692"/>
                  </a:lnTo>
                  <a:lnTo>
                    <a:pt x="236671" y="184233"/>
                  </a:lnTo>
                  <a:lnTo>
                    <a:pt x="235661" y="184295"/>
                  </a:lnTo>
                  <a:lnTo>
                    <a:pt x="231258" y="184562"/>
                  </a:lnTo>
                  <a:lnTo>
                    <a:pt x="223016" y="183725"/>
                  </a:lnTo>
                  <a:lnTo>
                    <a:pt x="216226" y="176040"/>
                  </a:lnTo>
                  <a:lnTo>
                    <a:pt x="207805" y="174418"/>
                  </a:lnTo>
                  <a:lnTo>
                    <a:pt x="208118" y="182241"/>
                  </a:lnTo>
                  <a:lnTo>
                    <a:pt x="207567" y="186999"/>
                  </a:lnTo>
                  <a:lnTo>
                    <a:pt x="208364" y="189963"/>
                  </a:lnTo>
                  <a:lnTo>
                    <a:pt x="206760" y="197686"/>
                  </a:lnTo>
                  <a:lnTo>
                    <a:pt x="202705" y="202895"/>
                  </a:lnTo>
                  <a:lnTo>
                    <a:pt x="204759" y="206359"/>
                  </a:lnTo>
                  <a:lnTo>
                    <a:pt x="204209" y="207087"/>
                  </a:lnTo>
                  <a:lnTo>
                    <a:pt x="201113" y="211183"/>
                  </a:lnTo>
                  <a:lnTo>
                    <a:pt x="197431" y="216891"/>
                  </a:lnTo>
                  <a:lnTo>
                    <a:pt x="197339" y="224035"/>
                  </a:lnTo>
                  <a:lnTo>
                    <a:pt x="196700" y="228892"/>
                  </a:lnTo>
                  <a:lnTo>
                    <a:pt x="196442" y="230842"/>
                  </a:lnTo>
                  <a:lnTo>
                    <a:pt x="193375" y="239075"/>
                  </a:lnTo>
                  <a:lnTo>
                    <a:pt x="192302" y="240908"/>
                  </a:lnTo>
                  <a:lnTo>
                    <a:pt x="188123" y="248035"/>
                  </a:lnTo>
                  <a:lnTo>
                    <a:pt x="184530" y="254975"/>
                  </a:lnTo>
                  <a:lnTo>
                    <a:pt x="184079" y="259406"/>
                  </a:lnTo>
                  <a:lnTo>
                    <a:pt x="182523" y="265911"/>
                  </a:lnTo>
                  <a:lnTo>
                    <a:pt x="180929" y="269667"/>
                  </a:lnTo>
                  <a:lnTo>
                    <a:pt x="180818" y="269929"/>
                  </a:lnTo>
                  <a:lnTo>
                    <a:pt x="187058" y="274325"/>
                  </a:lnTo>
                  <a:lnTo>
                    <a:pt x="183560" y="278860"/>
                  </a:lnTo>
                  <a:lnTo>
                    <a:pt x="183904" y="283561"/>
                  </a:lnTo>
                  <a:lnTo>
                    <a:pt x="177573" y="292339"/>
                  </a:lnTo>
                  <a:lnTo>
                    <a:pt x="173594" y="296828"/>
                  </a:lnTo>
                  <a:lnTo>
                    <a:pt x="173190" y="296644"/>
                  </a:lnTo>
                  <a:lnTo>
                    <a:pt x="166788" y="293723"/>
                  </a:lnTo>
                  <a:lnTo>
                    <a:pt x="159280" y="301415"/>
                  </a:lnTo>
                  <a:lnTo>
                    <a:pt x="152471" y="307110"/>
                  </a:lnTo>
                  <a:lnTo>
                    <a:pt x="146596" y="303428"/>
                  </a:lnTo>
                  <a:lnTo>
                    <a:pt x="145083" y="304111"/>
                  </a:lnTo>
                  <a:lnTo>
                    <a:pt x="144595" y="304331"/>
                  </a:lnTo>
                  <a:lnTo>
                    <a:pt x="143996" y="307980"/>
                  </a:lnTo>
                  <a:lnTo>
                    <a:pt x="148459" y="311716"/>
                  </a:lnTo>
                  <a:lnTo>
                    <a:pt x="142922" y="315810"/>
                  </a:lnTo>
                  <a:lnTo>
                    <a:pt x="138535" y="317354"/>
                  </a:lnTo>
                  <a:lnTo>
                    <a:pt x="137455" y="317734"/>
                  </a:lnTo>
                  <a:lnTo>
                    <a:pt x="129361" y="321666"/>
                  </a:lnTo>
                  <a:lnTo>
                    <a:pt x="121999" y="327614"/>
                  </a:lnTo>
                  <a:lnTo>
                    <a:pt x="109980" y="320367"/>
                  </a:lnTo>
                  <a:lnTo>
                    <a:pt x="106468" y="327654"/>
                  </a:lnTo>
                  <a:lnTo>
                    <a:pt x="102796" y="330474"/>
                  </a:lnTo>
                  <a:lnTo>
                    <a:pt x="99699" y="333820"/>
                  </a:lnTo>
                  <a:lnTo>
                    <a:pt x="98004" y="335832"/>
                  </a:lnTo>
                  <a:lnTo>
                    <a:pt x="89446" y="338167"/>
                  </a:lnTo>
                  <a:lnTo>
                    <a:pt x="84314" y="335718"/>
                  </a:lnTo>
                  <a:lnTo>
                    <a:pt x="83894" y="335518"/>
                  </a:lnTo>
                  <a:lnTo>
                    <a:pt x="81028" y="333018"/>
                  </a:lnTo>
                  <a:lnTo>
                    <a:pt x="75327" y="333280"/>
                  </a:lnTo>
                  <a:lnTo>
                    <a:pt x="71073" y="329684"/>
                  </a:lnTo>
                  <a:lnTo>
                    <a:pt x="67242" y="324973"/>
                  </a:lnTo>
                  <a:lnTo>
                    <a:pt x="66417" y="322174"/>
                  </a:lnTo>
                  <a:lnTo>
                    <a:pt x="62265" y="319751"/>
                  </a:lnTo>
                  <a:lnTo>
                    <a:pt x="65018" y="313544"/>
                  </a:lnTo>
                  <a:lnTo>
                    <a:pt x="61901" y="311725"/>
                  </a:lnTo>
                  <a:lnTo>
                    <a:pt x="54761" y="312646"/>
                  </a:lnTo>
                  <a:lnTo>
                    <a:pt x="48183" y="309172"/>
                  </a:lnTo>
                  <a:lnTo>
                    <a:pt x="40935" y="305132"/>
                  </a:lnTo>
                  <a:lnTo>
                    <a:pt x="35216" y="303165"/>
                  </a:lnTo>
                  <a:lnTo>
                    <a:pt x="32316" y="297993"/>
                  </a:lnTo>
                  <a:lnTo>
                    <a:pt x="31527" y="296585"/>
                  </a:lnTo>
                  <a:lnTo>
                    <a:pt x="27692" y="293581"/>
                  </a:lnTo>
                  <a:lnTo>
                    <a:pt x="24853" y="290187"/>
                  </a:lnTo>
                  <a:lnTo>
                    <a:pt x="22839" y="287778"/>
                  </a:lnTo>
                  <a:lnTo>
                    <a:pt x="17008" y="284706"/>
                  </a:lnTo>
                  <a:lnTo>
                    <a:pt x="17201" y="282571"/>
                  </a:lnTo>
                  <a:lnTo>
                    <a:pt x="17542" y="278783"/>
                  </a:lnTo>
                  <a:lnTo>
                    <a:pt x="9823" y="272079"/>
                  </a:lnTo>
                  <a:lnTo>
                    <a:pt x="2935" y="266590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81065" y="2869054"/>
              <a:ext cx="715478" cy="585658"/>
            </a:xfrm>
            <a:custGeom>
              <a:avLst/>
              <a:pathLst>
                <a:path w="715478" h="585658">
                  <a:moveTo>
                    <a:pt x="66405" y="17420"/>
                  </a:moveTo>
                  <a:lnTo>
                    <a:pt x="69974" y="0"/>
                  </a:lnTo>
                  <a:lnTo>
                    <a:pt x="93824" y="3030"/>
                  </a:lnTo>
                  <a:lnTo>
                    <a:pt x="100968" y="5399"/>
                  </a:lnTo>
                  <a:lnTo>
                    <a:pt x="136108" y="9094"/>
                  </a:lnTo>
                  <a:lnTo>
                    <a:pt x="166486" y="12402"/>
                  </a:lnTo>
                  <a:lnTo>
                    <a:pt x="184579" y="14664"/>
                  </a:lnTo>
                  <a:lnTo>
                    <a:pt x="205221" y="17189"/>
                  </a:lnTo>
                  <a:lnTo>
                    <a:pt x="248666" y="21799"/>
                  </a:lnTo>
                  <a:lnTo>
                    <a:pt x="252371" y="23049"/>
                  </a:lnTo>
                  <a:lnTo>
                    <a:pt x="293031" y="27508"/>
                  </a:lnTo>
                  <a:lnTo>
                    <a:pt x="304181" y="28691"/>
                  </a:lnTo>
                  <a:lnTo>
                    <a:pt x="327472" y="30988"/>
                  </a:lnTo>
                  <a:lnTo>
                    <a:pt x="350681" y="33204"/>
                  </a:lnTo>
                  <a:lnTo>
                    <a:pt x="358609" y="33989"/>
                  </a:lnTo>
                  <a:lnTo>
                    <a:pt x="410371" y="38906"/>
                  </a:lnTo>
                  <a:lnTo>
                    <a:pt x="453100" y="43406"/>
                  </a:lnTo>
                  <a:lnTo>
                    <a:pt x="510947" y="48394"/>
                  </a:lnTo>
                  <a:lnTo>
                    <a:pt x="533092" y="49578"/>
                  </a:lnTo>
                  <a:lnTo>
                    <a:pt x="549497" y="50412"/>
                  </a:lnTo>
                  <a:lnTo>
                    <a:pt x="620991" y="55257"/>
                  </a:lnTo>
                  <a:lnTo>
                    <a:pt x="624546" y="55480"/>
                  </a:lnTo>
                  <a:lnTo>
                    <a:pt x="625750" y="55555"/>
                  </a:lnTo>
                  <a:lnTo>
                    <a:pt x="715478" y="60969"/>
                  </a:lnTo>
                  <a:lnTo>
                    <a:pt x="713644" y="101172"/>
                  </a:lnTo>
                  <a:lnTo>
                    <a:pt x="712867" y="116977"/>
                  </a:lnTo>
                  <a:lnTo>
                    <a:pt x="710801" y="159132"/>
                  </a:lnTo>
                  <a:lnTo>
                    <a:pt x="710346" y="168272"/>
                  </a:lnTo>
                  <a:lnTo>
                    <a:pt x="710089" y="173433"/>
                  </a:lnTo>
                  <a:lnTo>
                    <a:pt x="708216" y="211199"/>
                  </a:lnTo>
                  <a:lnTo>
                    <a:pt x="706353" y="249922"/>
                  </a:lnTo>
                  <a:lnTo>
                    <a:pt x="706019" y="257182"/>
                  </a:lnTo>
                  <a:lnTo>
                    <a:pt x="705865" y="260532"/>
                  </a:lnTo>
                  <a:lnTo>
                    <a:pt x="704732" y="285224"/>
                  </a:lnTo>
                  <a:lnTo>
                    <a:pt x="702949" y="323204"/>
                  </a:lnTo>
                  <a:lnTo>
                    <a:pt x="700641" y="371744"/>
                  </a:lnTo>
                  <a:lnTo>
                    <a:pt x="700511" y="374258"/>
                  </a:lnTo>
                  <a:lnTo>
                    <a:pt x="699757" y="388935"/>
                  </a:lnTo>
                  <a:lnTo>
                    <a:pt x="698201" y="421760"/>
                  </a:lnTo>
                  <a:lnTo>
                    <a:pt x="696730" y="452435"/>
                  </a:lnTo>
                  <a:lnTo>
                    <a:pt x="696635" y="454350"/>
                  </a:lnTo>
                  <a:lnTo>
                    <a:pt x="695875" y="469612"/>
                  </a:lnTo>
                  <a:lnTo>
                    <a:pt x="694714" y="494246"/>
                  </a:lnTo>
                  <a:lnTo>
                    <a:pt x="694194" y="505293"/>
                  </a:lnTo>
                  <a:lnTo>
                    <a:pt x="693894" y="511778"/>
                  </a:lnTo>
                  <a:lnTo>
                    <a:pt x="692856" y="534235"/>
                  </a:lnTo>
                  <a:lnTo>
                    <a:pt x="692120" y="549331"/>
                  </a:lnTo>
                  <a:lnTo>
                    <a:pt x="691030" y="570820"/>
                  </a:lnTo>
                  <a:lnTo>
                    <a:pt x="690315" y="585658"/>
                  </a:lnTo>
                  <a:lnTo>
                    <a:pt x="646342" y="583323"/>
                  </a:lnTo>
                  <a:lnTo>
                    <a:pt x="610831" y="581800"/>
                  </a:lnTo>
                  <a:lnTo>
                    <a:pt x="602106" y="581277"/>
                  </a:lnTo>
                  <a:lnTo>
                    <a:pt x="569056" y="579212"/>
                  </a:lnTo>
                  <a:lnTo>
                    <a:pt x="478660" y="572966"/>
                  </a:lnTo>
                  <a:lnTo>
                    <a:pt x="475988" y="572766"/>
                  </a:lnTo>
                  <a:lnTo>
                    <a:pt x="465746" y="571922"/>
                  </a:lnTo>
                  <a:lnTo>
                    <a:pt x="412464" y="567318"/>
                  </a:lnTo>
                  <a:lnTo>
                    <a:pt x="367295" y="563140"/>
                  </a:lnTo>
                  <a:lnTo>
                    <a:pt x="362394" y="562671"/>
                  </a:lnTo>
                  <a:lnTo>
                    <a:pt x="307979" y="557848"/>
                  </a:lnTo>
                  <a:lnTo>
                    <a:pt x="275186" y="554763"/>
                  </a:lnTo>
                  <a:lnTo>
                    <a:pt x="196389" y="546375"/>
                  </a:lnTo>
                  <a:lnTo>
                    <a:pt x="176629" y="544121"/>
                  </a:lnTo>
                  <a:lnTo>
                    <a:pt x="130845" y="539191"/>
                  </a:lnTo>
                  <a:lnTo>
                    <a:pt x="102766" y="535910"/>
                  </a:lnTo>
                  <a:lnTo>
                    <a:pt x="98066" y="535351"/>
                  </a:lnTo>
                  <a:lnTo>
                    <a:pt x="90869" y="534489"/>
                  </a:lnTo>
                  <a:lnTo>
                    <a:pt x="49753" y="529394"/>
                  </a:lnTo>
                  <a:lnTo>
                    <a:pt x="17137" y="524980"/>
                  </a:lnTo>
                  <a:lnTo>
                    <a:pt x="0" y="522606"/>
                  </a:lnTo>
                  <a:lnTo>
                    <a:pt x="4315" y="489491"/>
                  </a:lnTo>
                  <a:lnTo>
                    <a:pt x="6175" y="475253"/>
                  </a:lnTo>
                  <a:lnTo>
                    <a:pt x="9749" y="448516"/>
                  </a:lnTo>
                  <a:lnTo>
                    <a:pt x="9990" y="446652"/>
                  </a:lnTo>
                  <a:lnTo>
                    <a:pt x="17133" y="391582"/>
                  </a:lnTo>
                  <a:lnTo>
                    <a:pt x="23089" y="346162"/>
                  </a:lnTo>
                  <a:lnTo>
                    <a:pt x="26081" y="324706"/>
                  </a:lnTo>
                  <a:lnTo>
                    <a:pt x="29886" y="297483"/>
                  </a:lnTo>
                  <a:lnTo>
                    <a:pt x="34052" y="265906"/>
                  </a:lnTo>
                  <a:lnTo>
                    <a:pt x="35001" y="258730"/>
                  </a:lnTo>
                  <a:lnTo>
                    <a:pt x="35915" y="251815"/>
                  </a:lnTo>
                  <a:lnTo>
                    <a:pt x="40121" y="220037"/>
                  </a:lnTo>
                  <a:lnTo>
                    <a:pt x="43297" y="195832"/>
                  </a:lnTo>
                  <a:lnTo>
                    <a:pt x="46507" y="171436"/>
                  </a:lnTo>
                  <a:lnTo>
                    <a:pt x="50352" y="142642"/>
                  </a:lnTo>
                  <a:lnTo>
                    <a:pt x="51611" y="132835"/>
                  </a:lnTo>
                  <a:lnTo>
                    <a:pt x="53818" y="115665"/>
                  </a:lnTo>
                  <a:lnTo>
                    <a:pt x="58362" y="81704"/>
                  </a:lnTo>
                  <a:lnTo>
                    <a:pt x="60139" y="68764"/>
                  </a:lnTo>
                  <a:lnTo>
                    <a:pt x="62246" y="48993"/>
                  </a:lnTo>
                  <a:lnTo>
                    <a:pt x="62971" y="43596"/>
                  </a:lnTo>
                  <a:lnTo>
                    <a:pt x="64008" y="35882"/>
                  </a:lnTo>
                  <a:close/>
                </a:path>
              </a:pathLst>
            </a:cu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129364" y="3477799"/>
              <a:ext cx="548627" cy="421194"/>
            </a:xfrm>
            <a:custGeom>
              <a:avLst/>
              <a:pathLst>
                <a:path w="548627" h="421194">
                  <a:moveTo>
                    <a:pt x="13509" y="240447"/>
                  </a:moveTo>
                  <a:lnTo>
                    <a:pt x="20344" y="180313"/>
                  </a:lnTo>
                  <a:lnTo>
                    <a:pt x="22763" y="157177"/>
                  </a:lnTo>
                  <a:lnTo>
                    <a:pt x="24084" y="144573"/>
                  </a:lnTo>
                  <a:lnTo>
                    <a:pt x="25728" y="128922"/>
                  </a:lnTo>
                  <a:lnTo>
                    <a:pt x="27901" y="108291"/>
                  </a:lnTo>
                  <a:lnTo>
                    <a:pt x="30957" y="78864"/>
                  </a:lnTo>
                  <a:lnTo>
                    <a:pt x="31397" y="74844"/>
                  </a:lnTo>
                  <a:lnTo>
                    <a:pt x="35946" y="33405"/>
                  </a:lnTo>
                  <a:lnTo>
                    <a:pt x="36037" y="32539"/>
                  </a:lnTo>
                  <a:lnTo>
                    <a:pt x="37687" y="16809"/>
                  </a:lnTo>
                  <a:lnTo>
                    <a:pt x="39351" y="0"/>
                  </a:lnTo>
                  <a:lnTo>
                    <a:pt x="97306" y="6169"/>
                  </a:lnTo>
                  <a:lnTo>
                    <a:pt x="121425" y="8437"/>
                  </a:lnTo>
                  <a:lnTo>
                    <a:pt x="161448" y="11985"/>
                  </a:lnTo>
                  <a:lnTo>
                    <a:pt x="165052" y="12330"/>
                  </a:lnTo>
                  <a:lnTo>
                    <a:pt x="198273" y="15403"/>
                  </a:lnTo>
                  <a:lnTo>
                    <a:pt x="237463" y="18789"/>
                  </a:lnTo>
                  <a:lnTo>
                    <a:pt x="244995" y="19410"/>
                  </a:lnTo>
                  <a:lnTo>
                    <a:pt x="246961" y="19557"/>
                  </a:lnTo>
                  <a:lnTo>
                    <a:pt x="313467" y="24152"/>
                  </a:lnTo>
                  <a:lnTo>
                    <a:pt x="337755" y="25670"/>
                  </a:lnTo>
                  <a:lnTo>
                    <a:pt x="344172" y="26054"/>
                  </a:lnTo>
                  <a:lnTo>
                    <a:pt x="370290" y="27174"/>
                  </a:lnTo>
                  <a:lnTo>
                    <a:pt x="402633" y="28892"/>
                  </a:lnTo>
                  <a:lnTo>
                    <a:pt x="437590" y="30480"/>
                  </a:lnTo>
                  <a:lnTo>
                    <a:pt x="451539" y="31049"/>
                  </a:lnTo>
                  <a:lnTo>
                    <a:pt x="473853" y="31892"/>
                  </a:lnTo>
                  <a:lnTo>
                    <a:pt x="504714" y="32967"/>
                  </a:lnTo>
                  <a:lnTo>
                    <a:pt x="507080" y="33043"/>
                  </a:lnTo>
                  <a:lnTo>
                    <a:pt x="511767" y="33191"/>
                  </a:lnTo>
                  <a:lnTo>
                    <a:pt x="548627" y="34206"/>
                  </a:lnTo>
                  <a:lnTo>
                    <a:pt x="548066" y="58624"/>
                  </a:lnTo>
                  <a:lnTo>
                    <a:pt x="547946" y="63650"/>
                  </a:lnTo>
                  <a:lnTo>
                    <a:pt x="547352" y="88524"/>
                  </a:lnTo>
                  <a:lnTo>
                    <a:pt x="547143" y="97292"/>
                  </a:lnTo>
                  <a:lnTo>
                    <a:pt x="547118" y="98339"/>
                  </a:lnTo>
                  <a:lnTo>
                    <a:pt x="546318" y="130718"/>
                  </a:lnTo>
                  <a:lnTo>
                    <a:pt x="545934" y="148494"/>
                  </a:lnTo>
                  <a:lnTo>
                    <a:pt x="545471" y="172145"/>
                  </a:lnTo>
                  <a:lnTo>
                    <a:pt x="545460" y="172713"/>
                  </a:lnTo>
                  <a:lnTo>
                    <a:pt x="545094" y="191489"/>
                  </a:lnTo>
                  <a:lnTo>
                    <a:pt x="544683" y="214715"/>
                  </a:lnTo>
                  <a:lnTo>
                    <a:pt x="544537" y="223028"/>
                  </a:lnTo>
                  <a:lnTo>
                    <a:pt x="543818" y="256760"/>
                  </a:lnTo>
                  <a:lnTo>
                    <a:pt x="543649" y="264712"/>
                  </a:lnTo>
                  <a:lnTo>
                    <a:pt x="543178" y="286981"/>
                  </a:lnTo>
                  <a:lnTo>
                    <a:pt x="542943" y="298142"/>
                  </a:lnTo>
                  <a:lnTo>
                    <a:pt x="542930" y="298754"/>
                  </a:lnTo>
                  <a:lnTo>
                    <a:pt x="542628" y="313170"/>
                  </a:lnTo>
                  <a:lnTo>
                    <a:pt x="541976" y="349300"/>
                  </a:lnTo>
                  <a:lnTo>
                    <a:pt x="541951" y="350715"/>
                  </a:lnTo>
                  <a:lnTo>
                    <a:pt x="541775" y="358393"/>
                  </a:lnTo>
                  <a:lnTo>
                    <a:pt x="541212" y="382996"/>
                  </a:lnTo>
                  <a:lnTo>
                    <a:pt x="540924" y="395632"/>
                  </a:lnTo>
                  <a:lnTo>
                    <a:pt x="540592" y="410253"/>
                  </a:lnTo>
                  <a:lnTo>
                    <a:pt x="540441" y="417144"/>
                  </a:lnTo>
                  <a:lnTo>
                    <a:pt x="540325" y="421194"/>
                  </a:lnTo>
                  <a:lnTo>
                    <a:pt x="516108" y="420422"/>
                  </a:lnTo>
                  <a:lnTo>
                    <a:pt x="489589" y="419561"/>
                  </a:lnTo>
                  <a:lnTo>
                    <a:pt x="478476" y="418765"/>
                  </a:lnTo>
                  <a:lnTo>
                    <a:pt x="466088" y="418285"/>
                  </a:lnTo>
                  <a:lnTo>
                    <a:pt x="459599" y="418073"/>
                  </a:lnTo>
                  <a:lnTo>
                    <a:pt x="409558" y="416217"/>
                  </a:lnTo>
                  <a:lnTo>
                    <a:pt x="388324" y="415433"/>
                  </a:lnTo>
                  <a:lnTo>
                    <a:pt x="362734" y="414396"/>
                  </a:lnTo>
                  <a:lnTo>
                    <a:pt x="332355" y="412761"/>
                  </a:lnTo>
                  <a:lnTo>
                    <a:pt x="302339" y="410805"/>
                  </a:lnTo>
                  <a:lnTo>
                    <a:pt x="299695" y="410639"/>
                  </a:lnTo>
                  <a:lnTo>
                    <a:pt x="294641" y="410317"/>
                  </a:lnTo>
                  <a:lnTo>
                    <a:pt x="292264" y="410165"/>
                  </a:lnTo>
                  <a:lnTo>
                    <a:pt x="279294" y="409314"/>
                  </a:lnTo>
                  <a:lnTo>
                    <a:pt x="270446" y="408734"/>
                  </a:lnTo>
                  <a:lnTo>
                    <a:pt x="256357" y="407790"/>
                  </a:lnTo>
                  <a:lnTo>
                    <a:pt x="256202" y="407780"/>
                  </a:lnTo>
                  <a:lnTo>
                    <a:pt x="234670" y="406315"/>
                  </a:lnTo>
                  <a:lnTo>
                    <a:pt x="233988" y="406269"/>
                  </a:lnTo>
                  <a:lnTo>
                    <a:pt x="207997" y="404464"/>
                  </a:lnTo>
                  <a:lnTo>
                    <a:pt x="197730" y="403722"/>
                  </a:lnTo>
                  <a:lnTo>
                    <a:pt x="167377" y="401432"/>
                  </a:lnTo>
                  <a:lnTo>
                    <a:pt x="166856" y="400642"/>
                  </a:lnTo>
                  <a:lnTo>
                    <a:pt x="124971" y="397074"/>
                  </a:lnTo>
                  <a:lnTo>
                    <a:pt x="120286" y="396657"/>
                  </a:lnTo>
                  <a:lnTo>
                    <a:pt x="80339" y="392957"/>
                  </a:lnTo>
                  <a:lnTo>
                    <a:pt x="51199" y="390141"/>
                  </a:lnTo>
                  <a:lnTo>
                    <a:pt x="32663" y="388281"/>
                  </a:lnTo>
                  <a:lnTo>
                    <a:pt x="0" y="384843"/>
                  </a:lnTo>
                  <a:lnTo>
                    <a:pt x="4804" y="338175"/>
                  </a:lnTo>
                  <a:lnTo>
                    <a:pt x="8748" y="300095"/>
                  </a:lnTo>
                  <a:lnTo>
                    <a:pt x="11468" y="273958"/>
                  </a:lnTo>
                  <a:lnTo>
                    <a:pt x="11585" y="272838"/>
                  </a:lnTo>
                  <a:lnTo>
                    <a:pt x="11290" y="26203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6445729" y="2929162"/>
              <a:ext cx="72824" cy="76954"/>
            </a:xfrm>
            <a:custGeom>
              <a:avLst/>
              <a:pathLst>
                <a:path w="72824" h="76954">
                  <a:moveTo>
                    <a:pt x="6588" y="71954"/>
                  </a:moveTo>
                  <a:lnTo>
                    <a:pt x="13908" y="63139"/>
                  </a:lnTo>
                  <a:lnTo>
                    <a:pt x="10019" y="59793"/>
                  </a:lnTo>
                  <a:lnTo>
                    <a:pt x="9114" y="56086"/>
                  </a:lnTo>
                  <a:lnTo>
                    <a:pt x="8983" y="55549"/>
                  </a:lnTo>
                  <a:lnTo>
                    <a:pt x="8161" y="52194"/>
                  </a:lnTo>
                  <a:lnTo>
                    <a:pt x="7024" y="47717"/>
                  </a:lnTo>
                  <a:lnTo>
                    <a:pt x="5798" y="42902"/>
                  </a:lnTo>
                  <a:lnTo>
                    <a:pt x="5514" y="41786"/>
                  </a:lnTo>
                  <a:lnTo>
                    <a:pt x="5173" y="40460"/>
                  </a:lnTo>
                  <a:lnTo>
                    <a:pt x="3070" y="32299"/>
                  </a:lnTo>
                  <a:lnTo>
                    <a:pt x="0" y="20575"/>
                  </a:lnTo>
                  <a:lnTo>
                    <a:pt x="9483" y="17573"/>
                  </a:lnTo>
                  <a:lnTo>
                    <a:pt x="13337" y="16394"/>
                  </a:lnTo>
                  <a:lnTo>
                    <a:pt x="16077" y="15553"/>
                  </a:lnTo>
                  <a:lnTo>
                    <a:pt x="18074" y="14938"/>
                  </a:lnTo>
                  <a:lnTo>
                    <a:pt x="23076" y="13272"/>
                  </a:lnTo>
                  <a:lnTo>
                    <a:pt x="23685" y="13068"/>
                  </a:lnTo>
                  <a:lnTo>
                    <a:pt x="25695" y="14550"/>
                  </a:lnTo>
                  <a:lnTo>
                    <a:pt x="26923" y="13900"/>
                  </a:lnTo>
                  <a:lnTo>
                    <a:pt x="27202" y="13753"/>
                  </a:lnTo>
                  <a:lnTo>
                    <a:pt x="27780" y="11652"/>
                  </a:lnTo>
                  <a:lnTo>
                    <a:pt x="32540" y="10281"/>
                  </a:lnTo>
                  <a:lnTo>
                    <a:pt x="35398" y="9065"/>
                  </a:lnTo>
                  <a:lnTo>
                    <a:pt x="43145" y="6425"/>
                  </a:lnTo>
                  <a:lnTo>
                    <a:pt x="47254" y="5040"/>
                  </a:lnTo>
                  <a:lnTo>
                    <a:pt x="49812" y="4174"/>
                  </a:lnTo>
                  <a:lnTo>
                    <a:pt x="55261" y="2321"/>
                  </a:lnTo>
                  <a:lnTo>
                    <a:pt x="60453" y="565"/>
                  </a:lnTo>
                  <a:lnTo>
                    <a:pt x="62118" y="0"/>
                  </a:lnTo>
                  <a:lnTo>
                    <a:pt x="62441" y="766"/>
                  </a:lnTo>
                  <a:lnTo>
                    <a:pt x="66197" y="10864"/>
                  </a:lnTo>
                  <a:lnTo>
                    <a:pt x="67748" y="14990"/>
                  </a:lnTo>
                  <a:lnTo>
                    <a:pt x="69992" y="21466"/>
                  </a:lnTo>
                  <a:lnTo>
                    <a:pt x="71425" y="26139"/>
                  </a:lnTo>
                  <a:lnTo>
                    <a:pt x="72824" y="30707"/>
                  </a:lnTo>
                  <a:lnTo>
                    <a:pt x="71360" y="31504"/>
                  </a:lnTo>
                  <a:lnTo>
                    <a:pt x="72506" y="34404"/>
                  </a:lnTo>
                  <a:lnTo>
                    <a:pt x="72186" y="36443"/>
                  </a:lnTo>
                  <a:lnTo>
                    <a:pt x="70956" y="35970"/>
                  </a:lnTo>
                  <a:lnTo>
                    <a:pt x="68473" y="37248"/>
                  </a:lnTo>
                  <a:lnTo>
                    <a:pt x="66296" y="38782"/>
                  </a:lnTo>
                  <a:lnTo>
                    <a:pt x="63666" y="39888"/>
                  </a:lnTo>
                  <a:lnTo>
                    <a:pt x="62452" y="41168"/>
                  </a:lnTo>
                  <a:lnTo>
                    <a:pt x="59692" y="41236"/>
                  </a:lnTo>
                  <a:lnTo>
                    <a:pt x="58694" y="42465"/>
                  </a:lnTo>
                  <a:lnTo>
                    <a:pt x="58298" y="42866"/>
                  </a:lnTo>
                  <a:lnTo>
                    <a:pt x="56917" y="44263"/>
                  </a:lnTo>
                  <a:lnTo>
                    <a:pt x="54906" y="45131"/>
                  </a:lnTo>
                  <a:lnTo>
                    <a:pt x="53768" y="46428"/>
                  </a:lnTo>
                  <a:lnTo>
                    <a:pt x="52772" y="45841"/>
                  </a:lnTo>
                  <a:lnTo>
                    <a:pt x="50449" y="47141"/>
                  </a:lnTo>
                  <a:lnTo>
                    <a:pt x="48429" y="48785"/>
                  </a:lnTo>
                  <a:lnTo>
                    <a:pt x="48016" y="49120"/>
                  </a:lnTo>
                  <a:lnTo>
                    <a:pt x="45828" y="48863"/>
                  </a:lnTo>
                  <a:lnTo>
                    <a:pt x="43794" y="49757"/>
                  </a:lnTo>
                  <a:lnTo>
                    <a:pt x="42775" y="51192"/>
                  </a:lnTo>
                  <a:lnTo>
                    <a:pt x="40276" y="52383"/>
                  </a:lnTo>
                  <a:lnTo>
                    <a:pt x="38925" y="51522"/>
                  </a:lnTo>
                  <a:lnTo>
                    <a:pt x="35762" y="53891"/>
                  </a:lnTo>
                  <a:lnTo>
                    <a:pt x="34818" y="53847"/>
                  </a:lnTo>
                  <a:lnTo>
                    <a:pt x="33486" y="53786"/>
                  </a:lnTo>
                  <a:lnTo>
                    <a:pt x="32479" y="55114"/>
                  </a:lnTo>
                  <a:lnTo>
                    <a:pt x="32024" y="55713"/>
                  </a:lnTo>
                  <a:lnTo>
                    <a:pt x="31205" y="57534"/>
                  </a:lnTo>
                  <a:lnTo>
                    <a:pt x="29218" y="58927"/>
                  </a:lnTo>
                  <a:lnTo>
                    <a:pt x="28911" y="60749"/>
                  </a:lnTo>
                  <a:lnTo>
                    <a:pt x="28810" y="61351"/>
                  </a:lnTo>
                  <a:lnTo>
                    <a:pt x="28110" y="61985"/>
                  </a:lnTo>
                  <a:lnTo>
                    <a:pt x="26416" y="62196"/>
                  </a:lnTo>
                  <a:lnTo>
                    <a:pt x="25229" y="62342"/>
                  </a:lnTo>
                  <a:lnTo>
                    <a:pt x="23675" y="65176"/>
                  </a:lnTo>
                  <a:lnTo>
                    <a:pt x="23410" y="65314"/>
                  </a:lnTo>
                  <a:lnTo>
                    <a:pt x="22439" y="65818"/>
                  </a:lnTo>
                  <a:lnTo>
                    <a:pt x="21253" y="66434"/>
                  </a:lnTo>
                  <a:lnTo>
                    <a:pt x="19799" y="67271"/>
                  </a:lnTo>
                  <a:lnTo>
                    <a:pt x="20773" y="67976"/>
                  </a:lnTo>
                  <a:lnTo>
                    <a:pt x="19991" y="69793"/>
                  </a:lnTo>
                  <a:lnTo>
                    <a:pt x="18862" y="70784"/>
                  </a:lnTo>
                  <a:lnTo>
                    <a:pt x="17080" y="71179"/>
                  </a:lnTo>
                  <a:lnTo>
                    <a:pt x="15468" y="72441"/>
                  </a:lnTo>
                  <a:lnTo>
                    <a:pt x="14141" y="74132"/>
                  </a:lnTo>
                  <a:lnTo>
                    <a:pt x="12894" y="74601"/>
                  </a:lnTo>
                  <a:lnTo>
                    <a:pt x="11088" y="76954"/>
                  </a:lnTo>
                  <a:lnTo>
                    <a:pt x="10707" y="76018"/>
                  </a:lnTo>
                  <a:lnTo>
                    <a:pt x="10477" y="75316"/>
                  </a:lnTo>
                  <a:lnTo>
                    <a:pt x="7827" y="73026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6292281" y="3278823"/>
              <a:ext cx="69388" cy="106464"/>
            </a:xfrm>
            <a:custGeom>
              <a:avLst/>
              <a:pathLst>
                <a:path w="69388" h="106464">
                  <a:moveTo>
                    <a:pt x="835" y="13114"/>
                  </a:moveTo>
                  <a:lnTo>
                    <a:pt x="1228" y="10072"/>
                  </a:lnTo>
                  <a:lnTo>
                    <a:pt x="2529" y="6869"/>
                  </a:lnTo>
                  <a:lnTo>
                    <a:pt x="4956" y="3746"/>
                  </a:lnTo>
                  <a:lnTo>
                    <a:pt x="8620" y="1511"/>
                  </a:lnTo>
                  <a:lnTo>
                    <a:pt x="9292" y="1100"/>
                  </a:lnTo>
                  <a:lnTo>
                    <a:pt x="9772" y="807"/>
                  </a:lnTo>
                  <a:lnTo>
                    <a:pt x="15006" y="0"/>
                  </a:lnTo>
                  <a:lnTo>
                    <a:pt x="19318" y="887"/>
                  </a:lnTo>
                  <a:lnTo>
                    <a:pt x="17605" y="4372"/>
                  </a:lnTo>
                  <a:lnTo>
                    <a:pt x="17681" y="8500"/>
                  </a:lnTo>
                  <a:lnTo>
                    <a:pt x="16497" y="11229"/>
                  </a:lnTo>
                  <a:lnTo>
                    <a:pt x="15905" y="14591"/>
                  </a:lnTo>
                  <a:lnTo>
                    <a:pt x="14909" y="16321"/>
                  </a:lnTo>
                  <a:lnTo>
                    <a:pt x="16512" y="18587"/>
                  </a:lnTo>
                  <a:lnTo>
                    <a:pt x="18663" y="19391"/>
                  </a:lnTo>
                  <a:lnTo>
                    <a:pt x="18741" y="22857"/>
                  </a:lnTo>
                  <a:lnTo>
                    <a:pt x="19518" y="25652"/>
                  </a:lnTo>
                  <a:lnTo>
                    <a:pt x="16251" y="28209"/>
                  </a:lnTo>
                  <a:lnTo>
                    <a:pt x="18318" y="30861"/>
                  </a:lnTo>
                  <a:lnTo>
                    <a:pt x="22253" y="33811"/>
                  </a:lnTo>
                  <a:lnTo>
                    <a:pt x="23538" y="34840"/>
                  </a:lnTo>
                  <a:lnTo>
                    <a:pt x="26447" y="37171"/>
                  </a:lnTo>
                  <a:lnTo>
                    <a:pt x="31327" y="41057"/>
                  </a:lnTo>
                  <a:lnTo>
                    <a:pt x="33744" y="46544"/>
                  </a:lnTo>
                  <a:lnTo>
                    <a:pt x="34201" y="50867"/>
                  </a:lnTo>
                  <a:lnTo>
                    <a:pt x="36470" y="56356"/>
                  </a:lnTo>
                  <a:lnTo>
                    <a:pt x="40437" y="58220"/>
                  </a:lnTo>
                  <a:lnTo>
                    <a:pt x="43945" y="63035"/>
                  </a:lnTo>
                  <a:lnTo>
                    <a:pt x="44365" y="63612"/>
                  </a:lnTo>
                  <a:lnTo>
                    <a:pt x="44835" y="65577"/>
                  </a:lnTo>
                  <a:lnTo>
                    <a:pt x="50428" y="69461"/>
                  </a:lnTo>
                  <a:lnTo>
                    <a:pt x="55761" y="72210"/>
                  </a:lnTo>
                  <a:lnTo>
                    <a:pt x="58523" y="71931"/>
                  </a:lnTo>
                  <a:lnTo>
                    <a:pt x="59575" y="70438"/>
                  </a:lnTo>
                  <a:lnTo>
                    <a:pt x="62768" y="77670"/>
                  </a:lnTo>
                  <a:lnTo>
                    <a:pt x="67260" y="89360"/>
                  </a:lnTo>
                  <a:lnTo>
                    <a:pt x="69388" y="95643"/>
                  </a:lnTo>
                  <a:lnTo>
                    <a:pt x="61568" y="98119"/>
                  </a:lnTo>
                  <a:lnTo>
                    <a:pt x="52598" y="100800"/>
                  </a:lnTo>
                  <a:lnTo>
                    <a:pt x="44650" y="103160"/>
                  </a:lnTo>
                  <a:lnTo>
                    <a:pt x="32196" y="106464"/>
                  </a:lnTo>
                  <a:lnTo>
                    <a:pt x="30071" y="100377"/>
                  </a:lnTo>
                  <a:lnTo>
                    <a:pt x="29611" y="99049"/>
                  </a:lnTo>
                  <a:lnTo>
                    <a:pt x="27704" y="93547"/>
                  </a:lnTo>
                  <a:lnTo>
                    <a:pt x="22703" y="79220"/>
                  </a:lnTo>
                  <a:lnTo>
                    <a:pt x="14631" y="56136"/>
                  </a:lnTo>
                  <a:lnTo>
                    <a:pt x="11959" y="48506"/>
                  </a:lnTo>
                  <a:lnTo>
                    <a:pt x="10666" y="44814"/>
                  </a:lnTo>
                  <a:lnTo>
                    <a:pt x="8578" y="38856"/>
                  </a:lnTo>
                  <a:lnTo>
                    <a:pt x="0" y="13370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1483987" y="5732177"/>
              <a:ext cx="7377" cy="7179"/>
            </a:xfrm>
            <a:custGeom>
              <a:avLst/>
              <a:pathLst>
                <a:path w="7377" h="7179">
                  <a:moveTo>
                    <a:pt x="380" y="1040"/>
                  </a:moveTo>
                  <a:lnTo>
                    <a:pt x="3173" y="0"/>
                  </a:lnTo>
                  <a:lnTo>
                    <a:pt x="4545" y="54"/>
                  </a:lnTo>
                  <a:lnTo>
                    <a:pt x="7377" y="3764"/>
                  </a:lnTo>
                  <a:lnTo>
                    <a:pt x="6140" y="6221"/>
                  </a:lnTo>
                  <a:lnTo>
                    <a:pt x="3567" y="7179"/>
                  </a:lnTo>
                  <a:lnTo>
                    <a:pt x="1159" y="5471"/>
                  </a:lnTo>
                  <a:lnTo>
                    <a:pt x="0" y="35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82671" y="5473138"/>
              <a:ext cx="65354" cy="63360"/>
            </a:xfrm>
            <a:custGeom>
              <a:avLst/>
              <a:pathLst>
                <a:path w="65354" h="63360">
                  <a:moveTo>
                    <a:pt x="973" y="24192"/>
                  </a:moveTo>
                  <a:lnTo>
                    <a:pt x="2827" y="21248"/>
                  </a:lnTo>
                  <a:lnTo>
                    <a:pt x="3560" y="17749"/>
                  </a:lnTo>
                  <a:lnTo>
                    <a:pt x="4180" y="14782"/>
                  </a:lnTo>
                  <a:lnTo>
                    <a:pt x="3750" y="12825"/>
                  </a:lnTo>
                  <a:lnTo>
                    <a:pt x="1474" y="9197"/>
                  </a:lnTo>
                  <a:lnTo>
                    <a:pt x="785" y="6643"/>
                  </a:lnTo>
                  <a:lnTo>
                    <a:pt x="0" y="4761"/>
                  </a:lnTo>
                  <a:lnTo>
                    <a:pt x="1168" y="2984"/>
                  </a:lnTo>
                  <a:lnTo>
                    <a:pt x="5081" y="2217"/>
                  </a:lnTo>
                  <a:lnTo>
                    <a:pt x="9869" y="0"/>
                  </a:lnTo>
                  <a:lnTo>
                    <a:pt x="11033" y="363"/>
                  </a:lnTo>
                  <a:lnTo>
                    <a:pt x="13974" y="2352"/>
                  </a:lnTo>
                  <a:lnTo>
                    <a:pt x="14945" y="2288"/>
                  </a:lnTo>
                  <a:lnTo>
                    <a:pt x="16793" y="2164"/>
                  </a:lnTo>
                  <a:lnTo>
                    <a:pt x="19433" y="3469"/>
                  </a:lnTo>
                  <a:lnTo>
                    <a:pt x="21837" y="5750"/>
                  </a:lnTo>
                  <a:lnTo>
                    <a:pt x="20549" y="6550"/>
                  </a:lnTo>
                  <a:lnTo>
                    <a:pt x="22189" y="8100"/>
                  </a:lnTo>
                  <a:lnTo>
                    <a:pt x="23183" y="9039"/>
                  </a:lnTo>
                  <a:lnTo>
                    <a:pt x="29998" y="11421"/>
                  </a:lnTo>
                  <a:lnTo>
                    <a:pt x="35575" y="15177"/>
                  </a:lnTo>
                  <a:lnTo>
                    <a:pt x="37725" y="19503"/>
                  </a:lnTo>
                  <a:lnTo>
                    <a:pt x="39637" y="19022"/>
                  </a:lnTo>
                  <a:lnTo>
                    <a:pt x="43518" y="22829"/>
                  </a:lnTo>
                  <a:lnTo>
                    <a:pt x="48710" y="24955"/>
                  </a:lnTo>
                  <a:lnTo>
                    <a:pt x="46940" y="27859"/>
                  </a:lnTo>
                  <a:lnTo>
                    <a:pt x="52202" y="31663"/>
                  </a:lnTo>
                  <a:lnTo>
                    <a:pt x="54423" y="31258"/>
                  </a:lnTo>
                  <a:lnTo>
                    <a:pt x="57492" y="34443"/>
                  </a:lnTo>
                  <a:lnTo>
                    <a:pt x="57796" y="38068"/>
                  </a:lnTo>
                  <a:lnTo>
                    <a:pt x="60175" y="40719"/>
                  </a:lnTo>
                  <a:lnTo>
                    <a:pt x="62626" y="45980"/>
                  </a:lnTo>
                  <a:lnTo>
                    <a:pt x="65181" y="50023"/>
                  </a:lnTo>
                  <a:lnTo>
                    <a:pt x="65354" y="52872"/>
                  </a:lnTo>
                  <a:lnTo>
                    <a:pt x="65252" y="54443"/>
                  </a:lnTo>
                  <a:lnTo>
                    <a:pt x="62347" y="56186"/>
                  </a:lnTo>
                  <a:lnTo>
                    <a:pt x="60356" y="55599"/>
                  </a:lnTo>
                  <a:lnTo>
                    <a:pt x="58686" y="56712"/>
                  </a:lnTo>
                  <a:lnTo>
                    <a:pt x="56775" y="56015"/>
                  </a:lnTo>
                  <a:lnTo>
                    <a:pt x="55326" y="55053"/>
                  </a:lnTo>
                  <a:lnTo>
                    <a:pt x="53013" y="56309"/>
                  </a:lnTo>
                  <a:lnTo>
                    <a:pt x="50616" y="58818"/>
                  </a:lnTo>
                  <a:lnTo>
                    <a:pt x="51261" y="62389"/>
                  </a:lnTo>
                  <a:lnTo>
                    <a:pt x="49515" y="63275"/>
                  </a:lnTo>
                  <a:lnTo>
                    <a:pt x="46467" y="63360"/>
                  </a:lnTo>
                  <a:lnTo>
                    <a:pt x="45251" y="61298"/>
                  </a:lnTo>
                  <a:lnTo>
                    <a:pt x="43782" y="60530"/>
                  </a:lnTo>
                  <a:lnTo>
                    <a:pt x="41482" y="59739"/>
                  </a:lnTo>
                  <a:lnTo>
                    <a:pt x="37276" y="56863"/>
                  </a:lnTo>
                  <a:lnTo>
                    <a:pt x="34759" y="55175"/>
                  </a:lnTo>
                  <a:lnTo>
                    <a:pt x="33006" y="53205"/>
                  </a:lnTo>
                  <a:lnTo>
                    <a:pt x="31008" y="51222"/>
                  </a:lnTo>
                  <a:lnTo>
                    <a:pt x="30761" y="49152"/>
                  </a:lnTo>
                  <a:lnTo>
                    <a:pt x="29263" y="46796"/>
                  </a:lnTo>
                  <a:lnTo>
                    <a:pt x="27832" y="46553"/>
                  </a:lnTo>
                  <a:lnTo>
                    <a:pt x="26714" y="47624"/>
                  </a:lnTo>
                  <a:lnTo>
                    <a:pt x="25137" y="47886"/>
                  </a:lnTo>
                  <a:lnTo>
                    <a:pt x="23054" y="47237"/>
                  </a:lnTo>
                  <a:lnTo>
                    <a:pt x="22531" y="45799"/>
                  </a:lnTo>
                  <a:lnTo>
                    <a:pt x="19412" y="45882"/>
                  </a:lnTo>
                  <a:lnTo>
                    <a:pt x="20788" y="49699"/>
                  </a:lnTo>
                  <a:lnTo>
                    <a:pt x="19157" y="49727"/>
                  </a:lnTo>
                  <a:lnTo>
                    <a:pt x="17181" y="47102"/>
                  </a:lnTo>
                  <a:lnTo>
                    <a:pt x="17451" y="44194"/>
                  </a:lnTo>
                  <a:lnTo>
                    <a:pt x="16529" y="41924"/>
                  </a:lnTo>
                  <a:lnTo>
                    <a:pt x="14360" y="41007"/>
                  </a:lnTo>
                  <a:lnTo>
                    <a:pt x="12279" y="41787"/>
                  </a:lnTo>
                  <a:lnTo>
                    <a:pt x="11567" y="37878"/>
                  </a:lnTo>
                  <a:lnTo>
                    <a:pt x="11249" y="35629"/>
                  </a:lnTo>
                  <a:lnTo>
                    <a:pt x="10335" y="32755"/>
                  </a:lnTo>
                  <a:lnTo>
                    <a:pt x="10747" y="29200"/>
                  </a:lnTo>
                  <a:lnTo>
                    <a:pt x="8487" y="27468"/>
                  </a:lnTo>
                  <a:lnTo>
                    <a:pt x="7586" y="25314"/>
                  </a:lnTo>
                  <a:lnTo>
                    <a:pt x="3851" y="26425"/>
                  </a:lnTo>
                  <a:lnTo>
                    <a:pt x="2348" y="265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57509" y="5444655"/>
              <a:ext cx="42920" cy="60808"/>
            </a:xfrm>
            <a:custGeom>
              <a:avLst/>
              <a:pathLst>
                <a:path w="42920" h="60808">
                  <a:moveTo>
                    <a:pt x="0" y="18112"/>
                  </a:moveTo>
                  <a:lnTo>
                    <a:pt x="1427" y="14016"/>
                  </a:lnTo>
                  <a:lnTo>
                    <a:pt x="3108" y="13379"/>
                  </a:lnTo>
                  <a:lnTo>
                    <a:pt x="3712" y="11975"/>
                  </a:lnTo>
                  <a:lnTo>
                    <a:pt x="6423" y="12441"/>
                  </a:lnTo>
                  <a:lnTo>
                    <a:pt x="8527" y="14999"/>
                  </a:lnTo>
                  <a:lnTo>
                    <a:pt x="10686" y="16293"/>
                  </a:lnTo>
                  <a:lnTo>
                    <a:pt x="11581" y="13925"/>
                  </a:lnTo>
                  <a:lnTo>
                    <a:pt x="8473" y="9657"/>
                  </a:lnTo>
                  <a:lnTo>
                    <a:pt x="4579" y="8071"/>
                  </a:lnTo>
                  <a:lnTo>
                    <a:pt x="4668" y="5818"/>
                  </a:lnTo>
                  <a:lnTo>
                    <a:pt x="6855" y="3722"/>
                  </a:lnTo>
                  <a:lnTo>
                    <a:pt x="10464" y="3368"/>
                  </a:lnTo>
                  <a:lnTo>
                    <a:pt x="15379" y="2809"/>
                  </a:lnTo>
                  <a:lnTo>
                    <a:pt x="20321" y="2358"/>
                  </a:lnTo>
                  <a:lnTo>
                    <a:pt x="20667" y="2190"/>
                  </a:lnTo>
                  <a:lnTo>
                    <a:pt x="25162" y="0"/>
                  </a:lnTo>
                  <a:lnTo>
                    <a:pt x="29170" y="2008"/>
                  </a:lnTo>
                  <a:lnTo>
                    <a:pt x="33031" y="6309"/>
                  </a:lnTo>
                  <a:lnTo>
                    <a:pt x="35786" y="6348"/>
                  </a:lnTo>
                  <a:lnTo>
                    <a:pt x="38056" y="8404"/>
                  </a:lnTo>
                  <a:lnTo>
                    <a:pt x="41659" y="9334"/>
                  </a:lnTo>
                  <a:lnTo>
                    <a:pt x="42920" y="11740"/>
                  </a:lnTo>
                  <a:lnTo>
                    <a:pt x="42653" y="14659"/>
                  </a:lnTo>
                  <a:lnTo>
                    <a:pt x="40403" y="17549"/>
                  </a:lnTo>
                  <a:lnTo>
                    <a:pt x="37386" y="18121"/>
                  </a:lnTo>
                  <a:lnTo>
                    <a:pt x="35110" y="19354"/>
                  </a:lnTo>
                  <a:lnTo>
                    <a:pt x="33183" y="23381"/>
                  </a:lnTo>
                  <a:lnTo>
                    <a:pt x="30508" y="24201"/>
                  </a:lnTo>
                  <a:lnTo>
                    <a:pt x="28133" y="25564"/>
                  </a:lnTo>
                  <a:lnTo>
                    <a:pt x="27188" y="26106"/>
                  </a:lnTo>
                  <a:lnTo>
                    <a:pt x="23173" y="28490"/>
                  </a:lnTo>
                  <a:lnTo>
                    <a:pt x="20447" y="32186"/>
                  </a:lnTo>
                  <a:lnTo>
                    <a:pt x="21410" y="35267"/>
                  </a:lnTo>
                  <a:lnTo>
                    <a:pt x="21254" y="37483"/>
                  </a:lnTo>
                  <a:lnTo>
                    <a:pt x="22069" y="39696"/>
                  </a:lnTo>
                  <a:lnTo>
                    <a:pt x="21486" y="42062"/>
                  </a:lnTo>
                  <a:lnTo>
                    <a:pt x="22389" y="43330"/>
                  </a:lnTo>
                  <a:lnTo>
                    <a:pt x="22616" y="45896"/>
                  </a:lnTo>
                  <a:lnTo>
                    <a:pt x="21411" y="46586"/>
                  </a:lnTo>
                  <a:lnTo>
                    <a:pt x="19774" y="46979"/>
                  </a:lnTo>
                  <a:lnTo>
                    <a:pt x="20140" y="49994"/>
                  </a:lnTo>
                  <a:lnTo>
                    <a:pt x="21414" y="51666"/>
                  </a:lnTo>
                  <a:lnTo>
                    <a:pt x="22212" y="54708"/>
                  </a:lnTo>
                  <a:lnTo>
                    <a:pt x="20879" y="57148"/>
                  </a:lnTo>
                  <a:lnTo>
                    <a:pt x="20399" y="58925"/>
                  </a:lnTo>
                  <a:lnTo>
                    <a:pt x="19703" y="60808"/>
                  </a:lnTo>
                  <a:lnTo>
                    <a:pt x="18392" y="59722"/>
                  </a:lnTo>
                  <a:lnTo>
                    <a:pt x="16315" y="56621"/>
                  </a:lnTo>
                  <a:lnTo>
                    <a:pt x="18186" y="55913"/>
                  </a:lnTo>
                  <a:lnTo>
                    <a:pt x="18285" y="50552"/>
                  </a:lnTo>
                  <a:lnTo>
                    <a:pt x="15318" y="47010"/>
                  </a:lnTo>
                  <a:lnTo>
                    <a:pt x="12766" y="42257"/>
                  </a:lnTo>
                  <a:lnTo>
                    <a:pt x="11108" y="39027"/>
                  </a:lnTo>
                  <a:lnTo>
                    <a:pt x="11208" y="36062"/>
                  </a:lnTo>
                  <a:lnTo>
                    <a:pt x="10183" y="34131"/>
                  </a:lnTo>
                  <a:lnTo>
                    <a:pt x="9878" y="30047"/>
                  </a:lnTo>
                  <a:lnTo>
                    <a:pt x="8506" y="29453"/>
                  </a:lnTo>
                  <a:lnTo>
                    <a:pt x="6828" y="30237"/>
                  </a:lnTo>
                  <a:lnTo>
                    <a:pt x="6120" y="27336"/>
                  </a:lnTo>
                  <a:lnTo>
                    <a:pt x="3673" y="26049"/>
                  </a:lnTo>
                  <a:lnTo>
                    <a:pt x="158" y="200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20003" y="5403995"/>
              <a:ext cx="42860" cy="53776"/>
            </a:xfrm>
            <a:custGeom>
              <a:avLst/>
              <a:pathLst>
                <a:path w="42860" h="53776">
                  <a:moveTo>
                    <a:pt x="0" y="0"/>
                  </a:moveTo>
                  <a:lnTo>
                    <a:pt x="2735" y="1099"/>
                  </a:lnTo>
                  <a:lnTo>
                    <a:pt x="5440" y="3262"/>
                  </a:lnTo>
                  <a:lnTo>
                    <a:pt x="7427" y="5063"/>
                  </a:lnTo>
                  <a:lnTo>
                    <a:pt x="8048" y="5932"/>
                  </a:lnTo>
                  <a:lnTo>
                    <a:pt x="9374" y="7783"/>
                  </a:lnTo>
                  <a:lnTo>
                    <a:pt x="11104" y="6552"/>
                  </a:lnTo>
                  <a:lnTo>
                    <a:pt x="14373" y="5750"/>
                  </a:lnTo>
                  <a:lnTo>
                    <a:pt x="17523" y="5573"/>
                  </a:lnTo>
                  <a:lnTo>
                    <a:pt x="18893" y="4503"/>
                  </a:lnTo>
                  <a:lnTo>
                    <a:pt x="20923" y="4570"/>
                  </a:lnTo>
                  <a:lnTo>
                    <a:pt x="21525" y="6644"/>
                  </a:lnTo>
                  <a:lnTo>
                    <a:pt x="22985" y="7479"/>
                  </a:lnTo>
                  <a:lnTo>
                    <a:pt x="24892" y="9112"/>
                  </a:lnTo>
                  <a:lnTo>
                    <a:pt x="28099" y="11687"/>
                  </a:lnTo>
                  <a:lnTo>
                    <a:pt x="31907" y="15250"/>
                  </a:lnTo>
                  <a:lnTo>
                    <a:pt x="34144" y="20209"/>
                  </a:lnTo>
                  <a:lnTo>
                    <a:pt x="37301" y="22519"/>
                  </a:lnTo>
                  <a:lnTo>
                    <a:pt x="37808" y="24308"/>
                  </a:lnTo>
                  <a:lnTo>
                    <a:pt x="38105" y="28286"/>
                  </a:lnTo>
                  <a:lnTo>
                    <a:pt x="40188" y="33041"/>
                  </a:lnTo>
                  <a:lnTo>
                    <a:pt x="42860" y="34608"/>
                  </a:lnTo>
                  <a:lnTo>
                    <a:pt x="42395" y="36789"/>
                  </a:lnTo>
                  <a:lnTo>
                    <a:pt x="41715" y="37259"/>
                  </a:lnTo>
                  <a:lnTo>
                    <a:pt x="38823" y="36816"/>
                  </a:lnTo>
                  <a:lnTo>
                    <a:pt x="36965" y="39415"/>
                  </a:lnTo>
                  <a:lnTo>
                    <a:pt x="36353" y="43652"/>
                  </a:lnTo>
                  <a:lnTo>
                    <a:pt x="34841" y="46666"/>
                  </a:lnTo>
                  <a:lnTo>
                    <a:pt x="33587" y="48260"/>
                  </a:lnTo>
                  <a:lnTo>
                    <a:pt x="33888" y="49475"/>
                  </a:lnTo>
                  <a:lnTo>
                    <a:pt x="33074" y="51050"/>
                  </a:lnTo>
                  <a:lnTo>
                    <a:pt x="32441" y="52838"/>
                  </a:lnTo>
                  <a:lnTo>
                    <a:pt x="31108" y="53776"/>
                  </a:lnTo>
                  <a:lnTo>
                    <a:pt x="28189" y="50842"/>
                  </a:lnTo>
                  <a:lnTo>
                    <a:pt x="25898" y="45503"/>
                  </a:lnTo>
                  <a:lnTo>
                    <a:pt x="24905" y="37780"/>
                  </a:lnTo>
                  <a:lnTo>
                    <a:pt x="22041" y="33875"/>
                  </a:lnTo>
                  <a:lnTo>
                    <a:pt x="17323" y="27520"/>
                  </a:lnTo>
                  <a:lnTo>
                    <a:pt x="15463" y="23691"/>
                  </a:lnTo>
                  <a:lnTo>
                    <a:pt x="11938" y="17497"/>
                  </a:lnTo>
                  <a:lnTo>
                    <a:pt x="8926" y="11819"/>
                  </a:lnTo>
                  <a:lnTo>
                    <a:pt x="5637" y="8448"/>
                  </a:lnTo>
                  <a:lnTo>
                    <a:pt x="1375" y="33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91923" y="5415975"/>
              <a:ext cx="71266" cy="78296"/>
            </a:xfrm>
            <a:custGeom>
              <a:avLst/>
              <a:pathLst>
                <a:path w="71266" h="78296">
                  <a:moveTo>
                    <a:pt x="384" y="17114"/>
                  </a:moveTo>
                  <a:lnTo>
                    <a:pt x="0" y="14453"/>
                  </a:lnTo>
                  <a:lnTo>
                    <a:pt x="1646" y="12857"/>
                  </a:lnTo>
                  <a:lnTo>
                    <a:pt x="2794" y="10690"/>
                  </a:lnTo>
                  <a:lnTo>
                    <a:pt x="737" y="6518"/>
                  </a:lnTo>
                  <a:lnTo>
                    <a:pt x="2775" y="5739"/>
                  </a:lnTo>
                  <a:lnTo>
                    <a:pt x="4953" y="4225"/>
                  </a:lnTo>
                  <a:lnTo>
                    <a:pt x="7758" y="2537"/>
                  </a:lnTo>
                  <a:lnTo>
                    <a:pt x="11289" y="1923"/>
                  </a:lnTo>
                  <a:lnTo>
                    <a:pt x="12831" y="0"/>
                  </a:lnTo>
                  <a:lnTo>
                    <a:pt x="15182" y="1689"/>
                  </a:lnTo>
                  <a:lnTo>
                    <a:pt x="20670" y="2482"/>
                  </a:lnTo>
                  <a:lnTo>
                    <a:pt x="26473" y="3555"/>
                  </a:lnTo>
                  <a:lnTo>
                    <a:pt x="30109" y="2460"/>
                  </a:lnTo>
                  <a:lnTo>
                    <a:pt x="34252" y="3204"/>
                  </a:lnTo>
                  <a:lnTo>
                    <a:pt x="36646" y="7775"/>
                  </a:lnTo>
                  <a:lnTo>
                    <a:pt x="35609" y="10036"/>
                  </a:lnTo>
                  <a:lnTo>
                    <a:pt x="38464" y="13832"/>
                  </a:lnTo>
                  <a:lnTo>
                    <a:pt x="38954" y="14481"/>
                  </a:lnTo>
                  <a:lnTo>
                    <a:pt x="45726" y="24403"/>
                  </a:lnTo>
                  <a:lnTo>
                    <a:pt x="47826" y="29723"/>
                  </a:lnTo>
                  <a:lnTo>
                    <a:pt x="48977" y="34450"/>
                  </a:lnTo>
                  <a:lnTo>
                    <a:pt x="56284" y="45378"/>
                  </a:lnTo>
                  <a:lnTo>
                    <a:pt x="58451" y="48094"/>
                  </a:lnTo>
                  <a:lnTo>
                    <a:pt x="60757" y="51779"/>
                  </a:lnTo>
                  <a:lnTo>
                    <a:pt x="63084" y="55405"/>
                  </a:lnTo>
                  <a:lnTo>
                    <a:pt x="64597" y="58273"/>
                  </a:lnTo>
                  <a:lnTo>
                    <a:pt x="65763" y="61830"/>
                  </a:lnTo>
                  <a:lnTo>
                    <a:pt x="65333" y="63463"/>
                  </a:lnTo>
                  <a:lnTo>
                    <a:pt x="67268" y="66458"/>
                  </a:lnTo>
                  <a:lnTo>
                    <a:pt x="69110" y="70541"/>
                  </a:lnTo>
                  <a:lnTo>
                    <a:pt x="70456" y="73829"/>
                  </a:lnTo>
                  <a:lnTo>
                    <a:pt x="71177" y="76802"/>
                  </a:lnTo>
                  <a:lnTo>
                    <a:pt x="71266" y="78296"/>
                  </a:lnTo>
                  <a:lnTo>
                    <a:pt x="68570" y="77342"/>
                  </a:lnTo>
                  <a:lnTo>
                    <a:pt x="66964" y="76346"/>
                  </a:lnTo>
                  <a:lnTo>
                    <a:pt x="65242" y="73950"/>
                  </a:lnTo>
                  <a:lnTo>
                    <a:pt x="62711" y="72543"/>
                  </a:lnTo>
                  <a:lnTo>
                    <a:pt x="60093" y="69928"/>
                  </a:lnTo>
                  <a:lnTo>
                    <a:pt x="56789" y="66853"/>
                  </a:lnTo>
                  <a:lnTo>
                    <a:pt x="54154" y="64404"/>
                  </a:lnTo>
                  <a:lnTo>
                    <a:pt x="51772" y="61765"/>
                  </a:lnTo>
                  <a:lnTo>
                    <a:pt x="51110" y="62652"/>
                  </a:lnTo>
                  <a:lnTo>
                    <a:pt x="48167" y="60926"/>
                  </a:lnTo>
                  <a:lnTo>
                    <a:pt x="46396" y="60098"/>
                  </a:lnTo>
                  <a:lnTo>
                    <a:pt x="43912" y="60520"/>
                  </a:lnTo>
                  <a:lnTo>
                    <a:pt x="40963" y="58362"/>
                  </a:lnTo>
                  <a:lnTo>
                    <a:pt x="41510" y="56936"/>
                  </a:lnTo>
                  <a:lnTo>
                    <a:pt x="41748" y="55613"/>
                  </a:lnTo>
                  <a:lnTo>
                    <a:pt x="41660" y="53173"/>
                  </a:lnTo>
                  <a:lnTo>
                    <a:pt x="42295" y="49101"/>
                  </a:lnTo>
                  <a:lnTo>
                    <a:pt x="39242" y="47985"/>
                  </a:lnTo>
                  <a:lnTo>
                    <a:pt x="36220" y="47517"/>
                  </a:lnTo>
                  <a:lnTo>
                    <a:pt x="36478" y="50309"/>
                  </a:lnTo>
                  <a:lnTo>
                    <a:pt x="36363" y="52098"/>
                  </a:lnTo>
                  <a:lnTo>
                    <a:pt x="32624" y="54644"/>
                  </a:lnTo>
                  <a:lnTo>
                    <a:pt x="31860" y="54637"/>
                  </a:lnTo>
                  <a:lnTo>
                    <a:pt x="30694" y="50861"/>
                  </a:lnTo>
                  <a:lnTo>
                    <a:pt x="31975" y="48381"/>
                  </a:lnTo>
                  <a:lnTo>
                    <a:pt x="31311" y="46564"/>
                  </a:lnTo>
                  <a:lnTo>
                    <a:pt x="29563" y="47112"/>
                  </a:lnTo>
                  <a:lnTo>
                    <a:pt x="27924" y="45316"/>
                  </a:lnTo>
                  <a:lnTo>
                    <a:pt x="27660" y="42502"/>
                  </a:lnTo>
                  <a:lnTo>
                    <a:pt x="26594" y="41038"/>
                  </a:lnTo>
                  <a:lnTo>
                    <a:pt x="24482" y="37709"/>
                  </a:lnTo>
                  <a:lnTo>
                    <a:pt x="22570" y="36035"/>
                  </a:lnTo>
                  <a:lnTo>
                    <a:pt x="19482" y="34632"/>
                  </a:lnTo>
                  <a:lnTo>
                    <a:pt x="17960" y="33241"/>
                  </a:lnTo>
                  <a:lnTo>
                    <a:pt x="16305" y="33736"/>
                  </a:lnTo>
                  <a:lnTo>
                    <a:pt x="13648" y="31565"/>
                  </a:lnTo>
                  <a:lnTo>
                    <a:pt x="12456" y="29204"/>
                  </a:lnTo>
                  <a:lnTo>
                    <a:pt x="9961" y="26044"/>
                  </a:lnTo>
                  <a:lnTo>
                    <a:pt x="7566" y="24033"/>
                  </a:lnTo>
                  <a:lnTo>
                    <a:pt x="5402" y="23866"/>
                  </a:lnTo>
                  <a:lnTo>
                    <a:pt x="4195" y="22282"/>
                  </a:lnTo>
                  <a:lnTo>
                    <a:pt x="1841" y="2175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142886" y="5409192"/>
              <a:ext cx="4225" cy="8044"/>
            </a:xfrm>
            <a:custGeom>
              <a:avLst/>
              <a:pathLst>
                <a:path w="4225" h="8044">
                  <a:moveTo>
                    <a:pt x="0" y="4549"/>
                  </a:moveTo>
                  <a:lnTo>
                    <a:pt x="1769" y="0"/>
                  </a:lnTo>
                  <a:lnTo>
                    <a:pt x="4225" y="815"/>
                  </a:lnTo>
                  <a:lnTo>
                    <a:pt x="3409" y="3034"/>
                  </a:lnTo>
                  <a:lnTo>
                    <a:pt x="2487" y="6497"/>
                  </a:lnTo>
                  <a:lnTo>
                    <a:pt x="93" y="80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116311" y="5462764"/>
              <a:ext cx="5329" cy="4538"/>
            </a:xfrm>
            <a:custGeom>
              <a:avLst/>
              <a:pathLst>
                <a:path w="5329" h="4538">
                  <a:moveTo>
                    <a:pt x="0" y="1719"/>
                  </a:moveTo>
                  <a:lnTo>
                    <a:pt x="2152" y="173"/>
                  </a:lnTo>
                  <a:lnTo>
                    <a:pt x="3771" y="0"/>
                  </a:lnTo>
                  <a:lnTo>
                    <a:pt x="5329" y="1539"/>
                  </a:lnTo>
                  <a:lnTo>
                    <a:pt x="4740" y="3785"/>
                  </a:lnTo>
                  <a:lnTo>
                    <a:pt x="2067" y="4538"/>
                  </a:lnTo>
                  <a:lnTo>
                    <a:pt x="1349" y="413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100492" y="5495375"/>
              <a:ext cx="61274" cy="93798"/>
            </a:xfrm>
            <a:custGeom>
              <a:avLst/>
              <a:pathLst>
                <a:path w="61274" h="93798">
                  <a:moveTo>
                    <a:pt x="0" y="63984"/>
                  </a:moveTo>
                  <a:lnTo>
                    <a:pt x="1540" y="60156"/>
                  </a:lnTo>
                  <a:lnTo>
                    <a:pt x="2865" y="56848"/>
                  </a:lnTo>
                  <a:lnTo>
                    <a:pt x="4708" y="53768"/>
                  </a:lnTo>
                  <a:lnTo>
                    <a:pt x="7070" y="52579"/>
                  </a:lnTo>
                  <a:lnTo>
                    <a:pt x="9483" y="50222"/>
                  </a:lnTo>
                  <a:lnTo>
                    <a:pt x="11502" y="49071"/>
                  </a:lnTo>
                  <a:lnTo>
                    <a:pt x="16042" y="48950"/>
                  </a:lnTo>
                  <a:lnTo>
                    <a:pt x="17259" y="46978"/>
                  </a:lnTo>
                  <a:lnTo>
                    <a:pt x="16533" y="41688"/>
                  </a:lnTo>
                  <a:lnTo>
                    <a:pt x="19598" y="38429"/>
                  </a:lnTo>
                  <a:lnTo>
                    <a:pt x="20853" y="37635"/>
                  </a:lnTo>
                  <a:lnTo>
                    <a:pt x="22509" y="37935"/>
                  </a:lnTo>
                  <a:lnTo>
                    <a:pt x="25370" y="36270"/>
                  </a:lnTo>
                  <a:lnTo>
                    <a:pt x="24728" y="34867"/>
                  </a:lnTo>
                  <a:lnTo>
                    <a:pt x="25605" y="33133"/>
                  </a:lnTo>
                  <a:lnTo>
                    <a:pt x="27990" y="34704"/>
                  </a:lnTo>
                  <a:lnTo>
                    <a:pt x="29642" y="32243"/>
                  </a:lnTo>
                  <a:lnTo>
                    <a:pt x="27880" y="29982"/>
                  </a:lnTo>
                  <a:lnTo>
                    <a:pt x="26574" y="29182"/>
                  </a:lnTo>
                  <a:lnTo>
                    <a:pt x="27577" y="26888"/>
                  </a:lnTo>
                  <a:lnTo>
                    <a:pt x="28404" y="25240"/>
                  </a:lnTo>
                  <a:lnTo>
                    <a:pt x="30309" y="24013"/>
                  </a:lnTo>
                  <a:lnTo>
                    <a:pt x="30511" y="21866"/>
                  </a:lnTo>
                  <a:lnTo>
                    <a:pt x="32439" y="19333"/>
                  </a:lnTo>
                  <a:lnTo>
                    <a:pt x="33423" y="16979"/>
                  </a:lnTo>
                  <a:lnTo>
                    <a:pt x="35824" y="15147"/>
                  </a:lnTo>
                  <a:lnTo>
                    <a:pt x="36402" y="12269"/>
                  </a:lnTo>
                  <a:lnTo>
                    <a:pt x="38414" y="11517"/>
                  </a:lnTo>
                  <a:lnTo>
                    <a:pt x="39302" y="9127"/>
                  </a:lnTo>
                  <a:lnTo>
                    <a:pt x="41280" y="8451"/>
                  </a:lnTo>
                  <a:lnTo>
                    <a:pt x="40287" y="5149"/>
                  </a:lnTo>
                  <a:lnTo>
                    <a:pt x="41037" y="2385"/>
                  </a:lnTo>
                  <a:lnTo>
                    <a:pt x="42143" y="1420"/>
                  </a:lnTo>
                  <a:lnTo>
                    <a:pt x="44450" y="1177"/>
                  </a:lnTo>
                  <a:lnTo>
                    <a:pt x="46476" y="0"/>
                  </a:lnTo>
                  <a:lnTo>
                    <a:pt x="47148" y="2184"/>
                  </a:lnTo>
                  <a:lnTo>
                    <a:pt x="46452" y="5335"/>
                  </a:lnTo>
                  <a:lnTo>
                    <a:pt x="45000" y="7662"/>
                  </a:lnTo>
                  <a:lnTo>
                    <a:pt x="44308" y="10028"/>
                  </a:lnTo>
                  <a:lnTo>
                    <a:pt x="44940" y="12487"/>
                  </a:lnTo>
                  <a:lnTo>
                    <a:pt x="46485" y="13077"/>
                  </a:lnTo>
                  <a:lnTo>
                    <a:pt x="47438" y="12755"/>
                  </a:lnTo>
                  <a:lnTo>
                    <a:pt x="48169" y="11173"/>
                  </a:lnTo>
                  <a:lnTo>
                    <a:pt x="47732" y="9760"/>
                  </a:lnTo>
                  <a:lnTo>
                    <a:pt x="48883" y="9366"/>
                  </a:lnTo>
                  <a:lnTo>
                    <a:pt x="50808" y="11525"/>
                  </a:lnTo>
                  <a:lnTo>
                    <a:pt x="52831" y="10328"/>
                  </a:lnTo>
                  <a:lnTo>
                    <a:pt x="53880" y="11515"/>
                  </a:lnTo>
                  <a:lnTo>
                    <a:pt x="56343" y="12086"/>
                  </a:lnTo>
                  <a:lnTo>
                    <a:pt x="60470" y="15416"/>
                  </a:lnTo>
                  <a:lnTo>
                    <a:pt x="61274" y="17722"/>
                  </a:lnTo>
                  <a:lnTo>
                    <a:pt x="60092" y="19870"/>
                  </a:lnTo>
                  <a:lnTo>
                    <a:pt x="56233" y="19692"/>
                  </a:lnTo>
                  <a:lnTo>
                    <a:pt x="54745" y="21523"/>
                  </a:lnTo>
                  <a:lnTo>
                    <a:pt x="51474" y="22559"/>
                  </a:lnTo>
                  <a:lnTo>
                    <a:pt x="49175" y="23592"/>
                  </a:lnTo>
                  <a:lnTo>
                    <a:pt x="46741" y="23459"/>
                  </a:lnTo>
                  <a:lnTo>
                    <a:pt x="45942" y="25229"/>
                  </a:lnTo>
                  <a:lnTo>
                    <a:pt x="43333" y="27078"/>
                  </a:lnTo>
                  <a:lnTo>
                    <a:pt x="41103" y="28801"/>
                  </a:lnTo>
                  <a:lnTo>
                    <a:pt x="42326" y="30611"/>
                  </a:lnTo>
                  <a:lnTo>
                    <a:pt x="41998" y="33142"/>
                  </a:lnTo>
                  <a:lnTo>
                    <a:pt x="41037" y="34848"/>
                  </a:lnTo>
                  <a:lnTo>
                    <a:pt x="41603" y="36677"/>
                  </a:lnTo>
                  <a:lnTo>
                    <a:pt x="42557" y="37646"/>
                  </a:lnTo>
                  <a:lnTo>
                    <a:pt x="43906" y="35570"/>
                  </a:lnTo>
                  <a:lnTo>
                    <a:pt x="44659" y="33489"/>
                  </a:lnTo>
                  <a:lnTo>
                    <a:pt x="47097" y="33420"/>
                  </a:lnTo>
                  <a:lnTo>
                    <a:pt x="48778" y="30299"/>
                  </a:lnTo>
                  <a:lnTo>
                    <a:pt x="49167" y="31512"/>
                  </a:lnTo>
                  <a:lnTo>
                    <a:pt x="51535" y="32678"/>
                  </a:lnTo>
                  <a:lnTo>
                    <a:pt x="51448" y="36472"/>
                  </a:lnTo>
                  <a:lnTo>
                    <a:pt x="54791" y="38024"/>
                  </a:lnTo>
                  <a:lnTo>
                    <a:pt x="53163" y="40348"/>
                  </a:lnTo>
                  <a:lnTo>
                    <a:pt x="50150" y="41643"/>
                  </a:lnTo>
                  <a:lnTo>
                    <a:pt x="51700" y="44150"/>
                  </a:lnTo>
                  <a:lnTo>
                    <a:pt x="53516" y="45362"/>
                  </a:lnTo>
                  <a:lnTo>
                    <a:pt x="56986" y="45497"/>
                  </a:lnTo>
                  <a:lnTo>
                    <a:pt x="57219" y="46836"/>
                  </a:lnTo>
                  <a:lnTo>
                    <a:pt x="55420" y="50155"/>
                  </a:lnTo>
                  <a:lnTo>
                    <a:pt x="54370" y="53038"/>
                  </a:lnTo>
                  <a:lnTo>
                    <a:pt x="56473" y="56628"/>
                  </a:lnTo>
                  <a:lnTo>
                    <a:pt x="55170" y="58718"/>
                  </a:lnTo>
                  <a:lnTo>
                    <a:pt x="51206" y="55018"/>
                  </a:lnTo>
                  <a:lnTo>
                    <a:pt x="48977" y="54633"/>
                  </a:lnTo>
                  <a:lnTo>
                    <a:pt x="48708" y="57753"/>
                  </a:lnTo>
                  <a:lnTo>
                    <a:pt x="48423" y="60540"/>
                  </a:lnTo>
                  <a:lnTo>
                    <a:pt x="47217" y="62608"/>
                  </a:lnTo>
                  <a:lnTo>
                    <a:pt x="44566" y="63686"/>
                  </a:lnTo>
                  <a:lnTo>
                    <a:pt x="41804" y="64425"/>
                  </a:lnTo>
                  <a:lnTo>
                    <a:pt x="42095" y="67605"/>
                  </a:lnTo>
                  <a:lnTo>
                    <a:pt x="43786" y="68433"/>
                  </a:lnTo>
                  <a:lnTo>
                    <a:pt x="43532" y="69977"/>
                  </a:lnTo>
                  <a:lnTo>
                    <a:pt x="40012" y="71726"/>
                  </a:lnTo>
                  <a:lnTo>
                    <a:pt x="37316" y="74911"/>
                  </a:lnTo>
                  <a:lnTo>
                    <a:pt x="36063" y="77022"/>
                  </a:lnTo>
                  <a:lnTo>
                    <a:pt x="34462" y="77991"/>
                  </a:lnTo>
                  <a:lnTo>
                    <a:pt x="32480" y="73715"/>
                  </a:lnTo>
                  <a:lnTo>
                    <a:pt x="30591" y="73688"/>
                  </a:lnTo>
                  <a:lnTo>
                    <a:pt x="28675" y="75614"/>
                  </a:lnTo>
                  <a:lnTo>
                    <a:pt x="29831" y="77965"/>
                  </a:lnTo>
                  <a:lnTo>
                    <a:pt x="30500" y="82847"/>
                  </a:lnTo>
                  <a:lnTo>
                    <a:pt x="29093" y="83035"/>
                  </a:lnTo>
                  <a:lnTo>
                    <a:pt x="27103" y="84740"/>
                  </a:lnTo>
                  <a:lnTo>
                    <a:pt x="25496" y="86081"/>
                  </a:lnTo>
                  <a:lnTo>
                    <a:pt x="24107" y="86617"/>
                  </a:lnTo>
                  <a:lnTo>
                    <a:pt x="22973" y="89094"/>
                  </a:lnTo>
                  <a:lnTo>
                    <a:pt x="21536" y="90470"/>
                  </a:lnTo>
                  <a:lnTo>
                    <a:pt x="20816" y="93114"/>
                  </a:lnTo>
                  <a:lnTo>
                    <a:pt x="17753" y="93798"/>
                  </a:lnTo>
                  <a:lnTo>
                    <a:pt x="17968" y="90983"/>
                  </a:lnTo>
                  <a:lnTo>
                    <a:pt x="13375" y="86635"/>
                  </a:lnTo>
                  <a:lnTo>
                    <a:pt x="12826" y="83376"/>
                  </a:lnTo>
                  <a:lnTo>
                    <a:pt x="10417" y="81332"/>
                  </a:lnTo>
                  <a:lnTo>
                    <a:pt x="7500" y="80078"/>
                  </a:lnTo>
                  <a:lnTo>
                    <a:pt x="6957" y="74259"/>
                  </a:lnTo>
                  <a:lnTo>
                    <a:pt x="4691" y="68571"/>
                  </a:lnTo>
                  <a:lnTo>
                    <a:pt x="2378" y="67553"/>
                  </a:lnTo>
                  <a:lnTo>
                    <a:pt x="63" y="675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103909" y="5591946"/>
              <a:ext cx="21261" cy="11392"/>
            </a:xfrm>
            <a:custGeom>
              <a:avLst/>
              <a:pathLst>
                <a:path w="21261" h="11392">
                  <a:moveTo>
                    <a:pt x="0" y="10759"/>
                  </a:moveTo>
                  <a:lnTo>
                    <a:pt x="2553" y="5849"/>
                  </a:lnTo>
                  <a:lnTo>
                    <a:pt x="6512" y="1630"/>
                  </a:lnTo>
                  <a:lnTo>
                    <a:pt x="13428" y="650"/>
                  </a:lnTo>
                  <a:lnTo>
                    <a:pt x="16001" y="0"/>
                  </a:lnTo>
                  <a:lnTo>
                    <a:pt x="17875" y="1885"/>
                  </a:lnTo>
                  <a:lnTo>
                    <a:pt x="21261" y="1814"/>
                  </a:lnTo>
                  <a:lnTo>
                    <a:pt x="21242" y="3307"/>
                  </a:lnTo>
                  <a:lnTo>
                    <a:pt x="18483" y="5998"/>
                  </a:lnTo>
                  <a:lnTo>
                    <a:pt x="12773" y="5953"/>
                  </a:lnTo>
                  <a:lnTo>
                    <a:pt x="6702" y="6293"/>
                  </a:lnTo>
                  <a:lnTo>
                    <a:pt x="4675" y="7766"/>
                  </a:lnTo>
                  <a:lnTo>
                    <a:pt x="2340" y="113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085858" y="5626780"/>
              <a:ext cx="4671" cy="7612"/>
            </a:xfrm>
            <a:custGeom>
              <a:avLst/>
              <a:pathLst>
                <a:path w="4671" h="7612">
                  <a:moveTo>
                    <a:pt x="0" y="5178"/>
                  </a:moveTo>
                  <a:lnTo>
                    <a:pt x="1234" y="3088"/>
                  </a:lnTo>
                  <a:lnTo>
                    <a:pt x="2847" y="0"/>
                  </a:lnTo>
                  <a:lnTo>
                    <a:pt x="4671" y="609"/>
                  </a:lnTo>
                  <a:lnTo>
                    <a:pt x="4448" y="3663"/>
                  </a:lnTo>
                  <a:lnTo>
                    <a:pt x="4451" y="6293"/>
                  </a:lnTo>
                  <a:lnTo>
                    <a:pt x="4013" y="7612"/>
                  </a:lnTo>
                  <a:lnTo>
                    <a:pt x="976" y="73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061799" y="5620906"/>
              <a:ext cx="2934" cy="4790"/>
            </a:xfrm>
            <a:custGeom>
              <a:avLst/>
              <a:pathLst>
                <a:path w="2934" h="4790">
                  <a:moveTo>
                    <a:pt x="0" y="1051"/>
                  </a:moveTo>
                  <a:lnTo>
                    <a:pt x="1084" y="0"/>
                  </a:lnTo>
                  <a:lnTo>
                    <a:pt x="2810" y="1435"/>
                  </a:lnTo>
                  <a:lnTo>
                    <a:pt x="2934" y="3613"/>
                  </a:lnTo>
                  <a:lnTo>
                    <a:pt x="1555" y="4790"/>
                  </a:lnTo>
                  <a:lnTo>
                    <a:pt x="192" y="35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1460143" y="5739421"/>
              <a:ext cx="19070" cy="22007"/>
            </a:xfrm>
            <a:custGeom>
              <a:avLst/>
              <a:pathLst>
                <a:path w="19070" h="22007">
                  <a:moveTo>
                    <a:pt x="244" y="735"/>
                  </a:moveTo>
                  <a:lnTo>
                    <a:pt x="1939" y="0"/>
                  </a:lnTo>
                  <a:lnTo>
                    <a:pt x="7801" y="5110"/>
                  </a:lnTo>
                  <a:lnTo>
                    <a:pt x="13083" y="14244"/>
                  </a:lnTo>
                  <a:lnTo>
                    <a:pt x="15033" y="17836"/>
                  </a:lnTo>
                  <a:lnTo>
                    <a:pt x="17988" y="19049"/>
                  </a:lnTo>
                  <a:lnTo>
                    <a:pt x="19070" y="22007"/>
                  </a:lnTo>
                  <a:lnTo>
                    <a:pt x="13310" y="21245"/>
                  </a:lnTo>
                  <a:lnTo>
                    <a:pt x="8870" y="14082"/>
                  </a:lnTo>
                  <a:lnTo>
                    <a:pt x="7105" y="9479"/>
                  </a:lnTo>
                  <a:lnTo>
                    <a:pt x="5863" y="7692"/>
                  </a:lnTo>
                  <a:lnTo>
                    <a:pt x="3497" y="6952"/>
                  </a:lnTo>
                  <a:lnTo>
                    <a:pt x="0" y="25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046371" y="5598687"/>
              <a:ext cx="7977" cy="3546"/>
            </a:xfrm>
            <a:custGeom>
              <a:avLst/>
              <a:pathLst>
                <a:path w="7977" h="3546">
                  <a:moveTo>
                    <a:pt x="705" y="1620"/>
                  </a:moveTo>
                  <a:lnTo>
                    <a:pt x="3257" y="0"/>
                  </a:lnTo>
                  <a:lnTo>
                    <a:pt x="5172" y="669"/>
                  </a:lnTo>
                  <a:lnTo>
                    <a:pt x="7977" y="2379"/>
                  </a:lnTo>
                  <a:lnTo>
                    <a:pt x="6414" y="3420"/>
                  </a:lnTo>
                  <a:lnTo>
                    <a:pt x="3587" y="3112"/>
                  </a:lnTo>
                  <a:lnTo>
                    <a:pt x="0" y="35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1982870" y="5661465"/>
              <a:ext cx="25054" cy="19545"/>
            </a:xfrm>
            <a:custGeom>
              <a:avLst/>
              <a:pathLst>
                <a:path w="25054" h="19545">
                  <a:moveTo>
                    <a:pt x="0" y="17281"/>
                  </a:moveTo>
                  <a:lnTo>
                    <a:pt x="1132" y="11496"/>
                  </a:lnTo>
                  <a:lnTo>
                    <a:pt x="1047" y="7790"/>
                  </a:lnTo>
                  <a:lnTo>
                    <a:pt x="2105" y="5320"/>
                  </a:lnTo>
                  <a:lnTo>
                    <a:pt x="4675" y="3792"/>
                  </a:lnTo>
                  <a:lnTo>
                    <a:pt x="8128" y="0"/>
                  </a:lnTo>
                  <a:lnTo>
                    <a:pt x="8854" y="1629"/>
                  </a:lnTo>
                  <a:lnTo>
                    <a:pt x="9693" y="4910"/>
                  </a:lnTo>
                  <a:lnTo>
                    <a:pt x="13147" y="4648"/>
                  </a:lnTo>
                  <a:lnTo>
                    <a:pt x="16483" y="1296"/>
                  </a:lnTo>
                  <a:lnTo>
                    <a:pt x="17433" y="4258"/>
                  </a:lnTo>
                  <a:lnTo>
                    <a:pt x="21423" y="10725"/>
                  </a:lnTo>
                  <a:lnTo>
                    <a:pt x="25054" y="16715"/>
                  </a:lnTo>
                  <a:lnTo>
                    <a:pt x="23560" y="19095"/>
                  </a:lnTo>
                  <a:lnTo>
                    <a:pt x="22663" y="19046"/>
                  </a:lnTo>
                  <a:lnTo>
                    <a:pt x="19129" y="15646"/>
                  </a:lnTo>
                  <a:lnTo>
                    <a:pt x="17529" y="11715"/>
                  </a:lnTo>
                  <a:lnTo>
                    <a:pt x="14386" y="11323"/>
                  </a:lnTo>
                  <a:lnTo>
                    <a:pt x="11509" y="10047"/>
                  </a:lnTo>
                  <a:lnTo>
                    <a:pt x="10167" y="11858"/>
                  </a:lnTo>
                  <a:lnTo>
                    <a:pt x="5104" y="12243"/>
                  </a:lnTo>
                  <a:lnTo>
                    <a:pt x="3533" y="14947"/>
                  </a:lnTo>
                  <a:lnTo>
                    <a:pt x="740" y="1954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1967621" y="5653322"/>
              <a:ext cx="16676" cy="16044"/>
            </a:xfrm>
            <a:custGeom>
              <a:avLst/>
              <a:pathLst>
                <a:path w="16676" h="16044">
                  <a:moveTo>
                    <a:pt x="0" y="6766"/>
                  </a:moveTo>
                  <a:lnTo>
                    <a:pt x="1022" y="4379"/>
                  </a:lnTo>
                  <a:lnTo>
                    <a:pt x="3820" y="2893"/>
                  </a:lnTo>
                  <a:lnTo>
                    <a:pt x="7874" y="3936"/>
                  </a:lnTo>
                  <a:lnTo>
                    <a:pt x="12084" y="1249"/>
                  </a:lnTo>
                  <a:lnTo>
                    <a:pt x="13738" y="0"/>
                  </a:lnTo>
                  <a:lnTo>
                    <a:pt x="16676" y="570"/>
                  </a:lnTo>
                  <a:lnTo>
                    <a:pt x="16450" y="3955"/>
                  </a:lnTo>
                  <a:lnTo>
                    <a:pt x="13025" y="7420"/>
                  </a:lnTo>
                  <a:lnTo>
                    <a:pt x="12325" y="9805"/>
                  </a:lnTo>
                  <a:lnTo>
                    <a:pt x="9236" y="8110"/>
                  </a:lnTo>
                  <a:lnTo>
                    <a:pt x="7905" y="9622"/>
                  </a:lnTo>
                  <a:lnTo>
                    <a:pt x="9045" y="13056"/>
                  </a:lnTo>
                  <a:lnTo>
                    <a:pt x="8245" y="15468"/>
                  </a:lnTo>
                  <a:lnTo>
                    <a:pt x="5086" y="14077"/>
                  </a:lnTo>
                  <a:lnTo>
                    <a:pt x="3223" y="14495"/>
                  </a:lnTo>
                  <a:lnTo>
                    <a:pt x="1243" y="16044"/>
                  </a:lnTo>
                  <a:lnTo>
                    <a:pt x="577" y="1204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1958382" y="5498162"/>
              <a:ext cx="8495" cy="12285"/>
            </a:xfrm>
            <a:custGeom>
              <a:avLst/>
              <a:pathLst>
                <a:path w="8495" h="12285">
                  <a:moveTo>
                    <a:pt x="0" y="8315"/>
                  </a:moveTo>
                  <a:lnTo>
                    <a:pt x="434" y="5235"/>
                  </a:lnTo>
                  <a:lnTo>
                    <a:pt x="3376" y="3206"/>
                  </a:lnTo>
                  <a:lnTo>
                    <a:pt x="8010" y="0"/>
                  </a:lnTo>
                  <a:lnTo>
                    <a:pt x="8495" y="1724"/>
                  </a:lnTo>
                  <a:lnTo>
                    <a:pt x="4305" y="10889"/>
                  </a:lnTo>
                  <a:lnTo>
                    <a:pt x="2576" y="12145"/>
                  </a:lnTo>
                  <a:lnTo>
                    <a:pt x="110" y="1228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1953819" y="5664527"/>
              <a:ext cx="2802" cy="2907"/>
            </a:xfrm>
            <a:custGeom>
              <a:avLst/>
              <a:pathLst>
                <a:path w="2802" h="2907">
                  <a:moveTo>
                    <a:pt x="533" y="201"/>
                  </a:moveTo>
                  <a:lnTo>
                    <a:pt x="2164" y="0"/>
                  </a:lnTo>
                  <a:lnTo>
                    <a:pt x="2802" y="91"/>
                  </a:lnTo>
                  <a:lnTo>
                    <a:pt x="2571" y="2907"/>
                  </a:lnTo>
                  <a:lnTo>
                    <a:pt x="0" y="19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1947890" y="5662152"/>
              <a:ext cx="4068" cy="3334"/>
            </a:xfrm>
            <a:custGeom>
              <a:avLst/>
              <a:pathLst>
                <a:path w="4068" h="3334">
                  <a:moveTo>
                    <a:pt x="0" y="986"/>
                  </a:moveTo>
                  <a:lnTo>
                    <a:pt x="4068" y="0"/>
                  </a:lnTo>
                  <a:lnTo>
                    <a:pt x="3303" y="2980"/>
                  </a:lnTo>
                  <a:lnTo>
                    <a:pt x="208" y="333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1921186" y="5696721"/>
              <a:ext cx="12492" cy="8037"/>
            </a:xfrm>
            <a:custGeom>
              <a:avLst/>
              <a:pathLst>
                <a:path w="12492" h="8037">
                  <a:moveTo>
                    <a:pt x="322" y="0"/>
                  </a:moveTo>
                  <a:lnTo>
                    <a:pt x="6631" y="3081"/>
                  </a:lnTo>
                  <a:lnTo>
                    <a:pt x="12492" y="5391"/>
                  </a:lnTo>
                  <a:lnTo>
                    <a:pt x="11481" y="6928"/>
                  </a:lnTo>
                  <a:lnTo>
                    <a:pt x="9628" y="8037"/>
                  </a:lnTo>
                  <a:lnTo>
                    <a:pt x="6171" y="6720"/>
                  </a:lnTo>
                  <a:lnTo>
                    <a:pt x="2508" y="6472"/>
                  </a:lnTo>
                  <a:lnTo>
                    <a:pt x="0" y="39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1855137" y="5707643"/>
              <a:ext cx="20246" cy="8074"/>
            </a:xfrm>
            <a:custGeom>
              <a:avLst/>
              <a:pathLst>
                <a:path w="20246" h="8074">
                  <a:moveTo>
                    <a:pt x="0" y="6975"/>
                  </a:moveTo>
                  <a:lnTo>
                    <a:pt x="3255" y="5629"/>
                  </a:lnTo>
                  <a:lnTo>
                    <a:pt x="7798" y="4297"/>
                  </a:lnTo>
                  <a:lnTo>
                    <a:pt x="11181" y="3823"/>
                  </a:lnTo>
                  <a:lnTo>
                    <a:pt x="14400" y="3869"/>
                  </a:lnTo>
                  <a:lnTo>
                    <a:pt x="17417" y="1227"/>
                  </a:lnTo>
                  <a:lnTo>
                    <a:pt x="18786" y="0"/>
                  </a:lnTo>
                  <a:lnTo>
                    <a:pt x="20246" y="205"/>
                  </a:lnTo>
                  <a:lnTo>
                    <a:pt x="18982" y="3115"/>
                  </a:lnTo>
                  <a:lnTo>
                    <a:pt x="15651" y="7392"/>
                  </a:lnTo>
                  <a:lnTo>
                    <a:pt x="12450" y="6637"/>
                  </a:lnTo>
                  <a:lnTo>
                    <a:pt x="7616" y="7878"/>
                  </a:lnTo>
                  <a:lnTo>
                    <a:pt x="1117" y="807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1842851" y="5702775"/>
              <a:ext cx="17619" cy="11717"/>
            </a:xfrm>
            <a:custGeom>
              <a:avLst/>
              <a:pathLst>
                <a:path w="17619" h="11717">
                  <a:moveTo>
                    <a:pt x="1267" y="4414"/>
                  </a:moveTo>
                  <a:lnTo>
                    <a:pt x="3745" y="2958"/>
                  </a:lnTo>
                  <a:lnTo>
                    <a:pt x="5946" y="3429"/>
                  </a:lnTo>
                  <a:lnTo>
                    <a:pt x="11834" y="0"/>
                  </a:lnTo>
                  <a:lnTo>
                    <a:pt x="15372" y="448"/>
                  </a:lnTo>
                  <a:lnTo>
                    <a:pt x="17619" y="5208"/>
                  </a:lnTo>
                  <a:lnTo>
                    <a:pt x="13593" y="8832"/>
                  </a:lnTo>
                  <a:lnTo>
                    <a:pt x="7887" y="10364"/>
                  </a:lnTo>
                  <a:lnTo>
                    <a:pt x="5676" y="11717"/>
                  </a:lnTo>
                  <a:lnTo>
                    <a:pt x="5049" y="10433"/>
                  </a:lnTo>
                  <a:lnTo>
                    <a:pt x="1536" y="11002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828155" y="5416119"/>
              <a:ext cx="37890" cy="31833"/>
            </a:xfrm>
            <a:custGeom>
              <a:avLst/>
              <a:pathLst>
                <a:path w="37890" h="31833">
                  <a:moveTo>
                    <a:pt x="0" y="7940"/>
                  </a:moveTo>
                  <a:lnTo>
                    <a:pt x="2430" y="6641"/>
                  </a:lnTo>
                  <a:lnTo>
                    <a:pt x="6578" y="7188"/>
                  </a:lnTo>
                  <a:lnTo>
                    <a:pt x="10045" y="8419"/>
                  </a:lnTo>
                  <a:lnTo>
                    <a:pt x="11979" y="8860"/>
                  </a:lnTo>
                  <a:lnTo>
                    <a:pt x="12723" y="7107"/>
                  </a:lnTo>
                  <a:lnTo>
                    <a:pt x="12334" y="6167"/>
                  </a:lnTo>
                  <a:lnTo>
                    <a:pt x="15027" y="3748"/>
                  </a:lnTo>
                  <a:lnTo>
                    <a:pt x="16960" y="4363"/>
                  </a:lnTo>
                  <a:lnTo>
                    <a:pt x="18489" y="2546"/>
                  </a:lnTo>
                  <a:lnTo>
                    <a:pt x="19765" y="1402"/>
                  </a:lnTo>
                  <a:lnTo>
                    <a:pt x="22040" y="3278"/>
                  </a:lnTo>
                  <a:lnTo>
                    <a:pt x="24802" y="2017"/>
                  </a:lnTo>
                  <a:lnTo>
                    <a:pt x="26809" y="0"/>
                  </a:lnTo>
                  <a:lnTo>
                    <a:pt x="27517" y="3331"/>
                  </a:lnTo>
                  <a:lnTo>
                    <a:pt x="28695" y="5704"/>
                  </a:lnTo>
                  <a:lnTo>
                    <a:pt x="31899" y="4932"/>
                  </a:lnTo>
                  <a:lnTo>
                    <a:pt x="35866" y="7734"/>
                  </a:lnTo>
                  <a:lnTo>
                    <a:pt x="34829" y="10247"/>
                  </a:lnTo>
                  <a:lnTo>
                    <a:pt x="35508" y="12102"/>
                  </a:lnTo>
                  <a:lnTo>
                    <a:pt x="34591" y="13623"/>
                  </a:lnTo>
                  <a:lnTo>
                    <a:pt x="35633" y="15580"/>
                  </a:lnTo>
                  <a:lnTo>
                    <a:pt x="34592" y="18202"/>
                  </a:lnTo>
                  <a:lnTo>
                    <a:pt x="36000" y="20517"/>
                  </a:lnTo>
                  <a:lnTo>
                    <a:pt x="37890" y="23803"/>
                  </a:lnTo>
                  <a:lnTo>
                    <a:pt x="36743" y="25803"/>
                  </a:lnTo>
                  <a:lnTo>
                    <a:pt x="34116" y="26691"/>
                  </a:lnTo>
                  <a:lnTo>
                    <a:pt x="32865" y="25770"/>
                  </a:lnTo>
                  <a:lnTo>
                    <a:pt x="30986" y="27015"/>
                  </a:lnTo>
                  <a:lnTo>
                    <a:pt x="28410" y="26652"/>
                  </a:lnTo>
                  <a:lnTo>
                    <a:pt x="26200" y="27911"/>
                  </a:lnTo>
                  <a:lnTo>
                    <a:pt x="26019" y="30870"/>
                  </a:lnTo>
                  <a:lnTo>
                    <a:pt x="23751" y="31833"/>
                  </a:lnTo>
                  <a:lnTo>
                    <a:pt x="22259" y="28796"/>
                  </a:lnTo>
                  <a:lnTo>
                    <a:pt x="20496" y="27324"/>
                  </a:lnTo>
                  <a:lnTo>
                    <a:pt x="17424" y="26603"/>
                  </a:lnTo>
                  <a:lnTo>
                    <a:pt x="14397" y="24755"/>
                  </a:lnTo>
                  <a:lnTo>
                    <a:pt x="11861" y="22805"/>
                  </a:lnTo>
                  <a:lnTo>
                    <a:pt x="9096" y="20007"/>
                  </a:lnTo>
                  <a:lnTo>
                    <a:pt x="6600" y="18636"/>
                  </a:lnTo>
                  <a:lnTo>
                    <a:pt x="3540" y="15754"/>
                  </a:lnTo>
                  <a:lnTo>
                    <a:pt x="1450" y="14268"/>
                  </a:lnTo>
                  <a:lnTo>
                    <a:pt x="1481" y="114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459166" y="5723594"/>
              <a:ext cx="3683" cy="4586"/>
            </a:xfrm>
            <a:custGeom>
              <a:avLst/>
              <a:pathLst>
                <a:path w="3683" h="4586">
                  <a:moveTo>
                    <a:pt x="942" y="0"/>
                  </a:moveTo>
                  <a:lnTo>
                    <a:pt x="2945" y="1451"/>
                  </a:lnTo>
                  <a:lnTo>
                    <a:pt x="3683" y="2786"/>
                  </a:lnTo>
                  <a:lnTo>
                    <a:pt x="1986" y="4586"/>
                  </a:lnTo>
                  <a:lnTo>
                    <a:pt x="1071" y="4416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99648" y="5713546"/>
              <a:ext cx="43992" cy="33354"/>
            </a:xfrm>
            <a:custGeom>
              <a:avLst/>
              <a:pathLst>
                <a:path w="43992" h="33354">
                  <a:moveTo>
                    <a:pt x="1523" y="28917"/>
                  </a:moveTo>
                  <a:lnTo>
                    <a:pt x="3960" y="26743"/>
                  </a:lnTo>
                  <a:lnTo>
                    <a:pt x="6496" y="26782"/>
                  </a:lnTo>
                  <a:lnTo>
                    <a:pt x="9837" y="24843"/>
                  </a:lnTo>
                  <a:lnTo>
                    <a:pt x="11990" y="24711"/>
                  </a:lnTo>
                  <a:lnTo>
                    <a:pt x="14249" y="23651"/>
                  </a:lnTo>
                  <a:lnTo>
                    <a:pt x="16520" y="21768"/>
                  </a:lnTo>
                  <a:lnTo>
                    <a:pt x="17829" y="20638"/>
                  </a:lnTo>
                  <a:lnTo>
                    <a:pt x="17257" y="18026"/>
                  </a:lnTo>
                  <a:lnTo>
                    <a:pt x="18600" y="16900"/>
                  </a:lnTo>
                  <a:lnTo>
                    <a:pt x="19514" y="15478"/>
                  </a:lnTo>
                  <a:lnTo>
                    <a:pt x="20306" y="13583"/>
                  </a:lnTo>
                  <a:lnTo>
                    <a:pt x="21221" y="11460"/>
                  </a:lnTo>
                  <a:lnTo>
                    <a:pt x="19028" y="9153"/>
                  </a:lnTo>
                  <a:lnTo>
                    <a:pt x="17997" y="7787"/>
                  </a:lnTo>
                  <a:lnTo>
                    <a:pt x="18070" y="5934"/>
                  </a:lnTo>
                  <a:lnTo>
                    <a:pt x="20823" y="2562"/>
                  </a:lnTo>
                  <a:lnTo>
                    <a:pt x="24544" y="914"/>
                  </a:lnTo>
                  <a:lnTo>
                    <a:pt x="27883" y="0"/>
                  </a:lnTo>
                  <a:lnTo>
                    <a:pt x="30249" y="279"/>
                  </a:lnTo>
                  <a:lnTo>
                    <a:pt x="31581" y="2957"/>
                  </a:lnTo>
                  <a:lnTo>
                    <a:pt x="33462" y="4810"/>
                  </a:lnTo>
                  <a:lnTo>
                    <a:pt x="35217" y="3498"/>
                  </a:lnTo>
                  <a:lnTo>
                    <a:pt x="37192" y="1504"/>
                  </a:lnTo>
                  <a:lnTo>
                    <a:pt x="39414" y="2863"/>
                  </a:lnTo>
                  <a:lnTo>
                    <a:pt x="40362" y="2544"/>
                  </a:lnTo>
                  <a:lnTo>
                    <a:pt x="41660" y="2106"/>
                  </a:lnTo>
                  <a:lnTo>
                    <a:pt x="43992" y="3641"/>
                  </a:lnTo>
                  <a:lnTo>
                    <a:pt x="41894" y="5038"/>
                  </a:lnTo>
                  <a:lnTo>
                    <a:pt x="40674" y="5848"/>
                  </a:lnTo>
                  <a:lnTo>
                    <a:pt x="39670" y="7578"/>
                  </a:lnTo>
                  <a:lnTo>
                    <a:pt x="37988" y="7767"/>
                  </a:lnTo>
                  <a:lnTo>
                    <a:pt x="35880" y="10378"/>
                  </a:lnTo>
                  <a:lnTo>
                    <a:pt x="37520" y="11566"/>
                  </a:lnTo>
                  <a:lnTo>
                    <a:pt x="40910" y="9587"/>
                  </a:lnTo>
                  <a:lnTo>
                    <a:pt x="43004" y="8951"/>
                  </a:lnTo>
                  <a:lnTo>
                    <a:pt x="43365" y="10230"/>
                  </a:lnTo>
                  <a:lnTo>
                    <a:pt x="42308" y="14602"/>
                  </a:lnTo>
                  <a:lnTo>
                    <a:pt x="39727" y="15323"/>
                  </a:lnTo>
                  <a:lnTo>
                    <a:pt x="37845" y="16851"/>
                  </a:lnTo>
                  <a:lnTo>
                    <a:pt x="34780" y="18138"/>
                  </a:lnTo>
                  <a:lnTo>
                    <a:pt x="33173" y="20638"/>
                  </a:lnTo>
                  <a:lnTo>
                    <a:pt x="31372" y="22955"/>
                  </a:lnTo>
                  <a:lnTo>
                    <a:pt x="29497" y="24796"/>
                  </a:lnTo>
                  <a:lnTo>
                    <a:pt x="27183" y="26725"/>
                  </a:lnTo>
                  <a:lnTo>
                    <a:pt x="24012" y="26929"/>
                  </a:lnTo>
                  <a:lnTo>
                    <a:pt x="21162" y="26675"/>
                  </a:lnTo>
                  <a:lnTo>
                    <a:pt x="19172" y="26668"/>
                  </a:lnTo>
                  <a:lnTo>
                    <a:pt x="16930" y="27004"/>
                  </a:lnTo>
                  <a:lnTo>
                    <a:pt x="13800" y="28946"/>
                  </a:lnTo>
                  <a:lnTo>
                    <a:pt x="13367" y="30289"/>
                  </a:lnTo>
                  <a:lnTo>
                    <a:pt x="10672" y="30208"/>
                  </a:lnTo>
                  <a:lnTo>
                    <a:pt x="8868" y="32846"/>
                  </a:lnTo>
                  <a:lnTo>
                    <a:pt x="7625" y="32301"/>
                  </a:lnTo>
                  <a:lnTo>
                    <a:pt x="5552" y="33354"/>
                  </a:lnTo>
                  <a:lnTo>
                    <a:pt x="2497" y="31924"/>
                  </a:lnTo>
                  <a:lnTo>
                    <a:pt x="0" y="299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845065" y="4918974"/>
              <a:ext cx="836995" cy="781219"/>
            </a:xfrm>
            <a:custGeom>
              <a:avLst/>
              <a:pathLst>
                <a:path w="836995" h="781219">
                  <a:moveTo>
                    <a:pt x="0" y="249880"/>
                  </a:moveTo>
                  <a:lnTo>
                    <a:pt x="2974" y="246955"/>
                  </a:lnTo>
                  <a:lnTo>
                    <a:pt x="8913" y="244717"/>
                  </a:lnTo>
                  <a:lnTo>
                    <a:pt x="15669" y="240969"/>
                  </a:lnTo>
                  <a:lnTo>
                    <a:pt x="25236" y="234314"/>
                  </a:lnTo>
                  <a:lnTo>
                    <a:pt x="38449" y="226676"/>
                  </a:lnTo>
                  <a:lnTo>
                    <a:pt x="49617" y="220992"/>
                  </a:lnTo>
                  <a:lnTo>
                    <a:pt x="59810" y="217263"/>
                  </a:lnTo>
                  <a:lnTo>
                    <a:pt x="66933" y="215391"/>
                  </a:lnTo>
                  <a:lnTo>
                    <a:pt x="76303" y="215814"/>
                  </a:lnTo>
                  <a:lnTo>
                    <a:pt x="79755" y="217695"/>
                  </a:lnTo>
                  <a:lnTo>
                    <a:pt x="77468" y="220271"/>
                  </a:lnTo>
                  <a:lnTo>
                    <a:pt x="76049" y="223023"/>
                  </a:lnTo>
                  <a:lnTo>
                    <a:pt x="74620" y="225128"/>
                  </a:lnTo>
                  <a:lnTo>
                    <a:pt x="74665" y="228935"/>
                  </a:lnTo>
                  <a:lnTo>
                    <a:pt x="74561" y="231157"/>
                  </a:lnTo>
                  <a:lnTo>
                    <a:pt x="73055" y="232644"/>
                  </a:lnTo>
                  <a:lnTo>
                    <a:pt x="73050" y="234259"/>
                  </a:lnTo>
                  <a:lnTo>
                    <a:pt x="74545" y="238621"/>
                  </a:lnTo>
                  <a:lnTo>
                    <a:pt x="76180" y="240659"/>
                  </a:lnTo>
                  <a:lnTo>
                    <a:pt x="79610" y="239749"/>
                  </a:lnTo>
                  <a:lnTo>
                    <a:pt x="81672" y="239938"/>
                  </a:lnTo>
                  <a:lnTo>
                    <a:pt x="85335" y="241423"/>
                  </a:lnTo>
                  <a:lnTo>
                    <a:pt x="87891" y="240810"/>
                  </a:lnTo>
                  <a:lnTo>
                    <a:pt x="92057" y="240496"/>
                  </a:lnTo>
                  <a:lnTo>
                    <a:pt x="94031" y="242992"/>
                  </a:lnTo>
                  <a:lnTo>
                    <a:pt x="97386" y="242776"/>
                  </a:lnTo>
                  <a:lnTo>
                    <a:pt x="98877" y="243690"/>
                  </a:lnTo>
                  <a:lnTo>
                    <a:pt x="102269" y="241706"/>
                  </a:lnTo>
                  <a:lnTo>
                    <a:pt x="107121" y="244586"/>
                  </a:lnTo>
                  <a:lnTo>
                    <a:pt x="108312" y="242274"/>
                  </a:lnTo>
                  <a:lnTo>
                    <a:pt x="111299" y="237647"/>
                  </a:lnTo>
                  <a:lnTo>
                    <a:pt x="112564" y="234775"/>
                  </a:lnTo>
                  <a:lnTo>
                    <a:pt x="113688" y="233785"/>
                  </a:lnTo>
                  <a:lnTo>
                    <a:pt x="116054" y="234238"/>
                  </a:lnTo>
                  <a:lnTo>
                    <a:pt x="116312" y="235713"/>
                  </a:lnTo>
                  <a:lnTo>
                    <a:pt x="118311" y="236389"/>
                  </a:lnTo>
                  <a:lnTo>
                    <a:pt x="121786" y="235445"/>
                  </a:lnTo>
                  <a:lnTo>
                    <a:pt x="120396" y="231644"/>
                  </a:lnTo>
                  <a:lnTo>
                    <a:pt x="116667" y="229000"/>
                  </a:lnTo>
                  <a:lnTo>
                    <a:pt x="112550" y="227487"/>
                  </a:lnTo>
                  <a:lnTo>
                    <a:pt x="110580" y="227413"/>
                  </a:lnTo>
                  <a:lnTo>
                    <a:pt x="106771" y="229373"/>
                  </a:lnTo>
                  <a:lnTo>
                    <a:pt x="107972" y="224328"/>
                  </a:lnTo>
                  <a:lnTo>
                    <a:pt x="107945" y="221911"/>
                  </a:lnTo>
                  <a:lnTo>
                    <a:pt x="104508" y="216541"/>
                  </a:lnTo>
                  <a:lnTo>
                    <a:pt x="103582" y="213451"/>
                  </a:lnTo>
                  <a:lnTo>
                    <a:pt x="100869" y="211465"/>
                  </a:lnTo>
                  <a:lnTo>
                    <a:pt x="98456" y="210567"/>
                  </a:lnTo>
                  <a:lnTo>
                    <a:pt x="96846" y="205002"/>
                  </a:lnTo>
                  <a:lnTo>
                    <a:pt x="97719" y="202982"/>
                  </a:lnTo>
                  <a:lnTo>
                    <a:pt x="99766" y="200951"/>
                  </a:lnTo>
                  <a:lnTo>
                    <a:pt x="99845" y="199578"/>
                  </a:lnTo>
                  <a:lnTo>
                    <a:pt x="97220" y="198562"/>
                  </a:lnTo>
                  <a:lnTo>
                    <a:pt x="93852" y="198651"/>
                  </a:lnTo>
                  <a:lnTo>
                    <a:pt x="91291" y="196664"/>
                  </a:lnTo>
                  <a:lnTo>
                    <a:pt x="86805" y="194842"/>
                  </a:lnTo>
                  <a:lnTo>
                    <a:pt x="82267" y="192970"/>
                  </a:lnTo>
                  <a:lnTo>
                    <a:pt x="80571" y="192022"/>
                  </a:lnTo>
                  <a:lnTo>
                    <a:pt x="80408" y="187308"/>
                  </a:lnTo>
                  <a:lnTo>
                    <a:pt x="79183" y="177558"/>
                  </a:lnTo>
                  <a:lnTo>
                    <a:pt x="77198" y="170339"/>
                  </a:lnTo>
                  <a:lnTo>
                    <a:pt x="74416" y="166065"/>
                  </a:lnTo>
                  <a:lnTo>
                    <a:pt x="70486" y="162183"/>
                  </a:lnTo>
                  <a:lnTo>
                    <a:pt x="62974" y="151644"/>
                  </a:lnTo>
                  <a:lnTo>
                    <a:pt x="59605" y="146821"/>
                  </a:lnTo>
                  <a:lnTo>
                    <a:pt x="58948" y="146321"/>
                  </a:lnTo>
                  <a:lnTo>
                    <a:pt x="54841" y="143173"/>
                  </a:lnTo>
                  <a:lnTo>
                    <a:pt x="52167" y="141891"/>
                  </a:lnTo>
                  <a:lnTo>
                    <a:pt x="50802" y="140252"/>
                  </a:lnTo>
                  <a:lnTo>
                    <a:pt x="49590" y="136297"/>
                  </a:lnTo>
                  <a:lnTo>
                    <a:pt x="46666" y="132682"/>
                  </a:lnTo>
                  <a:lnTo>
                    <a:pt x="42644" y="129992"/>
                  </a:lnTo>
                  <a:lnTo>
                    <a:pt x="39099" y="129284"/>
                  </a:lnTo>
                  <a:lnTo>
                    <a:pt x="43280" y="126693"/>
                  </a:lnTo>
                  <a:lnTo>
                    <a:pt x="47470" y="125580"/>
                  </a:lnTo>
                  <a:lnTo>
                    <a:pt x="48683" y="122031"/>
                  </a:lnTo>
                  <a:lnTo>
                    <a:pt x="50105" y="117874"/>
                  </a:lnTo>
                  <a:lnTo>
                    <a:pt x="51411" y="112741"/>
                  </a:lnTo>
                  <a:lnTo>
                    <a:pt x="51962" y="105912"/>
                  </a:lnTo>
                  <a:lnTo>
                    <a:pt x="56340" y="106758"/>
                  </a:lnTo>
                  <a:lnTo>
                    <a:pt x="62159" y="108139"/>
                  </a:lnTo>
                  <a:lnTo>
                    <a:pt x="70498" y="107918"/>
                  </a:lnTo>
                  <a:lnTo>
                    <a:pt x="77195" y="107070"/>
                  </a:lnTo>
                  <a:lnTo>
                    <a:pt x="81301" y="106916"/>
                  </a:lnTo>
                  <a:lnTo>
                    <a:pt x="86486" y="104194"/>
                  </a:lnTo>
                  <a:lnTo>
                    <a:pt x="92319" y="99014"/>
                  </a:lnTo>
                  <a:lnTo>
                    <a:pt x="98058" y="91056"/>
                  </a:lnTo>
                  <a:lnTo>
                    <a:pt x="100039" y="85442"/>
                  </a:lnTo>
                  <a:lnTo>
                    <a:pt x="100969" y="77017"/>
                  </a:lnTo>
                  <a:lnTo>
                    <a:pt x="102743" y="71347"/>
                  </a:lnTo>
                  <a:lnTo>
                    <a:pt x="104369" y="67404"/>
                  </a:lnTo>
                  <a:lnTo>
                    <a:pt x="107740" y="62856"/>
                  </a:lnTo>
                  <a:lnTo>
                    <a:pt x="112592" y="55279"/>
                  </a:lnTo>
                  <a:lnTo>
                    <a:pt x="115911" y="50707"/>
                  </a:lnTo>
                  <a:lnTo>
                    <a:pt x="122388" y="45370"/>
                  </a:lnTo>
                  <a:lnTo>
                    <a:pt x="126406" y="46867"/>
                  </a:lnTo>
                  <a:lnTo>
                    <a:pt x="130473" y="47403"/>
                  </a:lnTo>
                  <a:lnTo>
                    <a:pt x="137410" y="44079"/>
                  </a:lnTo>
                  <a:lnTo>
                    <a:pt x="146363" y="36044"/>
                  </a:lnTo>
                  <a:lnTo>
                    <a:pt x="151622" y="29430"/>
                  </a:lnTo>
                  <a:lnTo>
                    <a:pt x="154931" y="25475"/>
                  </a:lnTo>
                  <a:lnTo>
                    <a:pt x="161678" y="21932"/>
                  </a:lnTo>
                  <a:lnTo>
                    <a:pt x="162286" y="24610"/>
                  </a:lnTo>
                  <a:lnTo>
                    <a:pt x="165792" y="25836"/>
                  </a:lnTo>
                  <a:lnTo>
                    <a:pt x="169624" y="25774"/>
                  </a:lnTo>
                  <a:lnTo>
                    <a:pt x="172524" y="24664"/>
                  </a:lnTo>
                  <a:lnTo>
                    <a:pt x="177118" y="24114"/>
                  </a:lnTo>
                  <a:lnTo>
                    <a:pt x="180814" y="22111"/>
                  </a:lnTo>
                  <a:lnTo>
                    <a:pt x="185736" y="17443"/>
                  </a:lnTo>
                  <a:lnTo>
                    <a:pt x="189259" y="11949"/>
                  </a:lnTo>
                  <a:lnTo>
                    <a:pt x="193123" y="5274"/>
                  </a:lnTo>
                  <a:lnTo>
                    <a:pt x="194488" y="3080"/>
                  </a:lnTo>
                  <a:lnTo>
                    <a:pt x="197803" y="0"/>
                  </a:lnTo>
                  <a:lnTo>
                    <a:pt x="198231" y="2574"/>
                  </a:lnTo>
                  <a:lnTo>
                    <a:pt x="201153" y="4180"/>
                  </a:lnTo>
                  <a:lnTo>
                    <a:pt x="204298" y="4892"/>
                  </a:lnTo>
                  <a:lnTo>
                    <a:pt x="204644" y="7535"/>
                  </a:lnTo>
                  <a:lnTo>
                    <a:pt x="206667" y="7048"/>
                  </a:lnTo>
                  <a:lnTo>
                    <a:pt x="210797" y="7881"/>
                  </a:lnTo>
                  <a:lnTo>
                    <a:pt x="211662" y="11063"/>
                  </a:lnTo>
                  <a:lnTo>
                    <a:pt x="211473" y="12668"/>
                  </a:lnTo>
                  <a:lnTo>
                    <a:pt x="209108" y="14939"/>
                  </a:lnTo>
                  <a:lnTo>
                    <a:pt x="208316" y="16552"/>
                  </a:lnTo>
                  <a:lnTo>
                    <a:pt x="205714" y="17597"/>
                  </a:lnTo>
                  <a:lnTo>
                    <a:pt x="205307" y="19737"/>
                  </a:lnTo>
                  <a:lnTo>
                    <a:pt x="206001" y="22736"/>
                  </a:lnTo>
                  <a:lnTo>
                    <a:pt x="208635" y="23633"/>
                  </a:lnTo>
                  <a:lnTo>
                    <a:pt x="211234" y="22798"/>
                  </a:lnTo>
                  <a:lnTo>
                    <a:pt x="212033" y="20988"/>
                  </a:lnTo>
                  <a:lnTo>
                    <a:pt x="211683" y="18493"/>
                  </a:lnTo>
                  <a:lnTo>
                    <a:pt x="213739" y="15947"/>
                  </a:lnTo>
                  <a:lnTo>
                    <a:pt x="215150" y="11987"/>
                  </a:lnTo>
                  <a:lnTo>
                    <a:pt x="217902" y="8821"/>
                  </a:lnTo>
                  <a:lnTo>
                    <a:pt x="219493" y="9622"/>
                  </a:lnTo>
                  <a:lnTo>
                    <a:pt x="224404" y="14816"/>
                  </a:lnTo>
                  <a:lnTo>
                    <a:pt x="224043" y="17813"/>
                  </a:lnTo>
                  <a:lnTo>
                    <a:pt x="224556" y="23125"/>
                  </a:lnTo>
                  <a:lnTo>
                    <a:pt x="226508" y="22768"/>
                  </a:lnTo>
                  <a:lnTo>
                    <a:pt x="228435" y="23099"/>
                  </a:lnTo>
                  <a:lnTo>
                    <a:pt x="230696" y="24943"/>
                  </a:lnTo>
                  <a:lnTo>
                    <a:pt x="233890" y="19799"/>
                  </a:lnTo>
                  <a:lnTo>
                    <a:pt x="236964" y="19686"/>
                  </a:lnTo>
                  <a:lnTo>
                    <a:pt x="240250" y="19135"/>
                  </a:lnTo>
                  <a:lnTo>
                    <a:pt x="242789" y="17455"/>
                  </a:lnTo>
                  <a:lnTo>
                    <a:pt x="245391" y="17673"/>
                  </a:lnTo>
                  <a:lnTo>
                    <a:pt x="247415" y="18841"/>
                  </a:lnTo>
                  <a:lnTo>
                    <a:pt x="250262" y="18675"/>
                  </a:lnTo>
                  <a:lnTo>
                    <a:pt x="254051" y="19399"/>
                  </a:lnTo>
                  <a:lnTo>
                    <a:pt x="256867" y="20693"/>
                  </a:lnTo>
                  <a:lnTo>
                    <a:pt x="257341" y="21988"/>
                  </a:lnTo>
                  <a:lnTo>
                    <a:pt x="255281" y="24520"/>
                  </a:lnTo>
                  <a:lnTo>
                    <a:pt x="255311" y="26651"/>
                  </a:lnTo>
                  <a:lnTo>
                    <a:pt x="253657" y="27454"/>
                  </a:lnTo>
                  <a:lnTo>
                    <a:pt x="254321" y="30450"/>
                  </a:lnTo>
                  <a:lnTo>
                    <a:pt x="256253" y="30936"/>
                  </a:lnTo>
                  <a:lnTo>
                    <a:pt x="259321" y="31448"/>
                  </a:lnTo>
                  <a:lnTo>
                    <a:pt x="260797" y="32274"/>
                  </a:lnTo>
                  <a:lnTo>
                    <a:pt x="264714" y="32572"/>
                  </a:lnTo>
                  <a:lnTo>
                    <a:pt x="264297" y="34644"/>
                  </a:lnTo>
                  <a:lnTo>
                    <a:pt x="264371" y="37719"/>
                  </a:lnTo>
                  <a:lnTo>
                    <a:pt x="267685" y="37592"/>
                  </a:lnTo>
                  <a:lnTo>
                    <a:pt x="270664" y="38648"/>
                  </a:lnTo>
                  <a:lnTo>
                    <a:pt x="272451" y="39596"/>
                  </a:lnTo>
                  <a:lnTo>
                    <a:pt x="274466" y="36688"/>
                  </a:lnTo>
                  <a:lnTo>
                    <a:pt x="276025" y="35260"/>
                  </a:lnTo>
                  <a:lnTo>
                    <a:pt x="277663" y="34953"/>
                  </a:lnTo>
                  <a:lnTo>
                    <a:pt x="280813" y="33718"/>
                  </a:lnTo>
                  <a:lnTo>
                    <a:pt x="282883" y="34458"/>
                  </a:lnTo>
                  <a:lnTo>
                    <a:pt x="284597" y="36128"/>
                  </a:lnTo>
                  <a:lnTo>
                    <a:pt x="287712" y="34753"/>
                  </a:lnTo>
                  <a:lnTo>
                    <a:pt x="290373" y="31115"/>
                  </a:lnTo>
                  <a:lnTo>
                    <a:pt x="292185" y="31441"/>
                  </a:lnTo>
                  <a:lnTo>
                    <a:pt x="296000" y="29973"/>
                  </a:lnTo>
                  <a:lnTo>
                    <a:pt x="300074" y="30865"/>
                  </a:lnTo>
                  <a:lnTo>
                    <a:pt x="303816" y="32994"/>
                  </a:lnTo>
                  <a:lnTo>
                    <a:pt x="307473" y="32271"/>
                  </a:lnTo>
                  <a:lnTo>
                    <a:pt x="310453" y="35050"/>
                  </a:lnTo>
                  <a:lnTo>
                    <a:pt x="310810" y="37078"/>
                  </a:lnTo>
                  <a:lnTo>
                    <a:pt x="312468" y="37226"/>
                  </a:lnTo>
                  <a:lnTo>
                    <a:pt x="314349" y="34908"/>
                  </a:lnTo>
                  <a:lnTo>
                    <a:pt x="317915" y="35864"/>
                  </a:lnTo>
                  <a:lnTo>
                    <a:pt x="319395" y="36568"/>
                  </a:lnTo>
                  <a:lnTo>
                    <a:pt x="321152" y="39637"/>
                  </a:lnTo>
                  <a:lnTo>
                    <a:pt x="326031" y="40193"/>
                  </a:lnTo>
                  <a:lnTo>
                    <a:pt x="328736" y="38840"/>
                  </a:lnTo>
                  <a:lnTo>
                    <a:pt x="330032" y="40987"/>
                  </a:lnTo>
                  <a:lnTo>
                    <a:pt x="332493" y="40895"/>
                  </a:lnTo>
                  <a:lnTo>
                    <a:pt x="333771" y="38893"/>
                  </a:lnTo>
                  <a:lnTo>
                    <a:pt x="339113" y="37856"/>
                  </a:lnTo>
                  <a:lnTo>
                    <a:pt x="344631" y="38002"/>
                  </a:lnTo>
                  <a:lnTo>
                    <a:pt x="346489" y="38476"/>
                  </a:lnTo>
                  <a:lnTo>
                    <a:pt x="348426" y="36899"/>
                  </a:lnTo>
                  <a:lnTo>
                    <a:pt x="352276" y="39851"/>
                  </a:lnTo>
                  <a:lnTo>
                    <a:pt x="355264" y="41396"/>
                  </a:lnTo>
                  <a:lnTo>
                    <a:pt x="359265" y="42614"/>
                  </a:lnTo>
                  <a:lnTo>
                    <a:pt x="363339" y="42965"/>
                  </a:lnTo>
                  <a:lnTo>
                    <a:pt x="364795" y="41933"/>
                  </a:lnTo>
                  <a:lnTo>
                    <a:pt x="366600" y="42119"/>
                  </a:lnTo>
                  <a:lnTo>
                    <a:pt x="369192" y="38369"/>
                  </a:lnTo>
                  <a:lnTo>
                    <a:pt x="371656" y="37174"/>
                  </a:lnTo>
                  <a:lnTo>
                    <a:pt x="376260" y="32988"/>
                  </a:lnTo>
                  <a:lnTo>
                    <a:pt x="381688" y="30616"/>
                  </a:lnTo>
                  <a:lnTo>
                    <a:pt x="383093" y="30891"/>
                  </a:lnTo>
                  <a:lnTo>
                    <a:pt x="384906" y="29230"/>
                  </a:lnTo>
                  <a:lnTo>
                    <a:pt x="389393" y="30996"/>
                  </a:lnTo>
                  <a:lnTo>
                    <a:pt x="393348" y="32094"/>
                  </a:lnTo>
                  <a:lnTo>
                    <a:pt x="398227" y="34721"/>
                  </a:lnTo>
                  <a:lnTo>
                    <a:pt x="399276" y="36371"/>
                  </a:lnTo>
                  <a:lnTo>
                    <a:pt x="401788" y="36621"/>
                  </a:lnTo>
                  <a:lnTo>
                    <a:pt x="405498" y="38334"/>
                  </a:lnTo>
                  <a:lnTo>
                    <a:pt x="410247" y="39274"/>
                  </a:lnTo>
                  <a:lnTo>
                    <a:pt x="415158" y="42277"/>
                  </a:lnTo>
                  <a:lnTo>
                    <a:pt x="418418" y="41856"/>
                  </a:lnTo>
                  <a:lnTo>
                    <a:pt x="421766" y="42684"/>
                  </a:lnTo>
                  <a:lnTo>
                    <a:pt x="433014" y="92847"/>
                  </a:lnTo>
                  <a:lnTo>
                    <a:pt x="460531" y="208951"/>
                  </a:lnTo>
                  <a:lnTo>
                    <a:pt x="504926" y="380261"/>
                  </a:lnTo>
                  <a:lnTo>
                    <a:pt x="523135" y="445886"/>
                  </a:lnTo>
                  <a:lnTo>
                    <a:pt x="524185" y="449595"/>
                  </a:lnTo>
                  <a:lnTo>
                    <a:pt x="534604" y="450144"/>
                  </a:lnTo>
                  <a:lnTo>
                    <a:pt x="534782" y="446003"/>
                  </a:lnTo>
                  <a:lnTo>
                    <a:pt x="546099" y="448229"/>
                  </a:lnTo>
                  <a:lnTo>
                    <a:pt x="549927" y="439596"/>
                  </a:lnTo>
                  <a:lnTo>
                    <a:pt x="561932" y="434679"/>
                  </a:lnTo>
                  <a:lnTo>
                    <a:pt x="562474" y="436099"/>
                  </a:lnTo>
                  <a:lnTo>
                    <a:pt x="563226" y="446916"/>
                  </a:lnTo>
                  <a:lnTo>
                    <a:pt x="567572" y="449805"/>
                  </a:lnTo>
                  <a:lnTo>
                    <a:pt x="575721" y="451128"/>
                  </a:lnTo>
                  <a:lnTo>
                    <a:pt x="578528" y="455740"/>
                  </a:lnTo>
                  <a:lnTo>
                    <a:pt x="580269" y="457028"/>
                  </a:lnTo>
                  <a:lnTo>
                    <a:pt x="607493" y="471408"/>
                  </a:lnTo>
                  <a:lnTo>
                    <a:pt x="613409" y="481462"/>
                  </a:lnTo>
                  <a:lnTo>
                    <a:pt x="614010" y="485061"/>
                  </a:lnTo>
                  <a:lnTo>
                    <a:pt x="615599" y="484333"/>
                  </a:lnTo>
                  <a:lnTo>
                    <a:pt x="618001" y="478973"/>
                  </a:lnTo>
                  <a:lnTo>
                    <a:pt x="624214" y="470058"/>
                  </a:lnTo>
                  <a:lnTo>
                    <a:pt x="624679" y="468922"/>
                  </a:lnTo>
                  <a:lnTo>
                    <a:pt x="629598" y="466692"/>
                  </a:lnTo>
                  <a:lnTo>
                    <a:pt x="630024" y="461948"/>
                  </a:lnTo>
                  <a:lnTo>
                    <a:pt x="630131" y="460744"/>
                  </a:lnTo>
                  <a:lnTo>
                    <a:pt x="627253" y="453223"/>
                  </a:lnTo>
                  <a:lnTo>
                    <a:pt x="629834" y="452911"/>
                  </a:lnTo>
                  <a:lnTo>
                    <a:pt x="631203" y="448764"/>
                  </a:lnTo>
                  <a:lnTo>
                    <a:pt x="630622" y="447358"/>
                  </a:lnTo>
                  <a:lnTo>
                    <a:pt x="627717" y="446554"/>
                  </a:lnTo>
                  <a:lnTo>
                    <a:pt x="630333" y="443568"/>
                  </a:lnTo>
                  <a:lnTo>
                    <a:pt x="634888" y="440597"/>
                  </a:lnTo>
                  <a:lnTo>
                    <a:pt x="638367" y="436080"/>
                  </a:lnTo>
                  <a:lnTo>
                    <a:pt x="642179" y="431093"/>
                  </a:lnTo>
                  <a:lnTo>
                    <a:pt x="648716" y="433353"/>
                  </a:lnTo>
                  <a:lnTo>
                    <a:pt x="649571" y="434586"/>
                  </a:lnTo>
                  <a:lnTo>
                    <a:pt x="652219" y="435466"/>
                  </a:lnTo>
                  <a:lnTo>
                    <a:pt x="654918" y="437232"/>
                  </a:lnTo>
                  <a:lnTo>
                    <a:pt x="656360" y="440938"/>
                  </a:lnTo>
                  <a:lnTo>
                    <a:pt x="656374" y="443488"/>
                  </a:lnTo>
                  <a:lnTo>
                    <a:pt x="658179" y="444698"/>
                  </a:lnTo>
                  <a:lnTo>
                    <a:pt x="658364" y="446359"/>
                  </a:lnTo>
                  <a:lnTo>
                    <a:pt x="660765" y="448501"/>
                  </a:lnTo>
                  <a:lnTo>
                    <a:pt x="666543" y="447643"/>
                  </a:lnTo>
                  <a:lnTo>
                    <a:pt x="668399" y="450088"/>
                  </a:lnTo>
                  <a:lnTo>
                    <a:pt x="671234" y="451449"/>
                  </a:lnTo>
                  <a:lnTo>
                    <a:pt x="672971" y="450717"/>
                  </a:lnTo>
                  <a:lnTo>
                    <a:pt x="676556" y="453702"/>
                  </a:lnTo>
                  <a:lnTo>
                    <a:pt x="677087" y="456327"/>
                  </a:lnTo>
                  <a:lnTo>
                    <a:pt x="678802" y="456264"/>
                  </a:lnTo>
                  <a:lnTo>
                    <a:pt x="679487" y="458046"/>
                  </a:lnTo>
                  <a:lnTo>
                    <a:pt x="682102" y="459909"/>
                  </a:lnTo>
                  <a:lnTo>
                    <a:pt x="692646" y="461643"/>
                  </a:lnTo>
                  <a:lnTo>
                    <a:pt x="697556" y="465362"/>
                  </a:lnTo>
                  <a:lnTo>
                    <a:pt x="707173" y="469836"/>
                  </a:lnTo>
                  <a:lnTo>
                    <a:pt x="706219" y="472333"/>
                  </a:lnTo>
                  <a:lnTo>
                    <a:pt x="710609" y="475966"/>
                  </a:lnTo>
                  <a:lnTo>
                    <a:pt x="716147" y="479376"/>
                  </a:lnTo>
                  <a:lnTo>
                    <a:pt x="720827" y="484615"/>
                  </a:lnTo>
                  <a:lnTo>
                    <a:pt x="727870" y="489084"/>
                  </a:lnTo>
                  <a:lnTo>
                    <a:pt x="732639" y="493654"/>
                  </a:lnTo>
                  <a:lnTo>
                    <a:pt x="736587" y="496904"/>
                  </a:lnTo>
                  <a:lnTo>
                    <a:pt x="740335" y="499971"/>
                  </a:lnTo>
                  <a:lnTo>
                    <a:pt x="747122" y="504439"/>
                  </a:lnTo>
                  <a:lnTo>
                    <a:pt x="751950" y="508720"/>
                  </a:lnTo>
                  <a:lnTo>
                    <a:pt x="751596" y="514814"/>
                  </a:lnTo>
                  <a:lnTo>
                    <a:pt x="759173" y="513412"/>
                  </a:lnTo>
                  <a:lnTo>
                    <a:pt x="760634" y="520604"/>
                  </a:lnTo>
                  <a:lnTo>
                    <a:pt x="760784" y="521347"/>
                  </a:lnTo>
                  <a:lnTo>
                    <a:pt x="767463" y="521610"/>
                  </a:lnTo>
                  <a:lnTo>
                    <a:pt x="767771" y="524020"/>
                  </a:lnTo>
                  <a:lnTo>
                    <a:pt x="771965" y="529485"/>
                  </a:lnTo>
                  <a:lnTo>
                    <a:pt x="777180" y="526410"/>
                  </a:lnTo>
                  <a:lnTo>
                    <a:pt x="780941" y="527821"/>
                  </a:lnTo>
                  <a:lnTo>
                    <a:pt x="789080" y="528777"/>
                  </a:lnTo>
                  <a:lnTo>
                    <a:pt x="791624" y="529600"/>
                  </a:lnTo>
                  <a:lnTo>
                    <a:pt x="798177" y="528118"/>
                  </a:lnTo>
                  <a:lnTo>
                    <a:pt x="800209" y="528503"/>
                  </a:lnTo>
                  <a:lnTo>
                    <a:pt x="804165" y="530256"/>
                  </a:lnTo>
                  <a:lnTo>
                    <a:pt x="808035" y="529712"/>
                  </a:lnTo>
                  <a:lnTo>
                    <a:pt x="810821" y="533244"/>
                  </a:lnTo>
                  <a:lnTo>
                    <a:pt x="812837" y="532898"/>
                  </a:lnTo>
                  <a:lnTo>
                    <a:pt x="815527" y="533044"/>
                  </a:lnTo>
                  <a:lnTo>
                    <a:pt x="818206" y="530691"/>
                  </a:lnTo>
                  <a:lnTo>
                    <a:pt x="822713" y="534543"/>
                  </a:lnTo>
                  <a:lnTo>
                    <a:pt x="824019" y="537720"/>
                  </a:lnTo>
                  <a:lnTo>
                    <a:pt x="824279" y="542201"/>
                  </a:lnTo>
                  <a:lnTo>
                    <a:pt x="823762" y="543312"/>
                  </a:lnTo>
                  <a:lnTo>
                    <a:pt x="824303" y="545233"/>
                  </a:lnTo>
                  <a:lnTo>
                    <a:pt x="824745" y="546802"/>
                  </a:lnTo>
                  <a:lnTo>
                    <a:pt x="826452" y="548179"/>
                  </a:lnTo>
                  <a:lnTo>
                    <a:pt x="828567" y="552997"/>
                  </a:lnTo>
                  <a:lnTo>
                    <a:pt x="830733" y="555506"/>
                  </a:lnTo>
                  <a:lnTo>
                    <a:pt x="832936" y="557479"/>
                  </a:lnTo>
                  <a:lnTo>
                    <a:pt x="835075" y="560938"/>
                  </a:lnTo>
                  <a:lnTo>
                    <a:pt x="836684" y="561920"/>
                  </a:lnTo>
                  <a:lnTo>
                    <a:pt x="836995" y="563636"/>
                  </a:lnTo>
                  <a:lnTo>
                    <a:pt x="836219" y="567813"/>
                  </a:lnTo>
                  <a:lnTo>
                    <a:pt x="836436" y="571877"/>
                  </a:lnTo>
                  <a:lnTo>
                    <a:pt x="836839" y="575639"/>
                  </a:lnTo>
                  <a:lnTo>
                    <a:pt x="836277" y="581150"/>
                  </a:lnTo>
                  <a:lnTo>
                    <a:pt x="834227" y="587702"/>
                  </a:lnTo>
                  <a:lnTo>
                    <a:pt x="832471" y="590207"/>
                  </a:lnTo>
                  <a:lnTo>
                    <a:pt x="833421" y="591678"/>
                  </a:lnTo>
                  <a:lnTo>
                    <a:pt x="832563" y="593228"/>
                  </a:lnTo>
                  <a:lnTo>
                    <a:pt x="830716" y="592331"/>
                  </a:lnTo>
                  <a:lnTo>
                    <a:pt x="828897" y="591688"/>
                  </a:lnTo>
                  <a:lnTo>
                    <a:pt x="828107" y="593029"/>
                  </a:lnTo>
                  <a:lnTo>
                    <a:pt x="827539" y="593150"/>
                  </a:lnTo>
                  <a:lnTo>
                    <a:pt x="825353" y="592357"/>
                  </a:lnTo>
                  <a:lnTo>
                    <a:pt x="823491" y="589315"/>
                  </a:lnTo>
                  <a:lnTo>
                    <a:pt x="822302" y="587572"/>
                  </a:lnTo>
                  <a:lnTo>
                    <a:pt x="821189" y="586078"/>
                  </a:lnTo>
                  <a:lnTo>
                    <a:pt x="819960" y="585626"/>
                  </a:lnTo>
                  <a:lnTo>
                    <a:pt x="819374" y="583529"/>
                  </a:lnTo>
                  <a:lnTo>
                    <a:pt x="818142" y="581864"/>
                  </a:lnTo>
                  <a:lnTo>
                    <a:pt x="816743" y="581162"/>
                  </a:lnTo>
                  <a:lnTo>
                    <a:pt x="815111" y="579741"/>
                  </a:lnTo>
                  <a:lnTo>
                    <a:pt x="814433" y="578670"/>
                  </a:lnTo>
                  <a:lnTo>
                    <a:pt x="812846" y="579150"/>
                  </a:lnTo>
                  <a:lnTo>
                    <a:pt x="813880" y="583082"/>
                  </a:lnTo>
                  <a:lnTo>
                    <a:pt x="815126" y="585688"/>
                  </a:lnTo>
                  <a:lnTo>
                    <a:pt x="814905" y="588460"/>
                  </a:lnTo>
                  <a:lnTo>
                    <a:pt x="815838" y="590436"/>
                  </a:lnTo>
                  <a:lnTo>
                    <a:pt x="817360" y="590715"/>
                  </a:lnTo>
                  <a:lnTo>
                    <a:pt x="817069" y="593490"/>
                  </a:lnTo>
                  <a:lnTo>
                    <a:pt x="815569" y="594608"/>
                  </a:lnTo>
                  <a:lnTo>
                    <a:pt x="812506" y="594255"/>
                  </a:lnTo>
                  <a:lnTo>
                    <a:pt x="810575" y="593520"/>
                  </a:lnTo>
                  <a:lnTo>
                    <a:pt x="808270" y="594608"/>
                  </a:lnTo>
                  <a:lnTo>
                    <a:pt x="807371" y="594283"/>
                  </a:lnTo>
                  <a:lnTo>
                    <a:pt x="806922" y="592730"/>
                  </a:lnTo>
                  <a:lnTo>
                    <a:pt x="806644" y="591768"/>
                  </a:lnTo>
                  <a:lnTo>
                    <a:pt x="805157" y="590947"/>
                  </a:lnTo>
                  <a:lnTo>
                    <a:pt x="805416" y="588177"/>
                  </a:lnTo>
                  <a:lnTo>
                    <a:pt x="804716" y="587601"/>
                  </a:lnTo>
                  <a:lnTo>
                    <a:pt x="802751" y="587978"/>
                  </a:lnTo>
                  <a:lnTo>
                    <a:pt x="801150" y="588283"/>
                  </a:lnTo>
                  <a:lnTo>
                    <a:pt x="798072" y="586310"/>
                  </a:lnTo>
                  <a:lnTo>
                    <a:pt x="795634" y="582993"/>
                  </a:lnTo>
                  <a:lnTo>
                    <a:pt x="793356" y="577571"/>
                  </a:lnTo>
                  <a:lnTo>
                    <a:pt x="792917" y="576019"/>
                  </a:lnTo>
                  <a:lnTo>
                    <a:pt x="789339" y="575683"/>
                  </a:lnTo>
                  <a:lnTo>
                    <a:pt x="785231" y="575060"/>
                  </a:lnTo>
                  <a:lnTo>
                    <a:pt x="783035" y="574254"/>
                  </a:lnTo>
                  <a:lnTo>
                    <a:pt x="781820" y="572549"/>
                  </a:lnTo>
                  <a:lnTo>
                    <a:pt x="780050" y="570062"/>
                  </a:lnTo>
                  <a:lnTo>
                    <a:pt x="778048" y="568031"/>
                  </a:lnTo>
                  <a:lnTo>
                    <a:pt x="780090" y="564632"/>
                  </a:lnTo>
                  <a:lnTo>
                    <a:pt x="780296" y="561392"/>
                  </a:lnTo>
                  <a:lnTo>
                    <a:pt x="777245" y="560664"/>
                  </a:lnTo>
                  <a:lnTo>
                    <a:pt x="774750" y="561569"/>
                  </a:lnTo>
                  <a:lnTo>
                    <a:pt x="775137" y="564984"/>
                  </a:lnTo>
                  <a:lnTo>
                    <a:pt x="773028" y="564648"/>
                  </a:lnTo>
                  <a:lnTo>
                    <a:pt x="770476" y="562039"/>
                  </a:lnTo>
                  <a:lnTo>
                    <a:pt x="767541" y="557986"/>
                  </a:lnTo>
                  <a:lnTo>
                    <a:pt x="766139" y="560837"/>
                  </a:lnTo>
                  <a:lnTo>
                    <a:pt x="762020" y="558315"/>
                  </a:lnTo>
                  <a:lnTo>
                    <a:pt x="759913" y="554102"/>
                  </a:lnTo>
                  <a:lnTo>
                    <a:pt x="756812" y="554495"/>
                  </a:lnTo>
                  <a:lnTo>
                    <a:pt x="756053" y="554778"/>
                  </a:lnTo>
                  <a:lnTo>
                    <a:pt x="754524" y="554212"/>
                  </a:lnTo>
                  <a:lnTo>
                    <a:pt x="753245" y="553329"/>
                  </a:lnTo>
                  <a:lnTo>
                    <a:pt x="751410" y="553213"/>
                  </a:lnTo>
                  <a:lnTo>
                    <a:pt x="750265" y="552990"/>
                  </a:lnTo>
                  <a:lnTo>
                    <a:pt x="750002" y="552356"/>
                  </a:lnTo>
                  <a:lnTo>
                    <a:pt x="749988" y="551771"/>
                  </a:lnTo>
                  <a:lnTo>
                    <a:pt x="750344" y="547617"/>
                  </a:lnTo>
                  <a:lnTo>
                    <a:pt x="751764" y="546064"/>
                  </a:lnTo>
                  <a:lnTo>
                    <a:pt x="754176" y="545383"/>
                  </a:lnTo>
                  <a:lnTo>
                    <a:pt x="757475" y="543178"/>
                  </a:lnTo>
                  <a:lnTo>
                    <a:pt x="758411" y="539475"/>
                  </a:lnTo>
                  <a:lnTo>
                    <a:pt x="759457" y="537272"/>
                  </a:lnTo>
                  <a:lnTo>
                    <a:pt x="756448" y="535044"/>
                  </a:lnTo>
                  <a:lnTo>
                    <a:pt x="755003" y="532573"/>
                  </a:lnTo>
                  <a:lnTo>
                    <a:pt x="754729" y="532124"/>
                  </a:lnTo>
                  <a:lnTo>
                    <a:pt x="753713" y="530452"/>
                  </a:lnTo>
                  <a:lnTo>
                    <a:pt x="746918" y="528744"/>
                  </a:lnTo>
                  <a:lnTo>
                    <a:pt x="742351" y="524129"/>
                  </a:lnTo>
                  <a:lnTo>
                    <a:pt x="740413" y="522306"/>
                  </a:lnTo>
                  <a:lnTo>
                    <a:pt x="734981" y="522927"/>
                  </a:lnTo>
                  <a:lnTo>
                    <a:pt x="732269" y="521683"/>
                  </a:lnTo>
                  <a:lnTo>
                    <a:pt x="731095" y="523394"/>
                  </a:lnTo>
                  <a:lnTo>
                    <a:pt x="727208" y="522864"/>
                  </a:lnTo>
                  <a:lnTo>
                    <a:pt x="724112" y="520183"/>
                  </a:lnTo>
                  <a:lnTo>
                    <a:pt x="724198" y="517083"/>
                  </a:lnTo>
                  <a:lnTo>
                    <a:pt x="723475" y="514303"/>
                  </a:lnTo>
                  <a:lnTo>
                    <a:pt x="720760" y="510402"/>
                  </a:lnTo>
                  <a:lnTo>
                    <a:pt x="719673" y="508084"/>
                  </a:lnTo>
                  <a:lnTo>
                    <a:pt x="716713" y="507051"/>
                  </a:lnTo>
                  <a:lnTo>
                    <a:pt x="714747" y="505666"/>
                  </a:lnTo>
                  <a:lnTo>
                    <a:pt x="713692" y="501813"/>
                  </a:lnTo>
                  <a:lnTo>
                    <a:pt x="711525" y="499259"/>
                  </a:lnTo>
                  <a:lnTo>
                    <a:pt x="711333" y="499031"/>
                  </a:lnTo>
                  <a:lnTo>
                    <a:pt x="705847" y="494467"/>
                  </a:lnTo>
                  <a:lnTo>
                    <a:pt x="699520" y="491076"/>
                  </a:lnTo>
                  <a:lnTo>
                    <a:pt x="697413" y="487612"/>
                  </a:lnTo>
                  <a:lnTo>
                    <a:pt x="695201" y="486286"/>
                  </a:lnTo>
                  <a:lnTo>
                    <a:pt x="693406" y="487156"/>
                  </a:lnTo>
                  <a:lnTo>
                    <a:pt x="690284" y="487949"/>
                  </a:lnTo>
                  <a:lnTo>
                    <a:pt x="688124" y="487972"/>
                  </a:lnTo>
                  <a:lnTo>
                    <a:pt x="684330" y="488623"/>
                  </a:lnTo>
                  <a:lnTo>
                    <a:pt x="679488" y="483690"/>
                  </a:lnTo>
                  <a:lnTo>
                    <a:pt x="674555" y="482578"/>
                  </a:lnTo>
                  <a:lnTo>
                    <a:pt x="672046" y="483932"/>
                  </a:lnTo>
                  <a:lnTo>
                    <a:pt x="671218" y="484377"/>
                  </a:lnTo>
                  <a:lnTo>
                    <a:pt x="673178" y="487195"/>
                  </a:lnTo>
                  <a:lnTo>
                    <a:pt x="674631" y="489729"/>
                  </a:lnTo>
                  <a:lnTo>
                    <a:pt x="673816" y="490879"/>
                  </a:lnTo>
                  <a:lnTo>
                    <a:pt x="675593" y="494619"/>
                  </a:lnTo>
                  <a:lnTo>
                    <a:pt x="672080" y="494304"/>
                  </a:lnTo>
                  <a:lnTo>
                    <a:pt x="670340" y="494736"/>
                  </a:lnTo>
                  <a:lnTo>
                    <a:pt x="666619" y="491435"/>
                  </a:lnTo>
                  <a:lnTo>
                    <a:pt x="665809" y="491960"/>
                  </a:lnTo>
                  <a:lnTo>
                    <a:pt x="663988" y="493138"/>
                  </a:lnTo>
                  <a:lnTo>
                    <a:pt x="661877" y="494281"/>
                  </a:lnTo>
                  <a:lnTo>
                    <a:pt x="659099" y="491910"/>
                  </a:lnTo>
                  <a:lnTo>
                    <a:pt x="655394" y="494181"/>
                  </a:lnTo>
                  <a:lnTo>
                    <a:pt x="652828" y="495268"/>
                  </a:lnTo>
                  <a:lnTo>
                    <a:pt x="651952" y="497436"/>
                  </a:lnTo>
                  <a:lnTo>
                    <a:pt x="649171" y="499900"/>
                  </a:lnTo>
                  <a:lnTo>
                    <a:pt x="645775" y="501833"/>
                  </a:lnTo>
                  <a:lnTo>
                    <a:pt x="643295" y="502115"/>
                  </a:lnTo>
                  <a:lnTo>
                    <a:pt x="643219" y="504008"/>
                  </a:lnTo>
                  <a:lnTo>
                    <a:pt x="643908" y="505315"/>
                  </a:lnTo>
                  <a:lnTo>
                    <a:pt x="643824" y="506661"/>
                  </a:lnTo>
                  <a:lnTo>
                    <a:pt x="641505" y="507498"/>
                  </a:lnTo>
                  <a:lnTo>
                    <a:pt x="640345" y="505350"/>
                  </a:lnTo>
                  <a:lnTo>
                    <a:pt x="636746" y="504694"/>
                  </a:lnTo>
                  <a:lnTo>
                    <a:pt x="634795" y="502862"/>
                  </a:lnTo>
                  <a:lnTo>
                    <a:pt x="632721" y="502042"/>
                  </a:lnTo>
                  <a:lnTo>
                    <a:pt x="630900" y="503060"/>
                  </a:lnTo>
                  <a:lnTo>
                    <a:pt x="626690" y="502002"/>
                  </a:lnTo>
                  <a:lnTo>
                    <a:pt x="623680" y="501268"/>
                  </a:lnTo>
                  <a:lnTo>
                    <a:pt x="617819" y="498902"/>
                  </a:lnTo>
                  <a:lnTo>
                    <a:pt x="615736" y="498710"/>
                  </a:lnTo>
                  <a:lnTo>
                    <a:pt x="614448" y="496888"/>
                  </a:lnTo>
                  <a:lnTo>
                    <a:pt x="609983" y="494479"/>
                  </a:lnTo>
                  <a:lnTo>
                    <a:pt x="607027" y="493050"/>
                  </a:lnTo>
                  <a:lnTo>
                    <a:pt x="606909" y="492313"/>
                  </a:lnTo>
                  <a:lnTo>
                    <a:pt x="606668" y="490810"/>
                  </a:lnTo>
                  <a:lnTo>
                    <a:pt x="605492" y="489231"/>
                  </a:lnTo>
                  <a:lnTo>
                    <a:pt x="602101" y="487081"/>
                  </a:lnTo>
                  <a:lnTo>
                    <a:pt x="597759" y="485081"/>
                  </a:lnTo>
                  <a:lnTo>
                    <a:pt x="594471" y="484500"/>
                  </a:lnTo>
                  <a:lnTo>
                    <a:pt x="587852" y="483961"/>
                  </a:lnTo>
                  <a:lnTo>
                    <a:pt x="583246" y="481872"/>
                  </a:lnTo>
                  <a:lnTo>
                    <a:pt x="580377" y="480991"/>
                  </a:lnTo>
                  <a:lnTo>
                    <a:pt x="576722" y="480435"/>
                  </a:lnTo>
                  <a:lnTo>
                    <a:pt x="571929" y="479710"/>
                  </a:lnTo>
                  <a:lnTo>
                    <a:pt x="568289" y="478952"/>
                  </a:lnTo>
                  <a:lnTo>
                    <a:pt x="562845" y="477004"/>
                  </a:lnTo>
                  <a:lnTo>
                    <a:pt x="557011" y="474855"/>
                  </a:lnTo>
                  <a:lnTo>
                    <a:pt x="558424" y="470718"/>
                  </a:lnTo>
                  <a:lnTo>
                    <a:pt x="561380" y="468820"/>
                  </a:lnTo>
                  <a:lnTo>
                    <a:pt x="560440" y="465997"/>
                  </a:lnTo>
                  <a:lnTo>
                    <a:pt x="558541" y="461278"/>
                  </a:lnTo>
                  <a:lnTo>
                    <a:pt x="554964" y="461922"/>
                  </a:lnTo>
                  <a:lnTo>
                    <a:pt x="553453" y="463910"/>
                  </a:lnTo>
                  <a:lnTo>
                    <a:pt x="549794" y="467324"/>
                  </a:lnTo>
                  <a:lnTo>
                    <a:pt x="548102" y="468846"/>
                  </a:lnTo>
                  <a:lnTo>
                    <a:pt x="547366" y="471366"/>
                  </a:lnTo>
                  <a:lnTo>
                    <a:pt x="543752" y="471992"/>
                  </a:lnTo>
                  <a:lnTo>
                    <a:pt x="535599" y="473255"/>
                  </a:lnTo>
                  <a:lnTo>
                    <a:pt x="532648" y="473102"/>
                  </a:lnTo>
                  <a:lnTo>
                    <a:pt x="527099" y="471928"/>
                  </a:lnTo>
                  <a:lnTo>
                    <a:pt x="521581" y="470981"/>
                  </a:lnTo>
                  <a:lnTo>
                    <a:pt x="519029" y="469175"/>
                  </a:lnTo>
                  <a:lnTo>
                    <a:pt x="516338" y="468261"/>
                  </a:lnTo>
                  <a:lnTo>
                    <a:pt x="513467" y="469134"/>
                  </a:lnTo>
                  <a:lnTo>
                    <a:pt x="509312" y="468133"/>
                  </a:lnTo>
                  <a:lnTo>
                    <a:pt x="506087" y="468438"/>
                  </a:lnTo>
                  <a:lnTo>
                    <a:pt x="498122" y="468559"/>
                  </a:lnTo>
                  <a:lnTo>
                    <a:pt x="491376" y="469423"/>
                  </a:lnTo>
                  <a:lnTo>
                    <a:pt x="488078" y="470541"/>
                  </a:lnTo>
                  <a:lnTo>
                    <a:pt x="485060" y="472412"/>
                  </a:lnTo>
                  <a:lnTo>
                    <a:pt x="481106" y="473982"/>
                  </a:lnTo>
                  <a:lnTo>
                    <a:pt x="474056" y="476920"/>
                  </a:lnTo>
                  <a:lnTo>
                    <a:pt x="471121" y="478974"/>
                  </a:lnTo>
                  <a:lnTo>
                    <a:pt x="469018" y="480681"/>
                  </a:lnTo>
                  <a:lnTo>
                    <a:pt x="466500" y="480086"/>
                  </a:lnTo>
                  <a:lnTo>
                    <a:pt x="465241" y="479072"/>
                  </a:lnTo>
                  <a:lnTo>
                    <a:pt x="463459" y="476867"/>
                  </a:lnTo>
                  <a:lnTo>
                    <a:pt x="461708" y="476484"/>
                  </a:lnTo>
                  <a:lnTo>
                    <a:pt x="458660" y="478485"/>
                  </a:lnTo>
                  <a:lnTo>
                    <a:pt x="456431" y="476404"/>
                  </a:lnTo>
                  <a:lnTo>
                    <a:pt x="453550" y="475720"/>
                  </a:lnTo>
                  <a:lnTo>
                    <a:pt x="451244" y="475075"/>
                  </a:lnTo>
                  <a:lnTo>
                    <a:pt x="445409" y="475452"/>
                  </a:lnTo>
                  <a:lnTo>
                    <a:pt x="444233" y="472949"/>
                  </a:lnTo>
                  <a:lnTo>
                    <a:pt x="441245" y="472202"/>
                  </a:lnTo>
                  <a:lnTo>
                    <a:pt x="440509" y="473494"/>
                  </a:lnTo>
                  <a:lnTo>
                    <a:pt x="437956" y="473408"/>
                  </a:lnTo>
                  <a:lnTo>
                    <a:pt x="435004" y="472195"/>
                  </a:lnTo>
                  <a:lnTo>
                    <a:pt x="432673" y="474366"/>
                  </a:lnTo>
                  <a:lnTo>
                    <a:pt x="430211" y="475715"/>
                  </a:lnTo>
                  <a:lnTo>
                    <a:pt x="425841" y="474494"/>
                  </a:lnTo>
                  <a:lnTo>
                    <a:pt x="422291" y="473591"/>
                  </a:lnTo>
                  <a:lnTo>
                    <a:pt x="420469" y="475056"/>
                  </a:lnTo>
                  <a:lnTo>
                    <a:pt x="418399" y="476308"/>
                  </a:lnTo>
                  <a:lnTo>
                    <a:pt x="417762" y="476893"/>
                  </a:lnTo>
                  <a:lnTo>
                    <a:pt x="414589" y="478140"/>
                  </a:lnTo>
                  <a:lnTo>
                    <a:pt x="412889" y="480035"/>
                  </a:lnTo>
                  <a:lnTo>
                    <a:pt x="410980" y="482961"/>
                  </a:lnTo>
                  <a:lnTo>
                    <a:pt x="410080" y="483077"/>
                  </a:lnTo>
                  <a:lnTo>
                    <a:pt x="408871" y="481640"/>
                  </a:lnTo>
                  <a:lnTo>
                    <a:pt x="404221" y="482127"/>
                  </a:lnTo>
                  <a:lnTo>
                    <a:pt x="403091" y="484736"/>
                  </a:lnTo>
                  <a:lnTo>
                    <a:pt x="400571" y="488472"/>
                  </a:lnTo>
                  <a:lnTo>
                    <a:pt x="398802" y="491795"/>
                  </a:lnTo>
                  <a:lnTo>
                    <a:pt x="397142" y="496405"/>
                  </a:lnTo>
                  <a:lnTo>
                    <a:pt x="398361" y="498662"/>
                  </a:lnTo>
                  <a:lnTo>
                    <a:pt x="396105" y="499510"/>
                  </a:lnTo>
                  <a:lnTo>
                    <a:pt x="396134" y="501701"/>
                  </a:lnTo>
                  <a:lnTo>
                    <a:pt x="398006" y="502656"/>
                  </a:lnTo>
                  <a:lnTo>
                    <a:pt x="395896" y="504760"/>
                  </a:lnTo>
                  <a:lnTo>
                    <a:pt x="393241" y="506429"/>
                  </a:lnTo>
                  <a:lnTo>
                    <a:pt x="390951" y="507914"/>
                  </a:lnTo>
                  <a:lnTo>
                    <a:pt x="388902" y="509819"/>
                  </a:lnTo>
                  <a:lnTo>
                    <a:pt x="387638" y="509146"/>
                  </a:lnTo>
                  <a:lnTo>
                    <a:pt x="387529" y="506693"/>
                  </a:lnTo>
                  <a:lnTo>
                    <a:pt x="388450" y="504895"/>
                  </a:lnTo>
                  <a:lnTo>
                    <a:pt x="385622" y="501403"/>
                  </a:lnTo>
                  <a:lnTo>
                    <a:pt x="382686" y="502294"/>
                  </a:lnTo>
                  <a:lnTo>
                    <a:pt x="379685" y="503832"/>
                  </a:lnTo>
                  <a:lnTo>
                    <a:pt x="380026" y="501724"/>
                  </a:lnTo>
                  <a:lnTo>
                    <a:pt x="377635" y="499523"/>
                  </a:lnTo>
                  <a:lnTo>
                    <a:pt x="376266" y="502386"/>
                  </a:lnTo>
                  <a:lnTo>
                    <a:pt x="374998" y="504579"/>
                  </a:lnTo>
                  <a:lnTo>
                    <a:pt x="371923" y="506094"/>
                  </a:lnTo>
                  <a:lnTo>
                    <a:pt x="371556" y="505802"/>
                  </a:lnTo>
                  <a:lnTo>
                    <a:pt x="370563" y="505008"/>
                  </a:lnTo>
                  <a:lnTo>
                    <a:pt x="368183" y="505079"/>
                  </a:lnTo>
                  <a:lnTo>
                    <a:pt x="367193" y="506579"/>
                  </a:lnTo>
                  <a:lnTo>
                    <a:pt x="365378" y="505569"/>
                  </a:lnTo>
                  <a:lnTo>
                    <a:pt x="363389" y="506457"/>
                  </a:lnTo>
                  <a:lnTo>
                    <a:pt x="361391" y="505595"/>
                  </a:lnTo>
                  <a:lnTo>
                    <a:pt x="359585" y="507302"/>
                  </a:lnTo>
                  <a:lnTo>
                    <a:pt x="359051" y="510486"/>
                  </a:lnTo>
                  <a:lnTo>
                    <a:pt x="357114" y="512507"/>
                  </a:lnTo>
                  <a:lnTo>
                    <a:pt x="354628" y="509804"/>
                  </a:lnTo>
                  <a:lnTo>
                    <a:pt x="352912" y="512483"/>
                  </a:lnTo>
                  <a:lnTo>
                    <a:pt x="352833" y="515025"/>
                  </a:lnTo>
                  <a:lnTo>
                    <a:pt x="354879" y="515909"/>
                  </a:lnTo>
                  <a:lnTo>
                    <a:pt x="354908" y="518872"/>
                  </a:lnTo>
                  <a:lnTo>
                    <a:pt x="352649" y="517989"/>
                  </a:lnTo>
                  <a:lnTo>
                    <a:pt x="350641" y="519614"/>
                  </a:lnTo>
                  <a:lnTo>
                    <a:pt x="350841" y="522784"/>
                  </a:lnTo>
                  <a:lnTo>
                    <a:pt x="348366" y="520256"/>
                  </a:lnTo>
                  <a:lnTo>
                    <a:pt x="346828" y="520955"/>
                  </a:lnTo>
                  <a:lnTo>
                    <a:pt x="345525" y="524010"/>
                  </a:lnTo>
                  <a:lnTo>
                    <a:pt x="343287" y="527797"/>
                  </a:lnTo>
                  <a:lnTo>
                    <a:pt x="340819" y="532365"/>
                  </a:lnTo>
                  <a:lnTo>
                    <a:pt x="340769" y="534321"/>
                  </a:lnTo>
                  <a:lnTo>
                    <a:pt x="339637" y="535665"/>
                  </a:lnTo>
                  <a:lnTo>
                    <a:pt x="339479" y="538362"/>
                  </a:lnTo>
                  <a:lnTo>
                    <a:pt x="338522" y="538452"/>
                  </a:lnTo>
                  <a:lnTo>
                    <a:pt x="336977" y="535056"/>
                  </a:lnTo>
                  <a:lnTo>
                    <a:pt x="336297" y="533583"/>
                  </a:lnTo>
                  <a:lnTo>
                    <a:pt x="334638" y="534358"/>
                  </a:lnTo>
                  <a:lnTo>
                    <a:pt x="334439" y="537115"/>
                  </a:lnTo>
                  <a:lnTo>
                    <a:pt x="333476" y="541010"/>
                  </a:lnTo>
                  <a:lnTo>
                    <a:pt x="332699" y="541748"/>
                  </a:lnTo>
                  <a:lnTo>
                    <a:pt x="330303" y="540332"/>
                  </a:lnTo>
                  <a:lnTo>
                    <a:pt x="328566" y="541781"/>
                  </a:lnTo>
                  <a:lnTo>
                    <a:pt x="329342" y="543386"/>
                  </a:lnTo>
                  <a:lnTo>
                    <a:pt x="328419" y="545137"/>
                  </a:lnTo>
                  <a:lnTo>
                    <a:pt x="327226" y="545734"/>
                  </a:lnTo>
                  <a:lnTo>
                    <a:pt x="324664" y="546779"/>
                  </a:lnTo>
                  <a:lnTo>
                    <a:pt x="321172" y="546859"/>
                  </a:lnTo>
                  <a:lnTo>
                    <a:pt x="320011" y="546899"/>
                  </a:lnTo>
                  <a:lnTo>
                    <a:pt x="317142" y="546373"/>
                  </a:lnTo>
                  <a:lnTo>
                    <a:pt x="318610" y="551112"/>
                  </a:lnTo>
                  <a:lnTo>
                    <a:pt x="314019" y="553886"/>
                  </a:lnTo>
                  <a:lnTo>
                    <a:pt x="309512" y="551997"/>
                  </a:lnTo>
                  <a:lnTo>
                    <a:pt x="307784" y="548386"/>
                  </a:lnTo>
                  <a:lnTo>
                    <a:pt x="306025" y="546261"/>
                  </a:lnTo>
                  <a:lnTo>
                    <a:pt x="306075" y="543192"/>
                  </a:lnTo>
                  <a:lnTo>
                    <a:pt x="307242" y="539518"/>
                  </a:lnTo>
                  <a:lnTo>
                    <a:pt x="309989" y="536956"/>
                  </a:lnTo>
                  <a:lnTo>
                    <a:pt x="314427" y="533779"/>
                  </a:lnTo>
                  <a:lnTo>
                    <a:pt x="318086" y="530962"/>
                  </a:lnTo>
                  <a:lnTo>
                    <a:pt x="320296" y="527993"/>
                  </a:lnTo>
                  <a:lnTo>
                    <a:pt x="317961" y="525258"/>
                  </a:lnTo>
                  <a:lnTo>
                    <a:pt x="315081" y="527924"/>
                  </a:lnTo>
                  <a:lnTo>
                    <a:pt x="311010" y="528557"/>
                  </a:lnTo>
                  <a:lnTo>
                    <a:pt x="308599" y="527078"/>
                  </a:lnTo>
                  <a:lnTo>
                    <a:pt x="305540" y="523666"/>
                  </a:lnTo>
                  <a:lnTo>
                    <a:pt x="306266" y="520096"/>
                  </a:lnTo>
                  <a:lnTo>
                    <a:pt x="307001" y="516607"/>
                  </a:lnTo>
                  <a:lnTo>
                    <a:pt x="307286" y="512325"/>
                  </a:lnTo>
                  <a:lnTo>
                    <a:pt x="309059" y="507917"/>
                  </a:lnTo>
                  <a:lnTo>
                    <a:pt x="312211" y="502235"/>
                  </a:lnTo>
                  <a:lnTo>
                    <a:pt x="312527" y="498308"/>
                  </a:lnTo>
                  <a:lnTo>
                    <a:pt x="312385" y="494831"/>
                  </a:lnTo>
                  <a:lnTo>
                    <a:pt x="313545" y="493990"/>
                  </a:lnTo>
                  <a:lnTo>
                    <a:pt x="313391" y="488986"/>
                  </a:lnTo>
                  <a:lnTo>
                    <a:pt x="312566" y="486088"/>
                  </a:lnTo>
                  <a:lnTo>
                    <a:pt x="311173" y="482899"/>
                  </a:lnTo>
                  <a:lnTo>
                    <a:pt x="309503" y="479607"/>
                  </a:lnTo>
                  <a:lnTo>
                    <a:pt x="310179" y="478470"/>
                  </a:lnTo>
                  <a:lnTo>
                    <a:pt x="312182" y="476512"/>
                  </a:lnTo>
                  <a:lnTo>
                    <a:pt x="316107" y="475129"/>
                  </a:lnTo>
                  <a:lnTo>
                    <a:pt x="319091" y="471651"/>
                  </a:lnTo>
                  <a:lnTo>
                    <a:pt x="322403" y="467242"/>
                  </a:lnTo>
                  <a:lnTo>
                    <a:pt x="326072" y="463436"/>
                  </a:lnTo>
                  <a:lnTo>
                    <a:pt x="327906" y="461843"/>
                  </a:lnTo>
                  <a:lnTo>
                    <a:pt x="329192" y="462197"/>
                  </a:lnTo>
                  <a:lnTo>
                    <a:pt x="332957" y="467278"/>
                  </a:lnTo>
                  <a:lnTo>
                    <a:pt x="334741" y="467499"/>
                  </a:lnTo>
                  <a:lnTo>
                    <a:pt x="337317" y="467602"/>
                  </a:lnTo>
                  <a:lnTo>
                    <a:pt x="338630" y="464564"/>
                  </a:lnTo>
                  <a:lnTo>
                    <a:pt x="339382" y="463175"/>
                  </a:lnTo>
                  <a:lnTo>
                    <a:pt x="341271" y="461294"/>
                  </a:lnTo>
                  <a:lnTo>
                    <a:pt x="341832" y="460734"/>
                  </a:lnTo>
                  <a:lnTo>
                    <a:pt x="339091" y="458190"/>
                  </a:lnTo>
                  <a:lnTo>
                    <a:pt x="335208" y="455945"/>
                  </a:lnTo>
                  <a:lnTo>
                    <a:pt x="333913" y="455576"/>
                  </a:lnTo>
                  <a:lnTo>
                    <a:pt x="330054" y="457291"/>
                  </a:lnTo>
                  <a:lnTo>
                    <a:pt x="330572" y="455581"/>
                  </a:lnTo>
                  <a:lnTo>
                    <a:pt x="330527" y="454175"/>
                  </a:lnTo>
                  <a:lnTo>
                    <a:pt x="330429" y="451121"/>
                  </a:lnTo>
                  <a:lnTo>
                    <a:pt x="326123" y="452446"/>
                  </a:lnTo>
                  <a:lnTo>
                    <a:pt x="323757" y="451695"/>
                  </a:lnTo>
                  <a:lnTo>
                    <a:pt x="320908" y="452307"/>
                  </a:lnTo>
                  <a:lnTo>
                    <a:pt x="318191" y="454448"/>
                  </a:lnTo>
                  <a:lnTo>
                    <a:pt x="316060" y="455599"/>
                  </a:lnTo>
                  <a:lnTo>
                    <a:pt x="315459" y="456419"/>
                  </a:lnTo>
                  <a:lnTo>
                    <a:pt x="314181" y="458157"/>
                  </a:lnTo>
                  <a:lnTo>
                    <a:pt x="313153" y="461877"/>
                  </a:lnTo>
                  <a:lnTo>
                    <a:pt x="312468" y="463693"/>
                  </a:lnTo>
                  <a:lnTo>
                    <a:pt x="310781" y="464232"/>
                  </a:lnTo>
                  <a:lnTo>
                    <a:pt x="309010" y="465867"/>
                  </a:lnTo>
                  <a:lnTo>
                    <a:pt x="306361" y="466196"/>
                  </a:lnTo>
                  <a:lnTo>
                    <a:pt x="304203" y="468586"/>
                  </a:lnTo>
                  <a:lnTo>
                    <a:pt x="302110" y="471703"/>
                  </a:lnTo>
                  <a:lnTo>
                    <a:pt x="300784" y="474217"/>
                  </a:lnTo>
                  <a:lnTo>
                    <a:pt x="301488" y="476118"/>
                  </a:lnTo>
                  <a:lnTo>
                    <a:pt x="303417" y="479463"/>
                  </a:lnTo>
                  <a:lnTo>
                    <a:pt x="303285" y="480495"/>
                  </a:lnTo>
                  <a:lnTo>
                    <a:pt x="299532" y="480476"/>
                  </a:lnTo>
                  <a:lnTo>
                    <a:pt x="296991" y="483638"/>
                  </a:lnTo>
                  <a:lnTo>
                    <a:pt x="295464" y="487624"/>
                  </a:lnTo>
                  <a:lnTo>
                    <a:pt x="293120" y="489782"/>
                  </a:lnTo>
                  <a:lnTo>
                    <a:pt x="292036" y="492907"/>
                  </a:lnTo>
                  <a:lnTo>
                    <a:pt x="292956" y="495524"/>
                  </a:lnTo>
                  <a:lnTo>
                    <a:pt x="294457" y="496276"/>
                  </a:lnTo>
                  <a:lnTo>
                    <a:pt x="291789" y="498844"/>
                  </a:lnTo>
                  <a:lnTo>
                    <a:pt x="291387" y="501561"/>
                  </a:lnTo>
                  <a:lnTo>
                    <a:pt x="288983" y="503994"/>
                  </a:lnTo>
                  <a:lnTo>
                    <a:pt x="288444" y="505685"/>
                  </a:lnTo>
                  <a:lnTo>
                    <a:pt x="288559" y="507360"/>
                  </a:lnTo>
                  <a:lnTo>
                    <a:pt x="289448" y="509843"/>
                  </a:lnTo>
                  <a:lnTo>
                    <a:pt x="289279" y="512886"/>
                  </a:lnTo>
                  <a:lnTo>
                    <a:pt x="287539" y="516802"/>
                  </a:lnTo>
                  <a:lnTo>
                    <a:pt x="287346" y="519030"/>
                  </a:lnTo>
                  <a:lnTo>
                    <a:pt x="284248" y="521494"/>
                  </a:lnTo>
                  <a:lnTo>
                    <a:pt x="281995" y="521462"/>
                  </a:lnTo>
                  <a:lnTo>
                    <a:pt x="281384" y="523881"/>
                  </a:lnTo>
                  <a:lnTo>
                    <a:pt x="281641" y="527522"/>
                  </a:lnTo>
                  <a:lnTo>
                    <a:pt x="281211" y="530322"/>
                  </a:lnTo>
                  <a:lnTo>
                    <a:pt x="279231" y="532269"/>
                  </a:lnTo>
                  <a:lnTo>
                    <a:pt x="277557" y="533472"/>
                  </a:lnTo>
                  <a:lnTo>
                    <a:pt x="276144" y="533942"/>
                  </a:lnTo>
                  <a:lnTo>
                    <a:pt x="273977" y="533694"/>
                  </a:lnTo>
                  <a:lnTo>
                    <a:pt x="271211" y="534278"/>
                  </a:lnTo>
                  <a:lnTo>
                    <a:pt x="271148" y="535817"/>
                  </a:lnTo>
                  <a:lnTo>
                    <a:pt x="270830" y="537746"/>
                  </a:lnTo>
                  <a:lnTo>
                    <a:pt x="268589" y="538131"/>
                  </a:lnTo>
                  <a:lnTo>
                    <a:pt x="267021" y="538733"/>
                  </a:lnTo>
                  <a:lnTo>
                    <a:pt x="268722" y="542237"/>
                  </a:lnTo>
                  <a:lnTo>
                    <a:pt x="267868" y="543894"/>
                  </a:lnTo>
                  <a:lnTo>
                    <a:pt x="265463" y="544402"/>
                  </a:lnTo>
                  <a:lnTo>
                    <a:pt x="264217" y="545402"/>
                  </a:lnTo>
                  <a:lnTo>
                    <a:pt x="262765" y="546498"/>
                  </a:lnTo>
                  <a:lnTo>
                    <a:pt x="262350" y="549202"/>
                  </a:lnTo>
                  <a:lnTo>
                    <a:pt x="260584" y="551199"/>
                  </a:lnTo>
                  <a:lnTo>
                    <a:pt x="260521" y="554483"/>
                  </a:lnTo>
                  <a:lnTo>
                    <a:pt x="260050" y="556566"/>
                  </a:lnTo>
                  <a:lnTo>
                    <a:pt x="260114" y="558833"/>
                  </a:lnTo>
                  <a:lnTo>
                    <a:pt x="262857" y="560916"/>
                  </a:lnTo>
                  <a:lnTo>
                    <a:pt x="265694" y="561061"/>
                  </a:lnTo>
                  <a:lnTo>
                    <a:pt x="268619" y="560351"/>
                  </a:lnTo>
                  <a:lnTo>
                    <a:pt x="270706" y="560009"/>
                  </a:lnTo>
                  <a:lnTo>
                    <a:pt x="273198" y="563145"/>
                  </a:lnTo>
                  <a:lnTo>
                    <a:pt x="275718" y="563093"/>
                  </a:lnTo>
                  <a:lnTo>
                    <a:pt x="277806" y="564899"/>
                  </a:lnTo>
                  <a:lnTo>
                    <a:pt x="279540" y="566698"/>
                  </a:lnTo>
                  <a:lnTo>
                    <a:pt x="280945" y="568413"/>
                  </a:lnTo>
                  <a:lnTo>
                    <a:pt x="280429" y="569035"/>
                  </a:lnTo>
                  <a:lnTo>
                    <a:pt x="278996" y="570759"/>
                  </a:lnTo>
                  <a:lnTo>
                    <a:pt x="278698" y="574424"/>
                  </a:lnTo>
                  <a:lnTo>
                    <a:pt x="277956" y="576045"/>
                  </a:lnTo>
                  <a:lnTo>
                    <a:pt x="275747" y="577315"/>
                  </a:lnTo>
                  <a:lnTo>
                    <a:pt x="275149" y="579556"/>
                  </a:lnTo>
                  <a:lnTo>
                    <a:pt x="272298" y="581339"/>
                  </a:lnTo>
                  <a:lnTo>
                    <a:pt x="269672" y="581453"/>
                  </a:lnTo>
                  <a:lnTo>
                    <a:pt x="268659" y="583899"/>
                  </a:lnTo>
                  <a:lnTo>
                    <a:pt x="268535" y="586854"/>
                  </a:lnTo>
                  <a:lnTo>
                    <a:pt x="267009" y="587252"/>
                  </a:lnTo>
                  <a:lnTo>
                    <a:pt x="265776" y="589795"/>
                  </a:lnTo>
                  <a:lnTo>
                    <a:pt x="267877" y="591845"/>
                  </a:lnTo>
                  <a:lnTo>
                    <a:pt x="266135" y="593791"/>
                  </a:lnTo>
                  <a:lnTo>
                    <a:pt x="265859" y="597167"/>
                  </a:lnTo>
                  <a:lnTo>
                    <a:pt x="265290" y="600421"/>
                  </a:lnTo>
                  <a:lnTo>
                    <a:pt x="263990" y="604172"/>
                  </a:lnTo>
                  <a:lnTo>
                    <a:pt x="261606" y="606335"/>
                  </a:lnTo>
                  <a:lnTo>
                    <a:pt x="258771" y="608394"/>
                  </a:lnTo>
                  <a:lnTo>
                    <a:pt x="256652" y="610128"/>
                  </a:lnTo>
                  <a:lnTo>
                    <a:pt x="252680" y="611222"/>
                  </a:lnTo>
                  <a:lnTo>
                    <a:pt x="250118" y="610350"/>
                  </a:lnTo>
                  <a:lnTo>
                    <a:pt x="246951" y="611947"/>
                  </a:lnTo>
                  <a:lnTo>
                    <a:pt x="245120" y="614203"/>
                  </a:lnTo>
                  <a:lnTo>
                    <a:pt x="246599" y="616362"/>
                  </a:lnTo>
                  <a:lnTo>
                    <a:pt x="245997" y="618214"/>
                  </a:lnTo>
                  <a:lnTo>
                    <a:pt x="242293" y="620444"/>
                  </a:lnTo>
                  <a:lnTo>
                    <a:pt x="242309" y="623455"/>
                  </a:lnTo>
                  <a:lnTo>
                    <a:pt x="240979" y="625574"/>
                  </a:lnTo>
                  <a:lnTo>
                    <a:pt x="237394" y="623761"/>
                  </a:lnTo>
                  <a:lnTo>
                    <a:pt x="235042" y="623179"/>
                  </a:lnTo>
                  <a:lnTo>
                    <a:pt x="235296" y="627295"/>
                  </a:lnTo>
                  <a:lnTo>
                    <a:pt x="235105" y="628773"/>
                  </a:lnTo>
                  <a:lnTo>
                    <a:pt x="233106" y="629990"/>
                  </a:lnTo>
                  <a:lnTo>
                    <a:pt x="233271" y="633841"/>
                  </a:lnTo>
                  <a:lnTo>
                    <a:pt x="229260" y="634814"/>
                  </a:lnTo>
                  <a:lnTo>
                    <a:pt x="226364" y="635472"/>
                  </a:lnTo>
                  <a:lnTo>
                    <a:pt x="227429" y="638825"/>
                  </a:lnTo>
                  <a:lnTo>
                    <a:pt x="225713" y="639484"/>
                  </a:lnTo>
                  <a:lnTo>
                    <a:pt x="222817" y="639439"/>
                  </a:lnTo>
                  <a:lnTo>
                    <a:pt x="219819" y="641716"/>
                  </a:lnTo>
                  <a:lnTo>
                    <a:pt x="220648" y="644632"/>
                  </a:lnTo>
                  <a:lnTo>
                    <a:pt x="220853" y="648680"/>
                  </a:lnTo>
                  <a:lnTo>
                    <a:pt x="221310" y="651684"/>
                  </a:lnTo>
                  <a:lnTo>
                    <a:pt x="221155" y="651900"/>
                  </a:lnTo>
                  <a:lnTo>
                    <a:pt x="219113" y="654732"/>
                  </a:lnTo>
                  <a:lnTo>
                    <a:pt x="218502" y="657133"/>
                  </a:lnTo>
                  <a:lnTo>
                    <a:pt x="217221" y="661086"/>
                  </a:lnTo>
                  <a:lnTo>
                    <a:pt x="215206" y="660790"/>
                  </a:lnTo>
                  <a:lnTo>
                    <a:pt x="213730" y="661200"/>
                  </a:lnTo>
                  <a:lnTo>
                    <a:pt x="211314" y="665479"/>
                  </a:lnTo>
                  <a:lnTo>
                    <a:pt x="208740" y="664602"/>
                  </a:lnTo>
                  <a:lnTo>
                    <a:pt x="206626" y="666371"/>
                  </a:lnTo>
                  <a:lnTo>
                    <a:pt x="205916" y="668542"/>
                  </a:lnTo>
                  <a:lnTo>
                    <a:pt x="203664" y="671869"/>
                  </a:lnTo>
                  <a:lnTo>
                    <a:pt x="201101" y="670366"/>
                  </a:lnTo>
                  <a:lnTo>
                    <a:pt x="198441" y="671726"/>
                  </a:lnTo>
                  <a:lnTo>
                    <a:pt x="195810" y="672997"/>
                  </a:lnTo>
                  <a:lnTo>
                    <a:pt x="195231" y="675350"/>
                  </a:lnTo>
                  <a:lnTo>
                    <a:pt x="197992" y="677988"/>
                  </a:lnTo>
                  <a:lnTo>
                    <a:pt x="197071" y="679251"/>
                  </a:lnTo>
                  <a:lnTo>
                    <a:pt x="194570" y="679174"/>
                  </a:lnTo>
                  <a:lnTo>
                    <a:pt x="193024" y="679796"/>
                  </a:lnTo>
                  <a:lnTo>
                    <a:pt x="191859" y="677840"/>
                  </a:lnTo>
                  <a:lnTo>
                    <a:pt x="190137" y="677109"/>
                  </a:lnTo>
                  <a:lnTo>
                    <a:pt x="187334" y="678509"/>
                  </a:lnTo>
                  <a:lnTo>
                    <a:pt x="188699" y="681970"/>
                  </a:lnTo>
                  <a:lnTo>
                    <a:pt x="190069" y="684336"/>
                  </a:lnTo>
                  <a:lnTo>
                    <a:pt x="189086" y="687041"/>
                  </a:lnTo>
                  <a:lnTo>
                    <a:pt x="186664" y="686221"/>
                  </a:lnTo>
                  <a:lnTo>
                    <a:pt x="183141" y="687108"/>
                  </a:lnTo>
                  <a:lnTo>
                    <a:pt x="180399" y="686974"/>
                  </a:lnTo>
                  <a:lnTo>
                    <a:pt x="179467" y="686319"/>
                  </a:lnTo>
                  <a:lnTo>
                    <a:pt x="177507" y="687030"/>
                  </a:lnTo>
                  <a:lnTo>
                    <a:pt x="176102" y="688922"/>
                  </a:lnTo>
                  <a:lnTo>
                    <a:pt x="175186" y="692909"/>
                  </a:lnTo>
                  <a:lnTo>
                    <a:pt x="176918" y="693106"/>
                  </a:lnTo>
                  <a:lnTo>
                    <a:pt x="179901" y="693922"/>
                  </a:lnTo>
                  <a:lnTo>
                    <a:pt x="181837" y="694848"/>
                  </a:lnTo>
                  <a:lnTo>
                    <a:pt x="184113" y="697690"/>
                  </a:lnTo>
                  <a:lnTo>
                    <a:pt x="180478" y="700496"/>
                  </a:lnTo>
                  <a:lnTo>
                    <a:pt x="178492" y="702361"/>
                  </a:lnTo>
                  <a:lnTo>
                    <a:pt x="178238" y="705594"/>
                  </a:lnTo>
                  <a:lnTo>
                    <a:pt x="177614" y="708862"/>
                  </a:lnTo>
                  <a:lnTo>
                    <a:pt x="175840" y="709613"/>
                  </a:lnTo>
                  <a:lnTo>
                    <a:pt x="172809" y="709023"/>
                  </a:lnTo>
                  <a:lnTo>
                    <a:pt x="172571" y="710700"/>
                  </a:lnTo>
                  <a:lnTo>
                    <a:pt x="170352" y="710740"/>
                  </a:lnTo>
                  <a:lnTo>
                    <a:pt x="166898" y="711233"/>
                  </a:lnTo>
                  <a:lnTo>
                    <a:pt x="162393" y="713038"/>
                  </a:lnTo>
                  <a:lnTo>
                    <a:pt x="162853" y="716715"/>
                  </a:lnTo>
                  <a:lnTo>
                    <a:pt x="155984" y="722427"/>
                  </a:lnTo>
                  <a:lnTo>
                    <a:pt x="152854" y="724274"/>
                  </a:lnTo>
                  <a:lnTo>
                    <a:pt x="152276" y="725927"/>
                  </a:lnTo>
                  <a:lnTo>
                    <a:pt x="152061" y="726542"/>
                  </a:lnTo>
                  <a:lnTo>
                    <a:pt x="149280" y="729107"/>
                  </a:lnTo>
                  <a:lnTo>
                    <a:pt x="148416" y="729276"/>
                  </a:lnTo>
                  <a:lnTo>
                    <a:pt x="147679" y="727199"/>
                  </a:lnTo>
                  <a:lnTo>
                    <a:pt x="149477" y="725288"/>
                  </a:lnTo>
                  <a:lnTo>
                    <a:pt x="149374" y="720897"/>
                  </a:lnTo>
                  <a:lnTo>
                    <a:pt x="150309" y="718464"/>
                  </a:lnTo>
                  <a:lnTo>
                    <a:pt x="148999" y="716846"/>
                  </a:lnTo>
                  <a:lnTo>
                    <a:pt x="146855" y="716254"/>
                  </a:lnTo>
                  <a:lnTo>
                    <a:pt x="145179" y="718582"/>
                  </a:lnTo>
                  <a:lnTo>
                    <a:pt x="143084" y="718575"/>
                  </a:lnTo>
                  <a:lnTo>
                    <a:pt x="141028" y="719110"/>
                  </a:lnTo>
                  <a:lnTo>
                    <a:pt x="140440" y="722378"/>
                  </a:lnTo>
                  <a:lnTo>
                    <a:pt x="138849" y="724258"/>
                  </a:lnTo>
                  <a:lnTo>
                    <a:pt x="135441" y="726140"/>
                  </a:lnTo>
                  <a:lnTo>
                    <a:pt x="132883" y="727943"/>
                  </a:lnTo>
                  <a:lnTo>
                    <a:pt x="131350" y="731166"/>
                  </a:lnTo>
                  <a:lnTo>
                    <a:pt x="131444" y="732394"/>
                  </a:lnTo>
                  <a:lnTo>
                    <a:pt x="130135" y="733891"/>
                  </a:lnTo>
                  <a:lnTo>
                    <a:pt x="126934" y="732136"/>
                  </a:lnTo>
                  <a:lnTo>
                    <a:pt x="126741" y="734578"/>
                  </a:lnTo>
                  <a:lnTo>
                    <a:pt x="124064" y="734951"/>
                  </a:lnTo>
                  <a:lnTo>
                    <a:pt x="122720" y="733962"/>
                  </a:lnTo>
                  <a:lnTo>
                    <a:pt x="119433" y="733973"/>
                  </a:lnTo>
                  <a:lnTo>
                    <a:pt x="117104" y="736934"/>
                  </a:lnTo>
                  <a:lnTo>
                    <a:pt x="113111" y="739342"/>
                  </a:lnTo>
                  <a:lnTo>
                    <a:pt x="107634" y="739130"/>
                  </a:lnTo>
                  <a:lnTo>
                    <a:pt x="106931" y="737921"/>
                  </a:lnTo>
                  <a:lnTo>
                    <a:pt x="107689" y="735369"/>
                  </a:lnTo>
                  <a:lnTo>
                    <a:pt x="107814" y="732768"/>
                  </a:lnTo>
                  <a:lnTo>
                    <a:pt x="109886" y="729415"/>
                  </a:lnTo>
                  <a:lnTo>
                    <a:pt x="109408" y="726706"/>
                  </a:lnTo>
                  <a:lnTo>
                    <a:pt x="107306" y="726414"/>
                  </a:lnTo>
                  <a:lnTo>
                    <a:pt x="104869" y="727025"/>
                  </a:lnTo>
                  <a:lnTo>
                    <a:pt x="103285" y="729761"/>
                  </a:lnTo>
                  <a:lnTo>
                    <a:pt x="102370" y="731878"/>
                  </a:lnTo>
                  <a:lnTo>
                    <a:pt x="102840" y="736809"/>
                  </a:lnTo>
                  <a:lnTo>
                    <a:pt x="100812" y="740418"/>
                  </a:lnTo>
                  <a:lnTo>
                    <a:pt x="98872" y="743272"/>
                  </a:lnTo>
                  <a:lnTo>
                    <a:pt x="100092" y="747481"/>
                  </a:lnTo>
                  <a:lnTo>
                    <a:pt x="102461" y="748555"/>
                  </a:lnTo>
                  <a:lnTo>
                    <a:pt x="105906" y="750932"/>
                  </a:lnTo>
                  <a:lnTo>
                    <a:pt x="106593" y="752703"/>
                  </a:lnTo>
                  <a:lnTo>
                    <a:pt x="103249" y="752068"/>
                  </a:lnTo>
                  <a:lnTo>
                    <a:pt x="100869" y="753246"/>
                  </a:lnTo>
                  <a:lnTo>
                    <a:pt x="98089" y="750974"/>
                  </a:lnTo>
                  <a:lnTo>
                    <a:pt x="96883" y="750403"/>
                  </a:lnTo>
                  <a:lnTo>
                    <a:pt x="94643" y="752116"/>
                  </a:lnTo>
                  <a:lnTo>
                    <a:pt x="93052" y="750753"/>
                  </a:lnTo>
                  <a:lnTo>
                    <a:pt x="91400" y="752380"/>
                  </a:lnTo>
                  <a:lnTo>
                    <a:pt x="90761" y="754125"/>
                  </a:lnTo>
                  <a:lnTo>
                    <a:pt x="90458" y="757192"/>
                  </a:lnTo>
                  <a:lnTo>
                    <a:pt x="90537" y="760944"/>
                  </a:lnTo>
                  <a:lnTo>
                    <a:pt x="89490" y="762790"/>
                  </a:lnTo>
                  <a:lnTo>
                    <a:pt x="87913" y="762991"/>
                  </a:lnTo>
                  <a:lnTo>
                    <a:pt x="85958" y="760191"/>
                  </a:lnTo>
                  <a:lnTo>
                    <a:pt x="85745" y="758619"/>
                  </a:lnTo>
                  <a:lnTo>
                    <a:pt x="86141" y="753658"/>
                  </a:lnTo>
                  <a:lnTo>
                    <a:pt x="84751" y="752908"/>
                  </a:lnTo>
                  <a:lnTo>
                    <a:pt x="82478" y="755036"/>
                  </a:lnTo>
                  <a:lnTo>
                    <a:pt x="82069" y="756534"/>
                  </a:lnTo>
                  <a:lnTo>
                    <a:pt x="79219" y="757074"/>
                  </a:lnTo>
                  <a:lnTo>
                    <a:pt x="76258" y="758443"/>
                  </a:lnTo>
                  <a:lnTo>
                    <a:pt x="74348" y="757292"/>
                  </a:lnTo>
                  <a:lnTo>
                    <a:pt x="73158" y="755244"/>
                  </a:lnTo>
                  <a:lnTo>
                    <a:pt x="70756" y="758279"/>
                  </a:lnTo>
                  <a:lnTo>
                    <a:pt x="68789" y="760070"/>
                  </a:lnTo>
                  <a:lnTo>
                    <a:pt x="66324" y="762151"/>
                  </a:lnTo>
                  <a:lnTo>
                    <a:pt x="63998" y="763387"/>
                  </a:lnTo>
                  <a:lnTo>
                    <a:pt x="65730" y="765010"/>
                  </a:lnTo>
                  <a:lnTo>
                    <a:pt x="68049" y="765188"/>
                  </a:lnTo>
                  <a:lnTo>
                    <a:pt x="70857" y="768183"/>
                  </a:lnTo>
                  <a:lnTo>
                    <a:pt x="71662" y="771254"/>
                  </a:lnTo>
                  <a:lnTo>
                    <a:pt x="67198" y="769699"/>
                  </a:lnTo>
                  <a:lnTo>
                    <a:pt x="63167" y="770387"/>
                  </a:lnTo>
                  <a:lnTo>
                    <a:pt x="58877" y="771835"/>
                  </a:lnTo>
                  <a:lnTo>
                    <a:pt x="53335" y="770955"/>
                  </a:lnTo>
                  <a:lnTo>
                    <a:pt x="47724" y="771214"/>
                  </a:lnTo>
                  <a:lnTo>
                    <a:pt x="42488" y="773337"/>
                  </a:lnTo>
                  <a:lnTo>
                    <a:pt x="40582" y="775478"/>
                  </a:lnTo>
                  <a:lnTo>
                    <a:pt x="40230" y="778208"/>
                  </a:lnTo>
                  <a:lnTo>
                    <a:pt x="37743" y="780159"/>
                  </a:lnTo>
                  <a:lnTo>
                    <a:pt x="33325" y="781219"/>
                  </a:lnTo>
                  <a:lnTo>
                    <a:pt x="30837" y="780917"/>
                  </a:lnTo>
                  <a:lnTo>
                    <a:pt x="28015" y="779004"/>
                  </a:lnTo>
                  <a:lnTo>
                    <a:pt x="27001" y="775782"/>
                  </a:lnTo>
                  <a:lnTo>
                    <a:pt x="26035" y="774148"/>
                  </a:lnTo>
                  <a:lnTo>
                    <a:pt x="25945" y="771958"/>
                  </a:lnTo>
                  <a:lnTo>
                    <a:pt x="27971" y="770222"/>
                  </a:lnTo>
                  <a:lnTo>
                    <a:pt x="30901" y="769245"/>
                  </a:lnTo>
                  <a:lnTo>
                    <a:pt x="32506" y="766693"/>
                  </a:lnTo>
                  <a:lnTo>
                    <a:pt x="34848" y="761175"/>
                  </a:lnTo>
                  <a:lnTo>
                    <a:pt x="34870" y="757887"/>
                  </a:lnTo>
                  <a:lnTo>
                    <a:pt x="38218" y="756341"/>
                  </a:lnTo>
                  <a:lnTo>
                    <a:pt x="40396" y="758285"/>
                  </a:lnTo>
                  <a:lnTo>
                    <a:pt x="43685" y="756755"/>
                  </a:lnTo>
                  <a:lnTo>
                    <a:pt x="45713" y="755097"/>
                  </a:lnTo>
                  <a:lnTo>
                    <a:pt x="48675" y="754615"/>
                  </a:lnTo>
                  <a:lnTo>
                    <a:pt x="51020" y="752149"/>
                  </a:lnTo>
                  <a:lnTo>
                    <a:pt x="53871" y="751522"/>
                  </a:lnTo>
                  <a:lnTo>
                    <a:pt x="59727" y="752497"/>
                  </a:lnTo>
                  <a:lnTo>
                    <a:pt x="62086" y="756598"/>
                  </a:lnTo>
                  <a:lnTo>
                    <a:pt x="64112" y="755773"/>
                  </a:lnTo>
                  <a:lnTo>
                    <a:pt x="65570" y="753121"/>
                  </a:lnTo>
                  <a:lnTo>
                    <a:pt x="64712" y="748754"/>
                  </a:lnTo>
                  <a:lnTo>
                    <a:pt x="68996" y="746458"/>
                  </a:lnTo>
                  <a:lnTo>
                    <a:pt x="71358" y="746897"/>
                  </a:lnTo>
                  <a:lnTo>
                    <a:pt x="75372" y="745829"/>
                  </a:lnTo>
                  <a:lnTo>
                    <a:pt x="74420" y="743286"/>
                  </a:lnTo>
                  <a:lnTo>
                    <a:pt x="76429" y="741178"/>
                  </a:lnTo>
                  <a:lnTo>
                    <a:pt x="80390" y="736993"/>
                  </a:lnTo>
                  <a:lnTo>
                    <a:pt x="82115" y="733605"/>
                  </a:lnTo>
                  <a:lnTo>
                    <a:pt x="86673" y="727356"/>
                  </a:lnTo>
                  <a:lnTo>
                    <a:pt x="89977" y="722520"/>
                  </a:lnTo>
                  <a:lnTo>
                    <a:pt x="92239" y="720806"/>
                  </a:lnTo>
                  <a:lnTo>
                    <a:pt x="93831" y="718907"/>
                  </a:lnTo>
                  <a:lnTo>
                    <a:pt x="97315" y="717011"/>
                  </a:lnTo>
                  <a:lnTo>
                    <a:pt x="99365" y="714343"/>
                  </a:lnTo>
                  <a:lnTo>
                    <a:pt x="101570" y="713815"/>
                  </a:lnTo>
                  <a:lnTo>
                    <a:pt x="107583" y="711582"/>
                  </a:lnTo>
                  <a:lnTo>
                    <a:pt x="114308" y="708983"/>
                  </a:lnTo>
                  <a:lnTo>
                    <a:pt x="118742" y="708479"/>
                  </a:lnTo>
                  <a:lnTo>
                    <a:pt x="122395" y="708483"/>
                  </a:lnTo>
                  <a:lnTo>
                    <a:pt x="122439" y="712033"/>
                  </a:lnTo>
                  <a:lnTo>
                    <a:pt x="122964" y="714868"/>
                  </a:lnTo>
                  <a:lnTo>
                    <a:pt x="128340" y="715896"/>
                  </a:lnTo>
                  <a:lnTo>
                    <a:pt x="129623" y="715631"/>
                  </a:lnTo>
                  <a:lnTo>
                    <a:pt x="130720" y="713414"/>
                  </a:lnTo>
                  <a:lnTo>
                    <a:pt x="128858" y="711444"/>
                  </a:lnTo>
                  <a:lnTo>
                    <a:pt x="127516" y="710379"/>
                  </a:lnTo>
                  <a:lnTo>
                    <a:pt x="129675" y="706019"/>
                  </a:lnTo>
                  <a:lnTo>
                    <a:pt x="131339" y="699968"/>
                  </a:lnTo>
                  <a:lnTo>
                    <a:pt x="131661" y="696648"/>
                  </a:lnTo>
                  <a:lnTo>
                    <a:pt x="135284" y="693524"/>
                  </a:lnTo>
                  <a:lnTo>
                    <a:pt x="136938" y="691047"/>
                  </a:lnTo>
                  <a:lnTo>
                    <a:pt x="140524" y="688724"/>
                  </a:lnTo>
                  <a:lnTo>
                    <a:pt x="143935" y="684331"/>
                  </a:lnTo>
                  <a:lnTo>
                    <a:pt x="150452" y="680416"/>
                  </a:lnTo>
                  <a:lnTo>
                    <a:pt x="157369" y="675058"/>
                  </a:lnTo>
                  <a:lnTo>
                    <a:pt x="162736" y="670188"/>
                  </a:lnTo>
                  <a:lnTo>
                    <a:pt x="164620" y="671654"/>
                  </a:lnTo>
                  <a:lnTo>
                    <a:pt x="165580" y="672398"/>
                  </a:lnTo>
                  <a:lnTo>
                    <a:pt x="168047" y="672211"/>
                  </a:lnTo>
                  <a:lnTo>
                    <a:pt x="170012" y="671462"/>
                  </a:lnTo>
                  <a:lnTo>
                    <a:pt x="170127" y="669750"/>
                  </a:lnTo>
                  <a:lnTo>
                    <a:pt x="169057" y="666801"/>
                  </a:lnTo>
                  <a:lnTo>
                    <a:pt x="169006" y="663243"/>
                  </a:lnTo>
                  <a:lnTo>
                    <a:pt x="171961" y="656519"/>
                  </a:lnTo>
                  <a:lnTo>
                    <a:pt x="176301" y="649471"/>
                  </a:lnTo>
                  <a:lnTo>
                    <a:pt x="178216" y="647555"/>
                  </a:lnTo>
                  <a:lnTo>
                    <a:pt x="181389" y="645787"/>
                  </a:lnTo>
                  <a:lnTo>
                    <a:pt x="184446" y="640166"/>
                  </a:lnTo>
                  <a:lnTo>
                    <a:pt x="187786" y="636752"/>
                  </a:lnTo>
                  <a:lnTo>
                    <a:pt x="189821" y="635883"/>
                  </a:lnTo>
                  <a:lnTo>
                    <a:pt x="189560" y="633767"/>
                  </a:lnTo>
                  <a:lnTo>
                    <a:pt x="188862" y="631606"/>
                  </a:lnTo>
                  <a:lnTo>
                    <a:pt x="189145" y="627150"/>
                  </a:lnTo>
                  <a:lnTo>
                    <a:pt x="189711" y="621810"/>
                  </a:lnTo>
                  <a:lnTo>
                    <a:pt x="190067" y="611641"/>
                  </a:lnTo>
                  <a:lnTo>
                    <a:pt x="190770" y="608849"/>
                  </a:lnTo>
                  <a:lnTo>
                    <a:pt x="192242" y="605599"/>
                  </a:lnTo>
                  <a:lnTo>
                    <a:pt x="190599" y="602896"/>
                  </a:lnTo>
                  <a:lnTo>
                    <a:pt x="190447" y="598297"/>
                  </a:lnTo>
                  <a:lnTo>
                    <a:pt x="191447" y="593473"/>
                  </a:lnTo>
                  <a:lnTo>
                    <a:pt x="194848" y="589422"/>
                  </a:lnTo>
                  <a:lnTo>
                    <a:pt x="196390" y="586998"/>
                  </a:lnTo>
                  <a:lnTo>
                    <a:pt x="198349" y="583906"/>
                  </a:lnTo>
                  <a:lnTo>
                    <a:pt x="199761" y="581088"/>
                  </a:lnTo>
                  <a:lnTo>
                    <a:pt x="200949" y="576566"/>
                  </a:lnTo>
                  <a:lnTo>
                    <a:pt x="200384" y="575363"/>
                  </a:lnTo>
                  <a:lnTo>
                    <a:pt x="198670" y="575306"/>
                  </a:lnTo>
                  <a:lnTo>
                    <a:pt x="198206" y="575290"/>
                  </a:lnTo>
                  <a:lnTo>
                    <a:pt x="196552" y="576212"/>
                  </a:lnTo>
                  <a:lnTo>
                    <a:pt x="192539" y="578437"/>
                  </a:lnTo>
                  <a:lnTo>
                    <a:pt x="188728" y="581125"/>
                  </a:lnTo>
                  <a:lnTo>
                    <a:pt x="184422" y="583502"/>
                  </a:lnTo>
                  <a:lnTo>
                    <a:pt x="176812" y="587863"/>
                  </a:lnTo>
                  <a:lnTo>
                    <a:pt x="174811" y="587705"/>
                  </a:lnTo>
                  <a:lnTo>
                    <a:pt x="172549" y="585679"/>
                  </a:lnTo>
                  <a:lnTo>
                    <a:pt x="171398" y="581892"/>
                  </a:lnTo>
                  <a:lnTo>
                    <a:pt x="170339" y="580916"/>
                  </a:lnTo>
                  <a:lnTo>
                    <a:pt x="167235" y="579484"/>
                  </a:lnTo>
                  <a:lnTo>
                    <a:pt x="168079" y="576949"/>
                  </a:lnTo>
                  <a:lnTo>
                    <a:pt x="165838" y="574515"/>
                  </a:lnTo>
                  <a:lnTo>
                    <a:pt x="162752" y="576751"/>
                  </a:lnTo>
                  <a:lnTo>
                    <a:pt x="162380" y="579512"/>
                  </a:lnTo>
                  <a:lnTo>
                    <a:pt x="162699" y="581858"/>
                  </a:lnTo>
                  <a:lnTo>
                    <a:pt x="161064" y="584584"/>
                  </a:lnTo>
                  <a:lnTo>
                    <a:pt x="161918" y="587761"/>
                  </a:lnTo>
                  <a:lnTo>
                    <a:pt x="164892" y="594329"/>
                  </a:lnTo>
                  <a:lnTo>
                    <a:pt x="163064" y="597827"/>
                  </a:lnTo>
                  <a:lnTo>
                    <a:pt x="161237" y="598672"/>
                  </a:lnTo>
                  <a:lnTo>
                    <a:pt x="157205" y="597255"/>
                  </a:lnTo>
                  <a:lnTo>
                    <a:pt x="153301" y="589008"/>
                  </a:lnTo>
                  <a:lnTo>
                    <a:pt x="149110" y="581182"/>
                  </a:lnTo>
                  <a:lnTo>
                    <a:pt x="146386" y="578438"/>
                  </a:lnTo>
                  <a:lnTo>
                    <a:pt x="143983" y="577930"/>
                  </a:lnTo>
                  <a:lnTo>
                    <a:pt x="144822" y="576091"/>
                  </a:lnTo>
                  <a:lnTo>
                    <a:pt x="144453" y="573923"/>
                  </a:lnTo>
                  <a:lnTo>
                    <a:pt x="142400" y="574037"/>
                  </a:lnTo>
                  <a:lnTo>
                    <a:pt x="141697" y="576523"/>
                  </a:lnTo>
                  <a:lnTo>
                    <a:pt x="140804" y="578927"/>
                  </a:lnTo>
                  <a:lnTo>
                    <a:pt x="138379" y="580976"/>
                  </a:lnTo>
                  <a:lnTo>
                    <a:pt x="136788" y="578407"/>
                  </a:lnTo>
                  <a:lnTo>
                    <a:pt x="133082" y="576998"/>
                  </a:lnTo>
                  <a:lnTo>
                    <a:pt x="131284" y="575372"/>
                  </a:lnTo>
                  <a:lnTo>
                    <a:pt x="129305" y="572921"/>
                  </a:lnTo>
                  <a:lnTo>
                    <a:pt x="130685" y="571050"/>
                  </a:lnTo>
                  <a:lnTo>
                    <a:pt x="129312" y="567528"/>
                  </a:lnTo>
                  <a:lnTo>
                    <a:pt x="125124" y="570245"/>
                  </a:lnTo>
                  <a:lnTo>
                    <a:pt x="120605" y="574373"/>
                  </a:lnTo>
                  <a:lnTo>
                    <a:pt x="118684" y="578613"/>
                  </a:lnTo>
                  <a:lnTo>
                    <a:pt x="117614" y="576315"/>
                  </a:lnTo>
                  <a:lnTo>
                    <a:pt x="114864" y="577608"/>
                  </a:lnTo>
                  <a:lnTo>
                    <a:pt x="114219" y="578056"/>
                  </a:lnTo>
                  <a:lnTo>
                    <a:pt x="113319" y="578680"/>
                  </a:lnTo>
                  <a:lnTo>
                    <a:pt x="110162" y="580861"/>
                  </a:lnTo>
                  <a:lnTo>
                    <a:pt x="107683" y="582426"/>
                  </a:lnTo>
                  <a:lnTo>
                    <a:pt x="107650" y="582591"/>
                  </a:lnTo>
                  <a:lnTo>
                    <a:pt x="106972" y="585967"/>
                  </a:lnTo>
                  <a:lnTo>
                    <a:pt x="103150" y="588431"/>
                  </a:lnTo>
                  <a:lnTo>
                    <a:pt x="98817" y="591069"/>
                  </a:lnTo>
                  <a:lnTo>
                    <a:pt x="97726" y="588234"/>
                  </a:lnTo>
                  <a:lnTo>
                    <a:pt x="92874" y="588331"/>
                  </a:lnTo>
                  <a:lnTo>
                    <a:pt x="89769" y="586306"/>
                  </a:lnTo>
                  <a:lnTo>
                    <a:pt x="93581" y="584560"/>
                  </a:lnTo>
                  <a:lnTo>
                    <a:pt x="97244" y="582552"/>
                  </a:lnTo>
                  <a:lnTo>
                    <a:pt x="98511" y="577409"/>
                  </a:lnTo>
                  <a:lnTo>
                    <a:pt x="97672" y="570637"/>
                  </a:lnTo>
                  <a:lnTo>
                    <a:pt x="95421" y="565845"/>
                  </a:lnTo>
                  <a:lnTo>
                    <a:pt x="93599" y="562045"/>
                  </a:lnTo>
                  <a:lnTo>
                    <a:pt x="92525" y="558293"/>
                  </a:lnTo>
                  <a:lnTo>
                    <a:pt x="93726" y="554427"/>
                  </a:lnTo>
                  <a:lnTo>
                    <a:pt x="96782" y="550162"/>
                  </a:lnTo>
                  <a:lnTo>
                    <a:pt x="98022" y="548545"/>
                  </a:lnTo>
                  <a:lnTo>
                    <a:pt x="99872" y="547548"/>
                  </a:lnTo>
                  <a:lnTo>
                    <a:pt x="98410" y="544009"/>
                  </a:lnTo>
                  <a:lnTo>
                    <a:pt x="96322" y="540079"/>
                  </a:lnTo>
                  <a:lnTo>
                    <a:pt x="96098" y="537803"/>
                  </a:lnTo>
                  <a:lnTo>
                    <a:pt x="92814" y="530665"/>
                  </a:lnTo>
                  <a:lnTo>
                    <a:pt x="91564" y="527349"/>
                  </a:lnTo>
                  <a:lnTo>
                    <a:pt x="90883" y="525122"/>
                  </a:lnTo>
                  <a:lnTo>
                    <a:pt x="89182" y="520930"/>
                  </a:lnTo>
                  <a:lnTo>
                    <a:pt x="86308" y="515667"/>
                  </a:lnTo>
                  <a:lnTo>
                    <a:pt x="84690" y="515253"/>
                  </a:lnTo>
                  <a:lnTo>
                    <a:pt x="83768" y="517260"/>
                  </a:lnTo>
                  <a:lnTo>
                    <a:pt x="83692" y="519641"/>
                  </a:lnTo>
                  <a:lnTo>
                    <a:pt x="83810" y="522010"/>
                  </a:lnTo>
                  <a:lnTo>
                    <a:pt x="83194" y="524393"/>
                  </a:lnTo>
                  <a:lnTo>
                    <a:pt x="80973" y="524492"/>
                  </a:lnTo>
                  <a:lnTo>
                    <a:pt x="78600" y="524356"/>
                  </a:lnTo>
                  <a:lnTo>
                    <a:pt x="77092" y="526062"/>
                  </a:lnTo>
                  <a:lnTo>
                    <a:pt x="74569" y="527135"/>
                  </a:lnTo>
                  <a:lnTo>
                    <a:pt x="69453" y="529784"/>
                  </a:lnTo>
                  <a:lnTo>
                    <a:pt x="63490" y="531064"/>
                  </a:lnTo>
                  <a:lnTo>
                    <a:pt x="56956" y="531309"/>
                  </a:lnTo>
                  <a:lnTo>
                    <a:pt x="53684" y="530701"/>
                  </a:lnTo>
                  <a:lnTo>
                    <a:pt x="49566" y="528459"/>
                  </a:lnTo>
                  <a:lnTo>
                    <a:pt x="48184" y="524213"/>
                  </a:lnTo>
                  <a:lnTo>
                    <a:pt x="48850" y="522988"/>
                  </a:lnTo>
                  <a:lnTo>
                    <a:pt x="49872" y="521696"/>
                  </a:lnTo>
                  <a:lnTo>
                    <a:pt x="47081" y="518919"/>
                  </a:lnTo>
                  <a:lnTo>
                    <a:pt x="44351" y="516304"/>
                  </a:lnTo>
                  <a:lnTo>
                    <a:pt x="42391" y="511395"/>
                  </a:lnTo>
                  <a:lnTo>
                    <a:pt x="40391" y="509574"/>
                  </a:lnTo>
                  <a:lnTo>
                    <a:pt x="38918" y="506585"/>
                  </a:lnTo>
                  <a:lnTo>
                    <a:pt x="37316" y="506562"/>
                  </a:lnTo>
                  <a:lnTo>
                    <a:pt x="33242" y="503579"/>
                  </a:lnTo>
                  <a:lnTo>
                    <a:pt x="30526" y="499412"/>
                  </a:lnTo>
                  <a:lnTo>
                    <a:pt x="31809" y="498261"/>
                  </a:lnTo>
                  <a:lnTo>
                    <a:pt x="32941" y="497874"/>
                  </a:lnTo>
                  <a:lnTo>
                    <a:pt x="34271" y="495359"/>
                  </a:lnTo>
                  <a:lnTo>
                    <a:pt x="33701" y="494626"/>
                  </a:lnTo>
                  <a:lnTo>
                    <a:pt x="31512" y="494916"/>
                  </a:lnTo>
                  <a:lnTo>
                    <a:pt x="29468" y="496306"/>
                  </a:lnTo>
                  <a:lnTo>
                    <a:pt x="27765" y="496095"/>
                  </a:lnTo>
                  <a:lnTo>
                    <a:pt x="26008" y="495557"/>
                  </a:lnTo>
                  <a:lnTo>
                    <a:pt x="24979" y="493405"/>
                  </a:lnTo>
                  <a:lnTo>
                    <a:pt x="26130" y="492094"/>
                  </a:lnTo>
                  <a:lnTo>
                    <a:pt x="29462" y="491058"/>
                  </a:lnTo>
                  <a:lnTo>
                    <a:pt x="32353" y="487873"/>
                  </a:lnTo>
                  <a:lnTo>
                    <a:pt x="34030" y="487346"/>
                  </a:lnTo>
                  <a:lnTo>
                    <a:pt x="33780" y="485175"/>
                  </a:lnTo>
                  <a:lnTo>
                    <a:pt x="33248" y="483822"/>
                  </a:lnTo>
                  <a:lnTo>
                    <a:pt x="33646" y="480803"/>
                  </a:lnTo>
                  <a:lnTo>
                    <a:pt x="32765" y="477180"/>
                  </a:lnTo>
                  <a:lnTo>
                    <a:pt x="32336" y="476540"/>
                  </a:lnTo>
                  <a:lnTo>
                    <a:pt x="30753" y="474175"/>
                  </a:lnTo>
                  <a:lnTo>
                    <a:pt x="32078" y="472556"/>
                  </a:lnTo>
                  <a:lnTo>
                    <a:pt x="33733" y="470446"/>
                  </a:lnTo>
                  <a:lnTo>
                    <a:pt x="32213" y="468748"/>
                  </a:lnTo>
                  <a:lnTo>
                    <a:pt x="31112" y="465957"/>
                  </a:lnTo>
                  <a:lnTo>
                    <a:pt x="28762" y="464837"/>
                  </a:lnTo>
                  <a:lnTo>
                    <a:pt x="27293" y="468888"/>
                  </a:lnTo>
                  <a:lnTo>
                    <a:pt x="25842" y="468561"/>
                  </a:lnTo>
                  <a:lnTo>
                    <a:pt x="23972" y="467935"/>
                  </a:lnTo>
                  <a:lnTo>
                    <a:pt x="22437" y="465648"/>
                  </a:lnTo>
                  <a:lnTo>
                    <a:pt x="22885" y="461485"/>
                  </a:lnTo>
                  <a:lnTo>
                    <a:pt x="23244" y="459160"/>
                  </a:lnTo>
                  <a:lnTo>
                    <a:pt x="20124" y="457342"/>
                  </a:lnTo>
                  <a:lnTo>
                    <a:pt x="19249" y="457403"/>
                  </a:lnTo>
                  <a:lnTo>
                    <a:pt x="17831" y="452729"/>
                  </a:lnTo>
                  <a:lnTo>
                    <a:pt x="18796" y="451521"/>
                  </a:lnTo>
                  <a:lnTo>
                    <a:pt x="20547" y="450838"/>
                  </a:lnTo>
                  <a:lnTo>
                    <a:pt x="21562" y="449100"/>
                  </a:lnTo>
                  <a:lnTo>
                    <a:pt x="19397" y="446717"/>
                  </a:lnTo>
                  <a:lnTo>
                    <a:pt x="18562" y="445632"/>
                  </a:lnTo>
                  <a:lnTo>
                    <a:pt x="16804" y="446206"/>
                  </a:lnTo>
                  <a:lnTo>
                    <a:pt x="15148" y="448209"/>
                  </a:lnTo>
                  <a:lnTo>
                    <a:pt x="13778" y="447098"/>
                  </a:lnTo>
                  <a:lnTo>
                    <a:pt x="12934" y="442537"/>
                  </a:lnTo>
                  <a:lnTo>
                    <a:pt x="14706" y="437303"/>
                  </a:lnTo>
                  <a:lnTo>
                    <a:pt x="16667" y="435544"/>
                  </a:lnTo>
                  <a:lnTo>
                    <a:pt x="16013" y="433255"/>
                  </a:lnTo>
                  <a:lnTo>
                    <a:pt x="19112" y="431960"/>
                  </a:lnTo>
                  <a:lnTo>
                    <a:pt x="21667" y="433344"/>
                  </a:lnTo>
                  <a:lnTo>
                    <a:pt x="24923" y="432702"/>
                  </a:lnTo>
                  <a:lnTo>
                    <a:pt x="24818" y="431419"/>
                  </a:lnTo>
                  <a:lnTo>
                    <a:pt x="23344" y="427115"/>
                  </a:lnTo>
                  <a:lnTo>
                    <a:pt x="23489" y="422751"/>
                  </a:lnTo>
                  <a:lnTo>
                    <a:pt x="25382" y="419026"/>
                  </a:lnTo>
                  <a:lnTo>
                    <a:pt x="29992" y="412826"/>
                  </a:lnTo>
                  <a:lnTo>
                    <a:pt x="34118" y="406491"/>
                  </a:lnTo>
                  <a:lnTo>
                    <a:pt x="37739" y="402409"/>
                  </a:lnTo>
                  <a:lnTo>
                    <a:pt x="38839" y="398973"/>
                  </a:lnTo>
                  <a:lnTo>
                    <a:pt x="40744" y="396354"/>
                  </a:lnTo>
                  <a:lnTo>
                    <a:pt x="43187" y="395329"/>
                  </a:lnTo>
                  <a:lnTo>
                    <a:pt x="42918" y="392179"/>
                  </a:lnTo>
                  <a:lnTo>
                    <a:pt x="42897" y="389640"/>
                  </a:lnTo>
                  <a:lnTo>
                    <a:pt x="44414" y="385219"/>
                  </a:lnTo>
                  <a:lnTo>
                    <a:pt x="47212" y="379956"/>
                  </a:lnTo>
                  <a:lnTo>
                    <a:pt x="48974" y="375881"/>
                  </a:lnTo>
                  <a:lnTo>
                    <a:pt x="52343" y="371997"/>
                  </a:lnTo>
                  <a:lnTo>
                    <a:pt x="56814" y="370117"/>
                  </a:lnTo>
                  <a:lnTo>
                    <a:pt x="59483" y="369842"/>
                  </a:lnTo>
                  <a:lnTo>
                    <a:pt x="62725" y="371977"/>
                  </a:lnTo>
                  <a:lnTo>
                    <a:pt x="65521" y="372624"/>
                  </a:lnTo>
                  <a:lnTo>
                    <a:pt x="67473" y="376135"/>
                  </a:lnTo>
                  <a:lnTo>
                    <a:pt x="69061" y="376526"/>
                  </a:lnTo>
                  <a:lnTo>
                    <a:pt x="72780" y="381348"/>
                  </a:lnTo>
                  <a:lnTo>
                    <a:pt x="77727" y="380728"/>
                  </a:lnTo>
                  <a:lnTo>
                    <a:pt x="80380" y="378021"/>
                  </a:lnTo>
                  <a:lnTo>
                    <a:pt x="81861" y="376530"/>
                  </a:lnTo>
                  <a:lnTo>
                    <a:pt x="82418" y="374172"/>
                  </a:lnTo>
                  <a:lnTo>
                    <a:pt x="84242" y="373864"/>
                  </a:lnTo>
                  <a:lnTo>
                    <a:pt x="86634" y="371096"/>
                  </a:lnTo>
                  <a:lnTo>
                    <a:pt x="88136" y="369351"/>
                  </a:lnTo>
                  <a:lnTo>
                    <a:pt x="90282" y="365172"/>
                  </a:lnTo>
                  <a:lnTo>
                    <a:pt x="91658" y="363153"/>
                  </a:lnTo>
                  <a:lnTo>
                    <a:pt x="87983" y="359081"/>
                  </a:lnTo>
                  <a:lnTo>
                    <a:pt x="85407" y="357041"/>
                  </a:lnTo>
                  <a:lnTo>
                    <a:pt x="87721" y="354971"/>
                  </a:lnTo>
                  <a:lnTo>
                    <a:pt x="91156" y="354740"/>
                  </a:lnTo>
                  <a:lnTo>
                    <a:pt x="93684" y="359185"/>
                  </a:lnTo>
                  <a:lnTo>
                    <a:pt x="96924" y="360654"/>
                  </a:lnTo>
                  <a:lnTo>
                    <a:pt x="98470" y="363865"/>
                  </a:lnTo>
                  <a:lnTo>
                    <a:pt x="104146" y="363255"/>
                  </a:lnTo>
                  <a:lnTo>
                    <a:pt x="108855" y="363672"/>
                  </a:lnTo>
                  <a:lnTo>
                    <a:pt x="113145" y="362440"/>
                  </a:lnTo>
                  <a:lnTo>
                    <a:pt x="115413" y="359193"/>
                  </a:lnTo>
                  <a:lnTo>
                    <a:pt x="120992" y="350497"/>
                  </a:lnTo>
                  <a:lnTo>
                    <a:pt x="121411" y="346994"/>
                  </a:lnTo>
                  <a:lnTo>
                    <a:pt x="119186" y="339063"/>
                  </a:lnTo>
                  <a:lnTo>
                    <a:pt x="118549" y="335890"/>
                  </a:lnTo>
                  <a:lnTo>
                    <a:pt x="118405" y="328732"/>
                  </a:lnTo>
                  <a:lnTo>
                    <a:pt x="114736" y="322899"/>
                  </a:lnTo>
                  <a:lnTo>
                    <a:pt x="113298" y="320309"/>
                  </a:lnTo>
                  <a:lnTo>
                    <a:pt x="109036" y="318978"/>
                  </a:lnTo>
                  <a:lnTo>
                    <a:pt x="109841" y="315136"/>
                  </a:lnTo>
                  <a:lnTo>
                    <a:pt x="111329" y="313284"/>
                  </a:lnTo>
                  <a:lnTo>
                    <a:pt x="114645" y="315792"/>
                  </a:lnTo>
                  <a:lnTo>
                    <a:pt x="118373" y="313855"/>
                  </a:lnTo>
                  <a:lnTo>
                    <a:pt x="122045" y="310358"/>
                  </a:lnTo>
                  <a:lnTo>
                    <a:pt x="122379" y="305832"/>
                  </a:lnTo>
                  <a:lnTo>
                    <a:pt x="119867" y="300870"/>
                  </a:lnTo>
                  <a:lnTo>
                    <a:pt x="117426" y="298594"/>
                  </a:lnTo>
                  <a:lnTo>
                    <a:pt x="116544" y="297231"/>
                  </a:lnTo>
                  <a:lnTo>
                    <a:pt x="115099" y="297866"/>
                  </a:lnTo>
                  <a:lnTo>
                    <a:pt x="112988" y="300263"/>
                  </a:lnTo>
                  <a:lnTo>
                    <a:pt x="112008" y="302858"/>
                  </a:lnTo>
                  <a:lnTo>
                    <a:pt x="109478" y="303667"/>
                  </a:lnTo>
                  <a:lnTo>
                    <a:pt x="107286" y="302489"/>
                  </a:lnTo>
                  <a:lnTo>
                    <a:pt x="104980" y="303642"/>
                  </a:lnTo>
                  <a:lnTo>
                    <a:pt x="103030" y="305393"/>
                  </a:lnTo>
                  <a:lnTo>
                    <a:pt x="99780" y="305995"/>
                  </a:lnTo>
                  <a:lnTo>
                    <a:pt x="97473" y="306820"/>
                  </a:lnTo>
                  <a:lnTo>
                    <a:pt x="96520" y="309233"/>
                  </a:lnTo>
                  <a:lnTo>
                    <a:pt x="90878" y="313011"/>
                  </a:lnTo>
                  <a:lnTo>
                    <a:pt x="89618" y="315307"/>
                  </a:lnTo>
                  <a:lnTo>
                    <a:pt x="88846" y="319642"/>
                  </a:lnTo>
                  <a:lnTo>
                    <a:pt x="86274" y="321907"/>
                  </a:lnTo>
                  <a:lnTo>
                    <a:pt x="85351" y="317042"/>
                  </a:lnTo>
                  <a:lnTo>
                    <a:pt x="85160" y="314091"/>
                  </a:lnTo>
                  <a:lnTo>
                    <a:pt x="83810" y="312013"/>
                  </a:lnTo>
                  <a:lnTo>
                    <a:pt x="82103" y="312970"/>
                  </a:lnTo>
                  <a:lnTo>
                    <a:pt x="82086" y="314896"/>
                  </a:lnTo>
                  <a:lnTo>
                    <a:pt x="80823" y="316680"/>
                  </a:lnTo>
                  <a:lnTo>
                    <a:pt x="79912" y="319219"/>
                  </a:lnTo>
                  <a:lnTo>
                    <a:pt x="78081" y="315618"/>
                  </a:lnTo>
                  <a:lnTo>
                    <a:pt x="75399" y="312208"/>
                  </a:lnTo>
                  <a:lnTo>
                    <a:pt x="70714" y="309789"/>
                  </a:lnTo>
                  <a:lnTo>
                    <a:pt x="68204" y="309290"/>
                  </a:lnTo>
                  <a:lnTo>
                    <a:pt x="65567" y="310164"/>
                  </a:lnTo>
                  <a:lnTo>
                    <a:pt x="62569" y="309280"/>
                  </a:lnTo>
                  <a:lnTo>
                    <a:pt x="59733" y="309161"/>
                  </a:lnTo>
                  <a:lnTo>
                    <a:pt x="55305" y="310829"/>
                  </a:lnTo>
                  <a:lnTo>
                    <a:pt x="50448" y="313492"/>
                  </a:lnTo>
                  <a:lnTo>
                    <a:pt x="46950" y="313854"/>
                  </a:lnTo>
                  <a:lnTo>
                    <a:pt x="42041" y="311125"/>
                  </a:lnTo>
                  <a:lnTo>
                    <a:pt x="33029" y="307286"/>
                  </a:lnTo>
                  <a:lnTo>
                    <a:pt x="25928" y="304357"/>
                  </a:lnTo>
                  <a:lnTo>
                    <a:pt x="23187" y="300813"/>
                  </a:lnTo>
                  <a:lnTo>
                    <a:pt x="22544" y="295838"/>
                  </a:lnTo>
                  <a:lnTo>
                    <a:pt x="22834" y="293902"/>
                  </a:lnTo>
                  <a:lnTo>
                    <a:pt x="24374" y="291508"/>
                  </a:lnTo>
                  <a:lnTo>
                    <a:pt x="24108" y="290019"/>
                  </a:lnTo>
                  <a:lnTo>
                    <a:pt x="21848" y="286296"/>
                  </a:lnTo>
                  <a:lnTo>
                    <a:pt x="20120" y="284385"/>
                  </a:lnTo>
                  <a:lnTo>
                    <a:pt x="19647" y="282606"/>
                  </a:lnTo>
                  <a:lnTo>
                    <a:pt x="17216" y="277620"/>
                  </a:lnTo>
                  <a:lnTo>
                    <a:pt x="17722" y="277089"/>
                  </a:lnTo>
                  <a:lnTo>
                    <a:pt x="21965" y="278295"/>
                  </a:lnTo>
                  <a:lnTo>
                    <a:pt x="24842" y="276741"/>
                  </a:lnTo>
                  <a:lnTo>
                    <a:pt x="25707" y="273613"/>
                  </a:lnTo>
                  <a:lnTo>
                    <a:pt x="27712" y="271992"/>
                  </a:lnTo>
                  <a:lnTo>
                    <a:pt x="26378" y="269801"/>
                  </a:lnTo>
                  <a:lnTo>
                    <a:pt x="23796" y="268637"/>
                  </a:lnTo>
                  <a:lnTo>
                    <a:pt x="21166" y="268413"/>
                  </a:lnTo>
                  <a:lnTo>
                    <a:pt x="18798" y="266778"/>
                  </a:lnTo>
                  <a:lnTo>
                    <a:pt x="16097" y="265229"/>
                  </a:lnTo>
                  <a:lnTo>
                    <a:pt x="11421" y="263922"/>
                  </a:lnTo>
                  <a:lnTo>
                    <a:pt x="9397" y="262908"/>
                  </a:lnTo>
                  <a:lnTo>
                    <a:pt x="6339" y="258815"/>
                  </a:lnTo>
                  <a:lnTo>
                    <a:pt x="3856" y="256090"/>
                  </a:lnTo>
                  <a:lnTo>
                    <a:pt x="771" y="25411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63366" y="5731200"/>
              <a:ext cx="38114" cy="33677"/>
            </a:xfrm>
            <a:custGeom>
              <a:avLst/>
              <a:pathLst>
                <a:path w="38114" h="33677">
                  <a:moveTo>
                    <a:pt x="0" y="32201"/>
                  </a:moveTo>
                  <a:lnTo>
                    <a:pt x="6206" y="27944"/>
                  </a:lnTo>
                  <a:lnTo>
                    <a:pt x="8389" y="26234"/>
                  </a:lnTo>
                  <a:lnTo>
                    <a:pt x="10970" y="22850"/>
                  </a:lnTo>
                  <a:lnTo>
                    <a:pt x="12892" y="21764"/>
                  </a:lnTo>
                  <a:lnTo>
                    <a:pt x="12552" y="18207"/>
                  </a:lnTo>
                  <a:lnTo>
                    <a:pt x="13694" y="15417"/>
                  </a:lnTo>
                  <a:lnTo>
                    <a:pt x="18340" y="11169"/>
                  </a:lnTo>
                  <a:lnTo>
                    <a:pt x="21655" y="12587"/>
                  </a:lnTo>
                  <a:lnTo>
                    <a:pt x="22359" y="9989"/>
                  </a:lnTo>
                  <a:lnTo>
                    <a:pt x="23109" y="6572"/>
                  </a:lnTo>
                  <a:lnTo>
                    <a:pt x="24550" y="3093"/>
                  </a:lnTo>
                  <a:lnTo>
                    <a:pt x="27163" y="1271"/>
                  </a:lnTo>
                  <a:lnTo>
                    <a:pt x="32382" y="0"/>
                  </a:lnTo>
                  <a:lnTo>
                    <a:pt x="35057" y="2192"/>
                  </a:lnTo>
                  <a:lnTo>
                    <a:pt x="38114" y="2709"/>
                  </a:lnTo>
                  <a:lnTo>
                    <a:pt x="37584" y="4773"/>
                  </a:lnTo>
                  <a:lnTo>
                    <a:pt x="36326" y="6741"/>
                  </a:lnTo>
                  <a:lnTo>
                    <a:pt x="36619" y="8744"/>
                  </a:lnTo>
                  <a:lnTo>
                    <a:pt x="33692" y="10489"/>
                  </a:lnTo>
                  <a:lnTo>
                    <a:pt x="30351" y="12592"/>
                  </a:lnTo>
                  <a:lnTo>
                    <a:pt x="25241" y="14820"/>
                  </a:lnTo>
                  <a:lnTo>
                    <a:pt x="23996" y="17317"/>
                  </a:lnTo>
                  <a:lnTo>
                    <a:pt x="22187" y="19892"/>
                  </a:lnTo>
                  <a:lnTo>
                    <a:pt x="20996" y="22308"/>
                  </a:lnTo>
                  <a:lnTo>
                    <a:pt x="17047" y="24006"/>
                  </a:lnTo>
                  <a:lnTo>
                    <a:pt x="15134" y="25741"/>
                  </a:lnTo>
                  <a:lnTo>
                    <a:pt x="13371" y="28268"/>
                  </a:lnTo>
                  <a:lnTo>
                    <a:pt x="11013" y="27931"/>
                  </a:lnTo>
                  <a:lnTo>
                    <a:pt x="7056" y="31055"/>
                  </a:lnTo>
                  <a:lnTo>
                    <a:pt x="2859" y="32979"/>
                  </a:lnTo>
                  <a:lnTo>
                    <a:pt x="551" y="336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762627" y="5582238"/>
              <a:ext cx="7959" cy="5362"/>
            </a:xfrm>
            <a:custGeom>
              <a:avLst/>
              <a:pathLst>
                <a:path w="7959" h="5362">
                  <a:moveTo>
                    <a:pt x="0" y="0"/>
                  </a:moveTo>
                  <a:lnTo>
                    <a:pt x="4531" y="1254"/>
                  </a:lnTo>
                  <a:lnTo>
                    <a:pt x="7658" y="1641"/>
                  </a:lnTo>
                  <a:lnTo>
                    <a:pt x="7959" y="3642"/>
                  </a:lnTo>
                  <a:lnTo>
                    <a:pt x="4890" y="5362"/>
                  </a:lnTo>
                  <a:lnTo>
                    <a:pt x="2587" y="48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40393" y="5747376"/>
              <a:ext cx="14066" cy="16163"/>
            </a:xfrm>
            <a:custGeom>
              <a:avLst/>
              <a:pathLst>
                <a:path w="14066" h="16163">
                  <a:moveTo>
                    <a:pt x="1117" y="12765"/>
                  </a:moveTo>
                  <a:lnTo>
                    <a:pt x="3403" y="6801"/>
                  </a:lnTo>
                  <a:lnTo>
                    <a:pt x="5091" y="5864"/>
                  </a:lnTo>
                  <a:lnTo>
                    <a:pt x="9153" y="8196"/>
                  </a:lnTo>
                  <a:lnTo>
                    <a:pt x="11659" y="5309"/>
                  </a:lnTo>
                  <a:lnTo>
                    <a:pt x="10468" y="961"/>
                  </a:lnTo>
                  <a:lnTo>
                    <a:pt x="12319" y="0"/>
                  </a:lnTo>
                  <a:lnTo>
                    <a:pt x="13831" y="2956"/>
                  </a:lnTo>
                  <a:lnTo>
                    <a:pt x="14066" y="6903"/>
                  </a:lnTo>
                  <a:lnTo>
                    <a:pt x="13758" y="10960"/>
                  </a:lnTo>
                  <a:lnTo>
                    <a:pt x="12631" y="14888"/>
                  </a:lnTo>
                  <a:lnTo>
                    <a:pt x="9831" y="13791"/>
                  </a:lnTo>
                  <a:lnTo>
                    <a:pt x="6539" y="13431"/>
                  </a:lnTo>
                  <a:lnTo>
                    <a:pt x="3248" y="16129"/>
                  </a:lnTo>
                  <a:lnTo>
                    <a:pt x="0" y="161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751567" y="5552267"/>
              <a:ext cx="6476" cy="5177"/>
            </a:xfrm>
            <a:custGeom>
              <a:avLst/>
              <a:pathLst>
                <a:path w="6476" h="5177">
                  <a:moveTo>
                    <a:pt x="282" y="711"/>
                  </a:moveTo>
                  <a:lnTo>
                    <a:pt x="2965" y="0"/>
                  </a:lnTo>
                  <a:lnTo>
                    <a:pt x="6476" y="390"/>
                  </a:lnTo>
                  <a:lnTo>
                    <a:pt x="6420" y="3290"/>
                  </a:lnTo>
                  <a:lnTo>
                    <a:pt x="2826" y="5177"/>
                  </a:lnTo>
                  <a:lnTo>
                    <a:pt x="0" y="31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24283" y="5762191"/>
              <a:ext cx="8013" cy="6873"/>
            </a:xfrm>
            <a:custGeom>
              <a:avLst/>
              <a:pathLst>
                <a:path w="8013" h="6873">
                  <a:moveTo>
                    <a:pt x="822" y="2275"/>
                  </a:moveTo>
                  <a:lnTo>
                    <a:pt x="4620" y="0"/>
                  </a:lnTo>
                  <a:lnTo>
                    <a:pt x="8013" y="1410"/>
                  </a:lnTo>
                  <a:lnTo>
                    <a:pt x="6448" y="5521"/>
                  </a:lnTo>
                  <a:lnTo>
                    <a:pt x="3931" y="5386"/>
                  </a:lnTo>
                  <a:lnTo>
                    <a:pt x="1272" y="6873"/>
                  </a:lnTo>
                  <a:lnTo>
                    <a:pt x="0" y="58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2426" y="5767614"/>
              <a:ext cx="2910" cy="4525"/>
            </a:xfrm>
            <a:custGeom>
              <a:avLst/>
              <a:pathLst>
                <a:path w="2910" h="4525">
                  <a:moveTo>
                    <a:pt x="0" y="1390"/>
                  </a:moveTo>
                  <a:lnTo>
                    <a:pt x="1495" y="0"/>
                  </a:lnTo>
                  <a:lnTo>
                    <a:pt x="2910" y="1591"/>
                  </a:lnTo>
                  <a:lnTo>
                    <a:pt x="1944" y="4525"/>
                  </a:lnTo>
                  <a:lnTo>
                    <a:pt x="72" y="345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764325" y="5243001"/>
              <a:ext cx="55605" cy="47012"/>
            </a:xfrm>
            <a:custGeom>
              <a:avLst/>
              <a:pathLst>
                <a:path w="55605" h="47012">
                  <a:moveTo>
                    <a:pt x="900" y="9681"/>
                  </a:moveTo>
                  <a:lnTo>
                    <a:pt x="2164" y="7293"/>
                  </a:lnTo>
                  <a:lnTo>
                    <a:pt x="2773" y="2829"/>
                  </a:lnTo>
                  <a:lnTo>
                    <a:pt x="4381" y="0"/>
                  </a:lnTo>
                  <a:lnTo>
                    <a:pt x="6695" y="431"/>
                  </a:lnTo>
                  <a:lnTo>
                    <a:pt x="6651" y="3761"/>
                  </a:lnTo>
                  <a:lnTo>
                    <a:pt x="6779" y="6159"/>
                  </a:lnTo>
                  <a:lnTo>
                    <a:pt x="10733" y="9216"/>
                  </a:lnTo>
                  <a:lnTo>
                    <a:pt x="16711" y="12966"/>
                  </a:lnTo>
                  <a:lnTo>
                    <a:pt x="18483" y="12513"/>
                  </a:lnTo>
                  <a:lnTo>
                    <a:pt x="23639" y="9523"/>
                  </a:lnTo>
                  <a:lnTo>
                    <a:pt x="25922" y="8850"/>
                  </a:lnTo>
                  <a:lnTo>
                    <a:pt x="28454" y="9489"/>
                  </a:lnTo>
                  <a:lnTo>
                    <a:pt x="29695" y="10620"/>
                  </a:lnTo>
                  <a:lnTo>
                    <a:pt x="30950" y="13275"/>
                  </a:lnTo>
                  <a:lnTo>
                    <a:pt x="32297" y="14153"/>
                  </a:lnTo>
                  <a:lnTo>
                    <a:pt x="32596" y="17778"/>
                  </a:lnTo>
                  <a:lnTo>
                    <a:pt x="32884" y="20817"/>
                  </a:lnTo>
                  <a:lnTo>
                    <a:pt x="35360" y="22894"/>
                  </a:lnTo>
                  <a:lnTo>
                    <a:pt x="38891" y="24143"/>
                  </a:lnTo>
                  <a:lnTo>
                    <a:pt x="40231" y="26357"/>
                  </a:lnTo>
                  <a:lnTo>
                    <a:pt x="41916" y="28016"/>
                  </a:lnTo>
                  <a:lnTo>
                    <a:pt x="48574" y="30154"/>
                  </a:lnTo>
                  <a:lnTo>
                    <a:pt x="51258" y="30968"/>
                  </a:lnTo>
                  <a:lnTo>
                    <a:pt x="55605" y="33491"/>
                  </a:lnTo>
                  <a:lnTo>
                    <a:pt x="53909" y="36922"/>
                  </a:lnTo>
                  <a:lnTo>
                    <a:pt x="51865" y="39611"/>
                  </a:lnTo>
                  <a:lnTo>
                    <a:pt x="49982" y="40052"/>
                  </a:lnTo>
                  <a:lnTo>
                    <a:pt x="47756" y="37761"/>
                  </a:lnTo>
                  <a:lnTo>
                    <a:pt x="44890" y="37474"/>
                  </a:lnTo>
                  <a:lnTo>
                    <a:pt x="40740" y="39540"/>
                  </a:lnTo>
                  <a:lnTo>
                    <a:pt x="38686" y="41026"/>
                  </a:lnTo>
                  <a:lnTo>
                    <a:pt x="37603" y="43076"/>
                  </a:lnTo>
                  <a:lnTo>
                    <a:pt x="37433" y="45429"/>
                  </a:lnTo>
                  <a:lnTo>
                    <a:pt x="35882" y="47012"/>
                  </a:lnTo>
                  <a:lnTo>
                    <a:pt x="33852" y="45557"/>
                  </a:lnTo>
                  <a:lnTo>
                    <a:pt x="33844" y="41607"/>
                  </a:lnTo>
                  <a:lnTo>
                    <a:pt x="32582" y="38373"/>
                  </a:lnTo>
                  <a:lnTo>
                    <a:pt x="29919" y="35114"/>
                  </a:lnTo>
                  <a:lnTo>
                    <a:pt x="27563" y="33779"/>
                  </a:lnTo>
                  <a:lnTo>
                    <a:pt x="26156" y="33617"/>
                  </a:lnTo>
                  <a:lnTo>
                    <a:pt x="25850" y="30714"/>
                  </a:lnTo>
                  <a:lnTo>
                    <a:pt x="24105" y="26751"/>
                  </a:lnTo>
                  <a:lnTo>
                    <a:pt x="20370" y="23026"/>
                  </a:lnTo>
                  <a:lnTo>
                    <a:pt x="16509" y="20219"/>
                  </a:lnTo>
                  <a:lnTo>
                    <a:pt x="13487" y="19242"/>
                  </a:lnTo>
                  <a:lnTo>
                    <a:pt x="10413" y="19984"/>
                  </a:lnTo>
                  <a:lnTo>
                    <a:pt x="9127" y="21074"/>
                  </a:lnTo>
                  <a:lnTo>
                    <a:pt x="6003" y="23205"/>
                  </a:lnTo>
                  <a:lnTo>
                    <a:pt x="4441" y="22022"/>
                  </a:lnTo>
                  <a:lnTo>
                    <a:pt x="2202" y="20014"/>
                  </a:lnTo>
                  <a:lnTo>
                    <a:pt x="747" y="18457"/>
                  </a:lnTo>
                  <a:lnTo>
                    <a:pt x="0" y="133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678646" y="5768486"/>
              <a:ext cx="8716" cy="5994"/>
            </a:xfrm>
            <a:custGeom>
              <a:avLst/>
              <a:pathLst>
                <a:path w="8716" h="5994">
                  <a:moveTo>
                    <a:pt x="927" y="3130"/>
                  </a:moveTo>
                  <a:lnTo>
                    <a:pt x="2787" y="1086"/>
                  </a:lnTo>
                  <a:lnTo>
                    <a:pt x="5315" y="0"/>
                  </a:lnTo>
                  <a:lnTo>
                    <a:pt x="8233" y="1756"/>
                  </a:lnTo>
                  <a:lnTo>
                    <a:pt x="8716" y="3579"/>
                  </a:lnTo>
                  <a:lnTo>
                    <a:pt x="5717" y="5508"/>
                  </a:lnTo>
                  <a:lnTo>
                    <a:pt x="2812" y="5994"/>
                  </a:lnTo>
                  <a:lnTo>
                    <a:pt x="0" y="588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452479" y="5728436"/>
              <a:ext cx="3803" cy="5386"/>
            </a:xfrm>
            <a:custGeom>
              <a:avLst/>
              <a:pathLst>
                <a:path w="3803" h="5386">
                  <a:moveTo>
                    <a:pt x="0" y="0"/>
                  </a:moveTo>
                  <a:lnTo>
                    <a:pt x="3050" y="885"/>
                  </a:lnTo>
                  <a:lnTo>
                    <a:pt x="3803" y="3361"/>
                  </a:lnTo>
                  <a:lnTo>
                    <a:pt x="3301" y="5386"/>
                  </a:lnTo>
                  <a:lnTo>
                    <a:pt x="987" y="36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499" y="5379318"/>
              <a:ext cx="15010" cy="22658"/>
            </a:xfrm>
            <a:custGeom>
              <a:avLst/>
              <a:pathLst>
                <a:path w="15010" h="22658">
                  <a:moveTo>
                    <a:pt x="1377" y="0"/>
                  </a:moveTo>
                  <a:lnTo>
                    <a:pt x="3752" y="5419"/>
                  </a:lnTo>
                  <a:lnTo>
                    <a:pt x="4357" y="9770"/>
                  </a:lnTo>
                  <a:lnTo>
                    <a:pt x="9496" y="16011"/>
                  </a:lnTo>
                  <a:lnTo>
                    <a:pt x="12535" y="18130"/>
                  </a:lnTo>
                  <a:lnTo>
                    <a:pt x="15010" y="20908"/>
                  </a:lnTo>
                  <a:lnTo>
                    <a:pt x="14421" y="22658"/>
                  </a:lnTo>
                  <a:lnTo>
                    <a:pt x="11330" y="21136"/>
                  </a:lnTo>
                  <a:lnTo>
                    <a:pt x="7254" y="19200"/>
                  </a:lnTo>
                  <a:lnTo>
                    <a:pt x="2892" y="12601"/>
                  </a:lnTo>
                  <a:lnTo>
                    <a:pt x="0" y="9397"/>
                  </a:lnTo>
                  <a:lnTo>
                    <a:pt x="218" y="191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611151" y="5758058"/>
              <a:ext cx="59310" cy="23004"/>
            </a:xfrm>
            <a:custGeom>
              <a:avLst/>
              <a:pathLst>
                <a:path w="59310" h="23004">
                  <a:moveTo>
                    <a:pt x="796" y="10204"/>
                  </a:moveTo>
                  <a:lnTo>
                    <a:pt x="7655" y="10170"/>
                  </a:lnTo>
                  <a:lnTo>
                    <a:pt x="11395" y="9345"/>
                  </a:lnTo>
                  <a:lnTo>
                    <a:pt x="15630" y="10431"/>
                  </a:lnTo>
                  <a:lnTo>
                    <a:pt x="19757" y="9843"/>
                  </a:lnTo>
                  <a:lnTo>
                    <a:pt x="22280" y="7930"/>
                  </a:lnTo>
                  <a:lnTo>
                    <a:pt x="22953" y="3287"/>
                  </a:lnTo>
                  <a:lnTo>
                    <a:pt x="26352" y="1231"/>
                  </a:lnTo>
                  <a:lnTo>
                    <a:pt x="30117" y="0"/>
                  </a:lnTo>
                  <a:lnTo>
                    <a:pt x="32860" y="1941"/>
                  </a:lnTo>
                  <a:lnTo>
                    <a:pt x="34556" y="5793"/>
                  </a:lnTo>
                  <a:lnTo>
                    <a:pt x="32649" y="9232"/>
                  </a:lnTo>
                  <a:lnTo>
                    <a:pt x="32770" y="14143"/>
                  </a:lnTo>
                  <a:lnTo>
                    <a:pt x="35834" y="14540"/>
                  </a:lnTo>
                  <a:lnTo>
                    <a:pt x="41941" y="15603"/>
                  </a:lnTo>
                  <a:lnTo>
                    <a:pt x="45082" y="15665"/>
                  </a:lnTo>
                  <a:lnTo>
                    <a:pt x="48697" y="18877"/>
                  </a:lnTo>
                  <a:lnTo>
                    <a:pt x="53758" y="19097"/>
                  </a:lnTo>
                  <a:lnTo>
                    <a:pt x="59310" y="21153"/>
                  </a:lnTo>
                  <a:lnTo>
                    <a:pt x="58331" y="23004"/>
                  </a:lnTo>
                  <a:lnTo>
                    <a:pt x="53539" y="22962"/>
                  </a:lnTo>
                  <a:lnTo>
                    <a:pt x="47894" y="22482"/>
                  </a:lnTo>
                  <a:lnTo>
                    <a:pt x="44920" y="21999"/>
                  </a:lnTo>
                  <a:lnTo>
                    <a:pt x="40524" y="19611"/>
                  </a:lnTo>
                  <a:lnTo>
                    <a:pt x="37359" y="19479"/>
                  </a:lnTo>
                  <a:lnTo>
                    <a:pt x="35393" y="18748"/>
                  </a:lnTo>
                  <a:lnTo>
                    <a:pt x="30571" y="16577"/>
                  </a:lnTo>
                  <a:lnTo>
                    <a:pt x="26237" y="14748"/>
                  </a:lnTo>
                  <a:lnTo>
                    <a:pt x="23617" y="14511"/>
                  </a:lnTo>
                  <a:lnTo>
                    <a:pt x="22639" y="17564"/>
                  </a:lnTo>
                  <a:lnTo>
                    <a:pt x="19103" y="15588"/>
                  </a:lnTo>
                  <a:lnTo>
                    <a:pt x="14495" y="15891"/>
                  </a:lnTo>
                  <a:lnTo>
                    <a:pt x="10708" y="14381"/>
                  </a:lnTo>
                  <a:lnTo>
                    <a:pt x="7615" y="14229"/>
                  </a:lnTo>
                  <a:lnTo>
                    <a:pt x="4159" y="13157"/>
                  </a:lnTo>
                  <a:lnTo>
                    <a:pt x="0" y="1230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567722" y="5759946"/>
              <a:ext cx="40732" cy="19275"/>
            </a:xfrm>
            <a:custGeom>
              <a:avLst/>
              <a:pathLst>
                <a:path w="40732" h="19275">
                  <a:moveTo>
                    <a:pt x="1417" y="14565"/>
                  </a:moveTo>
                  <a:lnTo>
                    <a:pt x="2920" y="9674"/>
                  </a:lnTo>
                  <a:lnTo>
                    <a:pt x="6468" y="8972"/>
                  </a:lnTo>
                  <a:lnTo>
                    <a:pt x="7166" y="7457"/>
                  </a:lnTo>
                  <a:lnTo>
                    <a:pt x="6357" y="4376"/>
                  </a:lnTo>
                  <a:lnTo>
                    <a:pt x="7493" y="2826"/>
                  </a:lnTo>
                  <a:lnTo>
                    <a:pt x="9330" y="3411"/>
                  </a:lnTo>
                  <a:lnTo>
                    <a:pt x="12485" y="2423"/>
                  </a:lnTo>
                  <a:lnTo>
                    <a:pt x="12950" y="4847"/>
                  </a:lnTo>
                  <a:lnTo>
                    <a:pt x="12535" y="6933"/>
                  </a:lnTo>
                  <a:lnTo>
                    <a:pt x="11589" y="9923"/>
                  </a:lnTo>
                  <a:lnTo>
                    <a:pt x="15268" y="10027"/>
                  </a:lnTo>
                  <a:lnTo>
                    <a:pt x="18294" y="10310"/>
                  </a:lnTo>
                  <a:lnTo>
                    <a:pt x="21747" y="10763"/>
                  </a:lnTo>
                  <a:lnTo>
                    <a:pt x="22261" y="7751"/>
                  </a:lnTo>
                  <a:lnTo>
                    <a:pt x="22207" y="5291"/>
                  </a:lnTo>
                  <a:lnTo>
                    <a:pt x="21906" y="2047"/>
                  </a:lnTo>
                  <a:lnTo>
                    <a:pt x="23733" y="0"/>
                  </a:lnTo>
                  <a:lnTo>
                    <a:pt x="25978" y="992"/>
                  </a:lnTo>
                  <a:lnTo>
                    <a:pt x="26913" y="3318"/>
                  </a:lnTo>
                  <a:lnTo>
                    <a:pt x="29454" y="7405"/>
                  </a:lnTo>
                  <a:lnTo>
                    <a:pt x="31385" y="8175"/>
                  </a:lnTo>
                  <a:lnTo>
                    <a:pt x="34946" y="8902"/>
                  </a:lnTo>
                  <a:lnTo>
                    <a:pt x="40321" y="9379"/>
                  </a:lnTo>
                  <a:lnTo>
                    <a:pt x="40732" y="11419"/>
                  </a:lnTo>
                  <a:lnTo>
                    <a:pt x="35216" y="11858"/>
                  </a:lnTo>
                  <a:lnTo>
                    <a:pt x="31449" y="11566"/>
                  </a:lnTo>
                  <a:lnTo>
                    <a:pt x="26741" y="13833"/>
                  </a:lnTo>
                  <a:lnTo>
                    <a:pt x="25610" y="15680"/>
                  </a:lnTo>
                  <a:lnTo>
                    <a:pt x="21474" y="16144"/>
                  </a:lnTo>
                  <a:lnTo>
                    <a:pt x="18058" y="16532"/>
                  </a:lnTo>
                  <a:lnTo>
                    <a:pt x="13591" y="16037"/>
                  </a:lnTo>
                  <a:lnTo>
                    <a:pt x="11523" y="16813"/>
                  </a:lnTo>
                  <a:lnTo>
                    <a:pt x="8509" y="17924"/>
                  </a:lnTo>
                  <a:lnTo>
                    <a:pt x="6810" y="19275"/>
                  </a:lnTo>
                  <a:lnTo>
                    <a:pt x="4469" y="18822"/>
                  </a:lnTo>
                  <a:lnTo>
                    <a:pt x="1100" y="19089"/>
                  </a:lnTo>
                  <a:lnTo>
                    <a:pt x="0" y="1801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550587" y="5760977"/>
              <a:ext cx="17552" cy="11521"/>
            </a:xfrm>
            <a:custGeom>
              <a:avLst/>
              <a:pathLst>
                <a:path w="17552" h="11521">
                  <a:moveTo>
                    <a:pt x="1194" y="5742"/>
                  </a:moveTo>
                  <a:lnTo>
                    <a:pt x="5744" y="5791"/>
                  </a:lnTo>
                  <a:lnTo>
                    <a:pt x="10193" y="6714"/>
                  </a:lnTo>
                  <a:lnTo>
                    <a:pt x="12447" y="6135"/>
                  </a:lnTo>
                  <a:lnTo>
                    <a:pt x="13839" y="1398"/>
                  </a:lnTo>
                  <a:lnTo>
                    <a:pt x="14500" y="0"/>
                  </a:lnTo>
                  <a:lnTo>
                    <a:pt x="16464" y="907"/>
                  </a:lnTo>
                  <a:lnTo>
                    <a:pt x="17552" y="3030"/>
                  </a:lnTo>
                  <a:lnTo>
                    <a:pt x="15796" y="5853"/>
                  </a:lnTo>
                  <a:lnTo>
                    <a:pt x="14933" y="10928"/>
                  </a:lnTo>
                  <a:lnTo>
                    <a:pt x="12704" y="11353"/>
                  </a:lnTo>
                  <a:lnTo>
                    <a:pt x="10498" y="11521"/>
                  </a:lnTo>
                  <a:lnTo>
                    <a:pt x="8806" y="10256"/>
                  </a:lnTo>
                  <a:lnTo>
                    <a:pt x="5366" y="9935"/>
                  </a:lnTo>
                  <a:lnTo>
                    <a:pt x="1056" y="10044"/>
                  </a:lnTo>
                  <a:lnTo>
                    <a:pt x="0" y="73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539055" y="5755277"/>
              <a:ext cx="14819" cy="16478"/>
            </a:xfrm>
            <a:custGeom>
              <a:avLst/>
              <a:pathLst>
                <a:path w="14819" h="16478">
                  <a:moveTo>
                    <a:pt x="947" y="0"/>
                  </a:moveTo>
                  <a:lnTo>
                    <a:pt x="3642" y="157"/>
                  </a:lnTo>
                  <a:lnTo>
                    <a:pt x="6995" y="1382"/>
                  </a:lnTo>
                  <a:lnTo>
                    <a:pt x="8129" y="4852"/>
                  </a:lnTo>
                  <a:lnTo>
                    <a:pt x="11284" y="5992"/>
                  </a:lnTo>
                  <a:lnTo>
                    <a:pt x="14819" y="6662"/>
                  </a:lnTo>
                  <a:lnTo>
                    <a:pt x="13629" y="8882"/>
                  </a:lnTo>
                  <a:lnTo>
                    <a:pt x="10840" y="9451"/>
                  </a:lnTo>
                  <a:lnTo>
                    <a:pt x="8650" y="11732"/>
                  </a:lnTo>
                  <a:lnTo>
                    <a:pt x="7435" y="12949"/>
                  </a:lnTo>
                  <a:lnTo>
                    <a:pt x="5860" y="16478"/>
                  </a:lnTo>
                  <a:lnTo>
                    <a:pt x="2732" y="13907"/>
                  </a:lnTo>
                  <a:lnTo>
                    <a:pt x="1288" y="11149"/>
                  </a:lnTo>
                  <a:lnTo>
                    <a:pt x="3022" y="10375"/>
                  </a:lnTo>
                  <a:lnTo>
                    <a:pt x="4892" y="10421"/>
                  </a:lnTo>
                  <a:lnTo>
                    <a:pt x="5012" y="7263"/>
                  </a:lnTo>
                  <a:lnTo>
                    <a:pt x="2973" y="5352"/>
                  </a:lnTo>
                  <a:lnTo>
                    <a:pt x="0" y="167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520597" y="5764564"/>
              <a:ext cx="8570" cy="3606"/>
            </a:xfrm>
            <a:custGeom>
              <a:avLst/>
              <a:pathLst>
                <a:path w="8570" h="3606">
                  <a:moveTo>
                    <a:pt x="0" y="915"/>
                  </a:moveTo>
                  <a:lnTo>
                    <a:pt x="5580" y="0"/>
                  </a:lnTo>
                  <a:lnTo>
                    <a:pt x="8570" y="1720"/>
                  </a:lnTo>
                  <a:lnTo>
                    <a:pt x="7421" y="3606"/>
                  </a:lnTo>
                  <a:lnTo>
                    <a:pt x="3590" y="3433"/>
                  </a:lnTo>
                  <a:lnTo>
                    <a:pt x="1383" y="249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521982" y="5753191"/>
              <a:ext cx="3999" cy="4917"/>
            </a:xfrm>
            <a:custGeom>
              <a:avLst/>
              <a:pathLst>
                <a:path w="3999" h="4917">
                  <a:moveTo>
                    <a:pt x="903" y="0"/>
                  </a:moveTo>
                  <a:lnTo>
                    <a:pt x="3370" y="133"/>
                  </a:lnTo>
                  <a:lnTo>
                    <a:pt x="3999" y="3626"/>
                  </a:lnTo>
                  <a:lnTo>
                    <a:pt x="2279" y="4917"/>
                  </a:lnTo>
                  <a:lnTo>
                    <a:pt x="0" y="25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511450" y="5771852"/>
              <a:ext cx="6988" cy="7958"/>
            </a:xfrm>
            <a:custGeom>
              <a:avLst/>
              <a:pathLst>
                <a:path w="6988" h="7958">
                  <a:moveTo>
                    <a:pt x="0" y="4835"/>
                  </a:moveTo>
                  <a:lnTo>
                    <a:pt x="5394" y="0"/>
                  </a:lnTo>
                  <a:lnTo>
                    <a:pt x="6858" y="1975"/>
                  </a:lnTo>
                  <a:lnTo>
                    <a:pt x="6988" y="4112"/>
                  </a:lnTo>
                  <a:lnTo>
                    <a:pt x="2306" y="6957"/>
                  </a:lnTo>
                  <a:lnTo>
                    <a:pt x="733" y="795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451247" y="5717095"/>
              <a:ext cx="3021" cy="3936"/>
            </a:xfrm>
            <a:custGeom>
              <a:avLst/>
              <a:pathLst>
                <a:path w="3021" h="3936">
                  <a:moveTo>
                    <a:pt x="684" y="0"/>
                  </a:moveTo>
                  <a:lnTo>
                    <a:pt x="2195" y="277"/>
                  </a:lnTo>
                  <a:lnTo>
                    <a:pt x="3021" y="2084"/>
                  </a:lnTo>
                  <a:lnTo>
                    <a:pt x="2635" y="3936"/>
                  </a:lnTo>
                  <a:lnTo>
                    <a:pt x="598" y="3845"/>
                  </a:lnTo>
                  <a:lnTo>
                    <a:pt x="0" y="152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428513" y="5708151"/>
              <a:ext cx="13866" cy="12052"/>
            </a:xfrm>
            <a:custGeom>
              <a:avLst/>
              <a:pathLst>
                <a:path w="13866" h="12052">
                  <a:moveTo>
                    <a:pt x="1220" y="6764"/>
                  </a:moveTo>
                  <a:lnTo>
                    <a:pt x="3664" y="7119"/>
                  </a:lnTo>
                  <a:lnTo>
                    <a:pt x="5349" y="6054"/>
                  </a:lnTo>
                  <a:lnTo>
                    <a:pt x="7864" y="5510"/>
                  </a:lnTo>
                  <a:lnTo>
                    <a:pt x="9915" y="3183"/>
                  </a:lnTo>
                  <a:lnTo>
                    <a:pt x="12141" y="0"/>
                  </a:lnTo>
                  <a:lnTo>
                    <a:pt x="13596" y="1284"/>
                  </a:lnTo>
                  <a:lnTo>
                    <a:pt x="13866" y="3321"/>
                  </a:lnTo>
                  <a:lnTo>
                    <a:pt x="11664" y="5609"/>
                  </a:lnTo>
                  <a:lnTo>
                    <a:pt x="10528" y="6482"/>
                  </a:lnTo>
                  <a:lnTo>
                    <a:pt x="10970" y="9200"/>
                  </a:lnTo>
                  <a:lnTo>
                    <a:pt x="10444" y="10412"/>
                  </a:lnTo>
                  <a:lnTo>
                    <a:pt x="8025" y="9449"/>
                  </a:lnTo>
                  <a:lnTo>
                    <a:pt x="5981" y="8184"/>
                  </a:lnTo>
                  <a:lnTo>
                    <a:pt x="4790" y="9140"/>
                  </a:lnTo>
                  <a:lnTo>
                    <a:pt x="3566" y="10397"/>
                  </a:lnTo>
                  <a:lnTo>
                    <a:pt x="2633" y="12052"/>
                  </a:lnTo>
                  <a:lnTo>
                    <a:pt x="1808" y="9923"/>
                  </a:lnTo>
                  <a:lnTo>
                    <a:pt x="0" y="83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360506" y="5640180"/>
              <a:ext cx="7151" cy="7178"/>
            </a:xfrm>
            <a:custGeom>
              <a:avLst/>
              <a:pathLst>
                <a:path w="7151" h="7178">
                  <a:moveTo>
                    <a:pt x="1419" y="0"/>
                  </a:moveTo>
                  <a:lnTo>
                    <a:pt x="5586" y="3836"/>
                  </a:lnTo>
                  <a:lnTo>
                    <a:pt x="7151" y="4954"/>
                  </a:lnTo>
                  <a:lnTo>
                    <a:pt x="7017" y="7178"/>
                  </a:lnTo>
                  <a:lnTo>
                    <a:pt x="2885" y="5089"/>
                  </a:lnTo>
                  <a:lnTo>
                    <a:pt x="0" y="9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344880" y="5649794"/>
              <a:ext cx="11499" cy="8583"/>
            </a:xfrm>
            <a:custGeom>
              <a:avLst/>
              <a:pathLst>
                <a:path w="11499" h="8583">
                  <a:moveTo>
                    <a:pt x="3432" y="170"/>
                  </a:moveTo>
                  <a:lnTo>
                    <a:pt x="6192" y="1093"/>
                  </a:lnTo>
                  <a:lnTo>
                    <a:pt x="8615" y="0"/>
                  </a:lnTo>
                  <a:lnTo>
                    <a:pt x="11499" y="2166"/>
                  </a:lnTo>
                  <a:lnTo>
                    <a:pt x="8972" y="4774"/>
                  </a:lnTo>
                  <a:lnTo>
                    <a:pt x="9500" y="7217"/>
                  </a:lnTo>
                  <a:lnTo>
                    <a:pt x="8548" y="8583"/>
                  </a:lnTo>
                  <a:lnTo>
                    <a:pt x="6848" y="7751"/>
                  </a:lnTo>
                  <a:lnTo>
                    <a:pt x="4846" y="4888"/>
                  </a:lnTo>
                  <a:lnTo>
                    <a:pt x="3242" y="5323"/>
                  </a:lnTo>
                  <a:lnTo>
                    <a:pt x="0" y="14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332000" y="5616650"/>
              <a:ext cx="21001" cy="16935"/>
            </a:xfrm>
            <a:custGeom>
              <a:avLst/>
              <a:pathLst>
                <a:path w="21001" h="16935">
                  <a:moveTo>
                    <a:pt x="543" y="110"/>
                  </a:moveTo>
                  <a:lnTo>
                    <a:pt x="5305" y="0"/>
                  </a:lnTo>
                  <a:lnTo>
                    <a:pt x="8677" y="1579"/>
                  </a:lnTo>
                  <a:lnTo>
                    <a:pt x="15771" y="6195"/>
                  </a:lnTo>
                  <a:lnTo>
                    <a:pt x="18069" y="9750"/>
                  </a:lnTo>
                  <a:lnTo>
                    <a:pt x="21001" y="15165"/>
                  </a:lnTo>
                  <a:lnTo>
                    <a:pt x="20466" y="16935"/>
                  </a:lnTo>
                  <a:lnTo>
                    <a:pt x="17324" y="15388"/>
                  </a:lnTo>
                  <a:lnTo>
                    <a:pt x="15809" y="13532"/>
                  </a:lnTo>
                  <a:lnTo>
                    <a:pt x="14270" y="15521"/>
                  </a:lnTo>
                  <a:lnTo>
                    <a:pt x="12576" y="15090"/>
                  </a:lnTo>
                  <a:lnTo>
                    <a:pt x="10084" y="13586"/>
                  </a:lnTo>
                  <a:lnTo>
                    <a:pt x="7935" y="13999"/>
                  </a:lnTo>
                  <a:lnTo>
                    <a:pt x="6183" y="11658"/>
                  </a:lnTo>
                  <a:lnTo>
                    <a:pt x="5601" y="9572"/>
                  </a:lnTo>
                  <a:lnTo>
                    <a:pt x="6100" y="7039"/>
                  </a:lnTo>
                  <a:lnTo>
                    <a:pt x="4687" y="4455"/>
                  </a:lnTo>
                  <a:lnTo>
                    <a:pt x="2907" y="3087"/>
                  </a:lnTo>
                  <a:lnTo>
                    <a:pt x="0" y="317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6004258" y="5140379"/>
              <a:ext cx="43285" cy="29064"/>
            </a:xfrm>
            <a:custGeom>
              <a:avLst/>
              <a:pathLst>
                <a:path w="43285" h="29064">
                  <a:moveTo>
                    <a:pt x="0" y="27060"/>
                  </a:moveTo>
                  <a:lnTo>
                    <a:pt x="3568" y="18810"/>
                  </a:lnTo>
                  <a:lnTo>
                    <a:pt x="9134" y="13565"/>
                  </a:lnTo>
                  <a:lnTo>
                    <a:pt x="15513" y="8923"/>
                  </a:lnTo>
                  <a:lnTo>
                    <a:pt x="16290" y="7017"/>
                  </a:lnTo>
                  <a:lnTo>
                    <a:pt x="25511" y="0"/>
                  </a:lnTo>
                  <a:lnTo>
                    <a:pt x="37241" y="2634"/>
                  </a:lnTo>
                  <a:lnTo>
                    <a:pt x="43285" y="8525"/>
                  </a:lnTo>
                  <a:lnTo>
                    <a:pt x="36021" y="13302"/>
                  </a:lnTo>
                  <a:lnTo>
                    <a:pt x="31526" y="15528"/>
                  </a:lnTo>
                  <a:lnTo>
                    <a:pt x="27940" y="14601"/>
                  </a:lnTo>
                  <a:lnTo>
                    <a:pt x="22458" y="17670"/>
                  </a:lnTo>
                  <a:lnTo>
                    <a:pt x="16718" y="21381"/>
                  </a:lnTo>
                  <a:lnTo>
                    <a:pt x="10118" y="25824"/>
                  </a:lnTo>
                  <a:lnTo>
                    <a:pt x="261" y="290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5988152" y="5167065"/>
              <a:ext cx="11390" cy="9918"/>
            </a:xfrm>
            <a:custGeom>
              <a:avLst/>
              <a:pathLst>
                <a:path w="11390" h="9918">
                  <a:moveTo>
                    <a:pt x="424" y="5909"/>
                  </a:moveTo>
                  <a:lnTo>
                    <a:pt x="2347" y="2185"/>
                  </a:lnTo>
                  <a:lnTo>
                    <a:pt x="11390" y="0"/>
                  </a:lnTo>
                  <a:lnTo>
                    <a:pt x="8637" y="8179"/>
                  </a:lnTo>
                  <a:lnTo>
                    <a:pt x="0" y="991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5974465" y="5168283"/>
              <a:ext cx="7793" cy="8530"/>
            </a:xfrm>
            <a:custGeom>
              <a:avLst/>
              <a:pathLst>
                <a:path w="7793" h="8530">
                  <a:moveTo>
                    <a:pt x="0" y="4799"/>
                  </a:moveTo>
                  <a:lnTo>
                    <a:pt x="2808" y="0"/>
                  </a:lnTo>
                  <a:lnTo>
                    <a:pt x="7793" y="1839"/>
                  </a:lnTo>
                  <a:lnTo>
                    <a:pt x="7466" y="6926"/>
                  </a:lnTo>
                  <a:lnTo>
                    <a:pt x="1301" y="853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5477240" y="4632718"/>
              <a:ext cx="643079" cy="514183"/>
            </a:xfrm>
            <a:custGeom>
              <a:avLst/>
              <a:pathLst>
                <a:path w="643079" h="514183">
                  <a:moveTo>
                    <a:pt x="2281" y="64751"/>
                  </a:moveTo>
                  <a:lnTo>
                    <a:pt x="1277" y="60849"/>
                  </a:lnTo>
                  <a:lnTo>
                    <a:pt x="7199" y="59974"/>
                  </a:lnTo>
                  <a:lnTo>
                    <a:pt x="14194" y="58902"/>
                  </a:lnTo>
                  <a:lnTo>
                    <a:pt x="22672" y="57616"/>
                  </a:lnTo>
                  <a:lnTo>
                    <a:pt x="33829" y="55891"/>
                  </a:lnTo>
                  <a:lnTo>
                    <a:pt x="51364" y="53344"/>
                  </a:lnTo>
                  <a:lnTo>
                    <a:pt x="58518" y="52271"/>
                  </a:lnTo>
                  <a:lnTo>
                    <a:pt x="61975" y="51768"/>
                  </a:lnTo>
                  <a:lnTo>
                    <a:pt x="69250" y="50704"/>
                  </a:lnTo>
                  <a:lnTo>
                    <a:pt x="78562" y="49330"/>
                  </a:lnTo>
                  <a:lnTo>
                    <a:pt x="91601" y="47317"/>
                  </a:lnTo>
                  <a:lnTo>
                    <a:pt x="93365" y="47043"/>
                  </a:lnTo>
                  <a:lnTo>
                    <a:pt x="106609" y="44939"/>
                  </a:lnTo>
                  <a:lnTo>
                    <a:pt x="110671" y="44289"/>
                  </a:lnTo>
                  <a:lnTo>
                    <a:pt x="117947" y="43116"/>
                  </a:lnTo>
                  <a:lnTo>
                    <a:pt x="128477" y="41404"/>
                  </a:lnTo>
                  <a:lnTo>
                    <a:pt x="139163" y="39460"/>
                  </a:lnTo>
                  <a:lnTo>
                    <a:pt x="157852" y="36069"/>
                  </a:lnTo>
                  <a:lnTo>
                    <a:pt x="158572" y="35937"/>
                  </a:lnTo>
                  <a:lnTo>
                    <a:pt x="170073" y="33820"/>
                  </a:lnTo>
                  <a:lnTo>
                    <a:pt x="183979" y="31301"/>
                  </a:lnTo>
                  <a:lnTo>
                    <a:pt x="192497" y="29809"/>
                  </a:lnTo>
                  <a:lnTo>
                    <a:pt x="194634" y="29428"/>
                  </a:lnTo>
                  <a:lnTo>
                    <a:pt x="194680" y="31515"/>
                  </a:lnTo>
                  <a:lnTo>
                    <a:pt x="196862" y="34678"/>
                  </a:lnTo>
                  <a:lnTo>
                    <a:pt x="201199" y="39073"/>
                  </a:lnTo>
                  <a:lnTo>
                    <a:pt x="201891" y="42907"/>
                  </a:lnTo>
                  <a:lnTo>
                    <a:pt x="203905" y="48038"/>
                  </a:lnTo>
                  <a:lnTo>
                    <a:pt x="208774" y="52539"/>
                  </a:lnTo>
                  <a:lnTo>
                    <a:pt x="212557" y="52028"/>
                  </a:lnTo>
                  <a:lnTo>
                    <a:pt x="237983" y="48923"/>
                  </a:lnTo>
                  <a:lnTo>
                    <a:pt x="245014" y="47984"/>
                  </a:lnTo>
                  <a:lnTo>
                    <a:pt x="252155" y="47021"/>
                  </a:lnTo>
                  <a:lnTo>
                    <a:pt x="264188" y="45381"/>
                  </a:lnTo>
                  <a:lnTo>
                    <a:pt x="267284" y="44986"/>
                  </a:lnTo>
                  <a:lnTo>
                    <a:pt x="273011" y="44253"/>
                  </a:lnTo>
                  <a:lnTo>
                    <a:pt x="287006" y="42437"/>
                  </a:lnTo>
                  <a:lnTo>
                    <a:pt x="292804" y="41689"/>
                  </a:lnTo>
                  <a:lnTo>
                    <a:pt x="302712" y="40399"/>
                  </a:lnTo>
                  <a:lnTo>
                    <a:pt x="311097" y="39295"/>
                  </a:lnTo>
                  <a:lnTo>
                    <a:pt x="321783" y="37961"/>
                  </a:lnTo>
                  <a:lnTo>
                    <a:pt x="325416" y="37504"/>
                  </a:lnTo>
                  <a:lnTo>
                    <a:pt x="338388" y="35853"/>
                  </a:lnTo>
                  <a:lnTo>
                    <a:pt x="338778" y="35803"/>
                  </a:lnTo>
                  <a:lnTo>
                    <a:pt x="357847" y="33267"/>
                  </a:lnTo>
                  <a:lnTo>
                    <a:pt x="371938" y="31388"/>
                  </a:lnTo>
                  <a:lnTo>
                    <a:pt x="379855" y="30318"/>
                  </a:lnTo>
                  <a:lnTo>
                    <a:pt x="389189" y="29044"/>
                  </a:lnTo>
                  <a:lnTo>
                    <a:pt x="392248" y="28706"/>
                  </a:lnTo>
                  <a:lnTo>
                    <a:pt x="407346" y="27018"/>
                  </a:lnTo>
                  <a:lnTo>
                    <a:pt x="407216" y="30934"/>
                  </a:lnTo>
                  <a:lnTo>
                    <a:pt x="410041" y="34478"/>
                  </a:lnTo>
                  <a:lnTo>
                    <a:pt x="410115" y="38910"/>
                  </a:lnTo>
                  <a:lnTo>
                    <a:pt x="413223" y="43248"/>
                  </a:lnTo>
                  <a:lnTo>
                    <a:pt x="416031" y="43122"/>
                  </a:lnTo>
                  <a:lnTo>
                    <a:pt x="419678" y="42583"/>
                  </a:lnTo>
                  <a:lnTo>
                    <a:pt x="422805" y="41241"/>
                  </a:lnTo>
                  <a:lnTo>
                    <a:pt x="423536" y="40927"/>
                  </a:lnTo>
                  <a:lnTo>
                    <a:pt x="422929" y="38101"/>
                  </a:lnTo>
                  <a:lnTo>
                    <a:pt x="423265" y="34090"/>
                  </a:lnTo>
                  <a:lnTo>
                    <a:pt x="422690" y="26732"/>
                  </a:lnTo>
                  <a:lnTo>
                    <a:pt x="421786" y="20628"/>
                  </a:lnTo>
                  <a:lnTo>
                    <a:pt x="418446" y="16532"/>
                  </a:lnTo>
                  <a:lnTo>
                    <a:pt x="418440" y="13245"/>
                  </a:lnTo>
                  <a:lnTo>
                    <a:pt x="418206" y="8088"/>
                  </a:lnTo>
                  <a:lnTo>
                    <a:pt x="420434" y="4451"/>
                  </a:lnTo>
                  <a:lnTo>
                    <a:pt x="423608" y="77"/>
                  </a:lnTo>
                  <a:lnTo>
                    <a:pt x="426448" y="6"/>
                  </a:lnTo>
                  <a:lnTo>
                    <a:pt x="426725" y="0"/>
                  </a:lnTo>
                  <a:lnTo>
                    <a:pt x="429656" y="1877"/>
                  </a:lnTo>
                  <a:lnTo>
                    <a:pt x="434133" y="1156"/>
                  </a:lnTo>
                  <a:lnTo>
                    <a:pt x="437721" y="1827"/>
                  </a:lnTo>
                  <a:lnTo>
                    <a:pt x="440404" y="3408"/>
                  </a:lnTo>
                  <a:lnTo>
                    <a:pt x="445203" y="2811"/>
                  </a:lnTo>
                  <a:lnTo>
                    <a:pt x="448026" y="3541"/>
                  </a:lnTo>
                  <a:lnTo>
                    <a:pt x="453531" y="3590"/>
                  </a:lnTo>
                  <a:lnTo>
                    <a:pt x="455873" y="2382"/>
                  </a:lnTo>
                  <a:lnTo>
                    <a:pt x="457434" y="2077"/>
                  </a:lnTo>
                  <a:lnTo>
                    <a:pt x="462301" y="2189"/>
                  </a:lnTo>
                  <a:lnTo>
                    <a:pt x="463722" y="2922"/>
                  </a:lnTo>
                  <a:lnTo>
                    <a:pt x="464130" y="11516"/>
                  </a:lnTo>
                  <a:lnTo>
                    <a:pt x="466059" y="18101"/>
                  </a:lnTo>
                  <a:lnTo>
                    <a:pt x="466701" y="19425"/>
                  </a:lnTo>
                  <a:lnTo>
                    <a:pt x="467070" y="20188"/>
                  </a:lnTo>
                  <a:lnTo>
                    <a:pt x="468431" y="21202"/>
                  </a:lnTo>
                  <a:lnTo>
                    <a:pt x="470364" y="28102"/>
                  </a:lnTo>
                  <a:lnTo>
                    <a:pt x="471781" y="33163"/>
                  </a:lnTo>
                  <a:lnTo>
                    <a:pt x="474814" y="40283"/>
                  </a:lnTo>
                  <a:lnTo>
                    <a:pt x="486582" y="67879"/>
                  </a:lnTo>
                  <a:lnTo>
                    <a:pt x="488474" y="70327"/>
                  </a:lnTo>
                  <a:lnTo>
                    <a:pt x="490087" y="75421"/>
                  </a:lnTo>
                  <a:lnTo>
                    <a:pt x="491076" y="78548"/>
                  </a:lnTo>
                  <a:lnTo>
                    <a:pt x="496358" y="87571"/>
                  </a:lnTo>
                  <a:lnTo>
                    <a:pt x="501704" y="96692"/>
                  </a:lnTo>
                  <a:lnTo>
                    <a:pt x="508294" y="106691"/>
                  </a:lnTo>
                  <a:lnTo>
                    <a:pt x="514421" y="115971"/>
                  </a:lnTo>
                  <a:lnTo>
                    <a:pt x="519898" y="123843"/>
                  </a:lnTo>
                  <a:lnTo>
                    <a:pt x="523025" y="128333"/>
                  </a:lnTo>
                  <a:lnTo>
                    <a:pt x="528793" y="134517"/>
                  </a:lnTo>
                  <a:lnTo>
                    <a:pt x="540877" y="148682"/>
                  </a:lnTo>
                  <a:lnTo>
                    <a:pt x="546713" y="154874"/>
                  </a:lnTo>
                  <a:lnTo>
                    <a:pt x="554589" y="163212"/>
                  </a:lnTo>
                  <a:lnTo>
                    <a:pt x="560667" y="168992"/>
                  </a:lnTo>
                  <a:lnTo>
                    <a:pt x="567349" y="179823"/>
                  </a:lnTo>
                  <a:lnTo>
                    <a:pt x="563403" y="185072"/>
                  </a:lnTo>
                  <a:lnTo>
                    <a:pt x="563166" y="191774"/>
                  </a:lnTo>
                  <a:lnTo>
                    <a:pt x="564639" y="198476"/>
                  </a:lnTo>
                  <a:lnTo>
                    <a:pt x="567003" y="205062"/>
                  </a:lnTo>
                  <a:lnTo>
                    <a:pt x="572291" y="215398"/>
                  </a:lnTo>
                  <a:lnTo>
                    <a:pt x="582917" y="229786"/>
                  </a:lnTo>
                  <a:lnTo>
                    <a:pt x="589725" y="238984"/>
                  </a:lnTo>
                  <a:lnTo>
                    <a:pt x="596041" y="250261"/>
                  </a:lnTo>
                  <a:lnTo>
                    <a:pt x="597777" y="253452"/>
                  </a:lnTo>
                  <a:lnTo>
                    <a:pt x="605451" y="267539"/>
                  </a:lnTo>
                  <a:lnTo>
                    <a:pt x="611586" y="276550"/>
                  </a:lnTo>
                  <a:lnTo>
                    <a:pt x="616513" y="283776"/>
                  </a:lnTo>
                  <a:lnTo>
                    <a:pt x="618578" y="288458"/>
                  </a:lnTo>
                  <a:lnTo>
                    <a:pt x="620880" y="291416"/>
                  </a:lnTo>
                  <a:lnTo>
                    <a:pt x="625108" y="299530"/>
                  </a:lnTo>
                  <a:lnTo>
                    <a:pt x="629728" y="308393"/>
                  </a:lnTo>
                  <a:lnTo>
                    <a:pt x="632231" y="315642"/>
                  </a:lnTo>
                  <a:lnTo>
                    <a:pt x="632270" y="315895"/>
                  </a:lnTo>
                  <a:lnTo>
                    <a:pt x="633492" y="323875"/>
                  </a:lnTo>
                  <a:lnTo>
                    <a:pt x="634549" y="329315"/>
                  </a:lnTo>
                  <a:lnTo>
                    <a:pt x="634972" y="333056"/>
                  </a:lnTo>
                  <a:lnTo>
                    <a:pt x="635049" y="338376"/>
                  </a:lnTo>
                  <a:lnTo>
                    <a:pt x="635517" y="345688"/>
                  </a:lnTo>
                  <a:lnTo>
                    <a:pt x="636106" y="354965"/>
                  </a:lnTo>
                  <a:lnTo>
                    <a:pt x="636502" y="361265"/>
                  </a:lnTo>
                  <a:lnTo>
                    <a:pt x="637201" y="375015"/>
                  </a:lnTo>
                  <a:lnTo>
                    <a:pt x="637228" y="375555"/>
                  </a:lnTo>
                  <a:lnTo>
                    <a:pt x="638581" y="385214"/>
                  </a:lnTo>
                  <a:lnTo>
                    <a:pt x="639300" y="390357"/>
                  </a:lnTo>
                  <a:lnTo>
                    <a:pt x="641457" y="398550"/>
                  </a:lnTo>
                  <a:lnTo>
                    <a:pt x="641259" y="403542"/>
                  </a:lnTo>
                  <a:lnTo>
                    <a:pt x="641108" y="405057"/>
                  </a:lnTo>
                  <a:lnTo>
                    <a:pt x="640372" y="412415"/>
                  </a:lnTo>
                  <a:lnTo>
                    <a:pt x="638360" y="411135"/>
                  </a:lnTo>
                  <a:lnTo>
                    <a:pt x="633565" y="408013"/>
                  </a:lnTo>
                  <a:lnTo>
                    <a:pt x="631870" y="415006"/>
                  </a:lnTo>
                  <a:lnTo>
                    <a:pt x="629808" y="419493"/>
                  </a:lnTo>
                  <a:lnTo>
                    <a:pt x="629993" y="426051"/>
                  </a:lnTo>
                  <a:lnTo>
                    <a:pt x="629935" y="426647"/>
                  </a:lnTo>
                  <a:lnTo>
                    <a:pt x="629335" y="432746"/>
                  </a:lnTo>
                  <a:lnTo>
                    <a:pt x="632590" y="438759"/>
                  </a:lnTo>
                  <a:lnTo>
                    <a:pt x="637970" y="434655"/>
                  </a:lnTo>
                  <a:lnTo>
                    <a:pt x="640999" y="425128"/>
                  </a:lnTo>
                  <a:lnTo>
                    <a:pt x="643079" y="430789"/>
                  </a:lnTo>
                  <a:lnTo>
                    <a:pt x="639641" y="441380"/>
                  </a:lnTo>
                  <a:lnTo>
                    <a:pt x="639162" y="442852"/>
                  </a:lnTo>
                  <a:lnTo>
                    <a:pt x="632513" y="459819"/>
                  </a:lnTo>
                  <a:lnTo>
                    <a:pt x="624036" y="475428"/>
                  </a:lnTo>
                  <a:lnTo>
                    <a:pt x="613959" y="489529"/>
                  </a:lnTo>
                  <a:lnTo>
                    <a:pt x="591590" y="508541"/>
                  </a:lnTo>
                  <a:lnTo>
                    <a:pt x="581373" y="514183"/>
                  </a:lnTo>
                  <a:lnTo>
                    <a:pt x="577206" y="511454"/>
                  </a:lnTo>
                  <a:lnTo>
                    <a:pt x="584924" y="504260"/>
                  </a:lnTo>
                  <a:lnTo>
                    <a:pt x="598780" y="494185"/>
                  </a:lnTo>
                  <a:lnTo>
                    <a:pt x="614989" y="476783"/>
                  </a:lnTo>
                  <a:lnTo>
                    <a:pt x="621021" y="467562"/>
                  </a:lnTo>
                  <a:lnTo>
                    <a:pt x="621342" y="462047"/>
                  </a:lnTo>
                  <a:lnTo>
                    <a:pt x="621082" y="458270"/>
                  </a:lnTo>
                  <a:lnTo>
                    <a:pt x="617311" y="458538"/>
                  </a:lnTo>
                  <a:lnTo>
                    <a:pt x="609125" y="461915"/>
                  </a:lnTo>
                  <a:lnTo>
                    <a:pt x="604983" y="466091"/>
                  </a:lnTo>
                  <a:lnTo>
                    <a:pt x="602156" y="467174"/>
                  </a:lnTo>
                  <a:lnTo>
                    <a:pt x="596540" y="464995"/>
                  </a:lnTo>
                  <a:lnTo>
                    <a:pt x="593068" y="466523"/>
                  </a:lnTo>
                  <a:lnTo>
                    <a:pt x="591763" y="467096"/>
                  </a:lnTo>
                  <a:lnTo>
                    <a:pt x="589092" y="470619"/>
                  </a:lnTo>
                  <a:lnTo>
                    <a:pt x="581998" y="473593"/>
                  </a:lnTo>
                  <a:lnTo>
                    <a:pt x="576595" y="475365"/>
                  </a:lnTo>
                  <a:lnTo>
                    <a:pt x="570758" y="470942"/>
                  </a:lnTo>
                  <a:lnTo>
                    <a:pt x="567589" y="466055"/>
                  </a:lnTo>
                  <a:lnTo>
                    <a:pt x="568085" y="458230"/>
                  </a:lnTo>
                  <a:lnTo>
                    <a:pt x="567080" y="451811"/>
                  </a:lnTo>
                  <a:lnTo>
                    <a:pt x="560839" y="444528"/>
                  </a:lnTo>
                  <a:lnTo>
                    <a:pt x="556923" y="437028"/>
                  </a:lnTo>
                  <a:lnTo>
                    <a:pt x="551970" y="431488"/>
                  </a:lnTo>
                  <a:lnTo>
                    <a:pt x="546378" y="430038"/>
                  </a:lnTo>
                  <a:lnTo>
                    <a:pt x="543129" y="424239"/>
                  </a:lnTo>
                  <a:lnTo>
                    <a:pt x="538183" y="422945"/>
                  </a:lnTo>
                  <a:lnTo>
                    <a:pt x="535653" y="422282"/>
                  </a:lnTo>
                  <a:lnTo>
                    <a:pt x="523432" y="418060"/>
                  </a:lnTo>
                  <a:lnTo>
                    <a:pt x="521687" y="419890"/>
                  </a:lnTo>
                  <a:lnTo>
                    <a:pt x="519470" y="422214"/>
                  </a:lnTo>
                  <a:lnTo>
                    <a:pt x="514496" y="418785"/>
                  </a:lnTo>
                  <a:lnTo>
                    <a:pt x="512679" y="415132"/>
                  </a:lnTo>
                  <a:lnTo>
                    <a:pt x="510778" y="411307"/>
                  </a:lnTo>
                  <a:lnTo>
                    <a:pt x="504578" y="399143"/>
                  </a:lnTo>
                  <a:lnTo>
                    <a:pt x="499253" y="384697"/>
                  </a:lnTo>
                  <a:lnTo>
                    <a:pt x="499065" y="384501"/>
                  </a:lnTo>
                  <a:lnTo>
                    <a:pt x="491543" y="376652"/>
                  </a:lnTo>
                  <a:lnTo>
                    <a:pt x="488759" y="375842"/>
                  </a:lnTo>
                  <a:lnTo>
                    <a:pt x="484325" y="376797"/>
                  </a:lnTo>
                  <a:lnTo>
                    <a:pt x="480024" y="380355"/>
                  </a:lnTo>
                  <a:lnTo>
                    <a:pt x="475816" y="379968"/>
                  </a:lnTo>
                  <a:lnTo>
                    <a:pt x="471055" y="377410"/>
                  </a:lnTo>
                  <a:lnTo>
                    <a:pt x="464258" y="367743"/>
                  </a:lnTo>
                  <a:lnTo>
                    <a:pt x="461397" y="359695"/>
                  </a:lnTo>
                  <a:lnTo>
                    <a:pt x="460535" y="354698"/>
                  </a:lnTo>
                  <a:lnTo>
                    <a:pt x="458844" y="352166"/>
                  </a:lnTo>
                  <a:lnTo>
                    <a:pt x="455249" y="346779"/>
                  </a:lnTo>
                  <a:lnTo>
                    <a:pt x="449754" y="340129"/>
                  </a:lnTo>
                  <a:lnTo>
                    <a:pt x="441414" y="330014"/>
                  </a:lnTo>
                  <a:lnTo>
                    <a:pt x="432216" y="316369"/>
                  </a:lnTo>
                  <a:lnTo>
                    <a:pt x="425422" y="309366"/>
                  </a:lnTo>
                  <a:lnTo>
                    <a:pt x="421952" y="306441"/>
                  </a:lnTo>
                  <a:lnTo>
                    <a:pt x="417924" y="303041"/>
                  </a:lnTo>
                  <a:lnTo>
                    <a:pt x="412663" y="295775"/>
                  </a:lnTo>
                  <a:lnTo>
                    <a:pt x="414471" y="295602"/>
                  </a:lnTo>
                  <a:lnTo>
                    <a:pt x="419859" y="295031"/>
                  </a:lnTo>
                  <a:lnTo>
                    <a:pt x="423887" y="287746"/>
                  </a:lnTo>
                  <a:lnTo>
                    <a:pt x="425611" y="283009"/>
                  </a:lnTo>
                  <a:lnTo>
                    <a:pt x="426053" y="281793"/>
                  </a:lnTo>
                  <a:lnTo>
                    <a:pt x="427704" y="277244"/>
                  </a:lnTo>
                  <a:lnTo>
                    <a:pt x="430256" y="275176"/>
                  </a:lnTo>
                  <a:lnTo>
                    <a:pt x="433097" y="270591"/>
                  </a:lnTo>
                  <a:lnTo>
                    <a:pt x="431205" y="267254"/>
                  </a:lnTo>
                  <a:lnTo>
                    <a:pt x="427884" y="266818"/>
                  </a:lnTo>
                  <a:lnTo>
                    <a:pt x="422611" y="265599"/>
                  </a:lnTo>
                  <a:lnTo>
                    <a:pt x="421835" y="266833"/>
                  </a:lnTo>
                  <a:lnTo>
                    <a:pt x="420577" y="268832"/>
                  </a:lnTo>
                  <a:lnTo>
                    <a:pt x="418337" y="272557"/>
                  </a:lnTo>
                  <a:lnTo>
                    <a:pt x="418836" y="276641"/>
                  </a:lnTo>
                  <a:lnTo>
                    <a:pt x="417194" y="279849"/>
                  </a:lnTo>
                  <a:lnTo>
                    <a:pt x="415788" y="283304"/>
                  </a:lnTo>
                  <a:lnTo>
                    <a:pt x="414241" y="287100"/>
                  </a:lnTo>
                  <a:lnTo>
                    <a:pt x="412265" y="288592"/>
                  </a:lnTo>
                  <a:lnTo>
                    <a:pt x="410921" y="283050"/>
                  </a:lnTo>
                  <a:lnTo>
                    <a:pt x="409576" y="278636"/>
                  </a:lnTo>
                  <a:lnTo>
                    <a:pt x="405351" y="274136"/>
                  </a:lnTo>
                  <a:lnTo>
                    <a:pt x="400154" y="269616"/>
                  </a:lnTo>
                  <a:lnTo>
                    <a:pt x="399411" y="262414"/>
                  </a:lnTo>
                  <a:lnTo>
                    <a:pt x="399204" y="255093"/>
                  </a:lnTo>
                  <a:lnTo>
                    <a:pt x="396298" y="248371"/>
                  </a:lnTo>
                  <a:lnTo>
                    <a:pt x="394658" y="242511"/>
                  </a:lnTo>
                  <a:lnTo>
                    <a:pt x="394611" y="242347"/>
                  </a:lnTo>
                  <a:lnTo>
                    <a:pt x="400887" y="234853"/>
                  </a:lnTo>
                  <a:lnTo>
                    <a:pt x="402212" y="227417"/>
                  </a:lnTo>
                  <a:lnTo>
                    <a:pt x="403429" y="218726"/>
                  </a:lnTo>
                  <a:lnTo>
                    <a:pt x="403742" y="217495"/>
                  </a:lnTo>
                  <a:lnTo>
                    <a:pt x="404959" y="212706"/>
                  </a:lnTo>
                  <a:lnTo>
                    <a:pt x="404719" y="207390"/>
                  </a:lnTo>
                  <a:lnTo>
                    <a:pt x="402724" y="200901"/>
                  </a:lnTo>
                  <a:lnTo>
                    <a:pt x="401640" y="194752"/>
                  </a:lnTo>
                  <a:lnTo>
                    <a:pt x="401616" y="194616"/>
                  </a:lnTo>
                  <a:lnTo>
                    <a:pt x="397942" y="193117"/>
                  </a:lnTo>
                  <a:lnTo>
                    <a:pt x="396734" y="186309"/>
                  </a:lnTo>
                  <a:lnTo>
                    <a:pt x="394713" y="182286"/>
                  </a:lnTo>
                  <a:lnTo>
                    <a:pt x="397035" y="176886"/>
                  </a:lnTo>
                  <a:lnTo>
                    <a:pt x="393693" y="173307"/>
                  </a:lnTo>
                  <a:lnTo>
                    <a:pt x="390607" y="169717"/>
                  </a:lnTo>
                  <a:lnTo>
                    <a:pt x="390237" y="169286"/>
                  </a:lnTo>
                  <a:lnTo>
                    <a:pt x="389520" y="165202"/>
                  </a:lnTo>
                  <a:lnTo>
                    <a:pt x="384044" y="162334"/>
                  </a:lnTo>
                  <a:lnTo>
                    <a:pt x="385687" y="160616"/>
                  </a:lnTo>
                  <a:lnTo>
                    <a:pt x="382922" y="157270"/>
                  </a:lnTo>
                  <a:lnTo>
                    <a:pt x="375227" y="157886"/>
                  </a:lnTo>
                  <a:lnTo>
                    <a:pt x="369888" y="158139"/>
                  </a:lnTo>
                  <a:lnTo>
                    <a:pt x="369128" y="162973"/>
                  </a:lnTo>
                  <a:lnTo>
                    <a:pt x="366261" y="163059"/>
                  </a:lnTo>
                  <a:lnTo>
                    <a:pt x="363368" y="157761"/>
                  </a:lnTo>
                  <a:lnTo>
                    <a:pt x="362958" y="153309"/>
                  </a:lnTo>
                  <a:lnTo>
                    <a:pt x="360190" y="152001"/>
                  </a:lnTo>
                  <a:lnTo>
                    <a:pt x="355526" y="151141"/>
                  </a:lnTo>
                  <a:lnTo>
                    <a:pt x="355203" y="151082"/>
                  </a:lnTo>
                  <a:lnTo>
                    <a:pt x="353979" y="146497"/>
                  </a:lnTo>
                  <a:lnTo>
                    <a:pt x="351242" y="142620"/>
                  </a:lnTo>
                  <a:lnTo>
                    <a:pt x="347824" y="139851"/>
                  </a:lnTo>
                  <a:lnTo>
                    <a:pt x="343674" y="140246"/>
                  </a:lnTo>
                  <a:lnTo>
                    <a:pt x="342251" y="137777"/>
                  </a:lnTo>
                  <a:lnTo>
                    <a:pt x="334429" y="134473"/>
                  </a:lnTo>
                  <a:lnTo>
                    <a:pt x="333142" y="128306"/>
                  </a:lnTo>
                  <a:lnTo>
                    <a:pt x="331461" y="122363"/>
                  </a:lnTo>
                  <a:lnTo>
                    <a:pt x="331357" y="121997"/>
                  </a:lnTo>
                  <a:lnTo>
                    <a:pt x="325790" y="120593"/>
                  </a:lnTo>
                  <a:lnTo>
                    <a:pt x="321385" y="119270"/>
                  </a:lnTo>
                  <a:lnTo>
                    <a:pt x="317074" y="114399"/>
                  </a:lnTo>
                  <a:lnTo>
                    <a:pt x="312949" y="109016"/>
                  </a:lnTo>
                  <a:lnTo>
                    <a:pt x="308023" y="104493"/>
                  </a:lnTo>
                  <a:lnTo>
                    <a:pt x="299002" y="101029"/>
                  </a:lnTo>
                  <a:lnTo>
                    <a:pt x="287448" y="97712"/>
                  </a:lnTo>
                  <a:lnTo>
                    <a:pt x="282204" y="94248"/>
                  </a:lnTo>
                  <a:lnTo>
                    <a:pt x="281479" y="93768"/>
                  </a:lnTo>
                  <a:lnTo>
                    <a:pt x="276747" y="94199"/>
                  </a:lnTo>
                  <a:lnTo>
                    <a:pt x="275794" y="94580"/>
                  </a:lnTo>
                  <a:lnTo>
                    <a:pt x="272260" y="95994"/>
                  </a:lnTo>
                  <a:lnTo>
                    <a:pt x="268434" y="98251"/>
                  </a:lnTo>
                  <a:lnTo>
                    <a:pt x="266114" y="97655"/>
                  </a:lnTo>
                  <a:lnTo>
                    <a:pt x="260366" y="101164"/>
                  </a:lnTo>
                  <a:lnTo>
                    <a:pt x="255293" y="106401"/>
                  </a:lnTo>
                  <a:lnTo>
                    <a:pt x="257366" y="109468"/>
                  </a:lnTo>
                  <a:lnTo>
                    <a:pt x="257768" y="110063"/>
                  </a:lnTo>
                  <a:lnTo>
                    <a:pt x="258863" y="113272"/>
                  </a:lnTo>
                  <a:lnTo>
                    <a:pt x="258074" y="115802"/>
                  </a:lnTo>
                  <a:lnTo>
                    <a:pt x="252376" y="116299"/>
                  </a:lnTo>
                  <a:lnTo>
                    <a:pt x="248598" y="115081"/>
                  </a:lnTo>
                  <a:lnTo>
                    <a:pt x="243867" y="117221"/>
                  </a:lnTo>
                  <a:lnTo>
                    <a:pt x="241039" y="119705"/>
                  </a:lnTo>
                  <a:lnTo>
                    <a:pt x="243002" y="126226"/>
                  </a:lnTo>
                  <a:lnTo>
                    <a:pt x="240386" y="128839"/>
                  </a:lnTo>
                  <a:lnTo>
                    <a:pt x="234019" y="132020"/>
                  </a:lnTo>
                  <a:lnTo>
                    <a:pt x="228592" y="139261"/>
                  </a:lnTo>
                  <a:lnTo>
                    <a:pt x="221544" y="143738"/>
                  </a:lnTo>
                  <a:lnTo>
                    <a:pt x="209726" y="151901"/>
                  </a:lnTo>
                  <a:lnTo>
                    <a:pt x="200545" y="148560"/>
                  </a:lnTo>
                  <a:lnTo>
                    <a:pt x="195506" y="147351"/>
                  </a:lnTo>
                  <a:lnTo>
                    <a:pt x="192333" y="146587"/>
                  </a:lnTo>
                  <a:lnTo>
                    <a:pt x="185593" y="149647"/>
                  </a:lnTo>
                  <a:lnTo>
                    <a:pt x="180568" y="141760"/>
                  </a:lnTo>
                  <a:lnTo>
                    <a:pt x="178487" y="134706"/>
                  </a:lnTo>
                  <a:lnTo>
                    <a:pt x="179902" y="127541"/>
                  </a:lnTo>
                  <a:lnTo>
                    <a:pt x="179530" y="127330"/>
                  </a:lnTo>
                  <a:lnTo>
                    <a:pt x="176438" y="125576"/>
                  </a:lnTo>
                  <a:lnTo>
                    <a:pt x="171645" y="125390"/>
                  </a:lnTo>
                  <a:lnTo>
                    <a:pt x="164505" y="120838"/>
                  </a:lnTo>
                  <a:lnTo>
                    <a:pt x="161934" y="118630"/>
                  </a:lnTo>
                  <a:lnTo>
                    <a:pt x="154244" y="116341"/>
                  </a:lnTo>
                  <a:lnTo>
                    <a:pt x="144648" y="110749"/>
                  </a:lnTo>
                  <a:lnTo>
                    <a:pt x="129676" y="105230"/>
                  </a:lnTo>
                  <a:lnTo>
                    <a:pt x="129352" y="105110"/>
                  </a:lnTo>
                  <a:lnTo>
                    <a:pt x="122199" y="103385"/>
                  </a:lnTo>
                  <a:lnTo>
                    <a:pt x="115137" y="102141"/>
                  </a:lnTo>
                  <a:lnTo>
                    <a:pt x="111769" y="101545"/>
                  </a:lnTo>
                  <a:lnTo>
                    <a:pt x="98247" y="100721"/>
                  </a:lnTo>
                  <a:lnTo>
                    <a:pt x="97111" y="100650"/>
                  </a:lnTo>
                  <a:lnTo>
                    <a:pt x="80346" y="101890"/>
                  </a:lnTo>
                  <a:lnTo>
                    <a:pt x="67970" y="104849"/>
                  </a:lnTo>
                  <a:lnTo>
                    <a:pt x="64175" y="105752"/>
                  </a:lnTo>
                  <a:lnTo>
                    <a:pt x="59183" y="107568"/>
                  </a:lnTo>
                  <a:lnTo>
                    <a:pt x="41864" y="113833"/>
                  </a:lnTo>
                  <a:lnTo>
                    <a:pt x="36426" y="115354"/>
                  </a:lnTo>
                  <a:lnTo>
                    <a:pt x="33541" y="116158"/>
                  </a:lnTo>
                  <a:lnTo>
                    <a:pt x="29626" y="116535"/>
                  </a:lnTo>
                  <a:lnTo>
                    <a:pt x="22299" y="119437"/>
                  </a:lnTo>
                  <a:lnTo>
                    <a:pt x="15065" y="121966"/>
                  </a:lnTo>
                  <a:lnTo>
                    <a:pt x="19349" y="115736"/>
                  </a:lnTo>
                  <a:lnTo>
                    <a:pt x="20249" y="110401"/>
                  </a:lnTo>
                  <a:lnTo>
                    <a:pt x="24784" y="106788"/>
                  </a:lnTo>
                  <a:lnTo>
                    <a:pt x="20945" y="105536"/>
                  </a:lnTo>
                  <a:lnTo>
                    <a:pt x="18142" y="101529"/>
                  </a:lnTo>
                  <a:lnTo>
                    <a:pt x="18673" y="97685"/>
                  </a:lnTo>
                  <a:lnTo>
                    <a:pt x="20353" y="92671"/>
                  </a:lnTo>
                  <a:lnTo>
                    <a:pt x="19850" y="88093"/>
                  </a:lnTo>
                  <a:lnTo>
                    <a:pt x="16306" y="85492"/>
                  </a:lnTo>
                  <a:lnTo>
                    <a:pt x="9715" y="82441"/>
                  </a:lnTo>
                  <a:lnTo>
                    <a:pt x="8001" y="80120"/>
                  </a:lnTo>
                  <a:lnTo>
                    <a:pt x="0" y="7262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537106" y="4133514"/>
              <a:ext cx="386686" cy="394285"/>
            </a:xfrm>
            <a:custGeom>
              <a:avLst/>
              <a:pathLst>
                <a:path w="386686" h="394285">
                  <a:moveTo>
                    <a:pt x="0" y="34523"/>
                  </a:moveTo>
                  <a:lnTo>
                    <a:pt x="9270" y="33004"/>
                  </a:lnTo>
                  <a:lnTo>
                    <a:pt x="15602" y="31958"/>
                  </a:lnTo>
                  <a:lnTo>
                    <a:pt x="17085" y="31663"/>
                  </a:lnTo>
                  <a:lnTo>
                    <a:pt x="23171" y="30449"/>
                  </a:lnTo>
                  <a:lnTo>
                    <a:pt x="24054" y="30283"/>
                  </a:lnTo>
                  <a:lnTo>
                    <a:pt x="39571" y="27357"/>
                  </a:lnTo>
                  <a:lnTo>
                    <a:pt x="44183" y="26498"/>
                  </a:lnTo>
                  <a:lnTo>
                    <a:pt x="44386" y="26460"/>
                  </a:lnTo>
                  <a:lnTo>
                    <a:pt x="52549" y="24930"/>
                  </a:lnTo>
                  <a:lnTo>
                    <a:pt x="56138" y="24268"/>
                  </a:lnTo>
                  <a:lnTo>
                    <a:pt x="58583" y="23816"/>
                  </a:lnTo>
                  <a:lnTo>
                    <a:pt x="62000" y="23182"/>
                  </a:lnTo>
                  <a:lnTo>
                    <a:pt x="69475" y="21777"/>
                  </a:lnTo>
                  <a:lnTo>
                    <a:pt x="77414" y="20330"/>
                  </a:lnTo>
                  <a:lnTo>
                    <a:pt x="90614" y="17822"/>
                  </a:lnTo>
                  <a:lnTo>
                    <a:pt x="104188" y="15286"/>
                  </a:lnTo>
                  <a:lnTo>
                    <a:pt x="112940" y="13633"/>
                  </a:lnTo>
                  <a:lnTo>
                    <a:pt x="117798" y="12710"/>
                  </a:lnTo>
                  <a:lnTo>
                    <a:pt x="140096" y="8431"/>
                  </a:lnTo>
                  <a:lnTo>
                    <a:pt x="145045" y="7254"/>
                  </a:lnTo>
                  <a:lnTo>
                    <a:pt x="149679" y="6148"/>
                  </a:lnTo>
                  <a:lnTo>
                    <a:pt x="160864" y="3462"/>
                  </a:lnTo>
                  <a:lnTo>
                    <a:pt x="175844" y="0"/>
                  </a:lnTo>
                  <a:lnTo>
                    <a:pt x="175451" y="4143"/>
                  </a:lnTo>
                  <a:lnTo>
                    <a:pt x="174786" y="6991"/>
                  </a:lnTo>
                  <a:lnTo>
                    <a:pt x="171156" y="11330"/>
                  </a:lnTo>
                  <a:lnTo>
                    <a:pt x="168024" y="14751"/>
                  </a:lnTo>
                  <a:lnTo>
                    <a:pt x="166227" y="17835"/>
                  </a:lnTo>
                  <a:lnTo>
                    <a:pt x="163992" y="21264"/>
                  </a:lnTo>
                  <a:lnTo>
                    <a:pt x="164728" y="23807"/>
                  </a:lnTo>
                  <a:lnTo>
                    <a:pt x="162867" y="26949"/>
                  </a:lnTo>
                  <a:lnTo>
                    <a:pt x="163303" y="27901"/>
                  </a:lnTo>
                  <a:lnTo>
                    <a:pt x="164454" y="30413"/>
                  </a:lnTo>
                  <a:lnTo>
                    <a:pt x="164616" y="30767"/>
                  </a:lnTo>
                  <a:lnTo>
                    <a:pt x="169482" y="33109"/>
                  </a:lnTo>
                  <a:lnTo>
                    <a:pt x="174020" y="35314"/>
                  </a:lnTo>
                  <a:lnTo>
                    <a:pt x="179082" y="36234"/>
                  </a:lnTo>
                  <a:lnTo>
                    <a:pt x="183531" y="39869"/>
                  </a:lnTo>
                  <a:lnTo>
                    <a:pt x="184048" y="40292"/>
                  </a:lnTo>
                  <a:lnTo>
                    <a:pt x="187894" y="42770"/>
                  </a:lnTo>
                  <a:lnTo>
                    <a:pt x="188084" y="42892"/>
                  </a:lnTo>
                  <a:lnTo>
                    <a:pt x="192173" y="43914"/>
                  </a:lnTo>
                  <a:lnTo>
                    <a:pt x="192427" y="43817"/>
                  </a:lnTo>
                  <a:lnTo>
                    <a:pt x="196929" y="42104"/>
                  </a:lnTo>
                  <a:lnTo>
                    <a:pt x="200765" y="42234"/>
                  </a:lnTo>
                  <a:lnTo>
                    <a:pt x="204155" y="47954"/>
                  </a:lnTo>
                  <a:lnTo>
                    <a:pt x="206119" y="51207"/>
                  </a:lnTo>
                  <a:lnTo>
                    <a:pt x="210161" y="55934"/>
                  </a:lnTo>
                  <a:lnTo>
                    <a:pt x="210696" y="56569"/>
                  </a:lnTo>
                  <a:lnTo>
                    <a:pt x="213490" y="59882"/>
                  </a:lnTo>
                  <a:lnTo>
                    <a:pt x="214596" y="62283"/>
                  </a:lnTo>
                  <a:lnTo>
                    <a:pt x="217130" y="67779"/>
                  </a:lnTo>
                  <a:lnTo>
                    <a:pt x="223349" y="72466"/>
                  </a:lnTo>
                  <a:lnTo>
                    <a:pt x="227827" y="77598"/>
                  </a:lnTo>
                  <a:lnTo>
                    <a:pt x="228124" y="77939"/>
                  </a:lnTo>
                  <a:lnTo>
                    <a:pt x="231016" y="82029"/>
                  </a:lnTo>
                  <a:lnTo>
                    <a:pt x="231634" y="82902"/>
                  </a:lnTo>
                  <a:lnTo>
                    <a:pt x="234890" y="82968"/>
                  </a:lnTo>
                  <a:lnTo>
                    <a:pt x="241834" y="87764"/>
                  </a:lnTo>
                  <a:lnTo>
                    <a:pt x="250187" y="90204"/>
                  </a:lnTo>
                  <a:lnTo>
                    <a:pt x="257715" y="96586"/>
                  </a:lnTo>
                  <a:lnTo>
                    <a:pt x="260067" y="99946"/>
                  </a:lnTo>
                  <a:lnTo>
                    <a:pt x="261711" y="102295"/>
                  </a:lnTo>
                  <a:lnTo>
                    <a:pt x="265175" y="105760"/>
                  </a:lnTo>
                  <a:lnTo>
                    <a:pt x="268755" y="106133"/>
                  </a:lnTo>
                  <a:lnTo>
                    <a:pt x="269392" y="106199"/>
                  </a:lnTo>
                  <a:lnTo>
                    <a:pt x="275788" y="109364"/>
                  </a:lnTo>
                  <a:lnTo>
                    <a:pt x="276880" y="110547"/>
                  </a:lnTo>
                  <a:lnTo>
                    <a:pt x="279283" y="113151"/>
                  </a:lnTo>
                  <a:lnTo>
                    <a:pt x="284411" y="114844"/>
                  </a:lnTo>
                  <a:lnTo>
                    <a:pt x="285715" y="119239"/>
                  </a:lnTo>
                  <a:lnTo>
                    <a:pt x="285918" y="125219"/>
                  </a:lnTo>
                  <a:lnTo>
                    <a:pt x="292767" y="127287"/>
                  </a:lnTo>
                  <a:lnTo>
                    <a:pt x="293674" y="132163"/>
                  </a:lnTo>
                  <a:lnTo>
                    <a:pt x="293762" y="132637"/>
                  </a:lnTo>
                  <a:lnTo>
                    <a:pt x="300336" y="134615"/>
                  </a:lnTo>
                  <a:lnTo>
                    <a:pt x="300515" y="135148"/>
                  </a:lnTo>
                  <a:lnTo>
                    <a:pt x="301799" y="138966"/>
                  </a:lnTo>
                  <a:lnTo>
                    <a:pt x="309534" y="141606"/>
                  </a:lnTo>
                  <a:lnTo>
                    <a:pt x="312809" y="142123"/>
                  </a:lnTo>
                  <a:lnTo>
                    <a:pt x="313911" y="142296"/>
                  </a:lnTo>
                  <a:lnTo>
                    <a:pt x="318720" y="144845"/>
                  </a:lnTo>
                  <a:lnTo>
                    <a:pt x="322218" y="146696"/>
                  </a:lnTo>
                  <a:lnTo>
                    <a:pt x="323588" y="152797"/>
                  </a:lnTo>
                  <a:lnTo>
                    <a:pt x="326905" y="156177"/>
                  </a:lnTo>
                  <a:lnTo>
                    <a:pt x="331142" y="161208"/>
                  </a:lnTo>
                  <a:lnTo>
                    <a:pt x="333138" y="168564"/>
                  </a:lnTo>
                  <a:lnTo>
                    <a:pt x="333256" y="169003"/>
                  </a:lnTo>
                  <a:lnTo>
                    <a:pt x="336046" y="176059"/>
                  </a:lnTo>
                  <a:lnTo>
                    <a:pt x="336609" y="180230"/>
                  </a:lnTo>
                  <a:lnTo>
                    <a:pt x="337456" y="180635"/>
                  </a:lnTo>
                  <a:lnTo>
                    <a:pt x="342279" y="182942"/>
                  </a:lnTo>
                  <a:lnTo>
                    <a:pt x="345726" y="183436"/>
                  </a:lnTo>
                  <a:lnTo>
                    <a:pt x="346447" y="183539"/>
                  </a:lnTo>
                  <a:lnTo>
                    <a:pt x="353555" y="189035"/>
                  </a:lnTo>
                  <a:lnTo>
                    <a:pt x="354451" y="193643"/>
                  </a:lnTo>
                  <a:lnTo>
                    <a:pt x="356448" y="195578"/>
                  </a:lnTo>
                  <a:lnTo>
                    <a:pt x="360214" y="199224"/>
                  </a:lnTo>
                  <a:lnTo>
                    <a:pt x="361562" y="204169"/>
                  </a:lnTo>
                  <a:lnTo>
                    <a:pt x="360368" y="207903"/>
                  </a:lnTo>
                  <a:lnTo>
                    <a:pt x="360975" y="208710"/>
                  </a:lnTo>
                  <a:lnTo>
                    <a:pt x="363860" y="212547"/>
                  </a:lnTo>
                  <a:lnTo>
                    <a:pt x="365373" y="217942"/>
                  </a:lnTo>
                  <a:lnTo>
                    <a:pt x="371296" y="219178"/>
                  </a:lnTo>
                  <a:lnTo>
                    <a:pt x="373298" y="217226"/>
                  </a:lnTo>
                  <a:lnTo>
                    <a:pt x="378634" y="219899"/>
                  </a:lnTo>
                  <a:lnTo>
                    <a:pt x="383210" y="220938"/>
                  </a:lnTo>
                  <a:lnTo>
                    <a:pt x="386459" y="221125"/>
                  </a:lnTo>
                  <a:lnTo>
                    <a:pt x="386686" y="224300"/>
                  </a:lnTo>
                  <a:lnTo>
                    <a:pt x="382890" y="229166"/>
                  </a:lnTo>
                  <a:lnTo>
                    <a:pt x="381223" y="232309"/>
                  </a:lnTo>
                  <a:lnTo>
                    <a:pt x="377891" y="238115"/>
                  </a:lnTo>
                  <a:lnTo>
                    <a:pt x="375975" y="242500"/>
                  </a:lnTo>
                  <a:lnTo>
                    <a:pt x="373916" y="247583"/>
                  </a:lnTo>
                  <a:lnTo>
                    <a:pt x="370661" y="251777"/>
                  </a:lnTo>
                  <a:lnTo>
                    <a:pt x="370524" y="252895"/>
                  </a:lnTo>
                  <a:lnTo>
                    <a:pt x="370403" y="253877"/>
                  </a:lnTo>
                  <a:lnTo>
                    <a:pt x="372110" y="260358"/>
                  </a:lnTo>
                  <a:lnTo>
                    <a:pt x="370345" y="266802"/>
                  </a:lnTo>
                  <a:lnTo>
                    <a:pt x="370488" y="268232"/>
                  </a:lnTo>
                  <a:lnTo>
                    <a:pt x="370686" y="270206"/>
                  </a:lnTo>
                  <a:lnTo>
                    <a:pt x="368938" y="275461"/>
                  </a:lnTo>
                  <a:lnTo>
                    <a:pt x="366605" y="281216"/>
                  </a:lnTo>
                  <a:lnTo>
                    <a:pt x="365968" y="286134"/>
                  </a:lnTo>
                  <a:lnTo>
                    <a:pt x="368090" y="289890"/>
                  </a:lnTo>
                  <a:lnTo>
                    <a:pt x="367993" y="290746"/>
                  </a:lnTo>
                  <a:lnTo>
                    <a:pt x="367468" y="295366"/>
                  </a:lnTo>
                  <a:lnTo>
                    <a:pt x="366473" y="299005"/>
                  </a:lnTo>
                  <a:lnTo>
                    <a:pt x="362971" y="306020"/>
                  </a:lnTo>
                  <a:lnTo>
                    <a:pt x="360669" y="307529"/>
                  </a:lnTo>
                  <a:lnTo>
                    <a:pt x="361586" y="312035"/>
                  </a:lnTo>
                  <a:lnTo>
                    <a:pt x="361087" y="317165"/>
                  </a:lnTo>
                  <a:lnTo>
                    <a:pt x="362092" y="319258"/>
                  </a:lnTo>
                  <a:lnTo>
                    <a:pt x="362601" y="320319"/>
                  </a:lnTo>
                  <a:lnTo>
                    <a:pt x="363975" y="326237"/>
                  </a:lnTo>
                  <a:lnTo>
                    <a:pt x="362806" y="334266"/>
                  </a:lnTo>
                  <a:lnTo>
                    <a:pt x="362169" y="339010"/>
                  </a:lnTo>
                  <a:lnTo>
                    <a:pt x="364315" y="343922"/>
                  </a:lnTo>
                  <a:lnTo>
                    <a:pt x="359448" y="343811"/>
                  </a:lnTo>
                  <a:lnTo>
                    <a:pt x="357887" y="344116"/>
                  </a:lnTo>
                  <a:lnTo>
                    <a:pt x="355546" y="345323"/>
                  </a:lnTo>
                  <a:lnTo>
                    <a:pt x="350041" y="345274"/>
                  </a:lnTo>
                  <a:lnTo>
                    <a:pt x="347217" y="344545"/>
                  </a:lnTo>
                  <a:lnTo>
                    <a:pt x="342418" y="345141"/>
                  </a:lnTo>
                  <a:lnTo>
                    <a:pt x="339736" y="343561"/>
                  </a:lnTo>
                  <a:lnTo>
                    <a:pt x="336147" y="342890"/>
                  </a:lnTo>
                  <a:lnTo>
                    <a:pt x="331671" y="343610"/>
                  </a:lnTo>
                  <a:lnTo>
                    <a:pt x="328739" y="341733"/>
                  </a:lnTo>
                  <a:lnTo>
                    <a:pt x="328463" y="341740"/>
                  </a:lnTo>
                  <a:lnTo>
                    <a:pt x="325622" y="341811"/>
                  </a:lnTo>
                  <a:lnTo>
                    <a:pt x="322449" y="346185"/>
                  </a:lnTo>
                  <a:lnTo>
                    <a:pt x="320221" y="349822"/>
                  </a:lnTo>
                  <a:lnTo>
                    <a:pt x="320455" y="354978"/>
                  </a:lnTo>
                  <a:lnTo>
                    <a:pt x="320460" y="358266"/>
                  </a:lnTo>
                  <a:lnTo>
                    <a:pt x="323801" y="362362"/>
                  </a:lnTo>
                  <a:lnTo>
                    <a:pt x="324704" y="368466"/>
                  </a:lnTo>
                  <a:lnTo>
                    <a:pt x="325279" y="375824"/>
                  </a:lnTo>
                  <a:lnTo>
                    <a:pt x="324944" y="379834"/>
                  </a:lnTo>
                  <a:lnTo>
                    <a:pt x="325550" y="382660"/>
                  </a:lnTo>
                  <a:lnTo>
                    <a:pt x="324820" y="382974"/>
                  </a:lnTo>
                  <a:lnTo>
                    <a:pt x="321693" y="384316"/>
                  </a:lnTo>
                  <a:lnTo>
                    <a:pt x="318045" y="384855"/>
                  </a:lnTo>
                  <a:lnTo>
                    <a:pt x="315238" y="384982"/>
                  </a:lnTo>
                  <a:lnTo>
                    <a:pt x="312129" y="380644"/>
                  </a:lnTo>
                  <a:lnTo>
                    <a:pt x="312055" y="376212"/>
                  </a:lnTo>
                  <a:lnTo>
                    <a:pt x="309231" y="372668"/>
                  </a:lnTo>
                  <a:lnTo>
                    <a:pt x="309361" y="368752"/>
                  </a:lnTo>
                  <a:lnTo>
                    <a:pt x="294263" y="370440"/>
                  </a:lnTo>
                  <a:lnTo>
                    <a:pt x="291187" y="370780"/>
                  </a:lnTo>
                  <a:lnTo>
                    <a:pt x="281870" y="372052"/>
                  </a:lnTo>
                  <a:lnTo>
                    <a:pt x="273953" y="373121"/>
                  </a:lnTo>
                  <a:lnTo>
                    <a:pt x="259861" y="375000"/>
                  </a:lnTo>
                  <a:lnTo>
                    <a:pt x="240792" y="377536"/>
                  </a:lnTo>
                  <a:lnTo>
                    <a:pt x="240403" y="377586"/>
                  </a:lnTo>
                  <a:lnTo>
                    <a:pt x="227430" y="379237"/>
                  </a:lnTo>
                  <a:lnTo>
                    <a:pt x="223797" y="379695"/>
                  </a:lnTo>
                  <a:lnTo>
                    <a:pt x="213112" y="381028"/>
                  </a:lnTo>
                  <a:lnTo>
                    <a:pt x="204727" y="382133"/>
                  </a:lnTo>
                  <a:lnTo>
                    <a:pt x="194818" y="383423"/>
                  </a:lnTo>
                  <a:lnTo>
                    <a:pt x="189020" y="384171"/>
                  </a:lnTo>
                  <a:lnTo>
                    <a:pt x="175025" y="385986"/>
                  </a:lnTo>
                  <a:lnTo>
                    <a:pt x="169298" y="386720"/>
                  </a:lnTo>
                  <a:lnTo>
                    <a:pt x="166202" y="387115"/>
                  </a:lnTo>
                  <a:lnTo>
                    <a:pt x="154169" y="388755"/>
                  </a:lnTo>
                  <a:lnTo>
                    <a:pt x="147028" y="389717"/>
                  </a:lnTo>
                  <a:lnTo>
                    <a:pt x="139997" y="390657"/>
                  </a:lnTo>
                  <a:lnTo>
                    <a:pt x="114572" y="393761"/>
                  </a:lnTo>
                  <a:lnTo>
                    <a:pt x="110696" y="394285"/>
                  </a:lnTo>
                  <a:lnTo>
                    <a:pt x="105920" y="389772"/>
                  </a:lnTo>
                  <a:lnTo>
                    <a:pt x="103906" y="384641"/>
                  </a:lnTo>
                  <a:lnTo>
                    <a:pt x="103214" y="380806"/>
                  </a:lnTo>
                  <a:lnTo>
                    <a:pt x="98876" y="376411"/>
                  </a:lnTo>
                  <a:lnTo>
                    <a:pt x="96694" y="373248"/>
                  </a:lnTo>
                  <a:lnTo>
                    <a:pt x="96649" y="371162"/>
                  </a:lnTo>
                  <a:lnTo>
                    <a:pt x="95296" y="366717"/>
                  </a:lnTo>
                  <a:lnTo>
                    <a:pt x="94287" y="364953"/>
                  </a:lnTo>
                  <a:lnTo>
                    <a:pt x="92782" y="362319"/>
                  </a:lnTo>
                  <a:lnTo>
                    <a:pt x="86427" y="356504"/>
                  </a:lnTo>
                  <a:lnTo>
                    <a:pt x="85434" y="350287"/>
                  </a:lnTo>
                  <a:lnTo>
                    <a:pt x="86321" y="346903"/>
                  </a:lnTo>
                  <a:lnTo>
                    <a:pt x="86212" y="345715"/>
                  </a:lnTo>
                  <a:lnTo>
                    <a:pt x="86109" y="344581"/>
                  </a:lnTo>
                  <a:lnTo>
                    <a:pt x="85231" y="341082"/>
                  </a:lnTo>
                  <a:lnTo>
                    <a:pt x="86289" y="334826"/>
                  </a:lnTo>
                  <a:lnTo>
                    <a:pt x="85387" y="331704"/>
                  </a:lnTo>
                  <a:lnTo>
                    <a:pt x="86186" y="327028"/>
                  </a:lnTo>
                  <a:lnTo>
                    <a:pt x="86577" y="324730"/>
                  </a:lnTo>
                  <a:lnTo>
                    <a:pt x="85046" y="322682"/>
                  </a:lnTo>
                  <a:lnTo>
                    <a:pt x="84379" y="318422"/>
                  </a:lnTo>
                  <a:lnTo>
                    <a:pt x="78429" y="312845"/>
                  </a:lnTo>
                  <a:lnTo>
                    <a:pt x="78419" y="309505"/>
                  </a:lnTo>
                  <a:lnTo>
                    <a:pt x="77540" y="306973"/>
                  </a:lnTo>
                  <a:lnTo>
                    <a:pt x="77038" y="305526"/>
                  </a:lnTo>
                  <a:lnTo>
                    <a:pt x="75329" y="300598"/>
                  </a:lnTo>
                  <a:lnTo>
                    <a:pt x="76659" y="295567"/>
                  </a:lnTo>
                  <a:lnTo>
                    <a:pt x="79073" y="288579"/>
                  </a:lnTo>
                  <a:lnTo>
                    <a:pt x="79058" y="286408"/>
                  </a:lnTo>
                  <a:lnTo>
                    <a:pt x="79016" y="280172"/>
                  </a:lnTo>
                  <a:lnTo>
                    <a:pt x="79000" y="277945"/>
                  </a:lnTo>
                  <a:lnTo>
                    <a:pt x="77496" y="273897"/>
                  </a:lnTo>
                  <a:lnTo>
                    <a:pt x="81303" y="268837"/>
                  </a:lnTo>
                  <a:lnTo>
                    <a:pt x="85802" y="265053"/>
                  </a:lnTo>
                  <a:lnTo>
                    <a:pt x="86388" y="263901"/>
                  </a:lnTo>
                  <a:lnTo>
                    <a:pt x="88005" y="260722"/>
                  </a:lnTo>
                  <a:lnTo>
                    <a:pt x="82763" y="257887"/>
                  </a:lnTo>
                  <a:lnTo>
                    <a:pt x="78521" y="255912"/>
                  </a:lnTo>
                  <a:lnTo>
                    <a:pt x="79965" y="253302"/>
                  </a:lnTo>
                  <a:lnTo>
                    <a:pt x="79921" y="251903"/>
                  </a:lnTo>
                  <a:lnTo>
                    <a:pt x="79743" y="246272"/>
                  </a:lnTo>
                  <a:lnTo>
                    <a:pt x="76839" y="241089"/>
                  </a:lnTo>
                  <a:lnTo>
                    <a:pt x="76699" y="240840"/>
                  </a:lnTo>
                  <a:lnTo>
                    <a:pt x="76079" y="239733"/>
                  </a:lnTo>
                  <a:lnTo>
                    <a:pt x="70709" y="235426"/>
                  </a:lnTo>
                  <a:lnTo>
                    <a:pt x="69922" y="233353"/>
                  </a:lnTo>
                  <a:lnTo>
                    <a:pt x="68345" y="229205"/>
                  </a:lnTo>
                  <a:lnTo>
                    <a:pt x="65502" y="223274"/>
                  </a:lnTo>
                  <a:lnTo>
                    <a:pt x="64470" y="221576"/>
                  </a:lnTo>
                  <a:lnTo>
                    <a:pt x="60817" y="215561"/>
                  </a:lnTo>
                  <a:lnTo>
                    <a:pt x="58650" y="212868"/>
                  </a:lnTo>
                  <a:lnTo>
                    <a:pt x="58408" y="212127"/>
                  </a:lnTo>
                  <a:lnTo>
                    <a:pt x="51865" y="192159"/>
                  </a:lnTo>
                  <a:lnTo>
                    <a:pt x="51277" y="190356"/>
                  </a:lnTo>
                  <a:lnTo>
                    <a:pt x="43107" y="165294"/>
                  </a:lnTo>
                  <a:lnTo>
                    <a:pt x="41609" y="160694"/>
                  </a:lnTo>
                  <a:lnTo>
                    <a:pt x="40322" y="156742"/>
                  </a:lnTo>
                  <a:lnTo>
                    <a:pt x="36937" y="146385"/>
                  </a:lnTo>
                  <a:lnTo>
                    <a:pt x="33785" y="136738"/>
                  </a:lnTo>
                  <a:lnTo>
                    <a:pt x="30115" y="125501"/>
                  </a:lnTo>
                  <a:lnTo>
                    <a:pt x="28402" y="120256"/>
                  </a:lnTo>
                  <a:lnTo>
                    <a:pt x="25246" y="110442"/>
                  </a:lnTo>
                  <a:lnTo>
                    <a:pt x="24049" y="106718"/>
                  </a:lnTo>
                  <a:lnTo>
                    <a:pt x="19482" y="93203"/>
                  </a:lnTo>
                  <a:lnTo>
                    <a:pt x="14147" y="77400"/>
                  </a:lnTo>
                  <a:lnTo>
                    <a:pt x="12731" y="73255"/>
                  </a:lnTo>
                  <a:lnTo>
                    <a:pt x="10875" y="67825"/>
                  </a:lnTo>
                  <a:lnTo>
                    <a:pt x="9870" y="64881"/>
                  </a:lnTo>
                  <a:lnTo>
                    <a:pt x="6253" y="54287"/>
                  </a:lnTo>
                  <a:lnTo>
                    <a:pt x="3253" y="45001"/>
                  </a:lnTo>
                  <a:lnTo>
                    <a:pt x="1521" y="396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444079" y="5312226"/>
              <a:ext cx="106199" cy="120690"/>
            </a:xfrm>
            <a:custGeom>
              <a:avLst/>
              <a:pathLst>
                <a:path w="106199" h="120690">
                  <a:moveTo>
                    <a:pt x="554" y="42461"/>
                  </a:moveTo>
                  <a:lnTo>
                    <a:pt x="3636" y="39407"/>
                  </a:lnTo>
                  <a:lnTo>
                    <a:pt x="5639" y="36647"/>
                  </a:lnTo>
                  <a:lnTo>
                    <a:pt x="7808" y="36217"/>
                  </a:lnTo>
                  <a:lnTo>
                    <a:pt x="10174" y="33730"/>
                  </a:lnTo>
                  <a:lnTo>
                    <a:pt x="11482" y="29863"/>
                  </a:lnTo>
                  <a:lnTo>
                    <a:pt x="13953" y="26799"/>
                  </a:lnTo>
                  <a:lnTo>
                    <a:pt x="15796" y="25697"/>
                  </a:lnTo>
                  <a:lnTo>
                    <a:pt x="15759" y="21908"/>
                  </a:lnTo>
                  <a:lnTo>
                    <a:pt x="13231" y="18539"/>
                  </a:lnTo>
                  <a:lnTo>
                    <a:pt x="9125" y="12915"/>
                  </a:lnTo>
                  <a:lnTo>
                    <a:pt x="7432" y="8110"/>
                  </a:lnTo>
                  <a:lnTo>
                    <a:pt x="7413" y="1246"/>
                  </a:lnTo>
                  <a:lnTo>
                    <a:pt x="10266" y="0"/>
                  </a:lnTo>
                  <a:lnTo>
                    <a:pt x="14955" y="1831"/>
                  </a:lnTo>
                  <a:lnTo>
                    <a:pt x="20440" y="4929"/>
                  </a:lnTo>
                  <a:lnTo>
                    <a:pt x="23529" y="7850"/>
                  </a:lnTo>
                  <a:lnTo>
                    <a:pt x="29528" y="11611"/>
                  </a:lnTo>
                  <a:lnTo>
                    <a:pt x="33143" y="14333"/>
                  </a:lnTo>
                  <a:lnTo>
                    <a:pt x="36261" y="13904"/>
                  </a:lnTo>
                  <a:lnTo>
                    <a:pt x="41124" y="15721"/>
                  </a:lnTo>
                  <a:lnTo>
                    <a:pt x="51203" y="20433"/>
                  </a:lnTo>
                  <a:lnTo>
                    <a:pt x="61557" y="25628"/>
                  </a:lnTo>
                  <a:lnTo>
                    <a:pt x="71136" y="32869"/>
                  </a:lnTo>
                  <a:lnTo>
                    <a:pt x="75154" y="36641"/>
                  </a:lnTo>
                  <a:lnTo>
                    <a:pt x="78886" y="40509"/>
                  </a:lnTo>
                  <a:lnTo>
                    <a:pt x="79582" y="47470"/>
                  </a:lnTo>
                  <a:lnTo>
                    <a:pt x="80594" y="51758"/>
                  </a:lnTo>
                  <a:lnTo>
                    <a:pt x="83871" y="50892"/>
                  </a:lnTo>
                  <a:lnTo>
                    <a:pt x="87092" y="51104"/>
                  </a:lnTo>
                  <a:lnTo>
                    <a:pt x="89863" y="55500"/>
                  </a:lnTo>
                  <a:lnTo>
                    <a:pt x="91232" y="60603"/>
                  </a:lnTo>
                  <a:lnTo>
                    <a:pt x="93882" y="63216"/>
                  </a:lnTo>
                  <a:lnTo>
                    <a:pt x="102479" y="68509"/>
                  </a:lnTo>
                  <a:lnTo>
                    <a:pt x="105908" y="70343"/>
                  </a:lnTo>
                  <a:lnTo>
                    <a:pt x="106199" y="72933"/>
                  </a:lnTo>
                  <a:lnTo>
                    <a:pt x="102155" y="78643"/>
                  </a:lnTo>
                  <a:lnTo>
                    <a:pt x="97303" y="82904"/>
                  </a:lnTo>
                  <a:lnTo>
                    <a:pt x="91709" y="87052"/>
                  </a:lnTo>
                  <a:lnTo>
                    <a:pt x="84615" y="90259"/>
                  </a:lnTo>
                  <a:lnTo>
                    <a:pt x="81094" y="92026"/>
                  </a:lnTo>
                  <a:lnTo>
                    <a:pt x="77370" y="92487"/>
                  </a:lnTo>
                  <a:lnTo>
                    <a:pt x="72318" y="91059"/>
                  </a:lnTo>
                  <a:lnTo>
                    <a:pt x="68616" y="92920"/>
                  </a:lnTo>
                  <a:lnTo>
                    <a:pt x="65294" y="96397"/>
                  </a:lnTo>
                  <a:lnTo>
                    <a:pt x="62913" y="96947"/>
                  </a:lnTo>
                  <a:lnTo>
                    <a:pt x="58406" y="101008"/>
                  </a:lnTo>
                  <a:lnTo>
                    <a:pt x="54315" y="102010"/>
                  </a:lnTo>
                  <a:lnTo>
                    <a:pt x="51137" y="107829"/>
                  </a:lnTo>
                  <a:lnTo>
                    <a:pt x="49078" y="113111"/>
                  </a:lnTo>
                  <a:lnTo>
                    <a:pt x="47676" y="116292"/>
                  </a:lnTo>
                  <a:lnTo>
                    <a:pt x="46084" y="118710"/>
                  </a:lnTo>
                  <a:lnTo>
                    <a:pt x="43610" y="120690"/>
                  </a:lnTo>
                  <a:lnTo>
                    <a:pt x="38389" y="115843"/>
                  </a:lnTo>
                  <a:lnTo>
                    <a:pt x="31121" y="111519"/>
                  </a:lnTo>
                  <a:lnTo>
                    <a:pt x="24547" y="109140"/>
                  </a:lnTo>
                  <a:lnTo>
                    <a:pt x="20970" y="103451"/>
                  </a:lnTo>
                  <a:lnTo>
                    <a:pt x="20041" y="96394"/>
                  </a:lnTo>
                  <a:lnTo>
                    <a:pt x="19734" y="89431"/>
                  </a:lnTo>
                  <a:lnTo>
                    <a:pt x="20148" y="85912"/>
                  </a:lnTo>
                  <a:lnTo>
                    <a:pt x="19652" y="81579"/>
                  </a:lnTo>
                  <a:lnTo>
                    <a:pt x="17046" y="75511"/>
                  </a:lnTo>
                  <a:lnTo>
                    <a:pt x="15231" y="72028"/>
                  </a:lnTo>
                  <a:lnTo>
                    <a:pt x="12577" y="68993"/>
                  </a:lnTo>
                  <a:lnTo>
                    <a:pt x="10168" y="62765"/>
                  </a:lnTo>
                  <a:lnTo>
                    <a:pt x="8736" y="58099"/>
                  </a:lnTo>
                  <a:lnTo>
                    <a:pt x="6662" y="54928"/>
                  </a:lnTo>
                  <a:lnTo>
                    <a:pt x="3988" y="54116"/>
                  </a:lnTo>
                  <a:lnTo>
                    <a:pt x="3375" y="52399"/>
                  </a:lnTo>
                  <a:lnTo>
                    <a:pt x="0" y="4678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377137" y="5240588"/>
              <a:ext cx="60390" cy="41447"/>
            </a:xfrm>
            <a:custGeom>
              <a:avLst/>
              <a:pathLst>
                <a:path w="60390" h="41447">
                  <a:moveTo>
                    <a:pt x="0" y="9020"/>
                  </a:moveTo>
                  <a:lnTo>
                    <a:pt x="844" y="3836"/>
                  </a:lnTo>
                  <a:lnTo>
                    <a:pt x="5276" y="0"/>
                  </a:lnTo>
                  <a:lnTo>
                    <a:pt x="10034" y="1394"/>
                  </a:lnTo>
                  <a:lnTo>
                    <a:pt x="14350" y="7142"/>
                  </a:lnTo>
                  <a:lnTo>
                    <a:pt x="18089" y="12397"/>
                  </a:lnTo>
                  <a:lnTo>
                    <a:pt x="24212" y="11307"/>
                  </a:lnTo>
                  <a:lnTo>
                    <a:pt x="29585" y="9012"/>
                  </a:lnTo>
                  <a:lnTo>
                    <a:pt x="37042" y="10316"/>
                  </a:lnTo>
                  <a:lnTo>
                    <a:pt x="41497" y="14673"/>
                  </a:lnTo>
                  <a:lnTo>
                    <a:pt x="46929" y="17752"/>
                  </a:lnTo>
                  <a:lnTo>
                    <a:pt x="53498" y="22684"/>
                  </a:lnTo>
                  <a:lnTo>
                    <a:pt x="58273" y="24332"/>
                  </a:lnTo>
                  <a:lnTo>
                    <a:pt x="60390" y="28988"/>
                  </a:lnTo>
                  <a:lnTo>
                    <a:pt x="59623" y="32996"/>
                  </a:lnTo>
                  <a:lnTo>
                    <a:pt x="56613" y="35705"/>
                  </a:lnTo>
                  <a:lnTo>
                    <a:pt x="50044" y="38536"/>
                  </a:lnTo>
                  <a:lnTo>
                    <a:pt x="43465" y="37985"/>
                  </a:lnTo>
                  <a:lnTo>
                    <a:pt x="37804" y="40397"/>
                  </a:lnTo>
                  <a:lnTo>
                    <a:pt x="30407" y="41447"/>
                  </a:lnTo>
                  <a:lnTo>
                    <a:pt x="25733" y="39369"/>
                  </a:lnTo>
                  <a:lnTo>
                    <a:pt x="24062" y="34155"/>
                  </a:lnTo>
                  <a:lnTo>
                    <a:pt x="21877" y="26897"/>
                  </a:lnTo>
                  <a:lnTo>
                    <a:pt x="21358" y="25338"/>
                  </a:lnTo>
                  <a:lnTo>
                    <a:pt x="19990" y="21997"/>
                  </a:lnTo>
                  <a:lnTo>
                    <a:pt x="17238" y="21022"/>
                  </a:lnTo>
                  <a:lnTo>
                    <a:pt x="14904" y="22697"/>
                  </a:lnTo>
                  <a:lnTo>
                    <a:pt x="13436" y="21909"/>
                  </a:lnTo>
                  <a:lnTo>
                    <a:pt x="6724" y="18298"/>
                  </a:lnTo>
                  <a:lnTo>
                    <a:pt x="1336" y="1175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381576" y="5278528"/>
              <a:ext cx="13350" cy="8265"/>
            </a:xfrm>
            <a:custGeom>
              <a:avLst/>
              <a:pathLst>
                <a:path w="13350" h="8265">
                  <a:moveTo>
                    <a:pt x="2266" y="3350"/>
                  </a:moveTo>
                  <a:lnTo>
                    <a:pt x="6736" y="716"/>
                  </a:lnTo>
                  <a:lnTo>
                    <a:pt x="10162" y="0"/>
                  </a:lnTo>
                  <a:lnTo>
                    <a:pt x="12432" y="2351"/>
                  </a:lnTo>
                  <a:lnTo>
                    <a:pt x="13350" y="7035"/>
                  </a:lnTo>
                  <a:lnTo>
                    <a:pt x="9735" y="8162"/>
                  </a:lnTo>
                  <a:lnTo>
                    <a:pt x="3070" y="8265"/>
                  </a:lnTo>
                  <a:lnTo>
                    <a:pt x="0" y="55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347976" y="5246741"/>
              <a:ext cx="21496" cy="17616"/>
            </a:xfrm>
            <a:custGeom>
              <a:avLst/>
              <a:pathLst>
                <a:path w="21496" h="17616">
                  <a:moveTo>
                    <a:pt x="0" y="1120"/>
                  </a:moveTo>
                  <a:lnTo>
                    <a:pt x="3810" y="0"/>
                  </a:lnTo>
                  <a:lnTo>
                    <a:pt x="9760" y="889"/>
                  </a:lnTo>
                  <a:lnTo>
                    <a:pt x="15359" y="4044"/>
                  </a:lnTo>
                  <a:lnTo>
                    <a:pt x="18661" y="7051"/>
                  </a:lnTo>
                  <a:lnTo>
                    <a:pt x="21496" y="11081"/>
                  </a:lnTo>
                  <a:lnTo>
                    <a:pt x="19721" y="15852"/>
                  </a:lnTo>
                  <a:lnTo>
                    <a:pt x="15716" y="17264"/>
                  </a:lnTo>
                  <a:lnTo>
                    <a:pt x="14247" y="17613"/>
                  </a:lnTo>
                  <a:lnTo>
                    <a:pt x="9504" y="17616"/>
                  </a:lnTo>
                  <a:lnTo>
                    <a:pt x="7168" y="13829"/>
                  </a:lnTo>
                  <a:lnTo>
                    <a:pt x="6483" y="9308"/>
                  </a:lnTo>
                  <a:lnTo>
                    <a:pt x="4606" y="6697"/>
                  </a:lnTo>
                  <a:lnTo>
                    <a:pt x="287" y="36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3325385" y="5218617"/>
              <a:ext cx="48224" cy="18375"/>
            </a:xfrm>
            <a:custGeom>
              <a:avLst/>
              <a:pathLst>
                <a:path w="48224" h="18375">
                  <a:moveTo>
                    <a:pt x="2089" y="5878"/>
                  </a:moveTo>
                  <a:lnTo>
                    <a:pt x="4034" y="3759"/>
                  </a:lnTo>
                  <a:lnTo>
                    <a:pt x="2683" y="0"/>
                  </a:lnTo>
                  <a:lnTo>
                    <a:pt x="7506" y="987"/>
                  </a:lnTo>
                  <a:lnTo>
                    <a:pt x="13704" y="3097"/>
                  </a:lnTo>
                  <a:lnTo>
                    <a:pt x="20984" y="4653"/>
                  </a:lnTo>
                  <a:lnTo>
                    <a:pt x="22961" y="3959"/>
                  </a:lnTo>
                  <a:lnTo>
                    <a:pt x="25285" y="3141"/>
                  </a:lnTo>
                  <a:lnTo>
                    <a:pt x="27006" y="3292"/>
                  </a:lnTo>
                  <a:lnTo>
                    <a:pt x="30884" y="7412"/>
                  </a:lnTo>
                  <a:lnTo>
                    <a:pt x="31148" y="7438"/>
                  </a:lnTo>
                  <a:lnTo>
                    <a:pt x="37355" y="8048"/>
                  </a:lnTo>
                  <a:lnTo>
                    <a:pt x="45330" y="7967"/>
                  </a:lnTo>
                  <a:lnTo>
                    <a:pt x="48224" y="9746"/>
                  </a:lnTo>
                  <a:lnTo>
                    <a:pt x="46315" y="13762"/>
                  </a:lnTo>
                  <a:lnTo>
                    <a:pt x="41717" y="17288"/>
                  </a:lnTo>
                  <a:lnTo>
                    <a:pt x="35830" y="18375"/>
                  </a:lnTo>
                  <a:lnTo>
                    <a:pt x="29398" y="16360"/>
                  </a:lnTo>
                  <a:lnTo>
                    <a:pt x="23261" y="13828"/>
                  </a:lnTo>
                  <a:lnTo>
                    <a:pt x="18686" y="12297"/>
                  </a:lnTo>
                  <a:lnTo>
                    <a:pt x="11425" y="12666"/>
                  </a:lnTo>
                  <a:lnTo>
                    <a:pt x="4884" y="12363"/>
                  </a:lnTo>
                  <a:lnTo>
                    <a:pt x="0" y="1070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3242044" y="5169712"/>
              <a:ext cx="53356" cy="42216"/>
            </a:xfrm>
            <a:custGeom>
              <a:avLst/>
              <a:pathLst>
                <a:path w="53356" h="42216">
                  <a:moveTo>
                    <a:pt x="3621" y="9351"/>
                  </a:moveTo>
                  <a:lnTo>
                    <a:pt x="12196" y="9978"/>
                  </a:lnTo>
                  <a:lnTo>
                    <a:pt x="15469" y="6656"/>
                  </a:lnTo>
                  <a:lnTo>
                    <a:pt x="17390" y="3040"/>
                  </a:lnTo>
                  <a:lnTo>
                    <a:pt x="21729" y="228"/>
                  </a:lnTo>
                  <a:lnTo>
                    <a:pt x="23591" y="0"/>
                  </a:lnTo>
                  <a:lnTo>
                    <a:pt x="27769" y="5856"/>
                  </a:lnTo>
                  <a:lnTo>
                    <a:pt x="32363" y="13021"/>
                  </a:lnTo>
                  <a:lnTo>
                    <a:pt x="36096" y="17393"/>
                  </a:lnTo>
                  <a:lnTo>
                    <a:pt x="36063" y="22973"/>
                  </a:lnTo>
                  <a:lnTo>
                    <a:pt x="38894" y="25585"/>
                  </a:lnTo>
                  <a:lnTo>
                    <a:pt x="42664" y="24093"/>
                  </a:lnTo>
                  <a:lnTo>
                    <a:pt x="46089" y="24609"/>
                  </a:lnTo>
                  <a:lnTo>
                    <a:pt x="46532" y="29589"/>
                  </a:lnTo>
                  <a:lnTo>
                    <a:pt x="48118" y="33698"/>
                  </a:lnTo>
                  <a:lnTo>
                    <a:pt x="53356" y="38132"/>
                  </a:lnTo>
                  <a:lnTo>
                    <a:pt x="53142" y="38510"/>
                  </a:lnTo>
                  <a:lnTo>
                    <a:pt x="51951" y="40621"/>
                  </a:lnTo>
                  <a:lnTo>
                    <a:pt x="49977" y="42216"/>
                  </a:lnTo>
                  <a:lnTo>
                    <a:pt x="45200" y="40525"/>
                  </a:lnTo>
                  <a:lnTo>
                    <a:pt x="43493" y="41486"/>
                  </a:lnTo>
                  <a:lnTo>
                    <a:pt x="41170" y="41928"/>
                  </a:lnTo>
                  <a:lnTo>
                    <a:pt x="37527" y="39207"/>
                  </a:lnTo>
                  <a:lnTo>
                    <a:pt x="34140" y="36936"/>
                  </a:lnTo>
                  <a:lnTo>
                    <a:pt x="29159" y="35915"/>
                  </a:lnTo>
                  <a:lnTo>
                    <a:pt x="26630" y="35365"/>
                  </a:lnTo>
                  <a:lnTo>
                    <a:pt x="23219" y="35608"/>
                  </a:lnTo>
                  <a:lnTo>
                    <a:pt x="18294" y="36016"/>
                  </a:lnTo>
                  <a:lnTo>
                    <a:pt x="18163" y="36027"/>
                  </a:lnTo>
                  <a:lnTo>
                    <a:pt x="16958" y="35985"/>
                  </a:lnTo>
                  <a:lnTo>
                    <a:pt x="14362" y="31577"/>
                  </a:lnTo>
                  <a:lnTo>
                    <a:pt x="13179" y="28897"/>
                  </a:lnTo>
                  <a:lnTo>
                    <a:pt x="9720" y="25848"/>
                  </a:lnTo>
                  <a:lnTo>
                    <a:pt x="9178" y="23515"/>
                  </a:lnTo>
                  <a:lnTo>
                    <a:pt x="4524" y="17950"/>
                  </a:lnTo>
                  <a:lnTo>
                    <a:pt x="4306" y="14722"/>
                  </a:lnTo>
                  <a:lnTo>
                    <a:pt x="0" y="94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3116453" y="5109205"/>
              <a:ext cx="38826" cy="33235"/>
            </a:xfrm>
            <a:custGeom>
              <a:avLst/>
              <a:pathLst>
                <a:path w="38826" h="33235">
                  <a:moveTo>
                    <a:pt x="0" y="12175"/>
                  </a:moveTo>
                  <a:lnTo>
                    <a:pt x="2810" y="9642"/>
                  </a:lnTo>
                  <a:lnTo>
                    <a:pt x="3633" y="5979"/>
                  </a:lnTo>
                  <a:lnTo>
                    <a:pt x="5473" y="4495"/>
                  </a:lnTo>
                  <a:lnTo>
                    <a:pt x="12635" y="1675"/>
                  </a:lnTo>
                  <a:lnTo>
                    <a:pt x="14898" y="0"/>
                  </a:lnTo>
                  <a:lnTo>
                    <a:pt x="17885" y="536"/>
                  </a:lnTo>
                  <a:lnTo>
                    <a:pt x="20693" y="2501"/>
                  </a:lnTo>
                  <a:lnTo>
                    <a:pt x="22299" y="397"/>
                  </a:lnTo>
                  <a:lnTo>
                    <a:pt x="26881" y="1812"/>
                  </a:lnTo>
                  <a:lnTo>
                    <a:pt x="29114" y="972"/>
                  </a:lnTo>
                  <a:lnTo>
                    <a:pt x="32551" y="3041"/>
                  </a:lnTo>
                  <a:lnTo>
                    <a:pt x="36759" y="6310"/>
                  </a:lnTo>
                  <a:lnTo>
                    <a:pt x="38826" y="11897"/>
                  </a:lnTo>
                  <a:lnTo>
                    <a:pt x="37338" y="17175"/>
                  </a:lnTo>
                  <a:lnTo>
                    <a:pt x="36211" y="18786"/>
                  </a:lnTo>
                  <a:lnTo>
                    <a:pt x="36737" y="22607"/>
                  </a:lnTo>
                  <a:lnTo>
                    <a:pt x="36751" y="26881"/>
                  </a:lnTo>
                  <a:lnTo>
                    <a:pt x="33272" y="29891"/>
                  </a:lnTo>
                  <a:lnTo>
                    <a:pt x="28873" y="33235"/>
                  </a:lnTo>
                  <a:lnTo>
                    <a:pt x="22149" y="31048"/>
                  </a:lnTo>
                  <a:lnTo>
                    <a:pt x="18249" y="29770"/>
                  </a:lnTo>
                  <a:lnTo>
                    <a:pt x="15945" y="29530"/>
                  </a:lnTo>
                  <a:lnTo>
                    <a:pt x="11854" y="25323"/>
                  </a:lnTo>
                  <a:lnTo>
                    <a:pt x="6964" y="22271"/>
                  </a:lnTo>
                  <a:lnTo>
                    <a:pt x="3054" y="20303"/>
                  </a:lnTo>
                  <a:lnTo>
                    <a:pt x="150" y="162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3081175" y="5123882"/>
              <a:ext cx="14550" cy="18687"/>
            </a:xfrm>
            <a:custGeom>
              <a:avLst/>
              <a:pathLst>
                <a:path w="14550" h="18687">
                  <a:moveTo>
                    <a:pt x="0" y="15010"/>
                  </a:moveTo>
                  <a:lnTo>
                    <a:pt x="1049" y="8582"/>
                  </a:lnTo>
                  <a:lnTo>
                    <a:pt x="3583" y="5969"/>
                  </a:lnTo>
                  <a:lnTo>
                    <a:pt x="7930" y="4223"/>
                  </a:lnTo>
                  <a:lnTo>
                    <a:pt x="8998" y="3100"/>
                  </a:lnTo>
                  <a:lnTo>
                    <a:pt x="9496" y="292"/>
                  </a:lnTo>
                  <a:lnTo>
                    <a:pt x="12684" y="0"/>
                  </a:lnTo>
                  <a:lnTo>
                    <a:pt x="13830" y="770"/>
                  </a:lnTo>
                  <a:lnTo>
                    <a:pt x="14550" y="2226"/>
                  </a:lnTo>
                  <a:lnTo>
                    <a:pt x="13155" y="3560"/>
                  </a:lnTo>
                  <a:lnTo>
                    <a:pt x="12215" y="6690"/>
                  </a:lnTo>
                  <a:lnTo>
                    <a:pt x="13012" y="9568"/>
                  </a:lnTo>
                  <a:lnTo>
                    <a:pt x="9545" y="10819"/>
                  </a:lnTo>
                  <a:lnTo>
                    <a:pt x="7067" y="11274"/>
                  </a:lnTo>
                  <a:lnTo>
                    <a:pt x="5740" y="12962"/>
                  </a:lnTo>
                  <a:lnTo>
                    <a:pt x="4740" y="15000"/>
                  </a:lnTo>
                  <a:lnTo>
                    <a:pt x="3806" y="18687"/>
                  </a:lnTo>
                  <a:lnTo>
                    <a:pt x="1753" y="1750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358764" y="3159568"/>
              <a:ext cx="424164" cy="278134"/>
            </a:xfrm>
            <a:custGeom>
              <a:avLst/>
              <a:pathLst>
                <a:path w="424164" h="278134">
                  <a:moveTo>
                    <a:pt x="1112" y="88735"/>
                  </a:moveTo>
                  <a:lnTo>
                    <a:pt x="3761" y="84381"/>
                  </a:lnTo>
                  <a:lnTo>
                    <a:pt x="6149" y="79823"/>
                  </a:lnTo>
                  <a:lnTo>
                    <a:pt x="5872" y="77194"/>
                  </a:lnTo>
                  <a:lnTo>
                    <a:pt x="5743" y="75973"/>
                  </a:lnTo>
                  <a:lnTo>
                    <a:pt x="8260" y="72638"/>
                  </a:lnTo>
                  <a:lnTo>
                    <a:pt x="6916" y="71094"/>
                  </a:lnTo>
                  <a:lnTo>
                    <a:pt x="8579" y="68616"/>
                  </a:lnTo>
                  <a:lnTo>
                    <a:pt x="7240" y="65618"/>
                  </a:lnTo>
                  <a:lnTo>
                    <a:pt x="10553" y="63053"/>
                  </a:lnTo>
                  <a:lnTo>
                    <a:pt x="10887" y="61723"/>
                  </a:lnTo>
                  <a:lnTo>
                    <a:pt x="11585" y="58942"/>
                  </a:lnTo>
                  <a:lnTo>
                    <a:pt x="10228" y="56419"/>
                  </a:lnTo>
                  <a:lnTo>
                    <a:pt x="8872" y="49664"/>
                  </a:lnTo>
                  <a:lnTo>
                    <a:pt x="5906" y="49799"/>
                  </a:lnTo>
                  <a:lnTo>
                    <a:pt x="3841" y="47578"/>
                  </a:lnTo>
                  <a:lnTo>
                    <a:pt x="3417" y="46695"/>
                  </a:lnTo>
                  <a:lnTo>
                    <a:pt x="2034" y="43812"/>
                  </a:lnTo>
                  <a:lnTo>
                    <a:pt x="5086" y="42899"/>
                  </a:lnTo>
                  <a:lnTo>
                    <a:pt x="5302" y="38752"/>
                  </a:lnTo>
                  <a:lnTo>
                    <a:pt x="5333" y="35381"/>
                  </a:lnTo>
                  <a:lnTo>
                    <a:pt x="535" y="31329"/>
                  </a:lnTo>
                  <a:lnTo>
                    <a:pt x="1021" y="28199"/>
                  </a:lnTo>
                  <a:lnTo>
                    <a:pt x="0" y="25537"/>
                  </a:lnTo>
                  <a:lnTo>
                    <a:pt x="9247" y="25148"/>
                  </a:lnTo>
                  <a:lnTo>
                    <a:pt x="25418" y="24424"/>
                  </a:lnTo>
                  <a:lnTo>
                    <a:pt x="34642" y="23998"/>
                  </a:lnTo>
                  <a:lnTo>
                    <a:pt x="46840" y="23410"/>
                  </a:lnTo>
                  <a:lnTo>
                    <a:pt x="48523" y="23326"/>
                  </a:lnTo>
                  <a:lnTo>
                    <a:pt x="70575" y="22127"/>
                  </a:lnTo>
                  <a:lnTo>
                    <a:pt x="72628" y="22006"/>
                  </a:lnTo>
                  <a:lnTo>
                    <a:pt x="76854" y="21754"/>
                  </a:lnTo>
                  <a:lnTo>
                    <a:pt x="87814" y="21086"/>
                  </a:lnTo>
                  <a:lnTo>
                    <a:pt x="106859" y="19957"/>
                  </a:lnTo>
                  <a:lnTo>
                    <a:pt x="109419" y="19800"/>
                  </a:lnTo>
                  <a:lnTo>
                    <a:pt x="110666" y="19721"/>
                  </a:lnTo>
                  <a:lnTo>
                    <a:pt x="136762" y="18012"/>
                  </a:lnTo>
                  <a:lnTo>
                    <a:pt x="140073" y="17785"/>
                  </a:lnTo>
                  <a:lnTo>
                    <a:pt x="149112" y="17180"/>
                  </a:lnTo>
                  <a:lnTo>
                    <a:pt x="166675" y="15958"/>
                  </a:lnTo>
                  <a:lnTo>
                    <a:pt x="187081" y="14411"/>
                  </a:lnTo>
                  <a:lnTo>
                    <a:pt x="191627" y="14055"/>
                  </a:lnTo>
                  <a:lnTo>
                    <a:pt x="196652" y="13654"/>
                  </a:lnTo>
                  <a:lnTo>
                    <a:pt x="213645" y="12263"/>
                  </a:lnTo>
                  <a:lnTo>
                    <a:pt x="225013" y="11304"/>
                  </a:lnTo>
                  <a:lnTo>
                    <a:pt x="226585" y="11169"/>
                  </a:lnTo>
                  <a:lnTo>
                    <a:pt x="236331" y="10324"/>
                  </a:lnTo>
                  <a:lnTo>
                    <a:pt x="256381" y="8458"/>
                  </a:lnTo>
                  <a:lnTo>
                    <a:pt x="262966" y="7840"/>
                  </a:lnTo>
                  <a:lnTo>
                    <a:pt x="280033" y="6198"/>
                  </a:lnTo>
                  <a:lnTo>
                    <a:pt x="286292" y="5591"/>
                  </a:lnTo>
                  <a:lnTo>
                    <a:pt x="302397" y="3996"/>
                  </a:lnTo>
                  <a:lnTo>
                    <a:pt x="308373" y="3390"/>
                  </a:lnTo>
                  <a:lnTo>
                    <a:pt x="315911" y="2615"/>
                  </a:lnTo>
                  <a:lnTo>
                    <a:pt x="323473" y="1827"/>
                  </a:lnTo>
                  <a:lnTo>
                    <a:pt x="340724" y="0"/>
                  </a:lnTo>
                  <a:lnTo>
                    <a:pt x="340265" y="4426"/>
                  </a:lnTo>
                  <a:lnTo>
                    <a:pt x="341922" y="7027"/>
                  </a:lnTo>
                  <a:lnTo>
                    <a:pt x="342786" y="8381"/>
                  </a:lnTo>
                  <a:lnTo>
                    <a:pt x="342556" y="10998"/>
                  </a:lnTo>
                  <a:lnTo>
                    <a:pt x="346243" y="14024"/>
                  </a:lnTo>
                  <a:lnTo>
                    <a:pt x="349451" y="15542"/>
                  </a:lnTo>
                  <a:lnTo>
                    <a:pt x="353135" y="20404"/>
                  </a:lnTo>
                  <a:lnTo>
                    <a:pt x="351566" y="23408"/>
                  </a:lnTo>
                  <a:lnTo>
                    <a:pt x="349049" y="27874"/>
                  </a:lnTo>
                  <a:lnTo>
                    <a:pt x="346813" y="31625"/>
                  </a:lnTo>
                  <a:lnTo>
                    <a:pt x="347339" y="36368"/>
                  </a:lnTo>
                  <a:lnTo>
                    <a:pt x="347740" y="39991"/>
                  </a:lnTo>
                  <a:lnTo>
                    <a:pt x="349209" y="44352"/>
                  </a:lnTo>
                  <a:lnTo>
                    <a:pt x="349545" y="45348"/>
                  </a:lnTo>
                  <a:lnTo>
                    <a:pt x="351330" y="51507"/>
                  </a:lnTo>
                  <a:lnTo>
                    <a:pt x="354194" y="54666"/>
                  </a:lnTo>
                  <a:lnTo>
                    <a:pt x="356819" y="62225"/>
                  </a:lnTo>
                  <a:lnTo>
                    <a:pt x="360759" y="66728"/>
                  </a:lnTo>
                  <a:lnTo>
                    <a:pt x="365933" y="69307"/>
                  </a:lnTo>
                  <a:lnTo>
                    <a:pt x="368875" y="69819"/>
                  </a:lnTo>
                  <a:lnTo>
                    <a:pt x="371808" y="70328"/>
                  </a:lnTo>
                  <a:lnTo>
                    <a:pt x="378951" y="71220"/>
                  </a:lnTo>
                  <a:lnTo>
                    <a:pt x="381875" y="72574"/>
                  </a:lnTo>
                  <a:lnTo>
                    <a:pt x="384161" y="76714"/>
                  </a:lnTo>
                  <a:lnTo>
                    <a:pt x="386739" y="82433"/>
                  </a:lnTo>
                  <a:lnTo>
                    <a:pt x="386848" y="85651"/>
                  </a:lnTo>
                  <a:lnTo>
                    <a:pt x="390698" y="87362"/>
                  </a:lnTo>
                  <a:lnTo>
                    <a:pt x="392398" y="87938"/>
                  </a:lnTo>
                  <a:lnTo>
                    <a:pt x="395813" y="90696"/>
                  </a:lnTo>
                  <a:lnTo>
                    <a:pt x="398154" y="92315"/>
                  </a:lnTo>
                  <a:lnTo>
                    <a:pt x="400839" y="94170"/>
                  </a:lnTo>
                  <a:lnTo>
                    <a:pt x="403084" y="97183"/>
                  </a:lnTo>
                  <a:lnTo>
                    <a:pt x="402616" y="100922"/>
                  </a:lnTo>
                  <a:lnTo>
                    <a:pt x="404948" y="104087"/>
                  </a:lnTo>
                  <a:lnTo>
                    <a:pt x="409329" y="106747"/>
                  </a:lnTo>
                  <a:lnTo>
                    <a:pt x="410907" y="107408"/>
                  </a:lnTo>
                  <a:lnTo>
                    <a:pt x="414067" y="108729"/>
                  </a:lnTo>
                  <a:lnTo>
                    <a:pt x="418294" y="110466"/>
                  </a:lnTo>
                  <a:lnTo>
                    <a:pt x="421710" y="113831"/>
                  </a:lnTo>
                  <a:lnTo>
                    <a:pt x="422237" y="119596"/>
                  </a:lnTo>
                  <a:lnTo>
                    <a:pt x="422554" y="120205"/>
                  </a:lnTo>
                  <a:lnTo>
                    <a:pt x="424164" y="123288"/>
                  </a:lnTo>
                  <a:lnTo>
                    <a:pt x="423702" y="128453"/>
                  </a:lnTo>
                  <a:lnTo>
                    <a:pt x="423707" y="129189"/>
                  </a:lnTo>
                  <a:lnTo>
                    <a:pt x="423729" y="133257"/>
                  </a:lnTo>
                  <a:lnTo>
                    <a:pt x="423071" y="136795"/>
                  </a:lnTo>
                  <a:lnTo>
                    <a:pt x="423452" y="139635"/>
                  </a:lnTo>
                  <a:lnTo>
                    <a:pt x="419750" y="142661"/>
                  </a:lnTo>
                  <a:lnTo>
                    <a:pt x="419374" y="142967"/>
                  </a:lnTo>
                  <a:lnTo>
                    <a:pt x="415729" y="146723"/>
                  </a:lnTo>
                  <a:lnTo>
                    <a:pt x="415792" y="147924"/>
                  </a:lnTo>
                  <a:lnTo>
                    <a:pt x="415946" y="150883"/>
                  </a:lnTo>
                  <a:lnTo>
                    <a:pt x="414818" y="153693"/>
                  </a:lnTo>
                  <a:lnTo>
                    <a:pt x="415293" y="159458"/>
                  </a:lnTo>
                  <a:lnTo>
                    <a:pt x="413884" y="161302"/>
                  </a:lnTo>
                  <a:lnTo>
                    <a:pt x="410688" y="163154"/>
                  </a:lnTo>
                  <a:lnTo>
                    <a:pt x="408110" y="166935"/>
                  </a:lnTo>
                  <a:lnTo>
                    <a:pt x="404784" y="167676"/>
                  </a:lnTo>
                  <a:lnTo>
                    <a:pt x="401040" y="168392"/>
                  </a:lnTo>
                  <a:lnTo>
                    <a:pt x="398257" y="171475"/>
                  </a:lnTo>
                  <a:lnTo>
                    <a:pt x="393166" y="174731"/>
                  </a:lnTo>
                  <a:lnTo>
                    <a:pt x="387636" y="175521"/>
                  </a:lnTo>
                  <a:lnTo>
                    <a:pt x="382399" y="176521"/>
                  </a:lnTo>
                  <a:lnTo>
                    <a:pt x="378916" y="179147"/>
                  </a:lnTo>
                  <a:lnTo>
                    <a:pt x="376089" y="178825"/>
                  </a:lnTo>
                  <a:lnTo>
                    <a:pt x="372161" y="179826"/>
                  </a:lnTo>
                  <a:lnTo>
                    <a:pt x="370231" y="184846"/>
                  </a:lnTo>
                  <a:lnTo>
                    <a:pt x="370077" y="187460"/>
                  </a:lnTo>
                  <a:lnTo>
                    <a:pt x="369945" y="188006"/>
                  </a:lnTo>
                  <a:lnTo>
                    <a:pt x="368110" y="195580"/>
                  </a:lnTo>
                  <a:lnTo>
                    <a:pt x="370578" y="198451"/>
                  </a:lnTo>
                  <a:lnTo>
                    <a:pt x="373634" y="202377"/>
                  </a:lnTo>
                  <a:lnTo>
                    <a:pt x="376525" y="202375"/>
                  </a:lnTo>
                  <a:lnTo>
                    <a:pt x="379665" y="206571"/>
                  </a:lnTo>
                  <a:lnTo>
                    <a:pt x="380347" y="209879"/>
                  </a:lnTo>
                  <a:lnTo>
                    <a:pt x="380398" y="210126"/>
                  </a:lnTo>
                  <a:lnTo>
                    <a:pt x="381298" y="214489"/>
                  </a:lnTo>
                  <a:lnTo>
                    <a:pt x="381448" y="220227"/>
                  </a:lnTo>
                  <a:lnTo>
                    <a:pt x="379651" y="224122"/>
                  </a:lnTo>
                  <a:lnTo>
                    <a:pt x="376159" y="228367"/>
                  </a:lnTo>
                  <a:lnTo>
                    <a:pt x="373408" y="232836"/>
                  </a:lnTo>
                  <a:lnTo>
                    <a:pt x="373869" y="236435"/>
                  </a:lnTo>
                  <a:lnTo>
                    <a:pt x="372779" y="241362"/>
                  </a:lnTo>
                  <a:lnTo>
                    <a:pt x="372847" y="243616"/>
                  </a:lnTo>
                  <a:lnTo>
                    <a:pt x="372917" y="245967"/>
                  </a:lnTo>
                  <a:lnTo>
                    <a:pt x="368868" y="249532"/>
                  </a:lnTo>
                  <a:lnTo>
                    <a:pt x="364837" y="249867"/>
                  </a:lnTo>
                  <a:lnTo>
                    <a:pt x="358987" y="252683"/>
                  </a:lnTo>
                  <a:lnTo>
                    <a:pt x="356975" y="255618"/>
                  </a:lnTo>
                  <a:lnTo>
                    <a:pt x="356058" y="259949"/>
                  </a:lnTo>
                  <a:lnTo>
                    <a:pt x="358030" y="261863"/>
                  </a:lnTo>
                  <a:lnTo>
                    <a:pt x="357744" y="267038"/>
                  </a:lnTo>
                  <a:lnTo>
                    <a:pt x="358671" y="271612"/>
                  </a:lnTo>
                  <a:lnTo>
                    <a:pt x="355769" y="273753"/>
                  </a:lnTo>
                  <a:lnTo>
                    <a:pt x="350345" y="272231"/>
                  </a:lnTo>
                  <a:lnTo>
                    <a:pt x="348683" y="269680"/>
                  </a:lnTo>
                  <a:lnTo>
                    <a:pt x="345478" y="267528"/>
                  </a:lnTo>
                  <a:lnTo>
                    <a:pt x="342195" y="264424"/>
                  </a:lnTo>
                  <a:lnTo>
                    <a:pt x="341157" y="261090"/>
                  </a:lnTo>
                  <a:lnTo>
                    <a:pt x="337614" y="260405"/>
                  </a:lnTo>
                  <a:lnTo>
                    <a:pt x="336425" y="258063"/>
                  </a:lnTo>
                  <a:lnTo>
                    <a:pt x="334147" y="256104"/>
                  </a:lnTo>
                  <a:lnTo>
                    <a:pt x="333239" y="255323"/>
                  </a:lnTo>
                  <a:lnTo>
                    <a:pt x="319397" y="257359"/>
                  </a:lnTo>
                  <a:lnTo>
                    <a:pt x="319145" y="257391"/>
                  </a:lnTo>
                  <a:lnTo>
                    <a:pt x="303527" y="259387"/>
                  </a:lnTo>
                  <a:lnTo>
                    <a:pt x="292230" y="260738"/>
                  </a:lnTo>
                  <a:lnTo>
                    <a:pt x="285428" y="261539"/>
                  </a:lnTo>
                  <a:lnTo>
                    <a:pt x="273263" y="263023"/>
                  </a:lnTo>
                  <a:lnTo>
                    <a:pt x="270039" y="263412"/>
                  </a:lnTo>
                  <a:lnTo>
                    <a:pt x="268192" y="263595"/>
                  </a:lnTo>
                  <a:lnTo>
                    <a:pt x="253163" y="265067"/>
                  </a:lnTo>
                  <a:lnTo>
                    <a:pt x="242870" y="266285"/>
                  </a:lnTo>
                  <a:lnTo>
                    <a:pt x="240324" y="266583"/>
                  </a:lnTo>
                  <a:lnTo>
                    <a:pt x="226439" y="267929"/>
                  </a:lnTo>
                  <a:lnTo>
                    <a:pt x="224520" y="268094"/>
                  </a:lnTo>
                  <a:lnTo>
                    <a:pt x="212420" y="269119"/>
                  </a:lnTo>
                  <a:lnTo>
                    <a:pt x="209737" y="269343"/>
                  </a:lnTo>
                  <a:lnTo>
                    <a:pt x="198007" y="270415"/>
                  </a:lnTo>
                  <a:lnTo>
                    <a:pt x="193593" y="270812"/>
                  </a:lnTo>
                  <a:lnTo>
                    <a:pt x="182024" y="271903"/>
                  </a:lnTo>
                  <a:lnTo>
                    <a:pt x="177014" y="272368"/>
                  </a:lnTo>
                  <a:lnTo>
                    <a:pt x="167648" y="273109"/>
                  </a:lnTo>
                  <a:lnTo>
                    <a:pt x="162440" y="273514"/>
                  </a:lnTo>
                  <a:lnTo>
                    <a:pt x="151786" y="274289"/>
                  </a:lnTo>
                  <a:lnTo>
                    <a:pt x="147625" y="274586"/>
                  </a:lnTo>
                  <a:lnTo>
                    <a:pt x="141100" y="274925"/>
                  </a:lnTo>
                  <a:lnTo>
                    <a:pt x="128605" y="275553"/>
                  </a:lnTo>
                  <a:lnTo>
                    <a:pt x="122293" y="275840"/>
                  </a:lnTo>
                  <a:lnTo>
                    <a:pt x="112050" y="276290"/>
                  </a:lnTo>
                  <a:lnTo>
                    <a:pt x="103182" y="276682"/>
                  </a:lnTo>
                  <a:lnTo>
                    <a:pt x="94315" y="277059"/>
                  </a:lnTo>
                  <a:lnTo>
                    <a:pt x="91765" y="277163"/>
                  </a:lnTo>
                  <a:lnTo>
                    <a:pt x="81172" y="277578"/>
                  </a:lnTo>
                  <a:lnTo>
                    <a:pt x="65707" y="278134"/>
                  </a:lnTo>
                  <a:lnTo>
                    <a:pt x="66760" y="276489"/>
                  </a:lnTo>
                  <a:lnTo>
                    <a:pt x="64334" y="272236"/>
                  </a:lnTo>
                  <a:lnTo>
                    <a:pt x="59951" y="269887"/>
                  </a:lnTo>
                  <a:lnTo>
                    <a:pt x="56895" y="265332"/>
                  </a:lnTo>
                  <a:lnTo>
                    <a:pt x="60304" y="260996"/>
                  </a:lnTo>
                  <a:lnTo>
                    <a:pt x="59573" y="255612"/>
                  </a:lnTo>
                  <a:lnTo>
                    <a:pt x="61424" y="251916"/>
                  </a:lnTo>
                  <a:lnTo>
                    <a:pt x="60845" y="250958"/>
                  </a:lnTo>
                  <a:lnTo>
                    <a:pt x="59471" y="248680"/>
                  </a:lnTo>
                  <a:lnTo>
                    <a:pt x="59892" y="244479"/>
                  </a:lnTo>
                  <a:lnTo>
                    <a:pt x="57220" y="240665"/>
                  </a:lnTo>
                  <a:lnTo>
                    <a:pt x="57142" y="237561"/>
                  </a:lnTo>
                  <a:lnTo>
                    <a:pt x="57075" y="234875"/>
                  </a:lnTo>
                  <a:lnTo>
                    <a:pt x="56580" y="231288"/>
                  </a:lnTo>
                  <a:lnTo>
                    <a:pt x="56877" y="228151"/>
                  </a:lnTo>
                  <a:lnTo>
                    <a:pt x="57100" y="225789"/>
                  </a:lnTo>
                  <a:lnTo>
                    <a:pt x="53627" y="226200"/>
                  </a:lnTo>
                  <a:lnTo>
                    <a:pt x="53583" y="225586"/>
                  </a:lnTo>
                  <a:lnTo>
                    <a:pt x="53290" y="221516"/>
                  </a:lnTo>
                  <a:lnTo>
                    <a:pt x="54517" y="217920"/>
                  </a:lnTo>
                  <a:lnTo>
                    <a:pt x="51996" y="214196"/>
                  </a:lnTo>
                  <a:lnTo>
                    <a:pt x="51592" y="210016"/>
                  </a:lnTo>
                  <a:lnTo>
                    <a:pt x="51604" y="208270"/>
                  </a:lnTo>
                  <a:lnTo>
                    <a:pt x="51643" y="202500"/>
                  </a:lnTo>
                  <a:lnTo>
                    <a:pt x="47621" y="201469"/>
                  </a:lnTo>
                  <a:lnTo>
                    <a:pt x="46743" y="198257"/>
                  </a:lnTo>
                  <a:lnTo>
                    <a:pt x="45865" y="195045"/>
                  </a:lnTo>
                  <a:lnTo>
                    <a:pt x="40989" y="196666"/>
                  </a:lnTo>
                  <a:lnTo>
                    <a:pt x="40114" y="193823"/>
                  </a:lnTo>
                  <a:lnTo>
                    <a:pt x="38183" y="189319"/>
                  </a:lnTo>
                  <a:lnTo>
                    <a:pt x="38395" y="184481"/>
                  </a:lnTo>
                  <a:lnTo>
                    <a:pt x="38595" y="183773"/>
                  </a:lnTo>
                  <a:lnTo>
                    <a:pt x="39739" y="179714"/>
                  </a:lnTo>
                  <a:lnTo>
                    <a:pt x="40958" y="173445"/>
                  </a:lnTo>
                  <a:lnTo>
                    <a:pt x="37937" y="169437"/>
                  </a:lnTo>
                  <a:lnTo>
                    <a:pt x="36600" y="167242"/>
                  </a:lnTo>
                  <a:lnTo>
                    <a:pt x="34322" y="163493"/>
                  </a:lnTo>
                  <a:lnTo>
                    <a:pt x="35792" y="157762"/>
                  </a:lnTo>
                  <a:lnTo>
                    <a:pt x="29678" y="153835"/>
                  </a:lnTo>
                  <a:lnTo>
                    <a:pt x="26380" y="151829"/>
                  </a:lnTo>
                  <a:lnTo>
                    <a:pt x="26381" y="146011"/>
                  </a:lnTo>
                  <a:lnTo>
                    <a:pt x="21059" y="141584"/>
                  </a:lnTo>
                  <a:lnTo>
                    <a:pt x="21560" y="137348"/>
                  </a:lnTo>
                  <a:lnTo>
                    <a:pt x="21602" y="136989"/>
                  </a:lnTo>
                  <a:lnTo>
                    <a:pt x="21448" y="132972"/>
                  </a:lnTo>
                  <a:lnTo>
                    <a:pt x="20353" y="131610"/>
                  </a:lnTo>
                  <a:lnTo>
                    <a:pt x="16512" y="126824"/>
                  </a:lnTo>
                  <a:lnTo>
                    <a:pt x="15991" y="120403"/>
                  </a:lnTo>
                  <a:lnTo>
                    <a:pt x="17770" y="115870"/>
                  </a:lnTo>
                  <a:lnTo>
                    <a:pt x="13517" y="113519"/>
                  </a:lnTo>
                  <a:lnTo>
                    <a:pt x="11385" y="111948"/>
                  </a:lnTo>
                  <a:lnTo>
                    <a:pt x="10356" y="111318"/>
                  </a:lnTo>
                  <a:lnTo>
                    <a:pt x="11246" y="107877"/>
                  </a:lnTo>
                  <a:lnTo>
                    <a:pt x="11029" y="107427"/>
                  </a:lnTo>
                  <a:lnTo>
                    <a:pt x="7725" y="100565"/>
                  </a:lnTo>
                  <a:lnTo>
                    <a:pt x="3383" y="96635"/>
                  </a:lnTo>
                  <a:lnTo>
                    <a:pt x="1121" y="934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445007" y="2444327"/>
              <a:ext cx="410917" cy="669115"/>
            </a:xfrm>
            <a:custGeom>
              <a:avLst/>
              <a:pathLst>
                <a:path w="410917" h="669115">
                  <a:moveTo>
                    <a:pt x="29632" y="393832"/>
                  </a:moveTo>
                  <a:lnTo>
                    <a:pt x="31999" y="391085"/>
                  </a:lnTo>
                  <a:lnTo>
                    <a:pt x="32301" y="386442"/>
                  </a:lnTo>
                  <a:lnTo>
                    <a:pt x="36679" y="383423"/>
                  </a:lnTo>
                  <a:lnTo>
                    <a:pt x="38772" y="380829"/>
                  </a:lnTo>
                  <a:lnTo>
                    <a:pt x="43419" y="373293"/>
                  </a:lnTo>
                  <a:lnTo>
                    <a:pt x="46776" y="367247"/>
                  </a:lnTo>
                  <a:lnTo>
                    <a:pt x="50252" y="365319"/>
                  </a:lnTo>
                  <a:lnTo>
                    <a:pt x="55765" y="363768"/>
                  </a:lnTo>
                  <a:lnTo>
                    <a:pt x="59304" y="359719"/>
                  </a:lnTo>
                  <a:lnTo>
                    <a:pt x="61297" y="357436"/>
                  </a:lnTo>
                  <a:lnTo>
                    <a:pt x="64270" y="352812"/>
                  </a:lnTo>
                  <a:lnTo>
                    <a:pt x="63684" y="348205"/>
                  </a:lnTo>
                  <a:lnTo>
                    <a:pt x="65655" y="343929"/>
                  </a:lnTo>
                  <a:lnTo>
                    <a:pt x="70008" y="340639"/>
                  </a:lnTo>
                  <a:lnTo>
                    <a:pt x="72378" y="337877"/>
                  </a:lnTo>
                  <a:lnTo>
                    <a:pt x="78441" y="326494"/>
                  </a:lnTo>
                  <a:lnTo>
                    <a:pt x="79007" y="325326"/>
                  </a:lnTo>
                  <a:lnTo>
                    <a:pt x="80801" y="321622"/>
                  </a:lnTo>
                  <a:lnTo>
                    <a:pt x="88295" y="311627"/>
                  </a:lnTo>
                  <a:lnTo>
                    <a:pt x="95623" y="302034"/>
                  </a:lnTo>
                  <a:lnTo>
                    <a:pt x="98847" y="298283"/>
                  </a:lnTo>
                  <a:lnTo>
                    <a:pt x="96161" y="291812"/>
                  </a:lnTo>
                  <a:lnTo>
                    <a:pt x="96667" y="287172"/>
                  </a:lnTo>
                  <a:lnTo>
                    <a:pt x="94055" y="282636"/>
                  </a:lnTo>
                  <a:lnTo>
                    <a:pt x="89815" y="281431"/>
                  </a:lnTo>
                  <a:lnTo>
                    <a:pt x="86403" y="276732"/>
                  </a:lnTo>
                  <a:lnTo>
                    <a:pt x="83615" y="274876"/>
                  </a:lnTo>
                  <a:lnTo>
                    <a:pt x="83119" y="273794"/>
                  </a:lnTo>
                  <a:lnTo>
                    <a:pt x="80555" y="268184"/>
                  </a:lnTo>
                  <a:lnTo>
                    <a:pt x="79897" y="263417"/>
                  </a:lnTo>
                  <a:lnTo>
                    <a:pt x="78850" y="259877"/>
                  </a:lnTo>
                  <a:lnTo>
                    <a:pt x="78484" y="253890"/>
                  </a:lnTo>
                  <a:lnTo>
                    <a:pt x="76604" y="251330"/>
                  </a:lnTo>
                  <a:lnTo>
                    <a:pt x="80416" y="246967"/>
                  </a:lnTo>
                  <a:lnTo>
                    <a:pt x="81622" y="244661"/>
                  </a:lnTo>
                  <a:lnTo>
                    <a:pt x="79855" y="241689"/>
                  </a:lnTo>
                  <a:lnTo>
                    <a:pt x="80766" y="237056"/>
                  </a:lnTo>
                  <a:lnTo>
                    <a:pt x="79758" y="232344"/>
                  </a:lnTo>
                  <a:lnTo>
                    <a:pt x="76849" y="227164"/>
                  </a:lnTo>
                  <a:lnTo>
                    <a:pt x="79500" y="222657"/>
                  </a:lnTo>
                  <a:lnTo>
                    <a:pt x="79736" y="221258"/>
                  </a:lnTo>
                  <a:lnTo>
                    <a:pt x="80407" y="217286"/>
                  </a:lnTo>
                  <a:lnTo>
                    <a:pt x="81715" y="211266"/>
                  </a:lnTo>
                  <a:lnTo>
                    <a:pt x="92712" y="160871"/>
                  </a:lnTo>
                  <a:lnTo>
                    <a:pt x="93230" y="158508"/>
                  </a:lnTo>
                  <a:lnTo>
                    <a:pt x="95184" y="149510"/>
                  </a:lnTo>
                  <a:lnTo>
                    <a:pt x="97183" y="140321"/>
                  </a:lnTo>
                  <a:lnTo>
                    <a:pt x="104116" y="108541"/>
                  </a:lnTo>
                  <a:lnTo>
                    <a:pt x="108742" y="87719"/>
                  </a:lnTo>
                  <a:lnTo>
                    <a:pt x="110044" y="81872"/>
                  </a:lnTo>
                  <a:lnTo>
                    <a:pt x="111565" y="75043"/>
                  </a:lnTo>
                  <a:lnTo>
                    <a:pt x="117589" y="49509"/>
                  </a:lnTo>
                  <a:lnTo>
                    <a:pt x="122171" y="29400"/>
                  </a:lnTo>
                  <a:lnTo>
                    <a:pt x="125860" y="13099"/>
                  </a:lnTo>
                  <a:lnTo>
                    <a:pt x="128831" y="0"/>
                  </a:lnTo>
                  <a:lnTo>
                    <a:pt x="144219" y="3277"/>
                  </a:lnTo>
                  <a:lnTo>
                    <a:pt x="163225" y="7316"/>
                  </a:lnTo>
                  <a:lnTo>
                    <a:pt x="183867" y="11546"/>
                  </a:lnTo>
                  <a:lnTo>
                    <a:pt x="174828" y="54513"/>
                  </a:lnTo>
                  <a:lnTo>
                    <a:pt x="174453" y="56304"/>
                  </a:lnTo>
                  <a:lnTo>
                    <a:pt x="171371" y="71073"/>
                  </a:lnTo>
                  <a:lnTo>
                    <a:pt x="169684" y="79148"/>
                  </a:lnTo>
                  <a:lnTo>
                    <a:pt x="168044" y="87006"/>
                  </a:lnTo>
                  <a:lnTo>
                    <a:pt x="165784" y="97775"/>
                  </a:lnTo>
                  <a:lnTo>
                    <a:pt x="166114" y="99216"/>
                  </a:lnTo>
                  <a:lnTo>
                    <a:pt x="166359" y="100280"/>
                  </a:lnTo>
                  <a:lnTo>
                    <a:pt x="169066" y="107590"/>
                  </a:lnTo>
                  <a:lnTo>
                    <a:pt x="171469" y="113026"/>
                  </a:lnTo>
                  <a:lnTo>
                    <a:pt x="174153" y="116093"/>
                  </a:lnTo>
                  <a:lnTo>
                    <a:pt x="173778" y="120867"/>
                  </a:lnTo>
                  <a:lnTo>
                    <a:pt x="179064" y="127703"/>
                  </a:lnTo>
                  <a:lnTo>
                    <a:pt x="177610" y="131173"/>
                  </a:lnTo>
                  <a:lnTo>
                    <a:pt x="179481" y="134357"/>
                  </a:lnTo>
                  <a:lnTo>
                    <a:pt x="177104" y="138112"/>
                  </a:lnTo>
                  <a:lnTo>
                    <a:pt x="176582" y="141924"/>
                  </a:lnTo>
                  <a:lnTo>
                    <a:pt x="180450" y="147267"/>
                  </a:lnTo>
                  <a:lnTo>
                    <a:pt x="176656" y="148711"/>
                  </a:lnTo>
                  <a:lnTo>
                    <a:pt x="174960" y="151913"/>
                  </a:lnTo>
                  <a:lnTo>
                    <a:pt x="181705" y="157813"/>
                  </a:lnTo>
                  <a:lnTo>
                    <a:pt x="183496" y="162912"/>
                  </a:lnTo>
                  <a:lnTo>
                    <a:pt x="186533" y="166135"/>
                  </a:lnTo>
                  <a:lnTo>
                    <a:pt x="191953" y="168961"/>
                  </a:lnTo>
                  <a:lnTo>
                    <a:pt x="194405" y="170273"/>
                  </a:lnTo>
                  <a:lnTo>
                    <a:pt x="195646" y="174643"/>
                  </a:lnTo>
                  <a:lnTo>
                    <a:pt x="197165" y="178087"/>
                  </a:lnTo>
                  <a:lnTo>
                    <a:pt x="200292" y="182607"/>
                  </a:lnTo>
                  <a:lnTo>
                    <a:pt x="203117" y="189405"/>
                  </a:lnTo>
                  <a:lnTo>
                    <a:pt x="205363" y="193343"/>
                  </a:lnTo>
                  <a:lnTo>
                    <a:pt x="206836" y="198151"/>
                  </a:lnTo>
                  <a:lnTo>
                    <a:pt x="210304" y="202272"/>
                  </a:lnTo>
                  <a:lnTo>
                    <a:pt x="211985" y="204266"/>
                  </a:lnTo>
                  <a:lnTo>
                    <a:pt x="210294" y="208084"/>
                  </a:lnTo>
                  <a:lnTo>
                    <a:pt x="213046" y="213634"/>
                  </a:lnTo>
                  <a:lnTo>
                    <a:pt x="217820" y="217491"/>
                  </a:lnTo>
                  <a:lnTo>
                    <a:pt x="218513" y="221191"/>
                  </a:lnTo>
                  <a:lnTo>
                    <a:pt x="222543" y="221818"/>
                  </a:lnTo>
                  <a:lnTo>
                    <a:pt x="223711" y="222786"/>
                  </a:lnTo>
                  <a:lnTo>
                    <a:pt x="226354" y="224971"/>
                  </a:lnTo>
                  <a:lnTo>
                    <a:pt x="225779" y="229762"/>
                  </a:lnTo>
                  <a:lnTo>
                    <a:pt x="227477" y="230577"/>
                  </a:lnTo>
                  <a:lnTo>
                    <a:pt x="229928" y="231750"/>
                  </a:lnTo>
                  <a:lnTo>
                    <a:pt x="235547" y="232353"/>
                  </a:lnTo>
                  <a:lnTo>
                    <a:pt x="241314" y="231635"/>
                  </a:lnTo>
                  <a:lnTo>
                    <a:pt x="242568" y="233095"/>
                  </a:lnTo>
                  <a:lnTo>
                    <a:pt x="243325" y="233974"/>
                  </a:lnTo>
                  <a:lnTo>
                    <a:pt x="241604" y="239846"/>
                  </a:lnTo>
                  <a:lnTo>
                    <a:pt x="239305" y="245656"/>
                  </a:lnTo>
                  <a:lnTo>
                    <a:pt x="236121" y="245921"/>
                  </a:lnTo>
                  <a:lnTo>
                    <a:pt x="235827" y="253636"/>
                  </a:lnTo>
                  <a:lnTo>
                    <a:pt x="233204" y="255365"/>
                  </a:lnTo>
                  <a:lnTo>
                    <a:pt x="231448" y="261871"/>
                  </a:lnTo>
                  <a:lnTo>
                    <a:pt x="230292" y="264964"/>
                  </a:lnTo>
                  <a:lnTo>
                    <a:pt x="229208" y="268045"/>
                  </a:lnTo>
                  <a:lnTo>
                    <a:pt x="228439" y="273554"/>
                  </a:lnTo>
                  <a:lnTo>
                    <a:pt x="224252" y="273344"/>
                  </a:lnTo>
                  <a:lnTo>
                    <a:pt x="223186" y="276944"/>
                  </a:lnTo>
                  <a:lnTo>
                    <a:pt x="226384" y="280049"/>
                  </a:lnTo>
                  <a:lnTo>
                    <a:pt x="224125" y="285607"/>
                  </a:lnTo>
                  <a:lnTo>
                    <a:pt x="225792" y="289655"/>
                  </a:lnTo>
                  <a:lnTo>
                    <a:pt x="227690" y="292410"/>
                  </a:lnTo>
                  <a:lnTo>
                    <a:pt x="226253" y="296620"/>
                  </a:lnTo>
                  <a:lnTo>
                    <a:pt x="227284" y="299412"/>
                  </a:lnTo>
                  <a:lnTo>
                    <a:pt x="224785" y="301368"/>
                  </a:lnTo>
                  <a:lnTo>
                    <a:pt x="218847" y="302018"/>
                  </a:lnTo>
                  <a:lnTo>
                    <a:pt x="215245" y="306372"/>
                  </a:lnTo>
                  <a:lnTo>
                    <a:pt x="217783" y="312001"/>
                  </a:lnTo>
                  <a:lnTo>
                    <a:pt x="217258" y="316657"/>
                  </a:lnTo>
                  <a:lnTo>
                    <a:pt x="214800" y="317854"/>
                  </a:lnTo>
                  <a:lnTo>
                    <a:pt x="213966" y="321616"/>
                  </a:lnTo>
                  <a:lnTo>
                    <a:pt x="214489" y="323635"/>
                  </a:lnTo>
                  <a:lnTo>
                    <a:pt x="215125" y="326086"/>
                  </a:lnTo>
                  <a:lnTo>
                    <a:pt x="217866" y="327948"/>
                  </a:lnTo>
                  <a:lnTo>
                    <a:pt x="222373" y="333348"/>
                  </a:lnTo>
                  <a:lnTo>
                    <a:pt x="227562" y="335365"/>
                  </a:lnTo>
                  <a:lnTo>
                    <a:pt x="230096" y="330709"/>
                  </a:lnTo>
                  <a:lnTo>
                    <a:pt x="234148" y="330743"/>
                  </a:lnTo>
                  <a:lnTo>
                    <a:pt x="241260" y="326787"/>
                  </a:lnTo>
                  <a:lnTo>
                    <a:pt x="246122" y="323180"/>
                  </a:lnTo>
                  <a:lnTo>
                    <a:pt x="246725" y="319525"/>
                  </a:lnTo>
                  <a:lnTo>
                    <a:pt x="249439" y="319601"/>
                  </a:lnTo>
                  <a:lnTo>
                    <a:pt x="250560" y="321410"/>
                  </a:lnTo>
                  <a:lnTo>
                    <a:pt x="252949" y="325257"/>
                  </a:lnTo>
                  <a:lnTo>
                    <a:pt x="254893" y="327427"/>
                  </a:lnTo>
                  <a:lnTo>
                    <a:pt x="257859" y="329863"/>
                  </a:lnTo>
                  <a:lnTo>
                    <a:pt x="256908" y="336747"/>
                  </a:lnTo>
                  <a:lnTo>
                    <a:pt x="258857" y="340870"/>
                  </a:lnTo>
                  <a:lnTo>
                    <a:pt x="257862" y="345427"/>
                  </a:lnTo>
                  <a:lnTo>
                    <a:pt x="259096" y="349448"/>
                  </a:lnTo>
                  <a:lnTo>
                    <a:pt x="258013" y="354596"/>
                  </a:lnTo>
                  <a:lnTo>
                    <a:pt x="261849" y="363333"/>
                  </a:lnTo>
                  <a:lnTo>
                    <a:pt x="264857" y="373328"/>
                  </a:lnTo>
                  <a:lnTo>
                    <a:pt x="268319" y="376458"/>
                  </a:lnTo>
                  <a:lnTo>
                    <a:pt x="271304" y="380587"/>
                  </a:lnTo>
                  <a:lnTo>
                    <a:pt x="271412" y="385266"/>
                  </a:lnTo>
                  <a:lnTo>
                    <a:pt x="269954" y="389782"/>
                  </a:lnTo>
                  <a:lnTo>
                    <a:pt x="267773" y="393221"/>
                  </a:lnTo>
                  <a:lnTo>
                    <a:pt x="269969" y="399675"/>
                  </a:lnTo>
                  <a:lnTo>
                    <a:pt x="272619" y="400809"/>
                  </a:lnTo>
                  <a:lnTo>
                    <a:pt x="276725" y="404692"/>
                  </a:lnTo>
                  <a:lnTo>
                    <a:pt x="280388" y="403165"/>
                  </a:lnTo>
                  <a:lnTo>
                    <a:pt x="286641" y="409383"/>
                  </a:lnTo>
                  <a:lnTo>
                    <a:pt x="287700" y="414558"/>
                  </a:lnTo>
                  <a:lnTo>
                    <a:pt x="289763" y="421948"/>
                  </a:lnTo>
                  <a:lnTo>
                    <a:pt x="288314" y="426347"/>
                  </a:lnTo>
                  <a:lnTo>
                    <a:pt x="290823" y="432000"/>
                  </a:lnTo>
                  <a:lnTo>
                    <a:pt x="290171" y="436054"/>
                  </a:lnTo>
                  <a:lnTo>
                    <a:pt x="292834" y="441383"/>
                  </a:lnTo>
                  <a:lnTo>
                    <a:pt x="296605" y="445230"/>
                  </a:lnTo>
                  <a:lnTo>
                    <a:pt x="300333" y="443613"/>
                  </a:lnTo>
                  <a:lnTo>
                    <a:pt x="300667" y="443468"/>
                  </a:lnTo>
                  <a:lnTo>
                    <a:pt x="300761" y="440365"/>
                  </a:lnTo>
                  <a:lnTo>
                    <a:pt x="307268" y="436358"/>
                  </a:lnTo>
                  <a:lnTo>
                    <a:pt x="308999" y="436289"/>
                  </a:lnTo>
                  <a:lnTo>
                    <a:pt x="315356" y="438361"/>
                  </a:lnTo>
                  <a:lnTo>
                    <a:pt x="323130" y="440555"/>
                  </a:lnTo>
                  <a:lnTo>
                    <a:pt x="327991" y="444151"/>
                  </a:lnTo>
                  <a:lnTo>
                    <a:pt x="330816" y="437404"/>
                  </a:lnTo>
                  <a:lnTo>
                    <a:pt x="335816" y="434651"/>
                  </a:lnTo>
                  <a:lnTo>
                    <a:pt x="339456" y="437425"/>
                  </a:lnTo>
                  <a:lnTo>
                    <a:pt x="345208" y="439630"/>
                  </a:lnTo>
                  <a:lnTo>
                    <a:pt x="350929" y="439675"/>
                  </a:lnTo>
                  <a:lnTo>
                    <a:pt x="361344" y="438889"/>
                  </a:lnTo>
                  <a:lnTo>
                    <a:pt x="364536" y="444005"/>
                  </a:lnTo>
                  <a:lnTo>
                    <a:pt x="371538" y="440727"/>
                  </a:lnTo>
                  <a:lnTo>
                    <a:pt x="376867" y="441774"/>
                  </a:lnTo>
                  <a:lnTo>
                    <a:pt x="380190" y="442424"/>
                  </a:lnTo>
                  <a:lnTo>
                    <a:pt x="383225" y="440401"/>
                  </a:lnTo>
                  <a:lnTo>
                    <a:pt x="387512" y="432461"/>
                  </a:lnTo>
                  <a:lnTo>
                    <a:pt x="388444" y="431147"/>
                  </a:lnTo>
                  <a:lnTo>
                    <a:pt x="389867" y="429141"/>
                  </a:lnTo>
                  <a:lnTo>
                    <a:pt x="393597" y="426604"/>
                  </a:lnTo>
                  <a:lnTo>
                    <a:pt x="394032" y="427014"/>
                  </a:lnTo>
                  <a:lnTo>
                    <a:pt x="396993" y="429803"/>
                  </a:lnTo>
                  <a:lnTo>
                    <a:pt x="399689" y="435166"/>
                  </a:lnTo>
                  <a:lnTo>
                    <a:pt x="401892" y="439454"/>
                  </a:lnTo>
                  <a:lnTo>
                    <a:pt x="402717" y="443799"/>
                  </a:lnTo>
                  <a:lnTo>
                    <a:pt x="405810" y="447772"/>
                  </a:lnTo>
                  <a:lnTo>
                    <a:pt x="406598" y="451611"/>
                  </a:lnTo>
                  <a:lnTo>
                    <a:pt x="410917" y="453943"/>
                  </a:lnTo>
                  <a:lnTo>
                    <a:pt x="409732" y="462568"/>
                  </a:lnTo>
                  <a:lnTo>
                    <a:pt x="406703" y="485205"/>
                  </a:lnTo>
                  <a:lnTo>
                    <a:pt x="405232" y="496649"/>
                  </a:lnTo>
                  <a:lnTo>
                    <a:pt x="404394" y="503185"/>
                  </a:lnTo>
                  <a:lnTo>
                    <a:pt x="401830" y="522378"/>
                  </a:lnTo>
                  <a:lnTo>
                    <a:pt x="399691" y="538639"/>
                  </a:lnTo>
                  <a:lnTo>
                    <a:pt x="397574" y="554773"/>
                  </a:lnTo>
                  <a:lnTo>
                    <a:pt x="394771" y="575954"/>
                  </a:lnTo>
                  <a:lnTo>
                    <a:pt x="394161" y="580563"/>
                  </a:lnTo>
                  <a:lnTo>
                    <a:pt x="393529" y="585346"/>
                  </a:lnTo>
                  <a:lnTo>
                    <a:pt x="390752" y="606394"/>
                  </a:lnTo>
                  <a:lnTo>
                    <a:pt x="388216" y="624539"/>
                  </a:lnTo>
                  <a:lnTo>
                    <a:pt x="386221" y="638840"/>
                  </a:lnTo>
                  <a:lnTo>
                    <a:pt x="382252" y="669115"/>
                  </a:lnTo>
                  <a:lnTo>
                    <a:pt x="361166" y="666266"/>
                  </a:lnTo>
                  <a:lnTo>
                    <a:pt x="354895" y="665486"/>
                  </a:lnTo>
                  <a:lnTo>
                    <a:pt x="352551" y="665159"/>
                  </a:lnTo>
                  <a:lnTo>
                    <a:pt x="336920" y="662952"/>
                  </a:lnTo>
                  <a:lnTo>
                    <a:pt x="313841" y="659713"/>
                  </a:lnTo>
                  <a:lnTo>
                    <a:pt x="310665" y="659142"/>
                  </a:lnTo>
                  <a:lnTo>
                    <a:pt x="303902" y="657918"/>
                  </a:lnTo>
                  <a:lnTo>
                    <a:pt x="279301" y="654199"/>
                  </a:lnTo>
                  <a:lnTo>
                    <a:pt x="256645" y="650797"/>
                  </a:lnTo>
                  <a:lnTo>
                    <a:pt x="240701" y="648392"/>
                  </a:lnTo>
                  <a:lnTo>
                    <a:pt x="224814" y="646024"/>
                  </a:lnTo>
                  <a:lnTo>
                    <a:pt x="204172" y="642959"/>
                  </a:lnTo>
                  <a:lnTo>
                    <a:pt x="189932" y="640046"/>
                  </a:lnTo>
                  <a:lnTo>
                    <a:pt x="174589" y="637311"/>
                  </a:lnTo>
                  <a:lnTo>
                    <a:pt x="154381" y="633670"/>
                  </a:lnTo>
                  <a:lnTo>
                    <a:pt x="135257" y="629690"/>
                  </a:lnTo>
                  <a:lnTo>
                    <a:pt x="126379" y="628155"/>
                  </a:lnTo>
                  <a:lnTo>
                    <a:pt x="108760" y="625063"/>
                  </a:lnTo>
                  <a:lnTo>
                    <a:pt x="88908" y="621130"/>
                  </a:lnTo>
                  <a:lnTo>
                    <a:pt x="73353" y="618143"/>
                  </a:lnTo>
                  <a:lnTo>
                    <a:pt x="43955" y="612207"/>
                  </a:lnTo>
                  <a:lnTo>
                    <a:pt x="25341" y="608378"/>
                  </a:lnTo>
                  <a:lnTo>
                    <a:pt x="505" y="602948"/>
                  </a:lnTo>
                  <a:lnTo>
                    <a:pt x="0" y="602836"/>
                  </a:lnTo>
                  <a:lnTo>
                    <a:pt x="6669" y="570173"/>
                  </a:lnTo>
                  <a:lnTo>
                    <a:pt x="14308" y="533192"/>
                  </a:lnTo>
                  <a:lnTo>
                    <a:pt x="18168" y="514417"/>
                  </a:lnTo>
                  <a:lnTo>
                    <a:pt x="28395" y="465193"/>
                  </a:lnTo>
                  <a:lnTo>
                    <a:pt x="29989" y="457946"/>
                  </a:lnTo>
                  <a:lnTo>
                    <a:pt x="32707" y="445602"/>
                  </a:lnTo>
                  <a:lnTo>
                    <a:pt x="36080" y="441156"/>
                  </a:lnTo>
                  <a:lnTo>
                    <a:pt x="36924" y="440043"/>
                  </a:lnTo>
                  <a:lnTo>
                    <a:pt x="39490" y="432722"/>
                  </a:lnTo>
                  <a:lnTo>
                    <a:pt x="41709" y="429013"/>
                  </a:lnTo>
                  <a:lnTo>
                    <a:pt x="40268" y="423663"/>
                  </a:lnTo>
                  <a:lnTo>
                    <a:pt x="46347" y="418899"/>
                  </a:lnTo>
                  <a:lnTo>
                    <a:pt x="46494" y="418784"/>
                  </a:lnTo>
                  <a:lnTo>
                    <a:pt x="46530" y="416525"/>
                  </a:lnTo>
                  <a:lnTo>
                    <a:pt x="42960" y="414443"/>
                  </a:lnTo>
                  <a:lnTo>
                    <a:pt x="43317" y="410778"/>
                  </a:lnTo>
                  <a:lnTo>
                    <a:pt x="38010" y="409499"/>
                  </a:lnTo>
                  <a:lnTo>
                    <a:pt x="34982" y="405211"/>
                  </a:lnTo>
                  <a:lnTo>
                    <a:pt x="31633" y="406172"/>
                  </a:lnTo>
                  <a:lnTo>
                    <a:pt x="29330" y="403017"/>
                  </a:lnTo>
                  <a:lnTo>
                    <a:pt x="29782" y="402386"/>
                  </a:lnTo>
                  <a:lnTo>
                    <a:pt x="31579" y="399875"/>
                  </a:lnTo>
                  <a:lnTo>
                    <a:pt x="30654" y="39683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37059" y="3293376"/>
              <a:ext cx="283831" cy="491504"/>
            </a:xfrm>
            <a:custGeom>
              <a:avLst/>
              <a:pathLst>
                <a:path w="283831" h="491504">
                  <a:moveTo>
                    <a:pt x="123" y="230139"/>
                  </a:moveTo>
                  <a:lnTo>
                    <a:pt x="325" y="225840"/>
                  </a:lnTo>
                  <a:lnTo>
                    <a:pt x="412" y="223961"/>
                  </a:lnTo>
                  <a:lnTo>
                    <a:pt x="1503" y="219223"/>
                  </a:lnTo>
                  <a:lnTo>
                    <a:pt x="4353" y="214005"/>
                  </a:lnTo>
                  <a:lnTo>
                    <a:pt x="7255" y="211864"/>
                  </a:lnTo>
                  <a:lnTo>
                    <a:pt x="6328" y="207290"/>
                  </a:lnTo>
                  <a:lnTo>
                    <a:pt x="6614" y="202115"/>
                  </a:lnTo>
                  <a:lnTo>
                    <a:pt x="4642" y="200201"/>
                  </a:lnTo>
                  <a:lnTo>
                    <a:pt x="5559" y="195870"/>
                  </a:lnTo>
                  <a:lnTo>
                    <a:pt x="7571" y="192935"/>
                  </a:lnTo>
                  <a:lnTo>
                    <a:pt x="13421" y="190119"/>
                  </a:lnTo>
                  <a:lnTo>
                    <a:pt x="17545" y="189702"/>
                  </a:lnTo>
                  <a:lnTo>
                    <a:pt x="21501" y="186219"/>
                  </a:lnTo>
                  <a:lnTo>
                    <a:pt x="21431" y="183867"/>
                  </a:lnTo>
                  <a:lnTo>
                    <a:pt x="21363" y="181614"/>
                  </a:lnTo>
                  <a:lnTo>
                    <a:pt x="22453" y="176686"/>
                  </a:lnTo>
                  <a:lnTo>
                    <a:pt x="21992" y="173088"/>
                  </a:lnTo>
                  <a:lnTo>
                    <a:pt x="24743" y="168619"/>
                  </a:lnTo>
                  <a:lnTo>
                    <a:pt x="28235" y="164374"/>
                  </a:lnTo>
                  <a:lnTo>
                    <a:pt x="30032" y="160479"/>
                  </a:lnTo>
                  <a:lnTo>
                    <a:pt x="29882" y="154741"/>
                  </a:lnTo>
                  <a:lnTo>
                    <a:pt x="28982" y="150377"/>
                  </a:lnTo>
                  <a:lnTo>
                    <a:pt x="28931" y="150131"/>
                  </a:lnTo>
                  <a:lnTo>
                    <a:pt x="28249" y="146823"/>
                  </a:lnTo>
                  <a:lnTo>
                    <a:pt x="25109" y="142627"/>
                  </a:lnTo>
                  <a:lnTo>
                    <a:pt x="22218" y="142629"/>
                  </a:lnTo>
                  <a:lnTo>
                    <a:pt x="19162" y="138703"/>
                  </a:lnTo>
                  <a:lnTo>
                    <a:pt x="16694" y="135832"/>
                  </a:lnTo>
                  <a:lnTo>
                    <a:pt x="18544" y="128195"/>
                  </a:lnTo>
                  <a:lnTo>
                    <a:pt x="18661" y="127712"/>
                  </a:lnTo>
                  <a:lnTo>
                    <a:pt x="18815" y="125098"/>
                  </a:lnTo>
                  <a:lnTo>
                    <a:pt x="20745" y="120078"/>
                  </a:lnTo>
                  <a:lnTo>
                    <a:pt x="24673" y="119077"/>
                  </a:lnTo>
                  <a:lnTo>
                    <a:pt x="27500" y="119398"/>
                  </a:lnTo>
                  <a:lnTo>
                    <a:pt x="30983" y="116773"/>
                  </a:lnTo>
                  <a:lnTo>
                    <a:pt x="36220" y="115773"/>
                  </a:lnTo>
                  <a:lnTo>
                    <a:pt x="41750" y="114983"/>
                  </a:lnTo>
                  <a:lnTo>
                    <a:pt x="46841" y="111727"/>
                  </a:lnTo>
                  <a:lnTo>
                    <a:pt x="49624" y="108644"/>
                  </a:lnTo>
                  <a:lnTo>
                    <a:pt x="53368" y="107927"/>
                  </a:lnTo>
                  <a:lnTo>
                    <a:pt x="56694" y="107187"/>
                  </a:lnTo>
                  <a:lnTo>
                    <a:pt x="59272" y="103406"/>
                  </a:lnTo>
                  <a:lnTo>
                    <a:pt x="62468" y="101554"/>
                  </a:lnTo>
                  <a:lnTo>
                    <a:pt x="63877" y="99710"/>
                  </a:lnTo>
                  <a:lnTo>
                    <a:pt x="63402" y="93945"/>
                  </a:lnTo>
                  <a:lnTo>
                    <a:pt x="64530" y="91135"/>
                  </a:lnTo>
                  <a:lnTo>
                    <a:pt x="64376" y="88176"/>
                  </a:lnTo>
                  <a:lnTo>
                    <a:pt x="64313" y="86975"/>
                  </a:lnTo>
                  <a:lnTo>
                    <a:pt x="67958" y="83219"/>
                  </a:lnTo>
                  <a:lnTo>
                    <a:pt x="68334" y="82912"/>
                  </a:lnTo>
                  <a:lnTo>
                    <a:pt x="72036" y="79887"/>
                  </a:lnTo>
                  <a:lnTo>
                    <a:pt x="71655" y="77046"/>
                  </a:lnTo>
                  <a:lnTo>
                    <a:pt x="72313" y="73509"/>
                  </a:lnTo>
                  <a:lnTo>
                    <a:pt x="72291" y="69441"/>
                  </a:lnTo>
                  <a:lnTo>
                    <a:pt x="72286" y="68705"/>
                  </a:lnTo>
                  <a:lnTo>
                    <a:pt x="72748" y="63540"/>
                  </a:lnTo>
                  <a:lnTo>
                    <a:pt x="71138" y="60457"/>
                  </a:lnTo>
                  <a:lnTo>
                    <a:pt x="70821" y="59848"/>
                  </a:lnTo>
                  <a:lnTo>
                    <a:pt x="70294" y="54082"/>
                  </a:lnTo>
                  <a:lnTo>
                    <a:pt x="66878" y="50718"/>
                  </a:lnTo>
                  <a:lnTo>
                    <a:pt x="62651" y="48981"/>
                  </a:lnTo>
                  <a:lnTo>
                    <a:pt x="59491" y="47660"/>
                  </a:lnTo>
                  <a:lnTo>
                    <a:pt x="57913" y="46999"/>
                  </a:lnTo>
                  <a:lnTo>
                    <a:pt x="53532" y="44339"/>
                  </a:lnTo>
                  <a:lnTo>
                    <a:pt x="51200" y="41174"/>
                  </a:lnTo>
                  <a:lnTo>
                    <a:pt x="51668" y="37434"/>
                  </a:lnTo>
                  <a:lnTo>
                    <a:pt x="49423" y="34421"/>
                  </a:lnTo>
                  <a:lnTo>
                    <a:pt x="46738" y="32567"/>
                  </a:lnTo>
                  <a:lnTo>
                    <a:pt x="44397" y="30948"/>
                  </a:lnTo>
                  <a:lnTo>
                    <a:pt x="40982" y="28190"/>
                  </a:lnTo>
                  <a:lnTo>
                    <a:pt x="39282" y="27614"/>
                  </a:lnTo>
                  <a:lnTo>
                    <a:pt x="35432" y="25902"/>
                  </a:lnTo>
                  <a:lnTo>
                    <a:pt x="35324" y="22685"/>
                  </a:lnTo>
                  <a:lnTo>
                    <a:pt x="48523" y="21267"/>
                  </a:lnTo>
                  <a:lnTo>
                    <a:pt x="49203" y="21184"/>
                  </a:lnTo>
                  <a:lnTo>
                    <a:pt x="62209" y="19585"/>
                  </a:lnTo>
                  <a:lnTo>
                    <a:pt x="81222" y="17437"/>
                  </a:lnTo>
                  <a:lnTo>
                    <a:pt x="86918" y="16805"/>
                  </a:lnTo>
                  <a:lnTo>
                    <a:pt x="108982" y="14299"/>
                  </a:lnTo>
                  <a:lnTo>
                    <a:pt x="114863" y="13629"/>
                  </a:lnTo>
                  <a:lnTo>
                    <a:pt x="117145" y="13368"/>
                  </a:lnTo>
                  <a:lnTo>
                    <a:pt x="136252" y="11137"/>
                  </a:lnTo>
                  <a:lnTo>
                    <a:pt x="137824" y="10951"/>
                  </a:lnTo>
                  <a:lnTo>
                    <a:pt x="144382" y="10133"/>
                  </a:lnTo>
                  <a:lnTo>
                    <a:pt x="154858" y="8809"/>
                  </a:lnTo>
                  <a:lnTo>
                    <a:pt x="159284" y="8243"/>
                  </a:lnTo>
                  <a:lnTo>
                    <a:pt x="172065" y="6332"/>
                  </a:lnTo>
                  <a:lnTo>
                    <a:pt x="174316" y="6001"/>
                  </a:lnTo>
                  <a:lnTo>
                    <a:pt x="184959" y="4422"/>
                  </a:lnTo>
                  <a:lnTo>
                    <a:pt x="190555" y="3583"/>
                  </a:lnTo>
                  <a:lnTo>
                    <a:pt x="191674" y="3435"/>
                  </a:lnTo>
                  <a:lnTo>
                    <a:pt x="217152" y="0"/>
                  </a:lnTo>
                  <a:lnTo>
                    <a:pt x="217875" y="6223"/>
                  </a:lnTo>
                  <a:lnTo>
                    <a:pt x="217509" y="11521"/>
                  </a:lnTo>
                  <a:lnTo>
                    <a:pt x="217381" y="16874"/>
                  </a:lnTo>
                  <a:lnTo>
                    <a:pt x="217518" y="17187"/>
                  </a:lnTo>
                  <a:lnTo>
                    <a:pt x="220729" y="24535"/>
                  </a:lnTo>
                  <a:lnTo>
                    <a:pt x="220786" y="24665"/>
                  </a:lnTo>
                  <a:lnTo>
                    <a:pt x="224109" y="29117"/>
                  </a:lnTo>
                  <a:lnTo>
                    <a:pt x="225565" y="31056"/>
                  </a:lnTo>
                  <a:lnTo>
                    <a:pt x="229491" y="34555"/>
                  </a:lnTo>
                  <a:lnTo>
                    <a:pt x="230013" y="35020"/>
                  </a:lnTo>
                  <a:lnTo>
                    <a:pt x="231467" y="38937"/>
                  </a:lnTo>
                  <a:lnTo>
                    <a:pt x="234137" y="45137"/>
                  </a:lnTo>
                  <a:lnTo>
                    <a:pt x="235953" y="49350"/>
                  </a:lnTo>
                  <a:lnTo>
                    <a:pt x="236502" y="49860"/>
                  </a:lnTo>
                  <a:lnTo>
                    <a:pt x="236849" y="50181"/>
                  </a:lnTo>
                  <a:lnTo>
                    <a:pt x="236881" y="50963"/>
                  </a:lnTo>
                  <a:lnTo>
                    <a:pt x="236879" y="52167"/>
                  </a:lnTo>
                  <a:lnTo>
                    <a:pt x="237421" y="53694"/>
                  </a:lnTo>
                  <a:lnTo>
                    <a:pt x="237648" y="54332"/>
                  </a:lnTo>
                  <a:lnTo>
                    <a:pt x="239133" y="56618"/>
                  </a:lnTo>
                  <a:lnTo>
                    <a:pt x="241808" y="60732"/>
                  </a:lnTo>
                  <a:lnTo>
                    <a:pt x="243964" y="61982"/>
                  </a:lnTo>
                  <a:lnTo>
                    <a:pt x="244488" y="63431"/>
                  </a:lnTo>
                  <a:lnTo>
                    <a:pt x="244702" y="64023"/>
                  </a:lnTo>
                  <a:lnTo>
                    <a:pt x="244910" y="65382"/>
                  </a:lnTo>
                  <a:lnTo>
                    <a:pt x="247150" y="80905"/>
                  </a:lnTo>
                  <a:lnTo>
                    <a:pt x="247883" y="86075"/>
                  </a:lnTo>
                  <a:lnTo>
                    <a:pt x="250003" y="101050"/>
                  </a:lnTo>
                  <a:lnTo>
                    <a:pt x="251699" y="112512"/>
                  </a:lnTo>
                  <a:lnTo>
                    <a:pt x="253512" y="124781"/>
                  </a:lnTo>
                  <a:lnTo>
                    <a:pt x="253700" y="126040"/>
                  </a:lnTo>
                  <a:lnTo>
                    <a:pt x="255192" y="136003"/>
                  </a:lnTo>
                  <a:lnTo>
                    <a:pt x="257203" y="149790"/>
                  </a:lnTo>
                  <a:lnTo>
                    <a:pt x="259749" y="167293"/>
                  </a:lnTo>
                  <a:lnTo>
                    <a:pt x="260270" y="171137"/>
                  </a:lnTo>
                  <a:lnTo>
                    <a:pt x="260439" y="172385"/>
                  </a:lnTo>
                  <a:lnTo>
                    <a:pt x="263101" y="192064"/>
                  </a:lnTo>
                  <a:lnTo>
                    <a:pt x="264331" y="200989"/>
                  </a:lnTo>
                  <a:lnTo>
                    <a:pt x="265398" y="208749"/>
                  </a:lnTo>
                  <a:lnTo>
                    <a:pt x="265963" y="212854"/>
                  </a:lnTo>
                  <a:lnTo>
                    <a:pt x="267568" y="224024"/>
                  </a:lnTo>
                  <a:lnTo>
                    <a:pt x="270284" y="242973"/>
                  </a:lnTo>
                  <a:lnTo>
                    <a:pt x="271024" y="247970"/>
                  </a:lnTo>
                  <a:lnTo>
                    <a:pt x="272698" y="259270"/>
                  </a:lnTo>
                  <a:lnTo>
                    <a:pt x="272797" y="259942"/>
                  </a:lnTo>
                  <a:lnTo>
                    <a:pt x="274310" y="270494"/>
                  </a:lnTo>
                  <a:lnTo>
                    <a:pt x="271281" y="271623"/>
                  </a:lnTo>
                  <a:lnTo>
                    <a:pt x="270144" y="274229"/>
                  </a:lnTo>
                  <a:lnTo>
                    <a:pt x="271185" y="278821"/>
                  </a:lnTo>
                  <a:lnTo>
                    <a:pt x="271417" y="279844"/>
                  </a:lnTo>
                  <a:lnTo>
                    <a:pt x="272969" y="282833"/>
                  </a:lnTo>
                  <a:lnTo>
                    <a:pt x="269266" y="287330"/>
                  </a:lnTo>
                  <a:lnTo>
                    <a:pt x="269514" y="288084"/>
                  </a:lnTo>
                  <a:lnTo>
                    <a:pt x="271075" y="292817"/>
                  </a:lnTo>
                  <a:lnTo>
                    <a:pt x="275170" y="296149"/>
                  </a:lnTo>
                  <a:lnTo>
                    <a:pt x="275419" y="301051"/>
                  </a:lnTo>
                  <a:lnTo>
                    <a:pt x="279122" y="303123"/>
                  </a:lnTo>
                  <a:lnTo>
                    <a:pt x="280042" y="308683"/>
                  </a:lnTo>
                  <a:lnTo>
                    <a:pt x="279992" y="308846"/>
                  </a:lnTo>
                  <a:lnTo>
                    <a:pt x="279110" y="311670"/>
                  </a:lnTo>
                  <a:lnTo>
                    <a:pt x="280212" y="313554"/>
                  </a:lnTo>
                  <a:lnTo>
                    <a:pt x="281447" y="315666"/>
                  </a:lnTo>
                  <a:lnTo>
                    <a:pt x="283831" y="321408"/>
                  </a:lnTo>
                  <a:lnTo>
                    <a:pt x="281676" y="328846"/>
                  </a:lnTo>
                  <a:lnTo>
                    <a:pt x="277104" y="332918"/>
                  </a:lnTo>
                  <a:lnTo>
                    <a:pt x="276535" y="337524"/>
                  </a:lnTo>
                  <a:lnTo>
                    <a:pt x="276084" y="339532"/>
                  </a:lnTo>
                  <a:lnTo>
                    <a:pt x="275558" y="341876"/>
                  </a:lnTo>
                  <a:lnTo>
                    <a:pt x="276358" y="344343"/>
                  </a:lnTo>
                  <a:lnTo>
                    <a:pt x="272690" y="347732"/>
                  </a:lnTo>
                  <a:lnTo>
                    <a:pt x="271396" y="351852"/>
                  </a:lnTo>
                  <a:lnTo>
                    <a:pt x="270915" y="353407"/>
                  </a:lnTo>
                  <a:lnTo>
                    <a:pt x="269533" y="357867"/>
                  </a:lnTo>
                  <a:lnTo>
                    <a:pt x="266766" y="363914"/>
                  </a:lnTo>
                  <a:lnTo>
                    <a:pt x="262021" y="368037"/>
                  </a:lnTo>
                  <a:lnTo>
                    <a:pt x="258281" y="371348"/>
                  </a:lnTo>
                  <a:lnTo>
                    <a:pt x="258281" y="371979"/>
                  </a:lnTo>
                  <a:lnTo>
                    <a:pt x="258282" y="374852"/>
                  </a:lnTo>
                  <a:lnTo>
                    <a:pt x="262117" y="378358"/>
                  </a:lnTo>
                  <a:lnTo>
                    <a:pt x="260363" y="383211"/>
                  </a:lnTo>
                  <a:lnTo>
                    <a:pt x="259076" y="387338"/>
                  </a:lnTo>
                  <a:lnTo>
                    <a:pt x="256494" y="389916"/>
                  </a:lnTo>
                  <a:lnTo>
                    <a:pt x="258300" y="395778"/>
                  </a:lnTo>
                  <a:lnTo>
                    <a:pt x="257439" y="402085"/>
                  </a:lnTo>
                  <a:lnTo>
                    <a:pt x="256459" y="404448"/>
                  </a:lnTo>
                  <a:lnTo>
                    <a:pt x="256043" y="405450"/>
                  </a:lnTo>
                  <a:lnTo>
                    <a:pt x="259399" y="409998"/>
                  </a:lnTo>
                  <a:lnTo>
                    <a:pt x="257897" y="415228"/>
                  </a:lnTo>
                  <a:lnTo>
                    <a:pt x="253436" y="419896"/>
                  </a:lnTo>
                  <a:lnTo>
                    <a:pt x="252028" y="423887"/>
                  </a:lnTo>
                  <a:lnTo>
                    <a:pt x="254838" y="430483"/>
                  </a:lnTo>
                  <a:lnTo>
                    <a:pt x="254920" y="430676"/>
                  </a:lnTo>
                  <a:lnTo>
                    <a:pt x="259513" y="433924"/>
                  </a:lnTo>
                  <a:lnTo>
                    <a:pt x="260211" y="436010"/>
                  </a:lnTo>
                  <a:lnTo>
                    <a:pt x="260672" y="437386"/>
                  </a:lnTo>
                  <a:lnTo>
                    <a:pt x="254393" y="440138"/>
                  </a:lnTo>
                  <a:lnTo>
                    <a:pt x="245979" y="442603"/>
                  </a:lnTo>
                  <a:lnTo>
                    <a:pt x="241229" y="447495"/>
                  </a:lnTo>
                  <a:lnTo>
                    <a:pt x="237071" y="446625"/>
                  </a:lnTo>
                  <a:lnTo>
                    <a:pt x="236893" y="446588"/>
                  </a:lnTo>
                  <a:lnTo>
                    <a:pt x="233876" y="448905"/>
                  </a:lnTo>
                  <a:lnTo>
                    <a:pt x="233103" y="454404"/>
                  </a:lnTo>
                  <a:lnTo>
                    <a:pt x="231733" y="458896"/>
                  </a:lnTo>
                  <a:lnTo>
                    <a:pt x="235485" y="464637"/>
                  </a:lnTo>
                  <a:lnTo>
                    <a:pt x="239518" y="470289"/>
                  </a:lnTo>
                  <a:lnTo>
                    <a:pt x="238719" y="474937"/>
                  </a:lnTo>
                  <a:lnTo>
                    <a:pt x="236875" y="477880"/>
                  </a:lnTo>
                  <a:lnTo>
                    <a:pt x="236345" y="477966"/>
                  </a:lnTo>
                  <a:lnTo>
                    <a:pt x="235884" y="478041"/>
                  </a:lnTo>
                  <a:lnTo>
                    <a:pt x="233046" y="478501"/>
                  </a:lnTo>
                  <a:lnTo>
                    <a:pt x="230818" y="477322"/>
                  </a:lnTo>
                  <a:lnTo>
                    <a:pt x="227013" y="475304"/>
                  </a:lnTo>
                  <a:lnTo>
                    <a:pt x="220988" y="473615"/>
                  </a:lnTo>
                  <a:lnTo>
                    <a:pt x="216751" y="472993"/>
                  </a:lnTo>
                  <a:lnTo>
                    <a:pt x="210625" y="470127"/>
                  </a:lnTo>
                  <a:lnTo>
                    <a:pt x="203881" y="468390"/>
                  </a:lnTo>
                  <a:lnTo>
                    <a:pt x="203480" y="468341"/>
                  </a:lnTo>
                  <a:lnTo>
                    <a:pt x="198847" y="469231"/>
                  </a:lnTo>
                  <a:lnTo>
                    <a:pt x="195277" y="472851"/>
                  </a:lnTo>
                  <a:lnTo>
                    <a:pt x="192942" y="477380"/>
                  </a:lnTo>
                  <a:lnTo>
                    <a:pt x="188857" y="483809"/>
                  </a:lnTo>
                  <a:lnTo>
                    <a:pt x="188981" y="483979"/>
                  </a:lnTo>
                  <a:lnTo>
                    <a:pt x="192165" y="488350"/>
                  </a:lnTo>
                  <a:lnTo>
                    <a:pt x="192263" y="491504"/>
                  </a:lnTo>
                  <a:lnTo>
                    <a:pt x="187869" y="491395"/>
                  </a:lnTo>
                  <a:lnTo>
                    <a:pt x="183258" y="489720"/>
                  </a:lnTo>
                  <a:lnTo>
                    <a:pt x="179611" y="489003"/>
                  </a:lnTo>
                  <a:lnTo>
                    <a:pt x="175909" y="488271"/>
                  </a:lnTo>
                  <a:lnTo>
                    <a:pt x="173572" y="483215"/>
                  </a:lnTo>
                  <a:lnTo>
                    <a:pt x="167718" y="476470"/>
                  </a:lnTo>
                  <a:lnTo>
                    <a:pt x="166055" y="470922"/>
                  </a:lnTo>
                  <a:lnTo>
                    <a:pt x="165122" y="470370"/>
                  </a:lnTo>
                  <a:lnTo>
                    <a:pt x="162546" y="468844"/>
                  </a:lnTo>
                  <a:lnTo>
                    <a:pt x="163623" y="464924"/>
                  </a:lnTo>
                  <a:lnTo>
                    <a:pt x="164957" y="463898"/>
                  </a:lnTo>
                  <a:lnTo>
                    <a:pt x="167932" y="461609"/>
                  </a:lnTo>
                  <a:lnTo>
                    <a:pt x="167561" y="457126"/>
                  </a:lnTo>
                  <a:lnTo>
                    <a:pt x="163832" y="452390"/>
                  </a:lnTo>
                  <a:lnTo>
                    <a:pt x="160343" y="447240"/>
                  </a:lnTo>
                  <a:lnTo>
                    <a:pt x="160777" y="444618"/>
                  </a:lnTo>
                  <a:lnTo>
                    <a:pt x="160943" y="443618"/>
                  </a:lnTo>
                  <a:lnTo>
                    <a:pt x="161094" y="442704"/>
                  </a:lnTo>
                  <a:lnTo>
                    <a:pt x="159773" y="438904"/>
                  </a:lnTo>
                  <a:lnTo>
                    <a:pt x="157984" y="432824"/>
                  </a:lnTo>
                  <a:lnTo>
                    <a:pt x="152939" y="431065"/>
                  </a:lnTo>
                  <a:lnTo>
                    <a:pt x="147302" y="428601"/>
                  </a:lnTo>
                  <a:lnTo>
                    <a:pt x="145607" y="425550"/>
                  </a:lnTo>
                  <a:lnTo>
                    <a:pt x="144786" y="424072"/>
                  </a:lnTo>
                  <a:lnTo>
                    <a:pt x="138507" y="421251"/>
                  </a:lnTo>
                  <a:lnTo>
                    <a:pt x="133283" y="417578"/>
                  </a:lnTo>
                  <a:lnTo>
                    <a:pt x="128660" y="421081"/>
                  </a:lnTo>
                  <a:lnTo>
                    <a:pt x="127887" y="420343"/>
                  </a:lnTo>
                  <a:lnTo>
                    <a:pt x="124679" y="417280"/>
                  </a:lnTo>
                  <a:lnTo>
                    <a:pt x="125538" y="412992"/>
                  </a:lnTo>
                  <a:lnTo>
                    <a:pt x="121839" y="413127"/>
                  </a:lnTo>
                  <a:lnTo>
                    <a:pt x="116419" y="409786"/>
                  </a:lnTo>
                  <a:lnTo>
                    <a:pt x="112991" y="407095"/>
                  </a:lnTo>
                  <a:lnTo>
                    <a:pt x="107301" y="404524"/>
                  </a:lnTo>
                  <a:lnTo>
                    <a:pt x="106219" y="404034"/>
                  </a:lnTo>
                  <a:lnTo>
                    <a:pt x="103568" y="401400"/>
                  </a:lnTo>
                  <a:lnTo>
                    <a:pt x="98292" y="397272"/>
                  </a:lnTo>
                  <a:lnTo>
                    <a:pt x="94929" y="392834"/>
                  </a:lnTo>
                  <a:lnTo>
                    <a:pt x="93518" y="385326"/>
                  </a:lnTo>
                  <a:lnTo>
                    <a:pt x="94557" y="380420"/>
                  </a:lnTo>
                  <a:lnTo>
                    <a:pt x="95115" y="379519"/>
                  </a:lnTo>
                  <a:lnTo>
                    <a:pt x="98132" y="374636"/>
                  </a:lnTo>
                  <a:lnTo>
                    <a:pt x="98772" y="369480"/>
                  </a:lnTo>
                  <a:lnTo>
                    <a:pt x="99254" y="367464"/>
                  </a:lnTo>
                  <a:lnTo>
                    <a:pt x="99527" y="366320"/>
                  </a:lnTo>
                  <a:lnTo>
                    <a:pt x="99828" y="365059"/>
                  </a:lnTo>
                  <a:lnTo>
                    <a:pt x="103563" y="358724"/>
                  </a:lnTo>
                  <a:lnTo>
                    <a:pt x="103308" y="354479"/>
                  </a:lnTo>
                  <a:lnTo>
                    <a:pt x="102099" y="352192"/>
                  </a:lnTo>
                  <a:lnTo>
                    <a:pt x="100728" y="348958"/>
                  </a:lnTo>
                  <a:lnTo>
                    <a:pt x="103226" y="344550"/>
                  </a:lnTo>
                  <a:lnTo>
                    <a:pt x="106204" y="341273"/>
                  </a:lnTo>
                  <a:lnTo>
                    <a:pt x="106074" y="337445"/>
                  </a:lnTo>
                  <a:lnTo>
                    <a:pt x="100400" y="334505"/>
                  </a:lnTo>
                  <a:lnTo>
                    <a:pt x="97551" y="333027"/>
                  </a:lnTo>
                  <a:lnTo>
                    <a:pt x="94347" y="332658"/>
                  </a:lnTo>
                  <a:lnTo>
                    <a:pt x="92802" y="332480"/>
                  </a:lnTo>
                  <a:lnTo>
                    <a:pt x="85880" y="330056"/>
                  </a:lnTo>
                  <a:lnTo>
                    <a:pt x="82136" y="330371"/>
                  </a:lnTo>
                  <a:lnTo>
                    <a:pt x="80994" y="330466"/>
                  </a:lnTo>
                  <a:lnTo>
                    <a:pt x="79292" y="335196"/>
                  </a:lnTo>
                  <a:lnTo>
                    <a:pt x="75899" y="339079"/>
                  </a:lnTo>
                  <a:lnTo>
                    <a:pt x="73172" y="339014"/>
                  </a:lnTo>
                  <a:lnTo>
                    <a:pt x="68558" y="335550"/>
                  </a:lnTo>
                  <a:lnTo>
                    <a:pt x="68131" y="334325"/>
                  </a:lnTo>
                  <a:lnTo>
                    <a:pt x="66670" y="330135"/>
                  </a:lnTo>
                  <a:lnTo>
                    <a:pt x="63506" y="324330"/>
                  </a:lnTo>
                  <a:lnTo>
                    <a:pt x="65273" y="320020"/>
                  </a:lnTo>
                  <a:lnTo>
                    <a:pt x="62997" y="315844"/>
                  </a:lnTo>
                  <a:lnTo>
                    <a:pt x="61281" y="309578"/>
                  </a:lnTo>
                  <a:lnTo>
                    <a:pt x="60537" y="306859"/>
                  </a:lnTo>
                  <a:lnTo>
                    <a:pt x="52339" y="300319"/>
                  </a:lnTo>
                  <a:lnTo>
                    <a:pt x="45396" y="295881"/>
                  </a:lnTo>
                  <a:lnTo>
                    <a:pt x="45240" y="295781"/>
                  </a:lnTo>
                  <a:lnTo>
                    <a:pt x="38028" y="292370"/>
                  </a:lnTo>
                  <a:lnTo>
                    <a:pt x="35864" y="288532"/>
                  </a:lnTo>
                  <a:lnTo>
                    <a:pt x="33052" y="284953"/>
                  </a:lnTo>
                  <a:lnTo>
                    <a:pt x="29767" y="284681"/>
                  </a:lnTo>
                  <a:lnTo>
                    <a:pt x="27615" y="280842"/>
                  </a:lnTo>
                  <a:lnTo>
                    <a:pt x="26980" y="280358"/>
                  </a:lnTo>
                  <a:lnTo>
                    <a:pt x="20130" y="275136"/>
                  </a:lnTo>
                  <a:lnTo>
                    <a:pt x="17965" y="273562"/>
                  </a:lnTo>
                  <a:lnTo>
                    <a:pt x="13438" y="270265"/>
                  </a:lnTo>
                  <a:lnTo>
                    <a:pt x="13391" y="267654"/>
                  </a:lnTo>
                  <a:lnTo>
                    <a:pt x="13344" y="265119"/>
                  </a:lnTo>
                  <a:lnTo>
                    <a:pt x="10625" y="262445"/>
                  </a:lnTo>
                  <a:lnTo>
                    <a:pt x="7859" y="260584"/>
                  </a:lnTo>
                  <a:lnTo>
                    <a:pt x="7797" y="255109"/>
                  </a:lnTo>
                  <a:lnTo>
                    <a:pt x="6919" y="251791"/>
                  </a:lnTo>
                  <a:lnTo>
                    <a:pt x="3156" y="245757"/>
                  </a:lnTo>
                  <a:lnTo>
                    <a:pt x="1743" y="240712"/>
                  </a:lnTo>
                  <a:lnTo>
                    <a:pt x="0" y="2327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5172176" y="3332326"/>
              <a:ext cx="219439" cy="379905"/>
            </a:xfrm>
            <a:custGeom>
              <a:avLst/>
              <a:pathLst>
                <a:path w="219439" h="379905">
                  <a:moveTo>
                    <a:pt x="11548" y="373421"/>
                  </a:moveTo>
                  <a:lnTo>
                    <a:pt x="12528" y="371059"/>
                  </a:lnTo>
                  <a:lnTo>
                    <a:pt x="13389" y="364751"/>
                  </a:lnTo>
                  <a:lnTo>
                    <a:pt x="11584" y="358889"/>
                  </a:lnTo>
                  <a:lnTo>
                    <a:pt x="14165" y="356311"/>
                  </a:lnTo>
                  <a:lnTo>
                    <a:pt x="15453" y="352185"/>
                  </a:lnTo>
                  <a:lnTo>
                    <a:pt x="17207" y="347331"/>
                  </a:lnTo>
                  <a:lnTo>
                    <a:pt x="13371" y="343825"/>
                  </a:lnTo>
                  <a:lnTo>
                    <a:pt x="13370" y="340952"/>
                  </a:lnTo>
                  <a:lnTo>
                    <a:pt x="13370" y="340321"/>
                  </a:lnTo>
                  <a:lnTo>
                    <a:pt x="17111" y="337011"/>
                  </a:lnTo>
                  <a:lnTo>
                    <a:pt x="21855" y="332887"/>
                  </a:lnTo>
                  <a:lnTo>
                    <a:pt x="24623" y="326841"/>
                  </a:lnTo>
                  <a:lnTo>
                    <a:pt x="26005" y="322380"/>
                  </a:lnTo>
                  <a:lnTo>
                    <a:pt x="26485" y="320826"/>
                  </a:lnTo>
                  <a:lnTo>
                    <a:pt x="27779" y="316705"/>
                  </a:lnTo>
                  <a:lnTo>
                    <a:pt x="31447" y="313317"/>
                  </a:lnTo>
                  <a:lnTo>
                    <a:pt x="30647" y="310849"/>
                  </a:lnTo>
                  <a:lnTo>
                    <a:pt x="31174" y="308506"/>
                  </a:lnTo>
                  <a:lnTo>
                    <a:pt x="31624" y="306497"/>
                  </a:lnTo>
                  <a:lnTo>
                    <a:pt x="32194" y="301891"/>
                  </a:lnTo>
                  <a:lnTo>
                    <a:pt x="36766" y="297820"/>
                  </a:lnTo>
                  <a:lnTo>
                    <a:pt x="38921" y="290382"/>
                  </a:lnTo>
                  <a:lnTo>
                    <a:pt x="36537" y="284640"/>
                  </a:lnTo>
                  <a:lnTo>
                    <a:pt x="35302" y="282528"/>
                  </a:lnTo>
                  <a:lnTo>
                    <a:pt x="34200" y="280643"/>
                  </a:lnTo>
                  <a:lnTo>
                    <a:pt x="35081" y="277819"/>
                  </a:lnTo>
                  <a:lnTo>
                    <a:pt x="35132" y="277657"/>
                  </a:lnTo>
                  <a:lnTo>
                    <a:pt x="34212" y="272097"/>
                  </a:lnTo>
                  <a:lnTo>
                    <a:pt x="30508" y="270024"/>
                  </a:lnTo>
                  <a:lnTo>
                    <a:pt x="30259" y="265122"/>
                  </a:lnTo>
                  <a:lnTo>
                    <a:pt x="26165" y="261791"/>
                  </a:lnTo>
                  <a:lnTo>
                    <a:pt x="24604" y="257057"/>
                  </a:lnTo>
                  <a:lnTo>
                    <a:pt x="24355" y="256304"/>
                  </a:lnTo>
                  <a:lnTo>
                    <a:pt x="28059" y="251806"/>
                  </a:lnTo>
                  <a:lnTo>
                    <a:pt x="26506" y="248818"/>
                  </a:lnTo>
                  <a:lnTo>
                    <a:pt x="26274" y="247794"/>
                  </a:lnTo>
                  <a:lnTo>
                    <a:pt x="25234" y="243202"/>
                  </a:lnTo>
                  <a:lnTo>
                    <a:pt x="26370" y="240596"/>
                  </a:lnTo>
                  <a:lnTo>
                    <a:pt x="29399" y="239467"/>
                  </a:lnTo>
                  <a:lnTo>
                    <a:pt x="27887" y="228915"/>
                  </a:lnTo>
                  <a:lnTo>
                    <a:pt x="27787" y="228244"/>
                  </a:lnTo>
                  <a:lnTo>
                    <a:pt x="26114" y="216943"/>
                  </a:lnTo>
                  <a:lnTo>
                    <a:pt x="25373" y="211947"/>
                  </a:lnTo>
                  <a:lnTo>
                    <a:pt x="22657" y="192998"/>
                  </a:lnTo>
                  <a:lnTo>
                    <a:pt x="21052" y="181827"/>
                  </a:lnTo>
                  <a:lnTo>
                    <a:pt x="20488" y="177722"/>
                  </a:lnTo>
                  <a:lnTo>
                    <a:pt x="19420" y="169962"/>
                  </a:lnTo>
                  <a:lnTo>
                    <a:pt x="18191" y="161037"/>
                  </a:lnTo>
                  <a:lnTo>
                    <a:pt x="15529" y="141358"/>
                  </a:lnTo>
                  <a:lnTo>
                    <a:pt x="15360" y="140110"/>
                  </a:lnTo>
                  <a:lnTo>
                    <a:pt x="14838" y="136266"/>
                  </a:lnTo>
                  <a:lnTo>
                    <a:pt x="12292" y="118763"/>
                  </a:lnTo>
                  <a:lnTo>
                    <a:pt x="10282" y="104977"/>
                  </a:lnTo>
                  <a:lnTo>
                    <a:pt x="8790" y="95013"/>
                  </a:lnTo>
                  <a:lnTo>
                    <a:pt x="8601" y="93754"/>
                  </a:lnTo>
                  <a:lnTo>
                    <a:pt x="6789" y="81485"/>
                  </a:lnTo>
                  <a:lnTo>
                    <a:pt x="5091" y="70012"/>
                  </a:lnTo>
                  <a:lnTo>
                    <a:pt x="2973" y="55048"/>
                  </a:lnTo>
                  <a:lnTo>
                    <a:pt x="2239" y="49879"/>
                  </a:lnTo>
                  <a:lnTo>
                    <a:pt x="0" y="34355"/>
                  </a:lnTo>
                  <a:lnTo>
                    <a:pt x="3896" y="36909"/>
                  </a:lnTo>
                  <a:lnTo>
                    <a:pt x="7240" y="35028"/>
                  </a:lnTo>
                  <a:lnTo>
                    <a:pt x="11254" y="39617"/>
                  </a:lnTo>
                  <a:lnTo>
                    <a:pt x="18081" y="39367"/>
                  </a:lnTo>
                  <a:lnTo>
                    <a:pt x="20468" y="38232"/>
                  </a:lnTo>
                  <a:lnTo>
                    <a:pt x="26440" y="35384"/>
                  </a:lnTo>
                  <a:lnTo>
                    <a:pt x="32430" y="32263"/>
                  </a:lnTo>
                  <a:lnTo>
                    <a:pt x="37990" y="27648"/>
                  </a:lnTo>
                  <a:lnTo>
                    <a:pt x="39376" y="26496"/>
                  </a:lnTo>
                  <a:lnTo>
                    <a:pt x="44349" y="22726"/>
                  </a:lnTo>
                  <a:lnTo>
                    <a:pt x="52404" y="21444"/>
                  </a:lnTo>
                  <a:lnTo>
                    <a:pt x="56242" y="20829"/>
                  </a:lnTo>
                  <a:lnTo>
                    <a:pt x="63690" y="19604"/>
                  </a:lnTo>
                  <a:lnTo>
                    <a:pt x="65133" y="19365"/>
                  </a:lnTo>
                  <a:lnTo>
                    <a:pt x="82842" y="16341"/>
                  </a:lnTo>
                  <a:lnTo>
                    <a:pt x="93347" y="14574"/>
                  </a:lnTo>
                  <a:lnTo>
                    <a:pt x="110764" y="11597"/>
                  </a:lnTo>
                  <a:lnTo>
                    <a:pt x="119203" y="10090"/>
                  </a:lnTo>
                  <a:lnTo>
                    <a:pt x="142758" y="5808"/>
                  </a:lnTo>
                  <a:lnTo>
                    <a:pt x="146559" y="5107"/>
                  </a:lnTo>
                  <a:lnTo>
                    <a:pt x="148868" y="4681"/>
                  </a:lnTo>
                  <a:lnTo>
                    <a:pt x="172657" y="233"/>
                  </a:lnTo>
                  <a:lnTo>
                    <a:pt x="173888" y="0"/>
                  </a:lnTo>
                  <a:lnTo>
                    <a:pt x="174881" y="5550"/>
                  </a:lnTo>
                  <a:lnTo>
                    <a:pt x="177551" y="19896"/>
                  </a:lnTo>
                  <a:lnTo>
                    <a:pt x="179223" y="28894"/>
                  </a:lnTo>
                  <a:lnTo>
                    <a:pt x="179508" y="30429"/>
                  </a:lnTo>
                  <a:lnTo>
                    <a:pt x="181678" y="42309"/>
                  </a:lnTo>
                  <a:lnTo>
                    <a:pt x="181968" y="43898"/>
                  </a:lnTo>
                  <a:lnTo>
                    <a:pt x="184036" y="55241"/>
                  </a:lnTo>
                  <a:lnTo>
                    <a:pt x="186112" y="66662"/>
                  </a:lnTo>
                  <a:lnTo>
                    <a:pt x="187161" y="72441"/>
                  </a:lnTo>
                  <a:lnTo>
                    <a:pt x="190208" y="89258"/>
                  </a:lnTo>
                  <a:lnTo>
                    <a:pt x="192598" y="102755"/>
                  </a:lnTo>
                  <a:lnTo>
                    <a:pt x="193675" y="108849"/>
                  </a:lnTo>
                  <a:lnTo>
                    <a:pt x="195868" y="121766"/>
                  </a:lnTo>
                  <a:lnTo>
                    <a:pt x="196472" y="125467"/>
                  </a:lnTo>
                  <a:lnTo>
                    <a:pt x="198308" y="136740"/>
                  </a:lnTo>
                  <a:lnTo>
                    <a:pt x="199338" y="143070"/>
                  </a:lnTo>
                  <a:lnTo>
                    <a:pt x="200806" y="151927"/>
                  </a:lnTo>
                  <a:lnTo>
                    <a:pt x="202072" y="159571"/>
                  </a:lnTo>
                  <a:lnTo>
                    <a:pt x="204798" y="176077"/>
                  </a:lnTo>
                  <a:lnTo>
                    <a:pt x="207111" y="189842"/>
                  </a:lnTo>
                  <a:lnTo>
                    <a:pt x="207776" y="193807"/>
                  </a:lnTo>
                  <a:lnTo>
                    <a:pt x="209666" y="205091"/>
                  </a:lnTo>
                  <a:lnTo>
                    <a:pt x="210884" y="212603"/>
                  </a:lnTo>
                  <a:lnTo>
                    <a:pt x="211978" y="219362"/>
                  </a:lnTo>
                  <a:lnTo>
                    <a:pt x="213817" y="229897"/>
                  </a:lnTo>
                  <a:lnTo>
                    <a:pt x="211527" y="232764"/>
                  </a:lnTo>
                  <a:lnTo>
                    <a:pt x="209479" y="235442"/>
                  </a:lnTo>
                  <a:lnTo>
                    <a:pt x="211105" y="237030"/>
                  </a:lnTo>
                  <a:lnTo>
                    <a:pt x="213439" y="239307"/>
                  </a:lnTo>
                  <a:lnTo>
                    <a:pt x="215157" y="242514"/>
                  </a:lnTo>
                  <a:lnTo>
                    <a:pt x="212757" y="246630"/>
                  </a:lnTo>
                  <a:lnTo>
                    <a:pt x="213754" y="247032"/>
                  </a:lnTo>
                  <a:lnTo>
                    <a:pt x="216266" y="248043"/>
                  </a:lnTo>
                  <a:lnTo>
                    <a:pt x="219439" y="248796"/>
                  </a:lnTo>
                  <a:lnTo>
                    <a:pt x="218963" y="250939"/>
                  </a:lnTo>
                  <a:lnTo>
                    <a:pt x="218787" y="251731"/>
                  </a:lnTo>
                  <a:lnTo>
                    <a:pt x="219115" y="257444"/>
                  </a:lnTo>
                  <a:lnTo>
                    <a:pt x="216104" y="257633"/>
                  </a:lnTo>
                  <a:lnTo>
                    <a:pt x="209209" y="259994"/>
                  </a:lnTo>
                  <a:lnTo>
                    <a:pt x="205576" y="262402"/>
                  </a:lnTo>
                  <a:lnTo>
                    <a:pt x="202415" y="264494"/>
                  </a:lnTo>
                  <a:lnTo>
                    <a:pt x="198066" y="269403"/>
                  </a:lnTo>
                  <a:lnTo>
                    <a:pt x="195468" y="270572"/>
                  </a:lnTo>
                  <a:lnTo>
                    <a:pt x="194351" y="269896"/>
                  </a:lnTo>
                  <a:lnTo>
                    <a:pt x="191508" y="268174"/>
                  </a:lnTo>
                  <a:lnTo>
                    <a:pt x="188766" y="267002"/>
                  </a:lnTo>
                  <a:lnTo>
                    <a:pt x="185020" y="268241"/>
                  </a:lnTo>
                  <a:lnTo>
                    <a:pt x="184476" y="268421"/>
                  </a:lnTo>
                  <a:lnTo>
                    <a:pt x="180449" y="268954"/>
                  </a:lnTo>
                  <a:lnTo>
                    <a:pt x="177527" y="271491"/>
                  </a:lnTo>
                  <a:lnTo>
                    <a:pt x="178984" y="276051"/>
                  </a:lnTo>
                  <a:lnTo>
                    <a:pt x="180035" y="281306"/>
                  </a:lnTo>
                  <a:lnTo>
                    <a:pt x="180527" y="282289"/>
                  </a:lnTo>
                  <a:lnTo>
                    <a:pt x="182167" y="285559"/>
                  </a:lnTo>
                  <a:lnTo>
                    <a:pt x="181308" y="287711"/>
                  </a:lnTo>
                  <a:lnTo>
                    <a:pt x="178816" y="289922"/>
                  </a:lnTo>
                  <a:lnTo>
                    <a:pt x="177677" y="293318"/>
                  </a:lnTo>
                  <a:lnTo>
                    <a:pt x="171935" y="295911"/>
                  </a:lnTo>
                  <a:lnTo>
                    <a:pt x="170124" y="299206"/>
                  </a:lnTo>
                  <a:lnTo>
                    <a:pt x="169805" y="302709"/>
                  </a:lnTo>
                  <a:lnTo>
                    <a:pt x="169513" y="305922"/>
                  </a:lnTo>
                  <a:lnTo>
                    <a:pt x="167656" y="310473"/>
                  </a:lnTo>
                  <a:lnTo>
                    <a:pt x="163485" y="313657"/>
                  </a:lnTo>
                  <a:lnTo>
                    <a:pt x="160398" y="313294"/>
                  </a:lnTo>
                  <a:lnTo>
                    <a:pt x="158862" y="313113"/>
                  </a:lnTo>
                  <a:lnTo>
                    <a:pt x="157873" y="317130"/>
                  </a:lnTo>
                  <a:lnTo>
                    <a:pt x="154853" y="322217"/>
                  </a:lnTo>
                  <a:lnTo>
                    <a:pt x="154894" y="322971"/>
                  </a:lnTo>
                  <a:lnTo>
                    <a:pt x="155218" y="329045"/>
                  </a:lnTo>
                  <a:lnTo>
                    <a:pt x="155186" y="336385"/>
                  </a:lnTo>
                  <a:lnTo>
                    <a:pt x="153382" y="337916"/>
                  </a:lnTo>
                  <a:lnTo>
                    <a:pt x="151887" y="339184"/>
                  </a:lnTo>
                  <a:lnTo>
                    <a:pt x="150607" y="340500"/>
                  </a:lnTo>
                  <a:lnTo>
                    <a:pt x="148443" y="342722"/>
                  </a:lnTo>
                  <a:lnTo>
                    <a:pt x="143676" y="340100"/>
                  </a:lnTo>
                  <a:lnTo>
                    <a:pt x="135978" y="340243"/>
                  </a:lnTo>
                  <a:lnTo>
                    <a:pt x="130038" y="334420"/>
                  </a:lnTo>
                  <a:lnTo>
                    <a:pt x="126488" y="330662"/>
                  </a:lnTo>
                  <a:lnTo>
                    <a:pt x="122316" y="333380"/>
                  </a:lnTo>
                  <a:lnTo>
                    <a:pt x="119639" y="337188"/>
                  </a:lnTo>
                  <a:lnTo>
                    <a:pt x="117604" y="341128"/>
                  </a:lnTo>
                  <a:lnTo>
                    <a:pt x="116539" y="341529"/>
                  </a:lnTo>
                  <a:lnTo>
                    <a:pt x="114313" y="342369"/>
                  </a:lnTo>
                  <a:lnTo>
                    <a:pt x="115010" y="348485"/>
                  </a:lnTo>
                  <a:lnTo>
                    <a:pt x="116948" y="353975"/>
                  </a:lnTo>
                  <a:lnTo>
                    <a:pt x="110731" y="354646"/>
                  </a:lnTo>
                  <a:lnTo>
                    <a:pt x="110388" y="359490"/>
                  </a:lnTo>
                  <a:lnTo>
                    <a:pt x="108083" y="358793"/>
                  </a:lnTo>
                  <a:lnTo>
                    <a:pt x="107229" y="358534"/>
                  </a:lnTo>
                  <a:lnTo>
                    <a:pt x="102570" y="357219"/>
                  </a:lnTo>
                  <a:lnTo>
                    <a:pt x="97807" y="352311"/>
                  </a:lnTo>
                  <a:lnTo>
                    <a:pt x="95176" y="349124"/>
                  </a:lnTo>
                  <a:lnTo>
                    <a:pt x="95008" y="349247"/>
                  </a:lnTo>
                  <a:lnTo>
                    <a:pt x="91090" y="352119"/>
                  </a:lnTo>
                  <a:lnTo>
                    <a:pt x="88014" y="355788"/>
                  </a:lnTo>
                  <a:lnTo>
                    <a:pt x="84723" y="357130"/>
                  </a:lnTo>
                  <a:lnTo>
                    <a:pt x="82578" y="358004"/>
                  </a:lnTo>
                  <a:lnTo>
                    <a:pt x="80910" y="362227"/>
                  </a:lnTo>
                  <a:lnTo>
                    <a:pt x="80502" y="366515"/>
                  </a:lnTo>
                  <a:lnTo>
                    <a:pt x="77991" y="372217"/>
                  </a:lnTo>
                  <a:lnTo>
                    <a:pt x="75313" y="369118"/>
                  </a:lnTo>
                  <a:lnTo>
                    <a:pt x="71978" y="366610"/>
                  </a:lnTo>
                  <a:lnTo>
                    <a:pt x="66518" y="365153"/>
                  </a:lnTo>
                  <a:lnTo>
                    <a:pt x="65383" y="364610"/>
                  </a:lnTo>
                  <a:lnTo>
                    <a:pt x="62860" y="363400"/>
                  </a:lnTo>
                  <a:lnTo>
                    <a:pt x="60785" y="362405"/>
                  </a:lnTo>
                  <a:lnTo>
                    <a:pt x="54408" y="360142"/>
                  </a:lnTo>
                  <a:lnTo>
                    <a:pt x="52486" y="361402"/>
                  </a:lnTo>
                  <a:lnTo>
                    <a:pt x="50083" y="362976"/>
                  </a:lnTo>
                  <a:lnTo>
                    <a:pt x="45586" y="363194"/>
                  </a:lnTo>
                  <a:lnTo>
                    <a:pt x="42002" y="366094"/>
                  </a:lnTo>
                  <a:lnTo>
                    <a:pt x="41382" y="370342"/>
                  </a:lnTo>
                  <a:lnTo>
                    <a:pt x="37520" y="370564"/>
                  </a:lnTo>
                  <a:lnTo>
                    <a:pt x="35038" y="368530"/>
                  </a:lnTo>
                  <a:lnTo>
                    <a:pt x="34214" y="367853"/>
                  </a:lnTo>
                  <a:lnTo>
                    <a:pt x="28647" y="370172"/>
                  </a:lnTo>
                  <a:lnTo>
                    <a:pt x="23692" y="366843"/>
                  </a:lnTo>
                  <a:lnTo>
                    <a:pt x="20484" y="368474"/>
                  </a:lnTo>
                  <a:lnTo>
                    <a:pt x="20332" y="369231"/>
                  </a:lnTo>
                  <a:lnTo>
                    <a:pt x="19803" y="371872"/>
                  </a:lnTo>
                  <a:lnTo>
                    <a:pt x="22776" y="376123"/>
                  </a:lnTo>
                  <a:lnTo>
                    <a:pt x="20912" y="378881"/>
                  </a:lnTo>
                  <a:lnTo>
                    <a:pt x="18648" y="379905"/>
                  </a:lnTo>
                  <a:lnTo>
                    <a:pt x="14488" y="378971"/>
                  </a:lnTo>
                  <a:lnTo>
                    <a:pt x="11132" y="3744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880077" y="3624196"/>
              <a:ext cx="520401" cy="271261"/>
            </a:xfrm>
            <a:custGeom>
              <a:avLst/>
              <a:pathLst>
                <a:path w="520401" h="271261">
                  <a:moveTo>
                    <a:pt x="5431" y="6947"/>
                  </a:moveTo>
                  <a:lnTo>
                    <a:pt x="20175" y="7306"/>
                  </a:lnTo>
                  <a:lnTo>
                    <a:pt x="39642" y="7731"/>
                  </a:lnTo>
                  <a:lnTo>
                    <a:pt x="48456" y="7890"/>
                  </a:lnTo>
                  <a:lnTo>
                    <a:pt x="54299" y="7988"/>
                  </a:lnTo>
                  <a:lnTo>
                    <a:pt x="56317" y="8021"/>
                  </a:lnTo>
                  <a:lnTo>
                    <a:pt x="72011" y="8266"/>
                  </a:lnTo>
                  <a:lnTo>
                    <a:pt x="92261" y="8489"/>
                  </a:lnTo>
                  <a:lnTo>
                    <a:pt x="93605" y="8504"/>
                  </a:lnTo>
                  <a:lnTo>
                    <a:pt x="111190" y="8678"/>
                  </a:lnTo>
                  <a:lnTo>
                    <a:pt x="130229" y="8771"/>
                  </a:lnTo>
                  <a:lnTo>
                    <a:pt x="131290" y="8774"/>
                  </a:lnTo>
                  <a:lnTo>
                    <a:pt x="155767" y="8787"/>
                  </a:lnTo>
                  <a:lnTo>
                    <a:pt x="168204" y="8712"/>
                  </a:lnTo>
                  <a:lnTo>
                    <a:pt x="168401" y="8711"/>
                  </a:lnTo>
                  <a:lnTo>
                    <a:pt x="176699" y="8646"/>
                  </a:lnTo>
                  <a:lnTo>
                    <a:pt x="198372" y="8466"/>
                  </a:lnTo>
                  <a:lnTo>
                    <a:pt x="204654" y="8398"/>
                  </a:lnTo>
                  <a:lnTo>
                    <a:pt x="205902" y="8383"/>
                  </a:lnTo>
                  <a:lnTo>
                    <a:pt x="228781" y="8061"/>
                  </a:lnTo>
                  <a:lnTo>
                    <a:pt x="236345" y="7934"/>
                  </a:lnTo>
                  <a:lnTo>
                    <a:pt x="243686" y="7808"/>
                  </a:lnTo>
                  <a:lnTo>
                    <a:pt x="259161" y="7511"/>
                  </a:lnTo>
                  <a:lnTo>
                    <a:pt x="272456" y="7221"/>
                  </a:lnTo>
                  <a:lnTo>
                    <a:pt x="282140" y="6994"/>
                  </a:lnTo>
                  <a:lnTo>
                    <a:pt x="289548" y="6808"/>
                  </a:lnTo>
                  <a:lnTo>
                    <a:pt x="292525" y="6731"/>
                  </a:lnTo>
                  <a:lnTo>
                    <a:pt x="316784" y="6041"/>
                  </a:lnTo>
                  <a:lnTo>
                    <a:pt x="319915" y="5948"/>
                  </a:lnTo>
                  <a:lnTo>
                    <a:pt x="344084" y="5169"/>
                  </a:lnTo>
                  <a:lnTo>
                    <a:pt x="350309" y="4941"/>
                  </a:lnTo>
                  <a:lnTo>
                    <a:pt x="353168" y="4834"/>
                  </a:lnTo>
                  <a:lnTo>
                    <a:pt x="357735" y="4667"/>
                  </a:lnTo>
                  <a:lnTo>
                    <a:pt x="380272" y="3787"/>
                  </a:lnTo>
                  <a:lnTo>
                    <a:pt x="380690" y="3770"/>
                  </a:lnTo>
                  <a:lnTo>
                    <a:pt x="395756" y="3129"/>
                  </a:lnTo>
                  <a:lnTo>
                    <a:pt x="401446" y="2884"/>
                  </a:lnTo>
                  <a:lnTo>
                    <a:pt x="410184" y="2452"/>
                  </a:lnTo>
                  <a:lnTo>
                    <a:pt x="411084" y="2410"/>
                  </a:lnTo>
                  <a:lnTo>
                    <a:pt x="426013" y="1690"/>
                  </a:lnTo>
                  <a:lnTo>
                    <a:pt x="426250" y="1679"/>
                  </a:lnTo>
                  <a:lnTo>
                    <a:pt x="456070" y="117"/>
                  </a:lnTo>
                  <a:lnTo>
                    <a:pt x="458189" y="0"/>
                  </a:lnTo>
                  <a:lnTo>
                    <a:pt x="463634" y="4618"/>
                  </a:lnTo>
                  <a:lnTo>
                    <a:pt x="469819" y="8500"/>
                  </a:lnTo>
                  <a:lnTo>
                    <a:pt x="474076" y="11205"/>
                  </a:lnTo>
                  <a:lnTo>
                    <a:pt x="478114" y="7836"/>
                  </a:lnTo>
                  <a:lnTo>
                    <a:pt x="479811" y="7629"/>
                  </a:lnTo>
                  <a:lnTo>
                    <a:pt x="482609" y="7286"/>
                  </a:lnTo>
                  <a:lnTo>
                    <a:pt x="484281" y="9306"/>
                  </a:lnTo>
                  <a:lnTo>
                    <a:pt x="487881" y="13455"/>
                  </a:lnTo>
                  <a:lnTo>
                    <a:pt x="487966" y="13960"/>
                  </a:lnTo>
                  <a:lnTo>
                    <a:pt x="488664" y="18102"/>
                  </a:lnTo>
                  <a:lnTo>
                    <a:pt x="489509" y="20108"/>
                  </a:lnTo>
                  <a:lnTo>
                    <a:pt x="487020" y="22498"/>
                  </a:lnTo>
                  <a:lnTo>
                    <a:pt x="482196" y="22872"/>
                  </a:lnTo>
                  <a:lnTo>
                    <a:pt x="482365" y="26084"/>
                  </a:lnTo>
                  <a:lnTo>
                    <a:pt x="478078" y="29281"/>
                  </a:lnTo>
                  <a:lnTo>
                    <a:pt x="477829" y="32738"/>
                  </a:lnTo>
                  <a:lnTo>
                    <a:pt x="477711" y="34372"/>
                  </a:lnTo>
                  <a:lnTo>
                    <a:pt x="475811" y="36095"/>
                  </a:lnTo>
                  <a:lnTo>
                    <a:pt x="473436" y="38237"/>
                  </a:lnTo>
                  <a:lnTo>
                    <a:pt x="475032" y="39957"/>
                  </a:lnTo>
                  <a:lnTo>
                    <a:pt x="478031" y="43185"/>
                  </a:lnTo>
                  <a:lnTo>
                    <a:pt x="482873" y="47618"/>
                  </a:lnTo>
                  <a:lnTo>
                    <a:pt x="484076" y="49200"/>
                  </a:lnTo>
                  <a:lnTo>
                    <a:pt x="485478" y="51041"/>
                  </a:lnTo>
                  <a:lnTo>
                    <a:pt x="489416" y="51438"/>
                  </a:lnTo>
                  <a:lnTo>
                    <a:pt x="488475" y="57528"/>
                  </a:lnTo>
                  <a:lnTo>
                    <a:pt x="492183" y="61670"/>
                  </a:lnTo>
                  <a:lnTo>
                    <a:pt x="494476" y="64343"/>
                  </a:lnTo>
                  <a:lnTo>
                    <a:pt x="496424" y="67353"/>
                  </a:lnTo>
                  <a:lnTo>
                    <a:pt x="496969" y="67737"/>
                  </a:lnTo>
                  <a:lnTo>
                    <a:pt x="500526" y="70236"/>
                  </a:lnTo>
                  <a:lnTo>
                    <a:pt x="504630" y="68738"/>
                  </a:lnTo>
                  <a:lnTo>
                    <a:pt x="508603" y="70912"/>
                  </a:lnTo>
                  <a:lnTo>
                    <a:pt x="510102" y="70911"/>
                  </a:lnTo>
                  <a:lnTo>
                    <a:pt x="510783" y="70910"/>
                  </a:lnTo>
                  <a:lnTo>
                    <a:pt x="509960" y="74610"/>
                  </a:lnTo>
                  <a:lnTo>
                    <a:pt x="510075" y="76678"/>
                  </a:lnTo>
                  <a:lnTo>
                    <a:pt x="510298" y="80672"/>
                  </a:lnTo>
                  <a:lnTo>
                    <a:pt x="510600" y="86115"/>
                  </a:lnTo>
                  <a:lnTo>
                    <a:pt x="511278" y="97878"/>
                  </a:lnTo>
                  <a:lnTo>
                    <a:pt x="511814" y="107185"/>
                  </a:lnTo>
                  <a:lnTo>
                    <a:pt x="511825" y="107412"/>
                  </a:lnTo>
                  <a:lnTo>
                    <a:pt x="512983" y="130186"/>
                  </a:lnTo>
                  <a:lnTo>
                    <a:pt x="513461" y="137947"/>
                  </a:lnTo>
                  <a:lnTo>
                    <a:pt x="514273" y="151131"/>
                  </a:lnTo>
                  <a:lnTo>
                    <a:pt x="515122" y="166658"/>
                  </a:lnTo>
                  <a:lnTo>
                    <a:pt x="515232" y="168667"/>
                  </a:lnTo>
                  <a:lnTo>
                    <a:pt x="515467" y="172971"/>
                  </a:lnTo>
                  <a:lnTo>
                    <a:pt x="516838" y="199671"/>
                  </a:lnTo>
                  <a:lnTo>
                    <a:pt x="516887" y="200466"/>
                  </a:lnTo>
                  <a:lnTo>
                    <a:pt x="516991" y="202171"/>
                  </a:lnTo>
                  <a:lnTo>
                    <a:pt x="518285" y="223358"/>
                  </a:lnTo>
                  <a:lnTo>
                    <a:pt x="518519" y="227439"/>
                  </a:lnTo>
                  <a:lnTo>
                    <a:pt x="518647" y="229688"/>
                  </a:lnTo>
                  <a:lnTo>
                    <a:pt x="519535" y="245247"/>
                  </a:lnTo>
                  <a:lnTo>
                    <a:pt x="520090" y="254274"/>
                  </a:lnTo>
                  <a:lnTo>
                    <a:pt x="520401" y="259326"/>
                  </a:lnTo>
                  <a:lnTo>
                    <a:pt x="513768" y="259758"/>
                  </a:lnTo>
                  <a:lnTo>
                    <a:pt x="493995" y="260908"/>
                  </a:lnTo>
                  <a:lnTo>
                    <a:pt x="493132" y="260960"/>
                  </a:lnTo>
                  <a:lnTo>
                    <a:pt x="488522" y="261236"/>
                  </a:lnTo>
                  <a:lnTo>
                    <a:pt x="471089" y="262246"/>
                  </a:lnTo>
                  <a:lnTo>
                    <a:pt x="465127" y="262578"/>
                  </a:lnTo>
                  <a:lnTo>
                    <a:pt x="457098" y="263014"/>
                  </a:lnTo>
                  <a:lnTo>
                    <a:pt x="453514" y="263205"/>
                  </a:lnTo>
                  <a:lnTo>
                    <a:pt x="438588" y="263977"/>
                  </a:lnTo>
                  <a:lnTo>
                    <a:pt x="428688" y="264469"/>
                  </a:lnTo>
                  <a:lnTo>
                    <a:pt x="426156" y="264593"/>
                  </a:lnTo>
                  <a:lnTo>
                    <a:pt x="423597" y="264718"/>
                  </a:lnTo>
                  <a:lnTo>
                    <a:pt x="408415" y="265434"/>
                  </a:lnTo>
                  <a:lnTo>
                    <a:pt x="388610" y="266331"/>
                  </a:lnTo>
                  <a:lnTo>
                    <a:pt x="386838" y="266401"/>
                  </a:lnTo>
                  <a:lnTo>
                    <a:pt x="371123" y="267004"/>
                  </a:lnTo>
                  <a:lnTo>
                    <a:pt x="346538" y="267904"/>
                  </a:lnTo>
                  <a:lnTo>
                    <a:pt x="343239" y="268019"/>
                  </a:lnTo>
                  <a:lnTo>
                    <a:pt x="326613" y="268572"/>
                  </a:lnTo>
                  <a:lnTo>
                    <a:pt x="321186" y="268741"/>
                  </a:lnTo>
                  <a:lnTo>
                    <a:pt x="299710" y="269357"/>
                  </a:lnTo>
                  <a:lnTo>
                    <a:pt x="297354" y="269424"/>
                  </a:lnTo>
                  <a:lnTo>
                    <a:pt x="280315" y="269878"/>
                  </a:lnTo>
                  <a:lnTo>
                    <a:pt x="275642" y="269992"/>
                  </a:lnTo>
                  <a:lnTo>
                    <a:pt x="259153" y="270364"/>
                  </a:lnTo>
                  <a:lnTo>
                    <a:pt x="258668" y="270374"/>
                  </a:lnTo>
                  <a:lnTo>
                    <a:pt x="245302" y="270572"/>
                  </a:lnTo>
                  <a:lnTo>
                    <a:pt x="227960" y="270783"/>
                  </a:lnTo>
                  <a:lnTo>
                    <a:pt x="213348" y="270966"/>
                  </a:lnTo>
                  <a:lnTo>
                    <a:pt x="204290" y="271061"/>
                  </a:lnTo>
                  <a:lnTo>
                    <a:pt x="184823" y="271217"/>
                  </a:lnTo>
                  <a:lnTo>
                    <a:pt x="181373" y="271230"/>
                  </a:lnTo>
                  <a:lnTo>
                    <a:pt x="175418" y="271247"/>
                  </a:lnTo>
                  <a:lnTo>
                    <a:pt x="167244" y="271261"/>
                  </a:lnTo>
                  <a:lnTo>
                    <a:pt x="143569" y="271185"/>
                  </a:lnTo>
                  <a:lnTo>
                    <a:pt x="143052" y="271186"/>
                  </a:lnTo>
                  <a:lnTo>
                    <a:pt x="136957" y="271195"/>
                  </a:lnTo>
                  <a:lnTo>
                    <a:pt x="104470" y="271136"/>
                  </a:lnTo>
                  <a:lnTo>
                    <a:pt x="98814" y="271145"/>
                  </a:lnTo>
                  <a:lnTo>
                    <a:pt x="83221" y="271142"/>
                  </a:lnTo>
                  <a:lnTo>
                    <a:pt x="76921" y="271107"/>
                  </a:lnTo>
                  <a:lnTo>
                    <a:pt x="68435" y="271050"/>
                  </a:lnTo>
                  <a:lnTo>
                    <a:pt x="58263" y="270966"/>
                  </a:lnTo>
                  <a:lnTo>
                    <a:pt x="39057" y="270790"/>
                  </a:lnTo>
                  <a:lnTo>
                    <a:pt x="34152" y="270729"/>
                  </a:lnTo>
                  <a:lnTo>
                    <a:pt x="9803" y="270366"/>
                  </a:lnTo>
                  <a:lnTo>
                    <a:pt x="984" y="270208"/>
                  </a:lnTo>
                  <a:lnTo>
                    <a:pt x="0" y="270190"/>
                  </a:lnTo>
                  <a:lnTo>
                    <a:pt x="105" y="266521"/>
                  </a:lnTo>
                  <a:lnTo>
                    <a:pt x="241" y="260275"/>
                  </a:lnTo>
                  <a:lnTo>
                    <a:pt x="542" y="247025"/>
                  </a:lnTo>
                  <a:lnTo>
                    <a:pt x="804" y="235574"/>
                  </a:lnTo>
                  <a:lnTo>
                    <a:pt x="1314" y="213277"/>
                  </a:lnTo>
                  <a:lnTo>
                    <a:pt x="1473" y="206319"/>
                  </a:lnTo>
                  <a:lnTo>
                    <a:pt x="1496" y="205037"/>
                  </a:lnTo>
                  <a:lnTo>
                    <a:pt x="2087" y="172294"/>
                  </a:lnTo>
                  <a:lnTo>
                    <a:pt x="2361" y="159230"/>
                  </a:lnTo>
                  <a:lnTo>
                    <a:pt x="2373" y="158675"/>
                  </a:lnTo>
                  <a:lnTo>
                    <a:pt x="2585" y="148560"/>
                  </a:lnTo>
                  <a:lnTo>
                    <a:pt x="3012" y="128380"/>
                  </a:lnTo>
                  <a:lnTo>
                    <a:pt x="3165" y="121173"/>
                  </a:lnTo>
                  <a:lnTo>
                    <a:pt x="3817" y="90603"/>
                  </a:lnTo>
                  <a:lnTo>
                    <a:pt x="3949" y="83070"/>
                  </a:lnTo>
                  <a:lnTo>
                    <a:pt x="4322" y="62021"/>
                  </a:lnTo>
                  <a:lnTo>
                    <a:pt x="4653" y="45005"/>
                  </a:lnTo>
                  <a:lnTo>
                    <a:pt x="4663" y="44491"/>
                  </a:lnTo>
                  <a:lnTo>
                    <a:pt x="5083" y="2305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5123592" y="3610675"/>
              <a:ext cx="509564" cy="282198"/>
            </a:xfrm>
            <a:custGeom>
              <a:avLst/>
              <a:pathLst>
                <a:path w="509564" h="282198">
                  <a:moveTo>
                    <a:pt x="1526" y="275585"/>
                  </a:moveTo>
                  <a:lnTo>
                    <a:pt x="6156" y="275731"/>
                  </a:lnTo>
                  <a:lnTo>
                    <a:pt x="11188" y="275439"/>
                  </a:lnTo>
                  <a:lnTo>
                    <a:pt x="12618" y="269967"/>
                  </a:lnTo>
                  <a:lnTo>
                    <a:pt x="16187" y="269365"/>
                  </a:lnTo>
                  <a:lnTo>
                    <a:pt x="16372" y="269334"/>
                  </a:lnTo>
                  <a:lnTo>
                    <a:pt x="20040" y="272952"/>
                  </a:lnTo>
                  <a:lnTo>
                    <a:pt x="23730" y="273211"/>
                  </a:lnTo>
                  <a:lnTo>
                    <a:pt x="25116" y="268064"/>
                  </a:lnTo>
                  <a:lnTo>
                    <a:pt x="26488" y="265620"/>
                  </a:lnTo>
                  <a:lnTo>
                    <a:pt x="27081" y="264563"/>
                  </a:lnTo>
                  <a:lnTo>
                    <a:pt x="23938" y="260187"/>
                  </a:lnTo>
                  <a:lnTo>
                    <a:pt x="26700" y="256354"/>
                  </a:lnTo>
                  <a:lnTo>
                    <a:pt x="26454" y="253708"/>
                  </a:lnTo>
                  <a:lnTo>
                    <a:pt x="26431" y="253461"/>
                  </a:lnTo>
                  <a:lnTo>
                    <a:pt x="26397" y="248342"/>
                  </a:lnTo>
                  <a:lnTo>
                    <a:pt x="27821" y="244205"/>
                  </a:lnTo>
                  <a:lnTo>
                    <a:pt x="28471" y="239451"/>
                  </a:lnTo>
                  <a:lnTo>
                    <a:pt x="28632" y="238274"/>
                  </a:lnTo>
                  <a:lnTo>
                    <a:pt x="26012" y="236479"/>
                  </a:lnTo>
                  <a:lnTo>
                    <a:pt x="25915" y="233326"/>
                  </a:lnTo>
                  <a:lnTo>
                    <a:pt x="22730" y="228955"/>
                  </a:lnTo>
                  <a:lnTo>
                    <a:pt x="22606" y="228785"/>
                  </a:lnTo>
                  <a:lnTo>
                    <a:pt x="26691" y="222356"/>
                  </a:lnTo>
                  <a:lnTo>
                    <a:pt x="29026" y="217827"/>
                  </a:lnTo>
                  <a:lnTo>
                    <a:pt x="32597" y="214207"/>
                  </a:lnTo>
                  <a:lnTo>
                    <a:pt x="37351" y="213294"/>
                  </a:lnTo>
                  <a:lnTo>
                    <a:pt x="37630" y="213366"/>
                  </a:lnTo>
                  <a:lnTo>
                    <a:pt x="44374" y="215103"/>
                  </a:lnTo>
                  <a:lnTo>
                    <a:pt x="50500" y="217969"/>
                  </a:lnTo>
                  <a:lnTo>
                    <a:pt x="54737" y="218591"/>
                  </a:lnTo>
                  <a:lnTo>
                    <a:pt x="60762" y="220280"/>
                  </a:lnTo>
                  <a:lnTo>
                    <a:pt x="64568" y="222298"/>
                  </a:lnTo>
                  <a:lnTo>
                    <a:pt x="66796" y="223477"/>
                  </a:lnTo>
                  <a:lnTo>
                    <a:pt x="69633" y="223017"/>
                  </a:lnTo>
                  <a:lnTo>
                    <a:pt x="70094" y="222942"/>
                  </a:lnTo>
                  <a:lnTo>
                    <a:pt x="70625" y="222856"/>
                  </a:lnTo>
                  <a:lnTo>
                    <a:pt x="72469" y="219913"/>
                  </a:lnTo>
                  <a:lnTo>
                    <a:pt x="73267" y="215265"/>
                  </a:lnTo>
                  <a:lnTo>
                    <a:pt x="69234" y="209613"/>
                  </a:lnTo>
                  <a:lnTo>
                    <a:pt x="65482" y="203872"/>
                  </a:lnTo>
                  <a:lnTo>
                    <a:pt x="66853" y="199380"/>
                  </a:lnTo>
                  <a:lnTo>
                    <a:pt x="67626" y="193881"/>
                  </a:lnTo>
                  <a:lnTo>
                    <a:pt x="70643" y="191564"/>
                  </a:lnTo>
                  <a:lnTo>
                    <a:pt x="70820" y="191601"/>
                  </a:lnTo>
                  <a:lnTo>
                    <a:pt x="74981" y="192471"/>
                  </a:lnTo>
                  <a:lnTo>
                    <a:pt x="79728" y="187579"/>
                  </a:lnTo>
                  <a:lnTo>
                    <a:pt x="88142" y="185113"/>
                  </a:lnTo>
                  <a:lnTo>
                    <a:pt x="94421" y="182362"/>
                  </a:lnTo>
                  <a:lnTo>
                    <a:pt x="93960" y="180986"/>
                  </a:lnTo>
                  <a:lnTo>
                    <a:pt x="93262" y="178900"/>
                  </a:lnTo>
                  <a:lnTo>
                    <a:pt x="88670" y="175652"/>
                  </a:lnTo>
                  <a:lnTo>
                    <a:pt x="88587" y="175459"/>
                  </a:lnTo>
                  <a:lnTo>
                    <a:pt x="85777" y="168863"/>
                  </a:lnTo>
                  <a:lnTo>
                    <a:pt x="87185" y="164872"/>
                  </a:lnTo>
                  <a:lnTo>
                    <a:pt x="91646" y="160204"/>
                  </a:lnTo>
                  <a:lnTo>
                    <a:pt x="93148" y="154973"/>
                  </a:lnTo>
                  <a:lnTo>
                    <a:pt x="97308" y="155908"/>
                  </a:lnTo>
                  <a:lnTo>
                    <a:pt x="99571" y="154883"/>
                  </a:lnTo>
                  <a:lnTo>
                    <a:pt x="101435" y="152125"/>
                  </a:lnTo>
                  <a:lnTo>
                    <a:pt x="98463" y="147875"/>
                  </a:lnTo>
                  <a:lnTo>
                    <a:pt x="98992" y="145234"/>
                  </a:lnTo>
                  <a:lnTo>
                    <a:pt x="99144" y="144477"/>
                  </a:lnTo>
                  <a:lnTo>
                    <a:pt x="102352" y="142845"/>
                  </a:lnTo>
                  <a:lnTo>
                    <a:pt x="107307" y="146175"/>
                  </a:lnTo>
                  <a:lnTo>
                    <a:pt x="112874" y="143856"/>
                  </a:lnTo>
                  <a:lnTo>
                    <a:pt x="113698" y="144532"/>
                  </a:lnTo>
                  <a:lnTo>
                    <a:pt x="116179" y="146567"/>
                  </a:lnTo>
                  <a:lnTo>
                    <a:pt x="120041" y="146344"/>
                  </a:lnTo>
                  <a:lnTo>
                    <a:pt x="120662" y="142096"/>
                  </a:lnTo>
                  <a:lnTo>
                    <a:pt x="124245" y="139197"/>
                  </a:lnTo>
                  <a:lnTo>
                    <a:pt x="128743" y="138978"/>
                  </a:lnTo>
                  <a:lnTo>
                    <a:pt x="131146" y="137404"/>
                  </a:lnTo>
                  <a:lnTo>
                    <a:pt x="133067" y="136144"/>
                  </a:lnTo>
                  <a:lnTo>
                    <a:pt x="139444" y="138407"/>
                  </a:lnTo>
                  <a:lnTo>
                    <a:pt x="141520" y="139403"/>
                  </a:lnTo>
                  <a:lnTo>
                    <a:pt x="144043" y="140612"/>
                  </a:lnTo>
                  <a:lnTo>
                    <a:pt x="145178" y="141155"/>
                  </a:lnTo>
                  <a:lnTo>
                    <a:pt x="150637" y="142612"/>
                  </a:lnTo>
                  <a:lnTo>
                    <a:pt x="153973" y="145120"/>
                  </a:lnTo>
                  <a:lnTo>
                    <a:pt x="156651" y="148220"/>
                  </a:lnTo>
                  <a:lnTo>
                    <a:pt x="159162" y="142517"/>
                  </a:lnTo>
                  <a:lnTo>
                    <a:pt x="159569" y="138229"/>
                  </a:lnTo>
                  <a:lnTo>
                    <a:pt x="161237" y="134006"/>
                  </a:lnTo>
                  <a:lnTo>
                    <a:pt x="163382" y="133133"/>
                  </a:lnTo>
                  <a:lnTo>
                    <a:pt x="166673" y="131790"/>
                  </a:lnTo>
                  <a:lnTo>
                    <a:pt x="169750" y="128121"/>
                  </a:lnTo>
                  <a:lnTo>
                    <a:pt x="173668" y="125250"/>
                  </a:lnTo>
                  <a:lnTo>
                    <a:pt x="173835" y="125127"/>
                  </a:lnTo>
                  <a:lnTo>
                    <a:pt x="176467" y="128314"/>
                  </a:lnTo>
                  <a:lnTo>
                    <a:pt x="181230" y="133222"/>
                  </a:lnTo>
                  <a:lnTo>
                    <a:pt x="185889" y="134537"/>
                  </a:lnTo>
                  <a:lnTo>
                    <a:pt x="186742" y="134795"/>
                  </a:lnTo>
                  <a:lnTo>
                    <a:pt x="189048" y="135493"/>
                  </a:lnTo>
                  <a:lnTo>
                    <a:pt x="189390" y="130648"/>
                  </a:lnTo>
                  <a:lnTo>
                    <a:pt x="195607" y="129977"/>
                  </a:lnTo>
                  <a:lnTo>
                    <a:pt x="193669" y="124487"/>
                  </a:lnTo>
                  <a:lnTo>
                    <a:pt x="192973" y="118371"/>
                  </a:lnTo>
                  <a:lnTo>
                    <a:pt x="195199" y="117532"/>
                  </a:lnTo>
                  <a:lnTo>
                    <a:pt x="196263" y="117130"/>
                  </a:lnTo>
                  <a:lnTo>
                    <a:pt x="198326" y="113152"/>
                  </a:lnTo>
                  <a:lnTo>
                    <a:pt x="200975" y="109382"/>
                  </a:lnTo>
                  <a:lnTo>
                    <a:pt x="205147" y="106664"/>
                  </a:lnTo>
                  <a:lnTo>
                    <a:pt x="208698" y="110423"/>
                  </a:lnTo>
                  <a:lnTo>
                    <a:pt x="214637" y="116246"/>
                  </a:lnTo>
                  <a:lnTo>
                    <a:pt x="222336" y="116102"/>
                  </a:lnTo>
                  <a:lnTo>
                    <a:pt x="227102" y="118725"/>
                  </a:lnTo>
                  <a:lnTo>
                    <a:pt x="229267" y="116502"/>
                  </a:lnTo>
                  <a:lnTo>
                    <a:pt x="230547" y="115186"/>
                  </a:lnTo>
                  <a:lnTo>
                    <a:pt x="232042" y="113918"/>
                  </a:lnTo>
                  <a:lnTo>
                    <a:pt x="233845" y="112387"/>
                  </a:lnTo>
                  <a:lnTo>
                    <a:pt x="233878" y="105047"/>
                  </a:lnTo>
                  <a:lnTo>
                    <a:pt x="233553" y="98974"/>
                  </a:lnTo>
                  <a:lnTo>
                    <a:pt x="233513" y="98220"/>
                  </a:lnTo>
                  <a:lnTo>
                    <a:pt x="236533" y="93133"/>
                  </a:lnTo>
                  <a:lnTo>
                    <a:pt x="237522" y="89115"/>
                  </a:lnTo>
                  <a:lnTo>
                    <a:pt x="239057" y="89296"/>
                  </a:lnTo>
                  <a:lnTo>
                    <a:pt x="242144" y="89660"/>
                  </a:lnTo>
                  <a:lnTo>
                    <a:pt x="246316" y="86476"/>
                  </a:lnTo>
                  <a:lnTo>
                    <a:pt x="248172" y="81925"/>
                  </a:lnTo>
                  <a:lnTo>
                    <a:pt x="248465" y="78712"/>
                  </a:lnTo>
                  <a:lnTo>
                    <a:pt x="248783" y="75209"/>
                  </a:lnTo>
                  <a:lnTo>
                    <a:pt x="250595" y="71914"/>
                  </a:lnTo>
                  <a:lnTo>
                    <a:pt x="256336" y="69320"/>
                  </a:lnTo>
                  <a:lnTo>
                    <a:pt x="257476" y="65924"/>
                  </a:lnTo>
                  <a:lnTo>
                    <a:pt x="259975" y="63694"/>
                  </a:lnTo>
                  <a:lnTo>
                    <a:pt x="260826" y="61561"/>
                  </a:lnTo>
                  <a:lnTo>
                    <a:pt x="259187" y="58291"/>
                  </a:lnTo>
                  <a:lnTo>
                    <a:pt x="258695" y="57308"/>
                  </a:lnTo>
                  <a:lnTo>
                    <a:pt x="257644" y="52054"/>
                  </a:lnTo>
                  <a:lnTo>
                    <a:pt x="256186" y="47494"/>
                  </a:lnTo>
                  <a:lnTo>
                    <a:pt x="259109" y="44957"/>
                  </a:lnTo>
                  <a:lnTo>
                    <a:pt x="263136" y="44424"/>
                  </a:lnTo>
                  <a:lnTo>
                    <a:pt x="263680" y="44244"/>
                  </a:lnTo>
                  <a:lnTo>
                    <a:pt x="267426" y="43004"/>
                  </a:lnTo>
                  <a:lnTo>
                    <a:pt x="270167" y="44177"/>
                  </a:lnTo>
                  <a:lnTo>
                    <a:pt x="273011" y="45899"/>
                  </a:lnTo>
                  <a:lnTo>
                    <a:pt x="274127" y="46574"/>
                  </a:lnTo>
                  <a:lnTo>
                    <a:pt x="276726" y="45406"/>
                  </a:lnTo>
                  <a:lnTo>
                    <a:pt x="281075" y="40496"/>
                  </a:lnTo>
                  <a:lnTo>
                    <a:pt x="284236" y="38405"/>
                  </a:lnTo>
                  <a:lnTo>
                    <a:pt x="287868" y="35997"/>
                  </a:lnTo>
                  <a:lnTo>
                    <a:pt x="294763" y="33636"/>
                  </a:lnTo>
                  <a:lnTo>
                    <a:pt x="297775" y="33447"/>
                  </a:lnTo>
                  <a:lnTo>
                    <a:pt x="297447" y="27734"/>
                  </a:lnTo>
                  <a:lnTo>
                    <a:pt x="297623" y="26942"/>
                  </a:lnTo>
                  <a:lnTo>
                    <a:pt x="298099" y="24799"/>
                  </a:lnTo>
                  <a:lnTo>
                    <a:pt x="294925" y="24046"/>
                  </a:lnTo>
                  <a:lnTo>
                    <a:pt x="292413" y="23034"/>
                  </a:lnTo>
                  <a:lnTo>
                    <a:pt x="291416" y="22633"/>
                  </a:lnTo>
                  <a:lnTo>
                    <a:pt x="293816" y="18516"/>
                  </a:lnTo>
                  <a:lnTo>
                    <a:pt x="292098" y="15310"/>
                  </a:lnTo>
                  <a:lnTo>
                    <a:pt x="289765" y="13032"/>
                  </a:lnTo>
                  <a:lnTo>
                    <a:pt x="288139" y="11445"/>
                  </a:lnTo>
                  <a:lnTo>
                    <a:pt x="290186" y="8767"/>
                  </a:lnTo>
                  <a:lnTo>
                    <a:pt x="292477" y="5899"/>
                  </a:lnTo>
                  <a:lnTo>
                    <a:pt x="296468" y="1413"/>
                  </a:lnTo>
                  <a:lnTo>
                    <a:pt x="299136" y="2228"/>
                  </a:lnTo>
                  <a:lnTo>
                    <a:pt x="299308" y="2373"/>
                  </a:lnTo>
                  <a:lnTo>
                    <a:pt x="302112" y="4744"/>
                  </a:lnTo>
                  <a:lnTo>
                    <a:pt x="306095" y="5776"/>
                  </a:lnTo>
                  <a:lnTo>
                    <a:pt x="307114" y="6039"/>
                  </a:lnTo>
                  <a:lnTo>
                    <a:pt x="310518" y="3060"/>
                  </a:lnTo>
                  <a:lnTo>
                    <a:pt x="313434" y="2292"/>
                  </a:lnTo>
                  <a:lnTo>
                    <a:pt x="314274" y="2071"/>
                  </a:lnTo>
                  <a:lnTo>
                    <a:pt x="314906" y="672"/>
                  </a:lnTo>
                  <a:lnTo>
                    <a:pt x="316087" y="0"/>
                  </a:lnTo>
                  <a:lnTo>
                    <a:pt x="317319" y="418"/>
                  </a:lnTo>
                  <a:lnTo>
                    <a:pt x="318610" y="2899"/>
                  </a:lnTo>
                  <a:lnTo>
                    <a:pt x="321324" y="5743"/>
                  </a:lnTo>
                  <a:lnTo>
                    <a:pt x="326577" y="6427"/>
                  </a:lnTo>
                  <a:lnTo>
                    <a:pt x="327039" y="6953"/>
                  </a:lnTo>
                  <a:lnTo>
                    <a:pt x="329117" y="9317"/>
                  </a:lnTo>
                  <a:lnTo>
                    <a:pt x="330252" y="12132"/>
                  </a:lnTo>
                  <a:lnTo>
                    <a:pt x="335167" y="17921"/>
                  </a:lnTo>
                  <a:lnTo>
                    <a:pt x="335246" y="18423"/>
                  </a:lnTo>
                  <a:lnTo>
                    <a:pt x="335682" y="21205"/>
                  </a:lnTo>
                  <a:lnTo>
                    <a:pt x="336359" y="22229"/>
                  </a:lnTo>
                  <a:lnTo>
                    <a:pt x="337620" y="24138"/>
                  </a:lnTo>
                  <a:lnTo>
                    <a:pt x="343076" y="24532"/>
                  </a:lnTo>
                  <a:lnTo>
                    <a:pt x="348939" y="25008"/>
                  </a:lnTo>
                  <a:lnTo>
                    <a:pt x="353558" y="22696"/>
                  </a:lnTo>
                  <a:lnTo>
                    <a:pt x="357122" y="23117"/>
                  </a:lnTo>
                  <a:lnTo>
                    <a:pt x="358847" y="23430"/>
                  </a:lnTo>
                  <a:lnTo>
                    <a:pt x="362594" y="24109"/>
                  </a:lnTo>
                  <a:lnTo>
                    <a:pt x="364368" y="26931"/>
                  </a:lnTo>
                  <a:lnTo>
                    <a:pt x="368064" y="28021"/>
                  </a:lnTo>
                  <a:lnTo>
                    <a:pt x="369431" y="31108"/>
                  </a:lnTo>
                  <a:lnTo>
                    <a:pt x="374191" y="31961"/>
                  </a:lnTo>
                  <a:lnTo>
                    <a:pt x="376084" y="32300"/>
                  </a:lnTo>
                  <a:lnTo>
                    <a:pt x="378070" y="30845"/>
                  </a:lnTo>
                  <a:lnTo>
                    <a:pt x="378312" y="30667"/>
                  </a:lnTo>
                  <a:lnTo>
                    <a:pt x="378803" y="27332"/>
                  </a:lnTo>
                  <a:lnTo>
                    <a:pt x="384689" y="24110"/>
                  </a:lnTo>
                  <a:lnTo>
                    <a:pt x="391433" y="25680"/>
                  </a:lnTo>
                  <a:lnTo>
                    <a:pt x="395846" y="25489"/>
                  </a:lnTo>
                  <a:lnTo>
                    <a:pt x="400211" y="28073"/>
                  </a:lnTo>
                  <a:lnTo>
                    <a:pt x="402872" y="29634"/>
                  </a:lnTo>
                  <a:lnTo>
                    <a:pt x="404130" y="28129"/>
                  </a:lnTo>
                  <a:lnTo>
                    <a:pt x="405529" y="26455"/>
                  </a:lnTo>
                  <a:lnTo>
                    <a:pt x="410136" y="26253"/>
                  </a:lnTo>
                  <a:lnTo>
                    <a:pt x="412721" y="23925"/>
                  </a:lnTo>
                  <a:lnTo>
                    <a:pt x="413305" y="20981"/>
                  </a:lnTo>
                  <a:lnTo>
                    <a:pt x="417367" y="16848"/>
                  </a:lnTo>
                  <a:lnTo>
                    <a:pt x="418024" y="15944"/>
                  </a:lnTo>
                  <a:lnTo>
                    <a:pt x="419037" y="14548"/>
                  </a:lnTo>
                  <a:lnTo>
                    <a:pt x="423393" y="12449"/>
                  </a:lnTo>
                  <a:lnTo>
                    <a:pt x="426772" y="10590"/>
                  </a:lnTo>
                  <a:lnTo>
                    <a:pt x="428610" y="13590"/>
                  </a:lnTo>
                  <a:lnTo>
                    <a:pt x="429397" y="17036"/>
                  </a:lnTo>
                  <a:lnTo>
                    <a:pt x="431866" y="23149"/>
                  </a:lnTo>
                  <a:lnTo>
                    <a:pt x="435064" y="25346"/>
                  </a:lnTo>
                  <a:lnTo>
                    <a:pt x="435983" y="25977"/>
                  </a:lnTo>
                  <a:lnTo>
                    <a:pt x="441105" y="25394"/>
                  </a:lnTo>
                  <a:lnTo>
                    <a:pt x="445105" y="28327"/>
                  </a:lnTo>
                  <a:lnTo>
                    <a:pt x="446013" y="28833"/>
                  </a:lnTo>
                  <a:lnTo>
                    <a:pt x="449587" y="30824"/>
                  </a:lnTo>
                  <a:lnTo>
                    <a:pt x="452192" y="35237"/>
                  </a:lnTo>
                  <a:lnTo>
                    <a:pt x="453220" y="41929"/>
                  </a:lnTo>
                  <a:lnTo>
                    <a:pt x="455467" y="44067"/>
                  </a:lnTo>
                  <a:lnTo>
                    <a:pt x="455952" y="50003"/>
                  </a:lnTo>
                  <a:lnTo>
                    <a:pt x="455896" y="50741"/>
                  </a:lnTo>
                  <a:lnTo>
                    <a:pt x="455620" y="54351"/>
                  </a:lnTo>
                  <a:lnTo>
                    <a:pt x="454913" y="60448"/>
                  </a:lnTo>
                  <a:lnTo>
                    <a:pt x="461297" y="65535"/>
                  </a:lnTo>
                  <a:lnTo>
                    <a:pt x="468451" y="71749"/>
                  </a:lnTo>
                  <a:lnTo>
                    <a:pt x="468135" y="75260"/>
                  </a:lnTo>
                  <a:lnTo>
                    <a:pt x="467956" y="77238"/>
                  </a:lnTo>
                  <a:lnTo>
                    <a:pt x="473360" y="80085"/>
                  </a:lnTo>
                  <a:lnTo>
                    <a:pt x="475227" y="82319"/>
                  </a:lnTo>
                  <a:lnTo>
                    <a:pt x="477858" y="85464"/>
                  </a:lnTo>
                  <a:lnTo>
                    <a:pt x="481413" y="88248"/>
                  </a:lnTo>
                  <a:lnTo>
                    <a:pt x="482144" y="89553"/>
                  </a:lnTo>
                  <a:lnTo>
                    <a:pt x="484832" y="94347"/>
                  </a:lnTo>
                  <a:lnTo>
                    <a:pt x="490132" y="96170"/>
                  </a:lnTo>
                  <a:lnTo>
                    <a:pt x="496850" y="99914"/>
                  </a:lnTo>
                  <a:lnTo>
                    <a:pt x="502947" y="103134"/>
                  </a:lnTo>
                  <a:lnTo>
                    <a:pt x="509564" y="102280"/>
                  </a:lnTo>
                  <a:lnTo>
                    <a:pt x="496581" y="119765"/>
                  </a:lnTo>
                  <a:lnTo>
                    <a:pt x="490562" y="127819"/>
                  </a:lnTo>
                  <a:lnTo>
                    <a:pt x="490290" y="128216"/>
                  </a:lnTo>
                  <a:lnTo>
                    <a:pt x="488037" y="131497"/>
                  </a:lnTo>
                  <a:lnTo>
                    <a:pt x="482021" y="134706"/>
                  </a:lnTo>
                  <a:lnTo>
                    <a:pt x="475631" y="139886"/>
                  </a:lnTo>
                  <a:lnTo>
                    <a:pt x="475353" y="140111"/>
                  </a:lnTo>
                  <a:lnTo>
                    <a:pt x="474932" y="140534"/>
                  </a:lnTo>
                  <a:lnTo>
                    <a:pt x="465370" y="150106"/>
                  </a:lnTo>
                  <a:lnTo>
                    <a:pt x="466544" y="154697"/>
                  </a:lnTo>
                  <a:lnTo>
                    <a:pt x="465164" y="158025"/>
                  </a:lnTo>
                  <a:lnTo>
                    <a:pt x="461003" y="160416"/>
                  </a:lnTo>
                  <a:lnTo>
                    <a:pt x="457897" y="164028"/>
                  </a:lnTo>
                  <a:lnTo>
                    <a:pt x="459048" y="168565"/>
                  </a:lnTo>
                  <a:lnTo>
                    <a:pt x="458170" y="170882"/>
                  </a:lnTo>
                  <a:lnTo>
                    <a:pt x="457617" y="172342"/>
                  </a:lnTo>
                  <a:lnTo>
                    <a:pt x="450166" y="177015"/>
                  </a:lnTo>
                  <a:lnTo>
                    <a:pt x="445796" y="177621"/>
                  </a:lnTo>
                  <a:lnTo>
                    <a:pt x="444001" y="182876"/>
                  </a:lnTo>
                  <a:lnTo>
                    <a:pt x="443370" y="187755"/>
                  </a:lnTo>
                  <a:lnTo>
                    <a:pt x="436766" y="190558"/>
                  </a:lnTo>
                  <a:lnTo>
                    <a:pt x="427126" y="196124"/>
                  </a:lnTo>
                  <a:lnTo>
                    <a:pt x="423985" y="198584"/>
                  </a:lnTo>
                  <a:lnTo>
                    <a:pt x="422305" y="198927"/>
                  </a:lnTo>
                  <a:lnTo>
                    <a:pt x="417757" y="199853"/>
                  </a:lnTo>
                  <a:lnTo>
                    <a:pt x="412246" y="203817"/>
                  </a:lnTo>
                  <a:lnTo>
                    <a:pt x="408573" y="207514"/>
                  </a:lnTo>
                  <a:lnTo>
                    <a:pt x="407803" y="209297"/>
                  </a:lnTo>
                  <a:lnTo>
                    <a:pt x="393704" y="211723"/>
                  </a:lnTo>
                  <a:lnTo>
                    <a:pt x="391180" y="212107"/>
                  </a:lnTo>
                  <a:lnTo>
                    <a:pt x="387215" y="212709"/>
                  </a:lnTo>
                  <a:lnTo>
                    <a:pt x="370657" y="215670"/>
                  </a:lnTo>
                  <a:lnTo>
                    <a:pt x="368303" y="216070"/>
                  </a:lnTo>
                  <a:lnTo>
                    <a:pt x="351773" y="218848"/>
                  </a:lnTo>
                  <a:lnTo>
                    <a:pt x="332440" y="221863"/>
                  </a:lnTo>
                  <a:lnTo>
                    <a:pt x="331958" y="221937"/>
                  </a:lnTo>
                  <a:lnTo>
                    <a:pt x="320869" y="223150"/>
                  </a:lnTo>
                  <a:lnTo>
                    <a:pt x="318702" y="223365"/>
                  </a:lnTo>
                  <a:lnTo>
                    <a:pt x="310207" y="224200"/>
                  </a:lnTo>
                  <a:lnTo>
                    <a:pt x="297697" y="226115"/>
                  </a:lnTo>
                  <a:lnTo>
                    <a:pt x="296701" y="226266"/>
                  </a:lnTo>
                  <a:lnTo>
                    <a:pt x="296347" y="226356"/>
                  </a:lnTo>
                  <a:lnTo>
                    <a:pt x="286735" y="228782"/>
                  </a:lnTo>
                  <a:lnTo>
                    <a:pt x="283181" y="229675"/>
                  </a:lnTo>
                  <a:lnTo>
                    <a:pt x="266248" y="232136"/>
                  </a:lnTo>
                  <a:lnTo>
                    <a:pt x="262304" y="232701"/>
                  </a:lnTo>
                  <a:lnTo>
                    <a:pt x="256370" y="233545"/>
                  </a:lnTo>
                  <a:lnTo>
                    <a:pt x="249246" y="234312"/>
                  </a:lnTo>
                  <a:lnTo>
                    <a:pt x="241816" y="235103"/>
                  </a:lnTo>
                  <a:lnTo>
                    <a:pt x="233176" y="236068"/>
                  </a:lnTo>
                  <a:lnTo>
                    <a:pt x="218782" y="237648"/>
                  </a:lnTo>
                  <a:lnTo>
                    <a:pt x="212051" y="238374"/>
                  </a:lnTo>
                  <a:lnTo>
                    <a:pt x="209219" y="240118"/>
                  </a:lnTo>
                  <a:lnTo>
                    <a:pt x="208436" y="240000"/>
                  </a:lnTo>
                  <a:lnTo>
                    <a:pt x="205215" y="239513"/>
                  </a:lnTo>
                  <a:lnTo>
                    <a:pt x="194372" y="241555"/>
                  </a:lnTo>
                  <a:lnTo>
                    <a:pt x="190933" y="242198"/>
                  </a:lnTo>
                  <a:lnTo>
                    <a:pt x="173766" y="245156"/>
                  </a:lnTo>
                  <a:lnTo>
                    <a:pt x="170011" y="245796"/>
                  </a:lnTo>
                  <a:lnTo>
                    <a:pt x="154689" y="248381"/>
                  </a:lnTo>
                  <a:lnTo>
                    <a:pt x="153870" y="248518"/>
                  </a:lnTo>
                  <a:lnTo>
                    <a:pt x="133516" y="251884"/>
                  </a:lnTo>
                  <a:lnTo>
                    <a:pt x="129842" y="252536"/>
                  </a:lnTo>
                  <a:lnTo>
                    <a:pt x="118821" y="254475"/>
                  </a:lnTo>
                  <a:lnTo>
                    <a:pt x="118719" y="251794"/>
                  </a:lnTo>
                  <a:lnTo>
                    <a:pt x="107281" y="252276"/>
                  </a:lnTo>
                  <a:lnTo>
                    <a:pt x="103182" y="252768"/>
                  </a:lnTo>
                  <a:lnTo>
                    <a:pt x="104757" y="256758"/>
                  </a:lnTo>
                  <a:lnTo>
                    <a:pt x="107187" y="263375"/>
                  </a:lnTo>
                  <a:lnTo>
                    <a:pt x="106617" y="268030"/>
                  </a:lnTo>
                  <a:lnTo>
                    <a:pt x="106416" y="268064"/>
                  </a:lnTo>
                  <a:lnTo>
                    <a:pt x="101270" y="268929"/>
                  </a:lnTo>
                  <a:lnTo>
                    <a:pt x="76001" y="272235"/>
                  </a:lnTo>
                  <a:lnTo>
                    <a:pt x="74404" y="272441"/>
                  </a:lnTo>
                  <a:lnTo>
                    <a:pt x="74095" y="272483"/>
                  </a:lnTo>
                  <a:lnTo>
                    <a:pt x="53113" y="275294"/>
                  </a:lnTo>
                  <a:lnTo>
                    <a:pt x="52386" y="275390"/>
                  </a:lnTo>
                  <a:lnTo>
                    <a:pt x="51868" y="275459"/>
                  </a:lnTo>
                  <a:lnTo>
                    <a:pt x="42792" y="276649"/>
                  </a:lnTo>
                  <a:lnTo>
                    <a:pt x="25500" y="278609"/>
                  </a:lnTo>
                  <a:lnTo>
                    <a:pt x="16191" y="280184"/>
                  </a:lnTo>
                  <a:lnTo>
                    <a:pt x="11173" y="281027"/>
                  </a:lnTo>
                  <a:lnTo>
                    <a:pt x="2656" y="282198"/>
                  </a:lnTo>
                  <a:lnTo>
                    <a:pt x="0" y="2789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678534" y="4509769"/>
              <a:ext cx="406183" cy="340765"/>
            </a:xfrm>
            <a:custGeom>
              <a:avLst/>
              <a:pathLst>
                <a:path w="406183" h="340765">
                  <a:moveTo>
                    <a:pt x="1747" y="45437"/>
                  </a:moveTo>
                  <a:lnTo>
                    <a:pt x="1189" y="36350"/>
                  </a:lnTo>
                  <a:lnTo>
                    <a:pt x="741" y="29076"/>
                  </a:lnTo>
                  <a:lnTo>
                    <a:pt x="0" y="17056"/>
                  </a:lnTo>
                  <a:lnTo>
                    <a:pt x="16814" y="15844"/>
                  </a:lnTo>
                  <a:lnTo>
                    <a:pt x="17364" y="15804"/>
                  </a:lnTo>
                  <a:lnTo>
                    <a:pt x="23537" y="15347"/>
                  </a:lnTo>
                  <a:lnTo>
                    <a:pt x="38431" y="14295"/>
                  </a:lnTo>
                  <a:lnTo>
                    <a:pt x="40671" y="14134"/>
                  </a:lnTo>
                  <a:lnTo>
                    <a:pt x="49021" y="13526"/>
                  </a:lnTo>
                  <a:lnTo>
                    <a:pt x="59213" y="12744"/>
                  </a:lnTo>
                  <a:lnTo>
                    <a:pt x="62248" y="12509"/>
                  </a:lnTo>
                  <a:lnTo>
                    <a:pt x="77600" y="11325"/>
                  </a:lnTo>
                  <a:lnTo>
                    <a:pt x="78898" y="11223"/>
                  </a:lnTo>
                  <a:lnTo>
                    <a:pt x="97126" y="9943"/>
                  </a:lnTo>
                  <a:lnTo>
                    <a:pt x="113476" y="8715"/>
                  </a:lnTo>
                  <a:lnTo>
                    <a:pt x="133974" y="7145"/>
                  </a:lnTo>
                  <a:lnTo>
                    <a:pt x="145288" y="6154"/>
                  </a:lnTo>
                  <a:lnTo>
                    <a:pt x="159532" y="4876"/>
                  </a:lnTo>
                  <a:lnTo>
                    <a:pt x="187889" y="2238"/>
                  </a:lnTo>
                  <a:lnTo>
                    <a:pt x="190005" y="2043"/>
                  </a:lnTo>
                  <a:lnTo>
                    <a:pt x="191801" y="1876"/>
                  </a:lnTo>
                  <a:lnTo>
                    <a:pt x="204390" y="692"/>
                  </a:lnTo>
                  <a:lnTo>
                    <a:pt x="211624" y="0"/>
                  </a:lnTo>
                  <a:lnTo>
                    <a:pt x="214136" y="1805"/>
                  </a:lnTo>
                  <a:lnTo>
                    <a:pt x="219057" y="5036"/>
                  </a:lnTo>
                  <a:lnTo>
                    <a:pt x="219562" y="9296"/>
                  </a:lnTo>
                  <a:lnTo>
                    <a:pt x="214935" y="13260"/>
                  </a:lnTo>
                  <a:lnTo>
                    <a:pt x="213477" y="16614"/>
                  </a:lnTo>
                  <a:lnTo>
                    <a:pt x="214066" y="19747"/>
                  </a:lnTo>
                  <a:lnTo>
                    <a:pt x="217590" y="22542"/>
                  </a:lnTo>
                  <a:lnTo>
                    <a:pt x="221877" y="23355"/>
                  </a:lnTo>
                  <a:lnTo>
                    <a:pt x="219125" y="27177"/>
                  </a:lnTo>
                  <a:lnTo>
                    <a:pt x="221222" y="34376"/>
                  </a:lnTo>
                  <a:lnTo>
                    <a:pt x="223173" y="36065"/>
                  </a:lnTo>
                  <a:lnTo>
                    <a:pt x="223714" y="36560"/>
                  </a:lnTo>
                  <a:lnTo>
                    <a:pt x="226933" y="41149"/>
                  </a:lnTo>
                  <a:lnTo>
                    <a:pt x="223332" y="41899"/>
                  </a:lnTo>
                  <a:lnTo>
                    <a:pt x="224487" y="48259"/>
                  </a:lnTo>
                  <a:lnTo>
                    <a:pt x="231019" y="48765"/>
                  </a:lnTo>
                  <a:lnTo>
                    <a:pt x="230081" y="55269"/>
                  </a:lnTo>
                  <a:lnTo>
                    <a:pt x="235003" y="55596"/>
                  </a:lnTo>
                  <a:lnTo>
                    <a:pt x="233506" y="60892"/>
                  </a:lnTo>
                  <a:lnTo>
                    <a:pt x="230848" y="67207"/>
                  </a:lnTo>
                  <a:lnTo>
                    <a:pt x="222210" y="68684"/>
                  </a:lnTo>
                  <a:lnTo>
                    <a:pt x="228127" y="76845"/>
                  </a:lnTo>
                  <a:lnTo>
                    <a:pt x="228535" y="77408"/>
                  </a:lnTo>
                  <a:lnTo>
                    <a:pt x="225645" y="82163"/>
                  </a:lnTo>
                  <a:lnTo>
                    <a:pt x="225732" y="84502"/>
                  </a:lnTo>
                  <a:lnTo>
                    <a:pt x="223301" y="87945"/>
                  </a:lnTo>
                  <a:lnTo>
                    <a:pt x="218951" y="89605"/>
                  </a:lnTo>
                  <a:lnTo>
                    <a:pt x="219093" y="94251"/>
                  </a:lnTo>
                  <a:lnTo>
                    <a:pt x="215429" y="98412"/>
                  </a:lnTo>
                  <a:lnTo>
                    <a:pt x="214807" y="99100"/>
                  </a:lnTo>
                  <a:lnTo>
                    <a:pt x="211653" y="102582"/>
                  </a:lnTo>
                  <a:lnTo>
                    <a:pt x="207444" y="102204"/>
                  </a:lnTo>
                  <a:lnTo>
                    <a:pt x="206750" y="106083"/>
                  </a:lnTo>
                  <a:lnTo>
                    <a:pt x="210056" y="110264"/>
                  </a:lnTo>
                  <a:lnTo>
                    <a:pt x="210216" y="110465"/>
                  </a:lnTo>
                  <a:lnTo>
                    <a:pt x="205667" y="112051"/>
                  </a:lnTo>
                  <a:lnTo>
                    <a:pt x="205236" y="119826"/>
                  </a:lnTo>
                  <a:lnTo>
                    <a:pt x="200333" y="122400"/>
                  </a:lnTo>
                  <a:lnTo>
                    <a:pt x="201051" y="125200"/>
                  </a:lnTo>
                  <a:lnTo>
                    <a:pt x="202850" y="128644"/>
                  </a:lnTo>
                  <a:lnTo>
                    <a:pt x="199054" y="130064"/>
                  </a:lnTo>
                  <a:lnTo>
                    <a:pt x="197265" y="133382"/>
                  </a:lnTo>
                  <a:lnTo>
                    <a:pt x="198217" y="138492"/>
                  </a:lnTo>
                  <a:lnTo>
                    <a:pt x="196936" y="142877"/>
                  </a:lnTo>
                  <a:lnTo>
                    <a:pt x="197043" y="147410"/>
                  </a:lnTo>
                  <a:lnTo>
                    <a:pt x="199430" y="151261"/>
                  </a:lnTo>
                  <a:lnTo>
                    <a:pt x="195505" y="154275"/>
                  </a:lnTo>
                  <a:lnTo>
                    <a:pt x="191173" y="154159"/>
                  </a:lnTo>
                  <a:lnTo>
                    <a:pt x="189693" y="157225"/>
                  </a:lnTo>
                  <a:lnTo>
                    <a:pt x="194067" y="160360"/>
                  </a:lnTo>
                  <a:lnTo>
                    <a:pt x="194009" y="160514"/>
                  </a:lnTo>
                  <a:lnTo>
                    <a:pt x="192112" y="165522"/>
                  </a:lnTo>
                  <a:lnTo>
                    <a:pt x="194472" y="169265"/>
                  </a:lnTo>
                  <a:lnTo>
                    <a:pt x="197362" y="172650"/>
                  </a:lnTo>
                  <a:lnTo>
                    <a:pt x="192583" y="177002"/>
                  </a:lnTo>
                  <a:lnTo>
                    <a:pt x="191971" y="177559"/>
                  </a:lnTo>
                  <a:lnTo>
                    <a:pt x="223022" y="174479"/>
                  </a:lnTo>
                  <a:lnTo>
                    <a:pt x="226625" y="174106"/>
                  </a:lnTo>
                  <a:lnTo>
                    <a:pt x="235345" y="173195"/>
                  </a:lnTo>
                  <a:lnTo>
                    <a:pt x="252951" y="171319"/>
                  </a:lnTo>
                  <a:lnTo>
                    <a:pt x="257988" y="170773"/>
                  </a:lnTo>
                  <a:lnTo>
                    <a:pt x="272376" y="169175"/>
                  </a:lnTo>
                  <a:lnTo>
                    <a:pt x="273849" y="169009"/>
                  </a:lnTo>
                  <a:lnTo>
                    <a:pt x="288982" y="167289"/>
                  </a:lnTo>
                  <a:lnTo>
                    <a:pt x="295470" y="166529"/>
                  </a:lnTo>
                  <a:lnTo>
                    <a:pt x="322628" y="163274"/>
                  </a:lnTo>
                  <a:lnTo>
                    <a:pt x="327248" y="162711"/>
                  </a:lnTo>
                  <a:lnTo>
                    <a:pt x="335327" y="161729"/>
                  </a:lnTo>
                  <a:lnTo>
                    <a:pt x="334485" y="169670"/>
                  </a:lnTo>
                  <a:lnTo>
                    <a:pt x="332181" y="178061"/>
                  </a:lnTo>
                  <a:lnTo>
                    <a:pt x="329654" y="186532"/>
                  </a:lnTo>
                  <a:lnTo>
                    <a:pt x="330934" y="191498"/>
                  </a:lnTo>
                  <a:lnTo>
                    <a:pt x="331479" y="193608"/>
                  </a:lnTo>
                  <a:lnTo>
                    <a:pt x="334573" y="201349"/>
                  </a:lnTo>
                  <a:lnTo>
                    <a:pt x="341203" y="207046"/>
                  </a:lnTo>
                  <a:lnTo>
                    <a:pt x="342360" y="208965"/>
                  </a:lnTo>
                  <a:lnTo>
                    <a:pt x="344334" y="212237"/>
                  </a:lnTo>
                  <a:lnTo>
                    <a:pt x="348627" y="220992"/>
                  </a:lnTo>
                  <a:lnTo>
                    <a:pt x="351452" y="228642"/>
                  </a:lnTo>
                  <a:lnTo>
                    <a:pt x="358071" y="231024"/>
                  </a:lnTo>
                  <a:lnTo>
                    <a:pt x="352311" y="235049"/>
                  </a:lnTo>
                  <a:lnTo>
                    <a:pt x="348599" y="237637"/>
                  </a:lnTo>
                  <a:lnTo>
                    <a:pt x="346950" y="241547"/>
                  </a:lnTo>
                  <a:lnTo>
                    <a:pt x="339728" y="245094"/>
                  </a:lnTo>
                  <a:lnTo>
                    <a:pt x="335221" y="247990"/>
                  </a:lnTo>
                  <a:lnTo>
                    <a:pt x="335221" y="248168"/>
                  </a:lnTo>
                  <a:lnTo>
                    <a:pt x="335223" y="253744"/>
                  </a:lnTo>
                  <a:lnTo>
                    <a:pt x="339685" y="254856"/>
                  </a:lnTo>
                  <a:lnTo>
                    <a:pt x="343754" y="255805"/>
                  </a:lnTo>
                  <a:lnTo>
                    <a:pt x="347370" y="259190"/>
                  </a:lnTo>
                  <a:lnTo>
                    <a:pt x="351616" y="259599"/>
                  </a:lnTo>
                  <a:lnTo>
                    <a:pt x="355175" y="257611"/>
                  </a:lnTo>
                  <a:lnTo>
                    <a:pt x="356060" y="248537"/>
                  </a:lnTo>
                  <a:lnTo>
                    <a:pt x="361639" y="242841"/>
                  </a:lnTo>
                  <a:lnTo>
                    <a:pt x="365206" y="240653"/>
                  </a:lnTo>
                  <a:lnTo>
                    <a:pt x="372986" y="239849"/>
                  </a:lnTo>
                  <a:lnTo>
                    <a:pt x="375653" y="236677"/>
                  </a:lnTo>
                  <a:lnTo>
                    <a:pt x="380541" y="232262"/>
                  </a:lnTo>
                  <a:lnTo>
                    <a:pt x="384185" y="230542"/>
                  </a:lnTo>
                  <a:lnTo>
                    <a:pt x="384787" y="237958"/>
                  </a:lnTo>
                  <a:lnTo>
                    <a:pt x="383177" y="244335"/>
                  </a:lnTo>
                  <a:lnTo>
                    <a:pt x="382630" y="250369"/>
                  </a:lnTo>
                  <a:lnTo>
                    <a:pt x="382689" y="254606"/>
                  </a:lnTo>
                  <a:lnTo>
                    <a:pt x="379044" y="261550"/>
                  </a:lnTo>
                  <a:lnTo>
                    <a:pt x="381161" y="265380"/>
                  </a:lnTo>
                  <a:lnTo>
                    <a:pt x="371290" y="265355"/>
                  </a:lnTo>
                  <a:lnTo>
                    <a:pt x="371730" y="273082"/>
                  </a:lnTo>
                  <a:lnTo>
                    <a:pt x="367312" y="276258"/>
                  </a:lnTo>
                  <a:lnTo>
                    <a:pt x="364780" y="278169"/>
                  </a:lnTo>
                  <a:lnTo>
                    <a:pt x="364511" y="278373"/>
                  </a:lnTo>
                  <a:lnTo>
                    <a:pt x="362038" y="277179"/>
                  </a:lnTo>
                  <a:lnTo>
                    <a:pt x="357283" y="281107"/>
                  </a:lnTo>
                  <a:lnTo>
                    <a:pt x="360731" y="286516"/>
                  </a:lnTo>
                  <a:lnTo>
                    <a:pt x="360792" y="290865"/>
                  </a:lnTo>
                  <a:lnTo>
                    <a:pt x="364179" y="295664"/>
                  </a:lnTo>
                  <a:lnTo>
                    <a:pt x="368236" y="297653"/>
                  </a:lnTo>
                  <a:lnTo>
                    <a:pt x="376177" y="297944"/>
                  </a:lnTo>
                  <a:lnTo>
                    <a:pt x="381395" y="297628"/>
                  </a:lnTo>
                  <a:lnTo>
                    <a:pt x="386002" y="301538"/>
                  </a:lnTo>
                  <a:lnTo>
                    <a:pt x="390321" y="300337"/>
                  </a:lnTo>
                  <a:lnTo>
                    <a:pt x="395965" y="305331"/>
                  </a:lnTo>
                  <a:lnTo>
                    <a:pt x="397867" y="310332"/>
                  </a:lnTo>
                  <a:lnTo>
                    <a:pt x="404840" y="309832"/>
                  </a:lnTo>
                  <a:lnTo>
                    <a:pt x="406183" y="313888"/>
                  </a:lnTo>
                  <a:lnTo>
                    <a:pt x="402884" y="320984"/>
                  </a:lnTo>
                  <a:lnTo>
                    <a:pt x="399215" y="322903"/>
                  </a:lnTo>
                  <a:lnTo>
                    <a:pt x="397152" y="327055"/>
                  </a:lnTo>
                  <a:lnTo>
                    <a:pt x="397954" y="330286"/>
                  </a:lnTo>
                  <a:lnTo>
                    <a:pt x="391862" y="328344"/>
                  </a:lnTo>
                  <a:lnTo>
                    <a:pt x="388420" y="325634"/>
                  </a:lnTo>
                  <a:lnTo>
                    <a:pt x="384053" y="330388"/>
                  </a:lnTo>
                  <a:lnTo>
                    <a:pt x="378683" y="337741"/>
                  </a:lnTo>
                  <a:lnTo>
                    <a:pt x="377743" y="330577"/>
                  </a:lnTo>
                  <a:lnTo>
                    <a:pt x="380503" y="325432"/>
                  </a:lnTo>
                  <a:lnTo>
                    <a:pt x="377786" y="321237"/>
                  </a:lnTo>
                  <a:lnTo>
                    <a:pt x="374310" y="319435"/>
                  </a:lnTo>
                  <a:lnTo>
                    <a:pt x="369901" y="314191"/>
                  </a:lnTo>
                  <a:lnTo>
                    <a:pt x="363407" y="312574"/>
                  </a:lnTo>
                  <a:lnTo>
                    <a:pt x="360103" y="312141"/>
                  </a:lnTo>
                  <a:lnTo>
                    <a:pt x="357239" y="309114"/>
                  </a:lnTo>
                  <a:lnTo>
                    <a:pt x="350507" y="308736"/>
                  </a:lnTo>
                  <a:lnTo>
                    <a:pt x="341472" y="308510"/>
                  </a:lnTo>
                  <a:lnTo>
                    <a:pt x="338451" y="309890"/>
                  </a:lnTo>
                  <a:lnTo>
                    <a:pt x="337100" y="311279"/>
                  </a:lnTo>
                  <a:lnTo>
                    <a:pt x="333323" y="315158"/>
                  </a:lnTo>
                  <a:lnTo>
                    <a:pt x="326101" y="322122"/>
                  </a:lnTo>
                  <a:lnTo>
                    <a:pt x="323863" y="324060"/>
                  </a:lnTo>
                  <a:lnTo>
                    <a:pt x="321509" y="326095"/>
                  </a:lnTo>
                  <a:lnTo>
                    <a:pt x="314269" y="332096"/>
                  </a:lnTo>
                  <a:lnTo>
                    <a:pt x="305900" y="334896"/>
                  </a:lnTo>
                  <a:lnTo>
                    <a:pt x="300212" y="335999"/>
                  </a:lnTo>
                  <a:lnTo>
                    <a:pt x="297690" y="336486"/>
                  </a:lnTo>
                  <a:lnTo>
                    <a:pt x="294184" y="336636"/>
                  </a:lnTo>
                  <a:lnTo>
                    <a:pt x="281601" y="338097"/>
                  </a:lnTo>
                  <a:lnTo>
                    <a:pt x="274347" y="340420"/>
                  </a:lnTo>
                  <a:lnTo>
                    <a:pt x="269402" y="340765"/>
                  </a:lnTo>
                  <a:lnTo>
                    <a:pt x="265046" y="340009"/>
                  </a:lnTo>
                  <a:lnTo>
                    <a:pt x="263923" y="335863"/>
                  </a:lnTo>
                  <a:lnTo>
                    <a:pt x="258546" y="331406"/>
                  </a:lnTo>
                  <a:lnTo>
                    <a:pt x="254025" y="331257"/>
                  </a:lnTo>
                  <a:lnTo>
                    <a:pt x="246680" y="330424"/>
                  </a:lnTo>
                  <a:lnTo>
                    <a:pt x="241532" y="328298"/>
                  </a:lnTo>
                  <a:lnTo>
                    <a:pt x="232058" y="326668"/>
                  </a:lnTo>
                  <a:lnTo>
                    <a:pt x="227381" y="322684"/>
                  </a:lnTo>
                  <a:lnTo>
                    <a:pt x="231615" y="319547"/>
                  </a:lnTo>
                  <a:lnTo>
                    <a:pt x="232173" y="316737"/>
                  </a:lnTo>
                  <a:lnTo>
                    <a:pt x="226763" y="314647"/>
                  </a:lnTo>
                  <a:lnTo>
                    <a:pt x="224258" y="312353"/>
                  </a:lnTo>
                  <a:lnTo>
                    <a:pt x="225343" y="310168"/>
                  </a:lnTo>
                  <a:lnTo>
                    <a:pt x="221375" y="305963"/>
                  </a:lnTo>
                  <a:lnTo>
                    <a:pt x="216474" y="308821"/>
                  </a:lnTo>
                  <a:lnTo>
                    <a:pt x="214378" y="306481"/>
                  </a:lnTo>
                  <a:lnTo>
                    <a:pt x="210668" y="304014"/>
                  </a:lnTo>
                  <a:lnTo>
                    <a:pt x="209929" y="301087"/>
                  </a:lnTo>
                  <a:lnTo>
                    <a:pt x="209378" y="298656"/>
                  </a:lnTo>
                  <a:lnTo>
                    <a:pt x="204665" y="295901"/>
                  </a:lnTo>
                  <a:lnTo>
                    <a:pt x="201334" y="296271"/>
                  </a:lnTo>
                  <a:lnTo>
                    <a:pt x="202372" y="290179"/>
                  </a:lnTo>
                  <a:lnTo>
                    <a:pt x="198734" y="286462"/>
                  </a:lnTo>
                  <a:lnTo>
                    <a:pt x="193357" y="286669"/>
                  </a:lnTo>
                  <a:lnTo>
                    <a:pt x="188117" y="289287"/>
                  </a:lnTo>
                  <a:lnTo>
                    <a:pt x="184841" y="291532"/>
                  </a:lnTo>
                  <a:lnTo>
                    <a:pt x="184364" y="294680"/>
                  </a:lnTo>
                  <a:lnTo>
                    <a:pt x="183824" y="298232"/>
                  </a:lnTo>
                  <a:lnTo>
                    <a:pt x="189358" y="300445"/>
                  </a:lnTo>
                  <a:lnTo>
                    <a:pt x="196629" y="302076"/>
                  </a:lnTo>
                  <a:lnTo>
                    <a:pt x="192810" y="309334"/>
                  </a:lnTo>
                  <a:lnTo>
                    <a:pt x="188843" y="311145"/>
                  </a:lnTo>
                  <a:lnTo>
                    <a:pt x="181359" y="307957"/>
                  </a:lnTo>
                  <a:lnTo>
                    <a:pt x="172200" y="304080"/>
                  </a:lnTo>
                  <a:lnTo>
                    <a:pt x="171195" y="303753"/>
                  </a:lnTo>
                  <a:lnTo>
                    <a:pt x="169486" y="303196"/>
                  </a:lnTo>
                  <a:lnTo>
                    <a:pt x="162314" y="304203"/>
                  </a:lnTo>
                  <a:lnTo>
                    <a:pt x="155460" y="308508"/>
                  </a:lnTo>
                  <a:lnTo>
                    <a:pt x="150030" y="309677"/>
                  </a:lnTo>
                  <a:lnTo>
                    <a:pt x="143312" y="308876"/>
                  </a:lnTo>
                  <a:lnTo>
                    <a:pt x="138346" y="308123"/>
                  </a:lnTo>
                  <a:lnTo>
                    <a:pt x="131012" y="307334"/>
                  </a:lnTo>
                  <a:lnTo>
                    <a:pt x="127263" y="306662"/>
                  </a:lnTo>
                  <a:lnTo>
                    <a:pt x="121926" y="305701"/>
                  </a:lnTo>
                  <a:lnTo>
                    <a:pt x="106505" y="300423"/>
                  </a:lnTo>
                  <a:lnTo>
                    <a:pt x="97590" y="297353"/>
                  </a:lnTo>
                  <a:lnTo>
                    <a:pt x="90173" y="295745"/>
                  </a:lnTo>
                  <a:lnTo>
                    <a:pt x="83264" y="294432"/>
                  </a:lnTo>
                  <a:lnTo>
                    <a:pt x="74169" y="294743"/>
                  </a:lnTo>
                  <a:lnTo>
                    <a:pt x="65382" y="296090"/>
                  </a:lnTo>
                  <a:lnTo>
                    <a:pt x="55665" y="297176"/>
                  </a:lnTo>
                  <a:lnTo>
                    <a:pt x="40247" y="300657"/>
                  </a:lnTo>
                  <a:lnTo>
                    <a:pt x="35975" y="302801"/>
                  </a:lnTo>
                  <a:lnTo>
                    <a:pt x="33141" y="305150"/>
                  </a:lnTo>
                  <a:lnTo>
                    <a:pt x="31034" y="302387"/>
                  </a:lnTo>
                  <a:lnTo>
                    <a:pt x="28724" y="299274"/>
                  </a:lnTo>
                  <a:lnTo>
                    <a:pt x="25573" y="295900"/>
                  </a:lnTo>
                  <a:lnTo>
                    <a:pt x="29658" y="291370"/>
                  </a:lnTo>
                  <a:lnTo>
                    <a:pt x="31089" y="289488"/>
                  </a:lnTo>
                  <a:lnTo>
                    <a:pt x="32647" y="287437"/>
                  </a:lnTo>
                  <a:lnTo>
                    <a:pt x="34050" y="282093"/>
                  </a:lnTo>
                  <a:lnTo>
                    <a:pt x="38784" y="275912"/>
                  </a:lnTo>
                  <a:lnTo>
                    <a:pt x="41279" y="273052"/>
                  </a:lnTo>
                  <a:lnTo>
                    <a:pt x="41439" y="272868"/>
                  </a:lnTo>
                  <a:lnTo>
                    <a:pt x="41237" y="267790"/>
                  </a:lnTo>
                  <a:lnTo>
                    <a:pt x="40804" y="262486"/>
                  </a:lnTo>
                  <a:lnTo>
                    <a:pt x="39795" y="258086"/>
                  </a:lnTo>
                  <a:lnTo>
                    <a:pt x="39868" y="256450"/>
                  </a:lnTo>
                  <a:lnTo>
                    <a:pt x="39992" y="253691"/>
                  </a:lnTo>
                  <a:lnTo>
                    <a:pt x="35658" y="249263"/>
                  </a:lnTo>
                  <a:lnTo>
                    <a:pt x="36434" y="243357"/>
                  </a:lnTo>
                  <a:lnTo>
                    <a:pt x="36948" y="242838"/>
                  </a:lnTo>
                  <a:lnTo>
                    <a:pt x="39495" y="240264"/>
                  </a:lnTo>
                  <a:lnTo>
                    <a:pt x="38513" y="233670"/>
                  </a:lnTo>
                  <a:lnTo>
                    <a:pt x="36857" y="230438"/>
                  </a:lnTo>
                  <a:lnTo>
                    <a:pt x="39996" y="226046"/>
                  </a:lnTo>
                  <a:lnTo>
                    <a:pt x="39757" y="223219"/>
                  </a:lnTo>
                  <a:lnTo>
                    <a:pt x="43636" y="218160"/>
                  </a:lnTo>
                  <a:lnTo>
                    <a:pt x="44236" y="213010"/>
                  </a:lnTo>
                  <a:lnTo>
                    <a:pt x="47534" y="207139"/>
                  </a:lnTo>
                  <a:lnTo>
                    <a:pt x="47968" y="201309"/>
                  </a:lnTo>
                  <a:lnTo>
                    <a:pt x="48228" y="200587"/>
                  </a:lnTo>
                  <a:lnTo>
                    <a:pt x="49747" y="196367"/>
                  </a:lnTo>
                  <a:lnTo>
                    <a:pt x="48081" y="192777"/>
                  </a:lnTo>
                  <a:lnTo>
                    <a:pt x="48625" y="189125"/>
                  </a:lnTo>
                  <a:lnTo>
                    <a:pt x="49007" y="185329"/>
                  </a:lnTo>
                  <a:lnTo>
                    <a:pt x="47888" y="178676"/>
                  </a:lnTo>
                  <a:lnTo>
                    <a:pt x="47956" y="173719"/>
                  </a:lnTo>
                  <a:lnTo>
                    <a:pt x="46651" y="173886"/>
                  </a:lnTo>
                  <a:lnTo>
                    <a:pt x="43044" y="174347"/>
                  </a:lnTo>
                  <a:lnTo>
                    <a:pt x="42906" y="174365"/>
                  </a:lnTo>
                  <a:lnTo>
                    <a:pt x="41610" y="167756"/>
                  </a:lnTo>
                  <a:lnTo>
                    <a:pt x="36755" y="164478"/>
                  </a:lnTo>
                  <a:lnTo>
                    <a:pt x="36891" y="158004"/>
                  </a:lnTo>
                  <a:lnTo>
                    <a:pt x="34383" y="153536"/>
                  </a:lnTo>
                  <a:lnTo>
                    <a:pt x="30269" y="150321"/>
                  </a:lnTo>
                  <a:lnTo>
                    <a:pt x="31839" y="147116"/>
                  </a:lnTo>
                  <a:lnTo>
                    <a:pt x="27081" y="145432"/>
                  </a:lnTo>
                  <a:lnTo>
                    <a:pt x="23220" y="140572"/>
                  </a:lnTo>
                  <a:lnTo>
                    <a:pt x="24377" y="137321"/>
                  </a:lnTo>
                  <a:lnTo>
                    <a:pt x="24953" y="130455"/>
                  </a:lnTo>
                  <a:lnTo>
                    <a:pt x="20644" y="121617"/>
                  </a:lnTo>
                  <a:lnTo>
                    <a:pt x="18576" y="118377"/>
                  </a:lnTo>
                  <a:lnTo>
                    <a:pt x="15973" y="114296"/>
                  </a:lnTo>
                  <a:lnTo>
                    <a:pt x="10727" y="111761"/>
                  </a:lnTo>
                  <a:lnTo>
                    <a:pt x="6566" y="107402"/>
                  </a:lnTo>
                  <a:lnTo>
                    <a:pt x="5574" y="106361"/>
                  </a:lnTo>
                  <a:lnTo>
                    <a:pt x="4738" y="93710"/>
                  </a:lnTo>
                  <a:lnTo>
                    <a:pt x="4428" y="88658"/>
                  </a:lnTo>
                  <a:lnTo>
                    <a:pt x="3533" y="74093"/>
                  </a:lnTo>
                  <a:lnTo>
                    <a:pt x="3376" y="71595"/>
                  </a:lnTo>
                  <a:lnTo>
                    <a:pt x="2435" y="5663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5239493" y="4203553"/>
              <a:ext cx="281321" cy="436943"/>
            </a:xfrm>
            <a:custGeom>
              <a:avLst/>
              <a:pathLst>
                <a:path w="281321" h="436943">
                  <a:moveTo>
                    <a:pt x="13817" y="299551"/>
                  </a:moveTo>
                  <a:lnTo>
                    <a:pt x="13415" y="296145"/>
                  </a:lnTo>
                  <a:lnTo>
                    <a:pt x="13156" y="270258"/>
                  </a:lnTo>
                  <a:lnTo>
                    <a:pt x="13135" y="268279"/>
                  </a:lnTo>
                  <a:lnTo>
                    <a:pt x="13043" y="263137"/>
                  </a:lnTo>
                  <a:lnTo>
                    <a:pt x="12601" y="239466"/>
                  </a:lnTo>
                  <a:lnTo>
                    <a:pt x="12371" y="227719"/>
                  </a:lnTo>
                  <a:lnTo>
                    <a:pt x="11983" y="208632"/>
                  </a:lnTo>
                  <a:lnTo>
                    <a:pt x="11868" y="203163"/>
                  </a:lnTo>
                  <a:lnTo>
                    <a:pt x="11503" y="186214"/>
                  </a:lnTo>
                  <a:lnTo>
                    <a:pt x="11321" y="177052"/>
                  </a:lnTo>
                  <a:lnTo>
                    <a:pt x="10874" y="155449"/>
                  </a:lnTo>
                  <a:lnTo>
                    <a:pt x="10561" y="140958"/>
                  </a:lnTo>
                  <a:lnTo>
                    <a:pt x="10503" y="136897"/>
                  </a:lnTo>
                  <a:lnTo>
                    <a:pt x="10086" y="109299"/>
                  </a:lnTo>
                  <a:lnTo>
                    <a:pt x="10043" y="106817"/>
                  </a:lnTo>
                  <a:lnTo>
                    <a:pt x="9667" y="86169"/>
                  </a:lnTo>
                  <a:lnTo>
                    <a:pt x="9428" y="73666"/>
                  </a:lnTo>
                  <a:lnTo>
                    <a:pt x="9222" y="63217"/>
                  </a:lnTo>
                  <a:lnTo>
                    <a:pt x="9150" y="59609"/>
                  </a:lnTo>
                  <a:lnTo>
                    <a:pt x="8764" y="35855"/>
                  </a:lnTo>
                  <a:lnTo>
                    <a:pt x="4388" y="33808"/>
                  </a:lnTo>
                  <a:lnTo>
                    <a:pt x="342" y="27909"/>
                  </a:lnTo>
                  <a:lnTo>
                    <a:pt x="0" y="26863"/>
                  </a:lnTo>
                  <a:lnTo>
                    <a:pt x="14462" y="24993"/>
                  </a:lnTo>
                  <a:lnTo>
                    <a:pt x="15538" y="24842"/>
                  </a:lnTo>
                  <a:lnTo>
                    <a:pt x="25003" y="23499"/>
                  </a:lnTo>
                  <a:lnTo>
                    <a:pt x="41156" y="21304"/>
                  </a:lnTo>
                  <a:lnTo>
                    <a:pt x="42504" y="21123"/>
                  </a:lnTo>
                  <a:lnTo>
                    <a:pt x="55406" y="19379"/>
                  </a:lnTo>
                  <a:lnTo>
                    <a:pt x="69702" y="17412"/>
                  </a:lnTo>
                  <a:lnTo>
                    <a:pt x="70227" y="17339"/>
                  </a:lnTo>
                  <a:lnTo>
                    <a:pt x="70649" y="17284"/>
                  </a:lnTo>
                  <a:lnTo>
                    <a:pt x="97312" y="13699"/>
                  </a:lnTo>
                  <a:lnTo>
                    <a:pt x="101060" y="13185"/>
                  </a:lnTo>
                  <a:lnTo>
                    <a:pt x="123481" y="9706"/>
                  </a:lnTo>
                  <a:lnTo>
                    <a:pt x="134043" y="7950"/>
                  </a:lnTo>
                  <a:lnTo>
                    <a:pt x="134573" y="7862"/>
                  </a:lnTo>
                  <a:lnTo>
                    <a:pt x="165676" y="3032"/>
                  </a:lnTo>
                  <a:lnTo>
                    <a:pt x="184671" y="0"/>
                  </a:lnTo>
                  <a:lnTo>
                    <a:pt x="186193" y="5113"/>
                  </a:lnTo>
                  <a:lnTo>
                    <a:pt x="187925" y="10477"/>
                  </a:lnTo>
                  <a:lnTo>
                    <a:pt x="190925" y="19763"/>
                  </a:lnTo>
                  <a:lnTo>
                    <a:pt x="194542" y="30357"/>
                  </a:lnTo>
                  <a:lnTo>
                    <a:pt x="195547" y="33302"/>
                  </a:lnTo>
                  <a:lnTo>
                    <a:pt x="197403" y="38731"/>
                  </a:lnTo>
                  <a:lnTo>
                    <a:pt x="198819" y="42876"/>
                  </a:lnTo>
                  <a:lnTo>
                    <a:pt x="204154" y="58679"/>
                  </a:lnTo>
                  <a:lnTo>
                    <a:pt x="208721" y="72194"/>
                  </a:lnTo>
                  <a:lnTo>
                    <a:pt x="209918" y="75919"/>
                  </a:lnTo>
                  <a:lnTo>
                    <a:pt x="213074" y="85732"/>
                  </a:lnTo>
                  <a:lnTo>
                    <a:pt x="214787" y="90977"/>
                  </a:lnTo>
                  <a:lnTo>
                    <a:pt x="218457" y="102214"/>
                  </a:lnTo>
                  <a:lnTo>
                    <a:pt x="221609" y="111861"/>
                  </a:lnTo>
                  <a:lnTo>
                    <a:pt x="224994" y="122218"/>
                  </a:lnTo>
                  <a:lnTo>
                    <a:pt x="226281" y="126170"/>
                  </a:lnTo>
                  <a:lnTo>
                    <a:pt x="227779" y="130770"/>
                  </a:lnTo>
                  <a:lnTo>
                    <a:pt x="235949" y="155832"/>
                  </a:lnTo>
                  <a:lnTo>
                    <a:pt x="236537" y="157635"/>
                  </a:lnTo>
                  <a:lnTo>
                    <a:pt x="243080" y="177604"/>
                  </a:lnTo>
                  <a:lnTo>
                    <a:pt x="243322" y="178344"/>
                  </a:lnTo>
                  <a:lnTo>
                    <a:pt x="245488" y="181037"/>
                  </a:lnTo>
                  <a:lnTo>
                    <a:pt x="249142" y="187053"/>
                  </a:lnTo>
                  <a:lnTo>
                    <a:pt x="250174" y="188750"/>
                  </a:lnTo>
                  <a:lnTo>
                    <a:pt x="253017" y="194681"/>
                  </a:lnTo>
                  <a:lnTo>
                    <a:pt x="254594" y="198830"/>
                  </a:lnTo>
                  <a:lnTo>
                    <a:pt x="255381" y="200902"/>
                  </a:lnTo>
                  <a:lnTo>
                    <a:pt x="260751" y="205209"/>
                  </a:lnTo>
                  <a:lnTo>
                    <a:pt x="261371" y="206316"/>
                  </a:lnTo>
                  <a:lnTo>
                    <a:pt x="261510" y="206565"/>
                  </a:lnTo>
                  <a:lnTo>
                    <a:pt x="264414" y="211748"/>
                  </a:lnTo>
                  <a:lnTo>
                    <a:pt x="264593" y="217379"/>
                  </a:lnTo>
                  <a:lnTo>
                    <a:pt x="264636" y="218779"/>
                  </a:lnTo>
                  <a:lnTo>
                    <a:pt x="263193" y="221388"/>
                  </a:lnTo>
                  <a:lnTo>
                    <a:pt x="267435" y="223363"/>
                  </a:lnTo>
                  <a:lnTo>
                    <a:pt x="272677" y="226199"/>
                  </a:lnTo>
                  <a:lnTo>
                    <a:pt x="271060" y="229377"/>
                  </a:lnTo>
                  <a:lnTo>
                    <a:pt x="270474" y="230529"/>
                  </a:lnTo>
                  <a:lnTo>
                    <a:pt x="265974" y="234313"/>
                  </a:lnTo>
                  <a:lnTo>
                    <a:pt x="262168" y="239374"/>
                  </a:lnTo>
                  <a:lnTo>
                    <a:pt x="263672" y="243421"/>
                  </a:lnTo>
                  <a:lnTo>
                    <a:pt x="263688" y="245648"/>
                  </a:lnTo>
                  <a:lnTo>
                    <a:pt x="263730" y="251884"/>
                  </a:lnTo>
                  <a:lnTo>
                    <a:pt x="263744" y="254055"/>
                  </a:lnTo>
                  <a:lnTo>
                    <a:pt x="261331" y="261043"/>
                  </a:lnTo>
                  <a:lnTo>
                    <a:pt x="260001" y="266074"/>
                  </a:lnTo>
                  <a:lnTo>
                    <a:pt x="261710" y="271002"/>
                  </a:lnTo>
                  <a:lnTo>
                    <a:pt x="262212" y="272449"/>
                  </a:lnTo>
                  <a:lnTo>
                    <a:pt x="263091" y="274981"/>
                  </a:lnTo>
                  <a:lnTo>
                    <a:pt x="263101" y="278321"/>
                  </a:lnTo>
                  <a:lnTo>
                    <a:pt x="269050" y="283898"/>
                  </a:lnTo>
                  <a:lnTo>
                    <a:pt x="269718" y="288158"/>
                  </a:lnTo>
                  <a:lnTo>
                    <a:pt x="271249" y="290207"/>
                  </a:lnTo>
                  <a:lnTo>
                    <a:pt x="270858" y="292505"/>
                  </a:lnTo>
                  <a:lnTo>
                    <a:pt x="270059" y="297180"/>
                  </a:lnTo>
                  <a:lnTo>
                    <a:pt x="270961" y="300302"/>
                  </a:lnTo>
                  <a:lnTo>
                    <a:pt x="269903" y="306558"/>
                  </a:lnTo>
                  <a:lnTo>
                    <a:pt x="270781" y="310057"/>
                  </a:lnTo>
                  <a:lnTo>
                    <a:pt x="270884" y="311191"/>
                  </a:lnTo>
                  <a:lnTo>
                    <a:pt x="270993" y="312379"/>
                  </a:lnTo>
                  <a:lnTo>
                    <a:pt x="270106" y="315763"/>
                  </a:lnTo>
                  <a:lnTo>
                    <a:pt x="271099" y="321981"/>
                  </a:lnTo>
                  <a:lnTo>
                    <a:pt x="277454" y="327795"/>
                  </a:lnTo>
                  <a:lnTo>
                    <a:pt x="278959" y="330430"/>
                  </a:lnTo>
                  <a:lnTo>
                    <a:pt x="279968" y="332193"/>
                  </a:lnTo>
                  <a:lnTo>
                    <a:pt x="281321" y="336638"/>
                  </a:lnTo>
                  <a:lnTo>
                    <a:pt x="279184" y="337018"/>
                  </a:lnTo>
                  <a:lnTo>
                    <a:pt x="270666" y="338511"/>
                  </a:lnTo>
                  <a:lnTo>
                    <a:pt x="256759" y="341030"/>
                  </a:lnTo>
                  <a:lnTo>
                    <a:pt x="245259" y="343147"/>
                  </a:lnTo>
                  <a:lnTo>
                    <a:pt x="244539" y="343279"/>
                  </a:lnTo>
                  <a:lnTo>
                    <a:pt x="225850" y="346669"/>
                  </a:lnTo>
                  <a:lnTo>
                    <a:pt x="215163" y="348614"/>
                  </a:lnTo>
                  <a:lnTo>
                    <a:pt x="204634" y="350326"/>
                  </a:lnTo>
                  <a:lnTo>
                    <a:pt x="197358" y="351498"/>
                  </a:lnTo>
                  <a:lnTo>
                    <a:pt x="193296" y="352149"/>
                  </a:lnTo>
                  <a:lnTo>
                    <a:pt x="180052" y="354253"/>
                  </a:lnTo>
                  <a:lnTo>
                    <a:pt x="178287" y="354527"/>
                  </a:lnTo>
                  <a:lnTo>
                    <a:pt x="165249" y="356539"/>
                  </a:lnTo>
                  <a:lnTo>
                    <a:pt x="155937" y="357914"/>
                  </a:lnTo>
                  <a:lnTo>
                    <a:pt x="148661" y="358978"/>
                  </a:lnTo>
                  <a:lnTo>
                    <a:pt x="145205" y="359480"/>
                  </a:lnTo>
                  <a:lnTo>
                    <a:pt x="138050" y="360554"/>
                  </a:lnTo>
                  <a:lnTo>
                    <a:pt x="120441" y="363112"/>
                  </a:lnTo>
                  <a:lnTo>
                    <a:pt x="109358" y="364826"/>
                  </a:lnTo>
                  <a:lnTo>
                    <a:pt x="100881" y="366112"/>
                  </a:lnTo>
                  <a:lnTo>
                    <a:pt x="93885" y="367184"/>
                  </a:lnTo>
                  <a:lnTo>
                    <a:pt x="87955" y="368060"/>
                  </a:lnTo>
                  <a:lnTo>
                    <a:pt x="88967" y="371961"/>
                  </a:lnTo>
                  <a:lnTo>
                    <a:pt x="86686" y="379830"/>
                  </a:lnTo>
                  <a:lnTo>
                    <a:pt x="94688" y="387330"/>
                  </a:lnTo>
                  <a:lnTo>
                    <a:pt x="96401" y="389650"/>
                  </a:lnTo>
                  <a:lnTo>
                    <a:pt x="102992" y="392702"/>
                  </a:lnTo>
                  <a:lnTo>
                    <a:pt x="106536" y="395303"/>
                  </a:lnTo>
                  <a:lnTo>
                    <a:pt x="107039" y="399881"/>
                  </a:lnTo>
                  <a:lnTo>
                    <a:pt x="105359" y="404895"/>
                  </a:lnTo>
                  <a:lnTo>
                    <a:pt x="104829" y="408739"/>
                  </a:lnTo>
                  <a:lnTo>
                    <a:pt x="107632" y="412746"/>
                  </a:lnTo>
                  <a:lnTo>
                    <a:pt x="111471" y="413998"/>
                  </a:lnTo>
                  <a:lnTo>
                    <a:pt x="106935" y="417611"/>
                  </a:lnTo>
                  <a:lnTo>
                    <a:pt x="106035" y="422946"/>
                  </a:lnTo>
                  <a:lnTo>
                    <a:pt x="101752" y="429176"/>
                  </a:lnTo>
                  <a:lnTo>
                    <a:pt x="91642" y="433345"/>
                  </a:lnTo>
                  <a:lnTo>
                    <a:pt x="79657" y="436943"/>
                  </a:lnTo>
                  <a:lnTo>
                    <a:pt x="73938" y="436793"/>
                  </a:lnTo>
                  <a:lnTo>
                    <a:pt x="80051" y="432359"/>
                  </a:lnTo>
                  <a:lnTo>
                    <a:pt x="80317" y="428415"/>
                  </a:lnTo>
                  <a:lnTo>
                    <a:pt x="74551" y="424023"/>
                  </a:lnTo>
                  <a:lnTo>
                    <a:pt x="70198" y="419125"/>
                  </a:lnTo>
                  <a:lnTo>
                    <a:pt x="68321" y="415765"/>
                  </a:lnTo>
                  <a:lnTo>
                    <a:pt x="70034" y="409935"/>
                  </a:lnTo>
                  <a:lnTo>
                    <a:pt x="68672" y="407047"/>
                  </a:lnTo>
                  <a:lnTo>
                    <a:pt x="66761" y="401441"/>
                  </a:lnTo>
                  <a:lnTo>
                    <a:pt x="60551" y="399545"/>
                  </a:lnTo>
                  <a:lnTo>
                    <a:pt x="57014" y="403495"/>
                  </a:lnTo>
                  <a:lnTo>
                    <a:pt x="57383" y="408421"/>
                  </a:lnTo>
                  <a:lnTo>
                    <a:pt x="56561" y="412227"/>
                  </a:lnTo>
                  <a:lnTo>
                    <a:pt x="55364" y="416387"/>
                  </a:lnTo>
                  <a:lnTo>
                    <a:pt x="56239" y="424973"/>
                  </a:lnTo>
                  <a:lnTo>
                    <a:pt x="54777" y="432309"/>
                  </a:lnTo>
                  <a:lnTo>
                    <a:pt x="50287" y="432884"/>
                  </a:lnTo>
                  <a:lnTo>
                    <a:pt x="45629" y="433727"/>
                  </a:lnTo>
                  <a:lnTo>
                    <a:pt x="41064" y="429959"/>
                  </a:lnTo>
                  <a:lnTo>
                    <a:pt x="36922" y="428845"/>
                  </a:lnTo>
                  <a:lnTo>
                    <a:pt x="34773" y="430769"/>
                  </a:lnTo>
                  <a:lnTo>
                    <a:pt x="32355" y="415812"/>
                  </a:lnTo>
                  <a:lnTo>
                    <a:pt x="29831" y="399594"/>
                  </a:lnTo>
                  <a:lnTo>
                    <a:pt x="29777" y="399265"/>
                  </a:lnTo>
                  <a:lnTo>
                    <a:pt x="29079" y="394964"/>
                  </a:lnTo>
                  <a:lnTo>
                    <a:pt x="26108" y="376668"/>
                  </a:lnTo>
                  <a:lnTo>
                    <a:pt x="24485" y="366687"/>
                  </a:lnTo>
                  <a:lnTo>
                    <a:pt x="20126" y="340278"/>
                  </a:lnTo>
                  <a:lnTo>
                    <a:pt x="19919" y="339025"/>
                  </a:lnTo>
                  <a:lnTo>
                    <a:pt x="17280" y="323035"/>
                  </a:lnTo>
                  <a:lnTo>
                    <a:pt x="16194" y="316469"/>
                  </a:lnTo>
                  <a:lnTo>
                    <a:pt x="14872" y="3084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6679094" y="2875272"/>
              <a:ext cx="20456" cy="15776"/>
            </a:xfrm>
            <a:custGeom>
              <a:avLst/>
              <a:pathLst>
                <a:path w="20456" h="15776">
                  <a:moveTo>
                    <a:pt x="0" y="12131"/>
                  </a:moveTo>
                  <a:lnTo>
                    <a:pt x="4845" y="9925"/>
                  </a:lnTo>
                  <a:lnTo>
                    <a:pt x="11593" y="6739"/>
                  </a:lnTo>
                  <a:lnTo>
                    <a:pt x="11205" y="0"/>
                  </a:lnTo>
                  <a:lnTo>
                    <a:pt x="16082" y="1222"/>
                  </a:lnTo>
                  <a:lnTo>
                    <a:pt x="20456" y="8504"/>
                  </a:lnTo>
                  <a:lnTo>
                    <a:pt x="17942" y="12031"/>
                  </a:lnTo>
                  <a:lnTo>
                    <a:pt x="12912" y="13730"/>
                  </a:lnTo>
                  <a:lnTo>
                    <a:pt x="5744" y="1577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6644000" y="2880703"/>
              <a:ext cx="23341" cy="24403"/>
            </a:xfrm>
            <a:custGeom>
              <a:avLst/>
              <a:pathLst>
                <a:path w="23341" h="24403">
                  <a:moveTo>
                    <a:pt x="0" y="16124"/>
                  </a:moveTo>
                  <a:lnTo>
                    <a:pt x="4239" y="13336"/>
                  </a:lnTo>
                  <a:lnTo>
                    <a:pt x="6273" y="5366"/>
                  </a:lnTo>
                  <a:lnTo>
                    <a:pt x="10080" y="0"/>
                  </a:lnTo>
                  <a:lnTo>
                    <a:pt x="14002" y="1291"/>
                  </a:lnTo>
                  <a:lnTo>
                    <a:pt x="18296" y="2306"/>
                  </a:lnTo>
                  <a:lnTo>
                    <a:pt x="20425" y="2032"/>
                  </a:lnTo>
                  <a:lnTo>
                    <a:pt x="23341" y="7143"/>
                  </a:lnTo>
                  <a:lnTo>
                    <a:pt x="15657" y="10533"/>
                  </a:lnTo>
                  <a:lnTo>
                    <a:pt x="8810" y="13763"/>
                  </a:lnTo>
                  <a:lnTo>
                    <a:pt x="5428" y="18776"/>
                  </a:lnTo>
                  <a:lnTo>
                    <a:pt x="3803" y="24403"/>
                  </a:lnTo>
                  <a:lnTo>
                    <a:pt x="1113" y="191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6457185" y="2769442"/>
              <a:ext cx="233294" cy="127181"/>
            </a:xfrm>
            <a:custGeom>
              <a:avLst/>
              <a:pathLst>
                <a:path w="233294" h="127181">
                  <a:moveTo>
                    <a:pt x="3497" y="124527"/>
                  </a:moveTo>
                  <a:lnTo>
                    <a:pt x="1272" y="85568"/>
                  </a:lnTo>
                  <a:lnTo>
                    <a:pt x="0" y="63870"/>
                  </a:lnTo>
                  <a:lnTo>
                    <a:pt x="14658" y="59222"/>
                  </a:lnTo>
                  <a:lnTo>
                    <a:pt x="20282" y="57425"/>
                  </a:lnTo>
                  <a:lnTo>
                    <a:pt x="24265" y="56148"/>
                  </a:lnTo>
                  <a:lnTo>
                    <a:pt x="27603" y="55075"/>
                  </a:lnTo>
                  <a:lnTo>
                    <a:pt x="48865" y="48414"/>
                  </a:lnTo>
                  <a:lnTo>
                    <a:pt x="59494" y="45041"/>
                  </a:lnTo>
                  <a:lnTo>
                    <a:pt x="69088" y="41974"/>
                  </a:lnTo>
                  <a:lnTo>
                    <a:pt x="69902" y="41712"/>
                  </a:lnTo>
                  <a:lnTo>
                    <a:pt x="80908" y="38160"/>
                  </a:lnTo>
                  <a:lnTo>
                    <a:pt x="82737" y="37567"/>
                  </a:lnTo>
                  <a:lnTo>
                    <a:pt x="91976" y="34559"/>
                  </a:lnTo>
                  <a:lnTo>
                    <a:pt x="98575" y="32342"/>
                  </a:lnTo>
                  <a:lnTo>
                    <a:pt x="115693" y="26590"/>
                  </a:lnTo>
                  <a:lnTo>
                    <a:pt x="119156" y="25399"/>
                  </a:lnTo>
                  <a:lnTo>
                    <a:pt x="120303" y="21226"/>
                  </a:lnTo>
                  <a:lnTo>
                    <a:pt x="120876" y="20995"/>
                  </a:lnTo>
                  <a:lnTo>
                    <a:pt x="124620" y="19483"/>
                  </a:lnTo>
                  <a:lnTo>
                    <a:pt x="122774" y="15138"/>
                  </a:lnTo>
                  <a:lnTo>
                    <a:pt x="124188" y="12247"/>
                  </a:lnTo>
                  <a:lnTo>
                    <a:pt x="126271" y="11799"/>
                  </a:lnTo>
                  <a:lnTo>
                    <a:pt x="129531" y="11095"/>
                  </a:lnTo>
                  <a:lnTo>
                    <a:pt x="129703" y="8675"/>
                  </a:lnTo>
                  <a:lnTo>
                    <a:pt x="129895" y="5937"/>
                  </a:lnTo>
                  <a:lnTo>
                    <a:pt x="133424" y="3651"/>
                  </a:lnTo>
                  <a:lnTo>
                    <a:pt x="135064" y="1541"/>
                  </a:lnTo>
                  <a:lnTo>
                    <a:pt x="139402" y="1245"/>
                  </a:lnTo>
                  <a:lnTo>
                    <a:pt x="142145" y="0"/>
                  </a:lnTo>
                  <a:lnTo>
                    <a:pt x="145606" y="7285"/>
                  </a:lnTo>
                  <a:lnTo>
                    <a:pt x="149704" y="12445"/>
                  </a:lnTo>
                  <a:lnTo>
                    <a:pt x="153478" y="14942"/>
                  </a:lnTo>
                  <a:lnTo>
                    <a:pt x="156557" y="14447"/>
                  </a:lnTo>
                  <a:lnTo>
                    <a:pt x="157894" y="11352"/>
                  </a:lnTo>
                  <a:lnTo>
                    <a:pt x="160773" y="11356"/>
                  </a:lnTo>
                  <a:lnTo>
                    <a:pt x="162578" y="14724"/>
                  </a:lnTo>
                  <a:lnTo>
                    <a:pt x="160587" y="20524"/>
                  </a:lnTo>
                  <a:lnTo>
                    <a:pt x="158132" y="21931"/>
                  </a:lnTo>
                  <a:lnTo>
                    <a:pt x="152346" y="25658"/>
                  </a:lnTo>
                  <a:lnTo>
                    <a:pt x="150052" y="27622"/>
                  </a:lnTo>
                  <a:lnTo>
                    <a:pt x="152599" y="32327"/>
                  </a:lnTo>
                  <a:lnTo>
                    <a:pt x="150206" y="35173"/>
                  </a:lnTo>
                  <a:lnTo>
                    <a:pt x="149896" y="39333"/>
                  </a:lnTo>
                  <a:lnTo>
                    <a:pt x="147459" y="40474"/>
                  </a:lnTo>
                  <a:lnTo>
                    <a:pt x="145848" y="41228"/>
                  </a:lnTo>
                  <a:lnTo>
                    <a:pt x="145988" y="41533"/>
                  </a:lnTo>
                  <a:lnTo>
                    <a:pt x="148376" y="46744"/>
                  </a:lnTo>
                  <a:lnTo>
                    <a:pt x="148362" y="46892"/>
                  </a:lnTo>
                  <a:lnTo>
                    <a:pt x="148258" y="47965"/>
                  </a:lnTo>
                  <a:lnTo>
                    <a:pt x="148045" y="50162"/>
                  </a:lnTo>
                  <a:lnTo>
                    <a:pt x="148580" y="50748"/>
                  </a:lnTo>
                  <a:lnTo>
                    <a:pt x="151456" y="53905"/>
                  </a:lnTo>
                  <a:lnTo>
                    <a:pt x="152157" y="52290"/>
                  </a:lnTo>
                  <a:lnTo>
                    <a:pt x="153308" y="49633"/>
                  </a:lnTo>
                  <a:lnTo>
                    <a:pt x="155623" y="49228"/>
                  </a:lnTo>
                  <a:lnTo>
                    <a:pt x="158398" y="51248"/>
                  </a:lnTo>
                  <a:lnTo>
                    <a:pt x="159414" y="51194"/>
                  </a:lnTo>
                  <a:lnTo>
                    <a:pt x="162554" y="51023"/>
                  </a:lnTo>
                  <a:lnTo>
                    <a:pt x="163141" y="51301"/>
                  </a:lnTo>
                  <a:lnTo>
                    <a:pt x="167325" y="53283"/>
                  </a:lnTo>
                  <a:lnTo>
                    <a:pt x="172382" y="58757"/>
                  </a:lnTo>
                  <a:lnTo>
                    <a:pt x="176738" y="61978"/>
                  </a:lnTo>
                  <a:lnTo>
                    <a:pt x="177466" y="65096"/>
                  </a:lnTo>
                  <a:lnTo>
                    <a:pt x="176621" y="69265"/>
                  </a:lnTo>
                  <a:lnTo>
                    <a:pt x="178955" y="72643"/>
                  </a:lnTo>
                  <a:lnTo>
                    <a:pt x="182812" y="73053"/>
                  </a:lnTo>
                  <a:lnTo>
                    <a:pt x="184005" y="71707"/>
                  </a:lnTo>
                  <a:lnTo>
                    <a:pt x="187240" y="73625"/>
                  </a:lnTo>
                  <a:lnTo>
                    <a:pt x="190245" y="77991"/>
                  </a:lnTo>
                  <a:lnTo>
                    <a:pt x="190616" y="81941"/>
                  </a:lnTo>
                  <a:lnTo>
                    <a:pt x="191019" y="82178"/>
                  </a:lnTo>
                  <a:lnTo>
                    <a:pt x="194705" y="84350"/>
                  </a:lnTo>
                  <a:lnTo>
                    <a:pt x="198485" y="84886"/>
                  </a:lnTo>
                  <a:lnTo>
                    <a:pt x="206079" y="83542"/>
                  </a:lnTo>
                  <a:lnTo>
                    <a:pt x="209622" y="83565"/>
                  </a:lnTo>
                  <a:lnTo>
                    <a:pt x="212338" y="80441"/>
                  </a:lnTo>
                  <a:lnTo>
                    <a:pt x="217498" y="76906"/>
                  </a:lnTo>
                  <a:lnTo>
                    <a:pt x="222451" y="72235"/>
                  </a:lnTo>
                  <a:lnTo>
                    <a:pt x="223052" y="69977"/>
                  </a:lnTo>
                  <a:lnTo>
                    <a:pt x="221566" y="66371"/>
                  </a:lnTo>
                  <a:lnTo>
                    <a:pt x="216802" y="65139"/>
                  </a:lnTo>
                  <a:lnTo>
                    <a:pt x="214852" y="60774"/>
                  </a:lnTo>
                  <a:lnTo>
                    <a:pt x="212011" y="54881"/>
                  </a:lnTo>
                  <a:lnTo>
                    <a:pt x="207565" y="55240"/>
                  </a:lnTo>
                  <a:lnTo>
                    <a:pt x="205373" y="56724"/>
                  </a:lnTo>
                  <a:lnTo>
                    <a:pt x="200776" y="54352"/>
                  </a:lnTo>
                  <a:lnTo>
                    <a:pt x="203553" y="51489"/>
                  </a:lnTo>
                  <a:lnTo>
                    <a:pt x="206232" y="49429"/>
                  </a:lnTo>
                  <a:lnTo>
                    <a:pt x="212442" y="49682"/>
                  </a:lnTo>
                  <a:lnTo>
                    <a:pt x="217755" y="53839"/>
                  </a:lnTo>
                  <a:lnTo>
                    <a:pt x="221199" y="59567"/>
                  </a:lnTo>
                  <a:lnTo>
                    <a:pt x="227088" y="68298"/>
                  </a:lnTo>
                  <a:lnTo>
                    <a:pt x="231176" y="77935"/>
                  </a:lnTo>
                  <a:lnTo>
                    <a:pt x="233129" y="83762"/>
                  </a:lnTo>
                  <a:lnTo>
                    <a:pt x="233294" y="90534"/>
                  </a:lnTo>
                  <a:lnTo>
                    <a:pt x="230733" y="92228"/>
                  </a:lnTo>
                  <a:lnTo>
                    <a:pt x="228363" y="85915"/>
                  </a:lnTo>
                  <a:lnTo>
                    <a:pt x="227071" y="81477"/>
                  </a:lnTo>
                  <a:lnTo>
                    <a:pt x="224365" y="83185"/>
                  </a:lnTo>
                  <a:lnTo>
                    <a:pt x="218614" y="86817"/>
                  </a:lnTo>
                  <a:lnTo>
                    <a:pt x="212931" y="92153"/>
                  </a:lnTo>
                  <a:lnTo>
                    <a:pt x="209422" y="92306"/>
                  </a:lnTo>
                  <a:lnTo>
                    <a:pt x="205398" y="96168"/>
                  </a:lnTo>
                  <a:lnTo>
                    <a:pt x="203146" y="98429"/>
                  </a:lnTo>
                  <a:lnTo>
                    <a:pt x="202286" y="101935"/>
                  </a:lnTo>
                  <a:lnTo>
                    <a:pt x="197560" y="104727"/>
                  </a:lnTo>
                  <a:lnTo>
                    <a:pt x="192741" y="109370"/>
                  </a:lnTo>
                  <a:lnTo>
                    <a:pt x="192020" y="110226"/>
                  </a:lnTo>
                  <a:lnTo>
                    <a:pt x="188873" y="113961"/>
                  </a:lnTo>
                  <a:lnTo>
                    <a:pt x="186682" y="118601"/>
                  </a:lnTo>
                  <a:lnTo>
                    <a:pt x="183223" y="121874"/>
                  </a:lnTo>
                  <a:lnTo>
                    <a:pt x="178207" y="125354"/>
                  </a:lnTo>
                  <a:lnTo>
                    <a:pt x="177672" y="121235"/>
                  </a:lnTo>
                  <a:lnTo>
                    <a:pt x="184150" y="114696"/>
                  </a:lnTo>
                  <a:lnTo>
                    <a:pt x="187667" y="109011"/>
                  </a:lnTo>
                  <a:lnTo>
                    <a:pt x="188879" y="107047"/>
                  </a:lnTo>
                  <a:lnTo>
                    <a:pt x="187743" y="103340"/>
                  </a:lnTo>
                  <a:lnTo>
                    <a:pt x="186158" y="102857"/>
                  </a:lnTo>
                  <a:lnTo>
                    <a:pt x="182347" y="101694"/>
                  </a:lnTo>
                  <a:lnTo>
                    <a:pt x="181222" y="105933"/>
                  </a:lnTo>
                  <a:lnTo>
                    <a:pt x="180696" y="107909"/>
                  </a:lnTo>
                  <a:lnTo>
                    <a:pt x="178677" y="108253"/>
                  </a:lnTo>
                  <a:lnTo>
                    <a:pt x="175536" y="110422"/>
                  </a:lnTo>
                  <a:lnTo>
                    <a:pt x="174723" y="114241"/>
                  </a:lnTo>
                  <a:lnTo>
                    <a:pt x="173200" y="117672"/>
                  </a:lnTo>
                  <a:lnTo>
                    <a:pt x="170269" y="119828"/>
                  </a:lnTo>
                  <a:lnTo>
                    <a:pt x="166929" y="120117"/>
                  </a:lnTo>
                  <a:lnTo>
                    <a:pt x="165164" y="121906"/>
                  </a:lnTo>
                  <a:lnTo>
                    <a:pt x="161035" y="113488"/>
                  </a:lnTo>
                  <a:lnTo>
                    <a:pt x="160570" y="111876"/>
                  </a:lnTo>
                  <a:lnTo>
                    <a:pt x="159613" y="108564"/>
                  </a:lnTo>
                  <a:lnTo>
                    <a:pt x="155378" y="108736"/>
                  </a:lnTo>
                  <a:lnTo>
                    <a:pt x="154146" y="107756"/>
                  </a:lnTo>
                  <a:lnTo>
                    <a:pt x="149128" y="103760"/>
                  </a:lnTo>
                  <a:lnTo>
                    <a:pt x="145012" y="102936"/>
                  </a:lnTo>
                  <a:lnTo>
                    <a:pt x="144130" y="102759"/>
                  </a:lnTo>
                  <a:lnTo>
                    <a:pt x="142061" y="98851"/>
                  </a:lnTo>
                  <a:lnTo>
                    <a:pt x="140271" y="93700"/>
                  </a:lnTo>
                  <a:lnTo>
                    <a:pt x="137721" y="94672"/>
                  </a:lnTo>
                  <a:lnTo>
                    <a:pt x="136001" y="89728"/>
                  </a:lnTo>
                  <a:lnTo>
                    <a:pt x="135033" y="86967"/>
                  </a:lnTo>
                  <a:lnTo>
                    <a:pt x="134042" y="84142"/>
                  </a:lnTo>
                  <a:lnTo>
                    <a:pt x="127098" y="87008"/>
                  </a:lnTo>
                  <a:lnTo>
                    <a:pt x="123457" y="88506"/>
                  </a:lnTo>
                  <a:lnTo>
                    <a:pt x="121575" y="89283"/>
                  </a:lnTo>
                  <a:lnTo>
                    <a:pt x="120647" y="89665"/>
                  </a:lnTo>
                  <a:lnTo>
                    <a:pt x="109188" y="94370"/>
                  </a:lnTo>
                  <a:lnTo>
                    <a:pt x="108653" y="93100"/>
                  </a:lnTo>
                  <a:lnTo>
                    <a:pt x="105895" y="94037"/>
                  </a:lnTo>
                  <a:lnTo>
                    <a:pt x="97296" y="96946"/>
                  </a:lnTo>
                  <a:lnTo>
                    <a:pt x="88270" y="100015"/>
                  </a:lnTo>
                  <a:lnTo>
                    <a:pt x="84033" y="101448"/>
                  </a:lnTo>
                  <a:lnTo>
                    <a:pt x="77227" y="103743"/>
                  </a:lnTo>
                  <a:lnTo>
                    <a:pt x="64396" y="108116"/>
                  </a:lnTo>
                  <a:lnTo>
                    <a:pt x="59663" y="110131"/>
                  </a:lnTo>
                  <a:lnTo>
                    <a:pt x="51778" y="112400"/>
                  </a:lnTo>
                  <a:lnTo>
                    <a:pt x="50821" y="115880"/>
                  </a:lnTo>
                  <a:lnTo>
                    <a:pt x="50359" y="116125"/>
                  </a:lnTo>
                  <a:lnTo>
                    <a:pt x="48324" y="117202"/>
                  </a:lnTo>
                  <a:lnTo>
                    <a:pt x="44996" y="114747"/>
                  </a:lnTo>
                  <a:lnTo>
                    <a:pt x="43987" y="115084"/>
                  </a:lnTo>
                  <a:lnTo>
                    <a:pt x="35702" y="117843"/>
                  </a:lnTo>
                  <a:lnTo>
                    <a:pt x="32394" y="118862"/>
                  </a:lnTo>
                  <a:lnTo>
                    <a:pt x="27856" y="120256"/>
                  </a:lnTo>
                  <a:lnTo>
                    <a:pt x="21472" y="122208"/>
                  </a:lnTo>
                  <a:lnTo>
                    <a:pt x="5764" y="127181"/>
                  </a:lnTo>
                  <a:lnTo>
                    <a:pt x="5507" y="1268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6277426" y="3459697"/>
              <a:ext cx="6086" cy="7942"/>
            </a:xfrm>
            <a:custGeom>
              <a:avLst/>
              <a:pathLst>
                <a:path w="6086" h="7942">
                  <a:moveTo>
                    <a:pt x="0" y="1717"/>
                  </a:moveTo>
                  <a:lnTo>
                    <a:pt x="2288" y="0"/>
                  </a:lnTo>
                  <a:lnTo>
                    <a:pt x="4821" y="2169"/>
                  </a:lnTo>
                  <a:lnTo>
                    <a:pt x="6086" y="7942"/>
                  </a:lnTo>
                  <a:lnTo>
                    <a:pt x="1660" y="7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6016259" y="3312025"/>
              <a:ext cx="316783" cy="155602"/>
            </a:xfrm>
            <a:custGeom>
              <a:avLst/>
              <a:pathLst>
                <a:path w="316783" h="155602">
                  <a:moveTo>
                    <a:pt x="7221" y="99276"/>
                  </a:moveTo>
                  <a:lnTo>
                    <a:pt x="3516" y="83178"/>
                  </a:lnTo>
                  <a:lnTo>
                    <a:pt x="0" y="66849"/>
                  </a:lnTo>
                  <a:lnTo>
                    <a:pt x="5455" y="65416"/>
                  </a:lnTo>
                  <a:lnTo>
                    <a:pt x="27909" y="59451"/>
                  </a:lnTo>
                  <a:lnTo>
                    <a:pt x="35495" y="57451"/>
                  </a:lnTo>
                  <a:lnTo>
                    <a:pt x="43269" y="55390"/>
                  </a:lnTo>
                  <a:lnTo>
                    <a:pt x="48750" y="53929"/>
                  </a:lnTo>
                  <a:lnTo>
                    <a:pt x="70940" y="48007"/>
                  </a:lnTo>
                  <a:lnTo>
                    <a:pt x="73388" y="47348"/>
                  </a:lnTo>
                  <a:lnTo>
                    <a:pt x="89121" y="43069"/>
                  </a:lnTo>
                  <a:lnTo>
                    <a:pt x="90612" y="42661"/>
                  </a:lnTo>
                  <a:lnTo>
                    <a:pt x="110442" y="37249"/>
                  </a:lnTo>
                  <a:lnTo>
                    <a:pt x="129759" y="31936"/>
                  </a:lnTo>
                  <a:lnTo>
                    <a:pt x="130403" y="31754"/>
                  </a:lnTo>
                  <a:lnTo>
                    <a:pt x="144502" y="27736"/>
                  </a:lnTo>
                  <a:lnTo>
                    <a:pt x="145977" y="27315"/>
                  </a:lnTo>
                  <a:lnTo>
                    <a:pt x="159970" y="23296"/>
                  </a:lnTo>
                  <a:lnTo>
                    <a:pt x="160500" y="23143"/>
                  </a:lnTo>
                  <a:lnTo>
                    <a:pt x="173571" y="19245"/>
                  </a:lnTo>
                  <a:lnTo>
                    <a:pt x="178139" y="17875"/>
                  </a:lnTo>
                  <a:lnTo>
                    <a:pt x="179301" y="17533"/>
                  </a:lnTo>
                  <a:lnTo>
                    <a:pt x="187521" y="15105"/>
                  </a:lnTo>
                  <a:lnTo>
                    <a:pt x="197161" y="12238"/>
                  </a:lnTo>
                  <a:lnTo>
                    <a:pt x="208640" y="8796"/>
                  </a:lnTo>
                  <a:lnTo>
                    <a:pt x="209050" y="8672"/>
                  </a:lnTo>
                  <a:lnTo>
                    <a:pt x="215291" y="6783"/>
                  </a:lnTo>
                  <a:lnTo>
                    <a:pt x="237470" y="0"/>
                  </a:lnTo>
                  <a:lnTo>
                    <a:pt x="247190" y="28876"/>
                  </a:lnTo>
                  <a:lnTo>
                    <a:pt x="249550" y="35611"/>
                  </a:lnTo>
                  <a:lnTo>
                    <a:pt x="251015" y="39791"/>
                  </a:lnTo>
                  <a:lnTo>
                    <a:pt x="254040" y="48432"/>
                  </a:lnTo>
                  <a:lnTo>
                    <a:pt x="263182" y="74576"/>
                  </a:lnTo>
                  <a:lnTo>
                    <a:pt x="268847" y="90805"/>
                  </a:lnTo>
                  <a:lnTo>
                    <a:pt x="271005" y="97031"/>
                  </a:lnTo>
                  <a:lnTo>
                    <a:pt x="271527" y="98536"/>
                  </a:lnTo>
                  <a:lnTo>
                    <a:pt x="273933" y="105429"/>
                  </a:lnTo>
                  <a:lnTo>
                    <a:pt x="288038" y="101687"/>
                  </a:lnTo>
                  <a:lnTo>
                    <a:pt x="297039" y="99015"/>
                  </a:lnTo>
                  <a:lnTo>
                    <a:pt x="307197" y="95978"/>
                  </a:lnTo>
                  <a:lnTo>
                    <a:pt x="316053" y="93175"/>
                  </a:lnTo>
                  <a:lnTo>
                    <a:pt x="316783" y="104705"/>
                  </a:lnTo>
                  <a:lnTo>
                    <a:pt x="315960" y="106144"/>
                  </a:lnTo>
                  <a:lnTo>
                    <a:pt x="315556" y="114699"/>
                  </a:lnTo>
                  <a:lnTo>
                    <a:pt x="315526" y="123080"/>
                  </a:lnTo>
                  <a:lnTo>
                    <a:pt x="315280" y="126303"/>
                  </a:lnTo>
                  <a:lnTo>
                    <a:pt x="313778" y="133136"/>
                  </a:lnTo>
                  <a:lnTo>
                    <a:pt x="289565" y="143665"/>
                  </a:lnTo>
                  <a:lnTo>
                    <a:pt x="287623" y="148267"/>
                  </a:lnTo>
                  <a:lnTo>
                    <a:pt x="283664" y="147581"/>
                  </a:lnTo>
                  <a:lnTo>
                    <a:pt x="279624" y="148693"/>
                  </a:lnTo>
                  <a:lnTo>
                    <a:pt x="275856" y="154843"/>
                  </a:lnTo>
                  <a:lnTo>
                    <a:pt x="273792" y="155602"/>
                  </a:lnTo>
                  <a:lnTo>
                    <a:pt x="272025" y="150820"/>
                  </a:lnTo>
                  <a:lnTo>
                    <a:pt x="273231" y="144528"/>
                  </a:lnTo>
                  <a:lnTo>
                    <a:pt x="272637" y="142738"/>
                  </a:lnTo>
                  <a:lnTo>
                    <a:pt x="271352" y="139362"/>
                  </a:lnTo>
                  <a:lnTo>
                    <a:pt x="266006" y="138836"/>
                  </a:lnTo>
                  <a:lnTo>
                    <a:pt x="264181" y="133591"/>
                  </a:lnTo>
                  <a:lnTo>
                    <a:pt x="268975" y="130868"/>
                  </a:lnTo>
                  <a:lnTo>
                    <a:pt x="267788" y="129489"/>
                  </a:lnTo>
                  <a:lnTo>
                    <a:pt x="266421" y="127901"/>
                  </a:lnTo>
                  <a:lnTo>
                    <a:pt x="264002" y="128184"/>
                  </a:lnTo>
                  <a:lnTo>
                    <a:pt x="262580" y="128351"/>
                  </a:lnTo>
                  <a:lnTo>
                    <a:pt x="256270" y="129720"/>
                  </a:lnTo>
                  <a:lnTo>
                    <a:pt x="258308" y="135329"/>
                  </a:lnTo>
                  <a:lnTo>
                    <a:pt x="261152" y="140484"/>
                  </a:lnTo>
                  <a:lnTo>
                    <a:pt x="262602" y="144199"/>
                  </a:lnTo>
                  <a:lnTo>
                    <a:pt x="259573" y="144229"/>
                  </a:lnTo>
                  <a:lnTo>
                    <a:pt x="255604" y="141883"/>
                  </a:lnTo>
                  <a:lnTo>
                    <a:pt x="254477" y="135998"/>
                  </a:lnTo>
                  <a:lnTo>
                    <a:pt x="250485" y="133552"/>
                  </a:lnTo>
                  <a:lnTo>
                    <a:pt x="243399" y="128900"/>
                  </a:lnTo>
                  <a:lnTo>
                    <a:pt x="240334" y="128049"/>
                  </a:lnTo>
                  <a:lnTo>
                    <a:pt x="239963" y="124711"/>
                  </a:lnTo>
                  <a:lnTo>
                    <a:pt x="237015" y="121828"/>
                  </a:lnTo>
                  <a:lnTo>
                    <a:pt x="231299" y="115324"/>
                  </a:lnTo>
                  <a:lnTo>
                    <a:pt x="233984" y="109956"/>
                  </a:lnTo>
                  <a:lnTo>
                    <a:pt x="232527" y="107875"/>
                  </a:lnTo>
                  <a:lnTo>
                    <a:pt x="232266" y="104235"/>
                  </a:lnTo>
                  <a:lnTo>
                    <a:pt x="235312" y="102912"/>
                  </a:lnTo>
                  <a:lnTo>
                    <a:pt x="237219" y="102643"/>
                  </a:lnTo>
                  <a:lnTo>
                    <a:pt x="239681" y="101956"/>
                  </a:lnTo>
                  <a:lnTo>
                    <a:pt x="238654" y="99440"/>
                  </a:lnTo>
                  <a:lnTo>
                    <a:pt x="237569" y="96780"/>
                  </a:lnTo>
                  <a:lnTo>
                    <a:pt x="235989" y="97479"/>
                  </a:lnTo>
                  <a:lnTo>
                    <a:pt x="232507" y="94644"/>
                  </a:lnTo>
                  <a:lnTo>
                    <a:pt x="230151" y="95359"/>
                  </a:lnTo>
                  <a:lnTo>
                    <a:pt x="227849" y="99123"/>
                  </a:lnTo>
                  <a:lnTo>
                    <a:pt x="226023" y="99028"/>
                  </a:lnTo>
                  <a:lnTo>
                    <a:pt x="225479" y="95127"/>
                  </a:lnTo>
                  <a:lnTo>
                    <a:pt x="221620" y="93818"/>
                  </a:lnTo>
                  <a:lnTo>
                    <a:pt x="221580" y="90947"/>
                  </a:lnTo>
                  <a:lnTo>
                    <a:pt x="225905" y="88875"/>
                  </a:lnTo>
                  <a:lnTo>
                    <a:pt x="227118" y="83453"/>
                  </a:lnTo>
                  <a:lnTo>
                    <a:pt x="231433" y="85794"/>
                  </a:lnTo>
                  <a:lnTo>
                    <a:pt x="232859" y="83774"/>
                  </a:lnTo>
                  <a:lnTo>
                    <a:pt x="231871" y="81666"/>
                  </a:lnTo>
                  <a:lnTo>
                    <a:pt x="230469" y="78677"/>
                  </a:lnTo>
                  <a:lnTo>
                    <a:pt x="229723" y="75614"/>
                  </a:lnTo>
                  <a:lnTo>
                    <a:pt x="226666" y="76541"/>
                  </a:lnTo>
                  <a:lnTo>
                    <a:pt x="222716" y="79280"/>
                  </a:lnTo>
                  <a:lnTo>
                    <a:pt x="222869" y="83940"/>
                  </a:lnTo>
                  <a:lnTo>
                    <a:pt x="220360" y="85586"/>
                  </a:lnTo>
                  <a:lnTo>
                    <a:pt x="219226" y="77753"/>
                  </a:lnTo>
                  <a:lnTo>
                    <a:pt x="220207" y="71270"/>
                  </a:lnTo>
                  <a:lnTo>
                    <a:pt x="220749" y="68042"/>
                  </a:lnTo>
                  <a:lnTo>
                    <a:pt x="223392" y="68276"/>
                  </a:lnTo>
                  <a:lnTo>
                    <a:pt x="225780" y="68487"/>
                  </a:lnTo>
                  <a:lnTo>
                    <a:pt x="223955" y="62317"/>
                  </a:lnTo>
                  <a:lnTo>
                    <a:pt x="222449" y="60168"/>
                  </a:lnTo>
                  <a:lnTo>
                    <a:pt x="219762" y="58559"/>
                  </a:lnTo>
                  <a:lnTo>
                    <a:pt x="220452" y="52122"/>
                  </a:lnTo>
                  <a:lnTo>
                    <a:pt x="221177" y="46700"/>
                  </a:lnTo>
                  <a:lnTo>
                    <a:pt x="222654" y="43593"/>
                  </a:lnTo>
                  <a:lnTo>
                    <a:pt x="222934" y="40077"/>
                  </a:lnTo>
                  <a:lnTo>
                    <a:pt x="225233" y="36032"/>
                  </a:lnTo>
                  <a:lnTo>
                    <a:pt x="228016" y="33763"/>
                  </a:lnTo>
                  <a:lnTo>
                    <a:pt x="229182" y="32811"/>
                  </a:lnTo>
                  <a:lnTo>
                    <a:pt x="230887" y="30422"/>
                  </a:lnTo>
                  <a:lnTo>
                    <a:pt x="229616" y="27246"/>
                  </a:lnTo>
                  <a:lnTo>
                    <a:pt x="228001" y="27779"/>
                  </a:lnTo>
                  <a:lnTo>
                    <a:pt x="226516" y="28268"/>
                  </a:lnTo>
                  <a:lnTo>
                    <a:pt x="222142" y="33914"/>
                  </a:lnTo>
                  <a:lnTo>
                    <a:pt x="218383" y="39888"/>
                  </a:lnTo>
                  <a:lnTo>
                    <a:pt x="214937" y="45681"/>
                  </a:lnTo>
                  <a:lnTo>
                    <a:pt x="213744" y="48638"/>
                  </a:lnTo>
                  <a:lnTo>
                    <a:pt x="212726" y="51161"/>
                  </a:lnTo>
                  <a:lnTo>
                    <a:pt x="210813" y="52921"/>
                  </a:lnTo>
                  <a:lnTo>
                    <a:pt x="210191" y="53493"/>
                  </a:lnTo>
                  <a:lnTo>
                    <a:pt x="208878" y="56278"/>
                  </a:lnTo>
                  <a:lnTo>
                    <a:pt x="206406" y="56993"/>
                  </a:lnTo>
                  <a:lnTo>
                    <a:pt x="204178" y="57754"/>
                  </a:lnTo>
                  <a:lnTo>
                    <a:pt x="203943" y="58332"/>
                  </a:lnTo>
                  <a:lnTo>
                    <a:pt x="203035" y="60568"/>
                  </a:lnTo>
                  <a:lnTo>
                    <a:pt x="210390" y="62645"/>
                  </a:lnTo>
                  <a:lnTo>
                    <a:pt x="212006" y="66794"/>
                  </a:lnTo>
                  <a:lnTo>
                    <a:pt x="213021" y="70119"/>
                  </a:lnTo>
                  <a:lnTo>
                    <a:pt x="215443" y="72233"/>
                  </a:lnTo>
                  <a:lnTo>
                    <a:pt x="212552" y="75715"/>
                  </a:lnTo>
                  <a:lnTo>
                    <a:pt x="211720" y="78383"/>
                  </a:lnTo>
                  <a:lnTo>
                    <a:pt x="213440" y="79291"/>
                  </a:lnTo>
                  <a:lnTo>
                    <a:pt x="212981" y="82511"/>
                  </a:lnTo>
                  <a:lnTo>
                    <a:pt x="212798" y="83019"/>
                  </a:lnTo>
                  <a:lnTo>
                    <a:pt x="212129" y="84862"/>
                  </a:lnTo>
                  <a:lnTo>
                    <a:pt x="211206" y="88233"/>
                  </a:lnTo>
                  <a:lnTo>
                    <a:pt x="213252" y="88774"/>
                  </a:lnTo>
                  <a:lnTo>
                    <a:pt x="212041" y="93890"/>
                  </a:lnTo>
                  <a:lnTo>
                    <a:pt x="210685" y="97111"/>
                  </a:lnTo>
                  <a:lnTo>
                    <a:pt x="213511" y="99215"/>
                  </a:lnTo>
                  <a:lnTo>
                    <a:pt x="213753" y="100219"/>
                  </a:lnTo>
                  <a:lnTo>
                    <a:pt x="214765" y="104417"/>
                  </a:lnTo>
                  <a:lnTo>
                    <a:pt x="217028" y="108179"/>
                  </a:lnTo>
                  <a:lnTo>
                    <a:pt x="218392" y="114825"/>
                  </a:lnTo>
                  <a:lnTo>
                    <a:pt x="221312" y="119144"/>
                  </a:lnTo>
                  <a:lnTo>
                    <a:pt x="224974" y="121783"/>
                  </a:lnTo>
                  <a:lnTo>
                    <a:pt x="229961" y="125181"/>
                  </a:lnTo>
                  <a:lnTo>
                    <a:pt x="231031" y="127460"/>
                  </a:lnTo>
                  <a:lnTo>
                    <a:pt x="231127" y="131242"/>
                  </a:lnTo>
                  <a:lnTo>
                    <a:pt x="231146" y="132016"/>
                  </a:lnTo>
                  <a:lnTo>
                    <a:pt x="233354" y="132747"/>
                  </a:lnTo>
                  <a:lnTo>
                    <a:pt x="233475" y="137929"/>
                  </a:lnTo>
                  <a:lnTo>
                    <a:pt x="237464" y="142410"/>
                  </a:lnTo>
                  <a:lnTo>
                    <a:pt x="240573" y="145150"/>
                  </a:lnTo>
                  <a:lnTo>
                    <a:pt x="240777" y="148680"/>
                  </a:lnTo>
                  <a:lnTo>
                    <a:pt x="242801" y="153863"/>
                  </a:lnTo>
                  <a:lnTo>
                    <a:pt x="238543" y="151162"/>
                  </a:lnTo>
                  <a:lnTo>
                    <a:pt x="233775" y="148908"/>
                  </a:lnTo>
                  <a:lnTo>
                    <a:pt x="230534" y="150186"/>
                  </a:lnTo>
                  <a:lnTo>
                    <a:pt x="225786" y="148170"/>
                  </a:lnTo>
                  <a:lnTo>
                    <a:pt x="221084" y="143920"/>
                  </a:lnTo>
                  <a:lnTo>
                    <a:pt x="215190" y="143790"/>
                  </a:lnTo>
                  <a:lnTo>
                    <a:pt x="210802" y="144993"/>
                  </a:lnTo>
                  <a:lnTo>
                    <a:pt x="206091" y="144797"/>
                  </a:lnTo>
                  <a:lnTo>
                    <a:pt x="204571" y="144685"/>
                  </a:lnTo>
                  <a:lnTo>
                    <a:pt x="201885" y="144486"/>
                  </a:lnTo>
                  <a:lnTo>
                    <a:pt x="197127" y="141968"/>
                  </a:lnTo>
                  <a:lnTo>
                    <a:pt x="192817" y="139908"/>
                  </a:lnTo>
                  <a:lnTo>
                    <a:pt x="189418" y="134036"/>
                  </a:lnTo>
                  <a:lnTo>
                    <a:pt x="187920" y="132299"/>
                  </a:lnTo>
                  <a:lnTo>
                    <a:pt x="184518" y="135191"/>
                  </a:lnTo>
                  <a:lnTo>
                    <a:pt x="181699" y="137290"/>
                  </a:lnTo>
                  <a:lnTo>
                    <a:pt x="176609" y="141494"/>
                  </a:lnTo>
                  <a:lnTo>
                    <a:pt x="172177" y="137697"/>
                  </a:lnTo>
                  <a:lnTo>
                    <a:pt x="170761" y="128698"/>
                  </a:lnTo>
                  <a:lnTo>
                    <a:pt x="173472" y="122205"/>
                  </a:lnTo>
                  <a:lnTo>
                    <a:pt x="176739" y="120017"/>
                  </a:lnTo>
                  <a:lnTo>
                    <a:pt x="176201" y="118275"/>
                  </a:lnTo>
                  <a:lnTo>
                    <a:pt x="175176" y="115008"/>
                  </a:lnTo>
                  <a:lnTo>
                    <a:pt x="177515" y="111449"/>
                  </a:lnTo>
                  <a:lnTo>
                    <a:pt x="177830" y="110971"/>
                  </a:lnTo>
                  <a:lnTo>
                    <a:pt x="179536" y="110443"/>
                  </a:lnTo>
                  <a:lnTo>
                    <a:pt x="179698" y="107826"/>
                  </a:lnTo>
                  <a:lnTo>
                    <a:pt x="179521" y="107071"/>
                  </a:lnTo>
                  <a:lnTo>
                    <a:pt x="178738" y="103748"/>
                  </a:lnTo>
                  <a:lnTo>
                    <a:pt x="178610" y="103206"/>
                  </a:lnTo>
                  <a:lnTo>
                    <a:pt x="181437" y="98151"/>
                  </a:lnTo>
                  <a:lnTo>
                    <a:pt x="184744" y="92138"/>
                  </a:lnTo>
                  <a:lnTo>
                    <a:pt x="177032" y="87692"/>
                  </a:lnTo>
                  <a:lnTo>
                    <a:pt x="173850" y="85853"/>
                  </a:lnTo>
                  <a:lnTo>
                    <a:pt x="170118" y="92543"/>
                  </a:lnTo>
                  <a:lnTo>
                    <a:pt x="167699" y="90498"/>
                  </a:lnTo>
                  <a:lnTo>
                    <a:pt x="165476" y="90932"/>
                  </a:lnTo>
                  <a:lnTo>
                    <a:pt x="163981" y="91223"/>
                  </a:lnTo>
                  <a:lnTo>
                    <a:pt x="160499" y="90565"/>
                  </a:lnTo>
                  <a:lnTo>
                    <a:pt x="159667" y="87041"/>
                  </a:lnTo>
                  <a:lnTo>
                    <a:pt x="155053" y="86053"/>
                  </a:lnTo>
                  <a:lnTo>
                    <a:pt x="153708" y="86074"/>
                  </a:lnTo>
                  <a:lnTo>
                    <a:pt x="152807" y="86087"/>
                  </a:lnTo>
                  <a:lnTo>
                    <a:pt x="151645" y="86105"/>
                  </a:lnTo>
                  <a:lnTo>
                    <a:pt x="144638" y="86783"/>
                  </a:lnTo>
                  <a:lnTo>
                    <a:pt x="142768" y="84615"/>
                  </a:lnTo>
                  <a:lnTo>
                    <a:pt x="139916" y="84020"/>
                  </a:lnTo>
                  <a:lnTo>
                    <a:pt x="138937" y="80617"/>
                  </a:lnTo>
                  <a:lnTo>
                    <a:pt x="140675" y="77871"/>
                  </a:lnTo>
                  <a:lnTo>
                    <a:pt x="141613" y="74564"/>
                  </a:lnTo>
                  <a:lnTo>
                    <a:pt x="138523" y="72485"/>
                  </a:lnTo>
                  <a:lnTo>
                    <a:pt x="134229" y="71108"/>
                  </a:lnTo>
                  <a:lnTo>
                    <a:pt x="131447" y="69811"/>
                  </a:lnTo>
                  <a:lnTo>
                    <a:pt x="126063" y="69942"/>
                  </a:lnTo>
                  <a:lnTo>
                    <a:pt x="125293" y="70073"/>
                  </a:lnTo>
                  <a:lnTo>
                    <a:pt x="122507" y="70543"/>
                  </a:lnTo>
                  <a:lnTo>
                    <a:pt x="120088" y="68295"/>
                  </a:lnTo>
                  <a:lnTo>
                    <a:pt x="119397" y="64048"/>
                  </a:lnTo>
                  <a:lnTo>
                    <a:pt x="113990" y="58776"/>
                  </a:lnTo>
                  <a:lnTo>
                    <a:pt x="112612" y="56868"/>
                  </a:lnTo>
                  <a:lnTo>
                    <a:pt x="111226" y="54949"/>
                  </a:lnTo>
                  <a:lnTo>
                    <a:pt x="109476" y="49815"/>
                  </a:lnTo>
                  <a:lnTo>
                    <a:pt x="102814" y="49800"/>
                  </a:lnTo>
                  <a:lnTo>
                    <a:pt x="97736" y="51781"/>
                  </a:lnTo>
                  <a:lnTo>
                    <a:pt x="95961" y="50502"/>
                  </a:lnTo>
                  <a:lnTo>
                    <a:pt x="91324" y="47157"/>
                  </a:lnTo>
                  <a:lnTo>
                    <a:pt x="82367" y="50734"/>
                  </a:lnTo>
                  <a:lnTo>
                    <a:pt x="77286" y="54666"/>
                  </a:lnTo>
                  <a:lnTo>
                    <a:pt x="76062" y="55225"/>
                  </a:lnTo>
                  <a:lnTo>
                    <a:pt x="72952" y="56642"/>
                  </a:lnTo>
                  <a:lnTo>
                    <a:pt x="70644" y="62630"/>
                  </a:lnTo>
                  <a:lnTo>
                    <a:pt x="69976" y="66239"/>
                  </a:lnTo>
                  <a:lnTo>
                    <a:pt x="69497" y="66347"/>
                  </a:lnTo>
                  <a:lnTo>
                    <a:pt x="61477" y="68139"/>
                  </a:lnTo>
                  <a:lnTo>
                    <a:pt x="56999" y="68041"/>
                  </a:lnTo>
                  <a:lnTo>
                    <a:pt x="53378" y="67959"/>
                  </a:lnTo>
                  <a:lnTo>
                    <a:pt x="50162" y="63903"/>
                  </a:lnTo>
                  <a:lnTo>
                    <a:pt x="47473" y="62000"/>
                  </a:lnTo>
                  <a:lnTo>
                    <a:pt x="44080" y="70592"/>
                  </a:lnTo>
                  <a:lnTo>
                    <a:pt x="39699" y="78533"/>
                  </a:lnTo>
                  <a:lnTo>
                    <a:pt x="39607" y="82144"/>
                  </a:lnTo>
                  <a:lnTo>
                    <a:pt x="33785" y="80656"/>
                  </a:lnTo>
                  <a:lnTo>
                    <a:pt x="31726" y="81243"/>
                  </a:lnTo>
                  <a:lnTo>
                    <a:pt x="30182" y="81683"/>
                  </a:lnTo>
                  <a:lnTo>
                    <a:pt x="26779" y="89084"/>
                  </a:lnTo>
                  <a:lnTo>
                    <a:pt x="22074" y="97100"/>
                  </a:lnTo>
                  <a:lnTo>
                    <a:pt x="21026" y="98882"/>
                  </a:lnTo>
                  <a:lnTo>
                    <a:pt x="17105" y="102768"/>
                  </a:lnTo>
                  <a:lnTo>
                    <a:pt x="13512" y="108228"/>
                  </a:lnTo>
                  <a:lnTo>
                    <a:pt x="9882" y="1111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6684412" y="2509603"/>
              <a:ext cx="5467" cy="8688"/>
            </a:xfrm>
            <a:custGeom>
              <a:avLst/>
              <a:pathLst>
                <a:path w="5467" h="8688">
                  <a:moveTo>
                    <a:pt x="0" y="2772"/>
                  </a:moveTo>
                  <a:lnTo>
                    <a:pt x="2190" y="0"/>
                  </a:lnTo>
                  <a:lnTo>
                    <a:pt x="5467" y="3930"/>
                  </a:lnTo>
                  <a:lnTo>
                    <a:pt x="4709" y="8688"/>
                  </a:lnTo>
                  <a:lnTo>
                    <a:pt x="465" y="740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6515966" y="2210491"/>
              <a:ext cx="248385" cy="411950"/>
            </a:xfrm>
            <a:custGeom>
              <a:avLst/>
              <a:pathLst>
                <a:path w="248385" h="411950">
                  <a:moveTo>
                    <a:pt x="0" y="233103"/>
                  </a:moveTo>
                  <a:lnTo>
                    <a:pt x="2389" y="231568"/>
                  </a:lnTo>
                  <a:lnTo>
                    <a:pt x="2808" y="228277"/>
                  </a:lnTo>
                  <a:lnTo>
                    <a:pt x="6808" y="227994"/>
                  </a:lnTo>
                  <a:lnTo>
                    <a:pt x="10020" y="230122"/>
                  </a:lnTo>
                  <a:lnTo>
                    <a:pt x="12892" y="234449"/>
                  </a:lnTo>
                  <a:lnTo>
                    <a:pt x="15780" y="233774"/>
                  </a:lnTo>
                  <a:lnTo>
                    <a:pt x="15204" y="230441"/>
                  </a:lnTo>
                  <a:lnTo>
                    <a:pt x="14969" y="229087"/>
                  </a:lnTo>
                  <a:lnTo>
                    <a:pt x="15395" y="226569"/>
                  </a:lnTo>
                  <a:lnTo>
                    <a:pt x="13846" y="224324"/>
                  </a:lnTo>
                  <a:lnTo>
                    <a:pt x="13493" y="221110"/>
                  </a:lnTo>
                  <a:lnTo>
                    <a:pt x="11655" y="219558"/>
                  </a:lnTo>
                  <a:lnTo>
                    <a:pt x="13178" y="216021"/>
                  </a:lnTo>
                  <a:lnTo>
                    <a:pt x="14728" y="215685"/>
                  </a:lnTo>
                  <a:lnTo>
                    <a:pt x="17084" y="217536"/>
                  </a:lnTo>
                  <a:lnTo>
                    <a:pt x="20175" y="216807"/>
                  </a:lnTo>
                  <a:lnTo>
                    <a:pt x="22960" y="216745"/>
                  </a:lnTo>
                  <a:lnTo>
                    <a:pt x="21518" y="213086"/>
                  </a:lnTo>
                  <a:lnTo>
                    <a:pt x="18521" y="211910"/>
                  </a:lnTo>
                  <a:lnTo>
                    <a:pt x="13961" y="208152"/>
                  </a:lnTo>
                  <a:lnTo>
                    <a:pt x="14252" y="202921"/>
                  </a:lnTo>
                  <a:lnTo>
                    <a:pt x="15346" y="199229"/>
                  </a:lnTo>
                  <a:lnTo>
                    <a:pt x="17596" y="195251"/>
                  </a:lnTo>
                  <a:lnTo>
                    <a:pt x="18574" y="191303"/>
                  </a:lnTo>
                  <a:lnTo>
                    <a:pt x="23359" y="185955"/>
                  </a:lnTo>
                  <a:lnTo>
                    <a:pt x="25923" y="181992"/>
                  </a:lnTo>
                  <a:lnTo>
                    <a:pt x="22488" y="178443"/>
                  </a:lnTo>
                  <a:lnTo>
                    <a:pt x="22840" y="176166"/>
                  </a:lnTo>
                  <a:lnTo>
                    <a:pt x="25126" y="170923"/>
                  </a:lnTo>
                  <a:lnTo>
                    <a:pt x="27881" y="166288"/>
                  </a:lnTo>
                  <a:lnTo>
                    <a:pt x="26885" y="162621"/>
                  </a:lnTo>
                  <a:lnTo>
                    <a:pt x="25218" y="160457"/>
                  </a:lnTo>
                  <a:lnTo>
                    <a:pt x="22596" y="161580"/>
                  </a:lnTo>
                  <a:lnTo>
                    <a:pt x="21957" y="158279"/>
                  </a:lnTo>
                  <a:lnTo>
                    <a:pt x="20499" y="156933"/>
                  </a:lnTo>
                  <a:lnTo>
                    <a:pt x="19747" y="153184"/>
                  </a:lnTo>
                  <a:lnTo>
                    <a:pt x="20716" y="149000"/>
                  </a:lnTo>
                  <a:lnTo>
                    <a:pt x="20856" y="144942"/>
                  </a:lnTo>
                  <a:lnTo>
                    <a:pt x="16620" y="142503"/>
                  </a:lnTo>
                  <a:lnTo>
                    <a:pt x="16628" y="136692"/>
                  </a:lnTo>
                  <a:lnTo>
                    <a:pt x="16664" y="133038"/>
                  </a:lnTo>
                  <a:lnTo>
                    <a:pt x="17657" y="131161"/>
                  </a:lnTo>
                  <a:lnTo>
                    <a:pt x="16546" y="128591"/>
                  </a:lnTo>
                  <a:lnTo>
                    <a:pt x="18131" y="125112"/>
                  </a:lnTo>
                  <a:lnTo>
                    <a:pt x="19736" y="122239"/>
                  </a:lnTo>
                  <a:lnTo>
                    <a:pt x="20995" y="119210"/>
                  </a:lnTo>
                  <a:lnTo>
                    <a:pt x="21850" y="117072"/>
                  </a:lnTo>
                  <a:lnTo>
                    <a:pt x="18838" y="104439"/>
                  </a:lnTo>
                  <a:lnTo>
                    <a:pt x="16282" y="93782"/>
                  </a:lnTo>
                  <a:lnTo>
                    <a:pt x="20140" y="74942"/>
                  </a:lnTo>
                  <a:lnTo>
                    <a:pt x="25563" y="48664"/>
                  </a:lnTo>
                  <a:lnTo>
                    <a:pt x="28266" y="35503"/>
                  </a:lnTo>
                  <a:lnTo>
                    <a:pt x="33099" y="13508"/>
                  </a:lnTo>
                  <a:lnTo>
                    <a:pt x="36741" y="12577"/>
                  </a:lnTo>
                  <a:lnTo>
                    <a:pt x="39828" y="12754"/>
                  </a:lnTo>
                  <a:lnTo>
                    <a:pt x="43994" y="12326"/>
                  </a:lnTo>
                  <a:lnTo>
                    <a:pt x="44717" y="16304"/>
                  </a:lnTo>
                  <a:lnTo>
                    <a:pt x="49965" y="26937"/>
                  </a:lnTo>
                  <a:lnTo>
                    <a:pt x="55042" y="27934"/>
                  </a:lnTo>
                  <a:lnTo>
                    <a:pt x="59735" y="29264"/>
                  </a:lnTo>
                  <a:lnTo>
                    <a:pt x="63704" y="23954"/>
                  </a:lnTo>
                  <a:lnTo>
                    <a:pt x="69660" y="18849"/>
                  </a:lnTo>
                  <a:lnTo>
                    <a:pt x="73247" y="16661"/>
                  </a:lnTo>
                  <a:lnTo>
                    <a:pt x="72999" y="13634"/>
                  </a:lnTo>
                  <a:lnTo>
                    <a:pt x="76848" y="10541"/>
                  </a:lnTo>
                  <a:lnTo>
                    <a:pt x="79754" y="10320"/>
                  </a:lnTo>
                  <a:lnTo>
                    <a:pt x="84067" y="7863"/>
                  </a:lnTo>
                  <a:lnTo>
                    <a:pt x="82400" y="5214"/>
                  </a:lnTo>
                  <a:lnTo>
                    <a:pt x="82622" y="2334"/>
                  </a:lnTo>
                  <a:lnTo>
                    <a:pt x="87602" y="366"/>
                  </a:lnTo>
                  <a:lnTo>
                    <a:pt x="91591" y="0"/>
                  </a:lnTo>
                  <a:lnTo>
                    <a:pt x="95203" y="931"/>
                  </a:lnTo>
                  <a:lnTo>
                    <a:pt x="100454" y="2745"/>
                  </a:lnTo>
                  <a:lnTo>
                    <a:pt x="106883" y="5206"/>
                  </a:lnTo>
                  <a:lnTo>
                    <a:pt x="110102" y="5912"/>
                  </a:lnTo>
                  <a:lnTo>
                    <a:pt x="116200" y="10780"/>
                  </a:lnTo>
                  <a:lnTo>
                    <a:pt x="123394" y="12790"/>
                  </a:lnTo>
                  <a:lnTo>
                    <a:pt x="132916" y="35012"/>
                  </a:lnTo>
                  <a:lnTo>
                    <a:pt x="139761" y="50824"/>
                  </a:lnTo>
                  <a:lnTo>
                    <a:pt x="151373" y="77148"/>
                  </a:lnTo>
                  <a:lnTo>
                    <a:pt x="159860" y="96901"/>
                  </a:lnTo>
                  <a:lnTo>
                    <a:pt x="163372" y="105132"/>
                  </a:lnTo>
                  <a:lnTo>
                    <a:pt x="165697" y="106088"/>
                  </a:lnTo>
                  <a:lnTo>
                    <a:pt x="164462" y="111354"/>
                  </a:lnTo>
                  <a:lnTo>
                    <a:pt x="168010" y="113639"/>
                  </a:lnTo>
                  <a:lnTo>
                    <a:pt x="167508" y="118567"/>
                  </a:lnTo>
                  <a:lnTo>
                    <a:pt x="170452" y="122192"/>
                  </a:lnTo>
                  <a:lnTo>
                    <a:pt x="171119" y="127090"/>
                  </a:lnTo>
                  <a:lnTo>
                    <a:pt x="176180" y="124731"/>
                  </a:lnTo>
                  <a:lnTo>
                    <a:pt x="179791" y="127865"/>
                  </a:lnTo>
                  <a:lnTo>
                    <a:pt x="182528" y="127595"/>
                  </a:lnTo>
                  <a:lnTo>
                    <a:pt x="188766" y="127383"/>
                  </a:lnTo>
                  <a:lnTo>
                    <a:pt x="192821" y="124692"/>
                  </a:lnTo>
                  <a:lnTo>
                    <a:pt x="195706" y="126589"/>
                  </a:lnTo>
                  <a:lnTo>
                    <a:pt x="198502" y="132200"/>
                  </a:lnTo>
                  <a:lnTo>
                    <a:pt x="195390" y="134038"/>
                  </a:lnTo>
                  <a:lnTo>
                    <a:pt x="196557" y="137940"/>
                  </a:lnTo>
                  <a:lnTo>
                    <a:pt x="202439" y="142978"/>
                  </a:lnTo>
                  <a:lnTo>
                    <a:pt x="203152" y="149815"/>
                  </a:lnTo>
                  <a:lnTo>
                    <a:pt x="203181" y="152942"/>
                  </a:lnTo>
                  <a:lnTo>
                    <a:pt x="205606" y="154512"/>
                  </a:lnTo>
                  <a:lnTo>
                    <a:pt x="212122" y="160122"/>
                  </a:lnTo>
                  <a:lnTo>
                    <a:pt x="215929" y="161220"/>
                  </a:lnTo>
                  <a:lnTo>
                    <a:pt x="217504" y="158465"/>
                  </a:lnTo>
                  <a:lnTo>
                    <a:pt x="217456" y="154149"/>
                  </a:lnTo>
                  <a:lnTo>
                    <a:pt x="221863" y="154111"/>
                  </a:lnTo>
                  <a:lnTo>
                    <a:pt x="224526" y="153758"/>
                  </a:lnTo>
                  <a:lnTo>
                    <a:pt x="229004" y="156701"/>
                  </a:lnTo>
                  <a:lnTo>
                    <a:pt x="231734" y="159745"/>
                  </a:lnTo>
                  <a:lnTo>
                    <a:pt x="233589" y="162740"/>
                  </a:lnTo>
                  <a:lnTo>
                    <a:pt x="239435" y="168895"/>
                  </a:lnTo>
                  <a:lnTo>
                    <a:pt x="243496" y="170661"/>
                  </a:lnTo>
                  <a:lnTo>
                    <a:pt x="244873" y="175336"/>
                  </a:lnTo>
                  <a:lnTo>
                    <a:pt x="248385" y="176869"/>
                  </a:lnTo>
                  <a:lnTo>
                    <a:pt x="245866" y="182812"/>
                  </a:lnTo>
                  <a:lnTo>
                    <a:pt x="244148" y="186145"/>
                  </a:lnTo>
                  <a:lnTo>
                    <a:pt x="242985" y="190167"/>
                  </a:lnTo>
                  <a:lnTo>
                    <a:pt x="241553" y="195103"/>
                  </a:lnTo>
                  <a:lnTo>
                    <a:pt x="238817" y="198750"/>
                  </a:lnTo>
                  <a:lnTo>
                    <a:pt x="236825" y="203335"/>
                  </a:lnTo>
                  <a:lnTo>
                    <a:pt x="231751" y="203099"/>
                  </a:lnTo>
                  <a:lnTo>
                    <a:pt x="230793" y="205671"/>
                  </a:lnTo>
                  <a:lnTo>
                    <a:pt x="228097" y="207084"/>
                  </a:lnTo>
                  <a:lnTo>
                    <a:pt x="227196" y="211788"/>
                  </a:lnTo>
                  <a:lnTo>
                    <a:pt x="227136" y="216316"/>
                  </a:lnTo>
                  <a:lnTo>
                    <a:pt x="229281" y="218589"/>
                  </a:lnTo>
                  <a:lnTo>
                    <a:pt x="226619" y="224410"/>
                  </a:lnTo>
                  <a:lnTo>
                    <a:pt x="221532" y="220995"/>
                  </a:lnTo>
                  <a:lnTo>
                    <a:pt x="219172" y="218252"/>
                  </a:lnTo>
                  <a:lnTo>
                    <a:pt x="216977" y="221530"/>
                  </a:lnTo>
                  <a:lnTo>
                    <a:pt x="212331" y="224251"/>
                  </a:lnTo>
                  <a:lnTo>
                    <a:pt x="210860" y="227816"/>
                  </a:lnTo>
                  <a:lnTo>
                    <a:pt x="211432" y="231964"/>
                  </a:lnTo>
                  <a:lnTo>
                    <a:pt x="209785" y="235141"/>
                  </a:lnTo>
                  <a:lnTo>
                    <a:pt x="207118" y="234631"/>
                  </a:lnTo>
                  <a:lnTo>
                    <a:pt x="206846" y="235154"/>
                  </a:lnTo>
                  <a:lnTo>
                    <a:pt x="205546" y="237655"/>
                  </a:lnTo>
                  <a:lnTo>
                    <a:pt x="203453" y="238244"/>
                  </a:lnTo>
                  <a:lnTo>
                    <a:pt x="203468" y="244015"/>
                  </a:lnTo>
                  <a:lnTo>
                    <a:pt x="199253" y="242561"/>
                  </a:lnTo>
                  <a:lnTo>
                    <a:pt x="197248" y="241213"/>
                  </a:lnTo>
                  <a:lnTo>
                    <a:pt x="194103" y="243849"/>
                  </a:lnTo>
                  <a:lnTo>
                    <a:pt x="196513" y="247223"/>
                  </a:lnTo>
                  <a:lnTo>
                    <a:pt x="196206" y="249460"/>
                  </a:lnTo>
                  <a:lnTo>
                    <a:pt x="195413" y="253653"/>
                  </a:lnTo>
                  <a:lnTo>
                    <a:pt x="199920" y="255703"/>
                  </a:lnTo>
                  <a:lnTo>
                    <a:pt x="192119" y="258166"/>
                  </a:lnTo>
                  <a:lnTo>
                    <a:pt x="192910" y="261478"/>
                  </a:lnTo>
                  <a:lnTo>
                    <a:pt x="194982" y="269272"/>
                  </a:lnTo>
                  <a:lnTo>
                    <a:pt x="188576" y="271156"/>
                  </a:lnTo>
                  <a:lnTo>
                    <a:pt x="185454" y="274068"/>
                  </a:lnTo>
                  <a:lnTo>
                    <a:pt x="184159" y="275568"/>
                  </a:lnTo>
                  <a:lnTo>
                    <a:pt x="181760" y="278345"/>
                  </a:lnTo>
                  <a:lnTo>
                    <a:pt x="181913" y="284223"/>
                  </a:lnTo>
                  <a:lnTo>
                    <a:pt x="179839" y="285701"/>
                  </a:lnTo>
                  <a:lnTo>
                    <a:pt x="176736" y="279994"/>
                  </a:lnTo>
                  <a:lnTo>
                    <a:pt x="171053" y="284169"/>
                  </a:lnTo>
                  <a:lnTo>
                    <a:pt x="166717" y="289103"/>
                  </a:lnTo>
                  <a:lnTo>
                    <a:pt x="163240" y="285534"/>
                  </a:lnTo>
                  <a:lnTo>
                    <a:pt x="159773" y="281859"/>
                  </a:lnTo>
                  <a:lnTo>
                    <a:pt x="161483" y="278334"/>
                  </a:lnTo>
                  <a:lnTo>
                    <a:pt x="159568" y="277163"/>
                  </a:lnTo>
                  <a:lnTo>
                    <a:pt x="155929" y="274935"/>
                  </a:lnTo>
                  <a:lnTo>
                    <a:pt x="151599" y="275602"/>
                  </a:lnTo>
                  <a:lnTo>
                    <a:pt x="150402" y="275785"/>
                  </a:lnTo>
                  <a:lnTo>
                    <a:pt x="151615" y="281271"/>
                  </a:lnTo>
                  <a:lnTo>
                    <a:pt x="151766" y="285213"/>
                  </a:lnTo>
                  <a:lnTo>
                    <a:pt x="155935" y="288401"/>
                  </a:lnTo>
                  <a:lnTo>
                    <a:pt x="155144" y="292512"/>
                  </a:lnTo>
                  <a:lnTo>
                    <a:pt x="157621" y="294710"/>
                  </a:lnTo>
                  <a:lnTo>
                    <a:pt x="156789" y="298203"/>
                  </a:lnTo>
                  <a:lnTo>
                    <a:pt x="153584" y="299290"/>
                  </a:lnTo>
                  <a:lnTo>
                    <a:pt x="151064" y="300244"/>
                  </a:lnTo>
                  <a:lnTo>
                    <a:pt x="150688" y="305746"/>
                  </a:lnTo>
                  <a:lnTo>
                    <a:pt x="149056" y="306664"/>
                  </a:lnTo>
                  <a:lnTo>
                    <a:pt x="148194" y="310793"/>
                  </a:lnTo>
                  <a:lnTo>
                    <a:pt x="146568" y="313658"/>
                  </a:lnTo>
                  <a:lnTo>
                    <a:pt x="142667" y="309380"/>
                  </a:lnTo>
                  <a:lnTo>
                    <a:pt x="140342" y="307841"/>
                  </a:lnTo>
                  <a:lnTo>
                    <a:pt x="139194" y="307080"/>
                  </a:lnTo>
                  <a:lnTo>
                    <a:pt x="138617" y="310524"/>
                  </a:lnTo>
                  <a:lnTo>
                    <a:pt x="138131" y="312020"/>
                  </a:lnTo>
                  <a:lnTo>
                    <a:pt x="136685" y="319513"/>
                  </a:lnTo>
                  <a:lnTo>
                    <a:pt x="133725" y="320361"/>
                  </a:lnTo>
                  <a:lnTo>
                    <a:pt x="132808" y="322463"/>
                  </a:lnTo>
                  <a:lnTo>
                    <a:pt x="129262" y="325771"/>
                  </a:lnTo>
                  <a:lnTo>
                    <a:pt x="126911" y="327461"/>
                  </a:lnTo>
                  <a:lnTo>
                    <a:pt x="125799" y="328259"/>
                  </a:lnTo>
                  <a:lnTo>
                    <a:pt x="125205" y="333153"/>
                  </a:lnTo>
                  <a:lnTo>
                    <a:pt x="122626" y="335702"/>
                  </a:lnTo>
                  <a:lnTo>
                    <a:pt x="121965" y="338536"/>
                  </a:lnTo>
                  <a:lnTo>
                    <a:pt x="120604" y="338748"/>
                  </a:lnTo>
                  <a:lnTo>
                    <a:pt x="118477" y="334404"/>
                  </a:lnTo>
                  <a:lnTo>
                    <a:pt x="116774" y="334353"/>
                  </a:lnTo>
                  <a:lnTo>
                    <a:pt x="114874" y="334296"/>
                  </a:lnTo>
                  <a:lnTo>
                    <a:pt x="111905" y="338423"/>
                  </a:lnTo>
                  <a:lnTo>
                    <a:pt x="111959" y="341658"/>
                  </a:lnTo>
                  <a:lnTo>
                    <a:pt x="107794" y="342989"/>
                  </a:lnTo>
                  <a:lnTo>
                    <a:pt x="107664" y="347011"/>
                  </a:lnTo>
                  <a:lnTo>
                    <a:pt x="103386" y="348431"/>
                  </a:lnTo>
                  <a:lnTo>
                    <a:pt x="103007" y="351407"/>
                  </a:lnTo>
                  <a:lnTo>
                    <a:pt x="103003" y="356081"/>
                  </a:lnTo>
                  <a:lnTo>
                    <a:pt x="104863" y="359085"/>
                  </a:lnTo>
                  <a:lnTo>
                    <a:pt x="103133" y="361487"/>
                  </a:lnTo>
                  <a:lnTo>
                    <a:pt x="99116" y="364249"/>
                  </a:lnTo>
                  <a:lnTo>
                    <a:pt x="98064" y="364581"/>
                  </a:lnTo>
                  <a:lnTo>
                    <a:pt x="96721" y="365005"/>
                  </a:lnTo>
                  <a:lnTo>
                    <a:pt x="96609" y="369075"/>
                  </a:lnTo>
                  <a:lnTo>
                    <a:pt x="100895" y="370118"/>
                  </a:lnTo>
                  <a:lnTo>
                    <a:pt x="99004" y="375213"/>
                  </a:lnTo>
                  <a:lnTo>
                    <a:pt x="98710" y="380270"/>
                  </a:lnTo>
                  <a:lnTo>
                    <a:pt x="96450" y="383140"/>
                  </a:lnTo>
                  <a:lnTo>
                    <a:pt x="93308" y="384002"/>
                  </a:lnTo>
                  <a:lnTo>
                    <a:pt x="91875" y="386673"/>
                  </a:lnTo>
                  <a:lnTo>
                    <a:pt x="91634" y="391704"/>
                  </a:lnTo>
                  <a:lnTo>
                    <a:pt x="93669" y="395516"/>
                  </a:lnTo>
                  <a:lnTo>
                    <a:pt x="94266" y="400853"/>
                  </a:lnTo>
                  <a:lnTo>
                    <a:pt x="93607" y="403863"/>
                  </a:lnTo>
                  <a:lnTo>
                    <a:pt x="92840" y="409720"/>
                  </a:lnTo>
                  <a:lnTo>
                    <a:pt x="91114" y="411950"/>
                  </a:lnTo>
                  <a:lnTo>
                    <a:pt x="87403" y="411460"/>
                  </a:lnTo>
                  <a:lnTo>
                    <a:pt x="82369" y="409279"/>
                  </a:lnTo>
                  <a:lnTo>
                    <a:pt x="81687" y="408983"/>
                  </a:lnTo>
                  <a:lnTo>
                    <a:pt x="80339" y="404683"/>
                  </a:lnTo>
                  <a:lnTo>
                    <a:pt x="79880" y="401282"/>
                  </a:lnTo>
                  <a:lnTo>
                    <a:pt x="74775" y="398206"/>
                  </a:lnTo>
                  <a:lnTo>
                    <a:pt x="70098" y="394801"/>
                  </a:lnTo>
                  <a:lnTo>
                    <a:pt x="64994" y="391866"/>
                  </a:lnTo>
                  <a:lnTo>
                    <a:pt x="64327" y="387075"/>
                  </a:lnTo>
                  <a:lnTo>
                    <a:pt x="62671" y="380046"/>
                  </a:lnTo>
                  <a:lnTo>
                    <a:pt x="61215" y="377708"/>
                  </a:lnTo>
                  <a:lnTo>
                    <a:pt x="59778" y="375400"/>
                  </a:lnTo>
                  <a:lnTo>
                    <a:pt x="55253" y="364692"/>
                  </a:lnTo>
                  <a:lnTo>
                    <a:pt x="52133" y="357129"/>
                  </a:lnTo>
                  <a:lnTo>
                    <a:pt x="50564" y="353326"/>
                  </a:lnTo>
                  <a:lnTo>
                    <a:pt x="42134" y="332406"/>
                  </a:lnTo>
                  <a:lnTo>
                    <a:pt x="36617" y="318726"/>
                  </a:lnTo>
                  <a:lnTo>
                    <a:pt x="35728" y="316585"/>
                  </a:lnTo>
                  <a:lnTo>
                    <a:pt x="35149" y="315193"/>
                  </a:lnTo>
                  <a:lnTo>
                    <a:pt x="28377" y="298916"/>
                  </a:lnTo>
                  <a:lnTo>
                    <a:pt x="20301" y="279499"/>
                  </a:lnTo>
                  <a:lnTo>
                    <a:pt x="10946" y="25798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5267418" y="2737608"/>
              <a:ext cx="19056" cy="12607"/>
            </a:xfrm>
            <a:custGeom>
              <a:avLst/>
              <a:pathLst>
                <a:path w="19056" h="12607">
                  <a:moveTo>
                    <a:pt x="1469" y="0"/>
                  </a:moveTo>
                  <a:lnTo>
                    <a:pt x="8439" y="4551"/>
                  </a:lnTo>
                  <a:lnTo>
                    <a:pt x="14782" y="5882"/>
                  </a:lnTo>
                  <a:lnTo>
                    <a:pt x="19056" y="7544"/>
                  </a:lnTo>
                  <a:lnTo>
                    <a:pt x="17539" y="11815"/>
                  </a:lnTo>
                  <a:lnTo>
                    <a:pt x="12106" y="12607"/>
                  </a:lnTo>
                  <a:lnTo>
                    <a:pt x="4650" y="7249"/>
                  </a:lnTo>
                  <a:lnTo>
                    <a:pt x="0" y="34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206565" y="2752682"/>
              <a:ext cx="19125" cy="23432"/>
            </a:xfrm>
            <a:custGeom>
              <a:avLst/>
              <a:pathLst>
                <a:path w="19125" h="23432">
                  <a:moveTo>
                    <a:pt x="0" y="10767"/>
                  </a:moveTo>
                  <a:lnTo>
                    <a:pt x="2884" y="9620"/>
                  </a:lnTo>
                  <a:lnTo>
                    <a:pt x="9152" y="735"/>
                  </a:lnTo>
                  <a:lnTo>
                    <a:pt x="19125" y="0"/>
                  </a:lnTo>
                  <a:lnTo>
                    <a:pt x="18930" y="4377"/>
                  </a:lnTo>
                  <a:lnTo>
                    <a:pt x="13739" y="20759"/>
                  </a:lnTo>
                  <a:lnTo>
                    <a:pt x="10975" y="23432"/>
                  </a:lnTo>
                  <a:lnTo>
                    <a:pt x="7086" y="22902"/>
                  </a:lnTo>
                  <a:lnTo>
                    <a:pt x="901" y="1407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5190400" y="2817044"/>
              <a:ext cx="10436" cy="15076"/>
            </a:xfrm>
            <a:custGeom>
              <a:avLst/>
              <a:pathLst>
                <a:path w="10436" h="15076">
                  <a:moveTo>
                    <a:pt x="409" y="11089"/>
                  </a:moveTo>
                  <a:lnTo>
                    <a:pt x="4343" y="0"/>
                  </a:lnTo>
                  <a:lnTo>
                    <a:pt x="7808" y="151"/>
                  </a:lnTo>
                  <a:lnTo>
                    <a:pt x="10436" y="2527"/>
                  </a:lnTo>
                  <a:lnTo>
                    <a:pt x="9906" y="7676"/>
                  </a:lnTo>
                  <a:lnTo>
                    <a:pt x="4644" y="15076"/>
                  </a:lnTo>
                  <a:lnTo>
                    <a:pt x="0" y="1478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5182157" y="2748500"/>
              <a:ext cx="272962" cy="371551"/>
            </a:xfrm>
            <a:custGeom>
              <a:avLst/>
              <a:pathLst>
                <a:path w="272962" h="371551">
                  <a:moveTo>
                    <a:pt x="12572" y="371551"/>
                  </a:moveTo>
                  <a:lnTo>
                    <a:pt x="20000" y="363646"/>
                  </a:lnTo>
                  <a:lnTo>
                    <a:pt x="24976" y="355445"/>
                  </a:lnTo>
                  <a:lnTo>
                    <a:pt x="27774" y="344281"/>
                  </a:lnTo>
                  <a:lnTo>
                    <a:pt x="28843" y="339994"/>
                  </a:lnTo>
                  <a:lnTo>
                    <a:pt x="30384" y="335294"/>
                  </a:lnTo>
                  <a:lnTo>
                    <a:pt x="35224" y="324794"/>
                  </a:lnTo>
                  <a:lnTo>
                    <a:pt x="35715" y="323726"/>
                  </a:lnTo>
                  <a:lnTo>
                    <a:pt x="38285" y="310776"/>
                  </a:lnTo>
                  <a:lnTo>
                    <a:pt x="38405" y="308550"/>
                  </a:lnTo>
                  <a:lnTo>
                    <a:pt x="38983" y="297691"/>
                  </a:lnTo>
                  <a:lnTo>
                    <a:pt x="38362" y="288443"/>
                  </a:lnTo>
                  <a:lnTo>
                    <a:pt x="37822" y="278025"/>
                  </a:lnTo>
                  <a:lnTo>
                    <a:pt x="37738" y="277615"/>
                  </a:lnTo>
                  <a:lnTo>
                    <a:pt x="35679" y="267504"/>
                  </a:lnTo>
                  <a:lnTo>
                    <a:pt x="33427" y="258669"/>
                  </a:lnTo>
                  <a:lnTo>
                    <a:pt x="30268" y="250726"/>
                  </a:lnTo>
                  <a:lnTo>
                    <a:pt x="28551" y="247902"/>
                  </a:lnTo>
                  <a:lnTo>
                    <a:pt x="24786" y="241700"/>
                  </a:lnTo>
                  <a:lnTo>
                    <a:pt x="22075" y="237724"/>
                  </a:lnTo>
                  <a:lnTo>
                    <a:pt x="16985" y="230246"/>
                  </a:lnTo>
                  <a:lnTo>
                    <a:pt x="13083" y="222563"/>
                  </a:lnTo>
                  <a:lnTo>
                    <a:pt x="11583" y="219223"/>
                  </a:lnTo>
                  <a:lnTo>
                    <a:pt x="9983" y="215659"/>
                  </a:lnTo>
                  <a:lnTo>
                    <a:pt x="5732" y="209410"/>
                  </a:lnTo>
                  <a:lnTo>
                    <a:pt x="4300" y="205093"/>
                  </a:lnTo>
                  <a:lnTo>
                    <a:pt x="5426" y="200089"/>
                  </a:lnTo>
                  <a:lnTo>
                    <a:pt x="8435" y="193080"/>
                  </a:lnTo>
                  <a:lnTo>
                    <a:pt x="8345" y="188828"/>
                  </a:lnTo>
                  <a:lnTo>
                    <a:pt x="8305" y="186937"/>
                  </a:lnTo>
                  <a:lnTo>
                    <a:pt x="6152" y="180403"/>
                  </a:lnTo>
                  <a:lnTo>
                    <a:pt x="4446" y="175976"/>
                  </a:lnTo>
                  <a:lnTo>
                    <a:pt x="1322" y="171963"/>
                  </a:lnTo>
                  <a:lnTo>
                    <a:pt x="0" y="168958"/>
                  </a:lnTo>
                  <a:lnTo>
                    <a:pt x="4356" y="162725"/>
                  </a:lnTo>
                  <a:lnTo>
                    <a:pt x="6098" y="157177"/>
                  </a:lnTo>
                  <a:lnTo>
                    <a:pt x="7594" y="152398"/>
                  </a:lnTo>
                  <a:lnTo>
                    <a:pt x="11007" y="141477"/>
                  </a:lnTo>
                  <a:lnTo>
                    <a:pt x="11221" y="136476"/>
                  </a:lnTo>
                  <a:lnTo>
                    <a:pt x="10198" y="129335"/>
                  </a:lnTo>
                  <a:lnTo>
                    <a:pt x="10408" y="126150"/>
                  </a:lnTo>
                  <a:lnTo>
                    <a:pt x="10693" y="121779"/>
                  </a:lnTo>
                  <a:lnTo>
                    <a:pt x="7455" y="115080"/>
                  </a:lnTo>
                  <a:lnTo>
                    <a:pt x="7038" y="110605"/>
                  </a:lnTo>
                  <a:lnTo>
                    <a:pt x="11998" y="107148"/>
                  </a:lnTo>
                  <a:lnTo>
                    <a:pt x="16142" y="105240"/>
                  </a:lnTo>
                  <a:lnTo>
                    <a:pt x="16243" y="101935"/>
                  </a:lnTo>
                  <a:lnTo>
                    <a:pt x="16361" y="98059"/>
                  </a:lnTo>
                  <a:lnTo>
                    <a:pt x="15451" y="90230"/>
                  </a:lnTo>
                  <a:lnTo>
                    <a:pt x="20313" y="89813"/>
                  </a:lnTo>
                  <a:lnTo>
                    <a:pt x="22323" y="83865"/>
                  </a:lnTo>
                  <a:lnTo>
                    <a:pt x="27491" y="85687"/>
                  </a:lnTo>
                  <a:lnTo>
                    <a:pt x="31374" y="81442"/>
                  </a:lnTo>
                  <a:lnTo>
                    <a:pt x="32313" y="74726"/>
                  </a:lnTo>
                  <a:lnTo>
                    <a:pt x="35638" y="70425"/>
                  </a:lnTo>
                  <a:lnTo>
                    <a:pt x="37333" y="63131"/>
                  </a:lnTo>
                  <a:lnTo>
                    <a:pt x="41678" y="58783"/>
                  </a:lnTo>
                  <a:lnTo>
                    <a:pt x="43388" y="61466"/>
                  </a:lnTo>
                  <a:lnTo>
                    <a:pt x="43372" y="73413"/>
                  </a:lnTo>
                  <a:lnTo>
                    <a:pt x="44298" y="74729"/>
                  </a:lnTo>
                  <a:lnTo>
                    <a:pt x="47256" y="78933"/>
                  </a:lnTo>
                  <a:lnTo>
                    <a:pt x="49712" y="76961"/>
                  </a:lnTo>
                  <a:lnTo>
                    <a:pt x="51968" y="74260"/>
                  </a:lnTo>
                  <a:lnTo>
                    <a:pt x="54580" y="71128"/>
                  </a:lnTo>
                  <a:lnTo>
                    <a:pt x="54550" y="66190"/>
                  </a:lnTo>
                  <a:lnTo>
                    <a:pt x="52467" y="59482"/>
                  </a:lnTo>
                  <a:lnTo>
                    <a:pt x="52204" y="57136"/>
                  </a:lnTo>
                  <a:lnTo>
                    <a:pt x="51581" y="51599"/>
                  </a:lnTo>
                  <a:lnTo>
                    <a:pt x="55490" y="46801"/>
                  </a:lnTo>
                  <a:lnTo>
                    <a:pt x="60701" y="41876"/>
                  </a:lnTo>
                  <a:lnTo>
                    <a:pt x="66726" y="40530"/>
                  </a:lnTo>
                  <a:lnTo>
                    <a:pt x="69195" y="39976"/>
                  </a:lnTo>
                  <a:lnTo>
                    <a:pt x="74764" y="37860"/>
                  </a:lnTo>
                  <a:lnTo>
                    <a:pt x="76991" y="34411"/>
                  </a:lnTo>
                  <a:lnTo>
                    <a:pt x="72580" y="33491"/>
                  </a:lnTo>
                  <a:lnTo>
                    <a:pt x="68853" y="33540"/>
                  </a:lnTo>
                  <a:lnTo>
                    <a:pt x="63371" y="26968"/>
                  </a:lnTo>
                  <a:lnTo>
                    <a:pt x="61975" y="22987"/>
                  </a:lnTo>
                  <a:lnTo>
                    <a:pt x="64328" y="16236"/>
                  </a:lnTo>
                  <a:lnTo>
                    <a:pt x="68989" y="11162"/>
                  </a:lnTo>
                  <a:lnTo>
                    <a:pt x="65174" y="5259"/>
                  </a:lnTo>
                  <a:lnTo>
                    <a:pt x="74131" y="4296"/>
                  </a:lnTo>
                  <a:lnTo>
                    <a:pt x="79145" y="0"/>
                  </a:lnTo>
                  <a:lnTo>
                    <a:pt x="81712" y="294"/>
                  </a:lnTo>
                  <a:lnTo>
                    <a:pt x="82557" y="391"/>
                  </a:lnTo>
                  <a:lnTo>
                    <a:pt x="93774" y="5299"/>
                  </a:lnTo>
                  <a:lnTo>
                    <a:pt x="100031" y="8214"/>
                  </a:lnTo>
                  <a:lnTo>
                    <a:pt x="102616" y="6179"/>
                  </a:lnTo>
                  <a:lnTo>
                    <a:pt x="107730" y="5623"/>
                  </a:lnTo>
                  <a:lnTo>
                    <a:pt x="115476" y="7506"/>
                  </a:lnTo>
                  <a:lnTo>
                    <a:pt x="116446" y="7741"/>
                  </a:lnTo>
                  <a:lnTo>
                    <a:pt x="121721" y="12506"/>
                  </a:lnTo>
                  <a:lnTo>
                    <a:pt x="124577" y="17259"/>
                  </a:lnTo>
                  <a:lnTo>
                    <a:pt x="130529" y="16610"/>
                  </a:lnTo>
                  <a:lnTo>
                    <a:pt x="135946" y="15995"/>
                  </a:lnTo>
                  <a:lnTo>
                    <a:pt x="140899" y="19522"/>
                  </a:lnTo>
                  <a:lnTo>
                    <a:pt x="150231" y="21117"/>
                  </a:lnTo>
                  <a:lnTo>
                    <a:pt x="156884" y="23669"/>
                  </a:lnTo>
                  <a:lnTo>
                    <a:pt x="163448" y="22006"/>
                  </a:lnTo>
                  <a:lnTo>
                    <a:pt x="171134" y="27744"/>
                  </a:lnTo>
                  <a:lnTo>
                    <a:pt x="170728" y="32062"/>
                  </a:lnTo>
                  <a:lnTo>
                    <a:pt x="172332" y="33530"/>
                  </a:lnTo>
                  <a:lnTo>
                    <a:pt x="177704" y="38439"/>
                  </a:lnTo>
                  <a:lnTo>
                    <a:pt x="182755" y="47556"/>
                  </a:lnTo>
                  <a:lnTo>
                    <a:pt x="178009" y="47234"/>
                  </a:lnTo>
                  <a:lnTo>
                    <a:pt x="173938" y="45497"/>
                  </a:lnTo>
                  <a:lnTo>
                    <a:pt x="171704" y="47702"/>
                  </a:lnTo>
                  <a:lnTo>
                    <a:pt x="172991" y="52025"/>
                  </a:lnTo>
                  <a:lnTo>
                    <a:pt x="173863" y="57165"/>
                  </a:lnTo>
                  <a:lnTo>
                    <a:pt x="180038" y="60790"/>
                  </a:lnTo>
                  <a:lnTo>
                    <a:pt x="182091" y="60862"/>
                  </a:lnTo>
                  <a:lnTo>
                    <a:pt x="182742" y="62703"/>
                  </a:lnTo>
                  <a:lnTo>
                    <a:pt x="185705" y="71087"/>
                  </a:lnTo>
                  <a:lnTo>
                    <a:pt x="188165" y="76791"/>
                  </a:lnTo>
                  <a:lnTo>
                    <a:pt x="187324" y="84225"/>
                  </a:lnTo>
                  <a:lnTo>
                    <a:pt x="188909" y="92624"/>
                  </a:lnTo>
                  <a:lnTo>
                    <a:pt x="189328" y="94841"/>
                  </a:lnTo>
                  <a:lnTo>
                    <a:pt x="190877" y="108296"/>
                  </a:lnTo>
                  <a:lnTo>
                    <a:pt x="187471" y="111806"/>
                  </a:lnTo>
                  <a:lnTo>
                    <a:pt x="185618" y="115473"/>
                  </a:lnTo>
                  <a:lnTo>
                    <a:pt x="180668" y="116844"/>
                  </a:lnTo>
                  <a:lnTo>
                    <a:pt x="179951" y="125806"/>
                  </a:lnTo>
                  <a:lnTo>
                    <a:pt x="179895" y="126504"/>
                  </a:lnTo>
                  <a:lnTo>
                    <a:pt x="180627" y="135266"/>
                  </a:lnTo>
                  <a:lnTo>
                    <a:pt x="175117" y="138232"/>
                  </a:lnTo>
                  <a:lnTo>
                    <a:pt x="175110" y="142510"/>
                  </a:lnTo>
                  <a:lnTo>
                    <a:pt x="169353" y="143999"/>
                  </a:lnTo>
                  <a:lnTo>
                    <a:pt x="164761" y="147138"/>
                  </a:lnTo>
                  <a:lnTo>
                    <a:pt x="163691" y="152050"/>
                  </a:lnTo>
                  <a:lnTo>
                    <a:pt x="163380" y="153479"/>
                  </a:lnTo>
                  <a:lnTo>
                    <a:pt x="164205" y="163740"/>
                  </a:lnTo>
                  <a:lnTo>
                    <a:pt x="163785" y="167589"/>
                  </a:lnTo>
                  <a:lnTo>
                    <a:pt x="167214" y="172514"/>
                  </a:lnTo>
                  <a:lnTo>
                    <a:pt x="172856" y="171267"/>
                  </a:lnTo>
                  <a:lnTo>
                    <a:pt x="179094" y="174527"/>
                  </a:lnTo>
                  <a:lnTo>
                    <a:pt x="181422" y="176004"/>
                  </a:lnTo>
                  <a:lnTo>
                    <a:pt x="182607" y="176755"/>
                  </a:lnTo>
                  <a:lnTo>
                    <a:pt x="190686" y="162227"/>
                  </a:lnTo>
                  <a:lnTo>
                    <a:pt x="190872" y="161161"/>
                  </a:lnTo>
                  <a:lnTo>
                    <a:pt x="191658" y="156640"/>
                  </a:lnTo>
                  <a:lnTo>
                    <a:pt x="192940" y="148132"/>
                  </a:lnTo>
                  <a:lnTo>
                    <a:pt x="193897" y="144827"/>
                  </a:lnTo>
                  <a:lnTo>
                    <a:pt x="201246" y="141649"/>
                  </a:lnTo>
                  <a:lnTo>
                    <a:pt x="201890" y="138319"/>
                  </a:lnTo>
                  <a:lnTo>
                    <a:pt x="209311" y="134985"/>
                  </a:lnTo>
                  <a:lnTo>
                    <a:pt x="214320" y="131887"/>
                  </a:lnTo>
                  <a:lnTo>
                    <a:pt x="215135" y="129060"/>
                  </a:lnTo>
                  <a:lnTo>
                    <a:pt x="220558" y="125717"/>
                  </a:lnTo>
                  <a:lnTo>
                    <a:pt x="229706" y="127899"/>
                  </a:lnTo>
                  <a:lnTo>
                    <a:pt x="236189" y="133253"/>
                  </a:lnTo>
                  <a:lnTo>
                    <a:pt x="243016" y="142312"/>
                  </a:lnTo>
                  <a:lnTo>
                    <a:pt x="246017" y="149902"/>
                  </a:lnTo>
                  <a:lnTo>
                    <a:pt x="247279" y="154073"/>
                  </a:lnTo>
                  <a:lnTo>
                    <a:pt x="250067" y="163290"/>
                  </a:lnTo>
                  <a:lnTo>
                    <a:pt x="256321" y="176265"/>
                  </a:lnTo>
                  <a:lnTo>
                    <a:pt x="260990" y="193007"/>
                  </a:lnTo>
                  <a:lnTo>
                    <a:pt x="263088" y="197645"/>
                  </a:lnTo>
                  <a:lnTo>
                    <a:pt x="265550" y="203087"/>
                  </a:lnTo>
                  <a:lnTo>
                    <a:pt x="271695" y="210476"/>
                  </a:lnTo>
                  <a:lnTo>
                    <a:pt x="271894" y="215263"/>
                  </a:lnTo>
                  <a:lnTo>
                    <a:pt x="270507" y="221389"/>
                  </a:lnTo>
                  <a:lnTo>
                    <a:pt x="272962" y="232171"/>
                  </a:lnTo>
                  <a:lnTo>
                    <a:pt x="272587" y="243490"/>
                  </a:lnTo>
                  <a:lnTo>
                    <a:pt x="269461" y="251678"/>
                  </a:lnTo>
                  <a:lnTo>
                    <a:pt x="264071" y="255719"/>
                  </a:lnTo>
                  <a:lnTo>
                    <a:pt x="260573" y="247566"/>
                  </a:lnTo>
                  <a:lnTo>
                    <a:pt x="264024" y="243201"/>
                  </a:lnTo>
                  <a:lnTo>
                    <a:pt x="259495" y="242898"/>
                  </a:lnTo>
                  <a:lnTo>
                    <a:pt x="254487" y="248120"/>
                  </a:lnTo>
                  <a:lnTo>
                    <a:pt x="257213" y="250189"/>
                  </a:lnTo>
                  <a:lnTo>
                    <a:pt x="258486" y="253124"/>
                  </a:lnTo>
                  <a:lnTo>
                    <a:pt x="252399" y="256458"/>
                  </a:lnTo>
                  <a:lnTo>
                    <a:pt x="253331" y="264457"/>
                  </a:lnTo>
                  <a:lnTo>
                    <a:pt x="251715" y="273700"/>
                  </a:lnTo>
                  <a:lnTo>
                    <a:pt x="247988" y="276260"/>
                  </a:lnTo>
                  <a:lnTo>
                    <a:pt x="241928" y="281350"/>
                  </a:lnTo>
                  <a:lnTo>
                    <a:pt x="241667" y="289440"/>
                  </a:lnTo>
                  <a:lnTo>
                    <a:pt x="241589" y="291803"/>
                  </a:lnTo>
                  <a:lnTo>
                    <a:pt x="243130" y="299269"/>
                  </a:lnTo>
                  <a:lnTo>
                    <a:pt x="240461" y="303058"/>
                  </a:lnTo>
                  <a:lnTo>
                    <a:pt x="240197" y="304834"/>
                  </a:lnTo>
                  <a:lnTo>
                    <a:pt x="239580" y="308969"/>
                  </a:lnTo>
                  <a:lnTo>
                    <a:pt x="237099" y="313940"/>
                  </a:lnTo>
                  <a:lnTo>
                    <a:pt x="233753" y="315902"/>
                  </a:lnTo>
                  <a:lnTo>
                    <a:pt x="233541" y="319991"/>
                  </a:lnTo>
                  <a:lnTo>
                    <a:pt x="230529" y="323041"/>
                  </a:lnTo>
                  <a:lnTo>
                    <a:pt x="228395" y="327464"/>
                  </a:lnTo>
                  <a:lnTo>
                    <a:pt x="230677" y="333095"/>
                  </a:lnTo>
                  <a:lnTo>
                    <a:pt x="228919" y="334184"/>
                  </a:lnTo>
                  <a:lnTo>
                    <a:pt x="209341" y="338992"/>
                  </a:lnTo>
                  <a:lnTo>
                    <a:pt x="201913" y="340787"/>
                  </a:lnTo>
                  <a:lnTo>
                    <a:pt x="185806" y="344639"/>
                  </a:lnTo>
                  <a:lnTo>
                    <a:pt x="171454" y="347981"/>
                  </a:lnTo>
                  <a:lnTo>
                    <a:pt x="168968" y="348556"/>
                  </a:lnTo>
                  <a:lnTo>
                    <a:pt x="166521" y="349120"/>
                  </a:lnTo>
                  <a:lnTo>
                    <a:pt x="143103" y="354375"/>
                  </a:lnTo>
                  <a:lnTo>
                    <a:pt x="142110" y="348824"/>
                  </a:lnTo>
                  <a:lnTo>
                    <a:pt x="140879" y="349058"/>
                  </a:lnTo>
                  <a:lnTo>
                    <a:pt x="117091" y="353506"/>
                  </a:lnTo>
                  <a:lnTo>
                    <a:pt x="114781" y="353932"/>
                  </a:lnTo>
                  <a:lnTo>
                    <a:pt x="110981" y="354633"/>
                  </a:lnTo>
                  <a:lnTo>
                    <a:pt x="87425" y="358915"/>
                  </a:lnTo>
                  <a:lnTo>
                    <a:pt x="78985" y="360422"/>
                  </a:lnTo>
                  <a:lnTo>
                    <a:pt x="61570" y="363399"/>
                  </a:lnTo>
                  <a:lnTo>
                    <a:pt x="51063" y="365166"/>
                  </a:lnTo>
                  <a:lnTo>
                    <a:pt x="33355" y="368190"/>
                  </a:lnTo>
                  <a:lnTo>
                    <a:pt x="31912" y="368429"/>
                  </a:lnTo>
                  <a:lnTo>
                    <a:pt x="24464" y="369654"/>
                  </a:lnTo>
                  <a:lnTo>
                    <a:pt x="20627" y="37026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967173" y="2575063"/>
              <a:ext cx="44292" cy="39603"/>
            </a:xfrm>
            <a:custGeom>
              <a:avLst/>
              <a:pathLst>
                <a:path w="44292" h="39603">
                  <a:moveTo>
                    <a:pt x="1582" y="32799"/>
                  </a:moveTo>
                  <a:lnTo>
                    <a:pt x="3704" y="30121"/>
                  </a:lnTo>
                  <a:lnTo>
                    <a:pt x="12331" y="23839"/>
                  </a:lnTo>
                  <a:lnTo>
                    <a:pt x="16481" y="20862"/>
                  </a:lnTo>
                  <a:lnTo>
                    <a:pt x="19025" y="19160"/>
                  </a:lnTo>
                  <a:lnTo>
                    <a:pt x="23238" y="16595"/>
                  </a:lnTo>
                  <a:lnTo>
                    <a:pt x="27755" y="11972"/>
                  </a:lnTo>
                  <a:lnTo>
                    <a:pt x="32727" y="7145"/>
                  </a:lnTo>
                  <a:lnTo>
                    <a:pt x="37284" y="4129"/>
                  </a:lnTo>
                  <a:lnTo>
                    <a:pt x="43849" y="0"/>
                  </a:lnTo>
                  <a:lnTo>
                    <a:pt x="44292" y="3829"/>
                  </a:lnTo>
                  <a:lnTo>
                    <a:pt x="38023" y="10479"/>
                  </a:lnTo>
                  <a:lnTo>
                    <a:pt x="37150" y="16049"/>
                  </a:lnTo>
                  <a:lnTo>
                    <a:pt x="29663" y="21170"/>
                  </a:lnTo>
                  <a:lnTo>
                    <a:pt x="22253" y="24863"/>
                  </a:lnTo>
                  <a:lnTo>
                    <a:pt x="20387" y="30856"/>
                  </a:lnTo>
                  <a:lnTo>
                    <a:pt x="12493" y="35938"/>
                  </a:lnTo>
                  <a:lnTo>
                    <a:pt x="6295" y="39603"/>
                  </a:lnTo>
                  <a:lnTo>
                    <a:pt x="3415" y="37673"/>
                  </a:lnTo>
                  <a:lnTo>
                    <a:pt x="0" y="3584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913455" y="2633636"/>
              <a:ext cx="421145" cy="204503"/>
            </a:xfrm>
            <a:custGeom>
              <a:avLst/>
              <a:pathLst>
                <a:path w="421145" h="204503">
                  <a:moveTo>
                    <a:pt x="0" y="100046"/>
                  </a:moveTo>
                  <a:lnTo>
                    <a:pt x="4959" y="95766"/>
                  </a:lnTo>
                  <a:lnTo>
                    <a:pt x="10147" y="93654"/>
                  </a:lnTo>
                  <a:lnTo>
                    <a:pt x="21122" y="88426"/>
                  </a:lnTo>
                  <a:lnTo>
                    <a:pt x="27879" y="81204"/>
                  </a:lnTo>
                  <a:lnTo>
                    <a:pt x="29627" y="78757"/>
                  </a:lnTo>
                  <a:lnTo>
                    <a:pt x="32306" y="75003"/>
                  </a:lnTo>
                  <a:lnTo>
                    <a:pt x="38636" y="71858"/>
                  </a:lnTo>
                  <a:lnTo>
                    <a:pt x="43323" y="71700"/>
                  </a:lnTo>
                  <a:lnTo>
                    <a:pt x="47546" y="70573"/>
                  </a:lnTo>
                  <a:lnTo>
                    <a:pt x="51627" y="69172"/>
                  </a:lnTo>
                  <a:lnTo>
                    <a:pt x="56575" y="68308"/>
                  </a:lnTo>
                  <a:lnTo>
                    <a:pt x="66850" y="60820"/>
                  </a:lnTo>
                  <a:lnTo>
                    <a:pt x="71035" y="53880"/>
                  </a:lnTo>
                  <a:lnTo>
                    <a:pt x="77553" y="51543"/>
                  </a:lnTo>
                  <a:lnTo>
                    <a:pt x="81568" y="50335"/>
                  </a:lnTo>
                  <a:lnTo>
                    <a:pt x="82798" y="47939"/>
                  </a:lnTo>
                  <a:lnTo>
                    <a:pt x="83216" y="47122"/>
                  </a:lnTo>
                  <a:lnTo>
                    <a:pt x="84582" y="41752"/>
                  </a:lnTo>
                  <a:lnTo>
                    <a:pt x="88454" y="37589"/>
                  </a:lnTo>
                  <a:lnTo>
                    <a:pt x="94439" y="31116"/>
                  </a:lnTo>
                  <a:lnTo>
                    <a:pt x="100708" y="26890"/>
                  </a:lnTo>
                  <a:lnTo>
                    <a:pt x="104376" y="22479"/>
                  </a:lnTo>
                  <a:lnTo>
                    <a:pt x="104995" y="21733"/>
                  </a:lnTo>
                  <a:lnTo>
                    <a:pt x="108811" y="14284"/>
                  </a:lnTo>
                  <a:lnTo>
                    <a:pt x="115960" y="8688"/>
                  </a:lnTo>
                  <a:lnTo>
                    <a:pt x="119555" y="5816"/>
                  </a:lnTo>
                  <a:lnTo>
                    <a:pt x="127035" y="2902"/>
                  </a:lnTo>
                  <a:lnTo>
                    <a:pt x="136013" y="674"/>
                  </a:lnTo>
                  <a:lnTo>
                    <a:pt x="143563" y="0"/>
                  </a:lnTo>
                  <a:lnTo>
                    <a:pt x="150873" y="433"/>
                  </a:lnTo>
                  <a:lnTo>
                    <a:pt x="156479" y="2365"/>
                  </a:lnTo>
                  <a:lnTo>
                    <a:pt x="156197" y="5565"/>
                  </a:lnTo>
                  <a:lnTo>
                    <a:pt x="144717" y="7035"/>
                  </a:lnTo>
                  <a:lnTo>
                    <a:pt x="136482" y="8480"/>
                  </a:lnTo>
                  <a:lnTo>
                    <a:pt x="137107" y="13199"/>
                  </a:lnTo>
                  <a:lnTo>
                    <a:pt x="133220" y="16420"/>
                  </a:lnTo>
                  <a:lnTo>
                    <a:pt x="129105" y="21031"/>
                  </a:lnTo>
                  <a:lnTo>
                    <a:pt x="124078" y="26410"/>
                  </a:lnTo>
                  <a:lnTo>
                    <a:pt x="123837" y="27292"/>
                  </a:lnTo>
                  <a:lnTo>
                    <a:pt x="122307" y="32872"/>
                  </a:lnTo>
                  <a:lnTo>
                    <a:pt x="117179" y="38861"/>
                  </a:lnTo>
                  <a:lnTo>
                    <a:pt x="115474" y="45855"/>
                  </a:lnTo>
                  <a:lnTo>
                    <a:pt x="113104" y="51751"/>
                  </a:lnTo>
                  <a:lnTo>
                    <a:pt x="112396" y="53510"/>
                  </a:lnTo>
                  <a:lnTo>
                    <a:pt x="111992" y="60026"/>
                  </a:lnTo>
                  <a:lnTo>
                    <a:pt x="117938" y="57233"/>
                  </a:lnTo>
                  <a:lnTo>
                    <a:pt x="124772" y="51137"/>
                  </a:lnTo>
                  <a:lnTo>
                    <a:pt x="130232" y="47035"/>
                  </a:lnTo>
                  <a:lnTo>
                    <a:pt x="135496" y="50518"/>
                  </a:lnTo>
                  <a:lnTo>
                    <a:pt x="136731" y="50432"/>
                  </a:lnTo>
                  <a:lnTo>
                    <a:pt x="145343" y="49817"/>
                  </a:lnTo>
                  <a:lnTo>
                    <a:pt x="153069" y="51562"/>
                  </a:lnTo>
                  <a:lnTo>
                    <a:pt x="158843" y="53780"/>
                  </a:lnTo>
                  <a:lnTo>
                    <a:pt x="165071" y="58037"/>
                  </a:lnTo>
                  <a:lnTo>
                    <a:pt x="167235" y="63255"/>
                  </a:lnTo>
                  <a:lnTo>
                    <a:pt x="172392" y="68936"/>
                  </a:lnTo>
                  <a:lnTo>
                    <a:pt x="180518" y="73650"/>
                  </a:lnTo>
                  <a:lnTo>
                    <a:pt x="182412" y="79823"/>
                  </a:lnTo>
                  <a:lnTo>
                    <a:pt x="193928" y="78845"/>
                  </a:lnTo>
                  <a:lnTo>
                    <a:pt x="197290" y="77535"/>
                  </a:lnTo>
                  <a:lnTo>
                    <a:pt x="205267" y="74414"/>
                  </a:lnTo>
                  <a:lnTo>
                    <a:pt x="210478" y="78940"/>
                  </a:lnTo>
                  <a:lnTo>
                    <a:pt x="216222" y="79457"/>
                  </a:lnTo>
                  <a:lnTo>
                    <a:pt x="219402" y="76303"/>
                  </a:lnTo>
                  <a:lnTo>
                    <a:pt x="221524" y="69182"/>
                  </a:lnTo>
                  <a:lnTo>
                    <a:pt x="225880" y="70349"/>
                  </a:lnTo>
                  <a:lnTo>
                    <a:pt x="230689" y="73661"/>
                  </a:lnTo>
                  <a:lnTo>
                    <a:pt x="235524" y="67087"/>
                  </a:lnTo>
                  <a:lnTo>
                    <a:pt x="250058" y="55471"/>
                  </a:lnTo>
                  <a:lnTo>
                    <a:pt x="252704" y="53319"/>
                  </a:lnTo>
                  <a:lnTo>
                    <a:pt x="261143" y="51767"/>
                  </a:lnTo>
                  <a:lnTo>
                    <a:pt x="268633" y="49283"/>
                  </a:lnTo>
                  <a:lnTo>
                    <a:pt x="269985" y="48833"/>
                  </a:lnTo>
                  <a:lnTo>
                    <a:pt x="291264" y="45731"/>
                  </a:lnTo>
                  <a:lnTo>
                    <a:pt x="303336" y="36969"/>
                  </a:lnTo>
                  <a:lnTo>
                    <a:pt x="304414" y="36559"/>
                  </a:lnTo>
                  <a:lnTo>
                    <a:pt x="308094" y="35160"/>
                  </a:lnTo>
                  <a:lnTo>
                    <a:pt x="320177" y="32049"/>
                  </a:lnTo>
                  <a:lnTo>
                    <a:pt x="318054" y="41204"/>
                  </a:lnTo>
                  <a:lnTo>
                    <a:pt x="320108" y="51683"/>
                  </a:lnTo>
                  <a:lnTo>
                    <a:pt x="324801" y="57729"/>
                  </a:lnTo>
                  <a:lnTo>
                    <a:pt x="332131" y="57766"/>
                  </a:lnTo>
                  <a:lnTo>
                    <a:pt x="341778" y="53444"/>
                  </a:lnTo>
                  <a:lnTo>
                    <a:pt x="346455" y="55309"/>
                  </a:lnTo>
                  <a:lnTo>
                    <a:pt x="353489" y="55405"/>
                  </a:lnTo>
                  <a:lnTo>
                    <a:pt x="354903" y="52772"/>
                  </a:lnTo>
                  <a:lnTo>
                    <a:pt x="356761" y="49310"/>
                  </a:lnTo>
                  <a:lnTo>
                    <a:pt x="364397" y="48538"/>
                  </a:lnTo>
                  <a:lnTo>
                    <a:pt x="369423" y="43304"/>
                  </a:lnTo>
                  <a:lnTo>
                    <a:pt x="374269" y="44332"/>
                  </a:lnTo>
                  <a:lnTo>
                    <a:pt x="374680" y="48512"/>
                  </a:lnTo>
                  <a:lnTo>
                    <a:pt x="375567" y="57126"/>
                  </a:lnTo>
                  <a:lnTo>
                    <a:pt x="380010" y="66621"/>
                  </a:lnTo>
                  <a:lnTo>
                    <a:pt x="379665" y="68062"/>
                  </a:lnTo>
                  <a:lnTo>
                    <a:pt x="380427" y="73936"/>
                  </a:lnTo>
                  <a:lnTo>
                    <a:pt x="386401" y="76544"/>
                  </a:lnTo>
                  <a:lnTo>
                    <a:pt x="390389" y="80236"/>
                  </a:lnTo>
                  <a:lnTo>
                    <a:pt x="396518" y="82535"/>
                  </a:lnTo>
                  <a:lnTo>
                    <a:pt x="399284" y="75996"/>
                  </a:lnTo>
                  <a:lnTo>
                    <a:pt x="405103" y="75472"/>
                  </a:lnTo>
                  <a:lnTo>
                    <a:pt x="412471" y="74930"/>
                  </a:lnTo>
                  <a:lnTo>
                    <a:pt x="421145" y="81567"/>
                  </a:lnTo>
                  <a:lnTo>
                    <a:pt x="419830" y="88817"/>
                  </a:lnTo>
                  <a:lnTo>
                    <a:pt x="416512" y="89753"/>
                  </a:lnTo>
                  <a:lnTo>
                    <a:pt x="411556" y="88125"/>
                  </a:lnTo>
                  <a:lnTo>
                    <a:pt x="403183" y="90560"/>
                  </a:lnTo>
                  <a:lnTo>
                    <a:pt x="396169" y="89476"/>
                  </a:lnTo>
                  <a:lnTo>
                    <a:pt x="386027" y="91063"/>
                  </a:lnTo>
                  <a:lnTo>
                    <a:pt x="384026" y="91728"/>
                  </a:lnTo>
                  <a:lnTo>
                    <a:pt x="375889" y="94419"/>
                  </a:lnTo>
                  <a:lnTo>
                    <a:pt x="369076" y="97934"/>
                  </a:lnTo>
                  <a:lnTo>
                    <a:pt x="362111" y="95197"/>
                  </a:lnTo>
                  <a:lnTo>
                    <a:pt x="357439" y="98808"/>
                  </a:lnTo>
                  <a:lnTo>
                    <a:pt x="353493" y="99279"/>
                  </a:lnTo>
                  <a:lnTo>
                    <a:pt x="348204" y="104245"/>
                  </a:lnTo>
                  <a:lnTo>
                    <a:pt x="350823" y="108971"/>
                  </a:lnTo>
                  <a:lnTo>
                    <a:pt x="345503" y="109097"/>
                  </a:lnTo>
                  <a:lnTo>
                    <a:pt x="336878" y="104298"/>
                  </a:lnTo>
                  <a:lnTo>
                    <a:pt x="330509" y="98750"/>
                  </a:lnTo>
                  <a:lnTo>
                    <a:pt x="320947" y="96560"/>
                  </a:lnTo>
                  <a:lnTo>
                    <a:pt x="313898" y="96529"/>
                  </a:lnTo>
                  <a:lnTo>
                    <a:pt x="306792" y="96391"/>
                  </a:lnTo>
                  <a:lnTo>
                    <a:pt x="297338" y="98346"/>
                  </a:lnTo>
                  <a:lnTo>
                    <a:pt x="292426" y="107810"/>
                  </a:lnTo>
                  <a:lnTo>
                    <a:pt x="289892" y="110371"/>
                  </a:lnTo>
                  <a:lnTo>
                    <a:pt x="282822" y="109860"/>
                  </a:lnTo>
                  <a:lnTo>
                    <a:pt x="280016" y="113266"/>
                  </a:lnTo>
                  <a:lnTo>
                    <a:pt x="277585" y="116211"/>
                  </a:lnTo>
                  <a:lnTo>
                    <a:pt x="267422" y="113908"/>
                  </a:lnTo>
                  <a:lnTo>
                    <a:pt x="255460" y="118066"/>
                  </a:lnTo>
                  <a:lnTo>
                    <a:pt x="252812" y="128148"/>
                  </a:lnTo>
                  <a:lnTo>
                    <a:pt x="248470" y="135446"/>
                  </a:lnTo>
                  <a:lnTo>
                    <a:pt x="247410" y="136558"/>
                  </a:lnTo>
                  <a:lnTo>
                    <a:pt x="243129" y="141040"/>
                  </a:lnTo>
                  <a:lnTo>
                    <a:pt x="239862" y="149394"/>
                  </a:lnTo>
                  <a:lnTo>
                    <a:pt x="239803" y="156404"/>
                  </a:lnTo>
                  <a:lnTo>
                    <a:pt x="234258" y="151192"/>
                  </a:lnTo>
                  <a:lnTo>
                    <a:pt x="233532" y="144187"/>
                  </a:lnTo>
                  <a:lnTo>
                    <a:pt x="236407" y="139988"/>
                  </a:lnTo>
                  <a:lnTo>
                    <a:pt x="227700" y="134422"/>
                  </a:lnTo>
                  <a:lnTo>
                    <a:pt x="225046" y="142799"/>
                  </a:lnTo>
                  <a:lnTo>
                    <a:pt x="218198" y="148339"/>
                  </a:lnTo>
                  <a:lnTo>
                    <a:pt x="211156" y="145389"/>
                  </a:lnTo>
                  <a:lnTo>
                    <a:pt x="205824" y="151324"/>
                  </a:lnTo>
                  <a:lnTo>
                    <a:pt x="202478" y="161800"/>
                  </a:lnTo>
                  <a:lnTo>
                    <a:pt x="201017" y="166350"/>
                  </a:lnTo>
                  <a:lnTo>
                    <a:pt x="198550" y="175094"/>
                  </a:lnTo>
                  <a:lnTo>
                    <a:pt x="193449" y="187854"/>
                  </a:lnTo>
                  <a:lnTo>
                    <a:pt x="189464" y="195748"/>
                  </a:lnTo>
                  <a:lnTo>
                    <a:pt x="188248" y="204503"/>
                  </a:lnTo>
                  <a:lnTo>
                    <a:pt x="184566" y="204086"/>
                  </a:lnTo>
                  <a:lnTo>
                    <a:pt x="181123" y="200691"/>
                  </a:lnTo>
                  <a:lnTo>
                    <a:pt x="177659" y="197087"/>
                  </a:lnTo>
                  <a:lnTo>
                    <a:pt x="178864" y="192621"/>
                  </a:lnTo>
                  <a:lnTo>
                    <a:pt x="180592" y="186031"/>
                  </a:lnTo>
                  <a:lnTo>
                    <a:pt x="180502" y="181386"/>
                  </a:lnTo>
                  <a:lnTo>
                    <a:pt x="177304" y="180539"/>
                  </a:lnTo>
                  <a:lnTo>
                    <a:pt x="175008" y="183451"/>
                  </a:lnTo>
                  <a:lnTo>
                    <a:pt x="172021" y="184035"/>
                  </a:lnTo>
                  <a:lnTo>
                    <a:pt x="168204" y="184669"/>
                  </a:lnTo>
                  <a:lnTo>
                    <a:pt x="168080" y="181125"/>
                  </a:lnTo>
                  <a:lnTo>
                    <a:pt x="167977" y="176603"/>
                  </a:lnTo>
                  <a:lnTo>
                    <a:pt x="170118" y="173703"/>
                  </a:lnTo>
                  <a:lnTo>
                    <a:pt x="169530" y="169212"/>
                  </a:lnTo>
                  <a:lnTo>
                    <a:pt x="169886" y="164693"/>
                  </a:lnTo>
                  <a:lnTo>
                    <a:pt x="170012" y="161625"/>
                  </a:lnTo>
                  <a:lnTo>
                    <a:pt x="166590" y="158237"/>
                  </a:lnTo>
                  <a:lnTo>
                    <a:pt x="168950" y="156035"/>
                  </a:lnTo>
                  <a:lnTo>
                    <a:pt x="167104" y="153684"/>
                  </a:lnTo>
                  <a:lnTo>
                    <a:pt x="165163" y="152275"/>
                  </a:lnTo>
                  <a:lnTo>
                    <a:pt x="161919" y="149917"/>
                  </a:lnTo>
                  <a:lnTo>
                    <a:pt x="156546" y="149915"/>
                  </a:lnTo>
                  <a:lnTo>
                    <a:pt x="154393" y="147448"/>
                  </a:lnTo>
                  <a:lnTo>
                    <a:pt x="151390" y="149044"/>
                  </a:lnTo>
                  <a:lnTo>
                    <a:pt x="150846" y="148909"/>
                  </a:lnTo>
                  <a:lnTo>
                    <a:pt x="147743" y="148141"/>
                  </a:lnTo>
                  <a:lnTo>
                    <a:pt x="145667" y="146421"/>
                  </a:lnTo>
                  <a:lnTo>
                    <a:pt x="148647" y="141189"/>
                  </a:lnTo>
                  <a:lnTo>
                    <a:pt x="145452" y="137472"/>
                  </a:lnTo>
                  <a:lnTo>
                    <a:pt x="141462" y="135907"/>
                  </a:lnTo>
                  <a:lnTo>
                    <a:pt x="137153" y="135135"/>
                  </a:lnTo>
                  <a:lnTo>
                    <a:pt x="133401" y="136007"/>
                  </a:lnTo>
                  <a:lnTo>
                    <a:pt x="128743" y="133822"/>
                  </a:lnTo>
                  <a:lnTo>
                    <a:pt x="127112" y="135121"/>
                  </a:lnTo>
                  <a:lnTo>
                    <a:pt x="119575" y="132560"/>
                  </a:lnTo>
                  <a:lnTo>
                    <a:pt x="115610" y="133633"/>
                  </a:lnTo>
                  <a:lnTo>
                    <a:pt x="114762" y="135928"/>
                  </a:lnTo>
                  <a:lnTo>
                    <a:pt x="112091" y="136428"/>
                  </a:lnTo>
                  <a:lnTo>
                    <a:pt x="110506" y="134501"/>
                  </a:lnTo>
                  <a:lnTo>
                    <a:pt x="110249" y="134456"/>
                  </a:lnTo>
                  <a:lnTo>
                    <a:pt x="106679" y="133821"/>
                  </a:lnTo>
                  <a:lnTo>
                    <a:pt x="102425" y="134925"/>
                  </a:lnTo>
                  <a:lnTo>
                    <a:pt x="94551" y="131545"/>
                  </a:lnTo>
                  <a:lnTo>
                    <a:pt x="90746" y="129906"/>
                  </a:lnTo>
                  <a:lnTo>
                    <a:pt x="84215" y="127083"/>
                  </a:lnTo>
                  <a:lnTo>
                    <a:pt x="50186" y="122288"/>
                  </a:lnTo>
                  <a:lnTo>
                    <a:pt x="32129" y="119631"/>
                  </a:lnTo>
                  <a:lnTo>
                    <a:pt x="20256" y="117846"/>
                  </a:lnTo>
                  <a:lnTo>
                    <a:pt x="17089" y="110841"/>
                  </a:lnTo>
                  <a:lnTo>
                    <a:pt x="12846" y="104336"/>
                  </a:lnTo>
                  <a:lnTo>
                    <a:pt x="8410" y="103206"/>
                  </a:lnTo>
                  <a:lnTo>
                    <a:pt x="5285" y="100541"/>
                  </a:lnTo>
                  <a:lnTo>
                    <a:pt x="2188" y="1026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280538" y="2486159"/>
              <a:ext cx="454639" cy="518918"/>
            </a:xfrm>
            <a:custGeom>
              <a:avLst/>
              <a:pathLst>
                <a:path w="454639" h="518918">
                  <a:moveTo>
                    <a:pt x="0" y="39240"/>
                  </a:moveTo>
                  <a:lnTo>
                    <a:pt x="17130" y="38673"/>
                  </a:lnTo>
                  <a:lnTo>
                    <a:pt x="47321" y="37408"/>
                  </a:lnTo>
                  <a:lnTo>
                    <a:pt x="72016" y="36226"/>
                  </a:lnTo>
                  <a:lnTo>
                    <a:pt x="108440" y="34346"/>
                  </a:lnTo>
                  <a:lnTo>
                    <a:pt x="109649" y="34273"/>
                  </a:lnTo>
                  <a:lnTo>
                    <a:pt x="119184" y="33689"/>
                  </a:lnTo>
                  <a:lnTo>
                    <a:pt x="118173" y="17437"/>
                  </a:lnTo>
                  <a:lnTo>
                    <a:pt x="117484" y="6562"/>
                  </a:lnTo>
                  <a:lnTo>
                    <a:pt x="117069" y="0"/>
                  </a:lnTo>
                  <a:lnTo>
                    <a:pt x="122649" y="2392"/>
                  </a:lnTo>
                  <a:lnTo>
                    <a:pt x="126518" y="769"/>
                  </a:lnTo>
                  <a:lnTo>
                    <a:pt x="128615" y="656"/>
                  </a:lnTo>
                  <a:lnTo>
                    <a:pt x="133017" y="3488"/>
                  </a:lnTo>
                  <a:lnTo>
                    <a:pt x="136635" y="4325"/>
                  </a:lnTo>
                  <a:lnTo>
                    <a:pt x="138349" y="13579"/>
                  </a:lnTo>
                  <a:lnTo>
                    <a:pt x="140195" y="21297"/>
                  </a:lnTo>
                  <a:lnTo>
                    <a:pt x="141720" y="23411"/>
                  </a:lnTo>
                  <a:lnTo>
                    <a:pt x="144119" y="32005"/>
                  </a:lnTo>
                  <a:lnTo>
                    <a:pt x="146876" y="42011"/>
                  </a:lnTo>
                  <a:lnTo>
                    <a:pt x="146990" y="45850"/>
                  </a:lnTo>
                  <a:lnTo>
                    <a:pt x="146799" y="50321"/>
                  </a:lnTo>
                  <a:lnTo>
                    <a:pt x="151453" y="54572"/>
                  </a:lnTo>
                  <a:lnTo>
                    <a:pt x="158032" y="57373"/>
                  </a:lnTo>
                  <a:lnTo>
                    <a:pt x="161670" y="57776"/>
                  </a:lnTo>
                  <a:lnTo>
                    <a:pt x="162582" y="57237"/>
                  </a:lnTo>
                  <a:lnTo>
                    <a:pt x="164880" y="55878"/>
                  </a:lnTo>
                  <a:lnTo>
                    <a:pt x="171095" y="56023"/>
                  </a:lnTo>
                  <a:lnTo>
                    <a:pt x="173003" y="57795"/>
                  </a:lnTo>
                  <a:lnTo>
                    <a:pt x="173236" y="60167"/>
                  </a:lnTo>
                  <a:lnTo>
                    <a:pt x="182493" y="60600"/>
                  </a:lnTo>
                  <a:lnTo>
                    <a:pt x="192056" y="60974"/>
                  </a:lnTo>
                  <a:lnTo>
                    <a:pt x="196859" y="60765"/>
                  </a:lnTo>
                  <a:lnTo>
                    <a:pt x="199509" y="65754"/>
                  </a:lnTo>
                  <a:lnTo>
                    <a:pt x="199242" y="69624"/>
                  </a:lnTo>
                  <a:lnTo>
                    <a:pt x="207446" y="69876"/>
                  </a:lnTo>
                  <a:lnTo>
                    <a:pt x="213860" y="68254"/>
                  </a:lnTo>
                  <a:lnTo>
                    <a:pt x="219202" y="66344"/>
                  </a:lnTo>
                  <a:lnTo>
                    <a:pt x="219046" y="62300"/>
                  </a:lnTo>
                  <a:lnTo>
                    <a:pt x="224323" y="60694"/>
                  </a:lnTo>
                  <a:lnTo>
                    <a:pt x="225525" y="58700"/>
                  </a:lnTo>
                  <a:lnTo>
                    <a:pt x="233485" y="56632"/>
                  </a:lnTo>
                  <a:lnTo>
                    <a:pt x="237367" y="57842"/>
                  </a:lnTo>
                  <a:lnTo>
                    <a:pt x="240459" y="57408"/>
                  </a:lnTo>
                  <a:lnTo>
                    <a:pt x="248128" y="56322"/>
                  </a:lnTo>
                  <a:lnTo>
                    <a:pt x="251891" y="59206"/>
                  </a:lnTo>
                  <a:lnTo>
                    <a:pt x="261959" y="63191"/>
                  </a:lnTo>
                  <a:lnTo>
                    <a:pt x="267305" y="62383"/>
                  </a:lnTo>
                  <a:lnTo>
                    <a:pt x="267813" y="65384"/>
                  </a:lnTo>
                  <a:lnTo>
                    <a:pt x="266655" y="69130"/>
                  </a:lnTo>
                  <a:lnTo>
                    <a:pt x="271582" y="70969"/>
                  </a:lnTo>
                  <a:lnTo>
                    <a:pt x="275031" y="69987"/>
                  </a:lnTo>
                  <a:lnTo>
                    <a:pt x="278708" y="72643"/>
                  </a:lnTo>
                  <a:lnTo>
                    <a:pt x="278449" y="78160"/>
                  </a:lnTo>
                  <a:lnTo>
                    <a:pt x="282039" y="82783"/>
                  </a:lnTo>
                  <a:lnTo>
                    <a:pt x="285416" y="89083"/>
                  </a:lnTo>
                  <a:lnTo>
                    <a:pt x="288406" y="87010"/>
                  </a:lnTo>
                  <a:lnTo>
                    <a:pt x="289182" y="83624"/>
                  </a:lnTo>
                  <a:lnTo>
                    <a:pt x="288799" y="79623"/>
                  </a:lnTo>
                  <a:lnTo>
                    <a:pt x="290448" y="76734"/>
                  </a:lnTo>
                  <a:lnTo>
                    <a:pt x="296171" y="75438"/>
                  </a:lnTo>
                  <a:lnTo>
                    <a:pt x="302396" y="75178"/>
                  </a:lnTo>
                  <a:lnTo>
                    <a:pt x="305926" y="78160"/>
                  </a:lnTo>
                  <a:lnTo>
                    <a:pt x="307711" y="84462"/>
                  </a:lnTo>
                  <a:lnTo>
                    <a:pt x="312866" y="84830"/>
                  </a:lnTo>
                  <a:lnTo>
                    <a:pt x="318736" y="87040"/>
                  </a:lnTo>
                  <a:lnTo>
                    <a:pt x="319722" y="87411"/>
                  </a:lnTo>
                  <a:lnTo>
                    <a:pt x="323578" y="87125"/>
                  </a:lnTo>
                  <a:lnTo>
                    <a:pt x="325633" y="93947"/>
                  </a:lnTo>
                  <a:lnTo>
                    <a:pt x="333471" y="94096"/>
                  </a:lnTo>
                  <a:lnTo>
                    <a:pt x="334967" y="98788"/>
                  </a:lnTo>
                  <a:lnTo>
                    <a:pt x="339317" y="97132"/>
                  </a:lnTo>
                  <a:lnTo>
                    <a:pt x="346785" y="96072"/>
                  </a:lnTo>
                  <a:lnTo>
                    <a:pt x="351669" y="94261"/>
                  </a:lnTo>
                  <a:lnTo>
                    <a:pt x="356570" y="88742"/>
                  </a:lnTo>
                  <a:lnTo>
                    <a:pt x="363072" y="83689"/>
                  </a:lnTo>
                  <a:lnTo>
                    <a:pt x="363229" y="83576"/>
                  </a:lnTo>
                  <a:lnTo>
                    <a:pt x="370043" y="78669"/>
                  </a:lnTo>
                  <a:lnTo>
                    <a:pt x="373638" y="77705"/>
                  </a:lnTo>
                  <a:lnTo>
                    <a:pt x="376599" y="83168"/>
                  </a:lnTo>
                  <a:lnTo>
                    <a:pt x="378812" y="87821"/>
                  </a:lnTo>
                  <a:lnTo>
                    <a:pt x="383278" y="89616"/>
                  </a:lnTo>
                  <a:lnTo>
                    <a:pt x="390980" y="86357"/>
                  </a:lnTo>
                  <a:lnTo>
                    <a:pt x="396671" y="87138"/>
                  </a:lnTo>
                  <a:lnTo>
                    <a:pt x="405614" y="86257"/>
                  </a:lnTo>
                  <a:lnTo>
                    <a:pt x="416017" y="84237"/>
                  </a:lnTo>
                  <a:lnTo>
                    <a:pt x="422467" y="85601"/>
                  </a:lnTo>
                  <a:lnTo>
                    <a:pt x="426481" y="91042"/>
                  </a:lnTo>
                  <a:lnTo>
                    <a:pt x="432937" y="92916"/>
                  </a:lnTo>
                  <a:lnTo>
                    <a:pt x="439452" y="89121"/>
                  </a:lnTo>
                  <a:lnTo>
                    <a:pt x="446795" y="89211"/>
                  </a:lnTo>
                  <a:lnTo>
                    <a:pt x="454639" y="87911"/>
                  </a:lnTo>
                  <a:lnTo>
                    <a:pt x="451288" y="91867"/>
                  </a:lnTo>
                  <a:lnTo>
                    <a:pt x="445432" y="94726"/>
                  </a:lnTo>
                  <a:lnTo>
                    <a:pt x="441344" y="98180"/>
                  </a:lnTo>
                  <a:lnTo>
                    <a:pt x="438396" y="100935"/>
                  </a:lnTo>
                  <a:lnTo>
                    <a:pt x="431158" y="104452"/>
                  </a:lnTo>
                  <a:lnTo>
                    <a:pt x="428564" y="107571"/>
                  </a:lnTo>
                  <a:lnTo>
                    <a:pt x="423086" y="109976"/>
                  </a:lnTo>
                  <a:lnTo>
                    <a:pt x="416709" y="113685"/>
                  </a:lnTo>
                  <a:lnTo>
                    <a:pt x="409050" y="116778"/>
                  </a:lnTo>
                  <a:lnTo>
                    <a:pt x="403531" y="119093"/>
                  </a:lnTo>
                  <a:lnTo>
                    <a:pt x="397111" y="122698"/>
                  </a:lnTo>
                  <a:lnTo>
                    <a:pt x="391127" y="127548"/>
                  </a:lnTo>
                  <a:lnTo>
                    <a:pt x="386301" y="130925"/>
                  </a:lnTo>
                  <a:lnTo>
                    <a:pt x="379237" y="137698"/>
                  </a:lnTo>
                  <a:lnTo>
                    <a:pt x="371073" y="146744"/>
                  </a:lnTo>
                  <a:lnTo>
                    <a:pt x="364618" y="154838"/>
                  </a:lnTo>
                  <a:lnTo>
                    <a:pt x="358807" y="164497"/>
                  </a:lnTo>
                  <a:lnTo>
                    <a:pt x="352341" y="173318"/>
                  </a:lnTo>
                  <a:lnTo>
                    <a:pt x="348662" y="177961"/>
                  </a:lnTo>
                  <a:lnTo>
                    <a:pt x="342207" y="182991"/>
                  </a:lnTo>
                  <a:lnTo>
                    <a:pt x="338603" y="188963"/>
                  </a:lnTo>
                  <a:lnTo>
                    <a:pt x="333513" y="193341"/>
                  </a:lnTo>
                  <a:lnTo>
                    <a:pt x="330479" y="197210"/>
                  </a:lnTo>
                  <a:lnTo>
                    <a:pt x="329816" y="198054"/>
                  </a:lnTo>
                  <a:lnTo>
                    <a:pt x="324275" y="202365"/>
                  </a:lnTo>
                  <a:lnTo>
                    <a:pt x="318421" y="208023"/>
                  </a:lnTo>
                  <a:lnTo>
                    <a:pt x="315781" y="210903"/>
                  </a:lnTo>
                  <a:lnTo>
                    <a:pt x="319431" y="219139"/>
                  </a:lnTo>
                  <a:lnTo>
                    <a:pt x="317274" y="218997"/>
                  </a:lnTo>
                  <a:lnTo>
                    <a:pt x="314114" y="217201"/>
                  </a:lnTo>
                  <a:lnTo>
                    <a:pt x="311567" y="217703"/>
                  </a:lnTo>
                  <a:lnTo>
                    <a:pt x="309508" y="221109"/>
                  </a:lnTo>
                  <a:lnTo>
                    <a:pt x="308432" y="223901"/>
                  </a:lnTo>
                  <a:lnTo>
                    <a:pt x="303262" y="224534"/>
                  </a:lnTo>
                  <a:lnTo>
                    <a:pt x="304676" y="239170"/>
                  </a:lnTo>
                  <a:lnTo>
                    <a:pt x="305317" y="246013"/>
                  </a:lnTo>
                  <a:lnTo>
                    <a:pt x="306733" y="261135"/>
                  </a:lnTo>
                  <a:lnTo>
                    <a:pt x="307453" y="268707"/>
                  </a:lnTo>
                  <a:lnTo>
                    <a:pt x="308142" y="275949"/>
                  </a:lnTo>
                  <a:lnTo>
                    <a:pt x="305657" y="278146"/>
                  </a:lnTo>
                  <a:lnTo>
                    <a:pt x="305145" y="281407"/>
                  </a:lnTo>
                  <a:lnTo>
                    <a:pt x="302637" y="281306"/>
                  </a:lnTo>
                  <a:lnTo>
                    <a:pt x="299334" y="283141"/>
                  </a:lnTo>
                  <a:lnTo>
                    <a:pt x="298175" y="285830"/>
                  </a:lnTo>
                  <a:lnTo>
                    <a:pt x="293782" y="286490"/>
                  </a:lnTo>
                  <a:lnTo>
                    <a:pt x="291863" y="288770"/>
                  </a:lnTo>
                  <a:lnTo>
                    <a:pt x="287460" y="291095"/>
                  </a:lnTo>
                  <a:lnTo>
                    <a:pt x="283842" y="295002"/>
                  </a:lnTo>
                  <a:lnTo>
                    <a:pt x="281900" y="299445"/>
                  </a:lnTo>
                  <a:lnTo>
                    <a:pt x="281222" y="303497"/>
                  </a:lnTo>
                  <a:lnTo>
                    <a:pt x="278630" y="308428"/>
                  </a:lnTo>
                  <a:lnTo>
                    <a:pt x="277791" y="309141"/>
                  </a:lnTo>
                  <a:lnTo>
                    <a:pt x="276140" y="310543"/>
                  </a:lnTo>
                  <a:lnTo>
                    <a:pt x="275655" y="316836"/>
                  </a:lnTo>
                  <a:lnTo>
                    <a:pt x="275620" y="317292"/>
                  </a:lnTo>
                  <a:lnTo>
                    <a:pt x="276543" y="322985"/>
                  </a:lnTo>
                  <a:lnTo>
                    <a:pt x="281485" y="323475"/>
                  </a:lnTo>
                  <a:lnTo>
                    <a:pt x="284249" y="323698"/>
                  </a:lnTo>
                  <a:lnTo>
                    <a:pt x="286264" y="326321"/>
                  </a:lnTo>
                  <a:lnTo>
                    <a:pt x="289206" y="330755"/>
                  </a:lnTo>
                  <a:lnTo>
                    <a:pt x="291927" y="333531"/>
                  </a:lnTo>
                  <a:lnTo>
                    <a:pt x="291544" y="337254"/>
                  </a:lnTo>
                  <a:lnTo>
                    <a:pt x="289540" y="342692"/>
                  </a:lnTo>
                  <a:lnTo>
                    <a:pt x="286836" y="346486"/>
                  </a:lnTo>
                  <a:lnTo>
                    <a:pt x="286089" y="347532"/>
                  </a:lnTo>
                  <a:lnTo>
                    <a:pt x="286418" y="354099"/>
                  </a:lnTo>
                  <a:lnTo>
                    <a:pt x="286483" y="355406"/>
                  </a:lnTo>
                  <a:lnTo>
                    <a:pt x="288748" y="362397"/>
                  </a:lnTo>
                  <a:lnTo>
                    <a:pt x="286017" y="365974"/>
                  </a:lnTo>
                  <a:lnTo>
                    <a:pt x="285283" y="366934"/>
                  </a:lnTo>
                  <a:lnTo>
                    <a:pt x="288144" y="370458"/>
                  </a:lnTo>
                  <a:lnTo>
                    <a:pt x="289462" y="377463"/>
                  </a:lnTo>
                  <a:lnTo>
                    <a:pt x="289080" y="384546"/>
                  </a:lnTo>
                  <a:lnTo>
                    <a:pt x="289045" y="385178"/>
                  </a:lnTo>
                  <a:lnTo>
                    <a:pt x="287444" y="392894"/>
                  </a:lnTo>
                  <a:lnTo>
                    <a:pt x="288316" y="393642"/>
                  </a:lnTo>
                  <a:lnTo>
                    <a:pt x="292421" y="397153"/>
                  </a:lnTo>
                  <a:lnTo>
                    <a:pt x="294797" y="399183"/>
                  </a:lnTo>
                  <a:lnTo>
                    <a:pt x="300267" y="405428"/>
                  </a:lnTo>
                  <a:lnTo>
                    <a:pt x="304814" y="408108"/>
                  </a:lnTo>
                  <a:lnTo>
                    <a:pt x="314282" y="408936"/>
                  </a:lnTo>
                  <a:lnTo>
                    <a:pt x="316621" y="408659"/>
                  </a:lnTo>
                  <a:lnTo>
                    <a:pt x="319551" y="410113"/>
                  </a:lnTo>
                  <a:lnTo>
                    <a:pt x="319739" y="410206"/>
                  </a:lnTo>
                  <a:lnTo>
                    <a:pt x="321607" y="414658"/>
                  </a:lnTo>
                  <a:lnTo>
                    <a:pt x="324703" y="417112"/>
                  </a:lnTo>
                  <a:lnTo>
                    <a:pt x="325578" y="417805"/>
                  </a:lnTo>
                  <a:lnTo>
                    <a:pt x="333392" y="419823"/>
                  </a:lnTo>
                  <a:lnTo>
                    <a:pt x="335124" y="420476"/>
                  </a:lnTo>
                  <a:lnTo>
                    <a:pt x="343013" y="423444"/>
                  </a:lnTo>
                  <a:lnTo>
                    <a:pt x="346345" y="426992"/>
                  </a:lnTo>
                  <a:lnTo>
                    <a:pt x="348563" y="434438"/>
                  </a:lnTo>
                  <a:lnTo>
                    <a:pt x="351241" y="437156"/>
                  </a:lnTo>
                  <a:lnTo>
                    <a:pt x="353851" y="439801"/>
                  </a:lnTo>
                  <a:lnTo>
                    <a:pt x="360297" y="442264"/>
                  </a:lnTo>
                  <a:lnTo>
                    <a:pt x="365324" y="447457"/>
                  </a:lnTo>
                  <a:lnTo>
                    <a:pt x="370323" y="450220"/>
                  </a:lnTo>
                  <a:lnTo>
                    <a:pt x="371227" y="450363"/>
                  </a:lnTo>
                  <a:lnTo>
                    <a:pt x="378860" y="451564"/>
                  </a:lnTo>
                  <a:lnTo>
                    <a:pt x="380079" y="452953"/>
                  </a:lnTo>
                  <a:lnTo>
                    <a:pt x="384837" y="458363"/>
                  </a:lnTo>
                  <a:lnTo>
                    <a:pt x="389597" y="463544"/>
                  </a:lnTo>
                  <a:lnTo>
                    <a:pt x="389859" y="464015"/>
                  </a:lnTo>
                  <a:lnTo>
                    <a:pt x="393290" y="470177"/>
                  </a:lnTo>
                  <a:lnTo>
                    <a:pt x="392911" y="474399"/>
                  </a:lnTo>
                  <a:lnTo>
                    <a:pt x="392436" y="479659"/>
                  </a:lnTo>
                  <a:lnTo>
                    <a:pt x="394330" y="485302"/>
                  </a:lnTo>
                  <a:lnTo>
                    <a:pt x="395927" y="488263"/>
                  </a:lnTo>
                  <a:lnTo>
                    <a:pt x="397477" y="493769"/>
                  </a:lnTo>
                  <a:lnTo>
                    <a:pt x="380227" y="495596"/>
                  </a:lnTo>
                  <a:lnTo>
                    <a:pt x="372664" y="496384"/>
                  </a:lnTo>
                  <a:lnTo>
                    <a:pt x="365127" y="497159"/>
                  </a:lnTo>
                  <a:lnTo>
                    <a:pt x="359151" y="497765"/>
                  </a:lnTo>
                  <a:lnTo>
                    <a:pt x="343046" y="499360"/>
                  </a:lnTo>
                  <a:lnTo>
                    <a:pt x="336787" y="499967"/>
                  </a:lnTo>
                  <a:lnTo>
                    <a:pt x="319720" y="501609"/>
                  </a:lnTo>
                  <a:lnTo>
                    <a:pt x="313133" y="502228"/>
                  </a:lnTo>
                  <a:lnTo>
                    <a:pt x="293085" y="504093"/>
                  </a:lnTo>
                  <a:lnTo>
                    <a:pt x="283339" y="504939"/>
                  </a:lnTo>
                  <a:lnTo>
                    <a:pt x="281767" y="505073"/>
                  </a:lnTo>
                  <a:lnTo>
                    <a:pt x="270399" y="506032"/>
                  </a:lnTo>
                  <a:lnTo>
                    <a:pt x="253406" y="507423"/>
                  </a:lnTo>
                  <a:lnTo>
                    <a:pt x="248381" y="507824"/>
                  </a:lnTo>
                  <a:lnTo>
                    <a:pt x="243835" y="508180"/>
                  </a:lnTo>
                  <a:lnTo>
                    <a:pt x="223429" y="509727"/>
                  </a:lnTo>
                  <a:lnTo>
                    <a:pt x="205866" y="510949"/>
                  </a:lnTo>
                  <a:lnTo>
                    <a:pt x="196827" y="511555"/>
                  </a:lnTo>
                  <a:lnTo>
                    <a:pt x="193515" y="511781"/>
                  </a:lnTo>
                  <a:lnTo>
                    <a:pt x="167420" y="513491"/>
                  </a:lnTo>
                  <a:lnTo>
                    <a:pt x="166173" y="513569"/>
                  </a:lnTo>
                  <a:lnTo>
                    <a:pt x="163613" y="513726"/>
                  </a:lnTo>
                  <a:lnTo>
                    <a:pt x="144568" y="514855"/>
                  </a:lnTo>
                  <a:lnTo>
                    <a:pt x="133608" y="515524"/>
                  </a:lnTo>
                  <a:lnTo>
                    <a:pt x="129382" y="515775"/>
                  </a:lnTo>
                  <a:lnTo>
                    <a:pt x="127329" y="515896"/>
                  </a:lnTo>
                  <a:lnTo>
                    <a:pt x="105277" y="517096"/>
                  </a:lnTo>
                  <a:lnTo>
                    <a:pt x="103594" y="517179"/>
                  </a:lnTo>
                  <a:lnTo>
                    <a:pt x="91395" y="517767"/>
                  </a:lnTo>
                  <a:lnTo>
                    <a:pt x="82172" y="518193"/>
                  </a:lnTo>
                  <a:lnTo>
                    <a:pt x="66001" y="518918"/>
                  </a:lnTo>
                  <a:lnTo>
                    <a:pt x="65802" y="514373"/>
                  </a:lnTo>
                  <a:lnTo>
                    <a:pt x="64708" y="488353"/>
                  </a:lnTo>
                  <a:lnTo>
                    <a:pt x="63423" y="457948"/>
                  </a:lnTo>
                  <a:lnTo>
                    <a:pt x="62816" y="443647"/>
                  </a:lnTo>
                  <a:lnTo>
                    <a:pt x="62050" y="427586"/>
                  </a:lnTo>
                  <a:lnTo>
                    <a:pt x="61684" y="419909"/>
                  </a:lnTo>
                  <a:lnTo>
                    <a:pt x="60955" y="404660"/>
                  </a:lnTo>
                  <a:lnTo>
                    <a:pt x="60235" y="389623"/>
                  </a:lnTo>
                  <a:lnTo>
                    <a:pt x="59010" y="364103"/>
                  </a:lnTo>
                  <a:lnTo>
                    <a:pt x="58847" y="360714"/>
                  </a:lnTo>
                  <a:lnTo>
                    <a:pt x="58017" y="359067"/>
                  </a:lnTo>
                  <a:lnTo>
                    <a:pt x="57175" y="357396"/>
                  </a:lnTo>
                  <a:lnTo>
                    <a:pt x="54651" y="354929"/>
                  </a:lnTo>
                  <a:lnTo>
                    <a:pt x="52132" y="354121"/>
                  </a:lnTo>
                  <a:lnTo>
                    <a:pt x="48635" y="352338"/>
                  </a:lnTo>
                  <a:lnTo>
                    <a:pt x="45081" y="352300"/>
                  </a:lnTo>
                  <a:lnTo>
                    <a:pt x="42814" y="350049"/>
                  </a:lnTo>
                  <a:lnTo>
                    <a:pt x="40718" y="346469"/>
                  </a:lnTo>
                  <a:lnTo>
                    <a:pt x="38153" y="341551"/>
                  </a:lnTo>
                  <a:lnTo>
                    <a:pt x="34646" y="337292"/>
                  </a:lnTo>
                  <a:lnTo>
                    <a:pt x="34096" y="336623"/>
                  </a:lnTo>
                  <a:lnTo>
                    <a:pt x="33540" y="334416"/>
                  </a:lnTo>
                  <a:lnTo>
                    <a:pt x="34978" y="331312"/>
                  </a:lnTo>
                  <a:lnTo>
                    <a:pt x="39769" y="326964"/>
                  </a:lnTo>
                  <a:lnTo>
                    <a:pt x="44084" y="324090"/>
                  </a:lnTo>
                  <a:lnTo>
                    <a:pt x="46480" y="319709"/>
                  </a:lnTo>
                  <a:lnTo>
                    <a:pt x="48998" y="316508"/>
                  </a:lnTo>
                  <a:lnTo>
                    <a:pt x="49719" y="311619"/>
                  </a:lnTo>
                  <a:lnTo>
                    <a:pt x="49980" y="306047"/>
                  </a:lnTo>
                  <a:lnTo>
                    <a:pt x="49031" y="298957"/>
                  </a:lnTo>
                  <a:lnTo>
                    <a:pt x="49106" y="298485"/>
                  </a:lnTo>
                  <a:lnTo>
                    <a:pt x="49977" y="293002"/>
                  </a:lnTo>
                  <a:lnTo>
                    <a:pt x="46970" y="281213"/>
                  </a:lnTo>
                  <a:lnTo>
                    <a:pt x="46273" y="272499"/>
                  </a:lnTo>
                  <a:lnTo>
                    <a:pt x="43333" y="269206"/>
                  </a:lnTo>
                  <a:lnTo>
                    <a:pt x="39323" y="262637"/>
                  </a:lnTo>
                  <a:lnTo>
                    <a:pt x="36722" y="251285"/>
                  </a:lnTo>
                  <a:lnTo>
                    <a:pt x="34008" y="245814"/>
                  </a:lnTo>
                  <a:lnTo>
                    <a:pt x="33697" y="245187"/>
                  </a:lnTo>
                  <a:lnTo>
                    <a:pt x="33720" y="240282"/>
                  </a:lnTo>
                  <a:lnTo>
                    <a:pt x="33302" y="232866"/>
                  </a:lnTo>
                  <a:lnTo>
                    <a:pt x="34307" y="220994"/>
                  </a:lnTo>
                  <a:lnTo>
                    <a:pt x="29806" y="212615"/>
                  </a:lnTo>
                  <a:lnTo>
                    <a:pt x="30417" y="206362"/>
                  </a:lnTo>
                  <a:lnTo>
                    <a:pt x="29725" y="200305"/>
                  </a:lnTo>
                  <a:lnTo>
                    <a:pt x="28856" y="192672"/>
                  </a:lnTo>
                  <a:lnTo>
                    <a:pt x="28468" y="189268"/>
                  </a:lnTo>
                  <a:lnTo>
                    <a:pt x="26871" y="174998"/>
                  </a:lnTo>
                  <a:lnTo>
                    <a:pt x="26755" y="169855"/>
                  </a:lnTo>
                  <a:lnTo>
                    <a:pt x="26611" y="163475"/>
                  </a:lnTo>
                  <a:lnTo>
                    <a:pt x="24671" y="156799"/>
                  </a:lnTo>
                  <a:lnTo>
                    <a:pt x="23935" y="154802"/>
                  </a:lnTo>
                  <a:lnTo>
                    <a:pt x="21621" y="148513"/>
                  </a:lnTo>
                  <a:lnTo>
                    <a:pt x="17291" y="139954"/>
                  </a:lnTo>
                  <a:lnTo>
                    <a:pt x="14587" y="132263"/>
                  </a:lnTo>
                  <a:lnTo>
                    <a:pt x="12425" y="124192"/>
                  </a:lnTo>
                  <a:lnTo>
                    <a:pt x="10068" y="118572"/>
                  </a:lnTo>
                  <a:lnTo>
                    <a:pt x="7414" y="111902"/>
                  </a:lnTo>
                  <a:lnTo>
                    <a:pt x="7452" y="111491"/>
                  </a:lnTo>
                  <a:lnTo>
                    <a:pt x="7617" y="109691"/>
                  </a:lnTo>
                  <a:lnTo>
                    <a:pt x="8131" y="104053"/>
                  </a:lnTo>
                  <a:lnTo>
                    <a:pt x="7363" y="96476"/>
                  </a:lnTo>
                  <a:lnTo>
                    <a:pt x="7012" y="88956"/>
                  </a:lnTo>
                  <a:lnTo>
                    <a:pt x="6106" y="80069"/>
                  </a:lnTo>
                  <a:lnTo>
                    <a:pt x="6138" y="79328"/>
                  </a:lnTo>
                  <a:lnTo>
                    <a:pt x="6150" y="79052"/>
                  </a:lnTo>
                  <a:lnTo>
                    <a:pt x="6300" y="75555"/>
                  </a:lnTo>
                  <a:lnTo>
                    <a:pt x="8509" y="68097"/>
                  </a:lnTo>
                  <a:lnTo>
                    <a:pt x="7131" y="64144"/>
                  </a:lnTo>
                  <a:lnTo>
                    <a:pt x="5130" y="59045"/>
                  </a:lnTo>
                  <a:lnTo>
                    <a:pt x="2820" y="50803"/>
                  </a:lnTo>
                  <a:lnTo>
                    <a:pt x="240" y="4403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4477099" y="3549740"/>
              <a:ext cx="480591" cy="392321"/>
            </a:xfrm>
            <a:custGeom>
              <a:avLst/>
              <a:pathLst>
                <a:path w="480591" h="392321">
                  <a:moveTo>
                    <a:pt x="0" y="22810"/>
                  </a:moveTo>
                  <a:lnTo>
                    <a:pt x="15464" y="22254"/>
                  </a:lnTo>
                  <a:lnTo>
                    <a:pt x="26057" y="21839"/>
                  </a:lnTo>
                  <a:lnTo>
                    <a:pt x="28607" y="21735"/>
                  </a:lnTo>
                  <a:lnTo>
                    <a:pt x="37474" y="21358"/>
                  </a:lnTo>
                  <a:lnTo>
                    <a:pt x="46342" y="20966"/>
                  </a:lnTo>
                  <a:lnTo>
                    <a:pt x="56585" y="20516"/>
                  </a:lnTo>
                  <a:lnTo>
                    <a:pt x="62897" y="20229"/>
                  </a:lnTo>
                  <a:lnTo>
                    <a:pt x="75392" y="19601"/>
                  </a:lnTo>
                  <a:lnTo>
                    <a:pt x="81917" y="19262"/>
                  </a:lnTo>
                  <a:lnTo>
                    <a:pt x="86078" y="18965"/>
                  </a:lnTo>
                  <a:lnTo>
                    <a:pt x="96732" y="18190"/>
                  </a:lnTo>
                  <a:lnTo>
                    <a:pt x="101940" y="17785"/>
                  </a:lnTo>
                  <a:lnTo>
                    <a:pt x="111306" y="17044"/>
                  </a:lnTo>
                  <a:lnTo>
                    <a:pt x="116316" y="16579"/>
                  </a:lnTo>
                  <a:lnTo>
                    <a:pt x="127885" y="15488"/>
                  </a:lnTo>
                  <a:lnTo>
                    <a:pt x="132299" y="15091"/>
                  </a:lnTo>
                  <a:lnTo>
                    <a:pt x="144029" y="14019"/>
                  </a:lnTo>
                  <a:lnTo>
                    <a:pt x="146712" y="13795"/>
                  </a:lnTo>
                  <a:lnTo>
                    <a:pt x="158813" y="12770"/>
                  </a:lnTo>
                  <a:lnTo>
                    <a:pt x="160731" y="12605"/>
                  </a:lnTo>
                  <a:lnTo>
                    <a:pt x="174616" y="11259"/>
                  </a:lnTo>
                  <a:lnTo>
                    <a:pt x="177163" y="10961"/>
                  </a:lnTo>
                  <a:lnTo>
                    <a:pt x="187455" y="9743"/>
                  </a:lnTo>
                  <a:lnTo>
                    <a:pt x="202484" y="8271"/>
                  </a:lnTo>
                  <a:lnTo>
                    <a:pt x="204331" y="8088"/>
                  </a:lnTo>
                  <a:lnTo>
                    <a:pt x="207555" y="7699"/>
                  </a:lnTo>
                  <a:lnTo>
                    <a:pt x="219720" y="6215"/>
                  </a:lnTo>
                  <a:lnTo>
                    <a:pt x="226522" y="5414"/>
                  </a:lnTo>
                  <a:lnTo>
                    <a:pt x="237819" y="4063"/>
                  </a:lnTo>
                  <a:lnTo>
                    <a:pt x="253437" y="2067"/>
                  </a:lnTo>
                  <a:lnTo>
                    <a:pt x="253689" y="2035"/>
                  </a:lnTo>
                  <a:lnTo>
                    <a:pt x="267531" y="0"/>
                  </a:lnTo>
                  <a:lnTo>
                    <a:pt x="268439" y="780"/>
                  </a:lnTo>
                  <a:lnTo>
                    <a:pt x="270717" y="2739"/>
                  </a:lnTo>
                  <a:lnTo>
                    <a:pt x="271906" y="5082"/>
                  </a:lnTo>
                  <a:lnTo>
                    <a:pt x="275449" y="5766"/>
                  </a:lnTo>
                  <a:lnTo>
                    <a:pt x="276487" y="9100"/>
                  </a:lnTo>
                  <a:lnTo>
                    <a:pt x="279770" y="12204"/>
                  </a:lnTo>
                  <a:lnTo>
                    <a:pt x="282975" y="14356"/>
                  </a:lnTo>
                  <a:lnTo>
                    <a:pt x="284637" y="16907"/>
                  </a:lnTo>
                  <a:lnTo>
                    <a:pt x="290061" y="18429"/>
                  </a:lnTo>
                  <a:lnTo>
                    <a:pt x="287211" y="23648"/>
                  </a:lnTo>
                  <a:lnTo>
                    <a:pt x="286120" y="28386"/>
                  </a:lnTo>
                  <a:lnTo>
                    <a:pt x="286033" y="30264"/>
                  </a:lnTo>
                  <a:lnTo>
                    <a:pt x="285831" y="34563"/>
                  </a:lnTo>
                  <a:lnTo>
                    <a:pt x="285708" y="37194"/>
                  </a:lnTo>
                  <a:lnTo>
                    <a:pt x="287451" y="45136"/>
                  </a:lnTo>
                  <a:lnTo>
                    <a:pt x="288864" y="50181"/>
                  </a:lnTo>
                  <a:lnTo>
                    <a:pt x="292654" y="56316"/>
                  </a:lnTo>
                  <a:lnTo>
                    <a:pt x="293505" y="59533"/>
                  </a:lnTo>
                  <a:lnTo>
                    <a:pt x="293567" y="65008"/>
                  </a:lnTo>
                  <a:lnTo>
                    <a:pt x="296333" y="66869"/>
                  </a:lnTo>
                  <a:lnTo>
                    <a:pt x="299052" y="69543"/>
                  </a:lnTo>
                  <a:lnTo>
                    <a:pt x="299099" y="72078"/>
                  </a:lnTo>
                  <a:lnTo>
                    <a:pt x="299146" y="74689"/>
                  </a:lnTo>
                  <a:lnTo>
                    <a:pt x="303673" y="77986"/>
                  </a:lnTo>
                  <a:lnTo>
                    <a:pt x="305838" y="79560"/>
                  </a:lnTo>
                  <a:lnTo>
                    <a:pt x="312688" y="84782"/>
                  </a:lnTo>
                  <a:lnTo>
                    <a:pt x="313324" y="85266"/>
                  </a:lnTo>
                  <a:lnTo>
                    <a:pt x="315475" y="89105"/>
                  </a:lnTo>
                  <a:lnTo>
                    <a:pt x="318760" y="89377"/>
                  </a:lnTo>
                  <a:lnTo>
                    <a:pt x="321572" y="92956"/>
                  </a:lnTo>
                  <a:lnTo>
                    <a:pt x="323736" y="96794"/>
                  </a:lnTo>
                  <a:lnTo>
                    <a:pt x="330948" y="100205"/>
                  </a:lnTo>
                  <a:lnTo>
                    <a:pt x="331104" y="100305"/>
                  </a:lnTo>
                  <a:lnTo>
                    <a:pt x="338047" y="104744"/>
                  </a:lnTo>
                  <a:lnTo>
                    <a:pt x="346245" y="111283"/>
                  </a:lnTo>
                  <a:lnTo>
                    <a:pt x="346989" y="114003"/>
                  </a:lnTo>
                  <a:lnTo>
                    <a:pt x="348705" y="120268"/>
                  </a:lnTo>
                  <a:lnTo>
                    <a:pt x="350981" y="124445"/>
                  </a:lnTo>
                  <a:lnTo>
                    <a:pt x="349214" y="128754"/>
                  </a:lnTo>
                  <a:lnTo>
                    <a:pt x="352379" y="134559"/>
                  </a:lnTo>
                  <a:lnTo>
                    <a:pt x="353839" y="138749"/>
                  </a:lnTo>
                  <a:lnTo>
                    <a:pt x="354266" y="139974"/>
                  </a:lnTo>
                  <a:lnTo>
                    <a:pt x="358880" y="143438"/>
                  </a:lnTo>
                  <a:lnTo>
                    <a:pt x="361608" y="143503"/>
                  </a:lnTo>
                  <a:lnTo>
                    <a:pt x="365000" y="139620"/>
                  </a:lnTo>
                  <a:lnTo>
                    <a:pt x="366702" y="134890"/>
                  </a:lnTo>
                  <a:lnTo>
                    <a:pt x="367844" y="134795"/>
                  </a:lnTo>
                  <a:lnTo>
                    <a:pt x="371588" y="134481"/>
                  </a:lnTo>
                  <a:lnTo>
                    <a:pt x="378511" y="136905"/>
                  </a:lnTo>
                  <a:lnTo>
                    <a:pt x="380055" y="137083"/>
                  </a:lnTo>
                  <a:lnTo>
                    <a:pt x="383259" y="137451"/>
                  </a:lnTo>
                  <a:lnTo>
                    <a:pt x="386108" y="138930"/>
                  </a:lnTo>
                  <a:lnTo>
                    <a:pt x="391782" y="141869"/>
                  </a:lnTo>
                  <a:lnTo>
                    <a:pt x="391912" y="145698"/>
                  </a:lnTo>
                  <a:lnTo>
                    <a:pt x="388914" y="149009"/>
                  </a:lnTo>
                  <a:lnTo>
                    <a:pt x="386436" y="153382"/>
                  </a:lnTo>
                  <a:lnTo>
                    <a:pt x="387807" y="156617"/>
                  </a:lnTo>
                  <a:lnTo>
                    <a:pt x="389036" y="158941"/>
                  </a:lnTo>
                  <a:lnTo>
                    <a:pt x="389271" y="163149"/>
                  </a:lnTo>
                  <a:lnTo>
                    <a:pt x="385536" y="169484"/>
                  </a:lnTo>
                  <a:lnTo>
                    <a:pt x="385236" y="170744"/>
                  </a:lnTo>
                  <a:lnTo>
                    <a:pt x="384962" y="171888"/>
                  </a:lnTo>
                  <a:lnTo>
                    <a:pt x="384480" y="173904"/>
                  </a:lnTo>
                  <a:lnTo>
                    <a:pt x="383840" y="179060"/>
                  </a:lnTo>
                  <a:lnTo>
                    <a:pt x="380823" y="183943"/>
                  </a:lnTo>
                  <a:lnTo>
                    <a:pt x="380265" y="184844"/>
                  </a:lnTo>
                  <a:lnTo>
                    <a:pt x="379226" y="189750"/>
                  </a:lnTo>
                  <a:lnTo>
                    <a:pt x="380637" y="197258"/>
                  </a:lnTo>
                  <a:lnTo>
                    <a:pt x="384000" y="201696"/>
                  </a:lnTo>
                  <a:lnTo>
                    <a:pt x="389296" y="205840"/>
                  </a:lnTo>
                  <a:lnTo>
                    <a:pt x="391927" y="208459"/>
                  </a:lnTo>
                  <a:lnTo>
                    <a:pt x="393009" y="208948"/>
                  </a:lnTo>
                  <a:lnTo>
                    <a:pt x="398699" y="211519"/>
                  </a:lnTo>
                  <a:lnTo>
                    <a:pt x="402127" y="214210"/>
                  </a:lnTo>
                  <a:lnTo>
                    <a:pt x="407547" y="217551"/>
                  </a:lnTo>
                  <a:lnTo>
                    <a:pt x="411246" y="217416"/>
                  </a:lnTo>
                  <a:lnTo>
                    <a:pt x="410387" y="221705"/>
                  </a:lnTo>
                  <a:lnTo>
                    <a:pt x="413595" y="224767"/>
                  </a:lnTo>
                  <a:lnTo>
                    <a:pt x="414368" y="225505"/>
                  </a:lnTo>
                  <a:lnTo>
                    <a:pt x="418991" y="222003"/>
                  </a:lnTo>
                  <a:lnTo>
                    <a:pt x="424215" y="225676"/>
                  </a:lnTo>
                  <a:lnTo>
                    <a:pt x="430494" y="228496"/>
                  </a:lnTo>
                  <a:lnTo>
                    <a:pt x="431315" y="229975"/>
                  </a:lnTo>
                  <a:lnTo>
                    <a:pt x="433010" y="233025"/>
                  </a:lnTo>
                  <a:lnTo>
                    <a:pt x="438647" y="235489"/>
                  </a:lnTo>
                  <a:lnTo>
                    <a:pt x="443692" y="237249"/>
                  </a:lnTo>
                  <a:lnTo>
                    <a:pt x="445481" y="243328"/>
                  </a:lnTo>
                  <a:lnTo>
                    <a:pt x="446802" y="247128"/>
                  </a:lnTo>
                  <a:lnTo>
                    <a:pt x="446651" y="248042"/>
                  </a:lnTo>
                  <a:lnTo>
                    <a:pt x="446485" y="249042"/>
                  </a:lnTo>
                  <a:lnTo>
                    <a:pt x="446051" y="251665"/>
                  </a:lnTo>
                  <a:lnTo>
                    <a:pt x="449540" y="256815"/>
                  </a:lnTo>
                  <a:lnTo>
                    <a:pt x="453269" y="261550"/>
                  </a:lnTo>
                  <a:lnTo>
                    <a:pt x="453640" y="266033"/>
                  </a:lnTo>
                  <a:lnTo>
                    <a:pt x="450665" y="268323"/>
                  </a:lnTo>
                  <a:lnTo>
                    <a:pt x="449331" y="269348"/>
                  </a:lnTo>
                  <a:lnTo>
                    <a:pt x="448254" y="273269"/>
                  </a:lnTo>
                  <a:lnTo>
                    <a:pt x="450830" y="274794"/>
                  </a:lnTo>
                  <a:lnTo>
                    <a:pt x="451763" y="275346"/>
                  </a:lnTo>
                  <a:lnTo>
                    <a:pt x="453426" y="280894"/>
                  </a:lnTo>
                  <a:lnTo>
                    <a:pt x="459280" y="287639"/>
                  </a:lnTo>
                  <a:lnTo>
                    <a:pt x="461617" y="292696"/>
                  </a:lnTo>
                  <a:lnTo>
                    <a:pt x="465319" y="293427"/>
                  </a:lnTo>
                  <a:lnTo>
                    <a:pt x="468966" y="294145"/>
                  </a:lnTo>
                  <a:lnTo>
                    <a:pt x="473577" y="295819"/>
                  </a:lnTo>
                  <a:lnTo>
                    <a:pt x="477971" y="295928"/>
                  </a:lnTo>
                  <a:lnTo>
                    <a:pt x="480591" y="297723"/>
                  </a:lnTo>
                  <a:lnTo>
                    <a:pt x="480430" y="298900"/>
                  </a:lnTo>
                  <a:lnTo>
                    <a:pt x="479780" y="303653"/>
                  </a:lnTo>
                  <a:lnTo>
                    <a:pt x="478356" y="307791"/>
                  </a:lnTo>
                  <a:lnTo>
                    <a:pt x="478390" y="312909"/>
                  </a:lnTo>
                  <a:lnTo>
                    <a:pt x="478413" y="313156"/>
                  </a:lnTo>
                  <a:lnTo>
                    <a:pt x="478659" y="315802"/>
                  </a:lnTo>
                  <a:lnTo>
                    <a:pt x="475896" y="319635"/>
                  </a:lnTo>
                  <a:lnTo>
                    <a:pt x="479040" y="324011"/>
                  </a:lnTo>
                  <a:lnTo>
                    <a:pt x="478447" y="325069"/>
                  </a:lnTo>
                  <a:lnTo>
                    <a:pt x="477075" y="327513"/>
                  </a:lnTo>
                  <a:lnTo>
                    <a:pt x="475689" y="332660"/>
                  </a:lnTo>
                  <a:lnTo>
                    <a:pt x="471999" y="332401"/>
                  </a:lnTo>
                  <a:lnTo>
                    <a:pt x="468331" y="328782"/>
                  </a:lnTo>
                  <a:lnTo>
                    <a:pt x="468146" y="328813"/>
                  </a:lnTo>
                  <a:lnTo>
                    <a:pt x="464577" y="329415"/>
                  </a:lnTo>
                  <a:lnTo>
                    <a:pt x="463146" y="334887"/>
                  </a:lnTo>
                  <a:lnTo>
                    <a:pt x="458115" y="335179"/>
                  </a:lnTo>
                  <a:lnTo>
                    <a:pt x="453484" y="335033"/>
                  </a:lnTo>
                  <a:lnTo>
                    <a:pt x="451958" y="338437"/>
                  </a:lnTo>
                  <a:lnTo>
                    <a:pt x="454615" y="341646"/>
                  </a:lnTo>
                  <a:lnTo>
                    <a:pt x="456250" y="344617"/>
                  </a:lnTo>
                  <a:lnTo>
                    <a:pt x="455176" y="348441"/>
                  </a:lnTo>
                  <a:lnTo>
                    <a:pt x="457833" y="351790"/>
                  </a:lnTo>
                  <a:lnTo>
                    <a:pt x="457306" y="354817"/>
                  </a:lnTo>
                  <a:lnTo>
                    <a:pt x="455745" y="355059"/>
                  </a:lnTo>
                  <a:lnTo>
                    <a:pt x="451867" y="355657"/>
                  </a:lnTo>
                  <a:lnTo>
                    <a:pt x="451412" y="358702"/>
                  </a:lnTo>
                  <a:lnTo>
                    <a:pt x="455760" y="360924"/>
                  </a:lnTo>
                  <a:lnTo>
                    <a:pt x="452779" y="364792"/>
                  </a:lnTo>
                  <a:lnTo>
                    <a:pt x="447366" y="364565"/>
                  </a:lnTo>
                  <a:lnTo>
                    <a:pt x="446571" y="366719"/>
                  </a:lnTo>
                  <a:lnTo>
                    <a:pt x="451525" y="369590"/>
                  </a:lnTo>
                  <a:lnTo>
                    <a:pt x="451818" y="369759"/>
                  </a:lnTo>
                  <a:lnTo>
                    <a:pt x="454516" y="373612"/>
                  </a:lnTo>
                  <a:lnTo>
                    <a:pt x="451252" y="376839"/>
                  </a:lnTo>
                  <a:lnTo>
                    <a:pt x="448856" y="378998"/>
                  </a:lnTo>
                  <a:lnTo>
                    <a:pt x="448590" y="384495"/>
                  </a:lnTo>
                  <a:lnTo>
                    <a:pt x="445921" y="386578"/>
                  </a:lnTo>
                  <a:lnTo>
                    <a:pt x="434090" y="388127"/>
                  </a:lnTo>
                  <a:lnTo>
                    <a:pt x="429993" y="388651"/>
                  </a:lnTo>
                  <a:lnTo>
                    <a:pt x="419818" y="389940"/>
                  </a:lnTo>
                  <a:lnTo>
                    <a:pt x="406773" y="391611"/>
                  </a:lnTo>
                  <a:lnTo>
                    <a:pt x="401163" y="392321"/>
                  </a:lnTo>
                  <a:lnTo>
                    <a:pt x="402764" y="387619"/>
                  </a:lnTo>
                  <a:lnTo>
                    <a:pt x="405317" y="381526"/>
                  </a:lnTo>
                  <a:lnTo>
                    <a:pt x="409218" y="378736"/>
                  </a:lnTo>
                  <a:lnTo>
                    <a:pt x="409863" y="374672"/>
                  </a:lnTo>
                  <a:lnTo>
                    <a:pt x="411933" y="373175"/>
                  </a:lnTo>
                  <a:lnTo>
                    <a:pt x="414124" y="371590"/>
                  </a:lnTo>
                  <a:lnTo>
                    <a:pt x="416521" y="366768"/>
                  </a:lnTo>
                  <a:lnTo>
                    <a:pt x="419744" y="363087"/>
                  </a:lnTo>
                  <a:lnTo>
                    <a:pt x="419265" y="358397"/>
                  </a:lnTo>
                  <a:lnTo>
                    <a:pt x="418803" y="355864"/>
                  </a:lnTo>
                  <a:lnTo>
                    <a:pt x="413980" y="353898"/>
                  </a:lnTo>
                  <a:lnTo>
                    <a:pt x="412831" y="350086"/>
                  </a:lnTo>
                  <a:lnTo>
                    <a:pt x="411623" y="347103"/>
                  </a:lnTo>
                  <a:lnTo>
                    <a:pt x="406934" y="347602"/>
                  </a:lnTo>
                  <a:lnTo>
                    <a:pt x="387731" y="349604"/>
                  </a:lnTo>
                  <a:lnTo>
                    <a:pt x="382013" y="350249"/>
                  </a:lnTo>
                  <a:lnTo>
                    <a:pt x="368731" y="351723"/>
                  </a:lnTo>
                  <a:lnTo>
                    <a:pt x="367445" y="351868"/>
                  </a:lnTo>
                  <a:lnTo>
                    <a:pt x="351046" y="353688"/>
                  </a:lnTo>
                  <a:lnTo>
                    <a:pt x="343435" y="354524"/>
                  </a:lnTo>
                  <a:lnTo>
                    <a:pt x="323912" y="356622"/>
                  </a:lnTo>
                  <a:lnTo>
                    <a:pt x="323775" y="356634"/>
                  </a:lnTo>
                  <a:lnTo>
                    <a:pt x="320744" y="356910"/>
                  </a:lnTo>
                  <a:lnTo>
                    <a:pt x="307215" y="358119"/>
                  </a:lnTo>
                  <a:lnTo>
                    <a:pt x="305128" y="358334"/>
                  </a:lnTo>
                  <a:lnTo>
                    <a:pt x="283126" y="360554"/>
                  </a:lnTo>
                  <a:lnTo>
                    <a:pt x="273675" y="361471"/>
                  </a:lnTo>
                  <a:lnTo>
                    <a:pt x="271575" y="361673"/>
                  </a:lnTo>
                  <a:lnTo>
                    <a:pt x="257529" y="363004"/>
                  </a:lnTo>
                  <a:lnTo>
                    <a:pt x="244958" y="364105"/>
                  </a:lnTo>
                  <a:lnTo>
                    <a:pt x="242491" y="364318"/>
                  </a:lnTo>
                  <a:lnTo>
                    <a:pt x="227865" y="365612"/>
                  </a:lnTo>
                  <a:lnTo>
                    <a:pt x="223187" y="366017"/>
                  </a:lnTo>
                  <a:lnTo>
                    <a:pt x="222123" y="366109"/>
                  </a:lnTo>
                  <a:lnTo>
                    <a:pt x="203001" y="367723"/>
                  </a:lnTo>
                  <a:lnTo>
                    <a:pt x="191245" y="368640"/>
                  </a:lnTo>
                  <a:lnTo>
                    <a:pt x="189679" y="368760"/>
                  </a:lnTo>
                  <a:lnTo>
                    <a:pt x="181822" y="369357"/>
                  </a:lnTo>
                  <a:lnTo>
                    <a:pt x="170754" y="370186"/>
                  </a:lnTo>
                  <a:lnTo>
                    <a:pt x="162596" y="370784"/>
                  </a:lnTo>
                  <a:lnTo>
                    <a:pt x="150878" y="371676"/>
                  </a:lnTo>
                  <a:lnTo>
                    <a:pt x="144368" y="372161"/>
                  </a:lnTo>
                  <a:lnTo>
                    <a:pt x="136066" y="372730"/>
                  </a:lnTo>
                  <a:lnTo>
                    <a:pt x="116057" y="374054"/>
                  </a:lnTo>
                  <a:lnTo>
                    <a:pt x="97977" y="375257"/>
                  </a:lnTo>
                  <a:lnTo>
                    <a:pt x="97401" y="365379"/>
                  </a:lnTo>
                  <a:lnTo>
                    <a:pt x="97103" y="360552"/>
                  </a:lnTo>
                  <a:lnTo>
                    <a:pt x="96570" y="351945"/>
                  </a:lnTo>
                  <a:lnTo>
                    <a:pt x="95390" y="331664"/>
                  </a:lnTo>
                  <a:lnTo>
                    <a:pt x="95079" y="326612"/>
                  </a:lnTo>
                  <a:lnTo>
                    <a:pt x="94524" y="317586"/>
                  </a:lnTo>
                  <a:lnTo>
                    <a:pt x="93636" y="302026"/>
                  </a:lnTo>
                  <a:lnTo>
                    <a:pt x="93508" y="299777"/>
                  </a:lnTo>
                  <a:lnTo>
                    <a:pt x="93275" y="295696"/>
                  </a:lnTo>
                  <a:lnTo>
                    <a:pt x="91980" y="274510"/>
                  </a:lnTo>
                  <a:lnTo>
                    <a:pt x="91876" y="272804"/>
                  </a:lnTo>
                  <a:lnTo>
                    <a:pt x="91827" y="272009"/>
                  </a:lnTo>
                  <a:lnTo>
                    <a:pt x="90456" y="245309"/>
                  </a:lnTo>
                  <a:lnTo>
                    <a:pt x="90221" y="241005"/>
                  </a:lnTo>
                  <a:lnTo>
                    <a:pt x="90111" y="238996"/>
                  </a:lnTo>
                  <a:lnTo>
                    <a:pt x="89262" y="223469"/>
                  </a:lnTo>
                  <a:lnTo>
                    <a:pt x="88450" y="210285"/>
                  </a:lnTo>
                  <a:lnTo>
                    <a:pt x="87972" y="202521"/>
                  </a:lnTo>
                  <a:lnTo>
                    <a:pt x="86814" y="179750"/>
                  </a:lnTo>
                  <a:lnTo>
                    <a:pt x="86803" y="179523"/>
                  </a:lnTo>
                  <a:lnTo>
                    <a:pt x="86267" y="170216"/>
                  </a:lnTo>
                  <a:lnTo>
                    <a:pt x="85589" y="158454"/>
                  </a:lnTo>
                  <a:lnTo>
                    <a:pt x="85287" y="153010"/>
                  </a:lnTo>
                  <a:lnTo>
                    <a:pt x="85064" y="149016"/>
                  </a:lnTo>
                  <a:lnTo>
                    <a:pt x="84949" y="146948"/>
                  </a:lnTo>
                  <a:lnTo>
                    <a:pt x="85772" y="143248"/>
                  </a:lnTo>
                  <a:lnTo>
                    <a:pt x="85091" y="143249"/>
                  </a:lnTo>
                  <a:lnTo>
                    <a:pt x="83592" y="143250"/>
                  </a:lnTo>
                  <a:lnTo>
                    <a:pt x="79619" y="141076"/>
                  </a:lnTo>
                  <a:lnTo>
                    <a:pt x="75515" y="142575"/>
                  </a:lnTo>
                  <a:lnTo>
                    <a:pt x="71958" y="140075"/>
                  </a:lnTo>
                  <a:lnTo>
                    <a:pt x="71413" y="139692"/>
                  </a:lnTo>
                  <a:lnTo>
                    <a:pt x="69465" y="136681"/>
                  </a:lnTo>
                  <a:lnTo>
                    <a:pt x="67172" y="134009"/>
                  </a:lnTo>
                  <a:lnTo>
                    <a:pt x="63464" y="129866"/>
                  </a:lnTo>
                  <a:lnTo>
                    <a:pt x="64405" y="123777"/>
                  </a:lnTo>
                  <a:lnTo>
                    <a:pt x="60467" y="123379"/>
                  </a:lnTo>
                  <a:lnTo>
                    <a:pt x="59065" y="121538"/>
                  </a:lnTo>
                  <a:lnTo>
                    <a:pt x="57862" y="119956"/>
                  </a:lnTo>
                  <a:lnTo>
                    <a:pt x="53020" y="115523"/>
                  </a:lnTo>
                  <a:lnTo>
                    <a:pt x="50021" y="112295"/>
                  </a:lnTo>
                  <a:lnTo>
                    <a:pt x="48425" y="110575"/>
                  </a:lnTo>
                  <a:lnTo>
                    <a:pt x="50800" y="108433"/>
                  </a:lnTo>
                  <a:lnTo>
                    <a:pt x="52701" y="106710"/>
                  </a:lnTo>
                  <a:lnTo>
                    <a:pt x="52818" y="105076"/>
                  </a:lnTo>
                  <a:lnTo>
                    <a:pt x="53067" y="101620"/>
                  </a:lnTo>
                  <a:lnTo>
                    <a:pt x="57354" y="98422"/>
                  </a:lnTo>
                  <a:lnTo>
                    <a:pt x="57185" y="95210"/>
                  </a:lnTo>
                  <a:lnTo>
                    <a:pt x="62009" y="94836"/>
                  </a:lnTo>
                  <a:lnTo>
                    <a:pt x="64498" y="92446"/>
                  </a:lnTo>
                  <a:lnTo>
                    <a:pt x="63653" y="90440"/>
                  </a:lnTo>
                  <a:lnTo>
                    <a:pt x="62955" y="86298"/>
                  </a:lnTo>
                  <a:lnTo>
                    <a:pt x="62870" y="85793"/>
                  </a:lnTo>
                  <a:lnTo>
                    <a:pt x="59270" y="81644"/>
                  </a:lnTo>
                  <a:lnTo>
                    <a:pt x="57598" y="79624"/>
                  </a:lnTo>
                  <a:lnTo>
                    <a:pt x="54800" y="79967"/>
                  </a:lnTo>
                  <a:lnTo>
                    <a:pt x="53103" y="80174"/>
                  </a:lnTo>
                  <a:lnTo>
                    <a:pt x="49065" y="83543"/>
                  </a:lnTo>
                  <a:lnTo>
                    <a:pt x="44808" y="80838"/>
                  </a:lnTo>
                  <a:lnTo>
                    <a:pt x="38623" y="76956"/>
                  </a:lnTo>
                  <a:lnTo>
                    <a:pt x="33178" y="72338"/>
                  </a:lnTo>
                  <a:lnTo>
                    <a:pt x="30327" y="69929"/>
                  </a:lnTo>
                  <a:lnTo>
                    <a:pt x="28046" y="70249"/>
                  </a:lnTo>
                  <a:lnTo>
                    <a:pt x="25719" y="66633"/>
                  </a:lnTo>
                  <a:lnTo>
                    <a:pt x="26914" y="63195"/>
                  </a:lnTo>
                  <a:lnTo>
                    <a:pt x="24222" y="60471"/>
                  </a:lnTo>
                  <a:lnTo>
                    <a:pt x="20737" y="56497"/>
                  </a:lnTo>
                  <a:lnTo>
                    <a:pt x="21085" y="52308"/>
                  </a:lnTo>
                  <a:lnTo>
                    <a:pt x="15996" y="50569"/>
                  </a:lnTo>
                  <a:lnTo>
                    <a:pt x="15932" y="50246"/>
                  </a:lnTo>
                  <a:lnTo>
                    <a:pt x="15904" y="50105"/>
                  </a:lnTo>
                  <a:lnTo>
                    <a:pt x="15442" y="47784"/>
                  </a:lnTo>
                  <a:lnTo>
                    <a:pt x="12330" y="46315"/>
                  </a:lnTo>
                  <a:lnTo>
                    <a:pt x="8598" y="45393"/>
                  </a:lnTo>
                  <a:lnTo>
                    <a:pt x="9252" y="41516"/>
                  </a:lnTo>
                  <a:lnTo>
                    <a:pt x="8561" y="38944"/>
                  </a:lnTo>
                  <a:lnTo>
                    <a:pt x="5937" y="33187"/>
                  </a:lnTo>
                  <a:lnTo>
                    <a:pt x="5115" y="30579"/>
                  </a:lnTo>
                  <a:lnTo>
                    <a:pt x="3815" y="28002"/>
                  </a:lnTo>
                  <a:lnTo>
                    <a:pt x="3666" y="27707"/>
                  </a:lnTo>
                  <a:lnTo>
                    <a:pt x="822" y="2796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904265" y="4230162"/>
              <a:ext cx="251889" cy="430161"/>
            </a:xfrm>
            <a:custGeom>
              <a:avLst/>
              <a:pathLst>
                <a:path w="251889" h="430161">
                  <a:moveTo>
                    <a:pt x="1479" y="353296"/>
                  </a:moveTo>
                  <a:lnTo>
                    <a:pt x="5811" y="353412"/>
                  </a:lnTo>
                  <a:lnTo>
                    <a:pt x="9737" y="350398"/>
                  </a:lnTo>
                  <a:lnTo>
                    <a:pt x="7350" y="346547"/>
                  </a:lnTo>
                  <a:lnTo>
                    <a:pt x="7242" y="342014"/>
                  </a:lnTo>
                  <a:lnTo>
                    <a:pt x="8524" y="337629"/>
                  </a:lnTo>
                  <a:lnTo>
                    <a:pt x="7572" y="332519"/>
                  </a:lnTo>
                  <a:lnTo>
                    <a:pt x="9360" y="329202"/>
                  </a:lnTo>
                  <a:lnTo>
                    <a:pt x="13157" y="327781"/>
                  </a:lnTo>
                  <a:lnTo>
                    <a:pt x="11357" y="324337"/>
                  </a:lnTo>
                  <a:lnTo>
                    <a:pt x="10639" y="321537"/>
                  </a:lnTo>
                  <a:lnTo>
                    <a:pt x="15543" y="318963"/>
                  </a:lnTo>
                  <a:lnTo>
                    <a:pt x="16031" y="311168"/>
                  </a:lnTo>
                  <a:lnTo>
                    <a:pt x="20522" y="309603"/>
                  </a:lnTo>
                  <a:lnTo>
                    <a:pt x="20363" y="309401"/>
                  </a:lnTo>
                  <a:lnTo>
                    <a:pt x="17057" y="305220"/>
                  </a:lnTo>
                  <a:lnTo>
                    <a:pt x="17751" y="301341"/>
                  </a:lnTo>
                  <a:lnTo>
                    <a:pt x="21960" y="301719"/>
                  </a:lnTo>
                  <a:lnTo>
                    <a:pt x="25113" y="298237"/>
                  </a:lnTo>
                  <a:lnTo>
                    <a:pt x="25736" y="297549"/>
                  </a:lnTo>
                  <a:lnTo>
                    <a:pt x="29400" y="293388"/>
                  </a:lnTo>
                  <a:lnTo>
                    <a:pt x="29258" y="288742"/>
                  </a:lnTo>
                  <a:lnTo>
                    <a:pt x="33608" y="287082"/>
                  </a:lnTo>
                  <a:lnTo>
                    <a:pt x="36038" y="283639"/>
                  </a:lnTo>
                  <a:lnTo>
                    <a:pt x="35951" y="281300"/>
                  </a:lnTo>
                  <a:lnTo>
                    <a:pt x="38842" y="276545"/>
                  </a:lnTo>
                  <a:lnTo>
                    <a:pt x="38433" y="275982"/>
                  </a:lnTo>
                  <a:lnTo>
                    <a:pt x="32517" y="267821"/>
                  </a:lnTo>
                  <a:lnTo>
                    <a:pt x="41154" y="266344"/>
                  </a:lnTo>
                  <a:lnTo>
                    <a:pt x="43812" y="260029"/>
                  </a:lnTo>
                  <a:lnTo>
                    <a:pt x="45310" y="254733"/>
                  </a:lnTo>
                  <a:lnTo>
                    <a:pt x="40387" y="254406"/>
                  </a:lnTo>
                  <a:lnTo>
                    <a:pt x="41326" y="247902"/>
                  </a:lnTo>
                  <a:lnTo>
                    <a:pt x="34793" y="247396"/>
                  </a:lnTo>
                  <a:lnTo>
                    <a:pt x="33639" y="241036"/>
                  </a:lnTo>
                  <a:lnTo>
                    <a:pt x="37239" y="240286"/>
                  </a:lnTo>
                  <a:lnTo>
                    <a:pt x="33973" y="235629"/>
                  </a:lnTo>
                  <a:lnTo>
                    <a:pt x="33480" y="235202"/>
                  </a:lnTo>
                  <a:lnTo>
                    <a:pt x="31529" y="233513"/>
                  </a:lnTo>
                  <a:lnTo>
                    <a:pt x="29431" y="226314"/>
                  </a:lnTo>
                  <a:lnTo>
                    <a:pt x="32184" y="222492"/>
                  </a:lnTo>
                  <a:lnTo>
                    <a:pt x="27897" y="221679"/>
                  </a:lnTo>
                  <a:lnTo>
                    <a:pt x="24373" y="218884"/>
                  </a:lnTo>
                  <a:lnTo>
                    <a:pt x="23784" y="215751"/>
                  </a:lnTo>
                  <a:lnTo>
                    <a:pt x="25241" y="212397"/>
                  </a:lnTo>
                  <a:lnTo>
                    <a:pt x="29869" y="208433"/>
                  </a:lnTo>
                  <a:lnTo>
                    <a:pt x="29364" y="204173"/>
                  </a:lnTo>
                  <a:lnTo>
                    <a:pt x="24443" y="200943"/>
                  </a:lnTo>
                  <a:lnTo>
                    <a:pt x="21930" y="199137"/>
                  </a:lnTo>
                  <a:lnTo>
                    <a:pt x="22348" y="198467"/>
                  </a:lnTo>
                  <a:lnTo>
                    <a:pt x="24878" y="194407"/>
                  </a:lnTo>
                  <a:lnTo>
                    <a:pt x="20094" y="191060"/>
                  </a:lnTo>
                  <a:lnTo>
                    <a:pt x="21839" y="187657"/>
                  </a:lnTo>
                  <a:lnTo>
                    <a:pt x="25435" y="187588"/>
                  </a:lnTo>
                  <a:lnTo>
                    <a:pt x="26498" y="183155"/>
                  </a:lnTo>
                  <a:lnTo>
                    <a:pt x="27222" y="178510"/>
                  </a:lnTo>
                  <a:lnTo>
                    <a:pt x="25617" y="175106"/>
                  </a:lnTo>
                  <a:lnTo>
                    <a:pt x="22682" y="174834"/>
                  </a:lnTo>
                  <a:lnTo>
                    <a:pt x="20908" y="168989"/>
                  </a:lnTo>
                  <a:lnTo>
                    <a:pt x="22631" y="164936"/>
                  </a:lnTo>
                  <a:lnTo>
                    <a:pt x="19880" y="162236"/>
                  </a:lnTo>
                  <a:lnTo>
                    <a:pt x="17835" y="159363"/>
                  </a:lnTo>
                  <a:lnTo>
                    <a:pt x="16306" y="156832"/>
                  </a:lnTo>
                  <a:lnTo>
                    <a:pt x="14096" y="153866"/>
                  </a:lnTo>
                  <a:lnTo>
                    <a:pt x="14640" y="152387"/>
                  </a:lnTo>
                  <a:lnTo>
                    <a:pt x="15668" y="149596"/>
                  </a:lnTo>
                  <a:lnTo>
                    <a:pt x="19616" y="146139"/>
                  </a:lnTo>
                  <a:lnTo>
                    <a:pt x="15839" y="143006"/>
                  </a:lnTo>
                  <a:lnTo>
                    <a:pt x="21392" y="141597"/>
                  </a:lnTo>
                  <a:lnTo>
                    <a:pt x="22814" y="136721"/>
                  </a:lnTo>
                  <a:lnTo>
                    <a:pt x="17610" y="134393"/>
                  </a:lnTo>
                  <a:lnTo>
                    <a:pt x="19698" y="131767"/>
                  </a:lnTo>
                  <a:lnTo>
                    <a:pt x="21572" y="131408"/>
                  </a:lnTo>
                  <a:lnTo>
                    <a:pt x="25945" y="132067"/>
                  </a:lnTo>
                  <a:lnTo>
                    <a:pt x="25714" y="128377"/>
                  </a:lnTo>
                  <a:lnTo>
                    <a:pt x="23556" y="127006"/>
                  </a:lnTo>
                  <a:lnTo>
                    <a:pt x="22506" y="122435"/>
                  </a:lnTo>
                  <a:lnTo>
                    <a:pt x="24786" y="119518"/>
                  </a:lnTo>
                  <a:lnTo>
                    <a:pt x="23796" y="116482"/>
                  </a:lnTo>
                  <a:lnTo>
                    <a:pt x="19827" y="115358"/>
                  </a:lnTo>
                  <a:lnTo>
                    <a:pt x="22556" y="112985"/>
                  </a:lnTo>
                  <a:lnTo>
                    <a:pt x="25767" y="113353"/>
                  </a:lnTo>
                  <a:lnTo>
                    <a:pt x="27391" y="111152"/>
                  </a:lnTo>
                  <a:lnTo>
                    <a:pt x="29943" y="109303"/>
                  </a:lnTo>
                  <a:lnTo>
                    <a:pt x="33508" y="108147"/>
                  </a:lnTo>
                  <a:lnTo>
                    <a:pt x="34424" y="104080"/>
                  </a:lnTo>
                  <a:lnTo>
                    <a:pt x="32309" y="102320"/>
                  </a:lnTo>
                  <a:lnTo>
                    <a:pt x="28916" y="101393"/>
                  </a:lnTo>
                  <a:lnTo>
                    <a:pt x="28964" y="100769"/>
                  </a:lnTo>
                  <a:lnTo>
                    <a:pt x="28989" y="100446"/>
                  </a:lnTo>
                  <a:lnTo>
                    <a:pt x="29184" y="97905"/>
                  </a:lnTo>
                  <a:lnTo>
                    <a:pt x="32241" y="96505"/>
                  </a:lnTo>
                  <a:lnTo>
                    <a:pt x="32889" y="94379"/>
                  </a:lnTo>
                  <a:lnTo>
                    <a:pt x="31695" y="90993"/>
                  </a:lnTo>
                  <a:lnTo>
                    <a:pt x="35539" y="89546"/>
                  </a:lnTo>
                  <a:lnTo>
                    <a:pt x="37132" y="85567"/>
                  </a:lnTo>
                  <a:lnTo>
                    <a:pt x="41390" y="84239"/>
                  </a:lnTo>
                  <a:lnTo>
                    <a:pt x="40031" y="79682"/>
                  </a:lnTo>
                  <a:lnTo>
                    <a:pt x="42447" y="77538"/>
                  </a:lnTo>
                  <a:lnTo>
                    <a:pt x="47648" y="79464"/>
                  </a:lnTo>
                  <a:lnTo>
                    <a:pt x="48602" y="75130"/>
                  </a:lnTo>
                  <a:lnTo>
                    <a:pt x="53089" y="71881"/>
                  </a:lnTo>
                  <a:lnTo>
                    <a:pt x="52105" y="68152"/>
                  </a:lnTo>
                  <a:lnTo>
                    <a:pt x="52562" y="62295"/>
                  </a:lnTo>
                  <a:lnTo>
                    <a:pt x="53628" y="58375"/>
                  </a:lnTo>
                  <a:lnTo>
                    <a:pt x="50481" y="54539"/>
                  </a:lnTo>
                  <a:lnTo>
                    <a:pt x="51231" y="53056"/>
                  </a:lnTo>
                  <a:lnTo>
                    <a:pt x="52725" y="50093"/>
                  </a:lnTo>
                  <a:lnTo>
                    <a:pt x="52680" y="46701"/>
                  </a:lnTo>
                  <a:lnTo>
                    <a:pt x="55038" y="40941"/>
                  </a:lnTo>
                  <a:lnTo>
                    <a:pt x="57115" y="38572"/>
                  </a:lnTo>
                  <a:lnTo>
                    <a:pt x="57403" y="34486"/>
                  </a:lnTo>
                  <a:lnTo>
                    <a:pt x="61398" y="34002"/>
                  </a:lnTo>
                  <a:lnTo>
                    <a:pt x="61852" y="33947"/>
                  </a:lnTo>
                  <a:lnTo>
                    <a:pt x="67837" y="30060"/>
                  </a:lnTo>
                  <a:lnTo>
                    <a:pt x="67972" y="29944"/>
                  </a:lnTo>
                  <a:lnTo>
                    <a:pt x="72049" y="26440"/>
                  </a:lnTo>
                  <a:lnTo>
                    <a:pt x="72175" y="23761"/>
                  </a:lnTo>
                  <a:lnTo>
                    <a:pt x="67014" y="19246"/>
                  </a:lnTo>
                  <a:lnTo>
                    <a:pt x="103750" y="15022"/>
                  </a:lnTo>
                  <a:lnTo>
                    <a:pt x="108811" y="14415"/>
                  </a:lnTo>
                  <a:lnTo>
                    <a:pt x="110076" y="14263"/>
                  </a:lnTo>
                  <a:lnTo>
                    <a:pt x="114542" y="13722"/>
                  </a:lnTo>
                  <a:lnTo>
                    <a:pt x="129468" y="11892"/>
                  </a:lnTo>
                  <a:lnTo>
                    <a:pt x="135336" y="11130"/>
                  </a:lnTo>
                  <a:lnTo>
                    <a:pt x="146345" y="9684"/>
                  </a:lnTo>
                  <a:lnTo>
                    <a:pt x="158587" y="8052"/>
                  </a:lnTo>
                  <a:lnTo>
                    <a:pt x="159258" y="7963"/>
                  </a:lnTo>
                  <a:lnTo>
                    <a:pt x="173090" y="6116"/>
                  </a:lnTo>
                  <a:lnTo>
                    <a:pt x="175686" y="5765"/>
                  </a:lnTo>
                  <a:lnTo>
                    <a:pt x="198243" y="2638"/>
                  </a:lnTo>
                  <a:lnTo>
                    <a:pt x="204611" y="1780"/>
                  </a:lnTo>
                  <a:lnTo>
                    <a:pt x="205820" y="1617"/>
                  </a:lnTo>
                  <a:lnTo>
                    <a:pt x="213328" y="595"/>
                  </a:lnTo>
                  <a:lnTo>
                    <a:pt x="217459" y="0"/>
                  </a:lnTo>
                  <a:lnTo>
                    <a:pt x="221504" y="5899"/>
                  </a:lnTo>
                  <a:lnTo>
                    <a:pt x="225881" y="7946"/>
                  </a:lnTo>
                  <a:lnTo>
                    <a:pt x="226266" y="31700"/>
                  </a:lnTo>
                  <a:lnTo>
                    <a:pt x="226339" y="35307"/>
                  </a:lnTo>
                  <a:lnTo>
                    <a:pt x="226545" y="45756"/>
                  </a:lnTo>
                  <a:lnTo>
                    <a:pt x="226783" y="58259"/>
                  </a:lnTo>
                  <a:lnTo>
                    <a:pt x="227159" y="78907"/>
                  </a:lnTo>
                  <a:lnTo>
                    <a:pt x="227203" y="81390"/>
                  </a:lnTo>
                  <a:lnTo>
                    <a:pt x="227620" y="108987"/>
                  </a:lnTo>
                  <a:lnTo>
                    <a:pt x="227677" y="113049"/>
                  </a:lnTo>
                  <a:lnTo>
                    <a:pt x="227990" y="127540"/>
                  </a:lnTo>
                  <a:lnTo>
                    <a:pt x="228437" y="149143"/>
                  </a:lnTo>
                  <a:lnTo>
                    <a:pt x="228619" y="158304"/>
                  </a:lnTo>
                  <a:lnTo>
                    <a:pt x="228984" y="175254"/>
                  </a:lnTo>
                  <a:lnTo>
                    <a:pt x="229099" y="180723"/>
                  </a:lnTo>
                  <a:lnTo>
                    <a:pt x="229487" y="199809"/>
                  </a:lnTo>
                  <a:lnTo>
                    <a:pt x="229717" y="211557"/>
                  </a:lnTo>
                  <a:lnTo>
                    <a:pt x="230159" y="235227"/>
                  </a:lnTo>
                  <a:lnTo>
                    <a:pt x="230252" y="240369"/>
                  </a:lnTo>
                  <a:lnTo>
                    <a:pt x="230273" y="242348"/>
                  </a:lnTo>
                  <a:lnTo>
                    <a:pt x="230531" y="268235"/>
                  </a:lnTo>
                  <a:lnTo>
                    <a:pt x="230934" y="271641"/>
                  </a:lnTo>
                  <a:lnTo>
                    <a:pt x="231988" y="280575"/>
                  </a:lnTo>
                  <a:lnTo>
                    <a:pt x="233310" y="288560"/>
                  </a:lnTo>
                  <a:lnTo>
                    <a:pt x="234397" y="295125"/>
                  </a:lnTo>
                  <a:lnTo>
                    <a:pt x="237036" y="311115"/>
                  </a:lnTo>
                  <a:lnTo>
                    <a:pt x="237243" y="312368"/>
                  </a:lnTo>
                  <a:lnTo>
                    <a:pt x="241602" y="338777"/>
                  </a:lnTo>
                  <a:lnTo>
                    <a:pt x="243224" y="348759"/>
                  </a:lnTo>
                  <a:lnTo>
                    <a:pt x="246196" y="367054"/>
                  </a:lnTo>
                  <a:lnTo>
                    <a:pt x="246894" y="371355"/>
                  </a:lnTo>
                  <a:lnTo>
                    <a:pt x="246947" y="371685"/>
                  </a:lnTo>
                  <a:lnTo>
                    <a:pt x="249471" y="387903"/>
                  </a:lnTo>
                  <a:lnTo>
                    <a:pt x="251889" y="402859"/>
                  </a:lnTo>
                  <a:lnTo>
                    <a:pt x="251040" y="405374"/>
                  </a:lnTo>
                  <a:lnTo>
                    <a:pt x="248226" y="405258"/>
                  </a:lnTo>
                  <a:lnTo>
                    <a:pt x="246589" y="407915"/>
                  </a:lnTo>
                  <a:lnTo>
                    <a:pt x="242572" y="406691"/>
                  </a:lnTo>
                  <a:lnTo>
                    <a:pt x="238178" y="408071"/>
                  </a:lnTo>
                  <a:lnTo>
                    <a:pt x="235609" y="406401"/>
                  </a:lnTo>
                  <a:lnTo>
                    <a:pt x="231697" y="406205"/>
                  </a:lnTo>
                  <a:lnTo>
                    <a:pt x="229104" y="408164"/>
                  </a:lnTo>
                  <a:lnTo>
                    <a:pt x="225568" y="408283"/>
                  </a:lnTo>
                  <a:lnTo>
                    <a:pt x="221446" y="407976"/>
                  </a:lnTo>
                  <a:lnTo>
                    <a:pt x="220025" y="407870"/>
                  </a:lnTo>
                  <a:lnTo>
                    <a:pt x="214039" y="405768"/>
                  </a:lnTo>
                  <a:lnTo>
                    <a:pt x="208233" y="406745"/>
                  </a:lnTo>
                  <a:lnTo>
                    <a:pt x="199998" y="409791"/>
                  </a:lnTo>
                  <a:lnTo>
                    <a:pt x="192524" y="413975"/>
                  </a:lnTo>
                  <a:lnTo>
                    <a:pt x="184616" y="417036"/>
                  </a:lnTo>
                  <a:lnTo>
                    <a:pt x="183698" y="417466"/>
                  </a:lnTo>
                  <a:lnTo>
                    <a:pt x="180948" y="418755"/>
                  </a:lnTo>
                  <a:lnTo>
                    <a:pt x="175347" y="423640"/>
                  </a:lnTo>
                  <a:lnTo>
                    <a:pt x="173987" y="427340"/>
                  </a:lnTo>
                  <a:lnTo>
                    <a:pt x="171964" y="428775"/>
                  </a:lnTo>
                  <a:lnTo>
                    <a:pt x="168378" y="430161"/>
                  </a:lnTo>
                  <a:lnTo>
                    <a:pt x="161758" y="427779"/>
                  </a:lnTo>
                  <a:lnTo>
                    <a:pt x="158934" y="420129"/>
                  </a:lnTo>
                  <a:lnTo>
                    <a:pt x="154640" y="411374"/>
                  </a:lnTo>
                  <a:lnTo>
                    <a:pt x="152666" y="408102"/>
                  </a:lnTo>
                  <a:lnTo>
                    <a:pt x="151509" y="406183"/>
                  </a:lnTo>
                  <a:lnTo>
                    <a:pt x="144880" y="400486"/>
                  </a:lnTo>
                  <a:lnTo>
                    <a:pt x="141785" y="392745"/>
                  </a:lnTo>
                  <a:lnTo>
                    <a:pt x="141241" y="390635"/>
                  </a:lnTo>
                  <a:lnTo>
                    <a:pt x="139961" y="385669"/>
                  </a:lnTo>
                  <a:lnTo>
                    <a:pt x="142487" y="377198"/>
                  </a:lnTo>
                  <a:lnTo>
                    <a:pt x="144792" y="368807"/>
                  </a:lnTo>
                  <a:lnTo>
                    <a:pt x="145635" y="360855"/>
                  </a:lnTo>
                  <a:lnTo>
                    <a:pt x="137555" y="361848"/>
                  </a:lnTo>
                  <a:lnTo>
                    <a:pt x="132935" y="362411"/>
                  </a:lnTo>
                  <a:lnTo>
                    <a:pt x="105776" y="365666"/>
                  </a:lnTo>
                  <a:lnTo>
                    <a:pt x="99191" y="366438"/>
                  </a:lnTo>
                  <a:lnTo>
                    <a:pt x="84156" y="368146"/>
                  </a:lnTo>
                  <a:lnTo>
                    <a:pt x="82683" y="368312"/>
                  </a:lnTo>
                  <a:lnTo>
                    <a:pt x="68295" y="369910"/>
                  </a:lnTo>
                  <a:lnTo>
                    <a:pt x="63257" y="370456"/>
                  </a:lnTo>
                  <a:lnTo>
                    <a:pt x="45651" y="372332"/>
                  </a:lnTo>
                  <a:lnTo>
                    <a:pt x="36932" y="373244"/>
                  </a:lnTo>
                  <a:lnTo>
                    <a:pt x="33329" y="373617"/>
                  </a:lnTo>
                  <a:lnTo>
                    <a:pt x="2278" y="376696"/>
                  </a:lnTo>
                  <a:lnTo>
                    <a:pt x="2889" y="376140"/>
                  </a:lnTo>
                  <a:lnTo>
                    <a:pt x="7668" y="371787"/>
                  </a:lnTo>
                  <a:lnTo>
                    <a:pt x="4779" y="368402"/>
                  </a:lnTo>
                  <a:lnTo>
                    <a:pt x="2418" y="364659"/>
                  </a:lnTo>
                  <a:lnTo>
                    <a:pt x="4316" y="359651"/>
                  </a:lnTo>
                  <a:lnTo>
                    <a:pt x="4374" y="359497"/>
                  </a:lnTo>
                  <a:lnTo>
                    <a:pt x="0" y="35636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708933" y="2420696"/>
              <a:ext cx="700470" cy="442397"/>
            </a:xfrm>
            <a:custGeom>
              <a:avLst/>
              <a:pathLst>
                <a:path w="700470" h="442397">
                  <a:moveTo>
                    <a:pt x="18083" y="0"/>
                  </a:moveTo>
                  <a:lnTo>
                    <a:pt x="48825" y="6239"/>
                  </a:lnTo>
                  <a:lnTo>
                    <a:pt x="65261" y="9604"/>
                  </a:lnTo>
                  <a:lnTo>
                    <a:pt x="92323" y="14667"/>
                  </a:lnTo>
                  <a:lnTo>
                    <a:pt x="95073" y="15172"/>
                  </a:lnTo>
                  <a:lnTo>
                    <a:pt x="112101" y="18275"/>
                  </a:lnTo>
                  <a:lnTo>
                    <a:pt x="123104" y="20433"/>
                  </a:lnTo>
                  <a:lnTo>
                    <a:pt x="129414" y="21602"/>
                  </a:lnTo>
                  <a:lnTo>
                    <a:pt x="138468" y="23263"/>
                  </a:lnTo>
                  <a:lnTo>
                    <a:pt x="150552" y="25501"/>
                  </a:lnTo>
                  <a:lnTo>
                    <a:pt x="168469" y="28511"/>
                  </a:lnTo>
                  <a:lnTo>
                    <a:pt x="183136" y="30996"/>
                  </a:lnTo>
                  <a:lnTo>
                    <a:pt x="235378" y="39373"/>
                  </a:lnTo>
                  <a:lnTo>
                    <a:pt x="238191" y="39806"/>
                  </a:lnTo>
                  <a:lnTo>
                    <a:pt x="254601" y="42384"/>
                  </a:lnTo>
                  <a:lnTo>
                    <a:pt x="274629" y="45453"/>
                  </a:lnTo>
                  <a:lnTo>
                    <a:pt x="287744" y="47325"/>
                  </a:lnTo>
                  <a:lnTo>
                    <a:pt x="302855" y="49433"/>
                  </a:lnTo>
                  <a:lnTo>
                    <a:pt x="317687" y="51437"/>
                  </a:lnTo>
                  <a:lnTo>
                    <a:pt x="329716" y="53026"/>
                  </a:lnTo>
                  <a:lnTo>
                    <a:pt x="335042" y="53663"/>
                  </a:lnTo>
                  <a:lnTo>
                    <a:pt x="350211" y="55637"/>
                  </a:lnTo>
                  <a:lnTo>
                    <a:pt x="388435" y="60292"/>
                  </a:lnTo>
                  <a:lnTo>
                    <a:pt x="389073" y="60371"/>
                  </a:lnTo>
                  <a:lnTo>
                    <a:pt x="402683" y="62020"/>
                  </a:lnTo>
                  <a:lnTo>
                    <a:pt x="416935" y="63734"/>
                  </a:lnTo>
                  <a:lnTo>
                    <a:pt x="443047" y="66616"/>
                  </a:lnTo>
                  <a:lnTo>
                    <a:pt x="460572" y="68457"/>
                  </a:lnTo>
                  <a:lnTo>
                    <a:pt x="490958" y="71487"/>
                  </a:lnTo>
                  <a:lnTo>
                    <a:pt x="506032" y="72972"/>
                  </a:lnTo>
                  <a:lnTo>
                    <a:pt x="510467" y="73329"/>
                  </a:lnTo>
                  <a:lnTo>
                    <a:pt x="520979" y="74302"/>
                  </a:lnTo>
                  <a:lnTo>
                    <a:pt x="553160" y="77130"/>
                  </a:lnTo>
                  <a:lnTo>
                    <a:pt x="575127" y="78923"/>
                  </a:lnTo>
                  <a:lnTo>
                    <a:pt x="582111" y="79479"/>
                  </a:lnTo>
                  <a:lnTo>
                    <a:pt x="585636" y="79755"/>
                  </a:lnTo>
                  <a:lnTo>
                    <a:pt x="601384" y="80890"/>
                  </a:lnTo>
                  <a:lnTo>
                    <a:pt x="625458" y="82601"/>
                  </a:lnTo>
                  <a:lnTo>
                    <a:pt x="630660" y="82937"/>
                  </a:lnTo>
                  <a:lnTo>
                    <a:pt x="642564" y="83734"/>
                  </a:lnTo>
                  <a:lnTo>
                    <a:pt x="653010" y="84407"/>
                  </a:lnTo>
                  <a:lnTo>
                    <a:pt x="672059" y="85488"/>
                  </a:lnTo>
                  <a:lnTo>
                    <a:pt x="700470" y="86993"/>
                  </a:lnTo>
                  <a:lnTo>
                    <a:pt x="699759" y="100331"/>
                  </a:lnTo>
                  <a:lnTo>
                    <a:pt x="698827" y="119006"/>
                  </a:lnTo>
                  <a:lnTo>
                    <a:pt x="698218" y="131234"/>
                  </a:lnTo>
                  <a:lnTo>
                    <a:pt x="697783" y="140408"/>
                  </a:lnTo>
                  <a:lnTo>
                    <a:pt x="697172" y="153349"/>
                  </a:lnTo>
                  <a:lnTo>
                    <a:pt x="696150" y="174817"/>
                  </a:lnTo>
                  <a:lnTo>
                    <a:pt x="696047" y="176967"/>
                  </a:lnTo>
                  <a:lnTo>
                    <a:pt x="695375" y="191693"/>
                  </a:lnTo>
                  <a:lnTo>
                    <a:pt x="694381" y="209190"/>
                  </a:lnTo>
                  <a:lnTo>
                    <a:pt x="693387" y="227227"/>
                  </a:lnTo>
                  <a:lnTo>
                    <a:pt x="693074" y="232923"/>
                  </a:lnTo>
                  <a:lnTo>
                    <a:pt x="693066" y="233082"/>
                  </a:lnTo>
                  <a:lnTo>
                    <a:pt x="692185" y="250822"/>
                  </a:lnTo>
                  <a:lnTo>
                    <a:pt x="691271" y="267756"/>
                  </a:lnTo>
                  <a:lnTo>
                    <a:pt x="690284" y="287010"/>
                  </a:lnTo>
                  <a:lnTo>
                    <a:pt x="689972" y="293344"/>
                  </a:lnTo>
                  <a:lnTo>
                    <a:pt x="689538" y="302153"/>
                  </a:lnTo>
                  <a:lnTo>
                    <a:pt x="689405" y="304873"/>
                  </a:lnTo>
                  <a:lnTo>
                    <a:pt x="688554" y="321083"/>
                  </a:lnTo>
                  <a:lnTo>
                    <a:pt x="688356" y="324975"/>
                  </a:lnTo>
                  <a:lnTo>
                    <a:pt x="686873" y="354275"/>
                  </a:lnTo>
                  <a:lnTo>
                    <a:pt x="686672" y="359822"/>
                  </a:lnTo>
                  <a:lnTo>
                    <a:pt x="686617" y="361334"/>
                  </a:lnTo>
                  <a:lnTo>
                    <a:pt x="686183" y="371378"/>
                  </a:lnTo>
                  <a:lnTo>
                    <a:pt x="685377" y="388192"/>
                  </a:lnTo>
                  <a:lnTo>
                    <a:pt x="685092" y="394068"/>
                  </a:lnTo>
                  <a:lnTo>
                    <a:pt x="684498" y="407625"/>
                  </a:lnTo>
                  <a:lnTo>
                    <a:pt x="683972" y="418396"/>
                  </a:lnTo>
                  <a:lnTo>
                    <a:pt x="683597" y="426091"/>
                  </a:lnTo>
                  <a:lnTo>
                    <a:pt x="683097" y="437163"/>
                  </a:lnTo>
                  <a:lnTo>
                    <a:pt x="681944" y="437201"/>
                  </a:lnTo>
                  <a:lnTo>
                    <a:pt x="622136" y="433592"/>
                  </a:lnTo>
                  <a:lnTo>
                    <a:pt x="621334" y="433542"/>
                  </a:lnTo>
                  <a:lnTo>
                    <a:pt x="618964" y="433393"/>
                  </a:lnTo>
                  <a:lnTo>
                    <a:pt x="571311" y="430164"/>
                  </a:lnTo>
                  <a:lnTo>
                    <a:pt x="560376" y="429608"/>
                  </a:lnTo>
                  <a:lnTo>
                    <a:pt x="545608" y="428818"/>
                  </a:lnTo>
                  <a:lnTo>
                    <a:pt x="507058" y="425494"/>
                  </a:lnTo>
                  <a:lnTo>
                    <a:pt x="478577" y="422495"/>
                  </a:lnTo>
                  <a:lnTo>
                    <a:pt x="444076" y="419218"/>
                  </a:lnTo>
                  <a:lnTo>
                    <a:pt x="438791" y="418694"/>
                  </a:lnTo>
                  <a:lnTo>
                    <a:pt x="423322" y="417217"/>
                  </a:lnTo>
                  <a:lnTo>
                    <a:pt x="407797" y="415686"/>
                  </a:lnTo>
                  <a:lnTo>
                    <a:pt x="400365" y="414898"/>
                  </a:lnTo>
                  <a:lnTo>
                    <a:pt x="373263" y="411926"/>
                  </a:lnTo>
                  <a:lnTo>
                    <a:pt x="370794" y="411092"/>
                  </a:lnTo>
                  <a:lnTo>
                    <a:pt x="341836" y="408020"/>
                  </a:lnTo>
                  <a:lnTo>
                    <a:pt x="328077" y="406336"/>
                  </a:lnTo>
                  <a:lnTo>
                    <a:pt x="316017" y="404829"/>
                  </a:lnTo>
                  <a:lnTo>
                    <a:pt x="295769" y="402624"/>
                  </a:lnTo>
                  <a:lnTo>
                    <a:pt x="272347" y="400161"/>
                  </a:lnTo>
                  <a:lnTo>
                    <a:pt x="267585" y="398582"/>
                  </a:lnTo>
                  <a:lnTo>
                    <a:pt x="251680" y="396602"/>
                  </a:lnTo>
                  <a:lnTo>
                    <a:pt x="249309" y="408173"/>
                  </a:lnTo>
                  <a:lnTo>
                    <a:pt x="247712" y="420479"/>
                  </a:lnTo>
                  <a:lnTo>
                    <a:pt x="247020" y="425621"/>
                  </a:lnTo>
                  <a:lnTo>
                    <a:pt x="246537" y="429218"/>
                  </a:lnTo>
                  <a:lnTo>
                    <a:pt x="245132" y="442397"/>
                  </a:lnTo>
                  <a:lnTo>
                    <a:pt x="240814" y="440065"/>
                  </a:lnTo>
                  <a:lnTo>
                    <a:pt x="240026" y="436226"/>
                  </a:lnTo>
                  <a:lnTo>
                    <a:pt x="236933" y="432253"/>
                  </a:lnTo>
                  <a:lnTo>
                    <a:pt x="236108" y="427907"/>
                  </a:lnTo>
                  <a:lnTo>
                    <a:pt x="233905" y="423619"/>
                  </a:lnTo>
                  <a:lnTo>
                    <a:pt x="231209" y="418256"/>
                  </a:lnTo>
                  <a:lnTo>
                    <a:pt x="228248" y="415468"/>
                  </a:lnTo>
                  <a:lnTo>
                    <a:pt x="227813" y="415057"/>
                  </a:lnTo>
                  <a:lnTo>
                    <a:pt x="224083" y="417594"/>
                  </a:lnTo>
                  <a:lnTo>
                    <a:pt x="222660" y="419601"/>
                  </a:lnTo>
                  <a:lnTo>
                    <a:pt x="221728" y="420914"/>
                  </a:lnTo>
                  <a:lnTo>
                    <a:pt x="217441" y="428855"/>
                  </a:lnTo>
                  <a:lnTo>
                    <a:pt x="214406" y="430877"/>
                  </a:lnTo>
                  <a:lnTo>
                    <a:pt x="211083" y="430227"/>
                  </a:lnTo>
                  <a:lnTo>
                    <a:pt x="205754" y="429180"/>
                  </a:lnTo>
                  <a:lnTo>
                    <a:pt x="198752" y="432459"/>
                  </a:lnTo>
                  <a:lnTo>
                    <a:pt x="195560" y="427343"/>
                  </a:lnTo>
                  <a:lnTo>
                    <a:pt x="185145" y="428129"/>
                  </a:lnTo>
                  <a:lnTo>
                    <a:pt x="179424" y="428083"/>
                  </a:lnTo>
                  <a:lnTo>
                    <a:pt x="173672" y="425878"/>
                  </a:lnTo>
                  <a:lnTo>
                    <a:pt x="170032" y="423104"/>
                  </a:lnTo>
                  <a:lnTo>
                    <a:pt x="165032" y="425858"/>
                  </a:lnTo>
                  <a:lnTo>
                    <a:pt x="162207" y="432604"/>
                  </a:lnTo>
                  <a:lnTo>
                    <a:pt x="157346" y="429008"/>
                  </a:lnTo>
                  <a:lnTo>
                    <a:pt x="149572" y="426815"/>
                  </a:lnTo>
                  <a:lnTo>
                    <a:pt x="143214" y="424743"/>
                  </a:lnTo>
                  <a:lnTo>
                    <a:pt x="141484" y="424812"/>
                  </a:lnTo>
                  <a:lnTo>
                    <a:pt x="134977" y="428818"/>
                  </a:lnTo>
                  <a:lnTo>
                    <a:pt x="134883" y="431921"/>
                  </a:lnTo>
                  <a:lnTo>
                    <a:pt x="134549" y="432067"/>
                  </a:lnTo>
                  <a:lnTo>
                    <a:pt x="130821" y="433684"/>
                  </a:lnTo>
                  <a:lnTo>
                    <a:pt x="127050" y="429837"/>
                  </a:lnTo>
                  <a:lnTo>
                    <a:pt x="124386" y="424507"/>
                  </a:lnTo>
                  <a:lnTo>
                    <a:pt x="125039" y="420453"/>
                  </a:lnTo>
                  <a:lnTo>
                    <a:pt x="122530" y="414801"/>
                  </a:lnTo>
                  <a:lnTo>
                    <a:pt x="123979" y="410402"/>
                  </a:lnTo>
                  <a:lnTo>
                    <a:pt x="121916" y="403012"/>
                  </a:lnTo>
                  <a:lnTo>
                    <a:pt x="120857" y="397836"/>
                  </a:lnTo>
                  <a:lnTo>
                    <a:pt x="114604" y="391619"/>
                  </a:lnTo>
                  <a:lnTo>
                    <a:pt x="110941" y="393146"/>
                  </a:lnTo>
                  <a:lnTo>
                    <a:pt x="106835" y="389263"/>
                  </a:lnTo>
                  <a:lnTo>
                    <a:pt x="104185" y="388129"/>
                  </a:lnTo>
                  <a:lnTo>
                    <a:pt x="101989" y="381675"/>
                  </a:lnTo>
                  <a:lnTo>
                    <a:pt x="104170" y="378236"/>
                  </a:lnTo>
                  <a:lnTo>
                    <a:pt x="105628" y="373719"/>
                  </a:lnTo>
                  <a:lnTo>
                    <a:pt x="105520" y="369040"/>
                  </a:lnTo>
                  <a:lnTo>
                    <a:pt x="102535" y="364911"/>
                  </a:lnTo>
                  <a:lnTo>
                    <a:pt x="99073" y="361781"/>
                  </a:lnTo>
                  <a:lnTo>
                    <a:pt x="96065" y="351787"/>
                  </a:lnTo>
                  <a:lnTo>
                    <a:pt x="92228" y="343049"/>
                  </a:lnTo>
                  <a:lnTo>
                    <a:pt x="93312" y="337902"/>
                  </a:lnTo>
                  <a:lnTo>
                    <a:pt x="92078" y="333881"/>
                  </a:lnTo>
                  <a:lnTo>
                    <a:pt x="93073" y="329324"/>
                  </a:lnTo>
                  <a:lnTo>
                    <a:pt x="91124" y="325200"/>
                  </a:lnTo>
                  <a:lnTo>
                    <a:pt x="92075" y="318317"/>
                  </a:lnTo>
                  <a:lnTo>
                    <a:pt x="89109" y="315881"/>
                  </a:lnTo>
                  <a:lnTo>
                    <a:pt x="87165" y="313711"/>
                  </a:lnTo>
                  <a:lnTo>
                    <a:pt x="84776" y="309864"/>
                  </a:lnTo>
                  <a:lnTo>
                    <a:pt x="83655" y="308054"/>
                  </a:lnTo>
                  <a:lnTo>
                    <a:pt x="80940" y="307979"/>
                  </a:lnTo>
                  <a:lnTo>
                    <a:pt x="80338" y="311634"/>
                  </a:lnTo>
                  <a:lnTo>
                    <a:pt x="75476" y="315240"/>
                  </a:lnTo>
                  <a:lnTo>
                    <a:pt x="68364" y="319197"/>
                  </a:lnTo>
                  <a:lnTo>
                    <a:pt x="64311" y="319162"/>
                  </a:lnTo>
                  <a:lnTo>
                    <a:pt x="61777" y="323818"/>
                  </a:lnTo>
                  <a:lnTo>
                    <a:pt x="56588" y="321802"/>
                  </a:lnTo>
                  <a:lnTo>
                    <a:pt x="52081" y="316401"/>
                  </a:lnTo>
                  <a:lnTo>
                    <a:pt x="49341" y="314540"/>
                  </a:lnTo>
                  <a:lnTo>
                    <a:pt x="48705" y="312089"/>
                  </a:lnTo>
                  <a:lnTo>
                    <a:pt x="48182" y="310070"/>
                  </a:lnTo>
                  <a:lnTo>
                    <a:pt x="49016" y="306308"/>
                  </a:lnTo>
                  <a:lnTo>
                    <a:pt x="51474" y="305110"/>
                  </a:lnTo>
                  <a:lnTo>
                    <a:pt x="51999" y="300455"/>
                  </a:lnTo>
                  <a:lnTo>
                    <a:pt x="49461" y="294825"/>
                  </a:lnTo>
                  <a:lnTo>
                    <a:pt x="53063" y="290472"/>
                  </a:lnTo>
                  <a:lnTo>
                    <a:pt x="59001" y="289822"/>
                  </a:lnTo>
                  <a:lnTo>
                    <a:pt x="61500" y="287865"/>
                  </a:lnTo>
                  <a:lnTo>
                    <a:pt x="60468" y="285073"/>
                  </a:lnTo>
                  <a:lnTo>
                    <a:pt x="61906" y="280864"/>
                  </a:lnTo>
                  <a:lnTo>
                    <a:pt x="60008" y="278108"/>
                  </a:lnTo>
                  <a:lnTo>
                    <a:pt x="58341" y="274060"/>
                  </a:lnTo>
                  <a:lnTo>
                    <a:pt x="60600" y="268502"/>
                  </a:lnTo>
                  <a:lnTo>
                    <a:pt x="57402" y="265397"/>
                  </a:lnTo>
                  <a:lnTo>
                    <a:pt x="58468" y="261798"/>
                  </a:lnTo>
                  <a:lnTo>
                    <a:pt x="62655" y="262008"/>
                  </a:lnTo>
                  <a:lnTo>
                    <a:pt x="63423" y="256499"/>
                  </a:lnTo>
                  <a:lnTo>
                    <a:pt x="64508" y="253417"/>
                  </a:lnTo>
                  <a:lnTo>
                    <a:pt x="65663" y="250325"/>
                  </a:lnTo>
                  <a:lnTo>
                    <a:pt x="67420" y="243819"/>
                  </a:lnTo>
                  <a:lnTo>
                    <a:pt x="70043" y="242089"/>
                  </a:lnTo>
                  <a:lnTo>
                    <a:pt x="70336" y="234375"/>
                  </a:lnTo>
                  <a:lnTo>
                    <a:pt x="73521" y="234110"/>
                  </a:lnTo>
                  <a:lnTo>
                    <a:pt x="75820" y="228300"/>
                  </a:lnTo>
                  <a:lnTo>
                    <a:pt x="77541" y="222428"/>
                  </a:lnTo>
                  <a:lnTo>
                    <a:pt x="76784" y="221548"/>
                  </a:lnTo>
                  <a:lnTo>
                    <a:pt x="75530" y="220088"/>
                  </a:lnTo>
                  <a:lnTo>
                    <a:pt x="69763" y="220807"/>
                  </a:lnTo>
                  <a:lnTo>
                    <a:pt x="64143" y="220203"/>
                  </a:lnTo>
                  <a:lnTo>
                    <a:pt x="61693" y="219030"/>
                  </a:lnTo>
                  <a:lnTo>
                    <a:pt x="59994" y="218216"/>
                  </a:lnTo>
                  <a:lnTo>
                    <a:pt x="60570" y="213425"/>
                  </a:lnTo>
                  <a:lnTo>
                    <a:pt x="57927" y="211240"/>
                  </a:lnTo>
                  <a:lnTo>
                    <a:pt x="56759" y="210272"/>
                  </a:lnTo>
                  <a:lnTo>
                    <a:pt x="52729" y="209645"/>
                  </a:lnTo>
                  <a:lnTo>
                    <a:pt x="52036" y="205944"/>
                  </a:lnTo>
                  <a:lnTo>
                    <a:pt x="47262" y="202087"/>
                  </a:lnTo>
                  <a:lnTo>
                    <a:pt x="44510" y="196537"/>
                  </a:lnTo>
                  <a:lnTo>
                    <a:pt x="46201" y="192719"/>
                  </a:lnTo>
                  <a:lnTo>
                    <a:pt x="44520" y="190726"/>
                  </a:lnTo>
                  <a:lnTo>
                    <a:pt x="41052" y="186604"/>
                  </a:lnTo>
                  <a:lnTo>
                    <a:pt x="39579" y="181796"/>
                  </a:lnTo>
                  <a:lnTo>
                    <a:pt x="37333" y="177858"/>
                  </a:lnTo>
                  <a:lnTo>
                    <a:pt x="34507" y="171061"/>
                  </a:lnTo>
                  <a:lnTo>
                    <a:pt x="31381" y="166540"/>
                  </a:lnTo>
                  <a:lnTo>
                    <a:pt x="29862" y="163096"/>
                  </a:lnTo>
                  <a:lnTo>
                    <a:pt x="28621" y="158727"/>
                  </a:lnTo>
                  <a:lnTo>
                    <a:pt x="26169" y="157414"/>
                  </a:lnTo>
                  <a:lnTo>
                    <a:pt x="20749" y="154588"/>
                  </a:lnTo>
                  <a:lnTo>
                    <a:pt x="17712" y="151366"/>
                  </a:lnTo>
                  <a:lnTo>
                    <a:pt x="15920" y="146267"/>
                  </a:lnTo>
                  <a:lnTo>
                    <a:pt x="9176" y="140367"/>
                  </a:lnTo>
                  <a:lnTo>
                    <a:pt x="10872" y="137165"/>
                  </a:lnTo>
                  <a:lnTo>
                    <a:pt x="14666" y="135721"/>
                  </a:lnTo>
                  <a:lnTo>
                    <a:pt x="10798" y="130377"/>
                  </a:lnTo>
                  <a:lnTo>
                    <a:pt x="11319" y="126566"/>
                  </a:lnTo>
                  <a:lnTo>
                    <a:pt x="13696" y="122811"/>
                  </a:lnTo>
                  <a:lnTo>
                    <a:pt x="11826" y="119626"/>
                  </a:lnTo>
                  <a:lnTo>
                    <a:pt x="13280" y="116156"/>
                  </a:lnTo>
                  <a:lnTo>
                    <a:pt x="7994" y="109321"/>
                  </a:lnTo>
                  <a:lnTo>
                    <a:pt x="8369" y="104547"/>
                  </a:lnTo>
                  <a:lnTo>
                    <a:pt x="5685" y="101480"/>
                  </a:lnTo>
                  <a:lnTo>
                    <a:pt x="3282" y="96044"/>
                  </a:lnTo>
                  <a:lnTo>
                    <a:pt x="575" y="88734"/>
                  </a:lnTo>
                  <a:lnTo>
                    <a:pt x="330" y="87670"/>
                  </a:lnTo>
                  <a:lnTo>
                    <a:pt x="0" y="86228"/>
                  </a:lnTo>
                  <a:lnTo>
                    <a:pt x="2260" y="75459"/>
                  </a:lnTo>
                  <a:lnTo>
                    <a:pt x="3900" y="67601"/>
                  </a:lnTo>
                  <a:lnTo>
                    <a:pt x="5587" y="59526"/>
                  </a:lnTo>
                  <a:lnTo>
                    <a:pt x="8669" y="44758"/>
                  </a:lnTo>
                  <a:lnTo>
                    <a:pt x="9044" y="429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692231" y="3740728"/>
              <a:ext cx="606240" cy="282036"/>
            </a:xfrm>
            <a:custGeom>
              <a:avLst/>
              <a:pathLst>
                <a:path w="606240" h="282036">
                  <a:moveTo>
                    <a:pt x="69" y="256443"/>
                  </a:moveTo>
                  <a:lnTo>
                    <a:pt x="0" y="254599"/>
                  </a:lnTo>
                  <a:lnTo>
                    <a:pt x="3553" y="250134"/>
                  </a:lnTo>
                  <a:lnTo>
                    <a:pt x="7150" y="251982"/>
                  </a:lnTo>
                  <a:lnTo>
                    <a:pt x="12741" y="250315"/>
                  </a:lnTo>
                  <a:lnTo>
                    <a:pt x="16875" y="245528"/>
                  </a:lnTo>
                  <a:lnTo>
                    <a:pt x="17213" y="245136"/>
                  </a:lnTo>
                  <a:lnTo>
                    <a:pt x="15402" y="240791"/>
                  </a:lnTo>
                  <a:lnTo>
                    <a:pt x="17191" y="238367"/>
                  </a:lnTo>
                  <a:lnTo>
                    <a:pt x="15659" y="235470"/>
                  </a:lnTo>
                  <a:lnTo>
                    <a:pt x="18384" y="230912"/>
                  </a:lnTo>
                  <a:lnTo>
                    <a:pt x="19302" y="230260"/>
                  </a:lnTo>
                  <a:lnTo>
                    <a:pt x="19668" y="229999"/>
                  </a:lnTo>
                  <a:lnTo>
                    <a:pt x="22013" y="228331"/>
                  </a:lnTo>
                  <a:lnTo>
                    <a:pt x="26099" y="223459"/>
                  </a:lnTo>
                  <a:lnTo>
                    <a:pt x="30812" y="218708"/>
                  </a:lnTo>
                  <a:lnTo>
                    <a:pt x="38328" y="216721"/>
                  </a:lnTo>
                  <a:lnTo>
                    <a:pt x="39002" y="216543"/>
                  </a:lnTo>
                  <a:lnTo>
                    <a:pt x="43586" y="215755"/>
                  </a:lnTo>
                  <a:lnTo>
                    <a:pt x="49897" y="214856"/>
                  </a:lnTo>
                  <a:lnTo>
                    <a:pt x="52479" y="210768"/>
                  </a:lnTo>
                  <a:lnTo>
                    <a:pt x="54503" y="209623"/>
                  </a:lnTo>
                  <a:lnTo>
                    <a:pt x="58912" y="204328"/>
                  </a:lnTo>
                  <a:lnTo>
                    <a:pt x="62448" y="203858"/>
                  </a:lnTo>
                  <a:lnTo>
                    <a:pt x="63990" y="199489"/>
                  </a:lnTo>
                  <a:lnTo>
                    <a:pt x="64437" y="198222"/>
                  </a:lnTo>
                  <a:lnTo>
                    <a:pt x="68264" y="196616"/>
                  </a:lnTo>
                  <a:lnTo>
                    <a:pt x="70218" y="192827"/>
                  </a:lnTo>
                  <a:lnTo>
                    <a:pt x="74491" y="190817"/>
                  </a:lnTo>
                  <a:lnTo>
                    <a:pt x="77688" y="189118"/>
                  </a:lnTo>
                  <a:lnTo>
                    <a:pt x="82645" y="188555"/>
                  </a:lnTo>
                  <a:lnTo>
                    <a:pt x="83256" y="187279"/>
                  </a:lnTo>
                  <a:lnTo>
                    <a:pt x="84771" y="184110"/>
                  </a:lnTo>
                  <a:lnTo>
                    <a:pt x="86626" y="179489"/>
                  </a:lnTo>
                  <a:lnTo>
                    <a:pt x="85023" y="175133"/>
                  </a:lnTo>
                  <a:lnTo>
                    <a:pt x="86080" y="174293"/>
                  </a:lnTo>
                  <a:lnTo>
                    <a:pt x="88149" y="172646"/>
                  </a:lnTo>
                  <a:lnTo>
                    <a:pt x="91623" y="174024"/>
                  </a:lnTo>
                  <a:lnTo>
                    <a:pt x="93151" y="171180"/>
                  </a:lnTo>
                  <a:lnTo>
                    <a:pt x="93051" y="167583"/>
                  </a:lnTo>
                  <a:lnTo>
                    <a:pt x="96393" y="164580"/>
                  </a:lnTo>
                  <a:lnTo>
                    <a:pt x="102364" y="159387"/>
                  </a:lnTo>
                  <a:lnTo>
                    <a:pt x="104342" y="161203"/>
                  </a:lnTo>
                  <a:lnTo>
                    <a:pt x="105231" y="162018"/>
                  </a:lnTo>
                  <a:lnTo>
                    <a:pt x="105019" y="166689"/>
                  </a:lnTo>
                  <a:lnTo>
                    <a:pt x="109030" y="167683"/>
                  </a:lnTo>
                  <a:lnTo>
                    <a:pt x="112017" y="164527"/>
                  </a:lnTo>
                  <a:lnTo>
                    <a:pt x="114617" y="161776"/>
                  </a:lnTo>
                  <a:lnTo>
                    <a:pt x="116802" y="155345"/>
                  </a:lnTo>
                  <a:lnTo>
                    <a:pt x="117145" y="154335"/>
                  </a:lnTo>
                  <a:lnTo>
                    <a:pt x="120937" y="150667"/>
                  </a:lnTo>
                  <a:lnTo>
                    <a:pt x="124027" y="148360"/>
                  </a:lnTo>
                  <a:lnTo>
                    <a:pt x="126333" y="148392"/>
                  </a:lnTo>
                  <a:lnTo>
                    <a:pt x="129027" y="145457"/>
                  </a:lnTo>
                  <a:lnTo>
                    <a:pt x="129560" y="144875"/>
                  </a:lnTo>
                  <a:lnTo>
                    <a:pt x="134804" y="145785"/>
                  </a:lnTo>
                  <a:lnTo>
                    <a:pt x="136289" y="148319"/>
                  </a:lnTo>
                  <a:lnTo>
                    <a:pt x="139511" y="147500"/>
                  </a:lnTo>
                  <a:lnTo>
                    <a:pt x="142741" y="145123"/>
                  </a:lnTo>
                  <a:lnTo>
                    <a:pt x="145694" y="135145"/>
                  </a:lnTo>
                  <a:lnTo>
                    <a:pt x="146836" y="131604"/>
                  </a:lnTo>
                  <a:lnTo>
                    <a:pt x="147543" y="129413"/>
                  </a:lnTo>
                  <a:lnTo>
                    <a:pt x="147999" y="127994"/>
                  </a:lnTo>
                  <a:lnTo>
                    <a:pt x="152368" y="122952"/>
                  </a:lnTo>
                  <a:lnTo>
                    <a:pt x="156891" y="122515"/>
                  </a:lnTo>
                  <a:lnTo>
                    <a:pt x="161265" y="121770"/>
                  </a:lnTo>
                  <a:lnTo>
                    <a:pt x="159039" y="117655"/>
                  </a:lnTo>
                  <a:lnTo>
                    <a:pt x="158013" y="115760"/>
                  </a:lnTo>
                  <a:lnTo>
                    <a:pt x="159736" y="110464"/>
                  </a:lnTo>
                  <a:lnTo>
                    <a:pt x="158212" y="104602"/>
                  </a:lnTo>
                  <a:lnTo>
                    <a:pt x="158850" y="99843"/>
                  </a:lnTo>
                  <a:lnTo>
                    <a:pt x="171159" y="97822"/>
                  </a:lnTo>
                  <a:lnTo>
                    <a:pt x="181253" y="95853"/>
                  </a:lnTo>
                  <a:lnTo>
                    <a:pt x="193401" y="93459"/>
                  </a:lnTo>
                  <a:lnTo>
                    <a:pt x="201340" y="92068"/>
                  </a:lnTo>
                  <a:lnTo>
                    <a:pt x="212382" y="89973"/>
                  </a:lnTo>
                  <a:lnTo>
                    <a:pt x="216575" y="88975"/>
                  </a:lnTo>
                  <a:lnTo>
                    <a:pt x="225812" y="86765"/>
                  </a:lnTo>
                  <a:lnTo>
                    <a:pt x="232211" y="85620"/>
                  </a:lnTo>
                  <a:lnTo>
                    <a:pt x="244077" y="83476"/>
                  </a:lnTo>
                  <a:lnTo>
                    <a:pt x="244681" y="83366"/>
                  </a:lnTo>
                  <a:lnTo>
                    <a:pt x="254097" y="81664"/>
                  </a:lnTo>
                  <a:lnTo>
                    <a:pt x="270601" y="77770"/>
                  </a:lnTo>
                  <a:lnTo>
                    <a:pt x="272387" y="77346"/>
                  </a:lnTo>
                  <a:lnTo>
                    <a:pt x="293676" y="72180"/>
                  </a:lnTo>
                  <a:lnTo>
                    <a:pt x="307374" y="68810"/>
                  </a:lnTo>
                  <a:lnTo>
                    <a:pt x="307579" y="68759"/>
                  </a:lnTo>
                  <a:lnTo>
                    <a:pt x="310336" y="68055"/>
                  </a:lnTo>
                  <a:lnTo>
                    <a:pt x="318957" y="65843"/>
                  </a:lnTo>
                  <a:lnTo>
                    <a:pt x="327419" y="63659"/>
                  </a:lnTo>
                  <a:lnTo>
                    <a:pt x="332856" y="62248"/>
                  </a:lnTo>
                  <a:lnTo>
                    <a:pt x="346170" y="58768"/>
                  </a:lnTo>
                  <a:lnTo>
                    <a:pt x="356062" y="56225"/>
                  </a:lnTo>
                  <a:lnTo>
                    <a:pt x="360278" y="55135"/>
                  </a:lnTo>
                  <a:lnTo>
                    <a:pt x="375478" y="51177"/>
                  </a:lnTo>
                  <a:lnTo>
                    <a:pt x="379038" y="50197"/>
                  </a:lnTo>
                  <a:lnTo>
                    <a:pt x="388059" y="47702"/>
                  </a:lnTo>
                  <a:lnTo>
                    <a:pt x="400938" y="44112"/>
                  </a:lnTo>
                  <a:lnTo>
                    <a:pt x="406792" y="42492"/>
                  </a:lnTo>
                  <a:lnTo>
                    <a:pt x="416675" y="39741"/>
                  </a:lnTo>
                  <a:lnTo>
                    <a:pt x="425623" y="37234"/>
                  </a:lnTo>
                  <a:lnTo>
                    <a:pt x="426796" y="36904"/>
                  </a:lnTo>
                  <a:lnTo>
                    <a:pt x="457192" y="28397"/>
                  </a:lnTo>
                  <a:lnTo>
                    <a:pt x="464516" y="26320"/>
                  </a:lnTo>
                  <a:lnTo>
                    <a:pt x="466258" y="25828"/>
                  </a:lnTo>
                  <a:lnTo>
                    <a:pt x="472501" y="24060"/>
                  </a:lnTo>
                  <a:lnTo>
                    <a:pt x="482994" y="21067"/>
                  </a:lnTo>
                  <a:lnTo>
                    <a:pt x="494817" y="17216"/>
                  </a:lnTo>
                  <a:lnTo>
                    <a:pt x="508016" y="13404"/>
                  </a:lnTo>
                  <a:lnTo>
                    <a:pt x="511408" y="12418"/>
                  </a:lnTo>
                  <a:lnTo>
                    <a:pt x="523379" y="8922"/>
                  </a:lnTo>
                  <a:lnTo>
                    <a:pt x="536181" y="5132"/>
                  </a:lnTo>
                  <a:lnTo>
                    <a:pt x="542590" y="3223"/>
                  </a:lnTo>
                  <a:lnTo>
                    <a:pt x="553284" y="0"/>
                  </a:lnTo>
                  <a:lnTo>
                    <a:pt x="557871" y="9286"/>
                  </a:lnTo>
                  <a:lnTo>
                    <a:pt x="564021" y="20742"/>
                  </a:lnTo>
                  <a:lnTo>
                    <a:pt x="567094" y="25181"/>
                  </a:lnTo>
                  <a:lnTo>
                    <a:pt x="573343" y="34197"/>
                  </a:lnTo>
                  <a:lnTo>
                    <a:pt x="579519" y="40915"/>
                  </a:lnTo>
                  <a:lnTo>
                    <a:pt x="589132" y="52471"/>
                  </a:lnTo>
                  <a:lnTo>
                    <a:pt x="594739" y="59445"/>
                  </a:lnTo>
                  <a:lnTo>
                    <a:pt x="597226" y="62425"/>
                  </a:lnTo>
                  <a:lnTo>
                    <a:pt x="602807" y="72878"/>
                  </a:lnTo>
                  <a:lnTo>
                    <a:pt x="605623" y="90897"/>
                  </a:lnTo>
                  <a:lnTo>
                    <a:pt x="606240" y="105978"/>
                  </a:lnTo>
                  <a:lnTo>
                    <a:pt x="599427" y="108552"/>
                  </a:lnTo>
                  <a:lnTo>
                    <a:pt x="592438" y="113844"/>
                  </a:lnTo>
                  <a:lnTo>
                    <a:pt x="591925" y="114232"/>
                  </a:lnTo>
                  <a:lnTo>
                    <a:pt x="582772" y="122805"/>
                  </a:lnTo>
                  <a:lnTo>
                    <a:pt x="577221" y="129760"/>
                  </a:lnTo>
                  <a:lnTo>
                    <a:pt x="570374" y="138579"/>
                  </a:lnTo>
                  <a:lnTo>
                    <a:pt x="565633" y="147532"/>
                  </a:lnTo>
                  <a:lnTo>
                    <a:pt x="561512" y="153615"/>
                  </a:lnTo>
                  <a:lnTo>
                    <a:pt x="557737" y="160926"/>
                  </a:lnTo>
                  <a:lnTo>
                    <a:pt x="554893" y="168179"/>
                  </a:lnTo>
                  <a:lnTo>
                    <a:pt x="551745" y="180621"/>
                  </a:lnTo>
                  <a:lnTo>
                    <a:pt x="549650" y="177593"/>
                  </a:lnTo>
                  <a:lnTo>
                    <a:pt x="544212" y="175105"/>
                  </a:lnTo>
                  <a:lnTo>
                    <a:pt x="536225" y="175189"/>
                  </a:lnTo>
                  <a:lnTo>
                    <a:pt x="524154" y="179901"/>
                  </a:lnTo>
                  <a:lnTo>
                    <a:pt x="510830" y="187755"/>
                  </a:lnTo>
                  <a:lnTo>
                    <a:pt x="509289" y="188661"/>
                  </a:lnTo>
                  <a:lnTo>
                    <a:pt x="503046" y="194558"/>
                  </a:lnTo>
                  <a:lnTo>
                    <a:pt x="498493" y="200568"/>
                  </a:lnTo>
                  <a:lnTo>
                    <a:pt x="490104" y="208754"/>
                  </a:lnTo>
                  <a:lnTo>
                    <a:pt x="487182" y="212659"/>
                  </a:lnTo>
                  <a:lnTo>
                    <a:pt x="480470" y="221598"/>
                  </a:lnTo>
                  <a:lnTo>
                    <a:pt x="476439" y="229015"/>
                  </a:lnTo>
                  <a:lnTo>
                    <a:pt x="473837" y="233786"/>
                  </a:lnTo>
                  <a:lnTo>
                    <a:pt x="470991" y="242119"/>
                  </a:lnTo>
                  <a:lnTo>
                    <a:pt x="469597" y="253817"/>
                  </a:lnTo>
                  <a:lnTo>
                    <a:pt x="468843" y="260073"/>
                  </a:lnTo>
                  <a:lnTo>
                    <a:pt x="468530" y="264814"/>
                  </a:lnTo>
                  <a:lnTo>
                    <a:pt x="468114" y="271041"/>
                  </a:lnTo>
                  <a:lnTo>
                    <a:pt x="464740" y="271458"/>
                  </a:lnTo>
                  <a:lnTo>
                    <a:pt x="463308" y="269151"/>
                  </a:lnTo>
                  <a:lnTo>
                    <a:pt x="454541" y="269324"/>
                  </a:lnTo>
                  <a:lnTo>
                    <a:pt x="444780" y="271902"/>
                  </a:lnTo>
                  <a:lnTo>
                    <a:pt x="437426" y="274791"/>
                  </a:lnTo>
                  <a:lnTo>
                    <a:pt x="427400" y="282036"/>
                  </a:lnTo>
                  <a:lnTo>
                    <a:pt x="420879" y="277893"/>
                  </a:lnTo>
                  <a:lnTo>
                    <a:pt x="417848" y="276002"/>
                  </a:lnTo>
                  <a:lnTo>
                    <a:pt x="403909" y="267282"/>
                  </a:lnTo>
                  <a:lnTo>
                    <a:pt x="381496" y="253241"/>
                  </a:lnTo>
                  <a:lnTo>
                    <a:pt x="378284" y="251176"/>
                  </a:lnTo>
                  <a:lnTo>
                    <a:pt x="356702" y="237232"/>
                  </a:lnTo>
                  <a:lnTo>
                    <a:pt x="348847" y="232390"/>
                  </a:lnTo>
                  <a:lnTo>
                    <a:pt x="347864" y="231784"/>
                  </a:lnTo>
                  <a:lnTo>
                    <a:pt x="329662" y="220504"/>
                  </a:lnTo>
                  <a:lnTo>
                    <a:pt x="328429" y="220790"/>
                  </a:lnTo>
                  <a:lnTo>
                    <a:pt x="312225" y="224516"/>
                  </a:lnTo>
                  <a:lnTo>
                    <a:pt x="312035" y="224559"/>
                  </a:lnTo>
                  <a:lnTo>
                    <a:pt x="301552" y="226944"/>
                  </a:lnTo>
                  <a:lnTo>
                    <a:pt x="284480" y="230704"/>
                  </a:lnTo>
                  <a:lnTo>
                    <a:pt x="267587" y="234372"/>
                  </a:lnTo>
                  <a:lnTo>
                    <a:pt x="251027" y="237683"/>
                  </a:lnTo>
                  <a:lnTo>
                    <a:pt x="250068" y="227821"/>
                  </a:lnTo>
                  <a:lnTo>
                    <a:pt x="244809" y="223129"/>
                  </a:lnTo>
                  <a:lnTo>
                    <a:pt x="238916" y="217860"/>
                  </a:lnTo>
                  <a:lnTo>
                    <a:pt x="236335" y="215549"/>
                  </a:lnTo>
                  <a:lnTo>
                    <a:pt x="230020" y="222656"/>
                  </a:lnTo>
                  <a:lnTo>
                    <a:pt x="228362" y="220473"/>
                  </a:lnTo>
                  <a:lnTo>
                    <a:pt x="228970" y="215886"/>
                  </a:lnTo>
                  <a:lnTo>
                    <a:pt x="228154" y="213893"/>
                  </a:lnTo>
                  <a:lnTo>
                    <a:pt x="228071" y="213689"/>
                  </a:lnTo>
                  <a:lnTo>
                    <a:pt x="207961" y="217112"/>
                  </a:lnTo>
                  <a:lnTo>
                    <a:pt x="205174" y="217580"/>
                  </a:lnTo>
                  <a:lnTo>
                    <a:pt x="196239" y="219074"/>
                  </a:lnTo>
                  <a:lnTo>
                    <a:pt x="176958" y="222488"/>
                  </a:lnTo>
                  <a:lnTo>
                    <a:pt x="169472" y="223795"/>
                  </a:lnTo>
                  <a:lnTo>
                    <a:pt x="162783" y="224955"/>
                  </a:lnTo>
                  <a:lnTo>
                    <a:pt x="157830" y="225809"/>
                  </a:lnTo>
                  <a:lnTo>
                    <a:pt x="153181" y="226691"/>
                  </a:lnTo>
                  <a:lnTo>
                    <a:pt x="145443" y="228150"/>
                  </a:lnTo>
                  <a:lnTo>
                    <a:pt x="139867" y="229195"/>
                  </a:lnTo>
                  <a:lnTo>
                    <a:pt x="138589" y="229364"/>
                  </a:lnTo>
                  <a:lnTo>
                    <a:pt x="135762" y="229738"/>
                  </a:lnTo>
                  <a:lnTo>
                    <a:pt x="131635" y="230280"/>
                  </a:lnTo>
                  <a:lnTo>
                    <a:pt x="128948" y="233098"/>
                  </a:lnTo>
                  <a:lnTo>
                    <a:pt x="123920" y="236119"/>
                  </a:lnTo>
                  <a:lnTo>
                    <a:pt x="120908" y="237574"/>
                  </a:lnTo>
                  <a:lnTo>
                    <a:pt x="113677" y="241058"/>
                  </a:lnTo>
                  <a:lnTo>
                    <a:pt x="110178" y="245858"/>
                  </a:lnTo>
                  <a:lnTo>
                    <a:pt x="109057" y="245850"/>
                  </a:lnTo>
                  <a:lnTo>
                    <a:pt x="107489" y="245839"/>
                  </a:lnTo>
                  <a:lnTo>
                    <a:pt x="99948" y="250053"/>
                  </a:lnTo>
                  <a:lnTo>
                    <a:pt x="92629" y="254162"/>
                  </a:lnTo>
                  <a:lnTo>
                    <a:pt x="86006" y="257868"/>
                  </a:lnTo>
                  <a:lnTo>
                    <a:pt x="71027" y="261331"/>
                  </a:lnTo>
                  <a:lnTo>
                    <a:pt x="59842" y="264017"/>
                  </a:lnTo>
                  <a:lnTo>
                    <a:pt x="55208" y="265123"/>
                  </a:lnTo>
                  <a:lnTo>
                    <a:pt x="50259" y="266300"/>
                  </a:lnTo>
                  <a:lnTo>
                    <a:pt x="27945" y="270582"/>
                  </a:lnTo>
                  <a:lnTo>
                    <a:pt x="23103" y="271502"/>
                  </a:lnTo>
                  <a:lnTo>
                    <a:pt x="14351" y="273154"/>
                  </a:lnTo>
                  <a:lnTo>
                    <a:pt x="777" y="27569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3706374" y="2501346"/>
              <a:ext cx="455611" cy="273813"/>
            </a:xfrm>
            <a:custGeom>
              <a:avLst/>
              <a:pathLst>
                <a:path w="455611" h="273813">
                  <a:moveTo>
                    <a:pt x="13597" y="0"/>
                  </a:moveTo>
                  <a:lnTo>
                    <a:pt x="52260" y="1885"/>
                  </a:lnTo>
                  <a:lnTo>
                    <a:pt x="77341" y="2845"/>
                  </a:lnTo>
                  <a:lnTo>
                    <a:pt x="82427" y="3023"/>
                  </a:lnTo>
                  <a:lnTo>
                    <a:pt x="118832" y="4259"/>
                  </a:lnTo>
                  <a:lnTo>
                    <a:pt x="130087" y="4541"/>
                  </a:lnTo>
                  <a:lnTo>
                    <a:pt x="152842" y="5026"/>
                  </a:lnTo>
                  <a:lnTo>
                    <a:pt x="160253" y="5173"/>
                  </a:lnTo>
                  <a:lnTo>
                    <a:pt x="181593" y="5530"/>
                  </a:lnTo>
                  <a:lnTo>
                    <a:pt x="221489" y="5892"/>
                  </a:lnTo>
                  <a:lnTo>
                    <a:pt x="235813" y="5962"/>
                  </a:lnTo>
                  <a:lnTo>
                    <a:pt x="251274" y="5987"/>
                  </a:lnTo>
                  <a:lnTo>
                    <a:pt x="273588" y="5890"/>
                  </a:lnTo>
                  <a:lnTo>
                    <a:pt x="282197" y="5823"/>
                  </a:lnTo>
                  <a:lnTo>
                    <a:pt x="303834" y="5547"/>
                  </a:lnTo>
                  <a:lnTo>
                    <a:pt x="311354" y="5427"/>
                  </a:lnTo>
                  <a:lnTo>
                    <a:pt x="364193" y="4344"/>
                  </a:lnTo>
                  <a:lnTo>
                    <a:pt x="374210" y="4070"/>
                  </a:lnTo>
                  <a:lnTo>
                    <a:pt x="405631" y="3075"/>
                  </a:lnTo>
                  <a:lnTo>
                    <a:pt x="405872" y="7870"/>
                  </a:lnTo>
                  <a:lnTo>
                    <a:pt x="408451" y="14638"/>
                  </a:lnTo>
                  <a:lnTo>
                    <a:pt x="410762" y="22880"/>
                  </a:lnTo>
                  <a:lnTo>
                    <a:pt x="412763" y="27979"/>
                  </a:lnTo>
                  <a:lnTo>
                    <a:pt x="414140" y="31932"/>
                  </a:lnTo>
                  <a:lnTo>
                    <a:pt x="411931" y="39390"/>
                  </a:lnTo>
                  <a:lnTo>
                    <a:pt x="411781" y="42887"/>
                  </a:lnTo>
                  <a:lnTo>
                    <a:pt x="411769" y="43163"/>
                  </a:lnTo>
                  <a:lnTo>
                    <a:pt x="411737" y="43904"/>
                  </a:lnTo>
                  <a:lnTo>
                    <a:pt x="412643" y="52791"/>
                  </a:lnTo>
                  <a:lnTo>
                    <a:pt x="412995" y="60311"/>
                  </a:lnTo>
                  <a:lnTo>
                    <a:pt x="413763" y="67888"/>
                  </a:lnTo>
                  <a:lnTo>
                    <a:pt x="413248" y="73526"/>
                  </a:lnTo>
                  <a:lnTo>
                    <a:pt x="413083" y="75326"/>
                  </a:lnTo>
                  <a:lnTo>
                    <a:pt x="413046" y="75737"/>
                  </a:lnTo>
                  <a:lnTo>
                    <a:pt x="415699" y="82407"/>
                  </a:lnTo>
                  <a:lnTo>
                    <a:pt x="418056" y="88027"/>
                  </a:lnTo>
                  <a:lnTo>
                    <a:pt x="420218" y="96098"/>
                  </a:lnTo>
                  <a:lnTo>
                    <a:pt x="422922" y="103789"/>
                  </a:lnTo>
                  <a:lnTo>
                    <a:pt x="427252" y="112348"/>
                  </a:lnTo>
                  <a:lnTo>
                    <a:pt x="429566" y="118637"/>
                  </a:lnTo>
                  <a:lnTo>
                    <a:pt x="430302" y="120634"/>
                  </a:lnTo>
                  <a:lnTo>
                    <a:pt x="432242" y="127310"/>
                  </a:lnTo>
                  <a:lnTo>
                    <a:pt x="432386" y="133690"/>
                  </a:lnTo>
                  <a:lnTo>
                    <a:pt x="432502" y="138833"/>
                  </a:lnTo>
                  <a:lnTo>
                    <a:pt x="434100" y="153103"/>
                  </a:lnTo>
                  <a:lnTo>
                    <a:pt x="434487" y="156507"/>
                  </a:lnTo>
                  <a:lnTo>
                    <a:pt x="435357" y="164140"/>
                  </a:lnTo>
                  <a:lnTo>
                    <a:pt x="436048" y="170197"/>
                  </a:lnTo>
                  <a:lnTo>
                    <a:pt x="435438" y="176450"/>
                  </a:lnTo>
                  <a:lnTo>
                    <a:pt x="439938" y="184829"/>
                  </a:lnTo>
                  <a:lnTo>
                    <a:pt x="438933" y="196701"/>
                  </a:lnTo>
                  <a:lnTo>
                    <a:pt x="439351" y="204117"/>
                  </a:lnTo>
                  <a:lnTo>
                    <a:pt x="439377" y="209120"/>
                  </a:lnTo>
                  <a:lnTo>
                    <a:pt x="439639" y="209649"/>
                  </a:lnTo>
                  <a:lnTo>
                    <a:pt x="442353" y="215120"/>
                  </a:lnTo>
                  <a:lnTo>
                    <a:pt x="444954" y="226472"/>
                  </a:lnTo>
                  <a:lnTo>
                    <a:pt x="448965" y="233041"/>
                  </a:lnTo>
                  <a:lnTo>
                    <a:pt x="451904" y="236334"/>
                  </a:lnTo>
                  <a:lnTo>
                    <a:pt x="452602" y="245048"/>
                  </a:lnTo>
                  <a:lnTo>
                    <a:pt x="455608" y="256837"/>
                  </a:lnTo>
                  <a:lnTo>
                    <a:pt x="454737" y="262320"/>
                  </a:lnTo>
                  <a:lnTo>
                    <a:pt x="454662" y="262792"/>
                  </a:lnTo>
                  <a:lnTo>
                    <a:pt x="455611" y="269882"/>
                  </a:lnTo>
                  <a:lnTo>
                    <a:pt x="424053" y="271073"/>
                  </a:lnTo>
                  <a:lnTo>
                    <a:pt x="415153" y="271403"/>
                  </a:lnTo>
                  <a:lnTo>
                    <a:pt x="396016" y="272059"/>
                  </a:lnTo>
                  <a:lnTo>
                    <a:pt x="381738" y="272461"/>
                  </a:lnTo>
                  <a:lnTo>
                    <a:pt x="369451" y="272737"/>
                  </a:lnTo>
                  <a:lnTo>
                    <a:pt x="367664" y="272774"/>
                  </a:lnTo>
                  <a:lnTo>
                    <a:pt x="363863" y="272852"/>
                  </a:lnTo>
                  <a:lnTo>
                    <a:pt x="342909" y="273280"/>
                  </a:lnTo>
                  <a:lnTo>
                    <a:pt x="330061" y="273365"/>
                  </a:lnTo>
                  <a:lnTo>
                    <a:pt x="324030" y="273425"/>
                  </a:lnTo>
                  <a:lnTo>
                    <a:pt x="306887" y="273554"/>
                  </a:lnTo>
                  <a:lnTo>
                    <a:pt x="301580" y="273596"/>
                  </a:lnTo>
                  <a:lnTo>
                    <a:pt x="286222" y="273735"/>
                  </a:lnTo>
                  <a:lnTo>
                    <a:pt x="277371" y="273793"/>
                  </a:lnTo>
                  <a:lnTo>
                    <a:pt x="270004" y="273769"/>
                  </a:lnTo>
                  <a:lnTo>
                    <a:pt x="263491" y="273813"/>
                  </a:lnTo>
                  <a:lnTo>
                    <a:pt x="253608" y="273771"/>
                  </a:lnTo>
                  <a:lnTo>
                    <a:pt x="237050" y="273696"/>
                  </a:lnTo>
                  <a:lnTo>
                    <a:pt x="228396" y="273604"/>
                  </a:lnTo>
                  <a:lnTo>
                    <a:pt x="215894" y="273510"/>
                  </a:lnTo>
                  <a:lnTo>
                    <a:pt x="215127" y="273504"/>
                  </a:lnTo>
                  <a:lnTo>
                    <a:pt x="199887" y="273373"/>
                  </a:lnTo>
                  <a:lnTo>
                    <a:pt x="178889" y="273111"/>
                  </a:lnTo>
                  <a:lnTo>
                    <a:pt x="163146" y="272861"/>
                  </a:lnTo>
                  <a:lnTo>
                    <a:pt x="151452" y="272648"/>
                  </a:lnTo>
                  <a:lnTo>
                    <a:pt x="136999" y="272322"/>
                  </a:lnTo>
                  <a:lnTo>
                    <a:pt x="124449" y="272014"/>
                  </a:lnTo>
                  <a:lnTo>
                    <a:pt x="119159" y="271875"/>
                  </a:lnTo>
                  <a:lnTo>
                    <a:pt x="104505" y="271456"/>
                  </a:lnTo>
                  <a:lnTo>
                    <a:pt x="90945" y="271027"/>
                  </a:lnTo>
                  <a:lnTo>
                    <a:pt x="81575" y="270717"/>
                  </a:lnTo>
                  <a:lnTo>
                    <a:pt x="70899" y="270347"/>
                  </a:lnTo>
                  <a:lnTo>
                    <a:pt x="67136" y="270209"/>
                  </a:lnTo>
                  <a:lnTo>
                    <a:pt x="63899" y="270088"/>
                  </a:lnTo>
                  <a:lnTo>
                    <a:pt x="50318" y="269557"/>
                  </a:lnTo>
                  <a:lnTo>
                    <a:pt x="37146" y="269006"/>
                  </a:lnTo>
                  <a:lnTo>
                    <a:pt x="23399" y="268406"/>
                  </a:lnTo>
                  <a:lnTo>
                    <a:pt x="0" y="267281"/>
                  </a:lnTo>
                  <a:lnTo>
                    <a:pt x="1483" y="237981"/>
                  </a:lnTo>
                  <a:lnTo>
                    <a:pt x="1681" y="234090"/>
                  </a:lnTo>
                  <a:lnTo>
                    <a:pt x="2531" y="217879"/>
                  </a:lnTo>
                  <a:lnTo>
                    <a:pt x="2665" y="215159"/>
                  </a:lnTo>
                  <a:lnTo>
                    <a:pt x="3099" y="206351"/>
                  </a:lnTo>
                  <a:lnTo>
                    <a:pt x="3411" y="200016"/>
                  </a:lnTo>
                  <a:lnTo>
                    <a:pt x="4398" y="180763"/>
                  </a:lnTo>
                  <a:lnTo>
                    <a:pt x="5311" y="163828"/>
                  </a:lnTo>
                  <a:lnTo>
                    <a:pt x="6193" y="146088"/>
                  </a:lnTo>
                  <a:lnTo>
                    <a:pt x="6200" y="145929"/>
                  </a:lnTo>
                  <a:lnTo>
                    <a:pt x="6514" y="140233"/>
                  </a:lnTo>
                  <a:lnTo>
                    <a:pt x="7507" y="122197"/>
                  </a:lnTo>
                  <a:lnTo>
                    <a:pt x="8502" y="104699"/>
                  </a:lnTo>
                  <a:lnTo>
                    <a:pt x="9174" y="89973"/>
                  </a:lnTo>
                  <a:lnTo>
                    <a:pt x="9277" y="87822"/>
                  </a:lnTo>
                  <a:lnTo>
                    <a:pt x="10299" y="66355"/>
                  </a:lnTo>
                  <a:lnTo>
                    <a:pt x="10910" y="53414"/>
                  </a:lnTo>
                  <a:lnTo>
                    <a:pt x="11345" y="44241"/>
                  </a:lnTo>
                  <a:lnTo>
                    <a:pt x="11954" y="32012"/>
                  </a:lnTo>
                  <a:lnTo>
                    <a:pt x="12886" y="1333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4597328" y="4038747"/>
              <a:ext cx="355027" cy="328660"/>
            </a:xfrm>
            <a:custGeom>
              <a:avLst/>
              <a:pathLst>
                <a:path w="355027" h="328660">
                  <a:moveTo>
                    <a:pt x="0" y="28153"/>
                  </a:moveTo>
                  <a:lnTo>
                    <a:pt x="18079" y="26950"/>
                  </a:lnTo>
                  <a:lnTo>
                    <a:pt x="38088" y="25627"/>
                  </a:lnTo>
                  <a:lnTo>
                    <a:pt x="46390" y="25058"/>
                  </a:lnTo>
                  <a:lnTo>
                    <a:pt x="52900" y="24572"/>
                  </a:lnTo>
                  <a:lnTo>
                    <a:pt x="64618" y="23680"/>
                  </a:lnTo>
                  <a:lnTo>
                    <a:pt x="72776" y="23083"/>
                  </a:lnTo>
                  <a:lnTo>
                    <a:pt x="83844" y="22253"/>
                  </a:lnTo>
                  <a:lnTo>
                    <a:pt x="91701" y="21656"/>
                  </a:lnTo>
                  <a:lnTo>
                    <a:pt x="93267" y="21536"/>
                  </a:lnTo>
                  <a:lnTo>
                    <a:pt x="105023" y="20620"/>
                  </a:lnTo>
                  <a:lnTo>
                    <a:pt x="124146" y="19005"/>
                  </a:lnTo>
                  <a:lnTo>
                    <a:pt x="125209" y="18914"/>
                  </a:lnTo>
                  <a:lnTo>
                    <a:pt x="129887" y="18508"/>
                  </a:lnTo>
                  <a:lnTo>
                    <a:pt x="144513" y="17214"/>
                  </a:lnTo>
                  <a:lnTo>
                    <a:pt x="146980" y="17002"/>
                  </a:lnTo>
                  <a:lnTo>
                    <a:pt x="159551" y="15900"/>
                  </a:lnTo>
                  <a:lnTo>
                    <a:pt x="173597" y="14570"/>
                  </a:lnTo>
                  <a:lnTo>
                    <a:pt x="175697" y="14368"/>
                  </a:lnTo>
                  <a:lnTo>
                    <a:pt x="185148" y="13450"/>
                  </a:lnTo>
                  <a:lnTo>
                    <a:pt x="207150" y="11230"/>
                  </a:lnTo>
                  <a:lnTo>
                    <a:pt x="209237" y="11015"/>
                  </a:lnTo>
                  <a:lnTo>
                    <a:pt x="222766" y="9806"/>
                  </a:lnTo>
                  <a:lnTo>
                    <a:pt x="225797" y="9531"/>
                  </a:lnTo>
                  <a:lnTo>
                    <a:pt x="225934" y="9518"/>
                  </a:lnTo>
                  <a:lnTo>
                    <a:pt x="245457" y="7420"/>
                  </a:lnTo>
                  <a:lnTo>
                    <a:pt x="253068" y="6584"/>
                  </a:lnTo>
                  <a:lnTo>
                    <a:pt x="269467" y="4764"/>
                  </a:lnTo>
                  <a:lnTo>
                    <a:pt x="270753" y="4620"/>
                  </a:lnTo>
                  <a:lnTo>
                    <a:pt x="284035" y="3145"/>
                  </a:lnTo>
                  <a:lnTo>
                    <a:pt x="289753" y="2501"/>
                  </a:lnTo>
                  <a:lnTo>
                    <a:pt x="308956" y="498"/>
                  </a:lnTo>
                  <a:lnTo>
                    <a:pt x="313646" y="0"/>
                  </a:lnTo>
                  <a:lnTo>
                    <a:pt x="314854" y="2982"/>
                  </a:lnTo>
                  <a:lnTo>
                    <a:pt x="316002" y="6795"/>
                  </a:lnTo>
                  <a:lnTo>
                    <a:pt x="320825" y="8761"/>
                  </a:lnTo>
                  <a:lnTo>
                    <a:pt x="321287" y="11293"/>
                  </a:lnTo>
                  <a:lnTo>
                    <a:pt x="321766" y="15983"/>
                  </a:lnTo>
                  <a:lnTo>
                    <a:pt x="318543" y="19664"/>
                  </a:lnTo>
                  <a:lnTo>
                    <a:pt x="316146" y="24486"/>
                  </a:lnTo>
                  <a:lnTo>
                    <a:pt x="313955" y="26072"/>
                  </a:lnTo>
                  <a:lnTo>
                    <a:pt x="311885" y="27568"/>
                  </a:lnTo>
                  <a:lnTo>
                    <a:pt x="311240" y="31633"/>
                  </a:lnTo>
                  <a:lnTo>
                    <a:pt x="307339" y="34423"/>
                  </a:lnTo>
                  <a:lnTo>
                    <a:pt x="304786" y="40516"/>
                  </a:lnTo>
                  <a:lnTo>
                    <a:pt x="303185" y="45217"/>
                  </a:lnTo>
                  <a:lnTo>
                    <a:pt x="308795" y="44508"/>
                  </a:lnTo>
                  <a:lnTo>
                    <a:pt x="321840" y="42836"/>
                  </a:lnTo>
                  <a:lnTo>
                    <a:pt x="332015" y="41548"/>
                  </a:lnTo>
                  <a:lnTo>
                    <a:pt x="336112" y="41024"/>
                  </a:lnTo>
                  <a:lnTo>
                    <a:pt x="347943" y="39474"/>
                  </a:lnTo>
                  <a:lnTo>
                    <a:pt x="351713" y="43673"/>
                  </a:lnTo>
                  <a:lnTo>
                    <a:pt x="354413" y="45654"/>
                  </a:lnTo>
                  <a:lnTo>
                    <a:pt x="354800" y="47082"/>
                  </a:lnTo>
                  <a:lnTo>
                    <a:pt x="355027" y="47917"/>
                  </a:lnTo>
                  <a:lnTo>
                    <a:pt x="349917" y="50416"/>
                  </a:lnTo>
                  <a:lnTo>
                    <a:pt x="349686" y="52744"/>
                  </a:lnTo>
                  <a:lnTo>
                    <a:pt x="350488" y="56016"/>
                  </a:lnTo>
                  <a:lnTo>
                    <a:pt x="345546" y="58977"/>
                  </a:lnTo>
                  <a:lnTo>
                    <a:pt x="341160" y="62598"/>
                  </a:lnTo>
                  <a:lnTo>
                    <a:pt x="337441" y="62402"/>
                  </a:lnTo>
                  <a:lnTo>
                    <a:pt x="335100" y="67919"/>
                  </a:lnTo>
                  <a:lnTo>
                    <a:pt x="339606" y="71305"/>
                  </a:lnTo>
                  <a:lnTo>
                    <a:pt x="341422" y="73222"/>
                  </a:lnTo>
                  <a:lnTo>
                    <a:pt x="337638" y="75333"/>
                  </a:lnTo>
                  <a:lnTo>
                    <a:pt x="337221" y="79572"/>
                  </a:lnTo>
                  <a:lnTo>
                    <a:pt x="336423" y="81306"/>
                  </a:lnTo>
                  <a:lnTo>
                    <a:pt x="330731" y="81225"/>
                  </a:lnTo>
                  <a:lnTo>
                    <a:pt x="330655" y="85972"/>
                  </a:lnTo>
                  <a:lnTo>
                    <a:pt x="332708" y="89176"/>
                  </a:lnTo>
                  <a:lnTo>
                    <a:pt x="331451" y="93019"/>
                  </a:lnTo>
                  <a:lnTo>
                    <a:pt x="329584" y="92548"/>
                  </a:lnTo>
                  <a:lnTo>
                    <a:pt x="326726" y="94043"/>
                  </a:lnTo>
                  <a:lnTo>
                    <a:pt x="328911" y="97913"/>
                  </a:lnTo>
                  <a:lnTo>
                    <a:pt x="327042" y="103304"/>
                  </a:lnTo>
                  <a:lnTo>
                    <a:pt x="324136" y="106282"/>
                  </a:lnTo>
                  <a:lnTo>
                    <a:pt x="329251" y="107847"/>
                  </a:lnTo>
                  <a:lnTo>
                    <a:pt x="330017" y="111868"/>
                  </a:lnTo>
                  <a:lnTo>
                    <a:pt x="329915" y="115296"/>
                  </a:lnTo>
                  <a:lnTo>
                    <a:pt x="330997" y="119234"/>
                  </a:lnTo>
                  <a:lnTo>
                    <a:pt x="325947" y="118900"/>
                  </a:lnTo>
                  <a:lnTo>
                    <a:pt x="324770" y="122332"/>
                  </a:lnTo>
                  <a:lnTo>
                    <a:pt x="324018" y="125999"/>
                  </a:lnTo>
                  <a:lnTo>
                    <a:pt x="319248" y="127472"/>
                  </a:lnTo>
                  <a:lnTo>
                    <a:pt x="316824" y="128764"/>
                  </a:lnTo>
                  <a:lnTo>
                    <a:pt x="316509" y="131712"/>
                  </a:lnTo>
                  <a:lnTo>
                    <a:pt x="321671" y="136228"/>
                  </a:lnTo>
                  <a:lnTo>
                    <a:pt x="321545" y="138906"/>
                  </a:lnTo>
                  <a:lnTo>
                    <a:pt x="317467" y="142411"/>
                  </a:lnTo>
                  <a:lnTo>
                    <a:pt x="317332" y="142527"/>
                  </a:lnTo>
                  <a:lnTo>
                    <a:pt x="311348" y="146414"/>
                  </a:lnTo>
                  <a:lnTo>
                    <a:pt x="310893" y="146469"/>
                  </a:lnTo>
                  <a:lnTo>
                    <a:pt x="306899" y="146953"/>
                  </a:lnTo>
                  <a:lnTo>
                    <a:pt x="306611" y="151039"/>
                  </a:lnTo>
                  <a:lnTo>
                    <a:pt x="304534" y="153408"/>
                  </a:lnTo>
                  <a:lnTo>
                    <a:pt x="302176" y="159168"/>
                  </a:lnTo>
                  <a:lnTo>
                    <a:pt x="302221" y="162560"/>
                  </a:lnTo>
                  <a:lnTo>
                    <a:pt x="300726" y="165522"/>
                  </a:lnTo>
                  <a:lnTo>
                    <a:pt x="299977" y="167006"/>
                  </a:lnTo>
                  <a:lnTo>
                    <a:pt x="303124" y="170841"/>
                  </a:lnTo>
                  <a:lnTo>
                    <a:pt x="302054" y="174808"/>
                  </a:lnTo>
                  <a:lnTo>
                    <a:pt x="301600" y="180618"/>
                  </a:lnTo>
                  <a:lnTo>
                    <a:pt x="302585" y="184348"/>
                  </a:lnTo>
                  <a:lnTo>
                    <a:pt x="298097" y="187597"/>
                  </a:lnTo>
                  <a:lnTo>
                    <a:pt x="297143" y="191931"/>
                  </a:lnTo>
                  <a:lnTo>
                    <a:pt x="291943" y="190004"/>
                  </a:lnTo>
                  <a:lnTo>
                    <a:pt x="289527" y="192148"/>
                  </a:lnTo>
                  <a:lnTo>
                    <a:pt x="290886" y="196705"/>
                  </a:lnTo>
                  <a:lnTo>
                    <a:pt x="286628" y="198033"/>
                  </a:lnTo>
                  <a:lnTo>
                    <a:pt x="285035" y="202013"/>
                  </a:lnTo>
                  <a:lnTo>
                    <a:pt x="281191" y="203459"/>
                  </a:lnTo>
                  <a:lnTo>
                    <a:pt x="282384" y="206846"/>
                  </a:lnTo>
                  <a:lnTo>
                    <a:pt x="281737" y="208972"/>
                  </a:lnTo>
                  <a:lnTo>
                    <a:pt x="278680" y="210372"/>
                  </a:lnTo>
                  <a:lnTo>
                    <a:pt x="278485" y="212913"/>
                  </a:lnTo>
                  <a:lnTo>
                    <a:pt x="278460" y="213235"/>
                  </a:lnTo>
                  <a:lnTo>
                    <a:pt x="278412" y="213859"/>
                  </a:lnTo>
                  <a:lnTo>
                    <a:pt x="281805" y="214787"/>
                  </a:lnTo>
                  <a:lnTo>
                    <a:pt x="283919" y="216546"/>
                  </a:lnTo>
                  <a:lnTo>
                    <a:pt x="283004" y="220613"/>
                  </a:lnTo>
                  <a:lnTo>
                    <a:pt x="279438" y="221770"/>
                  </a:lnTo>
                  <a:lnTo>
                    <a:pt x="276886" y="223618"/>
                  </a:lnTo>
                  <a:lnTo>
                    <a:pt x="275263" y="225819"/>
                  </a:lnTo>
                  <a:lnTo>
                    <a:pt x="272052" y="225452"/>
                  </a:lnTo>
                  <a:lnTo>
                    <a:pt x="269323" y="227824"/>
                  </a:lnTo>
                  <a:lnTo>
                    <a:pt x="273292" y="228948"/>
                  </a:lnTo>
                  <a:lnTo>
                    <a:pt x="274281" y="231985"/>
                  </a:lnTo>
                  <a:lnTo>
                    <a:pt x="272002" y="234902"/>
                  </a:lnTo>
                  <a:lnTo>
                    <a:pt x="273051" y="239472"/>
                  </a:lnTo>
                  <a:lnTo>
                    <a:pt x="275209" y="240844"/>
                  </a:lnTo>
                  <a:lnTo>
                    <a:pt x="275441" y="244534"/>
                  </a:lnTo>
                  <a:lnTo>
                    <a:pt x="271068" y="243875"/>
                  </a:lnTo>
                  <a:lnTo>
                    <a:pt x="269194" y="244234"/>
                  </a:lnTo>
                  <a:lnTo>
                    <a:pt x="267106" y="246860"/>
                  </a:lnTo>
                  <a:lnTo>
                    <a:pt x="272310" y="249187"/>
                  </a:lnTo>
                  <a:lnTo>
                    <a:pt x="270887" y="254064"/>
                  </a:lnTo>
                  <a:lnTo>
                    <a:pt x="265335" y="255473"/>
                  </a:lnTo>
                  <a:lnTo>
                    <a:pt x="269112" y="258606"/>
                  </a:lnTo>
                  <a:lnTo>
                    <a:pt x="265164" y="262062"/>
                  </a:lnTo>
                  <a:lnTo>
                    <a:pt x="264136" y="264854"/>
                  </a:lnTo>
                  <a:lnTo>
                    <a:pt x="263592" y="266333"/>
                  </a:lnTo>
                  <a:lnTo>
                    <a:pt x="265802" y="269298"/>
                  </a:lnTo>
                  <a:lnTo>
                    <a:pt x="267331" y="271830"/>
                  </a:lnTo>
                  <a:lnTo>
                    <a:pt x="269376" y="274703"/>
                  </a:lnTo>
                  <a:lnTo>
                    <a:pt x="272126" y="277403"/>
                  </a:lnTo>
                  <a:lnTo>
                    <a:pt x="270404" y="281455"/>
                  </a:lnTo>
                  <a:lnTo>
                    <a:pt x="272178" y="287301"/>
                  </a:lnTo>
                  <a:lnTo>
                    <a:pt x="275113" y="287573"/>
                  </a:lnTo>
                  <a:lnTo>
                    <a:pt x="276718" y="290976"/>
                  </a:lnTo>
                  <a:lnTo>
                    <a:pt x="275994" y="295622"/>
                  </a:lnTo>
                  <a:lnTo>
                    <a:pt x="274931" y="300055"/>
                  </a:lnTo>
                  <a:lnTo>
                    <a:pt x="271334" y="300123"/>
                  </a:lnTo>
                  <a:lnTo>
                    <a:pt x="269590" y="303527"/>
                  </a:lnTo>
                  <a:lnTo>
                    <a:pt x="274374" y="306873"/>
                  </a:lnTo>
                  <a:lnTo>
                    <a:pt x="271844" y="310934"/>
                  </a:lnTo>
                  <a:lnTo>
                    <a:pt x="271426" y="311603"/>
                  </a:lnTo>
                  <a:lnTo>
                    <a:pt x="264192" y="312295"/>
                  </a:lnTo>
                  <a:lnTo>
                    <a:pt x="251603" y="313479"/>
                  </a:lnTo>
                  <a:lnTo>
                    <a:pt x="249807" y="313646"/>
                  </a:lnTo>
                  <a:lnTo>
                    <a:pt x="247691" y="313842"/>
                  </a:lnTo>
                  <a:lnTo>
                    <a:pt x="219334" y="316480"/>
                  </a:lnTo>
                  <a:lnTo>
                    <a:pt x="205083" y="317758"/>
                  </a:lnTo>
                  <a:lnTo>
                    <a:pt x="193776" y="318749"/>
                  </a:lnTo>
                  <a:lnTo>
                    <a:pt x="173279" y="320318"/>
                  </a:lnTo>
                  <a:lnTo>
                    <a:pt x="156841" y="321553"/>
                  </a:lnTo>
                  <a:lnTo>
                    <a:pt x="138701" y="322827"/>
                  </a:lnTo>
                  <a:lnTo>
                    <a:pt x="137403" y="322929"/>
                  </a:lnTo>
                  <a:lnTo>
                    <a:pt x="122050" y="324112"/>
                  </a:lnTo>
                  <a:lnTo>
                    <a:pt x="119015" y="324348"/>
                  </a:lnTo>
                  <a:lnTo>
                    <a:pt x="108823" y="325129"/>
                  </a:lnTo>
                  <a:lnTo>
                    <a:pt x="100473" y="325738"/>
                  </a:lnTo>
                  <a:lnTo>
                    <a:pt x="98233" y="325899"/>
                  </a:lnTo>
                  <a:lnTo>
                    <a:pt x="83339" y="326951"/>
                  </a:lnTo>
                  <a:lnTo>
                    <a:pt x="77166" y="327408"/>
                  </a:lnTo>
                  <a:lnTo>
                    <a:pt x="76616" y="327448"/>
                  </a:lnTo>
                  <a:lnTo>
                    <a:pt x="59802" y="328660"/>
                  </a:lnTo>
                  <a:lnTo>
                    <a:pt x="59058" y="316383"/>
                  </a:lnTo>
                  <a:lnTo>
                    <a:pt x="58441" y="306727"/>
                  </a:lnTo>
                  <a:lnTo>
                    <a:pt x="58111" y="301571"/>
                  </a:lnTo>
                  <a:lnTo>
                    <a:pt x="57545" y="292402"/>
                  </a:lnTo>
                  <a:lnTo>
                    <a:pt x="56885" y="282341"/>
                  </a:lnTo>
                  <a:lnTo>
                    <a:pt x="54633" y="280679"/>
                  </a:lnTo>
                  <a:lnTo>
                    <a:pt x="49457" y="280557"/>
                  </a:lnTo>
                  <a:lnTo>
                    <a:pt x="46428" y="279499"/>
                  </a:lnTo>
                  <a:lnTo>
                    <a:pt x="44332" y="281529"/>
                  </a:lnTo>
                  <a:lnTo>
                    <a:pt x="42452" y="281123"/>
                  </a:lnTo>
                  <a:lnTo>
                    <a:pt x="37770" y="282508"/>
                  </a:lnTo>
                  <a:lnTo>
                    <a:pt x="35219" y="282452"/>
                  </a:lnTo>
                  <a:lnTo>
                    <a:pt x="34122" y="283454"/>
                  </a:lnTo>
                  <a:lnTo>
                    <a:pt x="31596" y="282829"/>
                  </a:lnTo>
                  <a:lnTo>
                    <a:pt x="29268" y="281959"/>
                  </a:lnTo>
                  <a:lnTo>
                    <a:pt x="24074" y="276996"/>
                  </a:lnTo>
                  <a:lnTo>
                    <a:pt x="23605" y="263815"/>
                  </a:lnTo>
                  <a:lnTo>
                    <a:pt x="23168" y="250571"/>
                  </a:lnTo>
                  <a:lnTo>
                    <a:pt x="22941" y="243694"/>
                  </a:lnTo>
                  <a:lnTo>
                    <a:pt x="22417" y="228817"/>
                  </a:lnTo>
                  <a:lnTo>
                    <a:pt x="21893" y="214038"/>
                  </a:lnTo>
                  <a:lnTo>
                    <a:pt x="21442" y="201131"/>
                  </a:lnTo>
                  <a:lnTo>
                    <a:pt x="21051" y="190004"/>
                  </a:lnTo>
                  <a:lnTo>
                    <a:pt x="20790" y="181797"/>
                  </a:lnTo>
                  <a:lnTo>
                    <a:pt x="20339" y="167686"/>
                  </a:lnTo>
                  <a:lnTo>
                    <a:pt x="20225" y="163886"/>
                  </a:lnTo>
                  <a:lnTo>
                    <a:pt x="19397" y="136580"/>
                  </a:lnTo>
                  <a:lnTo>
                    <a:pt x="19319" y="134030"/>
                  </a:lnTo>
                  <a:lnTo>
                    <a:pt x="19101" y="125843"/>
                  </a:lnTo>
                  <a:lnTo>
                    <a:pt x="18824" y="124296"/>
                  </a:lnTo>
                  <a:lnTo>
                    <a:pt x="18745" y="123850"/>
                  </a:lnTo>
                  <a:lnTo>
                    <a:pt x="17136" y="114844"/>
                  </a:lnTo>
                  <a:lnTo>
                    <a:pt x="14725" y="102586"/>
                  </a:lnTo>
                  <a:lnTo>
                    <a:pt x="12676" y="92152"/>
                  </a:lnTo>
                  <a:lnTo>
                    <a:pt x="12522" y="91369"/>
                  </a:lnTo>
                  <a:lnTo>
                    <a:pt x="8715" y="72393"/>
                  </a:lnTo>
                  <a:lnTo>
                    <a:pt x="6717" y="62516"/>
                  </a:lnTo>
                  <a:lnTo>
                    <a:pt x="5672" y="57342"/>
                  </a:lnTo>
                  <a:lnTo>
                    <a:pt x="3266" y="4541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3731133" y="3254431"/>
              <a:ext cx="582972" cy="269055"/>
            </a:xfrm>
            <a:custGeom>
              <a:avLst/>
              <a:pathLst>
                <a:path w="582972" h="269055">
                  <a:moveTo>
                    <a:pt x="476" y="165046"/>
                  </a:moveTo>
                  <a:lnTo>
                    <a:pt x="1203" y="150723"/>
                  </a:lnTo>
                  <a:lnTo>
                    <a:pt x="1693" y="140652"/>
                  </a:lnTo>
                  <a:lnTo>
                    <a:pt x="2385" y="125692"/>
                  </a:lnTo>
                  <a:lnTo>
                    <a:pt x="2585" y="121369"/>
                  </a:lnTo>
                  <a:lnTo>
                    <a:pt x="2931" y="114006"/>
                  </a:lnTo>
                  <a:lnTo>
                    <a:pt x="3706" y="97587"/>
                  </a:lnTo>
                  <a:lnTo>
                    <a:pt x="4212" y="87414"/>
                  </a:lnTo>
                  <a:lnTo>
                    <a:pt x="4275" y="86137"/>
                  </a:lnTo>
                  <a:lnTo>
                    <a:pt x="5256" y="65691"/>
                  </a:lnTo>
                  <a:lnTo>
                    <a:pt x="6293" y="43812"/>
                  </a:lnTo>
                  <a:lnTo>
                    <a:pt x="6796" y="34029"/>
                  </a:lnTo>
                  <a:lnTo>
                    <a:pt x="6882" y="32354"/>
                  </a:lnTo>
                  <a:lnTo>
                    <a:pt x="8420" y="0"/>
                  </a:lnTo>
                  <a:lnTo>
                    <a:pt x="43492" y="1608"/>
                  </a:lnTo>
                  <a:lnTo>
                    <a:pt x="45346" y="1686"/>
                  </a:lnTo>
                  <a:lnTo>
                    <a:pt x="75787" y="2938"/>
                  </a:lnTo>
                  <a:lnTo>
                    <a:pt x="89136" y="3431"/>
                  </a:lnTo>
                  <a:lnTo>
                    <a:pt x="113693" y="4248"/>
                  </a:lnTo>
                  <a:lnTo>
                    <a:pt x="134583" y="4865"/>
                  </a:lnTo>
                  <a:lnTo>
                    <a:pt x="189324" y="6085"/>
                  </a:lnTo>
                  <a:lnTo>
                    <a:pt x="203906" y="6313"/>
                  </a:lnTo>
                  <a:lnTo>
                    <a:pt x="255301" y="6651"/>
                  </a:lnTo>
                  <a:lnTo>
                    <a:pt x="277626" y="6641"/>
                  </a:lnTo>
                  <a:lnTo>
                    <a:pt x="297875" y="6562"/>
                  </a:lnTo>
                  <a:lnTo>
                    <a:pt x="315792" y="6427"/>
                  </a:lnTo>
                  <a:lnTo>
                    <a:pt x="341837" y="6122"/>
                  </a:lnTo>
                  <a:lnTo>
                    <a:pt x="364226" y="5732"/>
                  </a:lnTo>
                  <a:lnTo>
                    <a:pt x="365540" y="8776"/>
                  </a:lnTo>
                  <a:lnTo>
                    <a:pt x="368444" y="11727"/>
                  </a:lnTo>
                  <a:lnTo>
                    <a:pt x="371545" y="12615"/>
                  </a:lnTo>
                  <a:lnTo>
                    <a:pt x="376622" y="15309"/>
                  </a:lnTo>
                  <a:lnTo>
                    <a:pt x="378451" y="16278"/>
                  </a:lnTo>
                  <a:lnTo>
                    <a:pt x="381564" y="17426"/>
                  </a:lnTo>
                  <a:lnTo>
                    <a:pt x="386697" y="19063"/>
                  </a:lnTo>
                  <a:lnTo>
                    <a:pt x="386990" y="19157"/>
                  </a:lnTo>
                  <a:lnTo>
                    <a:pt x="389837" y="21855"/>
                  </a:lnTo>
                  <a:lnTo>
                    <a:pt x="394406" y="25626"/>
                  </a:lnTo>
                  <a:lnTo>
                    <a:pt x="399853" y="25018"/>
                  </a:lnTo>
                  <a:lnTo>
                    <a:pt x="402691" y="22383"/>
                  </a:lnTo>
                  <a:lnTo>
                    <a:pt x="404378" y="17626"/>
                  </a:lnTo>
                  <a:lnTo>
                    <a:pt x="405565" y="16505"/>
                  </a:lnTo>
                  <a:lnTo>
                    <a:pt x="409216" y="17030"/>
                  </a:lnTo>
                  <a:lnTo>
                    <a:pt x="415691" y="18097"/>
                  </a:lnTo>
                  <a:lnTo>
                    <a:pt x="419882" y="17275"/>
                  </a:lnTo>
                  <a:lnTo>
                    <a:pt x="422194" y="16820"/>
                  </a:lnTo>
                  <a:lnTo>
                    <a:pt x="427549" y="16877"/>
                  </a:lnTo>
                  <a:lnTo>
                    <a:pt x="429551" y="17145"/>
                  </a:lnTo>
                  <a:lnTo>
                    <a:pt x="431664" y="17426"/>
                  </a:lnTo>
                  <a:lnTo>
                    <a:pt x="433864" y="15615"/>
                  </a:lnTo>
                  <a:lnTo>
                    <a:pt x="438762" y="16338"/>
                  </a:lnTo>
                  <a:lnTo>
                    <a:pt x="441245" y="15399"/>
                  </a:lnTo>
                  <a:lnTo>
                    <a:pt x="445402" y="16358"/>
                  </a:lnTo>
                  <a:lnTo>
                    <a:pt x="447033" y="19195"/>
                  </a:lnTo>
                  <a:lnTo>
                    <a:pt x="450258" y="21585"/>
                  </a:lnTo>
                  <a:lnTo>
                    <a:pt x="452485" y="23233"/>
                  </a:lnTo>
                  <a:lnTo>
                    <a:pt x="459358" y="23820"/>
                  </a:lnTo>
                  <a:lnTo>
                    <a:pt x="459969" y="24316"/>
                  </a:lnTo>
                  <a:lnTo>
                    <a:pt x="463282" y="26998"/>
                  </a:lnTo>
                  <a:lnTo>
                    <a:pt x="467039" y="26045"/>
                  </a:lnTo>
                  <a:lnTo>
                    <a:pt x="473543" y="28699"/>
                  </a:lnTo>
                  <a:lnTo>
                    <a:pt x="473918" y="28851"/>
                  </a:lnTo>
                  <a:lnTo>
                    <a:pt x="475548" y="31925"/>
                  </a:lnTo>
                  <a:lnTo>
                    <a:pt x="480746" y="32055"/>
                  </a:lnTo>
                  <a:lnTo>
                    <a:pt x="480187" y="36934"/>
                  </a:lnTo>
                  <a:lnTo>
                    <a:pt x="483574" y="40070"/>
                  </a:lnTo>
                  <a:lnTo>
                    <a:pt x="485699" y="43431"/>
                  </a:lnTo>
                  <a:lnTo>
                    <a:pt x="486835" y="45226"/>
                  </a:lnTo>
                  <a:lnTo>
                    <a:pt x="492392" y="44629"/>
                  </a:lnTo>
                  <a:lnTo>
                    <a:pt x="494029" y="46970"/>
                  </a:lnTo>
                  <a:lnTo>
                    <a:pt x="497603" y="46125"/>
                  </a:lnTo>
                  <a:lnTo>
                    <a:pt x="501856" y="48476"/>
                  </a:lnTo>
                  <a:lnTo>
                    <a:pt x="500077" y="53009"/>
                  </a:lnTo>
                  <a:lnTo>
                    <a:pt x="500598" y="59430"/>
                  </a:lnTo>
                  <a:lnTo>
                    <a:pt x="504439" y="64216"/>
                  </a:lnTo>
                  <a:lnTo>
                    <a:pt x="505534" y="65578"/>
                  </a:lnTo>
                  <a:lnTo>
                    <a:pt x="505688" y="69595"/>
                  </a:lnTo>
                  <a:lnTo>
                    <a:pt x="505646" y="69954"/>
                  </a:lnTo>
                  <a:lnTo>
                    <a:pt x="505145" y="74190"/>
                  </a:lnTo>
                  <a:lnTo>
                    <a:pt x="510467" y="78617"/>
                  </a:lnTo>
                  <a:lnTo>
                    <a:pt x="510466" y="84436"/>
                  </a:lnTo>
                  <a:lnTo>
                    <a:pt x="513764" y="86441"/>
                  </a:lnTo>
                  <a:lnTo>
                    <a:pt x="519878" y="90368"/>
                  </a:lnTo>
                  <a:lnTo>
                    <a:pt x="518408" y="96099"/>
                  </a:lnTo>
                  <a:lnTo>
                    <a:pt x="520686" y="99848"/>
                  </a:lnTo>
                  <a:lnTo>
                    <a:pt x="522023" y="102043"/>
                  </a:lnTo>
                  <a:lnTo>
                    <a:pt x="525044" y="106051"/>
                  </a:lnTo>
                  <a:lnTo>
                    <a:pt x="523825" y="112320"/>
                  </a:lnTo>
                  <a:lnTo>
                    <a:pt x="522681" y="116380"/>
                  </a:lnTo>
                  <a:lnTo>
                    <a:pt x="522481" y="117087"/>
                  </a:lnTo>
                  <a:lnTo>
                    <a:pt x="522269" y="121925"/>
                  </a:lnTo>
                  <a:lnTo>
                    <a:pt x="524200" y="126429"/>
                  </a:lnTo>
                  <a:lnTo>
                    <a:pt x="525075" y="129272"/>
                  </a:lnTo>
                  <a:lnTo>
                    <a:pt x="529951" y="127651"/>
                  </a:lnTo>
                  <a:lnTo>
                    <a:pt x="530829" y="130863"/>
                  </a:lnTo>
                  <a:lnTo>
                    <a:pt x="531707" y="134075"/>
                  </a:lnTo>
                  <a:lnTo>
                    <a:pt x="535729" y="135106"/>
                  </a:lnTo>
                  <a:lnTo>
                    <a:pt x="535690" y="140877"/>
                  </a:lnTo>
                  <a:lnTo>
                    <a:pt x="535678" y="142622"/>
                  </a:lnTo>
                  <a:lnTo>
                    <a:pt x="536082" y="146802"/>
                  </a:lnTo>
                  <a:lnTo>
                    <a:pt x="538603" y="150526"/>
                  </a:lnTo>
                  <a:lnTo>
                    <a:pt x="537376" y="154122"/>
                  </a:lnTo>
                  <a:lnTo>
                    <a:pt x="537669" y="158192"/>
                  </a:lnTo>
                  <a:lnTo>
                    <a:pt x="537713" y="158806"/>
                  </a:lnTo>
                  <a:lnTo>
                    <a:pt x="541186" y="158396"/>
                  </a:lnTo>
                  <a:lnTo>
                    <a:pt x="540963" y="160757"/>
                  </a:lnTo>
                  <a:lnTo>
                    <a:pt x="540666" y="163894"/>
                  </a:lnTo>
                  <a:lnTo>
                    <a:pt x="541161" y="167482"/>
                  </a:lnTo>
                  <a:lnTo>
                    <a:pt x="541228" y="170167"/>
                  </a:lnTo>
                  <a:lnTo>
                    <a:pt x="541306" y="173271"/>
                  </a:lnTo>
                  <a:lnTo>
                    <a:pt x="543978" y="177085"/>
                  </a:lnTo>
                  <a:lnTo>
                    <a:pt x="543557" y="181286"/>
                  </a:lnTo>
                  <a:lnTo>
                    <a:pt x="544931" y="183564"/>
                  </a:lnTo>
                  <a:lnTo>
                    <a:pt x="545510" y="184523"/>
                  </a:lnTo>
                  <a:lnTo>
                    <a:pt x="543659" y="188218"/>
                  </a:lnTo>
                  <a:lnTo>
                    <a:pt x="544399" y="193670"/>
                  </a:lnTo>
                  <a:lnTo>
                    <a:pt x="540980" y="197938"/>
                  </a:lnTo>
                  <a:lnTo>
                    <a:pt x="544037" y="202493"/>
                  </a:lnTo>
                  <a:lnTo>
                    <a:pt x="548420" y="204842"/>
                  </a:lnTo>
                  <a:lnTo>
                    <a:pt x="550846" y="209095"/>
                  </a:lnTo>
                  <a:lnTo>
                    <a:pt x="549793" y="210740"/>
                  </a:lnTo>
                  <a:lnTo>
                    <a:pt x="550616" y="215891"/>
                  </a:lnTo>
                  <a:lnTo>
                    <a:pt x="553460" y="215637"/>
                  </a:lnTo>
                  <a:lnTo>
                    <a:pt x="553609" y="215932"/>
                  </a:lnTo>
                  <a:lnTo>
                    <a:pt x="554909" y="218509"/>
                  </a:lnTo>
                  <a:lnTo>
                    <a:pt x="555731" y="221117"/>
                  </a:lnTo>
                  <a:lnTo>
                    <a:pt x="558355" y="226874"/>
                  </a:lnTo>
                  <a:lnTo>
                    <a:pt x="559046" y="229446"/>
                  </a:lnTo>
                  <a:lnTo>
                    <a:pt x="558392" y="233323"/>
                  </a:lnTo>
                  <a:lnTo>
                    <a:pt x="562124" y="234245"/>
                  </a:lnTo>
                  <a:lnTo>
                    <a:pt x="565236" y="235714"/>
                  </a:lnTo>
                  <a:lnTo>
                    <a:pt x="565698" y="238035"/>
                  </a:lnTo>
                  <a:lnTo>
                    <a:pt x="565726" y="238176"/>
                  </a:lnTo>
                  <a:lnTo>
                    <a:pt x="565790" y="238499"/>
                  </a:lnTo>
                  <a:lnTo>
                    <a:pt x="570879" y="240238"/>
                  </a:lnTo>
                  <a:lnTo>
                    <a:pt x="570530" y="244427"/>
                  </a:lnTo>
                  <a:lnTo>
                    <a:pt x="574016" y="248401"/>
                  </a:lnTo>
                  <a:lnTo>
                    <a:pt x="576708" y="251125"/>
                  </a:lnTo>
                  <a:lnTo>
                    <a:pt x="575513" y="254563"/>
                  </a:lnTo>
                  <a:lnTo>
                    <a:pt x="577840" y="258179"/>
                  </a:lnTo>
                  <a:lnTo>
                    <a:pt x="580120" y="257859"/>
                  </a:lnTo>
                  <a:lnTo>
                    <a:pt x="582972" y="260268"/>
                  </a:lnTo>
                  <a:lnTo>
                    <a:pt x="580853" y="260385"/>
                  </a:lnTo>
                  <a:lnTo>
                    <a:pt x="551033" y="261947"/>
                  </a:lnTo>
                  <a:lnTo>
                    <a:pt x="550796" y="261959"/>
                  </a:lnTo>
                  <a:lnTo>
                    <a:pt x="535867" y="262678"/>
                  </a:lnTo>
                  <a:lnTo>
                    <a:pt x="534967" y="262720"/>
                  </a:lnTo>
                  <a:lnTo>
                    <a:pt x="526229" y="263153"/>
                  </a:lnTo>
                  <a:lnTo>
                    <a:pt x="520537" y="263397"/>
                  </a:lnTo>
                  <a:lnTo>
                    <a:pt x="505473" y="264038"/>
                  </a:lnTo>
                  <a:lnTo>
                    <a:pt x="505055" y="264055"/>
                  </a:lnTo>
                  <a:lnTo>
                    <a:pt x="482518" y="264935"/>
                  </a:lnTo>
                  <a:lnTo>
                    <a:pt x="477951" y="265102"/>
                  </a:lnTo>
                  <a:lnTo>
                    <a:pt x="475092" y="265209"/>
                  </a:lnTo>
                  <a:lnTo>
                    <a:pt x="468866" y="265437"/>
                  </a:lnTo>
                  <a:lnTo>
                    <a:pt x="444698" y="266216"/>
                  </a:lnTo>
                  <a:lnTo>
                    <a:pt x="441567" y="266309"/>
                  </a:lnTo>
                  <a:lnTo>
                    <a:pt x="417308" y="266999"/>
                  </a:lnTo>
                  <a:lnTo>
                    <a:pt x="414331" y="267076"/>
                  </a:lnTo>
                  <a:lnTo>
                    <a:pt x="406923" y="267262"/>
                  </a:lnTo>
                  <a:lnTo>
                    <a:pt x="397239" y="267490"/>
                  </a:lnTo>
                  <a:lnTo>
                    <a:pt x="383944" y="267779"/>
                  </a:lnTo>
                  <a:lnTo>
                    <a:pt x="368469" y="268077"/>
                  </a:lnTo>
                  <a:lnTo>
                    <a:pt x="361128" y="268203"/>
                  </a:lnTo>
                  <a:lnTo>
                    <a:pt x="353564" y="268330"/>
                  </a:lnTo>
                  <a:lnTo>
                    <a:pt x="330685" y="268651"/>
                  </a:lnTo>
                  <a:lnTo>
                    <a:pt x="329437" y="268666"/>
                  </a:lnTo>
                  <a:lnTo>
                    <a:pt x="323155" y="268734"/>
                  </a:lnTo>
                  <a:lnTo>
                    <a:pt x="301482" y="268914"/>
                  </a:lnTo>
                  <a:lnTo>
                    <a:pt x="293184" y="268979"/>
                  </a:lnTo>
                  <a:lnTo>
                    <a:pt x="292987" y="268981"/>
                  </a:lnTo>
                  <a:lnTo>
                    <a:pt x="280550" y="269055"/>
                  </a:lnTo>
                  <a:lnTo>
                    <a:pt x="256072" y="269042"/>
                  </a:lnTo>
                  <a:lnTo>
                    <a:pt x="255012" y="269039"/>
                  </a:lnTo>
                  <a:lnTo>
                    <a:pt x="235973" y="268946"/>
                  </a:lnTo>
                  <a:lnTo>
                    <a:pt x="218388" y="268772"/>
                  </a:lnTo>
                  <a:lnTo>
                    <a:pt x="217044" y="268757"/>
                  </a:lnTo>
                  <a:lnTo>
                    <a:pt x="196794" y="268534"/>
                  </a:lnTo>
                  <a:lnTo>
                    <a:pt x="181100" y="268289"/>
                  </a:lnTo>
                  <a:lnTo>
                    <a:pt x="179082" y="268257"/>
                  </a:lnTo>
                  <a:lnTo>
                    <a:pt x="173239" y="268159"/>
                  </a:lnTo>
                  <a:lnTo>
                    <a:pt x="164425" y="267999"/>
                  </a:lnTo>
                  <a:lnTo>
                    <a:pt x="144958" y="267574"/>
                  </a:lnTo>
                  <a:lnTo>
                    <a:pt x="130214" y="267216"/>
                  </a:lnTo>
                  <a:lnTo>
                    <a:pt x="130939" y="237872"/>
                  </a:lnTo>
                  <a:lnTo>
                    <a:pt x="130961" y="236924"/>
                  </a:lnTo>
                  <a:lnTo>
                    <a:pt x="131151" y="228978"/>
                  </a:lnTo>
                  <a:lnTo>
                    <a:pt x="131689" y="206436"/>
                  </a:lnTo>
                  <a:lnTo>
                    <a:pt x="131798" y="201881"/>
                  </a:lnTo>
                  <a:lnTo>
                    <a:pt x="132300" y="179752"/>
                  </a:lnTo>
                  <a:lnTo>
                    <a:pt x="98902" y="178832"/>
                  </a:lnTo>
                  <a:lnTo>
                    <a:pt x="94655" y="178699"/>
                  </a:lnTo>
                  <a:lnTo>
                    <a:pt x="92511" y="178630"/>
                  </a:lnTo>
                  <a:lnTo>
                    <a:pt x="64543" y="177655"/>
                  </a:lnTo>
                  <a:lnTo>
                    <a:pt x="44320" y="176891"/>
                  </a:lnTo>
                  <a:lnTo>
                    <a:pt x="31630" y="176373"/>
                  </a:lnTo>
                  <a:lnTo>
                    <a:pt x="0" y="17493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6447508" y="2513032"/>
              <a:ext cx="115566" cy="245497"/>
            </a:xfrm>
            <a:custGeom>
              <a:avLst/>
              <a:pathLst>
                <a:path w="115566" h="245497">
                  <a:moveTo>
                    <a:pt x="11487" y="235877"/>
                  </a:moveTo>
                  <a:lnTo>
                    <a:pt x="12051" y="232687"/>
                  </a:lnTo>
                  <a:lnTo>
                    <a:pt x="10376" y="227915"/>
                  </a:lnTo>
                  <a:lnTo>
                    <a:pt x="12370" y="226002"/>
                  </a:lnTo>
                  <a:lnTo>
                    <a:pt x="14150" y="221896"/>
                  </a:lnTo>
                  <a:lnTo>
                    <a:pt x="11978" y="218923"/>
                  </a:lnTo>
                  <a:lnTo>
                    <a:pt x="12366" y="214784"/>
                  </a:lnTo>
                  <a:lnTo>
                    <a:pt x="9454" y="209525"/>
                  </a:lnTo>
                  <a:lnTo>
                    <a:pt x="9315" y="208846"/>
                  </a:lnTo>
                  <a:lnTo>
                    <a:pt x="8340" y="204100"/>
                  </a:lnTo>
                  <a:lnTo>
                    <a:pt x="8244" y="202473"/>
                  </a:lnTo>
                  <a:lnTo>
                    <a:pt x="8075" y="199649"/>
                  </a:lnTo>
                  <a:lnTo>
                    <a:pt x="7557" y="194464"/>
                  </a:lnTo>
                  <a:lnTo>
                    <a:pt x="5691" y="191140"/>
                  </a:lnTo>
                  <a:lnTo>
                    <a:pt x="3838" y="179490"/>
                  </a:lnTo>
                  <a:lnTo>
                    <a:pt x="1583" y="172690"/>
                  </a:lnTo>
                  <a:lnTo>
                    <a:pt x="3366" y="169068"/>
                  </a:lnTo>
                  <a:lnTo>
                    <a:pt x="3524" y="168746"/>
                  </a:lnTo>
                  <a:lnTo>
                    <a:pt x="2890" y="158402"/>
                  </a:lnTo>
                  <a:lnTo>
                    <a:pt x="5419" y="153753"/>
                  </a:lnTo>
                  <a:lnTo>
                    <a:pt x="5653" y="152419"/>
                  </a:lnTo>
                  <a:lnTo>
                    <a:pt x="6273" y="148872"/>
                  </a:lnTo>
                  <a:lnTo>
                    <a:pt x="5152" y="143114"/>
                  </a:lnTo>
                  <a:lnTo>
                    <a:pt x="6656" y="135383"/>
                  </a:lnTo>
                  <a:lnTo>
                    <a:pt x="4768" y="132047"/>
                  </a:lnTo>
                  <a:lnTo>
                    <a:pt x="5916" y="127591"/>
                  </a:lnTo>
                  <a:lnTo>
                    <a:pt x="6141" y="121027"/>
                  </a:lnTo>
                  <a:lnTo>
                    <a:pt x="3472" y="116633"/>
                  </a:lnTo>
                  <a:lnTo>
                    <a:pt x="2296" y="114697"/>
                  </a:lnTo>
                  <a:lnTo>
                    <a:pt x="888" y="109350"/>
                  </a:lnTo>
                  <a:lnTo>
                    <a:pt x="0" y="105414"/>
                  </a:lnTo>
                  <a:lnTo>
                    <a:pt x="1576" y="101720"/>
                  </a:lnTo>
                  <a:lnTo>
                    <a:pt x="4507" y="99420"/>
                  </a:lnTo>
                  <a:lnTo>
                    <a:pt x="8535" y="97965"/>
                  </a:lnTo>
                  <a:lnTo>
                    <a:pt x="10428" y="96280"/>
                  </a:lnTo>
                  <a:lnTo>
                    <a:pt x="11373" y="95437"/>
                  </a:lnTo>
                  <a:lnTo>
                    <a:pt x="12299" y="90652"/>
                  </a:lnTo>
                  <a:lnTo>
                    <a:pt x="13078" y="90005"/>
                  </a:lnTo>
                  <a:lnTo>
                    <a:pt x="16726" y="86969"/>
                  </a:lnTo>
                  <a:lnTo>
                    <a:pt x="17855" y="82029"/>
                  </a:lnTo>
                  <a:lnTo>
                    <a:pt x="20704" y="77839"/>
                  </a:lnTo>
                  <a:lnTo>
                    <a:pt x="18845" y="74164"/>
                  </a:lnTo>
                  <a:lnTo>
                    <a:pt x="20380" y="70604"/>
                  </a:lnTo>
                  <a:lnTo>
                    <a:pt x="18525" y="66714"/>
                  </a:lnTo>
                  <a:lnTo>
                    <a:pt x="15493" y="64269"/>
                  </a:lnTo>
                  <a:lnTo>
                    <a:pt x="10581" y="58341"/>
                  </a:lnTo>
                  <a:lnTo>
                    <a:pt x="12066" y="52273"/>
                  </a:lnTo>
                  <a:lnTo>
                    <a:pt x="12523" y="44928"/>
                  </a:lnTo>
                  <a:lnTo>
                    <a:pt x="13181" y="41733"/>
                  </a:lnTo>
                  <a:lnTo>
                    <a:pt x="9098" y="37176"/>
                  </a:lnTo>
                  <a:lnTo>
                    <a:pt x="9704" y="33399"/>
                  </a:lnTo>
                  <a:lnTo>
                    <a:pt x="8142" y="28645"/>
                  </a:lnTo>
                  <a:lnTo>
                    <a:pt x="9774" y="24287"/>
                  </a:lnTo>
                  <a:lnTo>
                    <a:pt x="9579" y="18517"/>
                  </a:lnTo>
                  <a:lnTo>
                    <a:pt x="9496" y="15920"/>
                  </a:lnTo>
                  <a:lnTo>
                    <a:pt x="6371" y="13219"/>
                  </a:lnTo>
                  <a:lnTo>
                    <a:pt x="9851" y="8968"/>
                  </a:lnTo>
                  <a:lnTo>
                    <a:pt x="13232" y="4624"/>
                  </a:lnTo>
                  <a:lnTo>
                    <a:pt x="16500" y="6597"/>
                  </a:lnTo>
                  <a:lnTo>
                    <a:pt x="20850" y="7511"/>
                  </a:lnTo>
                  <a:lnTo>
                    <a:pt x="23241" y="6416"/>
                  </a:lnTo>
                  <a:lnTo>
                    <a:pt x="23731" y="2489"/>
                  </a:lnTo>
                  <a:lnTo>
                    <a:pt x="24452" y="0"/>
                  </a:lnTo>
                  <a:lnTo>
                    <a:pt x="35399" y="24885"/>
                  </a:lnTo>
                  <a:lnTo>
                    <a:pt x="44753" y="46395"/>
                  </a:lnTo>
                  <a:lnTo>
                    <a:pt x="52830" y="65812"/>
                  </a:lnTo>
                  <a:lnTo>
                    <a:pt x="59602" y="82089"/>
                  </a:lnTo>
                  <a:lnTo>
                    <a:pt x="60180" y="83481"/>
                  </a:lnTo>
                  <a:lnTo>
                    <a:pt x="61070" y="85622"/>
                  </a:lnTo>
                  <a:lnTo>
                    <a:pt x="66586" y="99302"/>
                  </a:lnTo>
                  <a:lnTo>
                    <a:pt x="75016" y="120222"/>
                  </a:lnTo>
                  <a:lnTo>
                    <a:pt x="76586" y="124025"/>
                  </a:lnTo>
                  <a:lnTo>
                    <a:pt x="79705" y="131588"/>
                  </a:lnTo>
                  <a:lnTo>
                    <a:pt x="84231" y="142296"/>
                  </a:lnTo>
                  <a:lnTo>
                    <a:pt x="85668" y="144604"/>
                  </a:lnTo>
                  <a:lnTo>
                    <a:pt x="87124" y="146942"/>
                  </a:lnTo>
                  <a:lnTo>
                    <a:pt x="88779" y="153971"/>
                  </a:lnTo>
                  <a:lnTo>
                    <a:pt x="89447" y="158762"/>
                  </a:lnTo>
                  <a:lnTo>
                    <a:pt x="94550" y="161697"/>
                  </a:lnTo>
                  <a:lnTo>
                    <a:pt x="99228" y="165102"/>
                  </a:lnTo>
                  <a:lnTo>
                    <a:pt x="104333" y="168178"/>
                  </a:lnTo>
                  <a:lnTo>
                    <a:pt x="104792" y="171579"/>
                  </a:lnTo>
                  <a:lnTo>
                    <a:pt x="106140" y="175879"/>
                  </a:lnTo>
                  <a:lnTo>
                    <a:pt x="106821" y="176175"/>
                  </a:lnTo>
                  <a:lnTo>
                    <a:pt x="111856" y="178356"/>
                  </a:lnTo>
                  <a:lnTo>
                    <a:pt x="115566" y="178846"/>
                  </a:lnTo>
                  <a:lnTo>
                    <a:pt x="115156" y="183542"/>
                  </a:lnTo>
                  <a:lnTo>
                    <a:pt x="114526" y="187294"/>
                  </a:lnTo>
                  <a:lnTo>
                    <a:pt x="114109" y="192316"/>
                  </a:lnTo>
                  <a:lnTo>
                    <a:pt x="114182" y="193043"/>
                  </a:lnTo>
                  <a:lnTo>
                    <a:pt x="114391" y="195131"/>
                  </a:lnTo>
                  <a:lnTo>
                    <a:pt x="114587" y="197083"/>
                  </a:lnTo>
                  <a:lnTo>
                    <a:pt x="111844" y="198328"/>
                  </a:lnTo>
                  <a:lnTo>
                    <a:pt x="107505" y="198625"/>
                  </a:lnTo>
                  <a:lnTo>
                    <a:pt x="105866" y="200735"/>
                  </a:lnTo>
                  <a:lnTo>
                    <a:pt x="102337" y="203021"/>
                  </a:lnTo>
                  <a:lnTo>
                    <a:pt x="102144" y="205758"/>
                  </a:lnTo>
                  <a:lnTo>
                    <a:pt x="101973" y="208178"/>
                  </a:lnTo>
                  <a:lnTo>
                    <a:pt x="98713" y="208882"/>
                  </a:lnTo>
                  <a:lnTo>
                    <a:pt x="96630" y="209331"/>
                  </a:lnTo>
                  <a:lnTo>
                    <a:pt x="95215" y="212222"/>
                  </a:lnTo>
                  <a:lnTo>
                    <a:pt x="97061" y="216567"/>
                  </a:lnTo>
                  <a:lnTo>
                    <a:pt x="93317" y="218079"/>
                  </a:lnTo>
                  <a:lnTo>
                    <a:pt x="92715" y="218322"/>
                  </a:lnTo>
                  <a:lnTo>
                    <a:pt x="91598" y="222482"/>
                  </a:lnTo>
                  <a:lnTo>
                    <a:pt x="88135" y="223673"/>
                  </a:lnTo>
                  <a:lnTo>
                    <a:pt x="71017" y="229425"/>
                  </a:lnTo>
                  <a:lnTo>
                    <a:pt x="64418" y="231642"/>
                  </a:lnTo>
                  <a:lnTo>
                    <a:pt x="55179" y="234651"/>
                  </a:lnTo>
                  <a:lnTo>
                    <a:pt x="53350" y="235244"/>
                  </a:lnTo>
                  <a:lnTo>
                    <a:pt x="42344" y="238796"/>
                  </a:lnTo>
                  <a:lnTo>
                    <a:pt x="41529" y="239058"/>
                  </a:lnTo>
                  <a:lnTo>
                    <a:pt x="31936" y="242125"/>
                  </a:lnTo>
                  <a:lnTo>
                    <a:pt x="21307" y="245497"/>
                  </a:lnTo>
                  <a:lnTo>
                    <a:pt x="19180" y="243018"/>
                  </a:lnTo>
                  <a:lnTo>
                    <a:pt x="14229" y="24068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6311123" y="3084815"/>
              <a:ext cx="96199" cy="210997"/>
            </a:xfrm>
            <a:custGeom>
              <a:avLst/>
              <a:pathLst>
                <a:path w="96199" h="210997">
                  <a:moveTo>
                    <a:pt x="6629" y="163760"/>
                  </a:moveTo>
                  <a:lnTo>
                    <a:pt x="7757" y="161801"/>
                  </a:lnTo>
                  <a:lnTo>
                    <a:pt x="8427" y="157993"/>
                  </a:lnTo>
                  <a:lnTo>
                    <a:pt x="9768" y="154903"/>
                  </a:lnTo>
                  <a:lnTo>
                    <a:pt x="9682" y="150227"/>
                  </a:lnTo>
                  <a:lnTo>
                    <a:pt x="11621" y="146280"/>
                  </a:lnTo>
                  <a:lnTo>
                    <a:pt x="11845" y="145956"/>
                  </a:lnTo>
                  <a:lnTo>
                    <a:pt x="15198" y="141073"/>
                  </a:lnTo>
                  <a:lnTo>
                    <a:pt x="18209" y="139880"/>
                  </a:lnTo>
                  <a:lnTo>
                    <a:pt x="20353" y="138637"/>
                  </a:lnTo>
                  <a:lnTo>
                    <a:pt x="22504" y="137388"/>
                  </a:lnTo>
                  <a:lnTo>
                    <a:pt x="22985" y="136746"/>
                  </a:lnTo>
                  <a:lnTo>
                    <a:pt x="24400" y="134854"/>
                  </a:lnTo>
                  <a:lnTo>
                    <a:pt x="26782" y="132982"/>
                  </a:lnTo>
                  <a:lnTo>
                    <a:pt x="27197" y="132655"/>
                  </a:lnTo>
                  <a:lnTo>
                    <a:pt x="26677" y="131084"/>
                  </a:lnTo>
                  <a:lnTo>
                    <a:pt x="25888" y="128701"/>
                  </a:lnTo>
                  <a:lnTo>
                    <a:pt x="25782" y="128382"/>
                  </a:lnTo>
                  <a:lnTo>
                    <a:pt x="26373" y="126498"/>
                  </a:lnTo>
                  <a:lnTo>
                    <a:pt x="29513" y="122991"/>
                  </a:lnTo>
                  <a:lnTo>
                    <a:pt x="32768" y="117800"/>
                  </a:lnTo>
                  <a:lnTo>
                    <a:pt x="33601" y="116698"/>
                  </a:lnTo>
                  <a:lnTo>
                    <a:pt x="35638" y="113999"/>
                  </a:lnTo>
                  <a:lnTo>
                    <a:pt x="39617" y="111447"/>
                  </a:lnTo>
                  <a:lnTo>
                    <a:pt x="40959" y="107144"/>
                  </a:lnTo>
                  <a:lnTo>
                    <a:pt x="44390" y="105557"/>
                  </a:lnTo>
                  <a:lnTo>
                    <a:pt x="46787" y="102493"/>
                  </a:lnTo>
                  <a:lnTo>
                    <a:pt x="44300" y="100404"/>
                  </a:lnTo>
                  <a:lnTo>
                    <a:pt x="43180" y="99463"/>
                  </a:lnTo>
                  <a:lnTo>
                    <a:pt x="38106" y="97135"/>
                  </a:lnTo>
                  <a:lnTo>
                    <a:pt x="35141" y="94751"/>
                  </a:lnTo>
                  <a:lnTo>
                    <a:pt x="31224" y="92457"/>
                  </a:lnTo>
                  <a:lnTo>
                    <a:pt x="29049" y="90903"/>
                  </a:lnTo>
                  <a:lnTo>
                    <a:pt x="27480" y="89781"/>
                  </a:lnTo>
                  <a:lnTo>
                    <a:pt x="24921" y="86655"/>
                  </a:lnTo>
                  <a:lnTo>
                    <a:pt x="21354" y="87449"/>
                  </a:lnTo>
                  <a:lnTo>
                    <a:pt x="19064" y="87007"/>
                  </a:lnTo>
                  <a:lnTo>
                    <a:pt x="17169" y="83980"/>
                  </a:lnTo>
                  <a:lnTo>
                    <a:pt x="17033" y="81589"/>
                  </a:lnTo>
                  <a:lnTo>
                    <a:pt x="14324" y="76241"/>
                  </a:lnTo>
                  <a:lnTo>
                    <a:pt x="9973" y="75075"/>
                  </a:lnTo>
                  <a:lnTo>
                    <a:pt x="6991" y="76606"/>
                  </a:lnTo>
                  <a:lnTo>
                    <a:pt x="6316" y="74666"/>
                  </a:lnTo>
                  <a:lnTo>
                    <a:pt x="5838" y="73292"/>
                  </a:lnTo>
                  <a:lnTo>
                    <a:pt x="4997" y="70876"/>
                  </a:lnTo>
                  <a:lnTo>
                    <a:pt x="2942" y="64299"/>
                  </a:lnTo>
                  <a:lnTo>
                    <a:pt x="2674" y="59897"/>
                  </a:lnTo>
                  <a:lnTo>
                    <a:pt x="6316" y="56249"/>
                  </a:lnTo>
                  <a:lnTo>
                    <a:pt x="5945" y="50974"/>
                  </a:lnTo>
                  <a:lnTo>
                    <a:pt x="6617" y="47373"/>
                  </a:lnTo>
                  <a:lnTo>
                    <a:pt x="3562" y="44538"/>
                  </a:lnTo>
                  <a:lnTo>
                    <a:pt x="990" y="41770"/>
                  </a:lnTo>
                  <a:lnTo>
                    <a:pt x="0" y="40704"/>
                  </a:lnTo>
                  <a:lnTo>
                    <a:pt x="2929" y="36204"/>
                  </a:lnTo>
                  <a:lnTo>
                    <a:pt x="5291" y="31495"/>
                  </a:lnTo>
                  <a:lnTo>
                    <a:pt x="5907" y="28343"/>
                  </a:lnTo>
                  <a:lnTo>
                    <a:pt x="6157" y="27056"/>
                  </a:lnTo>
                  <a:lnTo>
                    <a:pt x="6242" y="26620"/>
                  </a:lnTo>
                  <a:lnTo>
                    <a:pt x="9729" y="21298"/>
                  </a:lnTo>
                  <a:lnTo>
                    <a:pt x="10075" y="16597"/>
                  </a:lnTo>
                  <a:lnTo>
                    <a:pt x="10233" y="14434"/>
                  </a:lnTo>
                  <a:lnTo>
                    <a:pt x="11685" y="7608"/>
                  </a:lnTo>
                  <a:lnTo>
                    <a:pt x="13979" y="2759"/>
                  </a:lnTo>
                  <a:lnTo>
                    <a:pt x="17588" y="0"/>
                  </a:lnTo>
                  <a:lnTo>
                    <a:pt x="35122" y="4452"/>
                  </a:lnTo>
                  <a:lnTo>
                    <a:pt x="41881" y="6335"/>
                  </a:lnTo>
                  <a:lnTo>
                    <a:pt x="46739" y="7683"/>
                  </a:lnTo>
                  <a:lnTo>
                    <a:pt x="51703" y="8814"/>
                  </a:lnTo>
                  <a:lnTo>
                    <a:pt x="53380" y="9183"/>
                  </a:lnTo>
                  <a:lnTo>
                    <a:pt x="65902" y="11920"/>
                  </a:lnTo>
                  <a:lnTo>
                    <a:pt x="76662" y="14103"/>
                  </a:lnTo>
                  <a:lnTo>
                    <a:pt x="77049" y="18241"/>
                  </a:lnTo>
                  <a:lnTo>
                    <a:pt x="77102" y="21298"/>
                  </a:lnTo>
                  <a:lnTo>
                    <a:pt x="77158" y="24634"/>
                  </a:lnTo>
                  <a:lnTo>
                    <a:pt x="77170" y="25372"/>
                  </a:lnTo>
                  <a:lnTo>
                    <a:pt x="77069" y="26571"/>
                  </a:lnTo>
                  <a:lnTo>
                    <a:pt x="76949" y="27989"/>
                  </a:lnTo>
                  <a:lnTo>
                    <a:pt x="76771" y="30097"/>
                  </a:lnTo>
                  <a:lnTo>
                    <a:pt x="76732" y="30560"/>
                  </a:lnTo>
                  <a:lnTo>
                    <a:pt x="76653" y="30996"/>
                  </a:lnTo>
                  <a:lnTo>
                    <a:pt x="76315" y="32859"/>
                  </a:lnTo>
                  <a:lnTo>
                    <a:pt x="75577" y="36927"/>
                  </a:lnTo>
                  <a:lnTo>
                    <a:pt x="75517" y="38001"/>
                  </a:lnTo>
                  <a:lnTo>
                    <a:pt x="75414" y="39870"/>
                  </a:lnTo>
                  <a:lnTo>
                    <a:pt x="75227" y="43215"/>
                  </a:lnTo>
                  <a:lnTo>
                    <a:pt x="74481" y="45337"/>
                  </a:lnTo>
                  <a:lnTo>
                    <a:pt x="74358" y="45687"/>
                  </a:lnTo>
                  <a:lnTo>
                    <a:pt x="73783" y="47321"/>
                  </a:lnTo>
                  <a:lnTo>
                    <a:pt x="69348" y="49305"/>
                  </a:lnTo>
                  <a:lnTo>
                    <a:pt x="68715" y="49588"/>
                  </a:lnTo>
                  <a:lnTo>
                    <a:pt x="67114" y="51458"/>
                  </a:lnTo>
                  <a:lnTo>
                    <a:pt x="68021" y="54720"/>
                  </a:lnTo>
                  <a:lnTo>
                    <a:pt x="68088" y="57875"/>
                  </a:lnTo>
                  <a:lnTo>
                    <a:pt x="66415" y="59689"/>
                  </a:lnTo>
                  <a:lnTo>
                    <a:pt x="66810" y="63531"/>
                  </a:lnTo>
                  <a:lnTo>
                    <a:pt x="67711" y="66751"/>
                  </a:lnTo>
                  <a:lnTo>
                    <a:pt x="70462" y="67340"/>
                  </a:lnTo>
                  <a:lnTo>
                    <a:pt x="71826" y="67631"/>
                  </a:lnTo>
                  <a:lnTo>
                    <a:pt x="74724" y="66034"/>
                  </a:lnTo>
                  <a:lnTo>
                    <a:pt x="77880" y="65343"/>
                  </a:lnTo>
                  <a:lnTo>
                    <a:pt x="82315" y="66192"/>
                  </a:lnTo>
                  <a:lnTo>
                    <a:pt x="82731" y="61172"/>
                  </a:lnTo>
                  <a:lnTo>
                    <a:pt x="83928" y="60268"/>
                  </a:lnTo>
                  <a:lnTo>
                    <a:pt x="87029" y="65594"/>
                  </a:lnTo>
                  <a:lnTo>
                    <a:pt x="88968" y="70594"/>
                  </a:lnTo>
                  <a:lnTo>
                    <a:pt x="90120" y="76610"/>
                  </a:lnTo>
                  <a:lnTo>
                    <a:pt x="90684" y="84240"/>
                  </a:lnTo>
                  <a:lnTo>
                    <a:pt x="91167" y="90868"/>
                  </a:lnTo>
                  <a:lnTo>
                    <a:pt x="91394" y="92679"/>
                  </a:lnTo>
                  <a:lnTo>
                    <a:pt x="92770" y="103731"/>
                  </a:lnTo>
                  <a:lnTo>
                    <a:pt x="93690" y="109618"/>
                  </a:lnTo>
                  <a:lnTo>
                    <a:pt x="93714" y="109773"/>
                  </a:lnTo>
                  <a:lnTo>
                    <a:pt x="95728" y="119453"/>
                  </a:lnTo>
                  <a:lnTo>
                    <a:pt x="95794" y="120001"/>
                  </a:lnTo>
                  <a:lnTo>
                    <a:pt x="96199" y="123380"/>
                  </a:lnTo>
                  <a:lnTo>
                    <a:pt x="93907" y="136344"/>
                  </a:lnTo>
                  <a:lnTo>
                    <a:pt x="90528" y="148383"/>
                  </a:lnTo>
                  <a:lnTo>
                    <a:pt x="90611" y="150766"/>
                  </a:lnTo>
                  <a:lnTo>
                    <a:pt x="90645" y="151720"/>
                  </a:lnTo>
                  <a:lnTo>
                    <a:pt x="88427" y="158903"/>
                  </a:lnTo>
                  <a:lnTo>
                    <a:pt x="86561" y="163343"/>
                  </a:lnTo>
                  <a:lnTo>
                    <a:pt x="80788" y="169586"/>
                  </a:lnTo>
                  <a:lnTo>
                    <a:pt x="79923" y="171147"/>
                  </a:lnTo>
                  <a:lnTo>
                    <a:pt x="78090" y="174453"/>
                  </a:lnTo>
                  <a:lnTo>
                    <a:pt x="75375" y="180792"/>
                  </a:lnTo>
                  <a:lnTo>
                    <a:pt x="74594" y="184033"/>
                  </a:lnTo>
                  <a:lnTo>
                    <a:pt x="73349" y="190004"/>
                  </a:lnTo>
                  <a:lnTo>
                    <a:pt x="74315" y="191260"/>
                  </a:lnTo>
                  <a:lnTo>
                    <a:pt x="71632" y="199532"/>
                  </a:lnTo>
                  <a:lnTo>
                    <a:pt x="70685" y="203279"/>
                  </a:lnTo>
                  <a:lnTo>
                    <a:pt x="68180" y="208302"/>
                  </a:lnTo>
                  <a:lnTo>
                    <a:pt x="64026" y="210724"/>
                  </a:lnTo>
                  <a:lnTo>
                    <a:pt x="61734" y="210997"/>
                  </a:lnTo>
                  <a:lnTo>
                    <a:pt x="60821" y="204996"/>
                  </a:lnTo>
                  <a:lnTo>
                    <a:pt x="62005" y="196629"/>
                  </a:lnTo>
                  <a:lnTo>
                    <a:pt x="61746" y="191499"/>
                  </a:lnTo>
                  <a:lnTo>
                    <a:pt x="59730" y="189235"/>
                  </a:lnTo>
                  <a:lnTo>
                    <a:pt x="59047" y="189290"/>
                  </a:lnTo>
                  <a:lnTo>
                    <a:pt x="53370" y="189741"/>
                  </a:lnTo>
                  <a:lnTo>
                    <a:pt x="49537" y="188732"/>
                  </a:lnTo>
                  <a:lnTo>
                    <a:pt x="46932" y="189964"/>
                  </a:lnTo>
                  <a:lnTo>
                    <a:pt x="44702" y="193347"/>
                  </a:lnTo>
                  <a:lnTo>
                    <a:pt x="41773" y="190498"/>
                  </a:lnTo>
                  <a:lnTo>
                    <a:pt x="37841" y="188011"/>
                  </a:lnTo>
                  <a:lnTo>
                    <a:pt x="35233" y="186704"/>
                  </a:lnTo>
                  <a:lnTo>
                    <a:pt x="32445" y="186974"/>
                  </a:lnTo>
                  <a:lnTo>
                    <a:pt x="28800" y="184385"/>
                  </a:lnTo>
                  <a:lnTo>
                    <a:pt x="26577" y="183658"/>
                  </a:lnTo>
                  <a:lnTo>
                    <a:pt x="22997" y="181843"/>
                  </a:lnTo>
                  <a:lnTo>
                    <a:pt x="21625" y="181398"/>
                  </a:lnTo>
                  <a:lnTo>
                    <a:pt x="19677" y="180765"/>
                  </a:lnTo>
                  <a:lnTo>
                    <a:pt x="17320" y="178107"/>
                  </a:lnTo>
                  <a:lnTo>
                    <a:pt x="12230" y="177684"/>
                  </a:lnTo>
                  <a:lnTo>
                    <a:pt x="11848" y="174328"/>
                  </a:lnTo>
                  <a:lnTo>
                    <a:pt x="10968" y="171162"/>
                  </a:lnTo>
                  <a:lnTo>
                    <a:pt x="10880" y="167237"/>
                  </a:lnTo>
                  <a:lnTo>
                    <a:pt x="8444" y="16632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76323" y="4027572"/>
              <a:ext cx="470028" cy="498823"/>
            </a:xfrm>
            <a:custGeom>
              <a:avLst/>
              <a:pathLst>
                <a:path w="470028" h="498823">
                  <a:moveTo>
                    <a:pt x="3771" y="452300"/>
                  </a:moveTo>
                  <a:lnTo>
                    <a:pt x="6151" y="427352"/>
                  </a:lnTo>
                  <a:lnTo>
                    <a:pt x="8969" y="397644"/>
                  </a:lnTo>
                  <a:lnTo>
                    <a:pt x="11863" y="367132"/>
                  </a:lnTo>
                  <a:lnTo>
                    <a:pt x="15384" y="329679"/>
                  </a:lnTo>
                  <a:lnTo>
                    <a:pt x="17032" y="312230"/>
                  </a:lnTo>
                  <a:lnTo>
                    <a:pt x="20122" y="280288"/>
                  </a:lnTo>
                  <a:lnTo>
                    <a:pt x="20945" y="271803"/>
                  </a:lnTo>
                  <a:lnTo>
                    <a:pt x="26368" y="215525"/>
                  </a:lnTo>
                  <a:lnTo>
                    <a:pt x="26849" y="210577"/>
                  </a:lnTo>
                  <a:lnTo>
                    <a:pt x="30076" y="177483"/>
                  </a:lnTo>
                  <a:lnTo>
                    <a:pt x="31867" y="158717"/>
                  </a:lnTo>
                  <a:lnTo>
                    <a:pt x="33433" y="142349"/>
                  </a:lnTo>
                  <a:lnTo>
                    <a:pt x="35606" y="120543"/>
                  </a:lnTo>
                  <a:lnTo>
                    <a:pt x="37898" y="97436"/>
                  </a:lnTo>
                  <a:lnTo>
                    <a:pt x="38964" y="86740"/>
                  </a:lnTo>
                  <a:lnTo>
                    <a:pt x="39957" y="76790"/>
                  </a:lnTo>
                  <a:lnTo>
                    <a:pt x="46538" y="10839"/>
                  </a:lnTo>
                  <a:lnTo>
                    <a:pt x="47638" y="0"/>
                  </a:lnTo>
                  <a:lnTo>
                    <a:pt x="77239" y="3115"/>
                  </a:lnTo>
                  <a:lnTo>
                    <a:pt x="94038" y="4801"/>
                  </a:lnTo>
                  <a:lnTo>
                    <a:pt x="120445" y="7352"/>
                  </a:lnTo>
                  <a:lnTo>
                    <a:pt x="156647" y="10705"/>
                  </a:lnTo>
                  <a:lnTo>
                    <a:pt x="160892" y="11084"/>
                  </a:lnTo>
                  <a:lnTo>
                    <a:pt x="198851" y="14317"/>
                  </a:lnTo>
                  <a:lnTo>
                    <a:pt x="199323" y="15033"/>
                  </a:lnTo>
                  <a:lnTo>
                    <a:pt x="226830" y="17108"/>
                  </a:lnTo>
                  <a:lnTo>
                    <a:pt x="236135" y="17781"/>
                  </a:lnTo>
                  <a:lnTo>
                    <a:pt x="259689" y="19417"/>
                  </a:lnTo>
                  <a:lnTo>
                    <a:pt x="260307" y="19458"/>
                  </a:lnTo>
                  <a:lnTo>
                    <a:pt x="279821" y="20786"/>
                  </a:lnTo>
                  <a:lnTo>
                    <a:pt x="279960" y="20795"/>
                  </a:lnTo>
                  <a:lnTo>
                    <a:pt x="292729" y="21650"/>
                  </a:lnTo>
                  <a:lnTo>
                    <a:pt x="300747" y="22176"/>
                  </a:lnTo>
                  <a:lnTo>
                    <a:pt x="312501" y="22947"/>
                  </a:lnTo>
                  <a:lnTo>
                    <a:pt x="314656" y="23085"/>
                  </a:lnTo>
                  <a:lnTo>
                    <a:pt x="319236" y="23376"/>
                  </a:lnTo>
                  <a:lnTo>
                    <a:pt x="321632" y="23527"/>
                  </a:lnTo>
                  <a:lnTo>
                    <a:pt x="348834" y="25300"/>
                  </a:lnTo>
                  <a:lnTo>
                    <a:pt x="376365" y="26782"/>
                  </a:lnTo>
                  <a:lnTo>
                    <a:pt x="399555" y="27722"/>
                  </a:lnTo>
                  <a:lnTo>
                    <a:pt x="418798" y="28432"/>
                  </a:lnTo>
                  <a:lnTo>
                    <a:pt x="464148" y="30113"/>
                  </a:lnTo>
                  <a:lnTo>
                    <a:pt x="470028" y="30306"/>
                  </a:lnTo>
                  <a:lnTo>
                    <a:pt x="469783" y="38215"/>
                  </a:lnTo>
                  <a:lnTo>
                    <a:pt x="469067" y="58688"/>
                  </a:lnTo>
                  <a:lnTo>
                    <a:pt x="468881" y="65019"/>
                  </a:lnTo>
                  <a:lnTo>
                    <a:pt x="468569" y="73955"/>
                  </a:lnTo>
                  <a:lnTo>
                    <a:pt x="465783" y="73851"/>
                  </a:lnTo>
                  <a:lnTo>
                    <a:pt x="464568" y="112731"/>
                  </a:lnTo>
                  <a:lnTo>
                    <a:pt x="463619" y="140299"/>
                  </a:lnTo>
                  <a:lnTo>
                    <a:pt x="463269" y="150507"/>
                  </a:lnTo>
                  <a:lnTo>
                    <a:pt x="461935" y="188845"/>
                  </a:lnTo>
                  <a:lnTo>
                    <a:pt x="461818" y="192197"/>
                  </a:lnTo>
                  <a:lnTo>
                    <a:pt x="461273" y="208826"/>
                  </a:lnTo>
                  <a:lnTo>
                    <a:pt x="460684" y="226864"/>
                  </a:lnTo>
                  <a:lnTo>
                    <a:pt x="460301" y="237992"/>
                  </a:lnTo>
                  <a:lnTo>
                    <a:pt x="459559" y="258940"/>
                  </a:lnTo>
                  <a:lnTo>
                    <a:pt x="459378" y="264766"/>
                  </a:lnTo>
                  <a:lnTo>
                    <a:pt x="459351" y="265647"/>
                  </a:lnTo>
                  <a:lnTo>
                    <a:pt x="458747" y="285114"/>
                  </a:lnTo>
                  <a:lnTo>
                    <a:pt x="457754" y="307308"/>
                  </a:lnTo>
                  <a:lnTo>
                    <a:pt x="456659" y="329440"/>
                  </a:lnTo>
                  <a:lnTo>
                    <a:pt x="455866" y="345303"/>
                  </a:lnTo>
                  <a:lnTo>
                    <a:pt x="455130" y="360034"/>
                  </a:lnTo>
                  <a:lnTo>
                    <a:pt x="454160" y="382684"/>
                  </a:lnTo>
                  <a:lnTo>
                    <a:pt x="453751" y="392239"/>
                  </a:lnTo>
                  <a:lnTo>
                    <a:pt x="453417" y="402899"/>
                  </a:lnTo>
                  <a:lnTo>
                    <a:pt x="453039" y="414999"/>
                  </a:lnTo>
                  <a:lnTo>
                    <a:pt x="452863" y="420728"/>
                  </a:lnTo>
                  <a:lnTo>
                    <a:pt x="451848" y="453562"/>
                  </a:lnTo>
                  <a:lnTo>
                    <a:pt x="451690" y="458605"/>
                  </a:lnTo>
                  <a:lnTo>
                    <a:pt x="451454" y="466136"/>
                  </a:lnTo>
                  <a:lnTo>
                    <a:pt x="431873" y="465420"/>
                  </a:lnTo>
                  <a:lnTo>
                    <a:pt x="402263" y="464222"/>
                  </a:lnTo>
                  <a:lnTo>
                    <a:pt x="383044" y="463371"/>
                  </a:lnTo>
                  <a:lnTo>
                    <a:pt x="379735" y="463219"/>
                  </a:lnTo>
                  <a:lnTo>
                    <a:pt x="333522" y="460847"/>
                  </a:lnTo>
                  <a:lnTo>
                    <a:pt x="318281" y="460002"/>
                  </a:lnTo>
                  <a:lnTo>
                    <a:pt x="313011" y="459701"/>
                  </a:lnTo>
                  <a:lnTo>
                    <a:pt x="295428" y="458666"/>
                  </a:lnTo>
                  <a:lnTo>
                    <a:pt x="250941" y="455688"/>
                  </a:lnTo>
                  <a:lnTo>
                    <a:pt x="232490" y="454443"/>
                  </a:lnTo>
                  <a:lnTo>
                    <a:pt x="217377" y="453384"/>
                  </a:lnTo>
                  <a:lnTo>
                    <a:pt x="204221" y="452465"/>
                  </a:lnTo>
                  <a:lnTo>
                    <a:pt x="194024" y="451735"/>
                  </a:lnTo>
                  <a:lnTo>
                    <a:pt x="186236" y="451166"/>
                  </a:lnTo>
                  <a:lnTo>
                    <a:pt x="185197" y="453640"/>
                  </a:lnTo>
                  <a:lnTo>
                    <a:pt x="185357" y="458652"/>
                  </a:lnTo>
                  <a:lnTo>
                    <a:pt x="184179" y="462275"/>
                  </a:lnTo>
                  <a:lnTo>
                    <a:pt x="187912" y="467595"/>
                  </a:lnTo>
                  <a:lnTo>
                    <a:pt x="191699" y="470571"/>
                  </a:lnTo>
                  <a:lnTo>
                    <a:pt x="191443" y="470485"/>
                  </a:lnTo>
                  <a:lnTo>
                    <a:pt x="156952" y="467783"/>
                  </a:lnTo>
                  <a:lnTo>
                    <a:pt x="134313" y="465900"/>
                  </a:lnTo>
                  <a:lnTo>
                    <a:pt x="124950" y="465098"/>
                  </a:lnTo>
                  <a:lnTo>
                    <a:pt x="66312" y="459745"/>
                  </a:lnTo>
                  <a:lnTo>
                    <a:pt x="64238" y="484385"/>
                  </a:lnTo>
                  <a:lnTo>
                    <a:pt x="63036" y="498823"/>
                  </a:lnTo>
                  <a:lnTo>
                    <a:pt x="25642" y="495151"/>
                  </a:lnTo>
                  <a:lnTo>
                    <a:pt x="14149" y="494049"/>
                  </a:lnTo>
                  <a:lnTo>
                    <a:pt x="0" y="4925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109274" y="3261328"/>
              <a:ext cx="438296" cy="678897"/>
            </a:xfrm>
            <a:custGeom>
              <a:avLst/>
              <a:pathLst>
                <a:path w="438296" h="678897">
                  <a:moveTo>
                    <a:pt x="6051" y="229639"/>
                  </a:moveTo>
                  <a:lnTo>
                    <a:pt x="8730" y="218634"/>
                  </a:lnTo>
                  <a:lnTo>
                    <a:pt x="10688" y="210606"/>
                  </a:lnTo>
                  <a:lnTo>
                    <a:pt x="14478" y="194884"/>
                  </a:lnTo>
                  <a:lnTo>
                    <a:pt x="19326" y="174834"/>
                  </a:lnTo>
                  <a:lnTo>
                    <a:pt x="22777" y="160269"/>
                  </a:lnTo>
                  <a:lnTo>
                    <a:pt x="26771" y="143563"/>
                  </a:lnTo>
                  <a:lnTo>
                    <a:pt x="34781" y="109248"/>
                  </a:lnTo>
                  <a:lnTo>
                    <a:pt x="37620" y="96791"/>
                  </a:lnTo>
                  <a:lnTo>
                    <a:pt x="44070" y="69498"/>
                  </a:lnTo>
                  <a:lnTo>
                    <a:pt x="53088" y="32235"/>
                  </a:lnTo>
                  <a:lnTo>
                    <a:pt x="58303" y="10257"/>
                  </a:lnTo>
                  <a:lnTo>
                    <a:pt x="60782" y="0"/>
                  </a:lnTo>
                  <a:lnTo>
                    <a:pt x="77978" y="4138"/>
                  </a:lnTo>
                  <a:lnTo>
                    <a:pt x="100905" y="9971"/>
                  </a:lnTo>
                  <a:lnTo>
                    <a:pt x="103160" y="10539"/>
                  </a:lnTo>
                  <a:lnTo>
                    <a:pt x="110436" y="12363"/>
                  </a:lnTo>
                  <a:lnTo>
                    <a:pt x="123492" y="15438"/>
                  </a:lnTo>
                  <a:lnTo>
                    <a:pt x="137652" y="18893"/>
                  </a:lnTo>
                  <a:lnTo>
                    <a:pt x="155033" y="22705"/>
                  </a:lnTo>
                  <a:lnTo>
                    <a:pt x="174234" y="26977"/>
                  </a:lnTo>
                  <a:lnTo>
                    <a:pt x="194708" y="31477"/>
                  </a:lnTo>
                  <a:lnTo>
                    <a:pt x="210502" y="34969"/>
                  </a:lnTo>
                  <a:lnTo>
                    <a:pt x="224446" y="37945"/>
                  </a:lnTo>
                  <a:lnTo>
                    <a:pt x="237499" y="40667"/>
                  </a:lnTo>
                  <a:lnTo>
                    <a:pt x="248363" y="43031"/>
                  </a:lnTo>
                  <a:lnTo>
                    <a:pt x="248869" y="43142"/>
                  </a:lnTo>
                  <a:lnTo>
                    <a:pt x="273705" y="48573"/>
                  </a:lnTo>
                  <a:lnTo>
                    <a:pt x="292319" y="52402"/>
                  </a:lnTo>
                  <a:lnTo>
                    <a:pt x="321717" y="58338"/>
                  </a:lnTo>
                  <a:lnTo>
                    <a:pt x="337272" y="61325"/>
                  </a:lnTo>
                  <a:lnTo>
                    <a:pt x="357124" y="65257"/>
                  </a:lnTo>
                  <a:lnTo>
                    <a:pt x="374743" y="68350"/>
                  </a:lnTo>
                  <a:lnTo>
                    <a:pt x="383621" y="69885"/>
                  </a:lnTo>
                  <a:lnTo>
                    <a:pt x="402745" y="73864"/>
                  </a:lnTo>
                  <a:lnTo>
                    <a:pt x="422956" y="77507"/>
                  </a:lnTo>
                  <a:lnTo>
                    <a:pt x="438296" y="80241"/>
                  </a:lnTo>
                  <a:lnTo>
                    <a:pt x="434928" y="101058"/>
                  </a:lnTo>
                  <a:lnTo>
                    <a:pt x="431114" y="123773"/>
                  </a:lnTo>
                  <a:lnTo>
                    <a:pt x="426941" y="148371"/>
                  </a:lnTo>
                  <a:lnTo>
                    <a:pt x="423908" y="166380"/>
                  </a:lnTo>
                  <a:lnTo>
                    <a:pt x="419901" y="190082"/>
                  </a:lnTo>
                  <a:lnTo>
                    <a:pt x="416475" y="210038"/>
                  </a:lnTo>
                  <a:lnTo>
                    <a:pt x="415047" y="218481"/>
                  </a:lnTo>
                  <a:lnTo>
                    <a:pt x="411037" y="242869"/>
                  </a:lnTo>
                  <a:lnTo>
                    <a:pt x="410766" y="244519"/>
                  </a:lnTo>
                  <a:lnTo>
                    <a:pt x="407993" y="261134"/>
                  </a:lnTo>
                  <a:lnTo>
                    <a:pt x="406378" y="270831"/>
                  </a:lnTo>
                  <a:lnTo>
                    <a:pt x="402876" y="292630"/>
                  </a:lnTo>
                  <a:lnTo>
                    <a:pt x="402281" y="296341"/>
                  </a:lnTo>
                  <a:lnTo>
                    <a:pt x="395222" y="339173"/>
                  </a:lnTo>
                  <a:lnTo>
                    <a:pt x="393525" y="350176"/>
                  </a:lnTo>
                  <a:lnTo>
                    <a:pt x="390632" y="367609"/>
                  </a:lnTo>
                  <a:lnTo>
                    <a:pt x="389134" y="376652"/>
                  </a:lnTo>
                  <a:lnTo>
                    <a:pt x="386804" y="391246"/>
                  </a:lnTo>
                  <a:lnTo>
                    <a:pt x="384667" y="404641"/>
                  </a:lnTo>
                  <a:lnTo>
                    <a:pt x="383285" y="413428"/>
                  </a:lnTo>
                  <a:lnTo>
                    <a:pt x="379627" y="436588"/>
                  </a:lnTo>
                  <a:lnTo>
                    <a:pt x="377630" y="448294"/>
                  </a:lnTo>
                  <a:lnTo>
                    <a:pt x="375646" y="460522"/>
                  </a:lnTo>
                  <a:lnTo>
                    <a:pt x="374090" y="470290"/>
                  </a:lnTo>
                  <a:lnTo>
                    <a:pt x="371312" y="488278"/>
                  </a:lnTo>
                  <a:lnTo>
                    <a:pt x="368664" y="505268"/>
                  </a:lnTo>
                  <a:lnTo>
                    <a:pt x="367550" y="512909"/>
                  </a:lnTo>
                  <a:lnTo>
                    <a:pt x="365453" y="526537"/>
                  </a:lnTo>
                  <a:lnTo>
                    <a:pt x="362275" y="547256"/>
                  </a:lnTo>
                  <a:lnTo>
                    <a:pt x="358666" y="571401"/>
                  </a:lnTo>
                  <a:lnTo>
                    <a:pt x="357862" y="576305"/>
                  </a:lnTo>
                  <a:lnTo>
                    <a:pt x="356958" y="582800"/>
                  </a:lnTo>
                  <a:lnTo>
                    <a:pt x="352290" y="588445"/>
                  </a:lnTo>
                  <a:lnTo>
                    <a:pt x="348696" y="593921"/>
                  </a:lnTo>
                  <a:lnTo>
                    <a:pt x="347368" y="596237"/>
                  </a:lnTo>
                  <a:lnTo>
                    <a:pt x="342920" y="596273"/>
                  </a:lnTo>
                  <a:lnTo>
                    <a:pt x="339215" y="593849"/>
                  </a:lnTo>
                  <a:lnTo>
                    <a:pt x="336414" y="590931"/>
                  </a:lnTo>
                  <a:lnTo>
                    <a:pt x="335549" y="586788"/>
                  </a:lnTo>
                  <a:lnTo>
                    <a:pt x="333601" y="583329"/>
                  </a:lnTo>
                  <a:lnTo>
                    <a:pt x="330512" y="582558"/>
                  </a:lnTo>
                  <a:lnTo>
                    <a:pt x="328037" y="583848"/>
                  </a:lnTo>
                  <a:lnTo>
                    <a:pt x="325404" y="583123"/>
                  </a:lnTo>
                  <a:lnTo>
                    <a:pt x="323981" y="580956"/>
                  </a:lnTo>
                  <a:lnTo>
                    <a:pt x="319790" y="580162"/>
                  </a:lnTo>
                  <a:lnTo>
                    <a:pt x="315755" y="580395"/>
                  </a:lnTo>
                  <a:lnTo>
                    <a:pt x="312731" y="581967"/>
                  </a:lnTo>
                  <a:lnTo>
                    <a:pt x="307700" y="582229"/>
                  </a:lnTo>
                  <a:lnTo>
                    <a:pt x="306726" y="585068"/>
                  </a:lnTo>
                  <a:lnTo>
                    <a:pt x="306664" y="585467"/>
                  </a:lnTo>
                  <a:lnTo>
                    <a:pt x="305917" y="590316"/>
                  </a:lnTo>
                  <a:lnTo>
                    <a:pt x="305804" y="596176"/>
                  </a:lnTo>
                  <a:lnTo>
                    <a:pt x="307373" y="600205"/>
                  </a:lnTo>
                  <a:lnTo>
                    <a:pt x="309000" y="603758"/>
                  </a:lnTo>
                  <a:lnTo>
                    <a:pt x="305919" y="607707"/>
                  </a:lnTo>
                  <a:lnTo>
                    <a:pt x="305242" y="614787"/>
                  </a:lnTo>
                  <a:lnTo>
                    <a:pt x="304653" y="622004"/>
                  </a:lnTo>
                  <a:lnTo>
                    <a:pt x="306615" y="625965"/>
                  </a:lnTo>
                  <a:lnTo>
                    <a:pt x="306120" y="627905"/>
                  </a:lnTo>
                  <a:lnTo>
                    <a:pt x="304742" y="633312"/>
                  </a:lnTo>
                  <a:lnTo>
                    <a:pt x="303608" y="639783"/>
                  </a:lnTo>
                  <a:lnTo>
                    <a:pt x="305684" y="643706"/>
                  </a:lnTo>
                  <a:lnTo>
                    <a:pt x="306482" y="656931"/>
                  </a:lnTo>
                  <a:lnTo>
                    <a:pt x="305807" y="667808"/>
                  </a:lnTo>
                  <a:lnTo>
                    <a:pt x="303703" y="669011"/>
                  </a:lnTo>
                  <a:lnTo>
                    <a:pt x="302244" y="668703"/>
                  </a:lnTo>
                  <a:lnTo>
                    <a:pt x="301152" y="673238"/>
                  </a:lnTo>
                  <a:lnTo>
                    <a:pt x="299645" y="678897"/>
                  </a:lnTo>
                  <a:lnTo>
                    <a:pt x="289482" y="664841"/>
                  </a:lnTo>
                  <a:lnTo>
                    <a:pt x="280949" y="653035"/>
                  </a:lnTo>
                  <a:lnTo>
                    <a:pt x="275299" y="645179"/>
                  </a:lnTo>
                  <a:lnTo>
                    <a:pt x="268437" y="635729"/>
                  </a:lnTo>
                  <a:lnTo>
                    <a:pt x="259993" y="624016"/>
                  </a:lnTo>
                  <a:lnTo>
                    <a:pt x="254083" y="615845"/>
                  </a:lnTo>
                  <a:lnTo>
                    <a:pt x="239885" y="596058"/>
                  </a:lnTo>
                  <a:lnTo>
                    <a:pt x="228380" y="580131"/>
                  </a:lnTo>
                  <a:lnTo>
                    <a:pt x="225669" y="576359"/>
                  </a:lnTo>
                  <a:lnTo>
                    <a:pt x="214105" y="560199"/>
                  </a:lnTo>
                  <a:lnTo>
                    <a:pt x="197919" y="537634"/>
                  </a:lnTo>
                  <a:lnTo>
                    <a:pt x="191520" y="528615"/>
                  </a:lnTo>
                  <a:lnTo>
                    <a:pt x="162514" y="487900"/>
                  </a:lnTo>
                  <a:lnTo>
                    <a:pt x="153246" y="474893"/>
                  </a:lnTo>
                  <a:lnTo>
                    <a:pt x="148834" y="468669"/>
                  </a:lnTo>
                  <a:lnTo>
                    <a:pt x="124625" y="434480"/>
                  </a:lnTo>
                  <a:lnTo>
                    <a:pt x="116178" y="422615"/>
                  </a:lnTo>
                  <a:lnTo>
                    <a:pt x="105811" y="407953"/>
                  </a:lnTo>
                  <a:lnTo>
                    <a:pt x="83684" y="376550"/>
                  </a:lnTo>
                  <a:lnTo>
                    <a:pt x="79736" y="370893"/>
                  </a:lnTo>
                  <a:lnTo>
                    <a:pt x="55580" y="336445"/>
                  </a:lnTo>
                  <a:lnTo>
                    <a:pt x="44553" y="320795"/>
                  </a:lnTo>
                  <a:lnTo>
                    <a:pt x="37986" y="311411"/>
                  </a:lnTo>
                  <a:lnTo>
                    <a:pt x="35271" y="307543"/>
                  </a:lnTo>
                  <a:lnTo>
                    <a:pt x="21788" y="288213"/>
                  </a:lnTo>
                  <a:lnTo>
                    <a:pt x="21668" y="288041"/>
                  </a:lnTo>
                  <a:lnTo>
                    <a:pt x="5050" y="264158"/>
                  </a:lnTo>
                  <a:lnTo>
                    <a:pt x="0" y="256897"/>
                  </a:lnTo>
                  <a:lnTo>
                    <a:pt x="1284" y="251052"/>
                  </a:lnTo>
                  <a:lnTo>
                    <a:pt x="2139" y="247163"/>
                  </a:lnTo>
                  <a:lnTo>
                    <a:pt x="3142" y="242608"/>
                  </a:lnTo>
                  <a:lnTo>
                    <a:pt x="5526" y="23179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6460341" y="2948506"/>
              <a:ext cx="6863" cy="7044"/>
            </a:xfrm>
            <a:custGeom>
              <a:avLst/>
              <a:pathLst>
                <a:path w="6863" h="7044">
                  <a:moveTo>
                    <a:pt x="0" y="3391"/>
                  </a:moveTo>
                  <a:lnTo>
                    <a:pt x="5171" y="0"/>
                  </a:lnTo>
                  <a:lnTo>
                    <a:pt x="6863" y="3045"/>
                  </a:lnTo>
                  <a:lnTo>
                    <a:pt x="152" y="704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956996" y="2666009"/>
              <a:ext cx="519117" cy="398945"/>
            </a:xfrm>
            <a:custGeom>
              <a:avLst/>
              <a:pathLst>
                <a:path w="519117" h="398945">
                  <a:moveTo>
                    <a:pt x="0" y="348886"/>
                  </a:moveTo>
                  <a:lnTo>
                    <a:pt x="7226" y="342040"/>
                  </a:lnTo>
                  <a:lnTo>
                    <a:pt x="16212" y="331838"/>
                  </a:lnTo>
                  <a:lnTo>
                    <a:pt x="19476" y="325943"/>
                  </a:lnTo>
                  <a:lnTo>
                    <a:pt x="24630" y="320515"/>
                  </a:lnTo>
                  <a:lnTo>
                    <a:pt x="29468" y="316082"/>
                  </a:lnTo>
                  <a:lnTo>
                    <a:pt x="32451" y="313599"/>
                  </a:lnTo>
                  <a:lnTo>
                    <a:pt x="32511" y="313152"/>
                  </a:lnTo>
                  <a:lnTo>
                    <a:pt x="33072" y="308971"/>
                  </a:lnTo>
                  <a:lnTo>
                    <a:pt x="35331" y="305505"/>
                  </a:lnTo>
                  <a:lnTo>
                    <a:pt x="35282" y="301463"/>
                  </a:lnTo>
                  <a:lnTo>
                    <a:pt x="39417" y="297912"/>
                  </a:lnTo>
                  <a:lnTo>
                    <a:pt x="42922" y="294223"/>
                  </a:lnTo>
                  <a:lnTo>
                    <a:pt x="45213" y="289438"/>
                  </a:lnTo>
                  <a:lnTo>
                    <a:pt x="44573" y="288372"/>
                  </a:lnTo>
                  <a:lnTo>
                    <a:pt x="43559" y="286682"/>
                  </a:lnTo>
                  <a:lnTo>
                    <a:pt x="41624" y="283499"/>
                  </a:lnTo>
                  <a:lnTo>
                    <a:pt x="39358" y="282342"/>
                  </a:lnTo>
                  <a:lnTo>
                    <a:pt x="38530" y="278295"/>
                  </a:lnTo>
                  <a:lnTo>
                    <a:pt x="36941" y="276923"/>
                  </a:lnTo>
                  <a:lnTo>
                    <a:pt x="34756" y="277066"/>
                  </a:lnTo>
                  <a:lnTo>
                    <a:pt x="30365" y="274856"/>
                  </a:lnTo>
                  <a:lnTo>
                    <a:pt x="29883" y="269277"/>
                  </a:lnTo>
                  <a:lnTo>
                    <a:pt x="28816" y="268733"/>
                  </a:lnTo>
                  <a:lnTo>
                    <a:pt x="25193" y="268640"/>
                  </a:lnTo>
                  <a:lnTo>
                    <a:pt x="25037" y="264394"/>
                  </a:lnTo>
                  <a:lnTo>
                    <a:pt x="25143" y="263547"/>
                  </a:lnTo>
                  <a:lnTo>
                    <a:pt x="25371" y="261705"/>
                  </a:lnTo>
                  <a:lnTo>
                    <a:pt x="23349" y="255958"/>
                  </a:lnTo>
                  <a:lnTo>
                    <a:pt x="21382" y="252790"/>
                  </a:lnTo>
                  <a:lnTo>
                    <a:pt x="34613" y="244214"/>
                  </a:lnTo>
                  <a:lnTo>
                    <a:pt x="50935" y="235030"/>
                  </a:lnTo>
                  <a:lnTo>
                    <a:pt x="55891" y="233549"/>
                  </a:lnTo>
                  <a:lnTo>
                    <a:pt x="64133" y="231074"/>
                  </a:lnTo>
                  <a:lnTo>
                    <a:pt x="75287" y="227762"/>
                  </a:lnTo>
                  <a:lnTo>
                    <a:pt x="84667" y="226078"/>
                  </a:lnTo>
                  <a:lnTo>
                    <a:pt x="96010" y="224871"/>
                  </a:lnTo>
                  <a:lnTo>
                    <a:pt x="99487" y="224105"/>
                  </a:lnTo>
                  <a:lnTo>
                    <a:pt x="106920" y="227333"/>
                  </a:lnTo>
                  <a:lnTo>
                    <a:pt x="114679" y="229455"/>
                  </a:lnTo>
                  <a:lnTo>
                    <a:pt x="117381" y="227337"/>
                  </a:lnTo>
                  <a:lnTo>
                    <a:pt x="124407" y="223133"/>
                  </a:lnTo>
                  <a:lnTo>
                    <a:pt x="126372" y="221954"/>
                  </a:lnTo>
                  <a:lnTo>
                    <a:pt x="131120" y="220879"/>
                  </a:lnTo>
                  <a:lnTo>
                    <a:pt x="139036" y="217807"/>
                  </a:lnTo>
                  <a:lnTo>
                    <a:pt x="147305" y="216685"/>
                  </a:lnTo>
                  <a:lnTo>
                    <a:pt x="150204" y="215901"/>
                  </a:lnTo>
                  <a:lnTo>
                    <a:pt x="156056" y="210968"/>
                  </a:lnTo>
                  <a:lnTo>
                    <a:pt x="160136" y="208550"/>
                  </a:lnTo>
                  <a:lnTo>
                    <a:pt x="162513" y="206076"/>
                  </a:lnTo>
                  <a:lnTo>
                    <a:pt x="164390" y="204121"/>
                  </a:lnTo>
                  <a:lnTo>
                    <a:pt x="166181" y="197993"/>
                  </a:lnTo>
                  <a:lnTo>
                    <a:pt x="166832" y="197168"/>
                  </a:lnTo>
                  <a:lnTo>
                    <a:pt x="171688" y="191000"/>
                  </a:lnTo>
                  <a:lnTo>
                    <a:pt x="176368" y="184950"/>
                  </a:lnTo>
                  <a:lnTo>
                    <a:pt x="179189" y="183675"/>
                  </a:lnTo>
                  <a:lnTo>
                    <a:pt x="182484" y="183925"/>
                  </a:lnTo>
                  <a:lnTo>
                    <a:pt x="187106" y="180945"/>
                  </a:lnTo>
                  <a:lnTo>
                    <a:pt x="187906" y="176469"/>
                  </a:lnTo>
                  <a:lnTo>
                    <a:pt x="186442" y="169997"/>
                  </a:lnTo>
                  <a:lnTo>
                    <a:pt x="185383" y="167497"/>
                  </a:lnTo>
                  <a:lnTo>
                    <a:pt x="182841" y="161498"/>
                  </a:lnTo>
                  <a:lnTo>
                    <a:pt x="180607" y="157498"/>
                  </a:lnTo>
                  <a:lnTo>
                    <a:pt x="175239" y="154240"/>
                  </a:lnTo>
                  <a:lnTo>
                    <a:pt x="171006" y="154096"/>
                  </a:lnTo>
                  <a:lnTo>
                    <a:pt x="165914" y="154692"/>
                  </a:lnTo>
                  <a:lnTo>
                    <a:pt x="166623" y="150519"/>
                  </a:lnTo>
                  <a:lnTo>
                    <a:pt x="173386" y="144130"/>
                  </a:lnTo>
                  <a:lnTo>
                    <a:pt x="170367" y="140166"/>
                  </a:lnTo>
                  <a:lnTo>
                    <a:pt x="166160" y="140869"/>
                  </a:lnTo>
                  <a:lnTo>
                    <a:pt x="165946" y="137125"/>
                  </a:lnTo>
                  <a:lnTo>
                    <a:pt x="164721" y="134929"/>
                  </a:lnTo>
                  <a:lnTo>
                    <a:pt x="164794" y="131876"/>
                  </a:lnTo>
                  <a:lnTo>
                    <a:pt x="165254" y="128804"/>
                  </a:lnTo>
                  <a:lnTo>
                    <a:pt x="167135" y="124637"/>
                  </a:lnTo>
                  <a:lnTo>
                    <a:pt x="171604" y="122271"/>
                  </a:lnTo>
                  <a:lnTo>
                    <a:pt x="173495" y="119369"/>
                  </a:lnTo>
                  <a:lnTo>
                    <a:pt x="172596" y="115833"/>
                  </a:lnTo>
                  <a:lnTo>
                    <a:pt x="175945" y="113062"/>
                  </a:lnTo>
                  <a:lnTo>
                    <a:pt x="180432" y="107228"/>
                  </a:lnTo>
                  <a:lnTo>
                    <a:pt x="183439" y="106146"/>
                  </a:lnTo>
                  <a:lnTo>
                    <a:pt x="187220" y="99774"/>
                  </a:lnTo>
                  <a:lnTo>
                    <a:pt x="188384" y="97807"/>
                  </a:lnTo>
                  <a:lnTo>
                    <a:pt x="188673" y="93152"/>
                  </a:lnTo>
                  <a:lnTo>
                    <a:pt x="189983" y="88640"/>
                  </a:lnTo>
                  <a:lnTo>
                    <a:pt x="197979" y="72856"/>
                  </a:lnTo>
                  <a:lnTo>
                    <a:pt x="203844" y="61920"/>
                  </a:lnTo>
                  <a:lnTo>
                    <a:pt x="207810" y="55998"/>
                  </a:lnTo>
                  <a:lnTo>
                    <a:pt x="211031" y="50194"/>
                  </a:lnTo>
                  <a:lnTo>
                    <a:pt x="216477" y="44474"/>
                  </a:lnTo>
                  <a:lnTo>
                    <a:pt x="220156" y="40495"/>
                  </a:lnTo>
                  <a:lnTo>
                    <a:pt x="222963" y="36953"/>
                  </a:lnTo>
                  <a:lnTo>
                    <a:pt x="223176" y="35110"/>
                  </a:lnTo>
                  <a:lnTo>
                    <a:pt x="227957" y="33000"/>
                  </a:lnTo>
                  <a:lnTo>
                    <a:pt x="231378" y="28959"/>
                  </a:lnTo>
                  <a:lnTo>
                    <a:pt x="237268" y="29272"/>
                  </a:lnTo>
                  <a:lnTo>
                    <a:pt x="238330" y="28809"/>
                  </a:lnTo>
                  <a:lnTo>
                    <a:pt x="242903" y="26811"/>
                  </a:lnTo>
                  <a:lnTo>
                    <a:pt x="244803" y="25980"/>
                  </a:lnTo>
                  <a:lnTo>
                    <a:pt x="255003" y="22872"/>
                  </a:lnTo>
                  <a:lnTo>
                    <a:pt x="266886" y="19267"/>
                  </a:lnTo>
                  <a:lnTo>
                    <a:pt x="278728" y="14775"/>
                  </a:lnTo>
                  <a:lnTo>
                    <a:pt x="287474" y="11433"/>
                  </a:lnTo>
                  <a:lnTo>
                    <a:pt x="301002" y="6575"/>
                  </a:lnTo>
                  <a:lnTo>
                    <a:pt x="317928" y="0"/>
                  </a:lnTo>
                  <a:lnTo>
                    <a:pt x="318988" y="3424"/>
                  </a:lnTo>
                  <a:lnTo>
                    <a:pt x="320827" y="7743"/>
                  </a:lnTo>
                  <a:lnTo>
                    <a:pt x="320192" y="13664"/>
                  </a:lnTo>
                  <a:lnTo>
                    <a:pt x="321882" y="15949"/>
                  </a:lnTo>
                  <a:lnTo>
                    <a:pt x="324383" y="17355"/>
                  </a:lnTo>
                  <a:lnTo>
                    <a:pt x="324493" y="22126"/>
                  </a:lnTo>
                  <a:lnTo>
                    <a:pt x="325477" y="26549"/>
                  </a:lnTo>
                  <a:lnTo>
                    <a:pt x="326350" y="33825"/>
                  </a:lnTo>
                  <a:lnTo>
                    <a:pt x="329148" y="37742"/>
                  </a:lnTo>
                  <a:lnTo>
                    <a:pt x="329472" y="38006"/>
                  </a:lnTo>
                  <a:lnTo>
                    <a:pt x="330877" y="39148"/>
                  </a:lnTo>
                  <a:lnTo>
                    <a:pt x="334027" y="41706"/>
                  </a:lnTo>
                  <a:lnTo>
                    <a:pt x="337044" y="46919"/>
                  </a:lnTo>
                  <a:lnTo>
                    <a:pt x="337092" y="52343"/>
                  </a:lnTo>
                  <a:lnTo>
                    <a:pt x="337024" y="54790"/>
                  </a:lnTo>
                  <a:lnTo>
                    <a:pt x="338959" y="58517"/>
                  </a:lnTo>
                  <a:lnTo>
                    <a:pt x="340672" y="62289"/>
                  </a:lnTo>
                  <a:lnTo>
                    <a:pt x="340884" y="62755"/>
                  </a:lnTo>
                  <a:lnTo>
                    <a:pt x="339713" y="65739"/>
                  </a:lnTo>
                  <a:lnTo>
                    <a:pt x="338838" y="72004"/>
                  </a:lnTo>
                  <a:lnTo>
                    <a:pt x="339512" y="78106"/>
                  </a:lnTo>
                  <a:lnTo>
                    <a:pt x="339904" y="83307"/>
                  </a:lnTo>
                  <a:lnTo>
                    <a:pt x="342595" y="85293"/>
                  </a:lnTo>
                  <a:lnTo>
                    <a:pt x="343294" y="88420"/>
                  </a:lnTo>
                  <a:lnTo>
                    <a:pt x="344785" y="92194"/>
                  </a:lnTo>
                  <a:lnTo>
                    <a:pt x="348297" y="96076"/>
                  </a:lnTo>
                  <a:lnTo>
                    <a:pt x="348974" y="101305"/>
                  </a:lnTo>
                  <a:lnTo>
                    <a:pt x="349691" y="101921"/>
                  </a:lnTo>
                  <a:lnTo>
                    <a:pt x="352628" y="104440"/>
                  </a:lnTo>
                  <a:lnTo>
                    <a:pt x="352498" y="106103"/>
                  </a:lnTo>
                  <a:lnTo>
                    <a:pt x="352087" y="111319"/>
                  </a:lnTo>
                  <a:lnTo>
                    <a:pt x="352005" y="115195"/>
                  </a:lnTo>
                  <a:lnTo>
                    <a:pt x="353050" y="120412"/>
                  </a:lnTo>
                  <a:lnTo>
                    <a:pt x="355639" y="122395"/>
                  </a:lnTo>
                  <a:lnTo>
                    <a:pt x="358048" y="116130"/>
                  </a:lnTo>
                  <a:lnTo>
                    <a:pt x="361317" y="118881"/>
                  </a:lnTo>
                  <a:lnTo>
                    <a:pt x="365676" y="122020"/>
                  </a:lnTo>
                  <a:lnTo>
                    <a:pt x="369839" y="136661"/>
                  </a:lnTo>
                  <a:lnTo>
                    <a:pt x="371061" y="140833"/>
                  </a:lnTo>
                  <a:lnTo>
                    <a:pt x="377998" y="164583"/>
                  </a:lnTo>
                  <a:lnTo>
                    <a:pt x="380331" y="172437"/>
                  </a:lnTo>
                  <a:lnTo>
                    <a:pt x="383007" y="181467"/>
                  </a:lnTo>
                  <a:lnTo>
                    <a:pt x="383111" y="181818"/>
                  </a:lnTo>
                  <a:lnTo>
                    <a:pt x="383252" y="184725"/>
                  </a:lnTo>
                  <a:lnTo>
                    <a:pt x="386369" y="188898"/>
                  </a:lnTo>
                  <a:lnTo>
                    <a:pt x="387642" y="210596"/>
                  </a:lnTo>
                  <a:lnTo>
                    <a:pt x="389866" y="249554"/>
                  </a:lnTo>
                  <a:lnTo>
                    <a:pt x="391876" y="251907"/>
                  </a:lnTo>
                  <a:lnTo>
                    <a:pt x="392134" y="252208"/>
                  </a:lnTo>
                  <a:lnTo>
                    <a:pt x="397219" y="271626"/>
                  </a:lnTo>
                  <a:lnTo>
                    <a:pt x="400702" y="285144"/>
                  </a:lnTo>
                  <a:lnTo>
                    <a:pt x="401267" y="287341"/>
                  </a:lnTo>
                  <a:lnTo>
                    <a:pt x="401738" y="289188"/>
                  </a:lnTo>
                  <a:lnTo>
                    <a:pt x="403769" y="297164"/>
                  </a:lnTo>
                  <a:lnTo>
                    <a:pt x="405652" y="304579"/>
                  </a:lnTo>
                  <a:lnTo>
                    <a:pt x="407013" y="310137"/>
                  </a:lnTo>
                  <a:lnTo>
                    <a:pt x="407230" y="311025"/>
                  </a:lnTo>
                  <a:lnTo>
                    <a:pt x="408730" y="317166"/>
                  </a:lnTo>
                  <a:lnTo>
                    <a:pt x="415170" y="322707"/>
                  </a:lnTo>
                  <a:lnTo>
                    <a:pt x="403047" y="337309"/>
                  </a:lnTo>
                  <a:lnTo>
                    <a:pt x="405099" y="339083"/>
                  </a:lnTo>
                  <a:lnTo>
                    <a:pt x="409488" y="342876"/>
                  </a:lnTo>
                  <a:lnTo>
                    <a:pt x="409869" y="344040"/>
                  </a:lnTo>
                  <a:lnTo>
                    <a:pt x="410500" y="345590"/>
                  </a:lnTo>
                  <a:lnTo>
                    <a:pt x="409200" y="350291"/>
                  </a:lnTo>
                  <a:lnTo>
                    <a:pt x="406273" y="353803"/>
                  </a:lnTo>
                  <a:lnTo>
                    <a:pt x="406522" y="356662"/>
                  </a:lnTo>
                  <a:lnTo>
                    <a:pt x="408219" y="356581"/>
                  </a:lnTo>
                  <a:lnTo>
                    <a:pt x="410082" y="356490"/>
                  </a:lnTo>
                  <a:lnTo>
                    <a:pt x="413547" y="354562"/>
                  </a:lnTo>
                  <a:lnTo>
                    <a:pt x="415303" y="352125"/>
                  </a:lnTo>
                  <a:lnTo>
                    <a:pt x="422052" y="347934"/>
                  </a:lnTo>
                  <a:lnTo>
                    <a:pt x="422078" y="347456"/>
                  </a:lnTo>
                  <a:lnTo>
                    <a:pt x="422195" y="345244"/>
                  </a:lnTo>
                  <a:lnTo>
                    <a:pt x="425522" y="345185"/>
                  </a:lnTo>
                  <a:lnTo>
                    <a:pt x="425869" y="344759"/>
                  </a:lnTo>
                  <a:lnTo>
                    <a:pt x="427683" y="342535"/>
                  </a:lnTo>
                  <a:lnTo>
                    <a:pt x="432186" y="343399"/>
                  </a:lnTo>
                  <a:lnTo>
                    <a:pt x="439169" y="343290"/>
                  </a:lnTo>
                  <a:lnTo>
                    <a:pt x="443489" y="339570"/>
                  </a:lnTo>
                  <a:lnTo>
                    <a:pt x="443021" y="337205"/>
                  </a:lnTo>
                  <a:lnTo>
                    <a:pt x="444702" y="335114"/>
                  </a:lnTo>
                  <a:lnTo>
                    <a:pt x="449226" y="334242"/>
                  </a:lnTo>
                  <a:lnTo>
                    <a:pt x="460335" y="330218"/>
                  </a:lnTo>
                  <a:lnTo>
                    <a:pt x="469371" y="325939"/>
                  </a:lnTo>
                  <a:lnTo>
                    <a:pt x="476386" y="321606"/>
                  </a:lnTo>
                  <a:lnTo>
                    <a:pt x="480097" y="315986"/>
                  </a:lnTo>
                  <a:lnTo>
                    <a:pt x="482531" y="311093"/>
                  </a:lnTo>
                  <a:lnTo>
                    <a:pt x="485314" y="308011"/>
                  </a:lnTo>
                  <a:lnTo>
                    <a:pt x="486615" y="304565"/>
                  </a:lnTo>
                  <a:lnTo>
                    <a:pt x="490033" y="301841"/>
                  </a:lnTo>
                  <a:lnTo>
                    <a:pt x="495217" y="296426"/>
                  </a:lnTo>
                  <a:lnTo>
                    <a:pt x="496084" y="297547"/>
                  </a:lnTo>
                  <a:lnTo>
                    <a:pt x="493537" y="304825"/>
                  </a:lnTo>
                  <a:lnTo>
                    <a:pt x="493006" y="309065"/>
                  </a:lnTo>
                  <a:lnTo>
                    <a:pt x="497806" y="309910"/>
                  </a:lnTo>
                  <a:lnTo>
                    <a:pt x="500802" y="307646"/>
                  </a:lnTo>
                  <a:lnTo>
                    <a:pt x="501268" y="301637"/>
                  </a:lnTo>
                  <a:lnTo>
                    <a:pt x="504260" y="301839"/>
                  </a:lnTo>
                  <a:lnTo>
                    <a:pt x="504903" y="306087"/>
                  </a:lnTo>
                  <a:lnTo>
                    <a:pt x="508541" y="307932"/>
                  </a:lnTo>
                  <a:lnTo>
                    <a:pt x="512762" y="301614"/>
                  </a:lnTo>
                  <a:lnTo>
                    <a:pt x="514962" y="299938"/>
                  </a:lnTo>
                  <a:lnTo>
                    <a:pt x="519117" y="299360"/>
                  </a:lnTo>
                  <a:lnTo>
                    <a:pt x="516006" y="306579"/>
                  </a:lnTo>
                  <a:lnTo>
                    <a:pt x="507498" y="314122"/>
                  </a:lnTo>
                  <a:lnTo>
                    <a:pt x="496681" y="323265"/>
                  </a:lnTo>
                  <a:lnTo>
                    <a:pt x="491720" y="328475"/>
                  </a:lnTo>
                  <a:lnTo>
                    <a:pt x="472243" y="344988"/>
                  </a:lnTo>
                  <a:lnTo>
                    <a:pt x="469538" y="347401"/>
                  </a:lnTo>
                  <a:lnTo>
                    <a:pt x="463365" y="352893"/>
                  </a:lnTo>
                  <a:lnTo>
                    <a:pt x="458745" y="357656"/>
                  </a:lnTo>
                  <a:lnTo>
                    <a:pt x="447904" y="365979"/>
                  </a:lnTo>
                  <a:lnTo>
                    <a:pt x="442087" y="368927"/>
                  </a:lnTo>
                  <a:lnTo>
                    <a:pt x="439020" y="369066"/>
                  </a:lnTo>
                  <a:lnTo>
                    <a:pt x="434964" y="372071"/>
                  </a:lnTo>
                  <a:lnTo>
                    <a:pt x="431569" y="374581"/>
                  </a:lnTo>
                  <a:lnTo>
                    <a:pt x="430313" y="375509"/>
                  </a:lnTo>
                  <a:lnTo>
                    <a:pt x="422270" y="379226"/>
                  </a:lnTo>
                  <a:lnTo>
                    <a:pt x="415255" y="380986"/>
                  </a:lnTo>
                  <a:lnTo>
                    <a:pt x="413700" y="381375"/>
                  </a:lnTo>
                  <a:lnTo>
                    <a:pt x="410931" y="383669"/>
                  </a:lnTo>
                  <a:lnTo>
                    <a:pt x="404621" y="388886"/>
                  </a:lnTo>
                  <a:lnTo>
                    <a:pt x="402073" y="388060"/>
                  </a:lnTo>
                  <a:lnTo>
                    <a:pt x="400727" y="387622"/>
                  </a:lnTo>
                  <a:lnTo>
                    <a:pt x="397309" y="386967"/>
                  </a:lnTo>
                  <a:lnTo>
                    <a:pt x="395891" y="386694"/>
                  </a:lnTo>
                  <a:lnTo>
                    <a:pt x="393745" y="392064"/>
                  </a:lnTo>
                  <a:lnTo>
                    <a:pt x="389217" y="396906"/>
                  </a:lnTo>
                  <a:lnTo>
                    <a:pt x="385659" y="398945"/>
                  </a:lnTo>
                  <a:lnTo>
                    <a:pt x="385263" y="395103"/>
                  </a:lnTo>
                  <a:lnTo>
                    <a:pt x="386936" y="393288"/>
                  </a:lnTo>
                  <a:lnTo>
                    <a:pt x="386858" y="390090"/>
                  </a:lnTo>
                  <a:lnTo>
                    <a:pt x="386067" y="386750"/>
                  </a:lnTo>
                  <a:lnTo>
                    <a:pt x="387563" y="385002"/>
                  </a:lnTo>
                  <a:lnTo>
                    <a:pt x="388196" y="384719"/>
                  </a:lnTo>
                  <a:lnTo>
                    <a:pt x="392631" y="382734"/>
                  </a:lnTo>
                  <a:lnTo>
                    <a:pt x="393206" y="381101"/>
                  </a:lnTo>
                  <a:lnTo>
                    <a:pt x="393329" y="380750"/>
                  </a:lnTo>
                  <a:lnTo>
                    <a:pt x="394078" y="378577"/>
                  </a:lnTo>
                  <a:lnTo>
                    <a:pt x="394262" y="375283"/>
                  </a:lnTo>
                  <a:lnTo>
                    <a:pt x="394366" y="373415"/>
                  </a:lnTo>
                  <a:lnTo>
                    <a:pt x="394425" y="372341"/>
                  </a:lnTo>
                  <a:lnTo>
                    <a:pt x="395164" y="368273"/>
                  </a:lnTo>
                  <a:lnTo>
                    <a:pt x="395501" y="366409"/>
                  </a:lnTo>
                  <a:lnTo>
                    <a:pt x="395580" y="365973"/>
                  </a:lnTo>
                  <a:lnTo>
                    <a:pt x="395626" y="365435"/>
                  </a:lnTo>
                  <a:lnTo>
                    <a:pt x="395798" y="363402"/>
                  </a:lnTo>
                  <a:lnTo>
                    <a:pt x="395917" y="361985"/>
                  </a:lnTo>
                  <a:lnTo>
                    <a:pt x="396018" y="360786"/>
                  </a:lnTo>
                  <a:lnTo>
                    <a:pt x="396006" y="360047"/>
                  </a:lnTo>
                  <a:lnTo>
                    <a:pt x="395950" y="356712"/>
                  </a:lnTo>
                  <a:lnTo>
                    <a:pt x="395897" y="353655"/>
                  </a:lnTo>
                  <a:lnTo>
                    <a:pt x="395510" y="349516"/>
                  </a:lnTo>
                  <a:lnTo>
                    <a:pt x="384750" y="347334"/>
                  </a:lnTo>
                  <a:lnTo>
                    <a:pt x="372228" y="344597"/>
                  </a:lnTo>
                  <a:lnTo>
                    <a:pt x="370550" y="344228"/>
                  </a:lnTo>
                  <a:lnTo>
                    <a:pt x="365587" y="343096"/>
                  </a:lnTo>
                  <a:lnTo>
                    <a:pt x="360729" y="341749"/>
                  </a:lnTo>
                  <a:lnTo>
                    <a:pt x="353970" y="339866"/>
                  </a:lnTo>
                  <a:lnTo>
                    <a:pt x="336437" y="335413"/>
                  </a:lnTo>
                  <a:lnTo>
                    <a:pt x="332194" y="330424"/>
                  </a:lnTo>
                  <a:lnTo>
                    <a:pt x="330824" y="330699"/>
                  </a:lnTo>
                  <a:lnTo>
                    <a:pt x="328053" y="331254"/>
                  </a:lnTo>
                  <a:lnTo>
                    <a:pt x="321815" y="331030"/>
                  </a:lnTo>
                  <a:lnTo>
                    <a:pt x="315061" y="329374"/>
                  </a:lnTo>
                  <a:lnTo>
                    <a:pt x="309250" y="323927"/>
                  </a:lnTo>
                  <a:lnTo>
                    <a:pt x="308373" y="321544"/>
                  </a:lnTo>
                  <a:lnTo>
                    <a:pt x="307207" y="318377"/>
                  </a:lnTo>
                  <a:lnTo>
                    <a:pt x="304115" y="309081"/>
                  </a:lnTo>
                  <a:lnTo>
                    <a:pt x="301549" y="305288"/>
                  </a:lnTo>
                  <a:lnTo>
                    <a:pt x="298164" y="302791"/>
                  </a:lnTo>
                  <a:lnTo>
                    <a:pt x="295967" y="302652"/>
                  </a:lnTo>
                  <a:lnTo>
                    <a:pt x="292878" y="302454"/>
                  </a:lnTo>
                  <a:lnTo>
                    <a:pt x="287819" y="301957"/>
                  </a:lnTo>
                  <a:lnTo>
                    <a:pt x="284471" y="297264"/>
                  </a:lnTo>
                  <a:lnTo>
                    <a:pt x="280273" y="294352"/>
                  </a:lnTo>
                  <a:lnTo>
                    <a:pt x="279094" y="294639"/>
                  </a:lnTo>
                  <a:lnTo>
                    <a:pt x="271742" y="296424"/>
                  </a:lnTo>
                  <a:lnTo>
                    <a:pt x="271374" y="296541"/>
                  </a:lnTo>
                  <a:lnTo>
                    <a:pt x="247533" y="304017"/>
                  </a:lnTo>
                  <a:lnTo>
                    <a:pt x="233035" y="308464"/>
                  </a:lnTo>
                  <a:lnTo>
                    <a:pt x="230587" y="309210"/>
                  </a:lnTo>
                  <a:lnTo>
                    <a:pt x="211036" y="315119"/>
                  </a:lnTo>
                  <a:lnTo>
                    <a:pt x="205076" y="316792"/>
                  </a:lnTo>
                  <a:lnTo>
                    <a:pt x="182247" y="323506"/>
                  </a:lnTo>
                  <a:lnTo>
                    <a:pt x="179839" y="324207"/>
                  </a:lnTo>
                  <a:lnTo>
                    <a:pt x="177246" y="324961"/>
                  </a:lnTo>
                  <a:lnTo>
                    <a:pt x="139925" y="335886"/>
                  </a:lnTo>
                  <a:lnTo>
                    <a:pt x="131243" y="338383"/>
                  </a:lnTo>
                  <a:lnTo>
                    <a:pt x="126145" y="339841"/>
                  </a:lnTo>
                  <a:lnTo>
                    <a:pt x="113740" y="343232"/>
                  </a:lnTo>
                  <a:lnTo>
                    <a:pt x="102843" y="346284"/>
                  </a:lnTo>
                  <a:lnTo>
                    <a:pt x="98809" y="347408"/>
                  </a:lnTo>
                  <a:lnTo>
                    <a:pt x="96505" y="348032"/>
                  </a:lnTo>
                  <a:lnTo>
                    <a:pt x="78505" y="352868"/>
                  </a:lnTo>
                  <a:lnTo>
                    <a:pt x="58412" y="358337"/>
                  </a:lnTo>
                  <a:lnTo>
                    <a:pt x="54408" y="359416"/>
                  </a:lnTo>
                  <a:lnTo>
                    <a:pt x="49525" y="360720"/>
                  </a:lnTo>
                  <a:lnTo>
                    <a:pt x="23821" y="367501"/>
                  </a:lnTo>
                  <a:lnTo>
                    <a:pt x="15153" y="369713"/>
                  </a:lnTo>
                  <a:lnTo>
                    <a:pt x="5721" y="372102"/>
                  </a:lnTo>
                  <a:lnTo>
                    <a:pt x="2897" y="360766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578443" y="3261056"/>
              <a:ext cx="5639" cy="8371"/>
            </a:xfrm>
            <a:custGeom>
              <a:avLst/>
              <a:pathLst>
                <a:path w="5639" h="8371">
                  <a:moveTo>
                    <a:pt x="0" y="3022"/>
                  </a:moveTo>
                  <a:lnTo>
                    <a:pt x="1879" y="0"/>
                  </a:lnTo>
                  <a:lnTo>
                    <a:pt x="5127" y="1897"/>
                  </a:lnTo>
                  <a:lnTo>
                    <a:pt x="5639" y="6375"/>
                  </a:lnTo>
                  <a:lnTo>
                    <a:pt x="2508" y="837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454329" y="3205681"/>
              <a:ext cx="294753" cy="337835"/>
            </a:xfrm>
            <a:custGeom>
              <a:avLst/>
              <a:pathLst>
                <a:path w="294753" h="337835">
                  <a:moveTo>
                    <a:pt x="37097" y="296928"/>
                  </a:moveTo>
                  <a:lnTo>
                    <a:pt x="36002" y="290168"/>
                  </a:lnTo>
                  <a:lnTo>
                    <a:pt x="34785" y="282658"/>
                  </a:lnTo>
                  <a:lnTo>
                    <a:pt x="32895" y="271373"/>
                  </a:lnTo>
                  <a:lnTo>
                    <a:pt x="32230" y="267408"/>
                  </a:lnTo>
                  <a:lnTo>
                    <a:pt x="29916" y="253639"/>
                  </a:lnTo>
                  <a:lnTo>
                    <a:pt x="27191" y="237138"/>
                  </a:lnTo>
                  <a:lnTo>
                    <a:pt x="25925" y="229494"/>
                  </a:lnTo>
                  <a:lnTo>
                    <a:pt x="24457" y="220637"/>
                  </a:lnTo>
                  <a:lnTo>
                    <a:pt x="23427" y="214307"/>
                  </a:lnTo>
                  <a:lnTo>
                    <a:pt x="21591" y="203034"/>
                  </a:lnTo>
                  <a:lnTo>
                    <a:pt x="20986" y="199325"/>
                  </a:lnTo>
                  <a:lnTo>
                    <a:pt x="18794" y="186415"/>
                  </a:lnTo>
                  <a:lnTo>
                    <a:pt x="17717" y="180322"/>
                  </a:lnTo>
                  <a:lnTo>
                    <a:pt x="15327" y="166823"/>
                  </a:lnTo>
                  <a:lnTo>
                    <a:pt x="12280" y="150008"/>
                  </a:lnTo>
                  <a:lnTo>
                    <a:pt x="11231" y="144229"/>
                  </a:lnTo>
                  <a:lnTo>
                    <a:pt x="9155" y="132808"/>
                  </a:lnTo>
                  <a:lnTo>
                    <a:pt x="7087" y="121465"/>
                  </a:lnTo>
                  <a:lnTo>
                    <a:pt x="6797" y="119876"/>
                  </a:lnTo>
                  <a:lnTo>
                    <a:pt x="4627" y="107996"/>
                  </a:lnTo>
                  <a:lnTo>
                    <a:pt x="4342" y="106461"/>
                  </a:lnTo>
                  <a:lnTo>
                    <a:pt x="2670" y="97463"/>
                  </a:lnTo>
                  <a:lnTo>
                    <a:pt x="0" y="83117"/>
                  </a:lnTo>
                  <a:lnTo>
                    <a:pt x="23417" y="77862"/>
                  </a:lnTo>
                  <a:lnTo>
                    <a:pt x="25865" y="77298"/>
                  </a:lnTo>
                  <a:lnTo>
                    <a:pt x="28351" y="76723"/>
                  </a:lnTo>
                  <a:lnTo>
                    <a:pt x="42702" y="73381"/>
                  </a:lnTo>
                  <a:lnTo>
                    <a:pt x="58809" y="69529"/>
                  </a:lnTo>
                  <a:lnTo>
                    <a:pt x="66245" y="67733"/>
                  </a:lnTo>
                  <a:lnTo>
                    <a:pt x="85815" y="62926"/>
                  </a:lnTo>
                  <a:lnTo>
                    <a:pt x="89347" y="65918"/>
                  </a:lnTo>
                  <a:lnTo>
                    <a:pt x="94445" y="63936"/>
                  </a:lnTo>
                  <a:lnTo>
                    <a:pt x="101503" y="67622"/>
                  </a:lnTo>
                  <a:lnTo>
                    <a:pt x="106179" y="68450"/>
                  </a:lnTo>
                  <a:lnTo>
                    <a:pt x="112883" y="69630"/>
                  </a:lnTo>
                  <a:lnTo>
                    <a:pt x="116035" y="72534"/>
                  </a:lnTo>
                  <a:lnTo>
                    <a:pt x="122742" y="74830"/>
                  </a:lnTo>
                  <a:lnTo>
                    <a:pt x="126428" y="68463"/>
                  </a:lnTo>
                  <a:lnTo>
                    <a:pt x="127852" y="67150"/>
                  </a:lnTo>
                  <a:lnTo>
                    <a:pt x="136074" y="69496"/>
                  </a:lnTo>
                  <a:lnTo>
                    <a:pt x="138622" y="73019"/>
                  </a:lnTo>
                  <a:lnTo>
                    <a:pt x="138868" y="73361"/>
                  </a:lnTo>
                  <a:lnTo>
                    <a:pt x="144540" y="77890"/>
                  </a:lnTo>
                  <a:lnTo>
                    <a:pt x="150558" y="79941"/>
                  </a:lnTo>
                  <a:lnTo>
                    <a:pt x="155286" y="79346"/>
                  </a:lnTo>
                  <a:lnTo>
                    <a:pt x="160869" y="74488"/>
                  </a:lnTo>
                  <a:lnTo>
                    <a:pt x="161736" y="74241"/>
                  </a:lnTo>
                  <a:lnTo>
                    <a:pt x="166748" y="72813"/>
                  </a:lnTo>
                  <a:lnTo>
                    <a:pt x="171545" y="68071"/>
                  </a:lnTo>
                  <a:lnTo>
                    <a:pt x="182674" y="61721"/>
                  </a:lnTo>
                  <a:lnTo>
                    <a:pt x="184531" y="62258"/>
                  </a:lnTo>
                  <a:lnTo>
                    <a:pt x="186711" y="62888"/>
                  </a:lnTo>
                  <a:lnTo>
                    <a:pt x="192634" y="61268"/>
                  </a:lnTo>
                  <a:lnTo>
                    <a:pt x="194725" y="60695"/>
                  </a:lnTo>
                  <a:lnTo>
                    <a:pt x="199440" y="60262"/>
                  </a:lnTo>
                  <a:lnTo>
                    <a:pt x="205148" y="54266"/>
                  </a:lnTo>
                  <a:lnTo>
                    <a:pt x="212571" y="44056"/>
                  </a:lnTo>
                  <a:lnTo>
                    <a:pt x="213727" y="42460"/>
                  </a:lnTo>
                  <a:lnTo>
                    <a:pt x="217523" y="36332"/>
                  </a:lnTo>
                  <a:lnTo>
                    <a:pt x="222940" y="30262"/>
                  </a:lnTo>
                  <a:lnTo>
                    <a:pt x="228914" y="26465"/>
                  </a:lnTo>
                  <a:lnTo>
                    <a:pt x="236251" y="19940"/>
                  </a:lnTo>
                  <a:lnTo>
                    <a:pt x="239196" y="18368"/>
                  </a:lnTo>
                  <a:lnTo>
                    <a:pt x="245238" y="15136"/>
                  </a:lnTo>
                  <a:lnTo>
                    <a:pt x="250707" y="10130"/>
                  </a:lnTo>
                  <a:lnTo>
                    <a:pt x="263530" y="2669"/>
                  </a:lnTo>
                  <a:lnTo>
                    <a:pt x="267057" y="0"/>
                  </a:lnTo>
                  <a:lnTo>
                    <a:pt x="269634" y="10983"/>
                  </a:lnTo>
                  <a:lnTo>
                    <a:pt x="273247" y="26416"/>
                  </a:lnTo>
                  <a:lnTo>
                    <a:pt x="276673" y="41044"/>
                  </a:lnTo>
                  <a:lnTo>
                    <a:pt x="276878" y="41923"/>
                  </a:lnTo>
                  <a:lnTo>
                    <a:pt x="282019" y="63945"/>
                  </a:lnTo>
                  <a:lnTo>
                    <a:pt x="283979" y="72479"/>
                  </a:lnTo>
                  <a:lnTo>
                    <a:pt x="284139" y="73177"/>
                  </a:lnTo>
                  <a:lnTo>
                    <a:pt x="288438" y="91943"/>
                  </a:lnTo>
                  <a:lnTo>
                    <a:pt x="288565" y="92487"/>
                  </a:lnTo>
                  <a:lnTo>
                    <a:pt x="289548" y="96691"/>
                  </a:lnTo>
                  <a:lnTo>
                    <a:pt x="293802" y="114931"/>
                  </a:lnTo>
                  <a:lnTo>
                    <a:pt x="290109" y="117939"/>
                  </a:lnTo>
                  <a:lnTo>
                    <a:pt x="287224" y="118237"/>
                  </a:lnTo>
                  <a:lnTo>
                    <a:pt x="285337" y="122087"/>
                  </a:lnTo>
                  <a:lnTo>
                    <a:pt x="289498" y="126701"/>
                  </a:lnTo>
                  <a:lnTo>
                    <a:pt x="292062" y="132773"/>
                  </a:lnTo>
                  <a:lnTo>
                    <a:pt x="291623" y="137547"/>
                  </a:lnTo>
                  <a:lnTo>
                    <a:pt x="291540" y="138446"/>
                  </a:lnTo>
                  <a:lnTo>
                    <a:pt x="294753" y="145066"/>
                  </a:lnTo>
                  <a:lnTo>
                    <a:pt x="293326" y="150177"/>
                  </a:lnTo>
                  <a:lnTo>
                    <a:pt x="292020" y="156314"/>
                  </a:lnTo>
                  <a:lnTo>
                    <a:pt x="291411" y="159167"/>
                  </a:lnTo>
                  <a:lnTo>
                    <a:pt x="291297" y="159697"/>
                  </a:lnTo>
                  <a:lnTo>
                    <a:pt x="290690" y="166322"/>
                  </a:lnTo>
                  <a:lnTo>
                    <a:pt x="291495" y="170313"/>
                  </a:lnTo>
                  <a:lnTo>
                    <a:pt x="292593" y="175763"/>
                  </a:lnTo>
                  <a:lnTo>
                    <a:pt x="291409" y="177907"/>
                  </a:lnTo>
                  <a:lnTo>
                    <a:pt x="289488" y="181218"/>
                  </a:lnTo>
                  <a:lnTo>
                    <a:pt x="289508" y="187436"/>
                  </a:lnTo>
                  <a:lnTo>
                    <a:pt x="289509" y="187696"/>
                  </a:lnTo>
                  <a:lnTo>
                    <a:pt x="290350" y="191666"/>
                  </a:lnTo>
                  <a:lnTo>
                    <a:pt x="288142" y="195589"/>
                  </a:lnTo>
                  <a:lnTo>
                    <a:pt x="291236" y="198864"/>
                  </a:lnTo>
                  <a:lnTo>
                    <a:pt x="291754" y="199411"/>
                  </a:lnTo>
                  <a:lnTo>
                    <a:pt x="290358" y="204186"/>
                  </a:lnTo>
                  <a:lnTo>
                    <a:pt x="286317" y="210196"/>
                  </a:lnTo>
                  <a:lnTo>
                    <a:pt x="281506" y="217562"/>
                  </a:lnTo>
                  <a:lnTo>
                    <a:pt x="279517" y="220597"/>
                  </a:lnTo>
                  <a:lnTo>
                    <a:pt x="277529" y="225762"/>
                  </a:lnTo>
                  <a:lnTo>
                    <a:pt x="277210" y="226589"/>
                  </a:lnTo>
                  <a:lnTo>
                    <a:pt x="273796" y="229071"/>
                  </a:lnTo>
                  <a:lnTo>
                    <a:pt x="270416" y="233540"/>
                  </a:lnTo>
                  <a:lnTo>
                    <a:pt x="264773" y="238843"/>
                  </a:lnTo>
                  <a:lnTo>
                    <a:pt x="263219" y="238937"/>
                  </a:lnTo>
                  <a:lnTo>
                    <a:pt x="261625" y="239033"/>
                  </a:lnTo>
                  <a:lnTo>
                    <a:pt x="259587" y="235626"/>
                  </a:lnTo>
                  <a:lnTo>
                    <a:pt x="256463" y="235021"/>
                  </a:lnTo>
                  <a:lnTo>
                    <a:pt x="254038" y="238831"/>
                  </a:lnTo>
                  <a:lnTo>
                    <a:pt x="251108" y="243334"/>
                  </a:lnTo>
                  <a:lnTo>
                    <a:pt x="251743" y="248118"/>
                  </a:lnTo>
                  <a:lnTo>
                    <a:pt x="248555" y="248919"/>
                  </a:lnTo>
                  <a:lnTo>
                    <a:pt x="244341" y="250018"/>
                  </a:lnTo>
                  <a:lnTo>
                    <a:pt x="243141" y="255209"/>
                  </a:lnTo>
                  <a:lnTo>
                    <a:pt x="242643" y="256068"/>
                  </a:lnTo>
                  <a:lnTo>
                    <a:pt x="241057" y="258797"/>
                  </a:lnTo>
                  <a:lnTo>
                    <a:pt x="241154" y="259103"/>
                  </a:lnTo>
                  <a:lnTo>
                    <a:pt x="243121" y="265375"/>
                  </a:lnTo>
                  <a:lnTo>
                    <a:pt x="242685" y="265703"/>
                  </a:lnTo>
                  <a:lnTo>
                    <a:pt x="239244" y="268286"/>
                  </a:lnTo>
                  <a:lnTo>
                    <a:pt x="240994" y="271827"/>
                  </a:lnTo>
                  <a:lnTo>
                    <a:pt x="243233" y="276699"/>
                  </a:lnTo>
                  <a:lnTo>
                    <a:pt x="240445" y="280466"/>
                  </a:lnTo>
                  <a:lnTo>
                    <a:pt x="236028" y="282924"/>
                  </a:lnTo>
                  <a:lnTo>
                    <a:pt x="232015" y="278079"/>
                  </a:lnTo>
                  <a:lnTo>
                    <a:pt x="227049" y="275914"/>
                  </a:lnTo>
                  <a:lnTo>
                    <a:pt x="224975" y="277428"/>
                  </a:lnTo>
                  <a:lnTo>
                    <a:pt x="222575" y="281734"/>
                  </a:lnTo>
                  <a:lnTo>
                    <a:pt x="222194" y="283178"/>
                  </a:lnTo>
                  <a:lnTo>
                    <a:pt x="220794" y="288467"/>
                  </a:lnTo>
                  <a:lnTo>
                    <a:pt x="220446" y="295833"/>
                  </a:lnTo>
                  <a:lnTo>
                    <a:pt x="217664" y="298422"/>
                  </a:lnTo>
                  <a:lnTo>
                    <a:pt x="218923" y="301954"/>
                  </a:lnTo>
                  <a:lnTo>
                    <a:pt x="221759" y="310406"/>
                  </a:lnTo>
                  <a:lnTo>
                    <a:pt x="223350" y="314657"/>
                  </a:lnTo>
                  <a:lnTo>
                    <a:pt x="220727" y="316745"/>
                  </a:lnTo>
                  <a:lnTo>
                    <a:pt x="217006" y="317378"/>
                  </a:lnTo>
                  <a:lnTo>
                    <a:pt x="216723" y="318683"/>
                  </a:lnTo>
                  <a:lnTo>
                    <a:pt x="216322" y="320532"/>
                  </a:lnTo>
                  <a:lnTo>
                    <a:pt x="216707" y="326205"/>
                  </a:lnTo>
                  <a:lnTo>
                    <a:pt x="216206" y="330547"/>
                  </a:lnTo>
                  <a:lnTo>
                    <a:pt x="212597" y="332633"/>
                  </a:lnTo>
                  <a:lnTo>
                    <a:pt x="208366" y="334249"/>
                  </a:lnTo>
                  <a:lnTo>
                    <a:pt x="204440" y="336204"/>
                  </a:lnTo>
                  <a:lnTo>
                    <a:pt x="201159" y="337835"/>
                  </a:lnTo>
                  <a:lnTo>
                    <a:pt x="198652" y="336801"/>
                  </a:lnTo>
                  <a:lnTo>
                    <a:pt x="196047" y="332388"/>
                  </a:lnTo>
                  <a:lnTo>
                    <a:pt x="192472" y="330398"/>
                  </a:lnTo>
                  <a:lnTo>
                    <a:pt x="191564" y="329891"/>
                  </a:lnTo>
                  <a:lnTo>
                    <a:pt x="187564" y="326958"/>
                  </a:lnTo>
                  <a:lnTo>
                    <a:pt x="182442" y="327542"/>
                  </a:lnTo>
                  <a:lnTo>
                    <a:pt x="181523" y="326910"/>
                  </a:lnTo>
                  <a:lnTo>
                    <a:pt x="178325" y="324713"/>
                  </a:lnTo>
                  <a:lnTo>
                    <a:pt x="175856" y="318600"/>
                  </a:lnTo>
                  <a:lnTo>
                    <a:pt x="175069" y="315154"/>
                  </a:lnTo>
                  <a:lnTo>
                    <a:pt x="173231" y="312154"/>
                  </a:lnTo>
                  <a:lnTo>
                    <a:pt x="169852" y="314013"/>
                  </a:lnTo>
                  <a:lnTo>
                    <a:pt x="165497" y="316112"/>
                  </a:lnTo>
                  <a:lnTo>
                    <a:pt x="164483" y="317508"/>
                  </a:lnTo>
                  <a:lnTo>
                    <a:pt x="163826" y="318412"/>
                  </a:lnTo>
                  <a:lnTo>
                    <a:pt x="159765" y="322545"/>
                  </a:lnTo>
                  <a:lnTo>
                    <a:pt x="159180" y="325490"/>
                  </a:lnTo>
                  <a:lnTo>
                    <a:pt x="156595" y="327818"/>
                  </a:lnTo>
                  <a:lnTo>
                    <a:pt x="151988" y="328019"/>
                  </a:lnTo>
                  <a:lnTo>
                    <a:pt x="150589" y="329694"/>
                  </a:lnTo>
                  <a:lnTo>
                    <a:pt x="149331" y="331198"/>
                  </a:lnTo>
                  <a:lnTo>
                    <a:pt x="146670" y="329638"/>
                  </a:lnTo>
                  <a:lnTo>
                    <a:pt x="142306" y="327053"/>
                  </a:lnTo>
                  <a:lnTo>
                    <a:pt x="137893" y="327244"/>
                  </a:lnTo>
                  <a:lnTo>
                    <a:pt x="131148" y="325674"/>
                  </a:lnTo>
                  <a:lnTo>
                    <a:pt x="125262" y="328896"/>
                  </a:lnTo>
                  <a:lnTo>
                    <a:pt x="124771" y="332231"/>
                  </a:lnTo>
                  <a:lnTo>
                    <a:pt x="124529" y="332409"/>
                  </a:lnTo>
                  <a:lnTo>
                    <a:pt x="122543" y="333864"/>
                  </a:lnTo>
                  <a:lnTo>
                    <a:pt x="120650" y="333526"/>
                  </a:lnTo>
                  <a:lnTo>
                    <a:pt x="115891" y="332672"/>
                  </a:lnTo>
                  <a:lnTo>
                    <a:pt x="114523" y="329586"/>
                  </a:lnTo>
                  <a:lnTo>
                    <a:pt x="110828" y="328495"/>
                  </a:lnTo>
                  <a:lnTo>
                    <a:pt x="109054" y="325673"/>
                  </a:lnTo>
                  <a:lnTo>
                    <a:pt x="105307" y="324994"/>
                  </a:lnTo>
                  <a:lnTo>
                    <a:pt x="103581" y="324681"/>
                  </a:lnTo>
                  <a:lnTo>
                    <a:pt x="100017" y="324261"/>
                  </a:lnTo>
                  <a:lnTo>
                    <a:pt x="95330" y="326566"/>
                  </a:lnTo>
                  <a:lnTo>
                    <a:pt x="89535" y="326096"/>
                  </a:lnTo>
                  <a:lnTo>
                    <a:pt x="84080" y="325702"/>
                  </a:lnTo>
                  <a:lnTo>
                    <a:pt x="82818" y="323794"/>
                  </a:lnTo>
                  <a:lnTo>
                    <a:pt x="82141" y="322769"/>
                  </a:lnTo>
                  <a:lnTo>
                    <a:pt x="81705" y="319987"/>
                  </a:lnTo>
                  <a:lnTo>
                    <a:pt x="81626" y="319486"/>
                  </a:lnTo>
                  <a:lnTo>
                    <a:pt x="76711" y="313696"/>
                  </a:lnTo>
                  <a:lnTo>
                    <a:pt x="75576" y="310881"/>
                  </a:lnTo>
                  <a:lnTo>
                    <a:pt x="73498" y="308517"/>
                  </a:lnTo>
                  <a:lnTo>
                    <a:pt x="73036" y="307991"/>
                  </a:lnTo>
                  <a:lnTo>
                    <a:pt x="67784" y="307307"/>
                  </a:lnTo>
                  <a:lnTo>
                    <a:pt x="65069" y="304463"/>
                  </a:lnTo>
                  <a:lnTo>
                    <a:pt x="63778" y="301982"/>
                  </a:lnTo>
                  <a:lnTo>
                    <a:pt x="62547" y="301564"/>
                  </a:lnTo>
                  <a:lnTo>
                    <a:pt x="61365" y="302236"/>
                  </a:lnTo>
                  <a:lnTo>
                    <a:pt x="60733" y="303635"/>
                  </a:lnTo>
                  <a:lnTo>
                    <a:pt x="59893" y="303857"/>
                  </a:lnTo>
                  <a:lnTo>
                    <a:pt x="56977" y="304625"/>
                  </a:lnTo>
                  <a:lnTo>
                    <a:pt x="53574" y="307603"/>
                  </a:lnTo>
                  <a:lnTo>
                    <a:pt x="52555" y="307340"/>
                  </a:lnTo>
                  <a:lnTo>
                    <a:pt x="48571" y="306308"/>
                  </a:lnTo>
                  <a:lnTo>
                    <a:pt x="45767" y="303937"/>
                  </a:lnTo>
                  <a:lnTo>
                    <a:pt x="45596" y="303792"/>
                  </a:lnTo>
                  <a:lnTo>
                    <a:pt x="42928" y="302978"/>
                  </a:lnTo>
                  <a:lnTo>
                    <a:pt x="38936" y="30746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814542" y="4024557"/>
              <a:ext cx="615799" cy="294907"/>
            </a:xfrm>
            <a:custGeom>
              <a:avLst/>
              <a:pathLst>
                <a:path w="615799" h="294907">
                  <a:moveTo>
                    <a:pt x="497" y="36610"/>
                  </a:moveTo>
                  <a:lnTo>
                    <a:pt x="1213" y="16137"/>
                  </a:lnTo>
                  <a:lnTo>
                    <a:pt x="1459" y="8227"/>
                  </a:lnTo>
                  <a:lnTo>
                    <a:pt x="12685" y="8663"/>
                  </a:lnTo>
                  <a:lnTo>
                    <a:pt x="22756" y="9384"/>
                  </a:lnTo>
                  <a:lnTo>
                    <a:pt x="46790" y="10164"/>
                  </a:lnTo>
                  <a:lnTo>
                    <a:pt x="68736" y="10863"/>
                  </a:lnTo>
                  <a:lnTo>
                    <a:pt x="69720" y="10882"/>
                  </a:lnTo>
                  <a:lnTo>
                    <a:pt x="78540" y="11040"/>
                  </a:lnTo>
                  <a:lnTo>
                    <a:pt x="102888" y="11402"/>
                  </a:lnTo>
                  <a:lnTo>
                    <a:pt x="107793" y="11463"/>
                  </a:lnTo>
                  <a:lnTo>
                    <a:pt x="126999" y="11639"/>
                  </a:lnTo>
                  <a:lnTo>
                    <a:pt x="137171" y="11724"/>
                  </a:lnTo>
                  <a:lnTo>
                    <a:pt x="145657" y="11781"/>
                  </a:lnTo>
                  <a:lnTo>
                    <a:pt x="151957" y="11815"/>
                  </a:lnTo>
                  <a:lnTo>
                    <a:pt x="167550" y="11818"/>
                  </a:lnTo>
                  <a:lnTo>
                    <a:pt x="173206" y="11809"/>
                  </a:lnTo>
                  <a:lnTo>
                    <a:pt x="205693" y="11868"/>
                  </a:lnTo>
                  <a:lnTo>
                    <a:pt x="211789" y="11859"/>
                  </a:lnTo>
                  <a:lnTo>
                    <a:pt x="212306" y="11858"/>
                  </a:lnTo>
                  <a:lnTo>
                    <a:pt x="235980" y="11935"/>
                  </a:lnTo>
                  <a:lnTo>
                    <a:pt x="244154" y="11921"/>
                  </a:lnTo>
                  <a:lnTo>
                    <a:pt x="250109" y="11903"/>
                  </a:lnTo>
                  <a:lnTo>
                    <a:pt x="253559" y="11891"/>
                  </a:lnTo>
                  <a:lnTo>
                    <a:pt x="273026" y="11735"/>
                  </a:lnTo>
                  <a:lnTo>
                    <a:pt x="282084" y="11639"/>
                  </a:lnTo>
                  <a:lnTo>
                    <a:pt x="296696" y="11456"/>
                  </a:lnTo>
                  <a:lnTo>
                    <a:pt x="314038" y="11245"/>
                  </a:lnTo>
                  <a:lnTo>
                    <a:pt x="327404" y="11047"/>
                  </a:lnTo>
                  <a:lnTo>
                    <a:pt x="327889" y="11037"/>
                  </a:lnTo>
                  <a:lnTo>
                    <a:pt x="344379" y="10665"/>
                  </a:lnTo>
                  <a:lnTo>
                    <a:pt x="349051" y="10551"/>
                  </a:lnTo>
                  <a:lnTo>
                    <a:pt x="366090" y="10097"/>
                  </a:lnTo>
                  <a:lnTo>
                    <a:pt x="368446" y="10031"/>
                  </a:lnTo>
                  <a:lnTo>
                    <a:pt x="389922" y="9414"/>
                  </a:lnTo>
                  <a:lnTo>
                    <a:pt x="395349" y="9246"/>
                  </a:lnTo>
                  <a:lnTo>
                    <a:pt x="411975" y="8693"/>
                  </a:lnTo>
                  <a:lnTo>
                    <a:pt x="415274" y="8577"/>
                  </a:lnTo>
                  <a:lnTo>
                    <a:pt x="439859" y="7677"/>
                  </a:lnTo>
                  <a:lnTo>
                    <a:pt x="455574" y="7075"/>
                  </a:lnTo>
                  <a:lnTo>
                    <a:pt x="457346" y="7004"/>
                  </a:lnTo>
                  <a:lnTo>
                    <a:pt x="477151" y="6107"/>
                  </a:lnTo>
                  <a:lnTo>
                    <a:pt x="492333" y="5391"/>
                  </a:lnTo>
                  <a:lnTo>
                    <a:pt x="494892" y="5266"/>
                  </a:lnTo>
                  <a:lnTo>
                    <a:pt x="497424" y="5142"/>
                  </a:lnTo>
                  <a:lnTo>
                    <a:pt x="507324" y="4651"/>
                  </a:lnTo>
                  <a:lnTo>
                    <a:pt x="522250" y="3878"/>
                  </a:lnTo>
                  <a:lnTo>
                    <a:pt x="525834" y="3687"/>
                  </a:lnTo>
                  <a:lnTo>
                    <a:pt x="533863" y="3251"/>
                  </a:lnTo>
                  <a:lnTo>
                    <a:pt x="539825" y="2920"/>
                  </a:lnTo>
                  <a:lnTo>
                    <a:pt x="557258" y="1910"/>
                  </a:lnTo>
                  <a:lnTo>
                    <a:pt x="561868" y="1634"/>
                  </a:lnTo>
                  <a:lnTo>
                    <a:pt x="562731" y="1582"/>
                  </a:lnTo>
                  <a:lnTo>
                    <a:pt x="582504" y="432"/>
                  </a:lnTo>
                  <a:lnTo>
                    <a:pt x="589137" y="0"/>
                  </a:lnTo>
                  <a:lnTo>
                    <a:pt x="590317" y="20280"/>
                  </a:lnTo>
                  <a:lnTo>
                    <a:pt x="590850" y="28887"/>
                  </a:lnTo>
                  <a:lnTo>
                    <a:pt x="591148" y="33714"/>
                  </a:lnTo>
                  <a:lnTo>
                    <a:pt x="591724" y="43592"/>
                  </a:lnTo>
                  <a:lnTo>
                    <a:pt x="594991" y="60851"/>
                  </a:lnTo>
                  <a:lnTo>
                    <a:pt x="597397" y="72781"/>
                  </a:lnTo>
                  <a:lnTo>
                    <a:pt x="598442" y="77955"/>
                  </a:lnTo>
                  <a:lnTo>
                    <a:pt x="600440" y="87832"/>
                  </a:lnTo>
                  <a:lnTo>
                    <a:pt x="604247" y="106808"/>
                  </a:lnTo>
                  <a:lnTo>
                    <a:pt x="604401" y="107591"/>
                  </a:lnTo>
                  <a:lnTo>
                    <a:pt x="606450" y="118024"/>
                  </a:lnTo>
                  <a:lnTo>
                    <a:pt x="608861" y="130282"/>
                  </a:lnTo>
                  <a:lnTo>
                    <a:pt x="610470" y="139289"/>
                  </a:lnTo>
                  <a:lnTo>
                    <a:pt x="610549" y="139735"/>
                  </a:lnTo>
                  <a:lnTo>
                    <a:pt x="610826" y="141282"/>
                  </a:lnTo>
                  <a:lnTo>
                    <a:pt x="611044" y="149469"/>
                  </a:lnTo>
                  <a:lnTo>
                    <a:pt x="611122" y="152019"/>
                  </a:lnTo>
                  <a:lnTo>
                    <a:pt x="611950" y="179325"/>
                  </a:lnTo>
                  <a:lnTo>
                    <a:pt x="612064" y="183125"/>
                  </a:lnTo>
                  <a:lnTo>
                    <a:pt x="612515" y="197236"/>
                  </a:lnTo>
                  <a:lnTo>
                    <a:pt x="612776" y="205442"/>
                  </a:lnTo>
                  <a:lnTo>
                    <a:pt x="613167" y="216569"/>
                  </a:lnTo>
                  <a:lnTo>
                    <a:pt x="613618" y="229477"/>
                  </a:lnTo>
                  <a:lnTo>
                    <a:pt x="614142" y="244255"/>
                  </a:lnTo>
                  <a:lnTo>
                    <a:pt x="614666" y="259132"/>
                  </a:lnTo>
                  <a:lnTo>
                    <a:pt x="614893" y="266009"/>
                  </a:lnTo>
                  <a:lnTo>
                    <a:pt x="615330" y="279254"/>
                  </a:lnTo>
                  <a:lnTo>
                    <a:pt x="615799" y="292435"/>
                  </a:lnTo>
                  <a:lnTo>
                    <a:pt x="612731" y="294034"/>
                  </a:lnTo>
                  <a:lnTo>
                    <a:pt x="609279" y="290056"/>
                  </a:lnTo>
                  <a:lnTo>
                    <a:pt x="605043" y="290017"/>
                  </a:lnTo>
                  <a:lnTo>
                    <a:pt x="598720" y="287454"/>
                  </a:lnTo>
                  <a:lnTo>
                    <a:pt x="597407" y="286350"/>
                  </a:lnTo>
                  <a:lnTo>
                    <a:pt x="594777" y="284135"/>
                  </a:lnTo>
                  <a:lnTo>
                    <a:pt x="589305" y="285221"/>
                  </a:lnTo>
                  <a:lnTo>
                    <a:pt x="584703" y="282278"/>
                  </a:lnTo>
                  <a:lnTo>
                    <a:pt x="581823" y="279460"/>
                  </a:lnTo>
                  <a:lnTo>
                    <a:pt x="578558" y="276002"/>
                  </a:lnTo>
                  <a:lnTo>
                    <a:pt x="573776" y="275384"/>
                  </a:lnTo>
                  <a:lnTo>
                    <a:pt x="570053" y="271908"/>
                  </a:lnTo>
                  <a:lnTo>
                    <a:pt x="565942" y="269390"/>
                  </a:lnTo>
                  <a:lnTo>
                    <a:pt x="565462" y="269230"/>
                  </a:lnTo>
                  <a:lnTo>
                    <a:pt x="560222" y="267476"/>
                  </a:lnTo>
                  <a:lnTo>
                    <a:pt x="558379" y="270396"/>
                  </a:lnTo>
                  <a:lnTo>
                    <a:pt x="556430" y="275044"/>
                  </a:lnTo>
                  <a:lnTo>
                    <a:pt x="554478" y="275493"/>
                  </a:lnTo>
                  <a:lnTo>
                    <a:pt x="551448" y="276189"/>
                  </a:lnTo>
                  <a:lnTo>
                    <a:pt x="544510" y="276471"/>
                  </a:lnTo>
                  <a:lnTo>
                    <a:pt x="538754" y="275324"/>
                  </a:lnTo>
                  <a:lnTo>
                    <a:pt x="536280" y="271825"/>
                  </a:lnTo>
                  <a:lnTo>
                    <a:pt x="532871" y="271987"/>
                  </a:lnTo>
                  <a:lnTo>
                    <a:pt x="528121" y="274096"/>
                  </a:lnTo>
                  <a:lnTo>
                    <a:pt x="523234" y="275205"/>
                  </a:lnTo>
                  <a:lnTo>
                    <a:pt x="519522" y="277445"/>
                  </a:lnTo>
                  <a:lnTo>
                    <a:pt x="517316" y="278774"/>
                  </a:lnTo>
                  <a:lnTo>
                    <a:pt x="515536" y="278691"/>
                  </a:lnTo>
                  <a:lnTo>
                    <a:pt x="512413" y="278542"/>
                  </a:lnTo>
                  <a:lnTo>
                    <a:pt x="508880" y="277730"/>
                  </a:lnTo>
                  <a:lnTo>
                    <a:pt x="499616" y="281098"/>
                  </a:lnTo>
                  <a:lnTo>
                    <a:pt x="493246" y="282225"/>
                  </a:lnTo>
                  <a:lnTo>
                    <a:pt x="491793" y="285031"/>
                  </a:lnTo>
                  <a:lnTo>
                    <a:pt x="487884" y="289792"/>
                  </a:lnTo>
                  <a:lnTo>
                    <a:pt x="484282" y="288055"/>
                  </a:lnTo>
                  <a:lnTo>
                    <a:pt x="482198" y="291177"/>
                  </a:lnTo>
                  <a:lnTo>
                    <a:pt x="478258" y="294907"/>
                  </a:lnTo>
                  <a:lnTo>
                    <a:pt x="476978" y="293101"/>
                  </a:lnTo>
                  <a:lnTo>
                    <a:pt x="475132" y="290495"/>
                  </a:lnTo>
                  <a:lnTo>
                    <a:pt x="472613" y="287654"/>
                  </a:lnTo>
                  <a:lnTo>
                    <a:pt x="467823" y="288428"/>
                  </a:lnTo>
                  <a:lnTo>
                    <a:pt x="466103" y="284601"/>
                  </a:lnTo>
                  <a:lnTo>
                    <a:pt x="462514" y="284660"/>
                  </a:lnTo>
                  <a:lnTo>
                    <a:pt x="461017" y="283689"/>
                  </a:lnTo>
                  <a:lnTo>
                    <a:pt x="461067" y="279345"/>
                  </a:lnTo>
                  <a:lnTo>
                    <a:pt x="460727" y="279153"/>
                  </a:lnTo>
                  <a:lnTo>
                    <a:pt x="455862" y="276409"/>
                  </a:lnTo>
                  <a:lnTo>
                    <a:pt x="454363" y="279961"/>
                  </a:lnTo>
                  <a:lnTo>
                    <a:pt x="452286" y="283970"/>
                  </a:lnTo>
                  <a:lnTo>
                    <a:pt x="447554" y="283248"/>
                  </a:lnTo>
                  <a:lnTo>
                    <a:pt x="446196" y="280951"/>
                  </a:lnTo>
                  <a:lnTo>
                    <a:pt x="442146" y="282994"/>
                  </a:lnTo>
                  <a:lnTo>
                    <a:pt x="438583" y="278260"/>
                  </a:lnTo>
                  <a:lnTo>
                    <a:pt x="437869" y="274423"/>
                  </a:lnTo>
                  <a:lnTo>
                    <a:pt x="435751" y="274642"/>
                  </a:lnTo>
                  <a:lnTo>
                    <a:pt x="435004" y="274719"/>
                  </a:lnTo>
                  <a:lnTo>
                    <a:pt x="434443" y="274776"/>
                  </a:lnTo>
                  <a:lnTo>
                    <a:pt x="431857" y="277147"/>
                  </a:lnTo>
                  <a:lnTo>
                    <a:pt x="432178" y="279924"/>
                  </a:lnTo>
                  <a:lnTo>
                    <a:pt x="427130" y="282787"/>
                  </a:lnTo>
                  <a:lnTo>
                    <a:pt x="425584" y="286591"/>
                  </a:lnTo>
                  <a:lnTo>
                    <a:pt x="425010" y="289984"/>
                  </a:lnTo>
                  <a:lnTo>
                    <a:pt x="424878" y="293390"/>
                  </a:lnTo>
                  <a:lnTo>
                    <a:pt x="420646" y="294680"/>
                  </a:lnTo>
                  <a:lnTo>
                    <a:pt x="416304" y="287158"/>
                  </a:lnTo>
                  <a:lnTo>
                    <a:pt x="419059" y="283796"/>
                  </a:lnTo>
                  <a:lnTo>
                    <a:pt x="416001" y="278054"/>
                  </a:lnTo>
                  <a:lnTo>
                    <a:pt x="413113" y="279364"/>
                  </a:lnTo>
                  <a:lnTo>
                    <a:pt x="407939" y="282602"/>
                  </a:lnTo>
                  <a:lnTo>
                    <a:pt x="404053" y="286708"/>
                  </a:lnTo>
                  <a:lnTo>
                    <a:pt x="398835" y="286490"/>
                  </a:lnTo>
                  <a:lnTo>
                    <a:pt x="398193" y="282395"/>
                  </a:lnTo>
                  <a:lnTo>
                    <a:pt x="395707" y="278721"/>
                  </a:lnTo>
                  <a:lnTo>
                    <a:pt x="395528" y="278455"/>
                  </a:lnTo>
                  <a:lnTo>
                    <a:pt x="390333" y="280342"/>
                  </a:lnTo>
                  <a:lnTo>
                    <a:pt x="390112" y="280177"/>
                  </a:lnTo>
                  <a:lnTo>
                    <a:pt x="387511" y="278241"/>
                  </a:lnTo>
                  <a:lnTo>
                    <a:pt x="386466" y="274258"/>
                  </a:lnTo>
                  <a:lnTo>
                    <a:pt x="381843" y="272355"/>
                  </a:lnTo>
                  <a:lnTo>
                    <a:pt x="375556" y="278296"/>
                  </a:lnTo>
                  <a:lnTo>
                    <a:pt x="372461" y="282304"/>
                  </a:lnTo>
                  <a:lnTo>
                    <a:pt x="367971" y="285105"/>
                  </a:lnTo>
                  <a:lnTo>
                    <a:pt x="361672" y="282727"/>
                  </a:lnTo>
                  <a:lnTo>
                    <a:pt x="361597" y="281612"/>
                  </a:lnTo>
                  <a:lnTo>
                    <a:pt x="361404" y="278725"/>
                  </a:lnTo>
                  <a:lnTo>
                    <a:pt x="361725" y="272901"/>
                  </a:lnTo>
                  <a:lnTo>
                    <a:pt x="357478" y="272573"/>
                  </a:lnTo>
                  <a:lnTo>
                    <a:pt x="351838" y="272140"/>
                  </a:lnTo>
                  <a:lnTo>
                    <a:pt x="350571" y="268136"/>
                  </a:lnTo>
                  <a:lnTo>
                    <a:pt x="350456" y="263283"/>
                  </a:lnTo>
                  <a:lnTo>
                    <a:pt x="348618" y="258940"/>
                  </a:lnTo>
                  <a:lnTo>
                    <a:pt x="347541" y="260127"/>
                  </a:lnTo>
                  <a:lnTo>
                    <a:pt x="345356" y="262534"/>
                  </a:lnTo>
                  <a:lnTo>
                    <a:pt x="341243" y="261480"/>
                  </a:lnTo>
                  <a:lnTo>
                    <a:pt x="334406" y="259946"/>
                  </a:lnTo>
                  <a:lnTo>
                    <a:pt x="331094" y="259078"/>
                  </a:lnTo>
                  <a:lnTo>
                    <a:pt x="328630" y="261625"/>
                  </a:lnTo>
                  <a:lnTo>
                    <a:pt x="327529" y="265430"/>
                  </a:lnTo>
                  <a:lnTo>
                    <a:pt x="326870" y="265715"/>
                  </a:lnTo>
                  <a:lnTo>
                    <a:pt x="323140" y="267325"/>
                  </a:lnTo>
                  <a:lnTo>
                    <a:pt x="319225" y="264717"/>
                  </a:lnTo>
                  <a:lnTo>
                    <a:pt x="315588" y="260068"/>
                  </a:lnTo>
                  <a:lnTo>
                    <a:pt x="313171" y="259478"/>
                  </a:lnTo>
                  <a:lnTo>
                    <a:pt x="310404" y="258802"/>
                  </a:lnTo>
                  <a:lnTo>
                    <a:pt x="307384" y="261579"/>
                  </a:lnTo>
                  <a:lnTo>
                    <a:pt x="303951" y="261819"/>
                  </a:lnTo>
                  <a:lnTo>
                    <a:pt x="298856" y="259720"/>
                  </a:lnTo>
                  <a:lnTo>
                    <a:pt x="294088" y="259388"/>
                  </a:lnTo>
                  <a:lnTo>
                    <a:pt x="289095" y="255681"/>
                  </a:lnTo>
                  <a:lnTo>
                    <a:pt x="288214" y="255606"/>
                  </a:lnTo>
                  <a:lnTo>
                    <a:pt x="284528" y="255291"/>
                  </a:lnTo>
                  <a:lnTo>
                    <a:pt x="280468" y="255994"/>
                  </a:lnTo>
                  <a:lnTo>
                    <a:pt x="275167" y="255344"/>
                  </a:lnTo>
                  <a:lnTo>
                    <a:pt x="270946" y="254953"/>
                  </a:lnTo>
                  <a:lnTo>
                    <a:pt x="269266" y="246276"/>
                  </a:lnTo>
                  <a:lnTo>
                    <a:pt x="268530" y="245288"/>
                  </a:lnTo>
                  <a:lnTo>
                    <a:pt x="264585" y="239982"/>
                  </a:lnTo>
                  <a:lnTo>
                    <a:pt x="259104" y="235622"/>
                  </a:lnTo>
                  <a:lnTo>
                    <a:pt x="255869" y="235208"/>
                  </a:lnTo>
                  <a:lnTo>
                    <a:pt x="254054" y="240598"/>
                  </a:lnTo>
                  <a:lnTo>
                    <a:pt x="250376" y="239225"/>
                  </a:lnTo>
                  <a:lnTo>
                    <a:pt x="250082" y="239192"/>
                  </a:lnTo>
                  <a:lnTo>
                    <a:pt x="242131" y="238294"/>
                  </a:lnTo>
                  <a:lnTo>
                    <a:pt x="241015" y="241177"/>
                  </a:lnTo>
                  <a:lnTo>
                    <a:pt x="234010" y="240652"/>
                  </a:lnTo>
                  <a:lnTo>
                    <a:pt x="229030" y="235937"/>
                  </a:lnTo>
                  <a:lnTo>
                    <a:pt x="225153" y="231360"/>
                  </a:lnTo>
                  <a:lnTo>
                    <a:pt x="223419" y="229697"/>
                  </a:lnTo>
                  <a:lnTo>
                    <a:pt x="217088" y="223618"/>
                  </a:lnTo>
                  <a:lnTo>
                    <a:pt x="212141" y="224979"/>
                  </a:lnTo>
                  <a:lnTo>
                    <a:pt x="211941" y="225034"/>
                  </a:lnTo>
                  <a:lnTo>
                    <a:pt x="211941" y="208817"/>
                  </a:lnTo>
                  <a:lnTo>
                    <a:pt x="211941" y="184070"/>
                  </a:lnTo>
                  <a:lnTo>
                    <a:pt x="211941" y="170735"/>
                  </a:lnTo>
                  <a:lnTo>
                    <a:pt x="211941" y="149813"/>
                  </a:lnTo>
                  <a:lnTo>
                    <a:pt x="211941" y="132634"/>
                  </a:lnTo>
                  <a:lnTo>
                    <a:pt x="211941" y="109744"/>
                  </a:lnTo>
                  <a:lnTo>
                    <a:pt x="211941" y="94508"/>
                  </a:lnTo>
                  <a:lnTo>
                    <a:pt x="211940" y="55719"/>
                  </a:lnTo>
                  <a:lnTo>
                    <a:pt x="211703" y="55719"/>
                  </a:lnTo>
                  <a:lnTo>
                    <a:pt x="190005" y="55680"/>
                  </a:lnTo>
                  <a:lnTo>
                    <a:pt x="173401" y="55611"/>
                  </a:lnTo>
                  <a:lnTo>
                    <a:pt x="170120" y="55592"/>
                  </a:lnTo>
                  <a:lnTo>
                    <a:pt x="149531" y="55393"/>
                  </a:lnTo>
                  <a:lnTo>
                    <a:pt x="144590" y="55352"/>
                  </a:lnTo>
                  <a:lnTo>
                    <a:pt x="135339" y="55265"/>
                  </a:lnTo>
                  <a:lnTo>
                    <a:pt x="97299" y="54628"/>
                  </a:lnTo>
                  <a:lnTo>
                    <a:pt x="82992" y="54324"/>
                  </a:lnTo>
                  <a:lnTo>
                    <a:pt x="68466" y="53954"/>
                  </a:lnTo>
                  <a:lnTo>
                    <a:pt x="59281" y="53703"/>
                  </a:lnTo>
                  <a:lnTo>
                    <a:pt x="0" y="51876"/>
                  </a:lnTo>
                  <a:lnTo>
                    <a:pt x="311" y="4294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1813165" y="2562938"/>
              <a:ext cx="554159" cy="471917"/>
            </a:xfrm>
            <a:custGeom>
              <a:avLst/>
              <a:pathLst>
                <a:path w="554159" h="471917">
                  <a:moveTo>
                    <a:pt x="6389" y="277163"/>
                  </a:moveTo>
                  <a:lnTo>
                    <a:pt x="13560" y="269129"/>
                  </a:lnTo>
                  <a:lnTo>
                    <a:pt x="13697" y="268910"/>
                  </a:lnTo>
                  <a:lnTo>
                    <a:pt x="19331" y="259827"/>
                  </a:lnTo>
                  <a:lnTo>
                    <a:pt x="23093" y="252794"/>
                  </a:lnTo>
                  <a:lnTo>
                    <a:pt x="25683" y="247665"/>
                  </a:lnTo>
                  <a:lnTo>
                    <a:pt x="27659" y="243993"/>
                  </a:lnTo>
                  <a:lnTo>
                    <a:pt x="27397" y="240946"/>
                  </a:lnTo>
                  <a:lnTo>
                    <a:pt x="31267" y="238399"/>
                  </a:lnTo>
                  <a:lnTo>
                    <a:pt x="37655" y="231716"/>
                  </a:lnTo>
                  <a:lnTo>
                    <a:pt x="43944" y="222476"/>
                  </a:lnTo>
                  <a:lnTo>
                    <a:pt x="46185" y="218187"/>
                  </a:lnTo>
                  <a:lnTo>
                    <a:pt x="50148" y="210600"/>
                  </a:lnTo>
                  <a:lnTo>
                    <a:pt x="56161" y="197859"/>
                  </a:lnTo>
                  <a:lnTo>
                    <a:pt x="57959" y="194050"/>
                  </a:lnTo>
                  <a:lnTo>
                    <a:pt x="64568" y="178160"/>
                  </a:lnTo>
                  <a:lnTo>
                    <a:pt x="68587" y="167300"/>
                  </a:lnTo>
                  <a:lnTo>
                    <a:pt x="69445" y="163755"/>
                  </a:lnTo>
                  <a:lnTo>
                    <a:pt x="69659" y="162867"/>
                  </a:lnTo>
                  <a:lnTo>
                    <a:pt x="74794" y="152494"/>
                  </a:lnTo>
                  <a:lnTo>
                    <a:pt x="77036" y="145264"/>
                  </a:lnTo>
                  <a:lnTo>
                    <a:pt x="81508" y="134475"/>
                  </a:lnTo>
                  <a:lnTo>
                    <a:pt x="83420" y="128518"/>
                  </a:lnTo>
                  <a:lnTo>
                    <a:pt x="85237" y="120281"/>
                  </a:lnTo>
                  <a:lnTo>
                    <a:pt x="86837" y="117328"/>
                  </a:lnTo>
                  <a:lnTo>
                    <a:pt x="92093" y="108349"/>
                  </a:lnTo>
                  <a:lnTo>
                    <a:pt x="95350" y="100538"/>
                  </a:lnTo>
                  <a:lnTo>
                    <a:pt x="95428" y="100352"/>
                  </a:lnTo>
                  <a:lnTo>
                    <a:pt x="99966" y="92659"/>
                  </a:lnTo>
                  <a:lnTo>
                    <a:pt x="101951" y="86665"/>
                  </a:lnTo>
                  <a:lnTo>
                    <a:pt x="104173" y="81474"/>
                  </a:lnTo>
                  <a:lnTo>
                    <a:pt x="104937" y="75453"/>
                  </a:lnTo>
                  <a:lnTo>
                    <a:pt x="108198" y="68767"/>
                  </a:lnTo>
                  <a:lnTo>
                    <a:pt x="108795" y="63486"/>
                  </a:lnTo>
                  <a:lnTo>
                    <a:pt x="112421" y="57647"/>
                  </a:lnTo>
                  <a:lnTo>
                    <a:pt x="115429" y="49585"/>
                  </a:lnTo>
                  <a:lnTo>
                    <a:pt x="116618" y="45609"/>
                  </a:lnTo>
                  <a:lnTo>
                    <a:pt x="116187" y="41003"/>
                  </a:lnTo>
                  <a:lnTo>
                    <a:pt x="116996" y="38838"/>
                  </a:lnTo>
                  <a:lnTo>
                    <a:pt x="118672" y="34351"/>
                  </a:lnTo>
                  <a:lnTo>
                    <a:pt x="120160" y="28257"/>
                  </a:lnTo>
                  <a:lnTo>
                    <a:pt x="119665" y="24520"/>
                  </a:lnTo>
                  <a:lnTo>
                    <a:pt x="123704" y="22917"/>
                  </a:lnTo>
                  <a:lnTo>
                    <a:pt x="125854" y="17589"/>
                  </a:lnTo>
                  <a:lnTo>
                    <a:pt x="126737" y="8618"/>
                  </a:lnTo>
                  <a:lnTo>
                    <a:pt x="123506" y="2413"/>
                  </a:lnTo>
                  <a:lnTo>
                    <a:pt x="126957" y="0"/>
                  </a:lnTo>
                  <a:lnTo>
                    <a:pt x="130403" y="6258"/>
                  </a:lnTo>
                  <a:lnTo>
                    <a:pt x="134954" y="6490"/>
                  </a:lnTo>
                  <a:lnTo>
                    <a:pt x="140147" y="6173"/>
                  </a:lnTo>
                  <a:lnTo>
                    <a:pt x="141788" y="8905"/>
                  </a:lnTo>
                  <a:lnTo>
                    <a:pt x="145777" y="7606"/>
                  </a:lnTo>
                  <a:lnTo>
                    <a:pt x="150377" y="7875"/>
                  </a:lnTo>
                  <a:lnTo>
                    <a:pt x="153369" y="5974"/>
                  </a:lnTo>
                  <a:lnTo>
                    <a:pt x="157525" y="6318"/>
                  </a:lnTo>
                  <a:lnTo>
                    <a:pt x="159492" y="10599"/>
                  </a:lnTo>
                  <a:lnTo>
                    <a:pt x="158093" y="14569"/>
                  </a:lnTo>
                  <a:lnTo>
                    <a:pt x="160604" y="18613"/>
                  </a:lnTo>
                  <a:lnTo>
                    <a:pt x="161043" y="18758"/>
                  </a:lnTo>
                  <a:lnTo>
                    <a:pt x="165814" y="20333"/>
                  </a:lnTo>
                  <a:lnTo>
                    <a:pt x="170371" y="19283"/>
                  </a:lnTo>
                  <a:lnTo>
                    <a:pt x="173472" y="18565"/>
                  </a:lnTo>
                  <a:lnTo>
                    <a:pt x="176284" y="19752"/>
                  </a:lnTo>
                  <a:lnTo>
                    <a:pt x="181419" y="26041"/>
                  </a:lnTo>
                  <a:lnTo>
                    <a:pt x="183088" y="29216"/>
                  </a:lnTo>
                  <a:lnTo>
                    <a:pt x="185939" y="32010"/>
                  </a:lnTo>
                  <a:lnTo>
                    <a:pt x="186983" y="38711"/>
                  </a:lnTo>
                  <a:lnTo>
                    <a:pt x="188092" y="43973"/>
                  </a:lnTo>
                  <a:lnTo>
                    <a:pt x="187040" y="48113"/>
                  </a:lnTo>
                  <a:lnTo>
                    <a:pt x="187459" y="52390"/>
                  </a:lnTo>
                  <a:lnTo>
                    <a:pt x="186869" y="53755"/>
                  </a:lnTo>
                  <a:lnTo>
                    <a:pt x="185419" y="57109"/>
                  </a:lnTo>
                  <a:lnTo>
                    <a:pt x="186145" y="62011"/>
                  </a:lnTo>
                  <a:lnTo>
                    <a:pt x="185098" y="64515"/>
                  </a:lnTo>
                  <a:lnTo>
                    <a:pt x="183444" y="68474"/>
                  </a:lnTo>
                  <a:lnTo>
                    <a:pt x="184050" y="70314"/>
                  </a:lnTo>
                  <a:lnTo>
                    <a:pt x="184667" y="72181"/>
                  </a:lnTo>
                  <a:lnTo>
                    <a:pt x="189308" y="76714"/>
                  </a:lnTo>
                  <a:lnTo>
                    <a:pt x="197502" y="81541"/>
                  </a:lnTo>
                  <a:lnTo>
                    <a:pt x="200150" y="84123"/>
                  </a:lnTo>
                  <a:lnTo>
                    <a:pt x="203857" y="84058"/>
                  </a:lnTo>
                  <a:lnTo>
                    <a:pt x="206037" y="87236"/>
                  </a:lnTo>
                  <a:lnTo>
                    <a:pt x="209966" y="88727"/>
                  </a:lnTo>
                  <a:lnTo>
                    <a:pt x="210888" y="88470"/>
                  </a:lnTo>
                  <a:lnTo>
                    <a:pt x="215380" y="87210"/>
                  </a:lnTo>
                  <a:lnTo>
                    <a:pt x="220312" y="88084"/>
                  </a:lnTo>
                  <a:lnTo>
                    <a:pt x="226812" y="86953"/>
                  </a:lnTo>
                  <a:lnTo>
                    <a:pt x="230532" y="85341"/>
                  </a:lnTo>
                  <a:lnTo>
                    <a:pt x="232396" y="85005"/>
                  </a:lnTo>
                  <a:lnTo>
                    <a:pt x="233914" y="84731"/>
                  </a:lnTo>
                  <a:lnTo>
                    <a:pt x="236623" y="82623"/>
                  </a:lnTo>
                  <a:lnTo>
                    <a:pt x="240204" y="82393"/>
                  </a:lnTo>
                  <a:lnTo>
                    <a:pt x="244353" y="84726"/>
                  </a:lnTo>
                  <a:lnTo>
                    <a:pt x="248512" y="84875"/>
                  </a:lnTo>
                  <a:lnTo>
                    <a:pt x="256917" y="85245"/>
                  </a:lnTo>
                  <a:lnTo>
                    <a:pt x="257385" y="85623"/>
                  </a:lnTo>
                  <a:lnTo>
                    <a:pt x="261679" y="89081"/>
                  </a:lnTo>
                  <a:lnTo>
                    <a:pt x="262561" y="89790"/>
                  </a:lnTo>
                  <a:lnTo>
                    <a:pt x="267835" y="90237"/>
                  </a:lnTo>
                  <a:lnTo>
                    <a:pt x="274199" y="95067"/>
                  </a:lnTo>
                  <a:lnTo>
                    <a:pt x="274582" y="101104"/>
                  </a:lnTo>
                  <a:lnTo>
                    <a:pt x="278417" y="101266"/>
                  </a:lnTo>
                  <a:lnTo>
                    <a:pt x="281331" y="99143"/>
                  </a:lnTo>
                  <a:lnTo>
                    <a:pt x="289791" y="100645"/>
                  </a:lnTo>
                  <a:lnTo>
                    <a:pt x="291363" y="101834"/>
                  </a:lnTo>
                  <a:lnTo>
                    <a:pt x="292324" y="102561"/>
                  </a:lnTo>
                  <a:lnTo>
                    <a:pt x="295313" y="100747"/>
                  </a:lnTo>
                  <a:lnTo>
                    <a:pt x="306065" y="99565"/>
                  </a:lnTo>
                  <a:lnTo>
                    <a:pt x="308683" y="98403"/>
                  </a:lnTo>
                  <a:lnTo>
                    <a:pt x="309928" y="97849"/>
                  </a:lnTo>
                  <a:lnTo>
                    <a:pt x="312513" y="98469"/>
                  </a:lnTo>
                  <a:lnTo>
                    <a:pt x="316481" y="103761"/>
                  </a:lnTo>
                  <a:lnTo>
                    <a:pt x="317495" y="104040"/>
                  </a:lnTo>
                  <a:lnTo>
                    <a:pt x="322448" y="105400"/>
                  </a:lnTo>
                  <a:lnTo>
                    <a:pt x="330088" y="105385"/>
                  </a:lnTo>
                  <a:lnTo>
                    <a:pt x="334386" y="106072"/>
                  </a:lnTo>
                  <a:lnTo>
                    <a:pt x="339497" y="103090"/>
                  </a:lnTo>
                  <a:lnTo>
                    <a:pt x="343941" y="103141"/>
                  </a:lnTo>
                  <a:lnTo>
                    <a:pt x="348666" y="101936"/>
                  </a:lnTo>
                  <a:lnTo>
                    <a:pt x="350924" y="101359"/>
                  </a:lnTo>
                  <a:lnTo>
                    <a:pt x="356954" y="101635"/>
                  </a:lnTo>
                  <a:lnTo>
                    <a:pt x="361001" y="101815"/>
                  </a:lnTo>
                  <a:lnTo>
                    <a:pt x="368999" y="102987"/>
                  </a:lnTo>
                  <a:lnTo>
                    <a:pt x="374410" y="98640"/>
                  </a:lnTo>
                  <a:lnTo>
                    <a:pt x="376235" y="98564"/>
                  </a:lnTo>
                  <a:lnTo>
                    <a:pt x="380745" y="101432"/>
                  </a:lnTo>
                  <a:lnTo>
                    <a:pt x="384163" y="101656"/>
                  </a:lnTo>
                  <a:lnTo>
                    <a:pt x="388319" y="101924"/>
                  </a:lnTo>
                  <a:lnTo>
                    <a:pt x="395005" y="101910"/>
                  </a:lnTo>
                  <a:lnTo>
                    <a:pt x="402557" y="104405"/>
                  </a:lnTo>
                  <a:lnTo>
                    <a:pt x="406891" y="103132"/>
                  </a:lnTo>
                  <a:lnTo>
                    <a:pt x="412116" y="100651"/>
                  </a:lnTo>
                  <a:lnTo>
                    <a:pt x="430315" y="104931"/>
                  </a:lnTo>
                  <a:lnTo>
                    <a:pt x="448556" y="109270"/>
                  </a:lnTo>
                  <a:lnTo>
                    <a:pt x="470396" y="114371"/>
                  </a:lnTo>
                  <a:lnTo>
                    <a:pt x="471534" y="114634"/>
                  </a:lnTo>
                  <a:lnTo>
                    <a:pt x="486854" y="118143"/>
                  </a:lnTo>
                  <a:lnTo>
                    <a:pt x="493588" y="119756"/>
                  </a:lnTo>
                  <a:lnTo>
                    <a:pt x="500857" y="121486"/>
                  </a:lnTo>
                  <a:lnTo>
                    <a:pt x="508279" y="123239"/>
                  </a:lnTo>
                  <a:lnTo>
                    <a:pt x="534162" y="128959"/>
                  </a:lnTo>
                  <a:lnTo>
                    <a:pt x="535210" y="132498"/>
                  </a:lnTo>
                  <a:lnTo>
                    <a:pt x="535868" y="137265"/>
                  </a:lnTo>
                  <a:lnTo>
                    <a:pt x="538432" y="142876"/>
                  </a:lnTo>
                  <a:lnTo>
                    <a:pt x="538927" y="143958"/>
                  </a:lnTo>
                  <a:lnTo>
                    <a:pt x="541715" y="145813"/>
                  </a:lnTo>
                  <a:lnTo>
                    <a:pt x="545128" y="150513"/>
                  </a:lnTo>
                  <a:lnTo>
                    <a:pt x="549367" y="151718"/>
                  </a:lnTo>
                  <a:lnTo>
                    <a:pt x="551979" y="156253"/>
                  </a:lnTo>
                  <a:lnTo>
                    <a:pt x="551474" y="160894"/>
                  </a:lnTo>
                  <a:lnTo>
                    <a:pt x="554159" y="167364"/>
                  </a:lnTo>
                  <a:lnTo>
                    <a:pt x="550936" y="171115"/>
                  </a:lnTo>
                  <a:lnTo>
                    <a:pt x="543608" y="180709"/>
                  </a:lnTo>
                  <a:lnTo>
                    <a:pt x="536114" y="190703"/>
                  </a:lnTo>
                  <a:lnTo>
                    <a:pt x="534319" y="194407"/>
                  </a:lnTo>
                  <a:lnTo>
                    <a:pt x="533753" y="195575"/>
                  </a:lnTo>
                  <a:lnTo>
                    <a:pt x="527691" y="206959"/>
                  </a:lnTo>
                  <a:lnTo>
                    <a:pt x="525272" y="209777"/>
                  </a:lnTo>
                  <a:lnTo>
                    <a:pt x="520968" y="213010"/>
                  </a:lnTo>
                  <a:lnTo>
                    <a:pt x="518997" y="217286"/>
                  </a:lnTo>
                  <a:lnTo>
                    <a:pt x="519583" y="221894"/>
                  </a:lnTo>
                  <a:lnTo>
                    <a:pt x="516610" y="226518"/>
                  </a:lnTo>
                  <a:lnTo>
                    <a:pt x="514617" y="228801"/>
                  </a:lnTo>
                  <a:lnTo>
                    <a:pt x="511078" y="232849"/>
                  </a:lnTo>
                  <a:lnTo>
                    <a:pt x="505564" y="234400"/>
                  </a:lnTo>
                  <a:lnTo>
                    <a:pt x="502088" y="236328"/>
                  </a:lnTo>
                  <a:lnTo>
                    <a:pt x="498732" y="242374"/>
                  </a:lnTo>
                  <a:lnTo>
                    <a:pt x="494085" y="249911"/>
                  </a:lnTo>
                  <a:lnTo>
                    <a:pt x="491991" y="252504"/>
                  </a:lnTo>
                  <a:lnTo>
                    <a:pt x="487613" y="255524"/>
                  </a:lnTo>
                  <a:lnTo>
                    <a:pt x="487311" y="260166"/>
                  </a:lnTo>
                  <a:lnTo>
                    <a:pt x="484945" y="262914"/>
                  </a:lnTo>
                  <a:lnTo>
                    <a:pt x="485967" y="265914"/>
                  </a:lnTo>
                  <a:lnTo>
                    <a:pt x="486892" y="268957"/>
                  </a:lnTo>
                  <a:lnTo>
                    <a:pt x="485095" y="271467"/>
                  </a:lnTo>
                  <a:lnTo>
                    <a:pt x="484643" y="272099"/>
                  </a:lnTo>
                  <a:lnTo>
                    <a:pt x="486946" y="275254"/>
                  </a:lnTo>
                  <a:lnTo>
                    <a:pt x="490295" y="274293"/>
                  </a:lnTo>
                  <a:lnTo>
                    <a:pt x="493323" y="278580"/>
                  </a:lnTo>
                  <a:lnTo>
                    <a:pt x="498630" y="279859"/>
                  </a:lnTo>
                  <a:lnTo>
                    <a:pt x="498272" y="283525"/>
                  </a:lnTo>
                  <a:lnTo>
                    <a:pt x="501843" y="285606"/>
                  </a:lnTo>
                  <a:lnTo>
                    <a:pt x="501806" y="287865"/>
                  </a:lnTo>
                  <a:lnTo>
                    <a:pt x="501660" y="287981"/>
                  </a:lnTo>
                  <a:lnTo>
                    <a:pt x="495581" y="292745"/>
                  </a:lnTo>
                  <a:lnTo>
                    <a:pt x="497021" y="298094"/>
                  </a:lnTo>
                  <a:lnTo>
                    <a:pt x="494803" y="301804"/>
                  </a:lnTo>
                  <a:lnTo>
                    <a:pt x="492236" y="309124"/>
                  </a:lnTo>
                  <a:lnTo>
                    <a:pt x="491393" y="310238"/>
                  </a:lnTo>
                  <a:lnTo>
                    <a:pt x="488020" y="314683"/>
                  </a:lnTo>
                  <a:lnTo>
                    <a:pt x="485302" y="327027"/>
                  </a:lnTo>
                  <a:lnTo>
                    <a:pt x="483708" y="334275"/>
                  </a:lnTo>
                  <a:lnTo>
                    <a:pt x="473481" y="383498"/>
                  </a:lnTo>
                  <a:lnTo>
                    <a:pt x="469621" y="402273"/>
                  </a:lnTo>
                  <a:lnTo>
                    <a:pt x="461981" y="439254"/>
                  </a:lnTo>
                  <a:lnTo>
                    <a:pt x="455312" y="471917"/>
                  </a:lnTo>
                  <a:lnTo>
                    <a:pt x="444448" y="469553"/>
                  </a:lnTo>
                  <a:lnTo>
                    <a:pt x="431395" y="466832"/>
                  </a:lnTo>
                  <a:lnTo>
                    <a:pt x="417451" y="463856"/>
                  </a:lnTo>
                  <a:lnTo>
                    <a:pt x="401657" y="460363"/>
                  </a:lnTo>
                  <a:lnTo>
                    <a:pt x="381171" y="455862"/>
                  </a:lnTo>
                  <a:lnTo>
                    <a:pt x="361981" y="451592"/>
                  </a:lnTo>
                  <a:lnTo>
                    <a:pt x="344601" y="447780"/>
                  </a:lnTo>
                  <a:lnTo>
                    <a:pt x="330441" y="444325"/>
                  </a:lnTo>
                  <a:lnTo>
                    <a:pt x="317385" y="441250"/>
                  </a:lnTo>
                  <a:lnTo>
                    <a:pt x="310109" y="439426"/>
                  </a:lnTo>
                  <a:lnTo>
                    <a:pt x="307853" y="438858"/>
                  </a:lnTo>
                  <a:lnTo>
                    <a:pt x="284926" y="433025"/>
                  </a:lnTo>
                  <a:lnTo>
                    <a:pt x="267731" y="428886"/>
                  </a:lnTo>
                  <a:lnTo>
                    <a:pt x="256296" y="425988"/>
                  </a:lnTo>
                  <a:lnTo>
                    <a:pt x="236265" y="420925"/>
                  </a:lnTo>
                  <a:lnTo>
                    <a:pt x="224302" y="417826"/>
                  </a:lnTo>
                  <a:lnTo>
                    <a:pt x="212560" y="414763"/>
                  </a:lnTo>
                  <a:lnTo>
                    <a:pt x="202855" y="412208"/>
                  </a:lnTo>
                  <a:lnTo>
                    <a:pt x="189467" y="408241"/>
                  </a:lnTo>
                  <a:lnTo>
                    <a:pt x="177696" y="405108"/>
                  </a:lnTo>
                  <a:lnTo>
                    <a:pt x="177204" y="404964"/>
                  </a:lnTo>
                  <a:lnTo>
                    <a:pt x="163077" y="400818"/>
                  </a:lnTo>
                  <a:lnTo>
                    <a:pt x="152467" y="397643"/>
                  </a:lnTo>
                  <a:lnTo>
                    <a:pt x="136651" y="392989"/>
                  </a:lnTo>
                  <a:lnTo>
                    <a:pt x="125024" y="389530"/>
                  </a:lnTo>
                  <a:lnTo>
                    <a:pt x="111914" y="385737"/>
                  </a:lnTo>
                  <a:lnTo>
                    <a:pt x="93269" y="380771"/>
                  </a:lnTo>
                  <a:lnTo>
                    <a:pt x="78056" y="376427"/>
                  </a:lnTo>
                  <a:lnTo>
                    <a:pt x="71969" y="374066"/>
                  </a:lnTo>
                  <a:lnTo>
                    <a:pt x="66605" y="372875"/>
                  </a:lnTo>
                  <a:lnTo>
                    <a:pt x="59254" y="371233"/>
                  </a:lnTo>
                  <a:lnTo>
                    <a:pt x="53924" y="369410"/>
                  </a:lnTo>
                  <a:lnTo>
                    <a:pt x="48652" y="368059"/>
                  </a:lnTo>
                  <a:lnTo>
                    <a:pt x="40036" y="365838"/>
                  </a:lnTo>
                  <a:lnTo>
                    <a:pt x="29860" y="362709"/>
                  </a:lnTo>
                  <a:lnTo>
                    <a:pt x="18823" y="359288"/>
                  </a:lnTo>
                  <a:lnTo>
                    <a:pt x="5914" y="355094"/>
                  </a:lnTo>
                  <a:lnTo>
                    <a:pt x="3469" y="349973"/>
                  </a:lnTo>
                  <a:lnTo>
                    <a:pt x="1333" y="347242"/>
                  </a:lnTo>
                  <a:lnTo>
                    <a:pt x="601" y="341274"/>
                  </a:lnTo>
                  <a:lnTo>
                    <a:pt x="1303" y="336770"/>
                  </a:lnTo>
                  <a:lnTo>
                    <a:pt x="1085" y="332400"/>
                  </a:lnTo>
                  <a:lnTo>
                    <a:pt x="0" y="329892"/>
                  </a:lnTo>
                  <a:lnTo>
                    <a:pt x="1464" y="325076"/>
                  </a:lnTo>
                  <a:lnTo>
                    <a:pt x="1671" y="321020"/>
                  </a:lnTo>
                  <a:lnTo>
                    <a:pt x="3324" y="313350"/>
                  </a:lnTo>
                  <a:lnTo>
                    <a:pt x="8053" y="305580"/>
                  </a:lnTo>
                  <a:lnTo>
                    <a:pt x="9401" y="300662"/>
                  </a:lnTo>
                  <a:lnTo>
                    <a:pt x="10192" y="295306"/>
                  </a:lnTo>
                  <a:lnTo>
                    <a:pt x="8358" y="293073"/>
                  </a:lnTo>
                  <a:lnTo>
                    <a:pt x="8858" y="291922"/>
                  </a:lnTo>
                  <a:lnTo>
                    <a:pt x="6257" y="28694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883487" y="3039289"/>
              <a:ext cx="406969" cy="285196"/>
            </a:xfrm>
            <a:custGeom>
              <a:avLst/>
              <a:pathLst>
                <a:path w="406969" h="285196">
                  <a:moveTo>
                    <a:pt x="21381" y="183410"/>
                  </a:moveTo>
                  <a:lnTo>
                    <a:pt x="17082" y="164644"/>
                  </a:lnTo>
                  <a:lnTo>
                    <a:pt x="16921" y="163946"/>
                  </a:lnTo>
                  <a:lnTo>
                    <a:pt x="14962" y="155412"/>
                  </a:lnTo>
                  <a:lnTo>
                    <a:pt x="9820" y="133390"/>
                  </a:lnTo>
                  <a:lnTo>
                    <a:pt x="9615" y="132512"/>
                  </a:lnTo>
                  <a:lnTo>
                    <a:pt x="6189" y="117884"/>
                  </a:lnTo>
                  <a:lnTo>
                    <a:pt x="2576" y="102450"/>
                  </a:lnTo>
                  <a:lnTo>
                    <a:pt x="0" y="91467"/>
                  </a:lnTo>
                  <a:lnTo>
                    <a:pt x="10712" y="83505"/>
                  </a:lnTo>
                  <a:lnTo>
                    <a:pt x="20132" y="74022"/>
                  </a:lnTo>
                  <a:lnTo>
                    <a:pt x="20528" y="70725"/>
                  </a:lnTo>
                  <a:lnTo>
                    <a:pt x="23034" y="67983"/>
                  </a:lnTo>
                  <a:lnTo>
                    <a:pt x="27507" y="67775"/>
                  </a:lnTo>
                  <a:lnTo>
                    <a:pt x="32612" y="62445"/>
                  </a:lnTo>
                  <a:lnTo>
                    <a:pt x="36980" y="58794"/>
                  </a:lnTo>
                  <a:lnTo>
                    <a:pt x="41421" y="54533"/>
                  </a:lnTo>
                  <a:lnTo>
                    <a:pt x="44319" y="66414"/>
                  </a:lnTo>
                  <a:lnTo>
                    <a:pt x="47143" y="77750"/>
                  </a:lnTo>
                  <a:lnTo>
                    <a:pt x="56575" y="75361"/>
                  </a:lnTo>
                  <a:lnTo>
                    <a:pt x="65243" y="73148"/>
                  </a:lnTo>
                  <a:lnTo>
                    <a:pt x="90947" y="66368"/>
                  </a:lnTo>
                  <a:lnTo>
                    <a:pt x="95830" y="65064"/>
                  </a:lnTo>
                  <a:lnTo>
                    <a:pt x="99834" y="63985"/>
                  </a:lnTo>
                  <a:lnTo>
                    <a:pt x="119927" y="58516"/>
                  </a:lnTo>
                  <a:lnTo>
                    <a:pt x="137927" y="53679"/>
                  </a:lnTo>
                  <a:lnTo>
                    <a:pt x="140230" y="53055"/>
                  </a:lnTo>
                  <a:lnTo>
                    <a:pt x="144265" y="51932"/>
                  </a:lnTo>
                  <a:lnTo>
                    <a:pt x="155162" y="48879"/>
                  </a:lnTo>
                  <a:lnTo>
                    <a:pt x="167567" y="45488"/>
                  </a:lnTo>
                  <a:lnTo>
                    <a:pt x="172665" y="44030"/>
                  </a:lnTo>
                  <a:lnTo>
                    <a:pt x="181347" y="41533"/>
                  </a:lnTo>
                  <a:lnTo>
                    <a:pt x="218668" y="30609"/>
                  </a:lnTo>
                  <a:lnTo>
                    <a:pt x="221261" y="29855"/>
                  </a:lnTo>
                  <a:lnTo>
                    <a:pt x="223669" y="29154"/>
                  </a:lnTo>
                  <a:lnTo>
                    <a:pt x="246524" y="22432"/>
                  </a:lnTo>
                  <a:lnTo>
                    <a:pt x="252458" y="20766"/>
                  </a:lnTo>
                  <a:lnTo>
                    <a:pt x="272009" y="14858"/>
                  </a:lnTo>
                  <a:lnTo>
                    <a:pt x="274456" y="14112"/>
                  </a:lnTo>
                  <a:lnTo>
                    <a:pt x="288955" y="9664"/>
                  </a:lnTo>
                  <a:lnTo>
                    <a:pt x="312796" y="2189"/>
                  </a:lnTo>
                  <a:lnTo>
                    <a:pt x="313164" y="2072"/>
                  </a:lnTo>
                  <a:lnTo>
                    <a:pt x="320516" y="287"/>
                  </a:lnTo>
                  <a:lnTo>
                    <a:pt x="321695" y="0"/>
                  </a:lnTo>
                  <a:lnTo>
                    <a:pt x="325893" y="2911"/>
                  </a:lnTo>
                  <a:lnTo>
                    <a:pt x="329241" y="7605"/>
                  </a:lnTo>
                  <a:lnTo>
                    <a:pt x="334300" y="8102"/>
                  </a:lnTo>
                  <a:lnTo>
                    <a:pt x="337389" y="8300"/>
                  </a:lnTo>
                  <a:lnTo>
                    <a:pt x="339586" y="8439"/>
                  </a:lnTo>
                  <a:lnTo>
                    <a:pt x="342971" y="10936"/>
                  </a:lnTo>
                  <a:lnTo>
                    <a:pt x="345536" y="14729"/>
                  </a:lnTo>
                  <a:lnTo>
                    <a:pt x="348629" y="24024"/>
                  </a:lnTo>
                  <a:lnTo>
                    <a:pt x="349795" y="27191"/>
                  </a:lnTo>
                  <a:lnTo>
                    <a:pt x="350672" y="29575"/>
                  </a:lnTo>
                  <a:lnTo>
                    <a:pt x="356483" y="35021"/>
                  </a:lnTo>
                  <a:lnTo>
                    <a:pt x="363237" y="36677"/>
                  </a:lnTo>
                  <a:lnTo>
                    <a:pt x="369475" y="36902"/>
                  </a:lnTo>
                  <a:lnTo>
                    <a:pt x="372246" y="36347"/>
                  </a:lnTo>
                  <a:lnTo>
                    <a:pt x="373616" y="36072"/>
                  </a:lnTo>
                  <a:lnTo>
                    <a:pt x="377858" y="41061"/>
                  </a:lnTo>
                  <a:lnTo>
                    <a:pt x="374249" y="43820"/>
                  </a:lnTo>
                  <a:lnTo>
                    <a:pt x="371955" y="48670"/>
                  </a:lnTo>
                  <a:lnTo>
                    <a:pt x="370504" y="55495"/>
                  </a:lnTo>
                  <a:lnTo>
                    <a:pt x="370345" y="57659"/>
                  </a:lnTo>
                  <a:lnTo>
                    <a:pt x="369999" y="62360"/>
                  </a:lnTo>
                  <a:lnTo>
                    <a:pt x="366512" y="67681"/>
                  </a:lnTo>
                  <a:lnTo>
                    <a:pt x="366427" y="68118"/>
                  </a:lnTo>
                  <a:lnTo>
                    <a:pt x="366177" y="69404"/>
                  </a:lnTo>
                  <a:lnTo>
                    <a:pt x="365561" y="72556"/>
                  </a:lnTo>
                  <a:lnTo>
                    <a:pt x="363199" y="77265"/>
                  </a:lnTo>
                  <a:lnTo>
                    <a:pt x="360270" y="81765"/>
                  </a:lnTo>
                  <a:lnTo>
                    <a:pt x="361260" y="82832"/>
                  </a:lnTo>
                  <a:lnTo>
                    <a:pt x="363832" y="85600"/>
                  </a:lnTo>
                  <a:lnTo>
                    <a:pt x="366887" y="88434"/>
                  </a:lnTo>
                  <a:lnTo>
                    <a:pt x="366216" y="92036"/>
                  </a:lnTo>
                  <a:lnTo>
                    <a:pt x="366586" y="97310"/>
                  </a:lnTo>
                  <a:lnTo>
                    <a:pt x="362944" y="100959"/>
                  </a:lnTo>
                  <a:lnTo>
                    <a:pt x="363212" y="105360"/>
                  </a:lnTo>
                  <a:lnTo>
                    <a:pt x="365268" y="111937"/>
                  </a:lnTo>
                  <a:lnTo>
                    <a:pt x="366108" y="114353"/>
                  </a:lnTo>
                  <a:lnTo>
                    <a:pt x="366586" y="115728"/>
                  </a:lnTo>
                  <a:lnTo>
                    <a:pt x="367261" y="117667"/>
                  </a:lnTo>
                  <a:lnTo>
                    <a:pt x="370243" y="116136"/>
                  </a:lnTo>
                  <a:lnTo>
                    <a:pt x="374594" y="117302"/>
                  </a:lnTo>
                  <a:lnTo>
                    <a:pt x="377303" y="122651"/>
                  </a:lnTo>
                  <a:lnTo>
                    <a:pt x="377439" y="125042"/>
                  </a:lnTo>
                  <a:lnTo>
                    <a:pt x="379334" y="128068"/>
                  </a:lnTo>
                  <a:lnTo>
                    <a:pt x="381624" y="128510"/>
                  </a:lnTo>
                  <a:lnTo>
                    <a:pt x="385192" y="127716"/>
                  </a:lnTo>
                  <a:lnTo>
                    <a:pt x="387750" y="130842"/>
                  </a:lnTo>
                  <a:lnTo>
                    <a:pt x="389319" y="131964"/>
                  </a:lnTo>
                  <a:lnTo>
                    <a:pt x="391494" y="133518"/>
                  </a:lnTo>
                  <a:lnTo>
                    <a:pt x="395411" y="135812"/>
                  </a:lnTo>
                  <a:lnTo>
                    <a:pt x="398377" y="138197"/>
                  </a:lnTo>
                  <a:lnTo>
                    <a:pt x="403451" y="140525"/>
                  </a:lnTo>
                  <a:lnTo>
                    <a:pt x="404570" y="141466"/>
                  </a:lnTo>
                  <a:lnTo>
                    <a:pt x="406969" y="143668"/>
                  </a:lnTo>
                  <a:lnTo>
                    <a:pt x="404660" y="146618"/>
                  </a:lnTo>
                  <a:lnTo>
                    <a:pt x="401229" y="148206"/>
                  </a:lnTo>
                  <a:lnTo>
                    <a:pt x="399887" y="152508"/>
                  </a:lnTo>
                  <a:lnTo>
                    <a:pt x="395908" y="155061"/>
                  </a:lnTo>
                  <a:lnTo>
                    <a:pt x="393871" y="157759"/>
                  </a:lnTo>
                  <a:lnTo>
                    <a:pt x="393038" y="158862"/>
                  </a:lnTo>
                  <a:lnTo>
                    <a:pt x="389693" y="164153"/>
                  </a:lnTo>
                  <a:lnTo>
                    <a:pt x="386643" y="167560"/>
                  </a:lnTo>
                  <a:lnTo>
                    <a:pt x="386053" y="169443"/>
                  </a:lnTo>
                  <a:lnTo>
                    <a:pt x="386158" y="169763"/>
                  </a:lnTo>
                  <a:lnTo>
                    <a:pt x="386947" y="172145"/>
                  </a:lnTo>
                  <a:lnTo>
                    <a:pt x="387468" y="173716"/>
                  </a:lnTo>
                  <a:lnTo>
                    <a:pt x="387052" y="174043"/>
                  </a:lnTo>
                  <a:lnTo>
                    <a:pt x="384670" y="175915"/>
                  </a:lnTo>
                  <a:lnTo>
                    <a:pt x="383255" y="177807"/>
                  </a:lnTo>
                  <a:lnTo>
                    <a:pt x="382774" y="178450"/>
                  </a:lnTo>
                  <a:lnTo>
                    <a:pt x="380623" y="179698"/>
                  </a:lnTo>
                  <a:lnTo>
                    <a:pt x="378480" y="180941"/>
                  </a:lnTo>
                  <a:lnTo>
                    <a:pt x="375468" y="182135"/>
                  </a:lnTo>
                  <a:lnTo>
                    <a:pt x="372115" y="187017"/>
                  </a:lnTo>
                  <a:lnTo>
                    <a:pt x="371892" y="187342"/>
                  </a:lnTo>
                  <a:lnTo>
                    <a:pt x="367009" y="186337"/>
                  </a:lnTo>
                  <a:lnTo>
                    <a:pt x="361082" y="187251"/>
                  </a:lnTo>
                  <a:lnTo>
                    <a:pt x="360538" y="187584"/>
                  </a:lnTo>
                  <a:lnTo>
                    <a:pt x="359672" y="188112"/>
                  </a:lnTo>
                  <a:lnTo>
                    <a:pt x="355627" y="190580"/>
                  </a:lnTo>
                  <a:lnTo>
                    <a:pt x="352879" y="194117"/>
                  </a:lnTo>
                  <a:lnTo>
                    <a:pt x="351405" y="197745"/>
                  </a:lnTo>
                  <a:lnTo>
                    <a:pt x="350960" y="201189"/>
                  </a:lnTo>
                  <a:lnTo>
                    <a:pt x="350014" y="201479"/>
                  </a:lnTo>
                  <a:lnTo>
                    <a:pt x="327835" y="208263"/>
                  </a:lnTo>
                  <a:lnTo>
                    <a:pt x="321580" y="210156"/>
                  </a:lnTo>
                  <a:lnTo>
                    <a:pt x="321183" y="210276"/>
                  </a:lnTo>
                  <a:lnTo>
                    <a:pt x="309705" y="213718"/>
                  </a:lnTo>
                  <a:lnTo>
                    <a:pt x="300064" y="216584"/>
                  </a:lnTo>
                  <a:lnTo>
                    <a:pt x="291844" y="219012"/>
                  </a:lnTo>
                  <a:lnTo>
                    <a:pt x="290683" y="219354"/>
                  </a:lnTo>
                  <a:lnTo>
                    <a:pt x="286115" y="220725"/>
                  </a:lnTo>
                  <a:lnTo>
                    <a:pt x="273044" y="224622"/>
                  </a:lnTo>
                  <a:lnTo>
                    <a:pt x="272513" y="224776"/>
                  </a:lnTo>
                  <a:lnTo>
                    <a:pt x="258520" y="228795"/>
                  </a:lnTo>
                  <a:lnTo>
                    <a:pt x="257046" y="229216"/>
                  </a:lnTo>
                  <a:lnTo>
                    <a:pt x="242946" y="233234"/>
                  </a:lnTo>
                  <a:lnTo>
                    <a:pt x="242294" y="233418"/>
                  </a:lnTo>
                  <a:lnTo>
                    <a:pt x="222985" y="238729"/>
                  </a:lnTo>
                  <a:lnTo>
                    <a:pt x="203156" y="244141"/>
                  </a:lnTo>
                  <a:lnTo>
                    <a:pt x="201664" y="244549"/>
                  </a:lnTo>
                  <a:lnTo>
                    <a:pt x="185916" y="248832"/>
                  </a:lnTo>
                  <a:lnTo>
                    <a:pt x="183483" y="249487"/>
                  </a:lnTo>
                  <a:lnTo>
                    <a:pt x="161293" y="255409"/>
                  </a:lnTo>
                  <a:lnTo>
                    <a:pt x="155813" y="256870"/>
                  </a:lnTo>
                  <a:lnTo>
                    <a:pt x="148039" y="258931"/>
                  </a:lnTo>
                  <a:lnTo>
                    <a:pt x="140453" y="260930"/>
                  </a:lnTo>
                  <a:lnTo>
                    <a:pt x="117998" y="266895"/>
                  </a:lnTo>
                  <a:lnTo>
                    <a:pt x="112543" y="268329"/>
                  </a:lnTo>
                  <a:lnTo>
                    <a:pt x="93909" y="273094"/>
                  </a:lnTo>
                  <a:lnTo>
                    <a:pt x="84011" y="275556"/>
                  </a:lnTo>
                  <a:lnTo>
                    <a:pt x="73607" y="278123"/>
                  </a:lnTo>
                  <a:lnTo>
                    <a:pt x="51129" y="283664"/>
                  </a:lnTo>
                  <a:lnTo>
                    <a:pt x="44745" y="285196"/>
                  </a:lnTo>
                  <a:lnTo>
                    <a:pt x="40049" y="264510"/>
                  </a:lnTo>
                  <a:lnTo>
                    <a:pt x="38989" y="259853"/>
                  </a:lnTo>
                  <a:lnTo>
                    <a:pt x="36181" y="247548"/>
                  </a:lnTo>
                  <a:lnTo>
                    <a:pt x="32596" y="231879"/>
                  </a:lnTo>
                  <a:lnTo>
                    <a:pt x="31463" y="226937"/>
                  </a:lnTo>
                  <a:lnTo>
                    <a:pt x="29931" y="220262"/>
                  </a:lnTo>
                  <a:lnTo>
                    <a:pt x="26745" y="206398"/>
                  </a:lnTo>
                  <a:lnTo>
                    <a:pt x="22490" y="188158"/>
                  </a:lnTo>
                  <a:lnTo>
                    <a:pt x="21508" y="18395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423501" y="3941962"/>
              <a:ext cx="461537" cy="540894"/>
            </a:xfrm>
            <a:custGeom>
              <a:avLst/>
              <a:pathLst>
                <a:path w="461537" h="540894">
                  <a:moveTo>
                    <a:pt x="2336" y="372090"/>
                  </a:moveTo>
                  <a:lnTo>
                    <a:pt x="1941" y="369936"/>
                  </a:lnTo>
                  <a:lnTo>
                    <a:pt x="5607" y="367716"/>
                  </a:lnTo>
                  <a:lnTo>
                    <a:pt x="9827" y="362300"/>
                  </a:lnTo>
                  <a:lnTo>
                    <a:pt x="11142" y="360506"/>
                  </a:lnTo>
                  <a:lnTo>
                    <a:pt x="13827" y="361626"/>
                  </a:lnTo>
                  <a:lnTo>
                    <a:pt x="17688" y="361672"/>
                  </a:lnTo>
                  <a:lnTo>
                    <a:pt x="21048" y="361710"/>
                  </a:lnTo>
                  <a:lnTo>
                    <a:pt x="23621" y="359724"/>
                  </a:lnTo>
                  <a:lnTo>
                    <a:pt x="24341" y="359167"/>
                  </a:lnTo>
                  <a:lnTo>
                    <a:pt x="29726" y="354539"/>
                  </a:lnTo>
                  <a:lnTo>
                    <a:pt x="30892" y="349708"/>
                  </a:lnTo>
                  <a:lnTo>
                    <a:pt x="30194" y="347660"/>
                  </a:lnTo>
                  <a:lnTo>
                    <a:pt x="30488" y="343415"/>
                  </a:lnTo>
                  <a:lnTo>
                    <a:pt x="28983" y="338597"/>
                  </a:lnTo>
                  <a:lnTo>
                    <a:pt x="28553" y="338411"/>
                  </a:lnTo>
                  <a:lnTo>
                    <a:pt x="24526" y="336666"/>
                  </a:lnTo>
                  <a:lnTo>
                    <a:pt x="20600" y="336471"/>
                  </a:lnTo>
                  <a:lnTo>
                    <a:pt x="17609" y="335335"/>
                  </a:lnTo>
                  <a:lnTo>
                    <a:pt x="15941" y="329066"/>
                  </a:lnTo>
                  <a:lnTo>
                    <a:pt x="18605" y="324723"/>
                  </a:lnTo>
                  <a:lnTo>
                    <a:pt x="19639" y="318621"/>
                  </a:lnTo>
                  <a:lnTo>
                    <a:pt x="20237" y="316480"/>
                  </a:lnTo>
                  <a:lnTo>
                    <a:pt x="17145" y="313055"/>
                  </a:lnTo>
                  <a:lnTo>
                    <a:pt x="18724" y="310195"/>
                  </a:lnTo>
                  <a:lnTo>
                    <a:pt x="19480" y="305603"/>
                  </a:lnTo>
                  <a:lnTo>
                    <a:pt x="18566" y="302920"/>
                  </a:lnTo>
                  <a:lnTo>
                    <a:pt x="22451" y="302424"/>
                  </a:lnTo>
                  <a:lnTo>
                    <a:pt x="25304" y="302529"/>
                  </a:lnTo>
                  <a:lnTo>
                    <a:pt x="25884" y="301670"/>
                  </a:lnTo>
                  <a:lnTo>
                    <a:pt x="28943" y="297133"/>
                  </a:lnTo>
                  <a:lnTo>
                    <a:pt x="35001" y="292718"/>
                  </a:lnTo>
                  <a:lnTo>
                    <a:pt x="35393" y="287956"/>
                  </a:lnTo>
                  <a:lnTo>
                    <a:pt x="36409" y="283256"/>
                  </a:lnTo>
                  <a:lnTo>
                    <a:pt x="38280" y="280789"/>
                  </a:lnTo>
                  <a:lnTo>
                    <a:pt x="39233" y="278634"/>
                  </a:lnTo>
                  <a:lnTo>
                    <a:pt x="39185" y="274959"/>
                  </a:lnTo>
                  <a:lnTo>
                    <a:pt x="38960" y="268944"/>
                  </a:lnTo>
                  <a:lnTo>
                    <a:pt x="40510" y="265972"/>
                  </a:lnTo>
                  <a:lnTo>
                    <a:pt x="40774" y="262789"/>
                  </a:lnTo>
                  <a:lnTo>
                    <a:pt x="39260" y="260053"/>
                  </a:lnTo>
                  <a:lnTo>
                    <a:pt x="41467" y="257881"/>
                  </a:lnTo>
                  <a:lnTo>
                    <a:pt x="46107" y="253915"/>
                  </a:lnTo>
                  <a:lnTo>
                    <a:pt x="47911" y="251417"/>
                  </a:lnTo>
                  <a:lnTo>
                    <a:pt x="48781" y="248343"/>
                  </a:lnTo>
                  <a:lnTo>
                    <a:pt x="49113" y="247170"/>
                  </a:lnTo>
                  <a:lnTo>
                    <a:pt x="50943" y="245820"/>
                  </a:lnTo>
                  <a:lnTo>
                    <a:pt x="55389" y="244549"/>
                  </a:lnTo>
                  <a:lnTo>
                    <a:pt x="59769" y="242434"/>
                  </a:lnTo>
                  <a:lnTo>
                    <a:pt x="64548" y="241455"/>
                  </a:lnTo>
                  <a:lnTo>
                    <a:pt x="68938" y="237493"/>
                  </a:lnTo>
                  <a:lnTo>
                    <a:pt x="71982" y="236271"/>
                  </a:lnTo>
                  <a:lnTo>
                    <a:pt x="72425" y="232478"/>
                  </a:lnTo>
                  <a:lnTo>
                    <a:pt x="72454" y="232235"/>
                  </a:lnTo>
                  <a:lnTo>
                    <a:pt x="70686" y="228469"/>
                  </a:lnTo>
                  <a:lnTo>
                    <a:pt x="64898" y="222483"/>
                  </a:lnTo>
                  <a:lnTo>
                    <a:pt x="60477" y="217402"/>
                  </a:lnTo>
                  <a:lnTo>
                    <a:pt x="57382" y="216841"/>
                  </a:lnTo>
                  <a:lnTo>
                    <a:pt x="58308" y="211126"/>
                  </a:lnTo>
                  <a:lnTo>
                    <a:pt x="56023" y="205030"/>
                  </a:lnTo>
                  <a:lnTo>
                    <a:pt x="54458" y="194944"/>
                  </a:lnTo>
                  <a:lnTo>
                    <a:pt x="53085" y="191716"/>
                  </a:lnTo>
                  <a:lnTo>
                    <a:pt x="48244" y="182834"/>
                  </a:lnTo>
                  <a:lnTo>
                    <a:pt x="44923" y="177133"/>
                  </a:lnTo>
                  <a:lnTo>
                    <a:pt x="46207" y="171122"/>
                  </a:lnTo>
                  <a:lnTo>
                    <a:pt x="46748" y="165987"/>
                  </a:lnTo>
                  <a:lnTo>
                    <a:pt x="48254" y="160328"/>
                  </a:lnTo>
                  <a:lnTo>
                    <a:pt x="49346" y="155794"/>
                  </a:lnTo>
                  <a:lnTo>
                    <a:pt x="50806" y="156101"/>
                  </a:lnTo>
                  <a:lnTo>
                    <a:pt x="52909" y="154898"/>
                  </a:lnTo>
                  <a:lnTo>
                    <a:pt x="53584" y="144022"/>
                  </a:lnTo>
                  <a:lnTo>
                    <a:pt x="52787" y="130797"/>
                  </a:lnTo>
                  <a:lnTo>
                    <a:pt x="50711" y="126874"/>
                  </a:lnTo>
                  <a:lnTo>
                    <a:pt x="51844" y="120402"/>
                  </a:lnTo>
                  <a:lnTo>
                    <a:pt x="53223" y="114996"/>
                  </a:lnTo>
                  <a:lnTo>
                    <a:pt x="53717" y="113055"/>
                  </a:lnTo>
                  <a:lnTo>
                    <a:pt x="51756" y="109094"/>
                  </a:lnTo>
                  <a:lnTo>
                    <a:pt x="52344" y="101877"/>
                  </a:lnTo>
                  <a:lnTo>
                    <a:pt x="53021" y="94798"/>
                  </a:lnTo>
                  <a:lnTo>
                    <a:pt x="56102" y="90849"/>
                  </a:lnTo>
                  <a:lnTo>
                    <a:pt x="54475" y="87296"/>
                  </a:lnTo>
                  <a:lnTo>
                    <a:pt x="52906" y="83266"/>
                  </a:lnTo>
                  <a:lnTo>
                    <a:pt x="53019" y="77407"/>
                  </a:lnTo>
                  <a:lnTo>
                    <a:pt x="53766" y="72557"/>
                  </a:lnTo>
                  <a:lnTo>
                    <a:pt x="53828" y="72159"/>
                  </a:lnTo>
                  <a:lnTo>
                    <a:pt x="54802" y="69320"/>
                  </a:lnTo>
                  <a:lnTo>
                    <a:pt x="59833" y="69058"/>
                  </a:lnTo>
                  <a:lnTo>
                    <a:pt x="62857" y="67485"/>
                  </a:lnTo>
                  <a:lnTo>
                    <a:pt x="66892" y="67253"/>
                  </a:lnTo>
                  <a:lnTo>
                    <a:pt x="71084" y="68047"/>
                  </a:lnTo>
                  <a:lnTo>
                    <a:pt x="72506" y="70214"/>
                  </a:lnTo>
                  <a:lnTo>
                    <a:pt x="75139" y="70939"/>
                  </a:lnTo>
                  <a:lnTo>
                    <a:pt x="77614" y="69648"/>
                  </a:lnTo>
                  <a:lnTo>
                    <a:pt x="80703" y="70420"/>
                  </a:lnTo>
                  <a:lnTo>
                    <a:pt x="82652" y="73879"/>
                  </a:lnTo>
                  <a:lnTo>
                    <a:pt x="83516" y="78022"/>
                  </a:lnTo>
                  <a:lnTo>
                    <a:pt x="86317" y="80940"/>
                  </a:lnTo>
                  <a:lnTo>
                    <a:pt x="90022" y="83363"/>
                  </a:lnTo>
                  <a:lnTo>
                    <a:pt x="94470" y="83328"/>
                  </a:lnTo>
                  <a:lnTo>
                    <a:pt x="95798" y="81012"/>
                  </a:lnTo>
                  <a:lnTo>
                    <a:pt x="99392" y="75536"/>
                  </a:lnTo>
                  <a:lnTo>
                    <a:pt x="104060" y="69891"/>
                  </a:lnTo>
                  <a:lnTo>
                    <a:pt x="104964" y="63396"/>
                  </a:lnTo>
                  <a:lnTo>
                    <a:pt x="105769" y="58492"/>
                  </a:lnTo>
                  <a:lnTo>
                    <a:pt x="109377" y="34347"/>
                  </a:lnTo>
                  <a:lnTo>
                    <a:pt x="112555" y="13628"/>
                  </a:lnTo>
                  <a:lnTo>
                    <a:pt x="114652" y="0"/>
                  </a:lnTo>
                  <a:lnTo>
                    <a:pt x="120485" y="1021"/>
                  </a:lnTo>
                  <a:lnTo>
                    <a:pt x="189471" y="12229"/>
                  </a:lnTo>
                  <a:lnTo>
                    <a:pt x="194122" y="12948"/>
                  </a:lnTo>
                  <a:lnTo>
                    <a:pt x="198940" y="13688"/>
                  </a:lnTo>
                  <a:lnTo>
                    <a:pt x="218610" y="16668"/>
                  </a:lnTo>
                  <a:lnTo>
                    <a:pt x="219061" y="16736"/>
                  </a:lnTo>
                  <a:lnTo>
                    <a:pt x="231579" y="18590"/>
                  </a:lnTo>
                  <a:lnTo>
                    <a:pt x="297020" y="27918"/>
                  </a:lnTo>
                  <a:lnTo>
                    <a:pt x="297515" y="27986"/>
                  </a:lnTo>
                  <a:lnTo>
                    <a:pt x="306351" y="29281"/>
                  </a:lnTo>
                  <a:lnTo>
                    <a:pt x="308263" y="29518"/>
                  </a:lnTo>
                  <a:lnTo>
                    <a:pt x="321064" y="31088"/>
                  </a:lnTo>
                  <a:lnTo>
                    <a:pt x="342990" y="33893"/>
                  </a:lnTo>
                  <a:lnTo>
                    <a:pt x="362416" y="36829"/>
                  </a:lnTo>
                  <a:lnTo>
                    <a:pt x="395045" y="40842"/>
                  </a:lnTo>
                  <a:lnTo>
                    <a:pt x="430205" y="44855"/>
                  </a:lnTo>
                  <a:lnTo>
                    <a:pt x="461537" y="48340"/>
                  </a:lnTo>
                  <a:lnTo>
                    <a:pt x="460437" y="59179"/>
                  </a:lnTo>
                  <a:lnTo>
                    <a:pt x="453857" y="125131"/>
                  </a:lnTo>
                  <a:lnTo>
                    <a:pt x="452863" y="135081"/>
                  </a:lnTo>
                  <a:lnTo>
                    <a:pt x="451797" y="145776"/>
                  </a:lnTo>
                  <a:lnTo>
                    <a:pt x="449505" y="168884"/>
                  </a:lnTo>
                  <a:lnTo>
                    <a:pt x="447333" y="190689"/>
                  </a:lnTo>
                  <a:lnTo>
                    <a:pt x="445766" y="207057"/>
                  </a:lnTo>
                  <a:lnTo>
                    <a:pt x="443975" y="225832"/>
                  </a:lnTo>
                  <a:lnTo>
                    <a:pt x="440749" y="258917"/>
                  </a:lnTo>
                  <a:lnTo>
                    <a:pt x="440268" y="263865"/>
                  </a:lnTo>
                  <a:lnTo>
                    <a:pt x="434845" y="320143"/>
                  </a:lnTo>
                  <a:lnTo>
                    <a:pt x="434021" y="328628"/>
                  </a:lnTo>
                  <a:lnTo>
                    <a:pt x="430932" y="360571"/>
                  </a:lnTo>
                  <a:lnTo>
                    <a:pt x="429283" y="378025"/>
                  </a:lnTo>
                  <a:lnTo>
                    <a:pt x="425761" y="415492"/>
                  </a:lnTo>
                  <a:lnTo>
                    <a:pt x="422868" y="445984"/>
                  </a:lnTo>
                  <a:lnTo>
                    <a:pt x="420050" y="475693"/>
                  </a:lnTo>
                  <a:lnTo>
                    <a:pt x="417671" y="500640"/>
                  </a:lnTo>
                  <a:lnTo>
                    <a:pt x="413899" y="540894"/>
                  </a:lnTo>
                  <a:lnTo>
                    <a:pt x="380647" y="537215"/>
                  </a:lnTo>
                  <a:lnTo>
                    <a:pt x="355585" y="534326"/>
                  </a:lnTo>
                  <a:lnTo>
                    <a:pt x="308494" y="528821"/>
                  </a:lnTo>
                  <a:lnTo>
                    <a:pt x="262573" y="523112"/>
                  </a:lnTo>
                  <a:lnTo>
                    <a:pt x="241723" y="512237"/>
                  </a:lnTo>
                  <a:lnTo>
                    <a:pt x="170897" y="474517"/>
                  </a:lnTo>
                  <a:lnTo>
                    <a:pt x="102772" y="437806"/>
                  </a:lnTo>
                  <a:lnTo>
                    <a:pt x="73659" y="421767"/>
                  </a:lnTo>
                  <a:lnTo>
                    <a:pt x="0" y="380494"/>
                  </a:lnTo>
                  <a:lnTo>
                    <a:pt x="530" y="378053"/>
                  </a:lnTo>
                  <a:lnTo>
                    <a:pt x="2064" y="375828"/>
                  </a:lnTo>
                  <a:lnTo>
                    <a:pt x="895" y="37439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6594668" y="2943504"/>
              <a:ext cx="7351" cy="9177"/>
            </a:xfrm>
            <a:custGeom>
              <a:avLst/>
              <a:pathLst>
                <a:path w="7351" h="9177">
                  <a:moveTo>
                    <a:pt x="0" y="8321"/>
                  </a:moveTo>
                  <a:lnTo>
                    <a:pt x="282" y="1525"/>
                  </a:lnTo>
                  <a:lnTo>
                    <a:pt x="3053" y="0"/>
                  </a:lnTo>
                  <a:lnTo>
                    <a:pt x="5508" y="4850"/>
                  </a:lnTo>
                  <a:lnTo>
                    <a:pt x="7351" y="7219"/>
                  </a:lnTo>
                  <a:lnTo>
                    <a:pt x="2895" y="917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6560120" y="2874745"/>
              <a:ext cx="55975" cy="70248"/>
            </a:xfrm>
            <a:custGeom>
              <a:avLst/>
              <a:pathLst>
                <a:path w="55975" h="70248">
                  <a:moveTo>
                    <a:pt x="16140" y="69320"/>
                  </a:moveTo>
                  <a:lnTo>
                    <a:pt x="16671" y="65943"/>
                  </a:lnTo>
                  <a:lnTo>
                    <a:pt x="14773" y="61141"/>
                  </a:lnTo>
                  <a:lnTo>
                    <a:pt x="17197" y="59819"/>
                  </a:lnTo>
                  <a:lnTo>
                    <a:pt x="14880" y="52253"/>
                  </a:lnTo>
                  <a:lnTo>
                    <a:pt x="12505" y="44508"/>
                  </a:lnTo>
                  <a:lnTo>
                    <a:pt x="8775" y="33749"/>
                  </a:lnTo>
                  <a:lnTo>
                    <a:pt x="6221" y="26953"/>
                  </a:lnTo>
                  <a:lnTo>
                    <a:pt x="0" y="10228"/>
                  </a:lnTo>
                  <a:lnTo>
                    <a:pt x="11458" y="5523"/>
                  </a:lnTo>
                  <a:lnTo>
                    <a:pt x="12386" y="5140"/>
                  </a:lnTo>
                  <a:lnTo>
                    <a:pt x="14268" y="4364"/>
                  </a:lnTo>
                  <a:lnTo>
                    <a:pt x="17909" y="2866"/>
                  </a:lnTo>
                  <a:lnTo>
                    <a:pt x="24853" y="0"/>
                  </a:lnTo>
                  <a:lnTo>
                    <a:pt x="25845" y="2825"/>
                  </a:lnTo>
                  <a:lnTo>
                    <a:pt x="26813" y="5586"/>
                  </a:lnTo>
                  <a:lnTo>
                    <a:pt x="28533" y="10530"/>
                  </a:lnTo>
                  <a:lnTo>
                    <a:pt x="31082" y="9557"/>
                  </a:lnTo>
                  <a:lnTo>
                    <a:pt x="32872" y="14708"/>
                  </a:lnTo>
                  <a:lnTo>
                    <a:pt x="34941" y="18617"/>
                  </a:lnTo>
                  <a:lnTo>
                    <a:pt x="35823" y="18794"/>
                  </a:lnTo>
                  <a:lnTo>
                    <a:pt x="39940" y="19617"/>
                  </a:lnTo>
                  <a:lnTo>
                    <a:pt x="44957" y="23613"/>
                  </a:lnTo>
                  <a:lnTo>
                    <a:pt x="46189" y="24594"/>
                  </a:lnTo>
                  <a:lnTo>
                    <a:pt x="50424" y="24422"/>
                  </a:lnTo>
                  <a:lnTo>
                    <a:pt x="51381" y="27734"/>
                  </a:lnTo>
                  <a:lnTo>
                    <a:pt x="51847" y="29346"/>
                  </a:lnTo>
                  <a:lnTo>
                    <a:pt x="55975" y="37764"/>
                  </a:lnTo>
                  <a:lnTo>
                    <a:pt x="55126" y="39183"/>
                  </a:lnTo>
                  <a:lnTo>
                    <a:pt x="52748" y="42726"/>
                  </a:lnTo>
                  <a:lnTo>
                    <a:pt x="48848" y="41973"/>
                  </a:lnTo>
                  <a:lnTo>
                    <a:pt x="46252" y="42329"/>
                  </a:lnTo>
                  <a:lnTo>
                    <a:pt x="45678" y="45994"/>
                  </a:lnTo>
                  <a:lnTo>
                    <a:pt x="43364" y="46915"/>
                  </a:lnTo>
                  <a:lnTo>
                    <a:pt x="40759" y="46958"/>
                  </a:lnTo>
                  <a:lnTo>
                    <a:pt x="39196" y="47973"/>
                  </a:lnTo>
                  <a:lnTo>
                    <a:pt x="38556" y="48389"/>
                  </a:lnTo>
                  <a:lnTo>
                    <a:pt x="38280" y="52866"/>
                  </a:lnTo>
                  <a:lnTo>
                    <a:pt x="37638" y="56536"/>
                  </a:lnTo>
                  <a:lnTo>
                    <a:pt x="33205" y="58028"/>
                  </a:lnTo>
                  <a:lnTo>
                    <a:pt x="29357" y="60627"/>
                  </a:lnTo>
                  <a:lnTo>
                    <a:pt x="25349" y="64364"/>
                  </a:lnTo>
                  <a:lnTo>
                    <a:pt x="20531" y="67194"/>
                  </a:lnTo>
                  <a:lnTo>
                    <a:pt x="16303" y="702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755409" y="4031299"/>
              <a:ext cx="354369" cy="265117"/>
            </a:xfrm>
            <a:custGeom>
              <a:avLst/>
              <a:pathLst>
                <a:path w="354369" h="265117">
                  <a:moveTo>
                    <a:pt x="0" y="71128"/>
                  </a:moveTo>
                  <a:lnTo>
                    <a:pt x="1860" y="67986"/>
                  </a:lnTo>
                  <a:lnTo>
                    <a:pt x="1125" y="65444"/>
                  </a:lnTo>
                  <a:lnTo>
                    <a:pt x="3360" y="62014"/>
                  </a:lnTo>
                  <a:lnTo>
                    <a:pt x="5156" y="58930"/>
                  </a:lnTo>
                  <a:lnTo>
                    <a:pt x="8288" y="55509"/>
                  </a:lnTo>
                  <a:lnTo>
                    <a:pt x="11918" y="51170"/>
                  </a:lnTo>
                  <a:lnTo>
                    <a:pt x="12583" y="48322"/>
                  </a:lnTo>
                  <a:lnTo>
                    <a:pt x="12990" y="44171"/>
                  </a:lnTo>
                  <a:lnTo>
                    <a:pt x="19599" y="40473"/>
                  </a:lnTo>
                  <a:lnTo>
                    <a:pt x="26921" y="36361"/>
                  </a:lnTo>
                  <a:lnTo>
                    <a:pt x="34459" y="32149"/>
                  </a:lnTo>
                  <a:lnTo>
                    <a:pt x="36026" y="32160"/>
                  </a:lnTo>
                  <a:lnTo>
                    <a:pt x="37148" y="32168"/>
                  </a:lnTo>
                  <a:lnTo>
                    <a:pt x="40646" y="27369"/>
                  </a:lnTo>
                  <a:lnTo>
                    <a:pt x="47877" y="23884"/>
                  </a:lnTo>
                  <a:lnTo>
                    <a:pt x="50890" y="22429"/>
                  </a:lnTo>
                  <a:lnTo>
                    <a:pt x="55918" y="19409"/>
                  </a:lnTo>
                  <a:lnTo>
                    <a:pt x="58605" y="16590"/>
                  </a:lnTo>
                  <a:lnTo>
                    <a:pt x="62732" y="16048"/>
                  </a:lnTo>
                  <a:lnTo>
                    <a:pt x="65559" y="15675"/>
                  </a:lnTo>
                  <a:lnTo>
                    <a:pt x="66837" y="15506"/>
                  </a:lnTo>
                  <a:lnTo>
                    <a:pt x="72413" y="14461"/>
                  </a:lnTo>
                  <a:lnTo>
                    <a:pt x="80150" y="13002"/>
                  </a:lnTo>
                  <a:lnTo>
                    <a:pt x="84800" y="12120"/>
                  </a:lnTo>
                  <a:lnTo>
                    <a:pt x="89753" y="11266"/>
                  </a:lnTo>
                  <a:lnTo>
                    <a:pt x="96442" y="10106"/>
                  </a:lnTo>
                  <a:lnTo>
                    <a:pt x="103927" y="8798"/>
                  </a:lnTo>
                  <a:lnTo>
                    <a:pt x="123209" y="5384"/>
                  </a:lnTo>
                  <a:lnTo>
                    <a:pt x="132144" y="3891"/>
                  </a:lnTo>
                  <a:lnTo>
                    <a:pt x="134931" y="3422"/>
                  </a:lnTo>
                  <a:lnTo>
                    <a:pt x="155040" y="0"/>
                  </a:lnTo>
                  <a:lnTo>
                    <a:pt x="155124" y="204"/>
                  </a:lnTo>
                  <a:lnTo>
                    <a:pt x="155940" y="2197"/>
                  </a:lnTo>
                  <a:lnTo>
                    <a:pt x="155332" y="6783"/>
                  </a:lnTo>
                  <a:lnTo>
                    <a:pt x="156990" y="8967"/>
                  </a:lnTo>
                  <a:lnTo>
                    <a:pt x="163304" y="1859"/>
                  </a:lnTo>
                  <a:lnTo>
                    <a:pt x="165886" y="4170"/>
                  </a:lnTo>
                  <a:lnTo>
                    <a:pt x="171779" y="9439"/>
                  </a:lnTo>
                  <a:lnTo>
                    <a:pt x="177038" y="14131"/>
                  </a:lnTo>
                  <a:lnTo>
                    <a:pt x="177996" y="23993"/>
                  </a:lnTo>
                  <a:lnTo>
                    <a:pt x="194560" y="20682"/>
                  </a:lnTo>
                  <a:lnTo>
                    <a:pt x="211449" y="17014"/>
                  </a:lnTo>
                  <a:lnTo>
                    <a:pt x="228521" y="13254"/>
                  </a:lnTo>
                  <a:lnTo>
                    <a:pt x="239004" y="10870"/>
                  </a:lnTo>
                  <a:lnTo>
                    <a:pt x="239194" y="10826"/>
                  </a:lnTo>
                  <a:lnTo>
                    <a:pt x="255398" y="7100"/>
                  </a:lnTo>
                  <a:lnTo>
                    <a:pt x="256632" y="6814"/>
                  </a:lnTo>
                  <a:lnTo>
                    <a:pt x="274833" y="18094"/>
                  </a:lnTo>
                  <a:lnTo>
                    <a:pt x="275816" y="18701"/>
                  </a:lnTo>
                  <a:lnTo>
                    <a:pt x="283672" y="23543"/>
                  </a:lnTo>
                  <a:lnTo>
                    <a:pt x="305254" y="37487"/>
                  </a:lnTo>
                  <a:lnTo>
                    <a:pt x="308473" y="39557"/>
                  </a:lnTo>
                  <a:lnTo>
                    <a:pt x="330879" y="53592"/>
                  </a:lnTo>
                  <a:lnTo>
                    <a:pt x="344817" y="62313"/>
                  </a:lnTo>
                  <a:lnTo>
                    <a:pt x="347849" y="64203"/>
                  </a:lnTo>
                  <a:lnTo>
                    <a:pt x="354369" y="68347"/>
                  </a:lnTo>
                  <a:lnTo>
                    <a:pt x="345808" y="73618"/>
                  </a:lnTo>
                  <a:lnTo>
                    <a:pt x="339696" y="79651"/>
                  </a:lnTo>
                  <a:lnTo>
                    <a:pt x="334563" y="86670"/>
                  </a:lnTo>
                  <a:lnTo>
                    <a:pt x="330534" y="93668"/>
                  </a:lnTo>
                  <a:lnTo>
                    <a:pt x="327797" y="100450"/>
                  </a:lnTo>
                  <a:lnTo>
                    <a:pt x="326191" y="104418"/>
                  </a:lnTo>
                  <a:lnTo>
                    <a:pt x="323176" y="109684"/>
                  </a:lnTo>
                  <a:lnTo>
                    <a:pt x="321095" y="117434"/>
                  </a:lnTo>
                  <a:lnTo>
                    <a:pt x="320642" y="124482"/>
                  </a:lnTo>
                  <a:lnTo>
                    <a:pt x="321038" y="132460"/>
                  </a:lnTo>
                  <a:lnTo>
                    <a:pt x="322210" y="135003"/>
                  </a:lnTo>
                  <a:lnTo>
                    <a:pt x="320114" y="140145"/>
                  </a:lnTo>
                  <a:lnTo>
                    <a:pt x="316586" y="144243"/>
                  </a:lnTo>
                  <a:lnTo>
                    <a:pt x="315563" y="145429"/>
                  </a:lnTo>
                  <a:lnTo>
                    <a:pt x="313208" y="147807"/>
                  </a:lnTo>
                  <a:lnTo>
                    <a:pt x="313280" y="151373"/>
                  </a:lnTo>
                  <a:lnTo>
                    <a:pt x="312625" y="155483"/>
                  </a:lnTo>
                  <a:lnTo>
                    <a:pt x="307947" y="155889"/>
                  </a:lnTo>
                  <a:lnTo>
                    <a:pt x="303925" y="158137"/>
                  </a:lnTo>
                  <a:lnTo>
                    <a:pt x="300518" y="155902"/>
                  </a:lnTo>
                  <a:lnTo>
                    <a:pt x="296900" y="159407"/>
                  </a:lnTo>
                  <a:lnTo>
                    <a:pt x="295685" y="162794"/>
                  </a:lnTo>
                  <a:lnTo>
                    <a:pt x="299153" y="166052"/>
                  </a:lnTo>
                  <a:lnTo>
                    <a:pt x="297428" y="169055"/>
                  </a:lnTo>
                  <a:lnTo>
                    <a:pt x="291603" y="174797"/>
                  </a:lnTo>
                  <a:lnTo>
                    <a:pt x="290182" y="179152"/>
                  </a:lnTo>
                  <a:lnTo>
                    <a:pt x="284335" y="184155"/>
                  </a:lnTo>
                  <a:lnTo>
                    <a:pt x="281319" y="187730"/>
                  </a:lnTo>
                  <a:lnTo>
                    <a:pt x="281043" y="192346"/>
                  </a:lnTo>
                  <a:lnTo>
                    <a:pt x="275863" y="197626"/>
                  </a:lnTo>
                  <a:lnTo>
                    <a:pt x="274153" y="201088"/>
                  </a:lnTo>
                  <a:lnTo>
                    <a:pt x="268728" y="202624"/>
                  </a:lnTo>
                  <a:lnTo>
                    <a:pt x="264049" y="205982"/>
                  </a:lnTo>
                  <a:lnTo>
                    <a:pt x="261616" y="209412"/>
                  </a:lnTo>
                  <a:lnTo>
                    <a:pt x="257853" y="211724"/>
                  </a:lnTo>
                  <a:lnTo>
                    <a:pt x="257501" y="212100"/>
                  </a:lnTo>
                  <a:lnTo>
                    <a:pt x="252164" y="217789"/>
                  </a:lnTo>
                  <a:lnTo>
                    <a:pt x="246889" y="219713"/>
                  </a:lnTo>
                  <a:lnTo>
                    <a:pt x="242709" y="218525"/>
                  </a:lnTo>
                  <a:lnTo>
                    <a:pt x="242445" y="219663"/>
                  </a:lnTo>
                  <a:lnTo>
                    <a:pt x="241949" y="221792"/>
                  </a:lnTo>
                  <a:lnTo>
                    <a:pt x="244789" y="225687"/>
                  </a:lnTo>
                  <a:lnTo>
                    <a:pt x="247074" y="228305"/>
                  </a:lnTo>
                  <a:lnTo>
                    <a:pt x="246420" y="232843"/>
                  </a:lnTo>
                  <a:lnTo>
                    <a:pt x="241031" y="237651"/>
                  </a:lnTo>
                  <a:lnTo>
                    <a:pt x="237153" y="239767"/>
                  </a:lnTo>
                  <a:lnTo>
                    <a:pt x="233349" y="239039"/>
                  </a:lnTo>
                  <a:lnTo>
                    <a:pt x="227720" y="237274"/>
                  </a:lnTo>
                  <a:lnTo>
                    <a:pt x="224576" y="240970"/>
                  </a:lnTo>
                  <a:lnTo>
                    <a:pt x="227860" y="242629"/>
                  </a:lnTo>
                  <a:lnTo>
                    <a:pt x="232879" y="245863"/>
                  </a:lnTo>
                  <a:lnTo>
                    <a:pt x="230069" y="251578"/>
                  </a:lnTo>
                  <a:lnTo>
                    <a:pt x="224350" y="257449"/>
                  </a:lnTo>
                  <a:lnTo>
                    <a:pt x="221177" y="259091"/>
                  </a:lnTo>
                  <a:lnTo>
                    <a:pt x="220907" y="261047"/>
                  </a:lnTo>
                  <a:lnTo>
                    <a:pt x="220343" y="265117"/>
                  </a:lnTo>
                  <a:lnTo>
                    <a:pt x="215766" y="264078"/>
                  </a:lnTo>
                  <a:lnTo>
                    <a:pt x="210431" y="261405"/>
                  </a:lnTo>
                  <a:lnTo>
                    <a:pt x="208429" y="263357"/>
                  </a:lnTo>
                  <a:lnTo>
                    <a:pt x="202505" y="262121"/>
                  </a:lnTo>
                  <a:lnTo>
                    <a:pt x="200993" y="256726"/>
                  </a:lnTo>
                  <a:lnTo>
                    <a:pt x="198107" y="252889"/>
                  </a:lnTo>
                  <a:lnTo>
                    <a:pt x="197500" y="252083"/>
                  </a:lnTo>
                  <a:lnTo>
                    <a:pt x="198695" y="248348"/>
                  </a:lnTo>
                  <a:lnTo>
                    <a:pt x="197347" y="243403"/>
                  </a:lnTo>
                  <a:lnTo>
                    <a:pt x="193580" y="239757"/>
                  </a:lnTo>
                  <a:lnTo>
                    <a:pt x="191583" y="237822"/>
                  </a:lnTo>
                  <a:lnTo>
                    <a:pt x="190688" y="233214"/>
                  </a:lnTo>
                  <a:lnTo>
                    <a:pt x="183580" y="227718"/>
                  </a:lnTo>
                  <a:lnTo>
                    <a:pt x="182859" y="227615"/>
                  </a:lnTo>
                  <a:lnTo>
                    <a:pt x="179412" y="227121"/>
                  </a:lnTo>
                  <a:lnTo>
                    <a:pt x="174588" y="224814"/>
                  </a:lnTo>
                  <a:lnTo>
                    <a:pt x="173742" y="224409"/>
                  </a:lnTo>
                  <a:lnTo>
                    <a:pt x="173178" y="220238"/>
                  </a:lnTo>
                  <a:lnTo>
                    <a:pt x="170389" y="213182"/>
                  </a:lnTo>
                  <a:lnTo>
                    <a:pt x="170270" y="212744"/>
                  </a:lnTo>
                  <a:lnTo>
                    <a:pt x="168274" y="205387"/>
                  </a:lnTo>
                  <a:lnTo>
                    <a:pt x="164038" y="200357"/>
                  </a:lnTo>
                  <a:lnTo>
                    <a:pt x="160721" y="196976"/>
                  </a:lnTo>
                  <a:lnTo>
                    <a:pt x="159350" y="190876"/>
                  </a:lnTo>
                  <a:lnTo>
                    <a:pt x="155853" y="189025"/>
                  </a:lnTo>
                  <a:lnTo>
                    <a:pt x="151044" y="186475"/>
                  </a:lnTo>
                  <a:lnTo>
                    <a:pt x="149941" y="186302"/>
                  </a:lnTo>
                  <a:lnTo>
                    <a:pt x="146666" y="185785"/>
                  </a:lnTo>
                  <a:lnTo>
                    <a:pt x="138932" y="183145"/>
                  </a:lnTo>
                  <a:lnTo>
                    <a:pt x="137648" y="179328"/>
                  </a:lnTo>
                  <a:lnTo>
                    <a:pt x="137468" y="178795"/>
                  </a:lnTo>
                  <a:lnTo>
                    <a:pt x="130895" y="176816"/>
                  </a:lnTo>
                  <a:lnTo>
                    <a:pt x="130807" y="176342"/>
                  </a:lnTo>
                  <a:lnTo>
                    <a:pt x="129900" y="171466"/>
                  </a:lnTo>
                  <a:lnTo>
                    <a:pt x="123050" y="169399"/>
                  </a:lnTo>
                  <a:lnTo>
                    <a:pt x="122847" y="163418"/>
                  </a:lnTo>
                  <a:lnTo>
                    <a:pt x="121544" y="159024"/>
                  </a:lnTo>
                  <a:lnTo>
                    <a:pt x="116415" y="157331"/>
                  </a:lnTo>
                  <a:lnTo>
                    <a:pt x="114012" y="154727"/>
                  </a:lnTo>
                  <a:lnTo>
                    <a:pt x="112920" y="153543"/>
                  </a:lnTo>
                  <a:lnTo>
                    <a:pt x="106524" y="150378"/>
                  </a:lnTo>
                  <a:lnTo>
                    <a:pt x="105887" y="150312"/>
                  </a:lnTo>
                  <a:lnTo>
                    <a:pt x="102307" y="149940"/>
                  </a:lnTo>
                  <a:lnTo>
                    <a:pt x="98844" y="146474"/>
                  </a:lnTo>
                  <a:lnTo>
                    <a:pt x="97199" y="144125"/>
                  </a:lnTo>
                  <a:lnTo>
                    <a:pt x="94847" y="140766"/>
                  </a:lnTo>
                  <a:lnTo>
                    <a:pt x="87319" y="134383"/>
                  </a:lnTo>
                  <a:lnTo>
                    <a:pt x="78967" y="131943"/>
                  </a:lnTo>
                  <a:lnTo>
                    <a:pt x="72022" y="127148"/>
                  </a:lnTo>
                  <a:lnTo>
                    <a:pt x="68766" y="127081"/>
                  </a:lnTo>
                  <a:lnTo>
                    <a:pt x="68148" y="126208"/>
                  </a:lnTo>
                  <a:lnTo>
                    <a:pt x="65257" y="122118"/>
                  </a:lnTo>
                  <a:lnTo>
                    <a:pt x="64959" y="121777"/>
                  </a:lnTo>
                  <a:lnTo>
                    <a:pt x="60481" y="116645"/>
                  </a:lnTo>
                  <a:lnTo>
                    <a:pt x="54262" y="111959"/>
                  </a:lnTo>
                  <a:lnTo>
                    <a:pt x="51729" y="106463"/>
                  </a:lnTo>
                  <a:lnTo>
                    <a:pt x="50622" y="104061"/>
                  </a:lnTo>
                  <a:lnTo>
                    <a:pt x="47828" y="100748"/>
                  </a:lnTo>
                  <a:lnTo>
                    <a:pt x="47293" y="100113"/>
                  </a:lnTo>
                  <a:lnTo>
                    <a:pt x="43252" y="95386"/>
                  </a:lnTo>
                  <a:lnTo>
                    <a:pt x="41288" y="92133"/>
                  </a:lnTo>
                  <a:lnTo>
                    <a:pt x="37897" y="86414"/>
                  </a:lnTo>
                  <a:lnTo>
                    <a:pt x="34062" y="86283"/>
                  </a:lnTo>
                  <a:lnTo>
                    <a:pt x="29560" y="87996"/>
                  </a:lnTo>
                  <a:lnTo>
                    <a:pt x="29306" y="88093"/>
                  </a:lnTo>
                  <a:lnTo>
                    <a:pt x="25216" y="87071"/>
                  </a:lnTo>
                  <a:lnTo>
                    <a:pt x="25026" y="86949"/>
                  </a:lnTo>
                  <a:lnTo>
                    <a:pt x="21181" y="84471"/>
                  </a:lnTo>
                  <a:lnTo>
                    <a:pt x="20663" y="84049"/>
                  </a:lnTo>
                  <a:lnTo>
                    <a:pt x="16214" y="80413"/>
                  </a:lnTo>
                  <a:lnTo>
                    <a:pt x="11153" y="79493"/>
                  </a:lnTo>
                  <a:lnTo>
                    <a:pt x="6614" y="77289"/>
                  </a:lnTo>
                  <a:lnTo>
                    <a:pt x="1749" y="74946"/>
                  </a:lnTo>
                  <a:lnTo>
                    <a:pt x="1587" y="74592"/>
                  </a:lnTo>
                  <a:lnTo>
                    <a:pt x="436" y="720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3720473" y="2888708"/>
              <a:ext cx="489182" cy="304687"/>
            </a:xfrm>
            <a:custGeom>
              <a:avLst/>
              <a:pathLst>
                <a:path w="489182" h="304687">
                  <a:moveTo>
                    <a:pt x="8351" y="82926"/>
                  </a:moveTo>
                  <a:lnTo>
                    <a:pt x="9504" y="82888"/>
                  </a:lnTo>
                  <a:lnTo>
                    <a:pt x="10004" y="71816"/>
                  </a:lnTo>
                  <a:lnTo>
                    <a:pt x="10379" y="64121"/>
                  </a:lnTo>
                  <a:lnTo>
                    <a:pt x="10905" y="53350"/>
                  </a:lnTo>
                  <a:lnTo>
                    <a:pt x="11499" y="39793"/>
                  </a:lnTo>
                  <a:lnTo>
                    <a:pt x="11784" y="33917"/>
                  </a:lnTo>
                  <a:lnTo>
                    <a:pt x="12590" y="17103"/>
                  </a:lnTo>
                  <a:lnTo>
                    <a:pt x="13024" y="7059"/>
                  </a:lnTo>
                  <a:lnTo>
                    <a:pt x="13079" y="5547"/>
                  </a:lnTo>
                  <a:lnTo>
                    <a:pt x="13280" y="0"/>
                  </a:lnTo>
                  <a:lnTo>
                    <a:pt x="36679" y="1124"/>
                  </a:lnTo>
                  <a:lnTo>
                    <a:pt x="50426" y="1725"/>
                  </a:lnTo>
                  <a:lnTo>
                    <a:pt x="63598" y="2276"/>
                  </a:lnTo>
                  <a:lnTo>
                    <a:pt x="77179" y="2807"/>
                  </a:lnTo>
                  <a:lnTo>
                    <a:pt x="80416" y="2928"/>
                  </a:lnTo>
                  <a:lnTo>
                    <a:pt x="84179" y="3066"/>
                  </a:lnTo>
                  <a:lnTo>
                    <a:pt x="94855" y="3436"/>
                  </a:lnTo>
                  <a:lnTo>
                    <a:pt x="104225" y="3746"/>
                  </a:lnTo>
                  <a:lnTo>
                    <a:pt x="117785" y="4174"/>
                  </a:lnTo>
                  <a:lnTo>
                    <a:pt x="132439" y="4594"/>
                  </a:lnTo>
                  <a:lnTo>
                    <a:pt x="137848" y="4736"/>
                  </a:lnTo>
                  <a:lnTo>
                    <a:pt x="150279" y="5041"/>
                  </a:lnTo>
                  <a:lnTo>
                    <a:pt x="164733" y="5367"/>
                  </a:lnTo>
                  <a:lnTo>
                    <a:pt x="176426" y="5579"/>
                  </a:lnTo>
                  <a:lnTo>
                    <a:pt x="192169" y="5830"/>
                  </a:lnTo>
                  <a:lnTo>
                    <a:pt x="213168" y="6092"/>
                  </a:lnTo>
                  <a:lnTo>
                    <a:pt x="228416" y="6222"/>
                  </a:lnTo>
                  <a:lnTo>
                    <a:pt x="229174" y="6229"/>
                  </a:lnTo>
                  <a:lnTo>
                    <a:pt x="241677" y="6322"/>
                  </a:lnTo>
                  <a:lnTo>
                    <a:pt x="250330" y="6415"/>
                  </a:lnTo>
                  <a:lnTo>
                    <a:pt x="266902" y="6490"/>
                  </a:lnTo>
                  <a:lnTo>
                    <a:pt x="276771" y="6532"/>
                  </a:lnTo>
                  <a:lnTo>
                    <a:pt x="283284" y="6488"/>
                  </a:lnTo>
                  <a:lnTo>
                    <a:pt x="290651" y="6512"/>
                  </a:lnTo>
                  <a:lnTo>
                    <a:pt x="299503" y="6453"/>
                  </a:lnTo>
                  <a:lnTo>
                    <a:pt x="314860" y="6315"/>
                  </a:lnTo>
                  <a:lnTo>
                    <a:pt x="320174" y="6273"/>
                  </a:lnTo>
                  <a:lnTo>
                    <a:pt x="337310" y="6143"/>
                  </a:lnTo>
                  <a:lnTo>
                    <a:pt x="343341" y="6083"/>
                  </a:lnTo>
                  <a:lnTo>
                    <a:pt x="356189" y="5999"/>
                  </a:lnTo>
                  <a:lnTo>
                    <a:pt x="377143" y="5571"/>
                  </a:lnTo>
                  <a:lnTo>
                    <a:pt x="380944" y="5493"/>
                  </a:lnTo>
                  <a:lnTo>
                    <a:pt x="382731" y="5455"/>
                  </a:lnTo>
                  <a:lnTo>
                    <a:pt x="395018" y="5180"/>
                  </a:lnTo>
                  <a:lnTo>
                    <a:pt x="409296" y="4777"/>
                  </a:lnTo>
                  <a:lnTo>
                    <a:pt x="428433" y="4122"/>
                  </a:lnTo>
                  <a:lnTo>
                    <a:pt x="437333" y="3792"/>
                  </a:lnTo>
                  <a:lnTo>
                    <a:pt x="468892" y="2601"/>
                  </a:lnTo>
                  <a:lnTo>
                    <a:pt x="468630" y="8172"/>
                  </a:lnTo>
                  <a:lnTo>
                    <a:pt x="467909" y="13062"/>
                  </a:lnTo>
                  <a:lnTo>
                    <a:pt x="465391" y="16263"/>
                  </a:lnTo>
                  <a:lnTo>
                    <a:pt x="462996" y="20644"/>
                  </a:lnTo>
                  <a:lnTo>
                    <a:pt x="458681" y="23517"/>
                  </a:lnTo>
                  <a:lnTo>
                    <a:pt x="453889" y="27866"/>
                  </a:lnTo>
                  <a:lnTo>
                    <a:pt x="452451" y="30970"/>
                  </a:lnTo>
                  <a:lnTo>
                    <a:pt x="453008" y="33176"/>
                  </a:lnTo>
                  <a:lnTo>
                    <a:pt x="453558" y="33845"/>
                  </a:lnTo>
                  <a:lnTo>
                    <a:pt x="457064" y="38105"/>
                  </a:lnTo>
                  <a:lnTo>
                    <a:pt x="459629" y="43023"/>
                  </a:lnTo>
                  <a:lnTo>
                    <a:pt x="461725" y="46603"/>
                  </a:lnTo>
                  <a:lnTo>
                    <a:pt x="463992" y="48853"/>
                  </a:lnTo>
                  <a:lnTo>
                    <a:pt x="467546" y="48892"/>
                  </a:lnTo>
                  <a:lnTo>
                    <a:pt x="471043" y="50674"/>
                  </a:lnTo>
                  <a:lnTo>
                    <a:pt x="473563" y="51483"/>
                  </a:lnTo>
                  <a:lnTo>
                    <a:pt x="476087" y="53950"/>
                  </a:lnTo>
                  <a:lnTo>
                    <a:pt x="476929" y="55621"/>
                  </a:lnTo>
                  <a:lnTo>
                    <a:pt x="477759" y="57268"/>
                  </a:lnTo>
                  <a:lnTo>
                    <a:pt x="477922" y="60656"/>
                  </a:lnTo>
                  <a:lnTo>
                    <a:pt x="479146" y="86176"/>
                  </a:lnTo>
                  <a:lnTo>
                    <a:pt x="479866" y="101214"/>
                  </a:lnTo>
                  <a:lnTo>
                    <a:pt x="480595" y="116463"/>
                  </a:lnTo>
                  <a:lnTo>
                    <a:pt x="480962" y="124139"/>
                  </a:lnTo>
                  <a:lnTo>
                    <a:pt x="481727" y="140200"/>
                  </a:lnTo>
                  <a:lnTo>
                    <a:pt x="482334" y="154504"/>
                  </a:lnTo>
                  <a:lnTo>
                    <a:pt x="483619" y="184907"/>
                  </a:lnTo>
                  <a:lnTo>
                    <a:pt x="484714" y="210927"/>
                  </a:lnTo>
                  <a:lnTo>
                    <a:pt x="484912" y="215471"/>
                  </a:lnTo>
                  <a:lnTo>
                    <a:pt x="475665" y="215860"/>
                  </a:lnTo>
                  <a:lnTo>
                    <a:pt x="476686" y="218522"/>
                  </a:lnTo>
                  <a:lnTo>
                    <a:pt x="476201" y="221652"/>
                  </a:lnTo>
                  <a:lnTo>
                    <a:pt x="480998" y="225704"/>
                  </a:lnTo>
                  <a:lnTo>
                    <a:pt x="480967" y="229075"/>
                  </a:lnTo>
                  <a:lnTo>
                    <a:pt x="480752" y="233222"/>
                  </a:lnTo>
                  <a:lnTo>
                    <a:pt x="477699" y="234135"/>
                  </a:lnTo>
                  <a:lnTo>
                    <a:pt x="479082" y="237018"/>
                  </a:lnTo>
                  <a:lnTo>
                    <a:pt x="479506" y="237901"/>
                  </a:lnTo>
                  <a:lnTo>
                    <a:pt x="481571" y="240122"/>
                  </a:lnTo>
                  <a:lnTo>
                    <a:pt x="484537" y="239986"/>
                  </a:lnTo>
                  <a:lnTo>
                    <a:pt x="485894" y="246742"/>
                  </a:lnTo>
                  <a:lnTo>
                    <a:pt x="487251" y="249265"/>
                  </a:lnTo>
                  <a:lnTo>
                    <a:pt x="486553" y="252046"/>
                  </a:lnTo>
                  <a:lnTo>
                    <a:pt x="486218" y="253376"/>
                  </a:lnTo>
                  <a:lnTo>
                    <a:pt x="482906" y="255941"/>
                  </a:lnTo>
                  <a:lnTo>
                    <a:pt x="484244" y="258939"/>
                  </a:lnTo>
                  <a:lnTo>
                    <a:pt x="482581" y="261417"/>
                  </a:lnTo>
                  <a:lnTo>
                    <a:pt x="483925" y="262960"/>
                  </a:lnTo>
                  <a:lnTo>
                    <a:pt x="481408" y="266296"/>
                  </a:lnTo>
                  <a:lnTo>
                    <a:pt x="481537" y="267517"/>
                  </a:lnTo>
                  <a:lnTo>
                    <a:pt x="481815" y="270146"/>
                  </a:lnTo>
                  <a:lnTo>
                    <a:pt x="479426" y="274704"/>
                  </a:lnTo>
                  <a:lnTo>
                    <a:pt x="476777" y="279058"/>
                  </a:lnTo>
                  <a:lnTo>
                    <a:pt x="476786" y="283771"/>
                  </a:lnTo>
                  <a:lnTo>
                    <a:pt x="479048" y="286958"/>
                  </a:lnTo>
                  <a:lnTo>
                    <a:pt x="483390" y="290888"/>
                  </a:lnTo>
                  <a:lnTo>
                    <a:pt x="486694" y="297750"/>
                  </a:lnTo>
                  <a:lnTo>
                    <a:pt x="486911" y="298200"/>
                  </a:lnTo>
                  <a:lnTo>
                    <a:pt x="486021" y="301641"/>
                  </a:lnTo>
                  <a:lnTo>
                    <a:pt x="487050" y="302271"/>
                  </a:lnTo>
                  <a:lnTo>
                    <a:pt x="489182" y="303841"/>
                  </a:lnTo>
                  <a:lnTo>
                    <a:pt x="485609" y="304687"/>
                  </a:lnTo>
                  <a:lnTo>
                    <a:pt x="483971" y="302346"/>
                  </a:lnTo>
                  <a:lnTo>
                    <a:pt x="478414" y="302943"/>
                  </a:lnTo>
                  <a:lnTo>
                    <a:pt x="477278" y="301148"/>
                  </a:lnTo>
                  <a:lnTo>
                    <a:pt x="475153" y="297786"/>
                  </a:lnTo>
                  <a:lnTo>
                    <a:pt x="471766" y="294651"/>
                  </a:lnTo>
                  <a:lnTo>
                    <a:pt x="472326" y="289771"/>
                  </a:lnTo>
                  <a:lnTo>
                    <a:pt x="467128" y="289641"/>
                  </a:lnTo>
                  <a:lnTo>
                    <a:pt x="465497" y="286568"/>
                  </a:lnTo>
                  <a:lnTo>
                    <a:pt x="465123" y="286416"/>
                  </a:lnTo>
                  <a:lnTo>
                    <a:pt x="458618" y="283762"/>
                  </a:lnTo>
                  <a:lnTo>
                    <a:pt x="454862" y="284715"/>
                  </a:lnTo>
                  <a:lnTo>
                    <a:pt x="451549" y="282032"/>
                  </a:lnTo>
                  <a:lnTo>
                    <a:pt x="450938" y="281537"/>
                  </a:lnTo>
                  <a:lnTo>
                    <a:pt x="444064" y="280950"/>
                  </a:lnTo>
                  <a:lnTo>
                    <a:pt x="441837" y="279302"/>
                  </a:lnTo>
                  <a:lnTo>
                    <a:pt x="438613" y="276912"/>
                  </a:lnTo>
                  <a:lnTo>
                    <a:pt x="436981" y="274075"/>
                  </a:lnTo>
                  <a:lnTo>
                    <a:pt x="432824" y="273116"/>
                  </a:lnTo>
                  <a:lnTo>
                    <a:pt x="430342" y="274055"/>
                  </a:lnTo>
                  <a:lnTo>
                    <a:pt x="425443" y="273332"/>
                  </a:lnTo>
                  <a:lnTo>
                    <a:pt x="423243" y="275143"/>
                  </a:lnTo>
                  <a:lnTo>
                    <a:pt x="421130" y="274861"/>
                  </a:lnTo>
                  <a:lnTo>
                    <a:pt x="419128" y="274594"/>
                  </a:lnTo>
                  <a:lnTo>
                    <a:pt x="413774" y="274537"/>
                  </a:lnTo>
                  <a:lnTo>
                    <a:pt x="411462" y="274992"/>
                  </a:lnTo>
                  <a:lnTo>
                    <a:pt x="407270" y="275813"/>
                  </a:lnTo>
                  <a:lnTo>
                    <a:pt x="400795" y="274746"/>
                  </a:lnTo>
                  <a:lnTo>
                    <a:pt x="397145" y="274222"/>
                  </a:lnTo>
                  <a:lnTo>
                    <a:pt x="395957" y="275342"/>
                  </a:lnTo>
                  <a:lnTo>
                    <a:pt x="394270" y="280100"/>
                  </a:lnTo>
                  <a:lnTo>
                    <a:pt x="391432" y="282735"/>
                  </a:lnTo>
                  <a:lnTo>
                    <a:pt x="385985" y="283343"/>
                  </a:lnTo>
                  <a:lnTo>
                    <a:pt x="381417" y="279572"/>
                  </a:lnTo>
                  <a:lnTo>
                    <a:pt x="378569" y="276873"/>
                  </a:lnTo>
                  <a:lnTo>
                    <a:pt x="378276" y="276780"/>
                  </a:lnTo>
                  <a:lnTo>
                    <a:pt x="373143" y="275142"/>
                  </a:lnTo>
                  <a:lnTo>
                    <a:pt x="370031" y="273995"/>
                  </a:lnTo>
                  <a:lnTo>
                    <a:pt x="368201" y="273026"/>
                  </a:lnTo>
                  <a:lnTo>
                    <a:pt x="363124" y="270332"/>
                  </a:lnTo>
                  <a:lnTo>
                    <a:pt x="360023" y="269444"/>
                  </a:lnTo>
                  <a:lnTo>
                    <a:pt x="357120" y="266493"/>
                  </a:lnTo>
                  <a:lnTo>
                    <a:pt x="355806" y="263449"/>
                  </a:lnTo>
                  <a:lnTo>
                    <a:pt x="333417" y="263839"/>
                  </a:lnTo>
                  <a:lnTo>
                    <a:pt x="307371" y="264144"/>
                  </a:lnTo>
                  <a:lnTo>
                    <a:pt x="289454" y="264279"/>
                  </a:lnTo>
                  <a:lnTo>
                    <a:pt x="269205" y="264357"/>
                  </a:lnTo>
                  <a:lnTo>
                    <a:pt x="246880" y="264368"/>
                  </a:lnTo>
                  <a:lnTo>
                    <a:pt x="195485" y="264030"/>
                  </a:lnTo>
                  <a:lnTo>
                    <a:pt x="180903" y="263802"/>
                  </a:lnTo>
                  <a:lnTo>
                    <a:pt x="126158" y="262581"/>
                  </a:lnTo>
                  <a:lnTo>
                    <a:pt x="105273" y="261965"/>
                  </a:lnTo>
                  <a:lnTo>
                    <a:pt x="80716" y="261147"/>
                  </a:lnTo>
                  <a:lnTo>
                    <a:pt x="67366" y="260654"/>
                  </a:lnTo>
                  <a:lnTo>
                    <a:pt x="36926" y="259403"/>
                  </a:lnTo>
                  <a:lnTo>
                    <a:pt x="35071" y="259324"/>
                  </a:lnTo>
                  <a:lnTo>
                    <a:pt x="0" y="257716"/>
                  </a:lnTo>
                  <a:lnTo>
                    <a:pt x="1188" y="232401"/>
                  </a:lnTo>
                  <a:lnTo>
                    <a:pt x="1943" y="215943"/>
                  </a:lnTo>
                  <a:lnTo>
                    <a:pt x="2046" y="213710"/>
                  </a:lnTo>
                  <a:lnTo>
                    <a:pt x="2268" y="208871"/>
                  </a:lnTo>
                  <a:lnTo>
                    <a:pt x="3510" y="183061"/>
                  </a:lnTo>
                  <a:lnTo>
                    <a:pt x="4759" y="157888"/>
                  </a:lnTo>
                  <a:lnTo>
                    <a:pt x="4930" y="154448"/>
                  </a:lnTo>
                  <a:lnTo>
                    <a:pt x="5233" y="148356"/>
                  </a:lnTo>
                  <a:lnTo>
                    <a:pt x="6610" y="120258"/>
                  </a:lnTo>
                  <a:lnTo>
                    <a:pt x="7128" y="1097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088446" y="3860463"/>
              <a:ext cx="585877" cy="242223"/>
            </a:xfrm>
            <a:custGeom>
              <a:avLst/>
              <a:pathLst>
                <a:path w="585877" h="242223">
                  <a:moveTo>
                    <a:pt x="314" y="239274"/>
                  </a:moveTo>
                  <a:lnTo>
                    <a:pt x="2738" y="237982"/>
                  </a:lnTo>
                  <a:lnTo>
                    <a:pt x="7509" y="236509"/>
                  </a:lnTo>
                  <a:lnTo>
                    <a:pt x="8260" y="232842"/>
                  </a:lnTo>
                  <a:lnTo>
                    <a:pt x="9437" y="229410"/>
                  </a:lnTo>
                  <a:lnTo>
                    <a:pt x="14488" y="229745"/>
                  </a:lnTo>
                  <a:lnTo>
                    <a:pt x="13405" y="225807"/>
                  </a:lnTo>
                  <a:lnTo>
                    <a:pt x="13508" y="222378"/>
                  </a:lnTo>
                  <a:lnTo>
                    <a:pt x="12742" y="218357"/>
                  </a:lnTo>
                  <a:lnTo>
                    <a:pt x="7626" y="216792"/>
                  </a:lnTo>
                  <a:lnTo>
                    <a:pt x="10533" y="213815"/>
                  </a:lnTo>
                  <a:lnTo>
                    <a:pt x="12402" y="208423"/>
                  </a:lnTo>
                  <a:lnTo>
                    <a:pt x="10217" y="204553"/>
                  </a:lnTo>
                  <a:lnTo>
                    <a:pt x="13075" y="203059"/>
                  </a:lnTo>
                  <a:lnTo>
                    <a:pt x="14941" y="203530"/>
                  </a:lnTo>
                  <a:lnTo>
                    <a:pt x="16198" y="199687"/>
                  </a:lnTo>
                  <a:lnTo>
                    <a:pt x="14146" y="196483"/>
                  </a:lnTo>
                  <a:lnTo>
                    <a:pt x="14221" y="191736"/>
                  </a:lnTo>
                  <a:lnTo>
                    <a:pt x="19913" y="191817"/>
                  </a:lnTo>
                  <a:lnTo>
                    <a:pt x="20711" y="190082"/>
                  </a:lnTo>
                  <a:lnTo>
                    <a:pt x="21128" y="185843"/>
                  </a:lnTo>
                  <a:lnTo>
                    <a:pt x="24912" y="183732"/>
                  </a:lnTo>
                  <a:lnTo>
                    <a:pt x="23096" y="181815"/>
                  </a:lnTo>
                  <a:lnTo>
                    <a:pt x="18590" y="178429"/>
                  </a:lnTo>
                  <a:lnTo>
                    <a:pt x="20931" y="172912"/>
                  </a:lnTo>
                  <a:lnTo>
                    <a:pt x="24651" y="173109"/>
                  </a:lnTo>
                  <a:lnTo>
                    <a:pt x="29036" y="169487"/>
                  </a:lnTo>
                  <a:lnTo>
                    <a:pt x="33978" y="166527"/>
                  </a:lnTo>
                  <a:lnTo>
                    <a:pt x="33176" y="163254"/>
                  </a:lnTo>
                  <a:lnTo>
                    <a:pt x="33408" y="160927"/>
                  </a:lnTo>
                  <a:lnTo>
                    <a:pt x="38517" y="158428"/>
                  </a:lnTo>
                  <a:lnTo>
                    <a:pt x="38291" y="157593"/>
                  </a:lnTo>
                  <a:lnTo>
                    <a:pt x="37903" y="156164"/>
                  </a:lnTo>
                  <a:lnTo>
                    <a:pt x="35204" y="154183"/>
                  </a:lnTo>
                  <a:lnTo>
                    <a:pt x="31433" y="149985"/>
                  </a:lnTo>
                  <a:lnTo>
                    <a:pt x="34103" y="147902"/>
                  </a:lnTo>
                  <a:lnTo>
                    <a:pt x="34368" y="142405"/>
                  </a:lnTo>
                  <a:lnTo>
                    <a:pt x="36764" y="140246"/>
                  </a:lnTo>
                  <a:lnTo>
                    <a:pt x="40028" y="137019"/>
                  </a:lnTo>
                  <a:lnTo>
                    <a:pt x="37330" y="133166"/>
                  </a:lnTo>
                  <a:lnTo>
                    <a:pt x="37038" y="132997"/>
                  </a:lnTo>
                  <a:lnTo>
                    <a:pt x="32083" y="130126"/>
                  </a:lnTo>
                  <a:lnTo>
                    <a:pt x="32878" y="127972"/>
                  </a:lnTo>
                  <a:lnTo>
                    <a:pt x="38291" y="128199"/>
                  </a:lnTo>
                  <a:lnTo>
                    <a:pt x="41272" y="124331"/>
                  </a:lnTo>
                  <a:lnTo>
                    <a:pt x="36925" y="122109"/>
                  </a:lnTo>
                  <a:lnTo>
                    <a:pt x="37379" y="119063"/>
                  </a:lnTo>
                  <a:lnTo>
                    <a:pt x="41258" y="118466"/>
                  </a:lnTo>
                  <a:lnTo>
                    <a:pt x="42818" y="118224"/>
                  </a:lnTo>
                  <a:lnTo>
                    <a:pt x="43345" y="115197"/>
                  </a:lnTo>
                  <a:lnTo>
                    <a:pt x="40689" y="111848"/>
                  </a:lnTo>
                  <a:lnTo>
                    <a:pt x="41762" y="108024"/>
                  </a:lnTo>
                  <a:lnTo>
                    <a:pt x="40127" y="105053"/>
                  </a:lnTo>
                  <a:lnTo>
                    <a:pt x="48644" y="103882"/>
                  </a:lnTo>
                  <a:lnTo>
                    <a:pt x="53662" y="103039"/>
                  </a:lnTo>
                  <a:lnTo>
                    <a:pt x="62971" y="101464"/>
                  </a:lnTo>
                  <a:lnTo>
                    <a:pt x="80263" y="99504"/>
                  </a:lnTo>
                  <a:lnTo>
                    <a:pt x="89339" y="98314"/>
                  </a:lnTo>
                  <a:lnTo>
                    <a:pt x="89857" y="98246"/>
                  </a:lnTo>
                  <a:lnTo>
                    <a:pt x="90584" y="98150"/>
                  </a:lnTo>
                  <a:lnTo>
                    <a:pt x="111566" y="95338"/>
                  </a:lnTo>
                  <a:lnTo>
                    <a:pt x="111876" y="95296"/>
                  </a:lnTo>
                  <a:lnTo>
                    <a:pt x="113472" y="95091"/>
                  </a:lnTo>
                  <a:lnTo>
                    <a:pt x="138741" y="91784"/>
                  </a:lnTo>
                  <a:lnTo>
                    <a:pt x="143887" y="90919"/>
                  </a:lnTo>
                  <a:lnTo>
                    <a:pt x="144088" y="90885"/>
                  </a:lnTo>
                  <a:lnTo>
                    <a:pt x="144658" y="86231"/>
                  </a:lnTo>
                  <a:lnTo>
                    <a:pt x="142228" y="79613"/>
                  </a:lnTo>
                  <a:lnTo>
                    <a:pt x="140653" y="75624"/>
                  </a:lnTo>
                  <a:lnTo>
                    <a:pt x="144752" y="75131"/>
                  </a:lnTo>
                  <a:lnTo>
                    <a:pt x="156190" y="74649"/>
                  </a:lnTo>
                  <a:lnTo>
                    <a:pt x="156292" y="77330"/>
                  </a:lnTo>
                  <a:lnTo>
                    <a:pt x="167313" y="75391"/>
                  </a:lnTo>
                  <a:lnTo>
                    <a:pt x="170987" y="74739"/>
                  </a:lnTo>
                  <a:lnTo>
                    <a:pt x="191341" y="71373"/>
                  </a:lnTo>
                  <a:lnTo>
                    <a:pt x="192160" y="71236"/>
                  </a:lnTo>
                  <a:lnTo>
                    <a:pt x="207482" y="68651"/>
                  </a:lnTo>
                  <a:lnTo>
                    <a:pt x="211237" y="68011"/>
                  </a:lnTo>
                  <a:lnTo>
                    <a:pt x="228404" y="65053"/>
                  </a:lnTo>
                  <a:lnTo>
                    <a:pt x="231843" y="64410"/>
                  </a:lnTo>
                  <a:lnTo>
                    <a:pt x="242686" y="62368"/>
                  </a:lnTo>
                  <a:lnTo>
                    <a:pt x="245907" y="62855"/>
                  </a:lnTo>
                  <a:lnTo>
                    <a:pt x="246690" y="62974"/>
                  </a:lnTo>
                  <a:lnTo>
                    <a:pt x="249522" y="61230"/>
                  </a:lnTo>
                  <a:lnTo>
                    <a:pt x="256253" y="60503"/>
                  </a:lnTo>
                  <a:lnTo>
                    <a:pt x="270647" y="58923"/>
                  </a:lnTo>
                  <a:lnTo>
                    <a:pt x="279287" y="57958"/>
                  </a:lnTo>
                  <a:lnTo>
                    <a:pt x="286717" y="57167"/>
                  </a:lnTo>
                  <a:lnTo>
                    <a:pt x="293841" y="56400"/>
                  </a:lnTo>
                  <a:lnTo>
                    <a:pt x="299775" y="55556"/>
                  </a:lnTo>
                  <a:lnTo>
                    <a:pt x="303719" y="54992"/>
                  </a:lnTo>
                  <a:lnTo>
                    <a:pt x="320652" y="52530"/>
                  </a:lnTo>
                  <a:lnTo>
                    <a:pt x="324206" y="51637"/>
                  </a:lnTo>
                  <a:lnTo>
                    <a:pt x="333818" y="49211"/>
                  </a:lnTo>
                  <a:lnTo>
                    <a:pt x="334172" y="49121"/>
                  </a:lnTo>
                  <a:lnTo>
                    <a:pt x="335168" y="48970"/>
                  </a:lnTo>
                  <a:lnTo>
                    <a:pt x="347678" y="47055"/>
                  </a:lnTo>
                  <a:lnTo>
                    <a:pt x="356174" y="46220"/>
                  </a:lnTo>
                  <a:lnTo>
                    <a:pt x="358340" y="46005"/>
                  </a:lnTo>
                  <a:lnTo>
                    <a:pt x="369433" y="44792"/>
                  </a:lnTo>
                  <a:lnTo>
                    <a:pt x="369911" y="44718"/>
                  </a:lnTo>
                  <a:lnTo>
                    <a:pt x="389245" y="41704"/>
                  </a:lnTo>
                  <a:lnTo>
                    <a:pt x="405774" y="38925"/>
                  </a:lnTo>
                  <a:lnTo>
                    <a:pt x="408137" y="38524"/>
                  </a:lnTo>
                  <a:lnTo>
                    <a:pt x="424702" y="35562"/>
                  </a:lnTo>
                  <a:lnTo>
                    <a:pt x="428651" y="34963"/>
                  </a:lnTo>
                  <a:lnTo>
                    <a:pt x="431175" y="34578"/>
                  </a:lnTo>
                  <a:lnTo>
                    <a:pt x="445275" y="32153"/>
                  </a:lnTo>
                  <a:lnTo>
                    <a:pt x="446044" y="30369"/>
                  </a:lnTo>
                  <a:lnTo>
                    <a:pt x="460065" y="27691"/>
                  </a:lnTo>
                  <a:lnTo>
                    <a:pt x="473560" y="25079"/>
                  </a:lnTo>
                  <a:lnTo>
                    <a:pt x="493678" y="21211"/>
                  </a:lnTo>
                  <a:lnTo>
                    <a:pt x="504289" y="19141"/>
                  </a:lnTo>
                  <a:lnTo>
                    <a:pt x="519464" y="15829"/>
                  </a:lnTo>
                  <a:lnTo>
                    <a:pt x="527823" y="13986"/>
                  </a:lnTo>
                  <a:lnTo>
                    <a:pt x="541085" y="11207"/>
                  </a:lnTo>
                  <a:lnTo>
                    <a:pt x="544570" y="10472"/>
                  </a:lnTo>
                  <a:lnTo>
                    <a:pt x="549334" y="9462"/>
                  </a:lnTo>
                  <a:lnTo>
                    <a:pt x="551282" y="9042"/>
                  </a:lnTo>
                  <a:lnTo>
                    <a:pt x="565780" y="5897"/>
                  </a:lnTo>
                  <a:lnTo>
                    <a:pt x="566187" y="3829"/>
                  </a:lnTo>
                  <a:lnTo>
                    <a:pt x="572781" y="2504"/>
                  </a:lnTo>
                  <a:lnTo>
                    <a:pt x="585140" y="0"/>
                  </a:lnTo>
                  <a:lnTo>
                    <a:pt x="583461" y="2518"/>
                  </a:lnTo>
                  <a:lnTo>
                    <a:pt x="582823" y="7277"/>
                  </a:lnTo>
                  <a:lnTo>
                    <a:pt x="584348" y="13139"/>
                  </a:lnTo>
                  <a:lnTo>
                    <a:pt x="582625" y="18435"/>
                  </a:lnTo>
                  <a:lnTo>
                    <a:pt x="583650" y="20330"/>
                  </a:lnTo>
                  <a:lnTo>
                    <a:pt x="585877" y="24445"/>
                  </a:lnTo>
                  <a:lnTo>
                    <a:pt x="581503" y="25190"/>
                  </a:lnTo>
                  <a:lnTo>
                    <a:pt x="576980" y="25627"/>
                  </a:lnTo>
                  <a:lnTo>
                    <a:pt x="572611" y="30669"/>
                  </a:lnTo>
                  <a:lnTo>
                    <a:pt x="572154" y="32088"/>
                  </a:lnTo>
                  <a:lnTo>
                    <a:pt x="571448" y="34279"/>
                  </a:lnTo>
                  <a:lnTo>
                    <a:pt x="570305" y="37820"/>
                  </a:lnTo>
                  <a:lnTo>
                    <a:pt x="567352" y="47798"/>
                  </a:lnTo>
                  <a:lnTo>
                    <a:pt x="564053" y="50193"/>
                  </a:lnTo>
                  <a:lnTo>
                    <a:pt x="560901" y="50994"/>
                  </a:lnTo>
                  <a:lnTo>
                    <a:pt x="559415" y="48460"/>
                  </a:lnTo>
                  <a:lnTo>
                    <a:pt x="554171" y="47550"/>
                  </a:lnTo>
                  <a:lnTo>
                    <a:pt x="553638" y="48132"/>
                  </a:lnTo>
                  <a:lnTo>
                    <a:pt x="550945" y="51067"/>
                  </a:lnTo>
                  <a:lnTo>
                    <a:pt x="548639" y="51035"/>
                  </a:lnTo>
                  <a:lnTo>
                    <a:pt x="545549" y="53342"/>
                  </a:lnTo>
                  <a:lnTo>
                    <a:pt x="541756" y="57010"/>
                  </a:lnTo>
                  <a:lnTo>
                    <a:pt x="541414" y="58020"/>
                  </a:lnTo>
                  <a:lnTo>
                    <a:pt x="539229" y="64451"/>
                  </a:lnTo>
                  <a:lnTo>
                    <a:pt x="536628" y="67202"/>
                  </a:lnTo>
                  <a:lnTo>
                    <a:pt x="533641" y="70358"/>
                  </a:lnTo>
                  <a:lnTo>
                    <a:pt x="529631" y="69364"/>
                  </a:lnTo>
                  <a:lnTo>
                    <a:pt x="529843" y="64693"/>
                  </a:lnTo>
                  <a:lnTo>
                    <a:pt x="528954" y="63878"/>
                  </a:lnTo>
                  <a:lnTo>
                    <a:pt x="526975" y="62062"/>
                  </a:lnTo>
                  <a:lnTo>
                    <a:pt x="521005" y="67255"/>
                  </a:lnTo>
                  <a:lnTo>
                    <a:pt x="517663" y="70258"/>
                  </a:lnTo>
                  <a:lnTo>
                    <a:pt x="517762" y="73855"/>
                  </a:lnTo>
                  <a:lnTo>
                    <a:pt x="516234" y="76699"/>
                  </a:lnTo>
                  <a:lnTo>
                    <a:pt x="512761" y="75321"/>
                  </a:lnTo>
                  <a:lnTo>
                    <a:pt x="510691" y="76968"/>
                  </a:lnTo>
                  <a:lnTo>
                    <a:pt x="509634" y="77808"/>
                  </a:lnTo>
                  <a:lnTo>
                    <a:pt x="511237" y="82164"/>
                  </a:lnTo>
                  <a:lnTo>
                    <a:pt x="509383" y="86785"/>
                  </a:lnTo>
                  <a:lnTo>
                    <a:pt x="507867" y="89954"/>
                  </a:lnTo>
                  <a:lnTo>
                    <a:pt x="507256" y="91230"/>
                  </a:lnTo>
                  <a:lnTo>
                    <a:pt x="502300" y="91793"/>
                  </a:lnTo>
                  <a:lnTo>
                    <a:pt x="499102" y="93492"/>
                  </a:lnTo>
                  <a:lnTo>
                    <a:pt x="494830" y="95502"/>
                  </a:lnTo>
                  <a:lnTo>
                    <a:pt x="492876" y="99290"/>
                  </a:lnTo>
                  <a:lnTo>
                    <a:pt x="489010" y="101004"/>
                  </a:lnTo>
                  <a:lnTo>
                    <a:pt x="488602" y="102164"/>
                  </a:lnTo>
                  <a:lnTo>
                    <a:pt x="487059" y="106533"/>
                  </a:lnTo>
                  <a:lnTo>
                    <a:pt x="483524" y="107003"/>
                  </a:lnTo>
                  <a:lnTo>
                    <a:pt x="479114" y="112298"/>
                  </a:lnTo>
                  <a:lnTo>
                    <a:pt x="477091" y="113443"/>
                  </a:lnTo>
                  <a:lnTo>
                    <a:pt x="474508" y="117531"/>
                  </a:lnTo>
                  <a:lnTo>
                    <a:pt x="468197" y="118430"/>
                  </a:lnTo>
                  <a:lnTo>
                    <a:pt x="463613" y="119218"/>
                  </a:lnTo>
                  <a:lnTo>
                    <a:pt x="462940" y="119396"/>
                  </a:lnTo>
                  <a:lnTo>
                    <a:pt x="455423" y="121383"/>
                  </a:lnTo>
                  <a:lnTo>
                    <a:pt x="450710" y="126134"/>
                  </a:lnTo>
                  <a:lnTo>
                    <a:pt x="446624" y="131006"/>
                  </a:lnTo>
                  <a:lnTo>
                    <a:pt x="444280" y="132674"/>
                  </a:lnTo>
                  <a:lnTo>
                    <a:pt x="443913" y="132935"/>
                  </a:lnTo>
                  <a:lnTo>
                    <a:pt x="442996" y="133587"/>
                  </a:lnTo>
                  <a:lnTo>
                    <a:pt x="440270" y="138145"/>
                  </a:lnTo>
                  <a:lnTo>
                    <a:pt x="441802" y="141042"/>
                  </a:lnTo>
                  <a:lnTo>
                    <a:pt x="440014" y="143466"/>
                  </a:lnTo>
                  <a:lnTo>
                    <a:pt x="441824" y="147811"/>
                  </a:lnTo>
                  <a:lnTo>
                    <a:pt x="441487" y="148203"/>
                  </a:lnTo>
                  <a:lnTo>
                    <a:pt x="437353" y="152990"/>
                  </a:lnTo>
                  <a:lnTo>
                    <a:pt x="431761" y="154657"/>
                  </a:lnTo>
                  <a:lnTo>
                    <a:pt x="428165" y="152809"/>
                  </a:lnTo>
                  <a:lnTo>
                    <a:pt x="424611" y="157274"/>
                  </a:lnTo>
                  <a:lnTo>
                    <a:pt x="424680" y="159118"/>
                  </a:lnTo>
                  <a:lnTo>
                    <a:pt x="425388" y="178366"/>
                  </a:lnTo>
                  <a:lnTo>
                    <a:pt x="412189" y="180874"/>
                  </a:lnTo>
                  <a:lnTo>
                    <a:pt x="404249" y="182321"/>
                  </a:lnTo>
                  <a:lnTo>
                    <a:pt x="396774" y="183726"/>
                  </a:lnTo>
                  <a:lnTo>
                    <a:pt x="393357" y="184359"/>
                  </a:lnTo>
                  <a:lnTo>
                    <a:pt x="390912" y="184812"/>
                  </a:lnTo>
                  <a:lnTo>
                    <a:pt x="387323" y="185474"/>
                  </a:lnTo>
                  <a:lnTo>
                    <a:pt x="379160" y="187003"/>
                  </a:lnTo>
                  <a:lnTo>
                    <a:pt x="378957" y="187041"/>
                  </a:lnTo>
                  <a:lnTo>
                    <a:pt x="374345" y="187900"/>
                  </a:lnTo>
                  <a:lnTo>
                    <a:pt x="358828" y="190827"/>
                  </a:lnTo>
                  <a:lnTo>
                    <a:pt x="357945" y="190992"/>
                  </a:lnTo>
                  <a:lnTo>
                    <a:pt x="351860" y="192207"/>
                  </a:lnTo>
                  <a:lnTo>
                    <a:pt x="350376" y="192502"/>
                  </a:lnTo>
                  <a:lnTo>
                    <a:pt x="344045" y="193548"/>
                  </a:lnTo>
                  <a:lnTo>
                    <a:pt x="334774" y="195067"/>
                  </a:lnTo>
                  <a:lnTo>
                    <a:pt x="315778" y="198099"/>
                  </a:lnTo>
                  <a:lnTo>
                    <a:pt x="284676" y="202929"/>
                  </a:lnTo>
                  <a:lnTo>
                    <a:pt x="284145" y="203018"/>
                  </a:lnTo>
                  <a:lnTo>
                    <a:pt x="273583" y="204773"/>
                  </a:lnTo>
                  <a:lnTo>
                    <a:pt x="251161" y="208253"/>
                  </a:lnTo>
                  <a:lnTo>
                    <a:pt x="247415" y="208767"/>
                  </a:lnTo>
                  <a:lnTo>
                    <a:pt x="220751" y="212351"/>
                  </a:lnTo>
                  <a:lnTo>
                    <a:pt x="220329" y="212407"/>
                  </a:lnTo>
                  <a:lnTo>
                    <a:pt x="219804" y="212480"/>
                  </a:lnTo>
                  <a:lnTo>
                    <a:pt x="205508" y="214446"/>
                  </a:lnTo>
                  <a:lnTo>
                    <a:pt x="192607" y="216191"/>
                  </a:lnTo>
                  <a:lnTo>
                    <a:pt x="191259" y="216371"/>
                  </a:lnTo>
                  <a:lnTo>
                    <a:pt x="175106" y="218567"/>
                  </a:lnTo>
                  <a:lnTo>
                    <a:pt x="165640" y="219909"/>
                  </a:lnTo>
                  <a:lnTo>
                    <a:pt x="164565" y="220061"/>
                  </a:lnTo>
                  <a:lnTo>
                    <a:pt x="150102" y="221930"/>
                  </a:lnTo>
                  <a:lnTo>
                    <a:pt x="150445" y="222977"/>
                  </a:lnTo>
                  <a:lnTo>
                    <a:pt x="146314" y="223572"/>
                  </a:lnTo>
                  <a:lnTo>
                    <a:pt x="138806" y="224594"/>
                  </a:lnTo>
                  <a:lnTo>
                    <a:pt x="137597" y="224757"/>
                  </a:lnTo>
                  <a:lnTo>
                    <a:pt x="131229" y="225615"/>
                  </a:lnTo>
                  <a:lnTo>
                    <a:pt x="108672" y="228742"/>
                  </a:lnTo>
                  <a:lnTo>
                    <a:pt x="106076" y="229093"/>
                  </a:lnTo>
                  <a:lnTo>
                    <a:pt x="92244" y="230940"/>
                  </a:lnTo>
                  <a:lnTo>
                    <a:pt x="91573" y="231029"/>
                  </a:lnTo>
                  <a:lnTo>
                    <a:pt x="79330" y="232661"/>
                  </a:lnTo>
                  <a:lnTo>
                    <a:pt x="68322" y="234107"/>
                  </a:lnTo>
                  <a:lnTo>
                    <a:pt x="62454" y="234870"/>
                  </a:lnTo>
                  <a:lnTo>
                    <a:pt x="47528" y="236699"/>
                  </a:lnTo>
                  <a:lnTo>
                    <a:pt x="43061" y="237240"/>
                  </a:lnTo>
                  <a:lnTo>
                    <a:pt x="41797" y="237392"/>
                  </a:lnTo>
                  <a:lnTo>
                    <a:pt x="36736" y="238000"/>
                  </a:lnTo>
                  <a:lnTo>
                    <a:pt x="0" y="24222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3483560" y="4236096"/>
              <a:ext cx="985665" cy="927707"/>
            </a:xfrm>
            <a:custGeom>
              <a:avLst/>
              <a:pathLst>
                <a:path w="985665" h="927707">
                  <a:moveTo>
                    <a:pt x="1178" y="384800"/>
                  </a:moveTo>
                  <a:lnTo>
                    <a:pt x="1017" y="379789"/>
                  </a:lnTo>
                  <a:lnTo>
                    <a:pt x="2056" y="377315"/>
                  </a:lnTo>
                  <a:lnTo>
                    <a:pt x="9844" y="377884"/>
                  </a:lnTo>
                  <a:lnTo>
                    <a:pt x="20042" y="378614"/>
                  </a:lnTo>
                  <a:lnTo>
                    <a:pt x="33197" y="379532"/>
                  </a:lnTo>
                  <a:lnTo>
                    <a:pt x="48310" y="380592"/>
                  </a:lnTo>
                  <a:lnTo>
                    <a:pt x="66761" y="381836"/>
                  </a:lnTo>
                  <a:lnTo>
                    <a:pt x="111248" y="384815"/>
                  </a:lnTo>
                  <a:lnTo>
                    <a:pt x="128831" y="385849"/>
                  </a:lnTo>
                  <a:lnTo>
                    <a:pt x="134101" y="386150"/>
                  </a:lnTo>
                  <a:lnTo>
                    <a:pt x="149343" y="386995"/>
                  </a:lnTo>
                  <a:lnTo>
                    <a:pt x="195556" y="389367"/>
                  </a:lnTo>
                  <a:lnTo>
                    <a:pt x="198864" y="389520"/>
                  </a:lnTo>
                  <a:lnTo>
                    <a:pt x="218084" y="390371"/>
                  </a:lnTo>
                  <a:lnTo>
                    <a:pt x="247693" y="391569"/>
                  </a:lnTo>
                  <a:lnTo>
                    <a:pt x="267274" y="392284"/>
                  </a:lnTo>
                  <a:lnTo>
                    <a:pt x="267510" y="384754"/>
                  </a:lnTo>
                  <a:lnTo>
                    <a:pt x="267669" y="379710"/>
                  </a:lnTo>
                  <a:lnTo>
                    <a:pt x="268683" y="346876"/>
                  </a:lnTo>
                  <a:lnTo>
                    <a:pt x="268859" y="341148"/>
                  </a:lnTo>
                  <a:lnTo>
                    <a:pt x="269238" y="329047"/>
                  </a:lnTo>
                  <a:lnTo>
                    <a:pt x="269571" y="318387"/>
                  </a:lnTo>
                  <a:lnTo>
                    <a:pt x="269980" y="308833"/>
                  </a:lnTo>
                  <a:lnTo>
                    <a:pt x="270950" y="286183"/>
                  </a:lnTo>
                  <a:lnTo>
                    <a:pt x="271687" y="271452"/>
                  </a:lnTo>
                  <a:lnTo>
                    <a:pt x="272479" y="255587"/>
                  </a:lnTo>
                  <a:lnTo>
                    <a:pt x="273574" y="233457"/>
                  </a:lnTo>
                  <a:lnTo>
                    <a:pt x="274567" y="211263"/>
                  </a:lnTo>
                  <a:lnTo>
                    <a:pt x="275171" y="191795"/>
                  </a:lnTo>
                  <a:lnTo>
                    <a:pt x="275198" y="190915"/>
                  </a:lnTo>
                  <a:lnTo>
                    <a:pt x="275380" y="185089"/>
                  </a:lnTo>
                  <a:lnTo>
                    <a:pt x="276121" y="164140"/>
                  </a:lnTo>
                  <a:lnTo>
                    <a:pt x="276505" y="153013"/>
                  </a:lnTo>
                  <a:lnTo>
                    <a:pt x="277094" y="134974"/>
                  </a:lnTo>
                  <a:lnTo>
                    <a:pt x="277639" y="118346"/>
                  </a:lnTo>
                  <a:lnTo>
                    <a:pt x="277755" y="114993"/>
                  </a:lnTo>
                  <a:lnTo>
                    <a:pt x="279089" y="76655"/>
                  </a:lnTo>
                  <a:lnTo>
                    <a:pt x="279440" y="66448"/>
                  </a:lnTo>
                  <a:lnTo>
                    <a:pt x="280389" y="38879"/>
                  </a:lnTo>
                  <a:lnTo>
                    <a:pt x="281603" y="0"/>
                  </a:lnTo>
                  <a:lnTo>
                    <a:pt x="284390" y="103"/>
                  </a:lnTo>
                  <a:lnTo>
                    <a:pt x="343672" y="1930"/>
                  </a:lnTo>
                  <a:lnTo>
                    <a:pt x="352857" y="2181"/>
                  </a:lnTo>
                  <a:lnTo>
                    <a:pt x="367383" y="2550"/>
                  </a:lnTo>
                  <a:lnTo>
                    <a:pt x="381690" y="2855"/>
                  </a:lnTo>
                  <a:lnTo>
                    <a:pt x="419729" y="3492"/>
                  </a:lnTo>
                  <a:lnTo>
                    <a:pt x="428980" y="3579"/>
                  </a:lnTo>
                  <a:lnTo>
                    <a:pt x="433922" y="3620"/>
                  </a:lnTo>
                  <a:lnTo>
                    <a:pt x="454510" y="3819"/>
                  </a:lnTo>
                  <a:lnTo>
                    <a:pt x="457792" y="3838"/>
                  </a:lnTo>
                  <a:lnTo>
                    <a:pt x="474396" y="3907"/>
                  </a:lnTo>
                  <a:lnTo>
                    <a:pt x="496094" y="3946"/>
                  </a:lnTo>
                  <a:lnTo>
                    <a:pt x="496331" y="3946"/>
                  </a:lnTo>
                  <a:lnTo>
                    <a:pt x="496331" y="42735"/>
                  </a:lnTo>
                  <a:lnTo>
                    <a:pt x="496331" y="57971"/>
                  </a:lnTo>
                  <a:lnTo>
                    <a:pt x="496331" y="80861"/>
                  </a:lnTo>
                  <a:lnTo>
                    <a:pt x="496331" y="98040"/>
                  </a:lnTo>
                  <a:lnTo>
                    <a:pt x="496332" y="118962"/>
                  </a:lnTo>
                  <a:lnTo>
                    <a:pt x="496332" y="132297"/>
                  </a:lnTo>
                  <a:lnTo>
                    <a:pt x="496332" y="157044"/>
                  </a:lnTo>
                  <a:lnTo>
                    <a:pt x="496332" y="173260"/>
                  </a:lnTo>
                  <a:lnTo>
                    <a:pt x="496531" y="173206"/>
                  </a:lnTo>
                  <a:lnTo>
                    <a:pt x="501478" y="171844"/>
                  </a:lnTo>
                  <a:lnTo>
                    <a:pt x="507809" y="177924"/>
                  </a:lnTo>
                  <a:lnTo>
                    <a:pt x="509544" y="179586"/>
                  </a:lnTo>
                  <a:lnTo>
                    <a:pt x="513420" y="184164"/>
                  </a:lnTo>
                  <a:lnTo>
                    <a:pt x="518400" y="188879"/>
                  </a:lnTo>
                  <a:lnTo>
                    <a:pt x="525405" y="189403"/>
                  </a:lnTo>
                  <a:lnTo>
                    <a:pt x="526522" y="186521"/>
                  </a:lnTo>
                  <a:lnTo>
                    <a:pt x="534472" y="187419"/>
                  </a:lnTo>
                  <a:lnTo>
                    <a:pt x="534767" y="187452"/>
                  </a:lnTo>
                  <a:lnTo>
                    <a:pt x="538444" y="188824"/>
                  </a:lnTo>
                  <a:lnTo>
                    <a:pt x="540259" y="183435"/>
                  </a:lnTo>
                  <a:lnTo>
                    <a:pt x="543495" y="183848"/>
                  </a:lnTo>
                  <a:lnTo>
                    <a:pt x="548975" y="188208"/>
                  </a:lnTo>
                  <a:lnTo>
                    <a:pt x="552921" y="193515"/>
                  </a:lnTo>
                  <a:lnTo>
                    <a:pt x="553656" y="194503"/>
                  </a:lnTo>
                  <a:lnTo>
                    <a:pt x="555336" y="203180"/>
                  </a:lnTo>
                  <a:lnTo>
                    <a:pt x="559557" y="203571"/>
                  </a:lnTo>
                  <a:lnTo>
                    <a:pt x="564858" y="204221"/>
                  </a:lnTo>
                  <a:lnTo>
                    <a:pt x="568918" y="203518"/>
                  </a:lnTo>
                  <a:lnTo>
                    <a:pt x="572604" y="203833"/>
                  </a:lnTo>
                  <a:lnTo>
                    <a:pt x="573486" y="203908"/>
                  </a:lnTo>
                  <a:lnTo>
                    <a:pt x="578478" y="207615"/>
                  </a:lnTo>
                  <a:lnTo>
                    <a:pt x="583247" y="207947"/>
                  </a:lnTo>
                  <a:lnTo>
                    <a:pt x="588342" y="210046"/>
                  </a:lnTo>
                  <a:lnTo>
                    <a:pt x="591774" y="209805"/>
                  </a:lnTo>
                  <a:lnTo>
                    <a:pt x="594794" y="207029"/>
                  </a:lnTo>
                  <a:lnTo>
                    <a:pt x="597562" y="207705"/>
                  </a:lnTo>
                  <a:lnTo>
                    <a:pt x="599979" y="208295"/>
                  </a:lnTo>
                  <a:lnTo>
                    <a:pt x="603615" y="212944"/>
                  </a:lnTo>
                  <a:lnTo>
                    <a:pt x="607530" y="215552"/>
                  </a:lnTo>
                  <a:lnTo>
                    <a:pt x="611261" y="213942"/>
                  </a:lnTo>
                  <a:lnTo>
                    <a:pt x="611920" y="213657"/>
                  </a:lnTo>
                  <a:lnTo>
                    <a:pt x="613020" y="209852"/>
                  </a:lnTo>
                  <a:lnTo>
                    <a:pt x="615484" y="207305"/>
                  </a:lnTo>
                  <a:lnTo>
                    <a:pt x="618797" y="208173"/>
                  </a:lnTo>
                  <a:lnTo>
                    <a:pt x="625634" y="209707"/>
                  </a:lnTo>
                  <a:lnTo>
                    <a:pt x="629746" y="210760"/>
                  </a:lnTo>
                  <a:lnTo>
                    <a:pt x="631931" y="208354"/>
                  </a:lnTo>
                  <a:lnTo>
                    <a:pt x="633008" y="207167"/>
                  </a:lnTo>
                  <a:lnTo>
                    <a:pt x="634847" y="211510"/>
                  </a:lnTo>
                  <a:lnTo>
                    <a:pt x="634961" y="216363"/>
                  </a:lnTo>
                  <a:lnTo>
                    <a:pt x="636228" y="220367"/>
                  </a:lnTo>
                  <a:lnTo>
                    <a:pt x="641869" y="220800"/>
                  </a:lnTo>
                  <a:lnTo>
                    <a:pt x="646116" y="221128"/>
                  </a:lnTo>
                  <a:lnTo>
                    <a:pt x="645794" y="226952"/>
                  </a:lnTo>
                  <a:lnTo>
                    <a:pt x="645987" y="229839"/>
                  </a:lnTo>
                  <a:lnTo>
                    <a:pt x="646062" y="230954"/>
                  </a:lnTo>
                  <a:lnTo>
                    <a:pt x="652361" y="233332"/>
                  </a:lnTo>
                  <a:lnTo>
                    <a:pt x="656851" y="230531"/>
                  </a:lnTo>
                  <a:lnTo>
                    <a:pt x="659946" y="226523"/>
                  </a:lnTo>
                  <a:lnTo>
                    <a:pt x="666233" y="220582"/>
                  </a:lnTo>
                  <a:lnTo>
                    <a:pt x="670856" y="222485"/>
                  </a:lnTo>
                  <a:lnTo>
                    <a:pt x="671902" y="226468"/>
                  </a:lnTo>
                  <a:lnTo>
                    <a:pt x="674502" y="228404"/>
                  </a:lnTo>
                  <a:lnTo>
                    <a:pt x="674723" y="228569"/>
                  </a:lnTo>
                  <a:lnTo>
                    <a:pt x="679918" y="226682"/>
                  </a:lnTo>
                  <a:lnTo>
                    <a:pt x="680097" y="226948"/>
                  </a:lnTo>
                  <a:lnTo>
                    <a:pt x="682583" y="230622"/>
                  </a:lnTo>
                  <a:lnTo>
                    <a:pt x="683226" y="234717"/>
                  </a:lnTo>
                  <a:lnTo>
                    <a:pt x="688444" y="234935"/>
                  </a:lnTo>
                  <a:lnTo>
                    <a:pt x="692329" y="230829"/>
                  </a:lnTo>
                  <a:lnTo>
                    <a:pt x="697504" y="227591"/>
                  </a:lnTo>
                  <a:lnTo>
                    <a:pt x="700391" y="226281"/>
                  </a:lnTo>
                  <a:lnTo>
                    <a:pt x="703450" y="232023"/>
                  </a:lnTo>
                  <a:lnTo>
                    <a:pt x="700695" y="235385"/>
                  </a:lnTo>
                  <a:lnTo>
                    <a:pt x="705036" y="242907"/>
                  </a:lnTo>
                  <a:lnTo>
                    <a:pt x="709269" y="241617"/>
                  </a:lnTo>
                  <a:lnTo>
                    <a:pt x="709400" y="238211"/>
                  </a:lnTo>
                  <a:lnTo>
                    <a:pt x="709974" y="234818"/>
                  </a:lnTo>
                  <a:lnTo>
                    <a:pt x="711521" y="231014"/>
                  </a:lnTo>
                  <a:lnTo>
                    <a:pt x="716568" y="228151"/>
                  </a:lnTo>
                  <a:lnTo>
                    <a:pt x="716248" y="225374"/>
                  </a:lnTo>
                  <a:lnTo>
                    <a:pt x="718834" y="223003"/>
                  </a:lnTo>
                  <a:lnTo>
                    <a:pt x="719394" y="222946"/>
                  </a:lnTo>
                  <a:lnTo>
                    <a:pt x="720142" y="222868"/>
                  </a:lnTo>
                  <a:lnTo>
                    <a:pt x="722259" y="222649"/>
                  </a:lnTo>
                  <a:lnTo>
                    <a:pt x="722974" y="226487"/>
                  </a:lnTo>
                  <a:lnTo>
                    <a:pt x="726537" y="231221"/>
                  </a:lnTo>
                  <a:lnTo>
                    <a:pt x="730586" y="229178"/>
                  </a:lnTo>
                  <a:lnTo>
                    <a:pt x="731945" y="231475"/>
                  </a:lnTo>
                  <a:lnTo>
                    <a:pt x="736676" y="232197"/>
                  </a:lnTo>
                  <a:lnTo>
                    <a:pt x="738754" y="228188"/>
                  </a:lnTo>
                  <a:lnTo>
                    <a:pt x="740252" y="224636"/>
                  </a:lnTo>
                  <a:lnTo>
                    <a:pt x="745117" y="227380"/>
                  </a:lnTo>
                  <a:lnTo>
                    <a:pt x="745457" y="227572"/>
                  </a:lnTo>
                  <a:lnTo>
                    <a:pt x="745407" y="231916"/>
                  </a:lnTo>
                  <a:lnTo>
                    <a:pt x="746905" y="232887"/>
                  </a:lnTo>
                  <a:lnTo>
                    <a:pt x="750493" y="232828"/>
                  </a:lnTo>
                  <a:lnTo>
                    <a:pt x="752213" y="236655"/>
                  </a:lnTo>
                  <a:lnTo>
                    <a:pt x="757003" y="235881"/>
                  </a:lnTo>
                  <a:lnTo>
                    <a:pt x="759523" y="238722"/>
                  </a:lnTo>
                  <a:lnTo>
                    <a:pt x="761368" y="241328"/>
                  </a:lnTo>
                  <a:lnTo>
                    <a:pt x="762648" y="243134"/>
                  </a:lnTo>
                  <a:lnTo>
                    <a:pt x="766589" y="239404"/>
                  </a:lnTo>
                  <a:lnTo>
                    <a:pt x="768673" y="236282"/>
                  </a:lnTo>
                  <a:lnTo>
                    <a:pt x="772274" y="238019"/>
                  </a:lnTo>
                  <a:lnTo>
                    <a:pt x="776184" y="233258"/>
                  </a:lnTo>
                  <a:lnTo>
                    <a:pt x="777636" y="230452"/>
                  </a:lnTo>
                  <a:lnTo>
                    <a:pt x="784006" y="229325"/>
                  </a:lnTo>
                  <a:lnTo>
                    <a:pt x="793270" y="225957"/>
                  </a:lnTo>
                  <a:lnTo>
                    <a:pt x="796804" y="226769"/>
                  </a:lnTo>
                  <a:lnTo>
                    <a:pt x="799927" y="226917"/>
                  </a:lnTo>
                  <a:lnTo>
                    <a:pt x="801707" y="227001"/>
                  </a:lnTo>
                  <a:lnTo>
                    <a:pt x="803912" y="225672"/>
                  </a:lnTo>
                  <a:lnTo>
                    <a:pt x="807624" y="223432"/>
                  </a:lnTo>
                  <a:lnTo>
                    <a:pt x="812511" y="222323"/>
                  </a:lnTo>
                  <a:lnTo>
                    <a:pt x="817262" y="220214"/>
                  </a:lnTo>
                  <a:lnTo>
                    <a:pt x="820670" y="220052"/>
                  </a:lnTo>
                  <a:lnTo>
                    <a:pt x="823145" y="223550"/>
                  </a:lnTo>
                  <a:lnTo>
                    <a:pt x="828900" y="224698"/>
                  </a:lnTo>
                  <a:lnTo>
                    <a:pt x="835838" y="224416"/>
                  </a:lnTo>
                  <a:lnTo>
                    <a:pt x="838868" y="223720"/>
                  </a:lnTo>
                  <a:lnTo>
                    <a:pt x="840821" y="223271"/>
                  </a:lnTo>
                  <a:lnTo>
                    <a:pt x="842769" y="218623"/>
                  </a:lnTo>
                  <a:lnTo>
                    <a:pt x="844613" y="215702"/>
                  </a:lnTo>
                  <a:lnTo>
                    <a:pt x="849853" y="217457"/>
                  </a:lnTo>
                  <a:lnTo>
                    <a:pt x="850332" y="217617"/>
                  </a:lnTo>
                  <a:lnTo>
                    <a:pt x="854443" y="220135"/>
                  </a:lnTo>
                  <a:lnTo>
                    <a:pt x="858166" y="223611"/>
                  </a:lnTo>
                  <a:lnTo>
                    <a:pt x="862949" y="224229"/>
                  </a:lnTo>
                  <a:lnTo>
                    <a:pt x="866213" y="227687"/>
                  </a:lnTo>
                  <a:lnTo>
                    <a:pt x="869094" y="230504"/>
                  </a:lnTo>
                  <a:lnTo>
                    <a:pt x="873695" y="233448"/>
                  </a:lnTo>
                  <a:lnTo>
                    <a:pt x="879168" y="232362"/>
                  </a:lnTo>
                  <a:lnTo>
                    <a:pt x="881797" y="234577"/>
                  </a:lnTo>
                  <a:lnTo>
                    <a:pt x="883110" y="235681"/>
                  </a:lnTo>
                  <a:lnTo>
                    <a:pt x="889434" y="238244"/>
                  </a:lnTo>
                  <a:lnTo>
                    <a:pt x="893669" y="238283"/>
                  </a:lnTo>
                  <a:lnTo>
                    <a:pt x="897121" y="242261"/>
                  </a:lnTo>
                  <a:lnTo>
                    <a:pt x="900189" y="240662"/>
                  </a:lnTo>
                  <a:lnTo>
                    <a:pt x="905383" y="245625"/>
                  </a:lnTo>
                  <a:lnTo>
                    <a:pt x="907712" y="246495"/>
                  </a:lnTo>
                  <a:lnTo>
                    <a:pt x="910238" y="247119"/>
                  </a:lnTo>
                  <a:lnTo>
                    <a:pt x="911335" y="246117"/>
                  </a:lnTo>
                  <a:lnTo>
                    <a:pt x="913886" y="246174"/>
                  </a:lnTo>
                  <a:lnTo>
                    <a:pt x="918567" y="244789"/>
                  </a:lnTo>
                  <a:lnTo>
                    <a:pt x="920448" y="245195"/>
                  </a:lnTo>
                  <a:lnTo>
                    <a:pt x="922543" y="243164"/>
                  </a:lnTo>
                  <a:lnTo>
                    <a:pt x="925573" y="244223"/>
                  </a:lnTo>
                  <a:lnTo>
                    <a:pt x="930748" y="244345"/>
                  </a:lnTo>
                  <a:lnTo>
                    <a:pt x="933000" y="246007"/>
                  </a:lnTo>
                  <a:lnTo>
                    <a:pt x="933661" y="256068"/>
                  </a:lnTo>
                  <a:lnTo>
                    <a:pt x="934226" y="265236"/>
                  </a:lnTo>
                  <a:lnTo>
                    <a:pt x="934556" y="270393"/>
                  </a:lnTo>
                  <a:lnTo>
                    <a:pt x="935173" y="280048"/>
                  </a:lnTo>
                  <a:lnTo>
                    <a:pt x="935917" y="292326"/>
                  </a:lnTo>
                  <a:lnTo>
                    <a:pt x="936658" y="304345"/>
                  </a:lnTo>
                  <a:lnTo>
                    <a:pt x="937106" y="311620"/>
                  </a:lnTo>
                  <a:lnTo>
                    <a:pt x="937665" y="320706"/>
                  </a:lnTo>
                  <a:lnTo>
                    <a:pt x="938353" y="331908"/>
                  </a:lnTo>
                  <a:lnTo>
                    <a:pt x="939293" y="346864"/>
                  </a:lnTo>
                  <a:lnTo>
                    <a:pt x="939450" y="349362"/>
                  </a:lnTo>
                  <a:lnTo>
                    <a:pt x="940346" y="363927"/>
                  </a:lnTo>
                  <a:lnTo>
                    <a:pt x="940656" y="368980"/>
                  </a:lnTo>
                  <a:lnTo>
                    <a:pt x="941491" y="381630"/>
                  </a:lnTo>
                  <a:lnTo>
                    <a:pt x="942484" y="382671"/>
                  </a:lnTo>
                  <a:lnTo>
                    <a:pt x="946644" y="387031"/>
                  </a:lnTo>
                  <a:lnTo>
                    <a:pt x="951891" y="389565"/>
                  </a:lnTo>
                  <a:lnTo>
                    <a:pt x="954493" y="393646"/>
                  </a:lnTo>
                  <a:lnTo>
                    <a:pt x="956562" y="396886"/>
                  </a:lnTo>
                  <a:lnTo>
                    <a:pt x="960870" y="405724"/>
                  </a:lnTo>
                  <a:lnTo>
                    <a:pt x="960294" y="412590"/>
                  </a:lnTo>
                  <a:lnTo>
                    <a:pt x="959138" y="415842"/>
                  </a:lnTo>
                  <a:lnTo>
                    <a:pt x="962999" y="420702"/>
                  </a:lnTo>
                  <a:lnTo>
                    <a:pt x="967757" y="422385"/>
                  </a:lnTo>
                  <a:lnTo>
                    <a:pt x="966186" y="425590"/>
                  </a:lnTo>
                  <a:lnTo>
                    <a:pt x="970301" y="428805"/>
                  </a:lnTo>
                  <a:lnTo>
                    <a:pt x="972808" y="433274"/>
                  </a:lnTo>
                  <a:lnTo>
                    <a:pt x="972673" y="439748"/>
                  </a:lnTo>
                  <a:lnTo>
                    <a:pt x="977528" y="443025"/>
                  </a:lnTo>
                  <a:lnTo>
                    <a:pt x="978824" y="449634"/>
                  </a:lnTo>
                  <a:lnTo>
                    <a:pt x="978962" y="449617"/>
                  </a:lnTo>
                  <a:lnTo>
                    <a:pt x="982569" y="449156"/>
                  </a:lnTo>
                  <a:lnTo>
                    <a:pt x="983874" y="448988"/>
                  </a:lnTo>
                  <a:lnTo>
                    <a:pt x="983805" y="453946"/>
                  </a:lnTo>
                  <a:lnTo>
                    <a:pt x="984925" y="460598"/>
                  </a:lnTo>
                  <a:lnTo>
                    <a:pt x="984543" y="464395"/>
                  </a:lnTo>
                  <a:lnTo>
                    <a:pt x="983998" y="468046"/>
                  </a:lnTo>
                  <a:lnTo>
                    <a:pt x="985665" y="471637"/>
                  </a:lnTo>
                  <a:lnTo>
                    <a:pt x="984146" y="475857"/>
                  </a:lnTo>
                  <a:lnTo>
                    <a:pt x="983886" y="476578"/>
                  </a:lnTo>
                  <a:lnTo>
                    <a:pt x="983452" y="482408"/>
                  </a:lnTo>
                  <a:lnTo>
                    <a:pt x="980153" y="488279"/>
                  </a:lnTo>
                  <a:lnTo>
                    <a:pt x="979554" y="493429"/>
                  </a:lnTo>
                  <a:lnTo>
                    <a:pt x="975675" y="498489"/>
                  </a:lnTo>
                  <a:lnTo>
                    <a:pt x="975914" y="501315"/>
                  </a:lnTo>
                  <a:lnTo>
                    <a:pt x="972774" y="505708"/>
                  </a:lnTo>
                  <a:lnTo>
                    <a:pt x="974430" y="508939"/>
                  </a:lnTo>
                  <a:lnTo>
                    <a:pt x="975413" y="515534"/>
                  </a:lnTo>
                  <a:lnTo>
                    <a:pt x="972866" y="518108"/>
                  </a:lnTo>
                  <a:lnTo>
                    <a:pt x="972352" y="518627"/>
                  </a:lnTo>
                  <a:lnTo>
                    <a:pt x="971575" y="524532"/>
                  </a:lnTo>
                  <a:lnTo>
                    <a:pt x="975909" y="528961"/>
                  </a:lnTo>
                  <a:lnTo>
                    <a:pt x="975786" y="531719"/>
                  </a:lnTo>
                  <a:lnTo>
                    <a:pt x="975713" y="533355"/>
                  </a:lnTo>
                  <a:lnTo>
                    <a:pt x="976721" y="537756"/>
                  </a:lnTo>
                  <a:lnTo>
                    <a:pt x="977154" y="543060"/>
                  </a:lnTo>
                  <a:lnTo>
                    <a:pt x="977356" y="548137"/>
                  </a:lnTo>
                  <a:lnTo>
                    <a:pt x="977196" y="548321"/>
                  </a:lnTo>
                  <a:lnTo>
                    <a:pt x="974701" y="551181"/>
                  </a:lnTo>
                  <a:lnTo>
                    <a:pt x="969968" y="557362"/>
                  </a:lnTo>
                  <a:lnTo>
                    <a:pt x="968565" y="562706"/>
                  </a:lnTo>
                  <a:lnTo>
                    <a:pt x="967007" y="564757"/>
                  </a:lnTo>
                  <a:lnTo>
                    <a:pt x="965575" y="566639"/>
                  </a:lnTo>
                  <a:lnTo>
                    <a:pt x="961491" y="571169"/>
                  </a:lnTo>
                  <a:lnTo>
                    <a:pt x="964642" y="574543"/>
                  </a:lnTo>
                  <a:lnTo>
                    <a:pt x="966952" y="577656"/>
                  </a:lnTo>
                  <a:lnTo>
                    <a:pt x="969059" y="580419"/>
                  </a:lnTo>
                  <a:lnTo>
                    <a:pt x="967334" y="581553"/>
                  </a:lnTo>
                  <a:lnTo>
                    <a:pt x="959617" y="581816"/>
                  </a:lnTo>
                  <a:lnTo>
                    <a:pt x="952426" y="583276"/>
                  </a:lnTo>
                  <a:lnTo>
                    <a:pt x="944553" y="586821"/>
                  </a:lnTo>
                  <a:lnTo>
                    <a:pt x="930154" y="594260"/>
                  </a:lnTo>
                  <a:lnTo>
                    <a:pt x="928905" y="594903"/>
                  </a:lnTo>
                  <a:lnTo>
                    <a:pt x="919168" y="599903"/>
                  </a:lnTo>
                  <a:lnTo>
                    <a:pt x="912122" y="603606"/>
                  </a:lnTo>
                  <a:lnTo>
                    <a:pt x="906489" y="607185"/>
                  </a:lnTo>
                  <a:lnTo>
                    <a:pt x="902104" y="612815"/>
                  </a:lnTo>
                  <a:lnTo>
                    <a:pt x="902927" y="616044"/>
                  </a:lnTo>
                  <a:lnTo>
                    <a:pt x="896914" y="620948"/>
                  </a:lnTo>
                  <a:lnTo>
                    <a:pt x="880337" y="633326"/>
                  </a:lnTo>
                  <a:lnTo>
                    <a:pt x="873787" y="640001"/>
                  </a:lnTo>
                  <a:lnTo>
                    <a:pt x="873043" y="640759"/>
                  </a:lnTo>
                  <a:lnTo>
                    <a:pt x="868109" y="644878"/>
                  </a:lnTo>
                  <a:lnTo>
                    <a:pt x="860296" y="653042"/>
                  </a:lnTo>
                  <a:lnTo>
                    <a:pt x="853970" y="659266"/>
                  </a:lnTo>
                  <a:lnTo>
                    <a:pt x="849573" y="660134"/>
                  </a:lnTo>
                  <a:lnTo>
                    <a:pt x="844485" y="663378"/>
                  </a:lnTo>
                  <a:lnTo>
                    <a:pt x="838310" y="667305"/>
                  </a:lnTo>
                  <a:lnTo>
                    <a:pt x="831109" y="671933"/>
                  </a:lnTo>
                  <a:lnTo>
                    <a:pt x="821401" y="678408"/>
                  </a:lnTo>
                  <a:lnTo>
                    <a:pt x="807064" y="685742"/>
                  </a:lnTo>
                  <a:lnTo>
                    <a:pt x="792299" y="693870"/>
                  </a:lnTo>
                  <a:lnTo>
                    <a:pt x="782096" y="701126"/>
                  </a:lnTo>
                  <a:lnTo>
                    <a:pt x="778331" y="704216"/>
                  </a:lnTo>
                  <a:lnTo>
                    <a:pt x="777434" y="704952"/>
                  </a:lnTo>
                  <a:lnTo>
                    <a:pt x="773541" y="710678"/>
                  </a:lnTo>
                  <a:lnTo>
                    <a:pt x="759076" y="719481"/>
                  </a:lnTo>
                  <a:lnTo>
                    <a:pt x="752404" y="724786"/>
                  </a:lnTo>
                  <a:lnTo>
                    <a:pt x="746890" y="729682"/>
                  </a:lnTo>
                  <a:lnTo>
                    <a:pt x="742346" y="734243"/>
                  </a:lnTo>
                  <a:lnTo>
                    <a:pt x="739735" y="736859"/>
                  </a:lnTo>
                  <a:lnTo>
                    <a:pt x="730908" y="747783"/>
                  </a:lnTo>
                  <a:lnTo>
                    <a:pt x="727926" y="754107"/>
                  </a:lnTo>
                  <a:lnTo>
                    <a:pt x="727840" y="754289"/>
                  </a:lnTo>
                  <a:lnTo>
                    <a:pt x="724363" y="758616"/>
                  </a:lnTo>
                  <a:lnTo>
                    <a:pt x="720600" y="764738"/>
                  </a:lnTo>
                  <a:lnTo>
                    <a:pt x="715245" y="775334"/>
                  </a:lnTo>
                  <a:lnTo>
                    <a:pt x="714481" y="777075"/>
                  </a:lnTo>
                  <a:lnTo>
                    <a:pt x="711934" y="782871"/>
                  </a:lnTo>
                  <a:lnTo>
                    <a:pt x="709075" y="790191"/>
                  </a:lnTo>
                  <a:lnTo>
                    <a:pt x="706163" y="799754"/>
                  </a:lnTo>
                  <a:lnTo>
                    <a:pt x="705405" y="803229"/>
                  </a:lnTo>
                  <a:lnTo>
                    <a:pt x="704583" y="806992"/>
                  </a:lnTo>
                  <a:lnTo>
                    <a:pt x="703362" y="822162"/>
                  </a:lnTo>
                  <a:lnTo>
                    <a:pt x="704668" y="837228"/>
                  </a:lnTo>
                  <a:lnTo>
                    <a:pt x="708556" y="853023"/>
                  </a:lnTo>
                  <a:lnTo>
                    <a:pt x="711567" y="861707"/>
                  </a:lnTo>
                  <a:lnTo>
                    <a:pt x="714458" y="870026"/>
                  </a:lnTo>
                  <a:lnTo>
                    <a:pt x="716767" y="877912"/>
                  </a:lnTo>
                  <a:lnTo>
                    <a:pt x="719416" y="886939"/>
                  </a:lnTo>
                  <a:lnTo>
                    <a:pt x="722956" y="906131"/>
                  </a:lnTo>
                  <a:lnTo>
                    <a:pt x="723652" y="911730"/>
                  </a:lnTo>
                  <a:lnTo>
                    <a:pt x="724265" y="915732"/>
                  </a:lnTo>
                  <a:lnTo>
                    <a:pt x="723434" y="917671"/>
                  </a:lnTo>
                  <a:lnTo>
                    <a:pt x="719389" y="916773"/>
                  </a:lnTo>
                  <a:lnTo>
                    <a:pt x="713839" y="919147"/>
                  </a:lnTo>
                  <a:lnTo>
                    <a:pt x="708980" y="920360"/>
                  </a:lnTo>
                  <a:lnTo>
                    <a:pt x="706817" y="922212"/>
                  </a:lnTo>
                  <a:lnTo>
                    <a:pt x="707358" y="925098"/>
                  </a:lnTo>
                  <a:lnTo>
                    <a:pt x="706397" y="927613"/>
                  </a:lnTo>
                  <a:lnTo>
                    <a:pt x="702419" y="927707"/>
                  </a:lnTo>
                  <a:lnTo>
                    <a:pt x="699775" y="924416"/>
                  </a:lnTo>
                  <a:lnTo>
                    <a:pt x="696408" y="924450"/>
                  </a:lnTo>
                  <a:lnTo>
                    <a:pt x="692647" y="921100"/>
                  </a:lnTo>
                  <a:lnTo>
                    <a:pt x="689449" y="919647"/>
                  </a:lnTo>
                  <a:lnTo>
                    <a:pt x="684414" y="913839"/>
                  </a:lnTo>
                  <a:lnTo>
                    <a:pt x="680149" y="912496"/>
                  </a:lnTo>
                  <a:lnTo>
                    <a:pt x="675205" y="911873"/>
                  </a:lnTo>
                  <a:lnTo>
                    <a:pt x="672257" y="909951"/>
                  </a:lnTo>
                  <a:lnTo>
                    <a:pt x="666911" y="909864"/>
                  </a:lnTo>
                  <a:lnTo>
                    <a:pt x="666198" y="909852"/>
                  </a:lnTo>
                  <a:lnTo>
                    <a:pt x="660360" y="909857"/>
                  </a:lnTo>
                  <a:lnTo>
                    <a:pt x="655039" y="909613"/>
                  </a:lnTo>
                  <a:lnTo>
                    <a:pt x="652820" y="911615"/>
                  </a:lnTo>
                  <a:lnTo>
                    <a:pt x="649537" y="910466"/>
                  </a:lnTo>
                  <a:lnTo>
                    <a:pt x="648660" y="910159"/>
                  </a:lnTo>
                  <a:lnTo>
                    <a:pt x="644004" y="910548"/>
                  </a:lnTo>
                  <a:lnTo>
                    <a:pt x="640208" y="910597"/>
                  </a:lnTo>
                  <a:lnTo>
                    <a:pt x="636056" y="909216"/>
                  </a:lnTo>
                  <a:lnTo>
                    <a:pt x="631685" y="906107"/>
                  </a:lnTo>
                  <a:lnTo>
                    <a:pt x="624948" y="902099"/>
                  </a:lnTo>
                  <a:lnTo>
                    <a:pt x="620447" y="898611"/>
                  </a:lnTo>
                  <a:lnTo>
                    <a:pt x="615572" y="897343"/>
                  </a:lnTo>
                  <a:lnTo>
                    <a:pt x="609758" y="895673"/>
                  </a:lnTo>
                  <a:lnTo>
                    <a:pt x="608398" y="895033"/>
                  </a:lnTo>
                  <a:lnTo>
                    <a:pt x="606771" y="894268"/>
                  </a:lnTo>
                  <a:lnTo>
                    <a:pt x="603543" y="895707"/>
                  </a:lnTo>
                  <a:lnTo>
                    <a:pt x="599958" y="893197"/>
                  </a:lnTo>
                  <a:lnTo>
                    <a:pt x="593445" y="888022"/>
                  </a:lnTo>
                  <a:lnTo>
                    <a:pt x="591221" y="884345"/>
                  </a:lnTo>
                  <a:lnTo>
                    <a:pt x="584581" y="885456"/>
                  </a:lnTo>
                  <a:lnTo>
                    <a:pt x="579193" y="882367"/>
                  </a:lnTo>
                  <a:lnTo>
                    <a:pt x="573295" y="880876"/>
                  </a:lnTo>
                  <a:lnTo>
                    <a:pt x="569357" y="882264"/>
                  </a:lnTo>
                  <a:lnTo>
                    <a:pt x="567041" y="879714"/>
                  </a:lnTo>
                  <a:lnTo>
                    <a:pt x="568532" y="875315"/>
                  </a:lnTo>
                  <a:lnTo>
                    <a:pt x="567451" y="873306"/>
                  </a:lnTo>
                  <a:lnTo>
                    <a:pt x="562146" y="869076"/>
                  </a:lnTo>
                  <a:lnTo>
                    <a:pt x="561703" y="867366"/>
                  </a:lnTo>
                  <a:lnTo>
                    <a:pt x="559765" y="859878"/>
                  </a:lnTo>
                  <a:lnTo>
                    <a:pt x="559057" y="853975"/>
                  </a:lnTo>
                  <a:lnTo>
                    <a:pt x="556360" y="848505"/>
                  </a:lnTo>
                  <a:lnTo>
                    <a:pt x="554255" y="843769"/>
                  </a:lnTo>
                  <a:lnTo>
                    <a:pt x="549463" y="840645"/>
                  </a:lnTo>
                  <a:lnTo>
                    <a:pt x="546886" y="836410"/>
                  </a:lnTo>
                  <a:lnTo>
                    <a:pt x="544786" y="831798"/>
                  </a:lnTo>
                  <a:lnTo>
                    <a:pt x="540055" y="828054"/>
                  </a:lnTo>
                  <a:lnTo>
                    <a:pt x="540401" y="821058"/>
                  </a:lnTo>
                  <a:lnTo>
                    <a:pt x="541335" y="816524"/>
                  </a:lnTo>
                  <a:lnTo>
                    <a:pt x="540102" y="810976"/>
                  </a:lnTo>
                  <a:lnTo>
                    <a:pt x="538856" y="807616"/>
                  </a:lnTo>
                  <a:lnTo>
                    <a:pt x="538658" y="807081"/>
                  </a:lnTo>
                  <a:lnTo>
                    <a:pt x="536706" y="804798"/>
                  </a:lnTo>
                  <a:lnTo>
                    <a:pt x="533415" y="803855"/>
                  </a:lnTo>
                  <a:lnTo>
                    <a:pt x="536689" y="794629"/>
                  </a:lnTo>
                  <a:lnTo>
                    <a:pt x="536076" y="791245"/>
                  </a:lnTo>
                  <a:lnTo>
                    <a:pt x="535866" y="787005"/>
                  </a:lnTo>
                  <a:lnTo>
                    <a:pt x="533445" y="787157"/>
                  </a:lnTo>
                  <a:lnTo>
                    <a:pt x="533271" y="780117"/>
                  </a:lnTo>
                  <a:lnTo>
                    <a:pt x="531163" y="777172"/>
                  </a:lnTo>
                  <a:lnTo>
                    <a:pt x="525840" y="775449"/>
                  </a:lnTo>
                  <a:lnTo>
                    <a:pt x="519547" y="773703"/>
                  </a:lnTo>
                  <a:lnTo>
                    <a:pt x="515301" y="768336"/>
                  </a:lnTo>
                  <a:lnTo>
                    <a:pt x="511915" y="766205"/>
                  </a:lnTo>
                  <a:lnTo>
                    <a:pt x="508531" y="763003"/>
                  </a:lnTo>
                  <a:lnTo>
                    <a:pt x="505932" y="759060"/>
                  </a:lnTo>
                  <a:lnTo>
                    <a:pt x="503848" y="754652"/>
                  </a:lnTo>
                  <a:lnTo>
                    <a:pt x="502821" y="750954"/>
                  </a:lnTo>
                  <a:lnTo>
                    <a:pt x="501667" y="746646"/>
                  </a:lnTo>
                  <a:lnTo>
                    <a:pt x="497539" y="744653"/>
                  </a:lnTo>
                  <a:lnTo>
                    <a:pt x="494115" y="737514"/>
                  </a:lnTo>
                  <a:lnTo>
                    <a:pt x="490464" y="733026"/>
                  </a:lnTo>
                  <a:lnTo>
                    <a:pt x="482744" y="728286"/>
                  </a:lnTo>
                  <a:lnTo>
                    <a:pt x="480944" y="726760"/>
                  </a:lnTo>
                  <a:lnTo>
                    <a:pt x="475485" y="722129"/>
                  </a:lnTo>
                  <a:lnTo>
                    <a:pt x="473941" y="717718"/>
                  </a:lnTo>
                  <a:lnTo>
                    <a:pt x="471397" y="712420"/>
                  </a:lnTo>
                  <a:lnTo>
                    <a:pt x="470117" y="706777"/>
                  </a:lnTo>
                  <a:lnTo>
                    <a:pt x="467701" y="702428"/>
                  </a:lnTo>
                  <a:lnTo>
                    <a:pt x="466113" y="699078"/>
                  </a:lnTo>
                  <a:lnTo>
                    <a:pt x="465479" y="693882"/>
                  </a:lnTo>
                  <a:lnTo>
                    <a:pt x="461500" y="690296"/>
                  </a:lnTo>
                  <a:lnTo>
                    <a:pt x="457502" y="686355"/>
                  </a:lnTo>
                  <a:lnTo>
                    <a:pt x="457032" y="681601"/>
                  </a:lnTo>
                  <a:lnTo>
                    <a:pt x="455011" y="677553"/>
                  </a:lnTo>
                  <a:lnTo>
                    <a:pt x="454812" y="673856"/>
                  </a:lnTo>
                  <a:lnTo>
                    <a:pt x="451646" y="671209"/>
                  </a:lnTo>
                  <a:lnTo>
                    <a:pt x="447778" y="665321"/>
                  </a:lnTo>
                  <a:lnTo>
                    <a:pt x="446275" y="660682"/>
                  </a:lnTo>
                  <a:lnTo>
                    <a:pt x="445293" y="654218"/>
                  </a:lnTo>
                  <a:lnTo>
                    <a:pt x="444471" y="649698"/>
                  </a:lnTo>
                  <a:lnTo>
                    <a:pt x="444214" y="648285"/>
                  </a:lnTo>
                  <a:lnTo>
                    <a:pt x="440151" y="645706"/>
                  </a:lnTo>
                  <a:lnTo>
                    <a:pt x="436685" y="642260"/>
                  </a:lnTo>
                  <a:lnTo>
                    <a:pt x="434947" y="637103"/>
                  </a:lnTo>
                  <a:lnTo>
                    <a:pt x="434473" y="636656"/>
                  </a:lnTo>
                  <a:lnTo>
                    <a:pt x="430889" y="633273"/>
                  </a:lnTo>
                  <a:lnTo>
                    <a:pt x="427971" y="630082"/>
                  </a:lnTo>
                  <a:lnTo>
                    <a:pt x="419631" y="625169"/>
                  </a:lnTo>
                  <a:lnTo>
                    <a:pt x="414743" y="616842"/>
                  </a:lnTo>
                  <a:lnTo>
                    <a:pt x="408803" y="615475"/>
                  </a:lnTo>
                  <a:lnTo>
                    <a:pt x="404600" y="611361"/>
                  </a:lnTo>
                  <a:lnTo>
                    <a:pt x="399818" y="611288"/>
                  </a:lnTo>
                  <a:lnTo>
                    <a:pt x="395986" y="606232"/>
                  </a:lnTo>
                  <a:lnTo>
                    <a:pt x="395918" y="600779"/>
                  </a:lnTo>
                  <a:lnTo>
                    <a:pt x="391346" y="598683"/>
                  </a:lnTo>
                  <a:lnTo>
                    <a:pt x="388867" y="592213"/>
                  </a:lnTo>
                  <a:lnTo>
                    <a:pt x="384837" y="590272"/>
                  </a:lnTo>
                  <a:lnTo>
                    <a:pt x="381029" y="589780"/>
                  </a:lnTo>
                  <a:lnTo>
                    <a:pt x="376593" y="587090"/>
                  </a:lnTo>
                  <a:lnTo>
                    <a:pt x="369419" y="589519"/>
                  </a:lnTo>
                  <a:lnTo>
                    <a:pt x="364847" y="589213"/>
                  </a:lnTo>
                  <a:lnTo>
                    <a:pt x="361228" y="588168"/>
                  </a:lnTo>
                  <a:lnTo>
                    <a:pt x="357578" y="587111"/>
                  </a:lnTo>
                  <a:lnTo>
                    <a:pt x="352526" y="586668"/>
                  </a:lnTo>
                  <a:lnTo>
                    <a:pt x="345589" y="585358"/>
                  </a:lnTo>
                  <a:lnTo>
                    <a:pt x="341306" y="585681"/>
                  </a:lnTo>
                  <a:lnTo>
                    <a:pt x="337313" y="586939"/>
                  </a:lnTo>
                  <a:lnTo>
                    <a:pt x="334099" y="586387"/>
                  </a:lnTo>
                  <a:lnTo>
                    <a:pt x="330623" y="583947"/>
                  </a:lnTo>
                  <a:lnTo>
                    <a:pt x="325619" y="581731"/>
                  </a:lnTo>
                  <a:lnTo>
                    <a:pt x="320029" y="578619"/>
                  </a:lnTo>
                  <a:lnTo>
                    <a:pt x="318693" y="579060"/>
                  </a:lnTo>
                  <a:lnTo>
                    <a:pt x="316285" y="579853"/>
                  </a:lnTo>
                  <a:lnTo>
                    <a:pt x="314694" y="583452"/>
                  </a:lnTo>
                  <a:lnTo>
                    <a:pt x="312789" y="588163"/>
                  </a:lnTo>
                  <a:lnTo>
                    <a:pt x="306988" y="586763"/>
                  </a:lnTo>
                  <a:lnTo>
                    <a:pt x="303635" y="586624"/>
                  </a:lnTo>
                  <a:lnTo>
                    <a:pt x="300630" y="588965"/>
                  </a:lnTo>
                  <a:lnTo>
                    <a:pt x="295881" y="589186"/>
                  </a:lnTo>
                  <a:lnTo>
                    <a:pt x="290926" y="589897"/>
                  </a:lnTo>
                  <a:lnTo>
                    <a:pt x="289535" y="595220"/>
                  </a:lnTo>
                  <a:lnTo>
                    <a:pt x="285957" y="599850"/>
                  </a:lnTo>
                  <a:lnTo>
                    <a:pt x="282798" y="605434"/>
                  </a:lnTo>
                  <a:lnTo>
                    <a:pt x="280322" y="608323"/>
                  </a:lnTo>
                  <a:lnTo>
                    <a:pt x="278421" y="615042"/>
                  </a:lnTo>
                  <a:lnTo>
                    <a:pt x="278806" y="618938"/>
                  </a:lnTo>
                  <a:lnTo>
                    <a:pt x="275050" y="622937"/>
                  </a:lnTo>
                  <a:lnTo>
                    <a:pt x="273414" y="628527"/>
                  </a:lnTo>
                  <a:lnTo>
                    <a:pt x="274820" y="632524"/>
                  </a:lnTo>
                  <a:lnTo>
                    <a:pt x="271111" y="636823"/>
                  </a:lnTo>
                  <a:lnTo>
                    <a:pt x="265027" y="639176"/>
                  </a:lnTo>
                  <a:lnTo>
                    <a:pt x="261791" y="644117"/>
                  </a:lnTo>
                  <a:lnTo>
                    <a:pt x="258605" y="645508"/>
                  </a:lnTo>
                  <a:lnTo>
                    <a:pt x="256596" y="650546"/>
                  </a:lnTo>
                  <a:lnTo>
                    <a:pt x="254439" y="654355"/>
                  </a:lnTo>
                  <a:lnTo>
                    <a:pt x="246650" y="653254"/>
                  </a:lnTo>
                  <a:lnTo>
                    <a:pt x="242496" y="653915"/>
                  </a:lnTo>
                  <a:lnTo>
                    <a:pt x="236352" y="650487"/>
                  </a:lnTo>
                  <a:lnTo>
                    <a:pt x="228671" y="646025"/>
                  </a:lnTo>
                  <a:lnTo>
                    <a:pt x="224088" y="641136"/>
                  </a:lnTo>
                  <a:lnTo>
                    <a:pt x="218947" y="638384"/>
                  </a:lnTo>
                  <a:lnTo>
                    <a:pt x="213776" y="636372"/>
                  </a:lnTo>
                  <a:lnTo>
                    <a:pt x="208861" y="634379"/>
                  </a:lnTo>
                  <a:lnTo>
                    <a:pt x="204115" y="628437"/>
                  </a:lnTo>
                  <a:lnTo>
                    <a:pt x="203747" y="628271"/>
                  </a:lnTo>
                  <a:lnTo>
                    <a:pt x="198964" y="626095"/>
                  </a:lnTo>
                  <a:lnTo>
                    <a:pt x="189895" y="624456"/>
                  </a:lnTo>
                  <a:lnTo>
                    <a:pt x="183825" y="621143"/>
                  </a:lnTo>
                  <a:lnTo>
                    <a:pt x="177226" y="616280"/>
                  </a:lnTo>
                  <a:lnTo>
                    <a:pt x="174488" y="612412"/>
                  </a:lnTo>
                  <a:lnTo>
                    <a:pt x="171008" y="607481"/>
                  </a:lnTo>
                  <a:lnTo>
                    <a:pt x="165039" y="603424"/>
                  </a:lnTo>
                  <a:lnTo>
                    <a:pt x="160318" y="601560"/>
                  </a:lnTo>
                  <a:lnTo>
                    <a:pt x="154318" y="595986"/>
                  </a:lnTo>
                  <a:lnTo>
                    <a:pt x="147887" y="589355"/>
                  </a:lnTo>
                  <a:lnTo>
                    <a:pt x="146267" y="581060"/>
                  </a:lnTo>
                  <a:lnTo>
                    <a:pt x="142474" y="574423"/>
                  </a:lnTo>
                  <a:lnTo>
                    <a:pt x="138663" y="568418"/>
                  </a:lnTo>
                  <a:lnTo>
                    <a:pt x="137974" y="561522"/>
                  </a:lnTo>
                  <a:lnTo>
                    <a:pt x="136698" y="558471"/>
                  </a:lnTo>
                  <a:lnTo>
                    <a:pt x="137942" y="551307"/>
                  </a:lnTo>
                  <a:lnTo>
                    <a:pt x="137550" y="542196"/>
                  </a:lnTo>
                  <a:lnTo>
                    <a:pt x="134875" y="537897"/>
                  </a:lnTo>
                  <a:lnTo>
                    <a:pt x="133433" y="534188"/>
                  </a:lnTo>
                  <a:lnTo>
                    <a:pt x="128950" y="527905"/>
                  </a:lnTo>
                  <a:lnTo>
                    <a:pt x="126356" y="526023"/>
                  </a:lnTo>
                  <a:lnTo>
                    <a:pt x="125857" y="520053"/>
                  </a:lnTo>
                  <a:lnTo>
                    <a:pt x="124699" y="513326"/>
                  </a:lnTo>
                  <a:lnTo>
                    <a:pt x="122308" y="507121"/>
                  </a:lnTo>
                  <a:lnTo>
                    <a:pt x="118746" y="506444"/>
                  </a:lnTo>
                  <a:lnTo>
                    <a:pt x="118167" y="504795"/>
                  </a:lnTo>
                  <a:lnTo>
                    <a:pt x="116804" y="500904"/>
                  </a:lnTo>
                  <a:lnTo>
                    <a:pt x="112235" y="499442"/>
                  </a:lnTo>
                  <a:lnTo>
                    <a:pt x="109655" y="496449"/>
                  </a:lnTo>
                  <a:lnTo>
                    <a:pt x="105141" y="492857"/>
                  </a:lnTo>
                  <a:lnTo>
                    <a:pt x="100914" y="488725"/>
                  </a:lnTo>
                  <a:lnTo>
                    <a:pt x="93706" y="486943"/>
                  </a:lnTo>
                  <a:lnTo>
                    <a:pt x="87871" y="483442"/>
                  </a:lnTo>
                  <a:lnTo>
                    <a:pt x="87635" y="480293"/>
                  </a:lnTo>
                  <a:lnTo>
                    <a:pt x="81214" y="475151"/>
                  </a:lnTo>
                  <a:lnTo>
                    <a:pt x="76200" y="470737"/>
                  </a:lnTo>
                  <a:lnTo>
                    <a:pt x="74752" y="466705"/>
                  </a:lnTo>
                  <a:lnTo>
                    <a:pt x="71457" y="460985"/>
                  </a:lnTo>
                  <a:lnTo>
                    <a:pt x="65455" y="457291"/>
                  </a:lnTo>
                  <a:lnTo>
                    <a:pt x="60806" y="454319"/>
                  </a:lnTo>
                  <a:lnTo>
                    <a:pt x="59394" y="451141"/>
                  </a:lnTo>
                  <a:lnTo>
                    <a:pt x="54197" y="443253"/>
                  </a:lnTo>
                  <a:lnTo>
                    <a:pt x="49158" y="440281"/>
                  </a:lnTo>
                  <a:lnTo>
                    <a:pt x="48235" y="436203"/>
                  </a:lnTo>
                  <a:lnTo>
                    <a:pt x="45166" y="433975"/>
                  </a:lnTo>
                  <a:lnTo>
                    <a:pt x="44552" y="433529"/>
                  </a:lnTo>
                  <a:lnTo>
                    <a:pt x="38929" y="432589"/>
                  </a:lnTo>
                  <a:lnTo>
                    <a:pt x="32079" y="427075"/>
                  </a:lnTo>
                  <a:lnTo>
                    <a:pt x="27807" y="421783"/>
                  </a:lnTo>
                  <a:lnTo>
                    <a:pt x="24778" y="417313"/>
                  </a:lnTo>
                  <a:lnTo>
                    <a:pt x="23400" y="412118"/>
                  </a:lnTo>
                  <a:lnTo>
                    <a:pt x="20952" y="407630"/>
                  </a:lnTo>
                  <a:lnTo>
                    <a:pt x="18923" y="403903"/>
                  </a:lnTo>
                  <a:lnTo>
                    <a:pt x="15583" y="400048"/>
                  </a:lnTo>
                  <a:lnTo>
                    <a:pt x="11912" y="399108"/>
                  </a:lnTo>
                  <a:lnTo>
                    <a:pt x="10574" y="400038"/>
                  </a:lnTo>
                  <a:lnTo>
                    <a:pt x="7520" y="396720"/>
                  </a:lnTo>
                  <a:lnTo>
                    <a:pt x="3733" y="393744"/>
                  </a:lnTo>
                  <a:lnTo>
                    <a:pt x="0" y="38842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608653" y="3319356"/>
              <a:ext cx="382546" cy="481008"/>
            </a:xfrm>
            <a:custGeom>
              <a:avLst/>
              <a:pathLst>
                <a:path w="382546" h="481008">
                  <a:moveTo>
                    <a:pt x="8096" y="380281"/>
                  </a:moveTo>
                  <a:lnTo>
                    <a:pt x="10079" y="368053"/>
                  </a:lnTo>
                  <a:lnTo>
                    <a:pt x="12076" y="356347"/>
                  </a:lnTo>
                  <a:lnTo>
                    <a:pt x="15737" y="333173"/>
                  </a:lnTo>
                  <a:lnTo>
                    <a:pt x="17117" y="324400"/>
                  </a:lnTo>
                  <a:lnTo>
                    <a:pt x="19254" y="311004"/>
                  </a:lnTo>
                  <a:lnTo>
                    <a:pt x="21584" y="296406"/>
                  </a:lnTo>
                  <a:lnTo>
                    <a:pt x="23081" y="287368"/>
                  </a:lnTo>
                  <a:lnTo>
                    <a:pt x="25974" y="269935"/>
                  </a:lnTo>
                  <a:lnTo>
                    <a:pt x="27672" y="258931"/>
                  </a:lnTo>
                  <a:lnTo>
                    <a:pt x="34731" y="216100"/>
                  </a:lnTo>
                  <a:lnTo>
                    <a:pt x="35326" y="212389"/>
                  </a:lnTo>
                  <a:lnTo>
                    <a:pt x="38828" y="190590"/>
                  </a:lnTo>
                  <a:lnTo>
                    <a:pt x="40443" y="180893"/>
                  </a:lnTo>
                  <a:lnTo>
                    <a:pt x="43216" y="164278"/>
                  </a:lnTo>
                  <a:lnTo>
                    <a:pt x="43487" y="162628"/>
                  </a:lnTo>
                  <a:lnTo>
                    <a:pt x="47496" y="138240"/>
                  </a:lnTo>
                  <a:lnTo>
                    <a:pt x="48924" y="129796"/>
                  </a:lnTo>
                  <a:lnTo>
                    <a:pt x="52350" y="109841"/>
                  </a:lnTo>
                  <a:lnTo>
                    <a:pt x="56358" y="86137"/>
                  </a:lnTo>
                  <a:lnTo>
                    <a:pt x="59390" y="68130"/>
                  </a:lnTo>
                  <a:lnTo>
                    <a:pt x="63563" y="43531"/>
                  </a:lnTo>
                  <a:lnTo>
                    <a:pt x="67378" y="20817"/>
                  </a:lnTo>
                  <a:lnTo>
                    <a:pt x="70746" y="0"/>
                  </a:lnTo>
                  <a:lnTo>
                    <a:pt x="84985" y="2912"/>
                  </a:lnTo>
                  <a:lnTo>
                    <a:pt x="105627" y="5978"/>
                  </a:lnTo>
                  <a:lnTo>
                    <a:pt x="121514" y="8346"/>
                  </a:lnTo>
                  <a:lnTo>
                    <a:pt x="137509" y="10759"/>
                  </a:lnTo>
                  <a:lnTo>
                    <a:pt x="160115" y="14152"/>
                  </a:lnTo>
                  <a:lnTo>
                    <a:pt x="184715" y="17872"/>
                  </a:lnTo>
                  <a:lnTo>
                    <a:pt x="191479" y="19095"/>
                  </a:lnTo>
                  <a:lnTo>
                    <a:pt x="194660" y="19667"/>
                  </a:lnTo>
                  <a:lnTo>
                    <a:pt x="217734" y="22906"/>
                  </a:lnTo>
                  <a:lnTo>
                    <a:pt x="233365" y="25113"/>
                  </a:lnTo>
                  <a:lnTo>
                    <a:pt x="235709" y="25440"/>
                  </a:lnTo>
                  <a:lnTo>
                    <a:pt x="241980" y="26219"/>
                  </a:lnTo>
                  <a:lnTo>
                    <a:pt x="263065" y="29068"/>
                  </a:lnTo>
                  <a:lnTo>
                    <a:pt x="258304" y="65775"/>
                  </a:lnTo>
                  <a:lnTo>
                    <a:pt x="258143" y="67017"/>
                  </a:lnTo>
                  <a:lnTo>
                    <a:pt x="255761" y="84838"/>
                  </a:lnTo>
                  <a:lnTo>
                    <a:pt x="254521" y="94329"/>
                  </a:lnTo>
                  <a:lnTo>
                    <a:pt x="251645" y="116402"/>
                  </a:lnTo>
                  <a:lnTo>
                    <a:pt x="263068" y="117984"/>
                  </a:lnTo>
                  <a:lnTo>
                    <a:pt x="284807" y="120926"/>
                  </a:lnTo>
                  <a:lnTo>
                    <a:pt x="312213" y="124322"/>
                  </a:lnTo>
                  <a:lnTo>
                    <a:pt x="317010" y="124896"/>
                  </a:lnTo>
                  <a:lnTo>
                    <a:pt x="320143" y="125269"/>
                  </a:lnTo>
                  <a:lnTo>
                    <a:pt x="338859" y="127456"/>
                  </a:lnTo>
                  <a:lnTo>
                    <a:pt x="369376" y="130742"/>
                  </a:lnTo>
                  <a:lnTo>
                    <a:pt x="382546" y="132244"/>
                  </a:lnTo>
                  <a:lnTo>
                    <a:pt x="381039" y="147478"/>
                  </a:lnTo>
                  <a:lnTo>
                    <a:pt x="379543" y="161734"/>
                  </a:lnTo>
                  <a:lnTo>
                    <a:pt x="379461" y="162518"/>
                  </a:lnTo>
                  <a:lnTo>
                    <a:pt x="375338" y="200072"/>
                  </a:lnTo>
                  <a:lnTo>
                    <a:pt x="374940" y="203715"/>
                  </a:lnTo>
                  <a:lnTo>
                    <a:pt x="372170" y="230384"/>
                  </a:lnTo>
                  <a:lnTo>
                    <a:pt x="370201" y="249080"/>
                  </a:lnTo>
                  <a:lnTo>
                    <a:pt x="368711" y="263263"/>
                  </a:lnTo>
                  <a:lnTo>
                    <a:pt x="367514" y="274686"/>
                  </a:lnTo>
                  <a:lnTo>
                    <a:pt x="365322" y="295653"/>
                  </a:lnTo>
                  <a:lnTo>
                    <a:pt x="359127" y="350153"/>
                  </a:lnTo>
                  <a:lnTo>
                    <a:pt x="357117" y="369713"/>
                  </a:lnTo>
                  <a:lnTo>
                    <a:pt x="357384" y="379503"/>
                  </a:lnTo>
                  <a:lnTo>
                    <a:pt x="357278" y="380519"/>
                  </a:lnTo>
                  <a:lnTo>
                    <a:pt x="354813" y="404205"/>
                  </a:lnTo>
                  <a:lnTo>
                    <a:pt x="351239" y="438715"/>
                  </a:lnTo>
                  <a:lnTo>
                    <a:pt x="346884" y="481008"/>
                  </a:lnTo>
                  <a:lnTo>
                    <a:pt x="315552" y="477523"/>
                  </a:lnTo>
                  <a:lnTo>
                    <a:pt x="280392" y="473510"/>
                  </a:lnTo>
                  <a:lnTo>
                    <a:pt x="247764" y="469497"/>
                  </a:lnTo>
                  <a:lnTo>
                    <a:pt x="228337" y="466561"/>
                  </a:lnTo>
                  <a:lnTo>
                    <a:pt x="206411" y="463757"/>
                  </a:lnTo>
                  <a:lnTo>
                    <a:pt x="193610" y="462186"/>
                  </a:lnTo>
                  <a:lnTo>
                    <a:pt x="191698" y="461949"/>
                  </a:lnTo>
                  <a:lnTo>
                    <a:pt x="182862" y="460654"/>
                  </a:lnTo>
                  <a:lnTo>
                    <a:pt x="182367" y="460586"/>
                  </a:lnTo>
                  <a:lnTo>
                    <a:pt x="116926" y="451258"/>
                  </a:lnTo>
                  <a:lnTo>
                    <a:pt x="104408" y="449404"/>
                  </a:lnTo>
                  <a:lnTo>
                    <a:pt x="103957" y="449336"/>
                  </a:lnTo>
                  <a:lnTo>
                    <a:pt x="84287" y="446356"/>
                  </a:lnTo>
                  <a:lnTo>
                    <a:pt x="79469" y="445616"/>
                  </a:lnTo>
                  <a:lnTo>
                    <a:pt x="74818" y="444897"/>
                  </a:lnTo>
                  <a:lnTo>
                    <a:pt x="5832" y="433689"/>
                  </a:lnTo>
                  <a:lnTo>
                    <a:pt x="0" y="432668"/>
                  </a:lnTo>
                  <a:lnTo>
                    <a:pt x="1114" y="425027"/>
                  </a:lnTo>
                  <a:lnTo>
                    <a:pt x="3762" y="408036"/>
                  </a:lnTo>
                  <a:lnTo>
                    <a:pt x="6540" y="390049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6252054" y="3506728"/>
              <a:ext cx="34915" cy="93870"/>
            </a:xfrm>
            <a:custGeom>
              <a:avLst/>
              <a:pathLst>
                <a:path w="34915" h="93870">
                  <a:moveTo>
                    <a:pt x="940" y="78503"/>
                  </a:moveTo>
                  <a:lnTo>
                    <a:pt x="1506" y="71013"/>
                  </a:lnTo>
                  <a:lnTo>
                    <a:pt x="436" y="64303"/>
                  </a:lnTo>
                  <a:lnTo>
                    <a:pt x="55" y="54821"/>
                  </a:lnTo>
                  <a:lnTo>
                    <a:pt x="0" y="53474"/>
                  </a:lnTo>
                  <a:lnTo>
                    <a:pt x="1133" y="46535"/>
                  </a:lnTo>
                  <a:lnTo>
                    <a:pt x="2144" y="39990"/>
                  </a:lnTo>
                  <a:lnTo>
                    <a:pt x="4156" y="35103"/>
                  </a:lnTo>
                  <a:lnTo>
                    <a:pt x="2771" y="31631"/>
                  </a:lnTo>
                  <a:lnTo>
                    <a:pt x="7593" y="27873"/>
                  </a:lnTo>
                  <a:lnTo>
                    <a:pt x="8976" y="24398"/>
                  </a:lnTo>
                  <a:lnTo>
                    <a:pt x="4097" y="20878"/>
                  </a:lnTo>
                  <a:lnTo>
                    <a:pt x="8759" y="15130"/>
                  </a:lnTo>
                  <a:lnTo>
                    <a:pt x="10702" y="10528"/>
                  </a:lnTo>
                  <a:lnTo>
                    <a:pt x="34915" y="0"/>
                  </a:lnTo>
                  <a:lnTo>
                    <a:pt x="31794" y="13195"/>
                  </a:lnTo>
                  <a:lnTo>
                    <a:pt x="30078" y="17727"/>
                  </a:lnTo>
                  <a:lnTo>
                    <a:pt x="25829" y="17411"/>
                  </a:lnTo>
                  <a:lnTo>
                    <a:pt x="23412" y="21563"/>
                  </a:lnTo>
                  <a:lnTo>
                    <a:pt x="21306" y="29998"/>
                  </a:lnTo>
                  <a:lnTo>
                    <a:pt x="20687" y="38030"/>
                  </a:lnTo>
                  <a:lnTo>
                    <a:pt x="20476" y="43068"/>
                  </a:lnTo>
                  <a:lnTo>
                    <a:pt x="22067" y="47065"/>
                  </a:lnTo>
                  <a:lnTo>
                    <a:pt x="19593" y="54926"/>
                  </a:lnTo>
                  <a:lnTo>
                    <a:pt x="20472" y="56172"/>
                  </a:lnTo>
                  <a:lnTo>
                    <a:pt x="21301" y="57347"/>
                  </a:lnTo>
                  <a:lnTo>
                    <a:pt x="19030" y="65296"/>
                  </a:lnTo>
                  <a:lnTo>
                    <a:pt x="18916" y="68807"/>
                  </a:lnTo>
                  <a:lnTo>
                    <a:pt x="16965" y="72926"/>
                  </a:lnTo>
                  <a:lnTo>
                    <a:pt x="17053" y="77516"/>
                  </a:lnTo>
                  <a:lnTo>
                    <a:pt x="16831" y="82528"/>
                  </a:lnTo>
                  <a:lnTo>
                    <a:pt x="13280" y="90547"/>
                  </a:lnTo>
                  <a:lnTo>
                    <a:pt x="10942" y="93870"/>
                  </a:lnTo>
                  <a:lnTo>
                    <a:pt x="8217" y="93689"/>
                  </a:lnTo>
                  <a:lnTo>
                    <a:pt x="4910" y="8655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5748622" y="3442965"/>
              <a:ext cx="531851" cy="329692"/>
            </a:xfrm>
            <a:custGeom>
              <a:avLst/>
              <a:pathLst>
                <a:path w="531851" h="329692">
                  <a:moveTo>
                    <a:pt x="3673" y="325995"/>
                  </a:moveTo>
                  <a:lnTo>
                    <a:pt x="9184" y="322031"/>
                  </a:lnTo>
                  <a:lnTo>
                    <a:pt x="13732" y="321105"/>
                  </a:lnTo>
                  <a:lnTo>
                    <a:pt x="15412" y="320762"/>
                  </a:lnTo>
                  <a:lnTo>
                    <a:pt x="18553" y="318302"/>
                  </a:lnTo>
                  <a:lnTo>
                    <a:pt x="28193" y="312736"/>
                  </a:lnTo>
                  <a:lnTo>
                    <a:pt x="34797" y="309933"/>
                  </a:lnTo>
                  <a:lnTo>
                    <a:pt x="35428" y="305054"/>
                  </a:lnTo>
                  <a:lnTo>
                    <a:pt x="37223" y="299799"/>
                  </a:lnTo>
                  <a:lnTo>
                    <a:pt x="41593" y="299193"/>
                  </a:lnTo>
                  <a:lnTo>
                    <a:pt x="49044" y="294520"/>
                  </a:lnTo>
                  <a:lnTo>
                    <a:pt x="49597" y="293060"/>
                  </a:lnTo>
                  <a:lnTo>
                    <a:pt x="50475" y="290743"/>
                  </a:lnTo>
                  <a:lnTo>
                    <a:pt x="49324" y="286206"/>
                  </a:lnTo>
                  <a:lnTo>
                    <a:pt x="52430" y="282594"/>
                  </a:lnTo>
                  <a:lnTo>
                    <a:pt x="56591" y="280203"/>
                  </a:lnTo>
                  <a:lnTo>
                    <a:pt x="57970" y="276875"/>
                  </a:lnTo>
                  <a:lnTo>
                    <a:pt x="56797" y="272284"/>
                  </a:lnTo>
                  <a:lnTo>
                    <a:pt x="66359" y="262712"/>
                  </a:lnTo>
                  <a:lnTo>
                    <a:pt x="66780" y="262289"/>
                  </a:lnTo>
                  <a:lnTo>
                    <a:pt x="67058" y="262064"/>
                  </a:lnTo>
                  <a:lnTo>
                    <a:pt x="73448" y="256884"/>
                  </a:lnTo>
                  <a:lnTo>
                    <a:pt x="79464" y="253675"/>
                  </a:lnTo>
                  <a:lnTo>
                    <a:pt x="81717" y="250394"/>
                  </a:lnTo>
                  <a:lnTo>
                    <a:pt x="81989" y="249997"/>
                  </a:lnTo>
                  <a:lnTo>
                    <a:pt x="88008" y="241943"/>
                  </a:lnTo>
                  <a:lnTo>
                    <a:pt x="100991" y="224458"/>
                  </a:lnTo>
                  <a:lnTo>
                    <a:pt x="103880" y="226145"/>
                  </a:lnTo>
                  <a:lnTo>
                    <a:pt x="101328" y="231897"/>
                  </a:lnTo>
                  <a:lnTo>
                    <a:pt x="105176" y="234142"/>
                  </a:lnTo>
                  <a:lnTo>
                    <a:pt x="105941" y="236737"/>
                  </a:lnTo>
                  <a:lnTo>
                    <a:pt x="109492" y="241103"/>
                  </a:lnTo>
                  <a:lnTo>
                    <a:pt x="113435" y="244435"/>
                  </a:lnTo>
                  <a:lnTo>
                    <a:pt x="118718" y="244193"/>
                  </a:lnTo>
                  <a:lnTo>
                    <a:pt x="121374" y="246510"/>
                  </a:lnTo>
                  <a:lnTo>
                    <a:pt x="121763" y="246696"/>
                  </a:lnTo>
                  <a:lnTo>
                    <a:pt x="126520" y="248965"/>
                  </a:lnTo>
                  <a:lnTo>
                    <a:pt x="134452" y="246801"/>
                  </a:lnTo>
                  <a:lnTo>
                    <a:pt x="136022" y="244937"/>
                  </a:lnTo>
                  <a:lnTo>
                    <a:pt x="138894" y="241835"/>
                  </a:lnTo>
                  <a:lnTo>
                    <a:pt x="142296" y="239222"/>
                  </a:lnTo>
                  <a:lnTo>
                    <a:pt x="145551" y="232468"/>
                  </a:lnTo>
                  <a:lnTo>
                    <a:pt x="156691" y="239185"/>
                  </a:lnTo>
                  <a:lnTo>
                    <a:pt x="163514" y="233672"/>
                  </a:lnTo>
                  <a:lnTo>
                    <a:pt x="171015" y="230027"/>
                  </a:lnTo>
                  <a:lnTo>
                    <a:pt x="172017" y="229675"/>
                  </a:lnTo>
                  <a:lnTo>
                    <a:pt x="176083" y="228245"/>
                  </a:lnTo>
                  <a:lnTo>
                    <a:pt x="181215" y="224450"/>
                  </a:lnTo>
                  <a:lnTo>
                    <a:pt x="177078" y="220987"/>
                  </a:lnTo>
                  <a:lnTo>
                    <a:pt x="177633" y="217605"/>
                  </a:lnTo>
                  <a:lnTo>
                    <a:pt x="178137" y="217378"/>
                  </a:lnTo>
                  <a:lnTo>
                    <a:pt x="179488" y="216768"/>
                  </a:lnTo>
                  <a:lnTo>
                    <a:pt x="184933" y="220181"/>
                  </a:lnTo>
                  <a:lnTo>
                    <a:pt x="191243" y="214902"/>
                  </a:lnTo>
                  <a:lnTo>
                    <a:pt x="198203" y="207773"/>
                  </a:lnTo>
                  <a:lnTo>
                    <a:pt x="204136" y="210481"/>
                  </a:lnTo>
                  <a:lnTo>
                    <a:pt x="204510" y="210651"/>
                  </a:lnTo>
                  <a:lnTo>
                    <a:pt x="208198" y="206491"/>
                  </a:lnTo>
                  <a:lnTo>
                    <a:pt x="214066" y="198355"/>
                  </a:lnTo>
                  <a:lnTo>
                    <a:pt x="213747" y="193999"/>
                  </a:lnTo>
                  <a:lnTo>
                    <a:pt x="216912" y="189741"/>
                  </a:lnTo>
                  <a:lnTo>
                    <a:pt x="211205" y="185720"/>
                  </a:lnTo>
                  <a:lnTo>
                    <a:pt x="211308" y="185478"/>
                  </a:lnTo>
                  <a:lnTo>
                    <a:pt x="212785" y="181996"/>
                  </a:lnTo>
                  <a:lnTo>
                    <a:pt x="214228" y="175968"/>
                  </a:lnTo>
                  <a:lnTo>
                    <a:pt x="214646" y="171861"/>
                  </a:lnTo>
                  <a:lnTo>
                    <a:pt x="217976" y="165429"/>
                  </a:lnTo>
                  <a:lnTo>
                    <a:pt x="221849" y="158824"/>
                  </a:lnTo>
                  <a:lnTo>
                    <a:pt x="222843" y="157124"/>
                  </a:lnTo>
                  <a:lnTo>
                    <a:pt x="225687" y="149494"/>
                  </a:lnTo>
                  <a:lnTo>
                    <a:pt x="225925" y="147687"/>
                  </a:lnTo>
                  <a:lnTo>
                    <a:pt x="226518" y="143185"/>
                  </a:lnTo>
                  <a:lnTo>
                    <a:pt x="226603" y="136564"/>
                  </a:lnTo>
                  <a:lnTo>
                    <a:pt x="230016" y="131274"/>
                  </a:lnTo>
                  <a:lnTo>
                    <a:pt x="232885" y="127477"/>
                  </a:lnTo>
                  <a:lnTo>
                    <a:pt x="233394" y="126803"/>
                  </a:lnTo>
                  <a:lnTo>
                    <a:pt x="231490" y="123592"/>
                  </a:lnTo>
                  <a:lnTo>
                    <a:pt x="235249" y="118764"/>
                  </a:lnTo>
                  <a:lnTo>
                    <a:pt x="236736" y="111607"/>
                  </a:lnTo>
                  <a:lnTo>
                    <a:pt x="235997" y="108859"/>
                  </a:lnTo>
                  <a:lnTo>
                    <a:pt x="236508" y="104450"/>
                  </a:lnTo>
                  <a:lnTo>
                    <a:pt x="236217" y="97199"/>
                  </a:lnTo>
                  <a:lnTo>
                    <a:pt x="244022" y="98703"/>
                  </a:lnTo>
                  <a:lnTo>
                    <a:pt x="250316" y="105825"/>
                  </a:lnTo>
                  <a:lnTo>
                    <a:pt x="257955" y="106600"/>
                  </a:lnTo>
                  <a:lnTo>
                    <a:pt x="262035" y="106353"/>
                  </a:lnTo>
                  <a:lnTo>
                    <a:pt x="262972" y="106296"/>
                  </a:lnTo>
                  <a:lnTo>
                    <a:pt x="266168" y="100234"/>
                  </a:lnTo>
                  <a:lnTo>
                    <a:pt x="266263" y="99691"/>
                  </a:lnTo>
                  <a:lnTo>
                    <a:pt x="267060" y="95111"/>
                  </a:lnTo>
                  <a:lnTo>
                    <a:pt x="268552" y="87564"/>
                  </a:lnTo>
                  <a:lnTo>
                    <a:pt x="271506" y="81973"/>
                  </a:lnTo>
                  <a:lnTo>
                    <a:pt x="271197" y="79268"/>
                  </a:lnTo>
                  <a:lnTo>
                    <a:pt x="271750" y="72632"/>
                  </a:lnTo>
                  <a:lnTo>
                    <a:pt x="273227" y="68859"/>
                  </a:lnTo>
                  <a:lnTo>
                    <a:pt x="273945" y="64896"/>
                  </a:lnTo>
                  <a:lnTo>
                    <a:pt x="284068" y="69263"/>
                  </a:lnTo>
                  <a:lnTo>
                    <a:pt x="285804" y="62609"/>
                  </a:lnTo>
                  <a:lnTo>
                    <a:pt x="287660" y="56398"/>
                  </a:lnTo>
                  <a:lnTo>
                    <a:pt x="292956" y="52066"/>
                  </a:lnTo>
                  <a:lnTo>
                    <a:pt x="295758" y="46142"/>
                  </a:lnTo>
                  <a:lnTo>
                    <a:pt x="299038" y="42857"/>
                  </a:lnTo>
                  <a:lnTo>
                    <a:pt x="300031" y="38597"/>
                  </a:lnTo>
                  <a:lnTo>
                    <a:pt x="300842" y="35106"/>
                  </a:lnTo>
                  <a:lnTo>
                    <a:pt x="305493" y="27483"/>
                  </a:lnTo>
                  <a:lnTo>
                    <a:pt x="303914" y="25279"/>
                  </a:lnTo>
                  <a:lnTo>
                    <a:pt x="304369" y="20518"/>
                  </a:lnTo>
                  <a:lnTo>
                    <a:pt x="303743" y="17148"/>
                  </a:lnTo>
                  <a:lnTo>
                    <a:pt x="306078" y="9506"/>
                  </a:lnTo>
                  <a:lnTo>
                    <a:pt x="305093" y="4686"/>
                  </a:lnTo>
                  <a:lnTo>
                    <a:pt x="303220" y="0"/>
                  </a:lnTo>
                  <a:lnTo>
                    <a:pt x="312503" y="4363"/>
                  </a:lnTo>
                  <a:lnTo>
                    <a:pt x="315792" y="5904"/>
                  </a:lnTo>
                  <a:lnTo>
                    <a:pt x="327996" y="11667"/>
                  </a:lnTo>
                  <a:lnTo>
                    <a:pt x="344197" y="19276"/>
                  </a:lnTo>
                  <a:lnTo>
                    <a:pt x="344636" y="15837"/>
                  </a:lnTo>
                  <a:lnTo>
                    <a:pt x="345314" y="10087"/>
                  </a:lnTo>
                  <a:lnTo>
                    <a:pt x="347076" y="1169"/>
                  </a:lnTo>
                  <a:lnTo>
                    <a:pt x="349862" y="699"/>
                  </a:lnTo>
                  <a:lnTo>
                    <a:pt x="350632" y="569"/>
                  </a:lnTo>
                  <a:lnTo>
                    <a:pt x="356016" y="438"/>
                  </a:lnTo>
                  <a:lnTo>
                    <a:pt x="358798" y="1734"/>
                  </a:lnTo>
                  <a:lnTo>
                    <a:pt x="363092" y="3111"/>
                  </a:lnTo>
                  <a:lnTo>
                    <a:pt x="366197" y="5201"/>
                  </a:lnTo>
                  <a:lnTo>
                    <a:pt x="365244" y="8497"/>
                  </a:lnTo>
                  <a:lnTo>
                    <a:pt x="363506" y="11243"/>
                  </a:lnTo>
                  <a:lnTo>
                    <a:pt x="364485" y="14646"/>
                  </a:lnTo>
                  <a:lnTo>
                    <a:pt x="367337" y="15241"/>
                  </a:lnTo>
                  <a:lnTo>
                    <a:pt x="369207" y="17409"/>
                  </a:lnTo>
                  <a:lnTo>
                    <a:pt x="376214" y="16731"/>
                  </a:lnTo>
                  <a:lnTo>
                    <a:pt x="377376" y="16714"/>
                  </a:lnTo>
                  <a:lnTo>
                    <a:pt x="378277" y="16700"/>
                  </a:lnTo>
                  <a:lnTo>
                    <a:pt x="379622" y="16679"/>
                  </a:lnTo>
                  <a:lnTo>
                    <a:pt x="384235" y="17667"/>
                  </a:lnTo>
                  <a:lnTo>
                    <a:pt x="385068" y="21192"/>
                  </a:lnTo>
                  <a:lnTo>
                    <a:pt x="388550" y="21849"/>
                  </a:lnTo>
                  <a:lnTo>
                    <a:pt x="390044" y="21558"/>
                  </a:lnTo>
                  <a:lnTo>
                    <a:pt x="392268" y="21124"/>
                  </a:lnTo>
                  <a:lnTo>
                    <a:pt x="394690" y="23171"/>
                  </a:lnTo>
                  <a:lnTo>
                    <a:pt x="397295" y="25189"/>
                  </a:lnTo>
                  <a:lnTo>
                    <a:pt x="401439" y="27312"/>
                  </a:lnTo>
                  <a:lnTo>
                    <a:pt x="402050" y="29600"/>
                  </a:lnTo>
                  <a:lnTo>
                    <a:pt x="403179" y="33832"/>
                  </a:lnTo>
                  <a:lnTo>
                    <a:pt x="403307" y="34374"/>
                  </a:lnTo>
                  <a:lnTo>
                    <a:pt x="404090" y="37697"/>
                  </a:lnTo>
                  <a:lnTo>
                    <a:pt x="404267" y="38452"/>
                  </a:lnTo>
                  <a:lnTo>
                    <a:pt x="404105" y="41069"/>
                  </a:lnTo>
                  <a:lnTo>
                    <a:pt x="402399" y="41597"/>
                  </a:lnTo>
                  <a:lnTo>
                    <a:pt x="402084" y="42076"/>
                  </a:lnTo>
                  <a:lnTo>
                    <a:pt x="399745" y="45635"/>
                  </a:lnTo>
                  <a:lnTo>
                    <a:pt x="400770" y="48902"/>
                  </a:lnTo>
                  <a:lnTo>
                    <a:pt x="394627" y="50642"/>
                  </a:lnTo>
                  <a:lnTo>
                    <a:pt x="393152" y="51059"/>
                  </a:lnTo>
                  <a:lnTo>
                    <a:pt x="391611" y="58201"/>
                  </a:lnTo>
                  <a:lnTo>
                    <a:pt x="391820" y="63661"/>
                  </a:lnTo>
                  <a:lnTo>
                    <a:pt x="391940" y="66818"/>
                  </a:lnTo>
                  <a:lnTo>
                    <a:pt x="394151" y="73850"/>
                  </a:lnTo>
                  <a:lnTo>
                    <a:pt x="397025" y="75963"/>
                  </a:lnTo>
                  <a:lnTo>
                    <a:pt x="398688" y="77184"/>
                  </a:lnTo>
                  <a:lnTo>
                    <a:pt x="405136" y="74170"/>
                  </a:lnTo>
                  <a:lnTo>
                    <a:pt x="409509" y="72295"/>
                  </a:lnTo>
                  <a:lnTo>
                    <a:pt x="412333" y="70811"/>
                  </a:lnTo>
                  <a:lnTo>
                    <a:pt x="414812" y="72932"/>
                  </a:lnTo>
                  <a:lnTo>
                    <a:pt x="415060" y="75301"/>
                  </a:lnTo>
                  <a:lnTo>
                    <a:pt x="417527" y="76752"/>
                  </a:lnTo>
                  <a:lnTo>
                    <a:pt x="418074" y="77073"/>
                  </a:lnTo>
                  <a:lnTo>
                    <a:pt x="420899" y="79082"/>
                  </a:lnTo>
                  <a:lnTo>
                    <a:pt x="421259" y="81650"/>
                  </a:lnTo>
                  <a:lnTo>
                    <a:pt x="425025" y="82125"/>
                  </a:lnTo>
                  <a:lnTo>
                    <a:pt x="430518" y="83621"/>
                  </a:lnTo>
                  <a:lnTo>
                    <a:pt x="436403" y="82037"/>
                  </a:lnTo>
                  <a:lnTo>
                    <a:pt x="440787" y="81276"/>
                  </a:lnTo>
                  <a:lnTo>
                    <a:pt x="445627" y="80588"/>
                  </a:lnTo>
                  <a:lnTo>
                    <a:pt x="447361" y="83619"/>
                  </a:lnTo>
                  <a:lnTo>
                    <a:pt x="452562" y="85822"/>
                  </a:lnTo>
                  <a:lnTo>
                    <a:pt x="454909" y="87895"/>
                  </a:lnTo>
                  <a:lnTo>
                    <a:pt x="456649" y="89431"/>
                  </a:lnTo>
                  <a:lnTo>
                    <a:pt x="461814" y="91605"/>
                  </a:lnTo>
                  <a:lnTo>
                    <a:pt x="470055" y="93041"/>
                  </a:lnTo>
                  <a:lnTo>
                    <a:pt x="476391" y="95370"/>
                  </a:lnTo>
                  <a:lnTo>
                    <a:pt x="476725" y="100435"/>
                  </a:lnTo>
                  <a:lnTo>
                    <a:pt x="473724" y="104844"/>
                  </a:lnTo>
                  <a:lnTo>
                    <a:pt x="475272" y="111241"/>
                  </a:lnTo>
                  <a:lnTo>
                    <a:pt x="475320" y="114701"/>
                  </a:lnTo>
                  <a:lnTo>
                    <a:pt x="475334" y="115764"/>
                  </a:lnTo>
                  <a:lnTo>
                    <a:pt x="479829" y="119285"/>
                  </a:lnTo>
                  <a:lnTo>
                    <a:pt x="479916" y="122099"/>
                  </a:lnTo>
                  <a:lnTo>
                    <a:pt x="479999" y="124810"/>
                  </a:lnTo>
                  <a:lnTo>
                    <a:pt x="481054" y="126480"/>
                  </a:lnTo>
                  <a:lnTo>
                    <a:pt x="483050" y="129638"/>
                  </a:lnTo>
                  <a:lnTo>
                    <a:pt x="486263" y="135441"/>
                  </a:lnTo>
                  <a:lnTo>
                    <a:pt x="487469" y="139385"/>
                  </a:lnTo>
                  <a:lnTo>
                    <a:pt x="487167" y="145469"/>
                  </a:lnTo>
                  <a:lnTo>
                    <a:pt x="479639" y="141760"/>
                  </a:lnTo>
                  <a:lnTo>
                    <a:pt x="477345" y="140465"/>
                  </a:lnTo>
                  <a:lnTo>
                    <a:pt x="476825" y="140926"/>
                  </a:lnTo>
                  <a:lnTo>
                    <a:pt x="474824" y="142696"/>
                  </a:lnTo>
                  <a:lnTo>
                    <a:pt x="479770" y="147866"/>
                  </a:lnTo>
                  <a:lnTo>
                    <a:pt x="482317" y="150558"/>
                  </a:lnTo>
                  <a:lnTo>
                    <a:pt x="481816" y="152612"/>
                  </a:lnTo>
                  <a:lnTo>
                    <a:pt x="481228" y="155023"/>
                  </a:lnTo>
                  <a:lnTo>
                    <a:pt x="485159" y="157128"/>
                  </a:lnTo>
                  <a:lnTo>
                    <a:pt x="485501" y="157311"/>
                  </a:lnTo>
                  <a:lnTo>
                    <a:pt x="488727" y="160777"/>
                  </a:lnTo>
                  <a:lnTo>
                    <a:pt x="490478" y="162497"/>
                  </a:lnTo>
                  <a:lnTo>
                    <a:pt x="492610" y="164590"/>
                  </a:lnTo>
                  <a:lnTo>
                    <a:pt x="492308" y="172326"/>
                  </a:lnTo>
                  <a:lnTo>
                    <a:pt x="494401" y="173881"/>
                  </a:lnTo>
                  <a:lnTo>
                    <a:pt x="495569" y="174748"/>
                  </a:lnTo>
                  <a:lnTo>
                    <a:pt x="501528" y="176026"/>
                  </a:lnTo>
                  <a:lnTo>
                    <a:pt x="502463" y="176016"/>
                  </a:lnTo>
                  <a:lnTo>
                    <a:pt x="508854" y="175944"/>
                  </a:lnTo>
                  <a:lnTo>
                    <a:pt x="511414" y="173440"/>
                  </a:lnTo>
                  <a:lnTo>
                    <a:pt x="514661" y="172975"/>
                  </a:lnTo>
                  <a:lnTo>
                    <a:pt x="519786" y="182675"/>
                  </a:lnTo>
                  <a:lnTo>
                    <a:pt x="524935" y="191067"/>
                  </a:lnTo>
                  <a:lnTo>
                    <a:pt x="528408" y="195667"/>
                  </a:lnTo>
                  <a:lnTo>
                    <a:pt x="531851" y="201997"/>
                  </a:lnTo>
                  <a:lnTo>
                    <a:pt x="521157" y="205221"/>
                  </a:lnTo>
                  <a:lnTo>
                    <a:pt x="514748" y="207130"/>
                  </a:lnTo>
                  <a:lnTo>
                    <a:pt x="501940" y="210921"/>
                  </a:lnTo>
                  <a:lnTo>
                    <a:pt x="489975" y="214416"/>
                  </a:lnTo>
                  <a:lnTo>
                    <a:pt x="486583" y="215401"/>
                  </a:lnTo>
                  <a:lnTo>
                    <a:pt x="473384" y="219214"/>
                  </a:lnTo>
                  <a:lnTo>
                    <a:pt x="461455" y="223099"/>
                  </a:lnTo>
                  <a:lnTo>
                    <a:pt x="451069" y="226058"/>
                  </a:lnTo>
                  <a:lnTo>
                    <a:pt x="444825" y="227826"/>
                  </a:lnTo>
                  <a:lnTo>
                    <a:pt x="443084" y="228317"/>
                  </a:lnTo>
                  <a:lnTo>
                    <a:pt x="435760" y="230395"/>
                  </a:lnTo>
                  <a:lnTo>
                    <a:pt x="405363" y="238902"/>
                  </a:lnTo>
                  <a:lnTo>
                    <a:pt x="404190" y="239232"/>
                  </a:lnTo>
                  <a:lnTo>
                    <a:pt x="395242" y="241739"/>
                  </a:lnTo>
                  <a:lnTo>
                    <a:pt x="385360" y="244490"/>
                  </a:lnTo>
                  <a:lnTo>
                    <a:pt x="379506" y="246110"/>
                  </a:lnTo>
                  <a:lnTo>
                    <a:pt x="366626" y="249699"/>
                  </a:lnTo>
                  <a:lnTo>
                    <a:pt x="357605" y="252194"/>
                  </a:lnTo>
                  <a:lnTo>
                    <a:pt x="354045" y="253174"/>
                  </a:lnTo>
                  <a:lnTo>
                    <a:pt x="338845" y="257132"/>
                  </a:lnTo>
                  <a:lnTo>
                    <a:pt x="334629" y="258222"/>
                  </a:lnTo>
                  <a:lnTo>
                    <a:pt x="324738" y="260766"/>
                  </a:lnTo>
                  <a:lnTo>
                    <a:pt x="311423" y="264245"/>
                  </a:lnTo>
                  <a:lnTo>
                    <a:pt x="305987" y="265656"/>
                  </a:lnTo>
                  <a:lnTo>
                    <a:pt x="297524" y="267841"/>
                  </a:lnTo>
                  <a:lnTo>
                    <a:pt x="288903" y="270053"/>
                  </a:lnTo>
                  <a:lnTo>
                    <a:pt x="286146" y="270757"/>
                  </a:lnTo>
                  <a:lnTo>
                    <a:pt x="285942" y="270807"/>
                  </a:lnTo>
                  <a:lnTo>
                    <a:pt x="272244" y="274177"/>
                  </a:lnTo>
                  <a:lnTo>
                    <a:pt x="250949" y="279345"/>
                  </a:lnTo>
                  <a:lnTo>
                    <a:pt x="249168" y="279768"/>
                  </a:lnTo>
                  <a:lnTo>
                    <a:pt x="232664" y="283662"/>
                  </a:lnTo>
                  <a:lnTo>
                    <a:pt x="223248" y="285364"/>
                  </a:lnTo>
                  <a:lnTo>
                    <a:pt x="222644" y="285473"/>
                  </a:lnTo>
                  <a:lnTo>
                    <a:pt x="210778" y="287618"/>
                  </a:lnTo>
                  <a:lnTo>
                    <a:pt x="204379" y="288763"/>
                  </a:lnTo>
                  <a:lnTo>
                    <a:pt x="195143" y="290973"/>
                  </a:lnTo>
                  <a:lnTo>
                    <a:pt x="190944" y="291972"/>
                  </a:lnTo>
                  <a:lnTo>
                    <a:pt x="179907" y="294066"/>
                  </a:lnTo>
                  <a:lnTo>
                    <a:pt x="171968" y="295457"/>
                  </a:lnTo>
                  <a:lnTo>
                    <a:pt x="159821" y="297851"/>
                  </a:lnTo>
                  <a:lnTo>
                    <a:pt x="149726" y="299819"/>
                  </a:lnTo>
                  <a:lnTo>
                    <a:pt x="137417" y="301841"/>
                  </a:lnTo>
                  <a:lnTo>
                    <a:pt x="139096" y="299322"/>
                  </a:lnTo>
                  <a:lnTo>
                    <a:pt x="126737" y="301827"/>
                  </a:lnTo>
                  <a:lnTo>
                    <a:pt x="120143" y="303151"/>
                  </a:lnTo>
                  <a:lnTo>
                    <a:pt x="119735" y="305220"/>
                  </a:lnTo>
                  <a:lnTo>
                    <a:pt x="105238" y="308365"/>
                  </a:lnTo>
                  <a:lnTo>
                    <a:pt x="103289" y="308785"/>
                  </a:lnTo>
                  <a:lnTo>
                    <a:pt x="98525" y="309794"/>
                  </a:lnTo>
                  <a:lnTo>
                    <a:pt x="95041" y="310530"/>
                  </a:lnTo>
                  <a:lnTo>
                    <a:pt x="81779" y="313309"/>
                  </a:lnTo>
                  <a:lnTo>
                    <a:pt x="73420" y="315152"/>
                  </a:lnTo>
                  <a:lnTo>
                    <a:pt x="58244" y="318464"/>
                  </a:lnTo>
                  <a:lnTo>
                    <a:pt x="47634" y="320534"/>
                  </a:lnTo>
                  <a:lnTo>
                    <a:pt x="27516" y="324402"/>
                  </a:lnTo>
                  <a:lnTo>
                    <a:pt x="14021" y="327014"/>
                  </a:lnTo>
                  <a:lnTo>
                    <a:pt x="0" y="32969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6319812" y="2545713"/>
              <a:ext cx="117306" cy="227554"/>
            </a:xfrm>
            <a:custGeom>
              <a:avLst/>
              <a:pathLst>
                <a:path w="117306" h="227554">
                  <a:moveTo>
                    <a:pt x="21584" y="116763"/>
                  </a:moveTo>
                  <a:lnTo>
                    <a:pt x="20909" y="110660"/>
                  </a:lnTo>
                  <a:lnTo>
                    <a:pt x="21784" y="104396"/>
                  </a:lnTo>
                  <a:lnTo>
                    <a:pt x="22955" y="101412"/>
                  </a:lnTo>
                  <a:lnTo>
                    <a:pt x="22743" y="100945"/>
                  </a:lnTo>
                  <a:lnTo>
                    <a:pt x="21030" y="97174"/>
                  </a:lnTo>
                  <a:lnTo>
                    <a:pt x="19095" y="93446"/>
                  </a:lnTo>
                  <a:lnTo>
                    <a:pt x="19163" y="90999"/>
                  </a:lnTo>
                  <a:lnTo>
                    <a:pt x="19115" y="85576"/>
                  </a:lnTo>
                  <a:lnTo>
                    <a:pt x="16098" y="80362"/>
                  </a:lnTo>
                  <a:lnTo>
                    <a:pt x="12948" y="77805"/>
                  </a:lnTo>
                  <a:lnTo>
                    <a:pt x="11543" y="76662"/>
                  </a:lnTo>
                  <a:lnTo>
                    <a:pt x="11219" y="76399"/>
                  </a:lnTo>
                  <a:lnTo>
                    <a:pt x="8421" y="72481"/>
                  </a:lnTo>
                  <a:lnTo>
                    <a:pt x="7548" y="65205"/>
                  </a:lnTo>
                  <a:lnTo>
                    <a:pt x="6564" y="60783"/>
                  </a:lnTo>
                  <a:lnTo>
                    <a:pt x="6454" y="56012"/>
                  </a:lnTo>
                  <a:lnTo>
                    <a:pt x="3953" y="54605"/>
                  </a:lnTo>
                  <a:lnTo>
                    <a:pt x="2263" y="52321"/>
                  </a:lnTo>
                  <a:lnTo>
                    <a:pt x="2898" y="46399"/>
                  </a:lnTo>
                  <a:lnTo>
                    <a:pt x="1059" y="42080"/>
                  </a:lnTo>
                  <a:lnTo>
                    <a:pt x="0" y="38656"/>
                  </a:lnTo>
                  <a:lnTo>
                    <a:pt x="8628" y="35439"/>
                  </a:lnTo>
                  <a:lnTo>
                    <a:pt x="16885" y="32342"/>
                  </a:lnTo>
                  <a:lnTo>
                    <a:pt x="23350" y="30097"/>
                  </a:lnTo>
                  <a:lnTo>
                    <a:pt x="43801" y="23024"/>
                  </a:lnTo>
                  <a:lnTo>
                    <a:pt x="45506" y="22608"/>
                  </a:lnTo>
                  <a:lnTo>
                    <a:pt x="46775" y="22297"/>
                  </a:lnTo>
                  <a:lnTo>
                    <a:pt x="57405" y="18648"/>
                  </a:lnTo>
                  <a:lnTo>
                    <a:pt x="76027" y="11704"/>
                  </a:lnTo>
                  <a:lnTo>
                    <a:pt x="82200" y="9324"/>
                  </a:lnTo>
                  <a:lnTo>
                    <a:pt x="83091" y="8969"/>
                  </a:lnTo>
                  <a:lnTo>
                    <a:pt x="94857" y="4262"/>
                  </a:lnTo>
                  <a:lnTo>
                    <a:pt x="99509" y="2395"/>
                  </a:lnTo>
                  <a:lnTo>
                    <a:pt x="105703" y="0"/>
                  </a:lnTo>
                  <a:lnTo>
                    <a:pt x="105097" y="3776"/>
                  </a:lnTo>
                  <a:lnTo>
                    <a:pt x="109179" y="8334"/>
                  </a:lnTo>
                  <a:lnTo>
                    <a:pt x="108522" y="11529"/>
                  </a:lnTo>
                  <a:lnTo>
                    <a:pt x="108065" y="18873"/>
                  </a:lnTo>
                  <a:lnTo>
                    <a:pt x="106580" y="24941"/>
                  </a:lnTo>
                  <a:lnTo>
                    <a:pt x="111491" y="30869"/>
                  </a:lnTo>
                  <a:lnTo>
                    <a:pt x="114524" y="33314"/>
                  </a:lnTo>
                  <a:lnTo>
                    <a:pt x="116379" y="37204"/>
                  </a:lnTo>
                  <a:lnTo>
                    <a:pt x="114844" y="40764"/>
                  </a:lnTo>
                  <a:lnTo>
                    <a:pt x="116703" y="44439"/>
                  </a:lnTo>
                  <a:lnTo>
                    <a:pt x="113854" y="48629"/>
                  </a:lnTo>
                  <a:lnTo>
                    <a:pt x="112725" y="53570"/>
                  </a:lnTo>
                  <a:lnTo>
                    <a:pt x="109077" y="56605"/>
                  </a:lnTo>
                  <a:lnTo>
                    <a:pt x="108298" y="57252"/>
                  </a:lnTo>
                  <a:lnTo>
                    <a:pt x="107372" y="62037"/>
                  </a:lnTo>
                  <a:lnTo>
                    <a:pt x="106427" y="62880"/>
                  </a:lnTo>
                  <a:lnTo>
                    <a:pt x="104534" y="64565"/>
                  </a:lnTo>
                  <a:lnTo>
                    <a:pt x="100506" y="66020"/>
                  </a:lnTo>
                  <a:lnTo>
                    <a:pt x="97575" y="68320"/>
                  </a:lnTo>
                  <a:lnTo>
                    <a:pt x="95998" y="72014"/>
                  </a:lnTo>
                  <a:lnTo>
                    <a:pt x="96887" y="75951"/>
                  </a:lnTo>
                  <a:lnTo>
                    <a:pt x="98295" y="81297"/>
                  </a:lnTo>
                  <a:lnTo>
                    <a:pt x="99471" y="83233"/>
                  </a:lnTo>
                  <a:lnTo>
                    <a:pt x="102140" y="87627"/>
                  </a:lnTo>
                  <a:lnTo>
                    <a:pt x="101915" y="94192"/>
                  </a:lnTo>
                  <a:lnTo>
                    <a:pt x="100767" y="98647"/>
                  </a:lnTo>
                  <a:lnTo>
                    <a:pt x="102655" y="101983"/>
                  </a:lnTo>
                  <a:lnTo>
                    <a:pt x="101151" y="109714"/>
                  </a:lnTo>
                  <a:lnTo>
                    <a:pt x="102272" y="115473"/>
                  </a:lnTo>
                  <a:lnTo>
                    <a:pt x="101652" y="119019"/>
                  </a:lnTo>
                  <a:lnTo>
                    <a:pt x="101417" y="120353"/>
                  </a:lnTo>
                  <a:lnTo>
                    <a:pt x="98889" y="125002"/>
                  </a:lnTo>
                  <a:lnTo>
                    <a:pt x="99523" y="135347"/>
                  </a:lnTo>
                  <a:lnTo>
                    <a:pt x="99365" y="135668"/>
                  </a:lnTo>
                  <a:lnTo>
                    <a:pt x="97582" y="139290"/>
                  </a:lnTo>
                  <a:lnTo>
                    <a:pt x="99837" y="146090"/>
                  </a:lnTo>
                  <a:lnTo>
                    <a:pt x="101690" y="157740"/>
                  </a:lnTo>
                  <a:lnTo>
                    <a:pt x="103556" y="161064"/>
                  </a:lnTo>
                  <a:lnTo>
                    <a:pt x="104074" y="166249"/>
                  </a:lnTo>
                  <a:lnTo>
                    <a:pt x="104242" y="169073"/>
                  </a:lnTo>
                  <a:lnTo>
                    <a:pt x="104339" y="170700"/>
                  </a:lnTo>
                  <a:lnTo>
                    <a:pt x="105314" y="175447"/>
                  </a:lnTo>
                  <a:lnTo>
                    <a:pt x="105453" y="176125"/>
                  </a:lnTo>
                  <a:lnTo>
                    <a:pt x="108365" y="181384"/>
                  </a:lnTo>
                  <a:lnTo>
                    <a:pt x="107977" y="185524"/>
                  </a:lnTo>
                  <a:lnTo>
                    <a:pt x="110149" y="188496"/>
                  </a:lnTo>
                  <a:lnTo>
                    <a:pt x="108369" y="192602"/>
                  </a:lnTo>
                  <a:lnTo>
                    <a:pt x="106375" y="194515"/>
                  </a:lnTo>
                  <a:lnTo>
                    <a:pt x="108050" y="199287"/>
                  </a:lnTo>
                  <a:lnTo>
                    <a:pt x="107486" y="202477"/>
                  </a:lnTo>
                  <a:lnTo>
                    <a:pt x="110228" y="207284"/>
                  </a:lnTo>
                  <a:lnTo>
                    <a:pt x="115179" y="209618"/>
                  </a:lnTo>
                  <a:lnTo>
                    <a:pt x="117306" y="212097"/>
                  </a:lnTo>
                  <a:lnTo>
                    <a:pt x="96044" y="218759"/>
                  </a:lnTo>
                  <a:lnTo>
                    <a:pt x="92705" y="219832"/>
                  </a:lnTo>
                  <a:lnTo>
                    <a:pt x="88723" y="221109"/>
                  </a:lnTo>
                  <a:lnTo>
                    <a:pt x="83098" y="222906"/>
                  </a:lnTo>
                  <a:lnTo>
                    <a:pt x="68440" y="227554"/>
                  </a:lnTo>
                  <a:lnTo>
                    <a:pt x="65323" y="223381"/>
                  </a:lnTo>
                  <a:lnTo>
                    <a:pt x="65183" y="220474"/>
                  </a:lnTo>
                  <a:lnTo>
                    <a:pt x="65079" y="220123"/>
                  </a:lnTo>
                  <a:lnTo>
                    <a:pt x="62402" y="211093"/>
                  </a:lnTo>
                  <a:lnTo>
                    <a:pt x="60069" y="203239"/>
                  </a:lnTo>
                  <a:lnTo>
                    <a:pt x="53133" y="179489"/>
                  </a:lnTo>
                  <a:lnTo>
                    <a:pt x="51910" y="175317"/>
                  </a:lnTo>
                  <a:lnTo>
                    <a:pt x="47747" y="160676"/>
                  </a:lnTo>
                  <a:lnTo>
                    <a:pt x="43388" y="157538"/>
                  </a:lnTo>
                  <a:lnTo>
                    <a:pt x="40119" y="154787"/>
                  </a:lnTo>
                  <a:lnTo>
                    <a:pt x="37710" y="161052"/>
                  </a:lnTo>
                  <a:lnTo>
                    <a:pt x="35121" y="159068"/>
                  </a:lnTo>
                  <a:lnTo>
                    <a:pt x="34076" y="153852"/>
                  </a:lnTo>
                  <a:lnTo>
                    <a:pt x="34159" y="149975"/>
                  </a:lnTo>
                  <a:lnTo>
                    <a:pt x="34569" y="144760"/>
                  </a:lnTo>
                  <a:lnTo>
                    <a:pt x="34699" y="143097"/>
                  </a:lnTo>
                  <a:lnTo>
                    <a:pt x="31762" y="140577"/>
                  </a:lnTo>
                  <a:lnTo>
                    <a:pt x="31045" y="139961"/>
                  </a:lnTo>
                  <a:lnTo>
                    <a:pt x="30368" y="134732"/>
                  </a:lnTo>
                  <a:lnTo>
                    <a:pt x="26857" y="130851"/>
                  </a:lnTo>
                  <a:lnTo>
                    <a:pt x="25365" y="127076"/>
                  </a:lnTo>
                  <a:lnTo>
                    <a:pt x="24666" y="123949"/>
                  </a:lnTo>
                  <a:lnTo>
                    <a:pt x="21975" y="121964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055449" y="2262148"/>
              <a:ext cx="27086" cy="32823"/>
            </a:xfrm>
            <a:custGeom>
              <a:avLst/>
              <a:pathLst>
                <a:path w="27086" h="32823">
                  <a:moveTo>
                    <a:pt x="541" y="4069"/>
                  </a:moveTo>
                  <a:lnTo>
                    <a:pt x="10103" y="5451"/>
                  </a:lnTo>
                  <a:lnTo>
                    <a:pt x="13435" y="4487"/>
                  </a:lnTo>
                  <a:lnTo>
                    <a:pt x="17197" y="42"/>
                  </a:lnTo>
                  <a:lnTo>
                    <a:pt x="19696" y="0"/>
                  </a:lnTo>
                  <a:lnTo>
                    <a:pt x="25065" y="5832"/>
                  </a:lnTo>
                  <a:lnTo>
                    <a:pt x="27086" y="14064"/>
                  </a:lnTo>
                  <a:lnTo>
                    <a:pt x="22546" y="17999"/>
                  </a:lnTo>
                  <a:lnTo>
                    <a:pt x="22994" y="22034"/>
                  </a:lnTo>
                  <a:lnTo>
                    <a:pt x="21191" y="26436"/>
                  </a:lnTo>
                  <a:lnTo>
                    <a:pt x="18415" y="27916"/>
                  </a:lnTo>
                  <a:lnTo>
                    <a:pt x="17799" y="32823"/>
                  </a:lnTo>
                  <a:lnTo>
                    <a:pt x="13634" y="32551"/>
                  </a:lnTo>
                  <a:lnTo>
                    <a:pt x="11222" y="29816"/>
                  </a:lnTo>
                  <a:lnTo>
                    <a:pt x="5614" y="26274"/>
                  </a:lnTo>
                  <a:lnTo>
                    <a:pt x="1155" y="20737"/>
                  </a:lnTo>
                  <a:lnTo>
                    <a:pt x="0" y="1253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1945512" y="2247152"/>
              <a:ext cx="461075" cy="341900"/>
            </a:xfrm>
            <a:custGeom>
              <a:avLst/>
              <a:pathLst>
                <a:path w="461075" h="341900">
                  <a:moveTo>
                    <a:pt x="21008" y="18420"/>
                  </a:moveTo>
                  <a:lnTo>
                    <a:pt x="25108" y="19320"/>
                  </a:lnTo>
                  <a:lnTo>
                    <a:pt x="29944" y="24346"/>
                  </a:lnTo>
                  <a:lnTo>
                    <a:pt x="37129" y="33077"/>
                  </a:lnTo>
                  <a:lnTo>
                    <a:pt x="43727" y="37044"/>
                  </a:lnTo>
                  <a:lnTo>
                    <a:pt x="50636" y="43694"/>
                  </a:lnTo>
                  <a:lnTo>
                    <a:pt x="52395" y="47887"/>
                  </a:lnTo>
                  <a:lnTo>
                    <a:pt x="61347" y="52299"/>
                  </a:lnTo>
                  <a:lnTo>
                    <a:pt x="69757" y="54727"/>
                  </a:lnTo>
                  <a:lnTo>
                    <a:pt x="72863" y="55702"/>
                  </a:lnTo>
                  <a:lnTo>
                    <a:pt x="79266" y="58738"/>
                  </a:lnTo>
                  <a:lnTo>
                    <a:pt x="84592" y="62892"/>
                  </a:lnTo>
                  <a:lnTo>
                    <a:pt x="91369" y="65945"/>
                  </a:lnTo>
                  <a:lnTo>
                    <a:pt x="95664" y="66840"/>
                  </a:lnTo>
                  <a:lnTo>
                    <a:pt x="102382" y="63543"/>
                  </a:lnTo>
                  <a:lnTo>
                    <a:pt x="105304" y="69556"/>
                  </a:lnTo>
                  <a:lnTo>
                    <a:pt x="107977" y="73131"/>
                  </a:lnTo>
                  <a:lnTo>
                    <a:pt x="111402" y="73418"/>
                  </a:lnTo>
                  <a:lnTo>
                    <a:pt x="113656" y="73056"/>
                  </a:lnTo>
                  <a:lnTo>
                    <a:pt x="118585" y="72259"/>
                  </a:lnTo>
                  <a:lnTo>
                    <a:pt x="122845" y="72714"/>
                  </a:lnTo>
                  <a:lnTo>
                    <a:pt x="125268" y="77139"/>
                  </a:lnTo>
                  <a:lnTo>
                    <a:pt x="122878" y="84456"/>
                  </a:lnTo>
                  <a:lnTo>
                    <a:pt x="121817" y="88120"/>
                  </a:lnTo>
                  <a:lnTo>
                    <a:pt x="123303" y="93357"/>
                  </a:lnTo>
                  <a:lnTo>
                    <a:pt x="124301" y="93463"/>
                  </a:lnTo>
                  <a:lnTo>
                    <a:pt x="125324" y="93571"/>
                  </a:lnTo>
                  <a:lnTo>
                    <a:pt x="128370" y="92085"/>
                  </a:lnTo>
                  <a:lnTo>
                    <a:pt x="130278" y="91153"/>
                  </a:lnTo>
                  <a:lnTo>
                    <a:pt x="131229" y="88742"/>
                  </a:lnTo>
                  <a:lnTo>
                    <a:pt x="128513" y="84751"/>
                  </a:lnTo>
                  <a:lnTo>
                    <a:pt x="131023" y="78150"/>
                  </a:lnTo>
                  <a:lnTo>
                    <a:pt x="130416" y="73113"/>
                  </a:lnTo>
                  <a:lnTo>
                    <a:pt x="126837" y="69257"/>
                  </a:lnTo>
                  <a:lnTo>
                    <a:pt x="126252" y="62947"/>
                  </a:lnTo>
                  <a:lnTo>
                    <a:pt x="130173" y="59017"/>
                  </a:lnTo>
                  <a:lnTo>
                    <a:pt x="134857" y="51442"/>
                  </a:lnTo>
                  <a:lnTo>
                    <a:pt x="135049" y="51131"/>
                  </a:lnTo>
                  <a:lnTo>
                    <a:pt x="135271" y="45625"/>
                  </a:lnTo>
                  <a:lnTo>
                    <a:pt x="138765" y="41744"/>
                  </a:lnTo>
                  <a:lnTo>
                    <a:pt x="140668" y="36941"/>
                  </a:lnTo>
                  <a:lnTo>
                    <a:pt x="140536" y="31647"/>
                  </a:lnTo>
                  <a:lnTo>
                    <a:pt x="140366" y="24496"/>
                  </a:lnTo>
                  <a:lnTo>
                    <a:pt x="141535" y="18665"/>
                  </a:lnTo>
                  <a:lnTo>
                    <a:pt x="142103" y="14321"/>
                  </a:lnTo>
                  <a:lnTo>
                    <a:pt x="139893" y="9503"/>
                  </a:lnTo>
                  <a:lnTo>
                    <a:pt x="139881" y="4122"/>
                  </a:lnTo>
                  <a:lnTo>
                    <a:pt x="144919" y="0"/>
                  </a:lnTo>
                  <a:lnTo>
                    <a:pt x="172607" y="8162"/>
                  </a:lnTo>
                  <a:lnTo>
                    <a:pt x="180950" y="10619"/>
                  </a:lnTo>
                  <a:lnTo>
                    <a:pt x="199840" y="16477"/>
                  </a:lnTo>
                  <a:lnTo>
                    <a:pt x="219410" y="21771"/>
                  </a:lnTo>
                  <a:lnTo>
                    <a:pt x="234239" y="25744"/>
                  </a:lnTo>
                  <a:lnTo>
                    <a:pt x="249326" y="29949"/>
                  </a:lnTo>
                  <a:lnTo>
                    <a:pt x="256742" y="31995"/>
                  </a:lnTo>
                  <a:lnTo>
                    <a:pt x="275508" y="36969"/>
                  </a:lnTo>
                  <a:lnTo>
                    <a:pt x="296171" y="42512"/>
                  </a:lnTo>
                  <a:lnTo>
                    <a:pt x="326237" y="50138"/>
                  </a:lnTo>
                  <a:lnTo>
                    <a:pt x="344269" y="54649"/>
                  </a:lnTo>
                  <a:lnTo>
                    <a:pt x="360654" y="58674"/>
                  </a:lnTo>
                  <a:lnTo>
                    <a:pt x="396166" y="67168"/>
                  </a:lnTo>
                  <a:lnTo>
                    <a:pt x="407034" y="69706"/>
                  </a:lnTo>
                  <a:lnTo>
                    <a:pt x="429027" y="74722"/>
                  </a:lnTo>
                  <a:lnTo>
                    <a:pt x="438905" y="77001"/>
                  </a:lnTo>
                  <a:lnTo>
                    <a:pt x="447917" y="79060"/>
                  </a:lnTo>
                  <a:lnTo>
                    <a:pt x="461075" y="82022"/>
                  </a:lnTo>
                  <a:lnTo>
                    <a:pt x="458104" y="95122"/>
                  </a:lnTo>
                  <a:lnTo>
                    <a:pt x="454415" y="111422"/>
                  </a:lnTo>
                  <a:lnTo>
                    <a:pt x="449833" y="131532"/>
                  </a:lnTo>
                  <a:lnTo>
                    <a:pt x="443810" y="157066"/>
                  </a:lnTo>
                  <a:lnTo>
                    <a:pt x="442288" y="163895"/>
                  </a:lnTo>
                  <a:lnTo>
                    <a:pt x="440986" y="169742"/>
                  </a:lnTo>
                  <a:lnTo>
                    <a:pt x="436360" y="190564"/>
                  </a:lnTo>
                  <a:lnTo>
                    <a:pt x="429427" y="222343"/>
                  </a:lnTo>
                  <a:lnTo>
                    <a:pt x="427428" y="231532"/>
                  </a:lnTo>
                  <a:lnTo>
                    <a:pt x="425474" y="240531"/>
                  </a:lnTo>
                  <a:lnTo>
                    <a:pt x="424956" y="242894"/>
                  </a:lnTo>
                  <a:lnTo>
                    <a:pt x="413959" y="293289"/>
                  </a:lnTo>
                  <a:lnTo>
                    <a:pt x="412651" y="299309"/>
                  </a:lnTo>
                  <a:lnTo>
                    <a:pt x="411981" y="303281"/>
                  </a:lnTo>
                  <a:lnTo>
                    <a:pt x="411745" y="304680"/>
                  </a:lnTo>
                  <a:lnTo>
                    <a:pt x="409093" y="309187"/>
                  </a:lnTo>
                  <a:lnTo>
                    <a:pt x="412002" y="314367"/>
                  </a:lnTo>
                  <a:lnTo>
                    <a:pt x="413010" y="319078"/>
                  </a:lnTo>
                  <a:lnTo>
                    <a:pt x="412099" y="323712"/>
                  </a:lnTo>
                  <a:lnTo>
                    <a:pt x="413866" y="326684"/>
                  </a:lnTo>
                  <a:lnTo>
                    <a:pt x="412660" y="328990"/>
                  </a:lnTo>
                  <a:lnTo>
                    <a:pt x="408849" y="333352"/>
                  </a:lnTo>
                  <a:lnTo>
                    <a:pt x="410728" y="335912"/>
                  </a:lnTo>
                  <a:lnTo>
                    <a:pt x="411094" y="341900"/>
                  </a:lnTo>
                  <a:lnTo>
                    <a:pt x="385211" y="336181"/>
                  </a:lnTo>
                  <a:lnTo>
                    <a:pt x="377789" y="334427"/>
                  </a:lnTo>
                  <a:lnTo>
                    <a:pt x="370519" y="332697"/>
                  </a:lnTo>
                  <a:lnTo>
                    <a:pt x="363786" y="331084"/>
                  </a:lnTo>
                  <a:lnTo>
                    <a:pt x="348465" y="327575"/>
                  </a:lnTo>
                  <a:lnTo>
                    <a:pt x="347327" y="327312"/>
                  </a:lnTo>
                  <a:lnTo>
                    <a:pt x="325487" y="322211"/>
                  </a:lnTo>
                  <a:lnTo>
                    <a:pt x="307247" y="317872"/>
                  </a:lnTo>
                  <a:lnTo>
                    <a:pt x="289040" y="313595"/>
                  </a:lnTo>
                  <a:lnTo>
                    <a:pt x="283823" y="316073"/>
                  </a:lnTo>
                  <a:lnTo>
                    <a:pt x="279488" y="317346"/>
                  </a:lnTo>
                  <a:lnTo>
                    <a:pt x="271936" y="314851"/>
                  </a:lnTo>
                  <a:lnTo>
                    <a:pt x="265251" y="314865"/>
                  </a:lnTo>
                  <a:lnTo>
                    <a:pt x="261094" y="314597"/>
                  </a:lnTo>
                  <a:lnTo>
                    <a:pt x="257677" y="314374"/>
                  </a:lnTo>
                  <a:lnTo>
                    <a:pt x="253167" y="311505"/>
                  </a:lnTo>
                  <a:lnTo>
                    <a:pt x="251341" y="311582"/>
                  </a:lnTo>
                  <a:lnTo>
                    <a:pt x="245931" y="315928"/>
                  </a:lnTo>
                  <a:lnTo>
                    <a:pt x="237932" y="314757"/>
                  </a:lnTo>
                  <a:lnTo>
                    <a:pt x="233885" y="314576"/>
                  </a:lnTo>
                  <a:lnTo>
                    <a:pt x="227855" y="314300"/>
                  </a:lnTo>
                  <a:lnTo>
                    <a:pt x="225598" y="314877"/>
                  </a:lnTo>
                  <a:lnTo>
                    <a:pt x="220872" y="316082"/>
                  </a:lnTo>
                  <a:lnTo>
                    <a:pt x="216429" y="316031"/>
                  </a:lnTo>
                  <a:lnTo>
                    <a:pt x="211318" y="319013"/>
                  </a:lnTo>
                  <a:lnTo>
                    <a:pt x="207020" y="318327"/>
                  </a:lnTo>
                  <a:lnTo>
                    <a:pt x="199379" y="318341"/>
                  </a:lnTo>
                  <a:lnTo>
                    <a:pt x="194426" y="316982"/>
                  </a:lnTo>
                  <a:lnTo>
                    <a:pt x="193412" y="316703"/>
                  </a:lnTo>
                  <a:lnTo>
                    <a:pt x="189444" y="311410"/>
                  </a:lnTo>
                  <a:lnTo>
                    <a:pt x="186860" y="310790"/>
                  </a:lnTo>
                  <a:lnTo>
                    <a:pt x="185614" y="311344"/>
                  </a:lnTo>
                  <a:lnTo>
                    <a:pt x="182997" y="312507"/>
                  </a:lnTo>
                  <a:lnTo>
                    <a:pt x="172244" y="313688"/>
                  </a:lnTo>
                  <a:lnTo>
                    <a:pt x="169256" y="315502"/>
                  </a:lnTo>
                  <a:lnTo>
                    <a:pt x="168295" y="314775"/>
                  </a:lnTo>
                  <a:lnTo>
                    <a:pt x="166722" y="313586"/>
                  </a:lnTo>
                  <a:lnTo>
                    <a:pt x="158262" y="312084"/>
                  </a:lnTo>
                  <a:lnTo>
                    <a:pt x="155349" y="314207"/>
                  </a:lnTo>
                  <a:lnTo>
                    <a:pt x="151513" y="314045"/>
                  </a:lnTo>
                  <a:lnTo>
                    <a:pt x="151130" y="308008"/>
                  </a:lnTo>
                  <a:lnTo>
                    <a:pt x="144767" y="303179"/>
                  </a:lnTo>
                  <a:lnTo>
                    <a:pt x="139492" y="302731"/>
                  </a:lnTo>
                  <a:lnTo>
                    <a:pt x="138610" y="302022"/>
                  </a:lnTo>
                  <a:lnTo>
                    <a:pt x="134317" y="298564"/>
                  </a:lnTo>
                  <a:lnTo>
                    <a:pt x="133848" y="298187"/>
                  </a:lnTo>
                  <a:lnTo>
                    <a:pt x="125443" y="297816"/>
                  </a:lnTo>
                  <a:lnTo>
                    <a:pt x="121285" y="297667"/>
                  </a:lnTo>
                  <a:lnTo>
                    <a:pt x="117135" y="295335"/>
                  </a:lnTo>
                  <a:lnTo>
                    <a:pt x="113555" y="295565"/>
                  </a:lnTo>
                  <a:lnTo>
                    <a:pt x="110846" y="297672"/>
                  </a:lnTo>
                  <a:lnTo>
                    <a:pt x="109327" y="297946"/>
                  </a:lnTo>
                  <a:lnTo>
                    <a:pt x="107463" y="298282"/>
                  </a:lnTo>
                  <a:lnTo>
                    <a:pt x="103743" y="299895"/>
                  </a:lnTo>
                  <a:lnTo>
                    <a:pt x="97244" y="301025"/>
                  </a:lnTo>
                  <a:lnTo>
                    <a:pt x="92312" y="300152"/>
                  </a:lnTo>
                  <a:lnTo>
                    <a:pt x="87819" y="301411"/>
                  </a:lnTo>
                  <a:lnTo>
                    <a:pt x="86898" y="301669"/>
                  </a:lnTo>
                  <a:lnTo>
                    <a:pt x="82968" y="300177"/>
                  </a:lnTo>
                  <a:lnTo>
                    <a:pt x="80788" y="296999"/>
                  </a:lnTo>
                  <a:lnTo>
                    <a:pt x="77082" y="297064"/>
                  </a:lnTo>
                  <a:lnTo>
                    <a:pt x="74434" y="294482"/>
                  </a:lnTo>
                  <a:lnTo>
                    <a:pt x="66239" y="289655"/>
                  </a:lnTo>
                  <a:lnTo>
                    <a:pt x="61598" y="285123"/>
                  </a:lnTo>
                  <a:lnTo>
                    <a:pt x="60982" y="283256"/>
                  </a:lnTo>
                  <a:lnTo>
                    <a:pt x="60375" y="281416"/>
                  </a:lnTo>
                  <a:lnTo>
                    <a:pt x="62030" y="277456"/>
                  </a:lnTo>
                  <a:lnTo>
                    <a:pt x="63076" y="274952"/>
                  </a:lnTo>
                  <a:lnTo>
                    <a:pt x="62350" y="270050"/>
                  </a:lnTo>
                  <a:lnTo>
                    <a:pt x="63800" y="266696"/>
                  </a:lnTo>
                  <a:lnTo>
                    <a:pt x="64391" y="265331"/>
                  </a:lnTo>
                  <a:lnTo>
                    <a:pt x="63972" y="261055"/>
                  </a:lnTo>
                  <a:lnTo>
                    <a:pt x="65024" y="256914"/>
                  </a:lnTo>
                  <a:lnTo>
                    <a:pt x="63915" y="251652"/>
                  </a:lnTo>
                  <a:lnTo>
                    <a:pt x="62870" y="244951"/>
                  </a:lnTo>
                  <a:lnTo>
                    <a:pt x="60019" y="242157"/>
                  </a:lnTo>
                  <a:lnTo>
                    <a:pt x="58351" y="238982"/>
                  </a:lnTo>
                  <a:lnTo>
                    <a:pt x="53215" y="232693"/>
                  </a:lnTo>
                  <a:lnTo>
                    <a:pt x="50404" y="231506"/>
                  </a:lnTo>
                  <a:lnTo>
                    <a:pt x="47302" y="232224"/>
                  </a:lnTo>
                  <a:lnTo>
                    <a:pt x="42745" y="233274"/>
                  </a:lnTo>
                  <a:lnTo>
                    <a:pt x="37974" y="231699"/>
                  </a:lnTo>
                  <a:lnTo>
                    <a:pt x="37535" y="231554"/>
                  </a:lnTo>
                  <a:lnTo>
                    <a:pt x="35025" y="227511"/>
                  </a:lnTo>
                  <a:lnTo>
                    <a:pt x="36423" y="223540"/>
                  </a:lnTo>
                  <a:lnTo>
                    <a:pt x="34457" y="219259"/>
                  </a:lnTo>
                  <a:lnTo>
                    <a:pt x="30301" y="218915"/>
                  </a:lnTo>
                  <a:lnTo>
                    <a:pt x="23518" y="216115"/>
                  </a:lnTo>
                  <a:lnTo>
                    <a:pt x="22721" y="212308"/>
                  </a:lnTo>
                  <a:lnTo>
                    <a:pt x="20807" y="213009"/>
                  </a:lnTo>
                  <a:lnTo>
                    <a:pt x="18574" y="213825"/>
                  </a:lnTo>
                  <a:lnTo>
                    <a:pt x="16128" y="212278"/>
                  </a:lnTo>
                  <a:lnTo>
                    <a:pt x="11018" y="214751"/>
                  </a:lnTo>
                  <a:lnTo>
                    <a:pt x="9233" y="213667"/>
                  </a:lnTo>
                  <a:lnTo>
                    <a:pt x="7478" y="210197"/>
                  </a:lnTo>
                  <a:lnTo>
                    <a:pt x="6992" y="208709"/>
                  </a:lnTo>
                  <a:lnTo>
                    <a:pt x="0" y="208760"/>
                  </a:lnTo>
                  <a:lnTo>
                    <a:pt x="2483" y="204003"/>
                  </a:lnTo>
                  <a:lnTo>
                    <a:pt x="7290" y="190064"/>
                  </a:lnTo>
                  <a:lnTo>
                    <a:pt x="10191" y="178231"/>
                  </a:lnTo>
                  <a:lnTo>
                    <a:pt x="16528" y="179688"/>
                  </a:lnTo>
                  <a:lnTo>
                    <a:pt x="19604" y="177278"/>
                  </a:lnTo>
                  <a:lnTo>
                    <a:pt x="17743" y="172868"/>
                  </a:lnTo>
                  <a:lnTo>
                    <a:pt x="12298" y="169206"/>
                  </a:lnTo>
                  <a:lnTo>
                    <a:pt x="12963" y="163930"/>
                  </a:lnTo>
                  <a:lnTo>
                    <a:pt x="13150" y="162451"/>
                  </a:lnTo>
                  <a:lnTo>
                    <a:pt x="13573" y="153774"/>
                  </a:lnTo>
                  <a:lnTo>
                    <a:pt x="11761" y="151267"/>
                  </a:lnTo>
                  <a:lnTo>
                    <a:pt x="14193" y="145706"/>
                  </a:lnTo>
                  <a:lnTo>
                    <a:pt x="17448" y="131562"/>
                  </a:lnTo>
                  <a:lnTo>
                    <a:pt x="17466" y="130068"/>
                  </a:lnTo>
                  <a:lnTo>
                    <a:pt x="18222" y="119781"/>
                  </a:lnTo>
                  <a:lnTo>
                    <a:pt x="15405" y="112538"/>
                  </a:lnTo>
                  <a:lnTo>
                    <a:pt x="18284" y="96908"/>
                  </a:lnTo>
                  <a:lnTo>
                    <a:pt x="18481" y="95840"/>
                  </a:lnTo>
                  <a:lnTo>
                    <a:pt x="19289" y="82565"/>
                  </a:lnTo>
                  <a:lnTo>
                    <a:pt x="18037" y="75118"/>
                  </a:lnTo>
                  <a:lnTo>
                    <a:pt x="16164" y="67992"/>
                  </a:lnTo>
                  <a:lnTo>
                    <a:pt x="13307" y="63007"/>
                  </a:lnTo>
                  <a:lnTo>
                    <a:pt x="12824" y="62162"/>
                  </a:lnTo>
                  <a:lnTo>
                    <a:pt x="12329" y="54880"/>
                  </a:lnTo>
                  <a:lnTo>
                    <a:pt x="13944" y="47502"/>
                  </a:lnTo>
                  <a:lnTo>
                    <a:pt x="15209" y="43309"/>
                  </a:lnTo>
                  <a:lnTo>
                    <a:pt x="14807" y="38096"/>
                  </a:lnTo>
                  <a:lnTo>
                    <a:pt x="18362" y="33052"/>
                  </a:lnTo>
                  <a:lnTo>
                    <a:pt x="21631" y="2697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1973826" y="4073185"/>
              <a:ext cx="20026" cy="18730"/>
            </a:xfrm>
            <a:custGeom>
              <a:avLst/>
              <a:pathLst>
                <a:path w="20026" h="18730">
                  <a:moveTo>
                    <a:pt x="0" y="6"/>
                  </a:moveTo>
                  <a:lnTo>
                    <a:pt x="8128" y="0"/>
                  </a:lnTo>
                  <a:lnTo>
                    <a:pt x="14984" y="8538"/>
                  </a:lnTo>
                  <a:lnTo>
                    <a:pt x="20026" y="14836"/>
                  </a:lnTo>
                  <a:lnTo>
                    <a:pt x="16367" y="18730"/>
                  </a:lnTo>
                  <a:lnTo>
                    <a:pt x="13175" y="16143"/>
                  </a:lnTo>
                  <a:lnTo>
                    <a:pt x="6800" y="14193"/>
                  </a:lnTo>
                  <a:lnTo>
                    <a:pt x="6305" y="10147"/>
                  </a:lnTo>
                  <a:lnTo>
                    <a:pt x="1622" y="331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1962817" y="4110276"/>
              <a:ext cx="17431" cy="22927"/>
            </a:xfrm>
            <a:custGeom>
              <a:avLst/>
              <a:pathLst>
                <a:path w="17431" h="22927">
                  <a:moveTo>
                    <a:pt x="3725" y="0"/>
                  </a:moveTo>
                  <a:lnTo>
                    <a:pt x="6673" y="5594"/>
                  </a:lnTo>
                  <a:lnTo>
                    <a:pt x="11944" y="14436"/>
                  </a:lnTo>
                  <a:lnTo>
                    <a:pt x="17431" y="22235"/>
                  </a:lnTo>
                  <a:lnTo>
                    <a:pt x="11887" y="22927"/>
                  </a:lnTo>
                  <a:lnTo>
                    <a:pt x="8140" y="18152"/>
                  </a:lnTo>
                  <a:lnTo>
                    <a:pt x="2872" y="9167"/>
                  </a:lnTo>
                  <a:lnTo>
                    <a:pt x="0" y="8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1900348" y="4071933"/>
              <a:ext cx="10593" cy="8653"/>
            </a:xfrm>
            <a:custGeom>
              <a:avLst/>
              <a:pathLst>
                <a:path w="10593" h="8653">
                  <a:moveTo>
                    <a:pt x="0" y="1309"/>
                  </a:moveTo>
                  <a:lnTo>
                    <a:pt x="5384" y="0"/>
                  </a:lnTo>
                  <a:lnTo>
                    <a:pt x="10593" y="4936"/>
                  </a:lnTo>
                  <a:lnTo>
                    <a:pt x="9755" y="8148"/>
                  </a:lnTo>
                  <a:lnTo>
                    <a:pt x="7022" y="8653"/>
                  </a:lnTo>
                  <a:lnTo>
                    <a:pt x="1553" y="57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1890524" y="4000481"/>
              <a:ext cx="38791" cy="14394"/>
            </a:xfrm>
            <a:custGeom>
              <a:avLst/>
              <a:pathLst>
                <a:path w="38791" h="14394">
                  <a:moveTo>
                    <a:pt x="0" y="110"/>
                  </a:moveTo>
                  <a:lnTo>
                    <a:pt x="4387" y="0"/>
                  </a:lnTo>
                  <a:lnTo>
                    <a:pt x="12291" y="3881"/>
                  </a:lnTo>
                  <a:lnTo>
                    <a:pt x="24550" y="6426"/>
                  </a:lnTo>
                  <a:lnTo>
                    <a:pt x="31330" y="7980"/>
                  </a:lnTo>
                  <a:lnTo>
                    <a:pt x="33315" y="8433"/>
                  </a:lnTo>
                  <a:lnTo>
                    <a:pt x="38791" y="10022"/>
                  </a:lnTo>
                  <a:lnTo>
                    <a:pt x="37978" y="14358"/>
                  </a:lnTo>
                  <a:lnTo>
                    <a:pt x="35858" y="14394"/>
                  </a:lnTo>
                  <a:lnTo>
                    <a:pt x="29102" y="12635"/>
                  </a:lnTo>
                  <a:lnTo>
                    <a:pt x="24413" y="11408"/>
                  </a:lnTo>
                  <a:lnTo>
                    <a:pt x="16549" y="10617"/>
                  </a:lnTo>
                  <a:lnTo>
                    <a:pt x="11953" y="11893"/>
                  </a:lnTo>
                  <a:lnTo>
                    <a:pt x="6739" y="10343"/>
                  </a:lnTo>
                  <a:lnTo>
                    <a:pt x="1595" y="7532"/>
                  </a:lnTo>
                  <a:lnTo>
                    <a:pt x="2132" y="376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1852095" y="3991259"/>
              <a:ext cx="32265" cy="19771"/>
            </a:xfrm>
            <a:custGeom>
              <a:avLst/>
              <a:pathLst>
                <a:path w="32265" h="19771">
                  <a:moveTo>
                    <a:pt x="6946" y="0"/>
                  </a:moveTo>
                  <a:lnTo>
                    <a:pt x="15435" y="3836"/>
                  </a:lnTo>
                  <a:lnTo>
                    <a:pt x="22364" y="8343"/>
                  </a:lnTo>
                  <a:lnTo>
                    <a:pt x="28266" y="8730"/>
                  </a:lnTo>
                  <a:lnTo>
                    <a:pt x="32265" y="14557"/>
                  </a:lnTo>
                  <a:lnTo>
                    <a:pt x="32254" y="18298"/>
                  </a:lnTo>
                  <a:lnTo>
                    <a:pt x="26380" y="19393"/>
                  </a:lnTo>
                  <a:lnTo>
                    <a:pt x="20944" y="19771"/>
                  </a:lnTo>
                  <a:lnTo>
                    <a:pt x="17504" y="16015"/>
                  </a:lnTo>
                  <a:lnTo>
                    <a:pt x="16557" y="13172"/>
                  </a:lnTo>
                  <a:lnTo>
                    <a:pt x="5602" y="7323"/>
                  </a:lnTo>
                  <a:lnTo>
                    <a:pt x="0" y="265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1725460" y="3244313"/>
              <a:ext cx="578898" cy="949002"/>
            </a:xfrm>
            <a:custGeom>
              <a:avLst/>
              <a:pathLst>
                <a:path w="578898" h="949002">
                  <a:moveTo>
                    <a:pt x="4510" y="123410"/>
                  </a:moveTo>
                  <a:lnTo>
                    <a:pt x="13717" y="111942"/>
                  </a:lnTo>
                  <a:lnTo>
                    <a:pt x="26074" y="98730"/>
                  </a:lnTo>
                  <a:lnTo>
                    <a:pt x="33322" y="87486"/>
                  </a:lnTo>
                  <a:lnTo>
                    <a:pt x="34320" y="82313"/>
                  </a:lnTo>
                  <a:lnTo>
                    <a:pt x="33453" y="78470"/>
                  </a:lnTo>
                  <a:lnTo>
                    <a:pt x="34130" y="73912"/>
                  </a:lnTo>
                  <a:lnTo>
                    <a:pt x="37968" y="70370"/>
                  </a:lnTo>
                  <a:lnTo>
                    <a:pt x="42276" y="62630"/>
                  </a:lnTo>
                  <a:lnTo>
                    <a:pt x="47836" y="50287"/>
                  </a:lnTo>
                  <a:lnTo>
                    <a:pt x="48183" y="48066"/>
                  </a:lnTo>
                  <a:lnTo>
                    <a:pt x="49330" y="40738"/>
                  </a:lnTo>
                  <a:lnTo>
                    <a:pt x="49223" y="33202"/>
                  </a:lnTo>
                  <a:lnTo>
                    <a:pt x="49517" y="25848"/>
                  </a:lnTo>
                  <a:lnTo>
                    <a:pt x="49335" y="23985"/>
                  </a:lnTo>
                  <a:lnTo>
                    <a:pt x="47240" y="22664"/>
                  </a:lnTo>
                  <a:lnTo>
                    <a:pt x="45302" y="16859"/>
                  </a:lnTo>
                  <a:lnTo>
                    <a:pt x="48224" y="12751"/>
                  </a:lnTo>
                  <a:lnTo>
                    <a:pt x="51581" y="5036"/>
                  </a:lnTo>
                  <a:lnTo>
                    <a:pt x="52511" y="0"/>
                  </a:lnTo>
                  <a:lnTo>
                    <a:pt x="65420" y="4193"/>
                  </a:lnTo>
                  <a:lnTo>
                    <a:pt x="76457" y="7614"/>
                  </a:lnTo>
                  <a:lnTo>
                    <a:pt x="86633" y="10744"/>
                  </a:lnTo>
                  <a:lnTo>
                    <a:pt x="95249" y="12964"/>
                  </a:lnTo>
                  <a:lnTo>
                    <a:pt x="100521" y="14316"/>
                  </a:lnTo>
                  <a:lnTo>
                    <a:pt x="105852" y="16139"/>
                  </a:lnTo>
                  <a:lnTo>
                    <a:pt x="113202" y="17781"/>
                  </a:lnTo>
                  <a:lnTo>
                    <a:pt x="118567" y="18971"/>
                  </a:lnTo>
                  <a:lnTo>
                    <a:pt x="124653" y="21333"/>
                  </a:lnTo>
                  <a:lnTo>
                    <a:pt x="139867" y="25677"/>
                  </a:lnTo>
                  <a:lnTo>
                    <a:pt x="158512" y="30643"/>
                  </a:lnTo>
                  <a:lnTo>
                    <a:pt x="171635" y="34440"/>
                  </a:lnTo>
                  <a:lnTo>
                    <a:pt x="183249" y="37895"/>
                  </a:lnTo>
                  <a:lnTo>
                    <a:pt x="199064" y="42549"/>
                  </a:lnTo>
                  <a:lnTo>
                    <a:pt x="209674" y="45724"/>
                  </a:lnTo>
                  <a:lnTo>
                    <a:pt x="223802" y="49870"/>
                  </a:lnTo>
                  <a:lnTo>
                    <a:pt x="224294" y="50013"/>
                  </a:lnTo>
                  <a:lnTo>
                    <a:pt x="236064" y="53147"/>
                  </a:lnTo>
                  <a:lnTo>
                    <a:pt x="249452" y="57113"/>
                  </a:lnTo>
                  <a:lnTo>
                    <a:pt x="259158" y="59668"/>
                  </a:lnTo>
                  <a:lnTo>
                    <a:pt x="270899" y="62732"/>
                  </a:lnTo>
                  <a:lnTo>
                    <a:pt x="282863" y="65831"/>
                  </a:lnTo>
                  <a:lnTo>
                    <a:pt x="302893" y="70894"/>
                  </a:lnTo>
                  <a:lnTo>
                    <a:pt x="314328" y="73792"/>
                  </a:lnTo>
                  <a:lnTo>
                    <a:pt x="311850" y="84049"/>
                  </a:lnTo>
                  <a:lnTo>
                    <a:pt x="306634" y="106028"/>
                  </a:lnTo>
                  <a:lnTo>
                    <a:pt x="297616" y="143291"/>
                  </a:lnTo>
                  <a:lnTo>
                    <a:pt x="291166" y="170583"/>
                  </a:lnTo>
                  <a:lnTo>
                    <a:pt x="288328" y="183041"/>
                  </a:lnTo>
                  <a:lnTo>
                    <a:pt x="280317" y="217356"/>
                  </a:lnTo>
                  <a:lnTo>
                    <a:pt x="276323" y="234061"/>
                  </a:lnTo>
                  <a:lnTo>
                    <a:pt x="272872" y="248627"/>
                  </a:lnTo>
                  <a:lnTo>
                    <a:pt x="268025" y="268676"/>
                  </a:lnTo>
                  <a:lnTo>
                    <a:pt x="264234" y="284398"/>
                  </a:lnTo>
                  <a:lnTo>
                    <a:pt x="262276" y="292427"/>
                  </a:lnTo>
                  <a:lnTo>
                    <a:pt x="259597" y="303431"/>
                  </a:lnTo>
                  <a:lnTo>
                    <a:pt x="259072" y="305590"/>
                  </a:lnTo>
                  <a:lnTo>
                    <a:pt x="256688" y="316400"/>
                  </a:lnTo>
                  <a:lnTo>
                    <a:pt x="255685" y="320955"/>
                  </a:lnTo>
                  <a:lnTo>
                    <a:pt x="254830" y="324844"/>
                  </a:lnTo>
                  <a:lnTo>
                    <a:pt x="253546" y="330689"/>
                  </a:lnTo>
                  <a:lnTo>
                    <a:pt x="258596" y="337951"/>
                  </a:lnTo>
                  <a:lnTo>
                    <a:pt x="275214" y="361833"/>
                  </a:lnTo>
                  <a:lnTo>
                    <a:pt x="275334" y="362006"/>
                  </a:lnTo>
                  <a:lnTo>
                    <a:pt x="288817" y="381335"/>
                  </a:lnTo>
                  <a:lnTo>
                    <a:pt x="291532" y="385204"/>
                  </a:lnTo>
                  <a:lnTo>
                    <a:pt x="298099" y="394588"/>
                  </a:lnTo>
                  <a:lnTo>
                    <a:pt x="309126" y="410238"/>
                  </a:lnTo>
                  <a:lnTo>
                    <a:pt x="333283" y="444686"/>
                  </a:lnTo>
                  <a:lnTo>
                    <a:pt x="337230" y="450343"/>
                  </a:lnTo>
                  <a:lnTo>
                    <a:pt x="359357" y="481745"/>
                  </a:lnTo>
                  <a:lnTo>
                    <a:pt x="369724" y="496407"/>
                  </a:lnTo>
                  <a:lnTo>
                    <a:pt x="378171" y="508273"/>
                  </a:lnTo>
                  <a:lnTo>
                    <a:pt x="402380" y="542462"/>
                  </a:lnTo>
                  <a:lnTo>
                    <a:pt x="406792" y="548685"/>
                  </a:lnTo>
                  <a:lnTo>
                    <a:pt x="416060" y="561692"/>
                  </a:lnTo>
                  <a:lnTo>
                    <a:pt x="445066" y="602407"/>
                  </a:lnTo>
                  <a:lnTo>
                    <a:pt x="451465" y="611426"/>
                  </a:lnTo>
                  <a:lnTo>
                    <a:pt x="467651" y="633991"/>
                  </a:lnTo>
                  <a:lnTo>
                    <a:pt x="479215" y="650151"/>
                  </a:lnTo>
                  <a:lnTo>
                    <a:pt x="481926" y="653923"/>
                  </a:lnTo>
                  <a:lnTo>
                    <a:pt x="493451" y="669879"/>
                  </a:lnTo>
                  <a:lnTo>
                    <a:pt x="507629" y="689637"/>
                  </a:lnTo>
                  <a:lnTo>
                    <a:pt x="513539" y="697808"/>
                  </a:lnTo>
                  <a:lnTo>
                    <a:pt x="521983" y="709521"/>
                  </a:lnTo>
                  <a:lnTo>
                    <a:pt x="528845" y="718972"/>
                  </a:lnTo>
                  <a:lnTo>
                    <a:pt x="534496" y="726828"/>
                  </a:lnTo>
                  <a:lnTo>
                    <a:pt x="543028" y="738634"/>
                  </a:lnTo>
                  <a:lnTo>
                    <a:pt x="553192" y="752689"/>
                  </a:lnTo>
                  <a:lnTo>
                    <a:pt x="552651" y="757824"/>
                  </a:lnTo>
                  <a:lnTo>
                    <a:pt x="551366" y="763835"/>
                  </a:lnTo>
                  <a:lnTo>
                    <a:pt x="554688" y="769536"/>
                  </a:lnTo>
                  <a:lnTo>
                    <a:pt x="559528" y="778418"/>
                  </a:lnTo>
                  <a:lnTo>
                    <a:pt x="560902" y="781646"/>
                  </a:lnTo>
                  <a:lnTo>
                    <a:pt x="562467" y="791732"/>
                  </a:lnTo>
                  <a:lnTo>
                    <a:pt x="564752" y="797827"/>
                  </a:lnTo>
                  <a:lnTo>
                    <a:pt x="563826" y="803542"/>
                  </a:lnTo>
                  <a:lnTo>
                    <a:pt x="566920" y="804104"/>
                  </a:lnTo>
                  <a:lnTo>
                    <a:pt x="571342" y="809185"/>
                  </a:lnTo>
                  <a:lnTo>
                    <a:pt x="577129" y="815171"/>
                  </a:lnTo>
                  <a:lnTo>
                    <a:pt x="578898" y="818937"/>
                  </a:lnTo>
                  <a:lnTo>
                    <a:pt x="578869" y="819180"/>
                  </a:lnTo>
                  <a:lnTo>
                    <a:pt x="578426" y="822973"/>
                  </a:lnTo>
                  <a:lnTo>
                    <a:pt x="575382" y="824194"/>
                  </a:lnTo>
                  <a:lnTo>
                    <a:pt x="570992" y="828157"/>
                  </a:lnTo>
                  <a:lnTo>
                    <a:pt x="566212" y="829136"/>
                  </a:lnTo>
                  <a:lnTo>
                    <a:pt x="561833" y="831251"/>
                  </a:lnTo>
                  <a:lnTo>
                    <a:pt x="557386" y="832522"/>
                  </a:lnTo>
                  <a:lnTo>
                    <a:pt x="555556" y="833871"/>
                  </a:lnTo>
                  <a:lnTo>
                    <a:pt x="555224" y="835044"/>
                  </a:lnTo>
                  <a:lnTo>
                    <a:pt x="554354" y="838119"/>
                  </a:lnTo>
                  <a:lnTo>
                    <a:pt x="552551" y="840617"/>
                  </a:lnTo>
                  <a:lnTo>
                    <a:pt x="547911" y="844583"/>
                  </a:lnTo>
                  <a:lnTo>
                    <a:pt x="545704" y="846755"/>
                  </a:lnTo>
                  <a:lnTo>
                    <a:pt x="547218" y="849491"/>
                  </a:lnTo>
                  <a:lnTo>
                    <a:pt x="546954" y="852674"/>
                  </a:lnTo>
                  <a:lnTo>
                    <a:pt x="545403" y="855645"/>
                  </a:lnTo>
                  <a:lnTo>
                    <a:pt x="545629" y="861660"/>
                  </a:lnTo>
                  <a:lnTo>
                    <a:pt x="545677" y="865336"/>
                  </a:lnTo>
                  <a:lnTo>
                    <a:pt x="544724" y="867491"/>
                  </a:lnTo>
                  <a:lnTo>
                    <a:pt x="542853" y="869958"/>
                  </a:lnTo>
                  <a:lnTo>
                    <a:pt x="541836" y="874658"/>
                  </a:lnTo>
                  <a:lnTo>
                    <a:pt x="541445" y="879420"/>
                  </a:lnTo>
                  <a:lnTo>
                    <a:pt x="535387" y="883835"/>
                  </a:lnTo>
                  <a:lnTo>
                    <a:pt x="532328" y="888372"/>
                  </a:lnTo>
                  <a:lnTo>
                    <a:pt x="531748" y="889231"/>
                  </a:lnTo>
                  <a:lnTo>
                    <a:pt x="528895" y="889126"/>
                  </a:lnTo>
                  <a:lnTo>
                    <a:pt x="525010" y="889622"/>
                  </a:lnTo>
                  <a:lnTo>
                    <a:pt x="525924" y="892305"/>
                  </a:lnTo>
                  <a:lnTo>
                    <a:pt x="525167" y="896896"/>
                  </a:lnTo>
                  <a:lnTo>
                    <a:pt x="523589" y="899757"/>
                  </a:lnTo>
                  <a:lnTo>
                    <a:pt x="526681" y="903182"/>
                  </a:lnTo>
                  <a:lnTo>
                    <a:pt x="526083" y="905323"/>
                  </a:lnTo>
                  <a:lnTo>
                    <a:pt x="525049" y="911424"/>
                  </a:lnTo>
                  <a:lnTo>
                    <a:pt x="522385" y="915768"/>
                  </a:lnTo>
                  <a:lnTo>
                    <a:pt x="524053" y="922037"/>
                  </a:lnTo>
                  <a:lnTo>
                    <a:pt x="527044" y="923173"/>
                  </a:lnTo>
                  <a:lnTo>
                    <a:pt x="530970" y="923367"/>
                  </a:lnTo>
                  <a:lnTo>
                    <a:pt x="534997" y="925113"/>
                  </a:lnTo>
                  <a:lnTo>
                    <a:pt x="535427" y="925299"/>
                  </a:lnTo>
                  <a:lnTo>
                    <a:pt x="536932" y="930117"/>
                  </a:lnTo>
                  <a:lnTo>
                    <a:pt x="536638" y="934362"/>
                  </a:lnTo>
                  <a:lnTo>
                    <a:pt x="537336" y="936410"/>
                  </a:lnTo>
                  <a:lnTo>
                    <a:pt x="536170" y="941240"/>
                  </a:lnTo>
                  <a:lnTo>
                    <a:pt x="530784" y="945869"/>
                  </a:lnTo>
                  <a:lnTo>
                    <a:pt x="530064" y="946425"/>
                  </a:lnTo>
                  <a:lnTo>
                    <a:pt x="527491" y="948412"/>
                  </a:lnTo>
                  <a:lnTo>
                    <a:pt x="524132" y="948374"/>
                  </a:lnTo>
                  <a:lnTo>
                    <a:pt x="520271" y="948328"/>
                  </a:lnTo>
                  <a:lnTo>
                    <a:pt x="517586" y="947207"/>
                  </a:lnTo>
                  <a:lnTo>
                    <a:pt x="516271" y="949002"/>
                  </a:lnTo>
                  <a:lnTo>
                    <a:pt x="495555" y="947039"/>
                  </a:lnTo>
                  <a:lnTo>
                    <a:pt x="461339" y="943736"/>
                  </a:lnTo>
                  <a:lnTo>
                    <a:pt x="418472" y="939588"/>
                  </a:lnTo>
                  <a:lnTo>
                    <a:pt x="414079" y="939172"/>
                  </a:lnTo>
                  <a:lnTo>
                    <a:pt x="382033" y="936041"/>
                  </a:lnTo>
                  <a:lnTo>
                    <a:pt x="375653" y="935447"/>
                  </a:lnTo>
                  <a:lnTo>
                    <a:pt x="358976" y="933765"/>
                  </a:lnTo>
                  <a:lnTo>
                    <a:pt x="358682" y="933734"/>
                  </a:lnTo>
                  <a:lnTo>
                    <a:pt x="338919" y="931807"/>
                  </a:lnTo>
                  <a:lnTo>
                    <a:pt x="339190" y="927269"/>
                  </a:lnTo>
                  <a:lnTo>
                    <a:pt x="339365" y="924344"/>
                  </a:lnTo>
                  <a:lnTo>
                    <a:pt x="337855" y="919284"/>
                  </a:lnTo>
                  <a:lnTo>
                    <a:pt x="336098" y="917414"/>
                  </a:lnTo>
                  <a:lnTo>
                    <a:pt x="332230" y="918359"/>
                  </a:lnTo>
                  <a:lnTo>
                    <a:pt x="332049" y="915579"/>
                  </a:lnTo>
                  <a:lnTo>
                    <a:pt x="333413" y="908097"/>
                  </a:lnTo>
                  <a:lnTo>
                    <a:pt x="332085" y="904669"/>
                  </a:lnTo>
                  <a:lnTo>
                    <a:pt x="332268" y="903161"/>
                  </a:lnTo>
                  <a:lnTo>
                    <a:pt x="333053" y="902260"/>
                  </a:lnTo>
                  <a:lnTo>
                    <a:pt x="333811" y="902604"/>
                  </a:lnTo>
                  <a:lnTo>
                    <a:pt x="334454" y="901834"/>
                  </a:lnTo>
                  <a:lnTo>
                    <a:pt x="335211" y="898354"/>
                  </a:lnTo>
                  <a:lnTo>
                    <a:pt x="335159" y="894823"/>
                  </a:lnTo>
                  <a:lnTo>
                    <a:pt x="335066" y="888297"/>
                  </a:lnTo>
                  <a:lnTo>
                    <a:pt x="333853" y="880791"/>
                  </a:lnTo>
                  <a:lnTo>
                    <a:pt x="331630" y="873630"/>
                  </a:lnTo>
                  <a:lnTo>
                    <a:pt x="327251" y="863766"/>
                  </a:lnTo>
                  <a:lnTo>
                    <a:pt x="321473" y="853877"/>
                  </a:lnTo>
                  <a:lnTo>
                    <a:pt x="318343" y="851295"/>
                  </a:lnTo>
                  <a:lnTo>
                    <a:pt x="315670" y="845917"/>
                  </a:lnTo>
                  <a:lnTo>
                    <a:pt x="310999" y="843150"/>
                  </a:lnTo>
                  <a:lnTo>
                    <a:pt x="310572" y="841011"/>
                  </a:lnTo>
                  <a:lnTo>
                    <a:pt x="309831" y="839968"/>
                  </a:lnTo>
                  <a:lnTo>
                    <a:pt x="305421" y="833749"/>
                  </a:lnTo>
                  <a:lnTo>
                    <a:pt x="303904" y="831516"/>
                  </a:lnTo>
                  <a:lnTo>
                    <a:pt x="298232" y="827429"/>
                  </a:lnTo>
                  <a:lnTo>
                    <a:pt x="293792" y="822096"/>
                  </a:lnTo>
                  <a:lnTo>
                    <a:pt x="288748" y="814231"/>
                  </a:lnTo>
                  <a:lnTo>
                    <a:pt x="287117" y="812621"/>
                  </a:lnTo>
                  <a:lnTo>
                    <a:pt x="286019" y="811537"/>
                  </a:lnTo>
                  <a:lnTo>
                    <a:pt x="282106" y="812215"/>
                  </a:lnTo>
                  <a:lnTo>
                    <a:pt x="278327" y="813255"/>
                  </a:lnTo>
                  <a:lnTo>
                    <a:pt x="276230" y="813830"/>
                  </a:lnTo>
                  <a:lnTo>
                    <a:pt x="272217" y="812132"/>
                  </a:lnTo>
                  <a:lnTo>
                    <a:pt x="271213" y="811159"/>
                  </a:lnTo>
                  <a:lnTo>
                    <a:pt x="269877" y="809865"/>
                  </a:lnTo>
                  <a:lnTo>
                    <a:pt x="266958" y="808895"/>
                  </a:lnTo>
                  <a:lnTo>
                    <a:pt x="265351" y="805056"/>
                  </a:lnTo>
                  <a:lnTo>
                    <a:pt x="268273" y="803047"/>
                  </a:lnTo>
                  <a:lnTo>
                    <a:pt x="268309" y="795909"/>
                  </a:lnTo>
                  <a:lnTo>
                    <a:pt x="266354" y="787823"/>
                  </a:lnTo>
                  <a:lnTo>
                    <a:pt x="263294" y="782094"/>
                  </a:lnTo>
                  <a:lnTo>
                    <a:pt x="263173" y="781868"/>
                  </a:lnTo>
                  <a:lnTo>
                    <a:pt x="257419" y="779542"/>
                  </a:lnTo>
                  <a:lnTo>
                    <a:pt x="251955" y="778832"/>
                  </a:lnTo>
                  <a:lnTo>
                    <a:pt x="247294" y="777882"/>
                  </a:lnTo>
                  <a:lnTo>
                    <a:pt x="242504" y="779571"/>
                  </a:lnTo>
                  <a:lnTo>
                    <a:pt x="239570" y="775938"/>
                  </a:lnTo>
                  <a:lnTo>
                    <a:pt x="233436" y="773410"/>
                  </a:lnTo>
                  <a:lnTo>
                    <a:pt x="232737" y="773121"/>
                  </a:lnTo>
                  <a:lnTo>
                    <a:pt x="225334" y="767613"/>
                  </a:lnTo>
                  <a:lnTo>
                    <a:pt x="222593" y="766611"/>
                  </a:lnTo>
                  <a:lnTo>
                    <a:pt x="215455" y="758908"/>
                  </a:lnTo>
                  <a:lnTo>
                    <a:pt x="214304" y="753995"/>
                  </a:lnTo>
                  <a:lnTo>
                    <a:pt x="214177" y="751912"/>
                  </a:lnTo>
                  <a:lnTo>
                    <a:pt x="214084" y="750377"/>
                  </a:lnTo>
                  <a:lnTo>
                    <a:pt x="211470" y="747713"/>
                  </a:lnTo>
                  <a:lnTo>
                    <a:pt x="207866" y="742775"/>
                  </a:lnTo>
                  <a:lnTo>
                    <a:pt x="202822" y="736815"/>
                  </a:lnTo>
                  <a:lnTo>
                    <a:pt x="201719" y="736124"/>
                  </a:lnTo>
                  <a:lnTo>
                    <a:pt x="197875" y="733712"/>
                  </a:lnTo>
                  <a:lnTo>
                    <a:pt x="192726" y="730189"/>
                  </a:lnTo>
                  <a:lnTo>
                    <a:pt x="187736" y="730145"/>
                  </a:lnTo>
                  <a:lnTo>
                    <a:pt x="185788" y="730843"/>
                  </a:lnTo>
                  <a:lnTo>
                    <a:pt x="180775" y="727782"/>
                  </a:lnTo>
                  <a:lnTo>
                    <a:pt x="177271" y="726957"/>
                  </a:lnTo>
                  <a:lnTo>
                    <a:pt x="174463" y="726912"/>
                  </a:lnTo>
                  <a:lnTo>
                    <a:pt x="168254" y="722172"/>
                  </a:lnTo>
                  <a:lnTo>
                    <a:pt x="163053" y="719371"/>
                  </a:lnTo>
                  <a:lnTo>
                    <a:pt x="156935" y="716814"/>
                  </a:lnTo>
                  <a:lnTo>
                    <a:pt x="146112" y="714404"/>
                  </a:lnTo>
                  <a:lnTo>
                    <a:pt x="134727" y="713710"/>
                  </a:lnTo>
                  <a:lnTo>
                    <a:pt x="131971" y="706158"/>
                  </a:lnTo>
                  <a:lnTo>
                    <a:pt x="129647" y="703781"/>
                  </a:lnTo>
                  <a:lnTo>
                    <a:pt x="127738" y="702020"/>
                  </a:lnTo>
                  <a:lnTo>
                    <a:pt x="124800" y="701549"/>
                  </a:lnTo>
                  <a:lnTo>
                    <a:pt x="123700" y="698826"/>
                  </a:lnTo>
                  <a:lnTo>
                    <a:pt x="128878" y="690071"/>
                  </a:lnTo>
                  <a:lnTo>
                    <a:pt x="128719" y="686534"/>
                  </a:lnTo>
                  <a:lnTo>
                    <a:pt x="128062" y="685702"/>
                  </a:lnTo>
                  <a:lnTo>
                    <a:pt x="131483" y="675684"/>
                  </a:lnTo>
                  <a:lnTo>
                    <a:pt x="128156" y="670685"/>
                  </a:lnTo>
                  <a:lnTo>
                    <a:pt x="130951" y="664953"/>
                  </a:lnTo>
                  <a:lnTo>
                    <a:pt x="133228" y="660280"/>
                  </a:lnTo>
                  <a:lnTo>
                    <a:pt x="134377" y="656467"/>
                  </a:lnTo>
                  <a:lnTo>
                    <a:pt x="134824" y="652462"/>
                  </a:lnTo>
                  <a:lnTo>
                    <a:pt x="132668" y="649267"/>
                  </a:lnTo>
                  <a:lnTo>
                    <a:pt x="130404" y="646615"/>
                  </a:lnTo>
                  <a:lnTo>
                    <a:pt x="127202" y="647212"/>
                  </a:lnTo>
                  <a:lnTo>
                    <a:pt x="121791" y="641849"/>
                  </a:lnTo>
                  <a:lnTo>
                    <a:pt x="119176" y="637240"/>
                  </a:lnTo>
                  <a:lnTo>
                    <a:pt x="121272" y="633576"/>
                  </a:lnTo>
                  <a:lnTo>
                    <a:pt x="123779" y="628177"/>
                  </a:lnTo>
                  <a:lnTo>
                    <a:pt x="123580" y="621827"/>
                  </a:lnTo>
                  <a:lnTo>
                    <a:pt x="119143" y="618553"/>
                  </a:lnTo>
                  <a:lnTo>
                    <a:pt x="117271" y="617695"/>
                  </a:lnTo>
                  <a:lnTo>
                    <a:pt x="116008" y="617115"/>
                  </a:lnTo>
                  <a:lnTo>
                    <a:pt x="110578" y="605634"/>
                  </a:lnTo>
                  <a:lnTo>
                    <a:pt x="108241" y="599244"/>
                  </a:lnTo>
                  <a:lnTo>
                    <a:pt x="101619" y="594674"/>
                  </a:lnTo>
                  <a:lnTo>
                    <a:pt x="99653" y="589924"/>
                  </a:lnTo>
                  <a:lnTo>
                    <a:pt x="99837" y="583627"/>
                  </a:lnTo>
                  <a:lnTo>
                    <a:pt x="99081" y="582331"/>
                  </a:lnTo>
                  <a:lnTo>
                    <a:pt x="95989" y="577023"/>
                  </a:lnTo>
                  <a:lnTo>
                    <a:pt x="93029" y="572514"/>
                  </a:lnTo>
                  <a:lnTo>
                    <a:pt x="93116" y="564828"/>
                  </a:lnTo>
                  <a:lnTo>
                    <a:pt x="90897" y="560234"/>
                  </a:lnTo>
                  <a:lnTo>
                    <a:pt x="88203" y="558538"/>
                  </a:lnTo>
                  <a:lnTo>
                    <a:pt x="86499" y="551298"/>
                  </a:lnTo>
                  <a:lnTo>
                    <a:pt x="83901" y="544584"/>
                  </a:lnTo>
                  <a:lnTo>
                    <a:pt x="78395" y="537497"/>
                  </a:lnTo>
                  <a:lnTo>
                    <a:pt x="75530" y="535410"/>
                  </a:lnTo>
                  <a:lnTo>
                    <a:pt x="72585" y="529060"/>
                  </a:lnTo>
                  <a:lnTo>
                    <a:pt x="73482" y="521024"/>
                  </a:lnTo>
                  <a:lnTo>
                    <a:pt x="72806" y="512451"/>
                  </a:lnTo>
                  <a:lnTo>
                    <a:pt x="72895" y="503613"/>
                  </a:lnTo>
                  <a:lnTo>
                    <a:pt x="77127" y="500035"/>
                  </a:lnTo>
                  <a:lnTo>
                    <a:pt x="80909" y="503195"/>
                  </a:lnTo>
                  <a:lnTo>
                    <a:pt x="85524" y="497900"/>
                  </a:lnTo>
                  <a:lnTo>
                    <a:pt x="88693" y="490121"/>
                  </a:lnTo>
                  <a:lnTo>
                    <a:pt x="89836" y="486996"/>
                  </a:lnTo>
                  <a:lnTo>
                    <a:pt x="89138" y="483629"/>
                  </a:lnTo>
                  <a:lnTo>
                    <a:pt x="87514" y="475756"/>
                  </a:lnTo>
                  <a:lnTo>
                    <a:pt x="85329" y="471752"/>
                  </a:lnTo>
                  <a:lnTo>
                    <a:pt x="82344" y="470713"/>
                  </a:lnTo>
                  <a:lnTo>
                    <a:pt x="76841" y="471068"/>
                  </a:lnTo>
                  <a:lnTo>
                    <a:pt x="71649" y="469210"/>
                  </a:lnTo>
                  <a:lnTo>
                    <a:pt x="66159" y="462405"/>
                  </a:lnTo>
                  <a:lnTo>
                    <a:pt x="63772" y="456393"/>
                  </a:lnTo>
                  <a:lnTo>
                    <a:pt x="62764" y="453446"/>
                  </a:lnTo>
                  <a:lnTo>
                    <a:pt x="62205" y="452981"/>
                  </a:lnTo>
                  <a:lnTo>
                    <a:pt x="60508" y="451568"/>
                  </a:lnTo>
                  <a:lnTo>
                    <a:pt x="59715" y="448730"/>
                  </a:lnTo>
                  <a:lnTo>
                    <a:pt x="57098" y="444058"/>
                  </a:lnTo>
                  <a:lnTo>
                    <a:pt x="56994" y="438425"/>
                  </a:lnTo>
                  <a:lnTo>
                    <a:pt x="60053" y="431183"/>
                  </a:lnTo>
                  <a:lnTo>
                    <a:pt x="60343" y="427807"/>
                  </a:lnTo>
                  <a:lnTo>
                    <a:pt x="59375" y="421944"/>
                  </a:lnTo>
                  <a:lnTo>
                    <a:pt x="59779" y="419714"/>
                  </a:lnTo>
                  <a:lnTo>
                    <a:pt x="57267" y="416194"/>
                  </a:lnTo>
                  <a:lnTo>
                    <a:pt x="56376" y="413291"/>
                  </a:lnTo>
                  <a:lnTo>
                    <a:pt x="57480" y="408584"/>
                  </a:lnTo>
                  <a:lnTo>
                    <a:pt x="59682" y="405906"/>
                  </a:lnTo>
                  <a:lnTo>
                    <a:pt x="60850" y="401338"/>
                  </a:lnTo>
                  <a:lnTo>
                    <a:pt x="61305" y="399560"/>
                  </a:lnTo>
                  <a:lnTo>
                    <a:pt x="61521" y="397634"/>
                  </a:lnTo>
                  <a:lnTo>
                    <a:pt x="62151" y="392044"/>
                  </a:lnTo>
                  <a:lnTo>
                    <a:pt x="65889" y="390368"/>
                  </a:lnTo>
                  <a:lnTo>
                    <a:pt x="70449" y="391207"/>
                  </a:lnTo>
                  <a:lnTo>
                    <a:pt x="70974" y="392717"/>
                  </a:lnTo>
                  <a:lnTo>
                    <a:pt x="70425" y="397337"/>
                  </a:lnTo>
                  <a:lnTo>
                    <a:pt x="71534" y="398474"/>
                  </a:lnTo>
                  <a:lnTo>
                    <a:pt x="70889" y="399621"/>
                  </a:lnTo>
                  <a:lnTo>
                    <a:pt x="68881" y="399673"/>
                  </a:lnTo>
                  <a:lnTo>
                    <a:pt x="68640" y="399679"/>
                  </a:lnTo>
                  <a:lnTo>
                    <a:pt x="68330" y="410116"/>
                  </a:lnTo>
                  <a:lnTo>
                    <a:pt x="75292" y="415190"/>
                  </a:lnTo>
                  <a:lnTo>
                    <a:pt x="79185" y="421200"/>
                  </a:lnTo>
                  <a:lnTo>
                    <a:pt x="82169" y="420451"/>
                  </a:lnTo>
                  <a:lnTo>
                    <a:pt x="83476" y="420122"/>
                  </a:lnTo>
                  <a:lnTo>
                    <a:pt x="82457" y="414997"/>
                  </a:lnTo>
                  <a:lnTo>
                    <a:pt x="83158" y="409806"/>
                  </a:lnTo>
                  <a:lnTo>
                    <a:pt x="83068" y="407299"/>
                  </a:lnTo>
                  <a:lnTo>
                    <a:pt x="80361" y="403740"/>
                  </a:lnTo>
                  <a:lnTo>
                    <a:pt x="78567" y="400710"/>
                  </a:lnTo>
                  <a:lnTo>
                    <a:pt x="79013" y="398207"/>
                  </a:lnTo>
                  <a:lnTo>
                    <a:pt x="75478" y="395204"/>
                  </a:lnTo>
                  <a:lnTo>
                    <a:pt x="74810" y="392040"/>
                  </a:lnTo>
                  <a:lnTo>
                    <a:pt x="77225" y="390855"/>
                  </a:lnTo>
                  <a:lnTo>
                    <a:pt x="76969" y="384952"/>
                  </a:lnTo>
                  <a:lnTo>
                    <a:pt x="76910" y="383567"/>
                  </a:lnTo>
                  <a:lnTo>
                    <a:pt x="73908" y="383061"/>
                  </a:lnTo>
                  <a:lnTo>
                    <a:pt x="71932" y="377889"/>
                  </a:lnTo>
                  <a:lnTo>
                    <a:pt x="76237" y="377031"/>
                  </a:lnTo>
                  <a:lnTo>
                    <a:pt x="76800" y="374463"/>
                  </a:lnTo>
                  <a:lnTo>
                    <a:pt x="79970" y="375130"/>
                  </a:lnTo>
                  <a:lnTo>
                    <a:pt x="84755" y="372693"/>
                  </a:lnTo>
                  <a:lnTo>
                    <a:pt x="84522" y="371814"/>
                  </a:lnTo>
                  <a:lnTo>
                    <a:pt x="83352" y="367393"/>
                  </a:lnTo>
                  <a:lnTo>
                    <a:pt x="78134" y="362433"/>
                  </a:lnTo>
                  <a:lnTo>
                    <a:pt x="77839" y="362483"/>
                  </a:lnTo>
                  <a:lnTo>
                    <a:pt x="71121" y="363615"/>
                  </a:lnTo>
                  <a:lnTo>
                    <a:pt x="70915" y="363650"/>
                  </a:lnTo>
                  <a:lnTo>
                    <a:pt x="68706" y="369982"/>
                  </a:lnTo>
                  <a:lnTo>
                    <a:pt x="70985" y="373917"/>
                  </a:lnTo>
                  <a:lnTo>
                    <a:pt x="67982" y="375772"/>
                  </a:lnTo>
                  <a:lnTo>
                    <a:pt x="67150" y="379644"/>
                  </a:lnTo>
                  <a:lnTo>
                    <a:pt x="69038" y="382779"/>
                  </a:lnTo>
                  <a:lnTo>
                    <a:pt x="70130" y="386808"/>
                  </a:lnTo>
                  <a:lnTo>
                    <a:pt x="65256" y="387824"/>
                  </a:lnTo>
                  <a:lnTo>
                    <a:pt x="61773" y="386518"/>
                  </a:lnTo>
                  <a:lnTo>
                    <a:pt x="58522" y="381501"/>
                  </a:lnTo>
                  <a:lnTo>
                    <a:pt x="54113" y="377372"/>
                  </a:lnTo>
                  <a:lnTo>
                    <a:pt x="52233" y="378011"/>
                  </a:lnTo>
                  <a:lnTo>
                    <a:pt x="49724" y="373478"/>
                  </a:lnTo>
                  <a:lnTo>
                    <a:pt x="47812" y="369164"/>
                  </a:lnTo>
                  <a:lnTo>
                    <a:pt x="44802" y="364633"/>
                  </a:lnTo>
                  <a:lnTo>
                    <a:pt x="39661" y="361769"/>
                  </a:lnTo>
                  <a:lnTo>
                    <a:pt x="36490" y="364482"/>
                  </a:lnTo>
                  <a:lnTo>
                    <a:pt x="34289" y="362839"/>
                  </a:lnTo>
                  <a:lnTo>
                    <a:pt x="40084" y="354454"/>
                  </a:lnTo>
                  <a:lnTo>
                    <a:pt x="41970" y="349241"/>
                  </a:lnTo>
                  <a:lnTo>
                    <a:pt x="41159" y="343330"/>
                  </a:lnTo>
                  <a:lnTo>
                    <a:pt x="42015" y="340307"/>
                  </a:lnTo>
                  <a:lnTo>
                    <a:pt x="41419" y="338066"/>
                  </a:lnTo>
                  <a:lnTo>
                    <a:pt x="41384" y="337936"/>
                  </a:lnTo>
                  <a:lnTo>
                    <a:pt x="38198" y="336800"/>
                  </a:lnTo>
                  <a:lnTo>
                    <a:pt x="38029" y="333462"/>
                  </a:lnTo>
                  <a:lnTo>
                    <a:pt x="38158" y="328420"/>
                  </a:lnTo>
                  <a:lnTo>
                    <a:pt x="34783" y="319688"/>
                  </a:lnTo>
                  <a:lnTo>
                    <a:pt x="30157" y="315025"/>
                  </a:lnTo>
                  <a:lnTo>
                    <a:pt x="26043" y="308814"/>
                  </a:lnTo>
                  <a:lnTo>
                    <a:pt x="25606" y="305811"/>
                  </a:lnTo>
                  <a:lnTo>
                    <a:pt x="21972" y="295275"/>
                  </a:lnTo>
                  <a:lnTo>
                    <a:pt x="18199" y="290277"/>
                  </a:lnTo>
                  <a:lnTo>
                    <a:pt x="17096" y="287586"/>
                  </a:lnTo>
                  <a:lnTo>
                    <a:pt x="15787" y="284388"/>
                  </a:lnTo>
                  <a:lnTo>
                    <a:pt x="12523" y="279213"/>
                  </a:lnTo>
                  <a:lnTo>
                    <a:pt x="11817" y="276363"/>
                  </a:lnTo>
                  <a:lnTo>
                    <a:pt x="9482" y="271918"/>
                  </a:lnTo>
                  <a:lnTo>
                    <a:pt x="9014" y="267930"/>
                  </a:lnTo>
                  <a:lnTo>
                    <a:pt x="13299" y="263100"/>
                  </a:lnTo>
                  <a:lnTo>
                    <a:pt x="13754" y="253649"/>
                  </a:lnTo>
                  <a:lnTo>
                    <a:pt x="12498" y="246975"/>
                  </a:lnTo>
                  <a:lnTo>
                    <a:pt x="12200" y="239722"/>
                  </a:lnTo>
                  <a:lnTo>
                    <a:pt x="12622" y="231600"/>
                  </a:lnTo>
                  <a:lnTo>
                    <a:pt x="15340" y="224510"/>
                  </a:lnTo>
                  <a:lnTo>
                    <a:pt x="20957" y="216397"/>
                  </a:lnTo>
                  <a:lnTo>
                    <a:pt x="21571" y="210247"/>
                  </a:lnTo>
                  <a:lnTo>
                    <a:pt x="22397" y="204718"/>
                  </a:lnTo>
                  <a:lnTo>
                    <a:pt x="20963" y="200694"/>
                  </a:lnTo>
                  <a:lnTo>
                    <a:pt x="22147" y="190996"/>
                  </a:lnTo>
                  <a:lnTo>
                    <a:pt x="19316" y="187281"/>
                  </a:lnTo>
                  <a:lnTo>
                    <a:pt x="17723" y="181320"/>
                  </a:lnTo>
                  <a:lnTo>
                    <a:pt x="15148" y="173249"/>
                  </a:lnTo>
                  <a:lnTo>
                    <a:pt x="14757" y="172020"/>
                  </a:lnTo>
                  <a:lnTo>
                    <a:pt x="12850" y="170701"/>
                  </a:lnTo>
                  <a:lnTo>
                    <a:pt x="13076" y="165491"/>
                  </a:lnTo>
                  <a:lnTo>
                    <a:pt x="10637" y="161242"/>
                  </a:lnTo>
                  <a:lnTo>
                    <a:pt x="7939" y="159103"/>
                  </a:lnTo>
                  <a:lnTo>
                    <a:pt x="4774" y="153162"/>
                  </a:lnTo>
                  <a:lnTo>
                    <a:pt x="870" y="146435"/>
                  </a:lnTo>
                  <a:lnTo>
                    <a:pt x="0" y="144594"/>
                  </a:lnTo>
                  <a:lnTo>
                    <a:pt x="2380" y="138811"/>
                  </a:lnTo>
                  <a:lnTo>
                    <a:pt x="2674" y="134883"/>
                  </a:lnTo>
                  <a:lnTo>
                    <a:pt x="1438" y="1286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5030850" y="2823334"/>
              <a:ext cx="8231" cy="14083"/>
            </a:xfrm>
            <a:custGeom>
              <a:avLst/>
              <a:pathLst>
                <a:path w="8231" h="14083">
                  <a:moveTo>
                    <a:pt x="348" y="3498"/>
                  </a:moveTo>
                  <a:lnTo>
                    <a:pt x="5892" y="0"/>
                  </a:lnTo>
                  <a:lnTo>
                    <a:pt x="8231" y="2934"/>
                  </a:lnTo>
                  <a:lnTo>
                    <a:pt x="5341" y="8742"/>
                  </a:lnTo>
                  <a:lnTo>
                    <a:pt x="4216" y="14083"/>
                  </a:lnTo>
                  <a:lnTo>
                    <a:pt x="0" y="971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4781524" y="2716080"/>
              <a:ext cx="16372" cy="12799"/>
            </a:xfrm>
            <a:custGeom>
              <a:avLst/>
              <a:pathLst>
                <a:path w="16372" h="12799">
                  <a:moveTo>
                    <a:pt x="0" y="3517"/>
                  </a:moveTo>
                  <a:lnTo>
                    <a:pt x="2055" y="2238"/>
                  </a:lnTo>
                  <a:lnTo>
                    <a:pt x="7177" y="0"/>
                  </a:lnTo>
                  <a:lnTo>
                    <a:pt x="12658" y="914"/>
                  </a:lnTo>
                  <a:lnTo>
                    <a:pt x="13815" y="2512"/>
                  </a:lnTo>
                  <a:lnTo>
                    <a:pt x="16372" y="7155"/>
                  </a:lnTo>
                  <a:lnTo>
                    <a:pt x="15905" y="9485"/>
                  </a:lnTo>
                  <a:lnTo>
                    <a:pt x="14631" y="11421"/>
                  </a:lnTo>
                  <a:lnTo>
                    <a:pt x="9499" y="12799"/>
                  </a:lnTo>
                  <a:lnTo>
                    <a:pt x="6478" y="8796"/>
                  </a:lnTo>
                  <a:lnTo>
                    <a:pt x="4245" y="6475"/>
                  </a:lnTo>
                  <a:lnTo>
                    <a:pt x="754" y="5373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4667087" y="2722554"/>
              <a:ext cx="364155" cy="389758"/>
            </a:xfrm>
            <a:custGeom>
              <a:avLst/>
              <a:pathLst>
                <a:path w="364155" h="389758">
                  <a:moveTo>
                    <a:pt x="35" y="130392"/>
                  </a:moveTo>
                  <a:lnTo>
                    <a:pt x="520" y="124099"/>
                  </a:lnTo>
                  <a:lnTo>
                    <a:pt x="2170" y="122697"/>
                  </a:lnTo>
                  <a:lnTo>
                    <a:pt x="3010" y="121984"/>
                  </a:lnTo>
                  <a:lnTo>
                    <a:pt x="5602" y="117053"/>
                  </a:lnTo>
                  <a:lnTo>
                    <a:pt x="6279" y="113001"/>
                  </a:lnTo>
                  <a:lnTo>
                    <a:pt x="8222" y="108559"/>
                  </a:lnTo>
                  <a:lnTo>
                    <a:pt x="11839" y="104651"/>
                  </a:lnTo>
                  <a:lnTo>
                    <a:pt x="16243" y="102326"/>
                  </a:lnTo>
                  <a:lnTo>
                    <a:pt x="18162" y="100046"/>
                  </a:lnTo>
                  <a:lnTo>
                    <a:pt x="22555" y="99386"/>
                  </a:lnTo>
                  <a:lnTo>
                    <a:pt x="23714" y="96697"/>
                  </a:lnTo>
                  <a:lnTo>
                    <a:pt x="27016" y="94862"/>
                  </a:lnTo>
                  <a:lnTo>
                    <a:pt x="29524" y="94963"/>
                  </a:lnTo>
                  <a:lnTo>
                    <a:pt x="30036" y="91702"/>
                  </a:lnTo>
                  <a:lnTo>
                    <a:pt x="32521" y="89505"/>
                  </a:lnTo>
                  <a:lnTo>
                    <a:pt x="31833" y="82263"/>
                  </a:lnTo>
                  <a:lnTo>
                    <a:pt x="31112" y="74692"/>
                  </a:lnTo>
                  <a:lnTo>
                    <a:pt x="29697" y="59569"/>
                  </a:lnTo>
                  <a:lnTo>
                    <a:pt x="29055" y="52726"/>
                  </a:lnTo>
                  <a:lnTo>
                    <a:pt x="27641" y="38090"/>
                  </a:lnTo>
                  <a:lnTo>
                    <a:pt x="32811" y="37457"/>
                  </a:lnTo>
                  <a:lnTo>
                    <a:pt x="33887" y="34665"/>
                  </a:lnTo>
                  <a:lnTo>
                    <a:pt x="35946" y="31259"/>
                  </a:lnTo>
                  <a:lnTo>
                    <a:pt x="38493" y="30757"/>
                  </a:lnTo>
                  <a:lnTo>
                    <a:pt x="41654" y="32553"/>
                  </a:lnTo>
                  <a:lnTo>
                    <a:pt x="43811" y="32695"/>
                  </a:lnTo>
                  <a:lnTo>
                    <a:pt x="47212" y="34464"/>
                  </a:lnTo>
                  <a:lnTo>
                    <a:pt x="51618" y="33343"/>
                  </a:lnTo>
                  <a:lnTo>
                    <a:pt x="55616" y="32939"/>
                  </a:lnTo>
                  <a:lnTo>
                    <a:pt x="65624" y="27975"/>
                  </a:lnTo>
                  <a:lnTo>
                    <a:pt x="69659" y="25545"/>
                  </a:lnTo>
                  <a:lnTo>
                    <a:pt x="71027" y="25401"/>
                  </a:lnTo>
                  <a:lnTo>
                    <a:pt x="73428" y="25149"/>
                  </a:lnTo>
                  <a:lnTo>
                    <a:pt x="79039" y="21710"/>
                  </a:lnTo>
                  <a:lnTo>
                    <a:pt x="81995" y="20641"/>
                  </a:lnTo>
                  <a:lnTo>
                    <a:pt x="84458" y="17843"/>
                  </a:lnTo>
                  <a:lnTo>
                    <a:pt x="87819" y="16588"/>
                  </a:lnTo>
                  <a:lnTo>
                    <a:pt x="90208" y="13684"/>
                  </a:lnTo>
                  <a:lnTo>
                    <a:pt x="93043" y="15319"/>
                  </a:lnTo>
                  <a:lnTo>
                    <a:pt x="95003" y="12873"/>
                  </a:lnTo>
                  <a:lnTo>
                    <a:pt x="97473" y="11762"/>
                  </a:lnTo>
                  <a:lnTo>
                    <a:pt x="100379" y="9355"/>
                  </a:lnTo>
                  <a:lnTo>
                    <a:pt x="103117" y="7056"/>
                  </a:lnTo>
                  <a:lnTo>
                    <a:pt x="102269" y="2148"/>
                  </a:lnTo>
                  <a:lnTo>
                    <a:pt x="105941" y="0"/>
                  </a:lnTo>
                  <a:lnTo>
                    <a:pt x="110565" y="2945"/>
                  </a:lnTo>
                  <a:lnTo>
                    <a:pt x="113569" y="4703"/>
                  </a:lnTo>
                  <a:lnTo>
                    <a:pt x="117643" y="8161"/>
                  </a:lnTo>
                  <a:lnTo>
                    <a:pt x="115182" y="14727"/>
                  </a:lnTo>
                  <a:lnTo>
                    <a:pt x="112069" y="20164"/>
                  </a:lnTo>
                  <a:lnTo>
                    <a:pt x="111150" y="22536"/>
                  </a:lnTo>
                  <a:lnTo>
                    <a:pt x="113233" y="25864"/>
                  </a:lnTo>
                  <a:lnTo>
                    <a:pt x="109924" y="29878"/>
                  </a:lnTo>
                  <a:lnTo>
                    <a:pt x="109293" y="33580"/>
                  </a:lnTo>
                  <a:lnTo>
                    <a:pt x="108165" y="35897"/>
                  </a:lnTo>
                  <a:lnTo>
                    <a:pt x="110032" y="36128"/>
                  </a:lnTo>
                  <a:lnTo>
                    <a:pt x="111685" y="36332"/>
                  </a:lnTo>
                  <a:lnTo>
                    <a:pt x="115489" y="32981"/>
                  </a:lnTo>
                  <a:lnTo>
                    <a:pt x="117444" y="31973"/>
                  </a:lnTo>
                  <a:lnTo>
                    <a:pt x="119583" y="29840"/>
                  </a:lnTo>
                  <a:lnTo>
                    <a:pt x="120188" y="25708"/>
                  </a:lnTo>
                  <a:lnTo>
                    <a:pt x="125081" y="29286"/>
                  </a:lnTo>
                  <a:lnTo>
                    <a:pt x="131537" y="33867"/>
                  </a:lnTo>
                  <a:lnTo>
                    <a:pt x="132536" y="33630"/>
                  </a:lnTo>
                  <a:lnTo>
                    <a:pt x="135048" y="33033"/>
                  </a:lnTo>
                  <a:lnTo>
                    <a:pt x="139421" y="34997"/>
                  </a:lnTo>
                  <a:lnTo>
                    <a:pt x="140535" y="34457"/>
                  </a:lnTo>
                  <a:lnTo>
                    <a:pt x="142723" y="37060"/>
                  </a:lnTo>
                  <a:lnTo>
                    <a:pt x="145820" y="34953"/>
                  </a:lnTo>
                  <a:lnTo>
                    <a:pt x="148945" y="37617"/>
                  </a:lnTo>
                  <a:lnTo>
                    <a:pt x="153381" y="38747"/>
                  </a:lnTo>
                  <a:lnTo>
                    <a:pt x="157624" y="45252"/>
                  </a:lnTo>
                  <a:lnTo>
                    <a:pt x="160791" y="52257"/>
                  </a:lnTo>
                  <a:lnTo>
                    <a:pt x="172664" y="54042"/>
                  </a:lnTo>
                  <a:lnTo>
                    <a:pt x="190722" y="56699"/>
                  </a:lnTo>
                  <a:lnTo>
                    <a:pt x="224750" y="61494"/>
                  </a:lnTo>
                  <a:lnTo>
                    <a:pt x="231281" y="64317"/>
                  </a:lnTo>
                  <a:lnTo>
                    <a:pt x="235086" y="65956"/>
                  </a:lnTo>
                  <a:lnTo>
                    <a:pt x="242960" y="69336"/>
                  </a:lnTo>
                  <a:lnTo>
                    <a:pt x="247214" y="68233"/>
                  </a:lnTo>
                  <a:lnTo>
                    <a:pt x="250784" y="68867"/>
                  </a:lnTo>
                  <a:lnTo>
                    <a:pt x="251042" y="68912"/>
                  </a:lnTo>
                  <a:lnTo>
                    <a:pt x="252627" y="70839"/>
                  </a:lnTo>
                  <a:lnTo>
                    <a:pt x="255297" y="70340"/>
                  </a:lnTo>
                  <a:lnTo>
                    <a:pt x="256145" y="68044"/>
                  </a:lnTo>
                  <a:lnTo>
                    <a:pt x="260110" y="66971"/>
                  </a:lnTo>
                  <a:lnTo>
                    <a:pt x="267647" y="69532"/>
                  </a:lnTo>
                  <a:lnTo>
                    <a:pt x="269278" y="68233"/>
                  </a:lnTo>
                  <a:lnTo>
                    <a:pt x="273936" y="70418"/>
                  </a:lnTo>
                  <a:lnTo>
                    <a:pt x="277688" y="69546"/>
                  </a:lnTo>
                  <a:lnTo>
                    <a:pt x="281997" y="70318"/>
                  </a:lnTo>
                  <a:lnTo>
                    <a:pt x="286086" y="71922"/>
                  </a:lnTo>
                  <a:lnTo>
                    <a:pt x="289182" y="75600"/>
                  </a:lnTo>
                  <a:lnTo>
                    <a:pt x="286202" y="80832"/>
                  </a:lnTo>
                  <a:lnTo>
                    <a:pt x="288278" y="82553"/>
                  </a:lnTo>
                  <a:lnTo>
                    <a:pt x="291381" y="83320"/>
                  </a:lnTo>
                  <a:lnTo>
                    <a:pt x="291925" y="83455"/>
                  </a:lnTo>
                  <a:lnTo>
                    <a:pt x="294928" y="81859"/>
                  </a:lnTo>
                  <a:lnTo>
                    <a:pt x="297081" y="84326"/>
                  </a:lnTo>
                  <a:lnTo>
                    <a:pt x="302455" y="84328"/>
                  </a:lnTo>
                  <a:lnTo>
                    <a:pt x="305698" y="86686"/>
                  </a:lnTo>
                  <a:lnTo>
                    <a:pt x="307639" y="88095"/>
                  </a:lnTo>
                  <a:lnTo>
                    <a:pt x="309485" y="90446"/>
                  </a:lnTo>
                  <a:lnTo>
                    <a:pt x="307125" y="92648"/>
                  </a:lnTo>
                  <a:lnTo>
                    <a:pt x="310547" y="96037"/>
                  </a:lnTo>
                  <a:lnTo>
                    <a:pt x="310422" y="99104"/>
                  </a:lnTo>
                  <a:lnTo>
                    <a:pt x="310065" y="103623"/>
                  </a:lnTo>
                  <a:lnTo>
                    <a:pt x="310653" y="108114"/>
                  </a:lnTo>
                  <a:lnTo>
                    <a:pt x="308512" y="111014"/>
                  </a:lnTo>
                  <a:lnTo>
                    <a:pt x="308615" y="115537"/>
                  </a:lnTo>
                  <a:lnTo>
                    <a:pt x="308739" y="119080"/>
                  </a:lnTo>
                  <a:lnTo>
                    <a:pt x="312556" y="118446"/>
                  </a:lnTo>
                  <a:lnTo>
                    <a:pt x="315543" y="117862"/>
                  </a:lnTo>
                  <a:lnTo>
                    <a:pt x="317839" y="114951"/>
                  </a:lnTo>
                  <a:lnTo>
                    <a:pt x="321038" y="115797"/>
                  </a:lnTo>
                  <a:lnTo>
                    <a:pt x="321127" y="120442"/>
                  </a:lnTo>
                  <a:lnTo>
                    <a:pt x="319399" y="127032"/>
                  </a:lnTo>
                  <a:lnTo>
                    <a:pt x="318194" y="131499"/>
                  </a:lnTo>
                  <a:lnTo>
                    <a:pt x="321658" y="135102"/>
                  </a:lnTo>
                  <a:lnTo>
                    <a:pt x="325101" y="138497"/>
                  </a:lnTo>
                  <a:lnTo>
                    <a:pt x="328783" y="138914"/>
                  </a:lnTo>
                  <a:lnTo>
                    <a:pt x="327287" y="143601"/>
                  </a:lnTo>
                  <a:lnTo>
                    <a:pt x="327921" y="149575"/>
                  </a:lnTo>
                  <a:lnTo>
                    <a:pt x="323913" y="150427"/>
                  </a:lnTo>
                  <a:lnTo>
                    <a:pt x="320024" y="152043"/>
                  </a:lnTo>
                  <a:lnTo>
                    <a:pt x="317062" y="153272"/>
                  </a:lnTo>
                  <a:lnTo>
                    <a:pt x="315590" y="156131"/>
                  </a:lnTo>
                  <a:lnTo>
                    <a:pt x="316561" y="160460"/>
                  </a:lnTo>
                  <a:lnTo>
                    <a:pt x="315774" y="162020"/>
                  </a:lnTo>
                  <a:lnTo>
                    <a:pt x="313233" y="165874"/>
                  </a:lnTo>
                  <a:lnTo>
                    <a:pt x="311780" y="171658"/>
                  </a:lnTo>
                  <a:lnTo>
                    <a:pt x="309665" y="175164"/>
                  </a:lnTo>
                  <a:lnTo>
                    <a:pt x="309349" y="178989"/>
                  </a:lnTo>
                  <a:lnTo>
                    <a:pt x="309247" y="180215"/>
                  </a:lnTo>
                  <a:lnTo>
                    <a:pt x="310160" y="184941"/>
                  </a:lnTo>
                  <a:lnTo>
                    <a:pt x="308018" y="188521"/>
                  </a:lnTo>
                  <a:lnTo>
                    <a:pt x="310644" y="191093"/>
                  </a:lnTo>
                  <a:lnTo>
                    <a:pt x="314568" y="191350"/>
                  </a:lnTo>
                  <a:lnTo>
                    <a:pt x="316757" y="187072"/>
                  </a:lnTo>
                  <a:lnTo>
                    <a:pt x="318280" y="183795"/>
                  </a:lnTo>
                  <a:lnTo>
                    <a:pt x="323515" y="180258"/>
                  </a:lnTo>
                  <a:lnTo>
                    <a:pt x="324177" y="178876"/>
                  </a:lnTo>
                  <a:lnTo>
                    <a:pt x="324793" y="177589"/>
                  </a:lnTo>
                  <a:lnTo>
                    <a:pt x="325328" y="176628"/>
                  </a:lnTo>
                  <a:lnTo>
                    <a:pt x="326206" y="175051"/>
                  </a:lnTo>
                  <a:lnTo>
                    <a:pt x="325725" y="172342"/>
                  </a:lnTo>
                  <a:lnTo>
                    <a:pt x="329315" y="165195"/>
                  </a:lnTo>
                  <a:lnTo>
                    <a:pt x="332587" y="159972"/>
                  </a:lnTo>
                  <a:lnTo>
                    <a:pt x="335589" y="159004"/>
                  </a:lnTo>
                  <a:lnTo>
                    <a:pt x="336396" y="157797"/>
                  </a:lnTo>
                  <a:lnTo>
                    <a:pt x="340372" y="155706"/>
                  </a:lnTo>
                  <a:lnTo>
                    <a:pt x="342961" y="151004"/>
                  </a:lnTo>
                  <a:lnTo>
                    <a:pt x="345358" y="143585"/>
                  </a:lnTo>
                  <a:lnTo>
                    <a:pt x="348791" y="137004"/>
                  </a:lnTo>
                  <a:lnTo>
                    <a:pt x="349229" y="129290"/>
                  </a:lnTo>
                  <a:lnTo>
                    <a:pt x="352989" y="128172"/>
                  </a:lnTo>
                  <a:lnTo>
                    <a:pt x="355727" y="124462"/>
                  </a:lnTo>
                  <a:lnTo>
                    <a:pt x="355849" y="120239"/>
                  </a:lnTo>
                  <a:lnTo>
                    <a:pt x="358449" y="116627"/>
                  </a:lnTo>
                  <a:lnTo>
                    <a:pt x="360820" y="115671"/>
                  </a:lnTo>
                  <a:lnTo>
                    <a:pt x="363321" y="116027"/>
                  </a:lnTo>
                  <a:lnTo>
                    <a:pt x="364155" y="121532"/>
                  </a:lnTo>
                  <a:lnTo>
                    <a:pt x="360750" y="125682"/>
                  </a:lnTo>
                  <a:lnTo>
                    <a:pt x="361382" y="130206"/>
                  </a:lnTo>
                  <a:lnTo>
                    <a:pt x="361101" y="135208"/>
                  </a:lnTo>
                  <a:lnTo>
                    <a:pt x="357387" y="141750"/>
                  </a:lnTo>
                  <a:lnTo>
                    <a:pt x="355292" y="147827"/>
                  </a:lnTo>
                  <a:lnTo>
                    <a:pt x="355056" y="153396"/>
                  </a:lnTo>
                  <a:lnTo>
                    <a:pt x="351517" y="158654"/>
                  </a:lnTo>
                  <a:lnTo>
                    <a:pt x="349733" y="164440"/>
                  </a:lnTo>
                  <a:lnTo>
                    <a:pt x="347573" y="173306"/>
                  </a:lnTo>
                  <a:lnTo>
                    <a:pt x="346569" y="177407"/>
                  </a:lnTo>
                  <a:lnTo>
                    <a:pt x="344390" y="181744"/>
                  </a:lnTo>
                  <a:lnTo>
                    <a:pt x="342896" y="193146"/>
                  </a:lnTo>
                  <a:lnTo>
                    <a:pt x="341921" y="205140"/>
                  </a:lnTo>
                  <a:lnTo>
                    <a:pt x="341875" y="205692"/>
                  </a:lnTo>
                  <a:lnTo>
                    <a:pt x="344154" y="210800"/>
                  </a:lnTo>
                  <a:lnTo>
                    <a:pt x="345696" y="214930"/>
                  </a:lnTo>
                  <a:lnTo>
                    <a:pt x="344364" y="219682"/>
                  </a:lnTo>
                  <a:lnTo>
                    <a:pt x="340960" y="222698"/>
                  </a:lnTo>
                  <a:lnTo>
                    <a:pt x="338251" y="227542"/>
                  </a:lnTo>
                  <a:lnTo>
                    <a:pt x="337057" y="238032"/>
                  </a:lnTo>
                  <a:lnTo>
                    <a:pt x="336176" y="244719"/>
                  </a:lnTo>
                  <a:lnTo>
                    <a:pt x="335955" y="246395"/>
                  </a:lnTo>
                  <a:lnTo>
                    <a:pt x="337378" y="251801"/>
                  </a:lnTo>
                  <a:lnTo>
                    <a:pt x="339572" y="255296"/>
                  </a:lnTo>
                  <a:lnTo>
                    <a:pt x="339657" y="259234"/>
                  </a:lnTo>
                  <a:lnTo>
                    <a:pt x="340346" y="262981"/>
                  </a:lnTo>
                  <a:lnTo>
                    <a:pt x="336610" y="273900"/>
                  </a:lnTo>
                  <a:lnTo>
                    <a:pt x="336814" y="275650"/>
                  </a:lnTo>
                  <a:lnTo>
                    <a:pt x="337324" y="280035"/>
                  </a:lnTo>
                  <a:lnTo>
                    <a:pt x="335260" y="286753"/>
                  </a:lnTo>
                  <a:lnTo>
                    <a:pt x="333678" y="297031"/>
                  </a:lnTo>
                  <a:lnTo>
                    <a:pt x="334644" y="306704"/>
                  </a:lnTo>
                  <a:lnTo>
                    <a:pt x="334688" y="307139"/>
                  </a:lnTo>
                  <a:lnTo>
                    <a:pt x="335286" y="312932"/>
                  </a:lnTo>
                  <a:lnTo>
                    <a:pt x="337983" y="317989"/>
                  </a:lnTo>
                  <a:lnTo>
                    <a:pt x="336985" y="322455"/>
                  </a:lnTo>
                  <a:lnTo>
                    <a:pt x="338783" y="324867"/>
                  </a:lnTo>
                  <a:lnTo>
                    <a:pt x="341256" y="328181"/>
                  </a:lnTo>
                  <a:lnTo>
                    <a:pt x="342866" y="335702"/>
                  </a:lnTo>
                  <a:lnTo>
                    <a:pt x="343919" y="336826"/>
                  </a:lnTo>
                  <a:lnTo>
                    <a:pt x="348107" y="341290"/>
                  </a:lnTo>
                  <a:lnTo>
                    <a:pt x="348016" y="348772"/>
                  </a:lnTo>
                  <a:lnTo>
                    <a:pt x="347355" y="351760"/>
                  </a:lnTo>
                  <a:lnTo>
                    <a:pt x="346860" y="353992"/>
                  </a:lnTo>
                  <a:lnTo>
                    <a:pt x="347775" y="359609"/>
                  </a:lnTo>
                  <a:lnTo>
                    <a:pt x="349701" y="367073"/>
                  </a:lnTo>
                  <a:lnTo>
                    <a:pt x="324224" y="370509"/>
                  </a:lnTo>
                  <a:lnTo>
                    <a:pt x="323104" y="370657"/>
                  </a:lnTo>
                  <a:lnTo>
                    <a:pt x="317508" y="371496"/>
                  </a:lnTo>
                  <a:lnTo>
                    <a:pt x="306865" y="373074"/>
                  </a:lnTo>
                  <a:lnTo>
                    <a:pt x="304615" y="373405"/>
                  </a:lnTo>
                  <a:lnTo>
                    <a:pt x="291831" y="375317"/>
                  </a:lnTo>
                  <a:lnTo>
                    <a:pt x="287408" y="375882"/>
                  </a:lnTo>
                  <a:lnTo>
                    <a:pt x="276931" y="377206"/>
                  </a:lnTo>
                  <a:lnTo>
                    <a:pt x="270373" y="378024"/>
                  </a:lnTo>
                  <a:lnTo>
                    <a:pt x="268802" y="378210"/>
                  </a:lnTo>
                  <a:lnTo>
                    <a:pt x="249694" y="380441"/>
                  </a:lnTo>
                  <a:lnTo>
                    <a:pt x="247413" y="380703"/>
                  </a:lnTo>
                  <a:lnTo>
                    <a:pt x="241532" y="381372"/>
                  </a:lnTo>
                  <a:lnTo>
                    <a:pt x="219467" y="383879"/>
                  </a:lnTo>
                  <a:lnTo>
                    <a:pt x="213770" y="384511"/>
                  </a:lnTo>
                  <a:lnTo>
                    <a:pt x="194758" y="386658"/>
                  </a:lnTo>
                  <a:lnTo>
                    <a:pt x="181753" y="388258"/>
                  </a:lnTo>
                  <a:lnTo>
                    <a:pt x="181072" y="388341"/>
                  </a:lnTo>
                  <a:lnTo>
                    <a:pt x="167873" y="389758"/>
                  </a:lnTo>
                  <a:lnTo>
                    <a:pt x="165294" y="384039"/>
                  </a:lnTo>
                  <a:lnTo>
                    <a:pt x="163009" y="379899"/>
                  </a:lnTo>
                  <a:lnTo>
                    <a:pt x="160085" y="378545"/>
                  </a:lnTo>
                  <a:lnTo>
                    <a:pt x="152942" y="377653"/>
                  </a:lnTo>
                  <a:lnTo>
                    <a:pt x="150008" y="377144"/>
                  </a:lnTo>
                  <a:lnTo>
                    <a:pt x="147066" y="376632"/>
                  </a:lnTo>
                  <a:lnTo>
                    <a:pt x="141893" y="374053"/>
                  </a:lnTo>
                  <a:lnTo>
                    <a:pt x="137952" y="369551"/>
                  </a:lnTo>
                  <a:lnTo>
                    <a:pt x="135328" y="361992"/>
                  </a:lnTo>
                  <a:lnTo>
                    <a:pt x="132464" y="358832"/>
                  </a:lnTo>
                  <a:lnTo>
                    <a:pt x="130678" y="352673"/>
                  </a:lnTo>
                  <a:lnTo>
                    <a:pt x="130342" y="351677"/>
                  </a:lnTo>
                  <a:lnTo>
                    <a:pt x="128874" y="347316"/>
                  </a:lnTo>
                  <a:lnTo>
                    <a:pt x="128472" y="343693"/>
                  </a:lnTo>
                  <a:lnTo>
                    <a:pt x="127946" y="338950"/>
                  </a:lnTo>
                  <a:lnTo>
                    <a:pt x="130182" y="335199"/>
                  </a:lnTo>
                  <a:lnTo>
                    <a:pt x="132699" y="330733"/>
                  </a:lnTo>
                  <a:lnTo>
                    <a:pt x="134269" y="327729"/>
                  </a:lnTo>
                  <a:lnTo>
                    <a:pt x="130584" y="322867"/>
                  </a:lnTo>
                  <a:lnTo>
                    <a:pt x="127376" y="321349"/>
                  </a:lnTo>
                  <a:lnTo>
                    <a:pt x="123690" y="318323"/>
                  </a:lnTo>
                  <a:lnTo>
                    <a:pt x="123920" y="315706"/>
                  </a:lnTo>
                  <a:lnTo>
                    <a:pt x="123056" y="314352"/>
                  </a:lnTo>
                  <a:lnTo>
                    <a:pt x="121398" y="311751"/>
                  </a:lnTo>
                  <a:lnTo>
                    <a:pt x="121857" y="307325"/>
                  </a:lnTo>
                  <a:lnTo>
                    <a:pt x="120307" y="301819"/>
                  </a:lnTo>
                  <a:lnTo>
                    <a:pt x="118710" y="298858"/>
                  </a:lnTo>
                  <a:lnTo>
                    <a:pt x="116816" y="293215"/>
                  </a:lnTo>
                  <a:lnTo>
                    <a:pt x="117290" y="287955"/>
                  </a:lnTo>
                  <a:lnTo>
                    <a:pt x="117669" y="283733"/>
                  </a:lnTo>
                  <a:lnTo>
                    <a:pt x="114239" y="277571"/>
                  </a:lnTo>
                  <a:lnTo>
                    <a:pt x="113976" y="277100"/>
                  </a:lnTo>
                  <a:lnTo>
                    <a:pt x="109216" y="271919"/>
                  </a:lnTo>
                  <a:lnTo>
                    <a:pt x="104458" y="266509"/>
                  </a:lnTo>
                  <a:lnTo>
                    <a:pt x="103239" y="265120"/>
                  </a:lnTo>
                  <a:lnTo>
                    <a:pt x="95607" y="263919"/>
                  </a:lnTo>
                  <a:lnTo>
                    <a:pt x="94702" y="263776"/>
                  </a:lnTo>
                  <a:lnTo>
                    <a:pt x="89703" y="261013"/>
                  </a:lnTo>
                  <a:lnTo>
                    <a:pt x="84676" y="255820"/>
                  </a:lnTo>
                  <a:lnTo>
                    <a:pt x="78231" y="253357"/>
                  </a:lnTo>
                  <a:lnTo>
                    <a:pt x="75621" y="250712"/>
                  </a:lnTo>
                  <a:lnTo>
                    <a:pt x="72943" y="247994"/>
                  </a:lnTo>
                  <a:lnTo>
                    <a:pt x="70725" y="240548"/>
                  </a:lnTo>
                  <a:lnTo>
                    <a:pt x="67392" y="237000"/>
                  </a:lnTo>
                  <a:lnTo>
                    <a:pt x="59503" y="234032"/>
                  </a:lnTo>
                  <a:lnTo>
                    <a:pt x="57772" y="233379"/>
                  </a:lnTo>
                  <a:lnTo>
                    <a:pt x="49957" y="231361"/>
                  </a:lnTo>
                  <a:lnTo>
                    <a:pt x="49082" y="230668"/>
                  </a:lnTo>
                  <a:lnTo>
                    <a:pt x="45986" y="228214"/>
                  </a:lnTo>
                  <a:lnTo>
                    <a:pt x="44119" y="223762"/>
                  </a:lnTo>
                  <a:lnTo>
                    <a:pt x="43931" y="223669"/>
                  </a:lnTo>
                  <a:lnTo>
                    <a:pt x="41001" y="222215"/>
                  </a:lnTo>
                  <a:lnTo>
                    <a:pt x="38662" y="222492"/>
                  </a:lnTo>
                  <a:lnTo>
                    <a:pt x="29193" y="221664"/>
                  </a:lnTo>
                  <a:lnTo>
                    <a:pt x="24647" y="218985"/>
                  </a:lnTo>
                  <a:lnTo>
                    <a:pt x="19177" y="212739"/>
                  </a:lnTo>
                  <a:lnTo>
                    <a:pt x="16800" y="210709"/>
                  </a:lnTo>
                  <a:lnTo>
                    <a:pt x="12696" y="207198"/>
                  </a:lnTo>
                  <a:lnTo>
                    <a:pt x="11823" y="206450"/>
                  </a:lnTo>
                  <a:lnTo>
                    <a:pt x="13425" y="198734"/>
                  </a:lnTo>
                  <a:lnTo>
                    <a:pt x="13461" y="198061"/>
                  </a:lnTo>
                  <a:lnTo>
                    <a:pt x="13841" y="191019"/>
                  </a:lnTo>
                  <a:lnTo>
                    <a:pt x="12524" y="184014"/>
                  </a:lnTo>
                  <a:lnTo>
                    <a:pt x="9663" y="180490"/>
                  </a:lnTo>
                  <a:lnTo>
                    <a:pt x="10396" y="179530"/>
                  </a:lnTo>
                  <a:lnTo>
                    <a:pt x="13128" y="175953"/>
                  </a:lnTo>
                  <a:lnTo>
                    <a:pt x="10863" y="168962"/>
                  </a:lnTo>
                  <a:lnTo>
                    <a:pt x="10797" y="167655"/>
                  </a:lnTo>
                  <a:lnTo>
                    <a:pt x="10469" y="161088"/>
                  </a:lnTo>
                  <a:lnTo>
                    <a:pt x="11216" y="160042"/>
                  </a:lnTo>
                  <a:lnTo>
                    <a:pt x="13919" y="156248"/>
                  </a:lnTo>
                  <a:lnTo>
                    <a:pt x="15924" y="150810"/>
                  </a:lnTo>
                  <a:lnTo>
                    <a:pt x="16306" y="147087"/>
                  </a:lnTo>
                  <a:lnTo>
                    <a:pt x="13585" y="144311"/>
                  </a:lnTo>
                  <a:lnTo>
                    <a:pt x="10643" y="139877"/>
                  </a:lnTo>
                  <a:lnTo>
                    <a:pt x="8628" y="137254"/>
                  </a:lnTo>
                  <a:lnTo>
                    <a:pt x="5864" y="137031"/>
                  </a:lnTo>
                  <a:lnTo>
                    <a:pt x="922" y="136541"/>
                  </a:lnTo>
                  <a:lnTo>
                    <a:pt x="0" y="13084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5730044" y="3348214"/>
              <a:ext cx="303456" cy="313420"/>
            </a:xfrm>
            <a:custGeom>
              <a:avLst/>
              <a:pathLst>
                <a:path w="303456" h="313420">
                  <a:moveTo>
                    <a:pt x="3427" y="240984"/>
                  </a:moveTo>
                  <a:lnTo>
                    <a:pt x="3703" y="237374"/>
                  </a:lnTo>
                  <a:lnTo>
                    <a:pt x="3759" y="236636"/>
                  </a:lnTo>
                  <a:lnTo>
                    <a:pt x="3274" y="230700"/>
                  </a:lnTo>
                  <a:lnTo>
                    <a:pt x="1027" y="228562"/>
                  </a:lnTo>
                  <a:lnTo>
                    <a:pt x="0" y="221870"/>
                  </a:lnTo>
                  <a:lnTo>
                    <a:pt x="2507" y="222903"/>
                  </a:lnTo>
                  <a:lnTo>
                    <a:pt x="5788" y="221273"/>
                  </a:lnTo>
                  <a:lnTo>
                    <a:pt x="9714" y="219318"/>
                  </a:lnTo>
                  <a:lnTo>
                    <a:pt x="13945" y="217702"/>
                  </a:lnTo>
                  <a:lnTo>
                    <a:pt x="17554" y="215616"/>
                  </a:lnTo>
                  <a:lnTo>
                    <a:pt x="18055" y="211274"/>
                  </a:lnTo>
                  <a:lnTo>
                    <a:pt x="17670" y="205601"/>
                  </a:lnTo>
                  <a:lnTo>
                    <a:pt x="18071" y="203752"/>
                  </a:lnTo>
                  <a:lnTo>
                    <a:pt x="18354" y="202446"/>
                  </a:lnTo>
                  <a:lnTo>
                    <a:pt x="22075" y="201813"/>
                  </a:lnTo>
                  <a:lnTo>
                    <a:pt x="24698" y="199726"/>
                  </a:lnTo>
                  <a:lnTo>
                    <a:pt x="23107" y="195475"/>
                  </a:lnTo>
                  <a:lnTo>
                    <a:pt x="20271" y="187022"/>
                  </a:lnTo>
                  <a:lnTo>
                    <a:pt x="19012" y="183490"/>
                  </a:lnTo>
                  <a:lnTo>
                    <a:pt x="21794" y="180902"/>
                  </a:lnTo>
                  <a:lnTo>
                    <a:pt x="22142" y="173536"/>
                  </a:lnTo>
                  <a:lnTo>
                    <a:pt x="23542" y="168247"/>
                  </a:lnTo>
                  <a:lnTo>
                    <a:pt x="23923" y="166802"/>
                  </a:lnTo>
                  <a:lnTo>
                    <a:pt x="26323" y="162497"/>
                  </a:lnTo>
                  <a:lnTo>
                    <a:pt x="28397" y="160982"/>
                  </a:lnTo>
                  <a:lnTo>
                    <a:pt x="33363" y="163147"/>
                  </a:lnTo>
                  <a:lnTo>
                    <a:pt x="37376" y="167993"/>
                  </a:lnTo>
                  <a:lnTo>
                    <a:pt x="41793" y="165535"/>
                  </a:lnTo>
                  <a:lnTo>
                    <a:pt x="44581" y="161767"/>
                  </a:lnTo>
                  <a:lnTo>
                    <a:pt x="42342" y="156895"/>
                  </a:lnTo>
                  <a:lnTo>
                    <a:pt x="40592" y="153355"/>
                  </a:lnTo>
                  <a:lnTo>
                    <a:pt x="44033" y="150772"/>
                  </a:lnTo>
                  <a:lnTo>
                    <a:pt x="44469" y="150444"/>
                  </a:lnTo>
                  <a:lnTo>
                    <a:pt x="42502" y="144172"/>
                  </a:lnTo>
                  <a:lnTo>
                    <a:pt x="42405" y="143865"/>
                  </a:lnTo>
                  <a:lnTo>
                    <a:pt x="43991" y="141136"/>
                  </a:lnTo>
                  <a:lnTo>
                    <a:pt x="44489" y="140278"/>
                  </a:lnTo>
                  <a:lnTo>
                    <a:pt x="45689" y="135087"/>
                  </a:lnTo>
                  <a:lnTo>
                    <a:pt x="49903" y="133988"/>
                  </a:lnTo>
                  <a:lnTo>
                    <a:pt x="53091" y="133186"/>
                  </a:lnTo>
                  <a:lnTo>
                    <a:pt x="52456" y="128403"/>
                  </a:lnTo>
                  <a:lnTo>
                    <a:pt x="55386" y="123899"/>
                  </a:lnTo>
                  <a:lnTo>
                    <a:pt x="57811" y="120090"/>
                  </a:lnTo>
                  <a:lnTo>
                    <a:pt x="60935" y="120695"/>
                  </a:lnTo>
                  <a:lnTo>
                    <a:pt x="62973" y="124101"/>
                  </a:lnTo>
                  <a:lnTo>
                    <a:pt x="64567" y="124005"/>
                  </a:lnTo>
                  <a:lnTo>
                    <a:pt x="66121" y="123911"/>
                  </a:lnTo>
                  <a:lnTo>
                    <a:pt x="71764" y="118609"/>
                  </a:lnTo>
                  <a:lnTo>
                    <a:pt x="75144" y="114140"/>
                  </a:lnTo>
                  <a:lnTo>
                    <a:pt x="78558" y="111657"/>
                  </a:lnTo>
                  <a:lnTo>
                    <a:pt x="78877" y="110830"/>
                  </a:lnTo>
                  <a:lnTo>
                    <a:pt x="80865" y="105666"/>
                  </a:lnTo>
                  <a:lnTo>
                    <a:pt x="82854" y="102630"/>
                  </a:lnTo>
                  <a:lnTo>
                    <a:pt x="87665" y="95265"/>
                  </a:lnTo>
                  <a:lnTo>
                    <a:pt x="91706" y="89255"/>
                  </a:lnTo>
                  <a:lnTo>
                    <a:pt x="93102" y="84480"/>
                  </a:lnTo>
                  <a:lnTo>
                    <a:pt x="92584" y="83932"/>
                  </a:lnTo>
                  <a:lnTo>
                    <a:pt x="89490" y="80658"/>
                  </a:lnTo>
                  <a:lnTo>
                    <a:pt x="91698" y="76734"/>
                  </a:lnTo>
                  <a:lnTo>
                    <a:pt x="90857" y="72764"/>
                  </a:lnTo>
                  <a:lnTo>
                    <a:pt x="90856" y="72505"/>
                  </a:lnTo>
                  <a:lnTo>
                    <a:pt x="90836" y="66287"/>
                  </a:lnTo>
                  <a:lnTo>
                    <a:pt x="92757" y="62976"/>
                  </a:lnTo>
                  <a:lnTo>
                    <a:pt x="93941" y="60832"/>
                  </a:lnTo>
                  <a:lnTo>
                    <a:pt x="92843" y="55381"/>
                  </a:lnTo>
                  <a:lnTo>
                    <a:pt x="92038" y="51390"/>
                  </a:lnTo>
                  <a:lnTo>
                    <a:pt x="92645" y="44766"/>
                  </a:lnTo>
                  <a:lnTo>
                    <a:pt x="92759" y="44236"/>
                  </a:lnTo>
                  <a:lnTo>
                    <a:pt x="93368" y="41382"/>
                  </a:lnTo>
                  <a:lnTo>
                    <a:pt x="94674" y="35246"/>
                  </a:lnTo>
                  <a:lnTo>
                    <a:pt x="96101" y="30134"/>
                  </a:lnTo>
                  <a:lnTo>
                    <a:pt x="92888" y="23515"/>
                  </a:lnTo>
                  <a:lnTo>
                    <a:pt x="92971" y="22616"/>
                  </a:lnTo>
                  <a:lnTo>
                    <a:pt x="93410" y="17842"/>
                  </a:lnTo>
                  <a:lnTo>
                    <a:pt x="90846" y="11770"/>
                  </a:lnTo>
                  <a:lnTo>
                    <a:pt x="86685" y="7155"/>
                  </a:lnTo>
                  <a:lnTo>
                    <a:pt x="88572" y="3306"/>
                  </a:lnTo>
                  <a:lnTo>
                    <a:pt x="91457" y="3008"/>
                  </a:lnTo>
                  <a:lnTo>
                    <a:pt x="95150" y="0"/>
                  </a:lnTo>
                  <a:lnTo>
                    <a:pt x="98337" y="13864"/>
                  </a:lnTo>
                  <a:lnTo>
                    <a:pt x="99869" y="20539"/>
                  </a:lnTo>
                  <a:lnTo>
                    <a:pt x="101002" y="25481"/>
                  </a:lnTo>
                  <a:lnTo>
                    <a:pt x="104586" y="41149"/>
                  </a:lnTo>
                  <a:lnTo>
                    <a:pt x="107395" y="53454"/>
                  </a:lnTo>
                  <a:lnTo>
                    <a:pt x="108455" y="58111"/>
                  </a:lnTo>
                  <a:lnTo>
                    <a:pt x="113151" y="78797"/>
                  </a:lnTo>
                  <a:lnTo>
                    <a:pt x="119535" y="77265"/>
                  </a:lnTo>
                  <a:lnTo>
                    <a:pt x="142012" y="71724"/>
                  </a:lnTo>
                  <a:lnTo>
                    <a:pt x="152416" y="69158"/>
                  </a:lnTo>
                  <a:lnTo>
                    <a:pt x="162314" y="66695"/>
                  </a:lnTo>
                  <a:lnTo>
                    <a:pt x="180949" y="61930"/>
                  </a:lnTo>
                  <a:lnTo>
                    <a:pt x="184465" y="78259"/>
                  </a:lnTo>
                  <a:lnTo>
                    <a:pt x="188170" y="94357"/>
                  </a:lnTo>
                  <a:lnTo>
                    <a:pt x="190831" y="106258"/>
                  </a:lnTo>
                  <a:lnTo>
                    <a:pt x="194461" y="103309"/>
                  </a:lnTo>
                  <a:lnTo>
                    <a:pt x="198055" y="97850"/>
                  </a:lnTo>
                  <a:lnTo>
                    <a:pt x="201975" y="93963"/>
                  </a:lnTo>
                  <a:lnTo>
                    <a:pt x="203024" y="92181"/>
                  </a:lnTo>
                  <a:lnTo>
                    <a:pt x="207728" y="84165"/>
                  </a:lnTo>
                  <a:lnTo>
                    <a:pt x="211131" y="76765"/>
                  </a:lnTo>
                  <a:lnTo>
                    <a:pt x="212676" y="76325"/>
                  </a:lnTo>
                  <a:lnTo>
                    <a:pt x="214734" y="75737"/>
                  </a:lnTo>
                  <a:lnTo>
                    <a:pt x="220556" y="77225"/>
                  </a:lnTo>
                  <a:lnTo>
                    <a:pt x="220648" y="73614"/>
                  </a:lnTo>
                  <a:lnTo>
                    <a:pt x="225029" y="65673"/>
                  </a:lnTo>
                  <a:lnTo>
                    <a:pt x="228422" y="57081"/>
                  </a:lnTo>
                  <a:lnTo>
                    <a:pt x="231111" y="58984"/>
                  </a:lnTo>
                  <a:lnTo>
                    <a:pt x="234327" y="63041"/>
                  </a:lnTo>
                  <a:lnTo>
                    <a:pt x="237948" y="63122"/>
                  </a:lnTo>
                  <a:lnTo>
                    <a:pt x="242426" y="63220"/>
                  </a:lnTo>
                  <a:lnTo>
                    <a:pt x="250446" y="61428"/>
                  </a:lnTo>
                  <a:lnTo>
                    <a:pt x="250925" y="61320"/>
                  </a:lnTo>
                  <a:lnTo>
                    <a:pt x="251593" y="57712"/>
                  </a:lnTo>
                  <a:lnTo>
                    <a:pt x="253901" y="51723"/>
                  </a:lnTo>
                  <a:lnTo>
                    <a:pt x="257011" y="50306"/>
                  </a:lnTo>
                  <a:lnTo>
                    <a:pt x="258235" y="49747"/>
                  </a:lnTo>
                  <a:lnTo>
                    <a:pt x="263316" y="45815"/>
                  </a:lnTo>
                  <a:lnTo>
                    <a:pt x="272273" y="42238"/>
                  </a:lnTo>
                  <a:lnTo>
                    <a:pt x="276910" y="45583"/>
                  </a:lnTo>
                  <a:lnTo>
                    <a:pt x="278685" y="46862"/>
                  </a:lnTo>
                  <a:lnTo>
                    <a:pt x="283763" y="44882"/>
                  </a:lnTo>
                  <a:lnTo>
                    <a:pt x="290425" y="44896"/>
                  </a:lnTo>
                  <a:lnTo>
                    <a:pt x="292175" y="50030"/>
                  </a:lnTo>
                  <a:lnTo>
                    <a:pt x="293561" y="51950"/>
                  </a:lnTo>
                  <a:lnTo>
                    <a:pt x="294940" y="53857"/>
                  </a:lnTo>
                  <a:lnTo>
                    <a:pt x="300346" y="59130"/>
                  </a:lnTo>
                  <a:lnTo>
                    <a:pt x="301037" y="63377"/>
                  </a:lnTo>
                  <a:lnTo>
                    <a:pt x="303456" y="65624"/>
                  </a:lnTo>
                  <a:lnTo>
                    <a:pt x="301694" y="74542"/>
                  </a:lnTo>
                  <a:lnTo>
                    <a:pt x="301017" y="80292"/>
                  </a:lnTo>
                  <a:lnTo>
                    <a:pt x="300566" y="83726"/>
                  </a:lnTo>
                  <a:lnTo>
                    <a:pt x="284349" y="76109"/>
                  </a:lnTo>
                  <a:lnTo>
                    <a:pt x="272172" y="70359"/>
                  </a:lnTo>
                  <a:lnTo>
                    <a:pt x="268883" y="68818"/>
                  </a:lnTo>
                  <a:lnTo>
                    <a:pt x="259600" y="64455"/>
                  </a:lnTo>
                  <a:lnTo>
                    <a:pt x="261474" y="69141"/>
                  </a:lnTo>
                  <a:lnTo>
                    <a:pt x="262458" y="73961"/>
                  </a:lnTo>
                  <a:lnTo>
                    <a:pt x="260123" y="81603"/>
                  </a:lnTo>
                  <a:lnTo>
                    <a:pt x="260749" y="84973"/>
                  </a:lnTo>
                  <a:lnTo>
                    <a:pt x="260294" y="89734"/>
                  </a:lnTo>
                  <a:lnTo>
                    <a:pt x="261873" y="91938"/>
                  </a:lnTo>
                  <a:lnTo>
                    <a:pt x="257223" y="99561"/>
                  </a:lnTo>
                  <a:lnTo>
                    <a:pt x="256411" y="103052"/>
                  </a:lnTo>
                  <a:lnTo>
                    <a:pt x="255418" y="107312"/>
                  </a:lnTo>
                  <a:lnTo>
                    <a:pt x="252138" y="110597"/>
                  </a:lnTo>
                  <a:lnTo>
                    <a:pt x="249336" y="116521"/>
                  </a:lnTo>
                  <a:lnTo>
                    <a:pt x="244040" y="120853"/>
                  </a:lnTo>
                  <a:lnTo>
                    <a:pt x="242185" y="127064"/>
                  </a:lnTo>
                  <a:lnTo>
                    <a:pt x="240448" y="133718"/>
                  </a:lnTo>
                  <a:lnTo>
                    <a:pt x="230325" y="129351"/>
                  </a:lnTo>
                  <a:lnTo>
                    <a:pt x="229607" y="133314"/>
                  </a:lnTo>
                  <a:lnTo>
                    <a:pt x="228130" y="137087"/>
                  </a:lnTo>
                  <a:lnTo>
                    <a:pt x="227578" y="143723"/>
                  </a:lnTo>
                  <a:lnTo>
                    <a:pt x="227886" y="146428"/>
                  </a:lnTo>
                  <a:lnTo>
                    <a:pt x="224932" y="152019"/>
                  </a:lnTo>
                  <a:lnTo>
                    <a:pt x="223440" y="159566"/>
                  </a:lnTo>
                  <a:lnTo>
                    <a:pt x="222643" y="164146"/>
                  </a:lnTo>
                  <a:lnTo>
                    <a:pt x="222549" y="164689"/>
                  </a:lnTo>
                  <a:lnTo>
                    <a:pt x="219352" y="170751"/>
                  </a:lnTo>
                  <a:lnTo>
                    <a:pt x="218416" y="170808"/>
                  </a:lnTo>
                  <a:lnTo>
                    <a:pt x="214335" y="171055"/>
                  </a:lnTo>
                  <a:lnTo>
                    <a:pt x="206696" y="170280"/>
                  </a:lnTo>
                  <a:lnTo>
                    <a:pt x="200402" y="163158"/>
                  </a:lnTo>
                  <a:lnTo>
                    <a:pt x="192598" y="161654"/>
                  </a:lnTo>
                  <a:lnTo>
                    <a:pt x="192888" y="168905"/>
                  </a:lnTo>
                  <a:lnTo>
                    <a:pt x="192378" y="173314"/>
                  </a:lnTo>
                  <a:lnTo>
                    <a:pt x="193117" y="176062"/>
                  </a:lnTo>
                  <a:lnTo>
                    <a:pt x="191630" y="183219"/>
                  </a:lnTo>
                  <a:lnTo>
                    <a:pt x="187871" y="188047"/>
                  </a:lnTo>
                  <a:lnTo>
                    <a:pt x="189775" y="191258"/>
                  </a:lnTo>
                  <a:lnTo>
                    <a:pt x="189265" y="191932"/>
                  </a:lnTo>
                  <a:lnTo>
                    <a:pt x="186396" y="195729"/>
                  </a:lnTo>
                  <a:lnTo>
                    <a:pt x="182983" y="201019"/>
                  </a:lnTo>
                  <a:lnTo>
                    <a:pt x="182898" y="207640"/>
                  </a:lnTo>
                  <a:lnTo>
                    <a:pt x="182306" y="212142"/>
                  </a:lnTo>
                  <a:lnTo>
                    <a:pt x="182067" y="213949"/>
                  </a:lnTo>
                  <a:lnTo>
                    <a:pt x="179224" y="221579"/>
                  </a:lnTo>
                  <a:lnTo>
                    <a:pt x="178230" y="223279"/>
                  </a:lnTo>
                  <a:lnTo>
                    <a:pt x="174356" y="229884"/>
                  </a:lnTo>
                  <a:lnTo>
                    <a:pt x="171027" y="236316"/>
                  </a:lnTo>
                  <a:lnTo>
                    <a:pt x="170608" y="240423"/>
                  </a:lnTo>
                  <a:lnTo>
                    <a:pt x="169166" y="246452"/>
                  </a:lnTo>
                  <a:lnTo>
                    <a:pt x="167689" y="249933"/>
                  </a:lnTo>
                  <a:lnTo>
                    <a:pt x="167586" y="250175"/>
                  </a:lnTo>
                  <a:lnTo>
                    <a:pt x="173370" y="254250"/>
                  </a:lnTo>
                  <a:lnTo>
                    <a:pt x="170127" y="258454"/>
                  </a:lnTo>
                  <a:lnTo>
                    <a:pt x="170446" y="262810"/>
                  </a:lnTo>
                  <a:lnTo>
                    <a:pt x="164578" y="270946"/>
                  </a:lnTo>
                  <a:lnTo>
                    <a:pt x="160891" y="275106"/>
                  </a:lnTo>
                  <a:lnTo>
                    <a:pt x="160516" y="274936"/>
                  </a:lnTo>
                  <a:lnTo>
                    <a:pt x="154583" y="272228"/>
                  </a:lnTo>
                  <a:lnTo>
                    <a:pt x="147624" y="279358"/>
                  </a:lnTo>
                  <a:lnTo>
                    <a:pt x="141313" y="284636"/>
                  </a:lnTo>
                  <a:lnTo>
                    <a:pt x="135868" y="281223"/>
                  </a:lnTo>
                  <a:lnTo>
                    <a:pt x="134466" y="281856"/>
                  </a:lnTo>
                  <a:lnTo>
                    <a:pt x="134014" y="282060"/>
                  </a:lnTo>
                  <a:lnTo>
                    <a:pt x="133459" y="285442"/>
                  </a:lnTo>
                  <a:lnTo>
                    <a:pt x="137595" y="288905"/>
                  </a:lnTo>
                  <a:lnTo>
                    <a:pt x="132464" y="292700"/>
                  </a:lnTo>
                  <a:lnTo>
                    <a:pt x="128397" y="294130"/>
                  </a:lnTo>
                  <a:lnTo>
                    <a:pt x="127396" y="294482"/>
                  </a:lnTo>
                  <a:lnTo>
                    <a:pt x="119895" y="298127"/>
                  </a:lnTo>
                  <a:lnTo>
                    <a:pt x="113071" y="303640"/>
                  </a:lnTo>
                  <a:lnTo>
                    <a:pt x="101932" y="296923"/>
                  </a:lnTo>
                  <a:lnTo>
                    <a:pt x="98677" y="303677"/>
                  </a:lnTo>
                  <a:lnTo>
                    <a:pt x="95274" y="306290"/>
                  </a:lnTo>
                  <a:lnTo>
                    <a:pt x="92403" y="309392"/>
                  </a:lnTo>
                  <a:lnTo>
                    <a:pt x="90832" y="311256"/>
                  </a:lnTo>
                  <a:lnTo>
                    <a:pt x="82901" y="313420"/>
                  </a:lnTo>
                  <a:lnTo>
                    <a:pt x="78144" y="311151"/>
                  </a:lnTo>
                  <a:lnTo>
                    <a:pt x="77754" y="310965"/>
                  </a:lnTo>
                  <a:lnTo>
                    <a:pt x="75099" y="308648"/>
                  </a:lnTo>
                  <a:lnTo>
                    <a:pt x="69815" y="308890"/>
                  </a:lnTo>
                  <a:lnTo>
                    <a:pt x="65872" y="305558"/>
                  </a:lnTo>
                  <a:lnTo>
                    <a:pt x="62321" y="301192"/>
                  </a:lnTo>
                  <a:lnTo>
                    <a:pt x="61556" y="298597"/>
                  </a:lnTo>
                  <a:lnTo>
                    <a:pt x="57709" y="296352"/>
                  </a:lnTo>
                  <a:lnTo>
                    <a:pt x="60260" y="290600"/>
                  </a:lnTo>
                  <a:lnTo>
                    <a:pt x="57371" y="288913"/>
                  </a:lnTo>
                  <a:lnTo>
                    <a:pt x="50754" y="289767"/>
                  </a:lnTo>
                  <a:lnTo>
                    <a:pt x="44657" y="286547"/>
                  </a:lnTo>
                  <a:lnTo>
                    <a:pt x="37939" y="282803"/>
                  </a:lnTo>
                  <a:lnTo>
                    <a:pt x="32639" y="280980"/>
                  </a:lnTo>
                  <a:lnTo>
                    <a:pt x="29951" y="276186"/>
                  </a:lnTo>
                  <a:lnTo>
                    <a:pt x="29220" y="274881"/>
                  </a:lnTo>
                  <a:lnTo>
                    <a:pt x="25665" y="272097"/>
                  </a:lnTo>
                  <a:lnTo>
                    <a:pt x="23034" y="268952"/>
                  </a:lnTo>
                  <a:lnTo>
                    <a:pt x="21168" y="266718"/>
                  </a:lnTo>
                  <a:lnTo>
                    <a:pt x="15763" y="263871"/>
                  </a:lnTo>
                  <a:lnTo>
                    <a:pt x="15942" y="261893"/>
                  </a:lnTo>
                  <a:lnTo>
                    <a:pt x="16258" y="258382"/>
                  </a:lnTo>
                  <a:lnTo>
                    <a:pt x="9104" y="252168"/>
                  </a:lnTo>
                  <a:lnTo>
                    <a:pt x="2720" y="247081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001049" y="2964697"/>
              <a:ext cx="476896" cy="390366"/>
            </a:xfrm>
            <a:custGeom>
              <a:avLst/>
              <a:pathLst>
                <a:path w="476896" h="390366">
                  <a:moveTo>
                    <a:pt x="44262" y="11611"/>
                  </a:moveTo>
                  <a:lnTo>
                    <a:pt x="46640" y="0"/>
                  </a:lnTo>
                  <a:lnTo>
                    <a:pt x="62537" y="2020"/>
                  </a:lnTo>
                  <a:lnTo>
                    <a:pt x="67299" y="3599"/>
                  </a:lnTo>
                  <a:lnTo>
                    <a:pt x="90722" y="6061"/>
                  </a:lnTo>
                  <a:lnTo>
                    <a:pt x="110970" y="8266"/>
                  </a:lnTo>
                  <a:lnTo>
                    <a:pt x="123029" y="9774"/>
                  </a:lnTo>
                  <a:lnTo>
                    <a:pt x="136788" y="11457"/>
                  </a:lnTo>
                  <a:lnTo>
                    <a:pt x="165746" y="14530"/>
                  </a:lnTo>
                  <a:lnTo>
                    <a:pt x="168215" y="15363"/>
                  </a:lnTo>
                  <a:lnTo>
                    <a:pt x="195317" y="18335"/>
                  </a:lnTo>
                  <a:lnTo>
                    <a:pt x="202749" y="19124"/>
                  </a:lnTo>
                  <a:lnTo>
                    <a:pt x="218274" y="20655"/>
                  </a:lnTo>
                  <a:lnTo>
                    <a:pt x="233743" y="22132"/>
                  </a:lnTo>
                  <a:lnTo>
                    <a:pt x="239028" y="22655"/>
                  </a:lnTo>
                  <a:lnTo>
                    <a:pt x="273529" y="25932"/>
                  </a:lnTo>
                  <a:lnTo>
                    <a:pt x="302010" y="28931"/>
                  </a:lnTo>
                  <a:lnTo>
                    <a:pt x="340568" y="32256"/>
                  </a:lnTo>
                  <a:lnTo>
                    <a:pt x="355328" y="33045"/>
                  </a:lnTo>
                  <a:lnTo>
                    <a:pt x="366263" y="33602"/>
                  </a:lnTo>
                  <a:lnTo>
                    <a:pt x="413916" y="36831"/>
                  </a:lnTo>
                  <a:lnTo>
                    <a:pt x="416286" y="36979"/>
                  </a:lnTo>
                  <a:lnTo>
                    <a:pt x="417089" y="37030"/>
                  </a:lnTo>
                  <a:lnTo>
                    <a:pt x="476896" y="40638"/>
                  </a:lnTo>
                  <a:lnTo>
                    <a:pt x="475674" y="67435"/>
                  </a:lnTo>
                  <a:lnTo>
                    <a:pt x="475156" y="77970"/>
                  </a:lnTo>
                  <a:lnTo>
                    <a:pt x="473778" y="106068"/>
                  </a:lnTo>
                  <a:lnTo>
                    <a:pt x="473475" y="112160"/>
                  </a:lnTo>
                  <a:lnTo>
                    <a:pt x="473304" y="115600"/>
                  </a:lnTo>
                  <a:lnTo>
                    <a:pt x="472056" y="140773"/>
                  </a:lnTo>
                  <a:lnTo>
                    <a:pt x="470814" y="166584"/>
                  </a:lnTo>
                  <a:lnTo>
                    <a:pt x="470591" y="171422"/>
                  </a:lnTo>
                  <a:lnTo>
                    <a:pt x="470489" y="173656"/>
                  </a:lnTo>
                  <a:lnTo>
                    <a:pt x="469733" y="190114"/>
                  </a:lnTo>
                  <a:lnTo>
                    <a:pt x="468545" y="215429"/>
                  </a:lnTo>
                  <a:lnTo>
                    <a:pt x="467007" y="247783"/>
                  </a:lnTo>
                  <a:lnTo>
                    <a:pt x="466920" y="249459"/>
                  </a:lnTo>
                  <a:lnTo>
                    <a:pt x="466418" y="259242"/>
                  </a:lnTo>
                  <a:lnTo>
                    <a:pt x="465380" y="281121"/>
                  </a:lnTo>
                  <a:lnTo>
                    <a:pt x="464400" y="301567"/>
                  </a:lnTo>
                  <a:lnTo>
                    <a:pt x="464336" y="302843"/>
                  </a:lnTo>
                  <a:lnTo>
                    <a:pt x="463830" y="313016"/>
                  </a:lnTo>
                  <a:lnTo>
                    <a:pt x="463056" y="329436"/>
                  </a:lnTo>
                  <a:lnTo>
                    <a:pt x="462710" y="336799"/>
                  </a:lnTo>
                  <a:lnTo>
                    <a:pt x="462509" y="341121"/>
                  </a:lnTo>
                  <a:lnTo>
                    <a:pt x="461818" y="356090"/>
                  </a:lnTo>
                  <a:lnTo>
                    <a:pt x="461327" y="366152"/>
                  </a:lnTo>
                  <a:lnTo>
                    <a:pt x="460601" y="380476"/>
                  </a:lnTo>
                  <a:lnTo>
                    <a:pt x="460124" y="390366"/>
                  </a:lnTo>
                  <a:lnTo>
                    <a:pt x="430814" y="388809"/>
                  </a:lnTo>
                  <a:lnTo>
                    <a:pt x="407144" y="387794"/>
                  </a:lnTo>
                  <a:lnTo>
                    <a:pt x="401329" y="387446"/>
                  </a:lnTo>
                  <a:lnTo>
                    <a:pt x="379300" y="386069"/>
                  </a:lnTo>
                  <a:lnTo>
                    <a:pt x="319047" y="381906"/>
                  </a:lnTo>
                  <a:lnTo>
                    <a:pt x="317266" y="381773"/>
                  </a:lnTo>
                  <a:lnTo>
                    <a:pt x="310439" y="381210"/>
                  </a:lnTo>
                  <a:lnTo>
                    <a:pt x="274924" y="378142"/>
                  </a:lnTo>
                  <a:lnTo>
                    <a:pt x="244818" y="375356"/>
                  </a:lnTo>
                  <a:lnTo>
                    <a:pt x="241551" y="375044"/>
                  </a:lnTo>
                  <a:lnTo>
                    <a:pt x="205281" y="371829"/>
                  </a:lnTo>
                  <a:lnTo>
                    <a:pt x="183423" y="369773"/>
                  </a:lnTo>
                  <a:lnTo>
                    <a:pt x="130901" y="364182"/>
                  </a:lnTo>
                  <a:lnTo>
                    <a:pt x="117731" y="362680"/>
                  </a:lnTo>
                  <a:lnTo>
                    <a:pt x="87214" y="359394"/>
                  </a:lnTo>
                  <a:lnTo>
                    <a:pt x="68498" y="357206"/>
                  </a:lnTo>
                  <a:lnTo>
                    <a:pt x="65365" y="356834"/>
                  </a:lnTo>
                  <a:lnTo>
                    <a:pt x="60568" y="356260"/>
                  </a:lnTo>
                  <a:lnTo>
                    <a:pt x="33162" y="352863"/>
                  </a:lnTo>
                  <a:lnTo>
                    <a:pt x="11423" y="349921"/>
                  </a:lnTo>
                  <a:lnTo>
                    <a:pt x="0" y="348339"/>
                  </a:lnTo>
                  <a:lnTo>
                    <a:pt x="2876" y="326266"/>
                  </a:lnTo>
                  <a:lnTo>
                    <a:pt x="4116" y="316776"/>
                  </a:lnTo>
                  <a:lnTo>
                    <a:pt x="6498" y="298955"/>
                  </a:lnTo>
                  <a:lnTo>
                    <a:pt x="6659" y="297712"/>
                  </a:lnTo>
                  <a:lnTo>
                    <a:pt x="11420" y="261006"/>
                  </a:lnTo>
                  <a:lnTo>
                    <a:pt x="15389" y="230731"/>
                  </a:lnTo>
                  <a:lnTo>
                    <a:pt x="17384" y="216430"/>
                  </a:lnTo>
                  <a:lnTo>
                    <a:pt x="19920" y="198285"/>
                  </a:lnTo>
                  <a:lnTo>
                    <a:pt x="22697" y="177237"/>
                  </a:lnTo>
                  <a:lnTo>
                    <a:pt x="23329" y="172454"/>
                  </a:lnTo>
                  <a:lnTo>
                    <a:pt x="23939" y="167845"/>
                  </a:lnTo>
                  <a:lnTo>
                    <a:pt x="26742" y="146664"/>
                  </a:lnTo>
                  <a:lnTo>
                    <a:pt x="28859" y="130530"/>
                  </a:lnTo>
                  <a:lnTo>
                    <a:pt x="30999" y="114269"/>
                  </a:lnTo>
                  <a:lnTo>
                    <a:pt x="33562" y="95077"/>
                  </a:lnTo>
                  <a:lnTo>
                    <a:pt x="34401" y="88540"/>
                  </a:lnTo>
                  <a:lnTo>
                    <a:pt x="35872" y="77096"/>
                  </a:lnTo>
                  <a:lnTo>
                    <a:pt x="38900" y="54459"/>
                  </a:lnTo>
                  <a:lnTo>
                    <a:pt x="40085" y="45834"/>
                  </a:lnTo>
                  <a:lnTo>
                    <a:pt x="41489" y="32656"/>
                  </a:lnTo>
                  <a:lnTo>
                    <a:pt x="41973" y="29059"/>
                  </a:lnTo>
                  <a:lnTo>
                    <a:pt x="42664" y="23917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158662" y="3499014"/>
              <a:ext cx="497192" cy="381705"/>
            </a:xfrm>
            <a:custGeom>
              <a:avLst/>
              <a:pathLst>
                <a:path w="497192" h="381705">
                  <a:moveTo>
                    <a:pt x="12243" y="217904"/>
                  </a:moveTo>
                  <a:lnTo>
                    <a:pt x="18437" y="163408"/>
                  </a:lnTo>
                  <a:lnTo>
                    <a:pt x="20629" y="142441"/>
                  </a:lnTo>
                  <a:lnTo>
                    <a:pt x="21826" y="131018"/>
                  </a:lnTo>
                  <a:lnTo>
                    <a:pt x="23316" y="116835"/>
                  </a:lnTo>
                  <a:lnTo>
                    <a:pt x="25285" y="98139"/>
                  </a:lnTo>
                  <a:lnTo>
                    <a:pt x="28055" y="71470"/>
                  </a:lnTo>
                  <a:lnTo>
                    <a:pt x="28453" y="67828"/>
                  </a:lnTo>
                  <a:lnTo>
                    <a:pt x="32576" y="30273"/>
                  </a:lnTo>
                  <a:lnTo>
                    <a:pt x="32658" y="29489"/>
                  </a:lnTo>
                  <a:lnTo>
                    <a:pt x="34154" y="15233"/>
                  </a:lnTo>
                  <a:lnTo>
                    <a:pt x="35661" y="0"/>
                  </a:lnTo>
                  <a:lnTo>
                    <a:pt x="88183" y="5590"/>
                  </a:lnTo>
                  <a:lnTo>
                    <a:pt x="110041" y="7646"/>
                  </a:lnTo>
                  <a:lnTo>
                    <a:pt x="146311" y="10861"/>
                  </a:lnTo>
                  <a:lnTo>
                    <a:pt x="149578" y="11174"/>
                  </a:lnTo>
                  <a:lnTo>
                    <a:pt x="179685" y="13959"/>
                  </a:lnTo>
                  <a:lnTo>
                    <a:pt x="215200" y="17028"/>
                  </a:lnTo>
                  <a:lnTo>
                    <a:pt x="222026" y="17590"/>
                  </a:lnTo>
                  <a:lnTo>
                    <a:pt x="223807" y="17724"/>
                  </a:lnTo>
                  <a:lnTo>
                    <a:pt x="284078" y="21888"/>
                  </a:lnTo>
                  <a:lnTo>
                    <a:pt x="306089" y="23263"/>
                  </a:lnTo>
                  <a:lnTo>
                    <a:pt x="311905" y="23612"/>
                  </a:lnTo>
                  <a:lnTo>
                    <a:pt x="335574" y="24627"/>
                  </a:lnTo>
                  <a:lnTo>
                    <a:pt x="364884" y="26183"/>
                  </a:lnTo>
                  <a:lnTo>
                    <a:pt x="396564" y="27622"/>
                  </a:lnTo>
                  <a:lnTo>
                    <a:pt x="409205" y="28138"/>
                  </a:lnTo>
                  <a:lnTo>
                    <a:pt x="429428" y="28902"/>
                  </a:lnTo>
                  <a:lnTo>
                    <a:pt x="457396" y="29877"/>
                  </a:lnTo>
                  <a:lnTo>
                    <a:pt x="459540" y="29945"/>
                  </a:lnTo>
                  <a:lnTo>
                    <a:pt x="463787" y="30079"/>
                  </a:lnTo>
                  <a:lnTo>
                    <a:pt x="497192" y="30999"/>
                  </a:lnTo>
                  <a:lnTo>
                    <a:pt x="496683" y="53127"/>
                  </a:lnTo>
                  <a:lnTo>
                    <a:pt x="496574" y="57683"/>
                  </a:lnTo>
                  <a:lnTo>
                    <a:pt x="496036" y="80225"/>
                  </a:lnTo>
                  <a:lnTo>
                    <a:pt x="495846" y="88170"/>
                  </a:lnTo>
                  <a:lnTo>
                    <a:pt x="495824" y="89119"/>
                  </a:lnTo>
                  <a:lnTo>
                    <a:pt x="495099" y="118462"/>
                  </a:lnTo>
                  <a:lnTo>
                    <a:pt x="494751" y="134572"/>
                  </a:lnTo>
                  <a:lnTo>
                    <a:pt x="494331" y="156006"/>
                  </a:lnTo>
                  <a:lnTo>
                    <a:pt x="494321" y="156520"/>
                  </a:lnTo>
                  <a:lnTo>
                    <a:pt x="493990" y="173536"/>
                  </a:lnTo>
                  <a:lnTo>
                    <a:pt x="493617" y="194585"/>
                  </a:lnTo>
                  <a:lnTo>
                    <a:pt x="493484" y="202118"/>
                  </a:lnTo>
                  <a:lnTo>
                    <a:pt x="492833" y="232688"/>
                  </a:lnTo>
                  <a:lnTo>
                    <a:pt x="492680" y="239895"/>
                  </a:lnTo>
                  <a:lnTo>
                    <a:pt x="492253" y="260075"/>
                  </a:lnTo>
                  <a:lnTo>
                    <a:pt x="492040" y="270190"/>
                  </a:lnTo>
                  <a:lnTo>
                    <a:pt x="492029" y="270745"/>
                  </a:lnTo>
                  <a:lnTo>
                    <a:pt x="491755" y="283809"/>
                  </a:lnTo>
                  <a:lnTo>
                    <a:pt x="491164" y="316552"/>
                  </a:lnTo>
                  <a:lnTo>
                    <a:pt x="491141" y="317834"/>
                  </a:lnTo>
                  <a:lnTo>
                    <a:pt x="490981" y="324792"/>
                  </a:lnTo>
                  <a:lnTo>
                    <a:pt x="490471" y="347089"/>
                  </a:lnTo>
                  <a:lnTo>
                    <a:pt x="490210" y="358540"/>
                  </a:lnTo>
                  <a:lnTo>
                    <a:pt x="489909" y="371790"/>
                  </a:lnTo>
                  <a:lnTo>
                    <a:pt x="489773" y="378036"/>
                  </a:lnTo>
                  <a:lnTo>
                    <a:pt x="489667" y="381705"/>
                  </a:lnTo>
                  <a:lnTo>
                    <a:pt x="467721" y="381006"/>
                  </a:lnTo>
                  <a:lnTo>
                    <a:pt x="443688" y="380226"/>
                  </a:lnTo>
                  <a:lnTo>
                    <a:pt x="433617" y="379504"/>
                  </a:lnTo>
                  <a:lnTo>
                    <a:pt x="422390" y="379069"/>
                  </a:lnTo>
                  <a:lnTo>
                    <a:pt x="416510" y="378877"/>
                  </a:lnTo>
                  <a:lnTo>
                    <a:pt x="371160" y="377195"/>
                  </a:lnTo>
                  <a:lnTo>
                    <a:pt x="351917" y="376485"/>
                  </a:lnTo>
                  <a:lnTo>
                    <a:pt x="328727" y="375545"/>
                  </a:lnTo>
                  <a:lnTo>
                    <a:pt x="301196" y="374063"/>
                  </a:lnTo>
                  <a:lnTo>
                    <a:pt x="273994" y="372291"/>
                  </a:lnTo>
                  <a:lnTo>
                    <a:pt x="271598" y="372140"/>
                  </a:lnTo>
                  <a:lnTo>
                    <a:pt x="267017" y="371848"/>
                  </a:lnTo>
                  <a:lnTo>
                    <a:pt x="264863" y="371710"/>
                  </a:lnTo>
                  <a:lnTo>
                    <a:pt x="253109" y="370940"/>
                  </a:lnTo>
                  <a:lnTo>
                    <a:pt x="245091" y="370414"/>
                  </a:lnTo>
                  <a:lnTo>
                    <a:pt x="232322" y="369558"/>
                  </a:lnTo>
                  <a:lnTo>
                    <a:pt x="232182" y="369549"/>
                  </a:lnTo>
                  <a:lnTo>
                    <a:pt x="212669" y="368222"/>
                  </a:lnTo>
                  <a:lnTo>
                    <a:pt x="212050" y="368180"/>
                  </a:lnTo>
                  <a:lnTo>
                    <a:pt x="188497" y="366544"/>
                  </a:lnTo>
                  <a:lnTo>
                    <a:pt x="179192" y="365872"/>
                  </a:lnTo>
                  <a:lnTo>
                    <a:pt x="151685" y="363796"/>
                  </a:lnTo>
                  <a:lnTo>
                    <a:pt x="151212" y="363080"/>
                  </a:lnTo>
                  <a:lnTo>
                    <a:pt x="113254" y="359847"/>
                  </a:lnTo>
                  <a:lnTo>
                    <a:pt x="109009" y="359469"/>
                  </a:lnTo>
                  <a:lnTo>
                    <a:pt x="72806" y="356115"/>
                  </a:lnTo>
                  <a:lnTo>
                    <a:pt x="46399" y="353564"/>
                  </a:lnTo>
                  <a:lnTo>
                    <a:pt x="29600" y="351878"/>
                  </a:lnTo>
                  <a:lnTo>
                    <a:pt x="0" y="348763"/>
                  </a:lnTo>
                  <a:lnTo>
                    <a:pt x="4354" y="306470"/>
                  </a:lnTo>
                  <a:lnTo>
                    <a:pt x="7928" y="271960"/>
                  </a:lnTo>
                  <a:lnTo>
                    <a:pt x="10393" y="248274"/>
                  </a:lnTo>
                  <a:lnTo>
                    <a:pt x="10499" y="247258"/>
                  </a:lnTo>
                  <a:lnTo>
                    <a:pt x="10232" y="237468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6422617" y="2901140"/>
              <a:ext cx="120621" cy="127462"/>
            </a:xfrm>
            <a:custGeom>
              <a:avLst/>
              <a:pathLst>
                <a:path w="120621" h="127462">
                  <a:moveTo>
                    <a:pt x="10913" y="119180"/>
                  </a:moveTo>
                  <a:lnTo>
                    <a:pt x="23036" y="104579"/>
                  </a:lnTo>
                  <a:lnTo>
                    <a:pt x="16595" y="99038"/>
                  </a:lnTo>
                  <a:lnTo>
                    <a:pt x="15096" y="92897"/>
                  </a:lnTo>
                  <a:lnTo>
                    <a:pt x="14878" y="92008"/>
                  </a:lnTo>
                  <a:lnTo>
                    <a:pt x="13518" y="86451"/>
                  </a:lnTo>
                  <a:lnTo>
                    <a:pt x="11635" y="79036"/>
                  </a:lnTo>
                  <a:lnTo>
                    <a:pt x="9604" y="71060"/>
                  </a:lnTo>
                  <a:lnTo>
                    <a:pt x="9133" y="69212"/>
                  </a:lnTo>
                  <a:lnTo>
                    <a:pt x="8568" y="67015"/>
                  </a:lnTo>
                  <a:lnTo>
                    <a:pt x="5085" y="53497"/>
                  </a:lnTo>
                  <a:lnTo>
                    <a:pt x="0" y="34080"/>
                  </a:lnTo>
                  <a:lnTo>
                    <a:pt x="15707" y="29107"/>
                  </a:lnTo>
                  <a:lnTo>
                    <a:pt x="22091" y="27155"/>
                  </a:lnTo>
                  <a:lnTo>
                    <a:pt x="26629" y="25761"/>
                  </a:lnTo>
                  <a:lnTo>
                    <a:pt x="29937" y="24743"/>
                  </a:lnTo>
                  <a:lnTo>
                    <a:pt x="38222" y="21983"/>
                  </a:lnTo>
                  <a:lnTo>
                    <a:pt x="39231" y="21646"/>
                  </a:lnTo>
                  <a:lnTo>
                    <a:pt x="42559" y="24101"/>
                  </a:lnTo>
                  <a:lnTo>
                    <a:pt x="44594" y="23024"/>
                  </a:lnTo>
                  <a:lnTo>
                    <a:pt x="45057" y="22779"/>
                  </a:lnTo>
                  <a:lnTo>
                    <a:pt x="46013" y="19299"/>
                  </a:lnTo>
                  <a:lnTo>
                    <a:pt x="53898" y="17030"/>
                  </a:lnTo>
                  <a:lnTo>
                    <a:pt x="58631" y="15015"/>
                  </a:lnTo>
                  <a:lnTo>
                    <a:pt x="71462" y="10642"/>
                  </a:lnTo>
                  <a:lnTo>
                    <a:pt x="78268" y="8347"/>
                  </a:lnTo>
                  <a:lnTo>
                    <a:pt x="82505" y="6914"/>
                  </a:lnTo>
                  <a:lnTo>
                    <a:pt x="91531" y="3845"/>
                  </a:lnTo>
                  <a:lnTo>
                    <a:pt x="100130" y="936"/>
                  </a:lnTo>
                  <a:lnTo>
                    <a:pt x="102888" y="0"/>
                  </a:lnTo>
                  <a:lnTo>
                    <a:pt x="103423" y="1269"/>
                  </a:lnTo>
                  <a:lnTo>
                    <a:pt x="109645" y="17995"/>
                  </a:lnTo>
                  <a:lnTo>
                    <a:pt x="112214" y="24829"/>
                  </a:lnTo>
                  <a:lnTo>
                    <a:pt x="115930" y="35554"/>
                  </a:lnTo>
                  <a:lnTo>
                    <a:pt x="118304" y="43294"/>
                  </a:lnTo>
                  <a:lnTo>
                    <a:pt x="120621" y="50861"/>
                  </a:lnTo>
                  <a:lnTo>
                    <a:pt x="118196" y="52182"/>
                  </a:lnTo>
                  <a:lnTo>
                    <a:pt x="120095" y="56985"/>
                  </a:lnTo>
                  <a:lnTo>
                    <a:pt x="119564" y="60361"/>
                  </a:lnTo>
                  <a:lnTo>
                    <a:pt x="117527" y="59579"/>
                  </a:lnTo>
                  <a:lnTo>
                    <a:pt x="113415" y="61695"/>
                  </a:lnTo>
                  <a:lnTo>
                    <a:pt x="109809" y="64236"/>
                  </a:lnTo>
                  <a:lnTo>
                    <a:pt x="105453" y="66067"/>
                  </a:lnTo>
                  <a:lnTo>
                    <a:pt x="103441" y="68188"/>
                  </a:lnTo>
                  <a:lnTo>
                    <a:pt x="98870" y="68300"/>
                  </a:lnTo>
                  <a:lnTo>
                    <a:pt x="97217" y="70336"/>
                  </a:lnTo>
                  <a:lnTo>
                    <a:pt x="96561" y="71000"/>
                  </a:lnTo>
                  <a:lnTo>
                    <a:pt x="94274" y="73314"/>
                  </a:lnTo>
                  <a:lnTo>
                    <a:pt x="90943" y="74753"/>
                  </a:lnTo>
                  <a:lnTo>
                    <a:pt x="89058" y="76901"/>
                  </a:lnTo>
                  <a:lnTo>
                    <a:pt x="87408" y="75927"/>
                  </a:lnTo>
                  <a:lnTo>
                    <a:pt x="83560" y="78081"/>
                  </a:lnTo>
                  <a:lnTo>
                    <a:pt x="80214" y="80804"/>
                  </a:lnTo>
                  <a:lnTo>
                    <a:pt x="79531" y="81360"/>
                  </a:lnTo>
                  <a:lnTo>
                    <a:pt x="75906" y="80934"/>
                  </a:lnTo>
                  <a:lnTo>
                    <a:pt x="72537" y="82415"/>
                  </a:lnTo>
                  <a:lnTo>
                    <a:pt x="70851" y="84791"/>
                  </a:lnTo>
                  <a:lnTo>
                    <a:pt x="66711" y="86764"/>
                  </a:lnTo>
                  <a:lnTo>
                    <a:pt x="64473" y="85337"/>
                  </a:lnTo>
                  <a:lnTo>
                    <a:pt x="59234" y="89261"/>
                  </a:lnTo>
                  <a:lnTo>
                    <a:pt x="57670" y="89189"/>
                  </a:lnTo>
                  <a:lnTo>
                    <a:pt x="55464" y="89087"/>
                  </a:lnTo>
                  <a:lnTo>
                    <a:pt x="53797" y="91287"/>
                  </a:lnTo>
                  <a:lnTo>
                    <a:pt x="53043" y="92280"/>
                  </a:lnTo>
                  <a:lnTo>
                    <a:pt x="51685" y="95296"/>
                  </a:lnTo>
                  <a:lnTo>
                    <a:pt x="48394" y="97603"/>
                  </a:lnTo>
                  <a:lnTo>
                    <a:pt x="47887" y="100620"/>
                  </a:lnTo>
                  <a:lnTo>
                    <a:pt x="47719" y="101617"/>
                  </a:lnTo>
                  <a:lnTo>
                    <a:pt x="46559" y="102668"/>
                  </a:lnTo>
                  <a:lnTo>
                    <a:pt x="43753" y="103017"/>
                  </a:lnTo>
                  <a:lnTo>
                    <a:pt x="41788" y="103260"/>
                  </a:lnTo>
                  <a:lnTo>
                    <a:pt x="39213" y="107954"/>
                  </a:lnTo>
                  <a:lnTo>
                    <a:pt x="38775" y="108181"/>
                  </a:lnTo>
                  <a:lnTo>
                    <a:pt x="37167" y="109017"/>
                  </a:lnTo>
                  <a:lnTo>
                    <a:pt x="35202" y="110036"/>
                  </a:lnTo>
                  <a:lnTo>
                    <a:pt x="32794" y="111423"/>
                  </a:lnTo>
                  <a:lnTo>
                    <a:pt x="34408" y="112591"/>
                  </a:lnTo>
                  <a:lnTo>
                    <a:pt x="33112" y="115601"/>
                  </a:lnTo>
                  <a:lnTo>
                    <a:pt x="31241" y="117242"/>
                  </a:lnTo>
                  <a:lnTo>
                    <a:pt x="28291" y="117896"/>
                  </a:lnTo>
                  <a:lnTo>
                    <a:pt x="25621" y="119986"/>
                  </a:lnTo>
                  <a:lnTo>
                    <a:pt x="23423" y="122788"/>
                  </a:lnTo>
                  <a:lnTo>
                    <a:pt x="21357" y="123565"/>
                  </a:lnTo>
                  <a:lnTo>
                    <a:pt x="18366" y="127462"/>
                  </a:lnTo>
                  <a:lnTo>
                    <a:pt x="17735" y="125911"/>
                  </a:lnTo>
                  <a:lnTo>
                    <a:pt x="17354" y="124748"/>
                  </a:lnTo>
                  <a:lnTo>
                    <a:pt x="12965" y="120955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6180358" y="3400247"/>
              <a:ext cx="14622" cy="17353"/>
            </a:xfrm>
            <a:custGeom>
              <a:avLst/>
              <a:pathLst>
                <a:path w="14622" h="17353">
                  <a:moveTo>
                    <a:pt x="0" y="6692"/>
                  </a:moveTo>
                  <a:lnTo>
                    <a:pt x="3729" y="0"/>
                  </a:lnTo>
                  <a:lnTo>
                    <a:pt x="6911" y="1839"/>
                  </a:lnTo>
                  <a:lnTo>
                    <a:pt x="14622" y="6285"/>
                  </a:lnTo>
                  <a:lnTo>
                    <a:pt x="11316" y="12298"/>
                  </a:lnTo>
                  <a:lnTo>
                    <a:pt x="8489" y="17353"/>
                  </a:lnTo>
                  <a:lnTo>
                    <a:pt x="7360" y="13121"/>
                  </a:lnTo>
                  <a:lnTo>
                    <a:pt x="6748" y="10832"/>
                  </a:lnTo>
                  <a:lnTo>
                    <a:pt x="2605" y="8710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6288763" y="3272881"/>
              <a:ext cx="78582" cy="120571"/>
            </a:xfrm>
            <a:custGeom>
              <a:avLst/>
              <a:pathLst>
                <a:path w="78582" h="120571">
                  <a:moveTo>
                    <a:pt x="945" y="14852"/>
                  </a:moveTo>
                  <a:lnTo>
                    <a:pt x="1390" y="11407"/>
                  </a:lnTo>
                  <a:lnTo>
                    <a:pt x="2864" y="7780"/>
                  </a:lnTo>
                  <a:lnTo>
                    <a:pt x="5613" y="4242"/>
                  </a:lnTo>
                  <a:lnTo>
                    <a:pt x="9762" y="1711"/>
                  </a:lnTo>
                  <a:lnTo>
                    <a:pt x="10524" y="1246"/>
                  </a:lnTo>
                  <a:lnTo>
                    <a:pt x="11067" y="914"/>
                  </a:lnTo>
                  <a:lnTo>
                    <a:pt x="16995" y="0"/>
                  </a:lnTo>
                  <a:lnTo>
                    <a:pt x="21877" y="1004"/>
                  </a:lnTo>
                  <a:lnTo>
                    <a:pt x="19938" y="4951"/>
                  </a:lnTo>
                  <a:lnTo>
                    <a:pt x="20024" y="9626"/>
                  </a:lnTo>
                  <a:lnTo>
                    <a:pt x="18683" y="12717"/>
                  </a:lnTo>
                  <a:lnTo>
                    <a:pt x="18013" y="16525"/>
                  </a:lnTo>
                  <a:lnTo>
                    <a:pt x="16885" y="18484"/>
                  </a:lnTo>
                  <a:lnTo>
                    <a:pt x="18700" y="21050"/>
                  </a:lnTo>
                  <a:lnTo>
                    <a:pt x="21136" y="21961"/>
                  </a:lnTo>
                  <a:lnTo>
                    <a:pt x="21224" y="25886"/>
                  </a:lnTo>
                  <a:lnTo>
                    <a:pt x="22104" y="29052"/>
                  </a:lnTo>
                  <a:lnTo>
                    <a:pt x="18404" y="31947"/>
                  </a:lnTo>
                  <a:lnTo>
                    <a:pt x="20745" y="34950"/>
                  </a:lnTo>
                  <a:lnTo>
                    <a:pt x="25202" y="38291"/>
                  </a:lnTo>
                  <a:lnTo>
                    <a:pt x="26657" y="39457"/>
                  </a:lnTo>
                  <a:lnTo>
                    <a:pt x="29952" y="42097"/>
                  </a:lnTo>
                  <a:lnTo>
                    <a:pt x="35478" y="46498"/>
                  </a:lnTo>
                  <a:lnTo>
                    <a:pt x="38216" y="52711"/>
                  </a:lnTo>
                  <a:lnTo>
                    <a:pt x="38733" y="57607"/>
                  </a:lnTo>
                  <a:lnTo>
                    <a:pt x="41303" y="63824"/>
                  </a:lnTo>
                  <a:lnTo>
                    <a:pt x="45796" y="65935"/>
                  </a:lnTo>
                  <a:lnTo>
                    <a:pt x="49768" y="71388"/>
                  </a:lnTo>
                  <a:lnTo>
                    <a:pt x="50244" y="72041"/>
                  </a:lnTo>
                  <a:lnTo>
                    <a:pt x="50776" y="74267"/>
                  </a:lnTo>
                  <a:lnTo>
                    <a:pt x="57111" y="78666"/>
                  </a:lnTo>
                  <a:lnTo>
                    <a:pt x="63150" y="81779"/>
                  </a:lnTo>
                  <a:lnTo>
                    <a:pt x="66278" y="81462"/>
                  </a:lnTo>
                  <a:lnTo>
                    <a:pt x="67470" y="79772"/>
                  </a:lnTo>
                  <a:lnTo>
                    <a:pt x="71086" y="87962"/>
                  </a:lnTo>
                  <a:lnTo>
                    <a:pt x="76172" y="101202"/>
                  </a:lnTo>
                  <a:lnTo>
                    <a:pt x="78582" y="108317"/>
                  </a:lnTo>
                  <a:lnTo>
                    <a:pt x="69726" y="111120"/>
                  </a:lnTo>
                  <a:lnTo>
                    <a:pt x="59568" y="114157"/>
                  </a:lnTo>
                  <a:lnTo>
                    <a:pt x="50567" y="116829"/>
                  </a:lnTo>
                  <a:lnTo>
                    <a:pt x="36463" y="120571"/>
                  </a:lnTo>
                  <a:lnTo>
                    <a:pt x="34056" y="113679"/>
                  </a:lnTo>
                  <a:lnTo>
                    <a:pt x="33535" y="112174"/>
                  </a:lnTo>
                  <a:lnTo>
                    <a:pt x="31375" y="105943"/>
                  </a:lnTo>
                  <a:lnTo>
                    <a:pt x="25711" y="89718"/>
                  </a:lnTo>
                  <a:lnTo>
                    <a:pt x="16569" y="63574"/>
                  </a:lnTo>
                  <a:lnTo>
                    <a:pt x="13544" y="54933"/>
                  </a:lnTo>
                  <a:lnTo>
                    <a:pt x="12079" y="50753"/>
                  </a:lnTo>
                  <a:lnTo>
                    <a:pt x="9715" y="44006"/>
                  </a:lnTo>
                  <a:lnTo>
                    <a:pt x="0" y="15142"/>
                  </a:lnTo>
                  <a:close/>
                </a:path>
              </a:pathLst>
            </a:custGeom>
            <a:noFill/>
            <a:ln w="9485" cap="flat">
              <a:solidFill>
                <a:srgbClr val="00E676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61" name="tx260"/>
            <p:cNvSpPr/>
            <p:nvPr/>
          </p:nvSpPr>
          <p:spPr>
            <a:xfrm>
              <a:off x="7127154" y="3441644"/>
              <a:ext cx="13593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Law grade band (A-F)</a:t>
              </a:r>
            </a:p>
          </p:txBody>
        </p:sp>
        <p:sp>
          <p:nvSpPr>
            <p:cNvPr id="262" name="rc261"/>
            <p:cNvSpPr/>
            <p:nvPr/>
          </p:nvSpPr>
          <p:spPr>
            <a:xfrm>
              <a:off x="7130754" y="3629590"/>
              <a:ext cx="212255" cy="21225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rc262"/>
            <p:cNvSpPr/>
            <p:nvPr/>
          </p:nvSpPr>
          <p:spPr>
            <a:xfrm>
              <a:off x="7130754" y="3849046"/>
              <a:ext cx="212255" cy="21225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rc263"/>
            <p:cNvSpPr/>
            <p:nvPr/>
          </p:nvSpPr>
          <p:spPr>
            <a:xfrm>
              <a:off x="7130754" y="4068502"/>
              <a:ext cx="212255" cy="21225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4"/>
            <p:cNvSpPr/>
            <p:nvPr/>
          </p:nvSpPr>
          <p:spPr>
            <a:xfrm>
              <a:off x="7130754" y="4287958"/>
              <a:ext cx="212255" cy="2122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5"/>
            <p:cNvSpPr/>
            <p:nvPr/>
          </p:nvSpPr>
          <p:spPr>
            <a:xfrm>
              <a:off x="7130754" y="4507414"/>
              <a:ext cx="212255" cy="21225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7416199" y="3695713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7416199" y="3915169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7416199" y="413462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7416199" y="435408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7416199" y="4573537"/>
              <a:ext cx="6821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657498" y="1894551"/>
              <a:ext cx="57520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Color = strictness; size = distance from mean of group means &lt;U+2022&gt; Source: FA_Deaths</a:t>
              </a:r>
            </a:p>
          </p:txBody>
        </p:sp>
        <p:sp>
          <p:nvSpPr>
            <p:cNvPr id="273" name="tx272"/>
            <p:cNvSpPr/>
            <p:nvPr/>
          </p:nvSpPr>
          <p:spPr>
            <a:xfrm>
              <a:off x="657498" y="1669789"/>
              <a:ext cx="1666859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Combined map (2024)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2024: Weighted Decomposition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169031" y="3500463"/>
              <a:ext cx="2196075" cy="2060581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365106" y="2258735"/>
              <a:ext cx="3294112" cy="33023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2879599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tx8"/>
            <p:cNvSpPr/>
            <p:nvPr/>
          </p:nvSpPr>
          <p:spPr>
            <a:xfrm>
              <a:off x="6769023" y="2733814"/>
              <a:ext cx="52907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14.3 mean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753241" y="55210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753241" y="4582705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91062" y="364437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691062" y="27060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1137941" y="578879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204889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302927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400964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5499002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6597040" y="578879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68067" y="5927094"/>
              <a:ext cx="142152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Cumulative state count</a:t>
              </a:r>
            </a:p>
          </p:txBody>
        </p:sp>
        <p:sp>
          <p:nvSpPr>
            <p:cNvPr id="21" name="tx20"/>
            <p:cNvSpPr/>
            <p:nvPr/>
          </p:nvSpPr>
          <p:spPr>
            <a:xfrm rot="-5400000">
              <a:off x="-332244" y="3859872"/>
              <a:ext cx="181810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 mean deaths per 100k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4"/>
            <p:cNvSpPr/>
            <p:nvPr/>
          </p:nvSpPr>
          <p:spPr>
            <a:xfrm>
              <a:off x="7777422" y="3859691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777422" y="4079147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78051" y="1894551"/>
              <a:ext cx="453679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Dashed line/label = mean of group means &lt;U+2022&gt; Source: FA_Deaths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878051" y="1669789"/>
              <a:ext cx="236235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Weighted decomposition (2024)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Year 2024: Violin + Quantile Box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78051" y="5245825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78051" y="4369802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78051" y="3493778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78051" y="2617755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314521" y="2296875"/>
              <a:ext cx="2618819" cy="2533971"/>
            </a:xfrm>
            <a:custGeom>
              <a:avLst/>
              <a:pathLst>
                <a:path w="2618819" h="2533971">
                  <a:moveTo>
                    <a:pt x="1306764" y="2533971"/>
                  </a:moveTo>
                  <a:lnTo>
                    <a:pt x="1306522" y="2529012"/>
                  </a:lnTo>
                  <a:lnTo>
                    <a:pt x="1306262" y="2524053"/>
                  </a:lnTo>
                  <a:lnTo>
                    <a:pt x="1305973" y="2519094"/>
                  </a:lnTo>
                  <a:lnTo>
                    <a:pt x="1305669" y="2514135"/>
                  </a:lnTo>
                  <a:lnTo>
                    <a:pt x="1305336" y="2509177"/>
                  </a:lnTo>
                  <a:lnTo>
                    <a:pt x="1304975" y="2504218"/>
                  </a:lnTo>
                  <a:lnTo>
                    <a:pt x="1304594" y="2499259"/>
                  </a:lnTo>
                  <a:lnTo>
                    <a:pt x="1304174" y="2494300"/>
                  </a:lnTo>
                  <a:lnTo>
                    <a:pt x="1303723" y="2489341"/>
                  </a:lnTo>
                  <a:lnTo>
                    <a:pt x="1303251" y="2484382"/>
                  </a:lnTo>
                  <a:lnTo>
                    <a:pt x="1302723" y="2479423"/>
                  </a:lnTo>
                  <a:lnTo>
                    <a:pt x="1302167" y="2474465"/>
                  </a:lnTo>
                  <a:lnTo>
                    <a:pt x="1301578" y="2469506"/>
                  </a:lnTo>
                  <a:lnTo>
                    <a:pt x="1300927" y="2464547"/>
                  </a:lnTo>
                  <a:lnTo>
                    <a:pt x="1300244" y="2459588"/>
                  </a:lnTo>
                  <a:lnTo>
                    <a:pt x="1299513" y="2454629"/>
                  </a:lnTo>
                  <a:lnTo>
                    <a:pt x="1298717" y="2449670"/>
                  </a:lnTo>
                  <a:lnTo>
                    <a:pt x="1297884" y="2444712"/>
                  </a:lnTo>
                  <a:lnTo>
                    <a:pt x="1296984" y="2439753"/>
                  </a:lnTo>
                  <a:lnTo>
                    <a:pt x="1296019" y="2434794"/>
                  </a:lnTo>
                  <a:lnTo>
                    <a:pt x="1295010" y="2429835"/>
                  </a:lnTo>
                  <a:lnTo>
                    <a:pt x="1293910" y="2424876"/>
                  </a:lnTo>
                  <a:lnTo>
                    <a:pt x="1292747" y="2419917"/>
                  </a:lnTo>
                  <a:lnTo>
                    <a:pt x="1291534" y="2414958"/>
                  </a:lnTo>
                  <a:lnTo>
                    <a:pt x="1290199" y="2410000"/>
                  </a:lnTo>
                  <a:lnTo>
                    <a:pt x="1288806" y="2405041"/>
                  </a:lnTo>
                  <a:lnTo>
                    <a:pt x="1287341" y="2400082"/>
                  </a:lnTo>
                  <a:lnTo>
                    <a:pt x="1285751" y="2395123"/>
                  </a:lnTo>
                  <a:lnTo>
                    <a:pt x="1284095" y="2390164"/>
                  </a:lnTo>
                  <a:lnTo>
                    <a:pt x="1282337" y="2385205"/>
                  </a:lnTo>
                  <a:lnTo>
                    <a:pt x="1280455" y="2380246"/>
                  </a:lnTo>
                  <a:lnTo>
                    <a:pt x="1278500" y="2375288"/>
                  </a:lnTo>
                  <a:lnTo>
                    <a:pt x="1276408" y="2370329"/>
                  </a:lnTo>
                  <a:lnTo>
                    <a:pt x="1274196" y="2365370"/>
                  </a:lnTo>
                  <a:lnTo>
                    <a:pt x="1271903" y="2360411"/>
                  </a:lnTo>
                  <a:lnTo>
                    <a:pt x="1269431" y="2355452"/>
                  </a:lnTo>
                  <a:lnTo>
                    <a:pt x="1266850" y="2350493"/>
                  </a:lnTo>
                  <a:lnTo>
                    <a:pt x="1264171" y="2345535"/>
                  </a:lnTo>
                  <a:lnTo>
                    <a:pt x="1261280" y="2340576"/>
                  </a:lnTo>
                  <a:lnTo>
                    <a:pt x="1258287" y="2335617"/>
                  </a:lnTo>
                  <a:lnTo>
                    <a:pt x="1255158" y="2330658"/>
                  </a:lnTo>
                  <a:lnTo>
                    <a:pt x="1251822" y="2325699"/>
                  </a:lnTo>
                  <a:lnTo>
                    <a:pt x="1248375" y="2320740"/>
                  </a:lnTo>
                  <a:lnTo>
                    <a:pt x="1244748" y="2315781"/>
                  </a:lnTo>
                  <a:lnTo>
                    <a:pt x="1240925" y="2310823"/>
                  </a:lnTo>
                  <a:lnTo>
                    <a:pt x="1236982" y="2305864"/>
                  </a:lnTo>
                  <a:lnTo>
                    <a:pt x="1232809" y="2300905"/>
                  </a:lnTo>
                  <a:lnTo>
                    <a:pt x="1228457" y="2295946"/>
                  </a:lnTo>
                  <a:lnTo>
                    <a:pt x="1223976" y="2290987"/>
                  </a:lnTo>
                  <a:lnTo>
                    <a:pt x="1219211" y="2286028"/>
                  </a:lnTo>
                  <a:lnTo>
                    <a:pt x="1214290" y="2281070"/>
                  </a:lnTo>
                  <a:lnTo>
                    <a:pt x="1209213" y="2276111"/>
                  </a:lnTo>
                  <a:lnTo>
                    <a:pt x="1203833" y="2271152"/>
                  </a:lnTo>
                  <a:lnTo>
                    <a:pt x="1198306" y="2266193"/>
                  </a:lnTo>
                  <a:lnTo>
                    <a:pt x="1192574" y="2261234"/>
                  </a:lnTo>
                  <a:lnTo>
                    <a:pt x="1186560" y="2256275"/>
                  </a:lnTo>
                  <a:lnTo>
                    <a:pt x="1180394" y="2251316"/>
                  </a:lnTo>
                  <a:lnTo>
                    <a:pt x="1173971" y="2246358"/>
                  </a:lnTo>
                  <a:lnTo>
                    <a:pt x="1167296" y="2241399"/>
                  </a:lnTo>
                  <a:lnTo>
                    <a:pt x="1160463" y="2236440"/>
                  </a:lnTo>
                  <a:lnTo>
                    <a:pt x="1153319" y="2231481"/>
                  </a:lnTo>
                  <a:lnTo>
                    <a:pt x="1145959" y="2226522"/>
                  </a:lnTo>
                  <a:lnTo>
                    <a:pt x="1138437" y="2221563"/>
                  </a:lnTo>
                  <a:lnTo>
                    <a:pt x="1130552" y="2216605"/>
                  </a:lnTo>
                  <a:lnTo>
                    <a:pt x="1122491" y="2211646"/>
                  </a:lnTo>
                  <a:lnTo>
                    <a:pt x="1114231" y="2206687"/>
                  </a:lnTo>
                  <a:lnTo>
                    <a:pt x="1105628" y="2201728"/>
                  </a:lnTo>
                  <a:lnTo>
                    <a:pt x="1096858" y="2196769"/>
                  </a:lnTo>
                  <a:lnTo>
                    <a:pt x="1087844" y="2191810"/>
                  </a:lnTo>
                  <a:lnTo>
                    <a:pt x="1078532" y="2186851"/>
                  </a:lnTo>
                  <a:lnTo>
                    <a:pt x="1069055" y="2181893"/>
                  </a:lnTo>
                  <a:lnTo>
                    <a:pt x="1059292" y="2176934"/>
                  </a:lnTo>
                  <a:lnTo>
                    <a:pt x="1049280" y="2171975"/>
                  </a:lnTo>
                  <a:lnTo>
                    <a:pt x="1039107" y="2167016"/>
                  </a:lnTo>
                  <a:lnTo>
                    <a:pt x="1028613" y="2162057"/>
                  </a:lnTo>
                  <a:lnTo>
                    <a:pt x="1017922" y="2157098"/>
                  </a:lnTo>
                  <a:lnTo>
                    <a:pt x="1007073" y="2152139"/>
                  </a:lnTo>
                  <a:lnTo>
                    <a:pt x="995880" y="2147181"/>
                  </a:lnTo>
                  <a:lnTo>
                    <a:pt x="984540" y="2142222"/>
                  </a:lnTo>
                  <a:lnTo>
                    <a:pt x="973012" y="2137263"/>
                  </a:lnTo>
                  <a:lnTo>
                    <a:pt x="961201" y="2132304"/>
                  </a:lnTo>
                  <a:lnTo>
                    <a:pt x="949253" y="2127345"/>
                  </a:lnTo>
                  <a:lnTo>
                    <a:pt x="937096" y="2122386"/>
                  </a:lnTo>
                  <a:lnTo>
                    <a:pt x="924718" y="2117428"/>
                  </a:lnTo>
                  <a:lnTo>
                    <a:pt x="912214" y="2112469"/>
                  </a:lnTo>
                  <a:lnTo>
                    <a:pt x="899493" y="2107510"/>
                  </a:lnTo>
                  <a:lnTo>
                    <a:pt x="886608" y="2102551"/>
                  </a:lnTo>
                  <a:lnTo>
                    <a:pt x="873613" y="2097592"/>
                  </a:lnTo>
                  <a:lnTo>
                    <a:pt x="860403" y="2092633"/>
                  </a:lnTo>
                  <a:lnTo>
                    <a:pt x="847082" y="2087674"/>
                  </a:lnTo>
                  <a:lnTo>
                    <a:pt x="833660" y="2082716"/>
                  </a:lnTo>
                  <a:lnTo>
                    <a:pt x="820056" y="2077757"/>
                  </a:lnTo>
                  <a:lnTo>
                    <a:pt x="806379" y="2072798"/>
                  </a:lnTo>
                  <a:lnTo>
                    <a:pt x="792604" y="2067839"/>
                  </a:lnTo>
                  <a:lnTo>
                    <a:pt x="778710" y="2062880"/>
                  </a:lnTo>
                  <a:lnTo>
                    <a:pt x="764763" y="2057921"/>
                  </a:lnTo>
                  <a:lnTo>
                    <a:pt x="750737" y="2052963"/>
                  </a:lnTo>
                  <a:lnTo>
                    <a:pt x="736647" y="2048004"/>
                  </a:lnTo>
                  <a:lnTo>
                    <a:pt x="722524" y="2043045"/>
                  </a:lnTo>
                  <a:lnTo>
                    <a:pt x="708352" y="2038086"/>
                  </a:lnTo>
                  <a:lnTo>
                    <a:pt x="694163" y="2033127"/>
                  </a:lnTo>
                  <a:lnTo>
                    <a:pt x="679962" y="2028168"/>
                  </a:lnTo>
                  <a:lnTo>
                    <a:pt x="665759" y="2023209"/>
                  </a:lnTo>
                  <a:lnTo>
                    <a:pt x="651569" y="2018251"/>
                  </a:lnTo>
                  <a:lnTo>
                    <a:pt x="637393" y="2013292"/>
                  </a:lnTo>
                  <a:lnTo>
                    <a:pt x="623269" y="2008333"/>
                  </a:lnTo>
                  <a:lnTo>
                    <a:pt x="609180" y="2003374"/>
                  </a:lnTo>
                  <a:lnTo>
                    <a:pt x="595143" y="1998415"/>
                  </a:lnTo>
                  <a:lnTo>
                    <a:pt x="581198" y="1993456"/>
                  </a:lnTo>
                  <a:lnTo>
                    <a:pt x="567310" y="1988498"/>
                  </a:lnTo>
                  <a:lnTo>
                    <a:pt x="553524" y="1983539"/>
                  </a:lnTo>
                  <a:lnTo>
                    <a:pt x="539855" y="1978580"/>
                  </a:lnTo>
                  <a:lnTo>
                    <a:pt x="526263" y="1973621"/>
                  </a:lnTo>
                  <a:lnTo>
                    <a:pt x="512836" y="1968662"/>
                  </a:lnTo>
                  <a:lnTo>
                    <a:pt x="499535" y="1963703"/>
                  </a:lnTo>
                  <a:lnTo>
                    <a:pt x="486331" y="1958744"/>
                  </a:lnTo>
                  <a:lnTo>
                    <a:pt x="473362" y="1953786"/>
                  </a:lnTo>
                  <a:lnTo>
                    <a:pt x="460515" y="1948827"/>
                  </a:lnTo>
                  <a:lnTo>
                    <a:pt x="447809" y="1943868"/>
                  </a:lnTo>
                  <a:lnTo>
                    <a:pt x="435361" y="1938909"/>
                  </a:lnTo>
                  <a:lnTo>
                    <a:pt x="423045" y="1933950"/>
                  </a:lnTo>
                  <a:lnTo>
                    <a:pt x="410927" y="1928991"/>
                  </a:lnTo>
                  <a:lnTo>
                    <a:pt x="399063" y="1924032"/>
                  </a:lnTo>
                  <a:lnTo>
                    <a:pt x="387345" y="1919074"/>
                  </a:lnTo>
                  <a:lnTo>
                    <a:pt x="375888" y="1914115"/>
                  </a:lnTo>
                  <a:lnTo>
                    <a:pt x="364666" y="1909156"/>
                  </a:lnTo>
                  <a:lnTo>
                    <a:pt x="353602" y="1904197"/>
                  </a:lnTo>
                  <a:lnTo>
                    <a:pt x="342862" y="1899238"/>
                  </a:lnTo>
                  <a:lnTo>
                    <a:pt x="332329" y="1894279"/>
                  </a:lnTo>
                  <a:lnTo>
                    <a:pt x="321964" y="1889321"/>
                  </a:lnTo>
                  <a:lnTo>
                    <a:pt x="311980" y="1884362"/>
                  </a:lnTo>
                  <a:lnTo>
                    <a:pt x="302169" y="1879403"/>
                  </a:lnTo>
                  <a:lnTo>
                    <a:pt x="292579" y="1874444"/>
                  </a:lnTo>
                  <a:lnTo>
                    <a:pt x="283334" y="1869485"/>
                  </a:lnTo>
                  <a:lnTo>
                    <a:pt x="274265" y="1864526"/>
                  </a:lnTo>
                  <a:lnTo>
                    <a:pt x="265467" y="1859567"/>
                  </a:lnTo>
                  <a:lnTo>
                    <a:pt x="256971" y="1854609"/>
                  </a:lnTo>
                  <a:lnTo>
                    <a:pt x="248651" y="1849650"/>
                  </a:lnTo>
                  <a:lnTo>
                    <a:pt x="240648" y="1844691"/>
                  </a:lnTo>
                  <a:lnTo>
                    <a:pt x="232897" y="1839732"/>
                  </a:lnTo>
                  <a:lnTo>
                    <a:pt x="225320" y="1834773"/>
                  </a:lnTo>
                  <a:lnTo>
                    <a:pt x="218099" y="1829814"/>
                  </a:lnTo>
                  <a:lnTo>
                    <a:pt x="211078" y="1824856"/>
                  </a:lnTo>
                  <a:lnTo>
                    <a:pt x="204239" y="1819897"/>
                  </a:lnTo>
                  <a:lnTo>
                    <a:pt x="197761" y="1814938"/>
                  </a:lnTo>
                  <a:lnTo>
                    <a:pt x="191443" y="1809979"/>
                  </a:lnTo>
                  <a:lnTo>
                    <a:pt x="185341" y="1805020"/>
                  </a:lnTo>
                  <a:lnTo>
                    <a:pt x="179537" y="1800061"/>
                  </a:lnTo>
                  <a:lnTo>
                    <a:pt x="173885" y="1795102"/>
                  </a:lnTo>
                  <a:lnTo>
                    <a:pt x="168475" y="1790144"/>
                  </a:lnTo>
                  <a:lnTo>
                    <a:pt x="163302" y="1785185"/>
                  </a:lnTo>
                  <a:lnTo>
                    <a:pt x="158270" y="1780226"/>
                  </a:lnTo>
                  <a:lnTo>
                    <a:pt x="153496" y="1775267"/>
                  </a:lnTo>
                  <a:lnTo>
                    <a:pt x="148902" y="1770308"/>
                  </a:lnTo>
                  <a:lnTo>
                    <a:pt x="144438" y="1765349"/>
                  </a:lnTo>
                  <a:lnTo>
                    <a:pt x="140237" y="1760391"/>
                  </a:lnTo>
                  <a:lnTo>
                    <a:pt x="136166" y="1755432"/>
                  </a:lnTo>
                  <a:lnTo>
                    <a:pt x="132227" y="1750473"/>
                  </a:lnTo>
                  <a:lnTo>
                    <a:pt x="128515" y="1745514"/>
                  </a:lnTo>
                  <a:lnTo>
                    <a:pt x="124905" y="1740555"/>
                  </a:lnTo>
                  <a:lnTo>
                    <a:pt x="121436" y="1735596"/>
                  </a:lnTo>
                  <a:lnTo>
                    <a:pt x="118136" y="1730637"/>
                  </a:lnTo>
                  <a:lnTo>
                    <a:pt x="114923" y="1725679"/>
                  </a:lnTo>
                  <a:lnTo>
                    <a:pt x="111852" y="1720720"/>
                  </a:lnTo>
                  <a:lnTo>
                    <a:pt x="108901" y="1715761"/>
                  </a:lnTo>
                  <a:lnTo>
                    <a:pt x="106023" y="1710802"/>
                  </a:lnTo>
                  <a:lnTo>
                    <a:pt x="104023" y="1707187"/>
                  </a:lnTo>
                  <a:lnTo>
                    <a:pt x="103279" y="1705843"/>
                  </a:lnTo>
                  <a:lnTo>
                    <a:pt x="100614" y="1700884"/>
                  </a:lnTo>
                  <a:lnTo>
                    <a:pt x="98010" y="1695925"/>
                  </a:lnTo>
                  <a:lnTo>
                    <a:pt x="95524" y="1690967"/>
                  </a:lnTo>
                  <a:lnTo>
                    <a:pt x="93087" y="1686008"/>
                  </a:lnTo>
                  <a:lnTo>
                    <a:pt x="90707" y="1681049"/>
                  </a:lnTo>
                  <a:lnTo>
                    <a:pt x="88408" y="1676090"/>
                  </a:lnTo>
                  <a:lnTo>
                    <a:pt x="86144" y="1671131"/>
                  </a:lnTo>
                  <a:lnTo>
                    <a:pt x="83931" y="1666172"/>
                  </a:lnTo>
                  <a:lnTo>
                    <a:pt x="81767" y="1661214"/>
                  </a:lnTo>
                  <a:lnTo>
                    <a:pt x="79628" y="1656255"/>
                  </a:lnTo>
                  <a:lnTo>
                    <a:pt x="77529" y="1651296"/>
                  </a:lnTo>
                  <a:lnTo>
                    <a:pt x="75456" y="1646337"/>
                  </a:lnTo>
                  <a:lnTo>
                    <a:pt x="73401" y="1641378"/>
                  </a:lnTo>
                  <a:lnTo>
                    <a:pt x="71373" y="1636419"/>
                  </a:lnTo>
                  <a:lnTo>
                    <a:pt x="69357" y="1631460"/>
                  </a:lnTo>
                  <a:lnTo>
                    <a:pt x="67352" y="1626502"/>
                  </a:lnTo>
                  <a:lnTo>
                    <a:pt x="65362" y="1621543"/>
                  </a:lnTo>
                  <a:lnTo>
                    <a:pt x="63376" y="1616584"/>
                  </a:lnTo>
                  <a:lnTo>
                    <a:pt x="61396" y="1611625"/>
                  </a:lnTo>
                  <a:lnTo>
                    <a:pt x="59421" y="1606666"/>
                  </a:lnTo>
                  <a:lnTo>
                    <a:pt x="57448" y="1601707"/>
                  </a:lnTo>
                  <a:lnTo>
                    <a:pt x="55476" y="1596749"/>
                  </a:lnTo>
                  <a:lnTo>
                    <a:pt x="53504" y="1591790"/>
                  </a:lnTo>
                  <a:lnTo>
                    <a:pt x="51533" y="1586831"/>
                  </a:lnTo>
                  <a:lnTo>
                    <a:pt x="49563" y="1581872"/>
                  </a:lnTo>
                  <a:lnTo>
                    <a:pt x="47593" y="1576913"/>
                  </a:lnTo>
                  <a:lnTo>
                    <a:pt x="45624" y="1571954"/>
                  </a:lnTo>
                  <a:lnTo>
                    <a:pt x="43658" y="1566995"/>
                  </a:lnTo>
                  <a:lnTo>
                    <a:pt x="41696" y="1562037"/>
                  </a:lnTo>
                  <a:lnTo>
                    <a:pt x="39737" y="1557078"/>
                  </a:lnTo>
                  <a:lnTo>
                    <a:pt x="37789" y="1552119"/>
                  </a:lnTo>
                  <a:lnTo>
                    <a:pt x="35848" y="1547160"/>
                  </a:lnTo>
                  <a:lnTo>
                    <a:pt x="33918" y="1542201"/>
                  </a:lnTo>
                  <a:lnTo>
                    <a:pt x="32006" y="1537242"/>
                  </a:lnTo>
                  <a:lnTo>
                    <a:pt x="30107" y="1532283"/>
                  </a:lnTo>
                  <a:lnTo>
                    <a:pt x="28230" y="1527325"/>
                  </a:lnTo>
                  <a:lnTo>
                    <a:pt x="26381" y="1522366"/>
                  </a:lnTo>
                  <a:lnTo>
                    <a:pt x="24551" y="1517407"/>
                  </a:lnTo>
                  <a:lnTo>
                    <a:pt x="22760" y="1512448"/>
                  </a:lnTo>
                  <a:lnTo>
                    <a:pt x="21004" y="1507489"/>
                  </a:lnTo>
                  <a:lnTo>
                    <a:pt x="19273" y="1502530"/>
                  </a:lnTo>
                  <a:lnTo>
                    <a:pt x="17606" y="1497572"/>
                  </a:lnTo>
                  <a:lnTo>
                    <a:pt x="15977" y="1492613"/>
                  </a:lnTo>
                  <a:lnTo>
                    <a:pt x="14388" y="1487654"/>
                  </a:lnTo>
                  <a:lnTo>
                    <a:pt x="12881" y="1482695"/>
                  </a:lnTo>
                  <a:lnTo>
                    <a:pt x="11418" y="1477736"/>
                  </a:lnTo>
                  <a:lnTo>
                    <a:pt x="10016" y="1472777"/>
                  </a:lnTo>
                  <a:lnTo>
                    <a:pt x="8705" y="1467818"/>
                  </a:lnTo>
                  <a:lnTo>
                    <a:pt x="7446" y="1462860"/>
                  </a:lnTo>
                  <a:lnTo>
                    <a:pt x="6278" y="1457901"/>
                  </a:lnTo>
                  <a:lnTo>
                    <a:pt x="5203" y="1452942"/>
                  </a:lnTo>
                  <a:lnTo>
                    <a:pt x="4189" y="1447983"/>
                  </a:lnTo>
                  <a:lnTo>
                    <a:pt x="3300" y="1443024"/>
                  </a:lnTo>
                  <a:lnTo>
                    <a:pt x="2502" y="1438065"/>
                  </a:lnTo>
                  <a:lnTo>
                    <a:pt x="1773" y="1433107"/>
                  </a:lnTo>
                  <a:lnTo>
                    <a:pt x="1312" y="1429049"/>
                  </a:lnTo>
                  <a:lnTo>
                    <a:pt x="1209" y="1428148"/>
                  </a:lnTo>
                  <a:lnTo>
                    <a:pt x="727" y="1423189"/>
                  </a:lnTo>
                  <a:lnTo>
                    <a:pt x="342" y="1418230"/>
                  </a:lnTo>
                  <a:lnTo>
                    <a:pt x="127" y="1413271"/>
                  </a:lnTo>
                  <a:lnTo>
                    <a:pt x="0" y="1408312"/>
                  </a:lnTo>
                  <a:lnTo>
                    <a:pt x="4" y="1403353"/>
                  </a:lnTo>
                  <a:lnTo>
                    <a:pt x="172" y="1398395"/>
                  </a:lnTo>
                  <a:lnTo>
                    <a:pt x="435" y="1393436"/>
                  </a:lnTo>
                  <a:lnTo>
                    <a:pt x="868" y="1388477"/>
                  </a:lnTo>
                  <a:lnTo>
                    <a:pt x="1453" y="1383518"/>
                  </a:lnTo>
                  <a:lnTo>
                    <a:pt x="2139" y="1378559"/>
                  </a:lnTo>
                  <a:lnTo>
                    <a:pt x="3038" y="1373600"/>
                  </a:lnTo>
                  <a:lnTo>
                    <a:pt x="4070" y="1368642"/>
                  </a:lnTo>
                  <a:lnTo>
                    <a:pt x="5213" y="1363683"/>
                  </a:lnTo>
                  <a:lnTo>
                    <a:pt x="6606" y="1358724"/>
                  </a:lnTo>
                  <a:lnTo>
                    <a:pt x="8112" y="1353765"/>
                  </a:lnTo>
                  <a:lnTo>
                    <a:pt x="9767" y="1348806"/>
                  </a:lnTo>
                  <a:lnTo>
                    <a:pt x="11652" y="1343847"/>
                  </a:lnTo>
                  <a:lnTo>
                    <a:pt x="13656" y="1338888"/>
                  </a:lnTo>
                  <a:lnTo>
                    <a:pt x="15847" y="1333930"/>
                  </a:lnTo>
                  <a:lnTo>
                    <a:pt x="18245" y="1328971"/>
                  </a:lnTo>
                  <a:lnTo>
                    <a:pt x="20765" y="1324012"/>
                  </a:lnTo>
                  <a:lnTo>
                    <a:pt x="23511" y="1319053"/>
                  </a:lnTo>
                  <a:lnTo>
                    <a:pt x="26436" y="1314094"/>
                  </a:lnTo>
                  <a:lnTo>
                    <a:pt x="29486" y="1309135"/>
                  </a:lnTo>
                  <a:lnTo>
                    <a:pt x="32800" y="1304176"/>
                  </a:lnTo>
                  <a:lnTo>
                    <a:pt x="36262" y="1299218"/>
                  </a:lnTo>
                  <a:lnTo>
                    <a:pt x="39863" y="1294259"/>
                  </a:lnTo>
                  <a:lnTo>
                    <a:pt x="43739" y="1289300"/>
                  </a:lnTo>
                  <a:lnTo>
                    <a:pt x="47742" y="1284341"/>
                  </a:lnTo>
                  <a:lnTo>
                    <a:pt x="51919" y="1279382"/>
                  </a:lnTo>
                  <a:lnTo>
                    <a:pt x="56336" y="1274423"/>
                  </a:lnTo>
                  <a:lnTo>
                    <a:pt x="60879" y="1269465"/>
                  </a:lnTo>
                  <a:lnTo>
                    <a:pt x="65628" y="1264506"/>
                  </a:lnTo>
                  <a:lnTo>
                    <a:pt x="70579" y="1259547"/>
                  </a:lnTo>
                  <a:lnTo>
                    <a:pt x="75655" y="1254588"/>
                  </a:lnTo>
                  <a:lnTo>
                    <a:pt x="80964" y="1249629"/>
                  </a:lnTo>
                  <a:lnTo>
                    <a:pt x="86438" y="1244670"/>
                  </a:lnTo>
                  <a:lnTo>
                    <a:pt x="92032" y="1239711"/>
                  </a:lnTo>
                  <a:lnTo>
                    <a:pt x="97883" y="1234753"/>
                  </a:lnTo>
                  <a:lnTo>
                    <a:pt x="103860" y="1229794"/>
                  </a:lnTo>
                  <a:lnTo>
                    <a:pt x="109972" y="1224835"/>
                  </a:lnTo>
                  <a:lnTo>
                    <a:pt x="116319" y="1219876"/>
                  </a:lnTo>
                  <a:lnTo>
                    <a:pt x="122774" y="1214917"/>
                  </a:lnTo>
                  <a:lnTo>
                    <a:pt x="129385" y="1209958"/>
                  </a:lnTo>
                  <a:lnTo>
                    <a:pt x="136185" y="1205000"/>
                  </a:lnTo>
                  <a:lnTo>
                    <a:pt x="143088" y="1200041"/>
                  </a:lnTo>
                  <a:lnTo>
                    <a:pt x="150159" y="1195082"/>
                  </a:lnTo>
                  <a:lnTo>
                    <a:pt x="157378" y="1190123"/>
                  </a:lnTo>
                  <a:lnTo>
                    <a:pt x="164689" y="1185164"/>
                  </a:lnTo>
                  <a:lnTo>
                    <a:pt x="172176" y="1180205"/>
                  </a:lnTo>
                  <a:lnTo>
                    <a:pt x="173436" y="1179383"/>
                  </a:lnTo>
                  <a:lnTo>
                    <a:pt x="179771" y="1175246"/>
                  </a:lnTo>
                  <a:lnTo>
                    <a:pt x="187449" y="1170288"/>
                  </a:lnTo>
                  <a:lnTo>
                    <a:pt x="195300" y="1165329"/>
                  </a:lnTo>
                  <a:lnTo>
                    <a:pt x="203225" y="1160370"/>
                  </a:lnTo>
                  <a:lnTo>
                    <a:pt x="211237" y="1155411"/>
                  </a:lnTo>
                  <a:lnTo>
                    <a:pt x="219381" y="1150452"/>
                  </a:lnTo>
                  <a:lnTo>
                    <a:pt x="227584" y="1145493"/>
                  </a:lnTo>
                  <a:lnTo>
                    <a:pt x="235874" y="1140535"/>
                  </a:lnTo>
                  <a:lnTo>
                    <a:pt x="244254" y="1135576"/>
                  </a:lnTo>
                  <a:lnTo>
                    <a:pt x="252682" y="1130617"/>
                  </a:lnTo>
                  <a:lnTo>
                    <a:pt x="261188" y="1125658"/>
                  </a:lnTo>
                  <a:lnTo>
                    <a:pt x="269750" y="1120699"/>
                  </a:lnTo>
                  <a:lnTo>
                    <a:pt x="278348" y="1115740"/>
                  </a:lnTo>
                  <a:lnTo>
                    <a:pt x="287007" y="1110781"/>
                  </a:lnTo>
                  <a:lnTo>
                    <a:pt x="295694" y="1105823"/>
                  </a:lnTo>
                  <a:lnTo>
                    <a:pt x="304406" y="1100864"/>
                  </a:lnTo>
                  <a:lnTo>
                    <a:pt x="313154" y="1095905"/>
                  </a:lnTo>
                  <a:lnTo>
                    <a:pt x="321912" y="1090946"/>
                  </a:lnTo>
                  <a:lnTo>
                    <a:pt x="330683" y="1085987"/>
                  </a:lnTo>
                  <a:lnTo>
                    <a:pt x="339459" y="1081028"/>
                  </a:lnTo>
                  <a:lnTo>
                    <a:pt x="348235" y="1076069"/>
                  </a:lnTo>
                  <a:lnTo>
                    <a:pt x="357006" y="1071111"/>
                  </a:lnTo>
                  <a:lnTo>
                    <a:pt x="365761" y="1066152"/>
                  </a:lnTo>
                  <a:lnTo>
                    <a:pt x="374505" y="1061193"/>
                  </a:lnTo>
                  <a:lnTo>
                    <a:pt x="383222" y="1056234"/>
                  </a:lnTo>
                  <a:lnTo>
                    <a:pt x="391910" y="1051275"/>
                  </a:lnTo>
                  <a:lnTo>
                    <a:pt x="400577" y="1046316"/>
                  </a:lnTo>
                  <a:lnTo>
                    <a:pt x="409192" y="1041358"/>
                  </a:lnTo>
                  <a:lnTo>
                    <a:pt x="417774" y="1036399"/>
                  </a:lnTo>
                  <a:lnTo>
                    <a:pt x="426323" y="1031440"/>
                  </a:lnTo>
                  <a:lnTo>
                    <a:pt x="434801" y="1026481"/>
                  </a:lnTo>
                  <a:lnTo>
                    <a:pt x="443243" y="1021522"/>
                  </a:lnTo>
                  <a:lnTo>
                    <a:pt x="451634" y="1016563"/>
                  </a:lnTo>
                  <a:lnTo>
                    <a:pt x="459951" y="1011604"/>
                  </a:lnTo>
                  <a:lnTo>
                    <a:pt x="468228" y="1006646"/>
                  </a:lnTo>
                  <a:lnTo>
                    <a:pt x="476436" y="1001687"/>
                  </a:lnTo>
                  <a:lnTo>
                    <a:pt x="484574" y="996728"/>
                  </a:lnTo>
                  <a:lnTo>
                    <a:pt x="492667" y="991769"/>
                  </a:lnTo>
                  <a:lnTo>
                    <a:pt x="500676" y="986810"/>
                  </a:lnTo>
                  <a:lnTo>
                    <a:pt x="508622" y="981851"/>
                  </a:lnTo>
                  <a:lnTo>
                    <a:pt x="516523" y="976893"/>
                  </a:lnTo>
                  <a:lnTo>
                    <a:pt x="524324" y="971934"/>
                  </a:lnTo>
                  <a:lnTo>
                    <a:pt x="532076" y="966975"/>
                  </a:lnTo>
                  <a:lnTo>
                    <a:pt x="539775" y="962016"/>
                  </a:lnTo>
                  <a:lnTo>
                    <a:pt x="547379" y="957057"/>
                  </a:lnTo>
                  <a:lnTo>
                    <a:pt x="554940" y="952098"/>
                  </a:lnTo>
                  <a:lnTo>
                    <a:pt x="562438" y="947139"/>
                  </a:lnTo>
                  <a:lnTo>
                    <a:pt x="569859" y="942181"/>
                  </a:lnTo>
                  <a:lnTo>
                    <a:pt x="577238" y="937222"/>
                  </a:lnTo>
                  <a:lnTo>
                    <a:pt x="584549" y="932263"/>
                  </a:lnTo>
                  <a:lnTo>
                    <a:pt x="591800" y="927304"/>
                  </a:lnTo>
                  <a:lnTo>
                    <a:pt x="599014" y="922345"/>
                  </a:lnTo>
                  <a:lnTo>
                    <a:pt x="606157" y="917386"/>
                  </a:lnTo>
                  <a:lnTo>
                    <a:pt x="613257" y="912428"/>
                  </a:lnTo>
                  <a:lnTo>
                    <a:pt x="620324" y="907469"/>
                  </a:lnTo>
                  <a:lnTo>
                    <a:pt x="627323" y="902510"/>
                  </a:lnTo>
                  <a:lnTo>
                    <a:pt x="634293" y="897551"/>
                  </a:lnTo>
                  <a:lnTo>
                    <a:pt x="641230" y="892592"/>
                  </a:lnTo>
                  <a:lnTo>
                    <a:pt x="648117" y="887633"/>
                  </a:lnTo>
                  <a:lnTo>
                    <a:pt x="654981" y="882674"/>
                  </a:lnTo>
                  <a:lnTo>
                    <a:pt x="661812" y="877716"/>
                  </a:lnTo>
                  <a:lnTo>
                    <a:pt x="668610" y="872757"/>
                  </a:lnTo>
                  <a:lnTo>
                    <a:pt x="675391" y="867798"/>
                  </a:lnTo>
                  <a:lnTo>
                    <a:pt x="682144" y="862839"/>
                  </a:lnTo>
                  <a:lnTo>
                    <a:pt x="688876" y="857880"/>
                  </a:lnTo>
                  <a:lnTo>
                    <a:pt x="695595" y="852921"/>
                  </a:lnTo>
                  <a:lnTo>
                    <a:pt x="702292" y="847962"/>
                  </a:lnTo>
                  <a:lnTo>
                    <a:pt x="708978" y="843004"/>
                  </a:lnTo>
                  <a:lnTo>
                    <a:pt x="715655" y="838045"/>
                  </a:lnTo>
                  <a:lnTo>
                    <a:pt x="722316" y="833086"/>
                  </a:lnTo>
                  <a:lnTo>
                    <a:pt x="728973" y="828127"/>
                  </a:lnTo>
                  <a:lnTo>
                    <a:pt x="735622" y="823168"/>
                  </a:lnTo>
                  <a:lnTo>
                    <a:pt x="742265" y="818209"/>
                  </a:lnTo>
                  <a:lnTo>
                    <a:pt x="748904" y="813251"/>
                  </a:lnTo>
                  <a:lnTo>
                    <a:pt x="755539" y="808292"/>
                  </a:lnTo>
                  <a:lnTo>
                    <a:pt x="762171" y="803333"/>
                  </a:lnTo>
                  <a:lnTo>
                    <a:pt x="768802" y="798374"/>
                  </a:lnTo>
                  <a:lnTo>
                    <a:pt x="775429" y="793415"/>
                  </a:lnTo>
                  <a:lnTo>
                    <a:pt x="782055" y="788456"/>
                  </a:lnTo>
                  <a:lnTo>
                    <a:pt x="788679" y="783497"/>
                  </a:lnTo>
                  <a:lnTo>
                    <a:pt x="795301" y="778539"/>
                  </a:lnTo>
                  <a:lnTo>
                    <a:pt x="801919" y="773580"/>
                  </a:lnTo>
                  <a:lnTo>
                    <a:pt x="808536" y="768621"/>
                  </a:lnTo>
                  <a:lnTo>
                    <a:pt x="815146" y="763662"/>
                  </a:lnTo>
                  <a:lnTo>
                    <a:pt x="821752" y="758703"/>
                  </a:lnTo>
                  <a:lnTo>
                    <a:pt x="828353" y="753744"/>
                  </a:lnTo>
                  <a:lnTo>
                    <a:pt x="834943" y="748786"/>
                  </a:lnTo>
                  <a:lnTo>
                    <a:pt x="841528" y="743827"/>
                  </a:lnTo>
                  <a:lnTo>
                    <a:pt x="848101" y="738868"/>
                  </a:lnTo>
                  <a:lnTo>
                    <a:pt x="854660" y="733909"/>
                  </a:lnTo>
                  <a:lnTo>
                    <a:pt x="861209" y="728950"/>
                  </a:lnTo>
                  <a:lnTo>
                    <a:pt x="867739" y="723991"/>
                  </a:lnTo>
                  <a:lnTo>
                    <a:pt x="874251" y="719032"/>
                  </a:lnTo>
                  <a:lnTo>
                    <a:pt x="880751" y="714074"/>
                  </a:lnTo>
                  <a:lnTo>
                    <a:pt x="887218" y="709115"/>
                  </a:lnTo>
                  <a:lnTo>
                    <a:pt x="893667" y="704156"/>
                  </a:lnTo>
                  <a:lnTo>
                    <a:pt x="900096" y="699197"/>
                  </a:lnTo>
                  <a:lnTo>
                    <a:pt x="906485" y="694238"/>
                  </a:lnTo>
                  <a:lnTo>
                    <a:pt x="912853" y="689279"/>
                  </a:lnTo>
                  <a:lnTo>
                    <a:pt x="919191" y="684321"/>
                  </a:lnTo>
                  <a:lnTo>
                    <a:pt x="925485" y="679362"/>
                  </a:lnTo>
                  <a:lnTo>
                    <a:pt x="931755" y="674403"/>
                  </a:lnTo>
                  <a:lnTo>
                    <a:pt x="937980" y="669444"/>
                  </a:lnTo>
                  <a:lnTo>
                    <a:pt x="944163" y="664485"/>
                  </a:lnTo>
                  <a:lnTo>
                    <a:pt x="950318" y="659526"/>
                  </a:lnTo>
                  <a:lnTo>
                    <a:pt x="956413" y="654567"/>
                  </a:lnTo>
                  <a:lnTo>
                    <a:pt x="962469" y="649609"/>
                  </a:lnTo>
                  <a:lnTo>
                    <a:pt x="968494" y="644650"/>
                  </a:lnTo>
                  <a:lnTo>
                    <a:pt x="974444" y="639691"/>
                  </a:lnTo>
                  <a:lnTo>
                    <a:pt x="980359" y="634732"/>
                  </a:lnTo>
                  <a:lnTo>
                    <a:pt x="986232" y="629773"/>
                  </a:lnTo>
                  <a:lnTo>
                    <a:pt x="992033" y="624814"/>
                  </a:lnTo>
                  <a:lnTo>
                    <a:pt x="997797" y="619855"/>
                  </a:lnTo>
                  <a:lnTo>
                    <a:pt x="1003505" y="614897"/>
                  </a:lnTo>
                  <a:lnTo>
                    <a:pt x="1009148" y="609938"/>
                  </a:lnTo>
                  <a:lnTo>
                    <a:pt x="1014753" y="604979"/>
                  </a:lnTo>
                  <a:lnTo>
                    <a:pt x="1020290" y="600020"/>
                  </a:lnTo>
                  <a:lnTo>
                    <a:pt x="1025769" y="595061"/>
                  </a:lnTo>
                  <a:lnTo>
                    <a:pt x="1031210" y="590102"/>
                  </a:lnTo>
                  <a:lnTo>
                    <a:pt x="1036569" y="585144"/>
                  </a:lnTo>
                  <a:lnTo>
                    <a:pt x="1041882" y="580185"/>
                  </a:lnTo>
                  <a:lnTo>
                    <a:pt x="1047152" y="575226"/>
                  </a:lnTo>
                  <a:lnTo>
                    <a:pt x="1052336" y="570267"/>
                  </a:lnTo>
                  <a:lnTo>
                    <a:pt x="1057480" y="565308"/>
                  </a:lnTo>
                  <a:lnTo>
                    <a:pt x="1062572" y="560349"/>
                  </a:lnTo>
                  <a:lnTo>
                    <a:pt x="1067588" y="555390"/>
                  </a:lnTo>
                  <a:lnTo>
                    <a:pt x="1072565" y="550432"/>
                  </a:lnTo>
                  <a:lnTo>
                    <a:pt x="1077480" y="545473"/>
                  </a:lnTo>
                  <a:lnTo>
                    <a:pt x="1082331" y="540514"/>
                  </a:lnTo>
                  <a:lnTo>
                    <a:pt x="1087144" y="535555"/>
                  </a:lnTo>
                  <a:lnTo>
                    <a:pt x="1091886" y="530596"/>
                  </a:lnTo>
                  <a:lnTo>
                    <a:pt x="1096575" y="525637"/>
                  </a:lnTo>
                  <a:lnTo>
                    <a:pt x="1101226" y="520679"/>
                  </a:lnTo>
                  <a:lnTo>
                    <a:pt x="1105798" y="515720"/>
                  </a:lnTo>
                  <a:lnTo>
                    <a:pt x="1110329" y="510761"/>
                  </a:lnTo>
                  <a:lnTo>
                    <a:pt x="1114818" y="505802"/>
                  </a:lnTo>
                  <a:lnTo>
                    <a:pt x="1119230" y="500843"/>
                  </a:lnTo>
                  <a:lnTo>
                    <a:pt x="1123607" y="495884"/>
                  </a:lnTo>
                  <a:lnTo>
                    <a:pt x="1127933" y="490925"/>
                  </a:lnTo>
                  <a:lnTo>
                    <a:pt x="1132194" y="485967"/>
                  </a:lnTo>
                  <a:lnTo>
                    <a:pt x="1136419" y="481008"/>
                  </a:lnTo>
                  <a:lnTo>
                    <a:pt x="1140586" y="476049"/>
                  </a:lnTo>
                  <a:lnTo>
                    <a:pt x="1144697" y="471090"/>
                  </a:lnTo>
                  <a:lnTo>
                    <a:pt x="1148774" y="466131"/>
                  </a:lnTo>
                  <a:lnTo>
                    <a:pt x="1152785" y="461172"/>
                  </a:lnTo>
                  <a:lnTo>
                    <a:pt x="1156749" y="456214"/>
                  </a:lnTo>
                  <a:lnTo>
                    <a:pt x="1160679" y="451255"/>
                  </a:lnTo>
                  <a:lnTo>
                    <a:pt x="1164533" y="446296"/>
                  </a:lnTo>
                  <a:lnTo>
                    <a:pt x="1168351" y="441337"/>
                  </a:lnTo>
                  <a:lnTo>
                    <a:pt x="1172128" y="436378"/>
                  </a:lnTo>
                  <a:lnTo>
                    <a:pt x="1175833" y="431419"/>
                  </a:lnTo>
                  <a:lnTo>
                    <a:pt x="1179504" y="426460"/>
                  </a:lnTo>
                  <a:lnTo>
                    <a:pt x="1183124" y="421502"/>
                  </a:lnTo>
                  <a:lnTo>
                    <a:pt x="1186681" y="416543"/>
                  </a:lnTo>
                  <a:lnTo>
                    <a:pt x="1190203" y="411584"/>
                  </a:lnTo>
                  <a:lnTo>
                    <a:pt x="1193664" y="406625"/>
                  </a:lnTo>
                  <a:lnTo>
                    <a:pt x="1197070" y="401666"/>
                  </a:lnTo>
                  <a:lnTo>
                    <a:pt x="1200441" y="396707"/>
                  </a:lnTo>
                  <a:lnTo>
                    <a:pt x="1203739" y="391748"/>
                  </a:lnTo>
                  <a:lnTo>
                    <a:pt x="1206992" y="386790"/>
                  </a:lnTo>
                  <a:lnTo>
                    <a:pt x="1210208" y="381831"/>
                  </a:lnTo>
                  <a:lnTo>
                    <a:pt x="1213340" y="376872"/>
                  </a:lnTo>
                  <a:lnTo>
                    <a:pt x="1216435" y="371913"/>
                  </a:lnTo>
                  <a:lnTo>
                    <a:pt x="1219482" y="366954"/>
                  </a:lnTo>
                  <a:lnTo>
                    <a:pt x="1222453" y="361995"/>
                  </a:lnTo>
                  <a:lnTo>
                    <a:pt x="1225386" y="357037"/>
                  </a:lnTo>
                  <a:lnTo>
                    <a:pt x="1228261" y="352078"/>
                  </a:lnTo>
                  <a:lnTo>
                    <a:pt x="1231068" y="347119"/>
                  </a:lnTo>
                  <a:lnTo>
                    <a:pt x="1233836" y="342160"/>
                  </a:lnTo>
                  <a:lnTo>
                    <a:pt x="1236533" y="337201"/>
                  </a:lnTo>
                  <a:lnTo>
                    <a:pt x="1239172" y="332242"/>
                  </a:lnTo>
                  <a:lnTo>
                    <a:pt x="1241772" y="327283"/>
                  </a:lnTo>
                  <a:lnTo>
                    <a:pt x="1244289" y="322325"/>
                  </a:lnTo>
                  <a:lnTo>
                    <a:pt x="1246758" y="317366"/>
                  </a:lnTo>
                  <a:lnTo>
                    <a:pt x="1249185" y="312407"/>
                  </a:lnTo>
                  <a:lnTo>
                    <a:pt x="1251522" y="307448"/>
                  </a:lnTo>
                  <a:lnTo>
                    <a:pt x="1253820" y="302489"/>
                  </a:lnTo>
                  <a:lnTo>
                    <a:pt x="1256064" y="297530"/>
                  </a:lnTo>
                  <a:lnTo>
                    <a:pt x="1258229" y="292572"/>
                  </a:lnTo>
                  <a:lnTo>
                    <a:pt x="1260355" y="287613"/>
                  </a:lnTo>
                  <a:lnTo>
                    <a:pt x="1262416" y="282654"/>
                  </a:lnTo>
                  <a:lnTo>
                    <a:pt x="1264410" y="277695"/>
                  </a:lnTo>
                  <a:lnTo>
                    <a:pt x="1266365" y="272736"/>
                  </a:lnTo>
                  <a:lnTo>
                    <a:pt x="1268246" y="267777"/>
                  </a:lnTo>
                  <a:lnTo>
                    <a:pt x="1270071" y="262818"/>
                  </a:lnTo>
                  <a:lnTo>
                    <a:pt x="1271858" y="257860"/>
                  </a:lnTo>
                  <a:lnTo>
                    <a:pt x="1273561" y="252901"/>
                  </a:lnTo>
                  <a:lnTo>
                    <a:pt x="1275222" y="247942"/>
                  </a:lnTo>
                  <a:lnTo>
                    <a:pt x="1276839" y="242983"/>
                  </a:lnTo>
                  <a:lnTo>
                    <a:pt x="1278376" y="238024"/>
                  </a:lnTo>
                  <a:lnTo>
                    <a:pt x="1279876" y="233065"/>
                  </a:lnTo>
                  <a:lnTo>
                    <a:pt x="1281325" y="228107"/>
                  </a:lnTo>
                  <a:lnTo>
                    <a:pt x="1282706" y="223148"/>
                  </a:lnTo>
                  <a:lnTo>
                    <a:pt x="1284053" y="218189"/>
                  </a:lnTo>
                  <a:lnTo>
                    <a:pt x="1285341" y="213230"/>
                  </a:lnTo>
                  <a:lnTo>
                    <a:pt x="1286575" y="208271"/>
                  </a:lnTo>
                  <a:lnTo>
                    <a:pt x="1287775" y="203312"/>
                  </a:lnTo>
                  <a:lnTo>
                    <a:pt x="1288911" y="198353"/>
                  </a:lnTo>
                  <a:lnTo>
                    <a:pt x="1290005" y="193395"/>
                  </a:lnTo>
                  <a:lnTo>
                    <a:pt x="1291068" y="188436"/>
                  </a:lnTo>
                  <a:lnTo>
                    <a:pt x="1292062" y="183477"/>
                  </a:lnTo>
                  <a:lnTo>
                    <a:pt x="1293026" y="178518"/>
                  </a:lnTo>
                  <a:lnTo>
                    <a:pt x="1293953" y="173559"/>
                  </a:lnTo>
                  <a:lnTo>
                    <a:pt x="1294823" y="168600"/>
                  </a:lnTo>
                  <a:lnTo>
                    <a:pt x="1295665" y="163641"/>
                  </a:lnTo>
                  <a:lnTo>
                    <a:pt x="1296468" y="158683"/>
                  </a:lnTo>
                  <a:lnTo>
                    <a:pt x="1297224" y="153724"/>
                  </a:lnTo>
                  <a:lnTo>
                    <a:pt x="1297955" y="148765"/>
                  </a:lnTo>
                  <a:lnTo>
                    <a:pt x="1298644" y="143806"/>
                  </a:lnTo>
                  <a:lnTo>
                    <a:pt x="1299296" y="138847"/>
                  </a:lnTo>
                  <a:lnTo>
                    <a:pt x="1299927" y="133888"/>
                  </a:lnTo>
                  <a:lnTo>
                    <a:pt x="1300512" y="128930"/>
                  </a:lnTo>
                  <a:lnTo>
                    <a:pt x="1301072" y="123971"/>
                  </a:lnTo>
                  <a:lnTo>
                    <a:pt x="1301611" y="119012"/>
                  </a:lnTo>
                  <a:lnTo>
                    <a:pt x="1302106" y="114053"/>
                  </a:lnTo>
                  <a:lnTo>
                    <a:pt x="1302582" y="109094"/>
                  </a:lnTo>
                  <a:lnTo>
                    <a:pt x="1303035" y="104135"/>
                  </a:lnTo>
                  <a:lnTo>
                    <a:pt x="1303454" y="99176"/>
                  </a:lnTo>
                  <a:lnTo>
                    <a:pt x="1303856" y="94218"/>
                  </a:lnTo>
                  <a:lnTo>
                    <a:pt x="1304234" y="89259"/>
                  </a:lnTo>
                  <a:lnTo>
                    <a:pt x="1304586" y="84300"/>
                  </a:lnTo>
                  <a:lnTo>
                    <a:pt x="1304924" y="79341"/>
                  </a:lnTo>
                  <a:lnTo>
                    <a:pt x="1305236" y="74382"/>
                  </a:lnTo>
                  <a:lnTo>
                    <a:pt x="1305530" y="69423"/>
                  </a:lnTo>
                  <a:lnTo>
                    <a:pt x="1305811" y="64465"/>
                  </a:lnTo>
                  <a:lnTo>
                    <a:pt x="1306067" y="59506"/>
                  </a:lnTo>
                  <a:lnTo>
                    <a:pt x="1306310" y="54547"/>
                  </a:lnTo>
                  <a:lnTo>
                    <a:pt x="1306541" y="49588"/>
                  </a:lnTo>
                  <a:lnTo>
                    <a:pt x="1306751" y="44629"/>
                  </a:lnTo>
                  <a:lnTo>
                    <a:pt x="1306950" y="39670"/>
                  </a:lnTo>
                  <a:lnTo>
                    <a:pt x="1307138" y="34711"/>
                  </a:lnTo>
                  <a:lnTo>
                    <a:pt x="1307309" y="29753"/>
                  </a:lnTo>
                  <a:lnTo>
                    <a:pt x="1307472" y="24794"/>
                  </a:lnTo>
                  <a:lnTo>
                    <a:pt x="1307623" y="19835"/>
                  </a:lnTo>
                  <a:lnTo>
                    <a:pt x="1307762" y="14876"/>
                  </a:lnTo>
                  <a:lnTo>
                    <a:pt x="1307894" y="9917"/>
                  </a:lnTo>
                  <a:lnTo>
                    <a:pt x="1308014" y="4958"/>
                  </a:lnTo>
                  <a:lnTo>
                    <a:pt x="1308126" y="0"/>
                  </a:lnTo>
                  <a:lnTo>
                    <a:pt x="1310693" y="0"/>
                  </a:lnTo>
                  <a:lnTo>
                    <a:pt x="1310805" y="4958"/>
                  </a:lnTo>
                  <a:lnTo>
                    <a:pt x="1310925" y="9917"/>
                  </a:lnTo>
                  <a:lnTo>
                    <a:pt x="1311057" y="14876"/>
                  </a:lnTo>
                  <a:lnTo>
                    <a:pt x="1311196" y="19835"/>
                  </a:lnTo>
                  <a:lnTo>
                    <a:pt x="1311347" y="24794"/>
                  </a:lnTo>
                  <a:lnTo>
                    <a:pt x="1311510" y="29753"/>
                  </a:lnTo>
                  <a:lnTo>
                    <a:pt x="1311681" y="34711"/>
                  </a:lnTo>
                  <a:lnTo>
                    <a:pt x="1311868" y="39670"/>
                  </a:lnTo>
                  <a:lnTo>
                    <a:pt x="1312068" y="44629"/>
                  </a:lnTo>
                  <a:lnTo>
                    <a:pt x="1312277" y="49588"/>
                  </a:lnTo>
                  <a:lnTo>
                    <a:pt x="1312509" y="54547"/>
                  </a:lnTo>
                  <a:lnTo>
                    <a:pt x="1312752" y="59506"/>
                  </a:lnTo>
                  <a:lnTo>
                    <a:pt x="1313008" y="64465"/>
                  </a:lnTo>
                  <a:lnTo>
                    <a:pt x="1313289" y="69423"/>
                  </a:lnTo>
                  <a:lnTo>
                    <a:pt x="1313583" y="74382"/>
                  </a:lnTo>
                  <a:lnTo>
                    <a:pt x="1313895" y="79341"/>
                  </a:lnTo>
                  <a:lnTo>
                    <a:pt x="1314233" y="84300"/>
                  </a:lnTo>
                  <a:lnTo>
                    <a:pt x="1314585" y="89259"/>
                  </a:lnTo>
                  <a:lnTo>
                    <a:pt x="1314962" y="94218"/>
                  </a:lnTo>
                  <a:lnTo>
                    <a:pt x="1315365" y="99176"/>
                  </a:lnTo>
                  <a:lnTo>
                    <a:pt x="1315784" y="104135"/>
                  </a:lnTo>
                  <a:lnTo>
                    <a:pt x="1316237" y="109094"/>
                  </a:lnTo>
                  <a:lnTo>
                    <a:pt x="1316713" y="114053"/>
                  </a:lnTo>
                  <a:lnTo>
                    <a:pt x="1317208" y="119012"/>
                  </a:lnTo>
                  <a:lnTo>
                    <a:pt x="1317747" y="123971"/>
                  </a:lnTo>
                  <a:lnTo>
                    <a:pt x="1318306" y="128930"/>
                  </a:lnTo>
                  <a:lnTo>
                    <a:pt x="1318892" y="133888"/>
                  </a:lnTo>
                  <a:lnTo>
                    <a:pt x="1319522" y="138847"/>
                  </a:lnTo>
                  <a:lnTo>
                    <a:pt x="1320175" y="143806"/>
                  </a:lnTo>
                  <a:lnTo>
                    <a:pt x="1320864" y="148765"/>
                  </a:lnTo>
                  <a:lnTo>
                    <a:pt x="1321595" y="153724"/>
                  </a:lnTo>
                  <a:lnTo>
                    <a:pt x="1322351" y="158683"/>
                  </a:lnTo>
                  <a:lnTo>
                    <a:pt x="1323154" y="163641"/>
                  </a:lnTo>
                  <a:lnTo>
                    <a:pt x="1323996" y="168600"/>
                  </a:lnTo>
                  <a:lnTo>
                    <a:pt x="1324865" y="173559"/>
                  </a:lnTo>
                  <a:lnTo>
                    <a:pt x="1325793" y="178518"/>
                  </a:lnTo>
                  <a:lnTo>
                    <a:pt x="1326757" y="183477"/>
                  </a:lnTo>
                  <a:lnTo>
                    <a:pt x="1327751" y="188436"/>
                  </a:lnTo>
                  <a:lnTo>
                    <a:pt x="1328814" y="193395"/>
                  </a:lnTo>
                  <a:lnTo>
                    <a:pt x="1329908" y="198353"/>
                  </a:lnTo>
                  <a:lnTo>
                    <a:pt x="1331044" y="203312"/>
                  </a:lnTo>
                  <a:lnTo>
                    <a:pt x="1332244" y="208271"/>
                  </a:lnTo>
                  <a:lnTo>
                    <a:pt x="1333478" y="213230"/>
                  </a:lnTo>
                  <a:lnTo>
                    <a:pt x="1334766" y="218189"/>
                  </a:lnTo>
                  <a:lnTo>
                    <a:pt x="1336112" y="223148"/>
                  </a:lnTo>
                  <a:lnTo>
                    <a:pt x="1337494" y="228107"/>
                  </a:lnTo>
                  <a:lnTo>
                    <a:pt x="1338943" y="233065"/>
                  </a:lnTo>
                  <a:lnTo>
                    <a:pt x="1340443" y="238024"/>
                  </a:lnTo>
                  <a:lnTo>
                    <a:pt x="1341980" y="242983"/>
                  </a:lnTo>
                  <a:lnTo>
                    <a:pt x="1343597" y="247942"/>
                  </a:lnTo>
                  <a:lnTo>
                    <a:pt x="1345257" y="252901"/>
                  </a:lnTo>
                  <a:lnTo>
                    <a:pt x="1346961" y="257860"/>
                  </a:lnTo>
                  <a:lnTo>
                    <a:pt x="1348747" y="262818"/>
                  </a:lnTo>
                  <a:lnTo>
                    <a:pt x="1350573" y="267777"/>
                  </a:lnTo>
                  <a:lnTo>
                    <a:pt x="1352454" y="272736"/>
                  </a:lnTo>
                  <a:lnTo>
                    <a:pt x="1354408" y="277695"/>
                  </a:lnTo>
                  <a:lnTo>
                    <a:pt x="1356403" y="282654"/>
                  </a:lnTo>
                  <a:lnTo>
                    <a:pt x="1358464" y="287613"/>
                  </a:lnTo>
                  <a:lnTo>
                    <a:pt x="1360590" y="292572"/>
                  </a:lnTo>
                  <a:lnTo>
                    <a:pt x="1362755" y="297530"/>
                  </a:lnTo>
                  <a:lnTo>
                    <a:pt x="1364999" y="302489"/>
                  </a:lnTo>
                  <a:lnTo>
                    <a:pt x="1367296" y="307448"/>
                  </a:lnTo>
                  <a:lnTo>
                    <a:pt x="1369634" y="312407"/>
                  </a:lnTo>
                  <a:lnTo>
                    <a:pt x="1372060" y="317366"/>
                  </a:lnTo>
                  <a:lnTo>
                    <a:pt x="1374529" y="322325"/>
                  </a:lnTo>
                  <a:lnTo>
                    <a:pt x="1377047" y="327283"/>
                  </a:lnTo>
                  <a:lnTo>
                    <a:pt x="1379646" y="332242"/>
                  </a:lnTo>
                  <a:lnTo>
                    <a:pt x="1382286" y="337201"/>
                  </a:lnTo>
                  <a:lnTo>
                    <a:pt x="1384983" y="342160"/>
                  </a:lnTo>
                  <a:lnTo>
                    <a:pt x="1387751" y="347119"/>
                  </a:lnTo>
                  <a:lnTo>
                    <a:pt x="1390558" y="352078"/>
                  </a:lnTo>
                  <a:lnTo>
                    <a:pt x="1393432" y="357037"/>
                  </a:lnTo>
                  <a:lnTo>
                    <a:pt x="1396366" y="361995"/>
                  </a:lnTo>
                  <a:lnTo>
                    <a:pt x="1399337" y="366954"/>
                  </a:lnTo>
                  <a:lnTo>
                    <a:pt x="1402384" y="371913"/>
                  </a:lnTo>
                  <a:lnTo>
                    <a:pt x="1405479" y="376872"/>
                  </a:lnTo>
                  <a:lnTo>
                    <a:pt x="1408611" y="381831"/>
                  </a:lnTo>
                  <a:lnTo>
                    <a:pt x="1411827" y="386790"/>
                  </a:lnTo>
                  <a:lnTo>
                    <a:pt x="1415079" y="391748"/>
                  </a:lnTo>
                  <a:lnTo>
                    <a:pt x="1418378" y="396707"/>
                  </a:lnTo>
                  <a:lnTo>
                    <a:pt x="1421749" y="401666"/>
                  </a:lnTo>
                  <a:lnTo>
                    <a:pt x="1425155" y="406625"/>
                  </a:lnTo>
                  <a:lnTo>
                    <a:pt x="1428616" y="411584"/>
                  </a:lnTo>
                  <a:lnTo>
                    <a:pt x="1432138" y="416543"/>
                  </a:lnTo>
                  <a:lnTo>
                    <a:pt x="1435695" y="421502"/>
                  </a:lnTo>
                  <a:lnTo>
                    <a:pt x="1439315" y="426460"/>
                  </a:lnTo>
                  <a:lnTo>
                    <a:pt x="1442986" y="431419"/>
                  </a:lnTo>
                  <a:lnTo>
                    <a:pt x="1446691" y="436378"/>
                  </a:lnTo>
                  <a:lnTo>
                    <a:pt x="1450468" y="441337"/>
                  </a:lnTo>
                  <a:lnTo>
                    <a:pt x="1454285" y="446296"/>
                  </a:lnTo>
                  <a:lnTo>
                    <a:pt x="1458140" y="451255"/>
                  </a:lnTo>
                  <a:lnTo>
                    <a:pt x="1462070" y="456214"/>
                  </a:lnTo>
                  <a:lnTo>
                    <a:pt x="1466034" y="461172"/>
                  </a:lnTo>
                  <a:lnTo>
                    <a:pt x="1470045" y="466131"/>
                  </a:lnTo>
                  <a:lnTo>
                    <a:pt x="1474121" y="471090"/>
                  </a:lnTo>
                  <a:lnTo>
                    <a:pt x="1478233" y="476049"/>
                  </a:lnTo>
                  <a:lnTo>
                    <a:pt x="1482400" y="481008"/>
                  </a:lnTo>
                  <a:lnTo>
                    <a:pt x="1486625" y="485967"/>
                  </a:lnTo>
                  <a:lnTo>
                    <a:pt x="1490886" y="490925"/>
                  </a:lnTo>
                  <a:lnTo>
                    <a:pt x="1495212" y="495884"/>
                  </a:lnTo>
                  <a:lnTo>
                    <a:pt x="1499588" y="500843"/>
                  </a:lnTo>
                  <a:lnTo>
                    <a:pt x="1504000" y="505802"/>
                  </a:lnTo>
                  <a:lnTo>
                    <a:pt x="1508490" y="510761"/>
                  </a:lnTo>
                  <a:lnTo>
                    <a:pt x="1513020" y="515720"/>
                  </a:lnTo>
                  <a:lnTo>
                    <a:pt x="1517593" y="520679"/>
                  </a:lnTo>
                  <a:lnTo>
                    <a:pt x="1522244" y="525637"/>
                  </a:lnTo>
                  <a:lnTo>
                    <a:pt x="1526933" y="530596"/>
                  </a:lnTo>
                  <a:lnTo>
                    <a:pt x="1531675" y="535555"/>
                  </a:lnTo>
                  <a:lnTo>
                    <a:pt x="1536487" y="540514"/>
                  </a:lnTo>
                  <a:lnTo>
                    <a:pt x="1541338" y="545473"/>
                  </a:lnTo>
                  <a:lnTo>
                    <a:pt x="1546254" y="550432"/>
                  </a:lnTo>
                  <a:lnTo>
                    <a:pt x="1551231" y="555390"/>
                  </a:lnTo>
                  <a:lnTo>
                    <a:pt x="1556247" y="560349"/>
                  </a:lnTo>
                  <a:lnTo>
                    <a:pt x="1561339" y="565308"/>
                  </a:lnTo>
                  <a:lnTo>
                    <a:pt x="1566483" y="570267"/>
                  </a:lnTo>
                  <a:lnTo>
                    <a:pt x="1571667" y="575226"/>
                  </a:lnTo>
                  <a:lnTo>
                    <a:pt x="1576937" y="580185"/>
                  </a:lnTo>
                  <a:lnTo>
                    <a:pt x="1582249" y="585144"/>
                  </a:lnTo>
                  <a:lnTo>
                    <a:pt x="1587609" y="590102"/>
                  </a:lnTo>
                  <a:lnTo>
                    <a:pt x="1593050" y="595061"/>
                  </a:lnTo>
                  <a:lnTo>
                    <a:pt x="1598529" y="600020"/>
                  </a:lnTo>
                  <a:lnTo>
                    <a:pt x="1604065" y="604979"/>
                  </a:lnTo>
                  <a:lnTo>
                    <a:pt x="1609670" y="609938"/>
                  </a:lnTo>
                  <a:lnTo>
                    <a:pt x="1615313" y="614897"/>
                  </a:lnTo>
                  <a:lnTo>
                    <a:pt x="1621022" y="619855"/>
                  </a:lnTo>
                  <a:lnTo>
                    <a:pt x="1626786" y="624814"/>
                  </a:lnTo>
                  <a:lnTo>
                    <a:pt x="1632587" y="629773"/>
                  </a:lnTo>
                  <a:lnTo>
                    <a:pt x="1638459" y="634732"/>
                  </a:lnTo>
                  <a:lnTo>
                    <a:pt x="1644375" y="639691"/>
                  </a:lnTo>
                  <a:lnTo>
                    <a:pt x="1650325" y="644650"/>
                  </a:lnTo>
                  <a:lnTo>
                    <a:pt x="1656350" y="649609"/>
                  </a:lnTo>
                  <a:lnTo>
                    <a:pt x="1662405" y="654567"/>
                  </a:lnTo>
                  <a:lnTo>
                    <a:pt x="1668501" y="659526"/>
                  </a:lnTo>
                  <a:lnTo>
                    <a:pt x="1674656" y="664485"/>
                  </a:lnTo>
                  <a:lnTo>
                    <a:pt x="1680839" y="669444"/>
                  </a:lnTo>
                  <a:lnTo>
                    <a:pt x="1687064" y="674403"/>
                  </a:lnTo>
                  <a:lnTo>
                    <a:pt x="1693334" y="679362"/>
                  </a:lnTo>
                  <a:lnTo>
                    <a:pt x="1699628" y="684321"/>
                  </a:lnTo>
                  <a:lnTo>
                    <a:pt x="1705965" y="689279"/>
                  </a:lnTo>
                  <a:lnTo>
                    <a:pt x="1712333" y="694238"/>
                  </a:lnTo>
                  <a:lnTo>
                    <a:pt x="1718723" y="699197"/>
                  </a:lnTo>
                  <a:lnTo>
                    <a:pt x="1725152" y="704156"/>
                  </a:lnTo>
                  <a:lnTo>
                    <a:pt x="1731601" y="709115"/>
                  </a:lnTo>
                  <a:lnTo>
                    <a:pt x="1738068" y="714074"/>
                  </a:lnTo>
                  <a:lnTo>
                    <a:pt x="1744568" y="719032"/>
                  </a:lnTo>
                  <a:lnTo>
                    <a:pt x="1751080" y="723991"/>
                  </a:lnTo>
                  <a:lnTo>
                    <a:pt x="1757609" y="728950"/>
                  </a:lnTo>
                  <a:lnTo>
                    <a:pt x="1764159" y="733909"/>
                  </a:lnTo>
                  <a:lnTo>
                    <a:pt x="1770718" y="738868"/>
                  </a:lnTo>
                  <a:lnTo>
                    <a:pt x="1777291" y="743827"/>
                  </a:lnTo>
                  <a:lnTo>
                    <a:pt x="1783876" y="748786"/>
                  </a:lnTo>
                  <a:lnTo>
                    <a:pt x="1790466" y="753744"/>
                  </a:lnTo>
                  <a:lnTo>
                    <a:pt x="1797067" y="758703"/>
                  </a:lnTo>
                  <a:lnTo>
                    <a:pt x="1803673" y="763662"/>
                  </a:lnTo>
                  <a:lnTo>
                    <a:pt x="1810283" y="768621"/>
                  </a:lnTo>
                  <a:lnTo>
                    <a:pt x="1816900" y="773580"/>
                  </a:lnTo>
                  <a:lnTo>
                    <a:pt x="1823518" y="778539"/>
                  </a:lnTo>
                  <a:lnTo>
                    <a:pt x="1830139" y="783497"/>
                  </a:lnTo>
                  <a:lnTo>
                    <a:pt x="1836764" y="788456"/>
                  </a:lnTo>
                  <a:lnTo>
                    <a:pt x="1843389" y="793415"/>
                  </a:lnTo>
                  <a:lnTo>
                    <a:pt x="1850017" y="798374"/>
                  </a:lnTo>
                  <a:lnTo>
                    <a:pt x="1856647" y="803333"/>
                  </a:lnTo>
                  <a:lnTo>
                    <a:pt x="1863280" y="808292"/>
                  </a:lnTo>
                  <a:lnTo>
                    <a:pt x="1869915" y="813251"/>
                  </a:lnTo>
                  <a:lnTo>
                    <a:pt x="1876554" y="818209"/>
                  </a:lnTo>
                  <a:lnTo>
                    <a:pt x="1883197" y="823168"/>
                  </a:lnTo>
                  <a:lnTo>
                    <a:pt x="1889846" y="828127"/>
                  </a:lnTo>
                  <a:lnTo>
                    <a:pt x="1896503" y="833086"/>
                  </a:lnTo>
                  <a:lnTo>
                    <a:pt x="1903164" y="838045"/>
                  </a:lnTo>
                  <a:lnTo>
                    <a:pt x="1909841" y="843004"/>
                  </a:lnTo>
                  <a:lnTo>
                    <a:pt x="1916527" y="847962"/>
                  </a:lnTo>
                  <a:lnTo>
                    <a:pt x="1923224" y="852921"/>
                  </a:lnTo>
                  <a:lnTo>
                    <a:pt x="1929943" y="857880"/>
                  </a:lnTo>
                  <a:lnTo>
                    <a:pt x="1936675" y="862839"/>
                  </a:lnTo>
                  <a:lnTo>
                    <a:pt x="1943427" y="867798"/>
                  </a:lnTo>
                  <a:lnTo>
                    <a:pt x="1950208" y="872757"/>
                  </a:lnTo>
                  <a:lnTo>
                    <a:pt x="1957007" y="877716"/>
                  </a:lnTo>
                  <a:lnTo>
                    <a:pt x="1963838" y="882674"/>
                  </a:lnTo>
                  <a:lnTo>
                    <a:pt x="1970702" y="887633"/>
                  </a:lnTo>
                  <a:lnTo>
                    <a:pt x="1977589" y="892592"/>
                  </a:lnTo>
                  <a:lnTo>
                    <a:pt x="1984525" y="897551"/>
                  </a:lnTo>
                  <a:lnTo>
                    <a:pt x="1991496" y="902510"/>
                  </a:lnTo>
                  <a:lnTo>
                    <a:pt x="1998495" y="907469"/>
                  </a:lnTo>
                  <a:lnTo>
                    <a:pt x="2005562" y="912428"/>
                  </a:lnTo>
                  <a:lnTo>
                    <a:pt x="2012662" y="917386"/>
                  </a:lnTo>
                  <a:lnTo>
                    <a:pt x="2019805" y="922345"/>
                  </a:lnTo>
                  <a:lnTo>
                    <a:pt x="2027019" y="927304"/>
                  </a:lnTo>
                  <a:lnTo>
                    <a:pt x="2034270" y="932263"/>
                  </a:lnTo>
                  <a:lnTo>
                    <a:pt x="2041581" y="937222"/>
                  </a:lnTo>
                  <a:lnTo>
                    <a:pt x="2048960" y="942181"/>
                  </a:lnTo>
                  <a:lnTo>
                    <a:pt x="2056381" y="947139"/>
                  </a:lnTo>
                  <a:lnTo>
                    <a:pt x="2063879" y="952098"/>
                  </a:lnTo>
                  <a:lnTo>
                    <a:pt x="2071440" y="957057"/>
                  </a:lnTo>
                  <a:lnTo>
                    <a:pt x="2079044" y="962016"/>
                  </a:lnTo>
                  <a:lnTo>
                    <a:pt x="2086742" y="966975"/>
                  </a:lnTo>
                  <a:lnTo>
                    <a:pt x="2094494" y="971934"/>
                  </a:lnTo>
                  <a:lnTo>
                    <a:pt x="2102296" y="976893"/>
                  </a:lnTo>
                  <a:lnTo>
                    <a:pt x="2110197" y="981851"/>
                  </a:lnTo>
                  <a:lnTo>
                    <a:pt x="2118143" y="986810"/>
                  </a:lnTo>
                  <a:lnTo>
                    <a:pt x="2126152" y="991769"/>
                  </a:lnTo>
                  <a:lnTo>
                    <a:pt x="2134245" y="996728"/>
                  </a:lnTo>
                  <a:lnTo>
                    <a:pt x="2142383" y="1001687"/>
                  </a:lnTo>
                  <a:lnTo>
                    <a:pt x="2150591" y="1006646"/>
                  </a:lnTo>
                  <a:lnTo>
                    <a:pt x="2158867" y="1011604"/>
                  </a:lnTo>
                  <a:lnTo>
                    <a:pt x="2167185" y="1016563"/>
                  </a:lnTo>
                  <a:lnTo>
                    <a:pt x="2175576" y="1021522"/>
                  </a:lnTo>
                  <a:lnTo>
                    <a:pt x="2184018" y="1026481"/>
                  </a:lnTo>
                  <a:lnTo>
                    <a:pt x="2192496" y="1031440"/>
                  </a:lnTo>
                  <a:lnTo>
                    <a:pt x="2201045" y="1036399"/>
                  </a:lnTo>
                  <a:lnTo>
                    <a:pt x="2209626" y="1041358"/>
                  </a:lnTo>
                  <a:lnTo>
                    <a:pt x="2218242" y="1046316"/>
                  </a:lnTo>
                  <a:lnTo>
                    <a:pt x="2226909" y="1051275"/>
                  </a:lnTo>
                  <a:lnTo>
                    <a:pt x="2235597" y="1056234"/>
                  </a:lnTo>
                  <a:lnTo>
                    <a:pt x="2244314" y="1061193"/>
                  </a:lnTo>
                  <a:lnTo>
                    <a:pt x="2253058" y="1066152"/>
                  </a:lnTo>
                  <a:lnTo>
                    <a:pt x="2261813" y="1071111"/>
                  </a:lnTo>
                  <a:lnTo>
                    <a:pt x="2270584" y="1076069"/>
                  </a:lnTo>
                  <a:lnTo>
                    <a:pt x="2279359" y="1081028"/>
                  </a:lnTo>
                  <a:lnTo>
                    <a:pt x="2288136" y="1085987"/>
                  </a:lnTo>
                  <a:lnTo>
                    <a:pt x="2296907" y="1090946"/>
                  </a:lnTo>
                  <a:lnTo>
                    <a:pt x="2305665" y="1095905"/>
                  </a:lnTo>
                  <a:lnTo>
                    <a:pt x="2314413" y="1100864"/>
                  </a:lnTo>
                  <a:lnTo>
                    <a:pt x="2323125" y="1105823"/>
                  </a:lnTo>
                  <a:lnTo>
                    <a:pt x="2331812" y="1110781"/>
                  </a:lnTo>
                  <a:lnTo>
                    <a:pt x="2340471" y="1115740"/>
                  </a:lnTo>
                  <a:lnTo>
                    <a:pt x="2349069" y="1120699"/>
                  </a:lnTo>
                  <a:lnTo>
                    <a:pt x="2357630" y="1125658"/>
                  </a:lnTo>
                  <a:lnTo>
                    <a:pt x="2366137" y="1130617"/>
                  </a:lnTo>
                  <a:lnTo>
                    <a:pt x="2374565" y="1135576"/>
                  </a:lnTo>
                  <a:lnTo>
                    <a:pt x="2382945" y="1140535"/>
                  </a:lnTo>
                  <a:lnTo>
                    <a:pt x="2391235" y="1145493"/>
                  </a:lnTo>
                  <a:lnTo>
                    <a:pt x="2399438" y="1150452"/>
                  </a:lnTo>
                  <a:lnTo>
                    <a:pt x="2407582" y="1155411"/>
                  </a:lnTo>
                  <a:lnTo>
                    <a:pt x="2415594" y="1160370"/>
                  </a:lnTo>
                  <a:lnTo>
                    <a:pt x="2423518" y="1165329"/>
                  </a:lnTo>
                  <a:lnTo>
                    <a:pt x="2431370" y="1170288"/>
                  </a:lnTo>
                  <a:lnTo>
                    <a:pt x="2439048" y="1175246"/>
                  </a:lnTo>
                  <a:lnTo>
                    <a:pt x="2445383" y="1179383"/>
                  </a:lnTo>
                  <a:lnTo>
                    <a:pt x="2446643" y="1180205"/>
                  </a:lnTo>
                  <a:lnTo>
                    <a:pt x="2454130" y="1185164"/>
                  </a:lnTo>
                  <a:lnTo>
                    <a:pt x="2461441" y="1190123"/>
                  </a:lnTo>
                  <a:lnTo>
                    <a:pt x="2468660" y="1195082"/>
                  </a:lnTo>
                  <a:lnTo>
                    <a:pt x="2475731" y="1200041"/>
                  </a:lnTo>
                  <a:lnTo>
                    <a:pt x="2482633" y="1205000"/>
                  </a:lnTo>
                  <a:lnTo>
                    <a:pt x="2489434" y="1209958"/>
                  </a:lnTo>
                  <a:lnTo>
                    <a:pt x="2496045" y="1214917"/>
                  </a:lnTo>
                  <a:lnTo>
                    <a:pt x="2502500" y="1219876"/>
                  </a:lnTo>
                  <a:lnTo>
                    <a:pt x="2508847" y="1224835"/>
                  </a:lnTo>
                  <a:lnTo>
                    <a:pt x="2514959" y="1229794"/>
                  </a:lnTo>
                  <a:lnTo>
                    <a:pt x="2520936" y="1234753"/>
                  </a:lnTo>
                  <a:lnTo>
                    <a:pt x="2526787" y="1239711"/>
                  </a:lnTo>
                  <a:lnTo>
                    <a:pt x="2532381" y="1244670"/>
                  </a:lnTo>
                  <a:lnTo>
                    <a:pt x="2537855" y="1249629"/>
                  </a:lnTo>
                  <a:lnTo>
                    <a:pt x="2543164" y="1254588"/>
                  </a:lnTo>
                  <a:lnTo>
                    <a:pt x="2548239" y="1259547"/>
                  </a:lnTo>
                  <a:lnTo>
                    <a:pt x="2553191" y="1264506"/>
                  </a:lnTo>
                  <a:lnTo>
                    <a:pt x="2557940" y="1269465"/>
                  </a:lnTo>
                  <a:lnTo>
                    <a:pt x="2562483" y="1274423"/>
                  </a:lnTo>
                  <a:lnTo>
                    <a:pt x="2566900" y="1279382"/>
                  </a:lnTo>
                  <a:lnTo>
                    <a:pt x="2571076" y="1284341"/>
                  </a:lnTo>
                  <a:lnTo>
                    <a:pt x="2575080" y="1289300"/>
                  </a:lnTo>
                  <a:lnTo>
                    <a:pt x="2578956" y="1294259"/>
                  </a:lnTo>
                  <a:lnTo>
                    <a:pt x="2582557" y="1299218"/>
                  </a:lnTo>
                  <a:lnTo>
                    <a:pt x="2586019" y="1304176"/>
                  </a:lnTo>
                  <a:lnTo>
                    <a:pt x="2589333" y="1309135"/>
                  </a:lnTo>
                  <a:lnTo>
                    <a:pt x="2592383" y="1314094"/>
                  </a:lnTo>
                  <a:lnTo>
                    <a:pt x="2595308" y="1319053"/>
                  </a:lnTo>
                  <a:lnTo>
                    <a:pt x="2598054" y="1324012"/>
                  </a:lnTo>
                  <a:lnTo>
                    <a:pt x="2600574" y="1328971"/>
                  </a:lnTo>
                  <a:lnTo>
                    <a:pt x="2602972" y="1333930"/>
                  </a:lnTo>
                  <a:lnTo>
                    <a:pt x="2605162" y="1338888"/>
                  </a:lnTo>
                  <a:lnTo>
                    <a:pt x="2607166" y="1343847"/>
                  </a:lnTo>
                  <a:lnTo>
                    <a:pt x="2609052" y="1348806"/>
                  </a:lnTo>
                  <a:lnTo>
                    <a:pt x="2610707" y="1353765"/>
                  </a:lnTo>
                  <a:lnTo>
                    <a:pt x="2612213" y="1358724"/>
                  </a:lnTo>
                  <a:lnTo>
                    <a:pt x="2613606" y="1363683"/>
                  </a:lnTo>
                  <a:lnTo>
                    <a:pt x="2614749" y="1368642"/>
                  </a:lnTo>
                  <a:lnTo>
                    <a:pt x="2615781" y="1373600"/>
                  </a:lnTo>
                  <a:lnTo>
                    <a:pt x="2616680" y="1378559"/>
                  </a:lnTo>
                  <a:lnTo>
                    <a:pt x="2617366" y="1383518"/>
                  </a:lnTo>
                  <a:lnTo>
                    <a:pt x="2617951" y="1388477"/>
                  </a:lnTo>
                  <a:lnTo>
                    <a:pt x="2618384" y="1393436"/>
                  </a:lnTo>
                  <a:lnTo>
                    <a:pt x="2618647" y="1398395"/>
                  </a:lnTo>
                  <a:lnTo>
                    <a:pt x="2618815" y="1403353"/>
                  </a:lnTo>
                  <a:lnTo>
                    <a:pt x="2618819" y="1408312"/>
                  </a:lnTo>
                  <a:lnTo>
                    <a:pt x="2618692" y="1413271"/>
                  </a:lnTo>
                  <a:lnTo>
                    <a:pt x="2618477" y="1418230"/>
                  </a:lnTo>
                  <a:lnTo>
                    <a:pt x="2618092" y="1423189"/>
                  </a:lnTo>
                  <a:lnTo>
                    <a:pt x="2617610" y="1428148"/>
                  </a:lnTo>
                  <a:lnTo>
                    <a:pt x="2617507" y="1429049"/>
                  </a:lnTo>
                  <a:lnTo>
                    <a:pt x="2617046" y="1433107"/>
                  </a:lnTo>
                  <a:lnTo>
                    <a:pt x="2616317" y="1438065"/>
                  </a:lnTo>
                  <a:lnTo>
                    <a:pt x="2615518" y="1443024"/>
                  </a:lnTo>
                  <a:lnTo>
                    <a:pt x="2614630" y="1447983"/>
                  </a:lnTo>
                  <a:lnTo>
                    <a:pt x="2613615" y="1452942"/>
                  </a:lnTo>
                  <a:lnTo>
                    <a:pt x="2612541" y="1457901"/>
                  </a:lnTo>
                  <a:lnTo>
                    <a:pt x="2611373" y="1462860"/>
                  </a:lnTo>
                  <a:lnTo>
                    <a:pt x="2610113" y="1467818"/>
                  </a:lnTo>
                  <a:lnTo>
                    <a:pt x="2608802" y="1472777"/>
                  </a:lnTo>
                  <a:lnTo>
                    <a:pt x="2607401" y="1477736"/>
                  </a:lnTo>
                  <a:lnTo>
                    <a:pt x="2605937" y="1482695"/>
                  </a:lnTo>
                  <a:lnTo>
                    <a:pt x="2604430" y="1487654"/>
                  </a:lnTo>
                  <a:lnTo>
                    <a:pt x="2602841" y="1492613"/>
                  </a:lnTo>
                  <a:lnTo>
                    <a:pt x="2601212" y="1497572"/>
                  </a:lnTo>
                  <a:lnTo>
                    <a:pt x="2599546" y="1502530"/>
                  </a:lnTo>
                  <a:lnTo>
                    <a:pt x="2597815" y="1507489"/>
                  </a:lnTo>
                  <a:lnTo>
                    <a:pt x="2596059" y="1512448"/>
                  </a:lnTo>
                  <a:lnTo>
                    <a:pt x="2594268" y="1517407"/>
                  </a:lnTo>
                  <a:lnTo>
                    <a:pt x="2592437" y="1522366"/>
                  </a:lnTo>
                  <a:lnTo>
                    <a:pt x="2590588" y="1527325"/>
                  </a:lnTo>
                  <a:lnTo>
                    <a:pt x="2588711" y="1532283"/>
                  </a:lnTo>
                  <a:lnTo>
                    <a:pt x="2586812" y="1537242"/>
                  </a:lnTo>
                  <a:lnTo>
                    <a:pt x="2584901" y="1542201"/>
                  </a:lnTo>
                  <a:lnTo>
                    <a:pt x="2582970" y="1547160"/>
                  </a:lnTo>
                  <a:lnTo>
                    <a:pt x="2581029" y="1552119"/>
                  </a:lnTo>
                  <a:lnTo>
                    <a:pt x="2579081" y="1557078"/>
                  </a:lnTo>
                  <a:lnTo>
                    <a:pt x="2577123" y="1562037"/>
                  </a:lnTo>
                  <a:lnTo>
                    <a:pt x="2575161" y="1566995"/>
                  </a:lnTo>
                  <a:lnTo>
                    <a:pt x="2573195" y="1571954"/>
                  </a:lnTo>
                  <a:lnTo>
                    <a:pt x="2571226" y="1576913"/>
                  </a:lnTo>
                  <a:lnTo>
                    <a:pt x="2569256" y="1581872"/>
                  </a:lnTo>
                  <a:lnTo>
                    <a:pt x="2567286" y="1586831"/>
                  </a:lnTo>
                  <a:lnTo>
                    <a:pt x="2565315" y="1591790"/>
                  </a:lnTo>
                  <a:lnTo>
                    <a:pt x="2563343" y="1596749"/>
                  </a:lnTo>
                  <a:lnTo>
                    <a:pt x="2561371" y="1601707"/>
                  </a:lnTo>
                  <a:lnTo>
                    <a:pt x="2559398" y="1606666"/>
                  </a:lnTo>
                  <a:lnTo>
                    <a:pt x="2557422" y="1611625"/>
                  </a:lnTo>
                  <a:lnTo>
                    <a:pt x="2555442" y="1616584"/>
                  </a:lnTo>
                  <a:lnTo>
                    <a:pt x="2553457" y="1621543"/>
                  </a:lnTo>
                  <a:lnTo>
                    <a:pt x="2551467" y="1626502"/>
                  </a:lnTo>
                  <a:lnTo>
                    <a:pt x="2549461" y="1631460"/>
                  </a:lnTo>
                  <a:lnTo>
                    <a:pt x="2547446" y="1636419"/>
                  </a:lnTo>
                  <a:lnTo>
                    <a:pt x="2545418" y="1641378"/>
                  </a:lnTo>
                  <a:lnTo>
                    <a:pt x="2543362" y="1646337"/>
                  </a:lnTo>
                  <a:lnTo>
                    <a:pt x="2541290" y="1651296"/>
                  </a:lnTo>
                  <a:lnTo>
                    <a:pt x="2539191" y="1656255"/>
                  </a:lnTo>
                  <a:lnTo>
                    <a:pt x="2537052" y="1661214"/>
                  </a:lnTo>
                  <a:lnTo>
                    <a:pt x="2534888" y="1666172"/>
                  </a:lnTo>
                  <a:lnTo>
                    <a:pt x="2532674" y="1671131"/>
                  </a:lnTo>
                  <a:lnTo>
                    <a:pt x="2530411" y="1676090"/>
                  </a:lnTo>
                  <a:lnTo>
                    <a:pt x="2528112" y="1681049"/>
                  </a:lnTo>
                  <a:lnTo>
                    <a:pt x="2525732" y="1686008"/>
                  </a:lnTo>
                  <a:lnTo>
                    <a:pt x="2523295" y="1690967"/>
                  </a:lnTo>
                  <a:lnTo>
                    <a:pt x="2520809" y="1695925"/>
                  </a:lnTo>
                  <a:lnTo>
                    <a:pt x="2518205" y="1700884"/>
                  </a:lnTo>
                  <a:lnTo>
                    <a:pt x="2515540" y="1705843"/>
                  </a:lnTo>
                  <a:lnTo>
                    <a:pt x="2514796" y="1707187"/>
                  </a:lnTo>
                  <a:lnTo>
                    <a:pt x="2512796" y="1710802"/>
                  </a:lnTo>
                  <a:lnTo>
                    <a:pt x="2509918" y="1715761"/>
                  </a:lnTo>
                  <a:lnTo>
                    <a:pt x="2506967" y="1720720"/>
                  </a:lnTo>
                  <a:lnTo>
                    <a:pt x="2503895" y="1725679"/>
                  </a:lnTo>
                  <a:lnTo>
                    <a:pt x="2500683" y="1730637"/>
                  </a:lnTo>
                  <a:lnTo>
                    <a:pt x="2497383" y="1735596"/>
                  </a:lnTo>
                  <a:lnTo>
                    <a:pt x="2493914" y="1740555"/>
                  </a:lnTo>
                  <a:lnTo>
                    <a:pt x="2490303" y="1745514"/>
                  </a:lnTo>
                  <a:lnTo>
                    <a:pt x="2486592" y="1750473"/>
                  </a:lnTo>
                  <a:lnTo>
                    <a:pt x="2482653" y="1755432"/>
                  </a:lnTo>
                  <a:lnTo>
                    <a:pt x="2478581" y="1760391"/>
                  </a:lnTo>
                  <a:lnTo>
                    <a:pt x="2474381" y="1765349"/>
                  </a:lnTo>
                  <a:lnTo>
                    <a:pt x="2469917" y="1770308"/>
                  </a:lnTo>
                  <a:lnTo>
                    <a:pt x="2465323" y="1775267"/>
                  </a:lnTo>
                  <a:lnTo>
                    <a:pt x="2460549" y="1780226"/>
                  </a:lnTo>
                  <a:lnTo>
                    <a:pt x="2455517" y="1785185"/>
                  </a:lnTo>
                  <a:lnTo>
                    <a:pt x="2450344" y="1790144"/>
                  </a:lnTo>
                  <a:lnTo>
                    <a:pt x="2444934" y="1795102"/>
                  </a:lnTo>
                  <a:lnTo>
                    <a:pt x="2439282" y="1800061"/>
                  </a:lnTo>
                  <a:lnTo>
                    <a:pt x="2433478" y="1805020"/>
                  </a:lnTo>
                  <a:lnTo>
                    <a:pt x="2427376" y="1809979"/>
                  </a:lnTo>
                  <a:lnTo>
                    <a:pt x="2421058" y="1814938"/>
                  </a:lnTo>
                  <a:lnTo>
                    <a:pt x="2414579" y="1819897"/>
                  </a:lnTo>
                  <a:lnTo>
                    <a:pt x="2407741" y="1824856"/>
                  </a:lnTo>
                  <a:lnTo>
                    <a:pt x="2400720" y="1829814"/>
                  </a:lnTo>
                  <a:lnTo>
                    <a:pt x="2393499" y="1834773"/>
                  </a:lnTo>
                  <a:lnTo>
                    <a:pt x="2385922" y="1839732"/>
                  </a:lnTo>
                  <a:lnTo>
                    <a:pt x="2378171" y="1844691"/>
                  </a:lnTo>
                  <a:lnTo>
                    <a:pt x="2370168" y="1849650"/>
                  </a:lnTo>
                  <a:lnTo>
                    <a:pt x="2361848" y="1854609"/>
                  </a:lnTo>
                  <a:lnTo>
                    <a:pt x="2353352" y="1859567"/>
                  </a:lnTo>
                  <a:lnTo>
                    <a:pt x="2344554" y="1864526"/>
                  </a:lnTo>
                  <a:lnTo>
                    <a:pt x="2335485" y="1869485"/>
                  </a:lnTo>
                  <a:lnTo>
                    <a:pt x="2326240" y="1874444"/>
                  </a:lnTo>
                  <a:lnTo>
                    <a:pt x="2316649" y="1879403"/>
                  </a:lnTo>
                  <a:lnTo>
                    <a:pt x="2306838" y="1884362"/>
                  </a:lnTo>
                  <a:lnTo>
                    <a:pt x="2296855" y="1889321"/>
                  </a:lnTo>
                  <a:lnTo>
                    <a:pt x="2286490" y="1894279"/>
                  </a:lnTo>
                  <a:lnTo>
                    <a:pt x="2275957" y="1899238"/>
                  </a:lnTo>
                  <a:lnTo>
                    <a:pt x="2265217" y="1904197"/>
                  </a:lnTo>
                  <a:lnTo>
                    <a:pt x="2254152" y="1909156"/>
                  </a:lnTo>
                  <a:lnTo>
                    <a:pt x="2242931" y="1914115"/>
                  </a:lnTo>
                  <a:lnTo>
                    <a:pt x="2231473" y="1919074"/>
                  </a:lnTo>
                  <a:lnTo>
                    <a:pt x="2219755" y="1924032"/>
                  </a:lnTo>
                  <a:lnTo>
                    <a:pt x="2207892" y="1928991"/>
                  </a:lnTo>
                  <a:lnTo>
                    <a:pt x="2195774" y="1933950"/>
                  </a:lnTo>
                  <a:lnTo>
                    <a:pt x="2183458" y="1938909"/>
                  </a:lnTo>
                  <a:lnTo>
                    <a:pt x="2171010" y="1943868"/>
                  </a:lnTo>
                  <a:lnTo>
                    <a:pt x="2158304" y="1948827"/>
                  </a:lnTo>
                  <a:lnTo>
                    <a:pt x="2145457" y="1953786"/>
                  </a:lnTo>
                  <a:lnTo>
                    <a:pt x="2132488" y="1958744"/>
                  </a:lnTo>
                  <a:lnTo>
                    <a:pt x="2119283" y="1963703"/>
                  </a:lnTo>
                  <a:lnTo>
                    <a:pt x="2105983" y="1968662"/>
                  </a:lnTo>
                  <a:lnTo>
                    <a:pt x="2092555" y="1973621"/>
                  </a:lnTo>
                  <a:lnTo>
                    <a:pt x="2078964" y="1978580"/>
                  </a:lnTo>
                  <a:lnTo>
                    <a:pt x="2065295" y="1983539"/>
                  </a:lnTo>
                  <a:lnTo>
                    <a:pt x="2051509" y="1988498"/>
                  </a:lnTo>
                  <a:lnTo>
                    <a:pt x="2037620" y="1993456"/>
                  </a:lnTo>
                  <a:lnTo>
                    <a:pt x="2023675" y="1998415"/>
                  </a:lnTo>
                  <a:lnTo>
                    <a:pt x="2009639" y="2003374"/>
                  </a:lnTo>
                  <a:lnTo>
                    <a:pt x="1995550" y="2008333"/>
                  </a:lnTo>
                  <a:lnTo>
                    <a:pt x="1981426" y="2013292"/>
                  </a:lnTo>
                  <a:lnTo>
                    <a:pt x="1967250" y="2018251"/>
                  </a:lnTo>
                  <a:lnTo>
                    <a:pt x="1953060" y="2023209"/>
                  </a:lnTo>
                  <a:lnTo>
                    <a:pt x="1938857" y="2028168"/>
                  </a:lnTo>
                  <a:lnTo>
                    <a:pt x="1924656" y="2033127"/>
                  </a:lnTo>
                  <a:lnTo>
                    <a:pt x="1910466" y="2038086"/>
                  </a:lnTo>
                  <a:lnTo>
                    <a:pt x="1896295" y="2043045"/>
                  </a:lnTo>
                  <a:lnTo>
                    <a:pt x="1882172" y="2048004"/>
                  </a:lnTo>
                  <a:lnTo>
                    <a:pt x="1868082" y="2052963"/>
                  </a:lnTo>
                  <a:lnTo>
                    <a:pt x="1854055" y="2057921"/>
                  </a:lnTo>
                  <a:lnTo>
                    <a:pt x="1840108" y="2062880"/>
                  </a:lnTo>
                  <a:lnTo>
                    <a:pt x="1826215" y="2067839"/>
                  </a:lnTo>
                  <a:lnTo>
                    <a:pt x="1812440" y="2072798"/>
                  </a:lnTo>
                  <a:lnTo>
                    <a:pt x="1798763" y="2077757"/>
                  </a:lnTo>
                  <a:lnTo>
                    <a:pt x="1785158" y="2082716"/>
                  </a:lnTo>
                  <a:lnTo>
                    <a:pt x="1771737" y="2087674"/>
                  </a:lnTo>
                  <a:lnTo>
                    <a:pt x="1758416" y="2092633"/>
                  </a:lnTo>
                  <a:lnTo>
                    <a:pt x="1745206" y="2097592"/>
                  </a:lnTo>
                  <a:lnTo>
                    <a:pt x="1732211" y="2102551"/>
                  </a:lnTo>
                  <a:lnTo>
                    <a:pt x="1719325" y="2107510"/>
                  </a:lnTo>
                  <a:lnTo>
                    <a:pt x="1706604" y="2112469"/>
                  </a:lnTo>
                  <a:lnTo>
                    <a:pt x="1694101" y="2117428"/>
                  </a:lnTo>
                  <a:lnTo>
                    <a:pt x="1681723" y="2122386"/>
                  </a:lnTo>
                  <a:lnTo>
                    <a:pt x="1669566" y="2127345"/>
                  </a:lnTo>
                  <a:lnTo>
                    <a:pt x="1657618" y="2132304"/>
                  </a:lnTo>
                  <a:lnTo>
                    <a:pt x="1645807" y="2137263"/>
                  </a:lnTo>
                  <a:lnTo>
                    <a:pt x="1634279" y="2142222"/>
                  </a:lnTo>
                  <a:lnTo>
                    <a:pt x="1622939" y="2147181"/>
                  </a:lnTo>
                  <a:lnTo>
                    <a:pt x="1611746" y="2152139"/>
                  </a:lnTo>
                  <a:lnTo>
                    <a:pt x="1600897" y="2157098"/>
                  </a:lnTo>
                  <a:lnTo>
                    <a:pt x="1590206" y="2162057"/>
                  </a:lnTo>
                  <a:lnTo>
                    <a:pt x="1579712" y="2167016"/>
                  </a:lnTo>
                  <a:lnTo>
                    <a:pt x="1569539" y="2171975"/>
                  </a:lnTo>
                  <a:lnTo>
                    <a:pt x="1559527" y="2176934"/>
                  </a:lnTo>
                  <a:lnTo>
                    <a:pt x="1549764" y="2181893"/>
                  </a:lnTo>
                  <a:lnTo>
                    <a:pt x="1540287" y="2186851"/>
                  </a:lnTo>
                  <a:lnTo>
                    <a:pt x="1530975" y="2191810"/>
                  </a:lnTo>
                  <a:lnTo>
                    <a:pt x="1521961" y="2196769"/>
                  </a:lnTo>
                  <a:lnTo>
                    <a:pt x="1513191" y="2201728"/>
                  </a:lnTo>
                  <a:lnTo>
                    <a:pt x="1504587" y="2206687"/>
                  </a:lnTo>
                  <a:lnTo>
                    <a:pt x="1496327" y="2211646"/>
                  </a:lnTo>
                  <a:lnTo>
                    <a:pt x="1488267" y="2216605"/>
                  </a:lnTo>
                  <a:lnTo>
                    <a:pt x="1480382" y="2221563"/>
                  </a:lnTo>
                  <a:lnTo>
                    <a:pt x="1472859" y="2226522"/>
                  </a:lnTo>
                  <a:lnTo>
                    <a:pt x="1465499" y="2231481"/>
                  </a:lnTo>
                  <a:lnTo>
                    <a:pt x="1458356" y="2236440"/>
                  </a:lnTo>
                  <a:lnTo>
                    <a:pt x="1451523" y="2241399"/>
                  </a:lnTo>
                  <a:lnTo>
                    <a:pt x="1444848" y="2246358"/>
                  </a:lnTo>
                  <a:lnTo>
                    <a:pt x="1438425" y="2251316"/>
                  </a:lnTo>
                  <a:lnTo>
                    <a:pt x="1432259" y="2256275"/>
                  </a:lnTo>
                  <a:lnTo>
                    <a:pt x="1426245" y="2261234"/>
                  </a:lnTo>
                  <a:lnTo>
                    <a:pt x="1420513" y="2266193"/>
                  </a:lnTo>
                  <a:lnTo>
                    <a:pt x="1414986" y="2271152"/>
                  </a:lnTo>
                  <a:lnTo>
                    <a:pt x="1409605" y="2276111"/>
                  </a:lnTo>
                  <a:lnTo>
                    <a:pt x="1404528" y="2281070"/>
                  </a:lnTo>
                  <a:lnTo>
                    <a:pt x="1399607" y="2286028"/>
                  </a:lnTo>
                  <a:lnTo>
                    <a:pt x="1394843" y="2290987"/>
                  </a:lnTo>
                  <a:lnTo>
                    <a:pt x="1390362" y="2295946"/>
                  </a:lnTo>
                  <a:lnTo>
                    <a:pt x="1386010" y="2300905"/>
                  </a:lnTo>
                  <a:lnTo>
                    <a:pt x="1381837" y="2305864"/>
                  </a:lnTo>
                  <a:lnTo>
                    <a:pt x="1377894" y="2310823"/>
                  </a:lnTo>
                  <a:lnTo>
                    <a:pt x="1374070" y="2315781"/>
                  </a:lnTo>
                  <a:lnTo>
                    <a:pt x="1370444" y="2320740"/>
                  </a:lnTo>
                  <a:lnTo>
                    <a:pt x="1366997" y="2325699"/>
                  </a:lnTo>
                  <a:lnTo>
                    <a:pt x="1363661" y="2330658"/>
                  </a:lnTo>
                  <a:lnTo>
                    <a:pt x="1360532" y="2335617"/>
                  </a:lnTo>
                  <a:lnTo>
                    <a:pt x="1357539" y="2340576"/>
                  </a:lnTo>
                  <a:lnTo>
                    <a:pt x="1354647" y="2345535"/>
                  </a:lnTo>
                  <a:lnTo>
                    <a:pt x="1351969" y="2350493"/>
                  </a:lnTo>
                  <a:lnTo>
                    <a:pt x="1349387" y="2355452"/>
                  </a:lnTo>
                  <a:lnTo>
                    <a:pt x="1346916" y="2360411"/>
                  </a:lnTo>
                  <a:lnTo>
                    <a:pt x="1344622" y="2365370"/>
                  </a:lnTo>
                  <a:lnTo>
                    <a:pt x="1342411" y="2370329"/>
                  </a:lnTo>
                  <a:lnTo>
                    <a:pt x="1340319" y="2375288"/>
                  </a:lnTo>
                  <a:lnTo>
                    <a:pt x="1338363" y="2380246"/>
                  </a:lnTo>
                  <a:lnTo>
                    <a:pt x="1336482" y="2385205"/>
                  </a:lnTo>
                  <a:lnTo>
                    <a:pt x="1334724" y="2390164"/>
                  </a:lnTo>
                  <a:lnTo>
                    <a:pt x="1333068" y="2395123"/>
                  </a:lnTo>
                  <a:lnTo>
                    <a:pt x="1331478" y="2400082"/>
                  </a:lnTo>
                  <a:lnTo>
                    <a:pt x="1330012" y="2405041"/>
                  </a:lnTo>
                  <a:lnTo>
                    <a:pt x="1328620" y="2410000"/>
                  </a:lnTo>
                  <a:lnTo>
                    <a:pt x="1327285" y="2414958"/>
                  </a:lnTo>
                  <a:lnTo>
                    <a:pt x="1326072" y="2419917"/>
                  </a:lnTo>
                  <a:lnTo>
                    <a:pt x="1324909" y="2424876"/>
                  </a:lnTo>
                  <a:lnTo>
                    <a:pt x="1323809" y="2429835"/>
                  </a:lnTo>
                  <a:lnTo>
                    <a:pt x="1322800" y="2434794"/>
                  </a:lnTo>
                  <a:lnTo>
                    <a:pt x="1321835" y="2439753"/>
                  </a:lnTo>
                  <a:lnTo>
                    <a:pt x="1320934" y="2444712"/>
                  </a:lnTo>
                  <a:lnTo>
                    <a:pt x="1320102" y="2449670"/>
                  </a:lnTo>
                  <a:lnTo>
                    <a:pt x="1319306" y="2454629"/>
                  </a:lnTo>
                  <a:lnTo>
                    <a:pt x="1318575" y="2459588"/>
                  </a:lnTo>
                  <a:lnTo>
                    <a:pt x="1317892" y="2464547"/>
                  </a:lnTo>
                  <a:lnTo>
                    <a:pt x="1317241" y="2469506"/>
                  </a:lnTo>
                  <a:lnTo>
                    <a:pt x="1316652" y="2474465"/>
                  </a:lnTo>
                  <a:lnTo>
                    <a:pt x="1316095" y="2479423"/>
                  </a:lnTo>
                  <a:lnTo>
                    <a:pt x="1315568" y="2484382"/>
                  </a:lnTo>
                  <a:lnTo>
                    <a:pt x="1315095" y="2489341"/>
                  </a:lnTo>
                  <a:lnTo>
                    <a:pt x="1314645" y="2494300"/>
                  </a:lnTo>
                  <a:lnTo>
                    <a:pt x="1314225" y="2499259"/>
                  </a:lnTo>
                  <a:lnTo>
                    <a:pt x="1313844" y="2504218"/>
                  </a:lnTo>
                  <a:lnTo>
                    <a:pt x="1313482" y="2509177"/>
                  </a:lnTo>
                  <a:lnTo>
                    <a:pt x="1313150" y="2514135"/>
                  </a:lnTo>
                  <a:lnTo>
                    <a:pt x="1312846" y="2519094"/>
                  </a:lnTo>
                  <a:lnTo>
                    <a:pt x="1312557" y="2524053"/>
                  </a:lnTo>
                  <a:lnTo>
                    <a:pt x="1312296" y="2529012"/>
                  </a:lnTo>
                  <a:lnTo>
                    <a:pt x="1312054" y="2533971"/>
                  </a:lnTo>
                  <a:close/>
                </a:path>
              </a:pathLst>
            </a:cu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4225487" y="2258735"/>
              <a:ext cx="2616485" cy="3302309"/>
            </a:xfrm>
            <a:custGeom>
              <a:avLst/>
              <a:pathLst>
                <a:path w="2616485" h="3302309">
                  <a:moveTo>
                    <a:pt x="1303334" y="3302309"/>
                  </a:moveTo>
                  <a:lnTo>
                    <a:pt x="1302865" y="3295846"/>
                  </a:lnTo>
                  <a:lnTo>
                    <a:pt x="1302355" y="3289384"/>
                  </a:lnTo>
                  <a:lnTo>
                    <a:pt x="1301792" y="3282922"/>
                  </a:lnTo>
                  <a:lnTo>
                    <a:pt x="1301195" y="3276459"/>
                  </a:lnTo>
                  <a:lnTo>
                    <a:pt x="1300543" y="3269997"/>
                  </a:lnTo>
                  <a:lnTo>
                    <a:pt x="1299830" y="3263534"/>
                  </a:lnTo>
                  <a:lnTo>
                    <a:pt x="1299076" y="3257072"/>
                  </a:lnTo>
                  <a:lnTo>
                    <a:pt x="1298249" y="3250609"/>
                  </a:lnTo>
                  <a:lnTo>
                    <a:pt x="1297354" y="3244147"/>
                  </a:lnTo>
                  <a:lnTo>
                    <a:pt x="1296411" y="3237684"/>
                  </a:lnTo>
                  <a:lnTo>
                    <a:pt x="1295371" y="3231222"/>
                  </a:lnTo>
                  <a:lnTo>
                    <a:pt x="1294257" y="3224760"/>
                  </a:lnTo>
                  <a:lnTo>
                    <a:pt x="1293085" y="3218297"/>
                  </a:lnTo>
                  <a:lnTo>
                    <a:pt x="1291789" y="3211835"/>
                  </a:lnTo>
                  <a:lnTo>
                    <a:pt x="1290414" y="3205372"/>
                  </a:lnTo>
                  <a:lnTo>
                    <a:pt x="1288971" y="3198910"/>
                  </a:lnTo>
                  <a:lnTo>
                    <a:pt x="1287370" y="3192447"/>
                  </a:lnTo>
                  <a:lnTo>
                    <a:pt x="1285687" y="3185985"/>
                  </a:lnTo>
                  <a:lnTo>
                    <a:pt x="1283915" y="3179522"/>
                  </a:lnTo>
                  <a:lnTo>
                    <a:pt x="1281965" y="3173060"/>
                  </a:lnTo>
                  <a:lnTo>
                    <a:pt x="1279922" y="3166598"/>
                  </a:lnTo>
                  <a:lnTo>
                    <a:pt x="1277762" y="3160135"/>
                  </a:lnTo>
                  <a:lnTo>
                    <a:pt x="1275410" y="3153673"/>
                  </a:lnTo>
                  <a:lnTo>
                    <a:pt x="1272951" y="3147210"/>
                  </a:lnTo>
                  <a:lnTo>
                    <a:pt x="1270343" y="3140748"/>
                  </a:lnTo>
                  <a:lnTo>
                    <a:pt x="1267529" y="3134285"/>
                  </a:lnTo>
                  <a:lnTo>
                    <a:pt x="1264593" y="3127823"/>
                  </a:lnTo>
                  <a:lnTo>
                    <a:pt x="1261472" y="3121360"/>
                  </a:lnTo>
                  <a:lnTo>
                    <a:pt x="1258134" y="3114898"/>
                  </a:lnTo>
                  <a:lnTo>
                    <a:pt x="1254660" y="3108436"/>
                  </a:lnTo>
                  <a:lnTo>
                    <a:pt x="1250958" y="3101973"/>
                  </a:lnTo>
                  <a:lnTo>
                    <a:pt x="1247033" y="3095511"/>
                  </a:lnTo>
                  <a:lnTo>
                    <a:pt x="1242957" y="3089048"/>
                  </a:lnTo>
                  <a:lnTo>
                    <a:pt x="1238608" y="3082586"/>
                  </a:lnTo>
                  <a:lnTo>
                    <a:pt x="1234032" y="3076123"/>
                  </a:lnTo>
                  <a:lnTo>
                    <a:pt x="1229291" y="3069661"/>
                  </a:lnTo>
                  <a:lnTo>
                    <a:pt x="1224227" y="3063198"/>
                  </a:lnTo>
                  <a:lnTo>
                    <a:pt x="1218939" y="3056736"/>
                  </a:lnTo>
                  <a:lnTo>
                    <a:pt x="1213472" y="3050274"/>
                  </a:lnTo>
                  <a:lnTo>
                    <a:pt x="1207631" y="3043811"/>
                  </a:lnTo>
                  <a:lnTo>
                    <a:pt x="1201575" y="3037349"/>
                  </a:lnTo>
                  <a:lnTo>
                    <a:pt x="1195324" y="3030886"/>
                  </a:lnTo>
                  <a:lnTo>
                    <a:pt x="1188652" y="3024424"/>
                  </a:lnTo>
                  <a:lnTo>
                    <a:pt x="1181776" y="3017961"/>
                  </a:lnTo>
                  <a:lnTo>
                    <a:pt x="1174668" y="3011499"/>
                  </a:lnTo>
                  <a:lnTo>
                    <a:pt x="1167144" y="3005036"/>
                  </a:lnTo>
                  <a:lnTo>
                    <a:pt x="1159409" y="2998574"/>
                  </a:lnTo>
                  <a:lnTo>
                    <a:pt x="1151403" y="2992112"/>
                  </a:lnTo>
                  <a:lnTo>
                    <a:pt x="1142996" y="2985649"/>
                  </a:lnTo>
                  <a:lnTo>
                    <a:pt x="1134372" y="2979187"/>
                  </a:lnTo>
                  <a:lnTo>
                    <a:pt x="1125443" y="2972724"/>
                  </a:lnTo>
                  <a:lnTo>
                    <a:pt x="1116136" y="2966262"/>
                  </a:lnTo>
                  <a:lnTo>
                    <a:pt x="1106611" y="2959799"/>
                  </a:lnTo>
                  <a:lnTo>
                    <a:pt x="1096751" y="2953337"/>
                  </a:lnTo>
                  <a:lnTo>
                    <a:pt x="1086543" y="2946874"/>
                  </a:lnTo>
                  <a:lnTo>
                    <a:pt x="1076120" y="2940412"/>
                  </a:lnTo>
                  <a:lnTo>
                    <a:pt x="1065342" y="2933950"/>
                  </a:lnTo>
                  <a:lnTo>
                    <a:pt x="1054254" y="2927487"/>
                  </a:lnTo>
                  <a:lnTo>
                    <a:pt x="1042959" y="2921025"/>
                  </a:lnTo>
                  <a:lnTo>
                    <a:pt x="1031297" y="2914562"/>
                  </a:lnTo>
                  <a:lnTo>
                    <a:pt x="1019370" y="2908100"/>
                  </a:lnTo>
                  <a:lnTo>
                    <a:pt x="1007248" y="2901637"/>
                  </a:lnTo>
                  <a:lnTo>
                    <a:pt x="994763" y="2895175"/>
                  </a:lnTo>
                  <a:lnTo>
                    <a:pt x="982062" y="2888712"/>
                  </a:lnTo>
                  <a:lnTo>
                    <a:pt x="969183" y="2882250"/>
                  </a:lnTo>
                  <a:lnTo>
                    <a:pt x="955961" y="2875788"/>
                  </a:lnTo>
                  <a:lnTo>
                    <a:pt x="942573" y="2869325"/>
                  </a:lnTo>
                  <a:lnTo>
                    <a:pt x="929024" y="2862863"/>
                  </a:lnTo>
                  <a:lnTo>
                    <a:pt x="915184" y="2856400"/>
                  </a:lnTo>
                  <a:lnTo>
                    <a:pt x="901221" y="2849938"/>
                  </a:lnTo>
                  <a:lnTo>
                    <a:pt x="887113" y="2843475"/>
                  </a:lnTo>
                  <a:lnTo>
                    <a:pt x="872799" y="2837013"/>
                  </a:lnTo>
                  <a:lnTo>
                    <a:pt x="858395" y="2830550"/>
                  </a:lnTo>
                  <a:lnTo>
                    <a:pt x="843878" y="2824088"/>
                  </a:lnTo>
                  <a:lnTo>
                    <a:pt x="829239" y="2817626"/>
                  </a:lnTo>
                  <a:lnTo>
                    <a:pt x="814549" y="2811163"/>
                  </a:lnTo>
                  <a:lnTo>
                    <a:pt x="799794" y="2804701"/>
                  </a:lnTo>
                  <a:lnTo>
                    <a:pt x="785000" y="2798238"/>
                  </a:lnTo>
                  <a:lnTo>
                    <a:pt x="770196" y="2791776"/>
                  </a:lnTo>
                  <a:lnTo>
                    <a:pt x="755392" y="2785313"/>
                  </a:lnTo>
                  <a:lnTo>
                    <a:pt x="740626" y="2778851"/>
                  </a:lnTo>
                  <a:lnTo>
                    <a:pt x="725895" y="2772388"/>
                  </a:lnTo>
                  <a:lnTo>
                    <a:pt x="711245" y="2765926"/>
                  </a:lnTo>
                  <a:lnTo>
                    <a:pt x="696701" y="2759464"/>
                  </a:lnTo>
                  <a:lnTo>
                    <a:pt x="682237" y="2753001"/>
                  </a:lnTo>
                  <a:lnTo>
                    <a:pt x="667952" y="2746539"/>
                  </a:lnTo>
                  <a:lnTo>
                    <a:pt x="653828" y="2740076"/>
                  </a:lnTo>
                  <a:lnTo>
                    <a:pt x="639831" y="2733614"/>
                  </a:lnTo>
                  <a:lnTo>
                    <a:pt x="626122" y="2727151"/>
                  </a:lnTo>
                  <a:lnTo>
                    <a:pt x="612615" y="2720689"/>
                  </a:lnTo>
                  <a:lnTo>
                    <a:pt x="599281" y="2714226"/>
                  </a:lnTo>
                  <a:lnTo>
                    <a:pt x="586353" y="2707764"/>
                  </a:lnTo>
                  <a:lnTo>
                    <a:pt x="573654" y="2701302"/>
                  </a:lnTo>
                  <a:lnTo>
                    <a:pt x="561190" y="2694839"/>
                  </a:lnTo>
                  <a:lnTo>
                    <a:pt x="549217" y="2688377"/>
                  </a:lnTo>
                  <a:lnTo>
                    <a:pt x="537501" y="2681914"/>
                  </a:lnTo>
                  <a:lnTo>
                    <a:pt x="526100" y="2675452"/>
                  </a:lnTo>
                  <a:lnTo>
                    <a:pt x="515233" y="2668989"/>
                  </a:lnTo>
                  <a:lnTo>
                    <a:pt x="504657" y="2662527"/>
                  </a:lnTo>
                  <a:lnTo>
                    <a:pt x="494478" y="2656064"/>
                  </a:lnTo>
                  <a:lnTo>
                    <a:pt x="484854" y="2649602"/>
                  </a:lnTo>
                  <a:lnTo>
                    <a:pt x="475549" y="2643140"/>
                  </a:lnTo>
                  <a:lnTo>
                    <a:pt x="466722" y="2636677"/>
                  </a:lnTo>
                  <a:lnTo>
                    <a:pt x="458448" y="2630215"/>
                  </a:lnTo>
                  <a:lnTo>
                    <a:pt x="450514" y="2623752"/>
                  </a:lnTo>
                  <a:lnTo>
                    <a:pt x="443130" y="2617290"/>
                  </a:lnTo>
                  <a:lnTo>
                    <a:pt x="436280" y="2610827"/>
                  </a:lnTo>
                  <a:lnTo>
                    <a:pt x="429781" y="2604365"/>
                  </a:lnTo>
                  <a:lnTo>
                    <a:pt x="423894" y="2597902"/>
                  </a:lnTo>
                  <a:lnTo>
                    <a:pt x="418502" y="2591440"/>
                  </a:lnTo>
                  <a:lnTo>
                    <a:pt x="413464" y="2584978"/>
                  </a:lnTo>
                  <a:lnTo>
                    <a:pt x="409083" y="2578515"/>
                  </a:lnTo>
                  <a:lnTo>
                    <a:pt x="405143" y="2572053"/>
                  </a:lnTo>
                  <a:lnTo>
                    <a:pt x="401552" y="2565590"/>
                  </a:lnTo>
                  <a:lnTo>
                    <a:pt x="398641" y="2559128"/>
                  </a:lnTo>
                  <a:lnTo>
                    <a:pt x="396108" y="2552665"/>
                  </a:lnTo>
                  <a:lnTo>
                    <a:pt x="393907" y="2546203"/>
                  </a:lnTo>
                  <a:lnTo>
                    <a:pt x="392385" y="2539740"/>
                  </a:lnTo>
                  <a:lnTo>
                    <a:pt x="391172" y="2533278"/>
                  </a:lnTo>
                  <a:lnTo>
                    <a:pt x="390300" y="2526815"/>
                  </a:lnTo>
                  <a:lnTo>
                    <a:pt x="390008" y="2520353"/>
                  </a:lnTo>
                  <a:lnTo>
                    <a:pt x="389987" y="2513891"/>
                  </a:lnTo>
                  <a:lnTo>
                    <a:pt x="390302" y="2507428"/>
                  </a:lnTo>
                  <a:lnTo>
                    <a:pt x="391082" y="2500966"/>
                  </a:lnTo>
                  <a:lnTo>
                    <a:pt x="392091" y="2494503"/>
                  </a:lnTo>
                  <a:lnTo>
                    <a:pt x="393410" y="2488041"/>
                  </a:lnTo>
                  <a:lnTo>
                    <a:pt x="395075" y="2481578"/>
                  </a:lnTo>
                  <a:lnTo>
                    <a:pt x="396922" y="2475116"/>
                  </a:lnTo>
                  <a:lnTo>
                    <a:pt x="398511" y="2470236"/>
                  </a:lnTo>
                  <a:lnTo>
                    <a:pt x="399027" y="2468653"/>
                  </a:lnTo>
                  <a:lnTo>
                    <a:pt x="401363" y="2462191"/>
                  </a:lnTo>
                  <a:lnTo>
                    <a:pt x="403827" y="2455729"/>
                  </a:lnTo>
                  <a:lnTo>
                    <a:pt x="406477" y="2449266"/>
                  </a:lnTo>
                  <a:lnTo>
                    <a:pt x="409249" y="2442804"/>
                  </a:lnTo>
                  <a:lnTo>
                    <a:pt x="412092" y="2436341"/>
                  </a:lnTo>
                  <a:lnTo>
                    <a:pt x="415025" y="2429879"/>
                  </a:lnTo>
                  <a:lnTo>
                    <a:pt x="417985" y="2423416"/>
                  </a:lnTo>
                  <a:lnTo>
                    <a:pt x="420955" y="2416954"/>
                  </a:lnTo>
                  <a:lnTo>
                    <a:pt x="423902" y="2410491"/>
                  </a:lnTo>
                  <a:lnTo>
                    <a:pt x="426793" y="2404029"/>
                  </a:lnTo>
                  <a:lnTo>
                    <a:pt x="429636" y="2397567"/>
                  </a:lnTo>
                  <a:lnTo>
                    <a:pt x="432324" y="2391104"/>
                  </a:lnTo>
                  <a:lnTo>
                    <a:pt x="434894" y="2384642"/>
                  </a:lnTo>
                  <a:lnTo>
                    <a:pt x="437353" y="2378179"/>
                  </a:lnTo>
                  <a:lnTo>
                    <a:pt x="439525" y="2371717"/>
                  </a:lnTo>
                  <a:lnTo>
                    <a:pt x="441530" y="2365254"/>
                  </a:lnTo>
                  <a:lnTo>
                    <a:pt x="443344" y="2358792"/>
                  </a:lnTo>
                  <a:lnTo>
                    <a:pt x="444776" y="2352329"/>
                  </a:lnTo>
                  <a:lnTo>
                    <a:pt x="445992" y="2345867"/>
                  </a:lnTo>
                  <a:lnTo>
                    <a:pt x="446927" y="2339405"/>
                  </a:lnTo>
                  <a:lnTo>
                    <a:pt x="447414" y="2332942"/>
                  </a:lnTo>
                  <a:lnTo>
                    <a:pt x="447642" y="2326480"/>
                  </a:lnTo>
                  <a:lnTo>
                    <a:pt x="447496" y="2320017"/>
                  </a:lnTo>
                  <a:lnTo>
                    <a:pt x="446863" y="2313555"/>
                  </a:lnTo>
                  <a:lnTo>
                    <a:pt x="445937" y="2307092"/>
                  </a:lnTo>
                  <a:lnTo>
                    <a:pt x="444546" y="2300630"/>
                  </a:lnTo>
                  <a:lnTo>
                    <a:pt x="442657" y="2294167"/>
                  </a:lnTo>
                  <a:lnTo>
                    <a:pt x="440449" y="2287705"/>
                  </a:lnTo>
                  <a:lnTo>
                    <a:pt x="437695" y="2281243"/>
                  </a:lnTo>
                  <a:lnTo>
                    <a:pt x="434456" y="2274780"/>
                  </a:lnTo>
                  <a:lnTo>
                    <a:pt x="430882" y="2268318"/>
                  </a:lnTo>
                  <a:lnTo>
                    <a:pt x="426697" y="2261855"/>
                  </a:lnTo>
                  <a:lnTo>
                    <a:pt x="422061" y="2255393"/>
                  </a:lnTo>
                  <a:lnTo>
                    <a:pt x="417085" y="2248930"/>
                  </a:lnTo>
                  <a:lnTo>
                    <a:pt x="411453" y="2242468"/>
                  </a:lnTo>
                  <a:lnTo>
                    <a:pt x="405423" y="2236005"/>
                  </a:lnTo>
                  <a:lnTo>
                    <a:pt x="399060" y="2229543"/>
                  </a:lnTo>
                  <a:lnTo>
                    <a:pt x="392023" y="2223081"/>
                  </a:lnTo>
                  <a:lnTo>
                    <a:pt x="384652" y="2216618"/>
                  </a:lnTo>
                  <a:lnTo>
                    <a:pt x="376946" y="2210156"/>
                  </a:lnTo>
                  <a:lnTo>
                    <a:pt x="368621" y="2203693"/>
                  </a:lnTo>
                  <a:lnTo>
                    <a:pt x="360013" y="2197231"/>
                  </a:lnTo>
                  <a:lnTo>
                    <a:pt x="351067" y="2190768"/>
                  </a:lnTo>
                  <a:lnTo>
                    <a:pt x="341615" y="2184306"/>
                  </a:lnTo>
                  <a:lnTo>
                    <a:pt x="331921" y="2177843"/>
                  </a:lnTo>
                  <a:lnTo>
                    <a:pt x="321911" y="2171381"/>
                  </a:lnTo>
                  <a:lnTo>
                    <a:pt x="311518" y="2164919"/>
                  </a:lnTo>
                  <a:lnTo>
                    <a:pt x="300933" y="2158456"/>
                  </a:lnTo>
                  <a:lnTo>
                    <a:pt x="290081" y="2151994"/>
                  </a:lnTo>
                  <a:lnTo>
                    <a:pt x="278974" y="2145531"/>
                  </a:lnTo>
                  <a:lnTo>
                    <a:pt x="267732" y="2139069"/>
                  </a:lnTo>
                  <a:lnTo>
                    <a:pt x="256299" y="2132606"/>
                  </a:lnTo>
                  <a:lnTo>
                    <a:pt x="244735" y="2126144"/>
                  </a:lnTo>
                  <a:lnTo>
                    <a:pt x="233101" y="2119681"/>
                  </a:lnTo>
                  <a:lnTo>
                    <a:pt x="221382" y="2113219"/>
                  </a:lnTo>
                  <a:lnTo>
                    <a:pt x="209645" y="2106757"/>
                  </a:lnTo>
                  <a:lnTo>
                    <a:pt x="197906" y="2100294"/>
                  </a:lnTo>
                  <a:lnTo>
                    <a:pt x="186214" y="2093832"/>
                  </a:lnTo>
                  <a:lnTo>
                    <a:pt x="174604" y="2087369"/>
                  </a:lnTo>
                  <a:lnTo>
                    <a:pt x="163064" y="2080907"/>
                  </a:lnTo>
                  <a:lnTo>
                    <a:pt x="151724" y="2074444"/>
                  </a:lnTo>
                  <a:lnTo>
                    <a:pt x="140546" y="2067982"/>
                  </a:lnTo>
                  <a:lnTo>
                    <a:pt x="129509" y="2061519"/>
                  </a:lnTo>
                  <a:lnTo>
                    <a:pt x="118846" y="2055057"/>
                  </a:lnTo>
                  <a:lnTo>
                    <a:pt x="108402" y="2048595"/>
                  </a:lnTo>
                  <a:lnTo>
                    <a:pt x="98194" y="2042132"/>
                  </a:lnTo>
                  <a:lnTo>
                    <a:pt x="88492" y="2035670"/>
                  </a:lnTo>
                  <a:lnTo>
                    <a:pt x="79070" y="2029207"/>
                  </a:lnTo>
                  <a:lnTo>
                    <a:pt x="69998" y="2022745"/>
                  </a:lnTo>
                  <a:lnTo>
                    <a:pt x="61524" y="2016282"/>
                  </a:lnTo>
                  <a:lnTo>
                    <a:pt x="53388" y="2009820"/>
                  </a:lnTo>
                  <a:lnTo>
                    <a:pt x="45722" y="2003357"/>
                  </a:lnTo>
                  <a:lnTo>
                    <a:pt x="38716" y="1996895"/>
                  </a:lnTo>
                  <a:lnTo>
                    <a:pt x="32099" y="1990433"/>
                  </a:lnTo>
                  <a:lnTo>
                    <a:pt x="26075" y="1983970"/>
                  </a:lnTo>
                  <a:lnTo>
                    <a:pt x="20738" y="1977508"/>
                  </a:lnTo>
                  <a:lnTo>
                    <a:pt x="15832" y="1971045"/>
                  </a:lnTo>
                  <a:lnTo>
                    <a:pt x="11637" y="1964583"/>
                  </a:lnTo>
                  <a:lnTo>
                    <a:pt x="10312" y="1962143"/>
                  </a:lnTo>
                  <a:lnTo>
                    <a:pt x="8128" y="1958120"/>
                  </a:lnTo>
                  <a:lnTo>
                    <a:pt x="5079" y="1951658"/>
                  </a:lnTo>
                  <a:lnTo>
                    <a:pt x="2849" y="1945195"/>
                  </a:lnTo>
                  <a:lnTo>
                    <a:pt x="1277" y="1938733"/>
                  </a:lnTo>
                  <a:lnTo>
                    <a:pt x="184" y="1932271"/>
                  </a:lnTo>
                  <a:lnTo>
                    <a:pt x="0" y="1925808"/>
                  </a:lnTo>
                  <a:lnTo>
                    <a:pt x="422" y="1919346"/>
                  </a:lnTo>
                  <a:lnTo>
                    <a:pt x="1331" y="1912883"/>
                  </a:lnTo>
                  <a:lnTo>
                    <a:pt x="3215" y="1906421"/>
                  </a:lnTo>
                  <a:lnTo>
                    <a:pt x="5638" y="1899958"/>
                  </a:lnTo>
                  <a:lnTo>
                    <a:pt x="8548" y="1893496"/>
                  </a:lnTo>
                  <a:lnTo>
                    <a:pt x="12464" y="1887033"/>
                  </a:lnTo>
                  <a:lnTo>
                    <a:pt x="16845" y="1880571"/>
                  </a:lnTo>
                  <a:lnTo>
                    <a:pt x="19763" y="1876730"/>
                  </a:lnTo>
                  <a:lnTo>
                    <a:pt x="21755" y="1874109"/>
                  </a:lnTo>
                  <a:lnTo>
                    <a:pt x="27565" y="1867646"/>
                  </a:lnTo>
                  <a:lnTo>
                    <a:pt x="33813" y="1861184"/>
                  </a:lnTo>
                  <a:lnTo>
                    <a:pt x="40615" y="1854721"/>
                  </a:lnTo>
                  <a:lnTo>
                    <a:pt x="48196" y="1848259"/>
                  </a:lnTo>
                  <a:lnTo>
                    <a:pt x="56181" y="1841796"/>
                  </a:lnTo>
                  <a:lnTo>
                    <a:pt x="64724" y="1835334"/>
                  </a:lnTo>
                  <a:lnTo>
                    <a:pt x="73918" y="1828871"/>
                  </a:lnTo>
                  <a:lnTo>
                    <a:pt x="83474" y="1822409"/>
                  </a:lnTo>
                  <a:lnTo>
                    <a:pt x="93569" y="1815947"/>
                  </a:lnTo>
                  <a:lnTo>
                    <a:pt x="104190" y="1809484"/>
                  </a:lnTo>
                  <a:lnTo>
                    <a:pt x="115126" y="1803022"/>
                  </a:lnTo>
                  <a:lnTo>
                    <a:pt x="126561" y="1796559"/>
                  </a:lnTo>
                  <a:lnTo>
                    <a:pt x="138401" y="1790097"/>
                  </a:lnTo>
                  <a:lnTo>
                    <a:pt x="150506" y="1783634"/>
                  </a:lnTo>
                  <a:lnTo>
                    <a:pt x="163052" y="1777172"/>
                  </a:lnTo>
                  <a:lnTo>
                    <a:pt x="175893" y="1770709"/>
                  </a:lnTo>
                  <a:lnTo>
                    <a:pt x="188946" y="1764247"/>
                  </a:lnTo>
                  <a:lnTo>
                    <a:pt x="202367" y="1757785"/>
                  </a:lnTo>
                  <a:lnTo>
                    <a:pt x="215986" y="1751322"/>
                  </a:lnTo>
                  <a:lnTo>
                    <a:pt x="229767" y="1744860"/>
                  </a:lnTo>
                  <a:lnTo>
                    <a:pt x="243828" y="1738397"/>
                  </a:lnTo>
                  <a:lnTo>
                    <a:pt x="258008" y="1731935"/>
                  </a:lnTo>
                  <a:lnTo>
                    <a:pt x="272304" y="1725472"/>
                  </a:lnTo>
                  <a:lnTo>
                    <a:pt x="286778" y="1719010"/>
                  </a:lnTo>
                  <a:lnTo>
                    <a:pt x="301313" y="1712547"/>
                  </a:lnTo>
                  <a:lnTo>
                    <a:pt x="315921" y="1706085"/>
                  </a:lnTo>
                  <a:lnTo>
                    <a:pt x="330603" y="1699623"/>
                  </a:lnTo>
                  <a:lnTo>
                    <a:pt x="345305" y="1693160"/>
                  </a:lnTo>
                  <a:lnTo>
                    <a:pt x="360029" y="1686698"/>
                  </a:lnTo>
                  <a:lnTo>
                    <a:pt x="374747" y="1680235"/>
                  </a:lnTo>
                  <a:lnTo>
                    <a:pt x="389449" y="1673773"/>
                  </a:lnTo>
                  <a:lnTo>
                    <a:pt x="404120" y="1667310"/>
                  </a:lnTo>
                  <a:lnTo>
                    <a:pt x="418727" y="1660848"/>
                  </a:lnTo>
                  <a:lnTo>
                    <a:pt x="433287" y="1654385"/>
                  </a:lnTo>
                  <a:lnTo>
                    <a:pt x="447765" y="1647923"/>
                  </a:lnTo>
                  <a:lnTo>
                    <a:pt x="462139" y="1641461"/>
                  </a:lnTo>
                  <a:lnTo>
                    <a:pt x="476442" y="1634998"/>
                  </a:lnTo>
                  <a:lnTo>
                    <a:pt x="490614" y="1628536"/>
                  </a:lnTo>
                  <a:lnTo>
                    <a:pt x="504662" y="1622073"/>
                  </a:lnTo>
                  <a:lnTo>
                    <a:pt x="518619" y="1615611"/>
                  </a:lnTo>
                  <a:lnTo>
                    <a:pt x="532404" y="1609148"/>
                  </a:lnTo>
                  <a:lnTo>
                    <a:pt x="546056" y="1602686"/>
                  </a:lnTo>
                  <a:lnTo>
                    <a:pt x="559606" y="1596223"/>
                  </a:lnTo>
                  <a:lnTo>
                    <a:pt x="572948" y="1589761"/>
                  </a:lnTo>
                  <a:lnTo>
                    <a:pt x="586161" y="1583299"/>
                  </a:lnTo>
                  <a:lnTo>
                    <a:pt x="599265" y="1576836"/>
                  </a:lnTo>
                  <a:lnTo>
                    <a:pt x="612134" y="1570374"/>
                  </a:lnTo>
                  <a:lnTo>
                    <a:pt x="624886" y="1563911"/>
                  </a:lnTo>
                  <a:lnTo>
                    <a:pt x="637515" y="1557449"/>
                  </a:lnTo>
                  <a:lnTo>
                    <a:pt x="649913" y="1550986"/>
                  </a:lnTo>
                  <a:lnTo>
                    <a:pt x="662198" y="1544524"/>
                  </a:lnTo>
                  <a:lnTo>
                    <a:pt x="674348" y="1538061"/>
                  </a:lnTo>
                  <a:lnTo>
                    <a:pt x="686285" y="1531599"/>
                  </a:lnTo>
                  <a:lnTo>
                    <a:pt x="698114" y="1525137"/>
                  </a:lnTo>
                  <a:lnTo>
                    <a:pt x="709798" y="1518674"/>
                  </a:lnTo>
                  <a:lnTo>
                    <a:pt x="721293" y="1512212"/>
                  </a:lnTo>
                  <a:lnTo>
                    <a:pt x="732686" y="1505749"/>
                  </a:lnTo>
                  <a:lnTo>
                    <a:pt x="743928" y="1499287"/>
                  </a:lnTo>
                  <a:lnTo>
                    <a:pt x="755006" y="1492824"/>
                  </a:lnTo>
                  <a:lnTo>
                    <a:pt x="765988" y="1486362"/>
                  </a:lnTo>
                  <a:lnTo>
                    <a:pt x="776817" y="1479899"/>
                  </a:lnTo>
                  <a:lnTo>
                    <a:pt x="787507" y="1473437"/>
                  </a:lnTo>
                  <a:lnTo>
                    <a:pt x="798106" y="1466975"/>
                  </a:lnTo>
                  <a:lnTo>
                    <a:pt x="808554" y="1460512"/>
                  </a:lnTo>
                  <a:lnTo>
                    <a:pt x="818883" y="1454050"/>
                  </a:lnTo>
                  <a:lnTo>
                    <a:pt x="829129" y="1447587"/>
                  </a:lnTo>
                  <a:lnTo>
                    <a:pt x="839224" y="1441125"/>
                  </a:lnTo>
                  <a:lnTo>
                    <a:pt x="849219" y="1434662"/>
                  </a:lnTo>
                  <a:lnTo>
                    <a:pt x="859137" y="1428200"/>
                  </a:lnTo>
                  <a:lnTo>
                    <a:pt x="868903" y="1421737"/>
                  </a:lnTo>
                  <a:lnTo>
                    <a:pt x="878585" y="1415275"/>
                  </a:lnTo>
                  <a:lnTo>
                    <a:pt x="888194" y="1408813"/>
                  </a:lnTo>
                  <a:lnTo>
                    <a:pt x="897649" y="1402350"/>
                  </a:lnTo>
                  <a:lnTo>
                    <a:pt x="907034" y="1395888"/>
                  </a:lnTo>
                  <a:lnTo>
                    <a:pt x="916338" y="1389425"/>
                  </a:lnTo>
                  <a:lnTo>
                    <a:pt x="925502" y="1382963"/>
                  </a:lnTo>
                  <a:lnTo>
                    <a:pt x="934596" y="1376500"/>
                  </a:lnTo>
                  <a:lnTo>
                    <a:pt x="943603" y="1370038"/>
                  </a:lnTo>
                  <a:lnTo>
                    <a:pt x="952478" y="1363575"/>
                  </a:lnTo>
                  <a:lnTo>
                    <a:pt x="961282" y="1357113"/>
                  </a:lnTo>
                  <a:lnTo>
                    <a:pt x="969989" y="1350651"/>
                  </a:lnTo>
                  <a:lnTo>
                    <a:pt x="978570" y="1344188"/>
                  </a:lnTo>
                  <a:lnTo>
                    <a:pt x="987078" y="1337726"/>
                  </a:lnTo>
                  <a:lnTo>
                    <a:pt x="995475" y="1331263"/>
                  </a:lnTo>
                  <a:lnTo>
                    <a:pt x="1003750" y="1324801"/>
                  </a:lnTo>
                  <a:lnTo>
                    <a:pt x="1011949" y="1318338"/>
                  </a:lnTo>
                  <a:lnTo>
                    <a:pt x="1020020" y="1311876"/>
                  </a:lnTo>
                  <a:lnTo>
                    <a:pt x="1027971" y="1305413"/>
                  </a:lnTo>
                  <a:lnTo>
                    <a:pt x="1035841" y="1298951"/>
                  </a:lnTo>
                  <a:lnTo>
                    <a:pt x="1043565" y="1292489"/>
                  </a:lnTo>
                  <a:lnTo>
                    <a:pt x="1051171" y="1286026"/>
                  </a:lnTo>
                  <a:lnTo>
                    <a:pt x="1058690" y="1279564"/>
                  </a:lnTo>
                  <a:lnTo>
                    <a:pt x="1066039" y="1273101"/>
                  </a:lnTo>
                  <a:lnTo>
                    <a:pt x="1073274" y="1266639"/>
                  </a:lnTo>
                  <a:lnTo>
                    <a:pt x="1080416" y="1260176"/>
                  </a:lnTo>
                  <a:lnTo>
                    <a:pt x="1087363" y="1253714"/>
                  </a:lnTo>
                  <a:lnTo>
                    <a:pt x="1094200" y="1247251"/>
                  </a:lnTo>
                  <a:lnTo>
                    <a:pt x="1100935" y="1240789"/>
                  </a:lnTo>
                  <a:lnTo>
                    <a:pt x="1107453" y="1234326"/>
                  </a:lnTo>
                  <a:lnTo>
                    <a:pt x="1113864" y="1227864"/>
                  </a:lnTo>
                  <a:lnTo>
                    <a:pt x="1120152" y="1221402"/>
                  </a:lnTo>
                  <a:lnTo>
                    <a:pt x="1126224" y="1214939"/>
                  </a:lnTo>
                  <a:lnTo>
                    <a:pt x="1132182" y="1208477"/>
                  </a:lnTo>
                  <a:lnTo>
                    <a:pt x="1137996" y="1202014"/>
                  </a:lnTo>
                  <a:lnTo>
                    <a:pt x="1143596" y="1195552"/>
                  </a:lnTo>
                  <a:lnTo>
                    <a:pt x="1149077" y="1189089"/>
                  </a:lnTo>
                  <a:lnTo>
                    <a:pt x="1154390" y="1182627"/>
                  </a:lnTo>
                  <a:lnTo>
                    <a:pt x="1159496" y="1176164"/>
                  </a:lnTo>
                  <a:lnTo>
                    <a:pt x="1164478" y="1169702"/>
                  </a:lnTo>
                  <a:lnTo>
                    <a:pt x="1169269" y="1163240"/>
                  </a:lnTo>
                  <a:lnTo>
                    <a:pt x="1173862" y="1156777"/>
                  </a:lnTo>
                  <a:lnTo>
                    <a:pt x="1178327" y="1150315"/>
                  </a:lnTo>
                  <a:lnTo>
                    <a:pt x="1182579" y="1143852"/>
                  </a:lnTo>
                  <a:lnTo>
                    <a:pt x="1186644" y="1137390"/>
                  </a:lnTo>
                  <a:lnTo>
                    <a:pt x="1190579" y="1130927"/>
                  </a:lnTo>
                  <a:lnTo>
                    <a:pt x="1194279" y="1124465"/>
                  </a:lnTo>
                  <a:lnTo>
                    <a:pt x="1197807" y="1118002"/>
                  </a:lnTo>
                  <a:lnTo>
                    <a:pt x="1201204" y="1111540"/>
                  </a:lnTo>
                  <a:lnTo>
                    <a:pt x="1204347" y="1105078"/>
                  </a:lnTo>
                  <a:lnTo>
                    <a:pt x="1207333" y="1098615"/>
                  </a:lnTo>
                  <a:lnTo>
                    <a:pt x="1210188" y="1092153"/>
                  </a:lnTo>
                  <a:lnTo>
                    <a:pt x="1212774" y="1085690"/>
                  </a:lnTo>
                  <a:lnTo>
                    <a:pt x="1215221" y="1079228"/>
                  </a:lnTo>
                  <a:lnTo>
                    <a:pt x="1217530" y="1072765"/>
                  </a:lnTo>
                  <a:lnTo>
                    <a:pt x="1219572" y="1066303"/>
                  </a:lnTo>
                  <a:lnTo>
                    <a:pt x="1221487" y="1059840"/>
                  </a:lnTo>
                  <a:lnTo>
                    <a:pt x="1223250" y="1053378"/>
                  </a:lnTo>
                  <a:lnTo>
                    <a:pt x="1224770" y="1046916"/>
                  </a:lnTo>
                  <a:lnTo>
                    <a:pt x="1226167" y="1040453"/>
                  </a:lnTo>
                  <a:lnTo>
                    <a:pt x="1227401" y="1033991"/>
                  </a:lnTo>
                  <a:lnTo>
                    <a:pt x="1228416" y="1027528"/>
                  </a:lnTo>
                  <a:lnTo>
                    <a:pt x="1229314" y="1021066"/>
                  </a:lnTo>
                  <a:lnTo>
                    <a:pt x="1230040" y="1014603"/>
                  </a:lnTo>
                  <a:lnTo>
                    <a:pt x="1230576" y="1008141"/>
                  </a:lnTo>
                  <a:lnTo>
                    <a:pt x="1230999" y="1001678"/>
                  </a:lnTo>
                  <a:lnTo>
                    <a:pt x="1231248" y="995216"/>
                  </a:lnTo>
                  <a:lnTo>
                    <a:pt x="1231332" y="988754"/>
                  </a:lnTo>
                  <a:lnTo>
                    <a:pt x="1231312" y="982291"/>
                  </a:lnTo>
                  <a:lnTo>
                    <a:pt x="1231118" y="975829"/>
                  </a:lnTo>
                  <a:lnTo>
                    <a:pt x="1230787" y="969366"/>
                  </a:lnTo>
                  <a:lnTo>
                    <a:pt x="1230360" y="962904"/>
                  </a:lnTo>
                  <a:lnTo>
                    <a:pt x="1229764" y="956441"/>
                  </a:lnTo>
                  <a:lnTo>
                    <a:pt x="1229057" y="949979"/>
                  </a:lnTo>
                  <a:lnTo>
                    <a:pt x="1228265" y="943516"/>
                  </a:lnTo>
                  <a:lnTo>
                    <a:pt x="1227314" y="937054"/>
                  </a:lnTo>
                  <a:lnTo>
                    <a:pt x="1226277" y="930592"/>
                  </a:lnTo>
                  <a:lnTo>
                    <a:pt x="1225165" y="924129"/>
                  </a:lnTo>
                  <a:lnTo>
                    <a:pt x="1223911" y="917667"/>
                  </a:lnTo>
                  <a:lnTo>
                    <a:pt x="1222593" y="911204"/>
                  </a:lnTo>
                  <a:lnTo>
                    <a:pt x="1221207" y="904742"/>
                  </a:lnTo>
                  <a:lnTo>
                    <a:pt x="1219710" y="898279"/>
                  </a:lnTo>
                  <a:lnTo>
                    <a:pt x="1218165" y="891817"/>
                  </a:lnTo>
                  <a:lnTo>
                    <a:pt x="1216560" y="885354"/>
                  </a:lnTo>
                  <a:lnTo>
                    <a:pt x="1214879" y="878892"/>
                  </a:lnTo>
                  <a:lnTo>
                    <a:pt x="1213162" y="872430"/>
                  </a:lnTo>
                  <a:lnTo>
                    <a:pt x="1211400" y="865967"/>
                  </a:lnTo>
                  <a:lnTo>
                    <a:pt x="1209592" y="859505"/>
                  </a:lnTo>
                  <a:lnTo>
                    <a:pt x="1207763" y="853042"/>
                  </a:lnTo>
                  <a:lnTo>
                    <a:pt x="1205905" y="846580"/>
                  </a:lnTo>
                  <a:lnTo>
                    <a:pt x="1204030" y="840117"/>
                  </a:lnTo>
                  <a:lnTo>
                    <a:pt x="1202147" y="833655"/>
                  </a:lnTo>
                  <a:lnTo>
                    <a:pt x="1200259" y="827192"/>
                  </a:lnTo>
                  <a:lnTo>
                    <a:pt x="1198376" y="820730"/>
                  </a:lnTo>
                  <a:lnTo>
                    <a:pt x="1196499" y="814268"/>
                  </a:lnTo>
                  <a:lnTo>
                    <a:pt x="1194642" y="807805"/>
                  </a:lnTo>
                  <a:lnTo>
                    <a:pt x="1192810" y="801343"/>
                  </a:lnTo>
                  <a:lnTo>
                    <a:pt x="1190998" y="794880"/>
                  </a:lnTo>
                  <a:lnTo>
                    <a:pt x="1189233" y="788418"/>
                  </a:lnTo>
                  <a:lnTo>
                    <a:pt x="1187508" y="781955"/>
                  </a:lnTo>
                  <a:lnTo>
                    <a:pt x="1185817" y="775493"/>
                  </a:lnTo>
                  <a:lnTo>
                    <a:pt x="1184202" y="769030"/>
                  </a:lnTo>
                  <a:lnTo>
                    <a:pt x="1182638" y="762568"/>
                  </a:lnTo>
                  <a:lnTo>
                    <a:pt x="1181118" y="756106"/>
                  </a:lnTo>
                  <a:lnTo>
                    <a:pt x="1179706" y="749643"/>
                  </a:lnTo>
                  <a:lnTo>
                    <a:pt x="1178350" y="743181"/>
                  </a:lnTo>
                  <a:lnTo>
                    <a:pt x="1177058" y="736718"/>
                  </a:lnTo>
                  <a:lnTo>
                    <a:pt x="1175887" y="730256"/>
                  </a:lnTo>
                  <a:lnTo>
                    <a:pt x="1174781" y="723793"/>
                  </a:lnTo>
                  <a:lnTo>
                    <a:pt x="1173759" y="717331"/>
                  </a:lnTo>
                  <a:lnTo>
                    <a:pt x="1172866" y="710868"/>
                  </a:lnTo>
                  <a:lnTo>
                    <a:pt x="1172046" y="704406"/>
                  </a:lnTo>
                  <a:lnTo>
                    <a:pt x="1171329" y="697944"/>
                  </a:lnTo>
                  <a:lnTo>
                    <a:pt x="1170743" y="691481"/>
                  </a:lnTo>
                  <a:lnTo>
                    <a:pt x="1170236" y="685019"/>
                  </a:lnTo>
                  <a:lnTo>
                    <a:pt x="1169849" y="678556"/>
                  </a:lnTo>
                  <a:lnTo>
                    <a:pt x="1169592" y="672094"/>
                  </a:lnTo>
                  <a:lnTo>
                    <a:pt x="1169416" y="665631"/>
                  </a:lnTo>
                  <a:lnTo>
                    <a:pt x="1169376" y="659169"/>
                  </a:lnTo>
                  <a:lnTo>
                    <a:pt x="1169458" y="652706"/>
                  </a:lnTo>
                  <a:lnTo>
                    <a:pt x="1169624" y="646244"/>
                  </a:lnTo>
                  <a:lnTo>
                    <a:pt x="1169938" y="639782"/>
                  </a:lnTo>
                  <a:lnTo>
                    <a:pt x="1170363" y="633319"/>
                  </a:lnTo>
                  <a:lnTo>
                    <a:pt x="1170870" y="626857"/>
                  </a:lnTo>
                  <a:lnTo>
                    <a:pt x="1171534" y="620394"/>
                  </a:lnTo>
                  <a:lnTo>
                    <a:pt x="1172296" y="613932"/>
                  </a:lnTo>
                  <a:lnTo>
                    <a:pt x="1173138" y="607469"/>
                  </a:lnTo>
                  <a:lnTo>
                    <a:pt x="1174140" y="601007"/>
                  </a:lnTo>
                  <a:lnTo>
                    <a:pt x="1175225" y="594544"/>
                  </a:lnTo>
                  <a:lnTo>
                    <a:pt x="1176388" y="588082"/>
                  </a:lnTo>
                  <a:lnTo>
                    <a:pt x="1177703" y="581620"/>
                  </a:lnTo>
                  <a:lnTo>
                    <a:pt x="1179088" y="575157"/>
                  </a:lnTo>
                  <a:lnTo>
                    <a:pt x="1180554" y="568695"/>
                  </a:lnTo>
                  <a:lnTo>
                    <a:pt x="1182149" y="562232"/>
                  </a:lnTo>
                  <a:lnTo>
                    <a:pt x="1183806" y="555770"/>
                  </a:lnTo>
                  <a:lnTo>
                    <a:pt x="1185543" y="549307"/>
                  </a:lnTo>
                  <a:lnTo>
                    <a:pt x="1187384" y="542845"/>
                  </a:lnTo>
                  <a:lnTo>
                    <a:pt x="1189278" y="536382"/>
                  </a:lnTo>
                  <a:lnTo>
                    <a:pt x="1191248" y="529920"/>
                  </a:lnTo>
                  <a:lnTo>
                    <a:pt x="1193298" y="523458"/>
                  </a:lnTo>
                  <a:lnTo>
                    <a:pt x="1195392" y="516995"/>
                  </a:lnTo>
                  <a:lnTo>
                    <a:pt x="1197553" y="510533"/>
                  </a:lnTo>
                  <a:lnTo>
                    <a:pt x="1199771" y="504070"/>
                  </a:lnTo>
                  <a:lnTo>
                    <a:pt x="1202024" y="497608"/>
                  </a:lnTo>
                  <a:lnTo>
                    <a:pt x="1204331" y="491145"/>
                  </a:lnTo>
                  <a:lnTo>
                    <a:pt x="1206675" y="484683"/>
                  </a:lnTo>
                  <a:lnTo>
                    <a:pt x="1209044" y="478220"/>
                  </a:lnTo>
                  <a:lnTo>
                    <a:pt x="1211452" y="471758"/>
                  </a:lnTo>
                  <a:lnTo>
                    <a:pt x="1213880" y="465296"/>
                  </a:lnTo>
                  <a:lnTo>
                    <a:pt x="1216322" y="458833"/>
                  </a:lnTo>
                  <a:lnTo>
                    <a:pt x="1218786" y="452371"/>
                  </a:lnTo>
                  <a:lnTo>
                    <a:pt x="1221256" y="445908"/>
                  </a:lnTo>
                  <a:lnTo>
                    <a:pt x="1223731" y="439446"/>
                  </a:lnTo>
                  <a:lnTo>
                    <a:pt x="1226208" y="432983"/>
                  </a:lnTo>
                  <a:lnTo>
                    <a:pt x="1228681" y="426521"/>
                  </a:lnTo>
                  <a:lnTo>
                    <a:pt x="1231149" y="420058"/>
                  </a:lnTo>
                  <a:lnTo>
                    <a:pt x="1233601" y="413596"/>
                  </a:lnTo>
                  <a:lnTo>
                    <a:pt x="1236040" y="407134"/>
                  </a:lnTo>
                  <a:lnTo>
                    <a:pt x="1238464" y="400671"/>
                  </a:lnTo>
                  <a:lnTo>
                    <a:pt x="1240856" y="394209"/>
                  </a:lnTo>
                  <a:lnTo>
                    <a:pt x="1243230" y="387746"/>
                  </a:lnTo>
                  <a:lnTo>
                    <a:pt x="1245576" y="381284"/>
                  </a:lnTo>
                  <a:lnTo>
                    <a:pt x="1247881" y="374821"/>
                  </a:lnTo>
                  <a:lnTo>
                    <a:pt x="1250161" y="368359"/>
                  </a:lnTo>
                  <a:lnTo>
                    <a:pt x="1252402" y="361896"/>
                  </a:lnTo>
                  <a:lnTo>
                    <a:pt x="1254595" y="355434"/>
                  </a:lnTo>
                  <a:lnTo>
                    <a:pt x="1256759" y="348972"/>
                  </a:lnTo>
                  <a:lnTo>
                    <a:pt x="1258872" y="342509"/>
                  </a:lnTo>
                  <a:lnTo>
                    <a:pt x="1260935" y="336047"/>
                  </a:lnTo>
                  <a:lnTo>
                    <a:pt x="1262964" y="329584"/>
                  </a:lnTo>
                  <a:lnTo>
                    <a:pt x="1264933" y="323122"/>
                  </a:lnTo>
                  <a:lnTo>
                    <a:pt x="1266851" y="316659"/>
                  </a:lnTo>
                  <a:lnTo>
                    <a:pt x="1268733" y="310197"/>
                  </a:lnTo>
                  <a:lnTo>
                    <a:pt x="1270545" y="303734"/>
                  </a:lnTo>
                  <a:lnTo>
                    <a:pt x="1272310" y="297272"/>
                  </a:lnTo>
                  <a:lnTo>
                    <a:pt x="1274037" y="290810"/>
                  </a:lnTo>
                  <a:lnTo>
                    <a:pt x="1275687" y="284347"/>
                  </a:lnTo>
                  <a:lnTo>
                    <a:pt x="1277293" y="277885"/>
                  </a:lnTo>
                  <a:lnTo>
                    <a:pt x="1278860" y="271422"/>
                  </a:lnTo>
                  <a:lnTo>
                    <a:pt x="1280346" y="264960"/>
                  </a:lnTo>
                  <a:lnTo>
                    <a:pt x="1281793" y="258497"/>
                  </a:lnTo>
                  <a:lnTo>
                    <a:pt x="1283197" y="252035"/>
                  </a:lnTo>
                  <a:lnTo>
                    <a:pt x="1284525" y="245572"/>
                  </a:lnTo>
                  <a:lnTo>
                    <a:pt x="1285816" y="239110"/>
                  </a:lnTo>
                  <a:lnTo>
                    <a:pt x="1287060" y="232648"/>
                  </a:lnTo>
                  <a:lnTo>
                    <a:pt x="1288236" y="226185"/>
                  </a:lnTo>
                  <a:lnTo>
                    <a:pt x="1289376" y="219723"/>
                  </a:lnTo>
                  <a:lnTo>
                    <a:pt x="1290467" y="213260"/>
                  </a:lnTo>
                  <a:lnTo>
                    <a:pt x="1291497" y="206798"/>
                  </a:lnTo>
                  <a:lnTo>
                    <a:pt x="1292495" y="200335"/>
                  </a:lnTo>
                  <a:lnTo>
                    <a:pt x="1293442" y="193873"/>
                  </a:lnTo>
                  <a:lnTo>
                    <a:pt x="1294337" y="187410"/>
                  </a:lnTo>
                  <a:lnTo>
                    <a:pt x="1295201" y="180948"/>
                  </a:lnTo>
                  <a:lnTo>
                    <a:pt x="1296015" y="174486"/>
                  </a:lnTo>
                  <a:lnTo>
                    <a:pt x="1296785" y="168023"/>
                  </a:lnTo>
                  <a:lnTo>
                    <a:pt x="1297527" y="161561"/>
                  </a:lnTo>
                  <a:lnTo>
                    <a:pt x="1298220" y="155098"/>
                  </a:lnTo>
                  <a:lnTo>
                    <a:pt x="1298876" y="148636"/>
                  </a:lnTo>
                  <a:lnTo>
                    <a:pt x="1299507" y="142173"/>
                  </a:lnTo>
                  <a:lnTo>
                    <a:pt x="1300091" y="135711"/>
                  </a:lnTo>
                  <a:lnTo>
                    <a:pt x="1300646" y="129248"/>
                  </a:lnTo>
                  <a:lnTo>
                    <a:pt x="1301177" y="122786"/>
                  </a:lnTo>
                  <a:lnTo>
                    <a:pt x="1301664" y="116324"/>
                  </a:lnTo>
                  <a:lnTo>
                    <a:pt x="1302129" y="109861"/>
                  </a:lnTo>
                  <a:lnTo>
                    <a:pt x="1302572" y="103399"/>
                  </a:lnTo>
                  <a:lnTo>
                    <a:pt x="1302976" y="96936"/>
                  </a:lnTo>
                  <a:lnTo>
                    <a:pt x="1303361" y="90474"/>
                  </a:lnTo>
                  <a:lnTo>
                    <a:pt x="1303726" y="84011"/>
                  </a:lnTo>
                  <a:lnTo>
                    <a:pt x="1304059" y="77549"/>
                  </a:lnTo>
                  <a:lnTo>
                    <a:pt x="1304376" y="71086"/>
                  </a:lnTo>
                  <a:lnTo>
                    <a:pt x="1304673" y="64624"/>
                  </a:lnTo>
                  <a:lnTo>
                    <a:pt x="1304945" y="58162"/>
                  </a:lnTo>
                  <a:lnTo>
                    <a:pt x="1305203" y="51699"/>
                  </a:lnTo>
                  <a:lnTo>
                    <a:pt x="1305444" y="45237"/>
                  </a:lnTo>
                  <a:lnTo>
                    <a:pt x="1305664" y="38774"/>
                  </a:lnTo>
                  <a:lnTo>
                    <a:pt x="1305872" y="32312"/>
                  </a:lnTo>
                  <a:lnTo>
                    <a:pt x="1306065" y="25849"/>
                  </a:lnTo>
                  <a:lnTo>
                    <a:pt x="1306242" y="19387"/>
                  </a:lnTo>
                  <a:lnTo>
                    <a:pt x="1306409" y="12924"/>
                  </a:lnTo>
                  <a:lnTo>
                    <a:pt x="1306561" y="6462"/>
                  </a:lnTo>
                  <a:lnTo>
                    <a:pt x="1306702" y="0"/>
                  </a:lnTo>
                  <a:lnTo>
                    <a:pt x="1309783" y="0"/>
                  </a:lnTo>
                  <a:lnTo>
                    <a:pt x="1309924" y="6462"/>
                  </a:lnTo>
                  <a:lnTo>
                    <a:pt x="1310076" y="12924"/>
                  </a:lnTo>
                  <a:lnTo>
                    <a:pt x="1310243" y="19387"/>
                  </a:lnTo>
                  <a:lnTo>
                    <a:pt x="1310420" y="25849"/>
                  </a:lnTo>
                  <a:lnTo>
                    <a:pt x="1310612" y="32312"/>
                  </a:lnTo>
                  <a:lnTo>
                    <a:pt x="1310821" y="38774"/>
                  </a:lnTo>
                  <a:lnTo>
                    <a:pt x="1311041" y="45237"/>
                  </a:lnTo>
                  <a:lnTo>
                    <a:pt x="1311282" y="51699"/>
                  </a:lnTo>
                  <a:lnTo>
                    <a:pt x="1311540" y="58162"/>
                  </a:lnTo>
                  <a:lnTo>
                    <a:pt x="1311812" y="64624"/>
                  </a:lnTo>
                  <a:lnTo>
                    <a:pt x="1312109" y="71086"/>
                  </a:lnTo>
                  <a:lnTo>
                    <a:pt x="1312426" y="77549"/>
                  </a:lnTo>
                  <a:lnTo>
                    <a:pt x="1312759" y="84011"/>
                  </a:lnTo>
                  <a:lnTo>
                    <a:pt x="1313124" y="90474"/>
                  </a:lnTo>
                  <a:lnTo>
                    <a:pt x="1313509" y="96936"/>
                  </a:lnTo>
                  <a:lnTo>
                    <a:pt x="1313912" y="103399"/>
                  </a:lnTo>
                  <a:lnTo>
                    <a:pt x="1314356" y="109861"/>
                  </a:lnTo>
                  <a:lnTo>
                    <a:pt x="1314821" y="116324"/>
                  </a:lnTo>
                  <a:lnTo>
                    <a:pt x="1315308" y="122786"/>
                  </a:lnTo>
                  <a:lnTo>
                    <a:pt x="1315839" y="129248"/>
                  </a:lnTo>
                  <a:lnTo>
                    <a:pt x="1316394" y="135711"/>
                  </a:lnTo>
                  <a:lnTo>
                    <a:pt x="1316978" y="142173"/>
                  </a:lnTo>
                  <a:lnTo>
                    <a:pt x="1317609" y="148636"/>
                  </a:lnTo>
                  <a:lnTo>
                    <a:pt x="1318265" y="155098"/>
                  </a:lnTo>
                  <a:lnTo>
                    <a:pt x="1318958" y="161561"/>
                  </a:lnTo>
                  <a:lnTo>
                    <a:pt x="1319700" y="168023"/>
                  </a:lnTo>
                  <a:lnTo>
                    <a:pt x="1320470" y="174486"/>
                  </a:lnTo>
                  <a:lnTo>
                    <a:pt x="1321284" y="180948"/>
                  </a:lnTo>
                  <a:lnTo>
                    <a:pt x="1322148" y="187410"/>
                  </a:lnTo>
                  <a:lnTo>
                    <a:pt x="1323043" y="193873"/>
                  </a:lnTo>
                  <a:lnTo>
                    <a:pt x="1323990" y="200335"/>
                  </a:lnTo>
                  <a:lnTo>
                    <a:pt x="1324987" y="206798"/>
                  </a:lnTo>
                  <a:lnTo>
                    <a:pt x="1326018" y="213260"/>
                  </a:lnTo>
                  <a:lnTo>
                    <a:pt x="1327109" y="219723"/>
                  </a:lnTo>
                  <a:lnTo>
                    <a:pt x="1328249" y="226185"/>
                  </a:lnTo>
                  <a:lnTo>
                    <a:pt x="1329425" y="232648"/>
                  </a:lnTo>
                  <a:lnTo>
                    <a:pt x="1330669" y="239110"/>
                  </a:lnTo>
                  <a:lnTo>
                    <a:pt x="1331960" y="245572"/>
                  </a:lnTo>
                  <a:lnTo>
                    <a:pt x="1333288" y="252035"/>
                  </a:lnTo>
                  <a:lnTo>
                    <a:pt x="1334692" y="258497"/>
                  </a:lnTo>
                  <a:lnTo>
                    <a:pt x="1336139" y="264960"/>
                  </a:lnTo>
                  <a:lnTo>
                    <a:pt x="1337625" y="271422"/>
                  </a:lnTo>
                  <a:lnTo>
                    <a:pt x="1339192" y="277885"/>
                  </a:lnTo>
                  <a:lnTo>
                    <a:pt x="1340798" y="284347"/>
                  </a:lnTo>
                  <a:lnTo>
                    <a:pt x="1342448" y="290810"/>
                  </a:lnTo>
                  <a:lnTo>
                    <a:pt x="1344175" y="297272"/>
                  </a:lnTo>
                  <a:lnTo>
                    <a:pt x="1345940" y="303734"/>
                  </a:lnTo>
                  <a:lnTo>
                    <a:pt x="1347752" y="310197"/>
                  </a:lnTo>
                  <a:lnTo>
                    <a:pt x="1349634" y="316659"/>
                  </a:lnTo>
                  <a:lnTo>
                    <a:pt x="1351552" y="323122"/>
                  </a:lnTo>
                  <a:lnTo>
                    <a:pt x="1353521" y="329584"/>
                  </a:lnTo>
                  <a:lnTo>
                    <a:pt x="1355550" y="336047"/>
                  </a:lnTo>
                  <a:lnTo>
                    <a:pt x="1357613" y="342509"/>
                  </a:lnTo>
                  <a:lnTo>
                    <a:pt x="1359726" y="348972"/>
                  </a:lnTo>
                  <a:lnTo>
                    <a:pt x="1361890" y="355434"/>
                  </a:lnTo>
                  <a:lnTo>
                    <a:pt x="1364083" y="361896"/>
                  </a:lnTo>
                  <a:lnTo>
                    <a:pt x="1366324" y="368359"/>
                  </a:lnTo>
                  <a:lnTo>
                    <a:pt x="1368604" y="374821"/>
                  </a:lnTo>
                  <a:lnTo>
                    <a:pt x="1370909" y="381284"/>
                  </a:lnTo>
                  <a:lnTo>
                    <a:pt x="1373255" y="387746"/>
                  </a:lnTo>
                  <a:lnTo>
                    <a:pt x="1375629" y="394209"/>
                  </a:lnTo>
                  <a:lnTo>
                    <a:pt x="1378021" y="400671"/>
                  </a:lnTo>
                  <a:lnTo>
                    <a:pt x="1380445" y="407134"/>
                  </a:lnTo>
                  <a:lnTo>
                    <a:pt x="1382884" y="413596"/>
                  </a:lnTo>
                  <a:lnTo>
                    <a:pt x="1385335" y="420058"/>
                  </a:lnTo>
                  <a:lnTo>
                    <a:pt x="1387804" y="426521"/>
                  </a:lnTo>
                  <a:lnTo>
                    <a:pt x="1390277" y="432983"/>
                  </a:lnTo>
                  <a:lnTo>
                    <a:pt x="1392753" y="439446"/>
                  </a:lnTo>
                  <a:lnTo>
                    <a:pt x="1395229" y="445908"/>
                  </a:lnTo>
                  <a:lnTo>
                    <a:pt x="1397699" y="452371"/>
                  </a:lnTo>
                  <a:lnTo>
                    <a:pt x="1400162" y="458833"/>
                  </a:lnTo>
                  <a:lnTo>
                    <a:pt x="1402605" y="465296"/>
                  </a:lnTo>
                  <a:lnTo>
                    <a:pt x="1405033" y="471758"/>
                  </a:lnTo>
                  <a:lnTo>
                    <a:pt x="1407441" y="478220"/>
                  </a:lnTo>
                  <a:lnTo>
                    <a:pt x="1409810" y="484683"/>
                  </a:lnTo>
                  <a:lnTo>
                    <a:pt x="1412154" y="491145"/>
                  </a:lnTo>
                  <a:lnTo>
                    <a:pt x="1414461" y="497608"/>
                  </a:lnTo>
                  <a:lnTo>
                    <a:pt x="1416714" y="504070"/>
                  </a:lnTo>
                  <a:lnTo>
                    <a:pt x="1418932" y="510533"/>
                  </a:lnTo>
                  <a:lnTo>
                    <a:pt x="1421093" y="516995"/>
                  </a:lnTo>
                  <a:lnTo>
                    <a:pt x="1423187" y="523458"/>
                  </a:lnTo>
                  <a:lnTo>
                    <a:pt x="1425237" y="529920"/>
                  </a:lnTo>
                  <a:lnTo>
                    <a:pt x="1427207" y="536382"/>
                  </a:lnTo>
                  <a:lnTo>
                    <a:pt x="1429101" y="542845"/>
                  </a:lnTo>
                  <a:lnTo>
                    <a:pt x="1430942" y="549307"/>
                  </a:lnTo>
                  <a:lnTo>
                    <a:pt x="1432679" y="555770"/>
                  </a:lnTo>
                  <a:lnTo>
                    <a:pt x="1434336" y="562232"/>
                  </a:lnTo>
                  <a:lnTo>
                    <a:pt x="1435931" y="568695"/>
                  </a:lnTo>
                  <a:lnTo>
                    <a:pt x="1437397" y="575157"/>
                  </a:lnTo>
                  <a:lnTo>
                    <a:pt x="1438782" y="581620"/>
                  </a:lnTo>
                  <a:lnTo>
                    <a:pt x="1440097" y="588082"/>
                  </a:lnTo>
                  <a:lnTo>
                    <a:pt x="1441260" y="594544"/>
                  </a:lnTo>
                  <a:lnTo>
                    <a:pt x="1442345" y="601007"/>
                  </a:lnTo>
                  <a:lnTo>
                    <a:pt x="1443347" y="607469"/>
                  </a:lnTo>
                  <a:lnTo>
                    <a:pt x="1444189" y="613932"/>
                  </a:lnTo>
                  <a:lnTo>
                    <a:pt x="1444950" y="620394"/>
                  </a:lnTo>
                  <a:lnTo>
                    <a:pt x="1445615" y="626857"/>
                  </a:lnTo>
                  <a:lnTo>
                    <a:pt x="1446122" y="633319"/>
                  </a:lnTo>
                  <a:lnTo>
                    <a:pt x="1446547" y="639782"/>
                  </a:lnTo>
                  <a:lnTo>
                    <a:pt x="1446861" y="646244"/>
                  </a:lnTo>
                  <a:lnTo>
                    <a:pt x="1447027" y="652706"/>
                  </a:lnTo>
                  <a:lnTo>
                    <a:pt x="1447109" y="659169"/>
                  </a:lnTo>
                  <a:lnTo>
                    <a:pt x="1447069" y="665631"/>
                  </a:lnTo>
                  <a:lnTo>
                    <a:pt x="1446893" y="672094"/>
                  </a:lnTo>
                  <a:lnTo>
                    <a:pt x="1446636" y="678556"/>
                  </a:lnTo>
                  <a:lnTo>
                    <a:pt x="1446249" y="685019"/>
                  </a:lnTo>
                  <a:lnTo>
                    <a:pt x="1445742" y="691481"/>
                  </a:lnTo>
                  <a:lnTo>
                    <a:pt x="1445156" y="697944"/>
                  </a:lnTo>
                  <a:lnTo>
                    <a:pt x="1444439" y="704406"/>
                  </a:lnTo>
                  <a:lnTo>
                    <a:pt x="1443619" y="710868"/>
                  </a:lnTo>
                  <a:lnTo>
                    <a:pt x="1442726" y="717331"/>
                  </a:lnTo>
                  <a:lnTo>
                    <a:pt x="1441704" y="723793"/>
                  </a:lnTo>
                  <a:lnTo>
                    <a:pt x="1440598" y="730256"/>
                  </a:lnTo>
                  <a:lnTo>
                    <a:pt x="1439427" y="736718"/>
                  </a:lnTo>
                  <a:lnTo>
                    <a:pt x="1438135" y="743181"/>
                  </a:lnTo>
                  <a:lnTo>
                    <a:pt x="1436779" y="749643"/>
                  </a:lnTo>
                  <a:lnTo>
                    <a:pt x="1435367" y="756106"/>
                  </a:lnTo>
                  <a:lnTo>
                    <a:pt x="1433847" y="762568"/>
                  </a:lnTo>
                  <a:lnTo>
                    <a:pt x="1432283" y="769030"/>
                  </a:lnTo>
                  <a:lnTo>
                    <a:pt x="1430668" y="775493"/>
                  </a:lnTo>
                  <a:lnTo>
                    <a:pt x="1428976" y="781955"/>
                  </a:lnTo>
                  <a:lnTo>
                    <a:pt x="1427252" y="788418"/>
                  </a:lnTo>
                  <a:lnTo>
                    <a:pt x="1425487" y="794880"/>
                  </a:lnTo>
                  <a:lnTo>
                    <a:pt x="1423675" y="801343"/>
                  </a:lnTo>
                  <a:lnTo>
                    <a:pt x="1421843" y="807805"/>
                  </a:lnTo>
                  <a:lnTo>
                    <a:pt x="1419986" y="814268"/>
                  </a:lnTo>
                  <a:lnTo>
                    <a:pt x="1418109" y="820730"/>
                  </a:lnTo>
                  <a:lnTo>
                    <a:pt x="1416226" y="827192"/>
                  </a:lnTo>
                  <a:lnTo>
                    <a:pt x="1414338" y="833655"/>
                  </a:lnTo>
                  <a:lnTo>
                    <a:pt x="1412455" y="840117"/>
                  </a:lnTo>
                  <a:lnTo>
                    <a:pt x="1410579" y="846580"/>
                  </a:lnTo>
                  <a:lnTo>
                    <a:pt x="1408722" y="853042"/>
                  </a:lnTo>
                  <a:lnTo>
                    <a:pt x="1406893" y="859505"/>
                  </a:lnTo>
                  <a:lnTo>
                    <a:pt x="1405085" y="865967"/>
                  </a:lnTo>
                  <a:lnTo>
                    <a:pt x="1403323" y="872430"/>
                  </a:lnTo>
                  <a:lnTo>
                    <a:pt x="1401606" y="878892"/>
                  </a:lnTo>
                  <a:lnTo>
                    <a:pt x="1399925" y="885354"/>
                  </a:lnTo>
                  <a:lnTo>
                    <a:pt x="1398320" y="891817"/>
                  </a:lnTo>
                  <a:lnTo>
                    <a:pt x="1396775" y="898279"/>
                  </a:lnTo>
                  <a:lnTo>
                    <a:pt x="1395278" y="904742"/>
                  </a:lnTo>
                  <a:lnTo>
                    <a:pt x="1393892" y="911204"/>
                  </a:lnTo>
                  <a:lnTo>
                    <a:pt x="1392574" y="917667"/>
                  </a:lnTo>
                  <a:lnTo>
                    <a:pt x="1391320" y="924129"/>
                  </a:lnTo>
                  <a:lnTo>
                    <a:pt x="1390208" y="930592"/>
                  </a:lnTo>
                  <a:lnTo>
                    <a:pt x="1389171" y="937054"/>
                  </a:lnTo>
                  <a:lnTo>
                    <a:pt x="1388220" y="943516"/>
                  </a:lnTo>
                  <a:lnTo>
                    <a:pt x="1387428" y="949979"/>
                  </a:lnTo>
                  <a:lnTo>
                    <a:pt x="1386721" y="956441"/>
                  </a:lnTo>
                  <a:lnTo>
                    <a:pt x="1386125" y="962904"/>
                  </a:lnTo>
                  <a:lnTo>
                    <a:pt x="1385698" y="969366"/>
                  </a:lnTo>
                  <a:lnTo>
                    <a:pt x="1385367" y="975829"/>
                  </a:lnTo>
                  <a:lnTo>
                    <a:pt x="1385173" y="982291"/>
                  </a:lnTo>
                  <a:lnTo>
                    <a:pt x="1385153" y="988754"/>
                  </a:lnTo>
                  <a:lnTo>
                    <a:pt x="1385237" y="995216"/>
                  </a:lnTo>
                  <a:lnTo>
                    <a:pt x="1385486" y="1001678"/>
                  </a:lnTo>
                  <a:lnTo>
                    <a:pt x="1385909" y="1008141"/>
                  </a:lnTo>
                  <a:lnTo>
                    <a:pt x="1386445" y="1014603"/>
                  </a:lnTo>
                  <a:lnTo>
                    <a:pt x="1387171" y="1021066"/>
                  </a:lnTo>
                  <a:lnTo>
                    <a:pt x="1388068" y="1027528"/>
                  </a:lnTo>
                  <a:lnTo>
                    <a:pt x="1389084" y="1033991"/>
                  </a:lnTo>
                  <a:lnTo>
                    <a:pt x="1390318" y="1040453"/>
                  </a:lnTo>
                  <a:lnTo>
                    <a:pt x="1391714" y="1046916"/>
                  </a:lnTo>
                  <a:lnTo>
                    <a:pt x="1393235" y="1053378"/>
                  </a:lnTo>
                  <a:lnTo>
                    <a:pt x="1394998" y="1059840"/>
                  </a:lnTo>
                  <a:lnTo>
                    <a:pt x="1396913" y="1066303"/>
                  </a:lnTo>
                  <a:lnTo>
                    <a:pt x="1398955" y="1072765"/>
                  </a:lnTo>
                  <a:lnTo>
                    <a:pt x="1401264" y="1079228"/>
                  </a:lnTo>
                  <a:lnTo>
                    <a:pt x="1403711" y="1085690"/>
                  </a:lnTo>
                  <a:lnTo>
                    <a:pt x="1406296" y="1092153"/>
                  </a:lnTo>
                  <a:lnTo>
                    <a:pt x="1409152" y="1098615"/>
                  </a:lnTo>
                  <a:lnTo>
                    <a:pt x="1412138" y="1105078"/>
                  </a:lnTo>
                  <a:lnTo>
                    <a:pt x="1415281" y="1111540"/>
                  </a:lnTo>
                  <a:lnTo>
                    <a:pt x="1418678" y="1118002"/>
                  </a:lnTo>
                  <a:lnTo>
                    <a:pt x="1422205" y="1124465"/>
                  </a:lnTo>
                  <a:lnTo>
                    <a:pt x="1425906" y="1130927"/>
                  </a:lnTo>
                  <a:lnTo>
                    <a:pt x="1429841" y="1137390"/>
                  </a:lnTo>
                  <a:lnTo>
                    <a:pt x="1433906" y="1143852"/>
                  </a:lnTo>
                  <a:lnTo>
                    <a:pt x="1438158" y="1150315"/>
                  </a:lnTo>
                  <a:lnTo>
                    <a:pt x="1442623" y="1156777"/>
                  </a:lnTo>
                  <a:lnTo>
                    <a:pt x="1447215" y="1163240"/>
                  </a:lnTo>
                  <a:lnTo>
                    <a:pt x="1452007" y="1169702"/>
                  </a:lnTo>
                  <a:lnTo>
                    <a:pt x="1456989" y="1176164"/>
                  </a:lnTo>
                  <a:lnTo>
                    <a:pt x="1462095" y="1182627"/>
                  </a:lnTo>
                  <a:lnTo>
                    <a:pt x="1467408" y="1189089"/>
                  </a:lnTo>
                  <a:lnTo>
                    <a:pt x="1472889" y="1195552"/>
                  </a:lnTo>
                  <a:lnTo>
                    <a:pt x="1478489" y="1202014"/>
                  </a:lnTo>
                  <a:lnTo>
                    <a:pt x="1484302" y="1208477"/>
                  </a:lnTo>
                  <a:lnTo>
                    <a:pt x="1490261" y="1214939"/>
                  </a:lnTo>
                  <a:lnTo>
                    <a:pt x="1496333" y="1221402"/>
                  </a:lnTo>
                  <a:lnTo>
                    <a:pt x="1502621" y="1227864"/>
                  </a:lnTo>
                  <a:lnTo>
                    <a:pt x="1509032" y="1234326"/>
                  </a:lnTo>
                  <a:lnTo>
                    <a:pt x="1515550" y="1240789"/>
                  </a:lnTo>
                  <a:lnTo>
                    <a:pt x="1522285" y="1247251"/>
                  </a:lnTo>
                  <a:lnTo>
                    <a:pt x="1529122" y="1253714"/>
                  </a:lnTo>
                  <a:lnTo>
                    <a:pt x="1536069" y="1260176"/>
                  </a:lnTo>
                  <a:lnTo>
                    <a:pt x="1543211" y="1266639"/>
                  </a:lnTo>
                  <a:lnTo>
                    <a:pt x="1550446" y="1273101"/>
                  </a:lnTo>
                  <a:lnTo>
                    <a:pt x="1557795" y="1279564"/>
                  </a:lnTo>
                  <a:lnTo>
                    <a:pt x="1565314" y="1286026"/>
                  </a:lnTo>
                  <a:lnTo>
                    <a:pt x="1572920" y="1292489"/>
                  </a:lnTo>
                  <a:lnTo>
                    <a:pt x="1580643" y="1298951"/>
                  </a:lnTo>
                  <a:lnTo>
                    <a:pt x="1588514" y="1305413"/>
                  </a:lnTo>
                  <a:lnTo>
                    <a:pt x="1596465" y="1311876"/>
                  </a:lnTo>
                  <a:lnTo>
                    <a:pt x="1604536" y="1318338"/>
                  </a:lnTo>
                  <a:lnTo>
                    <a:pt x="1612735" y="1324801"/>
                  </a:lnTo>
                  <a:lnTo>
                    <a:pt x="1621010" y="1331263"/>
                  </a:lnTo>
                  <a:lnTo>
                    <a:pt x="1629407" y="1337726"/>
                  </a:lnTo>
                  <a:lnTo>
                    <a:pt x="1637915" y="1344188"/>
                  </a:lnTo>
                  <a:lnTo>
                    <a:pt x="1646496" y="1350651"/>
                  </a:lnTo>
                  <a:lnTo>
                    <a:pt x="1655202" y="1357113"/>
                  </a:lnTo>
                  <a:lnTo>
                    <a:pt x="1664007" y="1363575"/>
                  </a:lnTo>
                  <a:lnTo>
                    <a:pt x="1672882" y="1370038"/>
                  </a:lnTo>
                  <a:lnTo>
                    <a:pt x="1681888" y="1376500"/>
                  </a:lnTo>
                  <a:lnTo>
                    <a:pt x="1690983" y="1382963"/>
                  </a:lnTo>
                  <a:lnTo>
                    <a:pt x="1700146" y="1389425"/>
                  </a:lnTo>
                  <a:lnTo>
                    <a:pt x="1709451" y="1395888"/>
                  </a:lnTo>
                  <a:lnTo>
                    <a:pt x="1718836" y="1402350"/>
                  </a:lnTo>
                  <a:lnTo>
                    <a:pt x="1728291" y="1408813"/>
                  </a:lnTo>
                  <a:lnTo>
                    <a:pt x="1737900" y="1415275"/>
                  </a:lnTo>
                  <a:lnTo>
                    <a:pt x="1747582" y="1421737"/>
                  </a:lnTo>
                  <a:lnTo>
                    <a:pt x="1757348" y="1428200"/>
                  </a:lnTo>
                  <a:lnTo>
                    <a:pt x="1767266" y="1434662"/>
                  </a:lnTo>
                  <a:lnTo>
                    <a:pt x="1777261" y="1441125"/>
                  </a:lnTo>
                  <a:lnTo>
                    <a:pt x="1787356" y="1447587"/>
                  </a:lnTo>
                  <a:lnTo>
                    <a:pt x="1797602" y="1454050"/>
                  </a:lnTo>
                  <a:lnTo>
                    <a:pt x="1807931" y="1460512"/>
                  </a:lnTo>
                  <a:lnTo>
                    <a:pt x="1818379" y="1466975"/>
                  </a:lnTo>
                  <a:lnTo>
                    <a:pt x="1828978" y="1473437"/>
                  </a:lnTo>
                  <a:lnTo>
                    <a:pt x="1839668" y="1479899"/>
                  </a:lnTo>
                  <a:lnTo>
                    <a:pt x="1850497" y="1486362"/>
                  </a:lnTo>
                  <a:lnTo>
                    <a:pt x="1861479" y="1492824"/>
                  </a:lnTo>
                  <a:lnTo>
                    <a:pt x="1872557" y="1499287"/>
                  </a:lnTo>
                  <a:lnTo>
                    <a:pt x="1883799" y="1505749"/>
                  </a:lnTo>
                  <a:lnTo>
                    <a:pt x="1895191" y="1512212"/>
                  </a:lnTo>
                  <a:lnTo>
                    <a:pt x="1906687" y="1518674"/>
                  </a:lnTo>
                  <a:lnTo>
                    <a:pt x="1918371" y="1525137"/>
                  </a:lnTo>
                  <a:lnTo>
                    <a:pt x="1930200" y="1531599"/>
                  </a:lnTo>
                  <a:lnTo>
                    <a:pt x="1942137" y="1538061"/>
                  </a:lnTo>
                  <a:lnTo>
                    <a:pt x="1954287" y="1544524"/>
                  </a:lnTo>
                  <a:lnTo>
                    <a:pt x="1966572" y="1550986"/>
                  </a:lnTo>
                  <a:lnTo>
                    <a:pt x="1978970" y="1557449"/>
                  </a:lnTo>
                  <a:lnTo>
                    <a:pt x="1991599" y="1563911"/>
                  </a:lnTo>
                  <a:lnTo>
                    <a:pt x="2004351" y="1570374"/>
                  </a:lnTo>
                  <a:lnTo>
                    <a:pt x="2017220" y="1576836"/>
                  </a:lnTo>
                  <a:lnTo>
                    <a:pt x="2030324" y="1583299"/>
                  </a:lnTo>
                  <a:lnTo>
                    <a:pt x="2043537" y="1589761"/>
                  </a:lnTo>
                  <a:lnTo>
                    <a:pt x="2056879" y="1596223"/>
                  </a:lnTo>
                  <a:lnTo>
                    <a:pt x="2070429" y="1602686"/>
                  </a:lnTo>
                  <a:lnTo>
                    <a:pt x="2084081" y="1609148"/>
                  </a:lnTo>
                  <a:lnTo>
                    <a:pt x="2097866" y="1615611"/>
                  </a:lnTo>
                  <a:lnTo>
                    <a:pt x="2111823" y="1622073"/>
                  </a:lnTo>
                  <a:lnTo>
                    <a:pt x="2125871" y="1628536"/>
                  </a:lnTo>
                  <a:lnTo>
                    <a:pt x="2140043" y="1634998"/>
                  </a:lnTo>
                  <a:lnTo>
                    <a:pt x="2154346" y="1641461"/>
                  </a:lnTo>
                  <a:lnTo>
                    <a:pt x="2168720" y="1647923"/>
                  </a:lnTo>
                  <a:lnTo>
                    <a:pt x="2183197" y="1654385"/>
                  </a:lnTo>
                  <a:lnTo>
                    <a:pt x="2197758" y="1660848"/>
                  </a:lnTo>
                  <a:lnTo>
                    <a:pt x="2212364" y="1667310"/>
                  </a:lnTo>
                  <a:lnTo>
                    <a:pt x="2227036" y="1673773"/>
                  </a:lnTo>
                  <a:lnTo>
                    <a:pt x="2241738" y="1680235"/>
                  </a:lnTo>
                  <a:lnTo>
                    <a:pt x="2256456" y="1686698"/>
                  </a:lnTo>
                  <a:lnTo>
                    <a:pt x="2271180" y="1693160"/>
                  </a:lnTo>
                  <a:lnTo>
                    <a:pt x="2285882" y="1699623"/>
                  </a:lnTo>
                  <a:lnTo>
                    <a:pt x="2300564" y="1706085"/>
                  </a:lnTo>
                  <a:lnTo>
                    <a:pt x="2315172" y="1712547"/>
                  </a:lnTo>
                  <a:lnTo>
                    <a:pt x="2329707" y="1719010"/>
                  </a:lnTo>
                  <a:lnTo>
                    <a:pt x="2344181" y="1725472"/>
                  </a:lnTo>
                  <a:lnTo>
                    <a:pt x="2358477" y="1731935"/>
                  </a:lnTo>
                  <a:lnTo>
                    <a:pt x="2372657" y="1738397"/>
                  </a:lnTo>
                  <a:lnTo>
                    <a:pt x="2386718" y="1744860"/>
                  </a:lnTo>
                  <a:lnTo>
                    <a:pt x="2400499" y="1751322"/>
                  </a:lnTo>
                  <a:lnTo>
                    <a:pt x="2414118" y="1757785"/>
                  </a:lnTo>
                  <a:lnTo>
                    <a:pt x="2427539" y="1764247"/>
                  </a:lnTo>
                  <a:lnTo>
                    <a:pt x="2440592" y="1770709"/>
                  </a:lnTo>
                  <a:lnTo>
                    <a:pt x="2453433" y="1777172"/>
                  </a:lnTo>
                  <a:lnTo>
                    <a:pt x="2465979" y="1783634"/>
                  </a:lnTo>
                  <a:lnTo>
                    <a:pt x="2478084" y="1790097"/>
                  </a:lnTo>
                  <a:lnTo>
                    <a:pt x="2489924" y="1796559"/>
                  </a:lnTo>
                  <a:lnTo>
                    <a:pt x="2501359" y="1803022"/>
                  </a:lnTo>
                  <a:lnTo>
                    <a:pt x="2512295" y="1809484"/>
                  </a:lnTo>
                  <a:lnTo>
                    <a:pt x="2522915" y="1815947"/>
                  </a:lnTo>
                  <a:lnTo>
                    <a:pt x="2533011" y="1822409"/>
                  </a:lnTo>
                  <a:lnTo>
                    <a:pt x="2542567" y="1828871"/>
                  </a:lnTo>
                  <a:lnTo>
                    <a:pt x="2551761" y="1835334"/>
                  </a:lnTo>
                  <a:lnTo>
                    <a:pt x="2560304" y="1841796"/>
                  </a:lnTo>
                  <a:lnTo>
                    <a:pt x="2568289" y="1848259"/>
                  </a:lnTo>
                  <a:lnTo>
                    <a:pt x="2575870" y="1854721"/>
                  </a:lnTo>
                  <a:lnTo>
                    <a:pt x="2582672" y="1861184"/>
                  </a:lnTo>
                  <a:lnTo>
                    <a:pt x="2588920" y="1867646"/>
                  </a:lnTo>
                  <a:lnTo>
                    <a:pt x="2594730" y="1874109"/>
                  </a:lnTo>
                  <a:lnTo>
                    <a:pt x="2596722" y="1876730"/>
                  </a:lnTo>
                  <a:lnTo>
                    <a:pt x="2599640" y="1880571"/>
                  </a:lnTo>
                  <a:lnTo>
                    <a:pt x="2604021" y="1887033"/>
                  </a:lnTo>
                  <a:lnTo>
                    <a:pt x="2607937" y="1893496"/>
                  </a:lnTo>
                  <a:lnTo>
                    <a:pt x="2610847" y="1899958"/>
                  </a:lnTo>
                  <a:lnTo>
                    <a:pt x="2613270" y="1906421"/>
                  </a:lnTo>
                  <a:lnTo>
                    <a:pt x="2615154" y="1912883"/>
                  </a:lnTo>
                  <a:lnTo>
                    <a:pt x="2616063" y="1919346"/>
                  </a:lnTo>
                  <a:lnTo>
                    <a:pt x="2616485" y="1925808"/>
                  </a:lnTo>
                  <a:lnTo>
                    <a:pt x="2616301" y="1932271"/>
                  </a:lnTo>
                  <a:lnTo>
                    <a:pt x="2615207" y="1938733"/>
                  </a:lnTo>
                  <a:lnTo>
                    <a:pt x="2613636" y="1945195"/>
                  </a:lnTo>
                  <a:lnTo>
                    <a:pt x="2611406" y="1951658"/>
                  </a:lnTo>
                  <a:lnTo>
                    <a:pt x="2608357" y="1958120"/>
                  </a:lnTo>
                  <a:lnTo>
                    <a:pt x="2606173" y="1962143"/>
                  </a:lnTo>
                  <a:lnTo>
                    <a:pt x="2604848" y="1964583"/>
                  </a:lnTo>
                  <a:lnTo>
                    <a:pt x="2600653" y="1971045"/>
                  </a:lnTo>
                  <a:lnTo>
                    <a:pt x="2595747" y="1977508"/>
                  </a:lnTo>
                  <a:lnTo>
                    <a:pt x="2590410" y="1983970"/>
                  </a:lnTo>
                  <a:lnTo>
                    <a:pt x="2584386" y="1990433"/>
                  </a:lnTo>
                  <a:lnTo>
                    <a:pt x="2577769" y="1996895"/>
                  </a:lnTo>
                  <a:lnTo>
                    <a:pt x="2570762" y="2003357"/>
                  </a:lnTo>
                  <a:lnTo>
                    <a:pt x="2563097" y="2009820"/>
                  </a:lnTo>
                  <a:lnTo>
                    <a:pt x="2554961" y="2016282"/>
                  </a:lnTo>
                  <a:lnTo>
                    <a:pt x="2546487" y="2022745"/>
                  </a:lnTo>
                  <a:lnTo>
                    <a:pt x="2537414" y="2029207"/>
                  </a:lnTo>
                  <a:lnTo>
                    <a:pt x="2527993" y="2035670"/>
                  </a:lnTo>
                  <a:lnTo>
                    <a:pt x="2518291" y="2042132"/>
                  </a:lnTo>
                  <a:lnTo>
                    <a:pt x="2508083" y="2048595"/>
                  </a:lnTo>
                  <a:lnTo>
                    <a:pt x="2497639" y="2055057"/>
                  </a:lnTo>
                  <a:lnTo>
                    <a:pt x="2486976" y="2061519"/>
                  </a:lnTo>
                  <a:lnTo>
                    <a:pt x="2475939" y="2067982"/>
                  </a:lnTo>
                  <a:lnTo>
                    <a:pt x="2464761" y="2074444"/>
                  </a:lnTo>
                  <a:lnTo>
                    <a:pt x="2453421" y="2080907"/>
                  </a:lnTo>
                  <a:lnTo>
                    <a:pt x="2441881" y="2087369"/>
                  </a:lnTo>
                  <a:lnTo>
                    <a:pt x="2430270" y="2093832"/>
                  </a:lnTo>
                  <a:lnTo>
                    <a:pt x="2418579" y="2100294"/>
                  </a:lnTo>
                  <a:lnTo>
                    <a:pt x="2406840" y="2106757"/>
                  </a:lnTo>
                  <a:lnTo>
                    <a:pt x="2395103" y="2113219"/>
                  </a:lnTo>
                  <a:lnTo>
                    <a:pt x="2383384" y="2119681"/>
                  </a:lnTo>
                  <a:lnTo>
                    <a:pt x="2371750" y="2126144"/>
                  </a:lnTo>
                  <a:lnTo>
                    <a:pt x="2360185" y="2132606"/>
                  </a:lnTo>
                  <a:lnTo>
                    <a:pt x="2348753" y="2139069"/>
                  </a:lnTo>
                  <a:lnTo>
                    <a:pt x="2337511" y="2145531"/>
                  </a:lnTo>
                  <a:lnTo>
                    <a:pt x="2326404" y="2151994"/>
                  </a:lnTo>
                  <a:lnTo>
                    <a:pt x="2315552" y="2158456"/>
                  </a:lnTo>
                  <a:lnTo>
                    <a:pt x="2304966" y="2164919"/>
                  </a:lnTo>
                  <a:lnTo>
                    <a:pt x="2294574" y="2171381"/>
                  </a:lnTo>
                  <a:lnTo>
                    <a:pt x="2284564" y="2177843"/>
                  </a:lnTo>
                  <a:lnTo>
                    <a:pt x="2274870" y="2184306"/>
                  </a:lnTo>
                  <a:lnTo>
                    <a:pt x="2265418" y="2190768"/>
                  </a:lnTo>
                  <a:lnTo>
                    <a:pt x="2256472" y="2197231"/>
                  </a:lnTo>
                  <a:lnTo>
                    <a:pt x="2247864" y="2203693"/>
                  </a:lnTo>
                  <a:lnTo>
                    <a:pt x="2239539" y="2210156"/>
                  </a:lnTo>
                  <a:lnTo>
                    <a:pt x="2231833" y="2216618"/>
                  </a:lnTo>
                  <a:lnTo>
                    <a:pt x="2224462" y="2223081"/>
                  </a:lnTo>
                  <a:lnTo>
                    <a:pt x="2217425" y="2229543"/>
                  </a:lnTo>
                  <a:lnTo>
                    <a:pt x="2211062" y="2236005"/>
                  </a:lnTo>
                  <a:lnTo>
                    <a:pt x="2205032" y="2242468"/>
                  </a:lnTo>
                  <a:lnTo>
                    <a:pt x="2199400" y="2248930"/>
                  </a:lnTo>
                  <a:lnTo>
                    <a:pt x="2194424" y="2255393"/>
                  </a:lnTo>
                  <a:lnTo>
                    <a:pt x="2189788" y="2261855"/>
                  </a:lnTo>
                  <a:lnTo>
                    <a:pt x="2185603" y="2268318"/>
                  </a:lnTo>
                  <a:lnTo>
                    <a:pt x="2182029" y="2274780"/>
                  </a:lnTo>
                  <a:lnTo>
                    <a:pt x="2178790" y="2281243"/>
                  </a:lnTo>
                  <a:lnTo>
                    <a:pt x="2176036" y="2287705"/>
                  </a:lnTo>
                  <a:lnTo>
                    <a:pt x="2173828" y="2294167"/>
                  </a:lnTo>
                  <a:lnTo>
                    <a:pt x="2171939" y="2300630"/>
                  </a:lnTo>
                  <a:lnTo>
                    <a:pt x="2170548" y="2307092"/>
                  </a:lnTo>
                  <a:lnTo>
                    <a:pt x="2169622" y="2313555"/>
                  </a:lnTo>
                  <a:lnTo>
                    <a:pt x="2168989" y="2320017"/>
                  </a:lnTo>
                  <a:lnTo>
                    <a:pt x="2168843" y="2326480"/>
                  </a:lnTo>
                  <a:lnTo>
                    <a:pt x="2169071" y="2332942"/>
                  </a:lnTo>
                  <a:lnTo>
                    <a:pt x="2169558" y="2339405"/>
                  </a:lnTo>
                  <a:lnTo>
                    <a:pt x="2170493" y="2345867"/>
                  </a:lnTo>
                  <a:lnTo>
                    <a:pt x="2171709" y="2352329"/>
                  </a:lnTo>
                  <a:lnTo>
                    <a:pt x="2173141" y="2358792"/>
                  </a:lnTo>
                  <a:lnTo>
                    <a:pt x="2174955" y="2365254"/>
                  </a:lnTo>
                  <a:lnTo>
                    <a:pt x="2176960" y="2371717"/>
                  </a:lnTo>
                  <a:lnTo>
                    <a:pt x="2179131" y="2378179"/>
                  </a:lnTo>
                  <a:lnTo>
                    <a:pt x="2181591" y="2384642"/>
                  </a:lnTo>
                  <a:lnTo>
                    <a:pt x="2184161" y="2391104"/>
                  </a:lnTo>
                  <a:lnTo>
                    <a:pt x="2186849" y="2397567"/>
                  </a:lnTo>
                  <a:lnTo>
                    <a:pt x="2189692" y="2404029"/>
                  </a:lnTo>
                  <a:lnTo>
                    <a:pt x="2192583" y="2410491"/>
                  </a:lnTo>
                  <a:lnTo>
                    <a:pt x="2195529" y="2416954"/>
                  </a:lnTo>
                  <a:lnTo>
                    <a:pt x="2198500" y="2423416"/>
                  </a:lnTo>
                  <a:lnTo>
                    <a:pt x="2201459" y="2429879"/>
                  </a:lnTo>
                  <a:lnTo>
                    <a:pt x="2204393" y="2436341"/>
                  </a:lnTo>
                  <a:lnTo>
                    <a:pt x="2207236" y="2442804"/>
                  </a:lnTo>
                  <a:lnTo>
                    <a:pt x="2210008" y="2449266"/>
                  </a:lnTo>
                  <a:lnTo>
                    <a:pt x="2212657" y="2455729"/>
                  </a:lnTo>
                  <a:lnTo>
                    <a:pt x="2215122" y="2462191"/>
                  </a:lnTo>
                  <a:lnTo>
                    <a:pt x="2217458" y="2468653"/>
                  </a:lnTo>
                  <a:lnTo>
                    <a:pt x="2217974" y="2470236"/>
                  </a:lnTo>
                  <a:lnTo>
                    <a:pt x="2219563" y="2475116"/>
                  </a:lnTo>
                  <a:lnTo>
                    <a:pt x="2221410" y="2481578"/>
                  </a:lnTo>
                  <a:lnTo>
                    <a:pt x="2223075" y="2488041"/>
                  </a:lnTo>
                  <a:lnTo>
                    <a:pt x="2224393" y="2494503"/>
                  </a:lnTo>
                  <a:lnTo>
                    <a:pt x="2225403" y="2500966"/>
                  </a:lnTo>
                  <a:lnTo>
                    <a:pt x="2226183" y="2507428"/>
                  </a:lnTo>
                  <a:lnTo>
                    <a:pt x="2226498" y="2513891"/>
                  </a:lnTo>
                  <a:lnTo>
                    <a:pt x="2226477" y="2520353"/>
                  </a:lnTo>
                  <a:lnTo>
                    <a:pt x="2226185" y="2526815"/>
                  </a:lnTo>
                  <a:lnTo>
                    <a:pt x="2225313" y="2533278"/>
                  </a:lnTo>
                  <a:lnTo>
                    <a:pt x="2224099" y="2539740"/>
                  </a:lnTo>
                  <a:lnTo>
                    <a:pt x="2222578" y="2546203"/>
                  </a:lnTo>
                  <a:lnTo>
                    <a:pt x="2220377" y="2552665"/>
                  </a:lnTo>
                  <a:lnTo>
                    <a:pt x="2217844" y="2559128"/>
                  </a:lnTo>
                  <a:lnTo>
                    <a:pt x="2214933" y="2565590"/>
                  </a:lnTo>
                  <a:lnTo>
                    <a:pt x="2211342" y="2572053"/>
                  </a:lnTo>
                  <a:lnTo>
                    <a:pt x="2207402" y="2578515"/>
                  </a:lnTo>
                  <a:lnTo>
                    <a:pt x="2203021" y="2584978"/>
                  </a:lnTo>
                  <a:lnTo>
                    <a:pt x="2197983" y="2591440"/>
                  </a:lnTo>
                  <a:lnTo>
                    <a:pt x="2192591" y="2597902"/>
                  </a:lnTo>
                  <a:lnTo>
                    <a:pt x="2186704" y="2604365"/>
                  </a:lnTo>
                  <a:lnTo>
                    <a:pt x="2180205" y="2610827"/>
                  </a:lnTo>
                  <a:lnTo>
                    <a:pt x="2173355" y="2617290"/>
                  </a:lnTo>
                  <a:lnTo>
                    <a:pt x="2165971" y="2623752"/>
                  </a:lnTo>
                  <a:lnTo>
                    <a:pt x="2158037" y="2630215"/>
                  </a:lnTo>
                  <a:lnTo>
                    <a:pt x="2149763" y="2636677"/>
                  </a:lnTo>
                  <a:lnTo>
                    <a:pt x="2140935" y="2643140"/>
                  </a:lnTo>
                  <a:lnTo>
                    <a:pt x="2131631" y="2649602"/>
                  </a:lnTo>
                  <a:lnTo>
                    <a:pt x="2122007" y="2656064"/>
                  </a:lnTo>
                  <a:lnTo>
                    <a:pt x="2111828" y="2662527"/>
                  </a:lnTo>
                  <a:lnTo>
                    <a:pt x="2101252" y="2668989"/>
                  </a:lnTo>
                  <a:lnTo>
                    <a:pt x="2090385" y="2675452"/>
                  </a:lnTo>
                  <a:lnTo>
                    <a:pt x="2078984" y="2681914"/>
                  </a:lnTo>
                  <a:lnTo>
                    <a:pt x="2067268" y="2688377"/>
                  </a:lnTo>
                  <a:lnTo>
                    <a:pt x="2055295" y="2694839"/>
                  </a:lnTo>
                  <a:lnTo>
                    <a:pt x="2042831" y="2701302"/>
                  </a:lnTo>
                  <a:lnTo>
                    <a:pt x="2030132" y="2707764"/>
                  </a:lnTo>
                  <a:lnTo>
                    <a:pt x="2017204" y="2714226"/>
                  </a:lnTo>
                  <a:lnTo>
                    <a:pt x="2003870" y="2720689"/>
                  </a:lnTo>
                  <a:lnTo>
                    <a:pt x="1990363" y="2727151"/>
                  </a:lnTo>
                  <a:lnTo>
                    <a:pt x="1976654" y="2733614"/>
                  </a:lnTo>
                  <a:lnTo>
                    <a:pt x="1962657" y="2740076"/>
                  </a:lnTo>
                  <a:lnTo>
                    <a:pt x="1948533" y="2746539"/>
                  </a:lnTo>
                  <a:lnTo>
                    <a:pt x="1934248" y="2753001"/>
                  </a:lnTo>
                  <a:lnTo>
                    <a:pt x="1919784" y="2759464"/>
                  </a:lnTo>
                  <a:lnTo>
                    <a:pt x="1905240" y="2765926"/>
                  </a:lnTo>
                  <a:lnTo>
                    <a:pt x="1890590" y="2772388"/>
                  </a:lnTo>
                  <a:lnTo>
                    <a:pt x="1875859" y="2778851"/>
                  </a:lnTo>
                  <a:lnTo>
                    <a:pt x="1861093" y="2785313"/>
                  </a:lnTo>
                  <a:lnTo>
                    <a:pt x="1846289" y="2791776"/>
                  </a:lnTo>
                  <a:lnTo>
                    <a:pt x="1831485" y="2798238"/>
                  </a:lnTo>
                  <a:lnTo>
                    <a:pt x="1816691" y="2804701"/>
                  </a:lnTo>
                  <a:lnTo>
                    <a:pt x="1801936" y="2811163"/>
                  </a:lnTo>
                  <a:lnTo>
                    <a:pt x="1787246" y="2817626"/>
                  </a:lnTo>
                  <a:lnTo>
                    <a:pt x="1772607" y="2824088"/>
                  </a:lnTo>
                  <a:lnTo>
                    <a:pt x="1758090" y="2830550"/>
                  </a:lnTo>
                  <a:lnTo>
                    <a:pt x="1743686" y="2837013"/>
                  </a:lnTo>
                  <a:lnTo>
                    <a:pt x="1729372" y="2843475"/>
                  </a:lnTo>
                  <a:lnTo>
                    <a:pt x="1715264" y="2849938"/>
                  </a:lnTo>
                  <a:lnTo>
                    <a:pt x="1701301" y="2856400"/>
                  </a:lnTo>
                  <a:lnTo>
                    <a:pt x="1687461" y="2862863"/>
                  </a:lnTo>
                  <a:lnTo>
                    <a:pt x="1673912" y="2869325"/>
                  </a:lnTo>
                  <a:lnTo>
                    <a:pt x="1660524" y="2875788"/>
                  </a:lnTo>
                  <a:lnTo>
                    <a:pt x="1647302" y="2882250"/>
                  </a:lnTo>
                  <a:lnTo>
                    <a:pt x="1634423" y="2888712"/>
                  </a:lnTo>
                  <a:lnTo>
                    <a:pt x="1621722" y="2895175"/>
                  </a:lnTo>
                  <a:lnTo>
                    <a:pt x="1609237" y="2901637"/>
                  </a:lnTo>
                  <a:lnTo>
                    <a:pt x="1597115" y="2908100"/>
                  </a:lnTo>
                  <a:lnTo>
                    <a:pt x="1585188" y="2914562"/>
                  </a:lnTo>
                  <a:lnTo>
                    <a:pt x="1573526" y="2921025"/>
                  </a:lnTo>
                  <a:lnTo>
                    <a:pt x="1562231" y="2927487"/>
                  </a:lnTo>
                  <a:lnTo>
                    <a:pt x="1551143" y="2933950"/>
                  </a:lnTo>
                  <a:lnTo>
                    <a:pt x="1540364" y="2940412"/>
                  </a:lnTo>
                  <a:lnTo>
                    <a:pt x="1529941" y="2946874"/>
                  </a:lnTo>
                  <a:lnTo>
                    <a:pt x="1519734" y="2953337"/>
                  </a:lnTo>
                  <a:lnTo>
                    <a:pt x="1509874" y="2959799"/>
                  </a:lnTo>
                  <a:lnTo>
                    <a:pt x="1500349" y="2966262"/>
                  </a:lnTo>
                  <a:lnTo>
                    <a:pt x="1491041" y="2972724"/>
                  </a:lnTo>
                  <a:lnTo>
                    <a:pt x="1482113" y="2979187"/>
                  </a:lnTo>
                  <a:lnTo>
                    <a:pt x="1473489" y="2985649"/>
                  </a:lnTo>
                  <a:lnTo>
                    <a:pt x="1465082" y="2992112"/>
                  </a:lnTo>
                  <a:lnTo>
                    <a:pt x="1457076" y="2998574"/>
                  </a:lnTo>
                  <a:lnTo>
                    <a:pt x="1449341" y="3005036"/>
                  </a:lnTo>
                  <a:lnTo>
                    <a:pt x="1441817" y="3011499"/>
                  </a:lnTo>
                  <a:lnTo>
                    <a:pt x="1434709" y="3017961"/>
                  </a:lnTo>
                  <a:lnTo>
                    <a:pt x="1427833" y="3024424"/>
                  </a:lnTo>
                  <a:lnTo>
                    <a:pt x="1421161" y="3030886"/>
                  </a:lnTo>
                  <a:lnTo>
                    <a:pt x="1414910" y="3037349"/>
                  </a:lnTo>
                  <a:lnTo>
                    <a:pt x="1408854" y="3043811"/>
                  </a:lnTo>
                  <a:lnTo>
                    <a:pt x="1403013" y="3050274"/>
                  </a:lnTo>
                  <a:lnTo>
                    <a:pt x="1397546" y="3056736"/>
                  </a:lnTo>
                  <a:lnTo>
                    <a:pt x="1392258" y="3063198"/>
                  </a:lnTo>
                  <a:lnTo>
                    <a:pt x="1387194" y="3069661"/>
                  </a:lnTo>
                  <a:lnTo>
                    <a:pt x="1382453" y="3076123"/>
                  </a:lnTo>
                  <a:lnTo>
                    <a:pt x="1377877" y="3082586"/>
                  </a:lnTo>
                  <a:lnTo>
                    <a:pt x="1373528" y="3089048"/>
                  </a:lnTo>
                  <a:lnTo>
                    <a:pt x="1369451" y="3095511"/>
                  </a:lnTo>
                  <a:lnTo>
                    <a:pt x="1365526" y="3101973"/>
                  </a:lnTo>
                  <a:lnTo>
                    <a:pt x="1361825" y="3108436"/>
                  </a:lnTo>
                  <a:lnTo>
                    <a:pt x="1358351" y="3114898"/>
                  </a:lnTo>
                  <a:lnTo>
                    <a:pt x="1355013" y="3121360"/>
                  </a:lnTo>
                  <a:lnTo>
                    <a:pt x="1351892" y="3127823"/>
                  </a:lnTo>
                  <a:lnTo>
                    <a:pt x="1348956" y="3134285"/>
                  </a:lnTo>
                  <a:lnTo>
                    <a:pt x="1346142" y="3140748"/>
                  </a:lnTo>
                  <a:lnTo>
                    <a:pt x="1343534" y="3147210"/>
                  </a:lnTo>
                  <a:lnTo>
                    <a:pt x="1341075" y="3153673"/>
                  </a:lnTo>
                  <a:lnTo>
                    <a:pt x="1338722" y="3160135"/>
                  </a:lnTo>
                  <a:lnTo>
                    <a:pt x="1336563" y="3166598"/>
                  </a:lnTo>
                  <a:lnTo>
                    <a:pt x="1334520" y="3173060"/>
                  </a:lnTo>
                  <a:lnTo>
                    <a:pt x="1332570" y="3179522"/>
                  </a:lnTo>
                  <a:lnTo>
                    <a:pt x="1330798" y="3185985"/>
                  </a:lnTo>
                  <a:lnTo>
                    <a:pt x="1329115" y="3192447"/>
                  </a:lnTo>
                  <a:lnTo>
                    <a:pt x="1327514" y="3198910"/>
                  </a:lnTo>
                  <a:lnTo>
                    <a:pt x="1326071" y="3205372"/>
                  </a:lnTo>
                  <a:lnTo>
                    <a:pt x="1324696" y="3211835"/>
                  </a:lnTo>
                  <a:lnTo>
                    <a:pt x="1323400" y="3218297"/>
                  </a:lnTo>
                  <a:lnTo>
                    <a:pt x="1322228" y="3224760"/>
                  </a:lnTo>
                  <a:lnTo>
                    <a:pt x="1321114" y="3231222"/>
                  </a:lnTo>
                  <a:lnTo>
                    <a:pt x="1320074" y="3237684"/>
                  </a:lnTo>
                  <a:lnTo>
                    <a:pt x="1319131" y="3244147"/>
                  </a:lnTo>
                  <a:lnTo>
                    <a:pt x="1318236" y="3250609"/>
                  </a:lnTo>
                  <a:lnTo>
                    <a:pt x="1317409" y="3257072"/>
                  </a:lnTo>
                  <a:lnTo>
                    <a:pt x="1316655" y="3263534"/>
                  </a:lnTo>
                  <a:lnTo>
                    <a:pt x="1315942" y="3269997"/>
                  </a:lnTo>
                  <a:lnTo>
                    <a:pt x="1315290" y="3276459"/>
                  </a:lnTo>
                  <a:lnTo>
                    <a:pt x="1314693" y="3282922"/>
                  </a:lnTo>
                  <a:lnTo>
                    <a:pt x="1314130" y="3289384"/>
                  </a:lnTo>
                  <a:lnTo>
                    <a:pt x="1313620" y="3295846"/>
                  </a:lnTo>
                  <a:lnTo>
                    <a:pt x="1313151" y="3302309"/>
                  </a:lnTo>
                  <a:close/>
                </a:path>
              </a:pathLst>
            </a:cu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623931" y="2828000"/>
              <a:ext cx="0" cy="648257"/>
            </a:xfrm>
            <a:custGeom>
              <a:avLst/>
              <a:pathLst>
                <a:path w="0" h="648257">
                  <a:moveTo>
                    <a:pt x="0" y="6482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623931" y="4004062"/>
              <a:ext cx="0" cy="295657"/>
            </a:xfrm>
            <a:custGeom>
              <a:avLst/>
              <a:pathLst>
                <a:path w="0" h="295657">
                  <a:moveTo>
                    <a:pt x="0" y="0"/>
                  </a:moveTo>
                  <a:lnTo>
                    <a:pt x="0" y="29565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332951" y="3476258"/>
              <a:ext cx="581959" cy="527804"/>
            </a:xfrm>
            <a:custGeom>
              <a:avLst/>
              <a:pathLst>
                <a:path w="581959" h="527804">
                  <a:moveTo>
                    <a:pt x="0" y="0"/>
                  </a:moveTo>
                  <a:lnTo>
                    <a:pt x="0" y="527804"/>
                  </a:lnTo>
                  <a:lnTo>
                    <a:pt x="581959" y="527804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332951" y="3725925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533730" y="3651463"/>
              <a:ext cx="0" cy="484003"/>
            </a:xfrm>
            <a:custGeom>
              <a:avLst/>
              <a:pathLst>
                <a:path w="0" h="484003">
                  <a:moveTo>
                    <a:pt x="0" y="48400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5533730" y="4728972"/>
              <a:ext cx="0" cy="175204"/>
            </a:xfrm>
            <a:custGeom>
              <a:avLst/>
              <a:pathLst>
                <a:path w="0" h="175204">
                  <a:moveTo>
                    <a:pt x="0" y="0"/>
                  </a:moveTo>
                  <a:lnTo>
                    <a:pt x="0" y="17520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5242750" y="4135466"/>
              <a:ext cx="581959" cy="593505"/>
            </a:xfrm>
            <a:custGeom>
              <a:avLst/>
              <a:pathLst>
                <a:path w="581959" h="593505">
                  <a:moveTo>
                    <a:pt x="0" y="0"/>
                  </a:moveTo>
                  <a:lnTo>
                    <a:pt x="0" y="593505"/>
                  </a:lnTo>
                  <a:lnTo>
                    <a:pt x="581959" y="593505"/>
                  </a:lnTo>
                  <a:lnTo>
                    <a:pt x="581959" y="0"/>
                  </a:lnTo>
                  <a:close/>
                </a:path>
              </a:pathLst>
            </a:cu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5242750" y="4220878"/>
              <a:ext cx="581959" cy="0"/>
            </a:xfrm>
            <a:custGeom>
              <a:avLst/>
              <a:pathLst>
                <a:path w="581959" h="0">
                  <a:moveTo>
                    <a:pt x="0" y="0"/>
                  </a:moveTo>
                  <a:lnTo>
                    <a:pt x="58195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585554" y="4261343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5495354" y="4865800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585554" y="3683168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5495354" y="4182501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85554" y="2789624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495354" y="2877226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3351380" y="4209194"/>
              <a:ext cx="18251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NH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261180" y="4813651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351380" y="3631019"/>
              <a:ext cx="12637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IN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61180" y="4130352"/>
              <a:ext cx="161483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VT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351380" y="2737475"/>
              <a:ext cx="18955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61180" y="2825077"/>
              <a:ext cx="1965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NM</a:t>
              </a:r>
            </a:p>
          </p:txBody>
        </p:sp>
        <p:sp>
          <p:nvSpPr>
            <p:cNvPr id="32" name="pt31"/>
            <p:cNvSpPr/>
            <p:nvPr/>
          </p:nvSpPr>
          <p:spPr>
            <a:xfrm>
              <a:off x="2578779" y="3659164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488578" y="4238800"/>
              <a:ext cx="90303" cy="90303"/>
            </a:xfrm>
            <a:prstGeom prst="ellipse">
              <a:avLst/>
            </a:prstGeom>
            <a:solidFill>
              <a:srgbClr val="FFFF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878051" y="3994134"/>
              <a:ext cx="6401559" cy="0"/>
            </a:xfrm>
            <a:custGeom>
              <a:avLst/>
              <a:pathLst>
                <a:path w="6401559" h="0">
                  <a:moveTo>
                    <a:pt x="0" y="0"/>
                  </a:moveTo>
                  <a:lnTo>
                    <a:pt x="6401559" y="0"/>
                  </a:lnTo>
                  <a:lnTo>
                    <a:pt x="6401559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tx34"/>
            <p:cNvSpPr/>
            <p:nvPr/>
          </p:nvSpPr>
          <p:spPr>
            <a:xfrm>
              <a:off x="753241" y="520582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1062" y="43297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91062" y="345377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91062" y="257775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238831" y="5788790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5272898" y="5788790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573944" y="5927094"/>
              <a:ext cx="10097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Strictness group</a:t>
              </a:r>
            </a:p>
          </p:txBody>
        </p:sp>
        <p:sp>
          <p:nvSpPr>
            <p:cNvPr id="42" name="tx41"/>
            <p:cNvSpPr/>
            <p:nvPr/>
          </p:nvSpPr>
          <p:spPr>
            <a:xfrm rot="-5400000">
              <a:off x="64056" y="3859872"/>
              <a:ext cx="102549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Deaths per 100k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488377" y="3605621"/>
              <a:ext cx="38843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Group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7497377" y="3798968"/>
              <a:ext cx="201455" cy="201456"/>
            </a:xfrm>
            <a:prstGeom prst="rect">
              <a:avLst/>
            </a:prstGeom>
            <a:solidFill>
              <a:srgbClr val="F8766D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7598105" y="395456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7598105" y="38119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7515809" y="3844832"/>
              <a:ext cx="164592" cy="10972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7515809" y="389969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7598105" y="39874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598105" y="38119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7559729" y="3861319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7497377" y="4018424"/>
              <a:ext cx="201455" cy="201456"/>
            </a:xfrm>
            <a:prstGeom prst="rect">
              <a:avLst/>
            </a:prstGeom>
            <a:solidFill>
              <a:srgbClr val="00BFC4">
                <a:alpha val="34901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7598105" y="417401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7598105" y="40313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7515809" y="4064288"/>
              <a:ext cx="164592" cy="109727"/>
            </a:xfrm>
            <a:prstGeom prst="rect">
              <a:avLst/>
            </a:prstGeom>
            <a:solidFill>
              <a:srgbClr val="00BFC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7515809" y="411915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7598105" y="42069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7598105" y="40313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7559729" y="4080775"/>
              <a:ext cx="76753" cy="76753"/>
            </a:xfrm>
            <a:prstGeom prst="ellipse">
              <a:avLst/>
            </a:prstGeom>
            <a:solidFill>
              <a:srgbClr val="737373">
                <a:alpha val="100000"/>
              </a:srgbClr>
            </a:solidFill>
            <a:ln w="9000" cap="rnd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777422" y="3859691"/>
              <a:ext cx="77019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Less strict (1-3)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777422" y="4079147"/>
              <a:ext cx="52166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Strict (4-5)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8051" y="1894551"/>
              <a:ext cx="121176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Source: FA_Deaths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8051" y="1669789"/>
              <a:ext cx="3361791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by group with quantile box (2024)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Conclusion: Do Stricter Laws Reduce Mortality?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Key result:
&lt;U+2022&gt; Spearman rho = -0.7 (negative association), p = 1.48e-08
Interpretation:
&lt;U+2022&gt; In this cross-sectional state-year view, higher strictness tends to align with lower mortality when rho is negative.
&lt;U+2022&gt; This supports an association, not causal proof.
Limitations:
&lt;U+2022&gt; Potential confounding (demographics, urbanicity, poverty, enforcement, etc.)
&lt;U+2022&gt; Policy endogeneity and timing effects
&lt;U+2022&gt; Single-year comparison for the core assignment question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randyhowk</cp:lastModifiedBy>
  <cp:revision>3</cp:revision>
  <dcterms:created xsi:type="dcterms:W3CDTF">2017-02-13T16:18:36Z</dcterms:created>
  <dcterms:modified xsi:type="dcterms:W3CDTF">2026-03-05T19:46:52Z</dcterms:modified>
  <cp:category/>
</cp:coreProperties>
</file>